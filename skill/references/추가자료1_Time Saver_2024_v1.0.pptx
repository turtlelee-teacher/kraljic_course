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xlsm" ContentType="application/vnd.ms-excel.sheet.macroEnabled.12"/>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tags/tag29.xml" ContentType="application/vnd.openxmlformats-officedocument.presentationml.tags+xml"/>
  <Override PartName="/ppt/theme/theme4.xml" ContentType="application/vnd.openxmlformats-officedocument.theme+xml"/>
  <Override PartName="/ppt/theme/theme5.xml" ContentType="application/vnd.openxmlformats-officedocument.theme+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notesSlides/notesSlide1.xml" ContentType="application/vnd.openxmlformats-officedocument.presentationml.notesSlide+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notesSlides/notesSlide2.xml" ContentType="application/vnd.openxmlformats-officedocument.presentationml.notesSlide+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notesSlides/notesSlide3.xml" ContentType="application/vnd.openxmlformats-officedocument.presentationml.notesSlide+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notesSlides/notesSlide4.xml" ContentType="application/vnd.openxmlformats-officedocument.presentationml.notesSlide+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36.xml" ContentType="application/vnd.openxmlformats-officedocument.presentationml.notesSlide+xml"/>
  <Override PartName="/ppt/charts/chart3.xml" ContentType="application/vnd.openxmlformats-officedocument.drawingml.chart+xml"/>
  <Override PartName="/ppt/notesSlides/notesSlide37.xml" ContentType="application/vnd.openxmlformats-officedocument.presentationml.notesSlide+xml"/>
  <Override PartName="/ppt/charts/chart4.xml" ContentType="application/vnd.openxmlformats-officedocument.drawingml.chart+xml"/>
  <Override PartName="/ppt/notesSlides/notesSlide38.xml" ContentType="application/vnd.openxmlformats-officedocument.presentationml.notesSlide+xml"/>
  <Override PartName="/ppt/charts/chart5.xml" ContentType="application/vnd.openxmlformats-officedocument.drawingml.chart+xml"/>
  <Override PartName="/ppt/notesSlides/notesSlide39.xml" ContentType="application/vnd.openxmlformats-officedocument.presentationml.notesSlide+xml"/>
  <Override PartName="/ppt/charts/chart6.xml" ContentType="application/vnd.openxmlformats-officedocument.drawingml.chart+xml"/>
  <Override PartName="/ppt/notesSlides/notesSlide40.xml" ContentType="application/vnd.openxmlformats-officedocument.presentationml.notesSlide+xml"/>
  <Override PartName="/ppt/charts/chart7.xml" ContentType="application/vnd.openxmlformats-officedocument.drawingml.chart+xml"/>
  <Override PartName="/ppt/notesSlides/notesSlide41.xml" ContentType="application/vnd.openxmlformats-officedocument.presentationml.notesSlide+xml"/>
  <Override PartName="/ppt/charts/chart8.xml" ContentType="application/vnd.openxmlformats-officedocument.drawingml.chart+xml"/>
  <Override PartName="/ppt/notesSlides/notesSlide42.xml" ContentType="application/vnd.openxmlformats-officedocument.presentationml.notesSlide+xml"/>
  <Override PartName="/ppt/charts/chart9.xml" ContentType="application/vnd.openxmlformats-officedocument.drawingml.chart+xml"/>
  <Override PartName="/ppt/notesSlides/notesSlide43.xml" ContentType="application/vnd.openxmlformats-officedocument.presentationml.notesSlide+xml"/>
  <Override PartName="/ppt/charts/chart10.xml" ContentType="application/vnd.openxmlformats-officedocument.drawingml.chart+xml"/>
  <Override PartName="/ppt/notesSlides/notesSlide44.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notesSlides/notesSlide45.xml" ContentType="application/vnd.openxmlformats-officedocument.presentationml.notesSlide+xml"/>
  <Override PartName="/ppt/charts/chart13.xml" ContentType="application/vnd.openxmlformats-officedocument.drawingml.chart+xml"/>
  <Override PartName="/ppt/notesSlides/notesSlide46.xml" ContentType="application/vnd.openxmlformats-officedocument.presentationml.notesSlide+xml"/>
  <Override PartName="/ppt/charts/chart14.xml" ContentType="application/vnd.openxmlformats-officedocument.drawingml.chart+xml"/>
  <Override PartName="/ppt/notesSlides/notesSlide47.xml" ContentType="application/vnd.openxmlformats-officedocument.presentationml.notesSlide+xml"/>
  <Override PartName="/ppt/charts/chart15.xml" ContentType="application/vnd.openxmlformats-officedocument.drawingml.chart+xml"/>
  <Override PartName="/ppt/notesSlides/notesSlide48.xml" ContentType="application/vnd.openxmlformats-officedocument.presentationml.notesSlide+xml"/>
  <Override PartName="/ppt/charts/chart16.xml" ContentType="application/vnd.openxmlformats-officedocument.drawingml.chart+xml"/>
  <Override PartName="/ppt/notesSlides/notesSlide49.xml" ContentType="application/vnd.openxmlformats-officedocument.presentationml.notesSlide+xml"/>
  <Override PartName="/ppt/charts/chart17.xml" ContentType="application/vnd.openxmlformats-officedocument.drawingml.chart+xml"/>
  <Override PartName="/ppt/notesSlides/notesSlide50.xml" ContentType="application/vnd.openxmlformats-officedocument.presentationml.notesSlide+xml"/>
  <Override PartName="/ppt/charts/chart18.xml" ContentType="application/vnd.openxmlformats-officedocument.drawingml.chart+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tags/tag192.xml" ContentType="application/vnd.openxmlformats-officedocument.presentationml.tags+xml"/>
  <Override PartName="/ppt/notesSlides/notesSlide69.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57" r:id="rId1"/>
    <p:sldMasterId id="2147483690" r:id="rId2"/>
    <p:sldMasterId id="2147483875" r:id="rId3"/>
  </p:sldMasterIdLst>
  <p:notesMasterIdLst>
    <p:notesMasterId r:id="rId77"/>
  </p:notesMasterIdLst>
  <p:handoutMasterIdLst>
    <p:handoutMasterId r:id="rId78"/>
  </p:handoutMasterIdLst>
  <p:sldIdLst>
    <p:sldId id="887" r:id="rId4"/>
    <p:sldId id="890" r:id="rId5"/>
    <p:sldId id="889" r:id="rId6"/>
    <p:sldId id="430" r:id="rId7"/>
    <p:sldId id="431" r:id="rId8"/>
    <p:sldId id="487" r:id="rId9"/>
    <p:sldId id="440" r:id="rId10"/>
    <p:sldId id="441" r:id="rId11"/>
    <p:sldId id="443" r:id="rId12"/>
    <p:sldId id="444" r:id="rId13"/>
    <p:sldId id="446" r:id="rId14"/>
    <p:sldId id="447" r:id="rId15"/>
    <p:sldId id="448" r:id="rId16"/>
    <p:sldId id="449" r:id="rId17"/>
    <p:sldId id="450" r:id="rId18"/>
    <p:sldId id="456" r:id="rId19"/>
    <p:sldId id="457" r:id="rId20"/>
    <p:sldId id="459" r:id="rId21"/>
    <p:sldId id="460" r:id="rId22"/>
    <p:sldId id="465" r:id="rId23"/>
    <p:sldId id="466" r:id="rId24"/>
    <p:sldId id="467" r:id="rId25"/>
    <p:sldId id="468" r:id="rId26"/>
    <p:sldId id="469" r:id="rId27"/>
    <p:sldId id="490" r:id="rId28"/>
    <p:sldId id="412" r:id="rId29"/>
    <p:sldId id="474" r:id="rId30"/>
    <p:sldId id="478" r:id="rId31"/>
    <p:sldId id="480" r:id="rId32"/>
    <p:sldId id="428" r:id="rId33"/>
    <p:sldId id="392" r:id="rId34"/>
    <p:sldId id="394" r:id="rId35"/>
    <p:sldId id="396" r:id="rId36"/>
    <p:sldId id="493" r:id="rId37"/>
    <p:sldId id="496" r:id="rId38"/>
    <p:sldId id="499" r:id="rId39"/>
    <p:sldId id="500" r:id="rId40"/>
    <p:sldId id="501" r:id="rId41"/>
    <p:sldId id="502" r:id="rId42"/>
    <p:sldId id="503" r:id="rId43"/>
    <p:sldId id="508" r:id="rId44"/>
    <p:sldId id="510" r:id="rId45"/>
    <p:sldId id="511" r:id="rId46"/>
    <p:sldId id="512" r:id="rId47"/>
    <p:sldId id="513" r:id="rId48"/>
    <p:sldId id="518" r:id="rId49"/>
    <p:sldId id="523" r:id="rId50"/>
    <p:sldId id="524" r:id="rId51"/>
    <p:sldId id="526" r:id="rId52"/>
    <p:sldId id="528" r:id="rId53"/>
    <p:sldId id="548" r:id="rId54"/>
    <p:sldId id="550" r:id="rId55"/>
    <p:sldId id="551" r:id="rId56"/>
    <p:sldId id="565" r:id="rId57"/>
    <p:sldId id="566" r:id="rId58"/>
    <p:sldId id="659" r:id="rId59"/>
    <p:sldId id="660" r:id="rId60"/>
    <p:sldId id="662" r:id="rId61"/>
    <p:sldId id="668" r:id="rId62"/>
    <p:sldId id="674" r:id="rId63"/>
    <p:sldId id="681" r:id="rId64"/>
    <p:sldId id="696" r:id="rId65"/>
    <p:sldId id="697" r:id="rId66"/>
    <p:sldId id="320" r:id="rId67"/>
    <p:sldId id="318" r:id="rId68"/>
    <p:sldId id="335" r:id="rId69"/>
    <p:sldId id="302" r:id="rId70"/>
    <p:sldId id="851" r:id="rId71"/>
    <p:sldId id="854" r:id="rId72"/>
    <p:sldId id="855" r:id="rId73"/>
    <p:sldId id="856" r:id="rId74"/>
    <p:sldId id="857" r:id="rId75"/>
    <p:sldId id="886" r:id="rId76"/>
  </p:sldIdLst>
  <p:sldSz cx="9144000" cy="6858000" type="screen4x3"/>
  <p:notesSz cx="6997700" cy="92837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1"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1"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1"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1" hangingPunct="1">
      <a:defRPr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KKeeter" initials="" lastIdx="3" clrIdx="0"/>
</p:cm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D2A690F-B2AB-474B-B079-937A18AC3C5E}" v="4" dt="2023-12-23T10:45:22.741"/>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723" autoAdjust="0"/>
    <p:restoredTop sz="93265" autoAdjust="0"/>
  </p:normalViewPr>
  <p:slideViewPr>
    <p:cSldViewPr snapToObjects="1">
      <p:cViewPr varScale="1">
        <p:scale>
          <a:sx n="115" d="100"/>
          <a:sy n="115" d="100"/>
        </p:scale>
        <p:origin x="664" y="18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3898"/>
    </p:cViewPr>
  </p:sorterViewPr>
  <p:notesViewPr>
    <p:cSldViewPr snapToObjects="1">
      <p:cViewPr varScale="1">
        <p:scale>
          <a:sx n="83" d="100"/>
          <a:sy n="83" d="100"/>
        </p:scale>
        <p:origin x="3264" y="9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microsoft.com/office/2015/10/relationships/revisionInfo" Target="revisionInfo.xml"/><Relationship Id="rId16" Type="http://schemas.openxmlformats.org/officeDocument/2006/relationships/slide" Target="slides/slide13.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commentAuthors" Target="commentAuthors.xml"/><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theme" Target="theme/theme1.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notesMaster" Target="notesMasters/notesMaster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handoutMaster" Target="handoutMasters/handoutMaster1.xml"/><Relationship Id="rId81"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________.xlsm"/></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________1.xlsm"/></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________2.xlsm"/></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________3.xlsm"/></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________4.xlsm"/></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________5.xlsm"/></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________6.xlsm"/></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________7.xlsm"/></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________8.xlsm"/></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________9.xlsm"/></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________10.xlsm"/></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___________11.xlsm"/></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___________12.xlsm"/></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___________13.xlsm"/></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___________14.xlsm"/></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___________15.xlsm"/></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___________16.xlsm"/></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___________17.xlsm"/></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3406593406593408E-2"/>
          <c:y val="3.5608308605341248E-2"/>
          <c:w val="0.85439560439560436"/>
          <c:h val="0.87833827893175076"/>
        </c:manualLayout>
      </c:layout>
      <c:lineChart>
        <c:grouping val="standard"/>
        <c:varyColors val="0"/>
        <c:ser>
          <c:idx val="0"/>
          <c:order val="0"/>
          <c:tx>
            <c:strRef>
              <c:f>Sheet1!$A$2</c:f>
              <c:strCache>
                <c:ptCount val="1"/>
                <c:pt idx="0">
                  <c:v>Worldwide</c:v>
                </c:pt>
              </c:strCache>
            </c:strRef>
          </c:tx>
          <c:spPr>
            <a:ln w="5028">
              <a:solidFill>
                <a:srgbClr val="33CCCC"/>
              </a:solidFill>
              <a:prstDash val="solid"/>
            </a:ln>
          </c:spPr>
          <c:marker>
            <c:symbol val="none"/>
          </c:marker>
          <c:cat>
            <c:strRef>
              <c:f>Sheet1!$B$1:$I$1</c:f>
              <c:strCache>
                <c:ptCount val="8"/>
                <c:pt idx="0">
                  <c:v>1995</c:v>
                </c:pt>
                <c:pt idx="1">
                  <c:v>1996</c:v>
                </c:pt>
                <c:pt idx="2">
                  <c:v>1997</c:v>
                </c:pt>
                <c:pt idx="3">
                  <c:v>1998E</c:v>
                </c:pt>
                <c:pt idx="4">
                  <c:v>1999E</c:v>
                </c:pt>
                <c:pt idx="5">
                  <c:v>2000E</c:v>
                </c:pt>
                <c:pt idx="6">
                  <c:v>2001E</c:v>
                </c:pt>
                <c:pt idx="7">
                  <c:v>2002E</c:v>
                </c:pt>
              </c:strCache>
            </c:strRef>
          </c:cat>
          <c:val>
            <c:numRef>
              <c:f>Sheet1!$B$2:$I$2</c:f>
              <c:numCache>
                <c:formatCode>General</c:formatCode>
                <c:ptCount val="8"/>
                <c:pt idx="0">
                  <c:v>13.9</c:v>
                </c:pt>
                <c:pt idx="1">
                  <c:v>38.200000000000003</c:v>
                </c:pt>
                <c:pt idx="2">
                  <c:v>68.7</c:v>
                </c:pt>
                <c:pt idx="3">
                  <c:v>97.3</c:v>
                </c:pt>
                <c:pt idx="4">
                  <c:v>131.6</c:v>
                </c:pt>
                <c:pt idx="5">
                  <c:v>170</c:v>
                </c:pt>
                <c:pt idx="6">
                  <c:v>227.7</c:v>
                </c:pt>
                <c:pt idx="7">
                  <c:v>319.8</c:v>
                </c:pt>
              </c:numCache>
            </c:numRef>
          </c:val>
          <c:smooth val="0"/>
          <c:extLst>
            <c:ext xmlns:c16="http://schemas.microsoft.com/office/drawing/2014/chart" uri="{C3380CC4-5D6E-409C-BE32-E72D297353CC}">
              <c16:uniqueId val="{00000000-9556-184A-8661-ABDFF81EE28E}"/>
            </c:ext>
          </c:extLst>
        </c:ser>
        <c:ser>
          <c:idx val="1"/>
          <c:order val="1"/>
          <c:tx>
            <c:strRef>
              <c:f>Sheet1!$A$3</c:f>
              <c:strCache>
                <c:ptCount val="1"/>
                <c:pt idx="0">
                  <c:v>United States</c:v>
                </c:pt>
              </c:strCache>
            </c:strRef>
          </c:tx>
          <c:spPr>
            <a:ln w="5028">
              <a:solidFill>
                <a:srgbClr val="006699"/>
              </a:solidFill>
              <a:prstDash val="solid"/>
            </a:ln>
          </c:spPr>
          <c:marker>
            <c:symbol val="none"/>
          </c:marker>
          <c:cat>
            <c:strRef>
              <c:f>Sheet1!$B$1:$I$1</c:f>
              <c:strCache>
                <c:ptCount val="8"/>
                <c:pt idx="0">
                  <c:v>1995</c:v>
                </c:pt>
                <c:pt idx="1">
                  <c:v>1996</c:v>
                </c:pt>
                <c:pt idx="2">
                  <c:v>1997</c:v>
                </c:pt>
                <c:pt idx="3">
                  <c:v>1998E</c:v>
                </c:pt>
                <c:pt idx="4">
                  <c:v>1999E</c:v>
                </c:pt>
                <c:pt idx="5">
                  <c:v>2000E</c:v>
                </c:pt>
                <c:pt idx="6">
                  <c:v>2001E</c:v>
                </c:pt>
                <c:pt idx="7">
                  <c:v>2002E</c:v>
                </c:pt>
              </c:strCache>
            </c:strRef>
          </c:cat>
          <c:val>
            <c:numRef>
              <c:f>Sheet1!$B$3:$I$3</c:f>
              <c:numCache>
                <c:formatCode>General</c:formatCode>
                <c:ptCount val="8"/>
                <c:pt idx="0">
                  <c:v>9.6999999999999993</c:v>
                </c:pt>
                <c:pt idx="1">
                  <c:v>23.2</c:v>
                </c:pt>
                <c:pt idx="2">
                  <c:v>38.700000000000003</c:v>
                </c:pt>
                <c:pt idx="3">
                  <c:v>51.6</c:v>
                </c:pt>
                <c:pt idx="4">
                  <c:v>66.5</c:v>
                </c:pt>
                <c:pt idx="5">
                  <c:v>84.3</c:v>
                </c:pt>
                <c:pt idx="6">
                  <c:v>106.8</c:v>
                </c:pt>
                <c:pt idx="7">
                  <c:v>135.9</c:v>
                </c:pt>
              </c:numCache>
            </c:numRef>
          </c:val>
          <c:smooth val="0"/>
          <c:extLst>
            <c:ext xmlns:c16="http://schemas.microsoft.com/office/drawing/2014/chart" uri="{C3380CC4-5D6E-409C-BE32-E72D297353CC}">
              <c16:uniqueId val="{00000001-9556-184A-8661-ABDFF81EE28E}"/>
            </c:ext>
          </c:extLst>
        </c:ser>
        <c:dLbls>
          <c:showLegendKey val="0"/>
          <c:showVal val="0"/>
          <c:showCatName val="0"/>
          <c:showSerName val="0"/>
          <c:showPercent val="0"/>
          <c:showBubbleSize val="0"/>
        </c:dLbls>
        <c:smooth val="0"/>
        <c:axId val="851189759"/>
        <c:axId val="1"/>
      </c:lineChart>
      <c:catAx>
        <c:axId val="851189759"/>
        <c:scaling>
          <c:orientation val="minMax"/>
        </c:scaling>
        <c:delete val="0"/>
        <c:axPos val="b"/>
        <c:numFmt formatCode="General" sourceLinked="1"/>
        <c:majorTickMark val="out"/>
        <c:minorTickMark val="none"/>
        <c:tickLblPos val="nextTo"/>
        <c:spPr>
          <a:ln w="419">
            <a:solidFill>
              <a:srgbClr val="000000"/>
            </a:solidFill>
            <a:prstDash val="solid"/>
          </a:ln>
        </c:spPr>
        <c:txPr>
          <a:bodyPr rot="0" vert="horz"/>
          <a:lstStyle/>
          <a:p>
            <a:pPr>
              <a:defRPr sz="158"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General" sourceLinked="1"/>
        <c:majorTickMark val="out"/>
        <c:minorTickMark val="none"/>
        <c:tickLblPos val="nextTo"/>
        <c:spPr>
          <a:ln w="419">
            <a:solidFill>
              <a:srgbClr val="000000"/>
            </a:solidFill>
            <a:prstDash val="solid"/>
          </a:ln>
        </c:spPr>
        <c:txPr>
          <a:bodyPr rot="0" vert="horz"/>
          <a:lstStyle/>
          <a:p>
            <a:pPr>
              <a:defRPr sz="158" b="0" i="0" u="none" strike="noStrike" baseline="0">
                <a:solidFill>
                  <a:srgbClr val="000000"/>
                </a:solidFill>
                <a:latin typeface="Arial"/>
                <a:ea typeface="Arial"/>
                <a:cs typeface="Arial"/>
              </a:defRPr>
            </a:pPr>
            <a:endParaRPr lang="ko-KR"/>
          </a:p>
        </c:txPr>
        <c:crossAx val="851189759"/>
        <c:crosses val="autoZero"/>
        <c:crossBetween val="midCat"/>
      </c:valAx>
      <c:spPr>
        <a:noFill/>
        <a:ln w="4696">
          <a:noFill/>
        </a:ln>
      </c:spPr>
    </c:plotArea>
    <c:plotVisOnly val="1"/>
    <c:dispBlanksAs val="gap"/>
    <c:showDLblsOverMax val="0"/>
  </c:chart>
  <c:spPr>
    <a:noFill/>
    <a:ln>
      <a:noFill/>
    </a:ln>
  </c:spPr>
  <c:txPr>
    <a:bodyPr/>
    <a:lstStyle/>
    <a:p>
      <a:pPr>
        <a:defRPr sz="158" b="0" i="0" u="none" strike="noStrike" baseline="0">
          <a:solidFill>
            <a:srgbClr val="000000"/>
          </a:solidFill>
          <a:latin typeface="Arial"/>
          <a:ea typeface="Arial"/>
          <a:cs typeface="Arial"/>
        </a:defRPr>
      </a:pPr>
      <a:endParaRPr lang="ko-K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43801652892562E-2"/>
          <c:y val="6.9364161849710976E-2"/>
          <c:w val="0.92837465564738297"/>
          <c:h val="0.84682080924855496"/>
        </c:manualLayout>
      </c:layout>
      <c:barChart>
        <c:barDir val="col"/>
        <c:grouping val="clustered"/>
        <c:varyColors val="0"/>
        <c:ser>
          <c:idx val="0"/>
          <c:order val="0"/>
          <c:tx>
            <c:strRef>
              <c:f>Sheet1!$A$2</c:f>
              <c:strCache>
                <c:ptCount val="1"/>
                <c:pt idx="0">
                  <c:v>Hosts</c:v>
                </c:pt>
              </c:strCache>
            </c:strRef>
          </c:tx>
          <c:spPr>
            <a:solidFill>
              <a:srgbClr val="33CCCC"/>
            </a:solidFill>
            <a:ln w="3199">
              <a:noFill/>
            </a:ln>
          </c:spPr>
          <c:invertIfNegative val="0"/>
          <c:dLbls>
            <c:numFmt formatCode="0.0" sourceLinked="0"/>
            <c:spPr>
              <a:noFill/>
              <a:ln w="3199">
                <a:noFill/>
              </a:ln>
            </c:spPr>
            <c:txPr>
              <a:bodyPr wrap="square" lIns="38100" tIns="19050" rIns="38100" bIns="19050" anchor="ctr">
                <a:spAutoFit/>
              </a:bodyPr>
              <a:lstStyle/>
              <a:p>
                <a:pPr>
                  <a:defRPr sz="151"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1995</c:v>
                </c:pt>
                <c:pt idx="1">
                  <c:v>1996</c:v>
                </c:pt>
                <c:pt idx="2">
                  <c:v>1997</c:v>
                </c:pt>
                <c:pt idx="3">
                  <c:v>1998E</c:v>
                </c:pt>
                <c:pt idx="4">
                  <c:v>1999E</c:v>
                </c:pt>
                <c:pt idx="5">
                  <c:v>2000E</c:v>
                </c:pt>
              </c:strCache>
            </c:strRef>
          </c:cat>
          <c:val>
            <c:numRef>
              <c:f>Sheet1!$B$2:$G$2</c:f>
              <c:numCache>
                <c:formatCode>General</c:formatCode>
                <c:ptCount val="6"/>
                <c:pt idx="0">
                  <c:v>5.4</c:v>
                </c:pt>
                <c:pt idx="1">
                  <c:v>10.199999999999999</c:v>
                </c:pt>
                <c:pt idx="2">
                  <c:v>18</c:v>
                </c:pt>
                <c:pt idx="3">
                  <c:v>31</c:v>
                </c:pt>
                <c:pt idx="4">
                  <c:v>54</c:v>
                </c:pt>
                <c:pt idx="5">
                  <c:v>76</c:v>
                </c:pt>
              </c:numCache>
            </c:numRef>
          </c:val>
          <c:extLst>
            <c:ext xmlns:c16="http://schemas.microsoft.com/office/drawing/2014/chart" uri="{C3380CC4-5D6E-409C-BE32-E72D297353CC}">
              <c16:uniqueId val="{00000000-219E-484E-BBB0-7D527F57EF07}"/>
            </c:ext>
          </c:extLst>
        </c:ser>
        <c:dLbls>
          <c:showLegendKey val="0"/>
          <c:showVal val="0"/>
          <c:showCatName val="0"/>
          <c:showSerName val="0"/>
          <c:showPercent val="0"/>
          <c:showBubbleSize val="0"/>
        </c:dLbls>
        <c:gapWidth val="150"/>
        <c:axId val="918702335"/>
        <c:axId val="1"/>
      </c:barChart>
      <c:catAx>
        <c:axId val="918702335"/>
        <c:scaling>
          <c:orientation val="minMax"/>
        </c:scaling>
        <c:delete val="0"/>
        <c:axPos val="b"/>
        <c:numFmt formatCode="General" sourceLinked="1"/>
        <c:majorTickMark val="none"/>
        <c:minorTickMark val="none"/>
        <c:tickLblPos val="nextTo"/>
        <c:spPr>
          <a:ln w="400">
            <a:solidFill>
              <a:srgbClr val="000000"/>
            </a:solidFill>
            <a:prstDash val="solid"/>
          </a:ln>
        </c:spPr>
        <c:txPr>
          <a:bodyPr rot="0" vert="horz"/>
          <a:lstStyle/>
          <a:p>
            <a:pPr>
              <a:defRPr sz="151"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General" sourceLinked="1"/>
        <c:majorTickMark val="out"/>
        <c:minorTickMark val="none"/>
        <c:tickLblPos val="nextTo"/>
        <c:spPr>
          <a:ln w="400">
            <a:solidFill>
              <a:srgbClr val="000000"/>
            </a:solidFill>
            <a:prstDash val="solid"/>
          </a:ln>
        </c:spPr>
        <c:txPr>
          <a:bodyPr rot="0" vert="horz"/>
          <a:lstStyle/>
          <a:p>
            <a:pPr>
              <a:defRPr sz="151" b="0" i="0" u="none" strike="noStrike" baseline="0">
                <a:solidFill>
                  <a:srgbClr val="000000"/>
                </a:solidFill>
                <a:latin typeface="Arial"/>
                <a:ea typeface="Arial"/>
                <a:cs typeface="Arial"/>
              </a:defRPr>
            </a:pPr>
            <a:endParaRPr lang="ko-KR"/>
          </a:p>
        </c:txPr>
        <c:crossAx val="918702335"/>
        <c:crosses val="autoZero"/>
        <c:crossBetween val="between"/>
      </c:valAx>
      <c:spPr>
        <a:noFill/>
        <a:ln w="4681">
          <a:noFill/>
        </a:ln>
      </c:spPr>
    </c:plotArea>
    <c:plotVisOnly val="1"/>
    <c:dispBlanksAs val="gap"/>
    <c:showDLblsOverMax val="0"/>
  </c:chart>
  <c:spPr>
    <a:noFill/>
    <a:ln>
      <a:noFill/>
    </a:ln>
  </c:spPr>
  <c:txPr>
    <a:bodyPr/>
    <a:lstStyle/>
    <a:p>
      <a:pPr>
        <a:defRPr sz="151" b="0" i="0" u="none" strike="noStrike" baseline="0">
          <a:solidFill>
            <a:srgbClr val="000000"/>
          </a:solidFill>
          <a:latin typeface="Arial"/>
          <a:ea typeface="Arial"/>
          <a:cs typeface="Arial"/>
        </a:defRPr>
      </a:pPr>
      <a:endParaRPr lang="ko-K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5928917609046853E-2"/>
          <c:y val="4.878048780487805E-2"/>
          <c:w val="0.91922455573505657"/>
          <c:h val="0.74796747967479671"/>
        </c:manualLayout>
      </c:layout>
      <c:barChart>
        <c:barDir val="col"/>
        <c:grouping val="clustered"/>
        <c:varyColors val="0"/>
        <c:ser>
          <c:idx val="0"/>
          <c:order val="0"/>
          <c:tx>
            <c:strRef>
              <c:f>Sheet1!$A$2</c:f>
              <c:strCache>
                <c:ptCount val="1"/>
                <c:pt idx="0">
                  <c:v>C2C Auctions</c:v>
                </c:pt>
              </c:strCache>
            </c:strRef>
          </c:tx>
          <c:spPr>
            <a:solidFill>
              <a:srgbClr val="969696"/>
            </a:solidFill>
            <a:ln w="7204">
              <a:noFill/>
            </a:ln>
          </c:spPr>
          <c:invertIfNegative val="0"/>
          <c:cat>
            <c:strRef>
              <c:f>Sheet1!$B$1:$G$1</c:f>
              <c:strCache>
                <c:ptCount val="6"/>
                <c:pt idx="0">
                  <c:v>Seems Time Consuming</c:v>
                </c:pt>
                <c:pt idx="1">
                  <c:v>Don't Trust It</c:v>
                </c:pt>
                <c:pt idx="2">
                  <c:v>Seems Confusing</c:v>
                </c:pt>
                <c:pt idx="3">
                  <c:v>Bad Reputation</c:v>
                </c:pt>
                <c:pt idx="4">
                  <c:v>Participated, Didn't Win</c:v>
                </c:pt>
                <c:pt idx="5">
                  <c:v>Other</c:v>
                </c:pt>
              </c:strCache>
            </c:strRef>
          </c:cat>
          <c:val>
            <c:numRef>
              <c:f>Sheet1!$B$2:$G$2</c:f>
              <c:numCache>
                <c:formatCode>0.00%</c:formatCode>
                <c:ptCount val="6"/>
                <c:pt idx="0">
                  <c:v>0.36709999999999998</c:v>
                </c:pt>
                <c:pt idx="1">
                  <c:v>0.2581</c:v>
                </c:pt>
                <c:pt idx="2">
                  <c:v>0.13100000000000001</c:v>
                </c:pt>
                <c:pt idx="3">
                  <c:v>0.13420000000000001</c:v>
                </c:pt>
                <c:pt idx="4">
                  <c:v>9.7699999999999995E-2</c:v>
                </c:pt>
                <c:pt idx="5">
                  <c:v>0.50590000000000002</c:v>
                </c:pt>
              </c:numCache>
            </c:numRef>
          </c:val>
          <c:extLst>
            <c:ext xmlns:c16="http://schemas.microsoft.com/office/drawing/2014/chart" uri="{C3380CC4-5D6E-409C-BE32-E72D297353CC}">
              <c16:uniqueId val="{00000000-F068-BF4D-B921-71B1D54077D8}"/>
            </c:ext>
          </c:extLst>
        </c:ser>
        <c:ser>
          <c:idx val="1"/>
          <c:order val="1"/>
          <c:tx>
            <c:strRef>
              <c:f>Sheet1!$A$3</c:f>
              <c:strCache>
                <c:ptCount val="1"/>
                <c:pt idx="0">
                  <c:v>B2C Auctions</c:v>
                </c:pt>
              </c:strCache>
            </c:strRef>
          </c:tx>
          <c:spPr>
            <a:solidFill>
              <a:srgbClr val="33CCCC"/>
            </a:solidFill>
            <a:ln w="7204">
              <a:noFill/>
            </a:ln>
          </c:spPr>
          <c:invertIfNegative val="0"/>
          <c:cat>
            <c:strRef>
              <c:f>Sheet1!$B$1:$G$1</c:f>
              <c:strCache>
                <c:ptCount val="6"/>
                <c:pt idx="0">
                  <c:v>Seems Time Consuming</c:v>
                </c:pt>
                <c:pt idx="1">
                  <c:v>Don't Trust It</c:v>
                </c:pt>
                <c:pt idx="2">
                  <c:v>Seems Confusing</c:v>
                </c:pt>
                <c:pt idx="3">
                  <c:v>Bad Reputation</c:v>
                </c:pt>
                <c:pt idx="4">
                  <c:v>Participated, Didn't Win</c:v>
                </c:pt>
                <c:pt idx="5">
                  <c:v>Other</c:v>
                </c:pt>
              </c:strCache>
            </c:strRef>
          </c:cat>
          <c:val>
            <c:numRef>
              <c:f>Sheet1!$B$3:$G$3</c:f>
              <c:numCache>
                <c:formatCode>General</c:formatCode>
                <c:ptCount val="6"/>
                <c:pt idx="0">
                  <c:v>0.29317269099999999</c:v>
                </c:pt>
                <c:pt idx="1">
                  <c:v>0.21457489900000001</c:v>
                </c:pt>
                <c:pt idx="2">
                  <c:v>0.13765182200000001</c:v>
                </c:pt>
                <c:pt idx="3">
                  <c:v>6.097561E-2</c:v>
                </c:pt>
                <c:pt idx="4">
                  <c:v>5.8577405999999999E-2</c:v>
                </c:pt>
                <c:pt idx="5">
                  <c:v>0.27142857100000001</c:v>
                </c:pt>
              </c:numCache>
            </c:numRef>
          </c:val>
          <c:extLst>
            <c:ext xmlns:c16="http://schemas.microsoft.com/office/drawing/2014/chart" uri="{C3380CC4-5D6E-409C-BE32-E72D297353CC}">
              <c16:uniqueId val="{00000001-F068-BF4D-B921-71B1D54077D8}"/>
            </c:ext>
          </c:extLst>
        </c:ser>
        <c:ser>
          <c:idx val="2"/>
          <c:order val="2"/>
          <c:tx>
            <c:strRef>
              <c:f>Sheet1!$A$4</c:f>
              <c:strCache>
                <c:ptCount val="1"/>
                <c:pt idx="0">
                  <c:v>Descending Auctions</c:v>
                </c:pt>
              </c:strCache>
            </c:strRef>
          </c:tx>
          <c:spPr>
            <a:solidFill>
              <a:srgbClr val="006699"/>
            </a:solidFill>
            <a:ln w="7204">
              <a:noFill/>
            </a:ln>
          </c:spPr>
          <c:invertIfNegative val="0"/>
          <c:cat>
            <c:strRef>
              <c:f>Sheet1!$B$1:$G$1</c:f>
              <c:strCache>
                <c:ptCount val="6"/>
                <c:pt idx="0">
                  <c:v>Seems Time Consuming</c:v>
                </c:pt>
                <c:pt idx="1">
                  <c:v>Don't Trust It</c:v>
                </c:pt>
                <c:pt idx="2">
                  <c:v>Seems Confusing</c:v>
                </c:pt>
                <c:pt idx="3">
                  <c:v>Bad Reputation</c:v>
                </c:pt>
                <c:pt idx="4">
                  <c:v>Participated, Didn't Win</c:v>
                </c:pt>
                <c:pt idx="5">
                  <c:v>Other</c:v>
                </c:pt>
              </c:strCache>
            </c:strRef>
          </c:cat>
          <c:val>
            <c:numRef>
              <c:f>Sheet1!$B$4:$G$4</c:f>
              <c:numCache>
                <c:formatCode>General</c:formatCode>
                <c:ptCount val="6"/>
                <c:pt idx="0">
                  <c:v>0.32089552199999999</c:v>
                </c:pt>
                <c:pt idx="1">
                  <c:v>0.195488722</c:v>
                </c:pt>
                <c:pt idx="2">
                  <c:v>0.17164179099999999</c:v>
                </c:pt>
                <c:pt idx="3">
                  <c:v>9.0225563999999994E-2</c:v>
                </c:pt>
                <c:pt idx="4">
                  <c:v>1.6129032000000001E-2</c:v>
                </c:pt>
                <c:pt idx="5">
                  <c:v>0.25</c:v>
                </c:pt>
              </c:numCache>
            </c:numRef>
          </c:val>
          <c:extLst>
            <c:ext xmlns:c16="http://schemas.microsoft.com/office/drawing/2014/chart" uri="{C3380CC4-5D6E-409C-BE32-E72D297353CC}">
              <c16:uniqueId val="{00000002-F068-BF4D-B921-71B1D54077D8}"/>
            </c:ext>
          </c:extLst>
        </c:ser>
        <c:ser>
          <c:idx val="3"/>
          <c:order val="3"/>
          <c:tx>
            <c:strRef>
              <c:f>Sheet1!$A$5</c:f>
              <c:strCache>
                <c:ptCount val="1"/>
                <c:pt idx="0">
                  <c:v>Name Your Own Price</c:v>
                </c:pt>
              </c:strCache>
            </c:strRef>
          </c:tx>
          <c:spPr>
            <a:solidFill>
              <a:srgbClr val="C0C0C0"/>
            </a:solidFill>
            <a:ln w="7204">
              <a:noFill/>
            </a:ln>
          </c:spPr>
          <c:invertIfNegative val="0"/>
          <c:cat>
            <c:strRef>
              <c:f>Sheet1!$B$1:$G$1</c:f>
              <c:strCache>
                <c:ptCount val="6"/>
                <c:pt idx="0">
                  <c:v>Seems Time Consuming</c:v>
                </c:pt>
                <c:pt idx="1">
                  <c:v>Don't Trust It</c:v>
                </c:pt>
                <c:pt idx="2">
                  <c:v>Seems Confusing</c:v>
                </c:pt>
                <c:pt idx="3">
                  <c:v>Bad Reputation</c:v>
                </c:pt>
                <c:pt idx="4">
                  <c:v>Participated, Didn't Win</c:v>
                </c:pt>
                <c:pt idx="5">
                  <c:v>Other</c:v>
                </c:pt>
              </c:strCache>
            </c:strRef>
          </c:cat>
          <c:val>
            <c:numRef>
              <c:f>Sheet1!$B$5:$G$5</c:f>
              <c:numCache>
                <c:formatCode>General</c:formatCode>
                <c:ptCount val="6"/>
                <c:pt idx="0">
                  <c:v>0.27631578899999998</c:v>
                </c:pt>
                <c:pt idx="1">
                  <c:v>0.195364238</c:v>
                </c:pt>
                <c:pt idx="2">
                  <c:v>0.169381107</c:v>
                </c:pt>
                <c:pt idx="3">
                  <c:v>7.8175895999999995E-2</c:v>
                </c:pt>
                <c:pt idx="4">
                  <c:v>0.11643835600000001</c:v>
                </c:pt>
                <c:pt idx="5">
                  <c:v>0.42268041200000001</c:v>
                </c:pt>
              </c:numCache>
            </c:numRef>
          </c:val>
          <c:extLst>
            <c:ext xmlns:c16="http://schemas.microsoft.com/office/drawing/2014/chart" uri="{C3380CC4-5D6E-409C-BE32-E72D297353CC}">
              <c16:uniqueId val="{00000003-F068-BF4D-B921-71B1D54077D8}"/>
            </c:ext>
          </c:extLst>
        </c:ser>
        <c:ser>
          <c:idx val="4"/>
          <c:order val="4"/>
          <c:tx>
            <c:strRef>
              <c:f>Sheet1!$A$6</c:f>
              <c:strCache>
                <c:ptCount val="1"/>
                <c:pt idx="0">
                  <c:v>Group Buying</c:v>
                </c:pt>
              </c:strCache>
            </c:strRef>
          </c:tx>
          <c:spPr>
            <a:solidFill>
              <a:srgbClr val="6699CC"/>
            </a:solidFill>
            <a:ln w="7204">
              <a:noFill/>
            </a:ln>
          </c:spPr>
          <c:invertIfNegative val="0"/>
          <c:cat>
            <c:strRef>
              <c:f>Sheet1!$B$1:$G$1</c:f>
              <c:strCache>
                <c:ptCount val="6"/>
                <c:pt idx="0">
                  <c:v>Seems Time Consuming</c:v>
                </c:pt>
                <c:pt idx="1">
                  <c:v>Don't Trust It</c:v>
                </c:pt>
                <c:pt idx="2">
                  <c:v>Seems Confusing</c:v>
                </c:pt>
                <c:pt idx="3">
                  <c:v>Bad Reputation</c:v>
                </c:pt>
                <c:pt idx="4">
                  <c:v>Participated, Didn't Win</c:v>
                </c:pt>
                <c:pt idx="5">
                  <c:v>Other</c:v>
                </c:pt>
              </c:strCache>
            </c:strRef>
          </c:cat>
          <c:val>
            <c:numRef>
              <c:f>Sheet1!$B$6:$G$6</c:f>
              <c:numCache>
                <c:formatCode>General</c:formatCode>
                <c:ptCount val="6"/>
                <c:pt idx="0">
                  <c:v>0.36363636399999999</c:v>
                </c:pt>
                <c:pt idx="1">
                  <c:v>0.19047618999999999</c:v>
                </c:pt>
                <c:pt idx="2">
                  <c:v>0.128440367</c:v>
                </c:pt>
                <c:pt idx="3">
                  <c:v>6.4220183E-2</c:v>
                </c:pt>
                <c:pt idx="4">
                  <c:v>9.5238100000000006E-3</c:v>
                </c:pt>
                <c:pt idx="5">
                  <c:v>0.40625</c:v>
                </c:pt>
              </c:numCache>
            </c:numRef>
          </c:val>
          <c:extLst>
            <c:ext xmlns:c16="http://schemas.microsoft.com/office/drawing/2014/chart" uri="{C3380CC4-5D6E-409C-BE32-E72D297353CC}">
              <c16:uniqueId val="{00000004-F068-BF4D-B921-71B1D54077D8}"/>
            </c:ext>
          </c:extLst>
        </c:ser>
        <c:ser>
          <c:idx val="5"/>
          <c:order val="5"/>
          <c:tx>
            <c:strRef>
              <c:f>Sheet1!$A$7</c:f>
              <c:strCache>
                <c:ptCount val="1"/>
                <c:pt idx="0">
                  <c:v>Reverse Auction</c:v>
                </c:pt>
              </c:strCache>
            </c:strRef>
          </c:tx>
          <c:spPr>
            <a:solidFill>
              <a:srgbClr val="199B9B"/>
            </a:solidFill>
            <a:ln w="7204">
              <a:noFill/>
            </a:ln>
          </c:spPr>
          <c:invertIfNegative val="0"/>
          <c:cat>
            <c:strRef>
              <c:f>Sheet1!$B$1:$G$1</c:f>
              <c:strCache>
                <c:ptCount val="6"/>
                <c:pt idx="0">
                  <c:v>Seems Time Consuming</c:v>
                </c:pt>
                <c:pt idx="1">
                  <c:v>Don't Trust It</c:v>
                </c:pt>
                <c:pt idx="2">
                  <c:v>Seems Confusing</c:v>
                </c:pt>
                <c:pt idx="3">
                  <c:v>Bad Reputation</c:v>
                </c:pt>
                <c:pt idx="4">
                  <c:v>Participated, Didn't Win</c:v>
                </c:pt>
                <c:pt idx="5">
                  <c:v>Other</c:v>
                </c:pt>
              </c:strCache>
            </c:strRef>
          </c:cat>
          <c:val>
            <c:numRef>
              <c:f>Sheet1!$B$7:$G$7</c:f>
              <c:numCache>
                <c:formatCode>General</c:formatCode>
                <c:ptCount val="6"/>
                <c:pt idx="0">
                  <c:v>0.35</c:v>
                </c:pt>
                <c:pt idx="1">
                  <c:v>0.1875</c:v>
                </c:pt>
                <c:pt idx="2">
                  <c:v>0.20253164600000001</c:v>
                </c:pt>
                <c:pt idx="3">
                  <c:v>6.3291138999999996E-2</c:v>
                </c:pt>
                <c:pt idx="4">
                  <c:v>1.2987013E-2</c:v>
                </c:pt>
                <c:pt idx="5">
                  <c:v>0.3</c:v>
                </c:pt>
              </c:numCache>
            </c:numRef>
          </c:val>
          <c:extLst>
            <c:ext xmlns:c16="http://schemas.microsoft.com/office/drawing/2014/chart" uri="{C3380CC4-5D6E-409C-BE32-E72D297353CC}">
              <c16:uniqueId val="{00000005-F068-BF4D-B921-71B1D54077D8}"/>
            </c:ext>
          </c:extLst>
        </c:ser>
        <c:dLbls>
          <c:showLegendKey val="0"/>
          <c:showVal val="0"/>
          <c:showCatName val="0"/>
          <c:showSerName val="0"/>
          <c:showPercent val="0"/>
          <c:showBubbleSize val="0"/>
        </c:dLbls>
        <c:gapWidth val="150"/>
        <c:axId val="850117263"/>
        <c:axId val="1"/>
      </c:barChart>
      <c:catAx>
        <c:axId val="850117263"/>
        <c:scaling>
          <c:orientation val="minMax"/>
        </c:scaling>
        <c:delete val="0"/>
        <c:axPos val="b"/>
        <c:numFmt formatCode="General" sourceLinked="1"/>
        <c:majorTickMark val="out"/>
        <c:minorTickMark val="none"/>
        <c:tickLblPos val="nextTo"/>
        <c:spPr>
          <a:ln w="901">
            <a:solidFill>
              <a:srgbClr val="000000"/>
            </a:solidFill>
            <a:prstDash val="solid"/>
          </a:ln>
        </c:spPr>
        <c:txPr>
          <a:bodyPr rot="0" vert="horz"/>
          <a:lstStyle/>
          <a:p>
            <a:pPr>
              <a:defRPr sz="341"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0%" sourceLinked="0"/>
        <c:majorTickMark val="out"/>
        <c:minorTickMark val="none"/>
        <c:tickLblPos val="nextTo"/>
        <c:spPr>
          <a:ln w="901">
            <a:solidFill>
              <a:srgbClr val="000000"/>
            </a:solidFill>
            <a:prstDash val="solid"/>
          </a:ln>
        </c:spPr>
        <c:txPr>
          <a:bodyPr rot="0" vert="horz"/>
          <a:lstStyle/>
          <a:p>
            <a:pPr>
              <a:defRPr sz="341" b="0" i="0" u="none" strike="noStrike" baseline="0">
                <a:solidFill>
                  <a:srgbClr val="000000"/>
                </a:solidFill>
                <a:latin typeface="Arial"/>
                <a:ea typeface="Arial"/>
                <a:cs typeface="Arial"/>
              </a:defRPr>
            </a:pPr>
            <a:endParaRPr lang="ko-KR"/>
          </a:p>
        </c:txPr>
        <c:crossAx val="850117263"/>
        <c:crosses val="autoZero"/>
        <c:crossBetween val="between"/>
      </c:valAx>
      <c:spPr>
        <a:noFill/>
        <a:ln w="8171">
          <a:noFill/>
        </a:ln>
      </c:spPr>
    </c:plotArea>
    <c:plotVisOnly val="1"/>
    <c:dispBlanksAs val="gap"/>
    <c:showDLblsOverMax val="0"/>
  </c:chart>
  <c:spPr>
    <a:noFill/>
    <a:ln>
      <a:noFill/>
    </a:ln>
  </c:spPr>
  <c:txPr>
    <a:bodyPr/>
    <a:lstStyle/>
    <a:p>
      <a:pPr>
        <a:defRPr sz="341" b="0" i="0" u="none" strike="noStrike" baseline="0">
          <a:solidFill>
            <a:srgbClr val="000000"/>
          </a:solidFill>
          <a:latin typeface="Arial"/>
          <a:ea typeface="Arial"/>
          <a:cs typeface="Arial"/>
        </a:defRPr>
      </a:pPr>
      <a:endParaRPr lang="ko-KR"/>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005988023952"/>
          <c:y val="4.3165467625899283E-2"/>
          <c:w val="0.83433133732534925"/>
          <c:h val="0.85251798561151082"/>
        </c:manualLayout>
      </c:layout>
      <c:barChart>
        <c:barDir val="bar"/>
        <c:grouping val="clustered"/>
        <c:varyColors val="0"/>
        <c:ser>
          <c:idx val="0"/>
          <c:order val="0"/>
          <c:tx>
            <c:strRef>
              <c:f>Sheet1!$B$1</c:f>
              <c:strCache>
                <c:ptCount val="1"/>
                <c:pt idx="0">
                  <c:v>Dataset</c:v>
                </c:pt>
              </c:strCache>
            </c:strRef>
          </c:tx>
          <c:spPr>
            <a:solidFill>
              <a:srgbClr val="006699"/>
            </a:solidFill>
            <a:ln w="9501">
              <a:noFill/>
            </a:ln>
          </c:spPr>
          <c:invertIfNegative val="0"/>
          <c:cat>
            <c:strRef>
              <c:f>Sheet1!$A$2:$A$6</c:f>
              <c:strCache>
                <c:ptCount val="5"/>
                <c:pt idx="0">
                  <c:v>Category A</c:v>
                </c:pt>
                <c:pt idx="1">
                  <c:v>Category B</c:v>
                </c:pt>
                <c:pt idx="2">
                  <c:v>Category C</c:v>
                </c:pt>
                <c:pt idx="3">
                  <c:v>Category D</c:v>
                </c:pt>
                <c:pt idx="4">
                  <c:v>Category E</c:v>
                </c:pt>
              </c:strCache>
            </c:strRef>
          </c:cat>
          <c:val>
            <c:numRef>
              <c:f>Sheet1!$B$2:$B$6</c:f>
              <c:numCache>
                <c:formatCode>General</c:formatCode>
                <c:ptCount val="5"/>
                <c:pt idx="0">
                  <c:v>6</c:v>
                </c:pt>
                <c:pt idx="1">
                  <c:v>10</c:v>
                </c:pt>
                <c:pt idx="2">
                  <c:v>7</c:v>
                </c:pt>
                <c:pt idx="3">
                  <c:v>24</c:v>
                </c:pt>
                <c:pt idx="4">
                  <c:v>15</c:v>
                </c:pt>
              </c:numCache>
            </c:numRef>
          </c:val>
          <c:extLst>
            <c:ext xmlns:c16="http://schemas.microsoft.com/office/drawing/2014/chart" uri="{C3380CC4-5D6E-409C-BE32-E72D297353CC}">
              <c16:uniqueId val="{00000000-3461-464B-8973-19EDFDA1A058}"/>
            </c:ext>
          </c:extLst>
        </c:ser>
        <c:dLbls>
          <c:showLegendKey val="0"/>
          <c:showVal val="0"/>
          <c:showCatName val="0"/>
          <c:showSerName val="0"/>
          <c:showPercent val="0"/>
          <c:showBubbleSize val="0"/>
        </c:dLbls>
        <c:gapWidth val="150"/>
        <c:axId val="918702239"/>
        <c:axId val="1"/>
      </c:barChart>
      <c:catAx>
        <c:axId val="918702239"/>
        <c:scaling>
          <c:orientation val="maxMin"/>
        </c:scaling>
        <c:delete val="0"/>
        <c:axPos val="l"/>
        <c:numFmt formatCode="General" sourceLinked="1"/>
        <c:majorTickMark val="none"/>
        <c:minorTickMark val="none"/>
        <c:tickLblPos val="nextTo"/>
        <c:spPr>
          <a:ln w="1188">
            <a:solidFill>
              <a:srgbClr val="000000"/>
            </a:solidFill>
            <a:prstDash val="solid"/>
          </a:ln>
        </c:spPr>
        <c:txPr>
          <a:bodyPr rot="0" vert="horz"/>
          <a:lstStyle/>
          <a:p>
            <a:pPr>
              <a:defRPr sz="448"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b"/>
        <c:numFmt formatCode="General" sourceLinked="1"/>
        <c:majorTickMark val="out"/>
        <c:minorTickMark val="none"/>
        <c:tickLblPos val="nextTo"/>
        <c:spPr>
          <a:ln w="1188">
            <a:solidFill>
              <a:srgbClr val="000000"/>
            </a:solidFill>
            <a:prstDash val="solid"/>
          </a:ln>
        </c:spPr>
        <c:txPr>
          <a:bodyPr rot="0" vert="horz"/>
          <a:lstStyle/>
          <a:p>
            <a:pPr>
              <a:defRPr sz="448" b="0" i="0" u="none" strike="noStrike" baseline="0">
                <a:solidFill>
                  <a:srgbClr val="000000"/>
                </a:solidFill>
                <a:latin typeface="Arial"/>
                <a:ea typeface="Arial"/>
                <a:cs typeface="Arial"/>
              </a:defRPr>
            </a:pPr>
            <a:endParaRPr lang="ko-KR"/>
          </a:p>
        </c:txPr>
        <c:crossAx val="918702239"/>
        <c:crosses val="max"/>
        <c:crossBetween val="between"/>
      </c:valAx>
      <c:spPr>
        <a:noFill/>
        <a:ln w="9446">
          <a:noFill/>
        </a:ln>
      </c:spPr>
    </c:plotArea>
    <c:plotVisOnly val="1"/>
    <c:dispBlanksAs val="gap"/>
    <c:showDLblsOverMax val="0"/>
  </c:chart>
  <c:spPr>
    <a:noFill/>
    <a:ln>
      <a:noFill/>
    </a:ln>
  </c:spPr>
  <c:txPr>
    <a:bodyPr/>
    <a:lstStyle/>
    <a:p>
      <a:pPr>
        <a:defRPr sz="448" b="0" i="0" u="none" strike="noStrike" baseline="0">
          <a:solidFill>
            <a:srgbClr val="000000"/>
          </a:solidFill>
          <a:latin typeface="Arial"/>
          <a:ea typeface="Arial"/>
          <a:cs typeface="Arial"/>
        </a:defRPr>
      </a:pPr>
      <a:endParaRPr lang="ko-K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686131386861314"/>
          <c:y val="3.9087947882736153E-2"/>
          <c:w val="0.84854014598540151"/>
          <c:h val="0.86644951140065152"/>
        </c:manualLayout>
      </c:layout>
      <c:barChart>
        <c:barDir val="bar"/>
        <c:grouping val="clustered"/>
        <c:varyColors val="0"/>
        <c:ser>
          <c:idx val="0"/>
          <c:order val="0"/>
          <c:tx>
            <c:strRef>
              <c:f>Sheet1!$B$1</c:f>
              <c:strCache>
                <c:ptCount val="1"/>
                <c:pt idx="0">
                  <c:v>Dataset 1</c:v>
                </c:pt>
              </c:strCache>
            </c:strRef>
          </c:tx>
          <c:spPr>
            <a:solidFill>
              <a:srgbClr val="006699"/>
            </a:solidFill>
            <a:ln w="7465">
              <a:noFill/>
            </a:ln>
          </c:spPr>
          <c:invertIfNegative val="0"/>
          <c:dLbls>
            <c:numFmt formatCode="0" sourceLinked="0"/>
            <c:spPr>
              <a:noFill/>
              <a:ln w="7465">
                <a:noFill/>
              </a:ln>
            </c:spPr>
            <c:txPr>
              <a:bodyPr wrap="square" lIns="38100" tIns="19050" rIns="38100" bIns="19050" anchor="ctr">
                <a:spAutoFit/>
              </a:bodyPr>
              <a:lstStyle/>
              <a:p>
                <a:pPr>
                  <a:defRPr sz="353"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Sheet1!$B$2:$B$6</c:f>
              <c:numCache>
                <c:formatCode>General</c:formatCode>
                <c:ptCount val="5"/>
                <c:pt idx="0">
                  <c:v>6</c:v>
                </c:pt>
                <c:pt idx="1">
                  <c:v>10</c:v>
                </c:pt>
                <c:pt idx="2">
                  <c:v>7</c:v>
                </c:pt>
                <c:pt idx="3">
                  <c:v>24</c:v>
                </c:pt>
                <c:pt idx="4">
                  <c:v>15</c:v>
                </c:pt>
              </c:numCache>
            </c:numRef>
          </c:val>
          <c:extLst>
            <c:ext xmlns:c16="http://schemas.microsoft.com/office/drawing/2014/chart" uri="{C3380CC4-5D6E-409C-BE32-E72D297353CC}">
              <c16:uniqueId val="{00000000-48B0-FA42-BA1F-04B83393F396}"/>
            </c:ext>
          </c:extLst>
        </c:ser>
        <c:ser>
          <c:idx val="1"/>
          <c:order val="1"/>
          <c:tx>
            <c:strRef>
              <c:f>Sheet1!$C$1</c:f>
              <c:strCache>
                <c:ptCount val="1"/>
                <c:pt idx="0">
                  <c:v>Dataset 2</c:v>
                </c:pt>
              </c:strCache>
            </c:strRef>
          </c:tx>
          <c:spPr>
            <a:solidFill>
              <a:srgbClr val="33CCCC"/>
            </a:solidFill>
            <a:ln w="7465">
              <a:noFill/>
            </a:ln>
          </c:spPr>
          <c:invertIfNegative val="0"/>
          <c:dLbls>
            <c:spPr>
              <a:noFill/>
              <a:ln w="7465">
                <a:noFill/>
              </a:ln>
            </c:spPr>
            <c:txPr>
              <a:bodyPr wrap="square" lIns="38100" tIns="19050" rIns="38100" bIns="19050" anchor="ctr">
                <a:spAutoFit/>
              </a:bodyPr>
              <a:lstStyle/>
              <a:p>
                <a:pPr>
                  <a:defRPr sz="353"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Sheet1!$C$2:$C$6</c:f>
              <c:numCache>
                <c:formatCode>General</c:formatCode>
                <c:ptCount val="5"/>
                <c:pt idx="0">
                  <c:v>12</c:v>
                </c:pt>
                <c:pt idx="1">
                  <c:v>20</c:v>
                </c:pt>
                <c:pt idx="2">
                  <c:v>14</c:v>
                </c:pt>
                <c:pt idx="3">
                  <c:v>26</c:v>
                </c:pt>
                <c:pt idx="4">
                  <c:v>30</c:v>
                </c:pt>
              </c:numCache>
            </c:numRef>
          </c:val>
          <c:extLst>
            <c:ext xmlns:c16="http://schemas.microsoft.com/office/drawing/2014/chart" uri="{C3380CC4-5D6E-409C-BE32-E72D297353CC}">
              <c16:uniqueId val="{00000001-48B0-FA42-BA1F-04B83393F396}"/>
            </c:ext>
          </c:extLst>
        </c:ser>
        <c:dLbls>
          <c:showLegendKey val="0"/>
          <c:showVal val="0"/>
          <c:showCatName val="0"/>
          <c:showSerName val="0"/>
          <c:showPercent val="0"/>
          <c:showBubbleSize val="0"/>
        </c:dLbls>
        <c:gapWidth val="150"/>
        <c:axId val="851331327"/>
        <c:axId val="1"/>
      </c:barChart>
      <c:catAx>
        <c:axId val="851331327"/>
        <c:scaling>
          <c:orientation val="maxMin"/>
        </c:scaling>
        <c:delete val="0"/>
        <c:axPos val="l"/>
        <c:numFmt formatCode="General" sourceLinked="1"/>
        <c:majorTickMark val="none"/>
        <c:minorTickMark val="none"/>
        <c:tickLblPos val="nextTo"/>
        <c:spPr>
          <a:ln w="933">
            <a:solidFill>
              <a:srgbClr val="000000"/>
            </a:solidFill>
            <a:prstDash val="solid"/>
          </a:ln>
        </c:spPr>
        <c:txPr>
          <a:bodyPr rot="0" vert="horz"/>
          <a:lstStyle/>
          <a:p>
            <a:pPr>
              <a:defRPr sz="353"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b"/>
        <c:numFmt formatCode="General" sourceLinked="1"/>
        <c:majorTickMark val="out"/>
        <c:minorTickMark val="none"/>
        <c:tickLblPos val="nextTo"/>
        <c:spPr>
          <a:ln w="933">
            <a:solidFill>
              <a:srgbClr val="000000"/>
            </a:solidFill>
            <a:prstDash val="solid"/>
          </a:ln>
        </c:spPr>
        <c:txPr>
          <a:bodyPr rot="0" vert="horz"/>
          <a:lstStyle/>
          <a:p>
            <a:pPr>
              <a:defRPr sz="353" b="0" i="0" u="none" strike="noStrike" baseline="0">
                <a:solidFill>
                  <a:srgbClr val="000000"/>
                </a:solidFill>
                <a:latin typeface="Arial"/>
                <a:ea typeface="Arial"/>
                <a:cs typeface="Arial"/>
              </a:defRPr>
            </a:pPr>
            <a:endParaRPr lang="ko-KR"/>
          </a:p>
        </c:txPr>
        <c:crossAx val="851331327"/>
        <c:crosses val="max"/>
        <c:crossBetween val="between"/>
      </c:valAx>
      <c:spPr>
        <a:noFill/>
        <a:ln w="8742">
          <a:noFill/>
        </a:ln>
      </c:spPr>
    </c:plotArea>
    <c:plotVisOnly val="1"/>
    <c:dispBlanksAs val="gap"/>
    <c:showDLblsOverMax val="0"/>
  </c:chart>
  <c:spPr>
    <a:noFill/>
    <a:ln>
      <a:noFill/>
    </a:ln>
  </c:spPr>
  <c:txPr>
    <a:bodyPr/>
    <a:lstStyle/>
    <a:p>
      <a:pPr>
        <a:defRPr sz="353" b="0" i="0" u="none" strike="noStrike" baseline="0">
          <a:solidFill>
            <a:srgbClr val="000000"/>
          </a:solidFill>
          <a:latin typeface="Arial"/>
          <a:ea typeface="Arial"/>
          <a:cs typeface="Arial"/>
        </a:defRPr>
      </a:pPr>
      <a:endParaRPr lang="ko-K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298507462686561E-2"/>
          <c:y val="7.2202166064981949E-2"/>
          <c:w val="0.92164179104477617"/>
          <c:h val="0.79422382671480141"/>
        </c:manualLayout>
      </c:layout>
      <c:barChart>
        <c:barDir val="col"/>
        <c:grouping val="clustered"/>
        <c:varyColors val="0"/>
        <c:ser>
          <c:idx val="0"/>
          <c:order val="0"/>
          <c:tx>
            <c:strRef>
              <c:f>Sheet1!$B$1</c:f>
              <c:strCache>
                <c:ptCount val="1"/>
                <c:pt idx="0">
                  <c:v>1st Qtr</c:v>
                </c:pt>
              </c:strCache>
            </c:strRef>
          </c:tx>
          <c:spPr>
            <a:solidFill>
              <a:srgbClr val="006699"/>
            </a:solidFill>
            <a:ln w="8329">
              <a:noFill/>
            </a:ln>
          </c:spPr>
          <c:invertIfNegative val="0"/>
          <c:cat>
            <c:strRef>
              <c:f>Sheet1!$A$2:$A$6</c:f>
              <c:strCache>
                <c:ptCount val="5"/>
                <c:pt idx="0">
                  <c:v>1995</c:v>
                </c:pt>
                <c:pt idx="1">
                  <c:v>1996</c:v>
                </c:pt>
                <c:pt idx="2">
                  <c:v>1997</c:v>
                </c:pt>
                <c:pt idx="3">
                  <c:v>1998E</c:v>
                </c:pt>
                <c:pt idx="4">
                  <c:v>1999E</c:v>
                </c:pt>
              </c:strCache>
            </c:strRef>
          </c:cat>
          <c:val>
            <c:numRef>
              <c:f>Sheet1!$B$2:$B$6</c:f>
              <c:numCache>
                <c:formatCode>General</c:formatCode>
                <c:ptCount val="5"/>
                <c:pt idx="0">
                  <c:v>4</c:v>
                </c:pt>
                <c:pt idx="1">
                  <c:v>7</c:v>
                </c:pt>
                <c:pt idx="2">
                  <c:v>16</c:v>
                </c:pt>
                <c:pt idx="3">
                  <c:v>25</c:v>
                </c:pt>
                <c:pt idx="4">
                  <c:v>32</c:v>
                </c:pt>
              </c:numCache>
            </c:numRef>
          </c:val>
          <c:extLst>
            <c:ext xmlns:c16="http://schemas.microsoft.com/office/drawing/2014/chart" uri="{C3380CC4-5D6E-409C-BE32-E72D297353CC}">
              <c16:uniqueId val="{00000000-E1E9-AB42-B6D7-3D4CD89DDFCB}"/>
            </c:ext>
          </c:extLst>
        </c:ser>
        <c:dLbls>
          <c:showLegendKey val="0"/>
          <c:showVal val="0"/>
          <c:showCatName val="0"/>
          <c:showSerName val="0"/>
          <c:showPercent val="0"/>
          <c:showBubbleSize val="0"/>
        </c:dLbls>
        <c:gapWidth val="150"/>
        <c:axId val="851327119"/>
        <c:axId val="1"/>
      </c:barChart>
      <c:catAx>
        <c:axId val="851327119"/>
        <c:scaling>
          <c:orientation val="minMax"/>
        </c:scaling>
        <c:delete val="0"/>
        <c:axPos val="b"/>
        <c:numFmt formatCode="General" sourceLinked="1"/>
        <c:majorTickMark val="out"/>
        <c:minorTickMark val="none"/>
        <c:tickLblPos val="nextTo"/>
        <c:spPr>
          <a:ln w="1041">
            <a:solidFill>
              <a:srgbClr val="000000"/>
            </a:solidFill>
            <a:prstDash val="solid"/>
          </a:ln>
        </c:spPr>
        <c:txPr>
          <a:bodyPr rot="0" vert="horz"/>
          <a:lstStyle/>
          <a:p>
            <a:pPr>
              <a:defRPr sz="392"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General" sourceLinked="1"/>
        <c:majorTickMark val="out"/>
        <c:minorTickMark val="none"/>
        <c:tickLblPos val="nextTo"/>
        <c:spPr>
          <a:ln w="1041">
            <a:solidFill>
              <a:srgbClr val="000000"/>
            </a:solidFill>
            <a:prstDash val="solid"/>
          </a:ln>
        </c:spPr>
        <c:txPr>
          <a:bodyPr rot="0" vert="horz"/>
          <a:lstStyle/>
          <a:p>
            <a:pPr>
              <a:defRPr sz="392" b="0" i="0" u="none" strike="noStrike" baseline="0">
                <a:solidFill>
                  <a:srgbClr val="000000"/>
                </a:solidFill>
                <a:latin typeface="Arial"/>
                <a:ea typeface="Arial"/>
                <a:cs typeface="Arial"/>
              </a:defRPr>
            </a:pPr>
            <a:endParaRPr lang="ko-KR"/>
          </a:p>
        </c:txPr>
        <c:crossAx val="851327119"/>
        <c:crosses val="autoZero"/>
        <c:crossBetween val="between"/>
      </c:valAx>
      <c:spPr>
        <a:noFill/>
        <a:ln w="9133">
          <a:noFill/>
        </a:ln>
      </c:spPr>
    </c:plotArea>
    <c:plotVisOnly val="1"/>
    <c:dispBlanksAs val="gap"/>
    <c:showDLblsOverMax val="0"/>
  </c:chart>
  <c:spPr>
    <a:noFill/>
    <a:ln>
      <a:noFill/>
    </a:ln>
  </c:spPr>
  <c:txPr>
    <a:bodyPr/>
    <a:lstStyle/>
    <a:p>
      <a:pPr>
        <a:defRPr sz="392" b="0" i="0" u="none" strike="noStrike" baseline="0">
          <a:solidFill>
            <a:srgbClr val="000000"/>
          </a:solidFill>
          <a:latin typeface="Arial"/>
          <a:ea typeface="Arial"/>
          <a:cs typeface="Arial"/>
        </a:defRPr>
      </a:pPr>
      <a:endParaRPr lang="ko-KR"/>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5268817204301078E-2"/>
          <c:y val="7.1174377224199295E-2"/>
          <c:w val="0.91218637992831542"/>
          <c:h val="0.79715302491103202"/>
        </c:manualLayout>
      </c:layout>
      <c:barChart>
        <c:barDir val="col"/>
        <c:grouping val="clustered"/>
        <c:varyColors val="0"/>
        <c:ser>
          <c:idx val="0"/>
          <c:order val="0"/>
          <c:tx>
            <c:strRef>
              <c:f>Sheet1!$B$1</c:f>
              <c:strCache>
                <c:ptCount val="1"/>
                <c:pt idx="0">
                  <c:v>Yale</c:v>
                </c:pt>
              </c:strCache>
            </c:strRef>
          </c:tx>
          <c:spPr>
            <a:solidFill>
              <a:srgbClr val="006699"/>
            </a:solidFill>
            <a:ln w="8400">
              <a:noFill/>
            </a:ln>
          </c:spPr>
          <c:invertIfNegative val="0"/>
          <c:cat>
            <c:numRef>
              <c:f>Sheet1!$A$2:$A$6</c:f>
              <c:numCache>
                <c:formatCode>General</c:formatCode>
                <c:ptCount val="5"/>
                <c:pt idx="0">
                  <c:v>1900</c:v>
                </c:pt>
                <c:pt idx="1">
                  <c:v>1920</c:v>
                </c:pt>
                <c:pt idx="2">
                  <c:v>1940</c:v>
                </c:pt>
                <c:pt idx="3">
                  <c:v>1960</c:v>
                </c:pt>
                <c:pt idx="4">
                  <c:v>1980</c:v>
                </c:pt>
              </c:numCache>
            </c:numRef>
          </c:cat>
          <c:val>
            <c:numRef>
              <c:f>Sheet1!$B$2:$B$6</c:f>
              <c:numCache>
                <c:formatCode>General</c:formatCode>
                <c:ptCount val="5"/>
                <c:pt idx="0">
                  <c:v>4</c:v>
                </c:pt>
                <c:pt idx="1">
                  <c:v>7</c:v>
                </c:pt>
                <c:pt idx="2">
                  <c:v>16</c:v>
                </c:pt>
                <c:pt idx="3">
                  <c:v>25</c:v>
                </c:pt>
                <c:pt idx="4">
                  <c:v>32</c:v>
                </c:pt>
              </c:numCache>
            </c:numRef>
          </c:val>
          <c:extLst>
            <c:ext xmlns:c16="http://schemas.microsoft.com/office/drawing/2014/chart" uri="{C3380CC4-5D6E-409C-BE32-E72D297353CC}">
              <c16:uniqueId val="{00000000-474D-B646-B93A-D9A500B76A02}"/>
            </c:ext>
          </c:extLst>
        </c:ser>
        <c:ser>
          <c:idx val="1"/>
          <c:order val="1"/>
          <c:tx>
            <c:strRef>
              <c:f>Sheet1!$C$1</c:f>
              <c:strCache>
                <c:ptCount val="1"/>
                <c:pt idx="0">
                  <c:v>Harvard</c:v>
                </c:pt>
              </c:strCache>
            </c:strRef>
          </c:tx>
          <c:spPr>
            <a:solidFill>
              <a:srgbClr val="33CCCC"/>
            </a:solidFill>
            <a:ln w="8400">
              <a:noFill/>
            </a:ln>
          </c:spPr>
          <c:invertIfNegative val="0"/>
          <c:cat>
            <c:numRef>
              <c:f>Sheet1!$A$2:$A$6</c:f>
              <c:numCache>
                <c:formatCode>General</c:formatCode>
                <c:ptCount val="5"/>
                <c:pt idx="0">
                  <c:v>1900</c:v>
                </c:pt>
                <c:pt idx="1">
                  <c:v>1920</c:v>
                </c:pt>
                <c:pt idx="2">
                  <c:v>1940</c:v>
                </c:pt>
                <c:pt idx="3">
                  <c:v>1960</c:v>
                </c:pt>
                <c:pt idx="4">
                  <c:v>1980</c:v>
                </c:pt>
              </c:numCache>
            </c:numRef>
          </c:cat>
          <c:val>
            <c:numRef>
              <c:f>Sheet1!$C$2:$C$6</c:f>
              <c:numCache>
                <c:formatCode>General</c:formatCode>
                <c:ptCount val="5"/>
                <c:pt idx="0">
                  <c:v>2</c:v>
                </c:pt>
                <c:pt idx="1">
                  <c:v>8</c:v>
                </c:pt>
                <c:pt idx="2">
                  <c:v>20</c:v>
                </c:pt>
                <c:pt idx="3">
                  <c:v>50</c:v>
                </c:pt>
                <c:pt idx="4">
                  <c:v>99</c:v>
                </c:pt>
              </c:numCache>
            </c:numRef>
          </c:val>
          <c:extLst>
            <c:ext xmlns:c16="http://schemas.microsoft.com/office/drawing/2014/chart" uri="{C3380CC4-5D6E-409C-BE32-E72D297353CC}">
              <c16:uniqueId val="{00000001-474D-B646-B93A-D9A500B76A02}"/>
            </c:ext>
          </c:extLst>
        </c:ser>
        <c:dLbls>
          <c:showLegendKey val="0"/>
          <c:showVal val="0"/>
          <c:showCatName val="0"/>
          <c:showSerName val="0"/>
          <c:showPercent val="0"/>
          <c:showBubbleSize val="0"/>
        </c:dLbls>
        <c:gapWidth val="150"/>
        <c:axId val="851397599"/>
        <c:axId val="1"/>
      </c:barChart>
      <c:catAx>
        <c:axId val="851397599"/>
        <c:scaling>
          <c:orientation val="minMax"/>
        </c:scaling>
        <c:delete val="0"/>
        <c:axPos val="b"/>
        <c:numFmt formatCode="General" sourceLinked="1"/>
        <c:majorTickMark val="out"/>
        <c:minorTickMark val="none"/>
        <c:tickLblPos val="nextTo"/>
        <c:spPr>
          <a:ln w="1050">
            <a:solidFill>
              <a:srgbClr val="000000"/>
            </a:solidFill>
            <a:prstDash val="solid"/>
          </a:ln>
        </c:spPr>
        <c:txPr>
          <a:bodyPr rot="0" vert="horz"/>
          <a:lstStyle/>
          <a:p>
            <a:pPr>
              <a:defRPr sz="396"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General" sourceLinked="1"/>
        <c:majorTickMark val="out"/>
        <c:minorTickMark val="none"/>
        <c:tickLblPos val="nextTo"/>
        <c:spPr>
          <a:ln w="1050">
            <a:solidFill>
              <a:srgbClr val="000000"/>
            </a:solidFill>
            <a:prstDash val="solid"/>
          </a:ln>
        </c:spPr>
        <c:txPr>
          <a:bodyPr rot="0" vert="horz"/>
          <a:lstStyle/>
          <a:p>
            <a:pPr>
              <a:defRPr sz="396" b="0" i="0" u="none" strike="noStrike" baseline="0">
                <a:solidFill>
                  <a:srgbClr val="000000"/>
                </a:solidFill>
                <a:latin typeface="Arial"/>
                <a:ea typeface="Arial"/>
                <a:cs typeface="Arial"/>
              </a:defRPr>
            </a:pPr>
            <a:endParaRPr lang="ko-KR"/>
          </a:p>
        </c:txPr>
        <c:crossAx val="851397599"/>
        <c:crosses val="autoZero"/>
        <c:crossBetween val="between"/>
      </c:valAx>
      <c:spPr>
        <a:noFill/>
        <a:ln w="9280">
          <a:noFill/>
        </a:ln>
      </c:spPr>
    </c:plotArea>
    <c:plotVisOnly val="1"/>
    <c:dispBlanksAs val="gap"/>
    <c:showDLblsOverMax val="0"/>
  </c:chart>
  <c:spPr>
    <a:noFill/>
    <a:ln>
      <a:noFill/>
    </a:ln>
  </c:spPr>
  <c:txPr>
    <a:bodyPr/>
    <a:lstStyle/>
    <a:p>
      <a:pPr>
        <a:defRPr sz="396" b="0" i="0" u="none" strike="noStrike" baseline="0">
          <a:solidFill>
            <a:srgbClr val="000000"/>
          </a:solidFill>
          <a:latin typeface="Arial"/>
          <a:ea typeface="Arial"/>
          <a:cs typeface="Arial"/>
        </a:defRPr>
      </a:pPr>
      <a:endParaRPr lang="ko-KR"/>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1347626339969371E-2"/>
          <c:y val="3.8338658146964855E-2"/>
          <c:w val="0.83614088820826948"/>
          <c:h val="0.86900958466453671"/>
        </c:manualLayout>
      </c:layout>
      <c:barChart>
        <c:barDir val="col"/>
        <c:grouping val="stacked"/>
        <c:varyColors val="0"/>
        <c:ser>
          <c:idx val="0"/>
          <c:order val="0"/>
          <c:tx>
            <c:strRef>
              <c:f>Sheet1!$B$1</c:f>
              <c:strCache>
                <c:ptCount val="1"/>
                <c:pt idx="0">
                  <c:v>Dataset 1</c:v>
                </c:pt>
              </c:strCache>
            </c:strRef>
          </c:tx>
          <c:spPr>
            <a:solidFill>
              <a:srgbClr val="006699"/>
            </a:solidFill>
            <a:ln w="7453">
              <a:noFill/>
            </a:ln>
          </c:spPr>
          <c:invertIfNegative val="0"/>
          <c:dLbls>
            <c:numFmt formatCode="0" sourceLinked="0"/>
            <c:spPr>
              <a:noFill/>
              <a:ln w="7453">
                <a:noFill/>
              </a:ln>
            </c:spPr>
            <c:txPr>
              <a:bodyPr wrap="square" lIns="38100" tIns="19050" rIns="38100" bIns="19050" anchor="ctr">
                <a:spAutoFit/>
              </a:bodyPr>
              <a:lstStyle/>
              <a:p>
                <a:pPr>
                  <a:defRPr sz="352" b="0"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Sheet1!$B$2:$B$6</c:f>
              <c:numCache>
                <c:formatCode>General</c:formatCode>
                <c:ptCount val="5"/>
                <c:pt idx="0">
                  <c:v>6</c:v>
                </c:pt>
                <c:pt idx="1">
                  <c:v>10</c:v>
                </c:pt>
                <c:pt idx="2">
                  <c:v>10</c:v>
                </c:pt>
                <c:pt idx="3">
                  <c:v>15</c:v>
                </c:pt>
                <c:pt idx="4">
                  <c:v>24</c:v>
                </c:pt>
              </c:numCache>
            </c:numRef>
          </c:val>
          <c:extLst>
            <c:ext xmlns:c16="http://schemas.microsoft.com/office/drawing/2014/chart" uri="{C3380CC4-5D6E-409C-BE32-E72D297353CC}">
              <c16:uniqueId val="{00000000-535F-AB4E-9CD1-45EF31A04ADA}"/>
            </c:ext>
          </c:extLst>
        </c:ser>
        <c:ser>
          <c:idx val="1"/>
          <c:order val="1"/>
          <c:tx>
            <c:strRef>
              <c:f>Sheet1!$C$1</c:f>
              <c:strCache>
                <c:ptCount val="1"/>
                <c:pt idx="0">
                  <c:v>Dataset 2</c:v>
                </c:pt>
              </c:strCache>
            </c:strRef>
          </c:tx>
          <c:spPr>
            <a:solidFill>
              <a:srgbClr val="33CCCC"/>
            </a:solidFill>
            <a:ln w="7453">
              <a:noFill/>
            </a:ln>
          </c:spPr>
          <c:invertIfNegative val="0"/>
          <c:dLbls>
            <c:spPr>
              <a:noFill/>
              <a:ln w="7453">
                <a:noFill/>
              </a:ln>
            </c:spPr>
            <c:txPr>
              <a:bodyPr wrap="square" lIns="38100" tIns="19050" rIns="38100" bIns="19050" anchor="ctr">
                <a:spAutoFit/>
              </a:bodyPr>
              <a:lstStyle/>
              <a:p>
                <a:pPr>
                  <a:defRPr sz="352" b="0"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Sheet1!$C$2:$C$6</c:f>
              <c:numCache>
                <c:formatCode>General</c:formatCode>
                <c:ptCount val="5"/>
                <c:pt idx="0">
                  <c:v>6</c:v>
                </c:pt>
                <c:pt idx="1">
                  <c:v>10</c:v>
                </c:pt>
                <c:pt idx="2">
                  <c:v>10</c:v>
                </c:pt>
                <c:pt idx="3">
                  <c:v>15</c:v>
                </c:pt>
                <c:pt idx="4">
                  <c:v>24</c:v>
                </c:pt>
              </c:numCache>
            </c:numRef>
          </c:val>
          <c:extLst>
            <c:ext xmlns:c16="http://schemas.microsoft.com/office/drawing/2014/chart" uri="{C3380CC4-5D6E-409C-BE32-E72D297353CC}">
              <c16:uniqueId val="{00000001-535F-AB4E-9CD1-45EF31A04ADA}"/>
            </c:ext>
          </c:extLst>
        </c:ser>
        <c:ser>
          <c:idx val="2"/>
          <c:order val="2"/>
          <c:tx>
            <c:strRef>
              <c:f>Sheet1!$D$1</c:f>
              <c:strCache>
                <c:ptCount val="1"/>
                <c:pt idx="0">
                  <c:v>Dataset 3</c:v>
                </c:pt>
              </c:strCache>
            </c:strRef>
          </c:tx>
          <c:spPr>
            <a:solidFill>
              <a:srgbClr val="777777"/>
            </a:solidFill>
            <a:ln w="7453">
              <a:noFill/>
            </a:ln>
          </c:spPr>
          <c:invertIfNegative val="0"/>
          <c:dLbls>
            <c:spPr>
              <a:noFill/>
              <a:ln w="7453">
                <a:noFill/>
              </a:ln>
            </c:spPr>
            <c:txPr>
              <a:bodyPr wrap="square" lIns="38100" tIns="19050" rIns="38100" bIns="19050" anchor="ctr">
                <a:spAutoFit/>
              </a:bodyPr>
              <a:lstStyle/>
              <a:p>
                <a:pPr>
                  <a:defRPr sz="352" b="0"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Sheet1!$D$2:$D$6</c:f>
              <c:numCache>
                <c:formatCode>General</c:formatCode>
                <c:ptCount val="5"/>
                <c:pt idx="0">
                  <c:v>3</c:v>
                </c:pt>
                <c:pt idx="1">
                  <c:v>5</c:v>
                </c:pt>
                <c:pt idx="2">
                  <c:v>7</c:v>
                </c:pt>
                <c:pt idx="3">
                  <c:v>8</c:v>
                </c:pt>
                <c:pt idx="4">
                  <c:v>12</c:v>
                </c:pt>
              </c:numCache>
            </c:numRef>
          </c:val>
          <c:extLst>
            <c:ext xmlns:c16="http://schemas.microsoft.com/office/drawing/2014/chart" uri="{C3380CC4-5D6E-409C-BE32-E72D297353CC}">
              <c16:uniqueId val="{00000002-535F-AB4E-9CD1-45EF31A04ADA}"/>
            </c:ext>
          </c:extLst>
        </c:ser>
        <c:ser>
          <c:idx val="3"/>
          <c:order val="3"/>
          <c:tx>
            <c:strRef>
              <c:f>Sheet1!$E$1</c:f>
              <c:strCache>
                <c:ptCount val="1"/>
                <c:pt idx="0">
                  <c:v>Dataset 4</c:v>
                </c:pt>
              </c:strCache>
            </c:strRef>
          </c:tx>
          <c:spPr>
            <a:solidFill>
              <a:srgbClr val="6699CC"/>
            </a:solidFill>
            <a:ln w="7453">
              <a:noFill/>
            </a:ln>
          </c:spPr>
          <c:invertIfNegative val="0"/>
          <c:dLbls>
            <c:spPr>
              <a:noFill/>
              <a:ln w="7453">
                <a:noFill/>
              </a:ln>
            </c:spPr>
            <c:txPr>
              <a:bodyPr wrap="square" lIns="38100" tIns="19050" rIns="38100" bIns="19050" anchor="ctr">
                <a:spAutoFit/>
              </a:bodyPr>
              <a:lstStyle/>
              <a:p>
                <a:pPr>
                  <a:defRPr sz="352" b="0"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Sheet1!$E$2:$E$6</c:f>
              <c:numCache>
                <c:formatCode>General</c:formatCode>
                <c:ptCount val="5"/>
                <c:pt idx="0">
                  <c:v>5</c:v>
                </c:pt>
                <c:pt idx="1">
                  <c:v>7</c:v>
                </c:pt>
                <c:pt idx="2">
                  <c:v>9</c:v>
                </c:pt>
                <c:pt idx="3">
                  <c:v>10</c:v>
                </c:pt>
                <c:pt idx="4">
                  <c:v>14</c:v>
                </c:pt>
              </c:numCache>
            </c:numRef>
          </c:val>
          <c:extLst>
            <c:ext xmlns:c16="http://schemas.microsoft.com/office/drawing/2014/chart" uri="{C3380CC4-5D6E-409C-BE32-E72D297353CC}">
              <c16:uniqueId val="{00000003-535F-AB4E-9CD1-45EF31A04ADA}"/>
            </c:ext>
          </c:extLst>
        </c:ser>
        <c:ser>
          <c:idx val="4"/>
          <c:order val="4"/>
          <c:tx>
            <c:strRef>
              <c:f>Sheet1!$F$1</c:f>
              <c:strCache>
                <c:ptCount val="1"/>
                <c:pt idx="0">
                  <c:v>Dataset 5</c:v>
                </c:pt>
              </c:strCache>
            </c:strRef>
          </c:tx>
          <c:spPr>
            <a:solidFill>
              <a:srgbClr val="199B9B"/>
            </a:solidFill>
            <a:ln w="7453">
              <a:noFill/>
            </a:ln>
          </c:spPr>
          <c:invertIfNegative val="0"/>
          <c:dLbls>
            <c:spPr>
              <a:noFill/>
              <a:ln w="7453">
                <a:noFill/>
              </a:ln>
            </c:spPr>
            <c:txPr>
              <a:bodyPr wrap="square" lIns="38100" tIns="19050" rIns="38100" bIns="19050" anchor="ctr">
                <a:spAutoFit/>
              </a:bodyPr>
              <a:lstStyle/>
              <a:p>
                <a:pPr>
                  <a:defRPr sz="352" b="0"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A</c:v>
                </c:pt>
                <c:pt idx="1">
                  <c:v>Category B</c:v>
                </c:pt>
                <c:pt idx="2">
                  <c:v>Category C</c:v>
                </c:pt>
                <c:pt idx="3">
                  <c:v>Category D</c:v>
                </c:pt>
                <c:pt idx="4">
                  <c:v>Category E</c:v>
                </c:pt>
              </c:strCache>
            </c:strRef>
          </c:cat>
          <c:val>
            <c:numRef>
              <c:f>Sheet1!$F$2:$F$6</c:f>
              <c:numCache>
                <c:formatCode>General</c:formatCode>
                <c:ptCount val="5"/>
                <c:pt idx="0">
                  <c:v>1</c:v>
                </c:pt>
                <c:pt idx="1">
                  <c:v>3</c:v>
                </c:pt>
                <c:pt idx="2">
                  <c:v>4</c:v>
                </c:pt>
                <c:pt idx="3">
                  <c:v>6</c:v>
                </c:pt>
                <c:pt idx="4">
                  <c:v>10</c:v>
                </c:pt>
              </c:numCache>
            </c:numRef>
          </c:val>
          <c:extLst>
            <c:ext xmlns:c16="http://schemas.microsoft.com/office/drawing/2014/chart" uri="{C3380CC4-5D6E-409C-BE32-E72D297353CC}">
              <c16:uniqueId val="{00000004-535F-AB4E-9CD1-45EF31A04ADA}"/>
            </c:ext>
          </c:extLst>
        </c:ser>
        <c:dLbls>
          <c:showLegendKey val="0"/>
          <c:showVal val="0"/>
          <c:showCatName val="0"/>
          <c:showSerName val="0"/>
          <c:showPercent val="0"/>
          <c:showBubbleSize val="0"/>
        </c:dLbls>
        <c:gapWidth val="150"/>
        <c:overlap val="100"/>
        <c:serLines>
          <c:spPr>
            <a:ln w="3727">
              <a:solidFill>
                <a:srgbClr val="969696"/>
              </a:solidFill>
              <a:prstDash val="solid"/>
            </a:ln>
          </c:spPr>
        </c:serLines>
        <c:axId val="918876751"/>
        <c:axId val="1"/>
      </c:barChart>
      <c:catAx>
        <c:axId val="918876751"/>
        <c:scaling>
          <c:orientation val="minMax"/>
        </c:scaling>
        <c:delete val="0"/>
        <c:axPos val="b"/>
        <c:numFmt formatCode="General" sourceLinked="1"/>
        <c:majorTickMark val="none"/>
        <c:minorTickMark val="none"/>
        <c:tickLblPos val="nextTo"/>
        <c:spPr>
          <a:ln w="932">
            <a:solidFill>
              <a:srgbClr val="000000"/>
            </a:solidFill>
            <a:prstDash val="solid"/>
          </a:ln>
        </c:spPr>
        <c:txPr>
          <a:bodyPr rot="0" vert="horz"/>
          <a:lstStyle/>
          <a:p>
            <a:pPr>
              <a:defRPr sz="352"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General" sourceLinked="1"/>
        <c:majorTickMark val="out"/>
        <c:minorTickMark val="none"/>
        <c:tickLblPos val="nextTo"/>
        <c:spPr>
          <a:ln w="932">
            <a:solidFill>
              <a:srgbClr val="000000"/>
            </a:solidFill>
            <a:prstDash val="solid"/>
          </a:ln>
        </c:spPr>
        <c:txPr>
          <a:bodyPr rot="0" vert="horz"/>
          <a:lstStyle/>
          <a:p>
            <a:pPr>
              <a:defRPr sz="352" b="0" i="0" u="none" strike="noStrike" baseline="0">
                <a:solidFill>
                  <a:srgbClr val="000000"/>
                </a:solidFill>
                <a:latin typeface="Arial"/>
                <a:ea typeface="Arial"/>
                <a:cs typeface="Arial"/>
              </a:defRPr>
            </a:pPr>
            <a:endParaRPr lang="ko-KR"/>
          </a:p>
        </c:txPr>
        <c:crossAx val="918876751"/>
        <c:crosses val="autoZero"/>
        <c:crossBetween val="between"/>
      </c:valAx>
      <c:spPr>
        <a:noFill/>
        <a:ln w="9175">
          <a:noFill/>
        </a:ln>
      </c:spPr>
    </c:plotArea>
    <c:plotVisOnly val="1"/>
    <c:dispBlanksAs val="gap"/>
    <c:showDLblsOverMax val="0"/>
  </c:chart>
  <c:spPr>
    <a:noFill/>
    <a:ln>
      <a:noFill/>
    </a:ln>
  </c:spPr>
  <c:txPr>
    <a:bodyPr/>
    <a:lstStyle/>
    <a:p>
      <a:pPr>
        <a:defRPr sz="352" b="1" i="0" u="none" strike="noStrike" baseline="0">
          <a:solidFill>
            <a:srgbClr val="000000"/>
          </a:solidFill>
          <a:latin typeface="Arial"/>
          <a:ea typeface="Arial"/>
          <a:cs typeface="Arial"/>
        </a:defRPr>
      </a:pPr>
      <a:endParaRPr lang="ko-K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00000000000005E-2"/>
          <c:y val="4.5454545454545456E-2"/>
          <c:w val="0.93400000000000005"/>
          <c:h val="0.84469696969696972"/>
        </c:manualLayout>
      </c:layout>
      <c:barChart>
        <c:barDir val="col"/>
        <c:grouping val="stacked"/>
        <c:varyColors val="0"/>
        <c:ser>
          <c:idx val="0"/>
          <c:order val="0"/>
          <c:tx>
            <c:strRef>
              <c:f>Sheet1!$A$2</c:f>
              <c:strCache>
                <c:ptCount val="1"/>
                <c:pt idx="0">
                  <c:v>Invisible dataset</c:v>
                </c:pt>
              </c:strCache>
            </c:strRef>
          </c:tx>
          <c:spPr>
            <a:noFill/>
            <a:ln w="7262">
              <a:noFill/>
            </a:ln>
          </c:spPr>
          <c:invertIfNegative val="0"/>
          <c:cat>
            <c:strRef>
              <c:f>Sheet1!$B$1:$I$1</c:f>
              <c:strCache>
                <c:ptCount val="8"/>
                <c:pt idx="0">
                  <c:v>A</c:v>
                </c:pt>
                <c:pt idx="1">
                  <c:v>B</c:v>
                </c:pt>
                <c:pt idx="2">
                  <c:v>C</c:v>
                </c:pt>
                <c:pt idx="3">
                  <c:v>D</c:v>
                </c:pt>
                <c:pt idx="4">
                  <c:v>E</c:v>
                </c:pt>
                <c:pt idx="5">
                  <c:v>F</c:v>
                </c:pt>
                <c:pt idx="6">
                  <c:v>G</c:v>
                </c:pt>
                <c:pt idx="7">
                  <c:v>H</c:v>
                </c:pt>
              </c:strCache>
            </c:strRef>
          </c:cat>
          <c:val>
            <c:numRef>
              <c:f>Sheet1!$B$2:$I$2</c:f>
              <c:numCache>
                <c:formatCode>General</c:formatCode>
                <c:ptCount val="8"/>
                <c:pt idx="0">
                  <c:v>0</c:v>
                </c:pt>
                <c:pt idx="1">
                  <c:v>120</c:v>
                </c:pt>
                <c:pt idx="2">
                  <c:v>100</c:v>
                </c:pt>
                <c:pt idx="3">
                  <c:v>80</c:v>
                </c:pt>
                <c:pt idx="4">
                  <c:v>60</c:v>
                </c:pt>
                <c:pt idx="5">
                  <c:v>40</c:v>
                </c:pt>
                <c:pt idx="6">
                  <c:v>20</c:v>
                </c:pt>
                <c:pt idx="7">
                  <c:v>0</c:v>
                </c:pt>
              </c:numCache>
            </c:numRef>
          </c:val>
          <c:extLst>
            <c:ext xmlns:c16="http://schemas.microsoft.com/office/drawing/2014/chart" uri="{C3380CC4-5D6E-409C-BE32-E72D297353CC}">
              <c16:uniqueId val="{00000000-9EA8-5C4F-903B-4962DB6706AC}"/>
            </c:ext>
          </c:extLst>
        </c:ser>
        <c:ser>
          <c:idx val="1"/>
          <c:order val="1"/>
          <c:tx>
            <c:strRef>
              <c:f>Sheet1!$A$3</c:f>
              <c:strCache>
                <c:ptCount val="1"/>
                <c:pt idx="0">
                  <c:v>Dataset 1</c:v>
                </c:pt>
              </c:strCache>
            </c:strRef>
          </c:tx>
          <c:spPr>
            <a:solidFill>
              <a:srgbClr val="33CCCC"/>
            </a:solidFill>
            <a:ln w="7262">
              <a:noFill/>
            </a:ln>
          </c:spPr>
          <c:invertIfNegative val="0"/>
          <c:dPt>
            <c:idx val="0"/>
            <c:invertIfNegative val="0"/>
            <c:bubble3D val="0"/>
            <c:spPr>
              <a:solidFill>
                <a:srgbClr val="006699"/>
              </a:solidFill>
              <a:ln w="7262">
                <a:noFill/>
              </a:ln>
            </c:spPr>
            <c:extLst>
              <c:ext xmlns:c16="http://schemas.microsoft.com/office/drawing/2014/chart" uri="{C3380CC4-5D6E-409C-BE32-E72D297353CC}">
                <c16:uniqueId val="{00000001-9EA8-5C4F-903B-4962DB6706AC}"/>
              </c:ext>
            </c:extLst>
          </c:dPt>
          <c:dLbls>
            <c:dLbl>
              <c:idx val="0"/>
              <c:spPr>
                <a:noFill/>
                <a:ln w="7262">
                  <a:noFill/>
                </a:ln>
              </c:spPr>
              <c:txPr>
                <a:bodyPr/>
                <a:lstStyle/>
                <a:p>
                  <a:pPr>
                    <a:defRPr sz="343" b="0"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extLst>
                <c:ext xmlns:c16="http://schemas.microsoft.com/office/drawing/2014/chart" uri="{C3380CC4-5D6E-409C-BE32-E72D297353CC}">
                  <c16:uniqueId val="{00000001-9EA8-5C4F-903B-4962DB6706AC}"/>
                </c:ext>
              </c:extLst>
            </c:dLbl>
            <c:spPr>
              <a:noFill/>
              <a:ln w="7262">
                <a:noFill/>
              </a:ln>
            </c:spPr>
            <c:txPr>
              <a:bodyPr wrap="square" lIns="38100" tIns="19050" rIns="38100" bIns="19050" anchor="ctr">
                <a:spAutoFit/>
              </a:bodyPr>
              <a:lstStyle/>
              <a:p>
                <a:pPr>
                  <a:defRPr sz="343" b="0"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Sheet1!$B$1:$I$1</c:f>
              <c:strCache>
                <c:ptCount val="8"/>
                <c:pt idx="0">
                  <c:v>A</c:v>
                </c:pt>
                <c:pt idx="1">
                  <c:v>B</c:v>
                </c:pt>
                <c:pt idx="2">
                  <c:v>C</c:v>
                </c:pt>
                <c:pt idx="3">
                  <c:v>D</c:v>
                </c:pt>
                <c:pt idx="4">
                  <c:v>E</c:v>
                </c:pt>
                <c:pt idx="5">
                  <c:v>F</c:v>
                </c:pt>
                <c:pt idx="6">
                  <c:v>G</c:v>
                </c:pt>
                <c:pt idx="7">
                  <c:v>H</c:v>
                </c:pt>
              </c:strCache>
            </c:strRef>
          </c:cat>
          <c:val>
            <c:numRef>
              <c:f>Sheet1!$B$3:$I$3</c:f>
              <c:numCache>
                <c:formatCode>General</c:formatCode>
                <c:ptCount val="8"/>
                <c:pt idx="0">
                  <c:v>140</c:v>
                </c:pt>
                <c:pt idx="1">
                  <c:v>20</c:v>
                </c:pt>
                <c:pt idx="2">
                  <c:v>20</c:v>
                </c:pt>
                <c:pt idx="3">
                  <c:v>20</c:v>
                </c:pt>
                <c:pt idx="4">
                  <c:v>20</c:v>
                </c:pt>
                <c:pt idx="5">
                  <c:v>20</c:v>
                </c:pt>
                <c:pt idx="6">
                  <c:v>20</c:v>
                </c:pt>
                <c:pt idx="7">
                  <c:v>20</c:v>
                </c:pt>
              </c:numCache>
            </c:numRef>
          </c:val>
          <c:extLst>
            <c:ext xmlns:c16="http://schemas.microsoft.com/office/drawing/2014/chart" uri="{C3380CC4-5D6E-409C-BE32-E72D297353CC}">
              <c16:uniqueId val="{00000002-9EA8-5C4F-903B-4962DB6706AC}"/>
            </c:ext>
          </c:extLst>
        </c:ser>
        <c:dLbls>
          <c:showLegendKey val="0"/>
          <c:showVal val="0"/>
          <c:showCatName val="0"/>
          <c:showSerName val="0"/>
          <c:showPercent val="0"/>
          <c:showBubbleSize val="0"/>
        </c:dLbls>
        <c:gapWidth val="50"/>
        <c:overlap val="100"/>
        <c:axId val="926959263"/>
        <c:axId val="1"/>
      </c:barChart>
      <c:catAx>
        <c:axId val="926959263"/>
        <c:scaling>
          <c:orientation val="minMax"/>
        </c:scaling>
        <c:delete val="0"/>
        <c:axPos val="b"/>
        <c:numFmt formatCode="General" sourceLinked="1"/>
        <c:majorTickMark val="none"/>
        <c:minorTickMark val="none"/>
        <c:tickLblPos val="nextTo"/>
        <c:spPr>
          <a:ln w="908">
            <a:solidFill>
              <a:srgbClr val="000000"/>
            </a:solidFill>
            <a:prstDash val="solid"/>
          </a:ln>
        </c:spPr>
        <c:txPr>
          <a:bodyPr rot="0" vert="horz"/>
          <a:lstStyle/>
          <a:p>
            <a:pPr>
              <a:defRPr sz="343"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max val="140"/>
        </c:scaling>
        <c:delete val="0"/>
        <c:axPos val="l"/>
        <c:numFmt formatCode="General" sourceLinked="1"/>
        <c:majorTickMark val="out"/>
        <c:minorTickMark val="none"/>
        <c:tickLblPos val="nextTo"/>
        <c:spPr>
          <a:ln w="908">
            <a:solidFill>
              <a:srgbClr val="000000"/>
            </a:solidFill>
            <a:prstDash val="solid"/>
          </a:ln>
        </c:spPr>
        <c:txPr>
          <a:bodyPr rot="0" vert="horz"/>
          <a:lstStyle/>
          <a:p>
            <a:pPr>
              <a:defRPr sz="343" b="0" i="0" u="none" strike="noStrike" baseline="0">
                <a:solidFill>
                  <a:srgbClr val="000000"/>
                </a:solidFill>
                <a:latin typeface="Arial"/>
                <a:ea typeface="Arial"/>
                <a:cs typeface="Arial"/>
              </a:defRPr>
            </a:pPr>
            <a:endParaRPr lang="ko-KR"/>
          </a:p>
        </c:txPr>
        <c:crossAx val="926959263"/>
        <c:crosses val="autoZero"/>
        <c:crossBetween val="between"/>
      </c:valAx>
      <c:spPr>
        <a:noFill/>
        <a:ln w="8248">
          <a:noFill/>
        </a:ln>
      </c:spPr>
    </c:plotArea>
    <c:plotVisOnly val="1"/>
    <c:dispBlanksAs val="gap"/>
    <c:showDLblsOverMax val="0"/>
  </c:chart>
  <c:spPr>
    <a:noFill/>
    <a:ln>
      <a:noFill/>
    </a:ln>
  </c:spPr>
  <c:txPr>
    <a:bodyPr/>
    <a:lstStyle/>
    <a:p>
      <a:pPr>
        <a:defRPr sz="343" b="0" i="0" u="none" strike="noStrike" baseline="0">
          <a:solidFill>
            <a:srgbClr val="000000"/>
          </a:solidFill>
          <a:latin typeface="Arial"/>
          <a:ea typeface="Arial"/>
          <a:cs typeface="Arial"/>
        </a:defRPr>
      </a:pPr>
      <a:endParaRPr lang="ko-K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5759637188208611E-2"/>
          <c:y val="3.71900826446281E-2"/>
          <c:w val="0.93650793650793651"/>
          <c:h val="0.87190082644628097"/>
        </c:manualLayout>
      </c:layout>
      <c:barChart>
        <c:barDir val="col"/>
        <c:grouping val="stacked"/>
        <c:varyColors val="0"/>
        <c:ser>
          <c:idx val="0"/>
          <c:order val="0"/>
          <c:tx>
            <c:strRef>
              <c:f>Sheet1!$A$2</c:f>
              <c:strCache>
                <c:ptCount val="1"/>
                <c:pt idx="0">
                  <c:v>Invisible dataset</c:v>
                </c:pt>
              </c:strCache>
            </c:strRef>
          </c:tx>
          <c:spPr>
            <a:noFill/>
            <a:ln w="11491">
              <a:noFill/>
            </a:ln>
          </c:spPr>
          <c:invertIfNegative val="0"/>
          <c:cat>
            <c:strRef>
              <c:f>Sheet1!$B$1:$J$1</c:f>
              <c:strCache>
                <c:ptCount val="9"/>
                <c:pt idx="0">
                  <c:v>A</c:v>
                </c:pt>
                <c:pt idx="1">
                  <c:v>B</c:v>
                </c:pt>
                <c:pt idx="2">
                  <c:v>C</c:v>
                </c:pt>
                <c:pt idx="3">
                  <c:v>D</c:v>
                </c:pt>
                <c:pt idx="4">
                  <c:v>E</c:v>
                </c:pt>
                <c:pt idx="5">
                  <c:v>F</c:v>
                </c:pt>
                <c:pt idx="6">
                  <c:v>G</c:v>
                </c:pt>
                <c:pt idx="7">
                  <c:v>H</c:v>
                </c:pt>
                <c:pt idx="8">
                  <c:v>I</c:v>
                </c:pt>
              </c:strCache>
            </c:strRef>
          </c:cat>
          <c:val>
            <c:numRef>
              <c:f>Sheet1!$B$2:$J$2</c:f>
              <c:numCache>
                <c:formatCode>General</c:formatCode>
                <c:ptCount val="9"/>
                <c:pt idx="0">
                  <c:v>0</c:v>
                </c:pt>
                <c:pt idx="1">
                  <c:v>120</c:v>
                </c:pt>
                <c:pt idx="2">
                  <c:v>100</c:v>
                </c:pt>
                <c:pt idx="3">
                  <c:v>80</c:v>
                </c:pt>
                <c:pt idx="4">
                  <c:v>60</c:v>
                </c:pt>
                <c:pt idx="5">
                  <c:v>80</c:v>
                </c:pt>
                <c:pt idx="6">
                  <c:v>100</c:v>
                </c:pt>
                <c:pt idx="7">
                  <c:v>120</c:v>
                </c:pt>
                <c:pt idx="8">
                  <c:v>0</c:v>
                </c:pt>
              </c:numCache>
            </c:numRef>
          </c:val>
          <c:extLst>
            <c:ext xmlns:c16="http://schemas.microsoft.com/office/drawing/2014/chart" uri="{C3380CC4-5D6E-409C-BE32-E72D297353CC}">
              <c16:uniqueId val="{00000000-BCB3-C64B-ACF8-21CE4570766D}"/>
            </c:ext>
          </c:extLst>
        </c:ser>
        <c:ser>
          <c:idx val="1"/>
          <c:order val="1"/>
          <c:tx>
            <c:strRef>
              <c:f>Sheet1!$A$3</c:f>
              <c:strCache>
                <c:ptCount val="1"/>
                <c:pt idx="0">
                  <c:v>Dataset 1</c:v>
                </c:pt>
              </c:strCache>
            </c:strRef>
          </c:tx>
          <c:spPr>
            <a:solidFill>
              <a:srgbClr val="33CCCC"/>
            </a:solidFill>
            <a:ln w="11491">
              <a:noFill/>
            </a:ln>
          </c:spPr>
          <c:invertIfNegative val="0"/>
          <c:dPt>
            <c:idx val="0"/>
            <c:invertIfNegative val="0"/>
            <c:bubble3D val="0"/>
            <c:spPr>
              <a:solidFill>
                <a:srgbClr val="006699"/>
              </a:solidFill>
              <a:ln w="11491">
                <a:noFill/>
              </a:ln>
            </c:spPr>
            <c:extLst>
              <c:ext xmlns:c16="http://schemas.microsoft.com/office/drawing/2014/chart" uri="{C3380CC4-5D6E-409C-BE32-E72D297353CC}">
                <c16:uniqueId val="{00000001-BCB3-C64B-ACF8-21CE4570766D}"/>
              </c:ext>
            </c:extLst>
          </c:dPt>
          <c:dPt>
            <c:idx val="8"/>
            <c:invertIfNegative val="0"/>
            <c:bubble3D val="0"/>
            <c:spPr>
              <a:solidFill>
                <a:srgbClr val="006699"/>
              </a:solidFill>
              <a:ln w="11491">
                <a:noFill/>
              </a:ln>
            </c:spPr>
            <c:extLst>
              <c:ext xmlns:c16="http://schemas.microsoft.com/office/drawing/2014/chart" uri="{C3380CC4-5D6E-409C-BE32-E72D297353CC}">
                <c16:uniqueId val="{00000002-BCB3-C64B-ACF8-21CE4570766D}"/>
              </c:ext>
            </c:extLst>
          </c:dPt>
          <c:dLbls>
            <c:dLbl>
              <c:idx val="0"/>
              <c:layout>
                <c:manualLayout>
                  <c:x val="-4.6872153914330472E-4"/>
                  <c:y val="3.2356356672919029E-4"/>
                </c:manualLayout>
              </c:layout>
              <c:spPr>
                <a:noFill/>
                <a:ln w="11491">
                  <a:noFill/>
                </a:ln>
              </c:spPr>
              <c:txPr>
                <a:bodyPr/>
                <a:lstStyle/>
                <a:p>
                  <a:pPr>
                    <a:defRPr sz="453" b="0" i="0" u="none" strike="noStrike" baseline="0">
                      <a:solidFill>
                        <a:srgbClr val="FFFFFF"/>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CB3-C64B-ACF8-21CE4570766D}"/>
                </c:ext>
              </c:extLst>
            </c:dLbl>
            <c:dLbl>
              <c:idx val="8"/>
              <c:spPr>
                <a:noFill/>
                <a:ln w="11491">
                  <a:noFill/>
                </a:ln>
              </c:spPr>
              <c:txPr>
                <a:bodyPr/>
                <a:lstStyle/>
                <a:p>
                  <a:pPr>
                    <a:defRPr sz="453" b="0"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extLst>
                <c:ext xmlns:c16="http://schemas.microsoft.com/office/drawing/2014/chart" uri="{C3380CC4-5D6E-409C-BE32-E72D297353CC}">
                  <c16:uniqueId val="{00000002-BCB3-C64B-ACF8-21CE4570766D}"/>
                </c:ext>
              </c:extLst>
            </c:dLbl>
            <c:spPr>
              <a:noFill/>
              <a:ln w="11491">
                <a:noFill/>
              </a:ln>
            </c:spPr>
            <c:txPr>
              <a:bodyPr wrap="square" lIns="38100" tIns="19050" rIns="38100" bIns="19050" anchor="ctr">
                <a:spAutoFit/>
              </a:bodyPr>
              <a:lstStyle/>
              <a:p>
                <a:pPr>
                  <a:defRPr sz="453" b="0"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Sheet1!$B$1:$J$1</c:f>
              <c:strCache>
                <c:ptCount val="9"/>
                <c:pt idx="0">
                  <c:v>A</c:v>
                </c:pt>
                <c:pt idx="1">
                  <c:v>B</c:v>
                </c:pt>
                <c:pt idx="2">
                  <c:v>C</c:v>
                </c:pt>
                <c:pt idx="3">
                  <c:v>D</c:v>
                </c:pt>
                <c:pt idx="4">
                  <c:v>E</c:v>
                </c:pt>
                <c:pt idx="5">
                  <c:v>F</c:v>
                </c:pt>
                <c:pt idx="6">
                  <c:v>G</c:v>
                </c:pt>
                <c:pt idx="7">
                  <c:v>H</c:v>
                </c:pt>
                <c:pt idx="8">
                  <c:v>I</c:v>
                </c:pt>
              </c:strCache>
            </c:strRef>
          </c:cat>
          <c:val>
            <c:numRef>
              <c:f>Sheet1!$B$3:$J$3</c:f>
              <c:numCache>
                <c:formatCode>General</c:formatCode>
                <c:ptCount val="9"/>
                <c:pt idx="0">
                  <c:v>140</c:v>
                </c:pt>
                <c:pt idx="1">
                  <c:v>20</c:v>
                </c:pt>
                <c:pt idx="2">
                  <c:v>20</c:v>
                </c:pt>
                <c:pt idx="3">
                  <c:v>20</c:v>
                </c:pt>
                <c:pt idx="4">
                  <c:v>20</c:v>
                </c:pt>
                <c:pt idx="5">
                  <c:v>20</c:v>
                </c:pt>
                <c:pt idx="6">
                  <c:v>20</c:v>
                </c:pt>
                <c:pt idx="7">
                  <c:v>20</c:v>
                </c:pt>
                <c:pt idx="8">
                  <c:v>140</c:v>
                </c:pt>
              </c:numCache>
            </c:numRef>
          </c:val>
          <c:extLst>
            <c:ext xmlns:c16="http://schemas.microsoft.com/office/drawing/2014/chart" uri="{C3380CC4-5D6E-409C-BE32-E72D297353CC}">
              <c16:uniqueId val="{00000003-BCB3-C64B-ACF8-21CE4570766D}"/>
            </c:ext>
          </c:extLst>
        </c:ser>
        <c:dLbls>
          <c:showLegendKey val="0"/>
          <c:showVal val="0"/>
          <c:showCatName val="0"/>
          <c:showSerName val="0"/>
          <c:showPercent val="0"/>
          <c:showBubbleSize val="0"/>
        </c:dLbls>
        <c:gapWidth val="50"/>
        <c:overlap val="100"/>
        <c:axId val="920276463"/>
        <c:axId val="1"/>
      </c:barChart>
      <c:catAx>
        <c:axId val="920276463"/>
        <c:scaling>
          <c:orientation val="minMax"/>
        </c:scaling>
        <c:delete val="0"/>
        <c:axPos val="b"/>
        <c:numFmt formatCode="General" sourceLinked="1"/>
        <c:majorTickMark val="none"/>
        <c:minorTickMark val="none"/>
        <c:tickLblPos val="nextTo"/>
        <c:spPr>
          <a:ln w="1436">
            <a:solidFill>
              <a:srgbClr val="000000"/>
            </a:solidFill>
            <a:prstDash val="solid"/>
          </a:ln>
        </c:spPr>
        <c:txPr>
          <a:bodyPr rot="0" vert="horz"/>
          <a:lstStyle/>
          <a:p>
            <a:pPr>
              <a:defRPr sz="453"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max val="140"/>
        </c:scaling>
        <c:delete val="0"/>
        <c:axPos val="l"/>
        <c:numFmt formatCode="General" sourceLinked="1"/>
        <c:majorTickMark val="out"/>
        <c:minorTickMark val="none"/>
        <c:tickLblPos val="nextTo"/>
        <c:spPr>
          <a:ln w="1436">
            <a:solidFill>
              <a:srgbClr val="000000"/>
            </a:solidFill>
            <a:prstDash val="solid"/>
          </a:ln>
        </c:spPr>
        <c:txPr>
          <a:bodyPr rot="0" vert="horz"/>
          <a:lstStyle/>
          <a:p>
            <a:pPr>
              <a:defRPr sz="453" b="0" i="0" u="none" strike="noStrike" baseline="0">
                <a:solidFill>
                  <a:srgbClr val="000000"/>
                </a:solidFill>
                <a:latin typeface="Arial"/>
                <a:ea typeface="Arial"/>
                <a:cs typeface="Arial"/>
              </a:defRPr>
            </a:pPr>
            <a:endParaRPr lang="ko-KR"/>
          </a:p>
        </c:txPr>
        <c:crossAx val="920276463"/>
        <c:crosses val="autoZero"/>
        <c:crossBetween val="between"/>
      </c:valAx>
      <c:spPr>
        <a:noFill/>
        <a:ln w="9706">
          <a:noFill/>
        </a:ln>
      </c:spPr>
    </c:plotArea>
    <c:plotVisOnly val="1"/>
    <c:dispBlanksAs val="gap"/>
    <c:showDLblsOverMax val="0"/>
  </c:chart>
  <c:spPr>
    <a:noFill/>
    <a:ln>
      <a:noFill/>
    </a:ln>
  </c:spPr>
  <c:txPr>
    <a:bodyPr/>
    <a:lstStyle/>
    <a:p>
      <a:pPr>
        <a:defRPr sz="453" b="0" i="0" u="none" strike="noStrike" baseline="0">
          <a:solidFill>
            <a:srgbClr val="000000"/>
          </a:solidFill>
          <a:latin typeface="Arial"/>
          <a:ea typeface="Arial"/>
          <a:cs typeface="Arial"/>
        </a:defRPr>
      </a:pPr>
      <a:endParaRPr lang="ko-KR"/>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496350364963501E-2"/>
          <c:y val="4.2735042735042739E-3"/>
          <c:w val="0.93430656934306566"/>
          <c:h val="0.87179487179487181"/>
        </c:manualLayout>
      </c:layout>
      <c:barChart>
        <c:barDir val="bar"/>
        <c:grouping val="clustered"/>
        <c:varyColors val="0"/>
        <c:ser>
          <c:idx val="0"/>
          <c:order val="0"/>
          <c:tx>
            <c:strRef>
              <c:f>Sheet1!$A$2</c:f>
              <c:strCache>
                <c:ptCount val="1"/>
                <c:pt idx="0">
                  <c:v>Dataset 1</c:v>
                </c:pt>
              </c:strCache>
            </c:strRef>
          </c:tx>
          <c:spPr>
            <a:solidFill>
              <a:srgbClr val="006699"/>
            </a:solidFill>
            <a:ln w="4552">
              <a:noFill/>
            </a:ln>
          </c:spPr>
          <c:invertIfNegative val="0"/>
          <c:dLbls>
            <c:numFmt formatCode="General" sourceLinked="0"/>
            <c:spPr>
              <a:solidFill>
                <a:srgbClr val="FFFFFF"/>
              </a:solidFill>
              <a:ln w="4552">
                <a:noFill/>
              </a:ln>
            </c:spPr>
            <c:txPr>
              <a:bodyPr wrap="square" lIns="38100" tIns="19050" rIns="38100" bIns="19050" anchor="ctr">
                <a:spAutoFit/>
              </a:bodyPr>
              <a:lstStyle/>
              <a:p>
                <a:pPr>
                  <a:defRPr sz="216"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Lowest</c:v>
                </c:pt>
                <c:pt idx="5">
                  <c:v>Highest</c:v>
                </c:pt>
              </c:strCache>
            </c:strRef>
          </c:cat>
          <c:val>
            <c:numRef>
              <c:f>Sheet1!$B$2:$G$2</c:f>
              <c:numCache>
                <c:formatCode>General</c:formatCode>
                <c:ptCount val="6"/>
                <c:pt idx="0">
                  <c:v>15</c:v>
                </c:pt>
                <c:pt idx="1">
                  <c:v>18</c:v>
                </c:pt>
                <c:pt idx="2">
                  <c:v>21</c:v>
                </c:pt>
                <c:pt idx="3">
                  <c:v>24</c:v>
                </c:pt>
                <c:pt idx="4">
                  <c:v>26</c:v>
                </c:pt>
                <c:pt idx="5">
                  <c:v>28</c:v>
                </c:pt>
              </c:numCache>
            </c:numRef>
          </c:val>
          <c:extLst>
            <c:ext xmlns:c16="http://schemas.microsoft.com/office/drawing/2014/chart" uri="{C3380CC4-5D6E-409C-BE32-E72D297353CC}">
              <c16:uniqueId val="{00000000-BA09-2E48-8376-10200C6E3ECF}"/>
            </c:ext>
          </c:extLst>
        </c:ser>
        <c:dLbls>
          <c:showLegendKey val="0"/>
          <c:showVal val="0"/>
          <c:showCatName val="0"/>
          <c:showSerName val="0"/>
          <c:showPercent val="0"/>
          <c:showBubbleSize val="0"/>
        </c:dLbls>
        <c:gapWidth val="150"/>
        <c:axId val="918971007"/>
        <c:axId val="1"/>
      </c:barChart>
      <c:catAx>
        <c:axId val="918971007"/>
        <c:scaling>
          <c:orientation val="minMax"/>
        </c:scaling>
        <c:delete val="0"/>
        <c:axPos val="r"/>
        <c:numFmt formatCode="General" sourceLinked="1"/>
        <c:majorTickMark val="none"/>
        <c:minorTickMark val="none"/>
        <c:tickLblPos val="none"/>
        <c:spPr>
          <a:ln w="569">
            <a:solidFill>
              <a:srgbClr val="000000"/>
            </a:solidFill>
            <a:prstDash val="solid"/>
          </a:ln>
        </c:spPr>
        <c:crossAx val="1"/>
        <c:crosses val="autoZero"/>
        <c:auto val="0"/>
        <c:lblAlgn val="ctr"/>
        <c:lblOffset val="100"/>
        <c:tickMarkSkip val="1"/>
        <c:noMultiLvlLbl val="0"/>
      </c:catAx>
      <c:valAx>
        <c:axId val="1"/>
        <c:scaling>
          <c:orientation val="maxMin"/>
        </c:scaling>
        <c:delete val="0"/>
        <c:axPos val="b"/>
        <c:numFmt formatCode="0" sourceLinked="0"/>
        <c:majorTickMark val="out"/>
        <c:minorTickMark val="none"/>
        <c:tickLblPos val="nextTo"/>
        <c:spPr>
          <a:ln w="569">
            <a:solidFill>
              <a:srgbClr val="000000"/>
            </a:solidFill>
            <a:prstDash val="solid"/>
          </a:ln>
        </c:spPr>
        <c:txPr>
          <a:bodyPr rot="0" vert="horz"/>
          <a:lstStyle/>
          <a:p>
            <a:pPr>
              <a:defRPr sz="216" b="0" i="0" u="none" strike="noStrike" baseline="0">
                <a:solidFill>
                  <a:srgbClr val="000000"/>
                </a:solidFill>
                <a:latin typeface="Arial"/>
                <a:ea typeface="Arial"/>
                <a:cs typeface="Arial"/>
              </a:defRPr>
            </a:pPr>
            <a:endParaRPr lang="ko-KR"/>
          </a:p>
        </c:txPr>
        <c:crossAx val="918971007"/>
        <c:crosses val="autoZero"/>
        <c:crossBetween val="between"/>
      </c:valAx>
      <c:spPr>
        <a:noFill/>
        <a:ln w="4866">
          <a:noFill/>
        </a:ln>
      </c:spPr>
    </c:plotArea>
    <c:plotVisOnly val="1"/>
    <c:dispBlanksAs val="gap"/>
    <c:showDLblsOverMax val="0"/>
  </c:chart>
  <c:spPr>
    <a:noFill/>
    <a:ln>
      <a:noFill/>
    </a:ln>
  </c:spPr>
  <c:txPr>
    <a:bodyPr/>
    <a:lstStyle/>
    <a:p>
      <a:pPr>
        <a:defRPr sz="323" b="1" i="0" u="none" strike="noStrike" baseline="0">
          <a:solidFill>
            <a:srgbClr val="000000"/>
          </a:solidFill>
          <a:latin typeface="Arial"/>
          <a:ea typeface="Arial"/>
          <a:cs typeface="Arial"/>
        </a:defRPr>
      </a:pPr>
      <a:endParaRPr lang="ko-KR"/>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496350364963501E-2"/>
          <c:y val="4.2735042735042739E-3"/>
          <c:w val="0.93430656934306566"/>
          <c:h val="0.87179487179487181"/>
        </c:manualLayout>
      </c:layout>
      <c:barChart>
        <c:barDir val="bar"/>
        <c:grouping val="clustered"/>
        <c:varyColors val="0"/>
        <c:ser>
          <c:idx val="0"/>
          <c:order val="0"/>
          <c:tx>
            <c:strRef>
              <c:f>Sheet1!$A$2</c:f>
              <c:strCache>
                <c:ptCount val="1"/>
                <c:pt idx="0">
                  <c:v>Dataset 1</c:v>
                </c:pt>
              </c:strCache>
            </c:strRef>
          </c:tx>
          <c:spPr>
            <a:solidFill>
              <a:srgbClr val="33CCCC"/>
            </a:solidFill>
            <a:ln w="4760">
              <a:noFill/>
            </a:ln>
          </c:spPr>
          <c:invertIfNegative val="0"/>
          <c:dLbls>
            <c:numFmt formatCode="General" sourceLinked="0"/>
            <c:spPr>
              <a:solidFill>
                <a:srgbClr val="FFFFFF"/>
              </a:solidFill>
              <a:ln w="4760">
                <a:noFill/>
              </a:ln>
            </c:spPr>
            <c:txPr>
              <a:bodyPr wrap="square" lIns="38100" tIns="19050" rIns="38100" bIns="19050" anchor="ctr">
                <a:spAutoFit/>
              </a:bodyPr>
              <a:lstStyle/>
              <a:p>
                <a:pPr>
                  <a:defRPr sz="225"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Lowest</c:v>
                </c:pt>
                <c:pt idx="5">
                  <c:v>Highest</c:v>
                </c:pt>
              </c:strCache>
            </c:strRef>
          </c:cat>
          <c:val>
            <c:numRef>
              <c:f>Sheet1!$B$2:$G$2</c:f>
              <c:numCache>
                <c:formatCode>General</c:formatCode>
                <c:ptCount val="6"/>
                <c:pt idx="0">
                  <c:v>15</c:v>
                </c:pt>
                <c:pt idx="1">
                  <c:v>18</c:v>
                </c:pt>
                <c:pt idx="2">
                  <c:v>21</c:v>
                </c:pt>
                <c:pt idx="3">
                  <c:v>24</c:v>
                </c:pt>
                <c:pt idx="4">
                  <c:v>26</c:v>
                </c:pt>
                <c:pt idx="5">
                  <c:v>28</c:v>
                </c:pt>
              </c:numCache>
            </c:numRef>
          </c:val>
          <c:extLst>
            <c:ext xmlns:c16="http://schemas.microsoft.com/office/drawing/2014/chart" uri="{C3380CC4-5D6E-409C-BE32-E72D297353CC}">
              <c16:uniqueId val="{00000000-CE31-8145-8C97-6A5584A4F058}"/>
            </c:ext>
          </c:extLst>
        </c:ser>
        <c:dLbls>
          <c:showLegendKey val="0"/>
          <c:showVal val="0"/>
          <c:showCatName val="0"/>
          <c:showSerName val="0"/>
          <c:showPercent val="0"/>
          <c:showBubbleSize val="0"/>
        </c:dLbls>
        <c:gapWidth val="150"/>
        <c:axId val="928024479"/>
        <c:axId val="1"/>
      </c:barChart>
      <c:catAx>
        <c:axId val="928024479"/>
        <c:scaling>
          <c:orientation val="minMax"/>
        </c:scaling>
        <c:delete val="0"/>
        <c:axPos val="l"/>
        <c:numFmt formatCode="General" sourceLinked="1"/>
        <c:majorTickMark val="none"/>
        <c:minorTickMark val="none"/>
        <c:tickLblPos val="none"/>
        <c:spPr>
          <a:ln w="595">
            <a:solidFill>
              <a:srgbClr val="000000"/>
            </a:solidFill>
            <a:prstDash val="solid"/>
          </a:ln>
        </c:spPr>
        <c:crossAx val="1"/>
        <c:crosses val="autoZero"/>
        <c:auto val="0"/>
        <c:lblAlgn val="ctr"/>
        <c:lblOffset val="100"/>
        <c:tickMarkSkip val="1"/>
        <c:noMultiLvlLbl val="0"/>
      </c:catAx>
      <c:valAx>
        <c:axId val="1"/>
        <c:scaling>
          <c:orientation val="minMax"/>
        </c:scaling>
        <c:delete val="0"/>
        <c:axPos val="b"/>
        <c:numFmt formatCode="0" sourceLinked="0"/>
        <c:majorTickMark val="out"/>
        <c:minorTickMark val="none"/>
        <c:tickLblPos val="nextTo"/>
        <c:spPr>
          <a:ln w="595">
            <a:solidFill>
              <a:srgbClr val="000000"/>
            </a:solidFill>
            <a:prstDash val="solid"/>
          </a:ln>
        </c:spPr>
        <c:txPr>
          <a:bodyPr rot="0" vert="horz"/>
          <a:lstStyle/>
          <a:p>
            <a:pPr>
              <a:defRPr sz="225" b="0" i="0" u="none" strike="noStrike" baseline="0">
                <a:solidFill>
                  <a:srgbClr val="000000"/>
                </a:solidFill>
                <a:latin typeface="Arial"/>
                <a:ea typeface="Arial"/>
                <a:cs typeface="Arial"/>
              </a:defRPr>
            </a:pPr>
            <a:endParaRPr lang="ko-KR"/>
          </a:p>
        </c:txPr>
        <c:crossAx val="928024479"/>
        <c:crosses val="autoZero"/>
        <c:crossBetween val="between"/>
      </c:valAx>
      <c:spPr>
        <a:noFill/>
        <a:ln w="4866">
          <a:noFill/>
        </a:ln>
      </c:spPr>
    </c:plotArea>
    <c:plotVisOnly val="1"/>
    <c:dispBlanksAs val="gap"/>
    <c:showDLblsOverMax val="0"/>
  </c:chart>
  <c:spPr>
    <a:noFill/>
    <a:ln>
      <a:noFill/>
    </a:ln>
  </c:spPr>
  <c:txPr>
    <a:bodyPr/>
    <a:lstStyle/>
    <a:p>
      <a:pPr>
        <a:defRPr sz="337" b="1" i="0" u="none" strike="noStrike" baseline="0">
          <a:solidFill>
            <a:srgbClr val="000000"/>
          </a:solidFill>
          <a:latin typeface="Arial"/>
          <a:ea typeface="Arial"/>
          <a:cs typeface="Arial"/>
        </a:defRPr>
      </a:pPr>
      <a:endParaRPr lang="ko-KR"/>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220588235294119E-2"/>
          <c:y val="3.643724696356275E-2"/>
          <c:w val="0.96323529411764708"/>
          <c:h val="0.84615384615384615"/>
        </c:manualLayout>
      </c:layout>
      <c:barChart>
        <c:barDir val="bar"/>
        <c:grouping val="stacked"/>
        <c:varyColors val="0"/>
        <c:ser>
          <c:idx val="0"/>
          <c:order val="0"/>
          <c:tx>
            <c:strRef>
              <c:f>Sheet1!$B$1</c:f>
              <c:strCache>
                <c:ptCount val="1"/>
                <c:pt idx="0">
                  <c:v>Invisi</c:v>
                </c:pt>
              </c:strCache>
            </c:strRef>
          </c:tx>
          <c:spPr>
            <a:noFill/>
            <a:ln w="7212">
              <a:noFill/>
            </a:ln>
          </c:spPr>
          <c:invertIfNegative val="0"/>
          <c:cat>
            <c:numRef>
              <c:f>Sheet1!$A$2:$A$9</c:f>
              <c:numCache>
                <c:formatCode>General</c:formatCode>
                <c:ptCount val="8"/>
              </c:numCache>
            </c:numRef>
          </c:cat>
          <c:val>
            <c:numRef>
              <c:f>Sheet1!$B$2:$B$9</c:f>
              <c:numCache>
                <c:formatCode>General</c:formatCode>
                <c:ptCount val="8"/>
                <c:pt idx="0">
                  <c:v>0.64300000000000002</c:v>
                </c:pt>
                <c:pt idx="1">
                  <c:v>0.72499999999999998</c:v>
                </c:pt>
                <c:pt idx="2">
                  <c:v>0.90200000000000002</c:v>
                </c:pt>
                <c:pt idx="3">
                  <c:v>1.1200000000000001</c:v>
                </c:pt>
                <c:pt idx="4">
                  <c:v>1.32</c:v>
                </c:pt>
                <c:pt idx="5">
                  <c:v>1.38</c:v>
                </c:pt>
                <c:pt idx="6">
                  <c:v>1.46</c:v>
                </c:pt>
                <c:pt idx="7">
                  <c:v>1.34</c:v>
                </c:pt>
              </c:numCache>
            </c:numRef>
          </c:val>
          <c:extLst>
            <c:ext xmlns:c16="http://schemas.microsoft.com/office/drawing/2014/chart" uri="{C3380CC4-5D6E-409C-BE32-E72D297353CC}">
              <c16:uniqueId val="{00000000-5BE8-1E4D-AF49-3B937D540303}"/>
            </c:ext>
          </c:extLst>
        </c:ser>
        <c:ser>
          <c:idx val="1"/>
          <c:order val="1"/>
          <c:tx>
            <c:strRef>
              <c:f>Sheet1!$C$1</c:f>
              <c:strCache>
                <c:ptCount val="1"/>
                <c:pt idx="0">
                  <c:v>Worst Case</c:v>
                </c:pt>
              </c:strCache>
            </c:strRef>
          </c:tx>
          <c:spPr>
            <a:solidFill>
              <a:srgbClr val="33CCCC"/>
            </a:solidFill>
            <a:ln w="7212">
              <a:noFill/>
            </a:ln>
          </c:spPr>
          <c:invertIfNegative val="0"/>
          <c:dLbls>
            <c:dLbl>
              <c:idx val="0"/>
              <c:layout>
                <c:manualLayout>
                  <c:x val="-0.17392205351387841"/>
                  <c:y val="2.5128066319398928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BE8-1E4D-AF49-3B937D540303}"/>
                </c:ext>
              </c:extLst>
            </c:dLbl>
            <c:dLbl>
              <c:idx val="1"/>
              <c:layout>
                <c:manualLayout>
                  <c:x val="-0.15743043952342239"/>
                  <c:y val="1.7537016202544137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BE8-1E4D-AF49-3B937D540303}"/>
                </c:ext>
              </c:extLst>
            </c:dLbl>
            <c:dLbl>
              <c:idx val="2"/>
              <c:layout>
                <c:manualLayout>
                  <c:x val="-0.12833410683804386"/>
                  <c:y val="2.6140298069494972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BE8-1E4D-AF49-3B937D540303}"/>
                </c:ext>
              </c:extLst>
            </c:dLbl>
            <c:dLbl>
              <c:idx val="3"/>
              <c:layout>
                <c:manualLayout>
                  <c:x val="-9.0991888495941253E-2"/>
                  <c:y val="2.259783094859158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BE8-1E4D-AF49-3B937D540303}"/>
                </c:ext>
              </c:extLst>
            </c:dLbl>
            <c:dLbl>
              <c:idx val="4"/>
              <c:layout>
                <c:manualLayout>
                  <c:x val="-6.1842863019333671E-2"/>
                  <c:y val="1.9055044395000609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BE8-1E4D-AF49-3B937D540303}"/>
                </c:ext>
              </c:extLst>
            </c:dLbl>
            <c:dLbl>
              <c:idx val="5"/>
              <c:layout>
                <c:manualLayout>
                  <c:x val="-5.1076128017420286E-2"/>
                  <c:y val="2.3609743266000072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BE8-1E4D-AF49-3B937D540303}"/>
                </c:ext>
              </c:extLst>
            </c:dLbl>
            <c:dLbl>
              <c:idx val="6"/>
              <c:layout>
                <c:manualLayout>
                  <c:x val="-4.1622494573513524E-2"/>
                  <c:y val="2.0067276145096735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BE8-1E4D-AF49-3B937D540303}"/>
                </c:ext>
              </c:extLst>
            </c:dLbl>
            <c:dLbl>
              <c:idx val="7"/>
              <c:layout>
                <c:manualLayout>
                  <c:x val="-5.9479493989104903E-2"/>
                  <c:y val="2.0573392020144743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BE8-1E4D-AF49-3B937D540303}"/>
                </c:ext>
              </c:extLst>
            </c:dLbl>
            <c:numFmt formatCode="#,##0.00" sourceLinked="0"/>
            <c:spPr>
              <a:noFill/>
              <a:ln w="7212">
                <a:noFill/>
              </a:ln>
            </c:spPr>
            <c:txPr>
              <a:bodyPr wrap="square" lIns="38100" tIns="19050" rIns="38100" bIns="19050" anchor="ctr">
                <a:spAutoFit/>
              </a:bodyPr>
              <a:lstStyle/>
              <a:p>
                <a:pPr>
                  <a:defRPr sz="341"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Sheet1!$A$2:$A$9</c:f>
              <c:numCache>
                <c:formatCode>General</c:formatCode>
                <c:ptCount val="8"/>
              </c:numCache>
            </c:numRef>
          </c:cat>
          <c:val>
            <c:numRef>
              <c:f>Sheet1!$C$2:$C$9</c:f>
              <c:numCache>
                <c:formatCode>General</c:formatCode>
                <c:ptCount val="8"/>
                <c:pt idx="0">
                  <c:v>0.85699999999999998</c:v>
                </c:pt>
                <c:pt idx="1">
                  <c:v>0.77500000000000002</c:v>
                </c:pt>
                <c:pt idx="2">
                  <c:v>0.59799999999999998</c:v>
                </c:pt>
                <c:pt idx="3">
                  <c:v>0.38</c:v>
                </c:pt>
                <c:pt idx="4">
                  <c:v>0.18</c:v>
                </c:pt>
                <c:pt idx="5">
                  <c:v>0.12</c:v>
                </c:pt>
                <c:pt idx="6">
                  <c:v>0.04</c:v>
                </c:pt>
                <c:pt idx="7">
                  <c:v>0.16</c:v>
                </c:pt>
              </c:numCache>
            </c:numRef>
          </c:val>
          <c:extLst>
            <c:ext xmlns:c16="http://schemas.microsoft.com/office/drawing/2014/chart" uri="{C3380CC4-5D6E-409C-BE32-E72D297353CC}">
              <c16:uniqueId val="{00000009-5BE8-1E4D-AF49-3B937D540303}"/>
            </c:ext>
          </c:extLst>
        </c:ser>
        <c:ser>
          <c:idx val="2"/>
          <c:order val="2"/>
          <c:tx>
            <c:strRef>
              <c:f>Sheet1!$D$1</c:f>
              <c:strCache>
                <c:ptCount val="1"/>
                <c:pt idx="0">
                  <c:v>Best Case</c:v>
                </c:pt>
              </c:strCache>
            </c:strRef>
          </c:tx>
          <c:spPr>
            <a:solidFill>
              <a:srgbClr val="199B9B"/>
            </a:solidFill>
            <a:ln w="7212">
              <a:noFill/>
            </a:ln>
          </c:spPr>
          <c:invertIfNegative val="0"/>
          <c:dLbls>
            <c:dLbl>
              <c:idx val="0"/>
              <c:layout>
                <c:manualLayout>
                  <c:x val="0.11777812044370628"/>
                  <c:y val="2.1079483323447529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BE8-1E4D-AF49-3B937D540303}"/>
                </c:ext>
              </c:extLst>
            </c:dLbl>
            <c:dLbl>
              <c:idx val="1"/>
              <c:layout>
                <c:manualLayout>
                  <c:x val="0.17633869083672227"/>
                  <c:y val="2.1585599198495536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BE8-1E4D-AF49-3B937D540303}"/>
                </c:ext>
              </c:extLst>
            </c:dLbl>
            <c:dLbl>
              <c:idx val="2"/>
              <c:layout>
                <c:manualLayout>
                  <c:x val="0.12591880965259838"/>
                  <c:y val="2.6140298069494972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BE8-1E4D-AF49-3B937D540303}"/>
                </c:ext>
              </c:extLst>
            </c:dLbl>
            <c:dLbl>
              <c:idx val="3"/>
              <c:layout>
                <c:manualLayout>
                  <c:x val="0.20601285004944103"/>
                  <c:y val="2.259783094859158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BE8-1E4D-AF49-3B937D540303}"/>
                </c:ext>
              </c:extLst>
            </c:dLbl>
            <c:dLbl>
              <c:idx val="4"/>
              <c:layout>
                <c:manualLayout>
                  <c:x val="7.7074738022514744E-2"/>
                  <c:y val="2.3103627390952064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BE8-1E4D-AF49-3B937D540303}"/>
                </c:ext>
              </c:extLst>
            </c:dLbl>
            <c:dLbl>
              <c:idx val="5"/>
              <c:layout>
                <c:manualLayout>
                  <c:x val="6.5257546992146254E-2"/>
                  <c:y val="1.9561160270048616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5BE8-1E4D-AF49-3B937D540303}"/>
                </c:ext>
              </c:extLst>
            </c:dLbl>
            <c:dLbl>
              <c:idx val="6"/>
              <c:layout>
                <c:manualLayout>
                  <c:x val="9.5456871174217195E-2"/>
                  <c:y val="2.411585914104819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5BE8-1E4D-AF49-3B937D540303}"/>
                </c:ext>
              </c:extLst>
            </c:dLbl>
            <c:dLbl>
              <c:idx val="7"/>
              <c:layout>
                <c:manualLayout>
                  <c:x val="7.4186046699941999E-2"/>
                  <c:y val="2.4621975016096198E-2"/>
                </c:manualLayout>
              </c:layout>
              <c:numFmt formatCode="#,##0.00" sourceLinked="0"/>
              <c:spPr>
                <a:noFill/>
                <a:ln w="7212">
                  <a:noFill/>
                </a:ln>
              </c:spPr>
              <c:txPr>
                <a:bodyPr/>
                <a:lstStyle/>
                <a:p>
                  <a:pPr>
                    <a:defRPr sz="341" b="1" i="0" u="none" strike="noStrike" baseline="0">
                      <a:solidFill>
                        <a:srgbClr val="000000"/>
                      </a:solidFill>
                      <a:latin typeface="Arial"/>
                      <a:ea typeface="Arial"/>
                      <a:cs typeface="Arial"/>
                    </a:defRPr>
                  </a:pPr>
                  <a:endParaRPr lang="ko-KR"/>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5BE8-1E4D-AF49-3B937D540303}"/>
                </c:ext>
              </c:extLst>
            </c:dLbl>
            <c:numFmt formatCode="#,##0.00" sourceLinked="0"/>
            <c:spPr>
              <a:noFill/>
              <a:ln w="7212">
                <a:noFill/>
              </a:ln>
            </c:spPr>
            <c:txPr>
              <a:bodyPr wrap="square" lIns="38100" tIns="19050" rIns="38100" bIns="19050" anchor="ctr">
                <a:spAutoFit/>
              </a:bodyPr>
              <a:lstStyle/>
              <a:p>
                <a:pPr>
                  <a:defRPr sz="341" b="1" i="0" u="none" strike="noStrike" baseline="0">
                    <a:solidFill>
                      <a:srgbClr val="000000"/>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Sheet1!$A$2:$A$9</c:f>
              <c:numCache>
                <c:formatCode>General</c:formatCode>
                <c:ptCount val="8"/>
              </c:numCache>
            </c:numRef>
          </c:cat>
          <c:val>
            <c:numRef>
              <c:f>Sheet1!$D$2:$D$9</c:f>
              <c:numCache>
                <c:formatCode>General</c:formatCode>
                <c:ptCount val="8"/>
                <c:pt idx="0">
                  <c:v>0.5</c:v>
                </c:pt>
                <c:pt idx="1">
                  <c:v>0.84</c:v>
                </c:pt>
                <c:pt idx="2">
                  <c:v>0.6</c:v>
                </c:pt>
                <c:pt idx="3">
                  <c:v>1.06</c:v>
                </c:pt>
                <c:pt idx="4">
                  <c:v>0.21</c:v>
                </c:pt>
                <c:pt idx="5">
                  <c:v>0.18</c:v>
                </c:pt>
                <c:pt idx="6">
                  <c:v>0.35</c:v>
                </c:pt>
                <c:pt idx="7">
                  <c:v>0.24</c:v>
                </c:pt>
              </c:numCache>
            </c:numRef>
          </c:val>
          <c:extLst>
            <c:ext xmlns:c16="http://schemas.microsoft.com/office/drawing/2014/chart" uri="{C3380CC4-5D6E-409C-BE32-E72D297353CC}">
              <c16:uniqueId val="{00000012-5BE8-1E4D-AF49-3B937D540303}"/>
            </c:ext>
          </c:extLst>
        </c:ser>
        <c:dLbls>
          <c:showLegendKey val="0"/>
          <c:showVal val="0"/>
          <c:showCatName val="0"/>
          <c:showSerName val="0"/>
          <c:showPercent val="0"/>
          <c:showBubbleSize val="0"/>
        </c:dLbls>
        <c:gapWidth val="50"/>
        <c:overlap val="100"/>
        <c:axId val="928086767"/>
        <c:axId val="1"/>
      </c:barChart>
      <c:catAx>
        <c:axId val="928086767"/>
        <c:scaling>
          <c:orientation val="maxMin"/>
        </c:scaling>
        <c:delete val="0"/>
        <c:axPos val="r"/>
        <c:numFmt formatCode="General" sourceLinked="1"/>
        <c:majorTickMark val="out"/>
        <c:minorTickMark val="none"/>
        <c:tickLblPos val="nextTo"/>
        <c:spPr>
          <a:ln w="1803">
            <a:noFill/>
          </a:ln>
        </c:spPr>
        <c:txPr>
          <a:bodyPr rot="0" vert="horz"/>
          <a:lstStyle/>
          <a:p>
            <a:pPr>
              <a:defRPr sz="235" b="0" i="0" u="none" strike="noStrike" baseline="0">
                <a:solidFill>
                  <a:srgbClr val="000000"/>
                </a:solidFill>
                <a:latin typeface="Arial"/>
                <a:ea typeface="Arial"/>
                <a:cs typeface="Arial"/>
              </a:defRPr>
            </a:pPr>
            <a:endParaRPr lang="ko-KR"/>
          </a:p>
        </c:txPr>
        <c:crossAx val="1"/>
        <c:crosses val="max"/>
        <c:auto val="1"/>
        <c:lblAlgn val="ctr"/>
        <c:lblOffset val="100"/>
        <c:tickLblSkip val="1"/>
        <c:tickMarkSkip val="1"/>
        <c:noMultiLvlLbl val="0"/>
      </c:catAx>
      <c:valAx>
        <c:axId val="1"/>
        <c:scaling>
          <c:orientation val="minMax"/>
        </c:scaling>
        <c:delete val="0"/>
        <c:axPos val="b"/>
        <c:numFmt formatCode="#,##0.0" sourceLinked="0"/>
        <c:majorTickMark val="out"/>
        <c:minorTickMark val="none"/>
        <c:tickLblPos val="nextTo"/>
        <c:spPr>
          <a:ln w="902">
            <a:solidFill>
              <a:srgbClr val="000000"/>
            </a:solidFill>
            <a:prstDash val="solid"/>
          </a:ln>
        </c:spPr>
        <c:txPr>
          <a:bodyPr rot="0" vert="horz"/>
          <a:lstStyle/>
          <a:p>
            <a:pPr>
              <a:defRPr sz="341" b="0" i="0" u="none" strike="noStrike" baseline="0">
                <a:solidFill>
                  <a:srgbClr val="000000"/>
                </a:solidFill>
                <a:latin typeface="Arial"/>
                <a:ea typeface="Arial"/>
                <a:cs typeface="Arial"/>
              </a:defRPr>
            </a:pPr>
            <a:endParaRPr lang="ko-KR"/>
          </a:p>
        </c:txPr>
        <c:crossAx val="928086767"/>
        <c:crosses val="max"/>
        <c:crossBetween val="between"/>
      </c:valAx>
      <c:spPr>
        <a:noFill/>
        <a:ln w="8183">
          <a:noFill/>
        </a:ln>
      </c:spPr>
    </c:plotArea>
    <c:plotVisOnly val="1"/>
    <c:dispBlanksAs val="gap"/>
    <c:showDLblsOverMax val="0"/>
  </c:chart>
  <c:spPr>
    <a:noFill/>
    <a:ln>
      <a:noFill/>
    </a:ln>
  </c:spPr>
  <c:txPr>
    <a:bodyPr/>
    <a:lstStyle/>
    <a:p>
      <a:pPr>
        <a:defRPr sz="511" b="1" i="0" u="none" strike="noStrike" baseline="0">
          <a:solidFill>
            <a:srgbClr val="000000"/>
          </a:solidFill>
          <a:latin typeface="Arial"/>
          <a:ea typeface="Arial"/>
          <a:cs typeface="Arial"/>
        </a:defRPr>
      </a:pPr>
      <a:endParaRPr lang="ko-KR"/>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7921635434412269E-2"/>
          <c:y val="4.5627376425855515E-2"/>
          <c:w val="0.90971039182282798"/>
          <c:h val="0.844106463878327"/>
        </c:manualLayout>
      </c:layout>
      <c:areaChart>
        <c:grouping val="stacked"/>
        <c:varyColors val="0"/>
        <c:ser>
          <c:idx val="3"/>
          <c:order val="0"/>
          <c:tx>
            <c:strRef>
              <c:f>Sheet1!$A$3</c:f>
              <c:strCache>
                <c:ptCount val="1"/>
                <c:pt idx="0">
                  <c:v>Client</c:v>
                </c:pt>
              </c:strCache>
            </c:strRef>
          </c:tx>
          <c:spPr>
            <a:solidFill>
              <a:srgbClr val="777777"/>
            </a:solidFill>
            <a:ln w="7724">
              <a:noFill/>
            </a:ln>
          </c:spPr>
          <c:cat>
            <c:strRef>
              <c:f>Sheet1!$B$1:$I$1</c:f>
              <c:strCache>
                <c:ptCount val="8"/>
                <c:pt idx="0">
                  <c:v>1995</c:v>
                </c:pt>
                <c:pt idx="1">
                  <c:v>1996</c:v>
                </c:pt>
                <c:pt idx="2">
                  <c:v>1997</c:v>
                </c:pt>
                <c:pt idx="3">
                  <c:v>1998</c:v>
                </c:pt>
                <c:pt idx="4">
                  <c:v>1999E</c:v>
                </c:pt>
                <c:pt idx="5">
                  <c:v>2000E</c:v>
                </c:pt>
                <c:pt idx="6">
                  <c:v>2001E</c:v>
                </c:pt>
                <c:pt idx="7">
                  <c:v>2002E</c:v>
                </c:pt>
              </c:strCache>
            </c:strRef>
          </c:cat>
          <c:val>
            <c:numRef>
              <c:f>Sheet1!$B$3:$I$3</c:f>
              <c:numCache>
                <c:formatCode>General</c:formatCode>
                <c:ptCount val="8"/>
                <c:pt idx="0">
                  <c:v>20.399999999999999</c:v>
                </c:pt>
                <c:pt idx="1">
                  <c:v>27.4</c:v>
                </c:pt>
                <c:pt idx="2">
                  <c:v>29.6</c:v>
                </c:pt>
                <c:pt idx="3">
                  <c:v>20.399999999999999</c:v>
                </c:pt>
                <c:pt idx="4">
                  <c:v>25.4</c:v>
                </c:pt>
                <c:pt idx="5">
                  <c:v>27.8</c:v>
                </c:pt>
                <c:pt idx="6">
                  <c:v>32</c:v>
                </c:pt>
                <c:pt idx="7">
                  <c:v>34.700000000000003</c:v>
                </c:pt>
              </c:numCache>
            </c:numRef>
          </c:val>
          <c:extLst>
            <c:ext xmlns:c16="http://schemas.microsoft.com/office/drawing/2014/chart" uri="{C3380CC4-5D6E-409C-BE32-E72D297353CC}">
              <c16:uniqueId val="{00000000-E610-D14B-8280-338181F9BD6D}"/>
            </c:ext>
          </c:extLst>
        </c:ser>
        <c:ser>
          <c:idx val="1"/>
          <c:order val="1"/>
          <c:tx>
            <c:strRef>
              <c:f>Sheet1!$A$4</c:f>
              <c:strCache>
                <c:ptCount val="1"/>
                <c:pt idx="0">
                  <c:v>Competitor 1</c:v>
                </c:pt>
              </c:strCache>
            </c:strRef>
          </c:tx>
          <c:spPr>
            <a:solidFill>
              <a:srgbClr val="33CCCC"/>
            </a:solidFill>
            <a:ln w="7724">
              <a:noFill/>
            </a:ln>
          </c:spPr>
          <c:dPt>
            <c:idx val="0"/>
            <c:bubble3D val="0"/>
            <c:extLst>
              <c:ext xmlns:c16="http://schemas.microsoft.com/office/drawing/2014/chart" uri="{C3380CC4-5D6E-409C-BE32-E72D297353CC}">
                <c16:uniqueId val="{00000001-E610-D14B-8280-338181F9BD6D}"/>
              </c:ext>
            </c:extLst>
          </c:dPt>
          <c:dLbls>
            <c:spPr>
              <a:noFill/>
              <a:ln w="7724">
                <a:noFill/>
              </a:ln>
            </c:spPr>
            <c:txPr>
              <a:bodyPr wrap="square" lIns="38100" tIns="19050" rIns="38100" bIns="19050" anchor="ctr">
                <a:spAutoFit/>
              </a:bodyPr>
              <a:lstStyle/>
              <a:p>
                <a:pPr>
                  <a:defRPr sz="364" b="1" i="0" u="none" strike="noStrike" baseline="0">
                    <a:solidFill>
                      <a:srgbClr val="FFFFFF"/>
                    </a:solidFill>
                    <a:latin typeface="Arial"/>
                    <a:ea typeface="Arial"/>
                    <a:cs typeface="Arial"/>
                  </a:defRPr>
                </a:pPr>
                <a:endParaRPr lang="ko-KR"/>
              </a:p>
            </c:txPr>
            <c:showLegendKey val="0"/>
            <c:showVal val="0"/>
            <c:showCatName val="0"/>
            <c:showSerName val="1"/>
            <c:showPercent val="0"/>
            <c:showBubbleSize val="0"/>
            <c:showLeaderLines val="0"/>
            <c:extLst>
              <c:ext xmlns:c15="http://schemas.microsoft.com/office/drawing/2012/chart" uri="{CE6537A1-D6FC-4f65-9D91-7224C49458BB}">
                <c15:showLeaderLines val="0"/>
              </c:ext>
            </c:extLst>
          </c:dLbls>
          <c:cat>
            <c:strRef>
              <c:f>Sheet1!$B$1:$I$1</c:f>
              <c:strCache>
                <c:ptCount val="8"/>
                <c:pt idx="0">
                  <c:v>1995</c:v>
                </c:pt>
                <c:pt idx="1">
                  <c:v>1996</c:v>
                </c:pt>
                <c:pt idx="2">
                  <c:v>1997</c:v>
                </c:pt>
                <c:pt idx="3">
                  <c:v>1998</c:v>
                </c:pt>
                <c:pt idx="4">
                  <c:v>1999E</c:v>
                </c:pt>
                <c:pt idx="5">
                  <c:v>2000E</c:v>
                </c:pt>
                <c:pt idx="6">
                  <c:v>2001E</c:v>
                </c:pt>
                <c:pt idx="7">
                  <c:v>2002E</c:v>
                </c:pt>
              </c:strCache>
            </c:strRef>
          </c:cat>
          <c:val>
            <c:numRef>
              <c:f>Sheet1!$B$4:$I$4</c:f>
              <c:numCache>
                <c:formatCode>General</c:formatCode>
                <c:ptCount val="8"/>
                <c:pt idx="0">
                  <c:v>23</c:v>
                </c:pt>
                <c:pt idx="1">
                  <c:v>32</c:v>
                </c:pt>
                <c:pt idx="2">
                  <c:v>33</c:v>
                </c:pt>
                <c:pt idx="3">
                  <c:v>24</c:v>
                </c:pt>
                <c:pt idx="4">
                  <c:v>23</c:v>
                </c:pt>
                <c:pt idx="5">
                  <c:v>26</c:v>
                </c:pt>
                <c:pt idx="6">
                  <c:v>30</c:v>
                </c:pt>
                <c:pt idx="7">
                  <c:v>32</c:v>
                </c:pt>
              </c:numCache>
            </c:numRef>
          </c:val>
          <c:extLst>
            <c:ext xmlns:c16="http://schemas.microsoft.com/office/drawing/2014/chart" uri="{C3380CC4-5D6E-409C-BE32-E72D297353CC}">
              <c16:uniqueId val="{00000002-E610-D14B-8280-338181F9BD6D}"/>
            </c:ext>
          </c:extLst>
        </c:ser>
        <c:ser>
          <c:idx val="2"/>
          <c:order val="2"/>
          <c:tx>
            <c:strRef>
              <c:f>Sheet1!$A$5</c:f>
              <c:strCache>
                <c:ptCount val="1"/>
                <c:pt idx="0">
                  <c:v>Competitor 2</c:v>
                </c:pt>
              </c:strCache>
            </c:strRef>
          </c:tx>
          <c:spPr>
            <a:solidFill>
              <a:srgbClr val="006699"/>
            </a:solidFill>
            <a:ln w="7724">
              <a:noFill/>
            </a:ln>
          </c:spPr>
          <c:dLbls>
            <c:spPr>
              <a:noFill/>
              <a:ln w="7724">
                <a:noFill/>
              </a:ln>
            </c:spPr>
            <c:txPr>
              <a:bodyPr wrap="square" lIns="38100" tIns="19050" rIns="38100" bIns="19050" anchor="ctr">
                <a:spAutoFit/>
              </a:bodyPr>
              <a:lstStyle/>
              <a:p>
                <a:pPr>
                  <a:defRPr sz="364" b="1" i="0" u="none" strike="noStrike" baseline="0">
                    <a:solidFill>
                      <a:srgbClr val="000000"/>
                    </a:solidFill>
                    <a:latin typeface="Arial"/>
                    <a:ea typeface="Arial"/>
                    <a:cs typeface="Arial"/>
                  </a:defRPr>
                </a:pPr>
                <a:endParaRPr lang="ko-KR"/>
              </a:p>
            </c:txPr>
            <c:showLegendKey val="0"/>
            <c:showVal val="0"/>
            <c:showCatName val="0"/>
            <c:showSerName val="1"/>
            <c:showPercent val="0"/>
            <c:showBubbleSize val="0"/>
            <c:showLeaderLines val="0"/>
            <c:extLst>
              <c:ext xmlns:c15="http://schemas.microsoft.com/office/drawing/2012/chart" uri="{CE6537A1-D6FC-4f65-9D91-7224C49458BB}">
                <c15:showLeaderLines val="0"/>
              </c:ext>
            </c:extLst>
          </c:dLbls>
          <c:cat>
            <c:strRef>
              <c:f>Sheet1!$B$1:$I$1</c:f>
              <c:strCache>
                <c:ptCount val="8"/>
                <c:pt idx="0">
                  <c:v>1995</c:v>
                </c:pt>
                <c:pt idx="1">
                  <c:v>1996</c:v>
                </c:pt>
                <c:pt idx="2">
                  <c:v>1997</c:v>
                </c:pt>
                <c:pt idx="3">
                  <c:v>1998</c:v>
                </c:pt>
                <c:pt idx="4">
                  <c:v>1999E</c:v>
                </c:pt>
                <c:pt idx="5">
                  <c:v>2000E</c:v>
                </c:pt>
                <c:pt idx="6">
                  <c:v>2001E</c:v>
                </c:pt>
                <c:pt idx="7">
                  <c:v>2002E</c:v>
                </c:pt>
              </c:strCache>
            </c:strRef>
          </c:cat>
          <c:val>
            <c:numRef>
              <c:f>Sheet1!$B$5:$I$5</c:f>
              <c:numCache>
                <c:formatCode>General</c:formatCode>
                <c:ptCount val="8"/>
                <c:pt idx="0">
                  <c:v>11</c:v>
                </c:pt>
                <c:pt idx="1">
                  <c:v>12</c:v>
                </c:pt>
                <c:pt idx="2">
                  <c:v>15</c:v>
                </c:pt>
                <c:pt idx="3">
                  <c:v>20</c:v>
                </c:pt>
                <c:pt idx="4">
                  <c:v>11</c:v>
                </c:pt>
                <c:pt idx="5">
                  <c:v>13</c:v>
                </c:pt>
                <c:pt idx="6">
                  <c:v>13</c:v>
                </c:pt>
                <c:pt idx="7">
                  <c:v>12</c:v>
                </c:pt>
              </c:numCache>
            </c:numRef>
          </c:val>
          <c:extLst>
            <c:ext xmlns:c16="http://schemas.microsoft.com/office/drawing/2014/chart" uri="{C3380CC4-5D6E-409C-BE32-E72D297353CC}">
              <c16:uniqueId val="{00000003-E610-D14B-8280-338181F9BD6D}"/>
            </c:ext>
          </c:extLst>
        </c:ser>
        <c:ser>
          <c:idx val="4"/>
          <c:order val="3"/>
          <c:tx>
            <c:strRef>
              <c:f>Sheet1!$A$6</c:f>
              <c:strCache>
                <c:ptCount val="1"/>
                <c:pt idx="0">
                  <c:v>Competitor 3</c:v>
                </c:pt>
              </c:strCache>
            </c:strRef>
          </c:tx>
          <c:spPr>
            <a:solidFill>
              <a:srgbClr val="6699CC"/>
            </a:solidFill>
            <a:ln w="7724">
              <a:noFill/>
            </a:ln>
          </c:spPr>
          <c:dLbls>
            <c:spPr>
              <a:noFill/>
              <a:ln w="7724">
                <a:noFill/>
              </a:ln>
            </c:spPr>
            <c:txPr>
              <a:bodyPr wrap="square" lIns="38100" tIns="19050" rIns="38100" bIns="19050" anchor="ctr">
                <a:spAutoFit/>
              </a:bodyPr>
              <a:lstStyle/>
              <a:p>
                <a:pPr>
                  <a:defRPr sz="364" b="1" i="0" u="none" strike="noStrike" baseline="0">
                    <a:solidFill>
                      <a:srgbClr val="FFFFFF"/>
                    </a:solidFill>
                    <a:latin typeface="Arial"/>
                    <a:ea typeface="Arial"/>
                    <a:cs typeface="Arial"/>
                  </a:defRPr>
                </a:pPr>
                <a:endParaRPr lang="ko-KR"/>
              </a:p>
            </c:txPr>
            <c:showLegendKey val="0"/>
            <c:showVal val="0"/>
            <c:showCatName val="0"/>
            <c:showSerName val="1"/>
            <c:showPercent val="0"/>
            <c:showBubbleSize val="0"/>
            <c:showLeaderLines val="0"/>
            <c:extLst>
              <c:ext xmlns:c15="http://schemas.microsoft.com/office/drawing/2012/chart" uri="{CE6537A1-D6FC-4f65-9D91-7224C49458BB}">
                <c15:showLeaderLines val="0"/>
              </c:ext>
            </c:extLst>
          </c:dLbls>
          <c:cat>
            <c:strRef>
              <c:f>Sheet1!$B$1:$I$1</c:f>
              <c:strCache>
                <c:ptCount val="8"/>
                <c:pt idx="0">
                  <c:v>1995</c:v>
                </c:pt>
                <c:pt idx="1">
                  <c:v>1996</c:v>
                </c:pt>
                <c:pt idx="2">
                  <c:v>1997</c:v>
                </c:pt>
                <c:pt idx="3">
                  <c:v>1998</c:v>
                </c:pt>
                <c:pt idx="4">
                  <c:v>1999E</c:v>
                </c:pt>
                <c:pt idx="5">
                  <c:v>2000E</c:v>
                </c:pt>
                <c:pt idx="6">
                  <c:v>2001E</c:v>
                </c:pt>
                <c:pt idx="7">
                  <c:v>2002E</c:v>
                </c:pt>
              </c:strCache>
            </c:strRef>
          </c:cat>
          <c:val>
            <c:numRef>
              <c:f>Sheet1!$B$6:$I$6</c:f>
              <c:numCache>
                <c:formatCode>General</c:formatCode>
                <c:ptCount val="8"/>
                <c:pt idx="0">
                  <c:v>22</c:v>
                </c:pt>
                <c:pt idx="1">
                  <c:v>20</c:v>
                </c:pt>
                <c:pt idx="2">
                  <c:v>18</c:v>
                </c:pt>
                <c:pt idx="3">
                  <c:v>16</c:v>
                </c:pt>
                <c:pt idx="4">
                  <c:v>14</c:v>
                </c:pt>
                <c:pt idx="5">
                  <c:v>12</c:v>
                </c:pt>
                <c:pt idx="6">
                  <c:v>10</c:v>
                </c:pt>
                <c:pt idx="7">
                  <c:v>8</c:v>
                </c:pt>
              </c:numCache>
            </c:numRef>
          </c:val>
          <c:extLst>
            <c:ext xmlns:c16="http://schemas.microsoft.com/office/drawing/2014/chart" uri="{C3380CC4-5D6E-409C-BE32-E72D297353CC}">
              <c16:uniqueId val="{00000004-E610-D14B-8280-338181F9BD6D}"/>
            </c:ext>
          </c:extLst>
        </c:ser>
        <c:dLbls>
          <c:showLegendKey val="0"/>
          <c:showVal val="0"/>
          <c:showCatName val="0"/>
          <c:showSerName val="0"/>
          <c:showPercent val="0"/>
          <c:showBubbleSize val="0"/>
        </c:dLbls>
        <c:axId val="928109887"/>
        <c:axId val="1"/>
      </c:areaChart>
      <c:catAx>
        <c:axId val="928109887"/>
        <c:scaling>
          <c:orientation val="minMax"/>
        </c:scaling>
        <c:delete val="0"/>
        <c:axPos val="b"/>
        <c:numFmt formatCode="General" sourceLinked="1"/>
        <c:majorTickMark val="out"/>
        <c:minorTickMark val="none"/>
        <c:tickLblPos val="nextTo"/>
        <c:spPr>
          <a:ln w="966">
            <a:solidFill>
              <a:srgbClr val="000000"/>
            </a:solidFill>
            <a:prstDash val="solid"/>
          </a:ln>
        </c:spPr>
        <c:txPr>
          <a:bodyPr rot="0" vert="horz"/>
          <a:lstStyle/>
          <a:p>
            <a:pPr>
              <a:defRPr sz="364" b="0" i="0" u="none" strike="noStrike" baseline="0">
                <a:solidFill>
                  <a:srgbClr val="000000"/>
                </a:solidFill>
                <a:latin typeface="Arial"/>
                <a:ea typeface="Arial"/>
                <a:cs typeface="Arial"/>
              </a:defRPr>
            </a:pPr>
            <a:endParaRPr lang="ko-KR"/>
          </a:p>
        </c:txPr>
        <c:crossAx val="1"/>
        <c:crosses val="autoZero"/>
        <c:auto val="1"/>
        <c:lblAlgn val="ctr"/>
        <c:lblOffset val="100"/>
        <c:tickLblSkip val="1"/>
        <c:tickMarkSkip val="1"/>
        <c:noMultiLvlLbl val="0"/>
      </c:catAx>
      <c:valAx>
        <c:axId val="1"/>
        <c:scaling>
          <c:orientation val="minMax"/>
        </c:scaling>
        <c:delete val="0"/>
        <c:axPos val="l"/>
        <c:numFmt formatCode="General" sourceLinked="1"/>
        <c:majorTickMark val="out"/>
        <c:minorTickMark val="none"/>
        <c:tickLblPos val="nextTo"/>
        <c:spPr>
          <a:ln w="966">
            <a:solidFill>
              <a:srgbClr val="000000"/>
            </a:solidFill>
            <a:prstDash val="solid"/>
          </a:ln>
        </c:spPr>
        <c:txPr>
          <a:bodyPr rot="0" vert="horz"/>
          <a:lstStyle/>
          <a:p>
            <a:pPr>
              <a:defRPr sz="364" b="0" i="0" u="none" strike="noStrike" baseline="0">
                <a:solidFill>
                  <a:srgbClr val="000000"/>
                </a:solidFill>
                <a:latin typeface="Arial"/>
                <a:ea typeface="Arial"/>
                <a:cs typeface="Arial"/>
              </a:defRPr>
            </a:pPr>
            <a:endParaRPr lang="ko-KR"/>
          </a:p>
        </c:txPr>
        <c:crossAx val="928109887"/>
        <c:crosses val="autoZero"/>
        <c:crossBetween val="midCat"/>
      </c:valAx>
      <c:spPr>
        <a:noFill/>
        <a:ln w="8729">
          <a:noFill/>
        </a:ln>
      </c:spPr>
    </c:plotArea>
    <c:plotVisOnly val="1"/>
    <c:dispBlanksAs val="zero"/>
    <c:showDLblsOverMax val="0"/>
  </c:chart>
  <c:spPr>
    <a:noFill/>
    <a:ln>
      <a:noFill/>
    </a:ln>
  </c:spPr>
  <c:txPr>
    <a:bodyPr/>
    <a:lstStyle/>
    <a:p>
      <a:pPr>
        <a:defRPr sz="364" b="1" i="0" u="none" strike="noStrike" baseline="0">
          <a:solidFill>
            <a:srgbClr val="000000"/>
          </a:solidFill>
          <a:latin typeface="Arial"/>
          <a:ea typeface="Arial"/>
          <a:cs typeface="Arial"/>
        </a:defRPr>
      </a:pPr>
      <a:endParaRPr lang="ko-K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720588235294118E-2"/>
          <c:y val="3.8461538461538464E-2"/>
          <c:w val="0.89522058823529416"/>
          <c:h val="0.86858974358974361"/>
        </c:manualLayout>
      </c:layout>
      <c:scatterChart>
        <c:scatterStyle val="lineMarker"/>
        <c:varyColors val="0"/>
        <c:ser>
          <c:idx val="0"/>
          <c:order val="0"/>
          <c:tx>
            <c:strRef>
              <c:f>Sheet1!$B$1</c:f>
              <c:strCache>
                <c:ptCount val="1"/>
                <c:pt idx="0">
                  <c:v>-5.22%</c:v>
                </c:pt>
              </c:strCache>
            </c:strRef>
          </c:tx>
          <c:spPr>
            <a:ln w="4965">
              <a:noFill/>
            </a:ln>
          </c:spPr>
          <c:marker>
            <c:symbol val="diamond"/>
            <c:size val="2"/>
            <c:spPr>
              <a:solidFill>
                <a:srgbClr val="777777"/>
              </a:solidFill>
              <a:ln>
                <a:solidFill>
                  <a:srgbClr val="FFFFFF"/>
                </a:solidFill>
                <a:prstDash val="solid"/>
              </a:ln>
            </c:spPr>
          </c:marker>
          <c:xVal>
            <c:numRef>
              <c:f>Sheet1!$A$2:$A$699</c:f>
              <c:numCache>
                <c:formatCode>0.00%</c:formatCode>
                <c:ptCount val="245"/>
                <c:pt idx="0">
                  <c:v>3.1199999999999999E-2</c:v>
                </c:pt>
                <c:pt idx="1">
                  <c:v>8.9999999999999998E-4</c:v>
                </c:pt>
                <c:pt idx="2">
                  <c:v>-9.2999999999999992E-3</c:v>
                </c:pt>
                <c:pt idx="3">
                  <c:v>-6.0600000000000001E-2</c:v>
                </c:pt>
                <c:pt idx="4">
                  <c:v>-5.11E-2</c:v>
                </c:pt>
                <c:pt idx="5">
                  <c:v>4.3700000000000003E-2</c:v>
                </c:pt>
                <c:pt idx="6">
                  <c:v>1.21E-2</c:v>
                </c:pt>
                <c:pt idx="7">
                  <c:v>6.7500000000000004E-2</c:v>
                </c:pt>
                <c:pt idx="8">
                  <c:v>9.6100000000000005E-2</c:v>
                </c:pt>
                <c:pt idx="9">
                  <c:v>3.3500000000000002E-2</c:v>
                </c:pt>
                <c:pt idx="10">
                  <c:v>1.8700000000000001E-2</c:v>
                </c:pt>
                <c:pt idx="11">
                  <c:v>3.0000000000000001E-3</c:v>
                </c:pt>
                <c:pt idx="12">
                  <c:v>0.1013</c:v>
                </c:pt>
                <c:pt idx="13">
                  <c:v>-6.4299999999999996E-2</c:v>
                </c:pt>
                <c:pt idx="14">
                  <c:v>4.65E-2</c:v>
                </c:pt>
                <c:pt idx="15">
                  <c:v>-9.2399999999999996E-2</c:v>
                </c:pt>
                <c:pt idx="16">
                  <c:v>5.3E-3</c:v>
                </c:pt>
                <c:pt idx="17">
                  <c:v>-9.9900000000000003E-2</c:v>
                </c:pt>
                <c:pt idx="18">
                  <c:v>5.4199999999999998E-2</c:v>
                </c:pt>
                <c:pt idx="19">
                  <c:v>0.115</c:v>
                </c:pt>
                <c:pt idx="20">
                  <c:v>2.0500000000000001E-2</c:v>
                </c:pt>
                <c:pt idx="21">
                  <c:v>4.4400000000000002E-2</c:v>
                </c:pt>
                <c:pt idx="22">
                  <c:v>-3.8399999999999997E-2</c:v>
                </c:pt>
                <c:pt idx="23">
                  <c:v>-1.21E-2</c:v>
                </c:pt>
                <c:pt idx="24">
                  <c:v>4.65E-2</c:v>
                </c:pt>
                <c:pt idx="25">
                  <c:v>3.8600000000000002E-2</c:v>
                </c:pt>
                <c:pt idx="26">
                  <c:v>0.15620000000000001</c:v>
                </c:pt>
                <c:pt idx="27">
                  <c:v>0.13239999999999999</c:v>
                </c:pt>
                <c:pt idx="28">
                  <c:v>4.8000000000000001E-2</c:v>
                </c:pt>
                <c:pt idx="29">
                  <c:v>0</c:v>
                </c:pt>
                <c:pt idx="30">
                  <c:v>4.7199999999999999E-2</c:v>
                </c:pt>
                <c:pt idx="31">
                  <c:v>0.13389999999999999</c:v>
                </c:pt>
                <c:pt idx="32">
                  <c:v>8.3299999999999999E-2</c:v>
                </c:pt>
                <c:pt idx="33">
                  <c:v>7.2800000000000004E-2</c:v>
                </c:pt>
                <c:pt idx="34">
                  <c:v>-2.53E-2</c:v>
                </c:pt>
                <c:pt idx="35">
                  <c:v>-4.5699999999999998E-2</c:v>
                </c:pt>
                <c:pt idx="36">
                  <c:v>3.0700000000000002E-2</c:v>
                </c:pt>
                <c:pt idx="37">
                  <c:v>2.1399999999999999E-2</c:v>
                </c:pt>
                <c:pt idx="38">
                  <c:v>-1.7000000000000001E-2</c:v>
                </c:pt>
                <c:pt idx="39">
                  <c:v>0</c:v>
                </c:pt>
                <c:pt idx="40">
                  <c:v>-2.8999999999999998E-3</c:v>
                </c:pt>
                <c:pt idx="41">
                  <c:v>-4.4999999999999997E-3</c:v>
                </c:pt>
                <c:pt idx="42">
                  <c:v>3.6999999999999998E-2</c:v>
                </c:pt>
                <c:pt idx="43">
                  <c:v>-2.12E-2</c:v>
                </c:pt>
                <c:pt idx="44">
                  <c:v>0.16969999999999999</c:v>
                </c:pt>
                <c:pt idx="45">
                  <c:v>-5.4100000000000002E-2</c:v>
                </c:pt>
                <c:pt idx="46">
                  <c:v>-5.1999999999999998E-3</c:v>
                </c:pt>
                <c:pt idx="47">
                  <c:v>0.1163</c:v>
                </c:pt>
                <c:pt idx="48">
                  <c:v>4.4999999999999998E-2</c:v>
                </c:pt>
                <c:pt idx="49">
                  <c:v>3.8899999999999997E-2</c:v>
                </c:pt>
                <c:pt idx="50">
                  <c:v>-8.3000000000000001E-3</c:v>
                </c:pt>
                <c:pt idx="51">
                  <c:v>-2.1299999999999999E-2</c:v>
                </c:pt>
                <c:pt idx="52">
                  <c:v>2.5499999999999998E-2</c:v>
                </c:pt>
                <c:pt idx="53">
                  <c:v>6.6100000000000006E-2</c:v>
                </c:pt>
                <c:pt idx="54">
                  <c:v>-2.01E-2</c:v>
                </c:pt>
                <c:pt idx="55">
                  <c:v>3.0300000000000001E-2</c:v>
                </c:pt>
                <c:pt idx="56">
                  <c:v>0</c:v>
                </c:pt>
                <c:pt idx="57">
                  <c:v>0</c:v>
                </c:pt>
                <c:pt idx="58">
                  <c:v>0.1186</c:v>
                </c:pt>
                <c:pt idx="59">
                  <c:v>4.8999999999999998E-3</c:v>
                </c:pt>
                <c:pt idx="60">
                  <c:v>0.1007</c:v>
                </c:pt>
                <c:pt idx="61">
                  <c:v>-6.7199999999999996E-2</c:v>
                </c:pt>
                <c:pt idx="62">
                  <c:v>0.10290000000000001</c:v>
                </c:pt>
                <c:pt idx="63">
                  <c:v>-1.3100000000000001E-2</c:v>
                </c:pt>
                <c:pt idx="64">
                  <c:v>0</c:v>
                </c:pt>
                <c:pt idx="65">
                  <c:v>-7.7999999999999996E-3</c:v>
                </c:pt>
                <c:pt idx="66">
                  <c:v>9.2600000000000002E-2</c:v>
                </c:pt>
                <c:pt idx="67">
                  <c:v>1.32E-2</c:v>
                </c:pt>
                <c:pt idx="68">
                  <c:v>-3.5000000000000003E-2</c:v>
                </c:pt>
                <c:pt idx="69">
                  <c:v>-9.0300000000000005E-2</c:v>
                </c:pt>
                <c:pt idx="70">
                  <c:v>0.1003</c:v>
                </c:pt>
                <c:pt idx="71">
                  <c:v>4.1999999999999997E-3</c:v>
                </c:pt>
                <c:pt idx="72">
                  <c:v>9.7799999999999998E-2</c:v>
                </c:pt>
                <c:pt idx="73">
                  <c:v>-4.7999999999999996E-3</c:v>
                </c:pt>
                <c:pt idx="74">
                  <c:v>7.6700000000000004E-2</c:v>
                </c:pt>
                <c:pt idx="75">
                  <c:v>9.7000000000000003E-3</c:v>
                </c:pt>
                <c:pt idx="76">
                  <c:v>0.1048</c:v>
                </c:pt>
                <c:pt idx="77">
                  <c:v>-0.16719999999999999</c:v>
                </c:pt>
                <c:pt idx="78">
                  <c:v>7.4999999999999997E-2</c:v>
                </c:pt>
                <c:pt idx="79">
                  <c:v>-6.0000000000000001E-3</c:v>
                </c:pt>
                <c:pt idx="80">
                  <c:v>0.10920000000000001</c:v>
                </c:pt>
                <c:pt idx="81">
                  <c:v>3.8800000000000001E-2</c:v>
                </c:pt>
                <c:pt idx="82">
                  <c:v>5.7599999999999998E-2</c:v>
                </c:pt>
                <c:pt idx="83">
                  <c:v>9.1000000000000004E-3</c:v>
                </c:pt>
                <c:pt idx="84">
                  <c:v>-2.81E-2</c:v>
                </c:pt>
                <c:pt idx="85">
                  <c:v>-7.2499999999999995E-2</c:v>
                </c:pt>
                <c:pt idx="86">
                  <c:v>4.7E-2</c:v>
                </c:pt>
                <c:pt idx="87">
                  <c:v>2.2700000000000001E-2</c:v>
                </c:pt>
                <c:pt idx="88">
                  <c:v>6.1000000000000004E-3</c:v>
                </c:pt>
                <c:pt idx="89">
                  <c:v>1.5299999999999999E-2</c:v>
                </c:pt>
                <c:pt idx="90">
                  <c:v>-1.6299999999999999E-2</c:v>
                </c:pt>
                <c:pt idx="91">
                  <c:v>2.8799999999999999E-2</c:v>
                </c:pt>
                <c:pt idx="92">
                  <c:v>-1.78E-2</c:v>
                </c:pt>
                <c:pt idx="93">
                  <c:v>0.19120000000000001</c:v>
                </c:pt>
                <c:pt idx="94">
                  <c:v>3.49E-2</c:v>
                </c:pt>
                <c:pt idx="95">
                  <c:v>-0.1197</c:v>
                </c:pt>
                <c:pt idx="96">
                  <c:v>-8.1799999999999998E-2</c:v>
                </c:pt>
                <c:pt idx="97">
                  <c:v>-2.47E-2</c:v>
                </c:pt>
                <c:pt idx="98">
                  <c:v>-9.3299999999999994E-2</c:v>
                </c:pt>
                <c:pt idx="99">
                  <c:v>0.14099999999999999</c:v>
                </c:pt>
                <c:pt idx="100">
                  <c:v>-0.10440000000000001</c:v>
                </c:pt>
                <c:pt idx="101">
                  <c:v>2.9100000000000001E-2</c:v>
                </c:pt>
                <c:pt idx="102">
                  <c:v>5.0999999999999997E-2</c:v>
                </c:pt>
                <c:pt idx="103">
                  <c:v>7.9799999999999996E-2</c:v>
                </c:pt>
                <c:pt idx="104">
                  <c:v>-6.6299999999999998E-2</c:v>
                </c:pt>
                <c:pt idx="105">
                  <c:v>0</c:v>
                </c:pt>
                <c:pt idx="106">
                  <c:v>-4.6800000000000001E-2</c:v>
                </c:pt>
                <c:pt idx="107">
                  <c:v>5.7599999999999998E-2</c:v>
                </c:pt>
                <c:pt idx="108">
                  <c:v>0.13880000000000001</c:v>
                </c:pt>
                <c:pt idx="109">
                  <c:v>-2.12E-2</c:v>
                </c:pt>
                <c:pt idx="110">
                  <c:v>2.9499999999999998E-2</c:v>
                </c:pt>
                <c:pt idx="111">
                  <c:v>7.3000000000000001E-3</c:v>
                </c:pt>
                <c:pt idx="112">
                  <c:v>6.3899999999999998E-2</c:v>
                </c:pt>
                <c:pt idx="113">
                  <c:v>0</c:v>
                </c:pt>
                <c:pt idx="114">
                  <c:v>-3.8E-3</c:v>
                </c:pt>
                <c:pt idx="115">
                  <c:v>-9.9000000000000008E-3</c:v>
                </c:pt>
              </c:numCache>
            </c:numRef>
          </c:xVal>
          <c:yVal>
            <c:numRef>
              <c:f>Sheet1!$B$2:$B$699</c:f>
              <c:numCache>
                <c:formatCode>0.00%</c:formatCode>
                <c:ptCount val="245"/>
                <c:pt idx="0">
                  <c:v>4.58E-2</c:v>
                </c:pt>
                <c:pt idx="1">
                  <c:v>-1.1599999999999999E-2</c:v>
                </c:pt>
                <c:pt idx="2">
                  <c:v>-6.0000000000000001E-3</c:v>
                </c:pt>
                <c:pt idx="3">
                  <c:v>0.1716</c:v>
                </c:pt>
                <c:pt idx="4">
                  <c:v>0.30809999999999998</c:v>
                </c:pt>
                <c:pt idx="5">
                  <c:v>4.5600000000000002E-2</c:v>
                </c:pt>
                <c:pt idx="6">
                  <c:v>-2.75E-2</c:v>
                </c:pt>
                <c:pt idx="7">
                  <c:v>7.6300000000000007E-2</c:v>
                </c:pt>
                <c:pt idx="8">
                  <c:v>4.8399999999999999E-2</c:v>
                </c:pt>
                <c:pt idx="9">
                  <c:v>-2.4299999999999999E-2</c:v>
                </c:pt>
                <c:pt idx="10">
                  <c:v>3.3799999999999997E-2</c:v>
                </c:pt>
                <c:pt idx="11">
                  <c:v>-0.10970000000000001</c:v>
                </c:pt>
                <c:pt idx="12">
                  <c:v>0.1008</c:v>
                </c:pt>
                <c:pt idx="13">
                  <c:v>-4.3200000000000002E-2</c:v>
                </c:pt>
                <c:pt idx="14">
                  <c:v>-2.98E-2</c:v>
                </c:pt>
                <c:pt idx="15">
                  <c:v>0</c:v>
                </c:pt>
                <c:pt idx="16">
                  <c:v>6.2899999999999998E-2</c:v>
                </c:pt>
                <c:pt idx="17">
                  <c:v>-0.1384</c:v>
                </c:pt>
                <c:pt idx="18">
                  <c:v>0</c:v>
                </c:pt>
                <c:pt idx="19">
                  <c:v>3.7400000000000003E-2</c:v>
                </c:pt>
                <c:pt idx="20">
                  <c:v>-5.0500000000000003E-2</c:v>
                </c:pt>
                <c:pt idx="21">
                  <c:v>-1.1599999999999999E-2</c:v>
                </c:pt>
                <c:pt idx="22">
                  <c:v>0.2631</c:v>
                </c:pt>
                <c:pt idx="23">
                  <c:v>-2.5600000000000001E-2</c:v>
                </c:pt>
                <c:pt idx="24">
                  <c:v>-0.13070000000000001</c:v>
                </c:pt>
                <c:pt idx="25">
                  <c:v>0.1356</c:v>
                </c:pt>
                <c:pt idx="26">
                  <c:v>0.2331</c:v>
                </c:pt>
                <c:pt idx="27">
                  <c:v>9.8900000000000002E-2</c:v>
                </c:pt>
                <c:pt idx="28">
                  <c:v>-1.5800000000000002E-2</c:v>
                </c:pt>
                <c:pt idx="29">
                  <c:v>0.104</c:v>
                </c:pt>
                <c:pt idx="30">
                  <c:v>4.2700000000000002E-2</c:v>
                </c:pt>
                <c:pt idx="31">
                  <c:v>-8.2199999999999995E-2</c:v>
                </c:pt>
                <c:pt idx="32">
                  <c:v>2.4299999999999999E-2</c:v>
                </c:pt>
                <c:pt idx="33">
                  <c:v>-8.8099999999999998E-2</c:v>
                </c:pt>
                <c:pt idx="34">
                  <c:v>-0.1191</c:v>
                </c:pt>
                <c:pt idx="35">
                  <c:v>-6.83E-2</c:v>
                </c:pt>
                <c:pt idx="36">
                  <c:v>0</c:v>
                </c:pt>
                <c:pt idx="37">
                  <c:v>6.6699999999999995E-2</c:v>
                </c:pt>
                <c:pt idx="38">
                  <c:v>-8.5099999999999995E-2</c:v>
                </c:pt>
                <c:pt idx="39">
                  <c:v>0</c:v>
                </c:pt>
                <c:pt idx="40">
                  <c:v>-0.1474</c:v>
                </c:pt>
                <c:pt idx="41">
                  <c:v>-0.1066</c:v>
                </c:pt>
                <c:pt idx="42">
                  <c:v>6.4399999999999999E-2</c:v>
                </c:pt>
                <c:pt idx="43">
                  <c:v>-3.5299999999999998E-2</c:v>
                </c:pt>
                <c:pt idx="44">
                  <c:v>-6.9999999999999999E-4</c:v>
                </c:pt>
                <c:pt idx="45">
                  <c:v>0</c:v>
                </c:pt>
                <c:pt idx="46">
                  <c:v>0.17899999999999999</c:v>
                </c:pt>
                <c:pt idx="47">
                  <c:v>0.1207</c:v>
                </c:pt>
                <c:pt idx="48">
                  <c:v>-9.2600000000000002E-2</c:v>
                </c:pt>
                <c:pt idx="49">
                  <c:v>-2.9399999999999999E-2</c:v>
                </c:pt>
                <c:pt idx="50">
                  <c:v>0.13739999999999999</c:v>
                </c:pt>
                <c:pt idx="51">
                  <c:v>-0.1283</c:v>
                </c:pt>
                <c:pt idx="52">
                  <c:v>-2.7300000000000001E-2</c:v>
                </c:pt>
                <c:pt idx="53">
                  <c:v>4.2700000000000002E-2</c:v>
                </c:pt>
                <c:pt idx="54">
                  <c:v>-0.1862</c:v>
                </c:pt>
                <c:pt idx="55">
                  <c:v>-9.9199999999999997E-2</c:v>
                </c:pt>
                <c:pt idx="56">
                  <c:v>0.2268</c:v>
                </c:pt>
                <c:pt idx="57">
                  <c:v>0</c:v>
                </c:pt>
                <c:pt idx="58">
                  <c:v>4.1000000000000002E-2</c:v>
                </c:pt>
                <c:pt idx="59">
                  <c:v>-0.1</c:v>
                </c:pt>
                <c:pt idx="60">
                  <c:v>4.1700000000000001E-2</c:v>
                </c:pt>
                <c:pt idx="61">
                  <c:v>0</c:v>
                </c:pt>
                <c:pt idx="62">
                  <c:v>-3.5999999999999999E-3</c:v>
                </c:pt>
                <c:pt idx="63">
                  <c:v>0.25390000000000001</c:v>
                </c:pt>
                <c:pt idx="64">
                  <c:v>-1.2E-2</c:v>
                </c:pt>
                <c:pt idx="65">
                  <c:v>0.13500000000000001</c:v>
                </c:pt>
                <c:pt idx="66">
                  <c:v>0</c:v>
                </c:pt>
                <c:pt idx="67">
                  <c:v>-1.6400000000000001E-2</c:v>
                </c:pt>
                <c:pt idx="68">
                  <c:v>2.8299999999999999E-2</c:v>
                </c:pt>
                <c:pt idx="69">
                  <c:v>-0.2354</c:v>
                </c:pt>
                <c:pt idx="70">
                  <c:v>-8.8499999999999995E-2</c:v>
                </c:pt>
                <c:pt idx="71">
                  <c:v>-1.72E-2</c:v>
                </c:pt>
                <c:pt idx="72">
                  <c:v>-3.0099999999999998E-2</c:v>
                </c:pt>
                <c:pt idx="73">
                  <c:v>-9.4100000000000003E-2</c:v>
                </c:pt>
                <c:pt idx="74">
                  <c:v>0.24679999999999999</c:v>
                </c:pt>
                <c:pt idx="75">
                  <c:v>-1.9099999999999999E-2</c:v>
                </c:pt>
                <c:pt idx="76">
                  <c:v>0.10199999999999999</c:v>
                </c:pt>
                <c:pt idx="77">
                  <c:v>-2.5100000000000001E-2</c:v>
                </c:pt>
                <c:pt idx="78">
                  <c:v>0.13519999999999999</c:v>
                </c:pt>
                <c:pt idx="79">
                  <c:v>-0.10299999999999999</c:v>
                </c:pt>
                <c:pt idx="80">
                  <c:v>-6.9900000000000004E-2</c:v>
                </c:pt>
                <c:pt idx="81">
                  <c:v>0.1176</c:v>
                </c:pt>
                <c:pt idx="82">
                  <c:v>4.99E-2</c:v>
                </c:pt>
                <c:pt idx="83">
                  <c:v>-2.3699999999999999E-2</c:v>
                </c:pt>
                <c:pt idx="84">
                  <c:v>-0.1033</c:v>
                </c:pt>
                <c:pt idx="85">
                  <c:v>-0.108</c:v>
                </c:pt>
                <c:pt idx="86">
                  <c:v>8.8400000000000006E-2</c:v>
                </c:pt>
                <c:pt idx="87">
                  <c:v>-0.13109999999999999</c:v>
                </c:pt>
                <c:pt idx="88">
                  <c:v>7.4399999999999994E-2</c:v>
                </c:pt>
                <c:pt idx="89">
                  <c:v>4.1099999999999998E-2</c:v>
                </c:pt>
                <c:pt idx="90">
                  <c:v>6.3899999999999998E-2</c:v>
                </c:pt>
                <c:pt idx="91">
                  <c:v>-7.3000000000000001E-3</c:v>
                </c:pt>
                <c:pt idx="92">
                  <c:v>0.1207</c:v>
                </c:pt>
                <c:pt idx="93">
                  <c:v>6.2600000000000003E-2</c:v>
                </c:pt>
                <c:pt idx="94">
                  <c:v>0.15490000000000001</c:v>
                </c:pt>
                <c:pt idx="95">
                  <c:v>-0.14699999999999999</c:v>
                </c:pt>
                <c:pt idx="96">
                  <c:v>-0.11550000000000001</c:v>
                </c:pt>
                <c:pt idx="97">
                  <c:v>-8.2500000000000004E-2</c:v>
                </c:pt>
                <c:pt idx="98">
                  <c:v>-0.1799</c:v>
                </c:pt>
                <c:pt idx="99">
                  <c:v>0.21709999999999999</c:v>
                </c:pt>
                <c:pt idx="100">
                  <c:v>-0.1696</c:v>
                </c:pt>
                <c:pt idx="101">
                  <c:v>-0.13020000000000001</c:v>
                </c:pt>
                <c:pt idx="102">
                  <c:v>0.1226</c:v>
                </c:pt>
                <c:pt idx="103">
                  <c:v>8.4400000000000003E-2</c:v>
                </c:pt>
                <c:pt idx="104">
                  <c:v>-0.20979999999999999</c:v>
                </c:pt>
                <c:pt idx="105">
                  <c:v>0</c:v>
                </c:pt>
                <c:pt idx="106">
                  <c:v>2.8400000000000002E-2</c:v>
                </c:pt>
                <c:pt idx="107">
                  <c:v>-0.18970000000000001</c:v>
                </c:pt>
                <c:pt idx="108">
                  <c:v>0.10009999999999999</c:v>
                </c:pt>
                <c:pt idx="109">
                  <c:v>1.8800000000000001E-2</c:v>
                </c:pt>
                <c:pt idx="110">
                  <c:v>-8.6800000000000002E-2</c:v>
                </c:pt>
                <c:pt idx="111">
                  <c:v>0.1767</c:v>
                </c:pt>
                <c:pt idx="112">
                  <c:v>5.7599999999999998E-2</c:v>
                </c:pt>
                <c:pt idx="113">
                  <c:v>0.19239999999999999</c:v>
                </c:pt>
                <c:pt idx="114">
                  <c:v>0.12839999999999999</c:v>
                </c:pt>
                <c:pt idx="115">
                  <c:v>0.10639999999999999</c:v>
                </c:pt>
              </c:numCache>
            </c:numRef>
          </c:yVal>
          <c:smooth val="0"/>
          <c:extLst>
            <c:ext xmlns:c16="http://schemas.microsoft.com/office/drawing/2014/chart" uri="{C3380CC4-5D6E-409C-BE32-E72D297353CC}">
              <c16:uniqueId val="{00000000-A414-0944-B388-D899CB43AE88}"/>
            </c:ext>
          </c:extLst>
        </c:ser>
        <c:dLbls>
          <c:showLegendKey val="0"/>
          <c:showVal val="0"/>
          <c:showCatName val="0"/>
          <c:showSerName val="0"/>
          <c:showPercent val="0"/>
          <c:showBubbleSize val="0"/>
        </c:dLbls>
        <c:axId val="919129983"/>
        <c:axId val="1"/>
      </c:scatterChart>
      <c:valAx>
        <c:axId val="919129983"/>
        <c:scaling>
          <c:orientation val="minMax"/>
        </c:scaling>
        <c:delete val="0"/>
        <c:axPos val="b"/>
        <c:numFmt formatCode="0%" sourceLinked="0"/>
        <c:majorTickMark val="none"/>
        <c:minorTickMark val="none"/>
        <c:tickLblPos val="low"/>
        <c:spPr>
          <a:ln w="828">
            <a:solidFill>
              <a:srgbClr val="000000"/>
            </a:solidFill>
            <a:prstDash val="solid"/>
          </a:ln>
        </c:spPr>
        <c:txPr>
          <a:bodyPr rot="0" vert="horz"/>
          <a:lstStyle/>
          <a:p>
            <a:pPr>
              <a:defRPr sz="312" b="0" i="0" u="none" strike="noStrike" baseline="0">
                <a:solidFill>
                  <a:srgbClr val="000000"/>
                </a:solidFill>
                <a:latin typeface="Arial"/>
                <a:ea typeface="Arial"/>
                <a:cs typeface="Arial"/>
              </a:defRPr>
            </a:pPr>
            <a:endParaRPr lang="ko-KR"/>
          </a:p>
        </c:txPr>
        <c:crossAx val="1"/>
        <c:crosses val="autoZero"/>
        <c:crossBetween val="midCat"/>
      </c:valAx>
      <c:valAx>
        <c:axId val="1"/>
        <c:scaling>
          <c:orientation val="minMax"/>
        </c:scaling>
        <c:delete val="0"/>
        <c:axPos val="l"/>
        <c:numFmt formatCode="0%" sourceLinked="0"/>
        <c:majorTickMark val="none"/>
        <c:minorTickMark val="none"/>
        <c:tickLblPos val="low"/>
        <c:spPr>
          <a:ln w="828">
            <a:solidFill>
              <a:srgbClr val="000000"/>
            </a:solidFill>
            <a:prstDash val="solid"/>
          </a:ln>
        </c:spPr>
        <c:txPr>
          <a:bodyPr rot="0" vert="horz"/>
          <a:lstStyle/>
          <a:p>
            <a:pPr>
              <a:defRPr sz="312" b="0" i="0" u="none" strike="noStrike" baseline="0">
                <a:solidFill>
                  <a:srgbClr val="000000"/>
                </a:solidFill>
                <a:latin typeface="Arial"/>
                <a:ea typeface="Arial"/>
                <a:cs typeface="Arial"/>
              </a:defRPr>
            </a:pPr>
            <a:endParaRPr lang="ko-KR"/>
          </a:p>
        </c:txPr>
        <c:crossAx val="919129983"/>
        <c:crosses val="autoZero"/>
        <c:crossBetween val="midCat"/>
      </c:valAx>
      <c:spPr>
        <a:noFill/>
        <a:ln w="8211">
          <a:noFill/>
        </a:ln>
      </c:spPr>
    </c:plotArea>
    <c:plotVisOnly val="1"/>
    <c:dispBlanksAs val="gap"/>
    <c:showDLblsOverMax val="0"/>
  </c:chart>
  <c:spPr>
    <a:noFill/>
    <a:ln>
      <a:noFill/>
    </a:ln>
  </c:spPr>
  <c:txPr>
    <a:bodyPr/>
    <a:lstStyle/>
    <a:p>
      <a:pPr>
        <a:defRPr sz="469" b="1" i="0" u="none" strike="noStrike" baseline="0">
          <a:solidFill>
            <a:srgbClr val="000000"/>
          </a:solidFill>
          <a:latin typeface="Arial"/>
          <a:ea typeface="Arial"/>
          <a:cs typeface="Arial"/>
        </a:defRPr>
      </a:pPr>
      <a:endParaRPr lang="ko-K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797642436149315E-2"/>
          <c:y val="4.3321299638989168E-2"/>
          <c:w val="0.91748526522593321"/>
          <c:h val="0.92057761732851984"/>
        </c:manualLayout>
      </c:layout>
      <c:scatterChart>
        <c:scatterStyle val="lineMarker"/>
        <c:varyColors val="0"/>
        <c:ser>
          <c:idx val="0"/>
          <c:order val="0"/>
          <c:tx>
            <c:strRef>
              <c:f>Sheet1!$B$1</c:f>
              <c:strCache>
                <c:ptCount val="1"/>
                <c:pt idx="0">
                  <c:v>Series A</c:v>
                </c:pt>
              </c:strCache>
            </c:strRef>
          </c:tx>
          <c:spPr>
            <a:ln w="5572">
              <a:noFill/>
            </a:ln>
          </c:spPr>
          <c:marker>
            <c:symbol val="diamond"/>
            <c:size val="2"/>
            <c:spPr>
              <a:solidFill>
                <a:srgbClr val="777777"/>
              </a:solidFill>
              <a:ln>
                <a:solidFill>
                  <a:srgbClr val="777777"/>
                </a:solidFill>
                <a:prstDash val="solid"/>
              </a:ln>
            </c:spPr>
          </c:marker>
          <c:trendline>
            <c:spPr>
              <a:ln w="3715">
                <a:solidFill>
                  <a:srgbClr val="777777"/>
                </a:solidFill>
                <a:prstDash val="solid"/>
              </a:ln>
            </c:spPr>
            <c:trendlineType val="linear"/>
            <c:dispRSqr val="0"/>
            <c:dispEq val="0"/>
          </c:trendline>
          <c:xVal>
            <c:numRef>
              <c:f>Sheet1!$A$2:$A$6</c:f>
              <c:numCache>
                <c:formatCode>0.00</c:formatCode>
                <c:ptCount val="5"/>
                <c:pt idx="0">
                  <c:v>23.7</c:v>
                </c:pt>
                <c:pt idx="1">
                  <c:v>34.799999999999997</c:v>
                </c:pt>
                <c:pt idx="2">
                  <c:v>45.6</c:v>
                </c:pt>
                <c:pt idx="3">
                  <c:v>10.6</c:v>
                </c:pt>
                <c:pt idx="4">
                  <c:v>5.4</c:v>
                </c:pt>
              </c:numCache>
            </c:numRef>
          </c:xVal>
          <c:yVal>
            <c:numRef>
              <c:f>Sheet1!$B$2:$B$6</c:f>
              <c:numCache>
                <c:formatCode>0.00</c:formatCode>
                <c:ptCount val="5"/>
                <c:pt idx="0">
                  <c:v>20.399999999999999</c:v>
                </c:pt>
                <c:pt idx="1">
                  <c:v>39.5</c:v>
                </c:pt>
                <c:pt idx="2">
                  <c:v>76.400000000000006</c:v>
                </c:pt>
                <c:pt idx="3">
                  <c:v>15.9</c:v>
                </c:pt>
                <c:pt idx="4">
                  <c:v>1.2</c:v>
                </c:pt>
              </c:numCache>
            </c:numRef>
          </c:yVal>
          <c:smooth val="0"/>
          <c:extLst>
            <c:ext xmlns:c16="http://schemas.microsoft.com/office/drawing/2014/chart" uri="{C3380CC4-5D6E-409C-BE32-E72D297353CC}">
              <c16:uniqueId val="{00000001-7D52-3A4A-A8C1-E6C412DFDB78}"/>
            </c:ext>
          </c:extLst>
        </c:ser>
        <c:ser>
          <c:idx val="1"/>
          <c:order val="1"/>
          <c:tx>
            <c:strRef>
              <c:f>Sheet1!$C$1</c:f>
              <c:strCache>
                <c:ptCount val="1"/>
                <c:pt idx="0">
                  <c:v>Series B</c:v>
                </c:pt>
              </c:strCache>
            </c:strRef>
          </c:tx>
          <c:spPr>
            <a:ln w="5572">
              <a:noFill/>
            </a:ln>
          </c:spPr>
          <c:marker>
            <c:symbol val="square"/>
            <c:size val="2"/>
            <c:spPr>
              <a:solidFill>
                <a:srgbClr val="006699"/>
              </a:solidFill>
              <a:ln>
                <a:solidFill>
                  <a:srgbClr val="006699"/>
                </a:solidFill>
                <a:prstDash val="solid"/>
              </a:ln>
            </c:spPr>
          </c:marker>
          <c:trendline>
            <c:spPr>
              <a:ln w="3715">
                <a:solidFill>
                  <a:srgbClr val="006699"/>
                </a:solidFill>
                <a:prstDash val="solid"/>
              </a:ln>
            </c:spPr>
            <c:trendlineType val="linear"/>
            <c:dispRSqr val="0"/>
            <c:dispEq val="0"/>
          </c:trendline>
          <c:xVal>
            <c:numRef>
              <c:f>Sheet1!$A$2:$A$6</c:f>
              <c:numCache>
                <c:formatCode>0.00</c:formatCode>
                <c:ptCount val="5"/>
                <c:pt idx="0">
                  <c:v>23.7</c:v>
                </c:pt>
                <c:pt idx="1">
                  <c:v>34.799999999999997</c:v>
                </c:pt>
                <c:pt idx="2">
                  <c:v>45.6</c:v>
                </c:pt>
                <c:pt idx="3">
                  <c:v>10.6</c:v>
                </c:pt>
                <c:pt idx="4">
                  <c:v>5.4</c:v>
                </c:pt>
              </c:numCache>
            </c:numRef>
          </c:xVal>
          <c:yVal>
            <c:numRef>
              <c:f>Sheet1!$C$2:$C$6</c:f>
              <c:numCache>
                <c:formatCode>0.00</c:formatCode>
                <c:ptCount val="5"/>
                <c:pt idx="0">
                  <c:v>56</c:v>
                </c:pt>
                <c:pt idx="1">
                  <c:v>75</c:v>
                </c:pt>
                <c:pt idx="2">
                  <c:v>95</c:v>
                </c:pt>
                <c:pt idx="3">
                  <c:v>27</c:v>
                </c:pt>
                <c:pt idx="4">
                  <c:v>10</c:v>
                </c:pt>
              </c:numCache>
            </c:numRef>
          </c:yVal>
          <c:smooth val="0"/>
          <c:extLst>
            <c:ext xmlns:c16="http://schemas.microsoft.com/office/drawing/2014/chart" uri="{C3380CC4-5D6E-409C-BE32-E72D297353CC}">
              <c16:uniqueId val="{00000003-7D52-3A4A-A8C1-E6C412DFDB78}"/>
            </c:ext>
          </c:extLst>
        </c:ser>
        <c:ser>
          <c:idx val="2"/>
          <c:order val="2"/>
          <c:tx>
            <c:strRef>
              <c:f>Sheet1!$D$1</c:f>
              <c:strCache>
                <c:ptCount val="1"/>
                <c:pt idx="0">
                  <c:v>Series C</c:v>
                </c:pt>
              </c:strCache>
            </c:strRef>
          </c:tx>
          <c:spPr>
            <a:ln w="5572">
              <a:noFill/>
            </a:ln>
          </c:spPr>
          <c:marker>
            <c:symbol val="circle"/>
            <c:size val="2"/>
            <c:spPr>
              <a:solidFill>
                <a:srgbClr val="33CCCC"/>
              </a:solidFill>
              <a:ln>
                <a:solidFill>
                  <a:srgbClr val="33CCCC"/>
                </a:solidFill>
                <a:prstDash val="solid"/>
              </a:ln>
            </c:spPr>
          </c:marker>
          <c:trendline>
            <c:spPr>
              <a:ln w="3715">
                <a:solidFill>
                  <a:srgbClr val="33CCCC"/>
                </a:solidFill>
                <a:prstDash val="solid"/>
              </a:ln>
            </c:spPr>
            <c:trendlineType val="poly"/>
            <c:order val="2"/>
            <c:dispRSqr val="0"/>
            <c:dispEq val="0"/>
          </c:trendline>
          <c:xVal>
            <c:numRef>
              <c:f>Sheet1!$A$2:$A$6</c:f>
              <c:numCache>
                <c:formatCode>0.00</c:formatCode>
                <c:ptCount val="5"/>
                <c:pt idx="0">
                  <c:v>23.7</c:v>
                </c:pt>
                <c:pt idx="1">
                  <c:v>34.799999999999997</c:v>
                </c:pt>
                <c:pt idx="2">
                  <c:v>45.6</c:v>
                </c:pt>
                <c:pt idx="3">
                  <c:v>10.6</c:v>
                </c:pt>
                <c:pt idx="4">
                  <c:v>5.4</c:v>
                </c:pt>
              </c:numCache>
            </c:numRef>
          </c:xVal>
          <c:yVal>
            <c:numRef>
              <c:f>Sheet1!$D$2:$D$6</c:f>
              <c:numCache>
                <c:formatCode>0.00</c:formatCode>
                <c:ptCount val="5"/>
                <c:pt idx="0">
                  <c:v>15</c:v>
                </c:pt>
                <c:pt idx="1">
                  <c:v>25</c:v>
                </c:pt>
                <c:pt idx="2">
                  <c:v>34</c:v>
                </c:pt>
                <c:pt idx="3">
                  <c:v>22</c:v>
                </c:pt>
                <c:pt idx="4">
                  <c:v>26</c:v>
                </c:pt>
              </c:numCache>
            </c:numRef>
          </c:yVal>
          <c:smooth val="0"/>
          <c:extLst>
            <c:ext xmlns:c16="http://schemas.microsoft.com/office/drawing/2014/chart" uri="{C3380CC4-5D6E-409C-BE32-E72D297353CC}">
              <c16:uniqueId val="{00000005-7D52-3A4A-A8C1-E6C412DFDB78}"/>
            </c:ext>
          </c:extLst>
        </c:ser>
        <c:dLbls>
          <c:showLegendKey val="0"/>
          <c:showVal val="0"/>
          <c:showCatName val="0"/>
          <c:showSerName val="0"/>
          <c:showPercent val="0"/>
          <c:showBubbleSize val="0"/>
        </c:dLbls>
        <c:axId val="927209359"/>
        <c:axId val="1"/>
      </c:scatterChart>
      <c:valAx>
        <c:axId val="927209359"/>
        <c:scaling>
          <c:orientation val="minMax"/>
        </c:scaling>
        <c:delete val="0"/>
        <c:axPos val="b"/>
        <c:numFmt formatCode="0" sourceLinked="0"/>
        <c:majorTickMark val="out"/>
        <c:minorTickMark val="none"/>
        <c:tickLblPos val="nextTo"/>
        <c:spPr>
          <a:ln w="928">
            <a:solidFill>
              <a:srgbClr val="000000"/>
            </a:solidFill>
            <a:prstDash val="solid"/>
          </a:ln>
        </c:spPr>
        <c:txPr>
          <a:bodyPr rot="0" vert="horz"/>
          <a:lstStyle/>
          <a:p>
            <a:pPr>
              <a:defRPr sz="351" b="0" i="0" u="none" strike="noStrike" baseline="0">
                <a:solidFill>
                  <a:srgbClr val="000000"/>
                </a:solidFill>
                <a:latin typeface="Arial"/>
                <a:ea typeface="Arial"/>
                <a:cs typeface="Arial"/>
              </a:defRPr>
            </a:pPr>
            <a:endParaRPr lang="ko-KR"/>
          </a:p>
        </c:txPr>
        <c:crossAx val="1"/>
        <c:crosses val="autoZero"/>
        <c:crossBetween val="midCat"/>
      </c:valAx>
      <c:valAx>
        <c:axId val="1"/>
        <c:scaling>
          <c:orientation val="minMax"/>
        </c:scaling>
        <c:delete val="0"/>
        <c:axPos val="l"/>
        <c:numFmt formatCode="0" sourceLinked="0"/>
        <c:majorTickMark val="out"/>
        <c:minorTickMark val="none"/>
        <c:tickLblPos val="nextTo"/>
        <c:spPr>
          <a:ln w="928">
            <a:solidFill>
              <a:srgbClr val="000000"/>
            </a:solidFill>
            <a:prstDash val="solid"/>
          </a:ln>
        </c:spPr>
        <c:txPr>
          <a:bodyPr rot="0" vert="horz"/>
          <a:lstStyle/>
          <a:p>
            <a:pPr>
              <a:defRPr sz="351" b="0" i="0" u="none" strike="noStrike" baseline="0">
                <a:solidFill>
                  <a:srgbClr val="000000"/>
                </a:solidFill>
                <a:latin typeface="Arial"/>
                <a:ea typeface="Arial"/>
                <a:cs typeface="Arial"/>
              </a:defRPr>
            </a:pPr>
            <a:endParaRPr lang="ko-KR"/>
          </a:p>
        </c:txPr>
        <c:crossAx val="927209359"/>
        <c:crosses val="autoZero"/>
        <c:crossBetween val="midCat"/>
      </c:valAx>
      <c:spPr>
        <a:noFill/>
        <a:ln w="8416">
          <a:noFill/>
        </a:ln>
      </c:spPr>
    </c:plotArea>
    <c:plotVisOnly val="1"/>
    <c:dispBlanksAs val="gap"/>
    <c:showDLblsOverMax val="0"/>
  </c:chart>
  <c:spPr>
    <a:noFill/>
    <a:ln>
      <a:noFill/>
    </a:ln>
  </c:spPr>
  <c:txPr>
    <a:bodyPr/>
    <a:lstStyle/>
    <a:p>
      <a:pPr>
        <a:defRPr sz="351" b="0" i="0" u="none" strike="noStrike" baseline="0">
          <a:solidFill>
            <a:srgbClr val="000000"/>
          </a:solidFill>
          <a:latin typeface="Arial"/>
          <a:ea typeface="Arial"/>
          <a:cs typeface="Arial"/>
        </a:defRPr>
      </a:pPr>
      <a:endParaRPr lang="ko-KR"/>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0236686390532547E-2"/>
          <c:y val="3.7974683544303799E-2"/>
          <c:w val="0.8949704142011834"/>
          <c:h val="0.930379746835443"/>
        </c:manualLayout>
      </c:layout>
      <c:bubbleChart>
        <c:varyColors val="0"/>
        <c:ser>
          <c:idx val="0"/>
          <c:order val="0"/>
          <c:tx>
            <c:strRef>
              <c:f>Sheet1!$B$1</c:f>
              <c:strCache>
                <c:ptCount val="1"/>
                <c:pt idx="0">
                  <c:v>MV/Revenues</c:v>
                </c:pt>
              </c:strCache>
            </c:strRef>
          </c:tx>
          <c:spPr>
            <a:noFill/>
            <a:ln w="4590">
              <a:solidFill>
                <a:srgbClr val="199B9B"/>
              </a:solidFill>
              <a:prstDash val="solid"/>
            </a:ln>
          </c:spPr>
          <c:invertIfNegative val="1"/>
          <c:dPt>
            <c:idx val="0"/>
            <c:invertIfNegative val="1"/>
            <c:bubble3D val="0"/>
            <c:spPr>
              <a:gradFill rotWithShape="0">
                <a:gsLst>
                  <a:gs pos="0">
                    <a:srgbClr xmlns:mc="http://schemas.openxmlformats.org/markup-compatibility/2006" xmlns:a14="http://schemas.microsoft.com/office/drawing/2010/main" val="F8FEFE" mc:Ignorable="a14" a14:legacySpreadsheetColorIndex="25">
                      <a:gamma/>
                      <a:tint val="73725"/>
                      <a:invGamma/>
                    </a:srgbClr>
                  </a:gs>
                  <a:gs pos="100000">
                    <a:srgbClr xmlns:mc="http://schemas.openxmlformats.org/markup-compatibility/2006" xmlns:a14="http://schemas.microsoft.com/office/drawing/2010/main" val="33CCCC" mc:Ignorable="a14" a14:legacySpreadsheetColorIndex="25"/>
                  </a:gs>
                </a:gsLst>
                <a:path path="rect">
                  <a:fillToRect l="50000" t="50000" r="50000" b="50000"/>
                </a:path>
              </a:gradFill>
              <a:ln w="4590">
                <a:solidFill>
                  <a:srgbClr val="FFFFFF"/>
                </a:solidFill>
                <a:prstDash val="solid"/>
              </a:ln>
            </c:spPr>
            <c:extLst>
              <c:ext xmlns:c16="http://schemas.microsoft.com/office/drawing/2014/chart" uri="{C3380CC4-5D6E-409C-BE32-E72D297353CC}">
                <c16:uniqueId val="{00000001-8F51-9F42-994C-DD6D3C4BB78C}"/>
              </c:ext>
            </c:extLst>
          </c:dPt>
          <c:dPt>
            <c:idx val="1"/>
            <c:invertIfNegative val="1"/>
            <c:bubble3D val="0"/>
            <c:spPr>
              <a:solidFill>
                <a:srgbClr val="33CCCC"/>
              </a:solidFill>
              <a:ln w="4590">
                <a:solidFill>
                  <a:srgbClr val="FFFFFF"/>
                </a:solidFill>
                <a:prstDash val="solid"/>
              </a:ln>
            </c:spPr>
            <c:extLst>
              <c:ext xmlns:c16="http://schemas.microsoft.com/office/drawing/2014/chart" uri="{C3380CC4-5D6E-409C-BE32-E72D297353CC}">
                <c16:uniqueId val="{00000003-8F51-9F42-994C-DD6D3C4BB78C}"/>
              </c:ext>
            </c:extLst>
          </c:dPt>
          <c:dPt>
            <c:idx val="2"/>
            <c:invertIfNegative val="1"/>
            <c:bubble3D val="0"/>
            <c:spPr>
              <a:solidFill>
                <a:srgbClr val="33CCCC"/>
              </a:solidFill>
              <a:ln w="4590">
                <a:solidFill>
                  <a:srgbClr val="FFFFFF"/>
                </a:solidFill>
                <a:prstDash val="solid"/>
              </a:ln>
            </c:spPr>
            <c:extLst>
              <c:ext xmlns:c16="http://schemas.microsoft.com/office/drawing/2014/chart" uri="{C3380CC4-5D6E-409C-BE32-E72D297353CC}">
                <c16:uniqueId val="{00000005-8F51-9F42-994C-DD6D3C4BB78C}"/>
              </c:ext>
            </c:extLst>
          </c:dPt>
          <c:dPt>
            <c:idx val="3"/>
            <c:invertIfNegative val="1"/>
            <c:bubble3D val="0"/>
            <c:spPr>
              <a:solidFill>
                <a:srgbClr val="33CCCC"/>
              </a:solidFill>
              <a:ln w="4590">
                <a:solidFill>
                  <a:srgbClr val="FFFFFF"/>
                </a:solidFill>
                <a:prstDash val="solid"/>
              </a:ln>
            </c:spPr>
            <c:extLst>
              <c:ext xmlns:c16="http://schemas.microsoft.com/office/drawing/2014/chart" uri="{C3380CC4-5D6E-409C-BE32-E72D297353CC}">
                <c16:uniqueId val="{00000007-8F51-9F42-994C-DD6D3C4BB78C}"/>
              </c:ext>
            </c:extLst>
          </c:dPt>
          <c:dPt>
            <c:idx val="4"/>
            <c:invertIfNegative val="1"/>
            <c:bubble3D val="0"/>
            <c:spPr>
              <a:solidFill>
                <a:srgbClr val="33CCCC"/>
              </a:solidFill>
              <a:ln w="4590">
                <a:solidFill>
                  <a:srgbClr val="FFFFFF"/>
                </a:solidFill>
                <a:prstDash val="solid"/>
              </a:ln>
            </c:spPr>
            <c:extLst>
              <c:ext xmlns:c16="http://schemas.microsoft.com/office/drawing/2014/chart" uri="{C3380CC4-5D6E-409C-BE32-E72D297353CC}">
                <c16:uniqueId val="{00000009-8F51-9F42-994C-DD6D3C4BB78C}"/>
              </c:ext>
            </c:extLst>
          </c:dPt>
          <c:dPt>
            <c:idx val="5"/>
            <c:invertIfNegative val="1"/>
            <c:bubble3D val="0"/>
            <c:spPr>
              <a:solidFill>
                <a:srgbClr val="006699"/>
              </a:solidFill>
              <a:ln w="4590">
                <a:solidFill>
                  <a:srgbClr val="FFFFFF"/>
                </a:solidFill>
                <a:prstDash val="solid"/>
              </a:ln>
            </c:spPr>
            <c:extLst>
              <c:ext xmlns:c16="http://schemas.microsoft.com/office/drawing/2014/chart" uri="{C3380CC4-5D6E-409C-BE32-E72D297353CC}">
                <c16:uniqueId val="{0000000B-8F51-9F42-994C-DD6D3C4BB78C}"/>
              </c:ext>
            </c:extLst>
          </c:dPt>
          <c:dPt>
            <c:idx val="6"/>
            <c:invertIfNegative val="1"/>
            <c:bubble3D val="0"/>
            <c:spPr>
              <a:solidFill>
                <a:srgbClr val="006699"/>
              </a:solidFill>
              <a:ln w="4590">
                <a:solidFill>
                  <a:srgbClr val="FFFFFF"/>
                </a:solidFill>
                <a:prstDash val="solid"/>
              </a:ln>
            </c:spPr>
            <c:extLst>
              <c:ext xmlns:c16="http://schemas.microsoft.com/office/drawing/2014/chart" uri="{C3380CC4-5D6E-409C-BE32-E72D297353CC}">
                <c16:uniqueId val="{0000000D-8F51-9F42-994C-DD6D3C4BB78C}"/>
              </c:ext>
            </c:extLst>
          </c:dPt>
          <c:dPt>
            <c:idx val="7"/>
            <c:invertIfNegative val="1"/>
            <c:bubble3D val="0"/>
            <c:spPr>
              <a:solidFill>
                <a:srgbClr val="006699"/>
              </a:solidFill>
              <a:ln w="4590">
                <a:solidFill>
                  <a:srgbClr val="FFFFFF"/>
                </a:solidFill>
                <a:prstDash val="solid"/>
              </a:ln>
            </c:spPr>
            <c:extLst>
              <c:ext xmlns:c16="http://schemas.microsoft.com/office/drawing/2014/chart" uri="{C3380CC4-5D6E-409C-BE32-E72D297353CC}">
                <c16:uniqueId val="{0000000F-8F51-9F42-994C-DD6D3C4BB78C}"/>
              </c:ext>
            </c:extLst>
          </c:dPt>
          <c:xVal>
            <c:numRef>
              <c:f>Sheet1!$A$2:$A$15</c:f>
              <c:numCache>
                <c:formatCode>0.00%</c:formatCode>
                <c:ptCount val="12"/>
                <c:pt idx="0">
                  <c:v>1.2E-2</c:v>
                </c:pt>
                <c:pt idx="1">
                  <c:v>4.1000000000000002E-2</c:v>
                </c:pt>
                <c:pt idx="2">
                  <c:v>1.6E-2</c:v>
                </c:pt>
                <c:pt idx="3">
                  <c:v>1.0999999999999999E-2</c:v>
                </c:pt>
                <c:pt idx="4">
                  <c:v>1.2E-2</c:v>
                </c:pt>
                <c:pt idx="5">
                  <c:v>2.5999999999999999E-2</c:v>
                </c:pt>
                <c:pt idx="6">
                  <c:v>1.2E-2</c:v>
                </c:pt>
                <c:pt idx="7">
                  <c:v>1.2E-2</c:v>
                </c:pt>
              </c:numCache>
            </c:numRef>
          </c:xVal>
          <c:yVal>
            <c:numRef>
              <c:f>Sheet1!$B$2:$B$15</c:f>
              <c:numCache>
                <c:formatCode>General</c:formatCode>
                <c:ptCount val="12"/>
                <c:pt idx="0">
                  <c:v>5.2999999999999999E-2</c:v>
                </c:pt>
                <c:pt idx="1">
                  <c:v>0.53791028900000004</c:v>
                </c:pt>
                <c:pt idx="2">
                  <c:v>7.9557477000000001E-2</c:v>
                </c:pt>
                <c:pt idx="3">
                  <c:v>6.0526705E-2</c:v>
                </c:pt>
                <c:pt idx="4">
                  <c:v>0.17299999999999999</c:v>
                </c:pt>
                <c:pt idx="5">
                  <c:v>0.129</c:v>
                </c:pt>
                <c:pt idx="6">
                  <c:v>2.7435048E-2</c:v>
                </c:pt>
                <c:pt idx="7">
                  <c:v>1.7473807000000001E-2</c:v>
                </c:pt>
              </c:numCache>
            </c:numRef>
          </c:yVal>
          <c:bubbleSize>
            <c:numRef>
              <c:f>Sheet1!$C$2:$C$15</c:f>
              <c:numCache>
                <c:formatCode>#,##0.00</c:formatCode>
                <c:ptCount val="12"/>
                <c:pt idx="0">
                  <c:v>21245.5</c:v>
                </c:pt>
                <c:pt idx="1">
                  <c:v>25033.599999999999</c:v>
                </c:pt>
                <c:pt idx="2">
                  <c:v>9807.4</c:v>
                </c:pt>
                <c:pt idx="3">
                  <c:v>8509.5</c:v>
                </c:pt>
                <c:pt idx="4">
                  <c:v>36734</c:v>
                </c:pt>
                <c:pt idx="5">
                  <c:v>20339</c:v>
                </c:pt>
                <c:pt idx="6">
                  <c:v>14645.5</c:v>
                </c:pt>
                <c:pt idx="7">
                  <c:v>4123.2</c:v>
                </c:pt>
              </c:numCache>
            </c:numRef>
          </c:bubbleSize>
          <c:bubble3D val="0"/>
          <c:extLst>
            <c:ext xmlns:c16="http://schemas.microsoft.com/office/drawing/2014/chart" uri="{C3380CC4-5D6E-409C-BE32-E72D297353CC}">
              <c16:uniqueId val="{00000010-8F51-9F42-994C-DD6D3C4BB78C}"/>
            </c:ext>
          </c:extLst>
        </c:ser>
        <c:dLbls>
          <c:showLegendKey val="0"/>
          <c:showVal val="0"/>
          <c:showCatName val="0"/>
          <c:showSerName val="0"/>
          <c:showPercent val="0"/>
          <c:showBubbleSize val="0"/>
        </c:dLbls>
        <c:bubbleScale val="100"/>
        <c:showNegBubbles val="0"/>
        <c:axId val="919152175"/>
        <c:axId val="1"/>
      </c:bubbleChart>
      <c:valAx>
        <c:axId val="919152175"/>
        <c:scaling>
          <c:orientation val="minMax"/>
          <c:max val="0.05"/>
          <c:min val="0"/>
        </c:scaling>
        <c:delete val="0"/>
        <c:axPos val="b"/>
        <c:numFmt formatCode="0%" sourceLinked="0"/>
        <c:majorTickMark val="out"/>
        <c:minorTickMark val="none"/>
        <c:tickLblPos val="nextTo"/>
        <c:spPr>
          <a:ln w="1148">
            <a:solidFill>
              <a:srgbClr val="000000"/>
            </a:solidFill>
            <a:prstDash val="solid"/>
          </a:ln>
        </c:spPr>
        <c:txPr>
          <a:bodyPr rot="0" vert="horz"/>
          <a:lstStyle/>
          <a:p>
            <a:pPr>
              <a:defRPr sz="433" b="0" i="0" u="none" strike="noStrike" baseline="0">
                <a:solidFill>
                  <a:srgbClr val="000000"/>
                </a:solidFill>
                <a:latin typeface="Arial"/>
                <a:ea typeface="Arial"/>
                <a:cs typeface="Arial"/>
              </a:defRPr>
            </a:pPr>
            <a:endParaRPr lang="ko-KR"/>
          </a:p>
        </c:txPr>
        <c:crossAx val="1"/>
        <c:crosses val="autoZero"/>
        <c:crossBetween val="midCat"/>
        <c:majorUnit val="0.01"/>
      </c:valAx>
      <c:valAx>
        <c:axId val="1"/>
        <c:scaling>
          <c:orientation val="minMax"/>
          <c:min val="-0.1"/>
        </c:scaling>
        <c:delete val="0"/>
        <c:axPos val="l"/>
        <c:numFmt formatCode="General" sourceLinked="0"/>
        <c:majorTickMark val="out"/>
        <c:minorTickMark val="none"/>
        <c:tickLblPos val="nextTo"/>
        <c:spPr>
          <a:ln w="1148">
            <a:solidFill>
              <a:srgbClr val="000000"/>
            </a:solidFill>
            <a:prstDash val="solid"/>
          </a:ln>
        </c:spPr>
        <c:txPr>
          <a:bodyPr rot="0" vert="horz"/>
          <a:lstStyle/>
          <a:p>
            <a:pPr>
              <a:defRPr sz="433" b="0" i="0" u="none" strike="noStrike" baseline="0">
                <a:solidFill>
                  <a:srgbClr val="000000"/>
                </a:solidFill>
                <a:latin typeface="Arial"/>
                <a:ea typeface="Arial"/>
                <a:cs typeface="Arial"/>
              </a:defRPr>
            </a:pPr>
            <a:endParaRPr lang="ko-KR"/>
          </a:p>
        </c:txPr>
        <c:crossAx val="919152175"/>
        <c:crosses val="autoZero"/>
        <c:crossBetween val="midCat"/>
      </c:valAx>
      <c:spPr>
        <a:noFill/>
        <a:ln w="10413">
          <a:noFill/>
        </a:ln>
      </c:spPr>
    </c:plotArea>
    <c:plotVisOnly val="1"/>
    <c:dispBlanksAs val="gap"/>
    <c:showDLblsOverMax val="0"/>
  </c:chart>
  <c:spPr>
    <a:noFill/>
    <a:ln>
      <a:noFill/>
    </a:ln>
  </c:spPr>
  <c:txPr>
    <a:bodyPr/>
    <a:lstStyle/>
    <a:p>
      <a:pPr>
        <a:defRPr sz="652" b="1" i="0" u="none" strike="noStrike" baseline="0">
          <a:solidFill>
            <a:srgbClr val="000000"/>
          </a:solidFill>
          <a:latin typeface="Arial"/>
          <a:ea typeface="Arial"/>
          <a:cs typeface="Arial"/>
        </a:defRPr>
      </a:pPr>
      <a:endParaRPr lang="ko-KR"/>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6631578947368422"/>
          <c:y val="1.2698412698412698E-2"/>
          <c:w val="0.65684210526315789"/>
          <c:h val="0.99047619047619051"/>
        </c:manualLayout>
      </c:layout>
      <c:doughnutChart>
        <c:varyColors val="1"/>
        <c:ser>
          <c:idx val="0"/>
          <c:order val="0"/>
          <c:tx>
            <c:strRef>
              <c:f>Sheet1!$A$2</c:f>
              <c:strCache>
                <c:ptCount val="1"/>
                <c:pt idx="0">
                  <c:v>East</c:v>
                </c:pt>
              </c:strCache>
            </c:strRef>
          </c:tx>
          <c:spPr>
            <a:solidFill>
              <a:srgbClr val="006699"/>
            </a:solidFill>
            <a:ln w="3681">
              <a:solidFill>
                <a:srgbClr val="FFFFFF"/>
              </a:solidFill>
              <a:prstDash val="solid"/>
            </a:ln>
          </c:spPr>
          <c:dPt>
            <c:idx val="0"/>
            <c:bubble3D val="0"/>
            <c:extLst>
              <c:ext xmlns:c16="http://schemas.microsoft.com/office/drawing/2014/chart" uri="{C3380CC4-5D6E-409C-BE32-E72D297353CC}">
                <c16:uniqueId val="{00000000-7680-884A-B368-4714FFDAFF06}"/>
              </c:ext>
            </c:extLst>
          </c:dPt>
          <c:dPt>
            <c:idx val="1"/>
            <c:bubble3D val="0"/>
            <c:spPr>
              <a:solidFill>
                <a:srgbClr val="33CCCC"/>
              </a:solidFill>
              <a:ln w="3681">
                <a:solidFill>
                  <a:srgbClr val="FFFFFF"/>
                </a:solidFill>
                <a:prstDash val="solid"/>
              </a:ln>
            </c:spPr>
            <c:extLst>
              <c:ext xmlns:c16="http://schemas.microsoft.com/office/drawing/2014/chart" uri="{C3380CC4-5D6E-409C-BE32-E72D297353CC}">
                <c16:uniqueId val="{00000001-7680-884A-B368-4714FFDAFF06}"/>
              </c:ext>
            </c:extLst>
          </c:dPt>
          <c:dPt>
            <c:idx val="2"/>
            <c:bubble3D val="0"/>
            <c:spPr>
              <a:solidFill>
                <a:srgbClr val="777777"/>
              </a:solidFill>
              <a:ln w="3681">
                <a:solidFill>
                  <a:srgbClr val="FFFFFF"/>
                </a:solidFill>
                <a:prstDash val="solid"/>
              </a:ln>
            </c:spPr>
            <c:extLst>
              <c:ext xmlns:c16="http://schemas.microsoft.com/office/drawing/2014/chart" uri="{C3380CC4-5D6E-409C-BE32-E72D297353CC}">
                <c16:uniqueId val="{00000002-7680-884A-B368-4714FFDAFF06}"/>
              </c:ext>
            </c:extLst>
          </c:dPt>
          <c:dPt>
            <c:idx val="3"/>
            <c:bubble3D val="0"/>
            <c:spPr>
              <a:solidFill>
                <a:srgbClr val="6699CC"/>
              </a:solidFill>
              <a:ln w="3681">
                <a:solidFill>
                  <a:srgbClr val="FFFFFF"/>
                </a:solidFill>
                <a:prstDash val="solid"/>
              </a:ln>
            </c:spPr>
            <c:extLst>
              <c:ext xmlns:c16="http://schemas.microsoft.com/office/drawing/2014/chart" uri="{C3380CC4-5D6E-409C-BE32-E72D297353CC}">
                <c16:uniqueId val="{00000003-7680-884A-B368-4714FFDAFF06}"/>
              </c:ext>
            </c:extLst>
          </c:dPt>
          <c:dLbls>
            <c:spPr>
              <a:noFill/>
              <a:ln w="7362">
                <a:noFill/>
              </a:ln>
            </c:spPr>
            <c:txPr>
              <a:bodyPr wrap="square" lIns="38100" tIns="19050" rIns="38100" bIns="19050" anchor="ctr">
                <a:spAutoFit/>
              </a:bodyPr>
              <a:lstStyle/>
              <a:p>
                <a:pPr>
                  <a:defRPr sz="347" b="1"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Sheet1!$B$1:$E$1</c:f>
              <c:strCache>
                <c:ptCount val="4"/>
                <c:pt idx="0">
                  <c:v>1st Qtr</c:v>
                </c:pt>
                <c:pt idx="1">
                  <c:v>2nd Qtr</c:v>
                </c:pt>
                <c:pt idx="2">
                  <c:v>3rd Qtr</c:v>
                </c:pt>
                <c:pt idx="3">
                  <c:v>4th Qtr</c:v>
                </c:pt>
              </c:strCache>
            </c:strRef>
          </c:cat>
          <c:val>
            <c:numRef>
              <c:f>Sheet1!$B$2:$E$2</c:f>
              <c:numCache>
                <c:formatCode>General</c:formatCode>
                <c:ptCount val="4"/>
                <c:pt idx="0">
                  <c:v>25</c:v>
                </c:pt>
                <c:pt idx="1">
                  <c:v>25</c:v>
                </c:pt>
                <c:pt idx="2">
                  <c:v>25</c:v>
                </c:pt>
                <c:pt idx="3">
                  <c:v>25</c:v>
                </c:pt>
              </c:numCache>
            </c:numRef>
          </c:val>
          <c:extLst>
            <c:ext xmlns:c16="http://schemas.microsoft.com/office/drawing/2014/chart" uri="{C3380CC4-5D6E-409C-BE32-E72D297353CC}">
              <c16:uniqueId val="{00000004-7680-884A-B368-4714FFDAFF06}"/>
            </c:ext>
          </c:extLst>
        </c:ser>
        <c:ser>
          <c:idx val="1"/>
          <c:order val="1"/>
          <c:tx>
            <c:strRef>
              <c:f>Sheet1!$A$3</c:f>
              <c:strCache>
                <c:ptCount val="1"/>
                <c:pt idx="0">
                  <c:v>West</c:v>
                </c:pt>
              </c:strCache>
            </c:strRef>
          </c:tx>
          <c:spPr>
            <a:solidFill>
              <a:srgbClr val="33CCCC"/>
            </a:solidFill>
            <a:ln w="3681">
              <a:solidFill>
                <a:srgbClr val="FFFFFF"/>
              </a:solidFill>
              <a:prstDash val="solid"/>
            </a:ln>
          </c:spPr>
          <c:dPt>
            <c:idx val="0"/>
            <c:bubble3D val="0"/>
            <c:spPr>
              <a:solidFill>
                <a:srgbClr val="006699"/>
              </a:solidFill>
              <a:ln w="3681">
                <a:solidFill>
                  <a:srgbClr val="FFFFFF"/>
                </a:solidFill>
                <a:prstDash val="solid"/>
              </a:ln>
            </c:spPr>
            <c:extLst>
              <c:ext xmlns:c16="http://schemas.microsoft.com/office/drawing/2014/chart" uri="{C3380CC4-5D6E-409C-BE32-E72D297353CC}">
                <c16:uniqueId val="{00000005-7680-884A-B368-4714FFDAFF06}"/>
              </c:ext>
            </c:extLst>
          </c:dPt>
          <c:dPt>
            <c:idx val="1"/>
            <c:bubble3D val="0"/>
            <c:extLst>
              <c:ext xmlns:c16="http://schemas.microsoft.com/office/drawing/2014/chart" uri="{C3380CC4-5D6E-409C-BE32-E72D297353CC}">
                <c16:uniqueId val="{00000006-7680-884A-B368-4714FFDAFF06}"/>
              </c:ext>
            </c:extLst>
          </c:dPt>
          <c:dPt>
            <c:idx val="2"/>
            <c:bubble3D val="0"/>
            <c:spPr>
              <a:solidFill>
                <a:srgbClr val="777777"/>
              </a:solidFill>
              <a:ln w="3681">
                <a:solidFill>
                  <a:srgbClr val="FFFFFF"/>
                </a:solidFill>
                <a:prstDash val="solid"/>
              </a:ln>
            </c:spPr>
            <c:extLst>
              <c:ext xmlns:c16="http://schemas.microsoft.com/office/drawing/2014/chart" uri="{C3380CC4-5D6E-409C-BE32-E72D297353CC}">
                <c16:uniqueId val="{00000007-7680-884A-B368-4714FFDAFF06}"/>
              </c:ext>
            </c:extLst>
          </c:dPt>
          <c:dPt>
            <c:idx val="3"/>
            <c:bubble3D val="0"/>
            <c:spPr>
              <a:solidFill>
                <a:srgbClr val="6699CC"/>
              </a:solidFill>
              <a:ln w="3681">
                <a:solidFill>
                  <a:srgbClr val="FFFFFF"/>
                </a:solidFill>
                <a:prstDash val="solid"/>
              </a:ln>
            </c:spPr>
            <c:extLst>
              <c:ext xmlns:c16="http://schemas.microsoft.com/office/drawing/2014/chart" uri="{C3380CC4-5D6E-409C-BE32-E72D297353CC}">
                <c16:uniqueId val="{00000008-7680-884A-B368-4714FFDAFF06}"/>
              </c:ext>
            </c:extLst>
          </c:dPt>
          <c:dLbls>
            <c:spPr>
              <a:noFill/>
              <a:ln w="7362">
                <a:noFill/>
              </a:ln>
            </c:spPr>
            <c:txPr>
              <a:bodyPr wrap="square" lIns="38100" tIns="19050" rIns="38100" bIns="19050" anchor="ctr">
                <a:spAutoFit/>
              </a:bodyPr>
              <a:lstStyle/>
              <a:p>
                <a:pPr>
                  <a:defRPr sz="347" b="1"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Sheet1!$B$1:$E$1</c:f>
              <c:strCache>
                <c:ptCount val="4"/>
                <c:pt idx="0">
                  <c:v>1st Qtr</c:v>
                </c:pt>
                <c:pt idx="1">
                  <c:v>2nd Qtr</c:v>
                </c:pt>
                <c:pt idx="2">
                  <c:v>3rd Qtr</c:v>
                </c:pt>
                <c:pt idx="3">
                  <c:v>4th Qtr</c:v>
                </c:pt>
              </c:strCache>
            </c:strRef>
          </c:cat>
          <c:val>
            <c:numRef>
              <c:f>Sheet1!$B$3:$E$3</c:f>
              <c:numCache>
                <c:formatCode>General</c:formatCode>
                <c:ptCount val="4"/>
                <c:pt idx="0">
                  <c:v>25</c:v>
                </c:pt>
                <c:pt idx="1">
                  <c:v>25</c:v>
                </c:pt>
                <c:pt idx="2">
                  <c:v>25</c:v>
                </c:pt>
                <c:pt idx="3">
                  <c:v>25</c:v>
                </c:pt>
              </c:numCache>
            </c:numRef>
          </c:val>
          <c:extLst>
            <c:ext xmlns:c16="http://schemas.microsoft.com/office/drawing/2014/chart" uri="{C3380CC4-5D6E-409C-BE32-E72D297353CC}">
              <c16:uniqueId val="{00000009-7680-884A-B368-4714FFDAFF06}"/>
            </c:ext>
          </c:extLst>
        </c:ser>
        <c:ser>
          <c:idx val="2"/>
          <c:order val="2"/>
          <c:tx>
            <c:strRef>
              <c:f>Sheet1!$A$4</c:f>
              <c:strCache>
                <c:ptCount val="1"/>
                <c:pt idx="0">
                  <c:v>North</c:v>
                </c:pt>
              </c:strCache>
            </c:strRef>
          </c:tx>
          <c:spPr>
            <a:solidFill>
              <a:srgbClr val="777777"/>
            </a:solidFill>
            <a:ln w="3681">
              <a:solidFill>
                <a:srgbClr val="FFFFFF"/>
              </a:solidFill>
              <a:prstDash val="solid"/>
            </a:ln>
          </c:spPr>
          <c:dPt>
            <c:idx val="0"/>
            <c:bubble3D val="0"/>
            <c:spPr>
              <a:solidFill>
                <a:srgbClr val="006699"/>
              </a:solidFill>
              <a:ln w="3681">
                <a:solidFill>
                  <a:srgbClr val="FFFFFF"/>
                </a:solidFill>
                <a:prstDash val="solid"/>
              </a:ln>
            </c:spPr>
            <c:extLst>
              <c:ext xmlns:c16="http://schemas.microsoft.com/office/drawing/2014/chart" uri="{C3380CC4-5D6E-409C-BE32-E72D297353CC}">
                <c16:uniqueId val="{0000000A-7680-884A-B368-4714FFDAFF06}"/>
              </c:ext>
            </c:extLst>
          </c:dPt>
          <c:dPt>
            <c:idx val="1"/>
            <c:bubble3D val="0"/>
            <c:spPr>
              <a:solidFill>
                <a:srgbClr val="33CCCC"/>
              </a:solidFill>
              <a:ln w="3681">
                <a:solidFill>
                  <a:srgbClr val="FFFFFF"/>
                </a:solidFill>
                <a:prstDash val="solid"/>
              </a:ln>
            </c:spPr>
            <c:extLst>
              <c:ext xmlns:c16="http://schemas.microsoft.com/office/drawing/2014/chart" uri="{C3380CC4-5D6E-409C-BE32-E72D297353CC}">
                <c16:uniqueId val="{0000000B-7680-884A-B368-4714FFDAFF06}"/>
              </c:ext>
            </c:extLst>
          </c:dPt>
          <c:dPt>
            <c:idx val="2"/>
            <c:bubble3D val="0"/>
            <c:extLst>
              <c:ext xmlns:c16="http://schemas.microsoft.com/office/drawing/2014/chart" uri="{C3380CC4-5D6E-409C-BE32-E72D297353CC}">
                <c16:uniqueId val="{0000000C-7680-884A-B368-4714FFDAFF06}"/>
              </c:ext>
            </c:extLst>
          </c:dPt>
          <c:dPt>
            <c:idx val="3"/>
            <c:bubble3D val="0"/>
            <c:spPr>
              <a:solidFill>
                <a:srgbClr val="6699CC"/>
              </a:solidFill>
              <a:ln w="3681">
                <a:solidFill>
                  <a:srgbClr val="FFFFFF"/>
                </a:solidFill>
                <a:prstDash val="solid"/>
              </a:ln>
            </c:spPr>
            <c:extLst>
              <c:ext xmlns:c16="http://schemas.microsoft.com/office/drawing/2014/chart" uri="{C3380CC4-5D6E-409C-BE32-E72D297353CC}">
                <c16:uniqueId val="{0000000D-7680-884A-B368-4714FFDAFF06}"/>
              </c:ext>
            </c:extLst>
          </c:dPt>
          <c:dLbls>
            <c:spPr>
              <a:noFill/>
              <a:ln w="7362">
                <a:noFill/>
              </a:ln>
            </c:spPr>
            <c:txPr>
              <a:bodyPr wrap="square" lIns="38100" tIns="19050" rIns="38100" bIns="19050" anchor="ctr">
                <a:spAutoFit/>
              </a:bodyPr>
              <a:lstStyle/>
              <a:p>
                <a:pPr>
                  <a:defRPr sz="347" b="1" i="0" u="none" strike="noStrike" baseline="0">
                    <a:solidFill>
                      <a:srgbClr val="FFFFFF"/>
                    </a:solidFill>
                    <a:latin typeface="Arial"/>
                    <a:ea typeface="Arial"/>
                    <a:cs typeface="Arial"/>
                  </a:defRPr>
                </a:pPr>
                <a:endParaRPr lang="ko-KR"/>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Sheet1!$B$1:$E$1</c:f>
              <c:strCache>
                <c:ptCount val="4"/>
                <c:pt idx="0">
                  <c:v>1st Qtr</c:v>
                </c:pt>
                <c:pt idx="1">
                  <c:v>2nd Qtr</c:v>
                </c:pt>
                <c:pt idx="2">
                  <c:v>3rd Qtr</c:v>
                </c:pt>
                <c:pt idx="3">
                  <c:v>4th Qtr</c:v>
                </c:pt>
              </c:strCache>
            </c:strRef>
          </c:cat>
          <c:val>
            <c:numRef>
              <c:f>Sheet1!$B$4:$E$4</c:f>
              <c:numCache>
                <c:formatCode>General</c:formatCode>
                <c:ptCount val="4"/>
                <c:pt idx="0">
                  <c:v>25</c:v>
                </c:pt>
                <c:pt idx="1">
                  <c:v>25</c:v>
                </c:pt>
                <c:pt idx="2">
                  <c:v>25</c:v>
                </c:pt>
                <c:pt idx="3">
                  <c:v>25</c:v>
                </c:pt>
              </c:numCache>
            </c:numRef>
          </c:val>
          <c:extLst>
            <c:ext xmlns:c16="http://schemas.microsoft.com/office/drawing/2014/chart" uri="{C3380CC4-5D6E-409C-BE32-E72D297353CC}">
              <c16:uniqueId val="{0000000E-7680-884A-B368-4714FFDAFF06}"/>
            </c:ext>
          </c:extLst>
        </c:ser>
        <c:dLbls>
          <c:showLegendKey val="0"/>
          <c:showVal val="0"/>
          <c:showCatName val="0"/>
          <c:showSerName val="0"/>
          <c:showPercent val="0"/>
          <c:showBubbleSize val="0"/>
          <c:showLeaderLines val="0"/>
        </c:dLbls>
        <c:firstSliceAng val="0"/>
        <c:holeSize val="50"/>
      </c:doughnutChart>
      <c:spPr>
        <a:noFill/>
        <a:ln w="3681">
          <a:solidFill>
            <a:srgbClr val="FFFFFF"/>
          </a:solidFill>
          <a:prstDash val="solid"/>
        </a:ln>
      </c:spPr>
    </c:plotArea>
    <c:plotVisOnly val="1"/>
    <c:dispBlanksAs val="zero"/>
    <c:showDLblsOverMax val="0"/>
  </c:chart>
  <c:spPr>
    <a:noFill/>
    <a:ln>
      <a:noFill/>
    </a:ln>
  </c:spPr>
  <c:txPr>
    <a:bodyPr/>
    <a:lstStyle/>
    <a:p>
      <a:pPr>
        <a:defRPr sz="347" b="1" i="0" u="none" strike="noStrike" baseline="0">
          <a:solidFill>
            <a:srgbClr val="FFFFFF"/>
          </a:solidFill>
          <a:latin typeface="Arial"/>
          <a:ea typeface="Arial"/>
          <a:cs typeface="Arial"/>
        </a:defRPr>
      </a:pPr>
      <a:endParaRPr lang="ko-KR"/>
    </a:p>
  </c:txPr>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9154" name="Rectangle 2">
            <a:extLst>
              <a:ext uri="{FF2B5EF4-FFF2-40B4-BE49-F238E27FC236}">
                <a16:creationId xmlns:a16="http://schemas.microsoft.com/office/drawing/2014/main" id="{FB9D96DB-493A-9CC1-5FAB-50A6609BF5B8}"/>
              </a:ext>
            </a:extLst>
          </p:cNvPr>
          <p:cNvSpPr>
            <a:spLocks noGrp="1" noChangeArrowheads="1"/>
          </p:cNvSpPr>
          <p:nvPr>
            <p:ph type="hdr" sz="quarter"/>
          </p:nvPr>
        </p:nvSpPr>
        <p:spPr bwMode="auto">
          <a:xfrm>
            <a:off x="0" y="0"/>
            <a:ext cx="3032125" cy="463550"/>
          </a:xfrm>
          <a:prstGeom prst="rect">
            <a:avLst/>
          </a:prstGeom>
          <a:noFill/>
          <a:ln>
            <a:noFill/>
          </a:ln>
          <a:effectLst/>
        </p:spPr>
        <p:txBody>
          <a:bodyPr vert="horz" wrap="square" lIns="93031" tIns="46516" rIns="93031" bIns="46516" numCol="1" anchor="t" anchorCtr="0" compatLnSpc="1">
            <a:prstTxWarp prst="textNoShape">
              <a:avLst/>
            </a:prstTxWarp>
          </a:bodyPr>
          <a:lstStyle>
            <a:lvl1pPr algn="l" defTabSz="930275" eaLnBrk="1" hangingPunct="1">
              <a:buFontTx/>
              <a:buNone/>
              <a:defRPr sz="1200">
                <a:ea typeface="굴림" panose="020B0600000101010101" pitchFamily="50" charset="-127"/>
              </a:defRPr>
            </a:lvl1pPr>
          </a:lstStyle>
          <a:p>
            <a:pPr>
              <a:defRPr/>
            </a:pPr>
            <a:endParaRPr lang="en-US" altLang="ko-KR"/>
          </a:p>
        </p:txBody>
      </p:sp>
      <p:sp>
        <p:nvSpPr>
          <p:cNvPr id="49155" name="Rectangle 3">
            <a:extLst>
              <a:ext uri="{FF2B5EF4-FFF2-40B4-BE49-F238E27FC236}">
                <a16:creationId xmlns:a16="http://schemas.microsoft.com/office/drawing/2014/main" id="{87FF18D1-89AA-AD00-2327-38F4502DB9BC}"/>
              </a:ext>
            </a:extLst>
          </p:cNvPr>
          <p:cNvSpPr>
            <a:spLocks noGrp="1" noChangeArrowheads="1"/>
          </p:cNvSpPr>
          <p:nvPr>
            <p:ph type="dt" sz="quarter" idx="1"/>
          </p:nvPr>
        </p:nvSpPr>
        <p:spPr bwMode="auto">
          <a:xfrm>
            <a:off x="3963988" y="0"/>
            <a:ext cx="3032125" cy="463550"/>
          </a:xfrm>
          <a:prstGeom prst="rect">
            <a:avLst/>
          </a:prstGeom>
          <a:noFill/>
          <a:ln>
            <a:noFill/>
          </a:ln>
          <a:effectLst/>
        </p:spPr>
        <p:txBody>
          <a:bodyPr vert="horz" wrap="square" lIns="93031" tIns="46516" rIns="93031" bIns="46516" numCol="1" anchor="t" anchorCtr="0" compatLnSpc="1">
            <a:prstTxWarp prst="textNoShape">
              <a:avLst/>
            </a:prstTxWarp>
          </a:bodyPr>
          <a:lstStyle>
            <a:lvl1pPr algn="r" defTabSz="930275" eaLnBrk="1" hangingPunct="1">
              <a:buFontTx/>
              <a:buNone/>
              <a:defRPr sz="900">
                <a:ea typeface="굴림" panose="020B0600000101010101" pitchFamily="50" charset="-127"/>
              </a:defRPr>
            </a:lvl1pPr>
          </a:lstStyle>
          <a:p>
            <a:pPr>
              <a:defRPr/>
            </a:pPr>
            <a:endParaRPr lang="en-US" altLang="ko-KR"/>
          </a:p>
        </p:txBody>
      </p:sp>
      <p:sp>
        <p:nvSpPr>
          <p:cNvPr id="49156" name="Rectangle 4">
            <a:extLst>
              <a:ext uri="{FF2B5EF4-FFF2-40B4-BE49-F238E27FC236}">
                <a16:creationId xmlns:a16="http://schemas.microsoft.com/office/drawing/2014/main" id="{7D4B2276-EC65-2674-9157-12220823C46D}"/>
              </a:ext>
            </a:extLst>
          </p:cNvPr>
          <p:cNvSpPr>
            <a:spLocks noGrp="1" noChangeArrowheads="1"/>
          </p:cNvSpPr>
          <p:nvPr>
            <p:ph type="ftr" sz="quarter" idx="2"/>
          </p:nvPr>
        </p:nvSpPr>
        <p:spPr bwMode="auto">
          <a:xfrm>
            <a:off x="0" y="8818563"/>
            <a:ext cx="3032125" cy="463550"/>
          </a:xfrm>
          <a:prstGeom prst="rect">
            <a:avLst/>
          </a:prstGeom>
          <a:noFill/>
          <a:ln>
            <a:noFill/>
          </a:ln>
          <a:effectLst/>
        </p:spPr>
        <p:txBody>
          <a:bodyPr vert="horz" wrap="square" lIns="93031" tIns="46516" rIns="93031" bIns="46516" numCol="1" anchor="b" anchorCtr="0" compatLnSpc="1">
            <a:prstTxWarp prst="textNoShape">
              <a:avLst/>
            </a:prstTxWarp>
          </a:bodyPr>
          <a:lstStyle>
            <a:lvl1pPr algn="l" defTabSz="930275" eaLnBrk="1" hangingPunct="1">
              <a:buFontTx/>
              <a:buNone/>
              <a:defRPr sz="900">
                <a:ea typeface="굴림" panose="020B0600000101010101" pitchFamily="50" charset="-127"/>
              </a:defRPr>
            </a:lvl1pPr>
          </a:lstStyle>
          <a:p>
            <a:pPr>
              <a:defRPr/>
            </a:pPr>
            <a:r>
              <a:rPr lang="ko-KR" altLang="en-US"/>
              <a:t>IBM Confidential</a:t>
            </a:r>
            <a:endParaRPr lang="en-US" altLang="ko-KR"/>
          </a:p>
        </p:txBody>
      </p:sp>
      <p:sp>
        <p:nvSpPr>
          <p:cNvPr id="49157" name="Rectangle 5">
            <a:extLst>
              <a:ext uri="{FF2B5EF4-FFF2-40B4-BE49-F238E27FC236}">
                <a16:creationId xmlns:a16="http://schemas.microsoft.com/office/drawing/2014/main" id="{CDAAC177-1755-B753-674D-9C87058E812F}"/>
              </a:ext>
            </a:extLst>
          </p:cNvPr>
          <p:cNvSpPr>
            <a:spLocks noGrp="1" noChangeArrowheads="1"/>
          </p:cNvSpPr>
          <p:nvPr>
            <p:ph type="sldNum" sz="quarter" idx="3"/>
          </p:nvPr>
        </p:nvSpPr>
        <p:spPr bwMode="auto">
          <a:xfrm>
            <a:off x="3963988" y="8818563"/>
            <a:ext cx="3032125" cy="463550"/>
          </a:xfrm>
          <a:prstGeom prst="rect">
            <a:avLst/>
          </a:prstGeom>
          <a:noFill/>
          <a:ln>
            <a:noFill/>
          </a:ln>
          <a:effectLst/>
        </p:spPr>
        <p:txBody>
          <a:bodyPr vert="horz" wrap="square" lIns="93031" tIns="46516" rIns="93031" bIns="46516" numCol="1" anchor="b" anchorCtr="0" compatLnSpc="1">
            <a:prstTxWarp prst="textNoShape">
              <a:avLst/>
            </a:prstTxWarp>
          </a:bodyPr>
          <a:lstStyle>
            <a:lvl1pPr algn="r" defTabSz="930275" eaLnBrk="1" hangingPunct="1">
              <a:buFontTx/>
              <a:buNone/>
              <a:defRPr sz="900">
                <a:ea typeface="굴림" panose="020B0600000101010101" pitchFamily="50" charset="-127"/>
              </a:defRPr>
            </a:lvl1pPr>
          </a:lstStyle>
          <a:p>
            <a:pPr>
              <a:defRPr/>
            </a:pPr>
            <a:fld id="{FBAAC475-21C0-BA42-9E55-11FFC4673198}" type="slidenum">
              <a:rPr lang="ko-KR" altLang="en-US"/>
              <a:pPr>
                <a:defRPr/>
              </a:pPr>
              <a:t>‹#›</a:t>
            </a:fld>
            <a:endParaRPr lang="en-US" altLang="ko-KR"/>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602" name="Rectangle 2">
            <a:extLst>
              <a:ext uri="{FF2B5EF4-FFF2-40B4-BE49-F238E27FC236}">
                <a16:creationId xmlns:a16="http://schemas.microsoft.com/office/drawing/2014/main" id="{3DB4F3D6-2609-4EF8-5718-3ADC0B47B676}"/>
              </a:ext>
            </a:extLst>
          </p:cNvPr>
          <p:cNvSpPr>
            <a:spLocks noGrp="1" noChangeArrowheads="1"/>
          </p:cNvSpPr>
          <p:nvPr>
            <p:ph type="hdr" sz="quarter"/>
          </p:nvPr>
        </p:nvSpPr>
        <p:spPr bwMode="auto">
          <a:xfrm>
            <a:off x="0" y="0"/>
            <a:ext cx="3032125" cy="463550"/>
          </a:xfrm>
          <a:prstGeom prst="rect">
            <a:avLst/>
          </a:prstGeom>
          <a:noFill/>
          <a:ln>
            <a:noFill/>
          </a:ln>
          <a:effectLst/>
        </p:spPr>
        <p:txBody>
          <a:bodyPr vert="horz" wrap="square" lIns="93031" tIns="46516" rIns="93031" bIns="46516" numCol="1" anchor="t" anchorCtr="0" compatLnSpc="1">
            <a:prstTxWarp prst="textNoShape">
              <a:avLst/>
            </a:prstTxWarp>
          </a:bodyPr>
          <a:lstStyle>
            <a:lvl1pPr algn="l" defTabSz="930275" eaLnBrk="1" hangingPunct="1">
              <a:buFontTx/>
              <a:buNone/>
              <a:defRPr sz="1000" b="1">
                <a:ea typeface="굴림" panose="020B0600000101010101" pitchFamily="50" charset="-127"/>
              </a:defRPr>
            </a:lvl1pPr>
          </a:lstStyle>
          <a:p>
            <a:pPr>
              <a:defRPr/>
            </a:pPr>
            <a:endParaRPr lang="en-US" altLang="ko-KR"/>
          </a:p>
        </p:txBody>
      </p:sp>
      <p:sp>
        <p:nvSpPr>
          <p:cNvPr id="25603" name="Rectangle 3">
            <a:extLst>
              <a:ext uri="{FF2B5EF4-FFF2-40B4-BE49-F238E27FC236}">
                <a16:creationId xmlns:a16="http://schemas.microsoft.com/office/drawing/2014/main" id="{568A2B07-EEC0-F7B4-4348-624E5580AAD8}"/>
              </a:ext>
            </a:extLst>
          </p:cNvPr>
          <p:cNvSpPr>
            <a:spLocks noGrp="1" noChangeArrowheads="1"/>
          </p:cNvSpPr>
          <p:nvPr>
            <p:ph type="dt" idx="1"/>
          </p:nvPr>
        </p:nvSpPr>
        <p:spPr bwMode="auto">
          <a:xfrm>
            <a:off x="3963988" y="0"/>
            <a:ext cx="3032125" cy="463550"/>
          </a:xfrm>
          <a:prstGeom prst="rect">
            <a:avLst/>
          </a:prstGeom>
          <a:noFill/>
          <a:ln>
            <a:noFill/>
          </a:ln>
          <a:effectLst/>
        </p:spPr>
        <p:txBody>
          <a:bodyPr vert="horz" wrap="square" lIns="93031" tIns="46516" rIns="93031" bIns="46516" numCol="1" anchor="t" anchorCtr="0" compatLnSpc="1">
            <a:prstTxWarp prst="textNoShape">
              <a:avLst/>
            </a:prstTxWarp>
          </a:bodyPr>
          <a:lstStyle>
            <a:lvl1pPr algn="r" defTabSz="930275" eaLnBrk="1" hangingPunct="1">
              <a:buFontTx/>
              <a:buNone/>
              <a:defRPr sz="900">
                <a:ea typeface="굴림" panose="020B0600000101010101" pitchFamily="50" charset="-127"/>
              </a:defRPr>
            </a:lvl1pPr>
          </a:lstStyle>
          <a:p>
            <a:pPr>
              <a:defRPr/>
            </a:pPr>
            <a:endParaRPr lang="en-US" altLang="ko-KR"/>
          </a:p>
        </p:txBody>
      </p:sp>
      <p:sp>
        <p:nvSpPr>
          <p:cNvPr id="58372" name="Rectangle 4">
            <a:extLst>
              <a:ext uri="{FF2B5EF4-FFF2-40B4-BE49-F238E27FC236}">
                <a16:creationId xmlns:a16="http://schemas.microsoft.com/office/drawing/2014/main" id="{E473F3C1-E0C7-CB54-CFB6-8FBB3D0BAF30}"/>
              </a:ext>
            </a:extLst>
          </p:cNvPr>
          <p:cNvSpPr>
            <a:spLocks noGrp="1" noRot="1" noChangeAspect="1" noChangeArrowheads="1" noTextEdit="1"/>
          </p:cNvSpPr>
          <p:nvPr>
            <p:ph type="sldImg" idx="2"/>
          </p:nvPr>
        </p:nvSpPr>
        <p:spPr bwMode="auto">
          <a:xfrm>
            <a:off x="1177925" y="696913"/>
            <a:ext cx="4641850" cy="3481387"/>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25605" name="Rectangle 5">
            <a:extLst>
              <a:ext uri="{FF2B5EF4-FFF2-40B4-BE49-F238E27FC236}">
                <a16:creationId xmlns:a16="http://schemas.microsoft.com/office/drawing/2014/main" id="{0E37661A-60D3-C07A-B599-BC73C2D43727}"/>
              </a:ext>
            </a:extLst>
          </p:cNvPr>
          <p:cNvSpPr>
            <a:spLocks noGrp="1" noChangeArrowheads="1"/>
          </p:cNvSpPr>
          <p:nvPr>
            <p:ph type="body" sz="quarter" idx="3"/>
          </p:nvPr>
        </p:nvSpPr>
        <p:spPr bwMode="auto">
          <a:xfrm>
            <a:off x="700088" y="4410075"/>
            <a:ext cx="5597525" cy="4176713"/>
          </a:xfrm>
          <a:prstGeom prst="rect">
            <a:avLst/>
          </a:prstGeom>
          <a:noFill/>
          <a:ln>
            <a:noFill/>
          </a:ln>
          <a:effectLst/>
        </p:spPr>
        <p:txBody>
          <a:bodyPr vert="horz" wrap="square" lIns="93031" tIns="46516" rIns="93031" bIns="46516" numCol="1" anchor="t" anchorCtr="0" compatLnSpc="1">
            <a:prstTxWarp prst="textNoShape">
              <a:avLst/>
            </a:prstTxWarp>
          </a:bodyPr>
          <a:lstStyle/>
          <a:p>
            <a:pPr lvl="0"/>
            <a:r>
              <a:rPr lang="en-US" altLang="ko-KR" noProof="0"/>
              <a:t>Click to edit Master text styles</a:t>
            </a:r>
          </a:p>
          <a:p>
            <a:pPr lvl="1"/>
            <a:r>
              <a:rPr lang="en-US" altLang="ko-KR" noProof="0"/>
              <a:t>Second level</a:t>
            </a:r>
          </a:p>
          <a:p>
            <a:pPr lvl="2"/>
            <a:r>
              <a:rPr lang="en-US" altLang="ko-KR" noProof="0"/>
              <a:t>Third level</a:t>
            </a:r>
          </a:p>
          <a:p>
            <a:pPr lvl="3"/>
            <a:r>
              <a:rPr lang="en-US" altLang="ko-KR" noProof="0"/>
              <a:t>Fourth level</a:t>
            </a:r>
          </a:p>
          <a:p>
            <a:pPr lvl="4"/>
            <a:r>
              <a:rPr lang="en-US" altLang="ko-KR" noProof="0"/>
              <a:t>Fifth level</a:t>
            </a:r>
          </a:p>
        </p:txBody>
      </p:sp>
      <p:sp>
        <p:nvSpPr>
          <p:cNvPr id="25606" name="Rectangle 6">
            <a:extLst>
              <a:ext uri="{FF2B5EF4-FFF2-40B4-BE49-F238E27FC236}">
                <a16:creationId xmlns:a16="http://schemas.microsoft.com/office/drawing/2014/main" id="{C1A8B9A1-3FA8-B9ED-5A16-2CC7CA605B24}"/>
              </a:ext>
            </a:extLst>
          </p:cNvPr>
          <p:cNvSpPr>
            <a:spLocks noGrp="1" noChangeArrowheads="1"/>
          </p:cNvSpPr>
          <p:nvPr>
            <p:ph type="ftr" sz="quarter" idx="4"/>
          </p:nvPr>
        </p:nvSpPr>
        <p:spPr bwMode="auto">
          <a:xfrm>
            <a:off x="0" y="8818563"/>
            <a:ext cx="3032125" cy="463550"/>
          </a:xfrm>
          <a:prstGeom prst="rect">
            <a:avLst/>
          </a:prstGeom>
          <a:noFill/>
          <a:ln>
            <a:noFill/>
          </a:ln>
          <a:effectLst/>
        </p:spPr>
        <p:txBody>
          <a:bodyPr vert="horz" wrap="square" lIns="93031" tIns="46516" rIns="93031" bIns="46516" numCol="1" anchor="b" anchorCtr="0" compatLnSpc="1">
            <a:prstTxWarp prst="textNoShape">
              <a:avLst/>
            </a:prstTxWarp>
          </a:bodyPr>
          <a:lstStyle>
            <a:lvl1pPr algn="l" defTabSz="930275" eaLnBrk="1" hangingPunct="1">
              <a:buFontTx/>
              <a:buNone/>
              <a:defRPr sz="900">
                <a:ea typeface="굴림" panose="020B0600000101010101" pitchFamily="50" charset="-127"/>
              </a:defRPr>
            </a:lvl1pPr>
          </a:lstStyle>
          <a:p>
            <a:pPr>
              <a:defRPr/>
            </a:pPr>
            <a:r>
              <a:rPr lang="ko-KR" altLang="en-US"/>
              <a:t>IBM Confidential</a:t>
            </a:r>
            <a:endParaRPr lang="en-US" altLang="ko-KR"/>
          </a:p>
        </p:txBody>
      </p:sp>
      <p:sp>
        <p:nvSpPr>
          <p:cNvPr id="25607" name="Rectangle 7">
            <a:extLst>
              <a:ext uri="{FF2B5EF4-FFF2-40B4-BE49-F238E27FC236}">
                <a16:creationId xmlns:a16="http://schemas.microsoft.com/office/drawing/2014/main" id="{5872DE41-5208-0267-1AAF-CEE013A5C587}"/>
              </a:ext>
            </a:extLst>
          </p:cNvPr>
          <p:cNvSpPr>
            <a:spLocks noGrp="1" noChangeArrowheads="1"/>
          </p:cNvSpPr>
          <p:nvPr>
            <p:ph type="sldNum" sz="quarter" idx="5"/>
          </p:nvPr>
        </p:nvSpPr>
        <p:spPr bwMode="auto">
          <a:xfrm>
            <a:off x="3963988" y="8818563"/>
            <a:ext cx="3032125" cy="463550"/>
          </a:xfrm>
          <a:prstGeom prst="rect">
            <a:avLst/>
          </a:prstGeom>
          <a:noFill/>
          <a:ln>
            <a:noFill/>
          </a:ln>
          <a:effectLst/>
        </p:spPr>
        <p:txBody>
          <a:bodyPr vert="horz" wrap="square" lIns="93031" tIns="46516" rIns="93031" bIns="46516" numCol="1" anchor="b" anchorCtr="0" compatLnSpc="1">
            <a:prstTxWarp prst="textNoShape">
              <a:avLst/>
            </a:prstTxWarp>
          </a:bodyPr>
          <a:lstStyle>
            <a:lvl1pPr algn="r" defTabSz="930275" eaLnBrk="1" hangingPunct="1">
              <a:buFontTx/>
              <a:buNone/>
              <a:defRPr sz="900">
                <a:ea typeface="굴림" panose="020B0600000101010101" pitchFamily="50" charset="-127"/>
              </a:defRPr>
            </a:lvl1pPr>
          </a:lstStyle>
          <a:p>
            <a:pPr>
              <a:defRPr/>
            </a:pPr>
            <a:fld id="{1ADCEF27-2B80-744C-B5B7-643A4616C90E}" type="slidenum">
              <a:rPr lang="ko-KR" altLang="en-US"/>
              <a:pPr>
                <a:defRPr/>
              </a:pPr>
              <a:t>‹#›</a:t>
            </a:fld>
            <a:endParaRPr lang="en-US" altLang="ko-KR"/>
          </a:p>
        </p:txBody>
      </p:sp>
    </p:spTree>
  </p:cSld>
  <p:clrMap bg1="lt1" tx1="dk1" bg2="lt2" tx2="dk2" accent1="accent1" accent2="accent2" accent3="accent3" accent4="accent4" accent5="accent5" accent6="accent6" hlink="hlink" folHlink="folHlink"/>
  <p:hf hdr="0" dt="0"/>
  <p:notesStyle>
    <a:lvl1pPr algn="l" rtl="0" eaLnBrk="0" fontAlgn="base" hangingPunct="0">
      <a:spcBef>
        <a:spcPct val="30000"/>
      </a:spcBef>
      <a:spcAft>
        <a:spcPct val="0"/>
      </a:spcAft>
      <a:defRPr sz="1200"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30000"/>
      </a:spcBef>
      <a:spcAft>
        <a:spcPct val="0"/>
      </a:spcAft>
      <a:defRPr sz="1200"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30000"/>
      </a:spcBef>
      <a:spcAft>
        <a:spcPct val="0"/>
      </a:spcAft>
      <a:defRPr sz="1000"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30000"/>
      </a:spcBef>
      <a:spcAft>
        <a:spcPct val="0"/>
      </a:spcAft>
      <a:defRPr sz="900"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30000"/>
      </a:spcBef>
      <a:spcAft>
        <a:spcPct val="0"/>
      </a:spcAft>
      <a:defRPr sz="800"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slide" Target="../slides/slide1.xml"/><Relationship Id="rId2" Type="http://schemas.openxmlformats.org/officeDocument/2006/relationships/notesMaster" Target="../notesMasters/notesMaster1.xml"/><Relationship Id="rId1" Type="http://schemas.openxmlformats.org/officeDocument/2006/relationships/tags" Target="../tags/tag115.xml"/></Relationships>
</file>

<file path=ppt/notesSlides/_rels/notesSlide2.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notesMaster" Target="../notesMasters/notesMaster1.xml"/><Relationship Id="rId1" Type="http://schemas.openxmlformats.org/officeDocument/2006/relationships/tags" Target="../tags/tag145.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7">
            <a:extLst>
              <a:ext uri="{FF2B5EF4-FFF2-40B4-BE49-F238E27FC236}">
                <a16:creationId xmlns:a16="http://schemas.microsoft.com/office/drawing/2014/main" id="{0DDEEA47-E3B5-24C7-0199-9646E53A633D}"/>
              </a:ext>
            </a:extLst>
          </p:cNvPr>
          <p:cNvSpPr>
            <a:spLocks noGrp="1" noChangeArrowheads="1"/>
          </p:cNvSpPr>
          <p:nvPr>
            <p:ph type="sldNum" sz="quarter" idx="5"/>
          </p:nvPr>
        </p:nvSpPr>
        <p:spPr/>
        <p:txBody>
          <a:bodyPr/>
          <a:lstStyle/>
          <a:p>
            <a:pPr defTabSz="914400">
              <a:defRPr/>
            </a:pPr>
            <a:fld id="{D03BB364-CCE4-FA48-828A-02D83E288A64}" type="slidenum">
              <a:rPr lang="ko-KR" altLang="en-US" sz="1200" smtClean="0">
                <a:solidFill>
                  <a:srgbClr val="000000"/>
                </a:solidFill>
                <a:cs typeface="+mn-cs"/>
              </a:rPr>
              <a:pPr defTabSz="914400">
                <a:defRPr/>
              </a:pPr>
              <a:t>1</a:t>
            </a:fld>
            <a:endParaRPr lang="en-US" altLang="ko-KR" sz="1200">
              <a:solidFill>
                <a:srgbClr val="000000"/>
              </a:solidFill>
              <a:cs typeface="+mn-cs"/>
            </a:endParaRPr>
          </a:p>
        </p:txBody>
      </p:sp>
      <p:sp>
        <p:nvSpPr>
          <p:cNvPr id="61442" name="Rectangle 2">
            <a:extLst>
              <a:ext uri="{FF2B5EF4-FFF2-40B4-BE49-F238E27FC236}">
                <a16:creationId xmlns:a16="http://schemas.microsoft.com/office/drawing/2014/main" id="{CF00C4B5-3ABD-1D35-20A0-A023EFC19F21}"/>
              </a:ext>
            </a:extLst>
          </p:cNvPr>
          <p:cNvSpPr>
            <a:spLocks noGrp="1" noRot="1" noChangeAspect="1" noChangeArrowheads="1" noTextEdit="1"/>
          </p:cNvSpPr>
          <p:nvPr>
            <p:ph type="sldImg"/>
          </p:nvPr>
        </p:nvSpPr>
        <p:spPr>
          <a:xfrm>
            <a:off x="1081088" y="868363"/>
            <a:ext cx="7680325" cy="5761037"/>
          </a:xfrm>
          <a:ln/>
        </p:spPr>
      </p:sp>
      <p:sp>
        <p:nvSpPr>
          <p:cNvPr id="61443" name="Rectangle 3">
            <a:extLst>
              <a:ext uri="{FF2B5EF4-FFF2-40B4-BE49-F238E27FC236}">
                <a16:creationId xmlns:a16="http://schemas.microsoft.com/office/drawing/2014/main" id="{9B8FAE53-0F57-442F-D4A3-1602896F058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en-US"/>
          </a:p>
        </p:txBody>
      </p:sp>
      <p:sp>
        <p:nvSpPr>
          <p:cNvPr id="502788" name="McK Separator">
            <a:extLst>
              <a:ext uri="{FF2B5EF4-FFF2-40B4-BE49-F238E27FC236}">
                <a16:creationId xmlns:a16="http://schemas.microsoft.com/office/drawing/2014/main" id="{B180CF5A-A4CC-B8DF-60E1-72CCA0021252}"/>
              </a:ext>
            </a:extLst>
          </p:cNvPr>
          <p:cNvSpPr>
            <a:spLocks noChangeShapeType="1"/>
          </p:cNvSpPr>
          <p:nvPr>
            <p:custDataLst>
              <p:tags r:id="rId1"/>
            </p:custDataLst>
          </p:nvPr>
        </p:nvSpPr>
        <p:spPr bwMode="auto">
          <a:xfrm>
            <a:off x="1187450" y="1023938"/>
            <a:ext cx="7575550" cy="0"/>
          </a:xfrm>
          <a:prstGeom prst="line">
            <a:avLst/>
          </a:prstGeom>
          <a:noFill/>
          <a:ln w="9525">
            <a:solidFill>
              <a:schemeClr val="tx1"/>
            </a:solidFill>
            <a:round/>
            <a:headEnd/>
            <a:tailEnd/>
          </a:ln>
          <a:effectLst/>
        </p:spPr>
        <p:txBody>
          <a:bodyPr/>
          <a:lstStyle/>
          <a:p>
            <a:pPr eaLnBrk="1" hangingPunct="1">
              <a:defRPr/>
            </a:pPr>
            <a:endParaRPr lang="ko-KR" altLang="en-US" sz="1600">
              <a:solidFill>
                <a:srgbClr val="000000"/>
              </a:solidFill>
              <a:ea typeface="굴림" panose="020B0600000101010101" pitchFamily="50" charset="-127"/>
              <a:cs typeface="+mn-cs"/>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7">
            <a:extLst>
              <a:ext uri="{FF2B5EF4-FFF2-40B4-BE49-F238E27FC236}">
                <a16:creationId xmlns:a16="http://schemas.microsoft.com/office/drawing/2014/main" id="{FF3DA14E-EA2F-1840-B5E9-CF4C9A1B1AC8}"/>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0A138204-0DC4-7047-AD82-2B688976DB9E}" type="slidenum">
              <a:rPr lang="ko-KR" altLang="en-US" sz="1200" smtClean="0">
                <a:ea typeface="굴림" panose="020B0600000101010101" pitchFamily="34" charset="-127"/>
              </a:rPr>
              <a:pPr/>
              <a:t>2</a:t>
            </a:fld>
            <a:endParaRPr lang="en-US" altLang="ko-KR" sz="1200">
              <a:ea typeface="굴림" panose="020B0600000101010101" pitchFamily="34" charset="-127"/>
            </a:endParaRPr>
          </a:p>
        </p:txBody>
      </p:sp>
      <p:sp>
        <p:nvSpPr>
          <p:cNvPr id="63490" name="Rectangle 2">
            <a:extLst>
              <a:ext uri="{FF2B5EF4-FFF2-40B4-BE49-F238E27FC236}">
                <a16:creationId xmlns:a16="http://schemas.microsoft.com/office/drawing/2014/main" id="{B949978D-E51C-328D-6215-2564EF4F453B}"/>
              </a:ext>
            </a:extLst>
          </p:cNvPr>
          <p:cNvSpPr>
            <a:spLocks noGrp="1" noRot="1" noChangeAspect="1" noChangeArrowheads="1" noTextEdit="1"/>
          </p:cNvSpPr>
          <p:nvPr>
            <p:ph type="sldImg"/>
          </p:nvPr>
        </p:nvSpPr>
        <p:spPr>
          <a:xfrm>
            <a:off x="1081088" y="868363"/>
            <a:ext cx="7680325" cy="5761037"/>
          </a:xfrm>
          <a:ln/>
        </p:spPr>
      </p:sp>
      <p:sp>
        <p:nvSpPr>
          <p:cNvPr id="63491" name="Rectangle 3">
            <a:extLst>
              <a:ext uri="{FF2B5EF4-FFF2-40B4-BE49-F238E27FC236}">
                <a16:creationId xmlns:a16="http://schemas.microsoft.com/office/drawing/2014/main" id="{6FF40AB9-A04F-509C-2596-90F37DDC6CCB}"/>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p>
        </p:txBody>
      </p:sp>
      <p:sp>
        <p:nvSpPr>
          <p:cNvPr id="63492" name="McK Separator">
            <a:extLst>
              <a:ext uri="{FF2B5EF4-FFF2-40B4-BE49-F238E27FC236}">
                <a16:creationId xmlns:a16="http://schemas.microsoft.com/office/drawing/2014/main" id="{07814291-6157-2821-4F83-A04400C42A29}"/>
              </a:ext>
            </a:extLst>
          </p:cNvPr>
          <p:cNvSpPr>
            <a:spLocks noChangeShapeType="1"/>
          </p:cNvSpPr>
          <p:nvPr>
            <p:custDataLst>
              <p:tags r:id="rId1"/>
            </p:custDataLst>
          </p:nvPr>
        </p:nvSpPr>
        <p:spPr bwMode="auto">
          <a:xfrm>
            <a:off x="1187450" y="1023938"/>
            <a:ext cx="7575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7">
            <a:extLst>
              <a:ext uri="{FF2B5EF4-FFF2-40B4-BE49-F238E27FC236}">
                <a16:creationId xmlns:a16="http://schemas.microsoft.com/office/drawing/2014/main" id="{EC3CC925-7056-F29D-9926-CBA8A415AC23}"/>
              </a:ext>
            </a:extLst>
          </p:cNvPr>
          <p:cNvSpPr>
            <a:spLocks noGrp="1" noChangeArrowheads="1"/>
          </p:cNvSpPr>
          <p:nvPr>
            <p:ph type="sldNum" sz="quarter" idx="5"/>
          </p:nvPr>
        </p:nvSpPr>
        <p:spPr/>
        <p:txBody>
          <a:bodyPr/>
          <a:lstStyle/>
          <a:p>
            <a:pPr defTabSz="914400">
              <a:defRPr/>
            </a:pPr>
            <a:fld id="{2B8870E6-DF9D-4246-82D6-82C592B0500C}" type="slidenum">
              <a:rPr lang="ko-KR" altLang="en-US" sz="1200" smtClean="0">
                <a:solidFill>
                  <a:srgbClr val="000000"/>
                </a:solidFill>
                <a:cs typeface="+mn-cs"/>
              </a:rPr>
              <a:pPr defTabSz="914400">
                <a:defRPr/>
              </a:pPr>
              <a:t>3</a:t>
            </a:fld>
            <a:endParaRPr lang="en-US" altLang="ko-KR" sz="1200">
              <a:solidFill>
                <a:srgbClr val="000000"/>
              </a:solidFill>
              <a:cs typeface="+mn-cs"/>
            </a:endParaRPr>
          </a:p>
        </p:txBody>
      </p:sp>
      <p:sp>
        <p:nvSpPr>
          <p:cNvPr id="67586" name="Rectangle 2">
            <a:extLst>
              <a:ext uri="{FF2B5EF4-FFF2-40B4-BE49-F238E27FC236}">
                <a16:creationId xmlns:a16="http://schemas.microsoft.com/office/drawing/2014/main" id="{6E2DB1ED-0AB2-E39F-02B9-E3C599D51426}"/>
              </a:ext>
            </a:extLst>
          </p:cNvPr>
          <p:cNvSpPr>
            <a:spLocks noGrp="1" noRot="1" noChangeAspect="1" noChangeArrowheads="1" noTextEdit="1"/>
          </p:cNvSpPr>
          <p:nvPr>
            <p:ph type="sldImg"/>
          </p:nvPr>
        </p:nvSpPr>
        <p:spPr>
          <a:xfrm>
            <a:off x="1081088" y="868363"/>
            <a:ext cx="7680325" cy="5761037"/>
          </a:xfrm>
          <a:ln/>
        </p:spPr>
      </p:sp>
      <p:sp>
        <p:nvSpPr>
          <p:cNvPr id="67587" name="Rectangle 3">
            <a:extLst>
              <a:ext uri="{FF2B5EF4-FFF2-40B4-BE49-F238E27FC236}">
                <a16:creationId xmlns:a16="http://schemas.microsoft.com/office/drawing/2014/main" id="{6003F8C9-2992-D0C7-1AFA-911A66935C3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ko-KR"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Rectangle 6">
            <a:extLst>
              <a:ext uri="{FF2B5EF4-FFF2-40B4-BE49-F238E27FC236}">
                <a16:creationId xmlns:a16="http://schemas.microsoft.com/office/drawing/2014/main" id="{9D68DF42-ADC4-6557-A885-6CE08D22F55B}"/>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69634" name="Rectangle 2">
            <a:extLst>
              <a:ext uri="{FF2B5EF4-FFF2-40B4-BE49-F238E27FC236}">
                <a16:creationId xmlns:a16="http://schemas.microsoft.com/office/drawing/2014/main" id="{940F97FB-BDBD-D9E4-DE0B-94495C54511A}"/>
              </a:ext>
            </a:extLst>
          </p:cNvPr>
          <p:cNvSpPr>
            <a:spLocks noGrp="1" noRot="1" noChangeAspect="1" noChangeArrowheads="1" noTextEdit="1"/>
          </p:cNvSpPr>
          <p:nvPr>
            <p:ph type="sldImg"/>
          </p:nvPr>
        </p:nvSpPr>
        <p:spPr>
          <a:ln/>
        </p:spPr>
      </p:sp>
      <p:sp>
        <p:nvSpPr>
          <p:cNvPr id="69635" name="Rectangle 3">
            <a:extLst>
              <a:ext uri="{FF2B5EF4-FFF2-40B4-BE49-F238E27FC236}">
                <a16:creationId xmlns:a16="http://schemas.microsoft.com/office/drawing/2014/main" id="{BE5C4DAB-9D84-AD26-183D-341CD70BA1E1}"/>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Rectangle 6">
            <a:extLst>
              <a:ext uri="{FF2B5EF4-FFF2-40B4-BE49-F238E27FC236}">
                <a16:creationId xmlns:a16="http://schemas.microsoft.com/office/drawing/2014/main" id="{D437284E-2291-9D69-B2C8-CC51A9DE296B}"/>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73730" name="Rectangle 2">
            <a:extLst>
              <a:ext uri="{FF2B5EF4-FFF2-40B4-BE49-F238E27FC236}">
                <a16:creationId xmlns:a16="http://schemas.microsoft.com/office/drawing/2014/main" id="{F0B5BB4E-56F6-2175-8B18-18D4C7D9A675}"/>
              </a:ext>
            </a:extLst>
          </p:cNvPr>
          <p:cNvSpPr>
            <a:spLocks noGrp="1" noRot="1" noChangeAspect="1" noChangeArrowheads="1" noTextEdit="1"/>
          </p:cNvSpPr>
          <p:nvPr>
            <p:ph type="sldImg"/>
          </p:nvPr>
        </p:nvSpPr>
        <p:spPr>
          <a:ln/>
        </p:spPr>
      </p:sp>
      <p:sp>
        <p:nvSpPr>
          <p:cNvPr id="73731" name="Rectangle 3">
            <a:extLst>
              <a:ext uri="{FF2B5EF4-FFF2-40B4-BE49-F238E27FC236}">
                <a16:creationId xmlns:a16="http://schemas.microsoft.com/office/drawing/2014/main" id="{92B8BA72-9BAA-8FEF-3BDB-78FD2C095968}"/>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6">
            <a:extLst>
              <a:ext uri="{FF2B5EF4-FFF2-40B4-BE49-F238E27FC236}">
                <a16:creationId xmlns:a16="http://schemas.microsoft.com/office/drawing/2014/main" id="{D908F177-6BB5-2833-232F-8AD1BBE9A6F9}"/>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75778" name="Rectangle 2">
            <a:extLst>
              <a:ext uri="{FF2B5EF4-FFF2-40B4-BE49-F238E27FC236}">
                <a16:creationId xmlns:a16="http://schemas.microsoft.com/office/drawing/2014/main" id="{4EEE8B68-C138-EB3A-9191-DDF2101F2282}"/>
              </a:ext>
            </a:extLst>
          </p:cNvPr>
          <p:cNvSpPr>
            <a:spLocks noGrp="1" noRot="1" noChangeAspect="1" noChangeArrowheads="1" noTextEdit="1"/>
          </p:cNvSpPr>
          <p:nvPr>
            <p:ph type="sldImg"/>
          </p:nvPr>
        </p:nvSpPr>
        <p:spPr>
          <a:ln/>
        </p:spPr>
      </p:sp>
      <p:sp>
        <p:nvSpPr>
          <p:cNvPr id="75779" name="Rectangle 3">
            <a:extLst>
              <a:ext uri="{FF2B5EF4-FFF2-40B4-BE49-F238E27FC236}">
                <a16:creationId xmlns:a16="http://schemas.microsoft.com/office/drawing/2014/main" id="{12983240-EF3A-60F5-E455-781F1693BE66}"/>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6">
            <a:extLst>
              <a:ext uri="{FF2B5EF4-FFF2-40B4-BE49-F238E27FC236}">
                <a16:creationId xmlns:a16="http://schemas.microsoft.com/office/drawing/2014/main" id="{1055CA1B-9289-6197-BDA0-CEE2C7CD1566}"/>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83970" name="Rectangle 2">
            <a:extLst>
              <a:ext uri="{FF2B5EF4-FFF2-40B4-BE49-F238E27FC236}">
                <a16:creationId xmlns:a16="http://schemas.microsoft.com/office/drawing/2014/main" id="{AAF35D03-B17C-1B43-057A-61D7E51841BC}"/>
              </a:ext>
            </a:extLst>
          </p:cNvPr>
          <p:cNvSpPr>
            <a:spLocks noGrp="1" noRot="1" noChangeAspect="1" noChangeArrowheads="1" noTextEdit="1"/>
          </p:cNvSpPr>
          <p:nvPr>
            <p:ph type="sldImg"/>
          </p:nvPr>
        </p:nvSpPr>
        <p:spPr>
          <a:ln/>
        </p:spPr>
      </p:sp>
      <p:sp>
        <p:nvSpPr>
          <p:cNvPr id="83971" name="Rectangle 3">
            <a:extLst>
              <a:ext uri="{FF2B5EF4-FFF2-40B4-BE49-F238E27FC236}">
                <a16:creationId xmlns:a16="http://schemas.microsoft.com/office/drawing/2014/main" id="{616F0ED2-2F4F-2C22-DDAF-452A1282923D}"/>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Rectangle 6">
            <a:extLst>
              <a:ext uri="{FF2B5EF4-FFF2-40B4-BE49-F238E27FC236}">
                <a16:creationId xmlns:a16="http://schemas.microsoft.com/office/drawing/2014/main" id="{143982BA-BE1D-70E6-EB34-9FC467E683AB}"/>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86018" name="Rectangle 2">
            <a:extLst>
              <a:ext uri="{FF2B5EF4-FFF2-40B4-BE49-F238E27FC236}">
                <a16:creationId xmlns:a16="http://schemas.microsoft.com/office/drawing/2014/main" id="{D20C33CE-C6DA-7D06-79C6-6D3A17F511A1}"/>
              </a:ext>
            </a:extLst>
          </p:cNvPr>
          <p:cNvSpPr>
            <a:spLocks noGrp="1" noRot="1" noChangeAspect="1" noChangeArrowheads="1" noTextEdit="1"/>
          </p:cNvSpPr>
          <p:nvPr>
            <p:ph type="sldImg"/>
          </p:nvPr>
        </p:nvSpPr>
        <p:spPr>
          <a:ln/>
        </p:spPr>
      </p:sp>
      <p:sp>
        <p:nvSpPr>
          <p:cNvPr id="86019" name="Rectangle 3">
            <a:extLst>
              <a:ext uri="{FF2B5EF4-FFF2-40B4-BE49-F238E27FC236}">
                <a16:creationId xmlns:a16="http://schemas.microsoft.com/office/drawing/2014/main" id="{CEA14CBD-9E7C-09E5-4974-9A9E1987A065}"/>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Rectangle 6">
            <a:extLst>
              <a:ext uri="{FF2B5EF4-FFF2-40B4-BE49-F238E27FC236}">
                <a16:creationId xmlns:a16="http://schemas.microsoft.com/office/drawing/2014/main" id="{3214AA12-B3E1-A05B-BCCD-30404B164CF6}"/>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90114" name="Rectangle 2">
            <a:extLst>
              <a:ext uri="{FF2B5EF4-FFF2-40B4-BE49-F238E27FC236}">
                <a16:creationId xmlns:a16="http://schemas.microsoft.com/office/drawing/2014/main" id="{F8C952D5-CB55-8D13-134B-DCE935DD43E3}"/>
              </a:ext>
            </a:extLst>
          </p:cNvPr>
          <p:cNvSpPr>
            <a:spLocks noGrp="1" noRot="1" noChangeAspect="1" noChangeArrowheads="1" noTextEdit="1"/>
          </p:cNvSpPr>
          <p:nvPr>
            <p:ph type="sldImg"/>
          </p:nvPr>
        </p:nvSpPr>
        <p:spPr>
          <a:ln/>
        </p:spPr>
      </p:sp>
      <p:sp>
        <p:nvSpPr>
          <p:cNvPr id="90115" name="Rectangle 3">
            <a:extLst>
              <a:ext uri="{FF2B5EF4-FFF2-40B4-BE49-F238E27FC236}">
                <a16:creationId xmlns:a16="http://schemas.microsoft.com/office/drawing/2014/main" id="{56A0F458-FB5F-B4B4-C6DA-B5F133B86A99}"/>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6">
            <a:extLst>
              <a:ext uri="{FF2B5EF4-FFF2-40B4-BE49-F238E27FC236}">
                <a16:creationId xmlns:a16="http://schemas.microsoft.com/office/drawing/2014/main" id="{DB6F83AD-32B7-00F0-5EB1-C552AD88AABB}"/>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92162" name="Rectangle 2">
            <a:extLst>
              <a:ext uri="{FF2B5EF4-FFF2-40B4-BE49-F238E27FC236}">
                <a16:creationId xmlns:a16="http://schemas.microsoft.com/office/drawing/2014/main" id="{DA902116-4E70-6A39-18A6-C2331DD37D4D}"/>
              </a:ext>
            </a:extLst>
          </p:cNvPr>
          <p:cNvSpPr>
            <a:spLocks noGrp="1" noRot="1" noChangeAspect="1" noChangeArrowheads="1" noTextEdit="1"/>
          </p:cNvSpPr>
          <p:nvPr>
            <p:ph type="sldImg"/>
          </p:nvPr>
        </p:nvSpPr>
        <p:spPr>
          <a:ln/>
        </p:spPr>
      </p:sp>
      <p:sp>
        <p:nvSpPr>
          <p:cNvPr id="92163" name="Rectangle 3">
            <a:extLst>
              <a:ext uri="{FF2B5EF4-FFF2-40B4-BE49-F238E27FC236}">
                <a16:creationId xmlns:a16="http://schemas.microsoft.com/office/drawing/2014/main" id="{74EDF00A-1081-6C8E-B05A-62E1D2DBAF7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6">
            <a:extLst>
              <a:ext uri="{FF2B5EF4-FFF2-40B4-BE49-F238E27FC236}">
                <a16:creationId xmlns:a16="http://schemas.microsoft.com/office/drawing/2014/main" id="{7F8A6728-60ED-4D35-1FCF-71BCDA1A995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94210" name="Rectangle 2">
            <a:extLst>
              <a:ext uri="{FF2B5EF4-FFF2-40B4-BE49-F238E27FC236}">
                <a16:creationId xmlns:a16="http://schemas.microsoft.com/office/drawing/2014/main" id="{6ECDF219-5C1C-FF9B-41F7-0C5EC82BD797}"/>
              </a:ext>
            </a:extLst>
          </p:cNvPr>
          <p:cNvSpPr>
            <a:spLocks noGrp="1" noRot="1" noChangeAspect="1" noChangeArrowheads="1" noTextEdit="1"/>
          </p:cNvSpPr>
          <p:nvPr>
            <p:ph type="sldImg"/>
          </p:nvPr>
        </p:nvSpPr>
        <p:spPr>
          <a:ln/>
        </p:spPr>
      </p:sp>
      <p:sp>
        <p:nvSpPr>
          <p:cNvPr id="94211" name="Rectangle 3">
            <a:extLst>
              <a:ext uri="{FF2B5EF4-FFF2-40B4-BE49-F238E27FC236}">
                <a16:creationId xmlns:a16="http://schemas.microsoft.com/office/drawing/2014/main" id="{7B2D97F5-DD2A-C523-5DAD-F69FB9AE6BE0}"/>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Rectangle 6">
            <a:extLst>
              <a:ext uri="{FF2B5EF4-FFF2-40B4-BE49-F238E27FC236}">
                <a16:creationId xmlns:a16="http://schemas.microsoft.com/office/drawing/2014/main" id="{5D4B4E94-358F-DCC5-D242-F059915D1F46}"/>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96258" name="Rectangle 2">
            <a:extLst>
              <a:ext uri="{FF2B5EF4-FFF2-40B4-BE49-F238E27FC236}">
                <a16:creationId xmlns:a16="http://schemas.microsoft.com/office/drawing/2014/main" id="{B0DE5F05-C9C3-2393-66FA-DE4E5861A62C}"/>
              </a:ext>
            </a:extLst>
          </p:cNvPr>
          <p:cNvSpPr>
            <a:spLocks noGrp="1" noRot="1" noChangeAspect="1" noChangeArrowheads="1" noTextEdit="1"/>
          </p:cNvSpPr>
          <p:nvPr>
            <p:ph type="sldImg"/>
          </p:nvPr>
        </p:nvSpPr>
        <p:spPr>
          <a:ln/>
        </p:spPr>
      </p:sp>
      <p:sp>
        <p:nvSpPr>
          <p:cNvPr id="96259" name="Rectangle 3">
            <a:extLst>
              <a:ext uri="{FF2B5EF4-FFF2-40B4-BE49-F238E27FC236}">
                <a16:creationId xmlns:a16="http://schemas.microsoft.com/office/drawing/2014/main" id="{AC1672DD-E56F-B59D-E701-3C92214080FD}"/>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Rectangle 6">
            <a:extLst>
              <a:ext uri="{FF2B5EF4-FFF2-40B4-BE49-F238E27FC236}">
                <a16:creationId xmlns:a16="http://schemas.microsoft.com/office/drawing/2014/main" id="{0FE20D08-1ED7-E304-38B5-1865E1852282}"/>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98306" name="Rectangle 2">
            <a:extLst>
              <a:ext uri="{FF2B5EF4-FFF2-40B4-BE49-F238E27FC236}">
                <a16:creationId xmlns:a16="http://schemas.microsoft.com/office/drawing/2014/main" id="{0DFDA994-DD0B-9329-E8B3-FACCE052739C}"/>
              </a:ext>
            </a:extLst>
          </p:cNvPr>
          <p:cNvSpPr>
            <a:spLocks noGrp="1" noRot="1" noChangeAspect="1" noChangeArrowheads="1" noTextEdit="1"/>
          </p:cNvSpPr>
          <p:nvPr>
            <p:ph type="sldImg"/>
          </p:nvPr>
        </p:nvSpPr>
        <p:spPr>
          <a:ln/>
        </p:spPr>
      </p:sp>
      <p:sp>
        <p:nvSpPr>
          <p:cNvPr id="98307" name="Rectangle 3">
            <a:extLst>
              <a:ext uri="{FF2B5EF4-FFF2-40B4-BE49-F238E27FC236}">
                <a16:creationId xmlns:a16="http://schemas.microsoft.com/office/drawing/2014/main" id="{14B6E83B-A3BE-9B71-7044-8D69DCD1340A}"/>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6">
            <a:extLst>
              <a:ext uri="{FF2B5EF4-FFF2-40B4-BE49-F238E27FC236}">
                <a16:creationId xmlns:a16="http://schemas.microsoft.com/office/drawing/2014/main" id="{E9A71946-5379-A9D0-57B0-BF31507080EB}"/>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00354" name="Rectangle 2">
            <a:extLst>
              <a:ext uri="{FF2B5EF4-FFF2-40B4-BE49-F238E27FC236}">
                <a16:creationId xmlns:a16="http://schemas.microsoft.com/office/drawing/2014/main" id="{D5765C43-B714-A737-BACD-0154FAD28937}"/>
              </a:ext>
            </a:extLst>
          </p:cNvPr>
          <p:cNvSpPr>
            <a:spLocks noGrp="1" noRot="1" noChangeAspect="1" noChangeArrowheads="1" noTextEdit="1"/>
          </p:cNvSpPr>
          <p:nvPr>
            <p:ph type="sldImg"/>
          </p:nvPr>
        </p:nvSpPr>
        <p:spPr>
          <a:ln/>
        </p:spPr>
      </p:sp>
      <p:sp>
        <p:nvSpPr>
          <p:cNvPr id="100355" name="Rectangle 3">
            <a:extLst>
              <a:ext uri="{FF2B5EF4-FFF2-40B4-BE49-F238E27FC236}">
                <a16:creationId xmlns:a16="http://schemas.microsoft.com/office/drawing/2014/main" id="{BC89FB08-8DAE-032B-DE36-B98E6A82DDAA}"/>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Rectangle 6">
            <a:extLst>
              <a:ext uri="{FF2B5EF4-FFF2-40B4-BE49-F238E27FC236}">
                <a16:creationId xmlns:a16="http://schemas.microsoft.com/office/drawing/2014/main" id="{57DD70E1-1D62-E46B-70BF-3DA72AB926E0}"/>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02402" name="Rectangle 2">
            <a:extLst>
              <a:ext uri="{FF2B5EF4-FFF2-40B4-BE49-F238E27FC236}">
                <a16:creationId xmlns:a16="http://schemas.microsoft.com/office/drawing/2014/main" id="{EBB06A83-1488-C8DD-AD39-17097147E845}"/>
              </a:ext>
            </a:extLst>
          </p:cNvPr>
          <p:cNvSpPr>
            <a:spLocks noGrp="1" noRot="1" noChangeAspect="1" noChangeArrowheads="1" noTextEdit="1"/>
          </p:cNvSpPr>
          <p:nvPr>
            <p:ph type="sldImg"/>
          </p:nvPr>
        </p:nvSpPr>
        <p:spPr>
          <a:ln/>
        </p:spPr>
      </p:sp>
      <p:sp>
        <p:nvSpPr>
          <p:cNvPr id="102403" name="Rectangle 3">
            <a:extLst>
              <a:ext uri="{FF2B5EF4-FFF2-40B4-BE49-F238E27FC236}">
                <a16:creationId xmlns:a16="http://schemas.microsoft.com/office/drawing/2014/main" id="{D8E2FC16-65C3-BC79-DF80-301CC81AFFD7}"/>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6">
            <a:extLst>
              <a:ext uri="{FF2B5EF4-FFF2-40B4-BE49-F238E27FC236}">
                <a16:creationId xmlns:a16="http://schemas.microsoft.com/office/drawing/2014/main" id="{D8B5EFDA-FD17-2EE6-E0E9-9CA10252596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14690" name="Rectangle 2">
            <a:extLst>
              <a:ext uri="{FF2B5EF4-FFF2-40B4-BE49-F238E27FC236}">
                <a16:creationId xmlns:a16="http://schemas.microsoft.com/office/drawing/2014/main" id="{42041E69-92EA-5FC6-9967-8D1CD968EFB5}"/>
              </a:ext>
            </a:extLst>
          </p:cNvPr>
          <p:cNvSpPr>
            <a:spLocks noGrp="1" noRot="1" noChangeAspect="1" noChangeArrowheads="1" noTextEdit="1"/>
          </p:cNvSpPr>
          <p:nvPr>
            <p:ph type="sldImg"/>
          </p:nvPr>
        </p:nvSpPr>
        <p:spPr>
          <a:ln/>
        </p:spPr>
      </p:sp>
      <p:sp>
        <p:nvSpPr>
          <p:cNvPr id="114691" name="Rectangle 3">
            <a:extLst>
              <a:ext uri="{FF2B5EF4-FFF2-40B4-BE49-F238E27FC236}">
                <a16:creationId xmlns:a16="http://schemas.microsoft.com/office/drawing/2014/main" id="{57E0B20C-667E-3DA8-C8FD-287E1E619DC5}"/>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6">
            <a:extLst>
              <a:ext uri="{FF2B5EF4-FFF2-40B4-BE49-F238E27FC236}">
                <a16:creationId xmlns:a16="http://schemas.microsoft.com/office/drawing/2014/main" id="{AE37FCAA-8966-A5BA-A3E6-CAA5352C91AC}"/>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16738" name="Rectangle 2">
            <a:extLst>
              <a:ext uri="{FF2B5EF4-FFF2-40B4-BE49-F238E27FC236}">
                <a16:creationId xmlns:a16="http://schemas.microsoft.com/office/drawing/2014/main" id="{AA881456-CCF1-70AB-7A9E-E332BC1F7C53}"/>
              </a:ext>
            </a:extLst>
          </p:cNvPr>
          <p:cNvSpPr>
            <a:spLocks noGrp="1" noRot="1" noChangeAspect="1" noChangeArrowheads="1" noTextEdit="1"/>
          </p:cNvSpPr>
          <p:nvPr>
            <p:ph type="sldImg"/>
          </p:nvPr>
        </p:nvSpPr>
        <p:spPr>
          <a:ln/>
        </p:spPr>
      </p:sp>
      <p:sp>
        <p:nvSpPr>
          <p:cNvPr id="116739" name="Rectangle 3">
            <a:extLst>
              <a:ext uri="{FF2B5EF4-FFF2-40B4-BE49-F238E27FC236}">
                <a16:creationId xmlns:a16="http://schemas.microsoft.com/office/drawing/2014/main" id="{A59BA18D-D4E2-A85A-39FB-444496BBE4AB}"/>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Rectangle 6">
            <a:extLst>
              <a:ext uri="{FF2B5EF4-FFF2-40B4-BE49-F238E27FC236}">
                <a16:creationId xmlns:a16="http://schemas.microsoft.com/office/drawing/2014/main" id="{4E418A86-2A87-743E-485E-0E5670B435C5}"/>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20834" name="Rectangle 2">
            <a:extLst>
              <a:ext uri="{FF2B5EF4-FFF2-40B4-BE49-F238E27FC236}">
                <a16:creationId xmlns:a16="http://schemas.microsoft.com/office/drawing/2014/main" id="{EF0803DA-9A22-8F2B-50AA-9BC50899DCDC}"/>
              </a:ext>
            </a:extLst>
          </p:cNvPr>
          <p:cNvSpPr>
            <a:spLocks noGrp="1" noRot="1" noChangeAspect="1" noChangeArrowheads="1" noTextEdit="1"/>
          </p:cNvSpPr>
          <p:nvPr>
            <p:ph type="sldImg"/>
          </p:nvPr>
        </p:nvSpPr>
        <p:spPr>
          <a:ln/>
        </p:spPr>
      </p:sp>
      <p:sp>
        <p:nvSpPr>
          <p:cNvPr id="120835" name="Rectangle 3">
            <a:extLst>
              <a:ext uri="{FF2B5EF4-FFF2-40B4-BE49-F238E27FC236}">
                <a16:creationId xmlns:a16="http://schemas.microsoft.com/office/drawing/2014/main" id="{EE0E30EF-403C-DB73-2328-8AC969702954}"/>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Rectangle 6">
            <a:extLst>
              <a:ext uri="{FF2B5EF4-FFF2-40B4-BE49-F238E27FC236}">
                <a16:creationId xmlns:a16="http://schemas.microsoft.com/office/drawing/2014/main" id="{81C13613-5E76-0365-D7E2-8BFFCE7495D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22882" name="Rectangle 2">
            <a:extLst>
              <a:ext uri="{FF2B5EF4-FFF2-40B4-BE49-F238E27FC236}">
                <a16:creationId xmlns:a16="http://schemas.microsoft.com/office/drawing/2014/main" id="{72AA4270-7375-8DDB-AB0A-68C4C731F1E2}"/>
              </a:ext>
            </a:extLst>
          </p:cNvPr>
          <p:cNvSpPr>
            <a:spLocks noGrp="1" noRot="1" noChangeAspect="1" noChangeArrowheads="1" noTextEdit="1"/>
          </p:cNvSpPr>
          <p:nvPr>
            <p:ph type="sldImg"/>
          </p:nvPr>
        </p:nvSpPr>
        <p:spPr>
          <a:ln/>
        </p:spPr>
      </p:sp>
      <p:sp>
        <p:nvSpPr>
          <p:cNvPr id="122883" name="Rectangle 3">
            <a:extLst>
              <a:ext uri="{FF2B5EF4-FFF2-40B4-BE49-F238E27FC236}">
                <a16:creationId xmlns:a16="http://schemas.microsoft.com/office/drawing/2014/main" id="{4A336AEA-8449-E378-45D1-AE6538267787}"/>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Rectangle 6">
            <a:extLst>
              <a:ext uri="{FF2B5EF4-FFF2-40B4-BE49-F238E27FC236}">
                <a16:creationId xmlns:a16="http://schemas.microsoft.com/office/drawing/2014/main" id="{C1B437D4-D921-273C-97C3-A810DF0E5FC4}"/>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31074" name="Rectangle 2">
            <a:extLst>
              <a:ext uri="{FF2B5EF4-FFF2-40B4-BE49-F238E27FC236}">
                <a16:creationId xmlns:a16="http://schemas.microsoft.com/office/drawing/2014/main" id="{C1BC8FC6-3778-1FD3-7927-29562318ABBB}"/>
              </a:ext>
            </a:extLst>
          </p:cNvPr>
          <p:cNvSpPr>
            <a:spLocks noGrp="1" noRot="1" noChangeAspect="1" noChangeArrowheads="1" noTextEdit="1"/>
          </p:cNvSpPr>
          <p:nvPr>
            <p:ph type="sldImg"/>
          </p:nvPr>
        </p:nvSpPr>
        <p:spPr>
          <a:ln/>
        </p:spPr>
      </p:sp>
      <p:sp>
        <p:nvSpPr>
          <p:cNvPr id="131075" name="Rectangle 3">
            <a:extLst>
              <a:ext uri="{FF2B5EF4-FFF2-40B4-BE49-F238E27FC236}">
                <a16:creationId xmlns:a16="http://schemas.microsoft.com/office/drawing/2014/main" id="{BF61AA28-AB97-9008-52AC-B503A509E84C}"/>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Rectangle 6">
            <a:extLst>
              <a:ext uri="{FF2B5EF4-FFF2-40B4-BE49-F238E27FC236}">
                <a16:creationId xmlns:a16="http://schemas.microsoft.com/office/drawing/2014/main" id="{DCE1337B-D7CD-65BF-9433-98B8DE05A1E0}"/>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33122" name="Rectangle 2">
            <a:extLst>
              <a:ext uri="{FF2B5EF4-FFF2-40B4-BE49-F238E27FC236}">
                <a16:creationId xmlns:a16="http://schemas.microsoft.com/office/drawing/2014/main" id="{83BCE5B8-4CAC-D0B9-683C-E8279F107229}"/>
              </a:ext>
            </a:extLst>
          </p:cNvPr>
          <p:cNvSpPr>
            <a:spLocks noGrp="1" noRot="1" noChangeAspect="1" noChangeArrowheads="1" noTextEdit="1"/>
          </p:cNvSpPr>
          <p:nvPr>
            <p:ph type="sldImg"/>
          </p:nvPr>
        </p:nvSpPr>
        <p:spPr>
          <a:ln/>
        </p:spPr>
      </p:sp>
      <p:sp>
        <p:nvSpPr>
          <p:cNvPr id="133123" name="Rectangle 3">
            <a:extLst>
              <a:ext uri="{FF2B5EF4-FFF2-40B4-BE49-F238E27FC236}">
                <a16:creationId xmlns:a16="http://schemas.microsoft.com/office/drawing/2014/main" id="{8DC3EFBA-2BF2-5E2A-B5A0-4A1C7DBCCFB5}"/>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6">
            <a:extLst>
              <a:ext uri="{FF2B5EF4-FFF2-40B4-BE49-F238E27FC236}">
                <a16:creationId xmlns:a16="http://schemas.microsoft.com/office/drawing/2014/main" id="{C32E24AD-C4B6-C05F-748F-C3DE29D83408}"/>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35170" name="Rectangle 2">
            <a:extLst>
              <a:ext uri="{FF2B5EF4-FFF2-40B4-BE49-F238E27FC236}">
                <a16:creationId xmlns:a16="http://schemas.microsoft.com/office/drawing/2014/main" id="{2C4A332B-2C40-4FC1-E832-07EB9C52EE0D}"/>
              </a:ext>
            </a:extLst>
          </p:cNvPr>
          <p:cNvSpPr>
            <a:spLocks noGrp="1" noRot="1" noChangeAspect="1" noChangeArrowheads="1" noTextEdit="1"/>
          </p:cNvSpPr>
          <p:nvPr>
            <p:ph type="sldImg"/>
          </p:nvPr>
        </p:nvSpPr>
        <p:spPr>
          <a:ln/>
        </p:spPr>
      </p:sp>
      <p:sp>
        <p:nvSpPr>
          <p:cNvPr id="135171" name="Rectangle 3">
            <a:extLst>
              <a:ext uri="{FF2B5EF4-FFF2-40B4-BE49-F238E27FC236}">
                <a16:creationId xmlns:a16="http://schemas.microsoft.com/office/drawing/2014/main" id="{22B88D13-5CBF-CC13-C04C-70F6D79303C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Rectangle 6">
            <a:extLst>
              <a:ext uri="{FF2B5EF4-FFF2-40B4-BE49-F238E27FC236}">
                <a16:creationId xmlns:a16="http://schemas.microsoft.com/office/drawing/2014/main" id="{62B61328-2F9A-2C3B-60D0-3ADDB8AB052C}"/>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37218" name="Rectangle 2">
            <a:extLst>
              <a:ext uri="{FF2B5EF4-FFF2-40B4-BE49-F238E27FC236}">
                <a16:creationId xmlns:a16="http://schemas.microsoft.com/office/drawing/2014/main" id="{80851036-59CF-9FFF-D31C-924C6BD17FCB}"/>
              </a:ext>
            </a:extLst>
          </p:cNvPr>
          <p:cNvSpPr>
            <a:spLocks noGrp="1" noRot="1" noChangeAspect="1" noChangeArrowheads="1" noTextEdit="1"/>
          </p:cNvSpPr>
          <p:nvPr>
            <p:ph type="sldImg"/>
          </p:nvPr>
        </p:nvSpPr>
        <p:spPr>
          <a:ln/>
        </p:spPr>
      </p:sp>
      <p:sp>
        <p:nvSpPr>
          <p:cNvPr id="137219" name="Rectangle 3">
            <a:extLst>
              <a:ext uri="{FF2B5EF4-FFF2-40B4-BE49-F238E27FC236}">
                <a16:creationId xmlns:a16="http://schemas.microsoft.com/office/drawing/2014/main" id="{A31561DE-24DD-8B13-8490-EE2A1C5FB51F}"/>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Rectangle 6">
            <a:extLst>
              <a:ext uri="{FF2B5EF4-FFF2-40B4-BE49-F238E27FC236}">
                <a16:creationId xmlns:a16="http://schemas.microsoft.com/office/drawing/2014/main" id="{D5F82973-1541-CFFD-FE0F-23823026B31F}"/>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39266" name="Rectangle 2">
            <a:extLst>
              <a:ext uri="{FF2B5EF4-FFF2-40B4-BE49-F238E27FC236}">
                <a16:creationId xmlns:a16="http://schemas.microsoft.com/office/drawing/2014/main" id="{5E8D4DD9-A6C4-C8B2-74BD-933B42278C0A}"/>
              </a:ext>
            </a:extLst>
          </p:cNvPr>
          <p:cNvSpPr>
            <a:spLocks noGrp="1" noRot="1" noChangeAspect="1" noChangeArrowheads="1" noTextEdit="1"/>
          </p:cNvSpPr>
          <p:nvPr>
            <p:ph type="sldImg"/>
          </p:nvPr>
        </p:nvSpPr>
        <p:spPr>
          <a:ln/>
        </p:spPr>
      </p:sp>
      <p:sp>
        <p:nvSpPr>
          <p:cNvPr id="139267" name="Rectangle 3">
            <a:extLst>
              <a:ext uri="{FF2B5EF4-FFF2-40B4-BE49-F238E27FC236}">
                <a16:creationId xmlns:a16="http://schemas.microsoft.com/office/drawing/2014/main" id="{638A0CB5-D137-31A5-B387-0B6570983454}"/>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Rectangle 6">
            <a:extLst>
              <a:ext uri="{FF2B5EF4-FFF2-40B4-BE49-F238E27FC236}">
                <a16:creationId xmlns:a16="http://schemas.microsoft.com/office/drawing/2014/main" id="{4DD9DBB6-3CC4-58CA-AE41-0E4C76B6C54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41314" name="Rectangle 2">
            <a:extLst>
              <a:ext uri="{FF2B5EF4-FFF2-40B4-BE49-F238E27FC236}">
                <a16:creationId xmlns:a16="http://schemas.microsoft.com/office/drawing/2014/main" id="{684551C7-5E55-BAE7-7418-2075BB47A648}"/>
              </a:ext>
            </a:extLst>
          </p:cNvPr>
          <p:cNvSpPr>
            <a:spLocks noGrp="1" noRot="1" noChangeAspect="1" noChangeArrowheads="1" noTextEdit="1"/>
          </p:cNvSpPr>
          <p:nvPr>
            <p:ph type="sldImg"/>
          </p:nvPr>
        </p:nvSpPr>
        <p:spPr>
          <a:xfrm>
            <a:off x="1179513" y="696913"/>
            <a:ext cx="4638675" cy="3479800"/>
          </a:xfrm>
          <a:ln/>
        </p:spPr>
      </p:sp>
      <p:sp>
        <p:nvSpPr>
          <p:cNvPr id="141315" name="Rectangle 3">
            <a:extLst>
              <a:ext uri="{FF2B5EF4-FFF2-40B4-BE49-F238E27FC236}">
                <a16:creationId xmlns:a16="http://schemas.microsoft.com/office/drawing/2014/main" id="{13C42E5A-1909-4689-E3F7-1C40E190CEC2}"/>
              </a:ext>
            </a:extLst>
          </p:cNvPr>
          <p:cNvSpPr>
            <a:spLocks noGrp="1" noChangeArrowheads="1"/>
          </p:cNvSpPr>
          <p:nvPr>
            <p:ph type="body" idx="1"/>
          </p:nvPr>
        </p:nvSpPr>
        <p:spPr>
          <a:xfrm>
            <a:off x="933450" y="4410075"/>
            <a:ext cx="5130800" cy="15875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3" name="Rectangle 6">
            <a:extLst>
              <a:ext uri="{FF2B5EF4-FFF2-40B4-BE49-F238E27FC236}">
                <a16:creationId xmlns:a16="http://schemas.microsoft.com/office/drawing/2014/main" id="{09557179-D1A5-1D6D-8476-67C84E1CA5E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51554" name="Rectangle 2">
            <a:extLst>
              <a:ext uri="{FF2B5EF4-FFF2-40B4-BE49-F238E27FC236}">
                <a16:creationId xmlns:a16="http://schemas.microsoft.com/office/drawing/2014/main" id="{421EBC4F-641A-D043-CD06-281033DEF92A}"/>
              </a:ext>
            </a:extLst>
          </p:cNvPr>
          <p:cNvSpPr>
            <a:spLocks noGrp="1" noRot="1" noChangeAspect="1" noChangeArrowheads="1" noTextEdit="1"/>
          </p:cNvSpPr>
          <p:nvPr>
            <p:ph type="sldImg"/>
          </p:nvPr>
        </p:nvSpPr>
        <p:spPr>
          <a:xfrm>
            <a:off x="1181100" y="698500"/>
            <a:ext cx="4635500" cy="3476625"/>
          </a:xfrm>
          <a:ln w="12700" cap="flat"/>
        </p:spPr>
      </p:sp>
      <p:sp>
        <p:nvSpPr>
          <p:cNvPr id="151555" name="Rectangle 3">
            <a:extLst>
              <a:ext uri="{FF2B5EF4-FFF2-40B4-BE49-F238E27FC236}">
                <a16:creationId xmlns:a16="http://schemas.microsoft.com/office/drawing/2014/main" id="{3D0D4BDD-51D2-E047-6633-F2FEA8EA0BAB}"/>
              </a:ext>
            </a:extLst>
          </p:cNvPr>
          <p:cNvSpPr>
            <a:spLocks noGrp="1" noChangeArrowheads="1"/>
          </p:cNvSpPr>
          <p:nvPr>
            <p:ph type="body" idx="1"/>
          </p:nvPr>
        </p:nvSpPr>
        <p:spPr>
          <a:xfrm>
            <a:off x="700088" y="4408488"/>
            <a:ext cx="5597525" cy="41783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802" tIns="46901" rIns="93802" bIns="46901"/>
          <a:lstStyle/>
          <a:p>
            <a:pPr eaLnBrk="1" hangingPunct="1"/>
            <a:endParaRPr lang="ko-KR" altLang="en-US">
              <a:ea typeface="굴림" panose="020B0600000101010101" pitchFamily="34" charset="-127"/>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Rectangle 6">
            <a:extLst>
              <a:ext uri="{FF2B5EF4-FFF2-40B4-BE49-F238E27FC236}">
                <a16:creationId xmlns:a16="http://schemas.microsoft.com/office/drawing/2014/main" id="{57C97F0C-E70D-D2F1-5E1D-20FF4713988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53602" name="Rectangle 2">
            <a:extLst>
              <a:ext uri="{FF2B5EF4-FFF2-40B4-BE49-F238E27FC236}">
                <a16:creationId xmlns:a16="http://schemas.microsoft.com/office/drawing/2014/main" id="{973CFD5B-B7D0-9E05-4F1E-2FA202697A07}"/>
              </a:ext>
            </a:extLst>
          </p:cNvPr>
          <p:cNvSpPr>
            <a:spLocks noGrp="1" noRot="1" noChangeAspect="1" noChangeArrowheads="1" noTextEdit="1"/>
          </p:cNvSpPr>
          <p:nvPr>
            <p:ph type="sldImg"/>
          </p:nvPr>
        </p:nvSpPr>
        <p:spPr>
          <a:ln/>
        </p:spPr>
      </p:sp>
      <p:sp>
        <p:nvSpPr>
          <p:cNvPr id="153603" name="Rectangle 3">
            <a:extLst>
              <a:ext uri="{FF2B5EF4-FFF2-40B4-BE49-F238E27FC236}">
                <a16:creationId xmlns:a16="http://schemas.microsoft.com/office/drawing/2014/main" id="{F4DD7E89-83A8-C37E-66A4-D01BD2F6ED31}"/>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6">
            <a:extLst>
              <a:ext uri="{FF2B5EF4-FFF2-40B4-BE49-F238E27FC236}">
                <a16:creationId xmlns:a16="http://schemas.microsoft.com/office/drawing/2014/main" id="{74DADC3C-F6E8-BE45-FE92-81B3CCEC48F9}"/>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57698" name="Rectangle 2">
            <a:extLst>
              <a:ext uri="{FF2B5EF4-FFF2-40B4-BE49-F238E27FC236}">
                <a16:creationId xmlns:a16="http://schemas.microsoft.com/office/drawing/2014/main" id="{62B33758-27BD-106F-C820-CAF2E3CE7865}"/>
              </a:ext>
            </a:extLst>
          </p:cNvPr>
          <p:cNvSpPr>
            <a:spLocks noGrp="1" noRot="1" noChangeAspect="1" noChangeArrowheads="1" noTextEdit="1"/>
          </p:cNvSpPr>
          <p:nvPr>
            <p:ph type="sldImg"/>
          </p:nvPr>
        </p:nvSpPr>
        <p:spPr>
          <a:ln/>
        </p:spPr>
      </p:sp>
      <p:sp>
        <p:nvSpPr>
          <p:cNvPr id="157699" name="Rectangle 3">
            <a:extLst>
              <a:ext uri="{FF2B5EF4-FFF2-40B4-BE49-F238E27FC236}">
                <a16:creationId xmlns:a16="http://schemas.microsoft.com/office/drawing/2014/main" id="{4E4DFCE0-797D-34A5-0BB9-2F1A857780BC}"/>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Rectangle 6">
            <a:extLst>
              <a:ext uri="{FF2B5EF4-FFF2-40B4-BE49-F238E27FC236}">
                <a16:creationId xmlns:a16="http://schemas.microsoft.com/office/drawing/2014/main" id="{25387C2D-0F0B-64CA-892D-87C37AFC8BF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61794" name="Rectangle 2">
            <a:extLst>
              <a:ext uri="{FF2B5EF4-FFF2-40B4-BE49-F238E27FC236}">
                <a16:creationId xmlns:a16="http://schemas.microsoft.com/office/drawing/2014/main" id="{6A5E20D9-7C70-F5A8-4C87-7C02DB11D909}"/>
              </a:ext>
            </a:extLst>
          </p:cNvPr>
          <p:cNvSpPr>
            <a:spLocks noGrp="1" noRot="1" noChangeAspect="1" noChangeArrowheads="1" noTextEdit="1"/>
          </p:cNvSpPr>
          <p:nvPr>
            <p:ph type="sldImg"/>
          </p:nvPr>
        </p:nvSpPr>
        <p:spPr>
          <a:ln/>
        </p:spPr>
      </p:sp>
      <p:sp>
        <p:nvSpPr>
          <p:cNvPr id="161795" name="Rectangle 3">
            <a:extLst>
              <a:ext uri="{FF2B5EF4-FFF2-40B4-BE49-F238E27FC236}">
                <a16:creationId xmlns:a16="http://schemas.microsoft.com/office/drawing/2014/main" id="{EE446BD9-4A73-946E-D571-F718C37F541E}"/>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6">
            <a:extLst>
              <a:ext uri="{FF2B5EF4-FFF2-40B4-BE49-F238E27FC236}">
                <a16:creationId xmlns:a16="http://schemas.microsoft.com/office/drawing/2014/main" id="{5E80D624-F1CB-7679-D9BC-821C9B38CB4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63842" name="Rectangle 2">
            <a:extLst>
              <a:ext uri="{FF2B5EF4-FFF2-40B4-BE49-F238E27FC236}">
                <a16:creationId xmlns:a16="http://schemas.microsoft.com/office/drawing/2014/main" id="{C074CA58-A6B4-67A4-F9D6-DAC05EEC8585}"/>
              </a:ext>
            </a:extLst>
          </p:cNvPr>
          <p:cNvSpPr>
            <a:spLocks noGrp="1" noRot="1" noChangeAspect="1" noChangeArrowheads="1" noTextEdit="1"/>
          </p:cNvSpPr>
          <p:nvPr>
            <p:ph type="sldImg"/>
          </p:nvPr>
        </p:nvSpPr>
        <p:spPr>
          <a:xfrm>
            <a:off x="1181100" y="698500"/>
            <a:ext cx="4635500" cy="3476625"/>
          </a:xfrm>
          <a:ln w="12700" cap="flat"/>
        </p:spPr>
      </p:sp>
      <p:sp>
        <p:nvSpPr>
          <p:cNvPr id="163843" name="Rectangle 3">
            <a:extLst>
              <a:ext uri="{FF2B5EF4-FFF2-40B4-BE49-F238E27FC236}">
                <a16:creationId xmlns:a16="http://schemas.microsoft.com/office/drawing/2014/main" id="{1F45D90A-772F-29D9-C5FB-5B8FB67CCF2C}"/>
              </a:ext>
            </a:extLst>
          </p:cNvPr>
          <p:cNvSpPr>
            <a:spLocks noGrp="1" noChangeArrowheads="1"/>
          </p:cNvSpPr>
          <p:nvPr>
            <p:ph type="body" idx="1"/>
          </p:nvPr>
        </p:nvSpPr>
        <p:spPr>
          <a:xfrm>
            <a:off x="700088" y="4408488"/>
            <a:ext cx="5597525" cy="41783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802" tIns="46901" rIns="93802" bIns="46901"/>
          <a:lstStyle/>
          <a:p>
            <a:pPr eaLnBrk="1" hangingPunct="1"/>
            <a:endParaRPr lang="ko-KR" altLang="en-US">
              <a:ea typeface="굴림" panose="020B0600000101010101" pitchFamily="34" charset="-127"/>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89" name="Rectangle 6">
            <a:extLst>
              <a:ext uri="{FF2B5EF4-FFF2-40B4-BE49-F238E27FC236}">
                <a16:creationId xmlns:a16="http://schemas.microsoft.com/office/drawing/2014/main" id="{9FD3B624-9C78-63F9-457E-EEF61E2D5DE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65890" name="Rectangle 2">
            <a:extLst>
              <a:ext uri="{FF2B5EF4-FFF2-40B4-BE49-F238E27FC236}">
                <a16:creationId xmlns:a16="http://schemas.microsoft.com/office/drawing/2014/main" id="{021EE9EB-F48A-CD36-98BB-89A5B73F3601}"/>
              </a:ext>
            </a:extLst>
          </p:cNvPr>
          <p:cNvSpPr>
            <a:spLocks noGrp="1" noRot="1" noChangeAspect="1" noChangeArrowheads="1" noTextEdit="1"/>
          </p:cNvSpPr>
          <p:nvPr>
            <p:ph type="sldImg"/>
          </p:nvPr>
        </p:nvSpPr>
        <p:spPr>
          <a:ln/>
        </p:spPr>
      </p:sp>
      <p:sp>
        <p:nvSpPr>
          <p:cNvPr id="165891" name="Rectangle 3">
            <a:extLst>
              <a:ext uri="{FF2B5EF4-FFF2-40B4-BE49-F238E27FC236}">
                <a16:creationId xmlns:a16="http://schemas.microsoft.com/office/drawing/2014/main" id="{1B85B96D-0176-8202-3876-9B48753A41B9}"/>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7" name="Rectangle 6">
            <a:extLst>
              <a:ext uri="{FF2B5EF4-FFF2-40B4-BE49-F238E27FC236}">
                <a16:creationId xmlns:a16="http://schemas.microsoft.com/office/drawing/2014/main" id="{500FAC27-CCE8-9EAA-7184-FD40CABCA04F}"/>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67938" name="Rectangle 2">
            <a:extLst>
              <a:ext uri="{FF2B5EF4-FFF2-40B4-BE49-F238E27FC236}">
                <a16:creationId xmlns:a16="http://schemas.microsoft.com/office/drawing/2014/main" id="{73B4786F-BF04-D13B-ECB9-F9B738D22FC1}"/>
              </a:ext>
            </a:extLst>
          </p:cNvPr>
          <p:cNvSpPr>
            <a:spLocks noGrp="1" noRot="1" noChangeAspect="1" noChangeArrowheads="1" noTextEdit="1"/>
          </p:cNvSpPr>
          <p:nvPr>
            <p:ph type="sldImg"/>
          </p:nvPr>
        </p:nvSpPr>
        <p:spPr>
          <a:xfrm>
            <a:off x="1181100" y="698500"/>
            <a:ext cx="4635500" cy="3476625"/>
          </a:xfrm>
          <a:ln w="12700" cap="flat"/>
        </p:spPr>
      </p:sp>
      <p:sp>
        <p:nvSpPr>
          <p:cNvPr id="167939" name="Rectangle 3">
            <a:extLst>
              <a:ext uri="{FF2B5EF4-FFF2-40B4-BE49-F238E27FC236}">
                <a16:creationId xmlns:a16="http://schemas.microsoft.com/office/drawing/2014/main" id="{A88E15C5-6B70-1BE3-5CEC-7DDEBC46B120}"/>
              </a:ext>
            </a:extLst>
          </p:cNvPr>
          <p:cNvSpPr>
            <a:spLocks noGrp="1" noChangeArrowheads="1"/>
          </p:cNvSpPr>
          <p:nvPr>
            <p:ph type="body" idx="1"/>
          </p:nvPr>
        </p:nvSpPr>
        <p:spPr>
          <a:xfrm>
            <a:off x="700088" y="4408488"/>
            <a:ext cx="5597525" cy="41783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802" tIns="46901" rIns="93802" bIns="46901"/>
          <a:lstStyle/>
          <a:p>
            <a:pPr eaLnBrk="1" hangingPunct="1"/>
            <a:endParaRPr lang="ko-KR" altLang="en-US">
              <a:ea typeface="굴림" panose="020B0600000101010101" pitchFamily="34" charset="-127"/>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Rectangle 6">
            <a:extLst>
              <a:ext uri="{FF2B5EF4-FFF2-40B4-BE49-F238E27FC236}">
                <a16:creationId xmlns:a16="http://schemas.microsoft.com/office/drawing/2014/main" id="{9AB83665-D1DD-72AF-424F-FE687FE4512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69986" name="Rectangle 2">
            <a:extLst>
              <a:ext uri="{FF2B5EF4-FFF2-40B4-BE49-F238E27FC236}">
                <a16:creationId xmlns:a16="http://schemas.microsoft.com/office/drawing/2014/main" id="{E14BC572-B1D7-DB1A-FE17-79BB0CE46CF7}"/>
              </a:ext>
            </a:extLst>
          </p:cNvPr>
          <p:cNvSpPr>
            <a:spLocks noGrp="1" noRot="1" noChangeAspect="1" noChangeArrowheads="1" noTextEdit="1"/>
          </p:cNvSpPr>
          <p:nvPr>
            <p:ph type="sldImg"/>
          </p:nvPr>
        </p:nvSpPr>
        <p:spPr>
          <a:xfrm>
            <a:off x="1181100" y="698500"/>
            <a:ext cx="4635500" cy="3476625"/>
          </a:xfrm>
          <a:ln w="12700" cap="flat"/>
        </p:spPr>
      </p:sp>
      <p:sp>
        <p:nvSpPr>
          <p:cNvPr id="169987" name="Rectangle 3">
            <a:extLst>
              <a:ext uri="{FF2B5EF4-FFF2-40B4-BE49-F238E27FC236}">
                <a16:creationId xmlns:a16="http://schemas.microsoft.com/office/drawing/2014/main" id="{0C2FB222-7FCE-4046-FFF1-79E819C71FD1}"/>
              </a:ext>
            </a:extLst>
          </p:cNvPr>
          <p:cNvSpPr>
            <a:spLocks noGrp="1" noChangeArrowheads="1"/>
          </p:cNvSpPr>
          <p:nvPr>
            <p:ph type="body" idx="1"/>
          </p:nvPr>
        </p:nvSpPr>
        <p:spPr>
          <a:xfrm>
            <a:off x="700088" y="4408488"/>
            <a:ext cx="5597525" cy="41783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802" tIns="46901" rIns="93802" bIns="46901"/>
          <a:lstStyle/>
          <a:p>
            <a:pPr eaLnBrk="1" hangingPunct="1"/>
            <a:endParaRPr lang="ko-KR" altLang="en-US">
              <a:ea typeface="굴림" panose="020B0600000101010101" pitchFamily="34" charset="-127"/>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6">
            <a:extLst>
              <a:ext uri="{FF2B5EF4-FFF2-40B4-BE49-F238E27FC236}">
                <a16:creationId xmlns:a16="http://schemas.microsoft.com/office/drawing/2014/main" id="{0DEAFE3A-0A73-13EA-DB72-C0BFC9C69CD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72034" name="Rectangle 2">
            <a:extLst>
              <a:ext uri="{FF2B5EF4-FFF2-40B4-BE49-F238E27FC236}">
                <a16:creationId xmlns:a16="http://schemas.microsoft.com/office/drawing/2014/main" id="{818EDB31-D68B-BFCD-BDA9-698A2BF67B09}"/>
              </a:ext>
            </a:extLst>
          </p:cNvPr>
          <p:cNvSpPr>
            <a:spLocks noGrp="1" noRot="1" noChangeAspect="1" noChangeArrowheads="1" noTextEdit="1"/>
          </p:cNvSpPr>
          <p:nvPr>
            <p:ph type="sldImg"/>
          </p:nvPr>
        </p:nvSpPr>
        <p:spPr>
          <a:ln/>
        </p:spPr>
      </p:sp>
      <p:sp>
        <p:nvSpPr>
          <p:cNvPr id="172035" name="Rectangle 3">
            <a:extLst>
              <a:ext uri="{FF2B5EF4-FFF2-40B4-BE49-F238E27FC236}">
                <a16:creationId xmlns:a16="http://schemas.microsoft.com/office/drawing/2014/main" id="{65091317-E8ED-1C5C-0AA9-A8FBD7E8497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Rectangle 6">
            <a:extLst>
              <a:ext uri="{FF2B5EF4-FFF2-40B4-BE49-F238E27FC236}">
                <a16:creationId xmlns:a16="http://schemas.microsoft.com/office/drawing/2014/main" id="{2192D38F-9691-08F2-7E12-8CC5B0A5C534}"/>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78178" name="Rectangle 2">
            <a:extLst>
              <a:ext uri="{FF2B5EF4-FFF2-40B4-BE49-F238E27FC236}">
                <a16:creationId xmlns:a16="http://schemas.microsoft.com/office/drawing/2014/main" id="{EAB1465F-0562-0DC8-0607-4ABF23F58CAB}"/>
              </a:ext>
            </a:extLst>
          </p:cNvPr>
          <p:cNvSpPr>
            <a:spLocks noGrp="1" noRot="1" noChangeAspect="1" noChangeArrowheads="1" noTextEdit="1"/>
          </p:cNvSpPr>
          <p:nvPr>
            <p:ph type="sldImg"/>
          </p:nvPr>
        </p:nvSpPr>
        <p:spPr>
          <a:ln/>
        </p:spPr>
      </p:sp>
      <p:sp>
        <p:nvSpPr>
          <p:cNvPr id="178179" name="Rectangle 3">
            <a:extLst>
              <a:ext uri="{FF2B5EF4-FFF2-40B4-BE49-F238E27FC236}">
                <a16:creationId xmlns:a16="http://schemas.microsoft.com/office/drawing/2014/main" id="{E1BBCB2E-E0C2-BA99-35CE-AB8EA143FF40}"/>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Rectangle 6">
            <a:extLst>
              <a:ext uri="{FF2B5EF4-FFF2-40B4-BE49-F238E27FC236}">
                <a16:creationId xmlns:a16="http://schemas.microsoft.com/office/drawing/2014/main" id="{C2044497-053A-CF66-54F5-BAEC50B757BA}"/>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84322" name="Rectangle 2">
            <a:extLst>
              <a:ext uri="{FF2B5EF4-FFF2-40B4-BE49-F238E27FC236}">
                <a16:creationId xmlns:a16="http://schemas.microsoft.com/office/drawing/2014/main" id="{05611B8F-5C2E-7B41-1EE5-EBE0FAD0331D}"/>
              </a:ext>
            </a:extLst>
          </p:cNvPr>
          <p:cNvSpPr>
            <a:spLocks noGrp="1" noRot="1" noChangeAspect="1" noChangeArrowheads="1" noTextEdit="1"/>
          </p:cNvSpPr>
          <p:nvPr>
            <p:ph type="sldImg"/>
          </p:nvPr>
        </p:nvSpPr>
        <p:spPr>
          <a:ln/>
        </p:spPr>
      </p:sp>
      <p:sp>
        <p:nvSpPr>
          <p:cNvPr id="184323" name="Rectangle 3">
            <a:extLst>
              <a:ext uri="{FF2B5EF4-FFF2-40B4-BE49-F238E27FC236}">
                <a16:creationId xmlns:a16="http://schemas.microsoft.com/office/drawing/2014/main" id="{409E19F3-76FB-41F5-559E-19A16EFDE892}"/>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Rectangle 6">
            <a:extLst>
              <a:ext uri="{FF2B5EF4-FFF2-40B4-BE49-F238E27FC236}">
                <a16:creationId xmlns:a16="http://schemas.microsoft.com/office/drawing/2014/main" id="{5D76407C-40C5-AB7D-A477-19982C7055F2}"/>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86370" name="Rectangle 2">
            <a:extLst>
              <a:ext uri="{FF2B5EF4-FFF2-40B4-BE49-F238E27FC236}">
                <a16:creationId xmlns:a16="http://schemas.microsoft.com/office/drawing/2014/main" id="{60666C09-2766-BAB7-849C-C19B19D3C23C}"/>
              </a:ext>
            </a:extLst>
          </p:cNvPr>
          <p:cNvSpPr>
            <a:spLocks noGrp="1" noRot="1" noChangeAspect="1" noChangeArrowheads="1" noTextEdit="1"/>
          </p:cNvSpPr>
          <p:nvPr>
            <p:ph type="sldImg"/>
          </p:nvPr>
        </p:nvSpPr>
        <p:spPr>
          <a:ln/>
        </p:spPr>
      </p:sp>
      <p:sp>
        <p:nvSpPr>
          <p:cNvPr id="186371" name="Rectangle 3">
            <a:extLst>
              <a:ext uri="{FF2B5EF4-FFF2-40B4-BE49-F238E27FC236}">
                <a16:creationId xmlns:a16="http://schemas.microsoft.com/office/drawing/2014/main" id="{D5BA1B8A-5D49-892C-5C2D-3F8C7223A92B}"/>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Rectangle 6">
            <a:extLst>
              <a:ext uri="{FF2B5EF4-FFF2-40B4-BE49-F238E27FC236}">
                <a16:creationId xmlns:a16="http://schemas.microsoft.com/office/drawing/2014/main" id="{0B0DB429-BABB-A582-C1ED-215DD3ABA186}"/>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88418" name="Rectangle 2">
            <a:extLst>
              <a:ext uri="{FF2B5EF4-FFF2-40B4-BE49-F238E27FC236}">
                <a16:creationId xmlns:a16="http://schemas.microsoft.com/office/drawing/2014/main" id="{D9D603BF-E517-66EC-6C40-DE4ECFDA1FED}"/>
              </a:ext>
            </a:extLst>
          </p:cNvPr>
          <p:cNvSpPr>
            <a:spLocks noGrp="1" noRot="1" noChangeAspect="1" noChangeArrowheads="1" noTextEdit="1"/>
          </p:cNvSpPr>
          <p:nvPr>
            <p:ph type="sldImg"/>
          </p:nvPr>
        </p:nvSpPr>
        <p:spPr>
          <a:ln/>
        </p:spPr>
      </p:sp>
      <p:sp>
        <p:nvSpPr>
          <p:cNvPr id="188419" name="Rectangle 3">
            <a:extLst>
              <a:ext uri="{FF2B5EF4-FFF2-40B4-BE49-F238E27FC236}">
                <a16:creationId xmlns:a16="http://schemas.microsoft.com/office/drawing/2014/main" id="{F1FA95DC-F5DD-517D-9FA7-5A16C65D4817}"/>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6">
            <a:extLst>
              <a:ext uri="{FF2B5EF4-FFF2-40B4-BE49-F238E27FC236}">
                <a16:creationId xmlns:a16="http://schemas.microsoft.com/office/drawing/2014/main" id="{9AB8CBDF-95D9-288F-E2EA-496EDD7C1C98}"/>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90466" name="Rectangle 2">
            <a:extLst>
              <a:ext uri="{FF2B5EF4-FFF2-40B4-BE49-F238E27FC236}">
                <a16:creationId xmlns:a16="http://schemas.microsoft.com/office/drawing/2014/main" id="{BB129EBC-717F-94F0-8DF0-E4F3681FDA98}"/>
              </a:ext>
            </a:extLst>
          </p:cNvPr>
          <p:cNvSpPr>
            <a:spLocks noGrp="1" noRot="1" noChangeAspect="1" noChangeArrowheads="1" noTextEdit="1"/>
          </p:cNvSpPr>
          <p:nvPr>
            <p:ph type="sldImg"/>
          </p:nvPr>
        </p:nvSpPr>
        <p:spPr>
          <a:ln/>
        </p:spPr>
      </p:sp>
      <p:sp>
        <p:nvSpPr>
          <p:cNvPr id="190467" name="Rectangle 3">
            <a:extLst>
              <a:ext uri="{FF2B5EF4-FFF2-40B4-BE49-F238E27FC236}">
                <a16:creationId xmlns:a16="http://schemas.microsoft.com/office/drawing/2014/main" id="{4867964E-FB5D-46A0-2B50-1A13A13E14AD}"/>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Rectangle 6">
            <a:extLst>
              <a:ext uri="{FF2B5EF4-FFF2-40B4-BE49-F238E27FC236}">
                <a16:creationId xmlns:a16="http://schemas.microsoft.com/office/drawing/2014/main" id="{0F5D5696-F0C6-5A7C-B070-9980EF85B6C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192514" name="Rectangle 2">
            <a:extLst>
              <a:ext uri="{FF2B5EF4-FFF2-40B4-BE49-F238E27FC236}">
                <a16:creationId xmlns:a16="http://schemas.microsoft.com/office/drawing/2014/main" id="{5B29EFF4-3C7D-FD7E-20F1-1495E4CC4398}"/>
              </a:ext>
            </a:extLst>
          </p:cNvPr>
          <p:cNvSpPr>
            <a:spLocks noGrp="1" noRot="1" noChangeAspect="1" noChangeArrowheads="1" noTextEdit="1"/>
          </p:cNvSpPr>
          <p:nvPr>
            <p:ph type="sldImg"/>
          </p:nvPr>
        </p:nvSpPr>
        <p:spPr>
          <a:ln/>
        </p:spPr>
      </p:sp>
      <p:sp>
        <p:nvSpPr>
          <p:cNvPr id="192515" name="Rectangle 3">
            <a:extLst>
              <a:ext uri="{FF2B5EF4-FFF2-40B4-BE49-F238E27FC236}">
                <a16:creationId xmlns:a16="http://schemas.microsoft.com/office/drawing/2014/main" id="{FA734DDE-CEC6-C1D3-F3FD-6F9043DBD6B9}"/>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Rectangle 6">
            <a:extLst>
              <a:ext uri="{FF2B5EF4-FFF2-40B4-BE49-F238E27FC236}">
                <a16:creationId xmlns:a16="http://schemas.microsoft.com/office/drawing/2014/main" id="{82E1DE86-4060-DF36-2E17-BC36F3ECEA0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02754" name="Rectangle 2">
            <a:extLst>
              <a:ext uri="{FF2B5EF4-FFF2-40B4-BE49-F238E27FC236}">
                <a16:creationId xmlns:a16="http://schemas.microsoft.com/office/drawing/2014/main" id="{F5C66171-3F31-0621-9779-BB8145119CAE}"/>
              </a:ext>
            </a:extLst>
          </p:cNvPr>
          <p:cNvSpPr>
            <a:spLocks noGrp="1" noRot="1" noChangeAspect="1" noChangeArrowheads="1" noTextEdit="1"/>
          </p:cNvSpPr>
          <p:nvPr>
            <p:ph type="sldImg"/>
          </p:nvPr>
        </p:nvSpPr>
        <p:spPr>
          <a:ln/>
        </p:spPr>
      </p:sp>
      <p:sp>
        <p:nvSpPr>
          <p:cNvPr id="202755" name="Rectangle 3">
            <a:extLst>
              <a:ext uri="{FF2B5EF4-FFF2-40B4-BE49-F238E27FC236}">
                <a16:creationId xmlns:a16="http://schemas.microsoft.com/office/drawing/2014/main" id="{A99B2AF2-6D8B-E461-AF83-F93ACF8D070C}"/>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Rectangle 6">
            <a:extLst>
              <a:ext uri="{FF2B5EF4-FFF2-40B4-BE49-F238E27FC236}">
                <a16:creationId xmlns:a16="http://schemas.microsoft.com/office/drawing/2014/main" id="{1B78D41A-595F-B04F-EB3B-E9F6163BA503}"/>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06850" name="Rectangle 2">
            <a:extLst>
              <a:ext uri="{FF2B5EF4-FFF2-40B4-BE49-F238E27FC236}">
                <a16:creationId xmlns:a16="http://schemas.microsoft.com/office/drawing/2014/main" id="{EF7E4188-A181-A66E-4B36-6EADC7947514}"/>
              </a:ext>
            </a:extLst>
          </p:cNvPr>
          <p:cNvSpPr>
            <a:spLocks noGrp="1" noRot="1" noChangeAspect="1" noChangeArrowheads="1" noTextEdit="1"/>
          </p:cNvSpPr>
          <p:nvPr>
            <p:ph type="sldImg"/>
          </p:nvPr>
        </p:nvSpPr>
        <p:spPr>
          <a:ln/>
        </p:spPr>
      </p:sp>
      <p:sp>
        <p:nvSpPr>
          <p:cNvPr id="206851" name="Rectangle 3">
            <a:extLst>
              <a:ext uri="{FF2B5EF4-FFF2-40B4-BE49-F238E27FC236}">
                <a16:creationId xmlns:a16="http://schemas.microsoft.com/office/drawing/2014/main" id="{8581C86D-1DDE-2DD0-DD1D-1C22711D3171}"/>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Rectangle 6">
            <a:extLst>
              <a:ext uri="{FF2B5EF4-FFF2-40B4-BE49-F238E27FC236}">
                <a16:creationId xmlns:a16="http://schemas.microsoft.com/office/drawing/2014/main" id="{1C013D8C-501D-2689-57F6-1B0001626500}"/>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08898" name="Rectangle 2">
            <a:extLst>
              <a:ext uri="{FF2B5EF4-FFF2-40B4-BE49-F238E27FC236}">
                <a16:creationId xmlns:a16="http://schemas.microsoft.com/office/drawing/2014/main" id="{AFA6178E-BE1B-AA72-026F-E0391776DA42}"/>
              </a:ext>
            </a:extLst>
          </p:cNvPr>
          <p:cNvSpPr>
            <a:spLocks noGrp="1" noRot="1" noChangeAspect="1" noChangeArrowheads="1" noTextEdit="1"/>
          </p:cNvSpPr>
          <p:nvPr>
            <p:ph type="sldImg"/>
          </p:nvPr>
        </p:nvSpPr>
        <p:spPr>
          <a:ln/>
        </p:spPr>
      </p:sp>
      <p:sp>
        <p:nvSpPr>
          <p:cNvPr id="208899" name="Rectangle 3">
            <a:extLst>
              <a:ext uri="{FF2B5EF4-FFF2-40B4-BE49-F238E27FC236}">
                <a16:creationId xmlns:a16="http://schemas.microsoft.com/office/drawing/2014/main" id="{9880274A-C771-11F1-9ADA-4AAD45A2023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6">
            <a:extLst>
              <a:ext uri="{FF2B5EF4-FFF2-40B4-BE49-F238E27FC236}">
                <a16:creationId xmlns:a16="http://schemas.microsoft.com/office/drawing/2014/main" id="{15C3BBA5-0B36-D2C8-E2C4-3A1E6CEA7614}"/>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10946" name="Rectangle 2">
            <a:extLst>
              <a:ext uri="{FF2B5EF4-FFF2-40B4-BE49-F238E27FC236}">
                <a16:creationId xmlns:a16="http://schemas.microsoft.com/office/drawing/2014/main" id="{3A42EE13-434E-0B0D-D6F2-78D0B7C83F88}"/>
              </a:ext>
            </a:extLst>
          </p:cNvPr>
          <p:cNvSpPr>
            <a:spLocks noGrp="1" noRot="1" noChangeAspect="1" noChangeArrowheads="1" noTextEdit="1"/>
          </p:cNvSpPr>
          <p:nvPr>
            <p:ph type="sldImg"/>
          </p:nvPr>
        </p:nvSpPr>
        <p:spPr>
          <a:ln/>
        </p:spPr>
      </p:sp>
      <p:sp>
        <p:nvSpPr>
          <p:cNvPr id="210947" name="Rectangle 3">
            <a:extLst>
              <a:ext uri="{FF2B5EF4-FFF2-40B4-BE49-F238E27FC236}">
                <a16:creationId xmlns:a16="http://schemas.microsoft.com/office/drawing/2014/main" id="{0AB02274-9CC0-F721-7A61-676C3418535A}"/>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6">
            <a:extLst>
              <a:ext uri="{FF2B5EF4-FFF2-40B4-BE49-F238E27FC236}">
                <a16:creationId xmlns:a16="http://schemas.microsoft.com/office/drawing/2014/main" id="{7D4165DC-6859-B6D8-4BFC-D6A1D9753997}"/>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12994" name="Rectangle 2">
            <a:extLst>
              <a:ext uri="{FF2B5EF4-FFF2-40B4-BE49-F238E27FC236}">
                <a16:creationId xmlns:a16="http://schemas.microsoft.com/office/drawing/2014/main" id="{279693FB-03BC-C111-B7DD-71B8761B2C8D}"/>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E3DC3B83-58FE-ECA1-49F0-B9AC6D039DE2}"/>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Rectangle 6">
            <a:extLst>
              <a:ext uri="{FF2B5EF4-FFF2-40B4-BE49-F238E27FC236}">
                <a16:creationId xmlns:a16="http://schemas.microsoft.com/office/drawing/2014/main" id="{39923E18-83BB-7F59-4AFF-DAE9F996269F}"/>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23234" name="Rectangle 2">
            <a:extLst>
              <a:ext uri="{FF2B5EF4-FFF2-40B4-BE49-F238E27FC236}">
                <a16:creationId xmlns:a16="http://schemas.microsoft.com/office/drawing/2014/main" id="{BB539DA7-2891-856B-7498-11D3F1C42591}"/>
              </a:ext>
            </a:extLst>
          </p:cNvPr>
          <p:cNvSpPr>
            <a:spLocks noGrp="1" noRot="1" noChangeAspect="1" noChangeArrowheads="1" noTextEdit="1"/>
          </p:cNvSpPr>
          <p:nvPr>
            <p:ph type="sldImg"/>
          </p:nvPr>
        </p:nvSpPr>
        <p:spPr>
          <a:ln/>
        </p:spPr>
      </p:sp>
      <p:sp>
        <p:nvSpPr>
          <p:cNvPr id="223235" name="Rectangle 3">
            <a:extLst>
              <a:ext uri="{FF2B5EF4-FFF2-40B4-BE49-F238E27FC236}">
                <a16:creationId xmlns:a16="http://schemas.microsoft.com/office/drawing/2014/main" id="{2DE64ADA-64AD-960C-9DE7-E6AC78C118B4}"/>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Rectangle 6">
            <a:extLst>
              <a:ext uri="{FF2B5EF4-FFF2-40B4-BE49-F238E27FC236}">
                <a16:creationId xmlns:a16="http://schemas.microsoft.com/office/drawing/2014/main" id="{4DDB5150-EC79-3A59-49E7-0B763A37A6C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33474" name="Rectangle 2">
            <a:extLst>
              <a:ext uri="{FF2B5EF4-FFF2-40B4-BE49-F238E27FC236}">
                <a16:creationId xmlns:a16="http://schemas.microsoft.com/office/drawing/2014/main" id="{5D5FA662-5522-EBA0-57AE-32EE22C58923}"/>
              </a:ext>
            </a:extLst>
          </p:cNvPr>
          <p:cNvSpPr>
            <a:spLocks noGrp="1" noRot="1" noChangeAspect="1" noChangeArrowheads="1" noTextEdit="1"/>
          </p:cNvSpPr>
          <p:nvPr>
            <p:ph type="sldImg"/>
          </p:nvPr>
        </p:nvSpPr>
        <p:spPr>
          <a:ln/>
        </p:spPr>
      </p:sp>
      <p:sp>
        <p:nvSpPr>
          <p:cNvPr id="233475" name="Rectangle 3">
            <a:extLst>
              <a:ext uri="{FF2B5EF4-FFF2-40B4-BE49-F238E27FC236}">
                <a16:creationId xmlns:a16="http://schemas.microsoft.com/office/drawing/2014/main" id="{11421E46-D949-4E35-50F2-0C90DCB884AB}"/>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1" name="Rectangle 6">
            <a:extLst>
              <a:ext uri="{FF2B5EF4-FFF2-40B4-BE49-F238E27FC236}">
                <a16:creationId xmlns:a16="http://schemas.microsoft.com/office/drawing/2014/main" id="{E59CB0D0-488B-F22D-5D02-8090DD14ADE5}"/>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35522" name="Rectangle 2">
            <a:extLst>
              <a:ext uri="{FF2B5EF4-FFF2-40B4-BE49-F238E27FC236}">
                <a16:creationId xmlns:a16="http://schemas.microsoft.com/office/drawing/2014/main" id="{B0A5D98D-91EA-B90C-0DDA-81901753EC1C}"/>
              </a:ext>
            </a:extLst>
          </p:cNvPr>
          <p:cNvSpPr>
            <a:spLocks noGrp="1" noRot="1" noChangeAspect="1" noChangeArrowheads="1" noTextEdit="1"/>
          </p:cNvSpPr>
          <p:nvPr>
            <p:ph type="sldImg"/>
          </p:nvPr>
        </p:nvSpPr>
        <p:spPr>
          <a:ln/>
        </p:spPr>
      </p:sp>
      <p:sp>
        <p:nvSpPr>
          <p:cNvPr id="235523" name="Rectangle 3">
            <a:extLst>
              <a:ext uri="{FF2B5EF4-FFF2-40B4-BE49-F238E27FC236}">
                <a16:creationId xmlns:a16="http://schemas.microsoft.com/office/drawing/2014/main" id="{1394405D-DA39-1D38-08C4-423F2E85E85F}"/>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7" name="Rectangle 6">
            <a:extLst>
              <a:ext uri="{FF2B5EF4-FFF2-40B4-BE49-F238E27FC236}">
                <a16:creationId xmlns:a16="http://schemas.microsoft.com/office/drawing/2014/main" id="{A57F5000-038B-E986-28BD-9A4236EA3C0F}"/>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39618" name="Rectangle 2">
            <a:extLst>
              <a:ext uri="{FF2B5EF4-FFF2-40B4-BE49-F238E27FC236}">
                <a16:creationId xmlns:a16="http://schemas.microsoft.com/office/drawing/2014/main" id="{A3997658-2C8E-03AA-3393-6086C4FFFF61}"/>
              </a:ext>
            </a:extLst>
          </p:cNvPr>
          <p:cNvSpPr>
            <a:spLocks noGrp="1" noRot="1" noChangeAspect="1" noChangeArrowheads="1" noTextEdit="1"/>
          </p:cNvSpPr>
          <p:nvPr>
            <p:ph type="sldImg"/>
          </p:nvPr>
        </p:nvSpPr>
        <p:spPr>
          <a:ln/>
        </p:spPr>
      </p:sp>
      <p:sp>
        <p:nvSpPr>
          <p:cNvPr id="239619" name="Rectangle 3">
            <a:extLst>
              <a:ext uri="{FF2B5EF4-FFF2-40B4-BE49-F238E27FC236}">
                <a16:creationId xmlns:a16="http://schemas.microsoft.com/office/drawing/2014/main" id="{BE960734-ED39-1492-C257-05167349EF21}"/>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6">
            <a:extLst>
              <a:ext uri="{FF2B5EF4-FFF2-40B4-BE49-F238E27FC236}">
                <a16:creationId xmlns:a16="http://schemas.microsoft.com/office/drawing/2014/main" id="{317B6E56-7C46-DE5B-6842-4C6F8DC46591}"/>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43714" name="Rectangle 2">
            <a:extLst>
              <a:ext uri="{FF2B5EF4-FFF2-40B4-BE49-F238E27FC236}">
                <a16:creationId xmlns:a16="http://schemas.microsoft.com/office/drawing/2014/main" id="{F963E085-CFF8-08E1-018A-0D4BE057FA0B}"/>
              </a:ext>
            </a:extLst>
          </p:cNvPr>
          <p:cNvSpPr>
            <a:spLocks noGrp="1" noRot="1" noChangeAspect="1" noChangeArrowheads="1" noTextEdit="1"/>
          </p:cNvSpPr>
          <p:nvPr>
            <p:ph type="sldImg"/>
          </p:nvPr>
        </p:nvSpPr>
        <p:spPr>
          <a:ln/>
        </p:spPr>
      </p:sp>
      <p:sp>
        <p:nvSpPr>
          <p:cNvPr id="243715" name="Rectangle 3">
            <a:extLst>
              <a:ext uri="{FF2B5EF4-FFF2-40B4-BE49-F238E27FC236}">
                <a16:creationId xmlns:a16="http://schemas.microsoft.com/office/drawing/2014/main" id="{C084B8B1-D49D-3600-6028-59F3956793E9}"/>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6">
            <a:extLst>
              <a:ext uri="{FF2B5EF4-FFF2-40B4-BE49-F238E27FC236}">
                <a16:creationId xmlns:a16="http://schemas.microsoft.com/office/drawing/2014/main" id="{52C81E14-7701-2DC3-ED40-78A2BCBEBCAF}"/>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84674" name="Rectangle 2">
            <a:extLst>
              <a:ext uri="{FF2B5EF4-FFF2-40B4-BE49-F238E27FC236}">
                <a16:creationId xmlns:a16="http://schemas.microsoft.com/office/drawing/2014/main" id="{A88137CC-F0B7-C33A-C6F1-186407E765D4}"/>
              </a:ext>
            </a:extLst>
          </p:cNvPr>
          <p:cNvSpPr>
            <a:spLocks noGrp="1" noRot="1" noChangeAspect="1" noChangeArrowheads="1" noTextEdit="1"/>
          </p:cNvSpPr>
          <p:nvPr>
            <p:ph type="sldImg"/>
          </p:nvPr>
        </p:nvSpPr>
        <p:spPr>
          <a:ln/>
        </p:spPr>
      </p:sp>
      <p:sp>
        <p:nvSpPr>
          <p:cNvPr id="284675" name="Rectangle 3">
            <a:extLst>
              <a:ext uri="{FF2B5EF4-FFF2-40B4-BE49-F238E27FC236}">
                <a16:creationId xmlns:a16="http://schemas.microsoft.com/office/drawing/2014/main" id="{E8AB362E-967C-5B99-35A8-312B8DAD4769}"/>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69" name="Rectangle 6">
            <a:extLst>
              <a:ext uri="{FF2B5EF4-FFF2-40B4-BE49-F238E27FC236}">
                <a16:creationId xmlns:a16="http://schemas.microsoft.com/office/drawing/2014/main" id="{8FD32CE6-7FCB-B926-D5C2-3FC52CBB90A3}"/>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88770" name="Rectangle 2">
            <a:extLst>
              <a:ext uri="{FF2B5EF4-FFF2-40B4-BE49-F238E27FC236}">
                <a16:creationId xmlns:a16="http://schemas.microsoft.com/office/drawing/2014/main" id="{24E89EF3-8A17-F3DA-DD05-69BA445C1029}"/>
              </a:ext>
            </a:extLst>
          </p:cNvPr>
          <p:cNvSpPr>
            <a:spLocks noGrp="1" noRot="1" noChangeAspect="1" noChangeArrowheads="1" noTextEdit="1"/>
          </p:cNvSpPr>
          <p:nvPr>
            <p:ph type="sldImg"/>
          </p:nvPr>
        </p:nvSpPr>
        <p:spPr>
          <a:ln/>
        </p:spPr>
      </p:sp>
      <p:sp>
        <p:nvSpPr>
          <p:cNvPr id="288771" name="Rectangle 3">
            <a:extLst>
              <a:ext uri="{FF2B5EF4-FFF2-40B4-BE49-F238E27FC236}">
                <a16:creationId xmlns:a16="http://schemas.microsoft.com/office/drawing/2014/main" id="{9204811B-C7B2-2A9E-C515-EF134A00FEC4}"/>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Rectangle 6">
            <a:extLst>
              <a:ext uri="{FF2B5EF4-FFF2-40B4-BE49-F238E27FC236}">
                <a16:creationId xmlns:a16="http://schemas.microsoft.com/office/drawing/2014/main" id="{D237812A-04A2-1012-DA5B-3C7FFDBD096E}"/>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290818" name="Rectangle 2">
            <a:extLst>
              <a:ext uri="{FF2B5EF4-FFF2-40B4-BE49-F238E27FC236}">
                <a16:creationId xmlns:a16="http://schemas.microsoft.com/office/drawing/2014/main" id="{DADD86F7-F11F-C735-DC4F-74C3E12F4A60}"/>
              </a:ext>
            </a:extLst>
          </p:cNvPr>
          <p:cNvSpPr>
            <a:spLocks noGrp="1" noRot="1" noChangeAspect="1" noChangeArrowheads="1" noTextEdit="1"/>
          </p:cNvSpPr>
          <p:nvPr>
            <p:ph type="sldImg"/>
          </p:nvPr>
        </p:nvSpPr>
        <p:spPr>
          <a:ln/>
        </p:spPr>
      </p:sp>
      <p:sp>
        <p:nvSpPr>
          <p:cNvPr id="290819" name="Rectangle 3">
            <a:extLst>
              <a:ext uri="{FF2B5EF4-FFF2-40B4-BE49-F238E27FC236}">
                <a16:creationId xmlns:a16="http://schemas.microsoft.com/office/drawing/2014/main" id="{5727FC70-5CF5-241A-F389-D972CDE0EBD1}"/>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Rectangle 6">
            <a:extLst>
              <a:ext uri="{FF2B5EF4-FFF2-40B4-BE49-F238E27FC236}">
                <a16:creationId xmlns:a16="http://schemas.microsoft.com/office/drawing/2014/main" id="{9493F846-CFBD-041F-47CB-A4F24A2B5B98}"/>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11298" name="Rectangle 2">
            <a:extLst>
              <a:ext uri="{FF2B5EF4-FFF2-40B4-BE49-F238E27FC236}">
                <a16:creationId xmlns:a16="http://schemas.microsoft.com/office/drawing/2014/main" id="{3766C2FB-614A-0B9C-ED92-10B4ADF268DD}"/>
              </a:ext>
            </a:extLst>
          </p:cNvPr>
          <p:cNvSpPr>
            <a:spLocks noGrp="1" noRot="1" noChangeAspect="1" noChangeArrowheads="1" noTextEdit="1"/>
          </p:cNvSpPr>
          <p:nvPr>
            <p:ph type="sldImg"/>
          </p:nvPr>
        </p:nvSpPr>
        <p:spPr>
          <a:ln/>
        </p:spPr>
      </p:sp>
      <p:sp>
        <p:nvSpPr>
          <p:cNvPr id="311299" name="Rectangle 3">
            <a:extLst>
              <a:ext uri="{FF2B5EF4-FFF2-40B4-BE49-F238E27FC236}">
                <a16:creationId xmlns:a16="http://schemas.microsoft.com/office/drawing/2014/main" id="{92BD5A04-06B3-50EF-53BA-E9E71E5EACF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5" name="Rectangle 6">
            <a:extLst>
              <a:ext uri="{FF2B5EF4-FFF2-40B4-BE49-F238E27FC236}">
                <a16:creationId xmlns:a16="http://schemas.microsoft.com/office/drawing/2014/main" id="{05F40AF1-FD9C-4E93-5FEF-CEA017F2C379}"/>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13346" name="Rectangle 2">
            <a:extLst>
              <a:ext uri="{FF2B5EF4-FFF2-40B4-BE49-F238E27FC236}">
                <a16:creationId xmlns:a16="http://schemas.microsoft.com/office/drawing/2014/main" id="{9FF36183-BE05-FFC3-AADE-2B83EA264054}"/>
              </a:ext>
            </a:extLst>
          </p:cNvPr>
          <p:cNvSpPr>
            <a:spLocks noGrp="1" noRot="1" noChangeAspect="1" noChangeArrowheads="1" noTextEdit="1"/>
          </p:cNvSpPr>
          <p:nvPr>
            <p:ph type="sldImg"/>
          </p:nvPr>
        </p:nvSpPr>
        <p:spPr>
          <a:ln/>
        </p:spPr>
      </p:sp>
      <p:sp>
        <p:nvSpPr>
          <p:cNvPr id="313347" name="Rectangle 3">
            <a:extLst>
              <a:ext uri="{FF2B5EF4-FFF2-40B4-BE49-F238E27FC236}">
                <a16:creationId xmlns:a16="http://schemas.microsoft.com/office/drawing/2014/main" id="{54C4F74E-3A03-88C6-F747-A19DBEFAA324}"/>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7" name="Rectangle 6">
            <a:extLst>
              <a:ext uri="{FF2B5EF4-FFF2-40B4-BE49-F238E27FC236}">
                <a16:creationId xmlns:a16="http://schemas.microsoft.com/office/drawing/2014/main" id="{90769419-754F-A788-37A6-126574F6B822}"/>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21538" name="Rectangle 2">
            <a:extLst>
              <a:ext uri="{FF2B5EF4-FFF2-40B4-BE49-F238E27FC236}">
                <a16:creationId xmlns:a16="http://schemas.microsoft.com/office/drawing/2014/main" id="{48CF0898-D9E4-3E91-8F5F-4E91055372ED}"/>
              </a:ext>
            </a:extLst>
          </p:cNvPr>
          <p:cNvSpPr>
            <a:spLocks noGrp="1" noRot="1" noChangeAspect="1" noChangeArrowheads="1" noTextEdit="1"/>
          </p:cNvSpPr>
          <p:nvPr>
            <p:ph type="sldImg"/>
          </p:nvPr>
        </p:nvSpPr>
        <p:spPr>
          <a:ln/>
        </p:spPr>
      </p:sp>
      <p:sp>
        <p:nvSpPr>
          <p:cNvPr id="321539" name="Rectangle 3">
            <a:extLst>
              <a:ext uri="{FF2B5EF4-FFF2-40B4-BE49-F238E27FC236}">
                <a16:creationId xmlns:a16="http://schemas.microsoft.com/office/drawing/2014/main" id="{FB5D1183-071E-89DD-63CC-9FC0D4B2E19D}"/>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5" name="Rectangle 6">
            <a:extLst>
              <a:ext uri="{FF2B5EF4-FFF2-40B4-BE49-F238E27FC236}">
                <a16:creationId xmlns:a16="http://schemas.microsoft.com/office/drawing/2014/main" id="{BF6A17C3-B61F-6A51-50BA-4CCA00B722B6}"/>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23586" name="Rectangle 2">
            <a:extLst>
              <a:ext uri="{FF2B5EF4-FFF2-40B4-BE49-F238E27FC236}">
                <a16:creationId xmlns:a16="http://schemas.microsoft.com/office/drawing/2014/main" id="{DE806569-68BF-E717-D550-71D26FAC3626}"/>
              </a:ext>
            </a:extLst>
          </p:cNvPr>
          <p:cNvSpPr>
            <a:spLocks noGrp="1" noRot="1" noChangeAspect="1" noChangeArrowheads="1" noTextEdit="1"/>
          </p:cNvSpPr>
          <p:nvPr>
            <p:ph type="sldImg"/>
          </p:nvPr>
        </p:nvSpPr>
        <p:spPr>
          <a:ln/>
        </p:spPr>
      </p:sp>
      <p:sp>
        <p:nvSpPr>
          <p:cNvPr id="323587" name="Rectangle 3">
            <a:extLst>
              <a:ext uri="{FF2B5EF4-FFF2-40B4-BE49-F238E27FC236}">
                <a16:creationId xmlns:a16="http://schemas.microsoft.com/office/drawing/2014/main" id="{FF2B58EB-D1D0-3C7F-34BC-2464CD5729DA}"/>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1" name="Rectangle 6">
            <a:extLst>
              <a:ext uri="{FF2B5EF4-FFF2-40B4-BE49-F238E27FC236}">
                <a16:creationId xmlns:a16="http://schemas.microsoft.com/office/drawing/2014/main" id="{29506E46-3CA2-565C-8B22-8F2F3D0A12ED}"/>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27682" name="Rectangle 2">
            <a:extLst>
              <a:ext uri="{FF2B5EF4-FFF2-40B4-BE49-F238E27FC236}">
                <a16:creationId xmlns:a16="http://schemas.microsoft.com/office/drawing/2014/main" id="{01ECDFFF-8832-B049-7BE7-8E4393F1C731}"/>
              </a:ext>
            </a:extLst>
          </p:cNvPr>
          <p:cNvSpPr>
            <a:spLocks noGrp="1" noRot="1" noChangeAspect="1" noChangeArrowheads="1" noTextEdit="1"/>
          </p:cNvSpPr>
          <p:nvPr>
            <p:ph type="sldImg"/>
          </p:nvPr>
        </p:nvSpPr>
        <p:spPr>
          <a:ln/>
        </p:spPr>
      </p:sp>
      <p:sp>
        <p:nvSpPr>
          <p:cNvPr id="327683" name="Rectangle 3">
            <a:extLst>
              <a:ext uri="{FF2B5EF4-FFF2-40B4-BE49-F238E27FC236}">
                <a16:creationId xmlns:a16="http://schemas.microsoft.com/office/drawing/2014/main" id="{543B94C2-03C0-16FF-C182-B1D83AEE261D}"/>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3" name="Rectangle 6">
            <a:extLst>
              <a:ext uri="{FF2B5EF4-FFF2-40B4-BE49-F238E27FC236}">
                <a16:creationId xmlns:a16="http://schemas.microsoft.com/office/drawing/2014/main" id="{D64A0025-C7F6-DF06-0ED6-0982A34BA62A}"/>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35874" name="Rectangle 2">
            <a:extLst>
              <a:ext uri="{FF2B5EF4-FFF2-40B4-BE49-F238E27FC236}">
                <a16:creationId xmlns:a16="http://schemas.microsoft.com/office/drawing/2014/main" id="{611E3722-730F-3027-4D8D-0BEA3B86305E}"/>
              </a:ext>
            </a:extLst>
          </p:cNvPr>
          <p:cNvSpPr>
            <a:spLocks noGrp="1" noRot="1" noChangeAspect="1" noChangeArrowheads="1" noTextEdit="1"/>
          </p:cNvSpPr>
          <p:nvPr>
            <p:ph type="sldImg"/>
          </p:nvPr>
        </p:nvSpPr>
        <p:spPr>
          <a:ln/>
        </p:spPr>
      </p:sp>
      <p:sp>
        <p:nvSpPr>
          <p:cNvPr id="335875" name="Rectangle 3">
            <a:extLst>
              <a:ext uri="{FF2B5EF4-FFF2-40B4-BE49-F238E27FC236}">
                <a16:creationId xmlns:a16="http://schemas.microsoft.com/office/drawing/2014/main" id="{C7C869A6-14AB-0D09-30AE-ED51791CEBA6}"/>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3" name="Rectangle 6">
            <a:extLst>
              <a:ext uri="{FF2B5EF4-FFF2-40B4-BE49-F238E27FC236}">
                <a16:creationId xmlns:a16="http://schemas.microsoft.com/office/drawing/2014/main" id="{2F9A7C8B-379C-C896-D5D1-EEFC6DCB7EB2}"/>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46114" name="Rectangle 2">
            <a:extLst>
              <a:ext uri="{FF2B5EF4-FFF2-40B4-BE49-F238E27FC236}">
                <a16:creationId xmlns:a16="http://schemas.microsoft.com/office/drawing/2014/main" id="{91942769-885E-D960-8386-E4D64B9C3E1A}"/>
              </a:ext>
            </a:extLst>
          </p:cNvPr>
          <p:cNvSpPr>
            <a:spLocks noGrp="1" noRot="1" noChangeAspect="1" noChangeArrowheads="1" noTextEdit="1"/>
          </p:cNvSpPr>
          <p:nvPr>
            <p:ph type="sldImg"/>
          </p:nvPr>
        </p:nvSpPr>
        <p:spPr>
          <a:ln/>
        </p:spPr>
      </p:sp>
      <p:sp>
        <p:nvSpPr>
          <p:cNvPr id="346115" name="Rectangle 3">
            <a:extLst>
              <a:ext uri="{FF2B5EF4-FFF2-40B4-BE49-F238E27FC236}">
                <a16:creationId xmlns:a16="http://schemas.microsoft.com/office/drawing/2014/main" id="{05BA73D3-A521-4465-BAE8-98A1B76126E1}"/>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1" name="Rectangle 6">
            <a:extLst>
              <a:ext uri="{FF2B5EF4-FFF2-40B4-BE49-F238E27FC236}">
                <a16:creationId xmlns:a16="http://schemas.microsoft.com/office/drawing/2014/main" id="{BAD6D8E3-30F9-EA26-C19C-22704D387DF1}"/>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58402" name="Rectangle 2">
            <a:extLst>
              <a:ext uri="{FF2B5EF4-FFF2-40B4-BE49-F238E27FC236}">
                <a16:creationId xmlns:a16="http://schemas.microsoft.com/office/drawing/2014/main" id="{1544DF08-4607-8999-0657-93F8A17C4D97}"/>
              </a:ext>
            </a:extLst>
          </p:cNvPr>
          <p:cNvSpPr>
            <a:spLocks noGrp="1" noRot="1" noChangeAspect="1" noChangeArrowheads="1" noTextEdit="1"/>
          </p:cNvSpPr>
          <p:nvPr>
            <p:ph type="sldImg"/>
          </p:nvPr>
        </p:nvSpPr>
        <p:spPr>
          <a:ln/>
        </p:spPr>
      </p:sp>
      <p:sp>
        <p:nvSpPr>
          <p:cNvPr id="358403" name="Rectangle 3">
            <a:extLst>
              <a:ext uri="{FF2B5EF4-FFF2-40B4-BE49-F238E27FC236}">
                <a16:creationId xmlns:a16="http://schemas.microsoft.com/office/drawing/2014/main" id="{4681566E-3976-0779-1EB8-C60E83DA27E9}"/>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29" name="Rectangle 6">
            <a:extLst>
              <a:ext uri="{FF2B5EF4-FFF2-40B4-BE49-F238E27FC236}">
                <a16:creationId xmlns:a16="http://schemas.microsoft.com/office/drawing/2014/main" id="{9FD40230-88DC-D67F-8182-970AD5A1C07D}"/>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80930" name="Rectangle 2">
            <a:extLst>
              <a:ext uri="{FF2B5EF4-FFF2-40B4-BE49-F238E27FC236}">
                <a16:creationId xmlns:a16="http://schemas.microsoft.com/office/drawing/2014/main" id="{02F1E5E4-8265-7AB1-4E1D-E0FEF5F1EFF3}"/>
              </a:ext>
            </a:extLst>
          </p:cNvPr>
          <p:cNvSpPr>
            <a:spLocks noGrp="1" noRot="1" noChangeAspect="1" noChangeArrowheads="1" noTextEdit="1"/>
          </p:cNvSpPr>
          <p:nvPr>
            <p:ph type="sldImg"/>
          </p:nvPr>
        </p:nvSpPr>
        <p:spPr>
          <a:ln/>
        </p:spPr>
      </p:sp>
      <p:sp>
        <p:nvSpPr>
          <p:cNvPr id="380931" name="Rectangle 3">
            <a:extLst>
              <a:ext uri="{FF2B5EF4-FFF2-40B4-BE49-F238E27FC236}">
                <a16:creationId xmlns:a16="http://schemas.microsoft.com/office/drawing/2014/main" id="{776303B4-05B2-D548-99E2-5A74F50098B7}"/>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7" name="Rectangle 6">
            <a:extLst>
              <a:ext uri="{FF2B5EF4-FFF2-40B4-BE49-F238E27FC236}">
                <a16:creationId xmlns:a16="http://schemas.microsoft.com/office/drawing/2014/main" id="{084B250D-C9A4-9FBE-3625-9E7753E9019A}"/>
              </a:ext>
            </a:extLst>
          </p:cNvPr>
          <p:cNvSpPr>
            <a:spLocks noGrp="1" noChangeArrowheads="1"/>
          </p:cNvSpPr>
          <p:nvPr>
            <p:ph type="ftr" sz="quarter" idx="4"/>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ea typeface="굴림" panose="020B0600000101010101" pitchFamily="34" charset="-127"/>
              </a:rPr>
              <a:t>IBM Confidential</a:t>
            </a:r>
            <a:endParaRPr lang="en-US" altLang="ko-KR">
              <a:ea typeface="굴림" panose="020B0600000101010101" pitchFamily="34" charset="-127"/>
            </a:endParaRPr>
          </a:p>
        </p:txBody>
      </p:sp>
      <p:sp>
        <p:nvSpPr>
          <p:cNvPr id="382978" name="Rectangle 2">
            <a:extLst>
              <a:ext uri="{FF2B5EF4-FFF2-40B4-BE49-F238E27FC236}">
                <a16:creationId xmlns:a16="http://schemas.microsoft.com/office/drawing/2014/main" id="{13B07BD5-2784-069C-3930-CDD9B9D11EE6}"/>
              </a:ext>
            </a:extLst>
          </p:cNvPr>
          <p:cNvSpPr>
            <a:spLocks noGrp="1" noRot="1" noChangeAspect="1" noChangeArrowheads="1" noTextEdit="1"/>
          </p:cNvSpPr>
          <p:nvPr>
            <p:ph type="sldImg"/>
          </p:nvPr>
        </p:nvSpPr>
        <p:spPr>
          <a:ln/>
        </p:spPr>
      </p:sp>
      <p:sp>
        <p:nvSpPr>
          <p:cNvPr id="382979" name="Rectangle 3">
            <a:extLst>
              <a:ext uri="{FF2B5EF4-FFF2-40B4-BE49-F238E27FC236}">
                <a16:creationId xmlns:a16="http://schemas.microsoft.com/office/drawing/2014/main" id="{1A8B4AF4-E962-0DED-A547-A208C12C760F}"/>
              </a:ext>
            </a:extLst>
          </p:cNvPr>
          <p:cNvSpPr>
            <a:spLocks noGrp="1" noChangeArrowheads="1"/>
          </p:cNvSpPr>
          <p:nvPr>
            <p:ph type="body" idx="1"/>
          </p:nvPr>
        </p:nvSpPr>
        <p:spPr>
          <a:xfrm>
            <a:off x="933450" y="4410075"/>
            <a:ext cx="5130800" cy="1698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106363" indent="-106363" eaLnBrk="1" hangingPunct="1"/>
            <a:endParaRPr lang="ko-KR" altLang="en-US">
              <a:ea typeface="굴림" panose="020B0600000101010101" pitchFamily="34" charset="-127"/>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CECA3824-4A8D-E7C0-B49C-5DC8365A1C29}"/>
              </a:ext>
            </a:extLst>
          </p:cNvPr>
          <p:cNvSpPr>
            <a:spLocks noGrp="1" noChangeArrowheads="1"/>
          </p:cNvSpPr>
          <p:nvPr>
            <p:ph type="sldNum" sz="quarter" idx="5"/>
          </p:nvPr>
        </p:nvSpPr>
        <p:spPr/>
        <p:txBody>
          <a:bodyPr/>
          <a:lstStyle/>
          <a:p>
            <a:pPr defTabSz="911225">
              <a:defRPr/>
            </a:pPr>
            <a:fld id="{EC95A6D6-6B0C-4249-867E-84A76EF8F416}" type="slidenum">
              <a:rPr lang="ko-KR" altLang="nl-NL" sz="1300">
                <a:solidFill>
                  <a:srgbClr val="000000"/>
                </a:solidFill>
                <a:latin typeface="Verdana" panose="020B0604030504040204" pitchFamily="34" charset="0"/>
                <a:cs typeface="+mn-cs"/>
              </a:rPr>
              <a:pPr defTabSz="911225">
                <a:defRPr/>
              </a:pPr>
              <a:t>68</a:t>
            </a:fld>
            <a:endParaRPr lang="nl-NL" altLang="ko-KR" sz="1300">
              <a:solidFill>
                <a:srgbClr val="000000"/>
              </a:solidFill>
              <a:latin typeface="Verdana" panose="020B0604030504040204" pitchFamily="34" charset="0"/>
              <a:cs typeface="+mn-cs"/>
            </a:endParaRPr>
          </a:p>
        </p:txBody>
      </p:sp>
      <p:sp>
        <p:nvSpPr>
          <p:cNvPr id="402434" name="Rectangle 2">
            <a:extLst>
              <a:ext uri="{FF2B5EF4-FFF2-40B4-BE49-F238E27FC236}">
                <a16:creationId xmlns:a16="http://schemas.microsoft.com/office/drawing/2014/main" id="{77635FCE-0C71-F6B7-21E0-ECA5D0439387}"/>
              </a:ext>
            </a:extLst>
          </p:cNvPr>
          <p:cNvSpPr>
            <a:spLocks noGrp="1" noRot="1" noChangeAspect="1" noChangeArrowheads="1" noTextEdit="1"/>
          </p:cNvSpPr>
          <p:nvPr>
            <p:ph type="sldImg"/>
          </p:nvPr>
        </p:nvSpPr>
        <p:spPr>
          <a:ln/>
        </p:spPr>
      </p:sp>
      <p:sp>
        <p:nvSpPr>
          <p:cNvPr id="402435" name="Rectangle 3">
            <a:extLst>
              <a:ext uri="{FF2B5EF4-FFF2-40B4-BE49-F238E27FC236}">
                <a16:creationId xmlns:a16="http://schemas.microsoft.com/office/drawing/2014/main" id="{BAC40C6D-883E-BFA8-97A0-65D2893A757C}"/>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1CAA50E7-9330-7FB8-F076-3D6A3F62DB3D}"/>
              </a:ext>
            </a:extLst>
          </p:cNvPr>
          <p:cNvSpPr>
            <a:spLocks noGrp="1" noChangeArrowheads="1"/>
          </p:cNvSpPr>
          <p:nvPr>
            <p:ph type="sldNum" sz="quarter" idx="5"/>
          </p:nvPr>
        </p:nvSpPr>
        <p:spPr/>
        <p:txBody>
          <a:bodyPr/>
          <a:lstStyle/>
          <a:p>
            <a:pPr defTabSz="911225">
              <a:defRPr/>
            </a:pPr>
            <a:fld id="{8040AFF7-91FB-CA43-8973-599F4467C927}" type="slidenum">
              <a:rPr lang="ko-KR" altLang="nl-NL" sz="1300">
                <a:solidFill>
                  <a:srgbClr val="000000"/>
                </a:solidFill>
                <a:latin typeface="Verdana" panose="020B0604030504040204" pitchFamily="34" charset="0"/>
                <a:cs typeface="+mn-cs"/>
              </a:rPr>
              <a:pPr defTabSz="911225">
                <a:defRPr/>
              </a:pPr>
              <a:t>69</a:t>
            </a:fld>
            <a:endParaRPr lang="nl-NL" altLang="ko-KR" sz="1300">
              <a:solidFill>
                <a:srgbClr val="000000"/>
              </a:solidFill>
              <a:latin typeface="Verdana" panose="020B0604030504040204" pitchFamily="34" charset="0"/>
              <a:cs typeface="+mn-cs"/>
            </a:endParaRPr>
          </a:p>
        </p:txBody>
      </p:sp>
      <p:sp>
        <p:nvSpPr>
          <p:cNvPr id="408578" name="Rectangle 2">
            <a:extLst>
              <a:ext uri="{FF2B5EF4-FFF2-40B4-BE49-F238E27FC236}">
                <a16:creationId xmlns:a16="http://schemas.microsoft.com/office/drawing/2014/main" id="{0AF0C4E1-BBAC-0159-C1A2-F58B564874B1}"/>
              </a:ext>
            </a:extLst>
          </p:cNvPr>
          <p:cNvSpPr>
            <a:spLocks noGrp="1" noRot="1" noChangeAspect="1" noChangeArrowheads="1" noTextEdit="1"/>
          </p:cNvSpPr>
          <p:nvPr>
            <p:ph type="sldImg"/>
          </p:nvPr>
        </p:nvSpPr>
        <p:spPr>
          <a:ln/>
        </p:spPr>
      </p:sp>
      <p:sp>
        <p:nvSpPr>
          <p:cNvPr id="408579" name="Rectangle 3">
            <a:extLst>
              <a:ext uri="{FF2B5EF4-FFF2-40B4-BE49-F238E27FC236}">
                <a16:creationId xmlns:a16="http://schemas.microsoft.com/office/drawing/2014/main" id="{D3C5A0EB-727D-141B-511A-496B1D0199C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1077734E-EBE3-76B0-8BDB-F0597FD3C42E}"/>
              </a:ext>
            </a:extLst>
          </p:cNvPr>
          <p:cNvSpPr>
            <a:spLocks noGrp="1" noChangeArrowheads="1"/>
          </p:cNvSpPr>
          <p:nvPr>
            <p:ph type="sldNum" sz="quarter" idx="5"/>
          </p:nvPr>
        </p:nvSpPr>
        <p:spPr/>
        <p:txBody>
          <a:bodyPr/>
          <a:lstStyle/>
          <a:p>
            <a:pPr defTabSz="911225">
              <a:defRPr/>
            </a:pPr>
            <a:fld id="{10F89EE9-6CC4-5A43-9B87-84B853A1EBFB}" type="slidenum">
              <a:rPr lang="ko-KR" altLang="nl-NL" sz="1300">
                <a:solidFill>
                  <a:srgbClr val="000000"/>
                </a:solidFill>
                <a:latin typeface="Verdana" panose="020B0604030504040204" pitchFamily="34" charset="0"/>
                <a:cs typeface="+mn-cs"/>
              </a:rPr>
              <a:pPr defTabSz="911225">
                <a:defRPr/>
              </a:pPr>
              <a:t>70</a:t>
            </a:fld>
            <a:endParaRPr lang="nl-NL" altLang="ko-KR" sz="1300">
              <a:solidFill>
                <a:srgbClr val="000000"/>
              </a:solidFill>
              <a:latin typeface="Verdana" panose="020B0604030504040204" pitchFamily="34" charset="0"/>
              <a:cs typeface="+mn-cs"/>
            </a:endParaRPr>
          </a:p>
        </p:txBody>
      </p:sp>
      <p:sp>
        <p:nvSpPr>
          <p:cNvPr id="410626" name="Rectangle 2">
            <a:extLst>
              <a:ext uri="{FF2B5EF4-FFF2-40B4-BE49-F238E27FC236}">
                <a16:creationId xmlns:a16="http://schemas.microsoft.com/office/drawing/2014/main" id="{C03E218B-F52B-CA2B-9B62-2288EB07F258}"/>
              </a:ext>
            </a:extLst>
          </p:cNvPr>
          <p:cNvSpPr>
            <a:spLocks noGrp="1" noRot="1" noChangeAspect="1" noChangeArrowheads="1" noTextEdit="1"/>
          </p:cNvSpPr>
          <p:nvPr>
            <p:ph type="sldImg"/>
          </p:nvPr>
        </p:nvSpPr>
        <p:spPr>
          <a:ln/>
        </p:spPr>
      </p:sp>
      <p:sp>
        <p:nvSpPr>
          <p:cNvPr id="410627" name="Rectangle 3">
            <a:extLst>
              <a:ext uri="{FF2B5EF4-FFF2-40B4-BE49-F238E27FC236}">
                <a16:creationId xmlns:a16="http://schemas.microsoft.com/office/drawing/2014/main" id="{866C028F-65C2-141C-6B6A-E135E0CE4A4C}"/>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A45C525C-3B23-1A7E-41F1-282CC8DA1DEB}"/>
              </a:ext>
            </a:extLst>
          </p:cNvPr>
          <p:cNvSpPr>
            <a:spLocks noGrp="1" noChangeArrowheads="1"/>
          </p:cNvSpPr>
          <p:nvPr>
            <p:ph type="sldNum" sz="quarter" idx="5"/>
          </p:nvPr>
        </p:nvSpPr>
        <p:spPr/>
        <p:txBody>
          <a:bodyPr/>
          <a:lstStyle/>
          <a:p>
            <a:pPr defTabSz="911225">
              <a:defRPr/>
            </a:pPr>
            <a:fld id="{88BBB594-28A6-F94C-A581-E3F6E9269B99}" type="slidenum">
              <a:rPr lang="ko-KR" altLang="nl-NL" sz="1300">
                <a:solidFill>
                  <a:srgbClr val="000000"/>
                </a:solidFill>
                <a:latin typeface="Verdana" panose="020B0604030504040204" pitchFamily="34" charset="0"/>
                <a:cs typeface="+mn-cs"/>
              </a:rPr>
              <a:pPr defTabSz="911225">
                <a:defRPr/>
              </a:pPr>
              <a:t>71</a:t>
            </a:fld>
            <a:endParaRPr lang="nl-NL" altLang="ko-KR" sz="1300">
              <a:solidFill>
                <a:srgbClr val="000000"/>
              </a:solidFill>
              <a:latin typeface="Verdana" panose="020B0604030504040204" pitchFamily="34" charset="0"/>
              <a:cs typeface="+mn-cs"/>
            </a:endParaRPr>
          </a:p>
        </p:txBody>
      </p:sp>
      <p:sp>
        <p:nvSpPr>
          <p:cNvPr id="412674" name="Rectangle 2">
            <a:extLst>
              <a:ext uri="{FF2B5EF4-FFF2-40B4-BE49-F238E27FC236}">
                <a16:creationId xmlns:a16="http://schemas.microsoft.com/office/drawing/2014/main" id="{CFD7093D-8B23-EAE8-5117-BF4E63D01FEC}"/>
              </a:ext>
            </a:extLst>
          </p:cNvPr>
          <p:cNvSpPr>
            <a:spLocks noGrp="1" noRot="1" noChangeAspect="1" noChangeArrowheads="1" noTextEdit="1"/>
          </p:cNvSpPr>
          <p:nvPr>
            <p:ph type="sldImg"/>
          </p:nvPr>
        </p:nvSpPr>
        <p:spPr>
          <a:ln/>
        </p:spPr>
      </p:sp>
      <p:sp>
        <p:nvSpPr>
          <p:cNvPr id="412675" name="Rectangle 3">
            <a:extLst>
              <a:ext uri="{FF2B5EF4-FFF2-40B4-BE49-F238E27FC236}">
                <a16:creationId xmlns:a16="http://schemas.microsoft.com/office/drawing/2014/main" id="{E9467BFC-23BB-4387-3A24-EE580DDFC9D7}"/>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7">
            <a:extLst>
              <a:ext uri="{FF2B5EF4-FFF2-40B4-BE49-F238E27FC236}">
                <a16:creationId xmlns:a16="http://schemas.microsoft.com/office/drawing/2014/main" id="{5F181D4A-3CC2-3DAA-7E0D-0E08A7B22820}"/>
              </a:ext>
            </a:extLst>
          </p:cNvPr>
          <p:cNvSpPr>
            <a:spLocks noGrp="1" noChangeArrowheads="1"/>
          </p:cNvSpPr>
          <p:nvPr>
            <p:ph type="sldNum" sz="quarter" idx="5"/>
          </p:nvPr>
        </p:nvSpPr>
        <p:spPr/>
        <p:txBody>
          <a:bodyPr/>
          <a:lstStyle/>
          <a:p>
            <a:pPr defTabSz="911225">
              <a:defRPr/>
            </a:pPr>
            <a:fld id="{B8879CCF-2B06-B74A-A6DD-53C675EFEC0E}" type="slidenum">
              <a:rPr lang="ko-KR" altLang="nl-NL" sz="1300">
                <a:solidFill>
                  <a:srgbClr val="000000"/>
                </a:solidFill>
                <a:latin typeface="Verdana" panose="020B0604030504040204" pitchFamily="34" charset="0"/>
                <a:cs typeface="+mn-cs"/>
              </a:rPr>
              <a:pPr defTabSz="911225">
                <a:defRPr/>
              </a:pPr>
              <a:t>72</a:t>
            </a:fld>
            <a:endParaRPr lang="nl-NL" altLang="ko-KR" sz="1300">
              <a:solidFill>
                <a:srgbClr val="000000"/>
              </a:solidFill>
              <a:latin typeface="Verdana" panose="020B0604030504040204" pitchFamily="34" charset="0"/>
              <a:cs typeface="+mn-cs"/>
            </a:endParaRPr>
          </a:p>
        </p:txBody>
      </p:sp>
      <p:sp>
        <p:nvSpPr>
          <p:cNvPr id="414722" name="Rectangle 2">
            <a:extLst>
              <a:ext uri="{FF2B5EF4-FFF2-40B4-BE49-F238E27FC236}">
                <a16:creationId xmlns:a16="http://schemas.microsoft.com/office/drawing/2014/main" id="{AD878B1D-62E5-22CE-6BAE-25B367490924}"/>
              </a:ext>
            </a:extLst>
          </p:cNvPr>
          <p:cNvSpPr>
            <a:spLocks noGrp="1" noRot="1" noChangeAspect="1" noChangeArrowheads="1" noTextEdit="1"/>
          </p:cNvSpPr>
          <p:nvPr>
            <p:ph type="sldImg"/>
          </p:nvPr>
        </p:nvSpPr>
        <p:spPr>
          <a:ln/>
        </p:spPr>
      </p:sp>
      <p:sp>
        <p:nvSpPr>
          <p:cNvPr id="414723" name="Rectangle 3">
            <a:extLst>
              <a:ext uri="{FF2B5EF4-FFF2-40B4-BE49-F238E27FC236}">
                <a16:creationId xmlns:a16="http://schemas.microsoft.com/office/drawing/2014/main" id="{66CD9760-FC3D-5BDD-B139-23C2350575E2}"/>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ea typeface="굴림" panose="020B0600000101010101" pitchFamily="34" charset="-127"/>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7" name="Rectangle 7">
            <a:extLst>
              <a:ext uri="{FF2B5EF4-FFF2-40B4-BE49-F238E27FC236}">
                <a16:creationId xmlns:a16="http://schemas.microsoft.com/office/drawing/2014/main" id="{911F0D2C-E500-D696-F001-888786E8ACC3}"/>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30275">
              <a:defRPr>
                <a:solidFill>
                  <a:schemeClr val="tx1"/>
                </a:solidFill>
                <a:latin typeface="Arial" panose="020B0604020202020204" pitchFamily="34" charset="0"/>
                <a:cs typeface="Arial" panose="020B0604020202020204" pitchFamily="34" charset="0"/>
              </a:defRPr>
            </a:lvl1pPr>
            <a:lvl2pPr marL="742950" indent="-285750" defTabSz="930275">
              <a:defRPr>
                <a:solidFill>
                  <a:schemeClr val="tx1"/>
                </a:solidFill>
                <a:latin typeface="Arial" panose="020B0604020202020204" pitchFamily="34" charset="0"/>
                <a:cs typeface="Arial" panose="020B0604020202020204" pitchFamily="34" charset="0"/>
              </a:defRPr>
            </a:lvl2pPr>
            <a:lvl3pPr marL="1143000" indent="-228600" defTabSz="930275">
              <a:defRPr>
                <a:solidFill>
                  <a:schemeClr val="tx1"/>
                </a:solidFill>
                <a:latin typeface="Arial" panose="020B0604020202020204" pitchFamily="34" charset="0"/>
                <a:cs typeface="Arial" panose="020B0604020202020204" pitchFamily="34" charset="0"/>
              </a:defRPr>
            </a:lvl3pPr>
            <a:lvl4pPr marL="1600200" indent="-228600" defTabSz="930275">
              <a:defRPr>
                <a:solidFill>
                  <a:schemeClr val="tx1"/>
                </a:solidFill>
                <a:latin typeface="Arial" panose="020B0604020202020204" pitchFamily="34" charset="0"/>
                <a:cs typeface="Arial" panose="020B0604020202020204" pitchFamily="34" charset="0"/>
              </a:defRPr>
            </a:lvl4pPr>
            <a:lvl5pPr marL="2057400" indent="-228600" defTabSz="930275">
              <a:defRPr>
                <a:solidFill>
                  <a:schemeClr val="tx1"/>
                </a:solidFill>
                <a:latin typeface="Arial" panose="020B0604020202020204" pitchFamily="34" charset="0"/>
                <a:cs typeface="Arial" panose="020B0604020202020204" pitchFamily="34" charset="0"/>
              </a:defRPr>
            </a:lvl5pPr>
            <a:lvl6pPr marL="25146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302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36647693-8DDA-8448-8183-3B1A5D734914}" type="slidenum">
              <a:rPr lang="ko-KR" altLang="en-US" smtClean="0">
                <a:ea typeface="굴림" panose="020B0600000101010101" pitchFamily="34" charset="-127"/>
              </a:rPr>
              <a:pPr/>
              <a:t>73</a:t>
            </a:fld>
            <a:endParaRPr lang="en-US" altLang="ko-KR">
              <a:ea typeface="굴림" panose="020B0600000101010101" pitchFamily="34" charset="-127"/>
            </a:endParaRPr>
          </a:p>
        </p:txBody>
      </p:sp>
      <p:sp>
        <p:nvSpPr>
          <p:cNvPr id="418818" name="Rectangle 2">
            <a:extLst>
              <a:ext uri="{FF2B5EF4-FFF2-40B4-BE49-F238E27FC236}">
                <a16:creationId xmlns:a16="http://schemas.microsoft.com/office/drawing/2014/main" id="{13D06CC3-83B8-E7A7-757E-A21AB5C8F3BE}"/>
              </a:ext>
            </a:extLst>
          </p:cNvPr>
          <p:cNvSpPr>
            <a:spLocks noGrp="1" noRot="1" noChangeAspect="1" noChangeArrowheads="1" noTextEdit="1"/>
          </p:cNvSpPr>
          <p:nvPr>
            <p:ph type="sldImg"/>
          </p:nvPr>
        </p:nvSpPr>
        <p:spPr>
          <a:xfrm>
            <a:off x="1081088" y="868363"/>
            <a:ext cx="7680325" cy="5761037"/>
          </a:xfrm>
          <a:ln/>
        </p:spPr>
      </p:sp>
      <p:sp>
        <p:nvSpPr>
          <p:cNvPr id="418819" name="Rectangle 3">
            <a:extLst>
              <a:ext uri="{FF2B5EF4-FFF2-40B4-BE49-F238E27FC236}">
                <a16:creationId xmlns:a16="http://schemas.microsoft.com/office/drawing/2014/main" id="{896A829C-CA43-C503-FE75-E9F4C000562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lang="ko-KR" altLang="en-US"/>
          </a:p>
        </p:txBody>
      </p:sp>
      <p:sp>
        <p:nvSpPr>
          <p:cNvPr id="418820" name="McK Separator">
            <a:extLst>
              <a:ext uri="{FF2B5EF4-FFF2-40B4-BE49-F238E27FC236}">
                <a16:creationId xmlns:a16="http://schemas.microsoft.com/office/drawing/2014/main" id="{3070BAB7-F998-559C-EBB6-810F49664CB8}"/>
              </a:ext>
            </a:extLst>
          </p:cNvPr>
          <p:cNvSpPr>
            <a:spLocks noChangeShapeType="1"/>
          </p:cNvSpPr>
          <p:nvPr/>
        </p:nvSpPr>
        <p:spPr bwMode="auto">
          <a:xfrm>
            <a:off x="1187450" y="1023938"/>
            <a:ext cx="7575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tags" Target="../tags/tag8.xml"/><Relationship Id="rId2" Type="http://schemas.openxmlformats.org/officeDocument/2006/relationships/tags" Target="../tags/tag7.xml"/><Relationship Id="rId1" Type="http://schemas.openxmlformats.org/officeDocument/2006/relationships/tags" Target="../tags/tag6.xml"/><Relationship Id="rId4"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0.xml"/><Relationship Id="rId1" Type="http://schemas.openxmlformats.org/officeDocument/2006/relationships/tags" Target="../tags/tag9.xml"/></Relationships>
</file>

<file path=ppt/slideLayouts/_rels/slideLayout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2.xml"/><Relationship Id="rId1" Type="http://schemas.openxmlformats.org/officeDocument/2006/relationships/tags" Target="../tags/tag11.xml"/></Relationships>
</file>

<file path=ppt/slideLayouts/_rels/slideLayout4.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4.xml"/><Relationship Id="rId1" Type="http://schemas.openxmlformats.org/officeDocument/2006/relationships/tags" Target="../tags/tag13.xml"/></Relationships>
</file>

<file path=ppt/slideLayouts/_rels/slideLayout5.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6.xml"/><Relationship Id="rId1" Type="http://schemas.openxmlformats.org/officeDocument/2006/relationships/tags" Target="../tags/tag15.xml"/></Relationships>
</file>

<file path=ppt/slideLayouts/_rels/slideLayout6.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8.xml"/><Relationship Id="rId1" Type="http://schemas.openxmlformats.org/officeDocument/2006/relationships/tags" Target="../tags/tag17.xml"/></Relationships>
</file>

<file path=ppt/slideLayouts/_rels/slideLayout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0.xml"/><Relationship Id="rId1" Type="http://schemas.openxmlformats.org/officeDocument/2006/relationships/tags" Target="../tags/tag19.xml"/></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2.xml"/><Relationship Id="rId1" Type="http://schemas.openxmlformats.org/officeDocument/2006/relationships/tags" Target="../tags/tag21.xml"/></Relationships>
</file>

<file path=ppt/slideLayouts/_rels/slideLayout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4.xml"/><Relationship Id="rId1" Type="http://schemas.openxmlformats.org/officeDocument/2006/relationships/tags" Target="../tags/tag23.xml"/></Relationships>
</file>

<file path=ppt/slideLayouts/_rels/slideLayout1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6.xml"/><Relationship Id="rId1" Type="http://schemas.openxmlformats.org/officeDocument/2006/relationships/tags" Target="../tags/tag25.xml"/></Relationships>
</file>

<file path=ppt/slideLayouts/_rels/slideLayout1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8.xml"/><Relationship Id="rId1" Type="http://schemas.openxmlformats.org/officeDocument/2006/relationships/tags" Target="../tags/tag2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29.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제목 슬라이드">
    <p:spTree>
      <p:nvGrpSpPr>
        <p:cNvPr id="1" name=""/>
        <p:cNvGrpSpPr/>
        <p:nvPr/>
      </p:nvGrpSpPr>
      <p:grpSpPr>
        <a:xfrm>
          <a:off x="0" y="0"/>
          <a:ext cx="0" cy="0"/>
          <a:chOff x="0" y="0"/>
          <a:chExt cx="0" cy="0"/>
        </a:xfrm>
      </p:grpSpPr>
      <p:grpSp>
        <p:nvGrpSpPr>
          <p:cNvPr id="2" name="McK Title Elements">
            <a:extLst>
              <a:ext uri="{FF2B5EF4-FFF2-40B4-BE49-F238E27FC236}">
                <a16:creationId xmlns:a16="http://schemas.microsoft.com/office/drawing/2014/main" id="{7A29E557-2208-5659-6992-392CD595B61B}"/>
              </a:ext>
            </a:extLst>
          </p:cNvPr>
          <p:cNvGrpSpPr>
            <a:grpSpLocks/>
          </p:cNvGrpSpPr>
          <p:nvPr>
            <p:custDataLst>
              <p:tags r:id="rId1"/>
            </p:custDataLst>
          </p:nvPr>
        </p:nvGrpSpPr>
        <p:grpSpPr bwMode="auto">
          <a:xfrm>
            <a:off x="3078163" y="2244725"/>
            <a:ext cx="4297362" cy="3971925"/>
            <a:chOff x="2267" y="1559"/>
            <a:chExt cx="3164" cy="2760"/>
          </a:xfrm>
        </p:grpSpPr>
        <p:sp>
          <p:nvSpPr>
            <p:cNvPr id="3" name="McK Confidential" hidden="1">
              <a:extLst>
                <a:ext uri="{FF2B5EF4-FFF2-40B4-BE49-F238E27FC236}">
                  <a16:creationId xmlns:a16="http://schemas.microsoft.com/office/drawing/2014/main" id="{F2A422B4-3F24-5A21-E289-2106A229C0E7}"/>
                </a:ext>
              </a:extLst>
            </p:cNvPr>
            <p:cNvSpPr>
              <a:spLocks noChangeArrowheads="1"/>
            </p:cNvSpPr>
            <p:nvPr/>
          </p:nvSpPr>
          <p:spPr bwMode="auto">
            <a:xfrm>
              <a:off x="2267" y="1559"/>
              <a:ext cx="1760" cy="133"/>
            </a:xfrm>
            <a:prstGeom prst="rect">
              <a:avLst/>
            </a:prstGeom>
            <a:noFill/>
            <a:ln>
              <a:noFill/>
            </a:ln>
            <a:effectLst/>
          </p:spPr>
          <p:txBody>
            <a:bodyPr lIns="0" tIns="0" rIns="0" bIns="0">
              <a:spAutoFit/>
            </a:bodyPr>
            <a:lstStyle>
              <a:lvl1pPr algn="l" defTabSz="973138">
                <a:defRPr>
                  <a:solidFill>
                    <a:schemeClr val="tx1"/>
                  </a:solidFill>
                  <a:latin typeface="Arial" panose="020B0604020202020204" pitchFamily="34" charset="0"/>
                  <a:cs typeface="Arial" panose="020B0604020202020204" pitchFamily="34" charset="0"/>
                </a:defRPr>
              </a:lvl1pPr>
              <a:lvl2pPr marL="485775" algn="l" defTabSz="973138">
                <a:defRPr>
                  <a:solidFill>
                    <a:schemeClr val="tx1"/>
                  </a:solidFill>
                  <a:latin typeface="Arial" panose="020B0604020202020204" pitchFamily="34" charset="0"/>
                  <a:cs typeface="Arial" panose="020B0604020202020204" pitchFamily="34" charset="0"/>
                </a:defRPr>
              </a:lvl2pPr>
              <a:lvl3pPr marL="973138" algn="l" defTabSz="973138">
                <a:defRPr>
                  <a:solidFill>
                    <a:schemeClr val="tx1"/>
                  </a:solidFill>
                  <a:latin typeface="Arial" panose="020B0604020202020204" pitchFamily="34" charset="0"/>
                  <a:cs typeface="Arial" panose="020B0604020202020204" pitchFamily="34" charset="0"/>
                </a:defRPr>
              </a:lvl3pPr>
              <a:lvl4pPr marL="1458913" algn="l" defTabSz="973138">
                <a:defRPr>
                  <a:solidFill>
                    <a:schemeClr val="tx1"/>
                  </a:solidFill>
                  <a:latin typeface="Arial" panose="020B0604020202020204" pitchFamily="34" charset="0"/>
                  <a:cs typeface="Arial" panose="020B0604020202020204" pitchFamily="34" charset="0"/>
                </a:defRPr>
              </a:lvl4pPr>
              <a:lvl5pPr marL="1946275" algn="l" defTabSz="973138">
                <a:defRPr>
                  <a:solidFill>
                    <a:schemeClr val="tx1"/>
                  </a:solidFill>
                  <a:latin typeface="Arial" panose="020B0604020202020204" pitchFamily="34" charset="0"/>
                  <a:cs typeface="Arial" panose="020B0604020202020204" pitchFamily="34" charset="0"/>
                </a:defRPr>
              </a:lvl5pPr>
              <a:lvl6pPr marL="24034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8606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3178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7750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n-US" altLang="ko-KR" sz="1200">
                  <a:solidFill>
                    <a:schemeClr val="tx2"/>
                  </a:solidFill>
                </a:rPr>
                <a:t>CONFIDENTIAL</a:t>
              </a:r>
            </a:p>
          </p:txBody>
        </p:sp>
        <p:sp>
          <p:nvSpPr>
            <p:cNvPr id="4" name="McK Disclaimer" hidden="1">
              <a:extLst>
                <a:ext uri="{FF2B5EF4-FFF2-40B4-BE49-F238E27FC236}">
                  <a16:creationId xmlns:a16="http://schemas.microsoft.com/office/drawing/2014/main" id="{AD186E8F-42A0-1322-50AB-93FD95B9C80F}"/>
                </a:ext>
              </a:extLst>
            </p:cNvPr>
            <p:cNvSpPr>
              <a:spLocks noChangeArrowheads="1"/>
            </p:cNvSpPr>
            <p:nvPr>
              <p:custDataLst>
                <p:tags r:id="rId3"/>
              </p:custDataLst>
            </p:nvPr>
          </p:nvSpPr>
          <p:spPr bwMode="auto">
            <a:xfrm>
              <a:off x="2267" y="3975"/>
              <a:ext cx="3111" cy="344"/>
            </a:xfrm>
            <a:prstGeom prst="rect">
              <a:avLst/>
            </a:prstGeom>
            <a:noFill/>
            <a:ln>
              <a:noFill/>
            </a:ln>
            <a:effectLst/>
          </p:spPr>
          <p:txBody>
            <a:bodyPr lIns="0" tIns="0" rIns="0" bIns="0">
              <a:spAutoFit/>
            </a:bodyPr>
            <a:lstStyle>
              <a:lvl1pPr algn="l" defTabSz="973138">
                <a:defRPr>
                  <a:solidFill>
                    <a:schemeClr val="tx1"/>
                  </a:solidFill>
                  <a:latin typeface="Arial" panose="020B0604020202020204" pitchFamily="34" charset="0"/>
                  <a:cs typeface="Arial" panose="020B0604020202020204" pitchFamily="34" charset="0"/>
                </a:defRPr>
              </a:lvl1pPr>
              <a:lvl2pPr marL="485775" algn="l" defTabSz="973138">
                <a:defRPr>
                  <a:solidFill>
                    <a:schemeClr val="tx1"/>
                  </a:solidFill>
                  <a:latin typeface="Arial" panose="020B0604020202020204" pitchFamily="34" charset="0"/>
                  <a:cs typeface="Arial" panose="020B0604020202020204" pitchFamily="34" charset="0"/>
                </a:defRPr>
              </a:lvl2pPr>
              <a:lvl3pPr marL="973138" algn="l" defTabSz="973138">
                <a:defRPr>
                  <a:solidFill>
                    <a:schemeClr val="tx1"/>
                  </a:solidFill>
                  <a:latin typeface="Arial" panose="020B0604020202020204" pitchFamily="34" charset="0"/>
                  <a:cs typeface="Arial" panose="020B0604020202020204" pitchFamily="34" charset="0"/>
                </a:defRPr>
              </a:lvl3pPr>
              <a:lvl4pPr marL="1458913" algn="l" defTabSz="973138">
                <a:defRPr>
                  <a:solidFill>
                    <a:schemeClr val="tx1"/>
                  </a:solidFill>
                  <a:latin typeface="Arial" panose="020B0604020202020204" pitchFamily="34" charset="0"/>
                  <a:cs typeface="Arial" panose="020B0604020202020204" pitchFamily="34" charset="0"/>
                </a:defRPr>
              </a:lvl4pPr>
              <a:lvl5pPr marL="1946275" algn="l" defTabSz="973138">
                <a:defRPr>
                  <a:solidFill>
                    <a:schemeClr val="tx1"/>
                  </a:solidFill>
                  <a:latin typeface="Arial" panose="020B0604020202020204" pitchFamily="34" charset="0"/>
                  <a:cs typeface="Arial" panose="020B0604020202020204" pitchFamily="34" charset="0"/>
                </a:defRPr>
              </a:lvl5pPr>
              <a:lvl6pPr marL="24034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8606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3178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775075" defTabSz="973138"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n-US" altLang="ko-KR" sz="800">
                  <a:solidFill>
                    <a:schemeClr val="tx2"/>
                  </a:solidFill>
                </a:rPr>
                <a:t>This report is solely for the use of client personnel.  No part of it may be circulated, quoted, or reproduced for distribution outside the client organization without prior written approval from McKinsey &amp; Company. This material was used by McKinsey &amp; Company during an oral presentation; it is not a complete record of the discussion.</a:t>
              </a:r>
            </a:p>
          </p:txBody>
        </p:sp>
        <p:sp>
          <p:nvSpPr>
            <p:cNvPr id="5" name="McK Document" hidden="1">
              <a:extLst>
                <a:ext uri="{FF2B5EF4-FFF2-40B4-BE49-F238E27FC236}">
                  <a16:creationId xmlns:a16="http://schemas.microsoft.com/office/drawing/2014/main" id="{81DA37D1-FF37-711B-E7EB-85425739ECCC}"/>
                </a:ext>
              </a:extLst>
            </p:cNvPr>
            <p:cNvSpPr>
              <a:spLocks noChangeArrowheads="1"/>
            </p:cNvSpPr>
            <p:nvPr/>
          </p:nvSpPr>
          <p:spPr bwMode="auto">
            <a:xfrm>
              <a:off x="2267" y="3366"/>
              <a:ext cx="3164" cy="135"/>
            </a:xfrm>
            <a:prstGeom prst="rect">
              <a:avLst/>
            </a:prstGeom>
            <a:noFill/>
            <a:ln>
              <a:noFill/>
            </a:ln>
            <a:effectLst/>
          </p:spPr>
          <p:txBody>
            <a:bodyPr lIns="0" tIns="0" rIns="0" bIns="0"/>
            <a:lstStyle>
              <a:lvl1pPr algn="l" defTabSz="893763">
                <a:defRPr>
                  <a:solidFill>
                    <a:schemeClr val="tx1"/>
                  </a:solidFill>
                  <a:latin typeface="Arial" panose="020B0604020202020204" pitchFamily="34" charset="0"/>
                  <a:cs typeface="Arial" panose="020B0604020202020204" pitchFamily="34" charset="0"/>
                </a:defRPr>
              </a:lvl1pPr>
              <a:lvl2pPr marL="446088" algn="l" defTabSz="893763">
                <a:defRPr>
                  <a:solidFill>
                    <a:schemeClr val="tx1"/>
                  </a:solidFill>
                  <a:latin typeface="Arial" panose="020B0604020202020204" pitchFamily="34" charset="0"/>
                  <a:cs typeface="Arial" panose="020B0604020202020204" pitchFamily="34" charset="0"/>
                </a:defRPr>
              </a:lvl2pPr>
              <a:lvl3pPr marL="893763" algn="l" defTabSz="893763">
                <a:defRPr>
                  <a:solidFill>
                    <a:schemeClr val="tx1"/>
                  </a:solidFill>
                  <a:latin typeface="Arial" panose="020B0604020202020204" pitchFamily="34" charset="0"/>
                  <a:cs typeface="Arial" panose="020B0604020202020204" pitchFamily="34" charset="0"/>
                </a:defRPr>
              </a:lvl3pPr>
              <a:lvl4pPr marL="1339850" algn="l" defTabSz="893763">
                <a:defRPr>
                  <a:solidFill>
                    <a:schemeClr val="tx1"/>
                  </a:solidFill>
                  <a:latin typeface="Arial" panose="020B0604020202020204" pitchFamily="34" charset="0"/>
                  <a:cs typeface="Arial" panose="020B0604020202020204" pitchFamily="34" charset="0"/>
                </a:defRPr>
              </a:lvl4pPr>
              <a:lvl5pPr marL="1787525" algn="l" defTabSz="893763">
                <a:defRPr>
                  <a:solidFill>
                    <a:schemeClr val="tx1"/>
                  </a:solidFill>
                  <a:latin typeface="Arial" panose="020B0604020202020204" pitchFamily="34" charset="0"/>
                  <a:cs typeface="Arial" panose="020B0604020202020204" pitchFamily="34" charset="0"/>
                </a:defRPr>
              </a:lvl5pPr>
              <a:lvl6pPr marL="2244725" defTabSz="893763"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701925" defTabSz="893763"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159125" defTabSz="893763"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616325" defTabSz="893763"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n-US" altLang="ko-KR" sz="1200"/>
                <a:t>Document</a:t>
              </a:r>
            </a:p>
          </p:txBody>
        </p:sp>
        <p:sp>
          <p:nvSpPr>
            <p:cNvPr id="6" name="McK Date" hidden="1">
              <a:extLst>
                <a:ext uri="{FF2B5EF4-FFF2-40B4-BE49-F238E27FC236}">
                  <a16:creationId xmlns:a16="http://schemas.microsoft.com/office/drawing/2014/main" id="{5C8F34D5-47BC-F731-B28D-85E504E74CF6}"/>
                </a:ext>
              </a:extLst>
            </p:cNvPr>
            <p:cNvSpPr txBox="1">
              <a:spLocks noChangeArrowheads="1"/>
            </p:cNvSpPr>
            <p:nvPr/>
          </p:nvSpPr>
          <p:spPr bwMode="auto">
            <a:xfrm>
              <a:off x="2267" y="3547"/>
              <a:ext cx="3164" cy="136"/>
            </a:xfrm>
            <a:prstGeom prst="rect">
              <a:avLst/>
            </a:prstGeom>
            <a:noFill/>
            <a:ln>
              <a:noFill/>
            </a:ln>
            <a:effectLst/>
          </p:spPr>
          <p:txBody>
            <a:bodyPr lIns="0" tIns="0" rIns="0" bIns="0"/>
            <a:lstStyle>
              <a:lvl1pPr algn="l" defTabSz="801688">
                <a:defRPr>
                  <a:solidFill>
                    <a:schemeClr val="tx1"/>
                  </a:solidFill>
                  <a:latin typeface="Arial" panose="020B0604020202020204" pitchFamily="34" charset="0"/>
                  <a:cs typeface="Arial" panose="020B0604020202020204" pitchFamily="34" charset="0"/>
                </a:defRPr>
              </a:lvl1pPr>
              <a:lvl2pPr marL="400050" algn="l" defTabSz="801688">
                <a:defRPr>
                  <a:solidFill>
                    <a:schemeClr val="tx1"/>
                  </a:solidFill>
                  <a:latin typeface="Arial" panose="020B0604020202020204" pitchFamily="34" charset="0"/>
                  <a:cs typeface="Arial" panose="020B0604020202020204" pitchFamily="34" charset="0"/>
                </a:defRPr>
              </a:lvl2pPr>
              <a:lvl3pPr marL="801688" algn="l" defTabSz="801688">
                <a:defRPr>
                  <a:solidFill>
                    <a:schemeClr val="tx1"/>
                  </a:solidFill>
                  <a:latin typeface="Arial" panose="020B0604020202020204" pitchFamily="34" charset="0"/>
                  <a:cs typeface="Arial" panose="020B0604020202020204" pitchFamily="34" charset="0"/>
                </a:defRPr>
              </a:lvl3pPr>
              <a:lvl4pPr marL="1201738" algn="l" defTabSz="801688">
                <a:defRPr>
                  <a:solidFill>
                    <a:schemeClr val="tx1"/>
                  </a:solidFill>
                  <a:latin typeface="Arial" panose="020B0604020202020204" pitchFamily="34" charset="0"/>
                  <a:cs typeface="Arial" panose="020B0604020202020204" pitchFamily="34" charset="0"/>
                </a:defRPr>
              </a:lvl4pPr>
              <a:lvl5pPr marL="1603375" algn="l" defTabSz="801688">
                <a:defRPr>
                  <a:solidFill>
                    <a:schemeClr val="tx1"/>
                  </a:solidFill>
                  <a:latin typeface="Arial" panose="020B0604020202020204" pitchFamily="34" charset="0"/>
                  <a:cs typeface="Arial" panose="020B0604020202020204" pitchFamily="34" charset="0"/>
                </a:defRPr>
              </a:lvl5pPr>
              <a:lvl6pPr marL="20605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5177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29749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4321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50000"/>
                </a:spcBef>
                <a:defRPr/>
              </a:pPr>
              <a:r>
                <a:rPr lang="en-US" altLang="ko-KR" sz="1200"/>
                <a:t>Date</a:t>
              </a:r>
            </a:p>
          </p:txBody>
        </p:sp>
      </p:grpSp>
      <p:sp>
        <p:nvSpPr>
          <p:cNvPr id="970754" name="Rectangle 2"/>
          <p:cNvSpPr>
            <a:spLocks noGrp="1" noChangeArrowheads="1"/>
          </p:cNvSpPr>
          <p:nvPr>
            <p:ph type="ctrTitle"/>
          </p:nvPr>
        </p:nvSpPr>
        <p:spPr>
          <a:xfrm>
            <a:off x="3078163" y="2763838"/>
            <a:ext cx="4297362" cy="331787"/>
          </a:xfrm>
        </p:spPr>
        <p:txBody>
          <a:bodyPr/>
          <a:lstStyle>
            <a:lvl1pPr>
              <a:defRPr sz="2100" b="0"/>
            </a:lvl1pPr>
          </a:lstStyle>
          <a:p>
            <a:pPr lvl="0"/>
            <a:r>
              <a:rPr lang="en-US" altLang="ko-KR" noProof="0"/>
              <a:t>Title</a:t>
            </a:r>
          </a:p>
        </p:txBody>
      </p:sp>
      <p:sp>
        <p:nvSpPr>
          <p:cNvPr id="970755" name="Rectangle 3"/>
          <p:cNvSpPr>
            <a:spLocks noGrp="1" noChangeArrowheads="1"/>
          </p:cNvSpPr>
          <p:nvPr>
            <p:ph type="subTitle" idx="1"/>
          </p:nvPr>
        </p:nvSpPr>
        <p:spPr>
          <a:xfrm>
            <a:off x="3078163" y="3984625"/>
            <a:ext cx="4297362" cy="193675"/>
          </a:xfrm>
        </p:spPr>
        <p:txBody>
          <a:bodyPr/>
          <a:lstStyle>
            <a:lvl1pPr>
              <a:defRPr sz="1200"/>
            </a:lvl1pPr>
          </a:lstStyle>
          <a:p>
            <a:pPr lvl="0"/>
            <a:r>
              <a:rPr lang="en-US" altLang="ko-KR" noProof="0"/>
              <a:t>CLIENT</a:t>
            </a:r>
          </a:p>
        </p:txBody>
      </p:sp>
      <p:sp>
        <p:nvSpPr>
          <p:cNvPr id="7" name="Rectangle 4">
            <a:extLst>
              <a:ext uri="{FF2B5EF4-FFF2-40B4-BE49-F238E27FC236}">
                <a16:creationId xmlns:a16="http://schemas.microsoft.com/office/drawing/2014/main" id="{4F89FEBB-F3A6-7D73-9A15-9C1BC938E75B}"/>
              </a:ext>
            </a:extLst>
          </p:cNvPr>
          <p:cNvSpPr>
            <a:spLocks noGrp="1" noChangeArrowheads="1"/>
          </p:cNvSpPr>
          <p:nvPr>
            <p:ph type="ftr" sz="quarter" idx="10"/>
            <p:custDataLst>
              <p:tags r:id="rId2"/>
            </p:custDataLst>
          </p:nvPr>
        </p:nvSpPr>
        <p:spPr>
          <a:xfrm>
            <a:off x="5618163" y="246063"/>
            <a:ext cx="2733675" cy="106362"/>
          </a:xfrm>
        </p:spPr>
        <p:txBody>
          <a:bodyPr/>
          <a:lstStyle>
            <a:lvl1pPr>
              <a:defRPr/>
            </a:lvl1pPr>
          </a:lstStyle>
          <a:p>
            <a:pPr>
              <a:defRPr/>
            </a:pPr>
            <a:r>
              <a:rPr lang="ko-KR" altLang="en-US"/>
              <a:t>Presentation Title  |  Confidential  | Document Id </a:t>
            </a:r>
            <a:endParaRPr lang="en-US" altLang="ko-KR"/>
          </a:p>
        </p:txBody>
      </p:sp>
    </p:spTree>
    <p:extLst>
      <p:ext uri="{BB962C8B-B14F-4D97-AF65-F5344CB8AC3E}">
        <p14:creationId xmlns:p14="http://schemas.microsoft.com/office/powerpoint/2010/main" val="14280648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내용 개체 틀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Rectangle 4">
            <a:extLst>
              <a:ext uri="{FF2B5EF4-FFF2-40B4-BE49-F238E27FC236}">
                <a16:creationId xmlns:a16="http://schemas.microsoft.com/office/drawing/2014/main" id="{B0A4AA33-BF72-DFE0-7FD4-EA43BF38C5F9}"/>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5" name="Rectangle 5">
            <a:extLst>
              <a:ext uri="{FF2B5EF4-FFF2-40B4-BE49-F238E27FC236}">
                <a16:creationId xmlns:a16="http://schemas.microsoft.com/office/drawing/2014/main" id="{95FF8823-52F7-7790-26BA-B5913F8619BD}"/>
              </a:ext>
            </a:extLst>
          </p:cNvPr>
          <p:cNvSpPr>
            <a:spLocks noGrp="1" noChangeArrowheads="1"/>
          </p:cNvSpPr>
          <p:nvPr>
            <p:ph type="sldNum" sz="quarter" idx="11"/>
            <p:custDataLst>
              <p:tags r:id="rId2"/>
            </p:custDataLst>
          </p:nvPr>
        </p:nvSpPr>
        <p:spPr>
          <a:ln/>
        </p:spPr>
        <p:txBody>
          <a:bodyPr/>
          <a:lstStyle>
            <a:lvl1pPr>
              <a:defRPr/>
            </a:lvl1pPr>
          </a:lstStyle>
          <a:p>
            <a:pPr>
              <a:defRPr/>
            </a:pPr>
            <a:fld id="{AE3B2FAA-1422-1446-898A-0186A78AD862}" type="slidenum">
              <a:rPr lang="ko-KR" altLang="en-US"/>
              <a:pPr>
                <a:defRPr/>
              </a:pPr>
              <a:t>‹#›</a:t>
            </a:fld>
            <a:endParaRPr lang="en-US" altLang="ko-KR"/>
          </a:p>
        </p:txBody>
      </p:sp>
    </p:spTree>
    <p:extLst>
      <p:ext uri="{BB962C8B-B14F-4D97-AF65-F5344CB8AC3E}">
        <p14:creationId xmlns:p14="http://schemas.microsoft.com/office/powerpoint/2010/main" val="323787368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623888" y="1709738"/>
            <a:ext cx="7886700" cy="2852737"/>
          </a:xfrm>
        </p:spPr>
        <p:txBody>
          <a:bodyPr anchor="b"/>
          <a:lstStyle>
            <a:lvl1pPr>
              <a:defRPr sz="6000"/>
            </a:lvl1pPr>
          </a:lstStyle>
          <a:p>
            <a:r>
              <a:rPr lang="ko-KR" altLang="en-US"/>
              <a:t>마스터 제목 스타일 편집</a:t>
            </a:r>
          </a:p>
        </p:txBody>
      </p:sp>
      <p:sp>
        <p:nvSpPr>
          <p:cNvPr id="3" name="텍스트 개체 틀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ko-KR" altLang="en-US"/>
              <a:t>마스터 텍스트 스타일을 편집하려면 클릭</a:t>
            </a:r>
          </a:p>
        </p:txBody>
      </p:sp>
      <p:sp>
        <p:nvSpPr>
          <p:cNvPr id="4" name="Rectangle 4">
            <a:extLst>
              <a:ext uri="{FF2B5EF4-FFF2-40B4-BE49-F238E27FC236}">
                <a16:creationId xmlns:a16="http://schemas.microsoft.com/office/drawing/2014/main" id="{52C96121-99DC-4410-7A11-E4CB7E3370E7}"/>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5" name="Rectangle 5">
            <a:extLst>
              <a:ext uri="{FF2B5EF4-FFF2-40B4-BE49-F238E27FC236}">
                <a16:creationId xmlns:a16="http://schemas.microsoft.com/office/drawing/2014/main" id="{A2C8C78E-EBE8-4742-9276-A335FA2FB362}"/>
              </a:ext>
            </a:extLst>
          </p:cNvPr>
          <p:cNvSpPr>
            <a:spLocks noGrp="1" noChangeArrowheads="1"/>
          </p:cNvSpPr>
          <p:nvPr>
            <p:ph type="sldNum" sz="quarter" idx="11"/>
            <p:custDataLst>
              <p:tags r:id="rId2"/>
            </p:custDataLst>
          </p:nvPr>
        </p:nvSpPr>
        <p:spPr>
          <a:ln/>
        </p:spPr>
        <p:txBody>
          <a:bodyPr/>
          <a:lstStyle>
            <a:lvl1pPr>
              <a:defRPr/>
            </a:lvl1pPr>
          </a:lstStyle>
          <a:p>
            <a:pPr>
              <a:defRPr/>
            </a:pPr>
            <a:fld id="{C3BDACAF-328A-0948-AD3E-D7AB32ACB432}" type="slidenum">
              <a:rPr lang="ko-KR" altLang="en-US"/>
              <a:pPr>
                <a:defRPr/>
              </a:pPr>
              <a:t>‹#›</a:t>
            </a:fld>
            <a:endParaRPr lang="en-US" altLang="ko-KR"/>
          </a:p>
        </p:txBody>
      </p:sp>
    </p:spTree>
    <p:extLst>
      <p:ext uri="{BB962C8B-B14F-4D97-AF65-F5344CB8AC3E}">
        <p14:creationId xmlns:p14="http://schemas.microsoft.com/office/powerpoint/2010/main" val="307418062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내용 개체 틀 2"/>
          <p:cNvSpPr>
            <a:spLocks noGrp="1"/>
          </p:cNvSpPr>
          <p:nvPr>
            <p:ph sz="half" idx="1"/>
          </p:nvPr>
        </p:nvSpPr>
        <p:spPr>
          <a:xfrm>
            <a:off x="1836738" y="2312988"/>
            <a:ext cx="3051175" cy="828675"/>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내용 개체 틀 3"/>
          <p:cNvSpPr>
            <a:spLocks noGrp="1"/>
          </p:cNvSpPr>
          <p:nvPr>
            <p:ph sz="half" idx="2"/>
          </p:nvPr>
        </p:nvSpPr>
        <p:spPr>
          <a:xfrm>
            <a:off x="5040313" y="2312988"/>
            <a:ext cx="3052762" cy="828675"/>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Rectangle 4">
            <a:extLst>
              <a:ext uri="{FF2B5EF4-FFF2-40B4-BE49-F238E27FC236}">
                <a16:creationId xmlns:a16="http://schemas.microsoft.com/office/drawing/2014/main" id="{394C88BC-F074-B7B9-C3DE-BED477F368D0}"/>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6" name="Rectangle 5">
            <a:extLst>
              <a:ext uri="{FF2B5EF4-FFF2-40B4-BE49-F238E27FC236}">
                <a16:creationId xmlns:a16="http://schemas.microsoft.com/office/drawing/2014/main" id="{5E544A2D-2279-190A-E15D-C423DA1BDEE0}"/>
              </a:ext>
            </a:extLst>
          </p:cNvPr>
          <p:cNvSpPr>
            <a:spLocks noGrp="1" noChangeArrowheads="1"/>
          </p:cNvSpPr>
          <p:nvPr>
            <p:ph type="sldNum" sz="quarter" idx="11"/>
            <p:custDataLst>
              <p:tags r:id="rId2"/>
            </p:custDataLst>
          </p:nvPr>
        </p:nvSpPr>
        <p:spPr>
          <a:ln/>
        </p:spPr>
        <p:txBody>
          <a:bodyPr/>
          <a:lstStyle>
            <a:lvl1pPr>
              <a:defRPr/>
            </a:lvl1pPr>
          </a:lstStyle>
          <a:p>
            <a:pPr>
              <a:defRPr/>
            </a:pPr>
            <a:fld id="{37937A92-576F-D345-8435-DCA4E50DF8F2}" type="slidenum">
              <a:rPr lang="ko-KR" altLang="en-US"/>
              <a:pPr>
                <a:defRPr/>
              </a:pPr>
              <a:t>‹#›</a:t>
            </a:fld>
            <a:endParaRPr lang="en-US" altLang="ko-KR"/>
          </a:p>
        </p:txBody>
      </p:sp>
    </p:spTree>
    <p:extLst>
      <p:ext uri="{BB962C8B-B14F-4D97-AF65-F5344CB8AC3E}">
        <p14:creationId xmlns:p14="http://schemas.microsoft.com/office/powerpoint/2010/main" val="25955391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630238" y="365125"/>
            <a:ext cx="7886700" cy="1325563"/>
          </a:xfrm>
        </p:spPr>
        <p:txBody>
          <a:bodyPr/>
          <a:lstStyle/>
          <a:p>
            <a:r>
              <a:rPr lang="ko-KR" altLang="en-US"/>
              <a:t>마스터 제목 스타일 편집</a:t>
            </a:r>
          </a:p>
        </p:txBody>
      </p:sp>
      <p:sp>
        <p:nvSpPr>
          <p:cNvPr id="3" name="텍스트 개체 틀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편집하려면 클릭</a:t>
            </a:r>
          </a:p>
        </p:txBody>
      </p:sp>
      <p:sp>
        <p:nvSpPr>
          <p:cNvPr id="4" name="내용 개체 틀 3"/>
          <p:cNvSpPr>
            <a:spLocks noGrp="1"/>
          </p:cNvSpPr>
          <p:nvPr>
            <p:ph sz="half" idx="2"/>
          </p:nvPr>
        </p:nvSpPr>
        <p:spPr>
          <a:xfrm>
            <a:off x="630238" y="2505075"/>
            <a:ext cx="3868737" cy="36845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텍스트 개체 틀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편집하려면 클릭</a:t>
            </a:r>
          </a:p>
        </p:txBody>
      </p:sp>
      <p:sp>
        <p:nvSpPr>
          <p:cNvPr id="6" name="내용 개체 틀 5"/>
          <p:cNvSpPr>
            <a:spLocks noGrp="1"/>
          </p:cNvSpPr>
          <p:nvPr>
            <p:ph sz="quarter" idx="4"/>
          </p:nvPr>
        </p:nvSpPr>
        <p:spPr>
          <a:xfrm>
            <a:off x="4629150" y="2505075"/>
            <a:ext cx="3887788" cy="36845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7" name="Rectangle 4">
            <a:extLst>
              <a:ext uri="{FF2B5EF4-FFF2-40B4-BE49-F238E27FC236}">
                <a16:creationId xmlns:a16="http://schemas.microsoft.com/office/drawing/2014/main" id="{B3CD0595-2991-1D20-85E2-038658DBC08C}"/>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8" name="Rectangle 5">
            <a:extLst>
              <a:ext uri="{FF2B5EF4-FFF2-40B4-BE49-F238E27FC236}">
                <a16:creationId xmlns:a16="http://schemas.microsoft.com/office/drawing/2014/main" id="{16F87DF7-C484-1AB7-9905-5793B6938FBF}"/>
              </a:ext>
            </a:extLst>
          </p:cNvPr>
          <p:cNvSpPr>
            <a:spLocks noGrp="1" noChangeArrowheads="1"/>
          </p:cNvSpPr>
          <p:nvPr>
            <p:ph type="sldNum" sz="quarter" idx="11"/>
            <p:custDataLst>
              <p:tags r:id="rId2"/>
            </p:custDataLst>
          </p:nvPr>
        </p:nvSpPr>
        <p:spPr>
          <a:ln/>
        </p:spPr>
        <p:txBody>
          <a:bodyPr/>
          <a:lstStyle>
            <a:lvl1pPr>
              <a:defRPr/>
            </a:lvl1pPr>
          </a:lstStyle>
          <a:p>
            <a:pPr>
              <a:defRPr/>
            </a:pPr>
            <a:fld id="{CAF27E8C-747B-6241-B6B7-E990644E9E78}" type="slidenum">
              <a:rPr lang="ko-KR" altLang="en-US"/>
              <a:pPr>
                <a:defRPr/>
              </a:pPr>
              <a:t>‹#›</a:t>
            </a:fld>
            <a:endParaRPr lang="en-US" altLang="ko-KR"/>
          </a:p>
        </p:txBody>
      </p:sp>
    </p:spTree>
    <p:extLst>
      <p:ext uri="{BB962C8B-B14F-4D97-AF65-F5344CB8AC3E}">
        <p14:creationId xmlns:p14="http://schemas.microsoft.com/office/powerpoint/2010/main" val="78377053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Rectangle 4">
            <a:extLst>
              <a:ext uri="{FF2B5EF4-FFF2-40B4-BE49-F238E27FC236}">
                <a16:creationId xmlns:a16="http://schemas.microsoft.com/office/drawing/2014/main" id="{AC11CD4F-29AC-8BDA-98A9-A676C95F60CE}"/>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4" name="Rectangle 5">
            <a:extLst>
              <a:ext uri="{FF2B5EF4-FFF2-40B4-BE49-F238E27FC236}">
                <a16:creationId xmlns:a16="http://schemas.microsoft.com/office/drawing/2014/main" id="{17E556AF-2EDC-12FC-DCE1-8F4CC1D0D48A}"/>
              </a:ext>
            </a:extLst>
          </p:cNvPr>
          <p:cNvSpPr>
            <a:spLocks noGrp="1" noChangeArrowheads="1"/>
          </p:cNvSpPr>
          <p:nvPr>
            <p:ph type="sldNum" sz="quarter" idx="11"/>
            <p:custDataLst>
              <p:tags r:id="rId2"/>
            </p:custDataLst>
          </p:nvPr>
        </p:nvSpPr>
        <p:spPr>
          <a:ln/>
        </p:spPr>
        <p:txBody>
          <a:bodyPr/>
          <a:lstStyle>
            <a:lvl1pPr>
              <a:defRPr/>
            </a:lvl1pPr>
          </a:lstStyle>
          <a:p>
            <a:pPr>
              <a:defRPr/>
            </a:pPr>
            <a:fld id="{D053EDE5-56A0-944D-84BA-C2D4D4ECE071}" type="slidenum">
              <a:rPr lang="ko-KR" altLang="en-US"/>
              <a:pPr>
                <a:defRPr/>
              </a:pPr>
              <a:t>‹#›</a:t>
            </a:fld>
            <a:endParaRPr lang="en-US" altLang="ko-KR"/>
          </a:p>
        </p:txBody>
      </p:sp>
    </p:spTree>
    <p:extLst>
      <p:ext uri="{BB962C8B-B14F-4D97-AF65-F5344CB8AC3E}">
        <p14:creationId xmlns:p14="http://schemas.microsoft.com/office/powerpoint/2010/main" val="195426263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9C51ED4-C9C1-D155-9A93-851B5604E441}"/>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3" name="Rectangle 5">
            <a:extLst>
              <a:ext uri="{FF2B5EF4-FFF2-40B4-BE49-F238E27FC236}">
                <a16:creationId xmlns:a16="http://schemas.microsoft.com/office/drawing/2014/main" id="{A1AD1B2D-D24F-8064-CD2E-2D981490B977}"/>
              </a:ext>
            </a:extLst>
          </p:cNvPr>
          <p:cNvSpPr>
            <a:spLocks noGrp="1" noChangeArrowheads="1"/>
          </p:cNvSpPr>
          <p:nvPr>
            <p:ph type="sldNum" sz="quarter" idx="11"/>
            <p:custDataLst>
              <p:tags r:id="rId2"/>
            </p:custDataLst>
          </p:nvPr>
        </p:nvSpPr>
        <p:spPr>
          <a:ln/>
        </p:spPr>
        <p:txBody>
          <a:bodyPr/>
          <a:lstStyle>
            <a:lvl1pPr>
              <a:defRPr/>
            </a:lvl1pPr>
          </a:lstStyle>
          <a:p>
            <a:pPr>
              <a:defRPr/>
            </a:pPr>
            <a:fld id="{3D69A4A4-D9C1-8D4D-9D1D-C1D7F57247DA}" type="slidenum">
              <a:rPr lang="ko-KR" altLang="en-US"/>
              <a:pPr>
                <a:defRPr/>
              </a:pPr>
              <a:t>‹#›</a:t>
            </a:fld>
            <a:endParaRPr lang="en-US" altLang="ko-KR"/>
          </a:p>
        </p:txBody>
      </p:sp>
    </p:spTree>
    <p:extLst>
      <p:ext uri="{BB962C8B-B14F-4D97-AF65-F5344CB8AC3E}">
        <p14:creationId xmlns:p14="http://schemas.microsoft.com/office/powerpoint/2010/main" val="106060133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630238" y="457200"/>
            <a:ext cx="2949575" cy="1600200"/>
          </a:xfrm>
        </p:spPr>
        <p:txBody>
          <a:bodyPr anchor="b"/>
          <a:lstStyle>
            <a:lvl1pPr>
              <a:defRPr sz="3200"/>
            </a:lvl1pPr>
          </a:lstStyle>
          <a:p>
            <a:r>
              <a:rPr lang="ko-KR" altLang="en-US"/>
              <a:t>마스터 제목 스타일 편집</a:t>
            </a:r>
          </a:p>
        </p:txBody>
      </p:sp>
      <p:sp>
        <p:nvSpPr>
          <p:cNvPr id="3" name="내용 개체 틀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텍스트 개체 틀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ko-KR" altLang="en-US"/>
              <a:t>마스터 텍스트 스타일을 편집하려면 클릭</a:t>
            </a:r>
          </a:p>
        </p:txBody>
      </p:sp>
      <p:sp>
        <p:nvSpPr>
          <p:cNvPr id="5" name="Rectangle 4">
            <a:extLst>
              <a:ext uri="{FF2B5EF4-FFF2-40B4-BE49-F238E27FC236}">
                <a16:creationId xmlns:a16="http://schemas.microsoft.com/office/drawing/2014/main" id="{CE939E79-0DC6-4199-6A2A-6480668EF604}"/>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6" name="Rectangle 5">
            <a:extLst>
              <a:ext uri="{FF2B5EF4-FFF2-40B4-BE49-F238E27FC236}">
                <a16:creationId xmlns:a16="http://schemas.microsoft.com/office/drawing/2014/main" id="{C652887F-BD64-D5C5-9D29-E9CB7280B859}"/>
              </a:ext>
            </a:extLst>
          </p:cNvPr>
          <p:cNvSpPr>
            <a:spLocks noGrp="1" noChangeArrowheads="1"/>
          </p:cNvSpPr>
          <p:nvPr>
            <p:ph type="sldNum" sz="quarter" idx="11"/>
            <p:custDataLst>
              <p:tags r:id="rId2"/>
            </p:custDataLst>
          </p:nvPr>
        </p:nvSpPr>
        <p:spPr>
          <a:ln/>
        </p:spPr>
        <p:txBody>
          <a:bodyPr/>
          <a:lstStyle>
            <a:lvl1pPr>
              <a:defRPr/>
            </a:lvl1pPr>
          </a:lstStyle>
          <a:p>
            <a:pPr>
              <a:defRPr/>
            </a:pPr>
            <a:fld id="{90C6F5AE-749A-C446-B315-0FA8BA977DC0}" type="slidenum">
              <a:rPr lang="ko-KR" altLang="en-US"/>
              <a:pPr>
                <a:defRPr/>
              </a:pPr>
              <a:t>‹#›</a:t>
            </a:fld>
            <a:endParaRPr lang="en-US" altLang="ko-KR"/>
          </a:p>
        </p:txBody>
      </p:sp>
    </p:spTree>
    <p:extLst>
      <p:ext uri="{BB962C8B-B14F-4D97-AF65-F5344CB8AC3E}">
        <p14:creationId xmlns:p14="http://schemas.microsoft.com/office/powerpoint/2010/main" val="152797030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630238" y="457200"/>
            <a:ext cx="2949575" cy="1600200"/>
          </a:xfrm>
        </p:spPr>
        <p:txBody>
          <a:bodyPr anchor="b"/>
          <a:lstStyle>
            <a:lvl1pPr>
              <a:defRPr sz="3200"/>
            </a:lvl1pPr>
          </a:lstStyle>
          <a:p>
            <a:r>
              <a:rPr lang="ko-KR" altLang="en-US"/>
              <a:t>마스터 제목 스타일 편집</a:t>
            </a:r>
          </a:p>
        </p:txBody>
      </p:sp>
      <p:sp>
        <p:nvSpPr>
          <p:cNvPr id="3" name="그림 개체 틀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ko-KR" altLang="en-US" noProof="0"/>
          </a:p>
        </p:txBody>
      </p:sp>
      <p:sp>
        <p:nvSpPr>
          <p:cNvPr id="4" name="텍스트 개체 틀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ko-KR" altLang="en-US"/>
              <a:t>마스터 텍스트 스타일을 편집하려면 클릭</a:t>
            </a:r>
          </a:p>
        </p:txBody>
      </p:sp>
      <p:sp>
        <p:nvSpPr>
          <p:cNvPr id="5" name="Rectangle 4">
            <a:extLst>
              <a:ext uri="{FF2B5EF4-FFF2-40B4-BE49-F238E27FC236}">
                <a16:creationId xmlns:a16="http://schemas.microsoft.com/office/drawing/2014/main" id="{CCF08475-885D-6F00-7401-D6696975A098}"/>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6" name="Rectangle 5">
            <a:extLst>
              <a:ext uri="{FF2B5EF4-FFF2-40B4-BE49-F238E27FC236}">
                <a16:creationId xmlns:a16="http://schemas.microsoft.com/office/drawing/2014/main" id="{A29CF8D8-AA9F-09CC-9EA8-8B2B5A50DE41}"/>
              </a:ext>
            </a:extLst>
          </p:cNvPr>
          <p:cNvSpPr>
            <a:spLocks noGrp="1" noChangeArrowheads="1"/>
          </p:cNvSpPr>
          <p:nvPr>
            <p:ph type="sldNum" sz="quarter" idx="11"/>
            <p:custDataLst>
              <p:tags r:id="rId2"/>
            </p:custDataLst>
          </p:nvPr>
        </p:nvSpPr>
        <p:spPr>
          <a:ln/>
        </p:spPr>
        <p:txBody>
          <a:bodyPr/>
          <a:lstStyle>
            <a:lvl1pPr>
              <a:defRPr/>
            </a:lvl1pPr>
          </a:lstStyle>
          <a:p>
            <a:pPr>
              <a:defRPr/>
            </a:pPr>
            <a:fld id="{C4BCBBE8-9B85-184E-B081-AEECB1AC0728}" type="slidenum">
              <a:rPr lang="ko-KR" altLang="en-US"/>
              <a:pPr>
                <a:defRPr/>
              </a:pPr>
              <a:t>‹#›</a:t>
            </a:fld>
            <a:endParaRPr lang="en-US" altLang="ko-KR"/>
          </a:p>
        </p:txBody>
      </p:sp>
    </p:spTree>
    <p:extLst>
      <p:ext uri="{BB962C8B-B14F-4D97-AF65-F5344CB8AC3E}">
        <p14:creationId xmlns:p14="http://schemas.microsoft.com/office/powerpoint/2010/main" val="9132615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세로 텍스트 개체 틀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Rectangle 4">
            <a:extLst>
              <a:ext uri="{FF2B5EF4-FFF2-40B4-BE49-F238E27FC236}">
                <a16:creationId xmlns:a16="http://schemas.microsoft.com/office/drawing/2014/main" id="{68142211-7B7C-0729-7457-782012ED9A5B}"/>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5" name="Rectangle 5">
            <a:extLst>
              <a:ext uri="{FF2B5EF4-FFF2-40B4-BE49-F238E27FC236}">
                <a16:creationId xmlns:a16="http://schemas.microsoft.com/office/drawing/2014/main" id="{2D702CD3-2AE7-A0C1-C437-ED37E2EC28A4}"/>
              </a:ext>
            </a:extLst>
          </p:cNvPr>
          <p:cNvSpPr>
            <a:spLocks noGrp="1" noChangeArrowheads="1"/>
          </p:cNvSpPr>
          <p:nvPr>
            <p:ph type="sldNum" sz="quarter" idx="11"/>
            <p:custDataLst>
              <p:tags r:id="rId2"/>
            </p:custDataLst>
          </p:nvPr>
        </p:nvSpPr>
        <p:spPr>
          <a:ln/>
        </p:spPr>
        <p:txBody>
          <a:bodyPr/>
          <a:lstStyle>
            <a:lvl1pPr>
              <a:defRPr/>
            </a:lvl1pPr>
          </a:lstStyle>
          <a:p>
            <a:pPr>
              <a:defRPr/>
            </a:pPr>
            <a:fld id="{B255B3CF-2A65-0F4D-9CF3-F34CF7765302}" type="slidenum">
              <a:rPr lang="ko-KR" altLang="en-US"/>
              <a:pPr>
                <a:defRPr/>
              </a:pPr>
              <a:t>‹#›</a:t>
            </a:fld>
            <a:endParaRPr lang="en-US" altLang="ko-KR"/>
          </a:p>
        </p:txBody>
      </p:sp>
    </p:spTree>
    <p:extLst>
      <p:ext uri="{BB962C8B-B14F-4D97-AF65-F5344CB8AC3E}">
        <p14:creationId xmlns:p14="http://schemas.microsoft.com/office/powerpoint/2010/main" val="344418993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6529388" y="1771650"/>
            <a:ext cx="1563687" cy="1370013"/>
          </a:xfrm>
        </p:spPr>
        <p:txBody>
          <a:bodyPr vert="eaVert"/>
          <a:lstStyle/>
          <a:p>
            <a:r>
              <a:rPr lang="ko-KR" altLang="en-US"/>
              <a:t>마스터 제목 스타일 편집</a:t>
            </a:r>
          </a:p>
        </p:txBody>
      </p:sp>
      <p:sp>
        <p:nvSpPr>
          <p:cNvPr id="3" name="세로 텍스트 개체 틀 2"/>
          <p:cNvSpPr>
            <a:spLocks noGrp="1"/>
          </p:cNvSpPr>
          <p:nvPr>
            <p:ph type="body" orient="vert" idx="1"/>
          </p:nvPr>
        </p:nvSpPr>
        <p:spPr>
          <a:xfrm>
            <a:off x="1836738" y="1771650"/>
            <a:ext cx="4540250" cy="1370013"/>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Rectangle 4">
            <a:extLst>
              <a:ext uri="{FF2B5EF4-FFF2-40B4-BE49-F238E27FC236}">
                <a16:creationId xmlns:a16="http://schemas.microsoft.com/office/drawing/2014/main" id="{6F101D4B-A249-2BF7-7642-590B8688F960}"/>
              </a:ext>
            </a:extLst>
          </p:cNvPr>
          <p:cNvSpPr>
            <a:spLocks noGrp="1" noChangeArrowheads="1"/>
          </p:cNvSpPr>
          <p:nvPr>
            <p:ph type="ftr" sz="quarter" idx="10"/>
            <p:custDataLst>
              <p:tags r:id="rId1"/>
            </p:custDataLst>
          </p:nvPr>
        </p:nvSpPr>
        <p:spPr>
          <a:ln/>
        </p:spPr>
        <p:txBody>
          <a:bodyPr/>
          <a:lstStyle>
            <a:lvl1pPr>
              <a:defRPr/>
            </a:lvl1pPr>
          </a:lstStyle>
          <a:p>
            <a:pPr>
              <a:defRPr/>
            </a:pPr>
            <a:r>
              <a:rPr lang="ko-KR" altLang="en-US"/>
              <a:t>Presentation Title  |  Confidential  | Document Id </a:t>
            </a:r>
            <a:endParaRPr lang="en-US" altLang="ko-KR"/>
          </a:p>
        </p:txBody>
      </p:sp>
      <p:sp>
        <p:nvSpPr>
          <p:cNvPr id="5" name="Rectangle 5">
            <a:extLst>
              <a:ext uri="{FF2B5EF4-FFF2-40B4-BE49-F238E27FC236}">
                <a16:creationId xmlns:a16="http://schemas.microsoft.com/office/drawing/2014/main" id="{36101E7D-F147-5A43-83F3-A21A121E0BE4}"/>
              </a:ext>
            </a:extLst>
          </p:cNvPr>
          <p:cNvSpPr>
            <a:spLocks noGrp="1" noChangeArrowheads="1"/>
          </p:cNvSpPr>
          <p:nvPr>
            <p:ph type="sldNum" sz="quarter" idx="11"/>
            <p:custDataLst>
              <p:tags r:id="rId2"/>
            </p:custDataLst>
          </p:nvPr>
        </p:nvSpPr>
        <p:spPr>
          <a:ln/>
        </p:spPr>
        <p:txBody>
          <a:bodyPr/>
          <a:lstStyle>
            <a:lvl1pPr>
              <a:defRPr/>
            </a:lvl1pPr>
          </a:lstStyle>
          <a:p>
            <a:pPr>
              <a:defRPr/>
            </a:pPr>
            <a:fld id="{11378F88-745D-F241-8C24-64094817CD26}" type="slidenum">
              <a:rPr lang="ko-KR" altLang="en-US"/>
              <a:pPr>
                <a:defRPr/>
              </a:pPr>
              <a:t>‹#›</a:t>
            </a:fld>
            <a:endParaRPr lang="en-US" altLang="ko-KR"/>
          </a:p>
        </p:txBody>
      </p:sp>
    </p:spTree>
    <p:extLst>
      <p:ext uri="{BB962C8B-B14F-4D97-AF65-F5344CB8AC3E}">
        <p14:creationId xmlns:p14="http://schemas.microsoft.com/office/powerpoint/2010/main" val="315676692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chart">
  <p:cSld name="제목 및 차트">
    <p:spTree>
      <p:nvGrpSpPr>
        <p:cNvPr id="1" name=""/>
        <p:cNvGrpSpPr/>
        <p:nvPr/>
      </p:nvGrpSpPr>
      <p:grpSpPr>
        <a:xfrm>
          <a:off x="0" y="0"/>
          <a:ext cx="0" cy="0"/>
          <a:chOff x="0" y="0"/>
          <a:chExt cx="0" cy="0"/>
        </a:xfrm>
      </p:grpSpPr>
      <p:sp>
        <p:nvSpPr>
          <p:cNvPr id="2" name="제목 1"/>
          <p:cNvSpPr>
            <a:spLocks noGrp="1"/>
          </p:cNvSpPr>
          <p:nvPr>
            <p:ph type="title"/>
          </p:nvPr>
        </p:nvSpPr>
        <p:spPr>
          <a:xfrm>
            <a:off x="352425" y="819150"/>
            <a:ext cx="7402513" cy="727075"/>
          </a:xfrm>
        </p:spPr>
        <p:txBody>
          <a:bodyPr/>
          <a:lstStyle/>
          <a:p>
            <a:r>
              <a:rPr lang="ko-KR" altLang="en-US"/>
              <a:t>마스터 제목 스타일 편집</a:t>
            </a:r>
          </a:p>
        </p:txBody>
      </p:sp>
      <p:sp>
        <p:nvSpPr>
          <p:cNvPr id="3" name="차트 개체 틀 2"/>
          <p:cNvSpPr>
            <a:spLocks noGrp="1"/>
          </p:cNvSpPr>
          <p:nvPr>
            <p:ph type="chart" idx="1"/>
          </p:nvPr>
        </p:nvSpPr>
        <p:spPr>
          <a:xfrm>
            <a:off x="566738" y="2090738"/>
            <a:ext cx="7940675" cy="4092575"/>
          </a:xfrm>
        </p:spPr>
        <p:txBody>
          <a:bodyPr/>
          <a:lstStyle/>
          <a:p>
            <a:pPr lvl="0"/>
            <a:endParaRPr lang="ko-KR" altLang="en-US" noProof="0"/>
          </a:p>
        </p:txBody>
      </p:sp>
      <p:sp>
        <p:nvSpPr>
          <p:cNvPr id="4" name="Rectangle 6">
            <a:extLst>
              <a:ext uri="{FF2B5EF4-FFF2-40B4-BE49-F238E27FC236}">
                <a16:creationId xmlns:a16="http://schemas.microsoft.com/office/drawing/2014/main" id="{C3E73C9F-B58C-3E71-4D2E-C33BDB2947E6}"/>
              </a:ext>
            </a:extLst>
          </p:cNvPr>
          <p:cNvSpPr>
            <a:spLocks noGrp="1" noChangeArrowheads="1"/>
          </p:cNvSpPr>
          <p:nvPr>
            <p:ph type="dt" sz="half" idx="10"/>
          </p:nvPr>
        </p:nvSpPr>
        <p:spPr>
          <a:xfrm>
            <a:off x="352425" y="6569075"/>
            <a:ext cx="2260600" cy="244475"/>
          </a:xfrm>
          <a:prstGeom prst="rect">
            <a:avLst/>
          </a:prstGeom>
        </p:spPr>
        <p:txBody>
          <a:bodyPr/>
          <a:lstStyle>
            <a:lvl1pPr>
              <a:defRPr/>
            </a:lvl1pPr>
          </a:lstStyle>
          <a:p>
            <a:pPr>
              <a:defRPr/>
            </a:pPr>
            <a:fld id="{5DA302DF-D8B4-E44D-BB91-23F6538F6CBE}" type="datetime1">
              <a:rPr lang="ko-KR" altLang="en-US"/>
              <a:pPr>
                <a:defRPr/>
              </a:pPr>
              <a:t>2023. 12. 23.</a:t>
            </a:fld>
            <a:r>
              <a:rPr lang="en-US" altLang="ko-KR"/>
              <a:t> </a:t>
            </a:r>
            <a:endParaRPr lang="en-US" altLang="en-US"/>
          </a:p>
        </p:txBody>
      </p:sp>
      <p:sp>
        <p:nvSpPr>
          <p:cNvPr id="5" name="Rectangle 7">
            <a:extLst>
              <a:ext uri="{FF2B5EF4-FFF2-40B4-BE49-F238E27FC236}">
                <a16:creationId xmlns:a16="http://schemas.microsoft.com/office/drawing/2014/main" id="{DA30669B-8D3F-D779-9522-6B01C60745E0}"/>
              </a:ext>
            </a:extLst>
          </p:cNvPr>
          <p:cNvSpPr>
            <a:spLocks noGrp="1" noChangeArrowheads="1"/>
          </p:cNvSpPr>
          <p:nvPr>
            <p:ph type="sldNum" sz="quarter" idx="11"/>
          </p:nvPr>
        </p:nvSpPr>
        <p:spPr>
          <a:xfrm>
            <a:off x="6892925" y="6613525"/>
            <a:ext cx="1905000" cy="244475"/>
          </a:xfrm>
          <a:prstGeom prst="rect">
            <a:avLst/>
          </a:prstGeom>
        </p:spPr>
        <p:txBody>
          <a:bodyPr/>
          <a:lstStyle>
            <a:lvl1pPr>
              <a:defRPr/>
            </a:lvl1pPr>
          </a:lstStyle>
          <a:p>
            <a:pPr>
              <a:defRPr/>
            </a:pPr>
            <a:r>
              <a:rPr lang="en-US" altLang="en-US"/>
              <a:t> </a:t>
            </a:r>
            <a:fld id="{AB98405C-6D1D-434B-B8E3-22333DAE81A8}" type="slidenum">
              <a:rPr lang="en-US" altLang="en-US" smtClean="0"/>
              <a:pPr>
                <a:defRPr/>
              </a:pPr>
              <a:t>‹#›</a:t>
            </a:fld>
            <a:r>
              <a:rPr lang="en-US" altLang="en-US"/>
              <a:t> </a:t>
            </a:r>
          </a:p>
        </p:txBody>
      </p:sp>
    </p:spTree>
    <p:extLst>
      <p:ext uri="{BB962C8B-B14F-4D97-AF65-F5344CB8AC3E}">
        <p14:creationId xmlns:p14="http://schemas.microsoft.com/office/powerpoint/2010/main" val="389266254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제목 슬라이드">
    <p:spTree>
      <p:nvGrpSpPr>
        <p:cNvPr id="1" name=""/>
        <p:cNvGrpSpPr/>
        <p:nvPr/>
      </p:nvGrpSpPr>
      <p:grpSpPr>
        <a:xfrm>
          <a:off x="0" y="0"/>
          <a:ext cx="0" cy="0"/>
          <a:chOff x="0" y="0"/>
          <a:chExt cx="0" cy="0"/>
        </a:xfrm>
      </p:grpSpPr>
    </p:spTree>
    <p:extLst>
      <p:ext uri="{BB962C8B-B14F-4D97-AF65-F5344CB8AC3E}">
        <p14:creationId xmlns:p14="http://schemas.microsoft.com/office/powerpoint/2010/main" val="1944761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내용 개체 틀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Rectangle 2">
            <a:extLst>
              <a:ext uri="{FF2B5EF4-FFF2-40B4-BE49-F238E27FC236}">
                <a16:creationId xmlns:a16="http://schemas.microsoft.com/office/drawing/2014/main" id="{F51A518D-449C-1AAC-BB40-52D2CBEF41F2}"/>
              </a:ext>
            </a:extLst>
          </p:cNvPr>
          <p:cNvSpPr>
            <a:spLocks noGrp="1" noChangeArrowheads="1"/>
          </p:cNvSpPr>
          <p:nvPr>
            <p:ph type="sldNum" sz="quarter" idx="10"/>
          </p:nvPr>
        </p:nvSpPr>
        <p:spPr>
          <a:ln/>
        </p:spPr>
        <p:txBody>
          <a:bodyPr/>
          <a:lstStyle>
            <a:lvl1pPr>
              <a:defRPr/>
            </a:lvl1pPr>
          </a:lstStyle>
          <a:p>
            <a:pPr>
              <a:defRPr/>
            </a:pPr>
            <a:fld id="{C3341AB4-732B-BF45-9D35-7CFCB949BD01}" type="slidenum">
              <a:rPr lang="en-GB" altLang="en-GB"/>
              <a:pPr>
                <a:defRPr/>
              </a:pPr>
              <a:t>‹#›</a:t>
            </a:fld>
            <a:endParaRPr lang="en-GB" altLang="en-GB"/>
          </a:p>
        </p:txBody>
      </p:sp>
    </p:spTree>
    <p:extLst>
      <p:ext uri="{BB962C8B-B14F-4D97-AF65-F5344CB8AC3E}">
        <p14:creationId xmlns:p14="http://schemas.microsoft.com/office/powerpoint/2010/main" val="325374508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624254" y="1709739"/>
            <a:ext cx="7886700" cy="2852737"/>
          </a:xfrm>
        </p:spPr>
        <p:txBody>
          <a:bodyPr anchor="b"/>
          <a:lstStyle>
            <a:lvl1pPr>
              <a:defRPr sz="5539"/>
            </a:lvl1pPr>
          </a:lstStyle>
          <a:p>
            <a:r>
              <a:rPr lang="ko-KR" altLang="en-US"/>
              <a:t>마스터 제목 스타일 편집</a:t>
            </a:r>
          </a:p>
        </p:txBody>
      </p:sp>
      <p:sp>
        <p:nvSpPr>
          <p:cNvPr id="3" name="텍스트 개체 틀 2"/>
          <p:cNvSpPr>
            <a:spLocks noGrp="1"/>
          </p:cNvSpPr>
          <p:nvPr>
            <p:ph type="body" idx="1"/>
          </p:nvPr>
        </p:nvSpPr>
        <p:spPr>
          <a:xfrm>
            <a:off x="624254" y="4589464"/>
            <a:ext cx="7886700" cy="1500187"/>
          </a:xfrm>
        </p:spPr>
        <p:txBody>
          <a:bodyPr/>
          <a:lstStyle>
            <a:lvl1pPr marL="0" indent="0">
              <a:buNone/>
              <a:defRPr sz="2215"/>
            </a:lvl1pPr>
            <a:lvl2pPr marL="422041" indent="0">
              <a:buNone/>
              <a:defRPr sz="1846"/>
            </a:lvl2pPr>
            <a:lvl3pPr marL="844083" indent="0">
              <a:buNone/>
              <a:defRPr sz="1662"/>
            </a:lvl3pPr>
            <a:lvl4pPr marL="1266124" indent="0">
              <a:buNone/>
              <a:defRPr sz="1477"/>
            </a:lvl4pPr>
            <a:lvl5pPr marL="1688165" indent="0">
              <a:buNone/>
              <a:defRPr sz="1477"/>
            </a:lvl5pPr>
            <a:lvl6pPr marL="2110207" indent="0">
              <a:buNone/>
              <a:defRPr sz="1477"/>
            </a:lvl6pPr>
            <a:lvl7pPr marL="2532248" indent="0">
              <a:buNone/>
              <a:defRPr sz="1477"/>
            </a:lvl7pPr>
            <a:lvl8pPr marL="2954289" indent="0">
              <a:buNone/>
              <a:defRPr sz="1477"/>
            </a:lvl8pPr>
            <a:lvl9pPr marL="3376331" indent="0">
              <a:buNone/>
              <a:defRPr sz="1477"/>
            </a:lvl9pPr>
          </a:lstStyle>
          <a:p>
            <a:pPr lvl="0"/>
            <a:r>
              <a:rPr lang="ko-KR" altLang="en-US"/>
              <a:t>마스터 텍스트 스타일을 편집하려면 클릭</a:t>
            </a:r>
          </a:p>
        </p:txBody>
      </p:sp>
      <p:sp>
        <p:nvSpPr>
          <p:cNvPr id="4" name="Rectangle 2">
            <a:extLst>
              <a:ext uri="{FF2B5EF4-FFF2-40B4-BE49-F238E27FC236}">
                <a16:creationId xmlns:a16="http://schemas.microsoft.com/office/drawing/2014/main" id="{41F4DE13-29FC-1026-1BB3-21B4BB38129F}"/>
              </a:ext>
            </a:extLst>
          </p:cNvPr>
          <p:cNvSpPr>
            <a:spLocks noGrp="1" noChangeArrowheads="1"/>
          </p:cNvSpPr>
          <p:nvPr>
            <p:ph type="sldNum" sz="quarter" idx="10"/>
          </p:nvPr>
        </p:nvSpPr>
        <p:spPr>
          <a:ln/>
        </p:spPr>
        <p:txBody>
          <a:bodyPr/>
          <a:lstStyle>
            <a:lvl1pPr>
              <a:defRPr/>
            </a:lvl1pPr>
          </a:lstStyle>
          <a:p>
            <a:pPr>
              <a:defRPr/>
            </a:pPr>
            <a:fld id="{0C9C5278-ADEE-9A41-B2E6-AF0919A5C995}" type="slidenum">
              <a:rPr lang="en-GB" altLang="en-GB"/>
              <a:pPr>
                <a:defRPr/>
              </a:pPr>
              <a:t>‹#›</a:t>
            </a:fld>
            <a:endParaRPr lang="en-GB" altLang="en-GB"/>
          </a:p>
        </p:txBody>
      </p:sp>
    </p:spTree>
    <p:extLst>
      <p:ext uri="{BB962C8B-B14F-4D97-AF65-F5344CB8AC3E}">
        <p14:creationId xmlns:p14="http://schemas.microsoft.com/office/powerpoint/2010/main" val="293461348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내용 개체 틀 2"/>
          <p:cNvSpPr>
            <a:spLocks noGrp="1"/>
          </p:cNvSpPr>
          <p:nvPr>
            <p:ph sz="half" idx="1"/>
          </p:nvPr>
        </p:nvSpPr>
        <p:spPr>
          <a:xfrm>
            <a:off x="373674" y="1308101"/>
            <a:ext cx="4126523" cy="500856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내용 개체 틀 3"/>
          <p:cNvSpPr>
            <a:spLocks noGrp="1"/>
          </p:cNvSpPr>
          <p:nvPr>
            <p:ph sz="half" idx="2"/>
          </p:nvPr>
        </p:nvSpPr>
        <p:spPr>
          <a:xfrm>
            <a:off x="4640874" y="1308101"/>
            <a:ext cx="4127988" cy="500856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Rectangle 2">
            <a:extLst>
              <a:ext uri="{FF2B5EF4-FFF2-40B4-BE49-F238E27FC236}">
                <a16:creationId xmlns:a16="http://schemas.microsoft.com/office/drawing/2014/main" id="{37E7EDF7-E895-1BE4-9716-5BEF66D0EFA3}"/>
              </a:ext>
            </a:extLst>
          </p:cNvPr>
          <p:cNvSpPr>
            <a:spLocks noGrp="1" noChangeArrowheads="1"/>
          </p:cNvSpPr>
          <p:nvPr>
            <p:ph type="sldNum" sz="quarter" idx="10"/>
          </p:nvPr>
        </p:nvSpPr>
        <p:spPr>
          <a:ln/>
        </p:spPr>
        <p:txBody>
          <a:bodyPr/>
          <a:lstStyle>
            <a:lvl1pPr>
              <a:defRPr/>
            </a:lvl1pPr>
          </a:lstStyle>
          <a:p>
            <a:pPr>
              <a:defRPr/>
            </a:pPr>
            <a:fld id="{27673022-7BF6-EA43-BB68-3FFD4268BF91}" type="slidenum">
              <a:rPr lang="en-GB" altLang="en-GB"/>
              <a:pPr>
                <a:defRPr/>
              </a:pPr>
              <a:t>‹#›</a:t>
            </a:fld>
            <a:endParaRPr lang="en-GB" altLang="en-GB"/>
          </a:p>
        </p:txBody>
      </p:sp>
    </p:spTree>
    <p:extLst>
      <p:ext uri="{BB962C8B-B14F-4D97-AF65-F5344CB8AC3E}">
        <p14:creationId xmlns:p14="http://schemas.microsoft.com/office/powerpoint/2010/main" val="65441836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630116" y="365126"/>
            <a:ext cx="7886700" cy="1325563"/>
          </a:xfrm>
        </p:spPr>
        <p:txBody>
          <a:bodyPr/>
          <a:lstStyle/>
          <a:p>
            <a:r>
              <a:rPr lang="ko-KR" altLang="en-US"/>
              <a:t>마스터 제목 스타일 편집</a:t>
            </a:r>
          </a:p>
        </p:txBody>
      </p:sp>
      <p:sp>
        <p:nvSpPr>
          <p:cNvPr id="3" name="텍스트 개체 틀 2"/>
          <p:cNvSpPr>
            <a:spLocks noGrp="1"/>
          </p:cNvSpPr>
          <p:nvPr>
            <p:ph type="body" idx="1"/>
          </p:nvPr>
        </p:nvSpPr>
        <p:spPr>
          <a:xfrm>
            <a:off x="630116" y="1681163"/>
            <a:ext cx="3868615" cy="823912"/>
          </a:xfrm>
        </p:spPr>
        <p:txBody>
          <a:bodyPr anchor="b"/>
          <a:lstStyle>
            <a:lvl1pPr marL="0" indent="0">
              <a:buNone/>
              <a:defRPr sz="2215" b="1"/>
            </a:lvl1pPr>
            <a:lvl2pPr marL="422041" indent="0">
              <a:buNone/>
              <a:defRPr sz="1846" b="1"/>
            </a:lvl2pPr>
            <a:lvl3pPr marL="844083" indent="0">
              <a:buNone/>
              <a:defRPr sz="1662" b="1"/>
            </a:lvl3pPr>
            <a:lvl4pPr marL="1266124" indent="0">
              <a:buNone/>
              <a:defRPr sz="1477" b="1"/>
            </a:lvl4pPr>
            <a:lvl5pPr marL="1688165" indent="0">
              <a:buNone/>
              <a:defRPr sz="1477" b="1"/>
            </a:lvl5pPr>
            <a:lvl6pPr marL="2110207" indent="0">
              <a:buNone/>
              <a:defRPr sz="1477" b="1"/>
            </a:lvl6pPr>
            <a:lvl7pPr marL="2532248" indent="0">
              <a:buNone/>
              <a:defRPr sz="1477" b="1"/>
            </a:lvl7pPr>
            <a:lvl8pPr marL="2954289" indent="0">
              <a:buNone/>
              <a:defRPr sz="1477" b="1"/>
            </a:lvl8pPr>
            <a:lvl9pPr marL="3376331" indent="0">
              <a:buNone/>
              <a:defRPr sz="1477" b="1"/>
            </a:lvl9pPr>
          </a:lstStyle>
          <a:p>
            <a:pPr lvl="0"/>
            <a:r>
              <a:rPr lang="ko-KR" altLang="en-US"/>
              <a:t>마스터 텍스트 스타일을 편집하려면 클릭</a:t>
            </a:r>
          </a:p>
        </p:txBody>
      </p:sp>
      <p:sp>
        <p:nvSpPr>
          <p:cNvPr id="4" name="내용 개체 틀 3"/>
          <p:cNvSpPr>
            <a:spLocks noGrp="1"/>
          </p:cNvSpPr>
          <p:nvPr>
            <p:ph sz="half" idx="2"/>
          </p:nvPr>
        </p:nvSpPr>
        <p:spPr>
          <a:xfrm>
            <a:off x="630116" y="2505075"/>
            <a:ext cx="3868615" cy="36845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텍스트 개체 틀 4"/>
          <p:cNvSpPr>
            <a:spLocks noGrp="1"/>
          </p:cNvSpPr>
          <p:nvPr>
            <p:ph type="body" sz="quarter" idx="3"/>
          </p:nvPr>
        </p:nvSpPr>
        <p:spPr>
          <a:xfrm>
            <a:off x="4629151" y="1681163"/>
            <a:ext cx="3887665" cy="823912"/>
          </a:xfrm>
        </p:spPr>
        <p:txBody>
          <a:bodyPr anchor="b"/>
          <a:lstStyle>
            <a:lvl1pPr marL="0" indent="0">
              <a:buNone/>
              <a:defRPr sz="2215" b="1"/>
            </a:lvl1pPr>
            <a:lvl2pPr marL="422041" indent="0">
              <a:buNone/>
              <a:defRPr sz="1846" b="1"/>
            </a:lvl2pPr>
            <a:lvl3pPr marL="844083" indent="0">
              <a:buNone/>
              <a:defRPr sz="1662" b="1"/>
            </a:lvl3pPr>
            <a:lvl4pPr marL="1266124" indent="0">
              <a:buNone/>
              <a:defRPr sz="1477" b="1"/>
            </a:lvl4pPr>
            <a:lvl5pPr marL="1688165" indent="0">
              <a:buNone/>
              <a:defRPr sz="1477" b="1"/>
            </a:lvl5pPr>
            <a:lvl6pPr marL="2110207" indent="0">
              <a:buNone/>
              <a:defRPr sz="1477" b="1"/>
            </a:lvl6pPr>
            <a:lvl7pPr marL="2532248" indent="0">
              <a:buNone/>
              <a:defRPr sz="1477" b="1"/>
            </a:lvl7pPr>
            <a:lvl8pPr marL="2954289" indent="0">
              <a:buNone/>
              <a:defRPr sz="1477" b="1"/>
            </a:lvl8pPr>
            <a:lvl9pPr marL="3376331" indent="0">
              <a:buNone/>
              <a:defRPr sz="1477" b="1"/>
            </a:lvl9pPr>
          </a:lstStyle>
          <a:p>
            <a:pPr lvl="0"/>
            <a:r>
              <a:rPr lang="ko-KR" altLang="en-US"/>
              <a:t>마스터 텍스트 스타일을 편집하려면 클릭</a:t>
            </a:r>
          </a:p>
        </p:txBody>
      </p:sp>
      <p:sp>
        <p:nvSpPr>
          <p:cNvPr id="6" name="내용 개체 틀 5"/>
          <p:cNvSpPr>
            <a:spLocks noGrp="1"/>
          </p:cNvSpPr>
          <p:nvPr>
            <p:ph sz="quarter" idx="4"/>
          </p:nvPr>
        </p:nvSpPr>
        <p:spPr>
          <a:xfrm>
            <a:off x="4629151" y="2505075"/>
            <a:ext cx="3887665" cy="36845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7" name="Rectangle 2">
            <a:extLst>
              <a:ext uri="{FF2B5EF4-FFF2-40B4-BE49-F238E27FC236}">
                <a16:creationId xmlns:a16="http://schemas.microsoft.com/office/drawing/2014/main" id="{52CCF573-74F9-E77B-1665-EAA4A2BC44F4}"/>
              </a:ext>
            </a:extLst>
          </p:cNvPr>
          <p:cNvSpPr>
            <a:spLocks noGrp="1" noChangeArrowheads="1"/>
          </p:cNvSpPr>
          <p:nvPr>
            <p:ph type="sldNum" sz="quarter" idx="10"/>
          </p:nvPr>
        </p:nvSpPr>
        <p:spPr>
          <a:ln/>
        </p:spPr>
        <p:txBody>
          <a:bodyPr/>
          <a:lstStyle>
            <a:lvl1pPr>
              <a:defRPr/>
            </a:lvl1pPr>
          </a:lstStyle>
          <a:p>
            <a:pPr>
              <a:defRPr/>
            </a:pPr>
            <a:fld id="{2BB13F85-00EC-1E4B-8495-EDD6F13834DC}" type="slidenum">
              <a:rPr lang="en-GB" altLang="en-GB"/>
              <a:pPr>
                <a:defRPr/>
              </a:pPr>
              <a:t>‹#›</a:t>
            </a:fld>
            <a:endParaRPr lang="en-GB" altLang="en-GB"/>
          </a:p>
        </p:txBody>
      </p:sp>
    </p:spTree>
    <p:extLst>
      <p:ext uri="{BB962C8B-B14F-4D97-AF65-F5344CB8AC3E}">
        <p14:creationId xmlns:p14="http://schemas.microsoft.com/office/powerpoint/2010/main" val="199755034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Rectangle 2">
            <a:extLst>
              <a:ext uri="{FF2B5EF4-FFF2-40B4-BE49-F238E27FC236}">
                <a16:creationId xmlns:a16="http://schemas.microsoft.com/office/drawing/2014/main" id="{8DF7E4B4-83B4-4F6C-DBBE-B120D45BA47C}"/>
              </a:ext>
            </a:extLst>
          </p:cNvPr>
          <p:cNvSpPr>
            <a:spLocks noGrp="1" noChangeArrowheads="1"/>
          </p:cNvSpPr>
          <p:nvPr>
            <p:ph type="sldNum" sz="quarter" idx="10"/>
          </p:nvPr>
        </p:nvSpPr>
        <p:spPr>
          <a:ln/>
        </p:spPr>
        <p:txBody>
          <a:bodyPr/>
          <a:lstStyle>
            <a:lvl1pPr>
              <a:defRPr/>
            </a:lvl1pPr>
          </a:lstStyle>
          <a:p>
            <a:pPr>
              <a:defRPr/>
            </a:pPr>
            <a:fld id="{265F4DCC-3347-394B-8D1D-44CCC948DBB0}" type="slidenum">
              <a:rPr lang="en-GB" altLang="en-GB"/>
              <a:pPr>
                <a:defRPr/>
              </a:pPr>
              <a:t>‹#›</a:t>
            </a:fld>
            <a:endParaRPr lang="en-GB" altLang="en-GB"/>
          </a:p>
        </p:txBody>
      </p:sp>
    </p:spTree>
    <p:extLst>
      <p:ext uri="{BB962C8B-B14F-4D97-AF65-F5344CB8AC3E}">
        <p14:creationId xmlns:p14="http://schemas.microsoft.com/office/powerpoint/2010/main" val="422187649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C39081BC-224F-0572-9EE5-47270578E0C1}"/>
              </a:ext>
            </a:extLst>
          </p:cNvPr>
          <p:cNvSpPr>
            <a:spLocks noGrp="1" noChangeArrowheads="1"/>
          </p:cNvSpPr>
          <p:nvPr>
            <p:ph type="sldNum" sz="quarter" idx="10"/>
          </p:nvPr>
        </p:nvSpPr>
        <p:spPr>
          <a:ln/>
        </p:spPr>
        <p:txBody>
          <a:bodyPr/>
          <a:lstStyle>
            <a:lvl1pPr>
              <a:defRPr/>
            </a:lvl1pPr>
          </a:lstStyle>
          <a:p>
            <a:pPr>
              <a:defRPr/>
            </a:pPr>
            <a:fld id="{A7C40BCC-851E-8D49-8DD6-C9C40293E288}" type="slidenum">
              <a:rPr lang="en-GB" altLang="en-GB"/>
              <a:pPr>
                <a:defRPr/>
              </a:pPr>
              <a:t>‹#›</a:t>
            </a:fld>
            <a:endParaRPr lang="en-GB" altLang="en-GB"/>
          </a:p>
        </p:txBody>
      </p:sp>
    </p:spTree>
    <p:extLst>
      <p:ext uri="{BB962C8B-B14F-4D97-AF65-F5344CB8AC3E}">
        <p14:creationId xmlns:p14="http://schemas.microsoft.com/office/powerpoint/2010/main" val="361865183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630115" y="457200"/>
            <a:ext cx="2948354" cy="1600200"/>
          </a:xfrm>
        </p:spPr>
        <p:txBody>
          <a:bodyPr anchor="b"/>
          <a:lstStyle>
            <a:lvl1pPr>
              <a:defRPr sz="2954"/>
            </a:lvl1pPr>
          </a:lstStyle>
          <a:p>
            <a:r>
              <a:rPr lang="ko-KR" altLang="en-US"/>
              <a:t>마스터 제목 스타일 편집</a:t>
            </a:r>
          </a:p>
        </p:txBody>
      </p:sp>
      <p:sp>
        <p:nvSpPr>
          <p:cNvPr id="3" name="내용 개체 틀 2"/>
          <p:cNvSpPr>
            <a:spLocks noGrp="1"/>
          </p:cNvSpPr>
          <p:nvPr>
            <p:ph idx="1"/>
          </p:nvPr>
        </p:nvSpPr>
        <p:spPr>
          <a:xfrm>
            <a:off x="3887666" y="987426"/>
            <a:ext cx="4629150" cy="4873625"/>
          </a:xfrm>
        </p:spPr>
        <p:txBody>
          <a:bodyPr/>
          <a:lstStyle>
            <a:lvl1pPr>
              <a:defRPr sz="2954"/>
            </a:lvl1pPr>
            <a:lvl2pPr>
              <a:defRPr sz="2585"/>
            </a:lvl2pPr>
            <a:lvl3pPr>
              <a:defRPr sz="2215"/>
            </a:lvl3pPr>
            <a:lvl4pPr>
              <a:defRPr sz="1846"/>
            </a:lvl4pPr>
            <a:lvl5pPr>
              <a:defRPr sz="1846"/>
            </a:lvl5pPr>
            <a:lvl6pPr>
              <a:defRPr sz="1846"/>
            </a:lvl6pPr>
            <a:lvl7pPr>
              <a:defRPr sz="1846"/>
            </a:lvl7pPr>
            <a:lvl8pPr>
              <a:defRPr sz="1846"/>
            </a:lvl8pPr>
            <a:lvl9pPr>
              <a:defRPr sz="1846"/>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텍스트 개체 틀 3"/>
          <p:cNvSpPr>
            <a:spLocks noGrp="1"/>
          </p:cNvSpPr>
          <p:nvPr>
            <p:ph type="body" sz="half" idx="2"/>
          </p:nvPr>
        </p:nvSpPr>
        <p:spPr>
          <a:xfrm>
            <a:off x="630115" y="2057400"/>
            <a:ext cx="2948354" cy="3811588"/>
          </a:xfrm>
        </p:spPr>
        <p:txBody>
          <a:bodyPr/>
          <a:lstStyle>
            <a:lvl1pPr marL="0" indent="0">
              <a:buNone/>
              <a:defRPr sz="1477"/>
            </a:lvl1pPr>
            <a:lvl2pPr marL="422041" indent="0">
              <a:buNone/>
              <a:defRPr sz="1292"/>
            </a:lvl2pPr>
            <a:lvl3pPr marL="844083" indent="0">
              <a:buNone/>
              <a:defRPr sz="1108"/>
            </a:lvl3pPr>
            <a:lvl4pPr marL="1266124" indent="0">
              <a:buNone/>
              <a:defRPr sz="923"/>
            </a:lvl4pPr>
            <a:lvl5pPr marL="1688165" indent="0">
              <a:buNone/>
              <a:defRPr sz="923"/>
            </a:lvl5pPr>
            <a:lvl6pPr marL="2110207" indent="0">
              <a:buNone/>
              <a:defRPr sz="923"/>
            </a:lvl6pPr>
            <a:lvl7pPr marL="2532248" indent="0">
              <a:buNone/>
              <a:defRPr sz="923"/>
            </a:lvl7pPr>
            <a:lvl8pPr marL="2954289" indent="0">
              <a:buNone/>
              <a:defRPr sz="923"/>
            </a:lvl8pPr>
            <a:lvl9pPr marL="3376331" indent="0">
              <a:buNone/>
              <a:defRPr sz="923"/>
            </a:lvl9pPr>
          </a:lstStyle>
          <a:p>
            <a:pPr lvl="0"/>
            <a:r>
              <a:rPr lang="ko-KR" altLang="en-US"/>
              <a:t>마스터 텍스트 스타일을 편집하려면 클릭</a:t>
            </a:r>
          </a:p>
        </p:txBody>
      </p:sp>
      <p:sp>
        <p:nvSpPr>
          <p:cNvPr id="5" name="Rectangle 2">
            <a:extLst>
              <a:ext uri="{FF2B5EF4-FFF2-40B4-BE49-F238E27FC236}">
                <a16:creationId xmlns:a16="http://schemas.microsoft.com/office/drawing/2014/main" id="{AC5E1B4C-68E8-F3EE-7FB3-049AE26F0B1F}"/>
              </a:ext>
            </a:extLst>
          </p:cNvPr>
          <p:cNvSpPr>
            <a:spLocks noGrp="1" noChangeArrowheads="1"/>
          </p:cNvSpPr>
          <p:nvPr>
            <p:ph type="sldNum" sz="quarter" idx="10"/>
          </p:nvPr>
        </p:nvSpPr>
        <p:spPr>
          <a:ln/>
        </p:spPr>
        <p:txBody>
          <a:bodyPr/>
          <a:lstStyle>
            <a:lvl1pPr>
              <a:defRPr/>
            </a:lvl1pPr>
          </a:lstStyle>
          <a:p>
            <a:pPr>
              <a:defRPr/>
            </a:pPr>
            <a:fld id="{2B726675-F019-0E4A-ABB0-43B055BBD947}" type="slidenum">
              <a:rPr lang="en-GB" altLang="en-GB"/>
              <a:pPr>
                <a:defRPr/>
              </a:pPr>
              <a:t>‹#›</a:t>
            </a:fld>
            <a:endParaRPr lang="en-GB" altLang="en-GB"/>
          </a:p>
        </p:txBody>
      </p:sp>
    </p:spTree>
    <p:extLst>
      <p:ext uri="{BB962C8B-B14F-4D97-AF65-F5344CB8AC3E}">
        <p14:creationId xmlns:p14="http://schemas.microsoft.com/office/powerpoint/2010/main" val="382313974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630115" y="457200"/>
            <a:ext cx="2948354" cy="1600200"/>
          </a:xfrm>
        </p:spPr>
        <p:txBody>
          <a:bodyPr anchor="b"/>
          <a:lstStyle>
            <a:lvl1pPr>
              <a:defRPr sz="2954"/>
            </a:lvl1pPr>
          </a:lstStyle>
          <a:p>
            <a:r>
              <a:rPr lang="ko-KR" altLang="en-US"/>
              <a:t>마스터 제목 스타일 편집</a:t>
            </a:r>
          </a:p>
        </p:txBody>
      </p:sp>
      <p:sp>
        <p:nvSpPr>
          <p:cNvPr id="3" name="그림 개체 틀 2"/>
          <p:cNvSpPr>
            <a:spLocks noGrp="1"/>
          </p:cNvSpPr>
          <p:nvPr>
            <p:ph type="pic" idx="1"/>
          </p:nvPr>
        </p:nvSpPr>
        <p:spPr>
          <a:xfrm>
            <a:off x="3887666" y="987426"/>
            <a:ext cx="4629150" cy="4873625"/>
          </a:xfrm>
        </p:spPr>
        <p:txBody>
          <a:bodyPr/>
          <a:lstStyle>
            <a:lvl1pPr marL="0" indent="0">
              <a:buNone/>
              <a:defRPr sz="2954"/>
            </a:lvl1pPr>
            <a:lvl2pPr marL="422041" indent="0">
              <a:buNone/>
              <a:defRPr sz="2585"/>
            </a:lvl2pPr>
            <a:lvl3pPr marL="844083" indent="0">
              <a:buNone/>
              <a:defRPr sz="2215"/>
            </a:lvl3pPr>
            <a:lvl4pPr marL="1266124" indent="0">
              <a:buNone/>
              <a:defRPr sz="1846"/>
            </a:lvl4pPr>
            <a:lvl5pPr marL="1688165" indent="0">
              <a:buNone/>
              <a:defRPr sz="1846"/>
            </a:lvl5pPr>
            <a:lvl6pPr marL="2110207" indent="0">
              <a:buNone/>
              <a:defRPr sz="1846"/>
            </a:lvl6pPr>
            <a:lvl7pPr marL="2532248" indent="0">
              <a:buNone/>
              <a:defRPr sz="1846"/>
            </a:lvl7pPr>
            <a:lvl8pPr marL="2954289" indent="0">
              <a:buNone/>
              <a:defRPr sz="1846"/>
            </a:lvl8pPr>
            <a:lvl9pPr marL="3376331" indent="0">
              <a:buNone/>
              <a:defRPr sz="1846"/>
            </a:lvl9pPr>
          </a:lstStyle>
          <a:p>
            <a:pPr lvl="0"/>
            <a:endParaRPr lang="ko-KR" altLang="en-US" noProof="0"/>
          </a:p>
        </p:txBody>
      </p:sp>
      <p:sp>
        <p:nvSpPr>
          <p:cNvPr id="4" name="텍스트 개체 틀 3"/>
          <p:cNvSpPr>
            <a:spLocks noGrp="1"/>
          </p:cNvSpPr>
          <p:nvPr>
            <p:ph type="body" sz="half" idx="2"/>
          </p:nvPr>
        </p:nvSpPr>
        <p:spPr>
          <a:xfrm>
            <a:off x="630115" y="2057400"/>
            <a:ext cx="2948354" cy="3811588"/>
          </a:xfrm>
        </p:spPr>
        <p:txBody>
          <a:bodyPr/>
          <a:lstStyle>
            <a:lvl1pPr marL="0" indent="0">
              <a:buNone/>
              <a:defRPr sz="1477"/>
            </a:lvl1pPr>
            <a:lvl2pPr marL="422041" indent="0">
              <a:buNone/>
              <a:defRPr sz="1292"/>
            </a:lvl2pPr>
            <a:lvl3pPr marL="844083" indent="0">
              <a:buNone/>
              <a:defRPr sz="1108"/>
            </a:lvl3pPr>
            <a:lvl4pPr marL="1266124" indent="0">
              <a:buNone/>
              <a:defRPr sz="923"/>
            </a:lvl4pPr>
            <a:lvl5pPr marL="1688165" indent="0">
              <a:buNone/>
              <a:defRPr sz="923"/>
            </a:lvl5pPr>
            <a:lvl6pPr marL="2110207" indent="0">
              <a:buNone/>
              <a:defRPr sz="923"/>
            </a:lvl6pPr>
            <a:lvl7pPr marL="2532248" indent="0">
              <a:buNone/>
              <a:defRPr sz="923"/>
            </a:lvl7pPr>
            <a:lvl8pPr marL="2954289" indent="0">
              <a:buNone/>
              <a:defRPr sz="923"/>
            </a:lvl8pPr>
            <a:lvl9pPr marL="3376331" indent="0">
              <a:buNone/>
              <a:defRPr sz="923"/>
            </a:lvl9pPr>
          </a:lstStyle>
          <a:p>
            <a:pPr lvl="0"/>
            <a:r>
              <a:rPr lang="ko-KR" altLang="en-US"/>
              <a:t>마스터 텍스트 스타일을 편집하려면 클릭</a:t>
            </a:r>
          </a:p>
        </p:txBody>
      </p:sp>
      <p:sp>
        <p:nvSpPr>
          <p:cNvPr id="5" name="Rectangle 2">
            <a:extLst>
              <a:ext uri="{FF2B5EF4-FFF2-40B4-BE49-F238E27FC236}">
                <a16:creationId xmlns:a16="http://schemas.microsoft.com/office/drawing/2014/main" id="{97CE6A8B-4FEB-8516-F93A-21ACEEA54781}"/>
              </a:ext>
            </a:extLst>
          </p:cNvPr>
          <p:cNvSpPr>
            <a:spLocks noGrp="1" noChangeArrowheads="1"/>
          </p:cNvSpPr>
          <p:nvPr>
            <p:ph type="sldNum" sz="quarter" idx="10"/>
          </p:nvPr>
        </p:nvSpPr>
        <p:spPr>
          <a:ln/>
        </p:spPr>
        <p:txBody>
          <a:bodyPr/>
          <a:lstStyle>
            <a:lvl1pPr>
              <a:defRPr/>
            </a:lvl1pPr>
          </a:lstStyle>
          <a:p>
            <a:pPr>
              <a:defRPr/>
            </a:pPr>
            <a:fld id="{28C5E80E-3FE1-114E-BD36-C8E548DAF3C8}" type="slidenum">
              <a:rPr lang="en-GB" altLang="en-GB"/>
              <a:pPr>
                <a:defRPr/>
              </a:pPr>
              <a:t>‹#›</a:t>
            </a:fld>
            <a:endParaRPr lang="en-GB" altLang="en-GB"/>
          </a:p>
        </p:txBody>
      </p:sp>
    </p:spTree>
    <p:extLst>
      <p:ext uri="{BB962C8B-B14F-4D97-AF65-F5344CB8AC3E}">
        <p14:creationId xmlns:p14="http://schemas.microsoft.com/office/powerpoint/2010/main" val="211462899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세로 텍스트 개체 틀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Rectangle 2">
            <a:extLst>
              <a:ext uri="{FF2B5EF4-FFF2-40B4-BE49-F238E27FC236}">
                <a16:creationId xmlns:a16="http://schemas.microsoft.com/office/drawing/2014/main" id="{454C79C6-6B37-6D37-CB1C-0C36F7A020B8}"/>
              </a:ext>
            </a:extLst>
          </p:cNvPr>
          <p:cNvSpPr>
            <a:spLocks noGrp="1" noChangeArrowheads="1"/>
          </p:cNvSpPr>
          <p:nvPr>
            <p:ph type="sldNum" sz="quarter" idx="10"/>
          </p:nvPr>
        </p:nvSpPr>
        <p:spPr>
          <a:ln/>
        </p:spPr>
        <p:txBody>
          <a:bodyPr/>
          <a:lstStyle>
            <a:lvl1pPr>
              <a:defRPr/>
            </a:lvl1pPr>
          </a:lstStyle>
          <a:p>
            <a:pPr>
              <a:defRPr/>
            </a:pPr>
            <a:fld id="{BD0C5A8F-BAE7-6C42-8A32-57C43ED6C444}" type="slidenum">
              <a:rPr lang="en-GB" altLang="en-GB"/>
              <a:pPr>
                <a:defRPr/>
              </a:pPr>
              <a:t>‹#›</a:t>
            </a:fld>
            <a:endParaRPr lang="en-GB" altLang="en-GB"/>
          </a:p>
        </p:txBody>
      </p:sp>
    </p:spTree>
    <p:extLst>
      <p:ext uri="{BB962C8B-B14F-4D97-AF65-F5344CB8AC3E}">
        <p14:creationId xmlns:p14="http://schemas.microsoft.com/office/powerpoint/2010/main" val="213604894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6702670" y="358775"/>
            <a:ext cx="2120412" cy="5957888"/>
          </a:xfrm>
        </p:spPr>
        <p:txBody>
          <a:bodyPr vert="eaVert"/>
          <a:lstStyle/>
          <a:p>
            <a:r>
              <a:rPr lang="ko-KR" altLang="en-US"/>
              <a:t>마스터 제목 스타일 편집</a:t>
            </a:r>
          </a:p>
        </p:txBody>
      </p:sp>
      <p:sp>
        <p:nvSpPr>
          <p:cNvPr id="3" name="세로 텍스트 개체 틀 2"/>
          <p:cNvSpPr>
            <a:spLocks noGrp="1"/>
          </p:cNvSpPr>
          <p:nvPr>
            <p:ph type="body" orient="vert" idx="1"/>
          </p:nvPr>
        </p:nvSpPr>
        <p:spPr>
          <a:xfrm>
            <a:off x="339970" y="358775"/>
            <a:ext cx="6222023" cy="5957888"/>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Rectangle 2">
            <a:extLst>
              <a:ext uri="{FF2B5EF4-FFF2-40B4-BE49-F238E27FC236}">
                <a16:creationId xmlns:a16="http://schemas.microsoft.com/office/drawing/2014/main" id="{224B7116-904F-B1EB-0888-5996C259B30D}"/>
              </a:ext>
            </a:extLst>
          </p:cNvPr>
          <p:cNvSpPr>
            <a:spLocks noGrp="1" noChangeArrowheads="1"/>
          </p:cNvSpPr>
          <p:nvPr>
            <p:ph type="sldNum" sz="quarter" idx="10"/>
          </p:nvPr>
        </p:nvSpPr>
        <p:spPr>
          <a:ln/>
        </p:spPr>
        <p:txBody>
          <a:bodyPr/>
          <a:lstStyle>
            <a:lvl1pPr>
              <a:defRPr/>
            </a:lvl1pPr>
          </a:lstStyle>
          <a:p>
            <a:pPr>
              <a:defRPr/>
            </a:pPr>
            <a:fld id="{94E2A6B5-2899-AE41-9B34-09B83C8C4C3B}" type="slidenum">
              <a:rPr lang="en-GB" altLang="en-GB"/>
              <a:pPr>
                <a:defRPr/>
              </a:pPr>
              <a:t>‹#›</a:t>
            </a:fld>
            <a:endParaRPr lang="en-GB" altLang="en-GB"/>
          </a:p>
        </p:txBody>
      </p:sp>
    </p:spTree>
    <p:extLst>
      <p:ext uri="{BB962C8B-B14F-4D97-AF65-F5344CB8AC3E}">
        <p14:creationId xmlns:p14="http://schemas.microsoft.com/office/powerpoint/2010/main" val="130370244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AndTwoObj" preserve="1">
  <p:cSld name="제목, 내용 및 내용 2개">
    <p:spTree>
      <p:nvGrpSpPr>
        <p:cNvPr id="1" name=""/>
        <p:cNvGrpSpPr/>
        <p:nvPr/>
      </p:nvGrpSpPr>
      <p:grpSpPr>
        <a:xfrm>
          <a:off x="0" y="0"/>
          <a:ext cx="0" cy="0"/>
          <a:chOff x="0" y="0"/>
          <a:chExt cx="0" cy="0"/>
        </a:xfrm>
      </p:grpSpPr>
      <p:sp>
        <p:nvSpPr>
          <p:cNvPr id="2" name="제목 1"/>
          <p:cNvSpPr>
            <a:spLocks noGrp="1"/>
          </p:cNvSpPr>
          <p:nvPr>
            <p:ph type="title"/>
          </p:nvPr>
        </p:nvSpPr>
        <p:spPr>
          <a:xfrm>
            <a:off x="339969" y="358776"/>
            <a:ext cx="8483112" cy="619125"/>
          </a:xfrm>
        </p:spPr>
        <p:txBody>
          <a:bodyPr/>
          <a:lstStyle/>
          <a:p>
            <a:r>
              <a:rPr lang="ko-KR" altLang="en-US"/>
              <a:t>마스터 제목 스타일 편집</a:t>
            </a:r>
          </a:p>
        </p:txBody>
      </p:sp>
      <p:sp>
        <p:nvSpPr>
          <p:cNvPr id="3" name="내용 개체 틀 2"/>
          <p:cNvSpPr>
            <a:spLocks noGrp="1"/>
          </p:cNvSpPr>
          <p:nvPr>
            <p:ph sz="half" idx="1"/>
          </p:nvPr>
        </p:nvSpPr>
        <p:spPr>
          <a:xfrm>
            <a:off x="373674" y="1308101"/>
            <a:ext cx="4126523" cy="500856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내용 개체 틀 3"/>
          <p:cNvSpPr>
            <a:spLocks noGrp="1"/>
          </p:cNvSpPr>
          <p:nvPr>
            <p:ph sz="quarter" idx="2"/>
          </p:nvPr>
        </p:nvSpPr>
        <p:spPr>
          <a:xfrm>
            <a:off x="4640874" y="1308100"/>
            <a:ext cx="4127988" cy="2427288"/>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내용 개체 틀 4"/>
          <p:cNvSpPr>
            <a:spLocks noGrp="1"/>
          </p:cNvSpPr>
          <p:nvPr>
            <p:ph sz="quarter" idx="3"/>
          </p:nvPr>
        </p:nvSpPr>
        <p:spPr>
          <a:xfrm>
            <a:off x="4640874" y="3887789"/>
            <a:ext cx="4127988" cy="2428875"/>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Rectangle 2">
            <a:extLst>
              <a:ext uri="{FF2B5EF4-FFF2-40B4-BE49-F238E27FC236}">
                <a16:creationId xmlns:a16="http://schemas.microsoft.com/office/drawing/2014/main" id="{F5A5EE16-EAED-7EE4-9077-338C53D0685F}"/>
              </a:ext>
            </a:extLst>
          </p:cNvPr>
          <p:cNvSpPr>
            <a:spLocks noGrp="1" noChangeArrowheads="1"/>
          </p:cNvSpPr>
          <p:nvPr>
            <p:ph type="sldNum" sz="quarter" idx="10"/>
          </p:nvPr>
        </p:nvSpPr>
        <p:spPr>
          <a:ln/>
        </p:spPr>
        <p:txBody>
          <a:bodyPr/>
          <a:lstStyle>
            <a:lvl1pPr>
              <a:defRPr/>
            </a:lvl1pPr>
          </a:lstStyle>
          <a:p>
            <a:pPr>
              <a:defRPr/>
            </a:pPr>
            <a:fld id="{AB300AF1-931D-8D4A-98A1-A899BCF589FF}" type="slidenum">
              <a:rPr lang="en-GB" altLang="en-GB"/>
              <a:pPr>
                <a:defRPr/>
              </a:pPr>
              <a:t>‹#›</a:t>
            </a:fld>
            <a:endParaRPr lang="en-GB" altLang="en-GB"/>
          </a:p>
        </p:txBody>
      </p:sp>
    </p:spTree>
    <p:extLst>
      <p:ext uri="{BB962C8B-B14F-4D97-AF65-F5344CB8AC3E}">
        <p14:creationId xmlns:p14="http://schemas.microsoft.com/office/powerpoint/2010/main" val="229623289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bl" preserve="1">
  <p:cSld name="제목 및 표">
    <p:spTree>
      <p:nvGrpSpPr>
        <p:cNvPr id="1" name=""/>
        <p:cNvGrpSpPr/>
        <p:nvPr/>
      </p:nvGrpSpPr>
      <p:grpSpPr>
        <a:xfrm>
          <a:off x="0" y="0"/>
          <a:ext cx="0" cy="0"/>
          <a:chOff x="0" y="0"/>
          <a:chExt cx="0" cy="0"/>
        </a:xfrm>
      </p:grpSpPr>
      <p:sp>
        <p:nvSpPr>
          <p:cNvPr id="2" name="제목 1"/>
          <p:cNvSpPr>
            <a:spLocks noGrp="1"/>
          </p:cNvSpPr>
          <p:nvPr>
            <p:ph type="title"/>
          </p:nvPr>
        </p:nvSpPr>
        <p:spPr>
          <a:xfrm>
            <a:off x="339969" y="358776"/>
            <a:ext cx="8483112" cy="619125"/>
          </a:xfrm>
        </p:spPr>
        <p:txBody>
          <a:bodyPr/>
          <a:lstStyle/>
          <a:p>
            <a:r>
              <a:rPr lang="ko-KR" altLang="en-US"/>
              <a:t>마스터 제목 스타일 편집</a:t>
            </a:r>
          </a:p>
        </p:txBody>
      </p:sp>
      <p:sp>
        <p:nvSpPr>
          <p:cNvPr id="3" name="표 개체 틀 2"/>
          <p:cNvSpPr>
            <a:spLocks noGrp="1"/>
          </p:cNvSpPr>
          <p:nvPr>
            <p:ph type="tbl" idx="1"/>
          </p:nvPr>
        </p:nvSpPr>
        <p:spPr>
          <a:xfrm>
            <a:off x="373674" y="1308101"/>
            <a:ext cx="8395188" cy="5008563"/>
          </a:xfrm>
        </p:spPr>
        <p:txBody>
          <a:bodyPr/>
          <a:lstStyle/>
          <a:p>
            <a:pPr lvl="0"/>
            <a:endParaRPr lang="ko-KR" altLang="en-US" noProof="0"/>
          </a:p>
        </p:txBody>
      </p:sp>
      <p:sp>
        <p:nvSpPr>
          <p:cNvPr id="4" name="Rectangle 2">
            <a:extLst>
              <a:ext uri="{FF2B5EF4-FFF2-40B4-BE49-F238E27FC236}">
                <a16:creationId xmlns:a16="http://schemas.microsoft.com/office/drawing/2014/main" id="{E9740EC3-D175-766A-C060-4DA39F51A79E}"/>
              </a:ext>
            </a:extLst>
          </p:cNvPr>
          <p:cNvSpPr>
            <a:spLocks noGrp="1" noChangeArrowheads="1"/>
          </p:cNvSpPr>
          <p:nvPr>
            <p:ph type="sldNum" sz="quarter" idx="10"/>
          </p:nvPr>
        </p:nvSpPr>
        <p:spPr>
          <a:ln/>
        </p:spPr>
        <p:txBody>
          <a:bodyPr/>
          <a:lstStyle>
            <a:lvl1pPr>
              <a:defRPr/>
            </a:lvl1pPr>
          </a:lstStyle>
          <a:p>
            <a:pPr>
              <a:defRPr/>
            </a:pPr>
            <a:fld id="{555C30AC-2F16-5247-8162-F2D7E904C792}" type="slidenum">
              <a:rPr lang="en-GB" altLang="en-GB"/>
              <a:pPr>
                <a:defRPr/>
              </a:pPr>
              <a:t>‹#›</a:t>
            </a:fld>
            <a:endParaRPr lang="en-GB" altLang="en-GB"/>
          </a:p>
        </p:txBody>
      </p:sp>
    </p:spTree>
    <p:extLst>
      <p:ext uri="{BB962C8B-B14F-4D97-AF65-F5344CB8AC3E}">
        <p14:creationId xmlns:p14="http://schemas.microsoft.com/office/powerpoint/2010/main" val="181183174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chart" preserve="1">
  <p:cSld name="제목 및 차트">
    <p:spTree>
      <p:nvGrpSpPr>
        <p:cNvPr id="1" name=""/>
        <p:cNvGrpSpPr/>
        <p:nvPr/>
      </p:nvGrpSpPr>
      <p:grpSpPr>
        <a:xfrm>
          <a:off x="0" y="0"/>
          <a:ext cx="0" cy="0"/>
          <a:chOff x="0" y="0"/>
          <a:chExt cx="0" cy="0"/>
        </a:xfrm>
      </p:grpSpPr>
      <p:sp>
        <p:nvSpPr>
          <p:cNvPr id="2" name="제목 1"/>
          <p:cNvSpPr>
            <a:spLocks noGrp="1"/>
          </p:cNvSpPr>
          <p:nvPr>
            <p:ph type="title"/>
          </p:nvPr>
        </p:nvSpPr>
        <p:spPr>
          <a:xfrm>
            <a:off x="339969" y="358776"/>
            <a:ext cx="8483112" cy="619125"/>
          </a:xfrm>
        </p:spPr>
        <p:txBody>
          <a:bodyPr/>
          <a:lstStyle/>
          <a:p>
            <a:r>
              <a:rPr lang="ko-KR" altLang="en-US"/>
              <a:t>마스터 제목 스타일 편집</a:t>
            </a:r>
          </a:p>
        </p:txBody>
      </p:sp>
      <p:sp>
        <p:nvSpPr>
          <p:cNvPr id="3" name="차트 개체 틀 2"/>
          <p:cNvSpPr>
            <a:spLocks noGrp="1"/>
          </p:cNvSpPr>
          <p:nvPr>
            <p:ph type="chart" idx="1"/>
          </p:nvPr>
        </p:nvSpPr>
        <p:spPr>
          <a:xfrm>
            <a:off x="373674" y="1308101"/>
            <a:ext cx="8395188" cy="5008563"/>
          </a:xfrm>
        </p:spPr>
        <p:txBody>
          <a:bodyPr/>
          <a:lstStyle/>
          <a:p>
            <a:pPr lvl="0"/>
            <a:endParaRPr lang="ko-KR" altLang="en-US" noProof="0"/>
          </a:p>
        </p:txBody>
      </p:sp>
      <p:sp>
        <p:nvSpPr>
          <p:cNvPr id="4" name="Rectangle 2">
            <a:extLst>
              <a:ext uri="{FF2B5EF4-FFF2-40B4-BE49-F238E27FC236}">
                <a16:creationId xmlns:a16="http://schemas.microsoft.com/office/drawing/2014/main" id="{8500CE9F-9827-094B-A5C2-5228A0E85ADC}"/>
              </a:ext>
            </a:extLst>
          </p:cNvPr>
          <p:cNvSpPr>
            <a:spLocks noGrp="1" noChangeArrowheads="1"/>
          </p:cNvSpPr>
          <p:nvPr>
            <p:ph type="sldNum" sz="quarter" idx="10"/>
          </p:nvPr>
        </p:nvSpPr>
        <p:spPr>
          <a:ln/>
        </p:spPr>
        <p:txBody>
          <a:bodyPr/>
          <a:lstStyle>
            <a:lvl1pPr>
              <a:defRPr/>
            </a:lvl1pPr>
          </a:lstStyle>
          <a:p>
            <a:pPr>
              <a:defRPr/>
            </a:pPr>
            <a:fld id="{2D08922A-8694-FD48-A44D-5268420634BE}" type="slidenum">
              <a:rPr lang="en-GB" altLang="en-GB"/>
              <a:pPr>
                <a:defRPr/>
              </a:pPr>
              <a:t>‹#›</a:t>
            </a:fld>
            <a:endParaRPr lang="en-GB" altLang="en-GB"/>
          </a:p>
        </p:txBody>
      </p:sp>
    </p:spTree>
    <p:extLst>
      <p:ext uri="{BB962C8B-B14F-4D97-AF65-F5344CB8AC3E}">
        <p14:creationId xmlns:p14="http://schemas.microsoft.com/office/powerpoint/2010/main" val="291102552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itle" preserve="1">
  <p:cSld name="제목 슬라이드">
    <p:spTree>
      <p:nvGrpSpPr>
        <p:cNvPr id="1" name=""/>
        <p:cNvGrpSpPr/>
        <p:nvPr/>
      </p:nvGrpSpPr>
      <p:grpSpPr>
        <a:xfrm>
          <a:off x="0" y="0"/>
          <a:ext cx="0" cy="0"/>
          <a:chOff x="0" y="0"/>
          <a:chExt cx="0" cy="0"/>
        </a:xfrm>
      </p:grpSpPr>
      <p:grpSp>
        <p:nvGrpSpPr>
          <p:cNvPr id="2" name="McK Title Elements">
            <a:extLst>
              <a:ext uri="{FF2B5EF4-FFF2-40B4-BE49-F238E27FC236}">
                <a16:creationId xmlns:a16="http://schemas.microsoft.com/office/drawing/2014/main" id="{0746F08E-527B-4860-3DC7-ACDAA85BF9C0}"/>
              </a:ext>
            </a:extLst>
          </p:cNvPr>
          <p:cNvGrpSpPr>
            <a:grpSpLocks/>
          </p:cNvGrpSpPr>
          <p:nvPr/>
        </p:nvGrpSpPr>
        <p:grpSpPr bwMode="auto">
          <a:xfrm>
            <a:off x="2693988" y="2182813"/>
            <a:ext cx="5129212" cy="4602162"/>
            <a:chOff x="1663" y="1348"/>
            <a:chExt cx="3167" cy="2841"/>
          </a:xfrm>
        </p:grpSpPr>
        <p:sp>
          <p:nvSpPr>
            <p:cNvPr id="3" name="McK Confidential" hidden="1">
              <a:extLst>
                <a:ext uri="{FF2B5EF4-FFF2-40B4-BE49-F238E27FC236}">
                  <a16:creationId xmlns:a16="http://schemas.microsoft.com/office/drawing/2014/main" id="{32F7C79F-E9D4-9FB5-AE0E-28E076D7190A}"/>
                </a:ext>
              </a:extLst>
            </p:cNvPr>
            <p:cNvSpPr txBox="1">
              <a:spLocks noChangeArrowheads="1"/>
            </p:cNvSpPr>
            <p:nvPr userDrawn="1"/>
          </p:nvSpPr>
          <p:spPr bwMode="auto">
            <a:xfrm>
              <a:off x="1663" y="1348"/>
              <a:ext cx="936" cy="138"/>
            </a:xfrm>
            <a:prstGeom prst="rect">
              <a:avLst/>
            </a:prstGeom>
            <a:noFill/>
            <a:ln>
              <a:noFill/>
            </a:ln>
            <a:effectLst/>
          </p:spPr>
          <p:txBody>
            <a:bodyPr lIns="0" tIns="0" rIns="0" bIns="0">
              <a:spAutoFit/>
            </a:bodyPr>
            <a:lstStyle/>
            <a:p>
              <a:pPr>
                <a:defRPr/>
              </a:pPr>
              <a:r>
                <a:rPr lang="en-US" altLang="ko-KR" sz="1428"/>
                <a:t>CONFIDENTIAL</a:t>
              </a:r>
            </a:p>
          </p:txBody>
        </p:sp>
        <p:sp>
          <p:nvSpPr>
            <p:cNvPr id="4" name="McK Document" hidden="1">
              <a:extLst>
                <a:ext uri="{FF2B5EF4-FFF2-40B4-BE49-F238E27FC236}">
                  <a16:creationId xmlns:a16="http://schemas.microsoft.com/office/drawing/2014/main" id="{4F9F4BE3-9839-0415-5F7A-B51FD13E1131}"/>
                </a:ext>
              </a:extLst>
            </p:cNvPr>
            <p:cNvSpPr txBox="1">
              <a:spLocks noChangeArrowheads="1"/>
            </p:cNvSpPr>
            <p:nvPr userDrawn="1"/>
          </p:nvSpPr>
          <p:spPr bwMode="auto">
            <a:xfrm>
              <a:off x="1663" y="3045"/>
              <a:ext cx="3167" cy="133"/>
            </a:xfrm>
            <a:prstGeom prst="rect">
              <a:avLst/>
            </a:prstGeom>
            <a:noFill/>
            <a:ln>
              <a:noFill/>
            </a:ln>
            <a:effectLst/>
          </p:spPr>
          <p:txBody>
            <a:bodyPr lIns="0" tIns="0" rIns="0" bIns="0" anchor="b">
              <a:spAutoFit/>
            </a:bodyPr>
            <a:lstStyle/>
            <a:p>
              <a:pPr>
                <a:defRPr/>
              </a:pPr>
              <a:r>
                <a:rPr lang="en-US" altLang="ko-KR" sz="1428"/>
                <a:t>Document</a:t>
              </a:r>
            </a:p>
          </p:txBody>
        </p:sp>
        <p:sp>
          <p:nvSpPr>
            <p:cNvPr id="5" name="McK Date" hidden="1">
              <a:extLst>
                <a:ext uri="{FF2B5EF4-FFF2-40B4-BE49-F238E27FC236}">
                  <a16:creationId xmlns:a16="http://schemas.microsoft.com/office/drawing/2014/main" id="{B06FC806-2371-D916-B5F6-981253F1896D}"/>
                </a:ext>
              </a:extLst>
            </p:cNvPr>
            <p:cNvSpPr txBox="1">
              <a:spLocks noChangeArrowheads="1"/>
            </p:cNvSpPr>
            <p:nvPr userDrawn="1"/>
          </p:nvSpPr>
          <p:spPr bwMode="auto">
            <a:xfrm>
              <a:off x="1663" y="3216"/>
              <a:ext cx="3167" cy="138"/>
            </a:xfrm>
            <a:prstGeom prst="rect">
              <a:avLst/>
            </a:prstGeom>
            <a:noFill/>
            <a:ln>
              <a:noFill/>
            </a:ln>
            <a:effectLst/>
          </p:spPr>
          <p:txBody>
            <a:bodyPr lIns="0" tIns="0" rIns="0" bIns="0">
              <a:spAutoFit/>
            </a:bodyPr>
            <a:lstStyle/>
            <a:p>
              <a:pPr>
                <a:defRPr/>
              </a:pPr>
              <a:r>
                <a:rPr lang="en-US" altLang="ko-KR" sz="1428"/>
                <a:t>Date</a:t>
              </a:r>
            </a:p>
          </p:txBody>
        </p:sp>
        <p:sp>
          <p:nvSpPr>
            <p:cNvPr id="6" name="McK Disclaimer" hidden="1">
              <a:extLst>
                <a:ext uri="{FF2B5EF4-FFF2-40B4-BE49-F238E27FC236}">
                  <a16:creationId xmlns:a16="http://schemas.microsoft.com/office/drawing/2014/main" id="{8C51442C-1890-24BA-5573-8BE1C8DB528E}"/>
                </a:ext>
              </a:extLst>
            </p:cNvPr>
            <p:cNvSpPr>
              <a:spLocks noChangeArrowheads="1"/>
            </p:cNvSpPr>
            <p:nvPr userDrawn="1">
              <p:custDataLst>
                <p:tags r:id="rId1"/>
              </p:custDataLst>
            </p:nvPr>
          </p:nvSpPr>
          <p:spPr bwMode="auto">
            <a:xfrm>
              <a:off x="1663" y="3744"/>
              <a:ext cx="2303" cy="445"/>
            </a:xfrm>
            <a:prstGeom prst="rect">
              <a:avLst/>
            </a:prstGeom>
            <a:noFill/>
            <a:ln>
              <a:noFill/>
            </a:ln>
            <a:effectLst/>
          </p:spPr>
          <p:txBody>
            <a:bodyPr lIns="0" tIns="0" rIns="0" bIns="0" anchor="b">
              <a:spAutoFit/>
            </a:bodyPr>
            <a:lstStyle>
              <a:lvl1pPr defTabSz="804863">
                <a:defRPr sz="2400">
                  <a:solidFill>
                    <a:schemeClr val="tx1"/>
                  </a:solidFill>
                  <a:latin typeface="Times New Roman" panose="02020603050405020304" pitchFamily="18" charset="0"/>
                  <a:ea typeface="굴림" panose="020B0600000101010101" pitchFamily="50" charset="-127"/>
                </a:defRPr>
              </a:lvl1pPr>
              <a:lvl2pPr marL="401638" defTabSz="804863">
                <a:defRPr sz="2400">
                  <a:solidFill>
                    <a:schemeClr val="tx1"/>
                  </a:solidFill>
                  <a:latin typeface="Times New Roman" panose="02020603050405020304" pitchFamily="18" charset="0"/>
                  <a:ea typeface="굴림" panose="020B0600000101010101" pitchFamily="50" charset="-127"/>
                </a:defRPr>
              </a:lvl2pPr>
              <a:lvl3pPr marL="804863" defTabSz="804863">
                <a:defRPr sz="2400">
                  <a:solidFill>
                    <a:schemeClr val="tx1"/>
                  </a:solidFill>
                  <a:latin typeface="Times New Roman" panose="02020603050405020304" pitchFamily="18" charset="0"/>
                  <a:ea typeface="굴림" panose="020B0600000101010101" pitchFamily="50" charset="-127"/>
                </a:defRPr>
              </a:lvl3pPr>
              <a:lvl4pPr marL="1206500" defTabSz="804863">
                <a:defRPr sz="2400">
                  <a:solidFill>
                    <a:schemeClr val="tx1"/>
                  </a:solidFill>
                  <a:latin typeface="Times New Roman" panose="02020603050405020304" pitchFamily="18" charset="0"/>
                  <a:ea typeface="굴림" panose="020B0600000101010101" pitchFamily="50" charset="-127"/>
                </a:defRPr>
              </a:lvl4pPr>
              <a:lvl5pPr marL="1608138" defTabSz="804863">
                <a:defRPr sz="2400">
                  <a:solidFill>
                    <a:schemeClr val="tx1"/>
                  </a:solidFill>
                  <a:latin typeface="Times New Roman" panose="02020603050405020304" pitchFamily="18" charset="0"/>
                  <a:ea typeface="굴림" panose="020B0600000101010101" pitchFamily="50" charset="-127"/>
                </a:defRPr>
              </a:lvl5pPr>
              <a:lvl6pPr marL="2065338" defTabSz="804863"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6pPr>
              <a:lvl7pPr marL="2522538" defTabSz="804863"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7pPr>
              <a:lvl8pPr marL="2979738" defTabSz="804863"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8pPr>
              <a:lvl9pPr marL="3436938" defTabSz="804863"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9pPr>
            </a:lstStyle>
            <a:p>
              <a:pPr>
                <a:defRPr/>
              </a:pPr>
              <a:r>
                <a:rPr lang="en-US" altLang="ko-KR" sz="918">
                  <a:latin typeface="Arial" panose="020B0604020202020204" pitchFamily="34" charset="0"/>
                </a:rPr>
                <a:t>This report is solely for the use of client personnel.  No part of it may be circulated, quoted, or reproduced for distribution outside the client organization without prior written approval from McKinsey &amp; Company. This material was used by McKinsey &amp; Company during an oral presentation; it is not a complete record of the discussion.</a:t>
              </a:r>
            </a:p>
          </p:txBody>
        </p:sp>
      </p:grpSp>
      <p:sp>
        <p:nvSpPr>
          <p:cNvPr id="13314" name="Rectangle 2"/>
          <p:cNvSpPr>
            <a:spLocks noGrp="1" noChangeArrowheads="1"/>
          </p:cNvSpPr>
          <p:nvPr>
            <p:ph type="ctrTitle"/>
          </p:nvPr>
        </p:nvSpPr>
        <p:spPr>
          <a:xfrm>
            <a:off x="2693795" y="2756807"/>
            <a:ext cx="5130034" cy="376898"/>
          </a:xfrm>
        </p:spPr>
        <p:txBody>
          <a:bodyPr/>
          <a:lstStyle>
            <a:lvl1pPr>
              <a:defRPr sz="2449" b="0"/>
            </a:lvl1pPr>
          </a:lstStyle>
          <a:p>
            <a:pPr lvl="0"/>
            <a:r>
              <a:rPr lang="en-US" altLang="ko-KR" noProof="0"/>
              <a:t>Click to edit Master title style</a:t>
            </a:r>
          </a:p>
        </p:txBody>
      </p:sp>
      <p:sp>
        <p:nvSpPr>
          <p:cNvPr id="13315" name="Rectangle 3"/>
          <p:cNvSpPr>
            <a:spLocks noGrp="1" noChangeArrowheads="1"/>
          </p:cNvSpPr>
          <p:nvPr>
            <p:ph type="subTitle" idx="1"/>
          </p:nvPr>
        </p:nvSpPr>
        <p:spPr>
          <a:xfrm>
            <a:off x="2693795" y="3961896"/>
            <a:ext cx="5130034" cy="219740"/>
          </a:xfrm>
        </p:spPr>
        <p:txBody>
          <a:bodyPr/>
          <a:lstStyle>
            <a:lvl1pPr>
              <a:defRPr sz="1428"/>
            </a:lvl1pPr>
          </a:lstStyle>
          <a:p>
            <a:pPr lvl="0"/>
            <a:r>
              <a:rPr lang="en-US" altLang="ko-KR" noProof="0"/>
              <a:t>Click to edit Master subtitle style</a:t>
            </a:r>
          </a:p>
        </p:txBody>
      </p:sp>
      <p:sp>
        <p:nvSpPr>
          <p:cNvPr id="7" name="doc id">
            <a:extLst>
              <a:ext uri="{FF2B5EF4-FFF2-40B4-BE49-F238E27FC236}">
                <a16:creationId xmlns:a16="http://schemas.microsoft.com/office/drawing/2014/main" id="{8081D745-CBF0-4E70-CD33-93E069EF86FE}"/>
              </a:ext>
            </a:extLst>
          </p:cNvPr>
          <p:cNvSpPr>
            <a:spLocks noGrp="1" noChangeArrowheads="1"/>
          </p:cNvSpPr>
          <p:nvPr>
            <p:ph type="ftr" sz="quarter" idx="10"/>
          </p:nvPr>
        </p:nvSpPr>
        <p:spPr/>
        <p:txBody>
          <a:bodyPr/>
          <a:lstStyle>
            <a:lvl1pPr>
              <a:defRPr/>
            </a:lvl1pPr>
          </a:lstStyle>
          <a:p>
            <a:pPr>
              <a:defRPr/>
            </a:pPr>
            <a:endParaRPr lang="ko-KR" altLang="en-US"/>
          </a:p>
        </p:txBody>
      </p:sp>
    </p:spTree>
    <p:extLst>
      <p:ext uri="{BB962C8B-B14F-4D97-AF65-F5344CB8AC3E}">
        <p14:creationId xmlns:p14="http://schemas.microsoft.com/office/powerpoint/2010/main" val="170862142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내용 개체 틀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doc id">
            <a:extLst>
              <a:ext uri="{FF2B5EF4-FFF2-40B4-BE49-F238E27FC236}">
                <a16:creationId xmlns:a16="http://schemas.microsoft.com/office/drawing/2014/main" id="{001C5FFD-A815-DE8B-8ECC-FA0655BAC996}"/>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5" name="Rectangle 6">
            <a:extLst>
              <a:ext uri="{FF2B5EF4-FFF2-40B4-BE49-F238E27FC236}">
                <a16:creationId xmlns:a16="http://schemas.microsoft.com/office/drawing/2014/main" id="{12229460-3EC7-3C40-1976-81C75A9C2FD6}"/>
              </a:ext>
            </a:extLst>
          </p:cNvPr>
          <p:cNvSpPr>
            <a:spLocks noGrp="1" noChangeArrowheads="1"/>
          </p:cNvSpPr>
          <p:nvPr>
            <p:ph type="sldNum" sz="quarter" idx="11"/>
          </p:nvPr>
        </p:nvSpPr>
        <p:spPr>
          <a:ln/>
        </p:spPr>
        <p:txBody>
          <a:bodyPr/>
          <a:lstStyle>
            <a:lvl1pPr>
              <a:defRPr/>
            </a:lvl1pPr>
          </a:lstStyle>
          <a:p>
            <a:pPr>
              <a:defRPr/>
            </a:pPr>
            <a:fld id="{9E1D6155-476B-344F-B2EA-19B4D12ECA57}" type="slidenum">
              <a:rPr lang="ko-KR" altLang="en-US"/>
              <a:pPr>
                <a:defRPr/>
              </a:pPr>
              <a:t>‹#›</a:t>
            </a:fld>
            <a:endParaRPr lang="en-US" altLang="ko-KR"/>
          </a:p>
        </p:txBody>
      </p:sp>
    </p:spTree>
    <p:extLst>
      <p:ext uri="{BB962C8B-B14F-4D97-AF65-F5344CB8AC3E}">
        <p14:creationId xmlns:p14="http://schemas.microsoft.com/office/powerpoint/2010/main" val="230292097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623639" y="2678588"/>
            <a:ext cx="7887003" cy="1884234"/>
          </a:xfrm>
        </p:spPr>
        <p:txBody>
          <a:bodyPr anchor="b"/>
          <a:lstStyle>
            <a:lvl1pPr>
              <a:defRPr sz="6122"/>
            </a:lvl1pPr>
          </a:lstStyle>
          <a:p>
            <a:r>
              <a:rPr lang="ko-KR" altLang="en-US"/>
              <a:t>마스터 제목 스타일 편집</a:t>
            </a:r>
          </a:p>
        </p:txBody>
      </p:sp>
      <p:sp>
        <p:nvSpPr>
          <p:cNvPr id="3" name="텍스트 개체 틀 2"/>
          <p:cNvSpPr>
            <a:spLocks noGrp="1"/>
          </p:cNvSpPr>
          <p:nvPr>
            <p:ph type="body" idx="1"/>
          </p:nvPr>
        </p:nvSpPr>
        <p:spPr>
          <a:xfrm>
            <a:off x="623639" y="4588738"/>
            <a:ext cx="7887003" cy="376898"/>
          </a:xfrm>
        </p:spPr>
        <p:txBody>
          <a:bodyPr/>
          <a:lstStyle>
            <a:lvl1pPr marL="0" indent="0">
              <a:buNone/>
              <a:defRPr sz="2449"/>
            </a:lvl1pPr>
            <a:lvl2pPr marL="466481" indent="0">
              <a:buNone/>
              <a:defRPr sz="2041"/>
            </a:lvl2pPr>
            <a:lvl3pPr marL="932962" indent="0">
              <a:buNone/>
              <a:defRPr sz="1837"/>
            </a:lvl3pPr>
            <a:lvl4pPr marL="1399443" indent="0">
              <a:buNone/>
              <a:defRPr sz="1632"/>
            </a:lvl4pPr>
            <a:lvl5pPr marL="1865925" indent="0">
              <a:buNone/>
              <a:defRPr sz="1632"/>
            </a:lvl5pPr>
            <a:lvl6pPr marL="2332406" indent="0">
              <a:buNone/>
              <a:defRPr sz="1632"/>
            </a:lvl6pPr>
            <a:lvl7pPr marL="2798887" indent="0">
              <a:buNone/>
              <a:defRPr sz="1632"/>
            </a:lvl7pPr>
            <a:lvl8pPr marL="3265368" indent="0">
              <a:buNone/>
              <a:defRPr sz="1632"/>
            </a:lvl8pPr>
            <a:lvl9pPr marL="3731849" indent="0">
              <a:buNone/>
              <a:defRPr sz="1632"/>
            </a:lvl9pPr>
          </a:lstStyle>
          <a:p>
            <a:pPr lvl="0"/>
            <a:r>
              <a:rPr lang="ko-KR" altLang="en-US"/>
              <a:t>마스터 텍스트 스타일을 편집하려면 클릭</a:t>
            </a:r>
          </a:p>
        </p:txBody>
      </p:sp>
      <p:sp>
        <p:nvSpPr>
          <p:cNvPr id="4" name="doc id">
            <a:extLst>
              <a:ext uri="{FF2B5EF4-FFF2-40B4-BE49-F238E27FC236}">
                <a16:creationId xmlns:a16="http://schemas.microsoft.com/office/drawing/2014/main" id="{53627D47-DB4E-6C10-50C7-2255912F892A}"/>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5" name="Rectangle 6">
            <a:extLst>
              <a:ext uri="{FF2B5EF4-FFF2-40B4-BE49-F238E27FC236}">
                <a16:creationId xmlns:a16="http://schemas.microsoft.com/office/drawing/2014/main" id="{26E75BE2-322E-5AD9-C1CC-32428D0FE7A7}"/>
              </a:ext>
            </a:extLst>
          </p:cNvPr>
          <p:cNvSpPr>
            <a:spLocks noGrp="1" noChangeArrowheads="1"/>
          </p:cNvSpPr>
          <p:nvPr>
            <p:ph type="sldNum" sz="quarter" idx="11"/>
          </p:nvPr>
        </p:nvSpPr>
        <p:spPr>
          <a:ln/>
        </p:spPr>
        <p:txBody>
          <a:bodyPr/>
          <a:lstStyle>
            <a:lvl1pPr>
              <a:defRPr/>
            </a:lvl1pPr>
          </a:lstStyle>
          <a:p>
            <a:pPr>
              <a:defRPr/>
            </a:pPr>
            <a:fld id="{837B3C0C-C638-9241-A1B6-CBFFEC8E9539}" type="slidenum">
              <a:rPr lang="ko-KR" altLang="en-US"/>
              <a:pPr>
                <a:defRPr/>
              </a:pPr>
              <a:t>‹#›</a:t>
            </a:fld>
            <a:endParaRPr lang="en-US" altLang="ko-KR"/>
          </a:p>
        </p:txBody>
      </p:sp>
    </p:spTree>
    <p:extLst>
      <p:ext uri="{BB962C8B-B14F-4D97-AF65-F5344CB8AC3E}">
        <p14:creationId xmlns:p14="http://schemas.microsoft.com/office/powerpoint/2010/main" val="43474040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내용 개체 틀 2"/>
          <p:cNvSpPr>
            <a:spLocks noGrp="1"/>
          </p:cNvSpPr>
          <p:nvPr>
            <p:ph sz="half" idx="1"/>
          </p:nvPr>
        </p:nvSpPr>
        <p:spPr>
          <a:xfrm>
            <a:off x="124729" y="1299036"/>
            <a:ext cx="4318495" cy="1247204"/>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내용 개체 틀 3"/>
          <p:cNvSpPr>
            <a:spLocks noGrp="1"/>
          </p:cNvSpPr>
          <p:nvPr>
            <p:ph sz="half" idx="2"/>
          </p:nvPr>
        </p:nvSpPr>
        <p:spPr>
          <a:xfrm>
            <a:off x="4598728" y="1299036"/>
            <a:ext cx="4320114" cy="1247204"/>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doc id">
            <a:extLst>
              <a:ext uri="{FF2B5EF4-FFF2-40B4-BE49-F238E27FC236}">
                <a16:creationId xmlns:a16="http://schemas.microsoft.com/office/drawing/2014/main" id="{275C69EF-3E97-649B-FF01-DED501EE6AF6}"/>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6" name="Rectangle 6">
            <a:extLst>
              <a:ext uri="{FF2B5EF4-FFF2-40B4-BE49-F238E27FC236}">
                <a16:creationId xmlns:a16="http://schemas.microsoft.com/office/drawing/2014/main" id="{74BA2F20-3FCB-0314-B14F-B7B51B8994EF}"/>
              </a:ext>
            </a:extLst>
          </p:cNvPr>
          <p:cNvSpPr>
            <a:spLocks noGrp="1" noChangeArrowheads="1"/>
          </p:cNvSpPr>
          <p:nvPr>
            <p:ph type="sldNum" sz="quarter" idx="11"/>
          </p:nvPr>
        </p:nvSpPr>
        <p:spPr>
          <a:ln/>
        </p:spPr>
        <p:txBody>
          <a:bodyPr/>
          <a:lstStyle>
            <a:lvl1pPr>
              <a:defRPr/>
            </a:lvl1pPr>
          </a:lstStyle>
          <a:p>
            <a:pPr>
              <a:defRPr/>
            </a:pPr>
            <a:fld id="{A455E453-C52C-C649-8824-CCC3D4D3E06D}" type="slidenum">
              <a:rPr lang="ko-KR" altLang="en-US"/>
              <a:pPr>
                <a:defRPr/>
              </a:pPr>
              <a:t>‹#›</a:t>
            </a:fld>
            <a:endParaRPr lang="en-US" altLang="ko-KR"/>
          </a:p>
        </p:txBody>
      </p:sp>
    </p:spTree>
    <p:extLst>
      <p:ext uri="{BB962C8B-B14F-4D97-AF65-F5344CB8AC3E}">
        <p14:creationId xmlns:p14="http://schemas.microsoft.com/office/powerpoint/2010/main" val="102281148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630119" y="364443"/>
            <a:ext cx="7887003" cy="298415"/>
          </a:xfrm>
        </p:spPr>
        <p:txBody>
          <a:bodyPr/>
          <a:lstStyle/>
          <a:p>
            <a:r>
              <a:rPr lang="ko-KR" altLang="en-US"/>
              <a:t>마스터 제목 스타일 편집</a:t>
            </a:r>
          </a:p>
        </p:txBody>
      </p:sp>
      <p:sp>
        <p:nvSpPr>
          <p:cNvPr id="3" name="텍스트 개체 틀 2"/>
          <p:cNvSpPr>
            <a:spLocks noGrp="1"/>
          </p:cNvSpPr>
          <p:nvPr>
            <p:ph type="body" idx="1"/>
          </p:nvPr>
        </p:nvSpPr>
        <p:spPr>
          <a:xfrm>
            <a:off x="630118" y="1751950"/>
            <a:ext cx="3868179" cy="753796"/>
          </a:xfrm>
        </p:spPr>
        <p:txBody>
          <a:bodyPr anchor="b"/>
          <a:lstStyle>
            <a:lvl1pPr marL="0" indent="0">
              <a:buNone/>
              <a:defRPr sz="2449" b="1"/>
            </a:lvl1pPr>
            <a:lvl2pPr marL="466481" indent="0">
              <a:buNone/>
              <a:defRPr sz="2041" b="1"/>
            </a:lvl2pPr>
            <a:lvl3pPr marL="932962" indent="0">
              <a:buNone/>
              <a:defRPr sz="1837" b="1"/>
            </a:lvl3pPr>
            <a:lvl4pPr marL="1399443" indent="0">
              <a:buNone/>
              <a:defRPr sz="1632" b="1"/>
            </a:lvl4pPr>
            <a:lvl5pPr marL="1865925" indent="0">
              <a:buNone/>
              <a:defRPr sz="1632" b="1"/>
            </a:lvl5pPr>
            <a:lvl6pPr marL="2332406" indent="0">
              <a:buNone/>
              <a:defRPr sz="1632" b="1"/>
            </a:lvl6pPr>
            <a:lvl7pPr marL="2798887" indent="0">
              <a:buNone/>
              <a:defRPr sz="1632" b="1"/>
            </a:lvl7pPr>
            <a:lvl8pPr marL="3265368" indent="0">
              <a:buNone/>
              <a:defRPr sz="1632" b="1"/>
            </a:lvl8pPr>
            <a:lvl9pPr marL="3731849" indent="0">
              <a:buNone/>
              <a:defRPr sz="1632" b="1"/>
            </a:lvl9pPr>
          </a:lstStyle>
          <a:p>
            <a:pPr lvl="0"/>
            <a:r>
              <a:rPr lang="ko-KR" altLang="en-US"/>
              <a:t>마스터 텍스트 스타일을 편집하려면 클릭</a:t>
            </a:r>
          </a:p>
        </p:txBody>
      </p:sp>
      <p:sp>
        <p:nvSpPr>
          <p:cNvPr id="4" name="내용 개체 틀 3"/>
          <p:cNvSpPr>
            <a:spLocks noGrp="1"/>
          </p:cNvSpPr>
          <p:nvPr>
            <p:ph sz="half" idx="2"/>
          </p:nvPr>
        </p:nvSpPr>
        <p:spPr>
          <a:xfrm>
            <a:off x="630118" y="2505746"/>
            <a:ext cx="3868179" cy="125579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5" name="텍스트 개체 틀 4"/>
          <p:cNvSpPr>
            <a:spLocks noGrp="1"/>
          </p:cNvSpPr>
          <p:nvPr>
            <p:ph type="body" sz="quarter" idx="3"/>
          </p:nvPr>
        </p:nvSpPr>
        <p:spPr>
          <a:xfrm>
            <a:off x="4629504" y="1751950"/>
            <a:ext cx="3887617" cy="753796"/>
          </a:xfrm>
        </p:spPr>
        <p:txBody>
          <a:bodyPr anchor="b"/>
          <a:lstStyle>
            <a:lvl1pPr marL="0" indent="0">
              <a:buNone/>
              <a:defRPr sz="2449" b="1"/>
            </a:lvl1pPr>
            <a:lvl2pPr marL="466481" indent="0">
              <a:buNone/>
              <a:defRPr sz="2041" b="1"/>
            </a:lvl2pPr>
            <a:lvl3pPr marL="932962" indent="0">
              <a:buNone/>
              <a:defRPr sz="1837" b="1"/>
            </a:lvl3pPr>
            <a:lvl4pPr marL="1399443" indent="0">
              <a:buNone/>
              <a:defRPr sz="1632" b="1"/>
            </a:lvl4pPr>
            <a:lvl5pPr marL="1865925" indent="0">
              <a:buNone/>
              <a:defRPr sz="1632" b="1"/>
            </a:lvl5pPr>
            <a:lvl6pPr marL="2332406" indent="0">
              <a:buNone/>
              <a:defRPr sz="1632" b="1"/>
            </a:lvl6pPr>
            <a:lvl7pPr marL="2798887" indent="0">
              <a:buNone/>
              <a:defRPr sz="1632" b="1"/>
            </a:lvl7pPr>
            <a:lvl8pPr marL="3265368" indent="0">
              <a:buNone/>
              <a:defRPr sz="1632" b="1"/>
            </a:lvl8pPr>
            <a:lvl9pPr marL="3731849" indent="0">
              <a:buNone/>
              <a:defRPr sz="1632" b="1"/>
            </a:lvl9pPr>
          </a:lstStyle>
          <a:p>
            <a:pPr lvl="0"/>
            <a:r>
              <a:rPr lang="ko-KR" altLang="en-US"/>
              <a:t>마스터 텍스트 스타일을 편집하려면 클릭</a:t>
            </a:r>
          </a:p>
        </p:txBody>
      </p:sp>
      <p:sp>
        <p:nvSpPr>
          <p:cNvPr id="6" name="내용 개체 틀 5"/>
          <p:cNvSpPr>
            <a:spLocks noGrp="1"/>
          </p:cNvSpPr>
          <p:nvPr>
            <p:ph sz="quarter" idx="4"/>
          </p:nvPr>
        </p:nvSpPr>
        <p:spPr>
          <a:xfrm>
            <a:off x="4629504" y="2505746"/>
            <a:ext cx="3887617" cy="125579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7" name="doc id">
            <a:extLst>
              <a:ext uri="{FF2B5EF4-FFF2-40B4-BE49-F238E27FC236}">
                <a16:creationId xmlns:a16="http://schemas.microsoft.com/office/drawing/2014/main" id="{FFAAF9E6-3041-49E4-A388-4345E86997BD}"/>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8" name="Rectangle 6">
            <a:extLst>
              <a:ext uri="{FF2B5EF4-FFF2-40B4-BE49-F238E27FC236}">
                <a16:creationId xmlns:a16="http://schemas.microsoft.com/office/drawing/2014/main" id="{262A9ED4-378C-C2CF-5DF7-EA66200F970B}"/>
              </a:ext>
            </a:extLst>
          </p:cNvPr>
          <p:cNvSpPr>
            <a:spLocks noGrp="1" noChangeArrowheads="1"/>
          </p:cNvSpPr>
          <p:nvPr>
            <p:ph type="sldNum" sz="quarter" idx="11"/>
          </p:nvPr>
        </p:nvSpPr>
        <p:spPr>
          <a:ln/>
        </p:spPr>
        <p:txBody>
          <a:bodyPr/>
          <a:lstStyle>
            <a:lvl1pPr>
              <a:defRPr/>
            </a:lvl1pPr>
          </a:lstStyle>
          <a:p>
            <a:pPr>
              <a:defRPr/>
            </a:pPr>
            <a:fld id="{6228ADDF-8DB1-5E4F-9C0C-52BF457F04F7}" type="slidenum">
              <a:rPr lang="ko-KR" altLang="en-US"/>
              <a:pPr>
                <a:defRPr/>
              </a:pPr>
              <a:t>‹#›</a:t>
            </a:fld>
            <a:endParaRPr lang="en-US" altLang="ko-KR"/>
          </a:p>
        </p:txBody>
      </p:sp>
    </p:spTree>
    <p:extLst>
      <p:ext uri="{BB962C8B-B14F-4D97-AF65-F5344CB8AC3E}">
        <p14:creationId xmlns:p14="http://schemas.microsoft.com/office/powerpoint/2010/main" val="19898602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doc id">
            <a:extLst>
              <a:ext uri="{FF2B5EF4-FFF2-40B4-BE49-F238E27FC236}">
                <a16:creationId xmlns:a16="http://schemas.microsoft.com/office/drawing/2014/main" id="{0A997FD6-5B7A-E811-52EC-9C7B5E2F9E41}"/>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4" name="Rectangle 6">
            <a:extLst>
              <a:ext uri="{FF2B5EF4-FFF2-40B4-BE49-F238E27FC236}">
                <a16:creationId xmlns:a16="http://schemas.microsoft.com/office/drawing/2014/main" id="{A14D23A5-9C3C-A1A7-6085-C6ECE34C5976}"/>
              </a:ext>
            </a:extLst>
          </p:cNvPr>
          <p:cNvSpPr>
            <a:spLocks noGrp="1" noChangeArrowheads="1"/>
          </p:cNvSpPr>
          <p:nvPr>
            <p:ph type="sldNum" sz="quarter" idx="11"/>
          </p:nvPr>
        </p:nvSpPr>
        <p:spPr>
          <a:ln/>
        </p:spPr>
        <p:txBody>
          <a:bodyPr/>
          <a:lstStyle>
            <a:lvl1pPr>
              <a:defRPr/>
            </a:lvl1pPr>
          </a:lstStyle>
          <a:p>
            <a:pPr>
              <a:defRPr/>
            </a:pPr>
            <a:fld id="{09EEC947-F535-3840-A9DD-D2194C62392E}" type="slidenum">
              <a:rPr lang="ko-KR" altLang="en-US"/>
              <a:pPr>
                <a:defRPr/>
              </a:pPr>
              <a:t>‹#›</a:t>
            </a:fld>
            <a:endParaRPr lang="en-US" altLang="ko-KR"/>
          </a:p>
        </p:txBody>
      </p:sp>
    </p:spTree>
    <p:extLst>
      <p:ext uri="{BB962C8B-B14F-4D97-AF65-F5344CB8AC3E}">
        <p14:creationId xmlns:p14="http://schemas.microsoft.com/office/powerpoint/2010/main" val="96004090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oc id">
            <a:extLst>
              <a:ext uri="{FF2B5EF4-FFF2-40B4-BE49-F238E27FC236}">
                <a16:creationId xmlns:a16="http://schemas.microsoft.com/office/drawing/2014/main" id="{7000F83D-708B-5460-5882-9C53A45BA499}"/>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3" name="Rectangle 6">
            <a:extLst>
              <a:ext uri="{FF2B5EF4-FFF2-40B4-BE49-F238E27FC236}">
                <a16:creationId xmlns:a16="http://schemas.microsoft.com/office/drawing/2014/main" id="{0D3E7823-EB36-0BBC-F80B-FB6F79B1538E}"/>
              </a:ext>
            </a:extLst>
          </p:cNvPr>
          <p:cNvSpPr>
            <a:spLocks noGrp="1" noChangeArrowheads="1"/>
          </p:cNvSpPr>
          <p:nvPr>
            <p:ph type="sldNum" sz="quarter" idx="11"/>
          </p:nvPr>
        </p:nvSpPr>
        <p:spPr>
          <a:ln/>
        </p:spPr>
        <p:txBody>
          <a:bodyPr/>
          <a:lstStyle>
            <a:lvl1pPr>
              <a:defRPr/>
            </a:lvl1pPr>
          </a:lstStyle>
          <a:p>
            <a:pPr>
              <a:defRPr/>
            </a:pPr>
            <a:fld id="{59BC127B-36CA-E248-8C13-E38CD8F8D339}" type="slidenum">
              <a:rPr lang="ko-KR" altLang="en-US"/>
              <a:pPr>
                <a:defRPr/>
              </a:pPr>
              <a:t>‹#›</a:t>
            </a:fld>
            <a:endParaRPr lang="en-US" altLang="ko-KR"/>
          </a:p>
        </p:txBody>
      </p:sp>
    </p:spTree>
    <p:extLst>
      <p:ext uri="{BB962C8B-B14F-4D97-AF65-F5344CB8AC3E}">
        <p14:creationId xmlns:p14="http://schemas.microsoft.com/office/powerpoint/2010/main" val="145128178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제목 1"/>
          <p:cNvSpPr>
            <a:spLocks noGrp="1"/>
          </p:cNvSpPr>
          <p:nvPr>
            <p:ph type="title"/>
          </p:nvPr>
        </p:nvSpPr>
        <p:spPr>
          <a:xfrm>
            <a:off x="630118" y="1052186"/>
            <a:ext cx="2948110" cy="1004890"/>
          </a:xfrm>
        </p:spPr>
        <p:txBody>
          <a:bodyPr anchor="b"/>
          <a:lstStyle>
            <a:lvl1pPr>
              <a:defRPr sz="3265"/>
            </a:lvl1pPr>
          </a:lstStyle>
          <a:p>
            <a:r>
              <a:rPr lang="ko-KR" altLang="en-US"/>
              <a:t>마스터 제목 스타일 편집</a:t>
            </a:r>
          </a:p>
        </p:txBody>
      </p:sp>
      <p:sp>
        <p:nvSpPr>
          <p:cNvPr id="3" name="내용 개체 틀 2"/>
          <p:cNvSpPr>
            <a:spLocks noGrp="1"/>
          </p:cNvSpPr>
          <p:nvPr>
            <p:ph idx="1"/>
          </p:nvPr>
        </p:nvSpPr>
        <p:spPr>
          <a:xfrm>
            <a:off x="3887618" y="988044"/>
            <a:ext cx="4629504" cy="2449581"/>
          </a:xfrm>
        </p:spPr>
        <p:txBody>
          <a:bodyPr/>
          <a:lstStyle>
            <a:lvl1pPr>
              <a:defRPr sz="3265"/>
            </a:lvl1pPr>
            <a:lvl2pPr>
              <a:defRPr sz="2857"/>
            </a:lvl2pPr>
            <a:lvl3pPr>
              <a:defRPr sz="2449"/>
            </a:lvl3pPr>
            <a:lvl4pPr>
              <a:defRPr sz="2041"/>
            </a:lvl4pPr>
            <a:lvl5pPr>
              <a:defRPr sz="2041"/>
            </a:lvl5pPr>
            <a:lvl6pPr>
              <a:defRPr sz="2041"/>
            </a:lvl6pPr>
            <a:lvl7pPr>
              <a:defRPr sz="2041"/>
            </a:lvl7pPr>
            <a:lvl8pPr>
              <a:defRPr sz="2041"/>
            </a:lvl8pPr>
            <a:lvl9pPr>
              <a:defRPr sz="2041"/>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텍스트 개체 틀 3"/>
          <p:cNvSpPr>
            <a:spLocks noGrp="1"/>
          </p:cNvSpPr>
          <p:nvPr>
            <p:ph type="body" sz="half" idx="2"/>
          </p:nvPr>
        </p:nvSpPr>
        <p:spPr>
          <a:xfrm>
            <a:off x="630118" y="2057076"/>
            <a:ext cx="2948110" cy="502317"/>
          </a:xfrm>
        </p:spPr>
        <p:txBody>
          <a:bodyPr/>
          <a:lstStyle>
            <a:lvl1pPr marL="0" indent="0">
              <a:buNone/>
              <a:defRPr sz="1632"/>
            </a:lvl1pPr>
            <a:lvl2pPr marL="466481" indent="0">
              <a:buNone/>
              <a:defRPr sz="1428"/>
            </a:lvl2pPr>
            <a:lvl3pPr marL="932962" indent="0">
              <a:buNone/>
              <a:defRPr sz="1224"/>
            </a:lvl3pPr>
            <a:lvl4pPr marL="1399443" indent="0">
              <a:buNone/>
              <a:defRPr sz="1020"/>
            </a:lvl4pPr>
            <a:lvl5pPr marL="1865925" indent="0">
              <a:buNone/>
              <a:defRPr sz="1020"/>
            </a:lvl5pPr>
            <a:lvl6pPr marL="2332406" indent="0">
              <a:buNone/>
              <a:defRPr sz="1020"/>
            </a:lvl6pPr>
            <a:lvl7pPr marL="2798887" indent="0">
              <a:buNone/>
              <a:defRPr sz="1020"/>
            </a:lvl7pPr>
            <a:lvl8pPr marL="3265368" indent="0">
              <a:buNone/>
              <a:defRPr sz="1020"/>
            </a:lvl8pPr>
            <a:lvl9pPr marL="3731849" indent="0">
              <a:buNone/>
              <a:defRPr sz="1020"/>
            </a:lvl9pPr>
          </a:lstStyle>
          <a:p>
            <a:pPr lvl="0"/>
            <a:r>
              <a:rPr lang="ko-KR" altLang="en-US"/>
              <a:t>마스터 텍스트 스타일을 편집하려면 클릭</a:t>
            </a:r>
          </a:p>
        </p:txBody>
      </p:sp>
      <p:sp>
        <p:nvSpPr>
          <p:cNvPr id="5" name="doc id">
            <a:extLst>
              <a:ext uri="{FF2B5EF4-FFF2-40B4-BE49-F238E27FC236}">
                <a16:creationId xmlns:a16="http://schemas.microsoft.com/office/drawing/2014/main" id="{ECC23053-E8E2-0C37-6816-EAA56032A966}"/>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6" name="Rectangle 6">
            <a:extLst>
              <a:ext uri="{FF2B5EF4-FFF2-40B4-BE49-F238E27FC236}">
                <a16:creationId xmlns:a16="http://schemas.microsoft.com/office/drawing/2014/main" id="{4574CA68-0543-4577-D9D9-D435C110E5A0}"/>
              </a:ext>
            </a:extLst>
          </p:cNvPr>
          <p:cNvSpPr>
            <a:spLocks noGrp="1" noChangeArrowheads="1"/>
          </p:cNvSpPr>
          <p:nvPr>
            <p:ph type="sldNum" sz="quarter" idx="11"/>
          </p:nvPr>
        </p:nvSpPr>
        <p:spPr>
          <a:ln/>
        </p:spPr>
        <p:txBody>
          <a:bodyPr/>
          <a:lstStyle>
            <a:lvl1pPr>
              <a:defRPr/>
            </a:lvl1pPr>
          </a:lstStyle>
          <a:p>
            <a:pPr>
              <a:defRPr/>
            </a:pPr>
            <a:fld id="{35C6CF33-CD1D-3F45-9463-74F4D5074493}" type="slidenum">
              <a:rPr lang="ko-KR" altLang="en-US"/>
              <a:pPr>
                <a:defRPr/>
              </a:pPr>
              <a:t>‹#›</a:t>
            </a:fld>
            <a:endParaRPr lang="en-US" altLang="ko-KR"/>
          </a:p>
        </p:txBody>
      </p:sp>
    </p:spTree>
    <p:extLst>
      <p:ext uri="{BB962C8B-B14F-4D97-AF65-F5344CB8AC3E}">
        <p14:creationId xmlns:p14="http://schemas.microsoft.com/office/powerpoint/2010/main" val="389518855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제목 1"/>
          <p:cNvSpPr>
            <a:spLocks noGrp="1"/>
          </p:cNvSpPr>
          <p:nvPr>
            <p:ph type="title"/>
          </p:nvPr>
        </p:nvSpPr>
        <p:spPr>
          <a:xfrm>
            <a:off x="630118" y="1052186"/>
            <a:ext cx="2948110" cy="1004890"/>
          </a:xfrm>
        </p:spPr>
        <p:txBody>
          <a:bodyPr anchor="b"/>
          <a:lstStyle>
            <a:lvl1pPr>
              <a:defRPr sz="3265"/>
            </a:lvl1pPr>
          </a:lstStyle>
          <a:p>
            <a:r>
              <a:rPr lang="ko-KR" altLang="en-US"/>
              <a:t>마스터 제목 스타일 편집</a:t>
            </a:r>
          </a:p>
        </p:txBody>
      </p:sp>
      <p:sp>
        <p:nvSpPr>
          <p:cNvPr id="3" name="그림 개체 틀 2"/>
          <p:cNvSpPr>
            <a:spLocks noGrp="1"/>
          </p:cNvSpPr>
          <p:nvPr>
            <p:ph type="pic" idx="1"/>
          </p:nvPr>
        </p:nvSpPr>
        <p:spPr>
          <a:xfrm>
            <a:off x="3887618" y="988044"/>
            <a:ext cx="4629504" cy="502445"/>
          </a:xfrm>
        </p:spPr>
        <p:txBody>
          <a:bodyPr/>
          <a:lstStyle>
            <a:lvl1pPr marL="0" indent="0">
              <a:buNone/>
              <a:defRPr sz="3265"/>
            </a:lvl1pPr>
            <a:lvl2pPr marL="466481" indent="0">
              <a:buNone/>
              <a:defRPr sz="2857"/>
            </a:lvl2pPr>
            <a:lvl3pPr marL="932962" indent="0">
              <a:buNone/>
              <a:defRPr sz="2449"/>
            </a:lvl3pPr>
            <a:lvl4pPr marL="1399443" indent="0">
              <a:buNone/>
              <a:defRPr sz="2041"/>
            </a:lvl4pPr>
            <a:lvl5pPr marL="1865925" indent="0">
              <a:buNone/>
              <a:defRPr sz="2041"/>
            </a:lvl5pPr>
            <a:lvl6pPr marL="2332406" indent="0">
              <a:buNone/>
              <a:defRPr sz="2041"/>
            </a:lvl6pPr>
            <a:lvl7pPr marL="2798887" indent="0">
              <a:buNone/>
              <a:defRPr sz="2041"/>
            </a:lvl7pPr>
            <a:lvl8pPr marL="3265368" indent="0">
              <a:buNone/>
              <a:defRPr sz="2041"/>
            </a:lvl8pPr>
            <a:lvl9pPr marL="3731849" indent="0">
              <a:buNone/>
              <a:defRPr sz="2041"/>
            </a:lvl9pPr>
          </a:lstStyle>
          <a:p>
            <a:pPr lvl="0"/>
            <a:endParaRPr lang="ko-KR" altLang="en-US" noProof="0"/>
          </a:p>
        </p:txBody>
      </p:sp>
      <p:sp>
        <p:nvSpPr>
          <p:cNvPr id="4" name="텍스트 개체 틀 3"/>
          <p:cNvSpPr>
            <a:spLocks noGrp="1"/>
          </p:cNvSpPr>
          <p:nvPr>
            <p:ph type="body" sz="half" idx="2"/>
          </p:nvPr>
        </p:nvSpPr>
        <p:spPr>
          <a:xfrm>
            <a:off x="630118" y="2057076"/>
            <a:ext cx="2948110" cy="502317"/>
          </a:xfrm>
        </p:spPr>
        <p:txBody>
          <a:bodyPr/>
          <a:lstStyle>
            <a:lvl1pPr marL="0" indent="0">
              <a:buNone/>
              <a:defRPr sz="1632"/>
            </a:lvl1pPr>
            <a:lvl2pPr marL="466481" indent="0">
              <a:buNone/>
              <a:defRPr sz="1428"/>
            </a:lvl2pPr>
            <a:lvl3pPr marL="932962" indent="0">
              <a:buNone/>
              <a:defRPr sz="1224"/>
            </a:lvl3pPr>
            <a:lvl4pPr marL="1399443" indent="0">
              <a:buNone/>
              <a:defRPr sz="1020"/>
            </a:lvl4pPr>
            <a:lvl5pPr marL="1865925" indent="0">
              <a:buNone/>
              <a:defRPr sz="1020"/>
            </a:lvl5pPr>
            <a:lvl6pPr marL="2332406" indent="0">
              <a:buNone/>
              <a:defRPr sz="1020"/>
            </a:lvl6pPr>
            <a:lvl7pPr marL="2798887" indent="0">
              <a:buNone/>
              <a:defRPr sz="1020"/>
            </a:lvl7pPr>
            <a:lvl8pPr marL="3265368" indent="0">
              <a:buNone/>
              <a:defRPr sz="1020"/>
            </a:lvl8pPr>
            <a:lvl9pPr marL="3731849" indent="0">
              <a:buNone/>
              <a:defRPr sz="1020"/>
            </a:lvl9pPr>
          </a:lstStyle>
          <a:p>
            <a:pPr lvl="0"/>
            <a:r>
              <a:rPr lang="ko-KR" altLang="en-US"/>
              <a:t>마스터 텍스트 스타일을 편집하려면 클릭</a:t>
            </a:r>
          </a:p>
        </p:txBody>
      </p:sp>
      <p:sp>
        <p:nvSpPr>
          <p:cNvPr id="5" name="doc id">
            <a:extLst>
              <a:ext uri="{FF2B5EF4-FFF2-40B4-BE49-F238E27FC236}">
                <a16:creationId xmlns:a16="http://schemas.microsoft.com/office/drawing/2014/main" id="{25A31634-421A-66DB-E5C9-1CA94175565E}"/>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6" name="Rectangle 6">
            <a:extLst>
              <a:ext uri="{FF2B5EF4-FFF2-40B4-BE49-F238E27FC236}">
                <a16:creationId xmlns:a16="http://schemas.microsoft.com/office/drawing/2014/main" id="{3426749D-E2F6-BCB7-1129-03A6A2EB3EDA}"/>
              </a:ext>
            </a:extLst>
          </p:cNvPr>
          <p:cNvSpPr>
            <a:spLocks noGrp="1" noChangeArrowheads="1"/>
          </p:cNvSpPr>
          <p:nvPr>
            <p:ph type="sldNum" sz="quarter" idx="11"/>
          </p:nvPr>
        </p:nvSpPr>
        <p:spPr>
          <a:ln/>
        </p:spPr>
        <p:txBody>
          <a:bodyPr/>
          <a:lstStyle>
            <a:lvl1pPr>
              <a:defRPr/>
            </a:lvl1pPr>
          </a:lstStyle>
          <a:p>
            <a:pPr>
              <a:defRPr/>
            </a:pPr>
            <a:fld id="{77F99238-CCB9-0B47-95A6-8AC2986717AE}" type="slidenum">
              <a:rPr lang="ko-KR" altLang="en-US"/>
              <a:pPr>
                <a:defRPr/>
              </a:pPr>
              <a:t>‹#›</a:t>
            </a:fld>
            <a:endParaRPr lang="en-US" altLang="ko-KR"/>
          </a:p>
        </p:txBody>
      </p:sp>
    </p:spTree>
    <p:extLst>
      <p:ext uri="{BB962C8B-B14F-4D97-AF65-F5344CB8AC3E}">
        <p14:creationId xmlns:p14="http://schemas.microsoft.com/office/powerpoint/2010/main" val="352333901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a:t>마스터 제목 스타일 편집</a:t>
            </a:r>
          </a:p>
        </p:txBody>
      </p:sp>
      <p:sp>
        <p:nvSpPr>
          <p:cNvPr id="3" name="세로 텍스트 개체 틀 2"/>
          <p:cNvSpPr>
            <a:spLocks noGrp="1"/>
          </p:cNvSpPr>
          <p:nvPr>
            <p:ph type="body" orient="vert" idx="1"/>
          </p:nvPr>
        </p:nvSpPr>
        <p:spPr>
          <a:xfrm>
            <a:off x="5402623" y="1299036"/>
            <a:ext cx="3516219" cy="1247204"/>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doc id">
            <a:extLst>
              <a:ext uri="{FF2B5EF4-FFF2-40B4-BE49-F238E27FC236}">
                <a16:creationId xmlns:a16="http://schemas.microsoft.com/office/drawing/2014/main" id="{FD9CF819-3241-B301-982D-E0BB1A945BA8}"/>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5" name="Rectangle 6">
            <a:extLst>
              <a:ext uri="{FF2B5EF4-FFF2-40B4-BE49-F238E27FC236}">
                <a16:creationId xmlns:a16="http://schemas.microsoft.com/office/drawing/2014/main" id="{18C09A26-D4FB-B236-8A02-E5F6ABEA1D3D}"/>
              </a:ext>
            </a:extLst>
          </p:cNvPr>
          <p:cNvSpPr>
            <a:spLocks noGrp="1" noChangeArrowheads="1"/>
          </p:cNvSpPr>
          <p:nvPr>
            <p:ph type="sldNum" sz="quarter" idx="11"/>
          </p:nvPr>
        </p:nvSpPr>
        <p:spPr>
          <a:ln/>
        </p:spPr>
        <p:txBody>
          <a:bodyPr/>
          <a:lstStyle>
            <a:lvl1pPr>
              <a:defRPr/>
            </a:lvl1pPr>
          </a:lstStyle>
          <a:p>
            <a:pPr>
              <a:defRPr/>
            </a:pPr>
            <a:fld id="{ACA0AF71-986D-B64C-A9BB-47B8397E7A69}" type="slidenum">
              <a:rPr lang="ko-KR" altLang="en-US"/>
              <a:pPr>
                <a:defRPr/>
              </a:pPr>
              <a:t>‹#›</a:t>
            </a:fld>
            <a:endParaRPr lang="en-US" altLang="ko-KR"/>
          </a:p>
        </p:txBody>
      </p:sp>
    </p:spTree>
    <p:extLst>
      <p:ext uri="{BB962C8B-B14F-4D97-AF65-F5344CB8AC3E}">
        <p14:creationId xmlns:p14="http://schemas.microsoft.com/office/powerpoint/2010/main" val="109848715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세로 제목 1"/>
          <p:cNvSpPr>
            <a:spLocks noGrp="1"/>
          </p:cNvSpPr>
          <p:nvPr>
            <p:ph type="title" orient="vert"/>
          </p:nvPr>
        </p:nvSpPr>
        <p:spPr>
          <a:xfrm>
            <a:off x="8322012" y="234864"/>
            <a:ext cx="596830" cy="2311375"/>
          </a:xfrm>
        </p:spPr>
        <p:txBody>
          <a:bodyPr vert="eaVert"/>
          <a:lstStyle/>
          <a:p>
            <a:r>
              <a:rPr lang="ko-KR" altLang="en-US"/>
              <a:t>마스터 제목 스타일 편집</a:t>
            </a:r>
          </a:p>
        </p:txBody>
      </p:sp>
      <p:sp>
        <p:nvSpPr>
          <p:cNvPr id="3" name="세로 텍스트 개체 틀 2"/>
          <p:cNvSpPr>
            <a:spLocks noGrp="1"/>
          </p:cNvSpPr>
          <p:nvPr>
            <p:ph type="body" orient="vert" idx="1"/>
          </p:nvPr>
        </p:nvSpPr>
        <p:spPr>
          <a:xfrm>
            <a:off x="5058263" y="234864"/>
            <a:ext cx="1506951" cy="2311375"/>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4" name="doc id">
            <a:extLst>
              <a:ext uri="{FF2B5EF4-FFF2-40B4-BE49-F238E27FC236}">
                <a16:creationId xmlns:a16="http://schemas.microsoft.com/office/drawing/2014/main" id="{2ABBA468-7E7F-1D0E-67C2-F7E397A025B7}"/>
              </a:ext>
            </a:extLst>
          </p:cNvPr>
          <p:cNvSpPr>
            <a:spLocks noGrp="1" noChangeArrowheads="1"/>
          </p:cNvSpPr>
          <p:nvPr>
            <p:ph type="ftr" sz="quarter" idx="10"/>
          </p:nvPr>
        </p:nvSpPr>
        <p:spPr>
          <a:ln/>
        </p:spPr>
        <p:txBody>
          <a:bodyPr/>
          <a:lstStyle>
            <a:lvl1pPr>
              <a:defRPr/>
            </a:lvl1pPr>
          </a:lstStyle>
          <a:p>
            <a:pPr>
              <a:defRPr/>
            </a:pPr>
            <a:endParaRPr lang="ko-KR" altLang="en-US"/>
          </a:p>
        </p:txBody>
      </p:sp>
      <p:sp>
        <p:nvSpPr>
          <p:cNvPr id="5" name="Rectangle 6">
            <a:extLst>
              <a:ext uri="{FF2B5EF4-FFF2-40B4-BE49-F238E27FC236}">
                <a16:creationId xmlns:a16="http://schemas.microsoft.com/office/drawing/2014/main" id="{F06DA7A8-4887-274E-097E-87086E59EE62}"/>
              </a:ext>
            </a:extLst>
          </p:cNvPr>
          <p:cNvSpPr>
            <a:spLocks noGrp="1" noChangeArrowheads="1"/>
          </p:cNvSpPr>
          <p:nvPr>
            <p:ph type="sldNum" sz="quarter" idx="11"/>
          </p:nvPr>
        </p:nvSpPr>
        <p:spPr>
          <a:ln/>
        </p:spPr>
        <p:txBody>
          <a:bodyPr/>
          <a:lstStyle>
            <a:lvl1pPr>
              <a:defRPr/>
            </a:lvl1pPr>
          </a:lstStyle>
          <a:p>
            <a:pPr>
              <a:defRPr/>
            </a:pPr>
            <a:fld id="{46977ED3-372B-4C41-A07D-54D46F5EF6D6}" type="slidenum">
              <a:rPr lang="ko-KR" altLang="en-US"/>
              <a:pPr>
                <a:defRPr/>
              </a:pPr>
              <a:t>‹#›</a:t>
            </a:fld>
            <a:endParaRPr lang="en-US" altLang="ko-KR"/>
          </a:p>
        </p:txBody>
      </p:sp>
    </p:spTree>
    <p:extLst>
      <p:ext uri="{BB962C8B-B14F-4D97-AF65-F5344CB8AC3E}">
        <p14:creationId xmlns:p14="http://schemas.microsoft.com/office/powerpoint/2010/main" val="148389476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18" Type="http://schemas.openxmlformats.org/officeDocument/2006/relationships/tags" Target="../tags/tag5.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ags" Target="../tags/tag4.xml"/><Relationship Id="rId2" Type="http://schemas.openxmlformats.org/officeDocument/2006/relationships/slideLayout" Target="../slideLayouts/slideLayout2.xml"/><Relationship Id="rId16" Type="http://schemas.openxmlformats.org/officeDocument/2006/relationships/tags" Target="../tags/tag3.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ags" Target="../tags/tag2.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ags" Target="../tags/tag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theme" Target="../theme/theme2.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theme" Target="../theme/theme3.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29DFF519-DCE9-2285-C92C-B4401DA4CB72}"/>
              </a:ext>
            </a:extLst>
          </p:cNvPr>
          <p:cNvSpPr>
            <a:spLocks noGrp="1" noChangeArrowheads="1"/>
          </p:cNvSpPr>
          <p:nvPr>
            <p:ph type="title"/>
            <p:custDataLst>
              <p:tags r:id="rId14"/>
            </p:custDataLst>
          </p:nvPr>
        </p:nvSpPr>
        <p:spPr bwMode="auto">
          <a:xfrm>
            <a:off x="1836738" y="1771650"/>
            <a:ext cx="6238875" cy="166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p>
            <a:pPr lvl="0"/>
            <a:r>
              <a:rPr lang="en-US" altLang="ko-KR"/>
              <a:t>EXHIBIT</a:t>
            </a:r>
          </a:p>
        </p:txBody>
      </p:sp>
      <p:sp>
        <p:nvSpPr>
          <p:cNvPr id="19459" name="Rectangle 3">
            <a:extLst>
              <a:ext uri="{FF2B5EF4-FFF2-40B4-BE49-F238E27FC236}">
                <a16:creationId xmlns:a16="http://schemas.microsoft.com/office/drawing/2014/main" id="{4591FF56-3EC9-83E7-D78F-4914B412208B}"/>
              </a:ext>
            </a:extLst>
          </p:cNvPr>
          <p:cNvSpPr>
            <a:spLocks noGrp="1" noChangeArrowheads="1"/>
          </p:cNvSpPr>
          <p:nvPr>
            <p:ph type="body" idx="1"/>
            <p:custDataLst>
              <p:tags r:id="rId15"/>
            </p:custDataLst>
          </p:nvPr>
        </p:nvSpPr>
        <p:spPr bwMode="auto">
          <a:xfrm>
            <a:off x="1836738" y="2312988"/>
            <a:ext cx="6256337"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p>
            <a:pPr lvl="0"/>
            <a:r>
              <a:rPr lang="en-US" altLang="ko-KR"/>
              <a:t>Normal text</a:t>
            </a:r>
          </a:p>
          <a:p>
            <a:pPr lvl="1"/>
            <a:r>
              <a:rPr lang="en-US" altLang="ko-KR"/>
              <a:t>Bullet</a:t>
            </a:r>
          </a:p>
          <a:p>
            <a:pPr lvl="2"/>
            <a:r>
              <a:rPr lang="en-US" altLang="ko-KR"/>
              <a:t>En dash</a:t>
            </a:r>
          </a:p>
          <a:p>
            <a:pPr lvl="3"/>
            <a:r>
              <a:rPr lang="en-US" altLang="ko-KR"/>
              <a:t>Dot</a:t>
            </a:r>
          </a:p>
          <a:p>
            <a:pPr lvl="4"/>
            <a:r>
              <a:rPr lang="en-US" altLang="ko-KR"/>
              <a:t>.. Double dot</a:t>
            </a:r>
          </a:p>
        </p:txBody>
      </p:sp>
      <p:sp>
        <p:nvSpPr>
          <p:cNvPr id="969732" name="Rectangle 4">
            <a:extLst>
              <a:ext uri="{FF2B5EF4-FFF2-40B4-BE49-F238E27FC236}">
                <a16:creationId xmlns:a16="http://schemas.microsoft.com/office/drawing/2014/main" id="{2CCD0651-2612-D6FE-1382-80C1FC750BF3}"/>
              </a:ext>
            </a:extLst>
          </p:cNvPr>
          <p:cNvSpPr>
            <a:spLocks noGrp="1" noChangeArrowheads="1"/>
          </p:cNvSpPr>
          <p:nvPr>
            <p:ph type="ftr" sz="quarter" idx="3"/>
            <p:custDataLst>
              <p:tags r:id="rId16"/>
            </p:custDataLst>
          </p:nvPr>
        </p:nvSpPr>
        <p:spPr bwMode="auto">
          <a:xfrm>
            <a:off x="5899150" y="182563"/>
            <a:ext cx="2720975" cy="106362"/>
          </a:xfrm>
          <a:prstGeom prst="rect">
            <a:avLst/>
          </a:prstGeom>
          <a:noFill/>
          <a:ln>
            <a:noFill/>
          </a:ln>
          <a:effectLst/>
        </p:spPr>
        <p:txBody>
          <a:bodyPr vert="horz" wrap="square" lIns="0" tIns="0" rIns="0" bIns="0" numCol="1" anchor="t" anchorCtr="0" compatLnSpc="1">
            <a:prstTxWarp prst="textNoShape">
              <a:avLst/>
            </a:prstTxWarp>
            <a:spAutoFit/>
          </a:bodyPr>
          <a:lstStyle>
            <a:lvl1pPr algn="r" defTabSz="893763" eaLnBrk="0" hangingPunct="0">
              <a:buFontTx/>
              <a:buNone/>
              <a:defRPr sz="700">
                <a:ea typeface="+mn-ea"/>
              </a:defRPr>
            </a:lvl1pPr>
          </a:lstStyle>
          <a:p>
            <a:pPr>
              <a:defRPr/>
            </a:pPr>
            <a:r>
              <a:rPr lang="ko-KR" altLang="en-US"/>
              <a:t>Presentation Title  |  Confidential  | Document Id </a:t>
            </a:r>
            <a:endParaRPr lang="en-US" altLang="ko-KR"/>
          </a:p>
        </p:txBody>
      </p:sp>
      <p:sp>
        <p:nvSpPr>
          <p:cNvPr id="969733" name="Rectangle 5">
            <a:extLst>
              <a:ext uri="{FF2B5EF4-FFF2-40B4-BE49-F238E27FC236}">
                <a16:creationId xmlns:a16="http://schemas.microsoft.com/office/drawing/2014/main" id="{7975D275-3FED-4320-2C6A-FB29D9B0985A}"/>
              </a:ext>
            </a:extLst>
          </p:cNvPr>
          <p:cNvSpPr>
            <a:spLocks noGrp="1" noChangeArrowheads="1"/>
          </p:cNvSpPr>
          <p:nvPr>
            <p:ph type="sldNum" sz="quarter" idx="4"/>
            <p:custDataLst>
              <p:tags r:id="rId17"/>
            </p:custDataLst>
          </p:nvPr>
        </p:nvSpPr>
        <p:spPr bwMode="auto">
          <a:xfrm>
            <a:off x="6716713" y="6411913"/>
            <a:ext cx="1792287" cy="168275"/>
          </a:xfrm>
          <a:prstGeom prst="rect">
            <a:avLst/>
          </a:prstGeom>
          <a:noFill/>
          <a:ln>
            <a:noFill/>
          </a:ln>
          <a:effectLst/>
        </p:spPr>
        <p:txBody>
          <a:bodyPr vert="horz" wrap="square" lIns="0" tIns="0" rIns="0" bIns="0" numCol="1" anchor="t" anchorCtr="0" compatLnSpc="1">
            <a:prstTxWarp prst="textNoShape">
              <a:avLst/>
            </a:prstTxWarp>
            <a:spAutoFit/>
          </a:bodyPr>
          <a:lstStyle>
            <a:lvl1pPr algn="r" defTabSz="893763" eaLnBrk="0" hangingPunct="0">
              <a:buFontTx/>
              <a:buNone/>
              <a:defRPr sz="1100">
                <a:ea typeface="+mn-ea"/>
              </a:defRPr>
            </a:lvl1pPr>
          </a:lstStyle>
          <a:p>
            <a:pPr>
              <a:defRPr/>
            </a:pPr>
            <a:fld id="{41C1475C-F5C0-A543-AE9E-92E545D84F9A}" type="slidenum">
              <a:rPr lang="ko-KR" altLang="en-US"/>
              <a:pPr>
                <a:defRPr/>
              </a:pPr>
              <a:t>‹#›</a:t>
            </a:fld>
            <a:endParaRPr lang="en-US" altLang="ko-KR"/>
          </a:p>
        </p:txBody>
      </p:sp>
      <p:grpSp>
        <p:nvGrpSpPr>
          <p:cNvPr id="19462" name="McK Slide Elements">
            <a:extLst>
              <a:ext uri="{FF2B5EF4-FFF2-40B4-BE49-F238E27FC236}">
                <a16:creationId xmlns:a16="http://schemas.microsoft.com/office/drawing/2014/main" id="{807577B3-C54D-0616-1AFF-F931A087C749}"/>
              </a:ext>
            </a:extLst>
          </p:cNvPr>
          <p:cNvGrpSpPr>
            <a:grpSpLocks/>
          </p:cNvGrpSpPr>
          <p:nvPr>
            <p:custDataLst>
              <p:tags r:id="rId18"/>
            </p:custDataLst>
          </p:nvPr>
        </p:nvGrpSpPr>
        <p:grpSpPr bwMode="auto">
          <a:xfrm>
            <a:off x="1836738" y="1117600"/>
            <a:ext cx="6256337" cy="5246688"/>
            <a:chOff x="1352" y="776"/>
            <a:chExt cx="4606" cy="3645"/>
          </a:xfrm>
        </p:grpSpPr>
        <p:sp>
          <p:nvSpPr>
            <p:cNvPr id="969735" name="McK Measure" hidden="1">
              <a:extLst>
                <a:ext uri="{FF2B5EF4-FFF2-40B4-BE49-F238E27FC236}">
                  <a16:creationId xmlns:a16="http://schemas.microsoft.com/office/drawing/2014/main" id="{D85F78C0-BDC9-B845-6847-191736E1FC88}"/>
                </a:ext>
              </a:extLst>
            </p:cNvPr>
            <p:cNvSpPr>
              <a:spLocks noChangeArrowheads="1"/>
            </p:cNvSpPr>
            <p:nvPr/>
          </p:nvSpPr>
          <p:spPr bwMode="auto">
            <a:xfrm>
              <a:off x="1352" y="1387"/>
              <a:ext cx="4606" cy="115"/>
            </a:xfrm>
            <a:prstGeom prst="rect">
              <a:avLst/>
            </a:prstGeom>
            <a:noFill/>
            <a:ln>
              <a:noFill/>
            </a:ln>
            <a:effectLst/>
          </p:spPr>
          <p:txBody>
            <a:bodyPr lIns="0" tIns="0" rIns="0" bIns="0">
              <a:spAutoFit/>
            </a:bodyPr>
            <a:lstStyle>
              <a:lvl1pPr algn="l" defTabSz="801688">
                <a:defRPr>
                  <a:solidFill>
                    <a:schemeClr val="tx1"/>
                  </a:solidFill>
                  <a:latin typeface="Arial" panose="020B0604020202020204" pitchFamily="34" charset="0"/>
                  <a:cs typeface="Arial" panose="020B0604020202020204" pitchFamily="34" charset="0"/>
                </a:defRPr>
              </a:lvl1pPr>
              <a:lvl2pPr marL="400050" algn="l" defTabSz="801688">
                <a:defRPr>
                  <a:solidFill>
                    <a:schemeClr val="tx1"/>
                  </a:solidFill>
                  <a:latin typeface="Arial" panose="020B0604020202020204" pitchFamily="34" charset="0"/>
                  <a:cs typeface="Arial" panose="020B0604020202020204" pitchFamily="34" charset="0"/>
                </a:defRPr>
              </a:lvl2pPr>
              <a:lvl3pPr marL="801688" algn="l" defTabSz="801688">
                <a:defRPr>
                  <a:solidFill>
                    <a:schemeClr val="tx1"/>
                  </a:solidFill>
                  <a:latin typeface="Arial" panose="020B0604020202020204" pitchFamily="34" charset="0"/>
                  <a:cs typeface="Arial" panose="020B0604020202020204" pitchFamily="34" charset="0"/>
                </a:defRPr>
              </a:lvl3pPr>
              <a:lvl4pPr marL="1201738" algn="l" defTabSz="801688">
                <a:defRPr>
                  <a:solidFill>
                    <a:schemeClr val="tx1"/>
                  </a:solidFill>
                  <a:latin typeface="Arial" panose="020B0604020202020204" pitchFamily="34" charset="0"/>
                  <a:cs typeface="Arial" panose="020B0604020202020204" pitchFamily="34" charset="0"/>
                </a:defRPr>
              </a:lvl4pPr>
              <a:lvl5pPr marL="1603375" algn="l" defTabSz="801688">
                <a:defRPr>
                  <a:solidFill>
                    <a:schemeClr val="tx1"/>
                  </a:solidFill>
                  <a:latin typeface="Arial" panose="020B0604020202020204" pitchFamily="34" charset="0"/>
                  <a:cs typeface="Arial" panose="020B0604020202020204" pitchFamily="34" charset="0"/>
                </a:defRPr>
              </a:lvl5pPr>
              <a:lvl6pPr marL="20605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5177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29749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4321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n-US" altLang="ko-KR" sz="1100"/>
                <a:t>Unit of measure</a:t>
              </a:r>
            </a:p>
          </p:txBody>
        </p:sp>
        <p:sp>
          <p:nvSpPr>
            <p:cNvPr id="969736" name="McK Footnote" hidden="1">
              <a:extLst>
                <a:ext uri="{FF2B5EF4-FFF2-40B4-BE49-F238E27FC236}">
                  <a16:creationId xmlns:a16="http://schemas.microsoft.com/office/drawing/2014/main" id="{7ADB9758-6696-71D5-AC1B-13823AB2D3D9}"/>
                </a:ext>
              </a:extLst>
            </p:cNvPr>
            <p:cNvSpPr>
              <a:spLocks noChangeArrowheads="1"/>
            </p:cNvSpPr>
            <p:nvPr/>
          </p:nvSpPr>
          <p:spPr bwMode="auto">
            <a:xfrm>
              <a:off x="1352" y="4231"/>
              <a:ext cx="4602" cy="190"/>
            </a:xfrm>
            <a:prstGeom prst="rect">
              <a:avLst/>
            </a:prstGeom>
            <a:noFill/>
            <a:ln>
              <a:noFill/>
            </a:ln>
            <a:effectLst/>
          </p:spPr>
          <p:txBody>
            <a:bodyPr lIns="0" tIns="0" rIns="0" bIns="0" anchor="b">
              <a:spAutoFit/>
            </a:bodyPr>
            <a:lstStyle>
              <a:lvl1pPr marL="400050" indent="-400050" algn="l" defTabSz="801688">
                <a:tabLst>
                  <a:tab pos="350838" algn="r"/>
                </a:tabLst>
                <a:defRPr>
                  <a:solidFill>
                    <a:schemeClr val="tx1"/>
                  </a:solidFill>
                  <a:latin typeface="Arial" panose="020B0604020202020204" pitchFamily="34" charset="0"/>
                  <a:cs typeface="Arial" panose="020B0604020202020204" pitchFamily="34" charset="0"/>
                </a:defRPr>
              </a:lvl1pPr>
              <a:lvl2pPr marL="650875" algn="l" defTabSz="801688">
                <a:tabLst>
                  <a:tab pos="350838" algn="r"/>
                </a:tabLst>
                <a:defRPr>
                  <a:solidFill>
                    <a:schemeClr val="tx1"/>
                  </a:solidFill>
                  <a:latin typeface="Arial" panose="020B0604020202020204" pitchFamily="34" charset="0"/>
                  <a:cs typeface="Arial" panose="020B0604020202020204" pitchFamily="34" charset="0"/>
                </a:defRPr>
              </a:lvl2pPr>
              <a:lvl3pPr marL="801688" algn="l" defTabSz="801688">
                <a:tabLst>
                  <a:tab pos="350838" algn="r"/>
                </a:tabLst>
                <a:defRPr>
                  <a:solidFill>
                    <a:schemeClr val="tx1"/>
                  </a:solidFill>
                  <a:latin typeface="Arial" panose="020B0604020202020204" pitchFamily="34" charset="0"/>
                  <a:cs typeface="Arial" panose="020B0604020202020204" pitchFamily="34" charset="0"/>
                </a:defRPr>
              </a:lvl3pPr>
              <a:lvl4pPr marL="1201738" algn="l" defTabSz="801688">
                <a:tabLst>
                  <a:tab pos="350838" algn="r"/>
                </a:tabLst>
                <a:defRPr>
                  <a:solidFill>
                    <a:schemeClr val="tx1"/>
                  </a:solidFill>
                  <a:latin typeface="Arial" panose="020B0604020202020204" pitchFamily="34" charset="0"/>
                  <a:cs typeface="Arial" panose="020B0604020202020204" pitchFamily="34" charset="0"/>
                </a:defRPr>
              </a:lvl4pPr>
              <a:lvl5pPr marL="1603375" algn="l" defTabSz="801688">
                <a:tabLst>
                  <a:tab pos="350838" algn="r"/>
                </a:tabLst>
                <a:defRPr>
                  <a:solidFill>
                    <a:schemeClr val="tx1"/>
                  </a:solidFill>
                  <a:latin typeface="Arial" panose="020B0604020202020204" pitchFamily="34" charset="0"/>
                  <a:cs typeface="Arial" panose="020B0604020202020204" pitchFamily="34" charset="0"/>
                </a:defRPr>
              </a:lvl5pPr>
              <a:lvl6pPr marL="2060575" defTabSz="801688" fontAlgn="base">
                <a:spcBef>
                  <a:spcPct val="0"/>
                </a:spcBef>
                <a:spcAft>
                  <a:spcPct val="0"/>
                </a:spcAft>
                <a:tabLst>
                  <a:tab pos="350838" algn="r"/>
                </a:tabLst>
                <a:defRPr>
                  <a:solidFill>
                    <a:schemeClr val="tx1"/>
                  </a:solidFill>
                  <a:latin typeface="Arial" panose="020B0604020202020204" pitchFamily="34" charset="0"/>
                  <a:cs typeface="Arial" panose="020B0604020202020204" pitchFamily="34" charset="0"/>
                </a:defRPr>
              </a:lvl6pPr>
              <a:lvl7pPr marL="2517775" defTabSz="801688" fontAlgn="base">
                <a:spcBef>
                  <a:spcPct val="0"/>
                </a:spcBef>
                <a:spcAft>
                  <a:spcPct val="0"/>
                </a:spcAft>
                <a:tabLst>
                  <a:tab pos="350838" algn="r"/>
                </a:tabLst>
                <a:defRPr>
                  <a:solidFill>
                    <a:schemeClr val="tx1"/>
                  </a:solidFill>
                  <a:latin typeface="Arial" panose="020B0604020202020204" pitchFamily="34" charset="0"/>
                  <a:cs typeface="Arial" panose="020B0604020202020204" pitchFamily="34" charset="0"/>
                </a:defRPr>
              </a:lvl7pPr>
              <a:lvl8pPr marL="2974975" defTabSz="801688" fontAlgn="base">
                <a:spcBef>
                  <a:spcPct val="0"/>
                </a:spcBef>
                <a:spcAft>
                  <a:spcPct val="0"/>
                </a:spcAft>
                <a:tabLst>
                  <a:tab pos="350838" algn="r"/>
                </a:tabLst>
                <a:defRPr>
                  <a:solidFill>
                    <a:schemeClr val="tx1"/>
                  </a:solidFill>
                  <a:latin typeface="Arial" panose="020B0604020202020204" pitchFamily="34" charset="0"/>
                  <a:cs typeface="Arial" panose="020B0604020202020204" pitchFamily="34" charset="0"/>
                </a:defRPr>
              </a:lvl8pPr>
              <a:lvl9pPr marL="3432175" defTabSz="801688" fontAlgn="base">
                <a:spcBef>
                  <a:spcPct val="0"/>
                </a:spcBef>
                <a:spcAft>
                  <a:spcPct val="0"/>
                </a:spcAft>
                <a:tabLst>
                  <a:tab pos="350838" algn="r"/>
                </a:tabLst>
                <a:defRPr>
                  <a:solidFill>
                    <a:schemeClr val="tx1"/>
                  </a:solidFill>
                  <a:latin typeface="Arial" panose="020B0604020202020204" pitchFamily="34" charset="0"/>
                  <a:cs typeface="Arial" panose="020B0604020202020204" pitchFamily="34" charset="0"/>
                </a:defRPr>
              </a:lvl9pPr>
            </a:lstStyle>
            <a:p>
              <a:pPr>
                <a:spcAft>
                  <a:spcPts val="200"/>
                </a:spcAft>
                <a:defRPr/>
              </a:pPr>
              <a:r>
                <a:rPr lang="ko-KR" altLang="en-US" sz="800"/>
                <a:t>	*	</a:t>
              </a:r>
              <a:r>
                <a:rPr lang="en-US" altLang="ko-KR" sz="800"/>
                <a:t>Footnote</a:t>
              </a:r>
            </a:p>
            <a:p>
              <a:pPr>
                <a:defRPr/>
              </a:pPr>
              <a:r>
                <a:rPr lang="en-US" altLang="ko-KR" sz="800"/>
                <a:t>	Source:	Sources</a:t>
              </a:r>
            </a:p>
          </p:txBody>
        </p:sp>
        <p:sp>
          <p:nvSpPr>
            <p:cNvPr id="969737" name="McK Message" hidden="1">
              <a:extLst>
                <a:ext uri="{FF2B5EF4-FFF2-40B4-BE49-F238E27FC236}">
                  <a16:creationId xmlns:a16="http://schemas.microsoft.com/office/drawing/2014/main" id="{D1083540-E2AF-A099-757F-09B7BE37E8AF}"/>
                </a:ext>
              </a:extLst>
            </p:cNvPr>
            <p:cNvSpPr>
              <a:spLocks noChangeArrowheads="1"/>
            </p:cNvSpPr>
            <p:nvPr/>
          </p:nvSpPr>
          <p:spPr bwMode="auto">
            <a:xfrm>
              <a:off x="1352" y="776"/>
              <a:ext cx="4602" cy="135"/>
            </a:xfrm>
            <a:prstGeom prst="rect">
              <a:avLst/>
            </a:prstGeom>
            <a:noFill/>
            <a:ln>
              <a:noFill/>
            </a:ln>
            <a:effectLst/>
          </p:spPr>
          <p:txBody>
            <a:bodyPr lIns="0" tIns="0" rIns="0" bIns="0">
              <a:spAutoFit/>
            </a:bodyPr>
            <a:lstStyle>
              <a:lvl1pPr algn="l" defTabSz="801688">
                <a:defRPr>
                  <a:solidFill>
                    <a:schemeClr val="tx1"/>
                  </a:solidFill>
                  <a:latin typeface="Arial" panose="020B0604020202020204" pitchFamily="34" charset="0"/>
                  <a:cs typeface="Arial" panose="020B0604020202020204" pitchFamily="34" charset="0"/>
                </a:defRPr>
              </a:lvl1pPr>
              <a:lvl2pPr marL="400050" algn="l" defTabSz="801688">
                <a:defRPr>
                  <a:solidFill>
                    <a:schemeClr val="tx1"/>
                  </a:solidFill>
                  <a:latin typeface="Arial" panose="020B0604020202020204" pitchFamily="34" charset="0"/>
                  <a:cs typeface="Arial" panose="020B0604020202020204" pitchFamily="34" charset="0"/>
                </a:defRPr>
              </a:lvl2pPr>
              <a:lvl3pPr marL="801688" algn="l" defTabSz="801688">
                <a:defRPr>
                  <a:solidFill>
                    <a:schemeClr val="tx1"/>
                  </a:solidFill>
                  <a:latin typeface="Arial" panose="020B0604020202020204" pitchFamily="34" charset="0"/>
                  <a:cs typeface="Arial" panose="020B0604020202020204" pitchFamily="34" charset="0"/>
                </a:defRPr>
              </a:lvl3pPr>
              <a:lvl4pPr marL="1201738" algn="l" defTabSz="801688">
                <a:defRPr>
                  <a:solidFill>
                    <a:schemeClr val="tx1"/>
                  </a:solidFill>
                  <a:latin typeface="Arial" panose="020B0604020202020204" pitchFamily="34" charset="0"/>
                  <a:cs typeface="Arial" panose="020B0604020202020204" pitchFamily="34" charset="0"/>
                </a:defRPr>
              </a:lvl4pPr>
              <a:lvl5pPr marL="1603375" algn="l" defTabSz="801688">
                <a:defRPr>
                  <a:solidFill>
                    <a:schemeClr val="tx1"/>
                  </a:solidFill>
                  <a:latin typeface="Arial" panose="020B0604020202020204" pitchFamily="34" charset="0"/>
                  <a:cs typeface="Arial" panose="020B0604020202020204" pitchFamily="34" charset="0"/>
                </a:defRPr>
              </a:lvl5pPr>
              <a:lvl6pPr marL="20605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5177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29749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432175" defTabSz="801688"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n-US" altLang="ko-KR" sz="1200" b="1"/>
                <a:t>Message</a:t>
              </a:r>
            </a:p>
          </p:txBody>
        </p:sp>
      </p:grpSp>
    </p:spTree>
  </p:cSld>
  <p:clrMap bg1="lt1" tx1="dk1" bg2="lt2" tx2="dk2" accent1="accent1" accent2="accent2" accent3="accent3" accent4="accent4" accent5="accent5" accent6="accent6" hlink="hlink" folHlink="folHlink"/>
  <p:sldLayoutIdLst>
    <p:sldLayoutId id="2147484274" r:id="rId1"/>
    <p:sldLayoutId id="2147484225" r:id="rId2"/>
    <p:sldLayoutId id="2147484226" r:id="rId3"/>
    <p:sldLayoutId id="2147484227" r:id="rId4"/>
    <p:sldLayoutId id="2147484228" r:id="rId5"/>
    <p:sldLayoutId id="2147484229" r:id="rId6"/>
    <p:sldLayoutId id="2147484230" r:id="rId7"/>
    <p:sldLayoutId id="2147484231" r:id="rId8"/>
    <p:sldLayoutId id="2147484232" r:id="rId9"/>
    <p:sldLayoutId id="2147484233" r:id="rId10"/>
    <p:sldLayoutId id="2147484234" r:id="rId11"/>
    <p:sldLayoutId id="2147484277" r:id="rId12"/>
  </p:sldLayoutIdLst>
  <p:hf hdr="0" dt="0"/>
  <p:txStyles>
    <p:titleStyle>
      <a:lvl1pPr algn="l" defTabSz="893763" rtl="0" eaLnBrk="0" fontAlgn="base" latinLnBrk="1" hangingPunct="0">
        <a:spcBef>
          <a:spcPct val="0"/>
        </a:spcBef>
        <a:spcAft>
          <a:spcPct val="0"/>
        </a:spcAft>
        <a:defRPr kumimoji="1" sz="1100" b="1" kern="1200">
          <a:solidFill>
            <a:schemeClr val="tx2"/>
          </a:solidFill>
          <a:latin typeface="+mj-lt"/>
          <a:ea typeface="+mj-ea"/>
          <a:cs typeface="+mj-cs"/>
        </a:defRPr>
      </a:lvl1pPr>
      <a:lvl2pPr algn="l" defTabSz="893763" rtl="0" eaLnBrk="0" fontAlgn="base" latinLnBrk="1" hangingPunct="0">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2pPr>
      <a:lvl3pPr algn="l" defTabSz="893763" rtl="0" eaLnBrk="0" fontAlgn="base" latinLnBrk="1" hangingPunct="0">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3pPr>
      <a:lvl4pPr algn="l" defTabSz="893763" rtl="0" eaLnBrk="0" fontAlgn="base" latinLnBrk="1" hangingPunct="0">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4pPr>
      <a:lvl5pPr algn="l" defTabSz="893763" rtl="0" eaLnBrk="0" fontAlgn="base" latinLnBrk="1" hangingPunct="0">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5pPr>
      <a:lvl6pPr marL="457200" algn="l" defTabSz="893763" rtl="0" fontAlgn="base" latinLnBrk="1">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6pPr>
      <a:lvl7pPr marL="914400" algn="l" defTabSz="893763" rtl="0" fontAlgn="base" latinLnBrk="1">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7pPr>
      <a:lvl8pPr marL="1371600" algn="l" defTabSz="893763" rtl="0" fontAlgn="base" latinLnBrk="1">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8pPr>
      <a:lvl9pPr marL="1828800" algn="l" defTabSz="893763" rtl="0" fontAlgn="base" latinLnBrk="1">
        <a:spcBef>
          <a:spcPct val="0"/>
        </a:spcBef>
        <a:spcAft>
          <a:spcPct val="0"/>
        </a:spcAft>
        <a:defRPr kumimoji="1" sz="1100" b="1">
          <a:solidFill>
            <a:schemeClr val="tx2"/>
          </a:solidFill>
          <a:latin typeface="굴림" panose="020B0600000101010101" pitchFamily="50" charset="-127"/>
          <a:ea typeface="굴림" panose="020B0600000101010101" pitchFamily="50" charset="-127"/>
        </a:defRPr>
      </a:lvl9pPr>
    </p:titleStyle>
    <p:bodyStyle>
      <a:lvl1pPr algn="l" defTabSz="893763" rtl="0" eaLnBrk="0" fontAlgn="base" latinLnBrk="1" hangingPunct="0">
        <a:spcBef>
          <a:spcPct val="0"/>
        </a:spcBef>
        <a:spcAft>
          <a:spcPct val="0"/>
        </a:spcAft>
        <a:defRPr kumimoji="1" sz="1100" kern="1200">
          <a:solidFill>
            <a:schemeClr val="tx1"/>
          </a:solidFill>
          <a:latin typeface="+mn-lt"/>
          <a:ea typeface="+mn-ea"/>
          <a:cs typeface="+mn-cs"/>
        </a:defRPr>
      </a:lvl1pPr>
      <a:lvl2pPr marL="100013" indent="-98425" algn="l" defTabSz="893763" rtl="0" eaLnBrk="0" fontAlgn="base" latinLnBrk="1" hangingPunct="0">
        <a:spcBef>
          <a:spcPct val="0"/>
        </a:spcBef>
        <a:spcAft>
          <a:spcPct val="0"/>
        </a:spcAft>
        <a:buChar char="•"/>
        <a:defRPr kumimoji="1" sz="1100" kern="1200">
          <a:solidFill>
            <a:schemeClr val="tx1"/>
          </a:solidFill>
          <a:latin typeface="+mn-lt"/>
          <a:ea typeface="+mn-ea"/>
          <a:cs typeface="+mn-cs"/>
        </a:defRPr>
      </a:lvl2pPr>
      <a:lvl3pPr marL="200025" indent="-98425" algn="l" defTabSz="893763" rtl="0" eaLnBrk="0" fontAlgn="base" latinLnBrk="1" hangingPunct="0">
        <a:spcBef>
          <a:spcPct val="0"/>
        </a:spcBef>
        <a:spcAft>
          <a:spcPct val="0"/>
        </a:spcAft>
        <a:buChar char="–"/>
        <a:defRPr kumimoji="1" sz="1100" kern="1200">
          <a:solidFill>
            <a:schemeClr val="tx1"/>
          </a:solidFill>
          <a:latin typeface="+mn-lt"/>
          <a:ea typeface="+mn-ea"/>
          <a:cs typeface="+mn-cs"/>
        </a:defRPr>
      </a:lvl3pPr>
      <a:lvl4pPr marL="300038" indent="-98425" algn="l" defTabSz="893763" rtl="0" eaLnBrk="0" fontAlgn="base" latinLnBrk="1" hangingPunct="0">
        <a:spcBef>
          <a:spcPct val="0"/>
        </a:spcBef>
        <a:spcAft>
          <a:spcPct val="0"/>
        </a:spcAft>
        <a:buChar char="·"/>
        <a:defRPr kumimoji="1" sz="1100" kern="1200">
          <a:solidFill>
            <a:schemeClr val="tx1"/>
          </a:solidFill>
          <a:latin typeface="+mn-lt"/>
          <a:ea typeface="+mn-ea"/>
          <a:cs typeface="+mn-cs"/>
        </a:defRPr>
      </a:lvl4pPr>
      <a:lvl5pPr marL="400050" indent="-92075" algn="l" defTabSz="893763" rtl="0" eaLnBrk="0" fontAlgn="base" latinLnBrk="1" hangingPunct="0">
        <a:spcBef>
          <a:spcPct val="0"/>
        </a:spcBef>
        <a:spcAft>
          <a:spcPct val="0"/>
        </a:spcAft>
        <a:defRPr kumimoji="1" sz="11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62658" name="Rectangle 2">
            <a:extLst>
              <a:ext uri="{FF2B5EF4-FFF2-40B4-BE49-F238E27FC236}">
                <a16:creationId xmlns:a16="http://schemas.microsoft.com/office/drawing/2014/main" id="{5A6CD389-8C0D-60F9-B589-EB85400CB1E5}"/>
              </a:ext>
            </a:extLst>
          </p:cNvPr>
          <p:cNvSpPr>
            <a:spLocks noGrp="1" noChangeArrowheads="1"/>
          </p:cNvSpPr>
          <p:nvPr>
            <p:ph type="sldNum" sz="quarter" idx="4"/>
          </p:nvPr>
        </p:nvSpPr>
        <p:spPr bwMode="auto">
          <a:xfrm>
            <a:off x="144463" y="6607175"/>
            <a:ext cx="239712" cy="114300"/>
          </a:xfrm>
          <a:prstGeom prst="rect">
            <a:avLst/>
          </a:prstGeom>
          <a:noFill/>
          <a:ln>
            <a:noFill/>
          </a:ln>
          <a:effectLst/>
        </p:spPr>
        <p:txBody>
          <a:bodyPr vert="horz" wrap="square" lIns="0" tIns="0" rIns="0" bIns="0" numCol="1" anchor="b" anchorCtr="0" compatLnSpc="1">
            <a:prstTxWarp prst="textNoShape">
              <a:avLst/>
            </a:prstTxWarp>
            <a:spAutoFit/>
          </a:bodyPr>
          <a:lstStyle>
            <a:lvl1pPr algn="ctr" eaLnBrk="1" hangingPunct="1">
              <a:spcBef>
                <a:spcPct val="0"/>
              </a:spcBef>
              <a:buFont typeface="Wingdings" panose="05000000000000000000" pitchFamily="2" charset="2"/>
              <a:buNone/>
              <a:defRPr sz="738"/>
            </a:lvl1pPr>
          </a:lstStyle>
          <a:p>
            <a:pPr>
              <a:defRPr/>
            </a:pPr>
            <a:fld id="{1C5B0F31-2C69-3C49-AAB6-83AE787F605D}" type="slidenum">
              <a:rPr lang="en-GB" altLang="en-GB"/>
              <a:pPr>
                <a:defRPr/>
              </a:pPr>
              <a:t>‹#›</a:t>
            </a:fld>
            <a:endParaRPr lang="en-GB" altLang="en-GB"/>
          </a:p>
        </p:txBody>
      </p:sp>
      <p:sp>
        <p:nvSpPr>
          <p:cNvPr id="31747" name="Rectangle 4">
            <a:extLst>
              <a:ext uri="{FF2B5EF4-FFF2-40B4-BE49-F238E27FC236}">
                <a16:creationId xmlns:a16="http://schemas.microsoft.com/office/drawing/2014/main" id="{B8D1E0B4-540F-48CB-FB0E-A856B0194035}"/>
              </a:ext>
            </a:extLst>
          </p:cNvPr>
          <p:cNvSpPr>
            <a:spLocks noGrp="1" noChangeArrowheads="1"/>
          </p:cNvSpPr>
          <p:nvPr>
            <p:ph type="title"/>
          </p:nvPr>
        </p:nvSpPr>
        <p:spPr bwMode="auto">
          <a:xfrm>
            <a:off x="339725" y="358775"/>
            <a:ext cx="8483600"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3600" tIns="46800" rIns="93600" bIns="46800" numCol="1" anchor="t" anchorCtr="0" compatLnSpc="1">
            <a:prstTxWarp prst="textNoShape">
              <a:avLst/>
            </a:prstTxWarp>
          </a:bodyPr>
          <a:lstStyle/>
          <a:p>
            <a:pPr lvl="0"/>
            <a:r>
              <a:rPr lang="en-GB" altLang="en-GB"/>
              <a:t>Click to edit Master title style</a:t>
            </a:r>
          </a:p>
        </p:txBody>
      </p:sp>
      <p:sp>
        <p:nvSpPr>
          <p:cNvPr id="31748" name="Rectangle 5">
            <a:extLst>
              <a:ext uri="{FF2B5EF4-FFF2-40B4-BE49-F238E27FC236}">
                <a16:creationId xmlns:a16="http://schemas.microsoft.com/office/drawing/2014/main" id="{154DD6DB-24B1-FACB-B832-B1AB426D40B6}"/>
              </a:ext>
            </a:extLst>
          </p:cNvPr>
          <p:cNvSpPr>
            <a:spLocks noGrp="1" noChangeArrowheads="1"/>
          </p:cNvSpPr>
          <p:nvPr>
            <p:ph type="body" idx="1"/>
          </p:nvPr>
        </p:nvSpPr>
        <p:spPr bwMode="auto">
          <a:xfrm>
            <a:off x="373063" y="1308100"/>
            <a:ext cx="8396287" cy="5008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GB" altLang="en-GB"/>
              <a:t>Click to edit Master text styles</a:t>
            </a:r>
          </a:p>
          <a:p>
            <a:pPr lvl="1"/>
            <a:r>
              <a:rPr lang="en-GB" altLang="en-GB"/>
              <a:t>Second level</a:t>
            </a:r>
          </a:p>
          <a:p>
            <a:pPr lvl="2"/>
            <a:r>
              <a:rPr lang="en-GB" altLang="en-GB"/>
              <a:t>Third level</a:t>
            </a:r>
          </a:p>
          <a:p>
            <a:pPr lvl="3"/>
            <a:r>
              <a:rPr lang="en-GB" altLang="en-GB"/>
              <a:t>Fourth level</a:t>
            </a:r>
          </a:p>
        </p:txBody>
      </p:sp>
      <p:sp>
        <p:nvSpPr>
          <p:cNvPr id="1862662" name="Rectangle 6">
            <a:extLst>
              <a:ext uri="{FF2B5EF4-FFF2-40B4-BE49-F238E27FC236}">
                <a16:creationId xmlns:a16="http://schemas.microsoft.com/office/drawing/2014/main" id="{614012CD-D97F-472F-926F-1B140F1C53E0}"/>
              </a:ext>
            </a:extLst>
          </p:cNvPr>
          <p:cNvSpPr>
            <a:spLocks noChangeArrowheads="1"/>
          </p:cNvSpPr>
          <p:nvPr/>
        </p:nvSpPr>
        <p:spPr bwMode="auto">
          <a:xfrm>
            <a:off x="1060450" y="6607175"/>
            <a:ext cx="4840288" cy="114300"/>
          </a:xfrm>
          <a:prstGeom prst="rect">
            <a:avLst/>
          </a:prstGeom>
          <a:noFill/>
          <a:ln>
            <a:noFill/>
          </a:ln>
          <a:effectLst/>
        </p:spPr>
        <p:txBody>
          <a:bodyPr lIns="0" tIns="0" rIns="0" bIns="0" anchor="b">
            <a:spAutoFit/>
          </a:bodyPr>
          <a:lstStyle>
            <a:lvl1pPr>
              <a:spcBef>
                <a:spcPct val="0"/>
              </a:spcBef>
              <a:defRPr>
                <a:solidFill>
                  <a:schemeClr val="tx1"/>
                </a:solidFill>
                <a:latin typeface="Arial" panose="020B0604020202020204" pitchFamily="34" charset="0"/>
              </a:defRPr>
            </a:lvl1pPr>
            <a:lvl2pPr>
              <a:spcBef>
                <a:spcPct val="0"/>
              </a:spcBef>
              <a:defRPr>
                <a:solidFill>
                  <a:schemeClr val="tx1"/>
                </a:solidFill>
                <a:latin typeface="Arial" panose="020B0604020202020204" pitchFamily="34" charset="0"/>
              </a:defRPr>
            </a:lvl2pPr>
            <a:lvl3pPr>
              <a:spcBef>
                <a:spcPct val="0"/>
              </a:spcBef>
              <a:defRPr>
                <a:solidFill>
                  <a:schemeClr val="tx1"/>
                </a:solidFill>
                <a:latin typeface="Arial" panose="020B0604020202020204" pitchFamily="34" charset="0"/>
              </a:defRPr>
            </a:lvl3pPr>
            <a:lvl4pPr marL="1368425">
              <a:spcBef>
                <a:spcPct val="0"/>
              </a:spcBef>
              <a:defRPr>
                <a:solidFill>
                  <a:schemeClr val="tx1"/>
                </a:solidFill>
                <a:latin typeface="Arial" panose="020B0604020202020204" pitchFamily="34" charset="0"/>
              </a:defRPr>
            </a:lvl4pPr>
            <a:lvl5pPr>
              <a:spcBef>
                <a:spcPct val="0"/>
              </a:spcBef>
              <a:defRPr>
                <a:solidFill>
                  <a:schemeClr val="tx1"/>
                </a:solidFill>
                <a:latin typeface="Arial" panose="020B0604020202020204" pitchFamily="34" charset="0"/>
              </a:defRPr>
            </a:lvl5pPr>
            <a:lvl6pPr fontAlgn="base">
              <a:spcBef>
                <a:spcPct val="0"/>
              </a:spcBef>
              <a:spcAft>
                <a:spcPct val="0"/>
              </a:spcAft>
              <a:defRPr>
                <a:solidFill>
                  <a:schemeClr val="tx1"/>
                </a:solidFill>
                <a:latin typeface="Arial" panose="020B0604020202020204" pitchFamily="34" charset="0"/>
              </a:defRPr>
            </a:lvl6pPr>
            <a:lvl7pPr fontAlgn="base">
              <a:spcBef>
                <a:spcPct val="0"/>
              </a:spcBef>
              <a:spcAft>
                <a:spcPct val="0"/>
              </a:spcAft>
              <a:defRPr>
                <a:solidFill>
                  <a:schemeClr val="tx1"/>
                </a:solidFill>
                <a:latin typeface="Arial" panose="020B0604020202020204" pitchFamily="34" charset="0"/>
              </a:defRPr>
            </a:lvl7pPr>
            <a:lvl8pPr fontAlgn="base">
              <a:spcBef>
                <a:spcPct val="0"/>
              </a:spcBef>
              <a:spcAft>
                <a:spcPct val="0"/>
              </a:spcAft>
              <a:defRPr>
                <a:solidFill>
                  <a:schemeClr val="tx1"/>
                </a:solidFill>
                <a:latin typeface="Arial" panose="020B0604020202020204" pitchFamily="34" charset="0"/>
              </a:defRPr>
            </a:lvl8pPr>
            <a:lvl9pPr fontAlgn="base">
              <a:spcBef>
                <a:spcPct val="0"/>
              </a:spcBef>
              <a:spcAft>
                <a:spcPct val="0"/>
              </a:spcAft>
              <a:defRPr>
                <a:solidFill>
                  <a:schemeClr val="tx1"/>
                </a:solidFill>
                <a:latin typeface="Arial" panose="020B0604020202020204" pitchFamily="34" charset="0"/>
              </a:defRPr>
            </a:lvl9pPr>
          </a:lstStyle>
          <a:p>
            <a:pPr algn="ctr" eaLnBrk="1" hangingPunct="1">
              <a:buFont typeface="Wingdings" panose="05000000000000000000" pitchFamily="2" charset="2"/>
              <a:buNone/>
              <a:defRPr/>
            </a:pPr>
            <a:endParaRPr lang="en-GB" altLang="en-GB" sz="738">
              <a:latin typeface="Verdana" panose="020B0604030504040204" pitchFamily="34" charset="0"/>
            </a:endParaRPr>
          </a:p>
        </p:txBody>
      </p:sp>
      <p:sp>
        <p:nvSpPr>
          <p:cNvPr id="1862663" name="Text Box 7">
            <a:extLst>
              <a:ext uri="{FF2B5EF4-FFF2-40B4-BE49-F238E27FC236}">
                <a16:creationId xmlns:a16="http://schemas.microsoft.com/office/drawing/2014/main" id="{B15B43D2-61D2-905C-C04C-8859EBA5B6E6}"/>
              </a:ext>
            </a:extLst>
          </p:cNvPr>
          <p:cNvSpPr txBox="1">
            <a:spLocks noChangeArrowheads="1"/>
          </p:cNvSpPr>
          <p:nvPr/>
        </p:nvSpPr>
        <p:spPr bwMode="auto">
          <a:xfrm>
            <a:off x="400050" y="6597650"/>
            <a:ext cx="455613" cy="114300"/>
          </a:xfrm>
          <a:prstGeom prst="rect">
            <a:avLst/>
          </a:prstGeom>
          <a:noFill/>
          <a:ln>
            <a:noFill/>
          </a:ln>
          <a:effectLst/>
        </p:spPr>
        <p:txBody>
          <a:bodyPr wrap="none" lIns="0" tIns="0" rIns="0" bIns="0">
            <a:spAutoFit/>
          </a:bodyPr>
          <a:lstStyle/>
          <a:p>
            <a:pPr algn="ctr" eaLnBrk="1" hangingPunct="1">
              <a:buFont typeface="Wingdings" panose="05000000000000000000" pitchFamily="2" charset="2"/>
              <a:buNone/>
              <a:defRPr/>
            </a:pPr>
            <a:fld id="{37D4008B-C756-4BEB-A298-A093A4A14BCD}" type="datetime5">
              <a:rPr lang="en-GB" altLang="ko-KR" sz="738"/>
              <a:pPr algn="ctr" eaLnBrk="1" hangingPunct="1">
                <a:buFont typeface="Wingdings" panose="05000000000000000000" pitchFamily="2" charset="2"/>
                <a:buNone/>
                <a:defRPr/>
              </a:pPr>
              <a:t>23-Dec-23</a:t>
            </a:fld>
            <a:endParaRPr lang="ko-KR" altLang="nl-NL" sz="738">
              <a:ea typeface="굴림" panose="020B0600000101010101" pitchFamily="50" charset="-127"/>
            </a:endParaRPr>
          </a:p>
        </p:txBody>
      </p:sp>
    </p:spTree>
  </p:cSld>
  <p:clrMap bg1="lt1" tx1="dk1" bg2="lt2" tx2="dk2" accent1="accent1" accent2="accent2" accent3="accent3" accent4="accent4" accent5="accent5" accent6="accent6" hlink="hlink" folHlink="folHlink"/>
  <p:sldLayoutIdLst>
    <p:sldLayoutId id="2147484275" r:id="rId1"/>
    <p:sldLayoutId id="2147484235" r:id="rId2"/>
    <p:sldLayoutId id="2147484236" r:id="rId3"/>
    <p:sldLayoutId id="2147484237" r:id="rId4"/>
    <p:sldLayoutId id="2147484238" r:id="rId5"/>
    <p:sldLayoutId id="2147484239" r:id="rId6"/>
    <p:sldLayoutId id="2147484240" r:id="rId7"/>
    <p:sldLayoutId id="2147484241" r:id="rId8"/>
    <p:sldLayoutId id="2147484242" r:id="rId9"/>
    <p:sldLayoutId id="2147484243" r:id="rId10"/>
    <p:sldLayoutId id="2147484244" r:id="rId11"/>
    <p:sldLayoutId id="2147484245" r:id="rId12"/>
    <p:sldLayoutId id="2147484246" r:id="rId13"/>
    <p:sldLayoutId id="2147484247" r:id="rId14"/>
  </p:sldLayoutIdLst>
  <p:hf hdr="0" ftr="0" dt="0"/>
  <p:txStyles>
    <p:titleStyle>
      <a:lvl1pPr algn="l" rtl="0" eaLnBrk="0" fontAlgn="base" hangingPunct="0">
        <a:lnSpc>
          <a:spcPts val="1938"/>
        </a:lnSpc>
        <a:spcBef>
          <a:spcPct val="0"/>
        </a:spcBef>
        <a:spcAft>
          <a:spcPct val="0"/>
        </a:spcAft>
        <a:defRPr kern="1200">
          <a:solidFill>
            <a:schemeClr val="tx1"/>
          </a:solidFill>
          <a:latin typeface="+mj-lt"/>
          <a:ea typeface="+mj-ea"/>
          <a:cs typeface="+mj-cs"/>
        </a:defRPr>
      </a:lvl1pPr>
      <a:lvl2pPr algn="l" rtl="0" eaLnBrk="0" fontAlgn="base" hangingPunct="0">
        <a:lnSpc>
          <a:spcPts val="1938"/>
        </a:lnSpc>
        <a:spcBef>
          <a:spcPct val="0"/>
        </a:spcBef>
        <a:spcAft>
          <a:spcPct val="0"/>
        </a:spcAft>
        <a:defRPr>
          <a:solidFill>
            <a:schemeClr val="tx1"/>
          </a:solidFill>
          <a:latin typeface="Verdana" panose="020B0604030504040204" pitchFamily="34" charset="0"/>
        </a:defRPr>
      </a:lvl2pPr>
      <a:lvl3pPr algn="l" rtl="0" eaLnBrk="0" fontAlgn="base" hangingPunct="0">
        <a:lnSpc>
          <a:spcPts val="1938"/>
        </a:lnSpc>
        <a:spcBef>
          <a:spcPct val="0"/>
        </a:spcBef>
        <a:spcAft>
          <a:spcPct val="0"/>
        </a:spcAft>
        <a:defRPr>
          <a:solidFill>
            <a:schemeClr val="tx1"/>
          </a:solidFill>
          <a:latin typeface="Verdana" panose="020B0604030504040204" pitchFamily="34" charset="0"/>
        </a:defRPr>
      </a:lvl3pPr>
      <a:lvl4pPr algn="l" rtl="0" eaLnBrk="0" fontAlgn="base" hangingPunct="0">
        <a:lnSpc>
          <a:spcPts val="1938"/>
        </a:lnSpc>
        <a:spcBef>
          <a:spcPct val="0"/>
        </a:spcBef>
        <a:spcAft>
          <a:spcPct val="0"/>
        </a:spcAft>
        <a:defRPr>
          <a:solidFill>
            <a:schemeClr val="tx1"/>
          </a:solidFill>
          <a:latin typeface="Verdana" panose="020B0604030504040204" pitchFamily="34" charset="0"/>
        </a:defRPr>
      </a:lvl4pPr>
      <a:lvl5pPr algn="l" rtl="0" eaLnBrk="0" fontAlgn="base" hangingPunct="0">
        <a:lnSpc>
          <a:spcPts val="1938"/>
        </a:lnSpc>
        <a:spcBef>
          <a:spcPct val="0"/>
        </a:spcBef>
        <a:spcAft>
          <a:spcPct val="0"/>
        </a:spcAft>
        <a:defRPr>
          <a:solidFill>
            <a:schemeClr val="tx1"/>
          </a:solidFill>
          <a:latin typeface="Verdana" panose="020B0604030504040204" pitchFamily="34" charset="0"/>
        </a:defRPr>
      </a:lvl5pPr>
      <a:lvl6pPr marL="422041" algn="l" rtl="0" fontAlgn="base">
        <a:lnSpc>
          <a:spcPts val="1939"/>
        </a:lnSpc>
        <a:spcBef>
          <a:spcPct val="0"/>
        </a:spcBef>
        <a:spcAft>
          <a:spcPct val="0"/>
        </a:spcAft>
        <a:defRPr sz="1846">
          <a:solidFill>
            <a:schemeClr val="tx1"/>
          </a:solidFill>
          <a:latin typeface="Verdana" panose="020B0604030504040204" pitchFamily="34" charset="0"/>
        </a:defRPr>
      </a:lvl6pPr>
      <a:lvl7pPr marL="844083" algn="l" rtl="0" fontAlgn="base">
        <a:lnSpc>
          <a:spcPts val="1939"/>
        </a:lnSpc>
        <a:spcBef>
          <a:spcPct val="0"/>
        </a:spcBef>
        <a:spcAft>
          <a:spcPct val="0"/>
        </a:spcAft>
        <a:defRPr sz="1846">
          <a:solidFill>
            <a:schemeClr val="tx1"/>
          </a:solidFill>
          <a:latin typeface="Verdana" panose="020B0604030504040204" pitchFamily="34" charset="0"/>
        </a:defRPr>
      </a:lvl7pPr>
      <a:lvl8pPr marL="1266124" algn="l" rtl="0" fontAlgn="base">
        <a:lnSpc>
          <a:spcPts val="1939"/>
        </a:lnSpc>
        <a:spcBef>
          <a:spcPct val="0"/>
        </a:spcBef>
        <a:spcAft>
          <a:spcPct val="0"/>
        </a:spcAft>
        <a:defRPr sz="1846">
          <a:solidFill>
            <a:schemeClr val="tx1"/>
          </a:solidFill>
          <a:latin typeface="Verdana" panose="020B0604030504040204" pitchFamily="34" charset="0"/>
        </a:defRPr>
      </a:lvl8pPr>
      <a:lvl9pPr marL="1688165" algn="l" rtl="0" fontAlgn="base">
        <a:lnSpc>
          <a:spcPts val="1939"/>
        </a:lnSpc>
        <a:spcBef>
          <a:spcPct val="0"/>
        </a:spcBef>
        <a:spcAft>
          <a:spcPct val="0"/>
        </a:spcAft>
        <a:defRPr sz="1846">
          <a:solidFill>
            <a:schemeClr val="tx1"/>
          </a:solidFill>
          <a:latin typeface="Verdana" panose="020B0604030504040204" pitchFamily="34" charset="0"/>
        </a:defRPr>
      </a:lvl9pPr>
    </p:titleStyle>
    <p:bodyStyle>
      <a:lvl1pPr marL="174625" indent="-174625" algn="l" rtl="0" eaLnBrk="0" fontAlgn="base" hangingPunct="0">
        <a:lnSpc>
          <a:spcPct val="102000"/>
        </a:lnSpc>
        <a:spcBef>
          <a:spcPct val="0"/>
        </a:spcBef>
        <a:spcAft>
          <a:spcPct val="37000"/>
        </a:spcAft>
        <a:buChar char="•"/>
        <a:tabLst>
          <a:tab pos="5275263" algn="l"/>
        </a:tabLst>
        <a:defRPr sz="1400" kern="1200">
          <a:solidFill>
            <a:schemeClr val="tx1"/>
          </a:solidFill>
          <a:latin typeface="+mn-lt"/>
          <a:ea typeface="+mn-ea"/>
          <a:cs typeface="+mn-cs"/>
        </a:defRPr>
      </a:lvl1pPr>
      <a:lvl2pPr marL="352425" indent="-174625" algn="l" rtl="0" eaLnBrk="0" fontAlgn="base" hangingPunct="0">
        <a:lnSpc>
          <a:spcPct val="94000"/>
        </a:lnSpc>
        <a:spcBef>
          <a:spcPct val="0"/>
        </a:spcBef>
        <a:spcAft>
          <a:spcPct val="36000"/>
        </a:spcAft>
        <a:buChar char="–"/>
        <a:tabLst>
          <a:tab pos="5275263" algn="l"/>
        </a:tabLst>
        <a:defRPr sz="1200" kern="1200">
          <a:solidFill>
            <a:schemeClr val="tx1"/>
          </a:solidFill>
          <a:latin typeface="+mn-lt"/>
          <a:ea typeface="+mn-ea"/>
          <a:cs typeface="+mn-cs"/>
        </a:defRPr>
      </a:lvl2pPr>
      <a:lvl3pPr marL="530225" indent="-174625" algn="l" rtl="0" eaLnBrk="0" fontAlgn="base" hangingPunct="0">
        <a:lnSpc>
          <a:spcPct val="95000"/>
        </a:lnSpc>
        <a:spcBef>
          <a:spcPct val="0"/>
        </a:spcBef>
        <a:spcAft>
          <a:spcPct val="30000"/>
        </a:spcAft>
        <a:buChar char="–"/>
        <a:tabLst>
          <a:tab pos="5275263" algn="l"/>
        </a:tabLst>
        <a:defRPr sz="1100" kern="1200">
          <a:solidFill>
            <a:schemeClr val="tx1"/>
          </a:solidFill>
          <a:latin typeface="+mn-lt"/>
          <a:ea typeface="+mn-ea"/>
          <a:cs typeface="+mn-cs"/>
        </a:defRPr>
      </a:lvl3pPr>
      <a:lvl4pPr marL="711200" indent="-179388" algn="l" rtl="0" eaLnBrk="0" fontAlgn="base" hangingPunct="0">
        <a:lnSpc>
          <a:spcPct val="97000"/>
        </a:lnSpc>
        <a:spcBef>
          <a:spcPct val="0"/>
        </a:spcBef>
        <a:spcAft>
          <a:spcPct val="28000"/>
        </a:spcAft>
        <a:buChar char="–"/>
        <a:tabLst>
          <a:tab pos="5275263" algn="l"/>
        </a:tabLst>
        <a:defRPr sz="900" kern="1200">
          <a:solidFill>
            <a:schemeClr val="tx1"/>
          </a:solidFill>
          <a:latin typeface="+mn-lt"/>
          <a:ea typeface="+mn-ea"/>
          <a:cs typeface="+mn-cs"/>
        </a:defRPr>
      </a:lvl4pPr>
      <a:lvl5pPr marL="885825" indent="-171450" algn="l" rtl="0" eaLnBrk="0" fontAlgn="base" hangingPunct="0">
        <a:spcBef>
          <a:spcPct val="0"/>
        </a:spcBef>
        <a:spcAft>
          <a:spcPct val="0"/>
        </a:spcAft>
        <a:buSzPct val="100000"/>
        <a:buFont typeface="Arial" panose="020B0604020202020204" pitchFamily="34" charset="0"/>
        <a:buChar char="–"/>
        <a:tabLst>
          <a:tab pos="5275263" algn="l"/>
        </a:tabLst>
        <a:defRPr kern="1200">
          <a:solidFill>
            <a:schemeClr val="tx1"/>
          </a:solidFill>
          <a:latin typeface="+mn-lt"/>
          <a:ea typeface="+mn-ea"/>
          <a:cs typeface="+mn-cs"/>
        </a:defRPr>
      </a:lvl5pPr>
      <a:lvl6pPr marL="2321227" indent="-211021" algn="l" defTabSz="844083" rtl="0" eaLnBrk="1" latinLnBrk="1" hangingPunct="1">
        <a:lnSpc>
          <a:spcPct val="90000"/>
        </a:lnSpc>
        <a:spcBef>
          <a:spcPts val="462"/>
        </a:spcBef>
        <a:buFont typeface="Arial" panose="020B0604020202020204" pitchFamily="34" charset="0"/>
        <a:buChar char="•"/>
        <a:defRPr sz="1662" kern="1200">
          <a:solidFill>
            <a:schemeClr val="tx1"/>
          </a:solidFill>
          <a:latin typeface="+mn-lt"/>
          <a:ea typeface="+mn-ea"/>
          <a:cs typeface="+mn-cs"/>
        </a:defRPr>
      </a:lvl6pPr>
      <a:lvl7pPr marL="2743269" indent="-211021" algn="l" defTabSz="844083" rtl="0" eaLnBrk="1" latinLnBrk="1" hangingPunct="1">
        <a:lnSpc>
          <a:spcPct val="90000"/>
        </a:lnSpc>
        <a:spcBef>
          <a:spcPts val="462"/>
        </a:spcBef>
        <a:buFont typeface="Arial" panose="020B0604020202020204" pitchFamily="34" charset="0"/>
        <a:buChar char="•"/>
        <a:defRPr sz="1662" kern="1200">
          <a:solidFill>
            <a:schemeClr val="tx1"/>
          </a:solidFill>
          <a:latin typeface="+mn-lt"/>
          <a:ea typeface="+mn-ea"/>
          <a:cs typeface="+mn-cs"/>
        </a:defRPr>
      </a:lvl7pPr>
      <a:lvl8pPr marL="3165310" indent="-211021" algn="l" defTabSz="844083" rtl="0" eaLnBrk="1" latinLnBrk="1" hangingPunct="1">
        <a:lnSpc>
          <a:spcPct val="90000"/>
        </a:lnSpc>
        <a:spcBef>
          <a:spcPts val="462"/>
        </a:spcBef>
        <a:buFont typeface="Arial" panose="020B0604020202020204" pitchFamily="34" charset="0"/>
        <a:buChar char="•"/>
        <a:defRPr sz="1662" kern="1200">
          <a:solidFill>
            <a:schemeClr val="tx1"/>
          </a:solidFill>
          <a:latin typeface="+mn-lt"/>
          <a:ea typeface="+mn-ea"/>
          <a:cs typeface="+mn-cs"/>
        </a:defRPr>
      </a:lvl8pPr>
      <a:lvl9pPr marL="3587351" indent="-211021" algn="l" defTabSz="844083" rtl="0" eaLnBrk="1" latinLnBrk="1" hangingPunct="1">
        <a:lnSpc>
          <a:spcPct val="90000"/>
        </a:lnSpc>
        <a:spcBef>
          <a:spcPts val="462"/>
        </a:spcBef>
        <a:buFont typeface="Arial" panose="020B0604020202020204" pitchFamily="34" charset="0"/>
        <a:buChar char="•"/>
        <a:defRPr sz="1662" kern="1200">
          <a:solidFill>
            <a:schemeClr val="tx1"/>
          </a:solidFill>
          <a:latin typeface="+mn-lt"/>
          <a:ea typeface="+mn-ea"/>
          <a:cs typeface="+mn-cs"/>
        </a:defRPr>
      </a:lvl9pPr>
    </p:bodyStyle>
    <p:otherStyle>
      <a:defPPr>
        <a:defRPr lang="ko-KR"/>
      </a:defPPr>
      <a:lvl1pPr marL="0" algn="l" defTabSz="844083" rtl="0" eaLnBrk="1" latinLnBrk="1" hangingPunct="1">
        <a:defRPr sz="1662" kern="1200">
          <a:solidFill>
            <a:schemeClr val="tx1"/>
          </a:solidFill>
          <a:latin typeface="+mn-lt"/>
          <a:ea typeface="+mn-ea"/>
          <a:cs typeface="+mn-cs"/>
        </a:defRPr>
      </a:lvl1pPr>
      <a:lvl2pPr marL="422041" algn="l" defTabSz="844083" rtl="0" eaLnBrk="1" latinLnBrk="1" hangingPunct="1">
        <a:defRPr sz="1662" kern="1200">
          <a:solidFill>
            <a:schemeClr val="tx1"/>
          </a:solidFill>
          <a:latin typeface="+mn-lt"/>
          <a:ea typeface="+mn-ea"/>
          <a:cs typeface="+mn-cs"/>
        </a:defRPr>
      </a:lvl2pPr>
      <a:lvl3pPr marL="844083" algn="l" defTabSz="844083" rtl="0" eaLnBrk="1" latinLnBrk="1" hangingPunct="1">
        <a:defRPr sz="1662" kern="1200">
          <a:solidFill>
            <a:schemeClr val="tx1"/>
          </a:solidFill>
          <a:latin typeface="+mn-lt"/>
          <a:ea typeface="+mn-ea"/>
          <a:cs typeface="+mn-cs"/>
        </a:defRPr>
      </a:lvl3pPr>
      <a:lvl4pPr marL="1266124" algn="l" defTabSz="844083" rtl="0" eaLnBrk="1" latinLnBrk="1" hangingPunct="1">
        <a:defRPr sz="1662" kern="1200">
          <a:solidFill>
            <a:schemeClr val="tx1"/>
          </a:solidFill>
          <a:latin typeface="+mn-lt"/>
          <a:ea typeface="+mn-ea"/>
          <a:cs typeface="+mn-cs"/>
        </a:defRPr>
      </a:lvl4pPr>
      <a:lvl5pPr marL="1688165" algn="l" defTabSz="844083" rtl="0" eaLnBrk="1" latinLnBrk="1" hangingPunct="1">
        <a:defRPr sz="1662" kern="1200">
          <a:solidFill>
            <a:schemeClr val="tx1"/>
          </a:solidFill>
          <a:latin typeface="+mn-lt"/>
          <a:ea typeface="+mn-ea"/>
          <a:cs typeface="+mn-cs"/>
        </a:defRPr>
      </a:lvl5pPr>
      <a:lvl6pPr marL="2110207" algn="l" defTabSz="844083" rtl="0" eaLnBrk="1" latinLnBrk="1" hangingPunct="1">
        <a:defRPr sz="1662" kern="1200">
          <a:solidFill>
            <a:schemeClr val="tx1"/>
          </a:solidFill>
          <a:latin typeface="+mn-lt"/>
          <a:ea typeface="+mn-ea"/>
          <a:cs typeface="+mn-cs"/>
        </a:defRPr>
      </a:lvl6pPr>
      <a:lvl7pPr marL="2532248" algn="l" defTabSz="844083" rtl="0" eaLnBrk="1" latinLnBrk="1" hangingPunct="1">
        <a:defRPr sz="1662" kern="1200">
          <a:solidFill>
            <a:schemeClr val="tx1"/>
          </a:solidFill>
          <a:latin typeface="+mn-lt"/>
          <a:ea typeface="+mn-ea"/>
          <a:cs typeface="+mn-cs"/>
        </a:defRPr>
      </a:lvl7pPr>
      <a:lvl8pPr marL="2954289" algn="l" defTabSz="844083" rtl="0" eaLnBrk="1" latinLnBrk="1" hangingPunct="1">
        <a:defRPr sz="1662" kern="1200">
          <a:solidFill>
            <a:schemeClr val="tx1"/>
          </a:solidFill>
          <a:latin typeface="+mn-lt"/>
          <a:ea typeface="+mn-ea"/>
          <a:cs typeface="+mn-cs"/>
        </a:defRPr>
      </a:lvl8pPr>
      <a:lvl9pPr marL="3376331" algn="l" defTabSz="844083" rtl="0" eaLnBrk="1" latinLnBrk="1" hangingPunct="1">
        <a:defRPr sz="1662"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9" name="doc id">
            <a:extLst>
              <a:ext uri="{FF2B5EF4-FFF2-40B4-BE49-F238E27FC236}">
                <a16:creationId xmlns:a16="http://schemas.microsoft.com/office/drawing/2014/main" id="{77659DEA-F45A-9F0C-5944-C8B6974016EB}"/>
              </a:ext>
            </a:extLst>
          </p:cNvPr>
          <p:cNvSpPr>
            <a:spLocks noGrp="1" noChangeArrowheads="1"/>
          </p:cNvSpPr>
          <p:nvPr>
            <p:ph type="ftr" sz="quarter" idx="3"/>
          </p:nvPr>
        </p:nvSpPr>
        <p:spPr bwMode="auto">
          <a:xfrm>
            <a:off x="8915400" y="36513"/>
            <a:ext cx="0" cy="127000"/>
          </a:xfrm>
          <a:prstGeom prst="rect">
            <a:avLst/>
          </a:prstGeom>
          <a:noFill/>
          <a:ln>
            <a:noFill/>
          </a:ln>
          <a:effectLst/>
        </p:spPr>
        <p:txBody>
          <a:bodyPr vert="horz" wrap="none" lIns="0" tIns="0" rIns="0" bIns="0" numCol="1" anchor="t" anchorCtr="0" compatLnSpc="1">
            <a:prstTxWarp prst="textNoShape">
              <a:avLst/>
            </a:prstTxWarp>
            <a:spAutoFit/>
          </a:bodyPr>
          <a:lstStyle>
            <a:lvl1pPr algn="r" defTabSz="913526">
              <a:defRPr sz="816">
                <a:solidFill>
                  <a:srgbClr val="000000"/>
                </a:solidFill>
              </a:defRPr>
            </a:lvl1pPr>
          </a:lstStyle>
          <a:p>
            <a:pPr>
              <a:defRPr/>
            </a:pPr>
            <a:endParaRPr lang="ko-KR" altLang="en-US"/>
          </a:p>
        </p:txBody>
      </p:sp>
      <p:sp>
        <p:nvSpPr>
          <p:cNvPr id="1030" name="Rectangle 6">
            <a:extLst>
              <a:ext uri="{FF2B5EF4-FFF2-40B4-BE49-F238E27FC236}">
                <a16:creationId xmlns:a16="http://schemas.microsoft.com/office/drawing/2014/main" id="{B6AA8754-F8ED-5A1A-42B6-ADF80B79F6B5}"/>
              </a:ext>
            </a:extLst>
          </p:cNvPr>
          <p:cNvSpPr>
            <a:spLocks noGrp="1" noChangeArrowheads="1"/>
          </p:cNvSpPr>
          <p:nvPr>
            <p:ph type="sldNum" sz="quarter" idx="4"/>
          </p:nvPr>
        </p:nvSpPr>
        <p:spPr bwMode="auto">
          <a:xfrm>
            <a:off x="7010400" y="6643688"/>
            <a:ext cx="1905000" cy="188912"/>
          </a:xfrm>
          <a:prstGeom prst="rect">
            <a:avLst/>
          </a:prstGeom>
          <a:noFill/>
          <a:ln>
            <a:noFill/>
          </a:ln>
          <a:effectLst/>
        </p:spPr>
        <p:txBody>
          <a:bodyPr vert="horz" wrap="square" lIns="0" tIns="0" rIns="0" bIns="0" numCol="1" anchor="t" anchorCtr="0" compatLnSpc="1">
            <a:prstTxWarp prst="textNoShape">
              <a:avLst/>
            </a:prstTxWarp>
            <a:spAutoFit/>
          </a:bodyPr>
          <a:lstStyle>
            <a:lvl1pPr algn="r" defTabSz="913526">
              <a:defRPr sz="1224">
                <a:solidFill>
                  <a:srgbClr val="000000"/>
                </a:solidFill>
              </a:defRPr>
            </a:lvl1pPr>
          </a:lstStyle>
          <a:p>
            <a:pPr>
              <a:defRPr/>
            </a:pPr>
            <a:fld id="{061067FB-F875-BC4E-A67C-DEDC4C21330F}" type="slidenum">
              <a:rPr lang="ko-KR" altLang="en-US"/>
              <a:pPr>
                <a:defRPr/>
              </a:pPr>
              <a:t>‹#›</a:t>
            </a:fld>
            <a:endParaRPr lang="en-US" altLang="ko-KR"/>
          </a:p>
        </p:txBody>
      </p:sp>
      <p:sp>
        <p:nvSpPr>
          <p:cNvPr id="46084" name="Rectangle 2">
            <a:extLst>
              <a:ext uri="{FF2B5EF4-FFF2-40B4-BE49-F238E27FC236}">
                <a16:creationId xmlns:a16="http://schemas.microsoft.com/office/drawing/2014/main" id="{F9EC28C8-3AA3-476E-B952-F70E14397962}"/>
              </a:ext>
            </a:extLst>
          </p:cNvPr>
          <p:cNvSpPr>
            <a:spLocks noGrp="1" noChangeArrowheads="1"/>
          </p:cNvSpPr>
          <p:nvPr>
            <p:ph type="title"/>
          </p:nvPr>
        </p:nvSpPr>
        <p:spPr bwMode="auto">
          <a:xfrm>
            <a:off x="122238" y="234950"/>
            <a:ext cx="8793162" cy="29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lvl="0"/>
            <a:r>
              <a:rPr lang="en-US" altLang="ko-KR"/>
              <a:t>Click to edit Master title style</a:t>
            </a:r>
          </a:p>
        </p:txBody>
      </p:sp>
      <p:sp>
        <p:nvSpPr>
          <p:cNvPr id="46085" name="Rectangle 3">
            <a:extLst>
              <a:ext uri="{FF2B5EF4-FFF2-40B4-BE49-F238E27FC236}">
                <a16:creationId xmlns:a16="http://schemas.microsoft.com/office/drawing/2014/main" id="{1722B068-AF93-199A-471A-D90B94905701}"/>
              </a:ext>
            </a:extLst>
          </p:cNvPr>
          <p:cNvSpPr>
            <a:spLocks noGrp="1" noChangeArrowheads="1"/>
          </p:cNvSpPr>
          <p:nvPr>
            <p:ph type="body" idx="1"/>
          </p:nvPr>
        </p:nvSpPr>
        <p:spPr bwMode="auto">
          <a:xfrm>
            <a:off x="125413" y="1298575"/>
            <a:ext cx="8793162"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lvl="0"/>
            <a:r>
              <a:rPr lang="en-US" altLang="ko-KR"/>
              <a:t>Click to edit Master text styles</a:t>
            </a:r>
          </a:p>
          <a:p>
            <a:pPr lvl="1"/>
            <a:r>
              <a:rPr lang="en-US" altLang="ko-KR"/>
              <a:t>Second level</a:t>
            </a:r>
          </a:p>
          <a:p>
            <a:pPr lvl="2"/>
            <a:r>
              <a:rPr lang="en-US" altLang="ko-KR"/>
              <a:t>Third level</a:t>
            </a:r>
          </a:p>
          <a:p>
            <a:pPr lvl="3"/>
            <a:r>
              <a:rPr lang="en-US" altLang="ko-KR"/>
              <a:t>Fourth level</a:t>
            </a:r>
          </a:p>
          <a:p>
            <a:pPr lvl="4"/>
            <a:r>
              <a:rPr lang="en-US" altLang="ko-KR"/>
              <a:t>Fifth level</a:t>
            </a:r>
          </a:p>
        </p:txBody>
      </p:sp>
      <p:grpSp>
        <p:nvGrpSpPr>
          <p:cNvPr id="46086" name="McK Slide Elements">
            <a:extLst>
              <a:ext uri="{FF2B5EF4-FFF2-40B4-BE49-F238E27FC236}">
                <a16:creationId xmlns:a16="http://schemas.microsoft.com/office/drawing/2014/main" id="{0C43986E-D112-9F39-3751-01D16F443BAD}"/>
              </a:ext>
            </a:extLst>
          </p:cNvPr>
          <p:cNvGrpSpPr>
            <a:grpSpLocks/>
          </p:cNvGrpSpPr>
          <p:nvPr userDrawn="1"/>
        </p:nvGrpSpPr>
        <p:grpSpPr bwMode="auto">
          <a:xfrm>
            <a:off x="125413" y="542925"/>
            <a:ext cx="8793162" cy="6288088"/>
            <a:chOff x="77" y="335"/>
            <a:chExt cx="5429" cy="3882"/>
          </a:xfrm>
        </p:grpSpPr>
        <p:sp>
          <p:nvSpPr>
            <p:cNvPr id="1032" name="McK Measure" hidden="1">
              <a:extLst>
                <a:ext uri="{FF2B5EF4-FFF2-40B4-BE49-F238E27FC236}">
                  <a16:creationId xmlns:a16="http://schemas.microsoft.com/office/drawing/2014/main" id="{90A37B9B-5AC7-C782-0BF0-5341BE876AF8}"/>
                </a:ext>
              </a:extLst>
            </p:cNvPr>
            <p:cNvSpPr txBox="1">
              <a:spLocks noChangeArrowheads="1"/>
            </p:cNvSpPr>
            <p:nvPr userDrawn="1"/>
          </p:nvSpPr>
          <p:spPr bwMode="auto">
            <a:xfrm>
              <a:off x="77" y="335"/>
              <a:ext cx="5429" cy="158"/>
            </a:xfrm>
            <a:prstGeom prst="rect">
              <a:avLst/>
            </a:prstGeom>
            <a:noFill/>
            <a:ln>
              <a:noFill/>
            </a:ln>
            <a:effectLst/>
          </p:spPr>
          <p:txBody>
            <a:bodyPr lIns="0" tIns="0" rIns="0" bIns="0">
              <a:spAutoFit/>
            </a:bodyPr>
            <a:lstStyle>
              <a:lvl1pPr defTabSz="895350">
                <a:defRPr sz="2400">
                  <a:solidFill>
                    <a:schemeClr val="tx1"/>
                  </a:solidFill>
                  <a:latin typeface="Times New Roman" panose="02020603050405020304" pitchFamily="18" charset="0"/>
                  <a:ea typeface="굴림" panose="020B0600000101010101" pitchFamily="50" charset="-127"/>
                </a:defRPr>
              </a:lvl1pPr>
              <a:lvl2pPr marL="447675" defTabSz="895350">
                <a:defRPr sz="2400">
                  <a:solidFill>
                    <a:schemeClr val="tx1"/>
                  </a:solidFill>
                  <a:latin typeface="Times New Roman" panose="02020603050405020304" pitchFamily="18" charset="0"/>
                  <a:ea typeface="굴림" panose="020B0600000101010101" pitchFamily="50" charset="-127"/>
                </a:defRPr>
              </a:lvl2pPr>
              <a:lvl3pPr marL="895350" defTabSz="895350">
                <a:defRPr sz="2400">
                  <a:solidFill>
                    <a:schemeClr val="tx1"/>
                  </a:solidFill>
                  <a:latin typeface="Times New Roman" panose="02020603050405020304" pitchFamily="18" charset="0"/>
                  <a:ea typeface="굴림" panose="020B0600000101010101" pitchFamily="50" charset="-127"/>
                </a:defRPr>
              </a:lvl3pPr>
              <a:lvl4pPr marL="1344613" defTabSz="895350">
                <a:defRPr sz="2400">
                  <a:solidFill>
                    <a:schemeClr val="tx1"/>
                  </a:solidFill>
                  <a:latin typeface="Times New Roman" panose="02020603050405020304" pitchFamily="18" charset="0"/>
                  <a:ea typeface="굴림" panose="020B0600000101010101" pitchFamily="50" charset="-127"/>
                </a:defRPr>
              </a:lvl4pPr>
              <a:lvl5pPr marL="1792288" defTabSz="895350">
                <a:defRPr sz="2400">
                  <a:solidFill>
                    <a:schemeClr val="tx1"/>
                  </a:solidFill>
                  <a:latin typeface="Times New Roman" panose="02020603050405020304" pitchFamily="18" charset="0"/>
                  <a:ea typeface="굴림" panose="020B0600000101010101" pitchFamily="50" charset="-127"/>
                </a:defRPr>
              </a:lvl5pPr>
              <a:lvl6pPr marL="2249488" defTabSz="895350"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6pPr>
              <a:lvl7pPr marL="2706688" defTabSz="895350"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7pPr>
              <a:lvl8pPr marL="3163888" defTabSz="895350"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8pPr>
              <a:lvl9pPr marL="3621088" defTabSz="895350" fontAlgn="base">
                <a:spcBef>
                  <a:spcPct val="0"/>
                </a:spcBef>
                <a:spcAft>
                  <a:spcPct val="0"/>
                </a:spcAft>
                <a:defRPr sz="2400">
                  <a:solidFill>
                    <a:schemeClr val="tx1"/>
                  </a:solidFill>
                  <a:latin typeface="Times New Roman" panose="02020603050405020304" pitchFamily="18" charset="0"/>
                  <a:ea typeface="굴림" panose="020B0600000101010101" pitchFamily="50" charset="-127"/>
                </a:defRPr>
              </a:lvl9pPr>
            </a:lstStyle>
            <a:p>
              <a:pPr>
                <a:defRPr/>
              </a:pPr>
              <a:r>
                <a:rPr lang="en-US" altLang="ko-KR" sz="1632">
                  <a:latin typeface="Arial" panose="020B0604020202020204" pitchFamily="34" charset="0"/>
                </a:rPr>
                <a:t>Unit of measure</a:t>
              </a:r>
            </a:p>
          </p:txBody>
        </p:sp>
        <p:sp>
          <p:nvSpPr>
            <p:cNvPr id="1033" name="McK Footnote" hidden="1">
              <a:extLst>
                <a:ext uri="{FF2B5EF4-FFF2-40B4-BE49-F238E27FC236}">
                  <a16:creationId xmlns:a16="http://schemas.microsoft.com/office/drawing/2014/main" id="{AE07D1F2-72DC-8C75-82CD-BC1694DEEEBC}"/>
                </a:ext>
              </a:extLst>
            </p:cNvPr>
            <p:cNvSpPr txBox="1">
              <a:spLocks noChangeArrowheads="1"/>
            </p:cNvSpPr>
            <p:nvPr userDrawn="1"/>
          </p:nvSpPr>
          <p:spPr bwMode="auto">
            <a:xfrm>
              <a:off x="79" y="3956"/>
              <a:ext cx="5145" cy="261"/>
            </a:xfrm>
            <a:prstGeom prst="rect">
              <a:avLst/>
            </a:prstGeom>
            <a:noFill/>
            <a:ln>
              <a:noFill/>
            </a:ln>
            <a:effectLst/>
          </p:spPr>
          <p:txBody>
            <a:bodyPr lIns="0" tIns="0" rIns="0" bIns="0" anchor="b">
              <a:spAutoFit/>
            </a:bodyPr>
            <a:lstStyle>
              <a:lvl1pPr marL="574675" indent="-574675" defTabSz="895350">
                <a:tabLst>
                  <a:tab pos="533400" algn="r"/>
                </a:tabLst>
                <a:defRPr sz="2400">
                  <a:solidFill>
                    <a:schemeClr val="tx1"/>
                  </a:solidFill>
                  <a:latin typeface="Times New Roman" panose="02020603050405020304" pitchFamily="18" charset="0"/>
                  <a:ea typeface="굴림" panose="020B0600000101010101" pitchFamily="50" charset="-127"/>
                </a:defRPr>
              </a:lvl1pPr>
              <a:lvl2pPr marL="1031875" defTabSz="895350">
                <a:tabLst>
                  <a:tab pos="533400" algn="r"/>
                </a:tabLst>
                <a:defRPr sz="2400">
                  <a:solidFill>
                    <a:schemeClr val="tx1"/>
                  </a:solidFill>
                  <a:latin typeface="Times New Roman" panose="02020603050405020304" pitchFamily="18" charset="0"/>
                  <a:ea typeface="굴림" panose="020B0600000101010101" pitchFamily="50" charset="-127"/>
                </a:defRPr>
              </a:lvl2pPr>
              <a:lvl3pPr marL="1217613" defTabSz="895350">
                <a:tabLst>
                  <a:tab pos="533400" algn="r"/>
                </a:tabLst>
                <a:defRPr sz="2400">
                  <a:solidFill>
                    <a:schemeClr val="tx1"/>
                  </a:solidFill>
                  <a:latin typeface="Times New Roman" panose="02020603050405020304" pitchFamily="18" charset="0"/>
                  <a:ea typeface="굴림" panose="020B0600000101010101" pitchFamily="50" charset="-127"/>
                </a:defRPr>
              </a:lvl3pPr>
              <a:lvl4pPr marL="1404938" defTabSz="895350">
                <a:tabLst>
                  <a:tab pos="533400" algn="r"/>
                </a:tabLst>
                <a:defRPr sz="2400">
                  <a:solidFill>
                    <a:schemeClr val="tx1"/>
                  </a:solidFill>
                  <a:latin typeface="Times New Roman" panose="02020603050405020304" pitchFamily="18" charset="0"/>
                  <a:ea typeface="굴림" panose="020B0600000101010101" pitchFamily="50" charset="-127"/>
                </a:defRPr>
              </a:lvl4pPr>
              <a:lvl5pPr marL="1792288" defTabSz="895350">
                <a:tabLst>
                  <a:tab pos="533400" algn="r"/>
                </a:tabLst>
                <a:defRPr sz="2400">
                  <a:solidFill>
                    <a:schemeClr val="tx1"/>
                  </a:solidFill>
                  <a:latin typeface="Times New Roman" panose="02020603050405020304" pitchFamily="18" charset="0"/>
                  <a:ea typeface="굴림" panose="020B0600000101010101" pitchFamily="50" charset="-127"/>
                </a:defRPr>
              </a:lvl5pPr>
              <a:lvl6pPr marL="2249488" defTabSz="895350" fontAlgn="base">
                <a:spcBef>
                  <a:spcPct val="0"/>
                </a:spcBef>
                <a:spcAft>
                  <a:spcPct val="0"/>
                </a:spcAft>
                <a:tabLst>
                  <a:tab pos="533400" algn="r"/>
                </a:tabLst>
                <a:defRPr sz="2400">
                  <a:solidFill>
                    <a:schemeClr val="tx1"/>
                  </a:solidFill>
                  <a:latin typeface="Times New Roman" panose="02020603050405020304" pitchFamily="18" charset="0"/>
                  <a:ea typeface="굴림" panose="020B0600000101010101" pitchFamily="50" charset="-127"/>
                </a:defRPr>
              </a:lvl6pPr>
              <a:lvl7pPr marL="2706688" defTabSz="895350" fontAlgn="base">
                <a:spcBef>
                  <a:spcPct val="0"/>
                </a:spcBef>
                <a:spcAft>
                  <a:spcPct val="0"/>
                </a:spcAft>
                <a:tabLst>
                  <a:tab pos="533400" algn="r"/>
                </a:tabLst>
                <a:defRPr sz="2400">
                  <a:solidFill>
                    <a:schemeClr val="tx1"/>
                  </a:solidFill>
                  <a:latin typeface="Times New Roman" panose="02020603050405020304" pitchFamily="18" charset="0"/>
                  <a:ea typeface="굴림" panose="020B0600000101010101" pitchFamily="50" charset="-127"/>
                </a:defRPr>
              </a:lvl7pPr>
              <a:lvl8pPr marL="3163888" defTabSz="895350" fontAlgn="base">
                <a:spcBef>
                  <a:spcPct val="0"/>
                </a:spcBef>
                <a:spcAft>
                  <a:spcPct val="0"/>
                </a:spcAft>
                <a:tabLst>
                  <a:tab pos="533400" algn="r"/>
                </a:tabLst>
                <a:defRPr sz="2400">
                  <a:solidFill>
                    <a:schemeClr val="tx1"/>
                  </a:solidFill>
                  <a:latin typeface="Times New Roman" panose="02020603050405020304" pitchFamily="18" charset="0"/>
                  <a:ea typeface="굴림" panose="020B0600000101010101" pitchFamily="50" charset="-127"/>
                </a:defRPr>
              </a:lvl8pPr>
              <a:lvl9pPr marL="3621088" defTabSz="895350" fontAlgn="base">
                <a:spcBef>
                  <a:spcPct val="0"/>
                </a:spcBef>
                <a:spcAft>
                  <a:spcPct val="0"/>
                </a:spcAft>
                <a:tabLst>
                  <a:tab pos="533400" algn="r"/>
                </a:tabLst>
                <a:defRPr sz="2400">
                  <a:solidFill>
                    <a:schemeClr val="tx1"/>
                  </a:solidFill>
                  <a:latin typeface="Times New Roman" panose="02020603050405020304" pitchFamily="18" charset="0"/>
                  <a:ea typeface="굴림" panose="020B0600000101010101" pitchFamily="50" charset="-127"/>
                </a:defRPr>
              </a:lvl9pPr>
            </a:lstStyle>
            <a:p>
              <a:pPr>
                <a:defRPr/>
              </a:pPr>
              <a:r>
                <a:rPr lang="ko-KR" altLang="en-US" sz="1224">
                  <a:solidFill>
                    <a:srgbClr val="000000"/>
                  </a:solidFill>
                  <a:latin typeface="Arial" panose="020B0604020202020204" pitchFamily="34" charset="0"/>
                </a:rPr>
                <a:t>	*	</a:t>
              </a:r>
              <a:r>
                <a:rPr lang="en-US" altLang="ko-KR" sz="1224">
                  <a:solidFill>
                    <a:srgbClr val="000000"/>
                  </a:solidFill>
                  <a:latin typeface="Arial" panose="020B0604020202020204" pitchFamily="34" charset="0"/>
                </a:rPr>
                <a:t>Footnote</a:t>
              </a:r>
            </a:p>
            <a:p>
              <a:pPr>
                <a:spcBef>
                  <a:spcPct val="20000"/>
                </a:spcBef>
                <a:defRPr/>
              </a:pPr>
              <a:r>
                <a:rPr lang="en-US" altLang="ko-KR" sz="1224">
                  <a:solidFill>
                    <a:srgbClr val="000000"/>
                  </a:solidFill>
                  <a:latin typeface="Arial" panose="020B0604020202020204" pitchFamily="34" charset="0"/>
                </a:rPr>
                <a:t>Source:		Source</a:t>
              </a:r>
            </a:p>
          </p:txBody>
        </p:sp>
      </p:grpSp>
    </p:spTree>
  </p:cSld>
  <p:clrMap bg1="lt1" tx1="dk1" bg2="lt2" tx2="dk2" accent1="accent1" accent2="accent2" accent3="accent3" accent4="accent4" accent5="accent5" accent6="accent6" hlink="hlink" folHlink="folHlink"/>
  <p:sldLayoutIdLst>
    <p:sldLayoutId id="2147484276" r:id="rId1"/>
    <p:sldLayoutId id="2147484248" r:id="rId2"/>
    <p:sldLayoutId id="2147484249" r:id="rId3"/>
    <p:sldLayoutId id="2147484250" r:id="rId4"/>
    <p:sldLayoutId id="2147484251" r:id="rId5"/>
    <p:sldLayoutId id="2147484252" r:id="rId6"/>
    <p:sldLayoutId id="2147484253" r:id="rId7"/>
    <p:sldLayoutId id="2147484254" r:id="rId8"/>
    <p:sldLayoutId id="2147484255" r:id="rId9"/>
    <p:sldLayoutId id="2147484256" r:id="rId10"/>
    <p:sldLayoutId id="2147484257" r:id="rId11"/>
  </p:sldLayoutIdLst>
  <p:hf hdr="0" ftr="0" dt="0"/>
  <p:txStyles>
    <p:titleStyle>
      <a:lvl1pPr algn="l" defTabSz="912813" rtl="0" eaLnBrk="0" fontAlgn="base" hangingPunct="0">
        <a:spcBef>
          <a:spcPct val="0"/>
        </a:spcBef>
        <a:spcAft>
          <a:spcPct val="0"/>
        </a:spcAft>
        <a:defRPr sz="1900" b="1" kern="1200">
          <a:solidFill>
            <a:schemeClr val="tx2"/>
          </a:solidFill>
          <a:latin typeface="+mj-lt"/>
          <a:ea typeface="+mj-ea"/>
          <a:cs typeface="+mj-cs"/>
        </a:defRPr>
      </a:lvl1pPr>
      <a:lvl2pPr algn="l" defTabSz="912813" rtl="0" eaLnBrk="0" fontAlgn="base" hangingPunct="0">
        <a:spcBef>
          <a:spcPct val="0"/>
        </a:spcBef>
        <a:spcAft>
          <a:spcPct val="0"/>
        </a:spcAft>
        <a:defRPr sz="1900" b="1">
          <a:solidFill>
            <a:schemeClr val="tx2"/>
          </a:solidFill>
          <a:latin typeface="Arial" panose="020B0604020202020204" pitchFamily="34" charset="0"/>
          <a:ea typeface="굴림" panose="020B0600000101010101" pitchFamily="50" charset="-127"/>
        </a:defRPr>
      </a:lvl2pPr>
      <a:lvl3pPr algn="l" defTabSz="912813" rtl="0" eaLnBrk="0" fontAlgn="base" hangingPunct="0">
        <a:spcBef>
          <a:spcPct val="0"/>
        </a:spcBef>
        <a:spcAft>
          <a:spcPct val="0"/>
        </a:spcAft>
        <a:defRPr sz="1900" b="1">
          <a:solidFill>
            <a:schemeClr val="tx2"/>
          </a:solidFill>
          <a:latin typeface="Arial" panose="020B0604020202020204" pitchFamily="34" charset="0"/>
          <a:ea typeface="굴림" panose="020B0600000101010101" pitchFamily="50" charset="-127"/>
        </a:defRPr>
      </a:lvl3pPr>
      <a:lvl4pPr algn="l" defTabSz="912813" rtl="0" eaLnBrk="0" fontAlgn="base" hangingPunct="0">
        <a:spcBef>
          <a:spcPct val="0"/>
        </a:spcBef>
        <a:spcAft>
          <a:spcPct val="0"/>
        </a:spcAft>
        <a:defRPr sz="1900" b="1">
          <a:solidFill>
            <a:schemeClr val="tx2"/>
          </a:solidFill>
          <a:latin typeface="Arial" panose="020B0604020202020204" pitchFamily="34" charset="0"/>
          <a:ea typeface="굴림" panose="020B0600000101010101" pitchFamily="50" charset="-127"/>
        </a:defRPr>
      </a:lvl4pPr>
      <a:lvl5pPr algn="l" defTabSz="912813" rtl="0" eaLnBrk="0" fontAlgn="base" hangingPunct="0">
        <a:spcBef>
          <a:spcPct val="0"/>
        </a:spcBef>
        <a:spcAft>
          <a:spcPct val="0"/>
        </a:spcAft>
        <a:defRPr sz="1900" b="1">
          <a:solidFill>
            <a:schemeClr val="tx2"/>
          </a:solidFill>
          <a:latin typeface="Arial" panose="020B0604020202020204" pitchFamily="34" charset="0"/>
          <a:ea typeface="굴림" panose="020B0600000101010101" pitchFamily="50" charset="-127"/>
        </a:defRPr>
      </a:lvl5pPr>
      <a:lvl6pPr marL="466481" algn="l" defTabSz="913526" rtl="0" fontAlgn="base">
        <a:spcBef>
          <a:spcPct val="0"/>
        </a:spcBef>
        <a:spcAft>
          <a:spcPct val="0"/>
        </a:spcAft>
        <a:defRPr sz="1939" b="1">
          <a:solidFill>
            <a:schemeClr val="tx2"/>
          </a:solidFill>
          <a:latin typeface="Arial" panose="020B0604020202020204" pitchFamily="34" charset="0"/>
          <a:ea typeface="굴림" panose="020B0600000101010101" pitchFamily="50" charset="-127"/>
        </a:defRPr>
      </a:lvl6pPr>
      <a:lvl7pPr marL="932962" algn="l" defTabSz="913526" rtl="0" fontAlgn="base">
        <a:spcBef>
          <a:spcPct val="0"/>
        </a:spcBef>
        <a:spcAft>
          <a:spcPct val="0"/>
        </a:spcAft>
        <a:defRPr sz="1939" b="1">
          <a:solidFill>
            <a:schemeClr val="tx2"/>
          </a:solidFill>
          <a:latin typeface="Arial" panose="020B0604020202020204" pitchFamily="34" charset="0"/>
          <a:ea typeface="굴림" panose="020B0600000101010101" pitchFamily="50" charset="-127"/>
        </a:defRPr>
      </a:lvl7pPr>
      <a:lvl8pPr marL="1399443" algn="l" defTabSz="913526" rtl="0" fontAlgn="base">
        <a:spcBef>
          <a:spcPct val="0"/>
        </a:spcBef>
        <a:spcAft>
          <a:spcPct val="0"/>
        </a:spcAft>
        <a:defRPr sz="1939" b="1">
          <a:solidFill>
            <a:schemeClr val="tx2"/>
          </a:solidFill>
          <a:latin typeface="Arial" panose="020B0604020202020204" pitchFamily="34" charset="0"/>
          <a:ea typeface="굴림" panose="020B0600000101010101" pitchFamily="50" charset="-127"/>
        </a:defRPr>
      </a:lvl8pPr>
      <a:lvl9pPr marL="1865925" algn="l" defTabSz="913526" rtl="0" fontAlgn="base">
        <a:spcBef>
          <a:spcPct val="0"/>
        </a:spcBef>
        <a:spcAft>
          <a:spcPct val="0"/>
        </a:spcAft>
        <a:defRPr sz="1939" b="1">
          <a:solidFill>
            <a:schemeClr val="tx2"/>
          </a:solidFill>
          <a:latin typeface="Arial" panose="020B0604020202020204" pitchFamily="34" charset="0"/>
          <a:ea typeface="굴림" panose="020B0600000101010101" pitchFamily="50" charset="-127"/>
        </a:defRPr>
      </a:lvl9pPr>
    </p:titleStyle>
    <p:bodyStyle>
      <a:lvl1pPr algn="l" defTabSz="912813" rtl="0" eaLnBrk="0" fontAlgn="base" hangingPunct="0">
        <a:spcBef>
          <a:spcPct val="0"/>
        </a:spcBef>
        <a:spcAft>
          <a:spcPct val="0"/>
        </a:spcAft>
        <a:buSzPct val="120000"/>
        <a:defRPr sz="1600" kern="1200">
          <a:solidFill>
            <a:schemeClr val="tx1"/>
          </a:solidFill>
          <a:latin typeface="+mn-lt"/>
          <a:ea typeface="+mn-ea"/>
          <a:cs typeface="+mn-cs"/>
        </a:defRPr>
      </a:lvl1pPr>
      <a:lvl2pPr marL="146050" indent="-144463" algn="l" defTabSz="912813" rtl="0" eaLnBrk="0" fontAlgn="base" hangingPunct="0">
        <a:spcBef>
          <a:spcPct val="0"/>
        </a:spcBef>
        <a:spcAft>
          <a:spcPct val="0"/>
        </a:spcAft>
        <a:buSzPct val="120000"/>
        <a:buChar char="•"/>
        <a:defRPr sz="1600" kern="1200">
          <a:solidFill>
            <a:schemeClr val="tx1"/>
          </a:solidFill>
          <a:latin typeface="+mn-lt"/>
          <a:ea typeface="+mn-ea"/>
          <a:cs typeface="+mn-cs"/>
        </a:defRPr>
      </a:lvl2pPr>
      <a:lvl3pPr marL="300038" indent="-150813" algn="l" defTabSz="912813" rtl="0" eaLnBrk="0" fontAlgn="base" hangingPunct="0">
        <a:spcBef>
          <a:spcPct val="0"/>
        </a:spcBef>
        <a:spcAft>
          <a:spcPct val="0"/>
        </a:spcAft>
        <a:buChar char="–"/>
        <a:defRPr sz="1600" kern="1200">
          <a:solidFill>
            <a:schemeClr val="tx1"/>
          </a:solidFill>
          <a:latin typeface="+mn-lt"/>
          <a:ea typeface="+mn-ea"/>
          <a:cs typeface="+mn-cs"/>
        </a:defRPr>
      </a:lvl3pPr>
      <a:lvl4pPr marL="439738" indent="-136525" algn="l" defTabSz="912813" rtl="0" eaLnBrk="0" fontAlgn="base" hangingPunct="0">
        <a:spcBef>
          <a:spcPct val="0"/>
        </a:spcBef>
        <a:spcAft>
          <a:spcPct val="0"/>
        </a:spcAft>
        <a:buSzPct val="89000"/>
        <a:buChar char="•"/>
        <a:defRPr sz="1600" kern="1200">
          <a:solidFill>
            <a:schemeClr val="tx1"/>
          </a:solidFill>
          <a:latin typeface="+mn-lt"/>
          <a:ea typeface="+mn-ea"/>
          <a:cs typeface="+mn-cs"/>
        </a:defRPr>
      </a:lvl4pPr>
      <a:lvl5pPr marL="593725" indent="-150813" algn="l" defTabSz="912813" rtl="0" eaLnBrk="0" fontAlgn="base" hangingPunct="0">
        <a:spcBef>
          <a:spcPct val="0"/>
        </a:spcBef>
        <a:spcAft>
          <a:spcPct val="0"/>
        </a:spcAft>
        <a:buSzPct val="75000"/>
        <a:buChar char="–"/>
        <a:defRPr sz="1600" kern="1200">
          <a:solidFill>
            <a:schemeClr val="tx1"/>
          </a:solidFill>
          <a:latin typeface="+mn-lt"/>
          <a:ea typeface="+mn-ea"/>
          <a:cs typeface="+mn-cs"/>
        </a:defRPr>
      </a:lvl5pPr>
      <a:lvl6pPr marL="2565646" indent="-233241" algn="l" defTabSz="932962" rtl="0" eaLnBrk="1" latinLnBrk="1" hangingPunct="1">
        <a:lnSpc>
          <a:spcPct val="90000"/>
        </a:lnSpc>
        <a:spcBef>
          <a:spcPts val="510"/>
        </a:spcBef>
        <a:buFont typeface="Arial" panose="020B0604020202020204" pitchFamily="34" charset="0"/>
        <a:buChar char="•"/>
        <a:defRPr sz="1837" kern="1200">
          <a:solidFill>
            <a:schemeClr val="tx1"/>
          </a:solidFill>
          <a:latin typeface="+mn-lt"/>
          <a:ea typeface="+mn-ea"/>
          <a:cs typeface="+mn-cs"/>
        </a:defRPr>
      </a:lvl6pPr>
      <a:lvl7pPr marL="3032128" indent="-233241" algn="l" defTabSz="932962" rtl="0" eaLnBrk="1" latinLnBrk="1" hangingPunct="1">
        <a:lnSpc>
          <a:spcPct val="90000"/>
        </a:lnSpc>
        <a:spcBef>
          <a:spcPts val="510"/>
        </a:spcBef>
        <a:buFont typeface="Arial" panose="020B0604020202020204" pitchFamily="34" charset="0"/>
        <a:buChar char="•"/>
        <a:defRPr sz="1837" kern="1200">
          <a:solidFill>
            <a:schemeClr val="tx1"/>
          </a:solidFill>
          <a:latin typeface="+mn-lt"/>
          <a:ea typeface="+mn-ea"/>
          <a:cs typeface="+mn-cs"/>
        </a:defRPr>
      </a:lvl7pPr>
      <a:lvl8pPr marL="3498609" indent="-233241" algn="l" defTabSz="932962" rtl="0" eaLnBrk="1" latinLnBrk="1" hangingPunct="1">
        <a:lnSpc>
          <a:spcPct val="90000"/>
        </a:lnSpc>
        <a:spcBef>
          <a:spcPts val="510"/>
        </a:spcBef>
        <a:buFont typeface="Arial" panose="020B0604020202020204" pitchFamily="34" charset="0"/>
        <a:buChar char="•"/>
        <a:defRPr sz="1837" kern="1200">
          <a:solidFill>
            <a:schemeClr val="tx1"/>
          </a:solidFill>
          <a:latin typeface="+mn-lt"/>
          <a:ea typeface="+mn-ea"/>
          <a:cs typeface="+mn-cs"/>
        </a:defRPr>
      </a:lvl8pPr>
      <a:lvl9pPr marL="3965090" indent="-233241" algn="l" defTabSz="932962" rtl="0" eaLnBrk="1" latinLnBrk="1" hangingPunct="1">
        <a:lnSpc>
          <a:spcPct val="90000"/>
        </a:lnSpc>
        <a:spcBef>
          <a:spcPts val="510"/>
        </a:spcBef>
        <a:buFont typeface="Arial" panose="020B0604020202020204" pitchFamily="34" charset="0"/>
        <a:buChar char="•"/>
        <a:defRPr sz="1837" kern="1200">
          <a:solidFill>
            <a:schemeClr val="tx1"/>
          </a:solidFill>
          <a:latin typeface="+mn-lt"/>
          <a:ea typeface="+mn-ea"/>
          <a:cs typeface="+mn-cs"/>
        </a:defRPr>
      </a:lvl9pPr>
    </p:bodyStyle>
    <p:otherStyle>
      <a:defPPr>
        <a:defRPr lang="ko-KR"/>
      </a:defPPr>
      <a:lvl1pPr marL="0" algn="l" defTabSz="932962" rtl="0" eaLnBrk="1" latinLnBrk="1" hangingPunct="1">
        <a:defRPr sz="1837" kern="1200">
          <a:solidFill>
            <a:schemeClr val="tx1"/>
          </a:solidFill>
          <a:latin typeface="+mn-lt"/>
          <a:ea typeface="+mn-ea"/>
          <a:cs typeface="+mn-cs"/>
        </a:defRPr>
      </a:lvl1pPr>
      <a:lvl2pPr marL="466481" algn="l" defTabSz="932962" rtl="0" eaLnBrk="1" latinLnBrk="1" hangingPunct="1">
        <a:defRPr sz="1837" kern="1200">
          <a:solidFill>
            <a:schemeClr val="tx1"/>
          </a:solidFill>
          <a:latin typeface="+mn-lt"/>
          <a:ea typeface="+mn-ea"/>
          <a:cs typeface="+mn-cs"/>
        </a:defRPr>
      </a:lvl2pPr>
      <a:lvl3pPr marL="932962" algn="l" defTabSz="932962" rtl="0" eaLnBrk="1" latinLnBrk="1" hangingPunct="1">
        <a:defRPr sz="1837" kern="1200">
          <a:solidFill>
            <a:schemeClr val="tx1"/>
          </a:solidFill>
          <a:latin typeface="+mn-lt"/>
          <a:ea typeface="+mn-ea"/>
          <a:cs typeface="+mn-cs"/>
        </a:defRPr>
      </a:lvl3pPr>
      <a:lvl4pPr marL="1399443" algn="l" defTabSz="932962" rtl="0" eaLnBrk="1" latinLnBrk="1" hangingPunct="1">
        <a:defRPr sz="1837" kern="1200">
          <a:solidFill>
            <a:schemeClr val="tx1"/>
          </a:solidFill>
          <a:latin typeface="+mn-lt"/>
          <a:ea typeface="+mn-ea"/>
          <a:cs typeface="+mn-cs"/>
        </a:defRPr>
      </a:lvl4pPr>
      <a:lvl5pPr marL="1865925" algn="l" defTabSz="932962" rtl="0" eaLnBrk="1" latinLnBrk="1" hangingPunct="1">
        <a:defRPr sz="1837" kern="1200">
          <a:solidFill>
            <a:schemeClr val="tx1"/>
          </a:solidFill>
          <a:latin typeface="+mn-lt"/>
          <a:ea typeface="+mn-ea"/>
          <a:cs typeface="+mn-cs"/>
        </a:defRPr>
      </a:lvl5pPr>
      <a:lvl6pPr marL="2332406" algn="l" defTabSz="932962" rtl="0" eaLnBrk="1" latinLnBrk="1" hangingPunct="1">
        <a:defRPr sz="1837" kern="1200">
          <a:solidFill>
            <a:schemeClr val="tx1"/>
          </a:solidFill>
          <a:latin typeface="+mn-lt"/>
          <a:ea typeface="+mn-ea"/>
          <a:cs typeface="+mn-cs"/>
        </a:defRPr>
      </a:lvl6pPr>
      <a:lvl7pPr marL="2798887" algn="l" defTabSz="932962" rtl="0" eaLnBrk="1" latinLnBrk="1" hangingPunct="1">
        <a:defRPr sz="1837" kern="1200">
          <a:solidFill>
            <a:schemeClr val="tx1"/>
          </a:solidFill>
          <a:latin typeface="+mn-lt"/>
          <a:ea typeface="+mn-ea"/>
          <a:cs typeface="+mn-cs"/>
        </a:defRPr>
      </a:lvl7pPr>
      <a:lvl8pPr marL="3265368" algn="l" defTabSz="932962" rtl="0" eaLnBrk="1" latinLnBrk="1" hangingPunct="1">
        <a:defRPr sz="1837" kern="1200">
          <a:solidFill>
            <a:schemeClr val="tx1"/>
          </a:solidFill>
          <a:latin typeface="+mn-lt"/>
          <a:ea typeface="+mn-ea"/>
          <a:cs typeface="+mn-cs"/>
        </a:defRPr>
      </a:lvl8pPr>
      <a:lvl9pPr marL="3731849" algn="l" defTabSz="932962" rtl="0" eaLnBrk="1" latinLnBrk="1" hangingPunct="1">
        <a:defRPr sz="1837"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6" Type="http://schemas.openxmlformats.org/officeDocument/2006/relationships/tags" Target="../tags/tag55.xml"/><Relationship Id="rId21" Type="http://schemas.openxmlformats.org/officeDocument/2006/relationships/tags" Target="../tags/tag50.xml"/><Relationship Id="rId42" Type="http://schemas.openxmlformats.org/officeDocument/2006/relationships/tags" Target="../tags/tag71.xml"/><Relationship Id="rId47" Type="http://schemas.openxmlformats.org/officeDocument/2006/relationships/tags" Target="../tags/tag76.xml"/><Relationship Id="rId63" Type="http://schemas.openxmlformats.org/officeDocument/2006/relationships/tags" Target="../tags/tag92.xml"/><Relationship Id="rId68" Type="http://schemas.openxmlformats.org/officeDocument/2006/relationships/tags" Target="../tags/tag97.xml"/><Relationship Id="rId84" Type="http://schemas.openxmlformats.org/officeDocument/2006/relationships/tags" Target="../tags/tag113.xml"/><Relationship Id="rId89" Type="http://schemas.openxmlformats.org/officeDocument/2006/relationships/image" Target="../media/image2.png"/><Relationship Id="rId16" Type="http://schemas.openxmlformats.org/officeDocument/2006/relationships/tags" Target="../tags/tag45.xml"/><Relationship Id="rId11" Type="http://schemas.openxmlformats.org/officeDocument/2006/relationships/tags" Target="../tags/tag40.xml"/><Relationship Id="rId32" Type="http://schemas.openxmlformats.org/officeDocument/2006/relationships/tags" Target="../tags/tag61.xml"/><Relationship Id="rId37" Type="http://schemas.openxmlformats.org/officeDocument/2006/relationships/tags" Target="../tags/tag66.xml"/><Relationship Id="rId53" Type="http://schemas.openxmlformats.org/officeDocument/2006/relationships/tags" Target="../tags/tag82.xml"/><Relationship Id="rId58" Type="http://schemas.openxmlformats.org/officeDocument/2006/relationships/tags" Target="../tags/tag87.xml"/><Relationship Id="rId74" Type="http://schemas.openxmlformats.org/officeDocument/2006/relationships/tags" Target="../tags/tag103.xml"/><Relationship Id="rId79" Type="http://schemas.openxmlformats.org/officeDocument/2006/relationships/tags" Target="../tags/tag108.xml"/><Relationship Id="rId5" Type="http://schemas.openxmlformats.org/officeDocument/2006/relationships/tags" Target="../tags/tag34.xml"/><Relationship Id="rId90" Type="http://schemas.openxmlformats.org/officeDocument/2006/relationships/image" Target="../media/image3.png"/><Relationship Id="rId14" Type="http://schemas.openxmlformats.org/officeDocument/2006/relationships/tags" Target="../tags/tag43.xml"/><Relationship Id="rId22" Type="http://schemas.openxmlformats.org/officeDocument/2006/relationships/tags" Target="../tags/tag51.xml"/><Relationship Id="rId27" Type="http://schemas.openxmlformats.org/officeDocument/2006/relationships/tags" Target="../tags/tag56.xml"/><Relationship Id="rId30" Type="http://schemas.openxmlformats.org/officeDocument/2006/relationships/tags" Target="../tags/tag59.xml"/><Relationship Id="rId35" Type="http://schemas.openxmlformats.org/officeDocument/2006/relationships/tags" Target="../tags/tag64.xml"/><Relationship Id="rId43" Type="http://schemas.openxmlformats.org/officeDocument/2006/relationships/tags" Target="../tags/tag72.xml"/><Relationship Id="rId48" Type="http://schemas.openxmlformats.org/officeDocument/2006/relationships/tags" Target="../tags/tag77.xml"/><Relationship Id="rId56" Type="http://schemas.openxmlformats.org/officeDocument/2006/relationships/tags" Target="../tags/tag85.xml"/><Relationship Id="rId64" Type="http://schemas.openxmlformats.org/officeDocument/2006/relationships/tags" Target="../tags/tag93.xml"/><Relationship Id="rId69" Type="http://schemas.openxmlformats.org/officeDocument/2006/relationships/tags" Target="../tags/tag98.xml"/><Relationship Id="rId77" Type="http://schemas.openxmlformats.org/officeDocument/2006/relationships/tags" Target="../tags/tag106.xml"/><Relationship Id="rId8" Type="http://schemas.openxmlformats.org/officeDocument/2006/relationships/tags" Target="../tags/tag37.xml"/><Relationship Id="rId51" Type="http://schemas.openxmlformats.org/officeDocument/2006/relationships/tags" Target="../tags/tag80.xml"/><Relationship Id="rId72" Type="http://schemas.openxmlformats.org/officeDocument/2006/relationships/tags" Target="../tags/tag101.xml"/><Relationship Id="rId80" Type="http://schemas.openxmlformats.org/officeDocument/2006/relationships/tags" Target="../tags/tag109.xml"/><Relationship Id="rId85" Type="http://schemas.openxmlformats.org/officeDocument/2006/relationships/tags" Target="../tags/tag114.xml"/><Relationship Id="rId3" Type="http://schemas.openxmlformats.org/officeDocument/2006/relationships/tags" Target="../tags/tag32.xml"/><Relationship Id="rId12" Type="http://schemas.openxmlformats.org/officeDocument/2006/relationships/tags" Target="../tags/tag41.xml"/><Relationship Id="rId17" Type="http://schemas.openxmlformats.org/officeDocument/2006/relationships/tags" Target="../tags/tag46.xml"/><Relationship Id="rId25" Type="http://schemas.openxmlformats.org/officeDocument/2006/relationships/tags" Target="../tags/tag54.xml"/><Relationship Id="rId33" Type="http://schemas.openxmlformats.org/officeDocument/2006/relationships/tags" Target="../tags/tag62.xml"/><Relationship Id="rId38" Type="http://schemas.openxmlformats.org/officeDocument/2006/relationships/tags" Target="../tags/tag67.xml"/><Relationship Id="rId46" Type="http://schemas.openxmlformats.org/officeDocument/2006/relationships/tags" Target="../tags/tag75.xml"/><Relationship Id="rId59" Type="http://schemas.openxmlformats.org/officeDocument/2006/relationships/tags" Target="../tags/tag88.xml"/><Relationship Id="rId67" Type="http://schemas.openxmlformats.org/officeDocument/2006/relationships/tags" Target="../tags/tag96.xml"/><Relationship Id="rId20" Type="http://schemas.openxmlformats.org/officeDocument/2006/relationships/tags" Target="../tags/tag49.xml"/><Relationship Id="rId41" Type="http://schemas.openxmlformats.org/officeDocument/2006/relationships/tags" Target="../tags/tag70.xml"/><Relationship Id="rId54" Type="http://schemas.openxmlformats.org/officeDocument/2006/relationships/tags" Target="../tags/tag83.xml"/><Relationship Id="rId62" Type="http://schemas.openxmlformats.org/officeDocument/2006/relationships/tags" Target="../tags/tag91.xml"/><Relationship Id="rId70" Type="http://schemas.openxmlformats.org/officeDocument/2006/relationships/tags" Target="../tags/tag99.xml"/><Relationship Id="rId75" Type="http://schemas.openxmlformats.org/officeDocument/2006/relationships/tags" Target="../tags/tag104.xml"/><Relationship Id="rId83" Type="http://schemas.openxmlformats.org/officeDocument/2006/relationships/tags" Target="../tags/tag112.xml"/><Relationship Id="rId88" Type="http://schemas.openxmlformats.org/officeDocument/2006/relationships/image" Target="../media/image1.png"/><Relationship Id="rId1" Type="http://schemas.openxmlformats.org/officeDocument/2006/relationships/tags" Target="../tags/tag30.xml"/><Relationship Id="rId6" Type="http://schemas.openxmlformats.org/officeDocument/2006/relationships/tags" Target="../tags/tag35.xml"/><Relationship Id="rId15" Type="http://schemas.openxmlformats.org/officeDocument/2006/relationships/tags" Target="../tags/tag44.xml"/><Relationship Id="rId23" Type="http://schemas.openxmlformats.org/officeDocument/2006/relationships/tags" Target="../tags/tag52.xml"/><Relationship Id="rId28" Type="http://schemas.openxmlformats.org/officeDocument/2006/relationships/tags" Target="../tags/tag57.xml"/><Relationship Id="rId36" Type="http://schemas.openxmlformats.org/officeDocument/2006/relationships/tags" Target="../tags/tag65.xml"/><Relationship Id="rId49" Type="http://schemas.openxmlformats.org/officeDocument/2006/relationships/tags" Target="../tags/tag78.xml"/><Relationship Id="rId57" Type="http://schemas.openxmlformats.org/officeDocument/2006/relationships/tags" Target="../tags/tag86.xml"/><Relationship Id="rId10" Type="http://schemas.openxmlformats.org/officeDocument/2006/relationships/tags" Target="../tags/tag39.xml"/><Relationship Id="rId31" Type="http://schemas.openxmlformats.org/officeDocument/2006/relationships/tags" Target="../tags/tag60.xml"/><Relationship Id="rId44" Type="http://schemas.openxmlformats.org/officeDocument/2006/relationships/tags" Target="../tags/tag73.xml"/><Relationship Id="rId52" Type="http://schemas.openxmlformats.org/officeDocument/2006/relationships/tags" Target="../tags/tag81.xml"/><Relationship Id="rId60" Type="http://schemas.openxmlformats.org/officeDocument/2006/relationships/tags" Target="../tags/tag89.xml"/><Relationship Id="rId65" Type="http://schemas.openxmlformats.org/officeDocument/2006/relationships/tags" Target="../tags/tag94.xml"/><Relationship Id="rId73" Type="http://schemas.openxmlformats.org/officeDocument/2006/relationships/tags" Target="../tags/tag102.xml"/><Relationship Id="rId78" Type="http://schemas.openxmlformats.org/officeDocument/2006/relationships/tags" Target="../tags/tag107.xml"/><Relationship Id="rId81" Type="http://schemas.openxmlformats.org/officeDocument/2006/relationships/tags" Target="../tags/tag110.xml"/><Relationship Id="rId86" Type="http://schemas.openxmlformats.org/officeDocument/2006/relationships/slideLayout" Target="../slideLayouts/slideLayout28.xml"/><Relationship Id="rId4" Type="http://schemas.openxmlformats.org/officeDocument/2006/relationships/tags" Target="../tags/tag33.xml"/><Relationship Id="rId9" Type="http://schemas.openxmlformats.org/officeDocument/2006/relationships/tags" Target="../tags/tag38.xml"/><Relationship Id="rId13" Type="http://schemas.openxmlformats.org/officeDocument/2006/relationships/tags" Target="../tags/tag42.xml"/><Relationship Id="rId18" Type="http://schemas.openxmlformats.org/officeDocument/2006/relationships/tags" Target="../tags/tag47.xml"/><Relationship Id="rId39" Type="http://schemas.openxmlformats.org/officeDocument/2006/relationships/tags" Target="../tags/tag68.xml"/><Relationship Id="rId34" Type="http://schemas.openxmlformats.org/officeDocument/2006/relationships/tags" Target="../tags/tag63.xml"/><Relationship Id="rId50" Type="http://schemas.openxmlformats.org/officeDocument/2006/relationships/tags" Target="../tags/tag79.xml"/><Relationship Id="rId55" Type="http://schemas.openxmlformats.org/officeDocument/2006/relationships/tags" Target="../tags/tag84.xml"/><Relationship Id="rId76" Type="http://schemas.openxmlformats.org/officeDocument/2006/relationships/tags" Target="../tags/tag105.xml"/><Relationship Id="rId7" Type="http://schemas.openxmlformats.org/officeDocument/2006/relationships/tags" Target="../tags/tag36.xml"/><Relationship Id="rId71" Type="http://schemas.openxmlformats.org/officeDocument/2006/relationships/tags" Target="../tags/tag100.xml"/><Relationship Id="rId2" Type="http://schemas.openxmlformats.org/officeDocument/2006/relationships/tags" Target="../tags/tag31.xml"/><Relationship Id="rId29" Type="http://schemas.openxmlformats.org/officeDocument/2006/relationships/tags" Target="../tags/tag58.xml"/><Relationship Id="rId24" Type="http://schemas.openxmlformats.org/officeDocument/2006/relationships/tags" Target="../tags/tag53.xml"/><Relationship Id="rId40" Type="http://schemas.openxmlformats.org/officeDocument/2006/relationships/tags" Target="../tags/tag69.xml"/><Relationship Id="rId45" Type="http://schemas.openxmlformats.org/officeDocument/2006/relationships/tags" Target="../tags/tag74.xml"/><Relationship Id="rId66" Type="http://schemas.openxmlformats.org/officeDocument/2006/relationships/tags" Target="../tags/tag95.xml"/><Relationship Id="rId87" Type="http://schemas.openxmlformats.org/officeDocument/2006/relationships/notesSlide" Target="../notesSlides/notesSlide1.xml"/><Relationship Id="rId61" Type="http://schemas.openxmlformats.org/officeDocument/2006/relationships/tags" Target="../tags/tag90.xml"/><Relationship Id="rId82" Type="http://schemas.openxmlformats.org/officeDocument/2006/relationships/tags" Target="../tags/tag111.xml"/><Relationship Id="rId19" Type="http://schemas.openxmlformats.org/officeDocument/2006/relationships/tags" Target="../tags/tag48.xml"/></Relationships>
</file>

<file path=ppt/slides/_rels/slide2.xml.rels><?xml version="1.0" encoding="UTF-8" standalone="yes"?>
<Relationships xmlns="http://schemas.openxmlformats.org/package/2006/relationships"><Relationship Id="rId13" Type="http://schemas.openxmlformats.org/officeDocument/2006/relationships/tags" Target="../tags/tag128.xml"/><Relationship Id="rId18" Type="http://schemas.openxmlformats.org/officeDocument/2006/relationships/tags" Target="../tags/tag133.xml"/><Relationship Id="rId26" Type="http://schemas.openxmlformats.org/officeDocument/2006/relationships/tags" Target="../tags/tag141.xml"/><Relationship Id="rId21" Type="http://schemas.openxmlformats.org/officeDocument/2006/relationships/tags" Target="../tags/tag136.xml"/><Relationship Id="rId34" Type="http://schemas.openxmlformats.org/officeDocument/2006/relationships/oleObject" Target="../embeddings/oleObject2.bin"/><Relationship Id="rId7" Type="http://schemas.openxmlformats.org/officeDocument/2006/relationships/tags" Target="../tags/tag122.xml"/><Relationship Id="rId12" Type="http://schemas.openxmlformats.org/officeDocument/2006/relationships/tags" Target="../tags/tag127.xml"/><Relationship Id="rId17" Type="http://schemas.openxmlformats.org/officeDocument/2006/relationships/tags" Target="../tags/tag132.xml"/><Relationship Id="rId25" Type="http://schemas.openxmlformats.org/officeDocument/2006/relationships/tags" Target="../tags/tag140.xml"/><Relationship Id="rId33" Type="http://schemas.openxmlformats.org/officeDocument/2006/relationships/image" Target="../media/image4.emf"/><Relationship Id="rId2" Type="http://schemas.openxmlformats.org/officeDocument/2006/relationships/tags" Target="../tags/tag117.xml"/><Relationship Id="rId16" Type="http://schemas.openxmlformats.org/officeDocument/2006/relationships/tags" Target="../tags/tag131.xml"/><Relationship Id="rId20" Type="http://schemas.openxmlformats.org/officeDocument/2006/relationships/tags" Target="../tags/tag135.xml"/><Relationship Id="rId29" Type="http://schemas.openxmlformats.org/officeDocument/2006/relationships/tags" Target="../tags/tag144.xml"/><Relationship Id="rId1" Type="http://schemas.openxmlformats.org/officeDocument/2006/relationships/tags" Target="../tags/tag116.xml"/><Relationship Id="rId6" Type="http://schemas.openxmlformats.org/officeDocument/2006/relationships/tags" Target="../tags/tag121.xml"/><Relationship Id="rId11" Type="http://schemas.openxmlformats.org/officeDocument/2006/relationships/tags" Target="../tags/tag126.xml"/><Relationship Id="rId24" Type="http://schemas.openxmlformats.org/officeDocument/2006/relationships/tags" Target="../tags/tag139.xml"/><Relationship Id="rId32" Type="http://schemas.openxmlformats.org/officeDocument/2006/relationships/oleObject" Target="../embeddings/oleObject1.bin"/><Relationship Id="rId37" Type="http://schemas.openxmlformats.org/officeDocument/2006/relationships/image" Target="../media/image6.png"/><Relationship Id="rId5" Type="http://schemas.openxmlformats.org/officeDocument/2006/relationships/tags" Target="../tags/tag120.xml"/><Relationship Id="rId15" Type="http://schemas.openxmlformats.org/officeDocument/2006/relationships/tags" Target="../tags/tag130.xml"/><Relationship Id="rId23" Type="http://schemas.openxmlformats.org/officeDocument/2006/relationships/tags" Target="../tags/tag138.xml"/><Relationship Id="rId28" Type="http://schemas.openxmlformats.org/officeDocument/2006/relationships/tags" Target="../tags/tag143.xml"/><Relationship Id="rId36" Type="http://schemas.openxmlformats.org/officeDocument/2006/relationships/hyperlink" Target="http://dgl.microsoft.com/mgnsrv.dll?1,en,PE03082_" TargetMode="External"/><Relationship Id="rId10" Type="http://schemas.openxmlformats.org/officeDocument/2006/relationships/tags" Target="../tags/tag125.xml"/><Relationship Id="rId19" Type="http://schemas.openxmlformats.org/officeDocument/2006/relationships/tags" Target="../tags/tag134.xml"/><Relationship Id="rId31" Type="http://schemas.openxmlformats.org/officeDocument/2006/relationships/notesSlide" Target="../notesSlides/notesSlide2.xml"/><Relationship Id="rId4" Type="http://schemas.openxmlformats.org/officeDocument/2006/relationships/tags" Target="../tags/tag119.xml"/><Relationship Id="rId9" Type="http://schemas.openxmlformats.org/officeDocument/2006/relationships/tags" Target="../tags/tag124.xml"/><Relationship Id="rId14" Type="http://schemas.openxmlformats.org/officeDocument/2006/relationships/tags" Target="../tags/tag129.xml"/><Relationship Id="rId22" Type="http://schemas.openxmlformats.org/officeDocument/2006/relationships/tags" Target="../tags/tag137.xml"/><Relationship Id="rId27" Type="http://schemas.openxmlformats.org/officeDocument/2006/relationships/tags" Target="../tags/tag142.xml"/><Relationship Id="rId30" Type="http://schemas.openxmlformats.org/officeDocument/2006/relationships/slideLayout" Target="../slideLayouts/slideLayout28.xml"/><Relationship Id="rId35" Type="http://schemas.openxmlformats.org/officeDocument/2006/relationships/image" Target="../media/image5.emf"/><Relationship Id="rId8" Type="http://schemas.openxmlformats.org/officeDocument/2006/relationships/tags" Target="../tags/tag123.xml"/><Relationship Id="rId3" Type="http://schemas.openxmlformats.org/officeDocument/2006/relationships/tags" Target="../tags/tag118.xml"/></Relationships>
</file>

<file path=ppt/slides/_rels/slide3.xml.rels><?xml version="1.0" encoding="UTF-8" standalone="yes"?>
<Relationships xmlns="http://schemas.openxmlformats.org/package/2006/relationships"><Relationship Id="rId8" Type="http://schemas.openxmlformats.org/officeDocument/2006/relationships/tags" Target="../tags/tag153.xml"/><Relationship Id="rId3" Type="http://schemas.openxmlformats.org/officeDocument/2006/relationships/tags" Target="../tags/tag148.xml"/><Relationship Id="rId7" Type="http://schemas.openxmlformats.org/officeDocument/2006/relationships/tags" Target="../tags/tag152.xml"/><Relationship Id="rId12" Type="http://schemas.openxmlformats.org/officeDocument/2006/relationships/notesSlide" Target="../notesSlides/notesSlide3.xml"/><Relationship Id="rId2" Type="http://schemas.openxmlformats.org/officeDocument/2006/relationships/tags" Target="../tags/tag147.xml"/><Relationship Id="rId1" Type="http://schemas.openxmlformats.org/officeDocument/2006/relationships/tags" Target="../tags/tag146.xml"/><Relationship Id="rId6" Type="http://schemas.openxmlformats.org/officeDocument/2006/relationships/tags" Target="../tags/tag151.xml"/><Relationship Id="rId11" Type="http://schemas.openxmlformats.org/officeDocument/2006/relationships/slideLayout" Target="../slideLayouts/slideLayout33.xml"/><Relationship Id="rId5" Type="http://schemas.openxmlformats.org/officeDocument/2006/relationships/tags" Target="../tags/tag150.xml"/><Relationship Id="rId10" Type="http://schemas.openxmlformats.org/officeDocument/2006/relationships/tags" Target="../tags/tag155.xml"/><Relationship Id="rId4" Type="http://schemas.openxmlformats.org/officeDocument/2006/relationships/tags" Target="../tags/tag149.xml"/><Relationship Id="rId9" Type="http://schemas.openxmlformats.org/officeDocument/2006/relationships/tags" Target="../tags/tag154.xml"/></Relationships>
</file>

<file path=ppt/slides/_rels/slide4.xml.rels><?xml version="1.0" encoding="UTF-8" standalone="yes"?>
<Relationships xmlns="http://schemas.openxmlformats.org/package/2006/relationships"><Relationship Id="rId8" Type="http://schemas.openxmlformats.org/officeDocument/2006/relationships/tags" Target="../tags/tag163.xml"/><Relationship Id="rId13" Type="http://schemas.openxmlformats.org/officeDocument/2006/relationships/tags" Target="../tags/tag168.xml"/><Relationship Id="rId3" Type="http://schemas.openxmlformats.org/officeDocument/2006/relationships/tags" Target="../tags/tag158.xml"/><Relationship Id="rId7" Type="http://schemas.openxmlformats.org/officeDocument/2006/relationships/tags" Target="../tags/tag162.xml"/><Relationship Id="rId12" Type="http://schemas.openxmlformats.org/officeDocument/2006/relationships/tags" Target="../tags/tag167.xml"/><Relationship Id="rId2" Type="http://schemas.openxmlformats.org/officeDocument/2006/relationships/tags" Target="../tags/tag157.xml"/><Relationship Id="rId1" Type="http://schemas.openxmlformats.org/officeDocument/2006/relationships/tags" Target="../tags/tag156.xml"/><Relationship Id="rId6" Type="http://schemas.openxmlformats.org/officeDocument/2006/relationships/tags" Target="../tags/tag161.xml"/><Relationship Id="rId11" Type="http://schemas.openxmlformats.org/officeDocument/2006/relationships/tags" Target="../tags/tag166.xml"/><Relationship Id="rId5" Type="http://schemas.openxmlformats.org/officeDocument/2006/relationships/tags" Target="../tags/tag160.xml"/><Relationship Id="rId15" Type="http://schemas.openxmlformats.org/officeDocument/2006/relationships/notesSlide" Target="../notesSlides/notesSlide4.xml"/><Relationship Id="rId10" Type="http://schemas.openxmlformats.org/officeDocument/2006/relationships/tags" Target="../tags/tag165.xml"/><Relationship Id="rId4" Type="http://schemas.openxmlformats.org/officeDocument/2006/relationships/tags" Target="../tags/tag159.xml"/><Relationship Id="rId9" Type="http://schemas.openxmlformats.org/officeDocument/2006/relationships/tags" Target="../tags/tag164.xml"/><Relationship Id="rId14"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tags" Target="../tags/tag171.xml"/><Relationship Id="rId2" Type="http://schemas.openxmlformats.org/officeDocument/2006/relationships/tags" Target="../tags/tag170.xml"/><Relationship Id="rId1" Type="http://schemas.openxmlformats.org/officeDocument/2006/relationships/tags" Target="../tags/tag169.xml"/><Relationship Id="rId5" Type="http://schemas.openxmlformats.org/officeDocument/2006/relationships/notesSlide" Target="../notesSlides/notesSlide5.xml"/><Relationship Id="rId4"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8" Type="http://schemas.openxmlformats.org/officeDocument/2006/relationships/slideLayout" Target="../slideLayouts/slideLayout2.xml"/><Relationship Id="rId3" Type="http://schemas.openxmlformats.org/officeDocument/2006/relationships/tags" Target="../tags/tag174.xml"/><Relationship Id="rId7" Type="http://schemas.openxmlformats.org/officeDocument/2006/relationships/tags" Target="../tags/tag178.xml"/><Relationship Id="rId2" Type="http://schemas.openxmlformats.org/officeDocument/2006/relationships/tags" Target="../tags/tag173.xml"/><Relationship Id="rId1" Type="http://schemas.openxmlformats.org/officeDocument/2006/relationships/tags" Target="../tags/tag172.xml"/><Relationship Id="rId6" Type="http://schemas.openxmlformats.org/officeDocument/2006/relationships/tags" Target="../tags/tag177.xml"/><Relationship Id="rId5" Type="http://schemas.openxmlformats.org/officeDocument/2006/relationships/tags" Target="../tags/tag176.xml"/><Relationship Id="rId4" Type="http://schemas.openxmlformats.org/officeDocument/2006/relationships/tags" Target="../tags/tag175.xml"/><Relationship Id="rId9"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7.emf"/></Relationships>
</file>

<file path=ppt/slides/_rels/slide35.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chart" Target="../charts/chart2.xml"/></Relationships>
</file>

<file path=ppt/slides/_rels/slide36.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37.xml"/><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38.xml"/><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40.xml"/><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41.xml"/><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43.xml"/><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44.xml"/><Relationship Id="rId1" Type="http://schemas.openxmlformats.org/officeDocument/2006/relationships/slideLayout" Target="../slideLayouts/slideLayout6.xml"/><Relationship Id="rId4" Type="http://schemas.openxmlformats.org/officeDocument/2006/relationships/chart" Target="../charts/chart12.xml"/></Relationships>
</file>

<file path=ppt/slides/_rels/slide45.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45.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50.xml"/><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8" Type="http://schemas.openxmlformats.org/officeDocument/2006/relationships/tags" Target="../tags/tag186.xml"/><Relationship Id="rId13" Type="http://schemas.openxmlformats.org/officeDocument/2006/relationships/tags" Target="../tags/tag191.xml"/><Relationship Id="rId3" Type="http://schemas.openxmlformats.org/officeDocument/2006/relationships/tags" Target="../tags/tag181.xml"/><Relationship Id="rId7" Type="http://schemas.openxmlformats.org/officeDocument/2006/relationships/tags" Target="../tags/tag185.xml"/><Relationship Id="rId12" Type="http://schemas.openxmlformats.org/officeDocument/2006/relationships/tags" Target="../tags/tag190.xml"/><Relationship Id="rId2" Type="http://schemas.openxmlformats.org/officeDocument/2006/relationships/tags" Target="../tags/tag180.xml"/><Relationship Id="rId1" Type="http://schemas.openxmlformats.org/officeDocument/2006/relationships/tags" Target="../tags/tag179.xml"/><Relationship Id="rId6" Type="http://schemas.openxmlformats.org/officeDocument/2006/relationships/tags" Target="../tags/tag184.xml"/><Relationship Id="rId11" Type="http://schemas.openxmlformats.org/officeDocument/2006/relationships/tags" Target="../tags/tag189.xml"/><Relationship Id="rId5" Type="http://schemas.openxmlformats.org/officeDocument/2006/relationships/tags" Target="../tags/tag183.xml"/><Relationship Id="rId15" Type="http://schemas.openxmlformats.org/officeDocument/2006/relationships/notesSlide" Target="../notesSlides/notesSlide61.xml"/><Relationship Id="rId10" Type="http://schemas.openxmlformats.org/officeDocument/2006/relationships/tags" Target="../tags/tag188.xml"/><Relationship Id="rId4" Type="http://schemas.openxmlformats.org/officeDocument/2006/relationships/tags" Target="../tags/tag182.xml"/><Relationship Id="rId9" Type="http://schemas.openxmlformats.org/officeDocument/2006/relationships/tags" Target="../tags/tag187.xml"/><Relationship Id="rId14"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2.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8.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9.xml"/></Relationships>
</file>

<file path=ppt/slides/_rels/slide73.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notesSlide" Target="../notesSlides/notesSlide69.xml"/><Relationship Id="rId7" Type="http://schemas.openxmlformats.org/officeDocument/2006/relationships/image" Target="../media/image12.jpeg"/><Relationship Id="rId2" Type="http://schemas.openxmlformats.org/officeDocument/2006/relationships/slideLayout" Target="../slideLayouts/slideLayout14.xml"/><Relationship Id="rId1" Type="http://schemas.openxmlformats.org/officeDocument/2006/relationships/tags" Target="../tags/tag192.xml"/><Relationship Id="rId6" Type="http://schemas.openxmlformats.org/officeDocument/2006/relationships/image" Target="../media/image11.png"/><Relationship Id="rId5" Type="http://schemas.openxmlformats.org/officeDocument/2006/relationships/oleObject" Target="../embeddings/oleObject4.bin"/><Relationship Id="rId4" Type="http://schemas.openxmlformats.org/officeDocument/2006/relationships/image" Target="../media/image10.jpeg"/><Relationship Id="rId9"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4">
            <a:extLst>
              <a:ext uri="{FF2B5EF4-FFF2-40B4-BE49-F238E27FC236}">
                <a16:creationId xmlns:a16="http://schemas.microsoft.com/office/drawing/2014/main" id="{884BE08B-9B20-7C4D-66D1-3EBDD96FA680}"/>
              </a:ext>
            </a:extLst>
          </p:cNvPr>
          <p:cNvSpPr>
            <a:spLocks noGrp="1"/>
          </p:cNvSpPr>
          <p:nvPr>
            <p:ph type="sldNum" sz="quarter" idx="11"/>
          </p:nvPr>
        </p:nvSpPr>
        <p:spPr/>
        <p:txBody>
          <a:bodyPr/>
          <a:lstStyle/>
          <a:p>
            <a:pPr eaLnBrk="1" hangingPunct="1">
              <a:defRPr/>
            </a:pPr>
            <a:fld id="{F74CA3C6-5B46-3549-8381-D5F0FB9EDBD2}" type="slidenum">
              <a:rPr lang="ko-KR" altLang="en-US">
                <a:cs typeface="+mn-cs"/>
              </a:rPr>
              <a:pPr eaLnBrk="1" hangingPunct="1">
                <a:defRPr/>
              </a:pPr>
              <a:t>1</a:t>
            </a:fld>
            <a:endParaRPr lang="en-US" altLang="ko-KR">
              <a:cs typeface="+mn-cs"/>
            </a:endParaRPr>
          </a:p>
        </p:txBody>
      </p:sp>
      <p:sp>
        <p:nvSpPr>
          <p:cNvPr id="501762" name="Rectangle 2">
            <a:extLst>
              <a:ext uri="{FF2B5EF4-FFF2-40B4-BE49-F238E27FC236}">
                <a16:creationId xmlns:a16="http://schemas.microsoft.com/office/drawing/2014/main" id="{73C5F1ED-BC44-551A-86E7-6054FB0849C9}"/>
              </a:ext>
            </a:extLst>
          </p:cNvPr>
          <p:cNvSpPr>
            <a:spLocks noGrp="1" noChangeArrowheads="1"/>
          </p:cNvSpPr>
          <p:nvPr>
            <p:ph type="title"/>
          </p:nvPr>
        </p:nvSpPr>
        <p:spPr/>
        <p:txBody>
          <a:bodyPr/>
          <a:lstStyle/>
          <a:p>
            <a:pPr defTabSz="913526" eaLnBrk="1" hangingPunct="1">
              <a:defRPr/>
            </a:pPr>
            <a:r>
              <a:rPr lang="en-US" altLang="ko-KR" sz="1939"/>
              <a:t>STICKER AND OTHERS </a:t>
            </a:r>
          </a:p>
        </p:txBody>
      </p:sp>
      <p:grpSp>
        <p:nvGrpSpPr>
          <p:cNvPr id="60419" name="Group 3">
            <a:extLst>
              <a:ext uri="{FF2B5EF4-FFF2-40B4-BE49-F238E27FC236}">
                <a16:creationId xmlns:a16="http://schemas.microsoft.com/office/drawing/2014/main" id="{8B95C79E-8F73-F7D2-309A-101301F06413}"/>
              </a:ext>
            </a:extLst>
          </p:cNvPr>
          <p:cNvGrpSpPr>
            <a:grpSpLocks/>
          </p:cNvGrpSpPr>
          <p:nvPr/>
        </p:nvGrpSpPr>
        <p:grpSpPr bwMode="auto">
          <a:xfrm>
            <a:off x="131763" y="658813"/>
            <a:ext cx="754062" cy="212725"/>
            <a:chOff x="859" y="828"/>
            <a:chExt cx="466" cy="131"/>
          </a:xfrm>
        </p:grpSpPr>
        <p:sp>
          <p:nvSpPr>
            <p:cNvPr id="501764" name="Rectangle 4">
              <a:extLst>
                <a:ext uri="{FF2B5EF4-FFF2-40B4-BE49-F238E27FC236}">
                  <a16:creationId xmlns:a16="http://schemas.microsoft.com/office/drawing/2014/main" id="{23B86869-4521-B3B1-D593-6B167A530E33}"/>
                </a:ext>
              </a:extLst>
            </p:cNvPr>
            <p:cNvSpPr>
              <a:spLocks noChangeArrowheads="1"/>
            </p:cNvSpPr>
            <p:nvPr/>
          </p:nvSpPr>
          <p:spPr bwMode="auto">
            <a:xfrm>
              <a:off x="863" y="836"/>
              <a:ext cx="458" cy="116"/>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EXAMPLE </a:t>
              </a:r>
            </a:p>
          </p:txBody>
        </p:sp>
        <p:sp>
          <p:nvSpPr>
            <p:cNvPr id="501765" name="Line 5">
              <a:extLst>
                <a:ext uri="{FF2B5EF4-FFF2-40B4-BE49-F238E27FC236}">
                  <a16:creationId xmlns:a16="http://schemas.microsoft.com/office/drawing/2014/main" id="{D8F9F1FC-0C01-2A84-2A0C-780D8A47F19B}"/>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66" name="Line 6">
              <a:extLst>
                <a:ext uri="{FF2B5EF4-FFF2-40B4-BE49-F238E27FC236}">
                  <a16:creationId xmlns:a16="http://schemas.microsoft.com/office/drawing/2014/main" id="{B06A09DC-DFF1-108B-278B-8BA05B4C45BC}"/>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0" name="Group 7">
            <a:extLst>
              <a:ext uri="{FF2B5EF4-FFF2-40B4-BE49-F238E27FC236}">
                <a16:creationId xmlns:a16="http://schemas.microsoft.com/office/drawing/2014/main" id="{00EA1475-AC99-C5DF-7182-9BE4D01821CA}"/>
              </a:ext>
            </a:extLst>
          </p:cNvPr>
          <p:cNvGrpSpPr>
            <a:grpSpLocks/>
          </p:cNvGrpSpPr>
          <p:nvPr/>
        </p:nvGrpSpPr>
        <p:grpSpPr bwMode="auto">
          <a:xfrm>
            <a:off x="131763" y="954088"/>
            <a:ext cx="847725" cy="212725"/>
            <a:chOff x="859" y="828"/>
            <a:chExt cx="466" cy="131"/>
          </a:xfrm>
        </p:grpSpPr>
        <p:sp>
          <p:nvSpPr>
            <p:cNvPr id="501768" name="Rectangle 8">
              <a:extLst>
                <a:ext uri="{FF2B5EF4-FFF2-40B4-BE49-F238E27FC236}">
                  <a16:creationId xmlns:a16="http://schemas.microsoft.com/office/drawing/2014/main" id="{DF497544-3949-BF52-F3CF-54A5F724F980}"/>
                </a:ext>
              </a:extLst>
            </p:cNvPr>
            <p:cNvSpPr>
              <a:spLocks noChangeArrowheads="1"/>
            </p:cNvSpPr>
            <p:nvPr/>
          </p:nvSpPr>
          <p:spPr bwMode="auto">
            <a:xfrm>
              <a:off x="863" y="836"/>
              <a:ext cx="456"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ESTIMATE</a:t>
              </a:r>
            </a:p>
          </p:txBody>
        </p:sp>
        <p:sp>
          <p:nvSpPr>
            <p:cNvPr id="501769" name="Line 9">
              <a:extLst>
                <a:ext uri="{FF2B5EF4-FFF2-40B4-BE49-F238E27FC236}">
                  <a16:creationId xmlns:a16="http://schemas.microsoft.com/office/drawing/2014/main" id="{35007E36-84A6-78CB-B454-90EFCA485247}"/>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70" name="Line 10">
              <a:extLst>
                <a:ext uri="{FF2B5EF4-FFF2-40B4-BE49-F238E27FC236}">
                  <a16:creationId xmlns:a16="http://schemas.microsoft.com/office/drawing/2014/main" id="{8C81CE9F-27F9-BE7D-ED4E-3F873E6C7E52}"/>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1" name="Group 11">
            <a:extLst>
              <a:ext uri="{FF2B5EF4-FFF2-40B4-BE49-F238E27FC236}">
                <a16:creationId xmlns:a16="http://schemas.microsoft.com/office/drawing/2014/main" id="{60324E59-9D60-EEEE-3F64-A93F167F7331}"/>
              </a:ext>
            </a:extLst>
          </p:cNvPr>
          <p:cNvGrpSpPr>
            <a:grpSpLocks/>
          </p:cNvGrpSpPr>
          <p:nvPr/>
        </p:nvGrpSpPr>
        <p:grpSpPr bwMode="auto">
          <a:xfrm>
            <a:off x="1008063" y="658813"/>
            <a:ext cx="754062" cy="212725"/>
            <a:chOff x="859" y="828"/>
            <a:chExt cx="466" cy="131"/>
          </a:xfrm>
        </p:grpSpPr>
        <p:sp>
          <p:nvSpPr>
            <p:cNvPr id="501772" name="Rectangle 12">
              <a:extLst>
                <a:ext uri="{FF2B5EF4-FFF2-40B4-BE49-F238E27FC236}">
                  <a16:creationId xmlns:a16="http://schemas.microsoft.com/office/drawing/2014/main" id="{B3133F88-950E-B5FE-BDB6-44AF7751BB5E}"/>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BACK UP</a:t>
              </a:r>
            </a:p>
          </p:txBody>
        </p:sp>
        <p:sp>
          <p:nvSpPr>
            <p:cNvPr id="501773" name="Line 13">
              <a:extLst>
                <a:ext uri="{FF2B5EF4-FFF2-40B4-BE49-F238E27FC236}">
                  <a16:creationId xmlns:a16="http://schemas.microsoft.com/office/drawing/2014/main" id="{DF95025A-B355-345B-3F84-87EED145CB63}"/>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74" name="Line 14">
              <a:extLst>
                <a:ext uri="{FF2B5EF4-FFF2-40B4-BE49-F238E27FC236}">
                  <a16:creationId xmlns:a16="http://schemas.microsoft.com/office/drawing/2014/main" id="{67531F82-8653-BDAD-D9AB-EC1549BA52ED}"/>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2" name="Group 15">
            <a:extLst>
              <a:ext uri="{FF2B5EF4-FFF2-40B4-BE49-F238E27FC236}">
                <a16:creationId xmlns:a16="http://schemas.microsoft.com/office/drawing/2014/main" id="{2C2A177C-9478-E388-BAA6-24A741A46053}"/>
              </a:ext>
            </a:extLst>
          </p:cNvPr>
          <p:cNvGrpSpPr>
            <a:grpSpLocks/>
          </p:cNvGrpSpPr>
          <p:nvPr/>
        </p:nvGrpSpPr>
        <p:grpSpPr bwMode="auto">
          <a:xfrm>
            <a:off x="131763" y="1249363"/>
            <a:ext cx="923925" cy="211137"/>
            <a:chOff x="859" y="828"/>
            <a:chExt cx="466" cy="131"/>
          </a:xfrm>
        </p:grpSpPr>
        <p:sp>
          <p:nvSpPr>
            <p:cNvPr id="501776" name="Rectangle 16">
              <a:extLst>
                <a:ext uri="{FF2B5EF4-FFF2-40B4-BE49-F238E27FC236}">
                  <a16:creationId xmlns:a16="http://schemas.microsoft.com/office/drawing/2014/main" id="{2BC2FA87-FA1A-7EF8-58C8-DC9060637646}"/>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PROPOSED</a:t>
              </a:r>
            </a:p>
          </p:txBody>
        </p:sp>
        <p:sp>
          <p:nvSpPr>
            <p:cNvPr id="501777" name="Line 17">
              <a:extLst>
                <a:ext uri="{FF2B5EF4-FFF2-40B4-BE49-F238E27FC236}">
                  <a16:creationId xmlns:a16="http://schemas.microsoft.com/office/drawing/2014/main" id="{554FE754-AC2A-93B5-AE69-D87C30D6B437}"/>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78" name="Line 18">
              <a:extLst>
                <a:ext uri="{FF2B5EF4-FFF2-40B4-BE49-F238E27FC236}">
                  <a16:creationId xmlns:a16="http://schemas.microsoft.com/office/drawing/2014/main" id="{ADE0B906-669A-3B4A-9C0E-95B1D4FA38E9}"/>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3" name="Group 19">
            <a:extLst>
              <a:ext uri="{FF2B5EF4-FFF2-40B4-BE49-F238E27FC236}">
                <a16:creationId xmlns:a16="http://schemas.microsoft.com/office/drawing/2014/main" id="{7F884407-6E9A-5A4F-AD0E-3E5B935C9E91}"/>
              </a:ext>
            </a:extLst>
          </p:cNvPr>
          <p:cNvGrpSpPr>
            <a:grpSpLocks/>
          </p:cNvGrpSpPr>
          <p:nvPr/>
        </p:nvGrpSpPr>
        <p:grpSpPr bwMode="auto">
          <a:xfrm>
            <a:off x="131763" y="1543050"/>
            <a:ext cx="1111250" cy="212725"/>
            <a:chOff x="859" y="828"/>
            <a:chExt cx="466" cy="131"/>
          </a:xfrm>
        </p:grpSpPr>
        <p:sp>
          <p:nvSpPr>
            <p:cNvPr id="501780" name="Rectangle 20">
              <a:extLst>
                <a:ext uri="{FF2B5EF4-FFF2-40B4-BE49-F238E27FC236}">
                  <a16:creationId xmlns:a16="http://schemas.microsoft.com/office/drawing/2014/main" id="{F3842338-4678-9767-8DBC-990B6EA51F66}"/>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CONCEPTUAL</a:t>
              </a:r>
            </a:p>
          </p:txBody>
        </p:sp>
        <p:sp>
          <p:nvSpPr>
            <p:cNvPr id="501781" name="Line 21">
              <a:extLst>
                <a:ext uri="{FF2B5EF4-FFF2-40B4-BE49-F238E27FC236}">
                  <a16:creationId xmlns:a16="http://schemas.microsoft.com/office/drawing/2014/main" id="{326BBE46-BF60-4640-364A-40C2CE0E1660}"/>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82" name="Line 22">
              <a:extLst>
                <a:ext uri="{FF2B5EF4-FFF2-40B4-BE49-F238E27FC236}">
                  <a16:creationId xmlns:a16="http://schemas.microsoft.com/office/drawing/2014/main" id="{B23FAC9A-8602-77EC-3D5A-D2D10268886B}"/>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4" name="Group 23">
            <a:extLst>
              <a:ext uri="{FF2B5EF4-FFF2-40B4-BE49-F238E27FC236}">
                <a16:creationId xmlns:a16="http://schemas.microsoft.com/office/drawing/2014/main" id="{5F42B67C-0A3B-4011-72C0-572F8F109969}"/>
              </a:ext>
            </a:extLst>
          </p:cNvPr>
          <p:cNvGrpSpPr>
            <a:grpSpLocks/>
          </p:cNvGrpSpPr>
          <p:nvPr/>
        </p:nvGrpSpPr>
        <p:grpSpPr bwMode="auto">
          <a:xfrm>
            <a:off x="1144588" y="954088"/>
            <a:ext cx="890587" cy="212725"/>
            <a:chOff x="859" y="828"/>
            <a:chExt cx="466" cy="131"/>
          </a:xfrm>
        </p:grpSpPr>
        <p:sp>
          <p:nvSpPr>
            <p:cNvPr id="501784" name="Rectangle 24">
              <a:extLst>
                <a:ext uri="{FF2B5EF4-FFF2-40B4-BE49-F238E27FC236}">
                  <a16:creationId xmlns:a16="http://schemas.microsoft.com/office/drawing/2014/main" id="{727C6C3F-B5D8-7A4D-DCE8-2FB20D08A176}"/>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TENTATIVE</a:t>
              </a:r>
            </a:p>
          </p:txBody>
        </p:sp>
        <p:sp>
          <p:nvSpPr>
            <p:cNvPr id="501785" name="Line 25">
              <a:extLst>
                <a:ext uri="{FF2B5EF4-FFF2-40B4-BE49-F238E27FC236}">
                  <a16:creationId xmlns:a16="http://schemas.microsoft.com/office/drawing/2014/main" id="{83C3C832-40BC-9343-DF1D-BA8D1DD8BCD5}"/>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86" name="Line 26">
              <a:extLst>
                <a:ext uri="{FF2B5EF4-FFF2-40B4-BE49-F238E27FC236}">
                  <a16:creationId xmlns:a16="http://schemas.microsoft.com/office/drawing/2014/main" id="{AC2BBBEA-612A-9023-73A7-64BC9F286BE0}"/>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5" name="Group 27">
            <a:extLst>
              <a:ext uri="{FF2B5EF4-FFF2-40B4-BE49-F238E27FC236}">
                <a16:creationId xmlns:a16="http://schemas.microsoft.com/office/drawing/2014/main" id="{1D6DBF4A-7154-8C6F-96C1-92BB9006721C}"/>
              </a:ext>
            </a:extLst>
          </p:cNvPr>
          <p:cNvGrpSpPr>
            <a:grpSpLocks/>
          </p:cNvGrpSpPr>
          <p:nvPr/>
        </p:nvGrpSpPr>
        <p:grpSpPr bwMode="auto">
          <a:xfrm>
            <a:off x="131763" y="1838325"/>
            <a:ext cx="1135062" cy="212725"/>
            <a:chOff x="859" y="828"/>
            <a:chExt cx="466" cy="131"/>
          </a:xfrm>
        </p:grpSpPr>
        <p:sp>
          <p:nvSpPr>
            <p:cNvPr id="501788" name="Rectangle 28">
              <a:extLst>
                <a:ext uri="{FF2B5EF4-FFF2-40B4-BE49-F238E27FC236}">
                  <a16:creationId xmlns:a16="http://schemas.microsoft.com/office/drawing/2014/main" id="{69BEBE7E-8EF8-0C21-1A1E-77B417A4252B}"/>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PRELIMINARY</a:t>
              </a:r>
            </a:p>
          </p:txBody>
        </p:sp>
        <p:sp>
          <p:nvSpPr>
            <p:cNvPr id="501789" name="Line 29">
              <a:extLst>
                <a:ext uri="{FF2B5EF4-FFF2-40B4-BE49-F238E27FC236}">
                  <a16:creationId xmlns:a16="http://schemas.microsoft.com/office/drawing/2014/main" id="{2EBE0DF5-FB68-8198-FA51-AD9AE1BF0350}"/>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90" name="Line 30">
              <a:extLst>
                <a:ext uri="{FF2B5EF4-FFF2-40B4-BE49-F238E27FC236}">
                  <a16:creationId xmlns:a16="http://schemas.microsoft.com/office/drawing/2014/main" id="{0EB5B5C4-E3EA-60D8-83DC-2BC6B8E72070}"/>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6" name="Group 31">
            <a:extLst>
              <a:ext uri="{FF2B5EF4-FFF2-40B4-BE49-F238E27FC236}">
                <a16:creationId xmlns:a16="http://schemas.microsoft.com/office/drawing/2014/main" id="{74FEEA31-3A2A-2C06-ADF3-1E94A1F0E8C0}"/>
              </a:ext>
            </a:extLst>
          </p:cNvPr>
          <p:cNvGrpSpPr>
            <a:grpSpLocks/>
          </p:cNvGrpSpPr>
          <p:nvPr/>
        </p:nvGrpSpPr>
        <p:grpSpPr bwMode="auto">
          <a:xfrm>
            <a:off x="131763" y="2133600"/>
            <a:ext cx="1466850" cy="211138"/>
            <a:chOff x="859" y="828"/>
            <a:chExt cx="466" cy="131"/>
          </a:xfrm>
        </p:grpSpPr>
        <p:sp>
          <p:nvSpPr>
            <p:cNvPr id="501792" name="Rectangle 32">
              <a:extLst>
                <a:ext uri="{FF2B5EF4-FFF2-40B4-BE49-F238E27FC236}">
                  <a16:creationId xmlns:a16="http://schemas.microsoft.com/office/drawing/2014/main" id="{9C651701-35BE-726A-DF30-5535646FB484}"/>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ROUGH ESTIMATE</a:t>
              </a:r>
            </a:p>
          </p:txBody>
        </p:sp>
        <p:sp>
          <p:nvSpPr>
            <p:cNvPr id="501793" name="Line 33">
              <a:extLst>
                <a:ext uri="{FF2B5EF4-FFF2-40B4-BE49-F238E27FC236}">
                  <a16:creationId xmlns:a16="http://schemas.microsoft.com/office/drawing/2014/main" id="{30A03322-1B76-5F5B-01B6-0B429CAB040C}"/>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94" name="Line 34">
              <a:extLst>
                <a:ext uri="{FF2B5EF4-FFF2-40B4-BE49-F238E27FC236}">
                  <a16:creationId xmlns:a16="http://schemas.microsoft.com/office/drawing/2014/main" id="{715B1A28-0FBF-EA67-CB4A-AA87643FAFA2}"/>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7" name="Group 35">
            <a:extLst>
              <a:ext uri="{FF2B5EF4-FFF2-40B4-BE49-F238E27FC236}">
                <a16:creationId xmlns:a16="http://schemas.microsoft.com/office/drawing/2014/main" id="{3A6D8FD1-FCD8-BB77-0211-C6963122907C}"/>
              </a:ext>
            </a:extLst>
          </p:cNvPr>
          <p:cNvGrpSpPr>
            <a:grpSpLocks/>
          </p:cNvGrpSpPr>
          <p:nvPr/>
        </p:nvGrpSpPr>
        <p:grpSpPr bwMode="auto">
          <a:xfrm>
            <a:off x="1263650" y="1249363"/>
            <a:ext cx="1066800" cy="211137"/>
            <a:chOff x="859" y="828"/>
            <a:chExt cx="466" cy="131"/>
          </a:xfrm>
        </p:grpSpPr>
        <p:sp>
          <p:nvSpPr>
            <p:cNvPr id="501796" name="Rectangle 36">
              <a:extLst>
                <a:ext uri="{FF2B5EF4-FFF2-40B4-BE49-F238E27FC236}">
                  <a16:creationId xmlns:a16="http://schemas.microsoft.com/office/drawing/2014/main" id="{E94159DE-1913-C067-746E-91D6433279D3}"/>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HYPOTHESIS</a:t>
              </a:r>
            </a:p>
          </p:txBody>
        </p:sp>
        <p:sp>
          <p:nvSpPr>
            <p:cNvPr id="501797" name="Line 37">
              <a:extLst>
                <a:ext uri="{FF2B5EF4-FFF2-40B4-BE49-F238E27FC236}">
                  <a16:creationId xmlns:a16="http://schemas.microsoft.com/office/drawing/2014/main" id="{6FD41B37-FDDF-B8D8-C1E4-A31215CE4D24}"/>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798" name="Line 38">
              <a:extLst>
                <a:ext uri="{FF2B5EF4-FFF2-40B4-BE49-F238E27FC236}">
                  <a16:creationId xmlns:a16="http://schemas.microsoft.com/office/drawing/2014/main" id="{B365452D-69B4-654F-8D96-E67574823F9B}"/>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8" name="Group 39">
            <a:extLst>
              <a:ext uri="{FF2B5EF4-FFF2-40B4-BE49-F238E27FC236}">
                <a16:creationId xmlns:a16="http://schemas.microsoft.com/office/drawing/2014/main" id="{E80E8AE5-DD45-1EF9-6316-B0884FD701A5}"/>
              </a:ext>
            </a:extLst>
          </p:cNvPr>
          <p:cNvGrpSpPr>
            <a:grpSpLocks/>
          </p:cNvGrpSpPr>
          <p:nvPr/>
        </p:nvGrpSpPr>
        <p:grpSpPr bwMode="auto">
          <a:xfrm>
            <a:off x="1390650" y="1543050"/>
            <a:ext cx="1111250" cy="212725"/>
            <a:chOff x="859" y="828"/>
            <a:chExt cx="466" cy="131"/>
          </a:xfrm>
        </p:grpSpPr>
        <p:sp>
          <p:nvSpPr>
            <p:cNvPr id="501800" name="Rectangle 40">
              <a:extLst>
                <a:ext uri="{FF2B5EF4-FFF2-40B4-BE49-F238E27FC236}">
                  <a16:creationId xmlns:a16="http://schemas.microsoft.com/office/drawing/2014/main" id="{0DA5EDEC-CEBF-E0F9-89FC-2912F9A247A2}"/>
                </a:ext>
              </a:extLst>
            </p:cNvPr>
            <p:cNvSpPr>
              <a:spLocks noChangeArrowheads="1"/>
            </p:cNvSpPr>
            <p:nvPr/>
          </p:nvSpPr>
          <p:spPr bwMode="auto">
            <a:xfrm>
              <a:off x="863" y="836"/>
              <a:ext cx="458" cy="116"/>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ILLUSTRATIVE</a:t>
              </a:r>
            </a:p>
          </p:txBody>
        </p:sp>
        <p:sp>
          <p:nvSpPr>
            <p:cNvPr id="501801" name="Line 41">
              <a:extLst>
                <a:ext uri="{FF2B5EF4-FFF2-40B4-BE49-F238E27FC236}">
                  <a16:creationId xmlns:a16="http://schemas.microsoft.com/office/drawing/2014/main" id="{DE5FF540-5611-3F09-6FD8-1116DEAB1C98}"/>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802" name="Line 42">
              <a:extLst>
                <a:ext uri="{FF2B5EF4-FFF2-40B4-BE49-F238E27FC236}">
                  <a16:creationId xmlns:a16="http://schemas.microsoft.com/office/drawing/2014/main" id="{EC128221-3647-8AB8-846D-A2FF91BB5AE3}"/>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29" name="Group 43">
            <a:extLst>
              <a:ext uri="{FF2B5EF4-FFF2-40B4-BE49-F238E27FC236}">
                <a16:creationId xmlns:a16="http://schemas.microsoft.com/office/drawing/2014/main" id="{D50E2E67-BABF-F047-D775-D56F514D36C6}"/>
              </a:ext>
            </a:extLst>
          </p:cNvPr>
          <p:cNvGrpSpPr>
            <a:grpSpLocks/>
          </p:cNvGrpSpPr>
          <p:nvPr/>
        </p:nvGrpSpPr>
        <p:grpSpPr bwMode="auto">
          <a:xfrm>
            <a:off x="131763" y="2427288"/>
            <a:ext cx="1525587" cy="212725"/>
            <a:chOff x="859" y="828"/>
            <a:chExt cx="466" cy="131"/>
          </a:xfrm>
        </p:grpSpPr>
        <p:sp>
          <p:nvSpPr>
            <p:cNvPr id="501804" name="Rectangle 44">
              <a:extLst>
                <a:ext uri="{FF2B5EF4-FFF2-40B4-BE49-F238E27FC236}">
                  <a16:creationId xmlns:a16="http://schemas.microsoft.com/office/drawing/2014/main" id="{E6848E04-36CF-D064-1C10-3661A5A59949}"/>
                </a:ext>
              </a:extLst>
            </p:cNvPr>
            <p:cNvSpPr>
              <a:spLocks noChangeArrowheads="1"/>
            </p:cNvSpPr>
            <p:nvPr/>
          </p:nvSpPr>
          <p:spPr bwMode="auto">
            <a:xfrm>
              <a:off x="863" y="836"/>
              <a:ext cx="458" cy="116"/>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TO BE COMPLETED</a:t>
              </a:r>
            </a:p>
          </p:txBody>
        </p:sp>
        <p:sp>
          <p:nvSpPr>
            <p:cNvPr id="501805" name="Line 45">
              <a:extLst>
                <a:ext uri="{FF2B5EF4-FFF2-40B4-BE49-F238E27FC236}">
                  <a16:creationId xmlns:a16="http://schemas.microsoft.com/office/drawing/2014/main" id="{08739C4D-A9F1-615F-4C7D-C5106B98595E}"/>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806" name="Line 46">
              <a:extLst>
                <a:ext uri="{FF2B5EF4-FFF2-40B4-BE49-F238E27FC236}">
                  <a16:creationId xmlns:a16="http://schemas.microsoft.com/office/drawing/2014/main" id="{AA455673-E4F1-AF20-D3C3-B3F4CEF60F7D}"/>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0" name="Group 47">
            <a:extLst>
              <a:ext uri="{FF2B5EF4-FFF2-40B4-BE49-F238E27FC236}">
                <a16:creationId xmlns:a16="http://schemas.microsoft.com/office/drawing/2014/main" id="{33F61F93-BE12-3BFA-B56A-B8219C895586}"/>
              </a:ext>
            </a:extLst>
          </p:cNvPr>
          <p:cNvGrpSpPr>
            <a:grpSpLocks/>
          </p:cNvGrpSpPr>
          <p:nvPr/>
        </p:nvGrpSpPr>
        <p:grpSpPr bwMode="auto">
          <a:xfrm>
            <a:off x="1543050" y="1838325"/>
            <a:ext cx="1160463" cy="212725"/>
            <a:chOff x="859" y="828"/>
            <a:chExt cx="466" cy="131"/>
          </a:xfrm>
        </p:grpSpPr>
        <p:sp>
          <p:nvSpPr>
            <p:cNvPr id="501808" name="Rectangle 48">
              <a:extLst>
                <a:ext uri="{FF2B5EF4-FFF2-40B4-BE49-F238E27FC236}">
                  <a16:creationId xmlns:a16="http://schemas.microsoft.com/office/drawing/2014/main" id="{26D74E2D-0CA6-574E-8CDC-F13ED4D5F4B6}"/>
                </a:ext>
              </a:extLst>
            </p:cNvPr>
            <p:cNvSpPr>
              <a:spLocks noChangeArrowheads="1"/>
            </p:cNvSpPr>
            <p:nvPr/>
          </p:nvSpPr>
          <p:spPr bwMode="auto">
            <a:xfrm>
              <a:off x="863" y="836"/>
              <a:ext cx="458" cy="116"/>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CONFIDENTIAL</a:t>
              </a:r>
            </a:p>
          </p:txBody>
        </p:sp>
        <p:sp>
          <p:nvSpPr>
            <p:cNvPr id="501809" name="Line 49">
              <a:extLst>
                <a:ext uri="{FF2B5EF4-FFF2-40B4-BE49-F238E27FC236}">
                  <a16:creationId xmlns:a16="http://schemas.microsoft.com/office/drawing/2014/main" id="{5B89B433-E09F-0CAA-3D21-E1E991A5C125}"/>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810" name="Line 50">
              <a:extLst>
                <a:ext uri="{FF2B5EF4-FFF2-40B4-BE49-F238E27FC236}">
                  <a16:creationId xmlns:a16="http://schemas.microsoft.com/office/drawing/2014/main" id="{76B35113-C490-4160-0480-60F5686575BC}"/>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1" name="Group 51">
            <a:extLst>
              <a:ext uri="{FF2B5EF4-FFF2-40B4-BE49-F238E27FC236}">
                <a16:creationId xmlns:a16="http://schemas.microsoft.com/office/drawing/2014/main" id="{A1388093-FF6D-F4C5-2F29-4358E621F297}"/>
              </a:ext>
            </a:extLst>
          </p:cNvPr>
          <p:cNvGrpSpPr>
            <a:grpSpLocks/>
          </p:cNvGrpSpPr>
          <p:nvPr/>
        </p:nvGrpSpPr>
        <p:grpSpPr bwMode="auto">
          <a:xfrm>
            <a:off x="131763" y="2722563"/>
            <a:ext cx="1855787" cy="219075"/>
            <a:chOff x="81" y="1726"/>
            <a:chExt cx="1182" cy="135"/>
          </a:xfrm>
        </p:grpSpPr>
        <p:sp>
          <p:nvSpPr>
            <p:cNvPr id="501812" name="Rectangle 52">
              <a:extLst>
                <a:ext uri="{FF2B5EF4-FFF2-40B4-BE49-F238E27FC236}">
                  <a16:creationId xmlns:a16="http://schemas.microsoft.com/office/drawing/2014/main" id="{F2F606BD-D117-A5DB-161C-1D2D0006F281}"/>
                </a:ext>
              </a:extLst>
            </p:cNvPr>
            <p:cNvSpPr>
              <a:spLocks noChangeArrowheads="1"/>
            </p:cNvSpPr>
            <p:nvPr/>
          </p:nvSpPr>
          <p:spPr bwMode="auto">
            <a:xfrm>
              <a:off x="91" y="1736"/>
              <a:ext cx="1162"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ONLY FOR DISCUSSION</a:t>
              </a:r>
            </a:p>
          </p:txBody>
        </p:sp>
        <p:sp>
          <p:nvSpPr>
            <p:cNvPr id="501813" name="Line 53">
              <a:extLst>
                <a:ext uri="{FF2B5EF4-FFF2-40B4-BE49-F238E27FC236}">
                  <a16:creationId xmlns:a16="http://schemas.microsoft.com/office/drawing/2014/main" id="{C8DE5E85-A351-DB7C-E86A-16252852FD87}"/>
                </a:ext>
              </a:extLst>
            </p:cNvPr>
            <p:cNvSpPr>
              <a:spLocks noChangeShapeType="1"/>
            </p:cNvSpPr>
            <p:nvPr/>
          </p:nvSpPr>
          <p:spPr bwMode="auto">
            <a:xfrm>
              <a:off x="81" y="1726"/>
              <a:ext cx="1182"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814" name="Line 54">
              <a:extLst>
                <a:ext uri="{FF2B5EF4-FFF2-40B4-BE49-F238E27FC236}">
                  <a16:creationId xmlns:a16="http://schemas.microsoft.com/office/drawing/2014/main" id="{BE491B81-DBA6-29F5-662E-71A92511C442}"/>
                </a:ext>
              </a:extLst>
            </p:cNvPr>
            <p:cNvSpPr>
              <a:spLocks noChangeShapeType="1"/>
            </p:cNvSpPr>
            <p:nvPr/>
          </p:nvSpPr>
          <p:spPr bwMode="auto">
            <a:xfrm>
              <a:off x="81" y="1861"/>
              <a:ext cx="1182"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2" name="Group 55">
            <a:extLst>
              <a:ext uri="{FF2B5EF4-FFF2-40B4-BE49-F238E27FC236}">
                <a16:creationId xmlns:a16="http://schemas.microsoft.com/office/drawing/2014/main" id="{04E5C036-B4AC-F2DB-C401-AB7E4F4EBE61}"/>
              </a:ext>
            </a:extLst>
          </p:cNvPr>
          <p:cNvGrpSpPr>
            <a:grpSpLocks/>
          </p:cNvGrpSpPr>
          <p:nvPr/>
        </p:nvGrpSpPr>
        <p:grpSpPr bwMode="auto">
          <a:xfrm>
            <a:off x="1865313" y="658813"/>
            <a:ext cx="754062" cy="212725"/>
            <a:chOff x="859" y="828"/>
            <a:chExt cx="466" cy="131"/>
          </a:xfrm>
        </p:grpSpPr>
        <p:sp>
          <p:nvSpPr>
            <p:cNvPr id="501816" name="Rectangle 56">
              <a:extLst>
                <a:ext uri="{FF2B5EF4-FFF2-40B4-BE49-F238E27FC236}">
                  <a16:creationId xmlns:a16="http://schemas.microsoft.com/office/drawing/2014/main" id="{BDFCC6ED-A1A2-AA03-3B91-137BCC00E674}"/>
                </a:ext>
              </a:extLst>
            </p:cNvPr>
            <p:cNvSpPr>
              <a:spLocks noChangeArrowheads="1"/>
            </p:cNvSpPr>
            <p:nvPr/>
          </p:nvSpPr>
          <p:spPr bwMode="auto">
            <a:xfrm>
              <a:off x="863" y="836"/>
              <a:ext cx="458"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REVISED</a:t>
              </a:r>
            </a:p>
          </p:txBody>
        </p:sp>
        <p:sp>
          <p:nvSpPr>
            <p:cNvPr id="501817" name="Line 57">
              <a:extLst>
                <a:ext uri="{FF2B5EF4-FFF2-40B4-BE49-F238E27FC236}">
                  <a16:creationId xmlns:a16="http://schemas.microsoft.com/office/drawing/2014/main" id="{4291FE2F-822E-5127-C9DB-AC31572C6BE2}"/>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818" name="Line 58">
              <a:extLst>
                <a:ext uri="{FF2B5EF4-FFF2-40B4-BE49-F238E27FC236}">
                  <a16:creationId xmlns:a16="http://schemas.microsoft.com/office/drawing/2014/main" id="{BE5E7B43-6CA2-F069-E48D-95425D2DDE6E}"/>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3" name="Group 59">
            <a:extLst>
              <a:ext uri="{FF2B5EF4-FFF2-40B4-BE49-F238E27FC236}">
                <a16:creationId xmlns:a16="http://schemas.microsoft.com/office/drawing/2014/main" id="{672C03BA-29B8-0AF7-2D5F-287BB125BD2C}"/>
              </a:ext>
            </a:extLst>
          </p:cNvPr>
          <p:cNvGrpSpPr>
            <a:grpSpLocks/>
          </p:cNvGrpSpPr>
          <p:nvPr/>
        </p:nvGrpSpPr>
        <p:grpSpPr bwMode="auto">
          <a:xfrm>
            <a:off x="1757363" y="2162175"/>
            <a:ext cx="1554162" cy="212725"/>
            <a:chOff x="859" y="828"/>
            <a:chExt cx="466" cy="131"/>
          </a:xfrm>
        </p:grpSpPr>
        <p:sp>
          <p:nvSpPr>
            <p:cNvPr id="501820" name="Rectangle 60">
              <a:extLst>
                <a:ext uri="{FF2B5EF4-FFF2-40B4-BE49-F238E27FC236}">
                  <a16:creationId xmlns:a16="http://schemas.microsoft.com/office/drawing/2014/main" id="{B0F7A0C0-45C4-6B7E-DCDA-AC82E2F22AA3}"/>
                </a:ext>
              </a:extLst>
            </p:cNvPr>
            <p:cNvSpPr>
              <a:spLocks noChangeArrowheads="1"/>
            </p:cNvSpPr>
            <p:nvPr/>
          </p:nvSpPr>
          <p:spPr bwMode="auto">
            <a:xfrm>
              <a:off x="863" y="836"/>
              <a:ext cx="458" cy="116"/>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1224" i="1">
                  <a:solidFill>
                    <a:srgbClr val="000000"/>
                  </a:solidFill>
                  <a:ea typeface="-윤명조130" pitchFamily="18" charset="-127"/>
                  <a:cs typeface="+mn-cs"/>
                </a:rPr>
                <a:t>VERY PRELIMINARY</a:t>
              </a:r>
            </a:p>
          </p:txBody>
        </p:sp>
        <p:sp>
          <p:nvSpPr>
            <p:cNvPr id="501821" name="Line 61">
              <a:extLst>
                <a:ext uri="{FF2B5EF4-FFF2-40B4-BE49-F238E27FC236}">
                  <a16:creationId xmlns:a16="http://schemas.microsoft.com/office/drawing/2014/main" id="{DC067A7F-FDD5-60D5-A6D9-ADB894EC0AA1}"/>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822" name="Line 62">
              <a:extLst>
                <a:ext uri="{FF2B5EF4-FFF2-40B4-BE49-F238E27FC236}">
                  <a16:creationId xmlns:a16="http://schemas.microsoft.com/office/drawing/2014/main" id="{92783F1C-9E40-6714-BB16-F7EAEEA7D252}"/>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4" name="Group 63">
            <a:extLst>
              <a:ext uri="{FF2B5EF4-FFF2-40B4-BE49-F238E27FC236}">
                <a16:creationId xmlns:a16="http://schemas.microsoft.com/office/drawing/2014/main" id="{D0783856-5E51-075C-5239-D8FF692F2E95}"/>
              </a:ext>
            </a:extLst>
          </p:cNvPr>
          <p:cNvGrpSpPr>
            <a:grpSpLocks/>
          </p:cNvGrpSpPr>
          <p:nvPr/>
        </p:nvGrpSpPr>
        <p:grpSpPr bwMode="auto">
          <a:xfrm>
            <a:off x="6667500" y="284163"/>
            <a:ext cx="1541463" cy="2843212"/>
            <a:chOff x="4548" y="175"/>
            <a:chExt cx="952" cy="1756"/>
          </a:xfrm>
        </p:grpSpPr>
        <p:grpSp>
          <p:nvGrpSpPr>
            <p:cNvPr id="60775" name="Group 64">
              <a:extLst>
                <a:ext uri="{FF2B5EF4-FFF2-40B4-BE49-F238E27FC236}">
                  <a16:creationId xmlns:a16="http://schemas.microsoft.com/office/drawing/2014/main" id="{6B69CD5A-C5D6-8FC2-4F05-6651F0D0BC63}"/>
                </a:ext>
              </a:extLst>
            </p:cNvPr>
            <p:cNvGrpSpPr>
              <a:grpSpLocks/>
            </p:cNvGrpSpPr>
            <p:nvPr/>
          </p:nvGrpSpPr>
          <p:grpSpPr bwMode="auto">
            <a:xfrm>
              <a:off x="4548" y="501"/>
              <a:ext cx="191" cy="191"/>
              <a:chOff x="377" y="1744"/>
              <a:chExt cx="720" cy="720"/>
            </a:xfrm>
          </p:grpSpPr>
          <p:sp>
            <p:nvSpPr>
              <p:cNvPr id="501825" name="Oval 65">
                <a:extLst>
                  <a:ext uri="{FF2B5EF4-FFF2-40B4-BE49-F238E27FC236}">
                    <a16:creationId xmlns:a16="http://schemas.microsoft.com/office/drawing/2014/main" id="{FD43E383-B7D0-44AC-FDCC-0FE288136A05}"/>
                  </a:ext>
                </a:extLst>
              </p:cNvPr>
              <p:cNvSpPr>
                <a:spLocks noChangeArrowheads="1"/>
              </p:cNvSpPr>
              <p:nvPr/>
            </p:nvSpPr>
            <p:spPr bwMode="auto">
              <a:xfrm>
                <a:off x="377" y="1735"/>
                <a:ext cx="721" cy="724"/>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876" name="Group 66">
                <a:extLst>
                  <a:ext uri="{FF2B5EF4-FFF2-40B4-BE49-F238E27FC236}">
                    <a16:creationId xmlns:a16="http://schemas.microsoft.com/office/drawing/2014/main" id="{CCBF6C4E-56E4-5FAA-0332-12260F6ED2BC}"/>
                  </a:ext>
                </a:extLst>
              </p:cNvPr>
              <p:cNvGrpSpPr>
                <a:grpSpLocks/>
              </p:cNvGrpSpPr>
              <p:nvPr/>
            </p:nvGrpSpPr>
            <p:grpSpPr bwMode="auto">
              <a:xfrm>
                <a:off x="521" y="1992"/>
                <a:ext cx="432" cy="224"/>
                <a:chOff x="521" y="2008"/>
                <a:chExt cx="432" cy="224"/>
              </a:xfrm>
            </p:grpSpPr>
            <p:sp>
              <p:nvSpPr>
                <p:cNvPr id="501827" name="Rectangle 67">
                  <a:extLst>
                    <a:ext uri="{FF2B5EF4-FFF2-40B4-BE49-F238E27FC236}">
                      <a16:creationId xmlns:a16="http://schemas.microsoft.com/office/drawing/2014/main" id="{782C5A15-2554-62A1-9C2F-BF5288AFAF96}"/>
                    </a:ext>
                  </a:extLst>
                </p:cNvPr>
                <p:cNvSpPr>
                  <a:spLocks noChangeArrowheads="1"/>
                </p:cNvSpPr>
                <p:nvPr/>
              </p:nvSpPr>
              <p:spPr bwMode="auto">
                <a:xfrm>
                  <a:off x="521" y="1991"/>
                  <a:ext cx="432" cy="74"/>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28" name="Rectangle 68">
                  <a:extLst>
                    <a:ext uri="{FF2B5EF4-FFF2-40B4-BE49-F238E27FC236}">
                      <a16:creationId xmlns:a16="http://schemas.microsoft.com/office/drawing/2014/main" id="{5A87BE90-B1E9-244F-7A67-376778BF192D}"/>
                    </a:ext>
                  </a:extLst>
                </p:cNvPr>
                <p:cNvSpPr>
                  <a:spLocks noChangeArrowheads="1"/>
                </p:cNvSpPr>
                <p:nvPr/>
              </p:nvSpPr>
              <p:spPr bwMode="auto">
                <a:xfrm>
                  <a:off x="521" y="2168"/>
                  <a:ext cx="432" cy="63"/>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76" name="Group 69">
              <a:extLst>
                <a:ext uri="{FF2B5EF4-FFF2-40B4-BE49-F238E27FC236}">
                  <a16:creationId xmlns:a16="http://schemas.microsoft.com/office/drawing/2014/main" id="{06AEB321-A3AA-AD03-050D-F41746550432}"/>
                </a:ext>
              </a:extLst>
            </p:cNvPr>
            <p:cNvGrpSpPr>
              <a:grpSpLocks/>
            </p:cNvGrpSpPr>
            <p:nvPr/>
          </p:nvGrpSpPr>
          <p:grpSpPr bwMode="auto">
            <a:xfrm>
              <a:off x="4548" y="807"/>
              <a:ext cx="190" cy="190"/>
              <a:chOff x="217" y="2064"/>
              <a:chExt cx="1335" cy="1335"/>
            </a:xfrm>
          </p:grpSpPr>
          <p:sp>
            <p:nvSpPr>
              <p:cNvPr id="501830" name="Oval 70">
                <a:extLst>
                  <a:ext uri="{FF2B5EF4-FFF2-40B4-BE49-F238E27FC236}">
                    <a16:creationId xmlns:a16="http://schemas.microsoft.com/office/drawing/2014/main" id="{D8125687-C2F3-427B-00E6-EB333D9D7E6F}"/>
                  </a:ext>
                </a:extLst>
              </p:cNvPr>
              <p:cNvSpPr>
                <a:spLocks noChangeArrowheads="1"/>
              </p:cNvSpPr>
              <p:nvPr/>
            </p:nvSpPr>
            <p:spPr bwMode="auto">
              <a:xfrm>
                <a:off x="217" y="2067"/>
                <a:ext cx="1336" cy="1330"/>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31" name="Rectangle 71">
                <a:extLst>
                  <a:ext uri="{FF2B5EF4-FFF2-40B4-BE49-F238E27FC236}">
                    <a16:creationId xmlns:a16="http://schemas.microsoft.com/office/drawing/2014/main" id="{BFD6C692-32B7-502E-E48D-39904D69105C}"/>
                  </a:ext>
                </a:extLst>
              </p:cNvPr>
              <p:cNvSpPr>
                <a:spLocks noChangeArrowheads="1"/>
              </p:cNvSpPr>
              <p:nvPr/>
            </p:nvSpPr>
            <p:spPr bwMode="auto">
              <a:xfrm>
                <a:off x="486" y="2673"/>
                <a:ext cx="799" cy="117"/>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32" name="Rectangle 72">
                <a:extLst>
                  <a:ext uri="{FF2B5EF4-FFF2-40B4-BE49-F238E27FC236}">
                    <a16:creationId xmlns:a16="http://schemas.microsoft.com/office/drawing/2014/main" id="{A06575E0-2F9F-1436-8767-923E56C1D2D6}"/>
                  </a:ext>
                </a:extLst>
              </p:cNvPr>
              <p:cNvSpPr>
                <a:spLocks noChangeArrowheads="1"/>
              </p:cNvSpPr>
              <p:nvPr/>
            </p:nvSpPr>
            <p:spPr bwMode="auto">
              <a:xfrm rot="-5400000">
                <a:off x="489" y="2670"/>
                <a:ext cx="792" cy="124"/>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77" name="Group 73">
              <a:extLst>
                <a:ext uri="{FF2B5EF4-FFF2-40B4-BE49-F238E27FC236}">
                  <a16:creationId xmlns:a16="http://schemas.microsoft.com/office/drawing/2014/main" id="{5EDCC2A2-4873-B118-F3E6-254C50864CEB}"/>
                </a:ext>
              </a:extLst>
            </p:cNvPr>
            <p:cNvGrpSpPr>
              <a:grpSpLocks/>
            </p:cNvGrpSpPr>
            <p:nvPr/>
          </p:nvGrpSpPr>
          <p:grpSpPr bwMode="auto">
            <a:xfrm>
              <a:off x="4548" y="1112"/>
              <a:ext cx="190" cy="190"/>
              <a:chOff x="2729" y="2064"/>
              <a:chExt cx="1335" cy="1335"/>
            </a:xfrm>
          </p:grpSpPr>
          <p:sp>
            <p:nvSpPr>
              <p:cNvPr id="501834" name="Oval 74">
                <a:extLst>
                  <a:ext uri="{FF2B5EF4-FFF2-40B4-BE49-F238E27FC236}">
                    <a16:creationId xmlns:a16="http://schemas.microsoft.com/office/drawing/2014/main" id="{48BC301A-DF90-06E5-2D27-FBE16A0DA674}"/>
                  </a:ext>
                </a:extLst>
              </p:cNvPr>
              <p:cNvSpPr>
                <a:spLocks noChangeArrowheads="1"/>
              </p:cNvSpPr>
              <p:nvPr/>
            </p:nvSpPr>
            <p:spPr bwMode="auto">
              <a:xfrm>
                <a:off x="2729" y="2066"/>
                <a:ext cx="1336" cy="1330"/>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35" name="Rectangle 75">
                <a:extLst>
                  <a:ext uri="{FF2B5EF4-FFF2-40B4-BE49-F238E27FC236}">
                    <a16:creationId xmlns:a16="http://schemas.microsoft.com/office/drawing/2014/main" id="{82668EC4-F90D-92BD-F435-0DC241CC7B2B}"/>
                  </a:ext>
                </a:extLst>
              </p:cNvPr>
              <p:cNvSpPr>
                <a:spLocks noChangeArrowheads="1"/>
              </p:cNvSpPr>
              <p:nvPr/>
            </p:nvSpPr>
            <p:spPr bwMode="auto">
              <a:xfrm rot="2700000">
                <a:off x="3001" y="2669"/>
                <a:ext cx="792" cy="124"/>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36" name="Rectangle 76">
                <a:extLst>
                  <a:ext uri="{FF2B5EF4-FFF2-40B4-BE49-F238E27FC236}">
                    <a16:creationId xmlns:a16="http://schemas.microsoft.com/office/drawing/2014/main" id="{CB97D43D-91CD-6658-192D-DC767E8EB7E1}"/>
                  </a:ext>
                </a:extLst>
              </p:cNvPr>
              <p:cNvSpPr>
                <a:spLocks noChangeArrowheads="1"/>
              </p:cNvSpPr>
              <p:nvPr/>
            </p:nvSpPr>
            <p:spPr bwMode="auto">
              <a:xfrm rot="-2700000">
                <a:off x="2998" y="2672"/>
                <a:ext cx="799" cy="117"/>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78" name="Group 77">
              <a:extLst>
                <a:ext uri="{FF2B5EF4-FFF2-40B4-BE49-F238E27FC236}">
                  <a16:creationId xmlns:a16="http://schemas.microsoft.com/office/drawing/2014/main" id="{4DD95904-C2AE-0BBB-66D2-67B175FAAE48}"/>
                </a:ext>
              </a:extLst>
            </p:cNvPr>
            <p:cNvGrpSpPr>
              <a:grpSpLocks/>
            </p:cNvGrpSpPr>
            <p:nvPr/>
          </p:nvGrpSpPr>
          <p:grpSpPr bwMode="auto">
            <a:xfrm>
              <a:off x="4548" y="196"/>
              <a:ext cx="191" cy="191"/>
              <a:chOff x="2118" y="1344"/>
              <a:chExt cx="191" cy="191"/>
            </a:xfrm>
          </p:grpSpPr>
          <p:sp>
            <p:nvSpPr>
              <p:cNvPr id="501838" name="Oval 78">
                <a:extLst>
                  <a:ext uri="{FF2B5EF4-FFF2-40B4-BE49-F238E27FC236}">
                    <a16:creationId xmlns:a16="http://schemas.microsoft.com/office/drawing/2014/main" id="{A22DB0FE-7780-881F-D2A1-4FB04802E5DD}"/>
                  </a:ext>
                </a:extLst>
              </p:cNvPr>
              <p:cNvSpPr>
                <a:spLocks noChangeArrowheads="1"/>
              </p:cNvSpPr>
              <p:nvPr/>
            </p:nvSpPr>
            <p:spPr bwMode="auto">
              <a:xfrm>
                <a:off x="2118" y="1344"/>
                <a:ext cx="191" cy="191"/>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39" name="Rectangle 79">
                <a:extLst>
                  <a:ext uri="{FF2B5EF4-FFF2-40B4-BE49-F238E27FC236}">
                    <a16:creationId xmlns:a16="http://schemas.microsoft.com/office/drawing/2014/main" id="{1A4DAA40-AF87-7C40-D2FE-228B06EF1D60}"/>
                  </a:ext>
                </a:extLst>
              </p:cNvPr>
              <p:cNvSpPr>
                <a:spLocks noChangeArrowheads="1"/>
              </p:cNvSpPr>
              <p:nvPr/>
            </p:nvSpPr>
            <p:spPr bwMode="auto">
              <a:xfrm>
                <a:off x="2156" y="1431"/>
                <a:ext cx="115" cy="17"/>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79" name="Group 80">
              <a:extLst>
                <a:ext uri="{FF2B5EF4-FFF2-40B4-BE49-F238E27FC236}">
                  <a16:creationId xmlns:a16="http://schemas.microsoft.com/office/drawing/2014/main" id="{678588D9-F7A3-E288-DA9A-237F2B9DB22C}"/>
                </a:ext>
              </a:extLst>
            </p:cNvPr>
            <p:cNvGrpSpPr>
              <a:grpSpLocks/>
            </p:cNvGrpSpPr>
            <p:nvPr/>
          </p:nvGrpSpPr>
          <p:grpSpPr bwMode="auto">
            <a:xfrm>
              <a:off x="4548" y="1403"/>
              <a:ext cx="190" cy="223"/>
              <a:chOff x="3519" y="3209"/>
              <a:chExt cx="170" cy="183"/>
            </a:xfrm>
          </p:grpSpPr>
          <p:sp>
            <p:nvSpPr>
              <p:cNvPr id="501841" name="Oval 81">
                <a:extLst>
                  <a:ext uri="{FF2B5EF4-FFF2-40B4-BE49-F238E27FC236}">
                    <a16:creationId xmlns:a16="http://schemas.microsoft.com/office/drawing/2014/main" id="{5734ABAE-956B-5414-0E7A-E134AC22400F}"/>
                  </a:ext>
                </a:extLst>
              </p:cNvPr>
              <p:cNvSpPr>
                <a:spLocks noChangeArrowheads="1"/>
              </p:cNvSpPr>
              <p:nvPr/>
            </p:nvSpPr>
            <p:spPr bwMode="auto">
              <a:xfrm>
                <a:off x="3519" y="3209"/>
                <a:ext cx="170" cy="183"/>
              </a:xfrm>
              <a:prstGeom prst="ellipse">
                <a:avLst/>
              </a:prstGeom>
              <a:solidFill>
                <a:schemeClr val="tx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863" name="Group 82">
                <a:extLst>
                  <a:ext uri="{FF2B5EF4-FFF2-40B4-BE49-F238E27FC236}">
                    <a16:creationId xmlns:a16="http://schemas.microsoft.com/office/drawing/2014/main" id="{6BACBA45-C917-1F54-96BE-38E0A3CA6C49}"/>
                  </a:ext>
                </a:extLst>
              </p:cNvPr>
              <p:cNvGrpSpPr>
                <a:grpSpLocks/>
              </p:cNvGrpSpPr>
              <p:nvPr/>
            </p:nvGrpSpPr>
            <p:grpSpPr bwMode="auto">
              <a:xfrm>
                <a:off x="3546" y="3241"/>
                <a:ext cx="116" cy="117"/>
                <a:chOff x="3546" y="3237"/>
                <a:chExt cx="116" cy="117"/>
              </a:xfrm>
            </p:grpSpPr>
            <p:sp>
              <p:nvSpPr>
                <p:cNvPr id="501843" name="Line 83">
                  <a:extLst>
                    <a:ext uri="{FF2B5EF4-FFF2-40B4-BE49-F238E27FC236}">
                      <a16:creationId xmlns:a16="http://schemas.microsoft.com/office/drawing/2014/main" id="{1180A2FA-0124-A6BD-9A89-A0E40FDBB68C}"/>
                    </a:ext>
                  </a:extLst>
                </p:cNvPr>
                <p:cNvSpPr>
                  <a:spLocks noChangeShapeType="1"/>
                </p:cNvSpPr>
                <p:nvPr/>
              </p:nvSpPr>
              <p:spPr bwMode="auto">
                <a:xfrm>
                  <a:off x="3546" y="3295"/>
                  <a:ext cx="116" cy="0"/>
                </a:xfrm>
                <a:prstGeom prst="line">
                  <a:avLst/>
                </a:prstGeom>
                <a:noFill/>
                <a:ln w="28575">
                  <a:solidFill>
                    <a:schemeClr val="bg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1844" name="Oval 84">
                  <a:extLst>
                    <a:ext uri="{FF2B5EF4-FFF2-40B4-BE49-F238E27FC236}">
                      <a16:creationId xmlns:a16="http://schemas.microsoft.com/office/drawing/2014/main" id="{86BB79A1-6090-4C71-0A1D-8556FEF93684}"/>
                    </a:ext>
                  </a:extLst>
                </p:cNvPr>
                <p:cNvSpPr>
                  <a:spLocks noChangeArrowheads="1"/>
                </p:cNvSpPr>
                <p:nvPr/>
              </p:nvSpPr>
              <p:spPr bwMode="auto">
                <a:xfrm>
                  <a:off x="3587" y="3237"/>
                  <a:ext cx="32" cy="3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45" name="Oval 85">
                  <a:extLst>
                    <a:ext uri="{FF2B5EF4-FFF2-40B4-BE49-F238E27FC236}">
                      <a16:creationId xmlns:a16="http://schemas.microsoft.com/office/drawing/2014/main" id="{0DE85A50-1E6C-7540-54C8-6EDF998472A7}"/>
                    </a:ext>
                  </a:extLst>
                </p:cNvPr>
                <p:cNvSpPr>
                  <a:spLocks noChangeArrowheads="1"/>
                </p:cNvSpPr>
                <p:nvPr/>
              </p:nvSpPr>
              <p:spPr bwMode="auto">
                <a:xfrm>
                  <a:off x="3587" y="3320"/>
                  <a:ext cx="32" cy="3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80" name="Group 86">
              <a:extLst>
                <a:ext uri="{FF2B5EF4-FFF2-40B4-BE49-F238E27FC236}">
                  <a16:creationId xmlns:a16="http://schemas.microsoft.com/office/drawing/2014/main" id="{37841E5D-D260-D9FF-F42F-D54E079807EB}"/>
                </a:ext>
              </a:extLst>
            </p:cNvPr>
            <p:cNvGrpSpPr>
              <a:grpSpLocks/>
            </p:cNvGrpSpPr>
            <p:nvPr/>
          </p:nvGrpSpPr>
          <p:grpSpPr bwMode="auto">
            <a:xfrm>
              <a:off x="4836" y="518"/>
              <a:ext cx="136" cy="136"/>
              <a:chOff x="377" y="1744"/>
              <a:chExt cx="720" cy="720"/>
            </a:xfrm>
          </p:grpSpPr>
          <p:sp>
            <p:nvSpPr>
              <p:cNvPr id="501847" name="Oval 87">
                <a:extLst>
                  <a:ext uri="{FF2B5EF4-FFF2-40B4-BE49-F238E27FC236}">
                    <a16:creationId xmlns:a16="http://schemas.microsoft.com/office/drawing/2014/main" id="{747FE548-BCEF-54DF-D914-8A5BF9C402BA}"/>
                  </a:ext>
                </a:extLst>
              </p:cNvPr>
              <p:cNvSpPr>
                <a:spLocks noChangeArrowheads="1"/>
              </p:cNvSpPr>
              <p:nvPr/>
            </p:nvSpPr>
            <p:spPr bwMode="auto">
              <a:xfrm>
                <a:off x="378" y="1745"/>
                <a:ext cx="706" cy="737"/>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859" name="Group 88">
                <a:extLst>
                  <a:ext uri="{FF2B5EF4-FFF2-40B4-BE49-F238E27FC236}">
                    <a16:creationId xmlns:a16="http://schemas.microsoft.com/office/drawing/2014/main" id="{A9CFA259-6D0C-555D-A4A4-8AB3BB1342FE}"/>
                  </a:ext>
                </a:extLst>
              </p:cNvPr>
              <p:cNvGrpSpPr>
                <a:grpSpLocks/>
              </p:cNvGrpSpPr>
              <p:nvPr/>
            </p:nvGrpSpPr>
            <p:grpSpPr bwMode="auto">
              <a:xfrm>
                <a:off x="521" y="1992"/>
                <a:ext cx="432" cy="224"/>
                <a:chOff x="521" y="2008"/>
                <a:chExt cx="432" cy="224"/>
              </a:xfrm>
            </p:grpSpPr>
            <p:sp>
              <p:nvSpPr>
                <p:cNvPr id="501849" name="Rectangle 89">
                  <a:extLst>
                    <a:ext uri="{FF2B5EF4-FFF2-40B4-BE49-F238E27FC236}">
                      <a16:creationId xmlns:a16="http://schemas.microsoft.com/office/drawing/2014/main" id="{3CDA6570-EF56-49BC-FB3F-DFF8A727E9CE}"/>
                    </a:ext>
                  </a:extLst>
                </p:cNvPr>
                <p:cNvSpPr>
                  <a:spLocks noChangeArrowheads="1"/>
                </p:cNvSpPr>
                <p:nvPr/>
              </p:nvSpPr>
              <p:spPr bwMode="auto">
                <a:xfrm>
                  <a:off x="534" y="2010"/>
                  <a:ext cx="394" cy="62"/>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50" name="Rectangle 90">
                  <a:extLst>
                    <a:ext uri="{FF2B5EF4-FFF2-40B4-BE49-F238E27FC236}">
                      <a16:creationId xmlns:a16="http://schemas.microsoft.com/office/drawing/2014/main" id="{534B76CA-26C0-7D8E-4089-E216749D494E}"/>
                    </a:ext>
                  </a:extLst>
                </p:cNvPr>
                <p:cNvSpPr>
                  <a:spLocks noChangeArrowheads="1"/>
                </p:cNvSpPr>
                <p:nvPr/>
              </p:nvSpPr>
              <p:spPr bwMode="auto">
                <a:xfrm>
                  <a:off x="534" y="2171"/>
                  <a:ext cx="394" cy="62"/>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81" name="Group 91">
              <a:extLst>
                <a:ext uri="{FF2B5EF4-FFF2-40B4-BE49-F238E27FC236}">
                  <a16:creationId xmlns:a16="http://schemas.microsoft.com/office/drawing/2014/main" id="{2DE73AC9-FA8C-9F27-67CA-1611F14F529A}"/>
                </a:ext>
              </a:extLst>
            </p:cNvPr>
            <p:cNvGrpSpPr>
              <a:grpSpLocks/>
            </p:cNvGrpSpPr>
            <p:nvPr/>
          </p:nvGrpSpPr>
          <p:grpSpPr bwMode="auto">
            <a:xfrm>
              <a:off x="4836" y="840"/>
              <a:ext cx="136" cy="136"/>
              <a:chOff x="217" y="2064"/>
              <a:chExt cx="1335" cy="1335"/>
            </a:xfrm>
          </p:grpSpPr>
          <p:sp>
            <p:nvSpPr>
              <p:cNvPr id="501852" name="Oval 92">
                <a:extLst>
                  <a:ext uri="{FF2B5EF4-FFF2-40B4-BE49-F238E27FC236}">
                    <a16:creationId xmlns:a16="http://schemas.microsoft.com/office/drawing/2014/main" id="{681A0B7C-F47F-F2E7-89CD-C273F5DBDD1E}"/>
                  </a:ext>
                </a:extLst>
              </p:cNvPr>
              <p:cNvSpPr>
                <a:spLocks noChangeArrowheads="1"/>
              </p:cNvSpPr>
              <p:nvPr/>
            </p:nvSpPr>
            <p:spPr bwMode="auto">
              <a:xfrm>
                <a:off x="219" y="2062"/>
                <a:ext cx="1319" cy="1338"/>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53" name="Rectangle 93">
                <a:extLst>
                  <a:ext uri="{FF2B5EF4-FFF2-40B4-BE49-F238E27FC236}">
                    <a16:creationId xmlns:a16="http://schemas.microsoft.com/office/drawing/2014/main" id="{F2764DB8-085B-7450-8423-E531C1D7CDED}"/>
                  </a:ext>
                </a:extLst>
              </p:cNvPr>
              <p:cNvSpPr>
                <a:spLocks noChangeArrowheads="1"/>
              </p:cNvSpPr>
              <p:nvPr/>
            </p:nvSpPr>
            <p:spPr bwMode="auto">
              <a:xfrm>
                <a:off x="489" y="2668"/>
                <a:ext cx="789" cy="125"/>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54" name="Rectangle 94">
                <a:extLst>
                  <a:ext uri="{FF2B5EF4-FFF2-40B4-BE49-F238E27FC236}">
                    <a16:creationId xmlns:a16="http://schemas.microsoft.com/office/drawing/2014/main" id="{7254907E-9B01-09F4-BE12-D4919B1D04B0}"/>
                  </a:ext>
                </a:extLst>
              </p:cNvPr>
              <p:cNvSpPr>
                <a:spLocks noChangeArrowheads="1"/>
              </p:cNvSpPr>
              <p:nvPr/>
            </p:nvSpPr>
            <p:spPr bwMode="auto">
              <a:xfrm rot="-5400000">
                <a:off x="484" y="2673"/>
                <a:ext cx="799" cy="115"/>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82" name="Group 95">
              <a:extLst>
                <a:ext uri="{FF2B5EF4-FFF2-40B4-BE49-F238E27FC236}">
                  <a16:creationId xmlns:a16="http://schemas.microsoft.com/office/drawing/2014/main" id="{203FE73E-BF3E-3ACF-D635-38B50153E37D}"/>
                </a:ext>
              </a:extLst>
            </p:cNvPr>
            <p:cNvGrpSpPr>
              <a:grpSpLocks/>
            </p:cNvGrpSpPr>
            <p:nvPr/>
          </p:nvGrpSpPr>
          <p:grpSpPr bwMode="auto">
            <a:xfrm>
              <a:off x="4836" y="1162"/>
              <a:ext cx="136" cy="136"/>
              <a:chOff x="2729" y="2064"/>
              <a:chExt cx="1335" cy="1335"/>
            </a:xfrm>
          </p:grpSpPr>
          <p:sp>
            <p:nvSpPr>
              <p:cNvPr id="501856" name="Oval 96">
                <a:extLst>
                  <a:ext uri="{FF2B5EF4-FFF2-40B4-BE49-F238E27FC236}">
                    <a16:creationId xmlns:a16="http://schemas.microsoft.com/office/drawing/2014/main" id="{9D0CB30E-0EA3-F934-FE2C-C195A685D31A}"/>
                  </a:ext>
                </a:extLst>
              </p:cNvPr>
              <p:cNvSpPr>
                <a:spLocks noChangeArrowheads="1"/>
              </p:cNvSpPr>
              <p:nvPr/>
            </p:nvSpPr>
            <p:spPr bwMode="auto">
              <a:xfrm>
                <a:off x="2731" y="2067"/>
                <a:ext cx="1319" cy="1328"/>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57" name="Rectangle 97">
                <a:extLst>
                  <a:ext uri="{FF2B5EF4-FFF2-40B4-BE49-F238E27FC236}">
                    <a16:creationId xmlns:a16="http://schemas.microsoft.com/office/drawing/2014/main" id="{B473F11C-41C3-4EA3-07A7-F3A3C72004B0}"/>
                  </a:ext>
                </a:extLst>
              </p:cNvPr>
              <p:cNvSpPr>
                <a:spLocks noChangeArrowheads="1"/>
              </p:cNvSpPr>
              <p:nvPr/>
            </p:nvSpPr>
            <p:spPr bwMode="auto">
              <a:xfrm rot="2700000">
                <a:off x="3001" y="2673"/>
                <a:ext cx="789" cy="115"/>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58" name="Rectangle 98">
                <a:extLst>
                  <a:ext uri="{FF2B5EF4-FFF2-40B4-BE49-F238E27FC236}">
                    <a16:creationId xmlns:a16="http://schemas.microsoft.com/office/drawing/2014/main" id="{3B84550F-0D8D-200A-0FFA-E6D452778819}"/>
                  </a:ext>
                </a:extLst>
              </p:cNvPr>
              <p:cNvSpPr>
                <a:spLocks noChangeArrowheads="1"/>
              </p:cNvSpPr>
              <p:nvPr/>
            </p:nvSpPr>
            <p:spPr bwMode="auto">
              <a:xfrm rot="-2700000">
                <a:off x="3001" y="2673"/>
                <a:ext cx="789" cy="115"/>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83" name="Group 99">
              <a:extLst>
                <a:ext uri="{FF2B5EF4-FFF2-40B4-BE49-F238E27FC236}">
                  <a16:creationId xmlns:a16="http://schemas.microsoft.com/office/drawing/2014/main" id="{18E12D33-433D-DD81-B7F6-E3D113422D68}"/>
                </a:ext>
              </a:extLst>
            </p:cNvPr>
            <p:cNvGrpSpPr>
              <a:grpSpLocks/>
            </p:cNvGrpSpPr>
            <p:nvPr/>
          </p:nvGrpSpPr>
          <p:grpSpPr bwMode="auto">
            <a:xfrm>
              <a:off x="4836" y="196"/>
              <a:ext cx="136" cy="136"/>
              <a:chOff x="2118" y="1344"/>
              <a:chExt cx="191" cy="191"/>
            </a:xfrm>
          </p:grpSpPr>
          <p:sp>
            <p:nvSpPr>
              <p:cNvPr id="501860" name="Oval 100">
                <a:extLst>
                  <a:ext uri="{FF2B5EF4-FFF2-40B4-BE49-F238E27FC236}">
                    <a16:creationId xmlns:a16="http://schemas.microsoft.com/office/drawing/2014/main" id="{3B22B768-E04E-C701-9324-B67C7EF933A8}"/>
                  </a:ext>
                </a:extLst>
              </p:cNvPr>
              <p:cNvSpPr>
                <a:spLocks noChangeArrowheads="1"/>
              </p:cNvSpPr>
              <p:nvPr/>
            </p:nvSpPr>
            <p:spPr bwMode="auto">
              <a:xfrm>
                <a:off x="2118" y="1342"/>
                <a:ext cx="189" cy="191"/>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61" name="Rectangle 101">
                <a:extLst>
                  <a:ext uri="{FF2B5EF4-FFF2-40B4-BE49-F238E27FC236}">
                    <a16:creationId xmlns:a16="http://schemas.microsoft.com/office/drawing/2014/main" id="{2A90B3D3-0387-2B25-543E-F3C858531150}"/>
                  </a:ext>
                </a:extLst>
              </p:cNvPr>
              <p:cNvSpPr>
                <a:spLocks noChangeArrowheads="1"/>
              </p:cNvSpPr>
              <p:nvPr/>
            </p:nvSpPr>
            <p:spPr bwMode="auto">
              <a:xfrm>
                <a:off x="2156" y="1430"/>
                <a:ext cx="116" cy="18"/>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84" name="Group 102">
              <a:extLst>
                <a:ext uri="{FF2B5EF4-FFF2-40B4-BE49-F238E27FC236}">
                  <a16:creationId xmlns:a16="http://schemas.microsoft.com/office/drawing/2014/main" id="{4FBCFAFA-702A-7C9E-81A5-5EDA5235C534}"/>
                </a:ext>
              </a:extLst>
            </p:cNvPr>
            <p:cNvGrpSpPr>
              <a:grpSpLocks/>
            </p:cNvGrpSpPr>
            <p:nvPr/>
          </p:nvGrpSpPr>
          <p:grpSpPr bwMode="auto">
            <a:xfrm>
              <a:off x="4847" y="1370"/>
              <a:ext cx="136" cy="222"/>
              <a:chOff x="3519" y="3172"/>
              <a:chExt cx="170" cy="255"/>
            </a:xfrm>
          </p:grpSpPr>
          <p:sp>
            <p:nvSpPr>
              <p:cNvPr id="501863" name="Oval 103">
                <a:extLst>
                  <a:ext uri="{FF2B5EF4-FFF2-40B4-BE49-F238E27FC236}">
                    <a16:creationId xmlns:a16="http://schemas.microsoft.com/office/drawing/2014/main" id="{034969B4-6A11-0D8A-B845-5D450AEC13B3}"/>
                  </a:ext>
                </a:extLst>
              </p:cNvPr>
              <p:cNvSpPr>
                <a:spLocks noChangeArrowheads="1"/>
              </p:cNvSpPr>
              <p:nvPr/>
            </p:nvSpPr>
            <p:spPr bwMode="auto">
              <a:xfrm>
                <a:off x="3519" y="3172"/>
                <a:ext cx="170" cy="255"/>
              </a:xfrm>
              <a:prstGeom prst="ellipse">
                <a:avLst/>
              </a:prstGeom>
              <a:solidFill>
                <a:schemeClr val="tx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846" name="Group 104">
                <a:extLst>
                  <a:ext uri="{FF2B5EF4-FFF2-40B4-BE49-F238E27FC236}">
                    <a16:creationId xmlns:a16="http://schemas.microsoft.com/office/drawing/2014/main" id="{FEBF99FB-C4F1-CB35-9C8E-E81BA70691AA}"/>
                  </a:ext>
                </a:extLst>
              </p:cNvPr>
              <p:cNvGrpSpPr>
                <a:grpSpLocks/>
              </p:cNvGrpSpPr>
              <p:nvPr/>
            </p:nvGrpSpPr>
            <p:grpSpPr bwMode="auto">
              <a:xfrm>
                <a:off x="3546" y="3241"/>
                <a:ext cx="116" cy="117"/>
                <a:chOff x="3546" y="3237"/>
                <a:chExt cx="116" cy="117"/>
              </a:xfrm>
            </p:grpSpPr>
            <p:sp>
              <p:nvSpPr>
                <p:cNvPr id="501865" name="Line 105">
                  <a:extLst>
                    <a:ext uri="{FF2B5EF4-FFF2-40B4-BE49-F238E27FC236}">
                      <a16:creationId xmlns:a16="http://schemas.microsoft.com/office/drawing/2014/main" id="{CC565737-F365-C835-ADF5-B2C4980D4A3A}"/>
                    </a:ext>
                  </a:extLst>
                </p:cNvPr>
                <p:cNvSpPr>
                  <a:spLocks noChangeShapeType="1"/>
                </p:cNvSpPr>
                <p:nvPr/>
              </p:nvSpPr>
              <p:spPr bwMode="auto">
                <a:xfrm>
                  <a:off x="3546" y="3295"/>
                  <a:ext cx="116" cy="0"/>
                </a:xfrm>
                <a:prstGeom prst="line">
                  <a:avLst/>
                </a:prstGeom>
                <a:noFill/>
                <a:ln w="28575">
                  <a:solidFill>
                    <a:schemeClr val="bg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1866" name="Oval 106">
                  <a:extLst>
                    <a:ext uri="{FF2B5EF4-FFF2-40B4-BE49-F238E27FC236}">
                      <a16:creationId xmlns:a16="http://schemas.microsoft.com/office/drawing/2014/main" id="{8CEFD99D-2FA7-71C6-740E-7186EBE1D268}"/>
                    </a:ext>
                  </a:extLst>
                </p:cNvPr>
                <p:cNvSpPr>
                  <a:spLocks noChangeArrowheads="1"/>
                </p:cNvSpPr>
                <p:nvPr/>
              </p:nvSpPr>
              <p:spPr bwMode="auto">
                <a:xfrm>
                  <a:off x="3588" y="3237"/>
                  <a:ext cx="33" cy="3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67" name="Oval 107">
                  <a:extLst>
                    <a:ext uri="{FF2B5EF4-FFF2-40B4-BE49-F238E27FC236}">
                      <a16:creationId xmlns:a16="http://schemas.microsoft.com/office/drawing/2014/main" id="{330C23C3-FFC3-AB0E-23B2-D5B1D9AEF1B5}"/>
                    </a:ext>
                  </a:extLst>
                </p:cNvPr>
                <p:cNvSpPr>
                  <a:spLocks noChangeArrowheads="1"/>
                </p:cNvSpPr>
                <p:nvPr/>
              </p:nvSpPr>
              <p:spPr bwMode="auto">
                <a:xfrm>
                  <a:off x="3588" y="3320"/>
                  <a:ext cx="33" cy="3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85" name="Group 108">
              <a:extLst>
                <a:ext uri="{FF2B5EF4-FFF2-40B4-BE49-F238E27FC236}">
                  <a16:creationId xmlns:a16="http://schemas.microsoft.com/office/drawing/2014/main" id="{E418C01B-DDE2-F873-7FFE-F145B9D46E88}"/>
                </a:ext>
              </a:extLst>
            </p:cNvPr>
            <p:cNvGrpSpPr>
              <a:grpSpLocks/>
            </p:cNvGrpSpPr>
            <p:nvPr/>
          </p:nvGrpSpPr>
          <p:grpSpPr bwMode="auto">
            <a:xfrm>
              <a:off x="5108" y="480"/>
              <a:ext cx="191" cy="191"/>
              <a:chOff x="5893" y="1741"/>
              <a:chExt cx="191" cy="191"/>
            </a:xfrm>
          </p:grpSpPr>
          <p:sp>
            <p:nvSpPr>
              <p:cNvPr id="501869" name="Oval 109">
                <a:extLst>
                  <a:ext uri="{FF2B5EF4-FFF2-40B4-BE49-F238E27FC236}">
                    <a16:creationId xmlns:a16="http://schemas.microsoft.com/office/drawing/2014/main" id="{44F73C7D-CD24-59BF-D6E7-D4DC1F314477}"/>
                  </a:ext>
                </a:extLst>
              </p:cNvPr>
              <p:cNvSpPr>
                <a:spLocks noChangeArrowheads="1"/>
              </p:cNvSpPr>
              <p:nvPr/>
            </p:nvSpPr>
            <p:spPr bwMode="auto">
              <a:xfrm>
                <a:off x="5893" y="1741"/>
                <a:ext cx="191" cy="191"/>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842" name="Group 110">
                <a:extLst>
                  <a:ext uri="{FF2B5EF4-FFF2-40B4-BE49-F238E27FC236}">
                    <a16:creationId xmlns:a16="http://schemas.microsoft.com/office/drawing/2014/main" id="{46EC5703-0CE0-F3BE-E16D-3D44643FC1A4}"/>
                  </a:ext>
                </a:extLst>
              </p:cNvPr>
              <p:cNvGrpSpPr>
                <a:grpSpLocks/>
              </p:cNvGrpSpPr>
              <p:nvPr/>
            </p:nvGrpSpPr>
            <p:grpSpPr bwMode="auto">
              <a:xfrm>
                <a:off x="5931" y="1807"/>
                <a:ext cx="115" cy="59"/>
                <a:chOff x="521" y="2008"/>
                <a:chExt cx="432" cy="224"/>
              </a:xfrm>
            </p:grpSpPr>
            <p:sp>
              <p:nvSpPr>
                <p:cNvPr id="501871" name="Rectangle 111">
                  <a:extLst>
                    <a:ext uri="{FF2B5EF4-FFF2-40B4-BE49-F238E27FC236}">
                      <a16:creationId xmlns:a16="http://schemas.microsoft.com/office/drawing/2014/main" id="{62B00278-5490-B38E-A10D-3B216F04E85F}"/>
                    </a:ext>
                  </a:extLst>
                </p:cNvPr>
                <p:cNvSpPr>
                  <a:spLocks noChangeArrowheads="1"/>
                </p:cNvSpPr>
                <p:nvPr/>
              </p:nvSpPr>
              <p:spPr bwMode="auto">
                <a:xfrm>
                  <a:off x="521" y="2007"/>
                  <a:ext cx="431" cy="6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72" name="Rectangle 112">
                  <a:extLst>
                    <a:ext uri="{FF2B5EF4-FFF2-40B4-BE49-F238E27FC236}">
                      <a16:creationId xmlns:a16="http://schemas.microsoft.com/office/drawing/2014/main" id="{954DC654-5442-C1A9-EE4D-F9BA6FB6198B}"/>
                    </a:ext>
                  </a:extLst>
                </p:cNvPr>
                <p:cNvSpPr>
                  <a:spLocks noChangeArrowheads="1"/>
                </p:cNvSpPr>
                <p:nvPr/>
              </p:nvSpPr>
              <p:spPr bwMode="auto">
                <a:xfrm>
                  <a:off x="521" y="2170"/>
                  <a:ext cx="431" cy="6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86" name="Group 113">
              <a:extLst>
                <a:ext uri="{FF2B5EF4-FFF2-40B4-BE49-F238E27FC236}">
                  <a16:creationId xmlns:a16="http://schemas.microsoft.com/office/drawing/2014/main" id="{0A97D437-3311-0A40-50A7-AA3942BBD18A}"/>
                </a:ext>
              </a:extLst>
            </p:cNvPr>
            <p:cNvGrpSpPr>
              <a:grpSpLocks/>
            </p:cNvGrpSpPr>
            <p:nvPr/>
          </p:nvGrpSpPr>
          <p:grpSpPr bwMode="auto">
            <a:xfrm>
              <a:off x="5108" y="786"/>
              <a:ext cx="190" cy="190"/>
              <a:chOff x="5893" y="2063"/>
              <a:chExt cx="190" cy="190"/>
            </a:xfrm>
          </p:grpSpPr>
          <p:sp>
            <p:nvSpPr>
              <p:cNvPr id="501874" name="Oval 114">
                <a:extLst>
                  <a:ext uri="{FF2B5EF4-FFF2-40B4-BE49-F238E27FC236}">
                    <a16:creationId xmlns:a16="http://schemas.microsoft.com/office/drawing/2014/main" id="{37CEE803-EB40-B01C-DC44-7F9851B4D4F7}"/>
                  </a:ext>
                </a:extLst>
              </p:cNvPr>
              <p:cNvSpPr>
                <a:spLocks noChangeArrowheads="1"/>
              </p:cNvSpPr>
              <p:nvPr/>
            </p:nvSpPr>
            <p:spPr bwMode="auto">
              <a:xfrm>
                <a:off x="5893" y="2063"/>
                <a:ext cx="190" cy="19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75" name="Rectangle 115">
                <a:extLst>
                  <a:ext uri="{FF2B5EF4-FFF2-40B4-BE49-F238E27FC236}">
                    <a16:creationId xmlns:a16="http://schemas.microsoft.com/office/drawing/2014/main" id="{CE921BF4-D1F7-A720-70BA-28A8BCBA9EF9}"/>
                  </a:ext>
                </a:extLst>
              </p:cNvPr>
              <p:cNvSpPr>
                <a:spLocks noChangeArrowheads="1"/>
              </p:cNvSpPr>
              <p:nvPr/>
            </p:nvSpPr>
            <p:spPr bwMode="auto">
              <a:xfrm>
                <a:off x="5931" y="2150"/>
                <a:ext cx="114" cy="16"/>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76" name="Rectangle 116">
                <a:extLst>
                  <a:ext uri="{FF2B5EF4-FFF2-40B4-BE49-F238E27FC236}">
                    <a16:creationId xmlns:a16="http://schemas.microsoft.com/office/drawing/2014/main" id="{FFF5996B-4FE0-C83F-1D7B-7338A2FD37C9}"/>
                  </a:ext>
                </a:extLst>
              </p:cNvPr>
              <p:cNvSpPr>
                <a:spLocks noChangeArrowheads="1"/>
              </p:cNvSpPr>
              <p:nvPr/>
            </p:nvSpPr>
            <p:spPr bwMode="auto">
              <a:xfrm rot="-5400000">
                <a:off x="5931" y="2150"/>
                <a:ext cx="114" cy="16"/>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87" name="Group 117">
              <a:extLst>
                <a:ext uri="{FF2B5EF4-FFF2-40B4-BE49-F238E27FC236}">
                  <a16:creationId xmlns:a16="http://schemas.microsoft.com/office/drawing/2014/main" id="{C55519D0-8DA3-E21F-1D07-4C05FA980B12}"/>
                </a:ext>
              </a:extLst>
            </p:cNvPr>
            <p:cNvGrpSpPr>
              <a:grpSpLocks/>
            </p:cNvGrpSpPr>
            <p:nvPr/>
          </p:nvGrpSpPr>
          <p:grpSpPr bwMode="auto">
            <a:xfrm>
              <a:off x="5108" y="1091"/>
              <a:ext cx="190" cy="190"/>
              <a:chOff x="5893" y="2385"/>
              <a:chExt cx="190" cy="190"/>
            </a:xfrm>
          </p:grpSpPr>
          <p:sp>
            <p:nvSpPr>
              <p:cNvPr id="501878" name="Oval 118">
                <a:extLst>
                  <a:ext uri="{FF2B5EF4-FFF2-40B4-BE49-F238E27FC236}">
                    <a16:creationId xmlns:a16="http://schemas.microsoft.com/office/drawing/2014/main" id="{9EE5F4E0-7E10-7E3C-60D6-10D3E2ECED36}"/>
                  </a:ext>
                </a:extLst>
              </p:cNvPr>
              <p:cNvSpPr>
                <a:spLocks noChangeArrowheads="1"/>
              </p:cNvSpPr>
              <p:nvPr/>
            </p:nvSpPr>
            <p:spPr bwMode="auto">
              <a:xfrm>
                <a:off x="5893" y="2385"/>
                <a:ext cx="190" cy="19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79" name="Rectangle 119">
                <a:extLst>
                  <a:ext uri="{FF2B5EF4-FFF2-40B4-BE49-F238E27FC236}">
                    <a16:creationId xmlns:a16="http://schemas.microsoft.com/office/drawing/2014/main" id="{8723F114-7873-5CAA-854D-0B2389EA0C0B}"/>
                  </a:ext>
                </a:extLst>
              </p:cNvPr>
              <p:cNvSpPr>
                <a:spLocks noChangeArrowheads="1"/>
              </p:cNvSpPr>
              <p:nvPr/>
            </p:nvSpPr>
            <p:spPr bwMode="auto">
              <a:xfrm rot="2700000">
                <a:off x="5931" y="2472"/>
                <a:ext cx="114" cy="16"/>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80" name="Rectangle 120">
                <a:extLst>
                  <a:ext uri="{FF2B5EF4-FFF2-40B4-BE49-F238E27FC236}">
                    <a16:creationId xmlns:a16="http://schemas.microsoft.com/office/drawing/2014/main" id="{5EF6A9C3-4F10-5657-E04C-67D056398B57}"/>
                  </a:ext>
                </a:extLst>
              </p:cNvPr>
              <p:cNvSpPr>
                <a:spLocks noChangeArrowheads="1"/>
              </p:cNvSpPr>
              <p:nvPr/>
            </p:nvSpPr>
            <p:spPr bwMode="auto">
              <a:xfrm rot="-2700000">
                <a:off x="5931" y="2472"/>
                <a:ext cx="114" cy="16"/>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88" name="Group 121">
              <a:extLst>
                <a:ext uri="{FF2B5EF4-FFF2-40B4-BE49-F238E27FC236}">
                  <a16:creationId xmlns:a16="http://schemas.microsoft.com/office/drawing/2014/main" id="{6F53A901-5E91-2BD2-74A9-09F6C62E225D}"/>
                </a:ext>
              </a:extLst>
            </p:cNvPr>
            <p:cNvGrpSpPr>
              <a:grpSpLocks/>
            </p:cNvGrpSpPr>
            <p:nvPr/>
          </p:nvGrpSpPr>
          <p:grpSpPr bwMode="auto">
            <a:xfrm>
              <a:off x="5108" y="175"/>
              <a:ext cx="191" cy="191"/>
              <a:chOff x="5893" y="1419"/>
              <a:chExt cx="191" cy="191"/>
            </a:xfrm>
          </p:grpSpPr>
          <p:sp>
            <p:nvSpPr>
              <p:cNvPr id="501882" name="Oval 122">
                <a:extLst>
                  <a:ext uri="{FF2B5EF4-FFF2-40B4-BE49-F238E27FC236}">
                    <a16:creationId xmlns:a16="http://schemas.microsoft.com/office/drawing/2014/main" id="{DD3C5E5B-EE54-3618-FE9C-C22AEE6EC62B}"/>
                  </a:ext>
                </a:extLst>
              </p:cNvPr>
              <p:cNvSpPr>
                <a:spLocks noChangeArrowheads="1"/>
              </p:cNvSpPr>
              <p:nvPr/>
            </p:nvSpPr>
            <p:spPr bwMode="auto">
              <a:xfrm>
                <a:off x="5893" y="1419"/>
                <a:ext cx="191" cy="191"/>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83" name="Rectangle 123">
                <a:extLst>
                  <a:ext uri="{FF2B5EF4-FFF2-40B4-BE49-F238E27FC236}">
                    <a16:creationId xmlns:a16="http://schemas.microsoft.com/office/drawing/2014/main" id="{6A36B258-EAAD-0119-5260-15B006E32B75}"/>
                  </a:ext>
                </a:extLst>
              </p:cNvPr>
              <p:cNvSpPr>
                <a:spLocks noChangeArrowheads="1"/>
              </p:cNvSpPr>
              <p:nvPr/>
            </p:nvSpPr>
            <p:spPr bwMode="auto">
              <a:xfrm>
                <a:off x="5931" y="1506"/>
                <a:ext cx="115" cy="17"/>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89" name="Group 124">
              <a:extLst>
                <a:ext uri="{FF2B5EF4-FFF2-40B4-BE49-F238E27FC236}">
                  <a16:creationId xmlns:a16="http://schemas.microsoft.com/office/drawing/2014/main" id="{7910D5C5-E3E2-C208-89AB-EB38D84C937F}"/>
                </a:ext>
              </a:extLst>
            </p:cNvPr>
            <p:cNvGrpSpPr>
              <a:grpSpLocks/>
            </p:cNvGrpSpPr>
            <p:nvPr/>
          </p:nvGrpSpPr>
          <p:grpSpPr bwMode="auto">
            <a:xfrm>
              <a:off x="5108" y="1382"/>
              <a:ext cx="190" cy="223"/>
              <a:chOff x="5904" y="3232"/>
              <a:chExt cx="170" cy="183"/>
            </a:xfrm>
          </p:grpSpPr>
          <p:sp>
            <p:nvSpPr>
              <p:cNvPr id="501885" name="Oval 125">
                <a:extLst>
                  <a:ext uri="{FF2B5EF4-FFF2-40B4-BE49-F238E27FC236}">
                    <a16:creationId xmlns:a16="http://schemas.microsoft.com/office/drawing/2014/main" id="{3B170C62-BFFD-5C31-020D-17DF5DF66DCE}"/>
                  </a:ext>
                </a:extLst>
              </p:cNvPr>
              <p:cNvSpPr>
                <a:spLocks noChangeArrowheads="1"/>
              </p:cNvSpPr>
              <p:nvPr/>
            </p:nvSpPr>
            <p:spPr bwMode="auto">
              <a:xfrm>
                <a:off x="5904" y="3232"/>
                <a:ext cx="170" cy="183"/>
              </a:xfrm>
              <a:prstGeom prst="ellipse">
                <a:avLst/>
              </a:prstGeom>
              <a:solidFill>
                <a:schemeClr val="accent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829" name="Group 126">
                <a:extLst>
                  <a:ext uri="{FF2B5EF4-FFF2-40B4-BE49-F238E27FC236}">
                    <a16:creationId xmlns:a16="http://schemas.microsoft.com/office/drawing/2014/main" id="{F64BC51A-94F3-C923-75C5-6F7EFC0025C4}"/>
                  </a:ext>
                </a:extLst>
              </p:cNvPr>
              <p:cNvGrpSpPr>
                <a:grpSpLocks/>
              </p:cNvGrpSpPr>
              <p:nvPr/>
            </p:nvGrpSpPr>
            <p:grpSpPr bwMode="auto">
              <a:xfrm>
                <a:off x="5931" y="3264"/>
                <a:ext cx="116" cy="117"/>
                <a:chOff x="3546" y="3237"/>
                <a:chExt cx="116" cy="117"/>
              </a:xfrm>
            </p:grpSpPr>
            <p:sp>
              <p:nvSpPr>
                <p:cNvPr id="501887" name="Line 127">
                  <a:extLst>
                    <a:ext uri="{FF2B5EF4-FFF2-40B4-BE49-F238E27FC236}">
                      <a16:creationId xmlns:a16="http://schemas.microsoft.com/office/drawing/2014/main" id="{CFEDC0F2-B5E3-D3A8-5DC8-56F3D386C8E9}"/>
                    </a:ext>
                  </a:extLst>
                </p:cNvPr>
                <p:cNvSpPr>
                  <a:spLocks noChangeShapeType="1"/>
                </p:cNvSpPr>
                <p:nvPr/>
              </p:nvSpPr>
              <p:spPr bwMode="auto">
                <a:xfrm>
                  <a:off x="3546" y="3295"/>
                  <a:ext cx="116" cy="0"/>
                </a:xfrm>
                <a:prstGeom prst="line">
                  <a:avLst/>
                </a:prstGeom>
                <a:noFill/>
                <a:ln w="28575">
                  <a:solidFill>
                    <a:schemeClr val="tx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1888" name="Oval 128">
                  <a:extLst>
                    <a:ext uri="{FF2B5EF4-FFF2-40B4-BE49-F238E27FC236}">
                      <a16:creationId xmlns:a16="http://schemas.microsoft.com/office/drawing/2014/main" id="{ABFDE47C-F7FF-40A3-86DB-F9EFDE9AF272}"/>
                    </a:ext>
                  </a:extLst>
                </p:cNvPr>
                <p:cNvSpPr>
                  <a:spLocks noChangeArrowheads="1"/>
                </p:cNvSpPr>
                <p:nvPr/>
              </p:nvSpPr>
              <p:spPr bwMode="auto">
                <a:xfrm>
                  <a:off x="3587" y="3237"/>
                  <a:ext cx="32" cy="34"/>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89" name="Oval 129">
                  <a:extLst>
                    <a:ext uri="{FF2B5EF4-FFF2-40B4-BE49-F238E27FC236}">
                      <a16:creationId xmlns:a16="http://schemas.microsoft.com/office/drawing/2014/main" id="{61B72901-254E-C9FF-E477-3F46182D0BD1}"/>
                    </a:ext>
                  </a:extLst>
                </p:cNvPr>
                <p:cNvSpPr>
                  <a:spLocks noChangeArrowheads="1"/>
                </p:cNvSpPr>
                <p:nvPr/>
              </p:nvSpPr>
              <p:spPr bwMode="auto">
                <a:xfrm>
                  <a:off x="3587" y="3322"/>
                  <a:ext cx="32" cy="34"/>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90" name="Group 130">
              <a:extLst>
                <a:ext uri="{FF2B5EF4-FFF2-40B4-BE49-F238E27FC236}">
                  <a16:creationId xmlns:a16="http://schemas.microsoft.com/office/drawing/2014/main" id="{D6D5F145-6596-B7E1-ED56-C53E132A90F7}"/>
                </a:ext>
              </a:extLst>
            </p:cNvPr>
            <p:cNvGrpSpPr>
              <a:grpSpLocks/>
            </p:cNvGrpSpPr>
            <p:nvPr/>
          </p:nvGrpSpPr>
          <p:grpSpPr bwMode="auto">
            <a:xfrm>
              <a:off x="5364" y="487"/>
              <a:ext cx="136" cy="136"/>
              <a:chOff x="5893" y="1741"/>
              <a:chExt cx="191" cy="191"/>
            </a:xfrm>
          </p:grpSpPr>
          <p:sp>
            <p:nvSpPr>
              <p:cNvPr id="501891" name="Oval 131">
                <a:extLst>
                  <a:ext uri="{FF2B5EF4-FFF2-40B4-BE49-F238E27FC236}">
                    <a16:creationId xmlns:a16="http://schemas.microsoft.com/office/drawing/2014/main" id="{B2F2C4D0-BBD6-2284-29C1-35A2AE384B65}"/>
                  </a:ext>
                </a:extLst>
              </p:cNvPr>
              <p:cNvSpPr>
                <a:spLocks noChangeArrowheads="1"/>
              </p:cNvSpPr>
              <p:nvPr/>
            </p:nvSpPr>
            <p:spPr bwMode="auto">
              <a:xfrm>
                <a:off x="5893" y="1741"/>
                <a:ext cx="191" cy="191"/>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825" name="Group 132">
                <a:extLst>
                  <a:ext uri="{FF2B5EF4-FFF2-40B4-BE49-F238E27FC236}">
                    <a16:creationId xmlns:a16="http://schemas.microsoft.com/office/drawing/2014/main" id="{81302406-8970-6B90-7FBC-BF8698C938B5}"/>
                  </a:ext>
                </a:extLst>
              </p:cNvPr>
              <p:cNvGrpSpPr>
                <a:grpSpLocks/>
              </p:cNvGrpSpPr>
              <p:nvPr/>
            </p:nvGrpSpPr>
            <p:grpSpPr bwMode="auto">
              <a:xfrm>
                <a:off x="5931" y="1807"/>
                <a:ext cx="115" cy="59"/>
                <a:chOff x="521" y="2008"/>
                <a:chExt cx="432" cy="224"/>
              </a:xfrm>
            </p:grpSpPr>
            <p:sp>
              <p:nvSpPr>
                <p:cNvPr id="501893" name="Rectangle 133">
                  <a:extLst>
                    <a:ext uri="{FF2B5EF4-FFF2-40B4-BE49-F238E27FC236}">
                      <a16:creationId xmlns:a16="http://schemas.microsoft.com/office/drawing/2014/main" id="{2D5641F5-8C0A-7534-AC03-E14B5915384B}"/>
                    </a:ext>
                  </a:extLst>
                </p:cNvPr>
                <p:cNvSpPr>
                  <a:spLocks noChangeArrowheads="1"/>
                </p:cNvSpPr>
                <p:nvPr/>
              </p:nvSpPr>
              <p:spPr bwMode="auto">
                <a:xfrm>
                  <a:off x="522" y="2007"/>
                  <a:ext cx="429" cy="6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94" name="Rectangle 134">
                  <a:extLst>
                    <a:ext uri="{FF2B5EF4-FFF2-40B4-BE49-F238E27FC236}">
                      <a16:creationId xmlns:a16="http://schemas.microsoft.com/office/drawing/2014/main" id="{1CBD325F-F161-24F3-3CCB-442A7580366D}"/>
                    </a:ext>
                  </a:extLst>
                </p:cNvPr>
                <p:cNvSpPr>
                  <a:spLocks noChangeArrowheads="1"/>
                </p:cNvSpPr>
                <p:nvPr/>
              </p:nvSpPr>
              <p:spPr bwMode="auto">
                <a:xfrm>
                  <a:off x="522" y="2169"/>
                  <a:ext cx="429" cy="6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91" name="Group 135">
              <a:extLst>
                <a:ext uri="{FF2B5EF4-FFF2-40B4-BE49-F238E27FC236}">
                  <a16:creationId xmlns:a16="http://schemas.microsoft.com/office/drawing/2014/main" id="{41FE567A-8208-1E00-7E27-BFC56A7B6D95}"/>
                </a:ext>
              </a:extLst>
            </p:cNvPr>
            <p:cNvGrpSpPr>
              <a:grpSpLocks/>
            </p:cNvGrpSpPr>
            <p:nvPr/>
          </p:nvGrpSpPr>
          <p:grpSpPr bwMode="auto">
            <a:xfrm>
              <a:off x="5364" y="793"/>
              <a:ext cx="136" cy="136"/>
              <a:chOff x="5893" y="2063"/>
              <a:chExt cx="190" cy="190"/>
            </a:xfrm>
          </p:grpSpPr>
          <p:sp>
            <p:nvSpPr>
              <p:cNvPr id="501896" name="Oval 136">
                <a:extLst>
                  <a:ext uri="{FF2B5EF4-FFF2-40B4-BE49-F238E27FC236}">
                    <a16:creationId xmlns:a16="http://schemas.microsoft.com/office/drawing/2014/main" id="{0280A089-52EF-90E5-7AD1-2925098D6904}"/>
                  </a:ext>
                </a:extLst>
              </p:cNvPr>
              <p:cNvSpPr>
                <a:spLocks noChangeArrowheads="1"/>
              </p:cNvSpPr>
              <p:nvPr/>
            </p:nvSpPr>
            <p:spPr bwMode="auto">
              <a:xfrm>
                <a:off x="5893" y="2063"/>
                <a:ext cx="190" cy="19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97" name="Rectangle 137">
                <a:extLst>
                  <a:ext uri="{FF2B5EF4-FFF2-40B4-BE49-F238E27FC236}">
                    <a16:creationId xmlns:a16="http://schemas.microsoft.com/office/drawing/2014/main" id="{0B610B61-4419-63BE-C88E-9B54FAB5D478}"/>
                  </a:ext>
                </a:extLst>
              </p:cNvPr>
              <p:cNvSpPr>
                <a:spLocks noChangeArrowheads="1"/>
              </p:cNvSpPr>
              <p:nvPr/>
            </p:nvSpPr>
            <p:spPr bwMode="auto">
              <a:xfrm>
                <a:off x="5931" y="2150"/>
                <a:ext cx="114"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898" name="Rectangle 138">
                <a:extLst>
                  <a:ext uri="{FF2B5EF4-FFF2-40B4-BE49-F238E27FC236}">
                    <a16:creationId xmlns:a16="http://schemas.microsoft.com/office/drawing/2014/main" id="{5F47387F-1404-B403-D4ED-602139BE2DCA}"/>
                  </a:ext>
                </a:extLst>
              </p:cNvPr>
              <p:cNvSpPr>
                <a:spLocks noChangeArrowheads="1"/>
              </p:cNvSpPr>
              <p:nvPr/>
            </p:nvSpPr>
            <p:spPr bwMode="auto">
              <a:xfrm rot="-5400000">
                <a:off x="5931" y="2150"/>
                <a:ext cx="114"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92" name="Group 139">
              <a:extLst>
                <a:ext uri="{FF2B5EF4-FFF2-40B4-BE49-F238E27FC236}">
                  <a16:creationId xmlns:a16="http://schemas.microsoft.com/office/drawing/2014/main" id="{2394E733-F2AB-104E-8952-4A9458E87519}"/>
                </a:ext>
              </a:extLst>
            </p:cNvPr>
            <p:cNvGrpSpPr>
              <a:grpSpLocks/>
            </p:cNvGrpSpPr>
            <p:nvPr/>
          </p:nvGrpSpPr>
          <p:grpSpPr bwMode="auto">
            <a:xfrm>
              <a:off x="5364" y="1098"/>
              <a:ext cx="136" cy="136"/>
              <a:chOff x="5893" y="2385"/>
              <a:chExt cx="190" cy="190"/>
            </a:xfrm>
          </p:grpSpPr>
          <p:sp>
            <p:nvSpPr>
              <p:cNvPr id="501900" name="Oval 140">
                <a:extLst>
                  <a:ext uri="{FF2B5EF4-FFF2-40B4-BE49-F238E27FC236}">
                    <a16:creationId xmlns:a16="http://schemas.microsoft.com/office/drawing/2014/main" id="{263D392F-6741-6A1F-2B04-49A0518DAF32}"/>
                  </a:ext>
                </a:extLst>
              </p:cNvPr>
              <p:cNvSpPr>
                <a:spLocks noChangeArrowheads="1"/>
              </p:cNvSpPr>
              <p:nvPr/>
            </p:nvSpPr>
            <p:spPr bwMode="auto">
              <a:xfrm>
                <a:off x="5893" y="2383"/>
                <a:ext cx="190" cy="19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01" name="Rectangle 141">
                <a:extLst>
                  <a:ext uri="{FF2B5EF4-FFF2-40B4-BE49-F238E27FC236}">
                    <a16:creationId xmlns:a16="http://schemas.microsoft.com/office/drawing/2014/main" id="{D89C5874-B2E9-851A-54C1-109AD56FF92A}"/>
                  </a:ext>
                </a:extLst>
              </p:cNvPr>
              <p:cNvSpPr>
                <a:spLocks noChangeArrowheads="1"/>
              </p:cNvSpPr>
              <p:nvPr/>
            </p:nvSpPr>
            <p:spPr bwMode="auto">
              <a:xfrm rot="2700000">
                <a:off x="5931" y="2472"/>
                <a:ext cx="114"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02" name="Rectangle 142">
                <a:extLst>
                  <a:ext uri="{FF2B5EF4-FFF2-40B4-BE49-F238E27FC236}">
                    <a16:creationId xmlns:a16="http://schemas.microsoft.com/office/drawing/2014/main" id="{43551E1E-18C6-74B8-289C-6DB74BB550BB}"/>
                  </a:ext>
                </a:extLst>
              </p:cNvPr>
              <p:cNvSpPr>
                <a:spLocks noChangeArrowheads="1"/>
              </p:cNvSpPr>
              <p:nvPr/>
            </p:nvSpPr>
            <p:spPr bwMode="auto">
              <a:xfrm rot="-2700000">
                <a:off x="5931" y="2472"/>
                <a:ext cx="114"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93" name="Group 143">
              <a:extLst>
                <a:ext uri="{FF2B5EF4-FFF2-40B4-BE49-F238E27FC236}">
                  <a16:creationId xmlns:a16="http://schemas.microsoft.com/office/drawing/2014/main" id="{8560670F-DEB9-1C12-7E72-2FCA96444456}"/>
                </a:ext>
              </a:extLst>
            </p:cNvPr>
            <p:cNvGrpSpPr>
              <a:grpSpLocks/>
            </p:cNvGrpSpPr>
            <p:nvPr/>
          </p:nvGrpSpPr>
          <p:grpSpPr bwMode="auto">
            <a:xfrm>
              <a:off x="5364" y="182"/>
              <a:ext cx="136" cy="136"/>
              <a:chOff x="5893" y="1419"/>
              <a:chExt cx="191" cy="191"/>
            </a:xfrm>
          </p:grpSpPr>
          <p:sp>
            <p:nvSpPr>
              <p:cNvPr id="501904" name="Oval 144">
                <a:extLst>
                  <a:ext uri="{FF2B5EF4-FFF2-40B4-BE49-F238E27FC236}">
                    <a16:creationId xmlns:a16="http://schemas.microsoft.com/office/drawing/2014/main" id="{266616EC-D131-6177-D686-606F0437E17B}"/>
                  </a:ext>
                </a:extLst>
              </p:cNvPr>
              <p:cNvSpPr>
                <a:spLocks noChangeArrowheads="1"/>
              </p:cNvSpPr>
              <p:nvPr/>
            </p:nvSpPr>
            <p:spPr bwMode="auto">
              <a:xfrm>
                <a:off x="5893" y="1419"/>
                <a:ext cx="191" cy="191"/>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05" name="Rectangle 145">
                <a:extLst>
                  <a:ext uri="{FF2B5EF4-FFF2-40B4-BE49-F238E27FC236}">
                    <a16:creationId xmlns:a16="http://schemas.microsoft.com/office/drawing/2014/main" id="{4D678916-B346-FD68-D43B-4CB5C3BB0E14}"/>
                  </a:ext>
                </a:extLst>
              </p:cNvPr>
              <p:cNvSpPr>
                <a:spLocks noChangeArrowheads="1"/>
              </p:cNvSpPr>
              <p:nvPr/>
            </p:nvSpPr>
            <p:spPr bwMode="auto">
              <a:xfrm>
                <a:off x="5931" y="1506"/>
                <a:ext cx="114" cy="18"/>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94" name="Group 146">
              <a:extLst>
                <a:ext uri="{FF2B5EF4-FFF2-40B4-BE49-F238E27FC236}">
                  <a16:creationId xmlns:a16="http://schemas.microsoft.com/office/drawing/2014/main" id="{8C51F07A-EAB7-B5BB-E974-1B880D5273E4}"/>
                </a:ext>
              </a:extLst>
            </p:cNvPr>
            <p:cNvGrpSpPr>
              <a:grpSpLocks/>
            </p:cNvGrpSpPr>
            <p:nvPr/>
          </p:nvGrpSpPr>
          <p:grpSpPr bwMode="auto">
            <a:xfrm>
              <a:off x="5364" y="1356"/>
              <a:ext cx="136" cy="222"/>
              <a:chOff x="5904" y="3195"/>
              <a:chExt cx="170" cy="255"/>
            </a:xfrm>
          </p:grpSpPr>
          <p:sp>
            <p:nvSpPr>
              <p:cNvPr id="501907" name="Oval 147">
                <a:extLst>
                  <a:ext uri="{FF2B5EF4-FFF2-40B4-BE49-F238E27FC236}">
                    <a16:creationId xmlns:a16="http://schemas.microsoft.com/office/drawing/2014/main" id="{D512BCE6-F43C-CE4E-AF7F-6730AD6BC485}"/>
                  </a:ext>
                </a:extLst>
              </p:cNvPr>
              <p:cNvSpPr>
                <a:spLocks noChangeArrowheads="1"/>
              </p:cNvSpPr>
              <p:nvPr/>
            </p:nvSpPr>
            <p:spPr bwMode="auto">
              <a:xfrm>
                <a:off x="5904" y="3200"/>
                <a:ext cx="170" cy="255"/>
              </a:xfrm>
              <a:prstGeom prst="ellipse">
                <a:avLst/>
              </a:prstGeom>
              <a:solidFill>
                <a:schemeClr val="accent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812" name="Group 148">
                <a:extLst>
                  <a:ext uri="{FF2B5EF4-FFF2-40B4-BE49-F238E27FC236}">
                    <a16:creationId xmlns:a16="http://schemas.microsoft.com/office/drawing/2014/main" id="{6D8B9D7C-18F0-A239-3A8B-B0169C03844C}"/>
                  </a:ext>
                </a:extLst>
              </p:cNvPr>
              <p:cNvGrpSpPr>
                <a:grpSpLocks/>
              </p:cNvGrpSpPr>
              <p:nvPr/>
            </p:nvGrpSpPr>
            <p:grpSpPr bwMode="auto">
              <a:xfrm>
                <a:off x="5931" y="3264"/>
                <a:ext cx="116" cy="117"/>
                <a:chOff x="3546" y="3237"/>
                <a:chExt cx="116" cy="117"/>
              </a:xfrm>
            </p:grpSpPr>
            <p:sp>
              <p:nvSpPr>
                <p:cNvPr id="501909" name="Line 149">
                  <a:extLst>
                    <a:ext uri="{FF2B5EF4-FFF2-40B4-BE49-F238E27FC236}">
                      <a16:creationId xmlns:a16="http://schemas.microsoft.com/office/drawing/2014/main" id="{33216B68-C7DF-67CC-1CC1-9D961D5F9D84}"/>
                    </a:ext>
                  </a:extLst>
                </p:cNvPr>
                <p:cNvSpPr>
                  <a:spLocks noChangeShapeType="1"/>
                </p:cNvSpPr>
                <p:nvPr/>
              </p:nvSpPr>
              <p:spPr bwMode="auto">
                <a:xfrm>
                  <a:off x="3546" y="3296"/>
                  <a:ext cx="116" cy="0"/>
                </a:xfrm>
                <a:prstGeom prst="line">
                  <a:avLst/>
                </a:prstGeom>
                <a:noFill/>
                <a:ln w="28575">
                  <a:solidFill>
                    <a:schemeClr val="tx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1910" name="Oval 150">
                  <a:extLst>
                    <a:ext uri="{FF2B5EF4-FFF2-40B4-BE49-F238E27FC236}">
                      <a16:creationId xmlns:a16="http://schemas.microsoft.com/office/drawing/2014/main" id="{8658DC43-F2F9-C8F4-2B63-3323487DA2D2}"/>
                    </a:ext>
                  </a:extLst>
                </p:cNvPr>
                <p:cNvSpPr>
                  <a:spLocks noChangeArrowheads="1"/>
                </p:cNvSpPr>
                <p:nvPr/>
              </p:nvSpPr>
              <p:spPr bwMode="auto">
                <a:xfrm>
                  <a:off x="3587" y="3237"/>
                  <a:ext cx="33" cy="34"/>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11" name="Oval 151">
                  <a:extLst>
                    <a:ext uri="{FF2B5EF4-FFF2-40B4-BE49-F238E27FC236}">
                      <a16:creationId xmlns:a16="http://schemas.microsoft.com/office/drawing/2014/main" id="{1473D610-D94B-BC9A-FD07-D8EF0B6F8F6C}"/>
                    </a:ext>
                  </a:extLst>
                </p:cNvPr>
                <p:cNvSpPr>
                  <a:spLocks noChangeArrowheads="1"/>
                </p:cNvSpPr>
                <p:nvPr/>
              </p:nvSpPr>
              <p:spPr bwMode="auto">
                <a:xfrm>
                  <a:off x="3587" y="3323"/>
                  <a:ext cx="33" cy="36"/>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795" name="Group 152">
              <a:extLst>
                <a:ext uri="{FF2B5EF4-FFF2-40B4-BE49-F238E27FC236}">
                  <a16:creationId xmlns:a16="http://schemas.microsoft.com/office/drawing/2014/main" id="{CE4BAEFA-2397-7F55-3E66-83819D648323}"/>
                </a:ext>
              </a:extLst>
            </p:cNvPr>
            <p:cNvGrpSpPr>
              <a:grpSpLocks/>
            </p:cNvGrpSpPr>
            <p:nvPr/>
          </p:nvGrpSpPr>
          <p:grpSpPr bwMode="auto">
            <a:xfrm>
              <a:off x="5332" y="1689"/>
              <a:ext cx="66" cy="242"/>
              <a:chOff x="5098" y="1758"/>
              <a:chExt cx="66" cy="242"/>
            </a:xfrm>
          </p:grpSpPr>
          <p:sp>
            <p:nvSpPr>
              <p:cNvPr id="501913" name="Freeform 153">
                <a:extLst>
                  <a:ext uri="{FF2B5EF4-FFF2-40B4-BE49-F238E27FC236}">
                    <a16:creationId xmlns:a16="http://schemas.microsoft.com/office/drawing/2014/main" id="{12B09F81-4786-99A1-50AC-D20E24FD4597}"/>
                  </a:ext>
                </a:extLst>
              </p:cNvPr>
              <p:cNvSpPr>
                <a:spLocks/>
              </p:cNvSpPr>
              <p:nvPr/>
            </p:nvSpPr>
            <p:spPr bwMode="auto">
              <a:xfrm flipH="1">
                <a:off x="5100" y="1758"/>
                <a:ext cx="59" cy="234"/>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1914" name="Line 154">
                <a:extLst>
                  <a:ext uri="{FF2B5EF4-FFF2-40B4-BE49-F238E27FC236}">
                    <a16:creationId xmlns:a16="http://schemas.microsoft.com/office/drawing/2014/main" id="{8C92D8ED-13FB-5D7C-2A4F-986D7035566E}"/>
                  </a:ext>
                </a:extLst>
              </p:cNvPr>
              <p:cNvSpPr>
                <a:spLocks noChangeShapeType="1"/>
              </p:cNvSpPr>
              <p:nvPr/>
            </p:nvSpPr>
            <p:spPr bwMode="auto">
              <a:xfrm>
                <a:off x="5115" y="1784"/>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15" name="Line 155">
                <a:extLst>
                  <a:ext uri="{FF2B5EF4-FFF2-40B4-BE49-F238E27FC236}">
                    <a16:creationId xmlns:a16="http://schemas.microsoft.com/office/drawing/2014/main" id="{A590C599-94AE-FD11-5873-EFED9D4F1BA8}"/>
                  </a:ext>
                </a:extLst>
              </p:cNvPr>
              <p:cNvSpPr>
                <a:spLocks noChangeShapeType="1"/>
              </p:cNvSpPr>
              <p:nvPr/>
            </p:nvSpPr>
            <p:spPr bwMode="auto">
              <a:xfrm>
                <a:off x="5098" y="1784"/>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96" name="Group 156">
              <a:extLst>
                <a:ext uri="{FF2B5EF4-FFF2-40B4-BE49-F238E27FC236}">
                  <a16:creationId xmlns:a16="http://schemas.microsoft.com/office/drawing/2014/main" id="{A06418E1-2A43-7277-1CB2-21C57E6E1B1E}"/>
                </a:ext>
              </a:extLst>
            </p:cNvPr>
            <p:cNvGrpSpPr>
              <a:grpSpLocks/>
            </p:cNvGrpSpPr>
            <p:nvPr/>
          </p:nvGrpSpPr>
          <p:grpSpPr bwMode="auto">
            <a:xfrm flipH="1">
              <a:off x="5434" y="1689"/>
              <a:ext cx="66" cy="242"/>
              <a:chOff x="5098" y="1758"/>
              <a:chExt cx="66" cy="242"/>
            </a:xfrm>
          </p:grpSpPr>
          <p:sp>
            <p:nvSpPr>
              <p:cNvPr id="501917" name="Freeform 157">
                <a:extLst>
                  <a:ext uri="{FF2B5EF4-FFF2-40B4-BE49-F238E27FC236}">
                    <a16:creationId xmlns:a16="http://schemas.microsoft.com/office/drawing/2014/main" id="{339C6FFB-C541-93C5-24FE-AD4F858B5C00}"/>
                  </a:ext>
                </a:extLst>
              </p:cNvPr>
              <p:cNvSpPr>
                <a:spLocks/>
              </p:cNvSpPr>
              <p:nvPr/>
            </p:nvSpPr>
            <p:spPr bwMode="auto">
              <a:xfrm flipH="1">
                <a:off x="5100" y="1758"/>
                <a:ext cx="59" cy="234"/>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1918" name="Line 158">
                <a:extLst>
                  <a:ext uri="{FF2B5EF4-FFF2-40B4-BE49-F238E27FC236}">
                    <a16:creationId xmlns:a16="http://schemas.microsoft.com/office/drawing/2014/main" id="{09A9E184-7F17-C777-50C0-63E3272C4FE2}"/>
                  </a:ext>
                </a:extLst>
              </p:cNvPr>
              <p:cNvSpPr>
                <a:spLocks noChangeShapeType="1"/>
              </p:cNvSpPr>
              <p:nvPr/>
            </p:nvSpPr>
            <p:spPr bwMode="auto">
              <a:xfrm>
                <a:off x="5115" y="1784"/>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19" name="Line 159">
                <a:extLst>
                  <a:ext uri="{FF2B5EF4-FFF2-40B4-BE49-F238E27FC236}">
                    <a16:creationId xmlns:a16="http://schemas.microsoft.com/office/drawing/2014/main" id="{01C853F4-C5D0-4B98-4BE1-A68D880C0845}"/>
                  </a:ext>
                </a:extLst>
              </p:cNvPr>
              <p:cNvSpPr>
                <a:spLocks noChangeShapeType="1"/>
              </p:cNvSpPr>
              <p:nvPr/>
            </p:nvSpPr>
            <p:spPr bwMode="auto">
              <a:xfrm>
                <a:off x="5098" y="1784"/>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97" name="Group 160">
              <a:extLst>
                <a:ext uri="{FF2B5EF4-FFF2-40B4-BE49-F238E27FC236}">
                  <a16:creationId xmlns:a16="http://schemas.microsoft.com/office/drawing/2014/main" id="{B92D6FC6-0752-71E2-79A4-3F9332FB72FB}"/>
                </a:ext>
              </a:extLst>
            </p:cNvPr>
            <p:cNvGrpSpPr>
              <a:grpSpLocks/>
            </p:cNvGrpSpPr>
            <p:nvPr/>
          </p:nvGrpSpPr>
          <p:grpSpPr bwMode="auto">
            <a:xfrm rot="5400000" flipH="1">
              <a:off x="5100" y="1641"/>
              <a:ext cx="66" cy="242"/>
              <a:chOff x="5098" y="1758"/>
              <a:chExt cx="66" cy="242"/>
            </a:xfrm>
          </p:grpSpPr>
          <p:sp>
            <p:nvSpPr>
              <p:cNvPr id="501921" name="Freeform 161">
                <a:extLst>
                  <a:ext uri="{FF2B5EF4-FFF2-40B4-BE49-F238E27FC236}">
                    <a16:creationId xmlns:a16="http://schemas.microsoft.com/office/drawing/2014/main" id="{3D2D9F7E-9247-FB01-1548-04F6AB4EDACA}"/>
                  </a:ext>
                </a:extLst>
              </p:cNvPr>
              <p:cNvSpPr>
                <a:spLocks/>
              </p:cNvSpPr>
              <p:nvPr/>
            </p:nvSpPr>
            <p:spPr bwMode="auto">
              <a:xfrm flipH="1">
                <a:off x="5100" y="1758"/>
                <a:ext cx="59" cy="234"/>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1922" name="Line 162">
                <a:extLst>
                  <a:ext uri="{FF2B5EF4-FFF2-40B4-BE49-F238E27FC236}">
                    <a16:creationId xmlns:a16="http://schemas.microsoft.com/office/drawing/2014/main" id="{96D9BA8F-8DD3-E349-492E-5A699A08BB7C}"/>
                  </a:ext>
                </a:extLst>
              </p:cNvPr>
              <p:cNvSpPr>
                <a:spLocks noChangeShapeType="1"/>
              </p:cNvSpPr>
              <p:nvPr/>
            </p:nvSpPr>
            <p:spPr bwMode="auto">
              <a:xfrm>
                <a:off x="5115" y="1784"/>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23" name="Line 163">
                <a:extLst>
                  <a:ext uri="{FF2B5EF4-FFF2-40B4-BE49-F238E27FC236}">
                    <a16:creationId xmlns:a16="http://schemas.microsoft.com/office/drawing/2014/main" id="{EEABF6A2-472F-B2A8-BA35-D9D57334BCE1}"/>
                  </a:ext>
                </a:extLst>
              </p:cNvPr>
              <p:cNvSpPr>
                <a:spLocks noChangeShapeType="1"/>
              </p:cNvSpPr>
              <p:nvPr/>
            </p:nvSpPr>
            <p:spPr bwMode="auto">
              <a:xfrm>
                <a:off x="5098" y="1784"/>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798" name="Group 164">
              <a:extLst>
                <a:ext uri="{FF2B5EF4-FFF2-40B4-BE49-F238E27FC236}">
                  <a16:creationId xmlns:a16="http://schemas.microsoft.com/office/drawing/2014/main" id="{3287B052-41E9-B318-AD36-4D7DAFF75C45}"/>
                </a:ext>
              </a:extLst>
            </p:cNvPr>
            <p:cNvGrpSpPr>
              <a:grpSpLocks/>
            </p:cNvGrpSpPr>
            <p:nvPr/>
          </p:nvGrpSpPr>
          <p:grpSpPr bwMode="auto">
            <a:xfrm rot="-5400000" flipH="1" flipV="1">
              <a:off x="5100" y="1756"/>
              <a:ext cx="66" cy="242"/>
              <a:chOff x="5098" y="1758"/>
              <a:chExt cx="66" cy="242"/>
            </a:xfrm>
          </p:grpSpPr>
          <p:sp>
            <p:nvSpPr>
              <p:cNvPr id="501925" name="Freeform 165">
                <a:extLst>
                  <a:ext uri="{FF2B5EF4-FFF2-40B4-BE49-F238E27FC236}">
                    <a16:creationId xmlns:a16="http://schemas.microsoft.com/office/drawing/2014/main" id="{51F21AEE-2D2B-5FF4-0D27-3B4473EA5567}"/>
                  </a:ext>
                </a:extLst>
              </p:cNvPr>
              <p:cNvSpPr>
                <a:spLocks/>
              </p:cNvSpPr>
              <p:nvPr/>
            </p:nvSpPr>
            <p:spPr bwMode="auto">
              <a:xfrm flipH="1">
                <a:off x="5097" y="1758"/>
                <a:ext cx="64" cy="234"/>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1926" name="Line 166">
                <a:extLst>
                  <a:ext uri="{FF2B5EF4-FFF2-40B4-BE49-F238E27FC236}">
                    <a16:creationId xmlns:a16="http://schemas.microsoft.com/office/drawing/2014/main" id="{2A7DE6B9-8A37-45E1-58B0-6BE3F237AB36}"/>
                  </a:ext>
                </a:extLst>
              </p:cNvPr>
              <p:cNvSpPr>
                <a:spLocks noChangeShapeType="1"/>
              </p:cNvSpPr>
              <p:nvPr/>
            </p:nvSpPr>
            <p:spPr bwMode="auto">
              <a:xfrm>
                <a:off x="5115" y="1788"/>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1927" name="Line 167">
                <a:extLst>
                  <a:ext uri="{FF2B5EF4-FFF2-40B4-BE49-F238E27FC236}">
                    <a16:creationId xmlns:a16="http://schemas.microsoft.com/office/drawing/2014/main" id="{8A12262A-254D-DE52-19CF-C0DCD30A1E93}"/>
                  </a:ext>
                </a:extLst>
              </p:cNvPr>
              <p:cNvSpPr>
                <a:spLocks noChangeShapeType="1"/>
              </p:cNvSpPr>
              <p:nvPr/>
            </p:nvSpPr>
            <p:spPr bwMode="auto">
              <a:xfrm>
                <a:off x="5098" y="1788"/>
                <a:ext cx="49" cy="216"/>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435" name="Group 168">
            <a:extLst>
              <a:ext uri="{FF2B5EF4-FFF2-40B4-BE49-F238E27FC236}">
                <a16:creationId xmlns:a16="http://schemas.microsoft.com/office/drawing/2014/main" id="{CD6CAB80-0648-9C0C-164C-E69D10B0EA91}"/>
              </a:ext>
            </a:extLst>
          </p:cNvPr>
          <p:cNvGrpSpPr>
            <a:grpSpLocks/>
          </p:cNvGrpSpPr>
          <p:nvPr/>
        </p:nvGrpSpPr>
        <p:grpSpPr bwMode="auto">
          <a:xfrm>
            <a:off x="3781425" y="627063"/>
            <a:ext cx="568325" cy="160337"/>
            <a:chOff x="859" y="828"/>
            <a:chExt cx="466" cy="131"/>
          </a:xfrm>
        </p:grpSpPr>
        <p:sp>
          <p:nvSpPr>
            <p:cNvPr id="501929" name="Rectangle 169">
              <a:extLst>
                <a:ext uri="{FF2B5EF4-FFF2-40B4-BE49-F238E27FC236}">
                  <a16:creationId xmlns:a16="http://schemas.microsoft.com/office/drawing/2014/main" id="{B0CC7897-ADEC-638D-99CA-F65C124E51BB}"/>
                </a:ext>
              </a:extLst>
            </p:cNvPr>
            <p:cNvSpPr>
              <a:spLocks noChangeArrowheads="1"/>
            </p:cNvSpPr>
            <p:nvPr/>
          </p:nvSpPr>
          <p:spPr bwMode="auto">
            <a:xfrm>
              <a:off x="863" y="836"/>
              <a:ext cx="458" cy="115"/>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EXAMPLE </a:t>
              </a:r>
            </a:p>
          </p:txBody>
        </p:sp>
        <p:sp>
          <p:nvSpPr>
            <p:cNvPr id="501930" name="Line 170">
              <a:extLst>
                <a:ext uri="{FF2B5EF4-FFF2-40B4-BE49-F238E27FC236}">
                  <a16:creationId xmlns:a16="http://schemas.microsoft.com/office/drawing/2014/main" id="{6F463361-9F9D-2A97-7969-CA865DE8346A}"/>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31" name="Line 171">
              <a:extLst>
                <a:ext uri="{FF2B5EF4-FFF2-40B4-BE49-F238E27FC236}">
                  <a16:creationId xmlns:a16="http://schemas.microsoft.com/office/drawing/2014/main" id="{4DBFC2AB-83AD-56E1-918F-3B3A94E1931D}"/>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6" name="Group 172">
            <a:extLst>
              <a:ext uri="{FF2B5EF4-FFF2-40B4-BE49-F238E27FC236}">
                <a16:creationId xmlns:a16="http://schemas.microsoft.com/office/drawing/2014/main" id="{7C115815-375F-3920-D210-F19B23686A88}"/>
              </a:ext>
            </a:extLst>
          </p:cNvPr>
          <p:cNvGrpSpPr>
            <a:grpSpLocks/>
          </p:cNvGrpSpPr>
          <p:nvPr/>
        </p:nvGrpSpPr>
        <p:grpSpPr bwMode="auto">
          <a:xfrm>
            <a:off x="3781425" y="850900"/>
            <a:ext cx="639763" cy="160338"/>
            <a:chOff x="859" y="828"/>
            <a:chExt cx="466" cy="131"/>
          </a:xfrm>
        </p:grpSpPr>
        <p:sp>
          <p:nvSpPr>
            <p:cNvPr id="501933" name="Rectangle 173">
              <a:extLst>
                <a:ext uri="{FF2B5EF4-FFF2-40B4-BE49-F238E27FC236}">
                  <a16:creationId xmlns:a16="http://schemas.microsoft.com/office/drawing/2014/main" id="{46C71985-32E2-50CE-D2AC-322AEAD1D3AA}"/>
                </a:ext>
              </a:extLst>
            </p:cNvPr>
            <p:cNvSpPr>
              <a:spLocks noChangeArrowheads="1"/>
            </p:cNvSpPr>
            <p:nvPr/>
          </p:nvSpPr>
          <p:spPr bwMode="auto">
            <a:xfrm>
              <a:off x="862" y="836"/>
              <a:ext cx="459"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ESTIMATE</a:t>
              </a:r>
            </a:p>
          </p:txBody>
        </p:sp>
        <p:sp>
          <p:nvSpPr>
            <p:cNvPr id="501934" name="Line 174">
              <a:extLst>
                <a:ext uri="{FF2B5EF4-FFF2-40B4-BE49-F238E27FC236}">
                  <a16:creationId xmlns:a16="http://schemas.microsoft.com/office/drawing/2014/main" id="{20D1E2B2-4FED-21A8-8F04-B76ED733FC44}"/>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35" name="Line 175">
              <a:extLst>
                <a:ext uri="{FF2B5EF4-FFF2-40B4-BE49-F238E27FC236}">
                  <a16:creationId xmlns:a16="http://schemas.microsoft.com/office/drawing/2014/main" id="{C7A693FD-0551-68B3-9FF1-490CBEB8D3E6}"/>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7" name="Group 176">
            <a:extLst>
              <a:ext uri="{FF2B5EF4-FFF2-40B4-BE49-F238E27FC236}">
                <a16:creationId xmlns:a16="http://schemas.microsoft.com/office/drawing/2014/main" id="{F18A9E81-EC71-E63E-2C58-F9049914CAF5}"/>
              </a:ext>
            </a:extLst>
          </p:cNvPr>
          <p:cNvGrpSpPr>
            <a:grpSpLocks/>
          </p:cNvGrpSpPr>
          <p:nvPr/>
        </p:nvGrpSpPr>
        <p:grpSpPr bwMode="auto">
          <a:xfrm>
            <a:off x="4441825" y="627063"/>
            <a:ext cx="568325" cy="160337"/>
            <a:chOff x="859" y="828"/>
            <a:chExt cx="466" cy="131"/>
          </a:xfrm>
        </p:grpSpPr>
        <p:sp>
          <p:nvSpPr>
            <p:cNvPr id="501937" name="Rectangle 177">
              <a:extLst>
                <a:ext uri="{FF2B5EF4-FFF2-40B4-BE49-F238E27FC236}">
                  <a16:creationId xmlns:a16="http://schemas.microsoft.com/office/drawing/2014/main" id="{C3BFB30E-89A4-93B8-EB9C-9080D18183FE}"/>
                </a:ext>
              </a:extLst>
            </p:cNvPr>
            <p:cNvSpPr>
              <a:spLocks noChangeArrowheads="1"/>
            </p:cNvSpPr>
            <p:nvPr/>
          </p:nvSpPr>
          <p:spPr bwMode="auto">
            <a:xfrm>
              <a:off x="863" y="836"/>
              <a:ext cx="459"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BACK UP</a:t>
              </a:r>
            </a:p>
          </p:txBody>
        </p:sp>
        <p:sp>
          <p:nvSpPr>
            <p:cNvPr id="501938" name="Line 178">
              <a:extLst>
                <a:ext uri="{FF2B5EF4-FFF2-40B4-BE49-F238E27FC236}">
                  <a16:creationId xmlns:a16="http://schemas.microsoft.com/office/drawing/2014/main" id="{6E2BD0A7-F384-1C5F-358C-F5C89BD36395}"/>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39" name="Line 179">
              <a:extLst>
                <a:ext uri="{FF2B5EF4-FFF2-40B4-BE49-F238E27FC236}">
                  <a16:creationId xmlns:a16="http://schemas.microsoft.com/office/drawing/2014/main" id="{810EECE3-9170-0BD8-00A6-C85B787446C4}"/>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8" name="Group 180">
            <a:extLst>
              <a:ext uri="{FF2B5EF4-FFF2-40B4-BE49-F238E27FC236}">
                <a16:creationId xmlns:a16="http://schemas.microsoft.com/office/drawing/2014/main" id="{8595206C-803A-6431-904A-C38DCA1B416A}"/>
              </a:ext>
            </a:extLst>
          </p:cNvPr>
          <p:cNvGrpSpPr>
            <a:grpSpLocks/>
          </p:cNvGrpSpPr>
          <p:nvPr/>
        </p:nvGrpSpPr>
        <p:grpSpPr bwMode="auto">
          <a:xfrm>
            <a:off x="3781425" y="1073150"/>
            <a:ext cx="695325" cy="160338"/>
            <a:chOff x="859" y="828"/>
            <a:chExt cx="466" cy="131"/>
          </a:xfrm>
        </p:grpSpPr>
        <p:sp>
          <p:nvSpPr>
            <p:cNvPr id="501941" name="Rectangle 181">
              <a:extLst>
                <a:ext uri="{FF2B5EF4-FFF2-40B4-BE49-F238E27FC236}">
                  <a16:creationId xmlns:a16="http://schemas.microsoft.com/office/drawing/2014/main" id="{2BF196EE-B7C1-C2D1-E929-E92664762932}"/>
                </a:ext>
              </a:extLst>
            </p:cNvPr>
            <p:cNvSpPr>
              <a:spLocks noChangeArrowheads="1"/>
            </p:cNvSpPr>
            <p:nvPr/>
          </p:nvSpPr>
          <p:spPr bwMode="auto">
            <a:xfrm>
              <a:off x="863" y="836"/>
              <a:ext cx="453"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PROPOSED</a:t>
              </a:r>
            </a:p>
          </p:txBody>
        </p:sp>
        <p:sp>
          <p:nvSpPr>
            <p:cNvPr id="501942" name="Line 182">
              <a:extLst>
                <a:ext uri="{FF2B5EF4-FFF2-40B4-BE49-F238E27FC236}">
                  <a16:creationId xmlns:a16="http://schemas.microsoft.com/office/drawing/2014/main" id="{71EDC2DC-BF6B-BE83-FA61-C6B6C3555A2E}"/>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43" name="Line 183">
              <a:extLst>
                <a:ext uri="{FF2B5EF4-FFF2-40B4-BE49-F238E27FC236}">
                  <a16:creationId xmlns:a16="http://schemas.microsoft.com/office/drawing/2014/main" id="{2A66D632-1261-5F02-910C-03018B9EB4AD}"/>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39" name="Group 184">
            <a:extLst>
              <a:ext uri="{FF2B5EF4-FFF2-40B4-BE49-F238E27FC236}">
                <a16:creationId xmlns:a16="http://schemas.microsoft.com/office/drawing/2014/main" id="{90E3AA2C-B857-EC7F-02B2-CF2DAEF5E3FD}"/>
              </a:ext>
            </a:extLst>
          </p:cNvPr>
          <p:cNvGrpSpPr>
            <a:grpSpLocks/>
          </p:cNvGrpSpPr>
          <p:nvPr/>
        </p:nvGrpSpPr>
        <p:grpSpPr bwMode="auto">
          <a:xfrm>
            <a:off x="3781425" y="1296988"/>
            <a:ext cx="836613" cy="160337"/>
            <a:chOff x="859" y="828"/>
            <a:chExt cx="466" cy="131"/>
          </a:xfrm>
        </p:grpSpPr>
        <p:sp>
          <p:nvSpPr>
            <p:cNvPr id="501945" name="Rectangle 185">
              <a:extLst>
                <a:ext uri="{FF2B5EF4-FFF2-40B4-BE49-F238E27FC236}">
                  <a16:creationId xmlns:a16="http://schemas.microsoft.com/office/drawing/2014/main" id="{756CEE2A-4C8E-957F-36D9-F2E1FD14C9D3}"/>
                </a:ext>
              </a:extLst>
            </p:cNvPr>
            <p:cNvSpPr>
              <a:spLocks noChangeArrowheads="1"/>
            </p:cNvSpPr>
            <p:nvPr/>
          </p:nvSpPr>
          <p:spPr bwMode="auto">
            <a:xfrm>
              <a:off x="864" y="836"/>
              <a:ext cx="455"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CONCEPTUAL</a:t>
              </a:r>
            </a:p>
          </p:txBody>
        </p:sp>
        <p:sp>
          <p:nvSpPr>
            <p:cNvPr id="501946" name="Line 186">
              <a:extLst>
                <a:ext uri="{FF2B5EF4-FFF2-40B4-BE49-F238E27FC236}">
                  <a16:creationId xmlns:a16="http://schemas.microsoft.com/office/drawing/2014/main" id="{1BB55327-776D-4E03-C5BB-CD484554C95C}"/>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47" name="Line 187">
              <a:extLst>
                <a:ext uri="{FF2B5EF4-FFF2-40B4-BE49-F238E27FC236}">
                  <a16:creationId xmlns:a16="http://schemas.microsoft.com/office/drawing/2014/main" id="{97D506A2-8628-FADE-CB85-0C98956F77AC}"/>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0" name="Group 188">
            <a:extLst>
              <a:ext uri="{FF2B5EF4-FFF2-40B4-BE49-F238E27FC236}">
                <a16:creationId xmlns:a16="http://schemas.microsoft.com/office/drawing/2014/main" id="{38CC1BC2-93ED-BB04-15FE-E790797908CA}"/>
              </a:ext>
            </a:extLst>
          </p:cNvPr>
          <p:cNvGrpSpPr>
            <a:grpSpLocks/>
          </p:cNvGrpSpPr>
          <p:nvPr/>
        </p:nvGrpSpPr>
        <p:grpSpPr bwMode="auto">
          <a:xfrm>
            <a:off x="4543425" y="850900"/>
            <a:ext cx="671513" cy="160338"/>
            <a:chOff x="859" y="828"/>
            <a:chExt cx="466" cy="131"/>
          </a:xfrm>
        </p:grpSpPr>
        <p:sp>
          <p:nvSpPr>
            <p:cNvPr id="501949" name="Rectangle 189">
              <a:extLst>
                <a:ext uri="{FF2B5EF4-FFF2-40B4-BE49-F238E27FC236}">
                  <a16:creationId xmlns:a16="http://schemas.microsoft.com/office/drawing/2014/main" id="{F9DC6F22-13E3-57AC-0C86-70373D2885DF}"/>
                </a:ext>
              </a:extLst>
            </p:cNvPr>
            <p:cNvSpPr>
              <a:spLocks noChangeArrowheads="1"/>
            </p:cNvSpPr>
            <p:nvPr/>
          </p:nvSpPr>
          <p:spPr bwMode="auto">
            <a:xfrm>
              <a:off x="865" y="836"/>
              <a:ext cx="456"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TENTATIVE</a:t>
              </a:r>
            </a:p>
          </p:txBody>
        </p:sp>
        <p:sp>
          <p:nvSpPr>
            <p:cNvPr id="501950" name="Line 190">
              <a:extLst>
                <a:ext uri="{FF2B5EF4-FFF2-40B4-BE49-F238E27FC236}">
                  <a16:creationId xmlns:a16="http://schemas.microsoft.com/office/drawing/2014/main" id="{BF10C2D4-4A25-616C-B681-9A925CCE17F7}"/>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51" name="Line 191">
              <a:extLst>
                <a:ext uri="{FF2B5EF4-FFF2-40B4-BE49-F238E27FC236}">
                  <a16:creationId xmlns:a16="http://schemas.microsoft.com/office/drawing/2014/main" id="{C6996FF3-3EA4-0304-B4E4-FEF2D4827562}"/>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1" name="Group 192">
            <a:extLst>
              <a:ext uri="{FF2B5EF4-FFF2-40B4-BE49-F238E27FC236}">
                <a16:creationId xmlns:a16="http://schemas.microsoft.com/office/drawing/2014/main" id="{0628C20C-1DBF-1460-556D-2EBEA471A57E}"/>
              </a:ext>
            </a:extLst>
          </p:cNvPr>
          <p:cNvGrpSpPr>
            <a:grpSpLocks/>
          </p:cNvGrpSpPr>
          <p:nvPr/>
        </p:nvGrpSpPr>
        <p:grpSpPr bwMode="auto">
          <a:xfrm>
            <a:off x="3781425" y="1520825"/>
            <a:ext cx="854075" cy="160338"/>
            <a:chOff x="859" y="828"/>
            <a:chExt cx="466" cy="131"/>
          </a:xfrm>
        </p:grpSpPr>
        <p:sp>
          <p:nvSpPr>
            <p:cNvPr id="501953" name="Rectangle 193">
              <a:extLst>
                <a:ext uri="{FF2B5EF4-FFF2-40B4-BE49-F238E27FC236}">
                  <a16:creationId xmlns:a16="http://schemas.microsoft.com/office/drawing/2014/main" id="{AE6EBAA3-6AE6-C704-DFA2-88FECD78AB24}"/>
                </a:ext>
              </a:extLst>
            </p:cNvPr>
            <p:cNvSpPr>
              <a:spLocks noChangeArrowheads="1"/>
            </p:cNvSpPr>
            <p:nvPr/>
          </p:nvSpPr>
          <p:spPr bwMode="auto">
            <a:xfrm>
              <a:off x="864" y="836"/>
              <a:ext cx="456"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PRELIMINARY</a:t>
              </a:r>
            </a:p>
          </p:txBody>
        </p:sp>
        <p:sp>
          <p:nvSpPr>
            <p:cNvPr id="501954" name="Line 194">
              <a:extLst>
                <a:ext uri="{FF2B5EF4-FFF2-40B4-BE49-F238E27FC236}">
                  <a16:creationId xmlns:a16="http://schemas.microsoft.com/office/drawing/2014/main" id="{C365BDED-EB4A-7E4B-086A-380F6AC924E6}"/>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55" name="Line 195">
              <a:extLst>
                <a:ext uri="{FF2B5EF4-FFF2-40B4-BE49-F238E27FC236}">
                  <a16:creationId xmlns:a16="http://schemas.microsoft.com/office/drawing/2014/main" id="{27A08CBE-79F4-2E25-475D-FD6379F021FA}"/>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2" name="Group 196">
            <a:extLst>
              <a:ext uri="{FF2B5EF4-FFF2-40B4-BE49-F238E27FC236}">
                <a16:creationId xmlns:a16="http://schemas.microsoft.com/office/drawing/2014/main" id="{032B2CB3-C02B-E13D-5E83-A9B8789AA1ED}"/>
              </a:ext>
            </a:extLst>
          </p:cNvPr>
          <p:cNvGrpSpPr>
            <a:grpSpLocks/>
          </p:cNvGrpSpPr>
          <p:nvPr/>
        </p:nvGrpSpPr>
        <p:grpSpPr bwMode="auto">
          <a:xfrm>
            <a:off x="3781425" y="1744663"/>
            <a:ext cx="1104900" cy="160337"/>
            <a:chOff x="859" y="828"/>
            <a:chExt cx="466" cy="131"/>
          </a:xfrm>
        </p:grpSpPr>
        <p:sp>
          <p:nvSpPr>
            <p:cNvPr id="501957" name="Rectangle 197">
              <a:extLst>
                <a:ext uri="{FF2B5EF4-FFF2-40B4-BE49-F238E27FC236}">
                  <a16:creationId xmlns:a16="http://schemas.microsoft.com/office/drawing/2014/main" id="{A9E2F006-B483-4E0C-07F2-25C442A417BD}"/>
                </a:ext>
              </a:extLst>
            </p:cNvPr>
            <p:cNvSpPr>
              <a:spLocks noChangeArrowheads="1"/>
            </p:cNvSpPr>
            <p:nvPr/>
          </p:nvSpPr>
          <p:spPr bwMode="auto">
            <a:xfrm>
              <a:off x="863" y="836"/>
              <a:ext cx="458"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ROUGH ESTIMATE</a:t>
              </a:r>
            </a:p>
          </p:txBody>
        </p:sp>
        <p:sp>
          <p:nvSpPr>
            <p:cNvPr id="501958" name="Line 198">
              <a:extLst>
                <a:ext uri="{FF2B5EF4-FFF2-40B4-BE49-F238E27FC236}">
                  <a16:creationId xmlns:a16="http://schemas.microsoft.com/office/drawing/2014/main" id="{FCA926AD-80DF-3AD1-9B38-1D2E2F0B727F}"/>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59" name="Line 199">
              <a:extLst>
                <a:ext uri="{FF2B5EF4-FFF2-40B4-BE49-F238E27FC236}">
                  <a16:creationId xmlns:a16="http://schemas.microsoft.com/office/drawing/2014/main" id="{5F4A6DDC-F97A-C45B-3E97-E0C292F0EA4F}"/>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3" name="Group 200">
            <a:extLst>
              <a:ext uri="{FF2B5EF4-FFF2-40B4-BE49-F238E27FC236}">
                <a16:creationId xmlns:a16="http://schemas.microsoft.com/office/drawing/2014/main" id="{62822CDA-E624-3E04-59EE-02656FBC8B3B}"/>
              </a:ext>
            </a:extLst>
          </p:cNvPr>
          <p:cNvGrpSpPr>
            <a:grpSpLocks/>
          </p:cNvGrpSpPr>
          <p:nvPr/>
        </p:nvGrpSpPr>
        <p:grpSpPr bwMode="auto">
          <a:xfrm>
            <a:off x="4633913" y="1073150"/>
            <a:ext cx="803275" cy="160338"/>
            <a:chOff x="859" y="828"/>
            <a:chExt cx="466" cy="131"/>
          </a:xfrm>
        </p:grpSpPr>
        <p:sp>
          <p:nvSpPr>
            <p:cNvPr id="501961" name="Rectangle 201">
              <a:extLst>
                <a:ext uri="{FF2B5EF4-FFF2-40B4-BE49-F238E27FC236}">
                  <a16:creationId xmlns:a16="http://schemas.microsoft.com/office/drawing/2014/main" id="{471ECACA-D6EC-B092-D0C8-A1972319BEBD}"/>
                </a:ext>
              </a:extLst>
            </p:cNvPr>
            <p:cNvSpPr>
              <a:spLocks noChangeArrowheads="1"/>
            </p:cNvSpPr>
            <p:nvPr/>
          </p:nvSpPr>
          <p:spPr bwMode="auto">
            <a:xfrm>
              <a:off x="863" y="836"/>
              <a:ext cx="460"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HYPOTHESIS</a:t>
              </a:r>
            </a:p>
          </p:txBody>
        </p:sp>
        <p:sp>
          <p:nvSpPr>
            <p:cNvPr id="501962" name="Line 202">
              <a:extLst>
                <a:ext uri="{FF2B5EF4-FFF2-40B4-BE49-F238E27FC236}">
                  <a16:creationId xmlns:a16="http://schemas.microsoft.com/office/drawing/2014/main" id="{8C53B1D3-E251-BB9C-5828-43EA9348D06E}"/>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63" name="Line 203">
              <a:extLst>
                <a:ext uri="{FF2B5EF4-FFF2-40B4-BE49-F238E27FC236}">
                  <a16:creationId xmlns:a16="http://schemas.microsoft.com/office/drawing/2014/main" id="{B853A6C4-53BF-B744-1451-AC6D7D2BFF9A}"/>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4" name="Group 204">
            <a:extLst>
              <a:ext uri="{FF2B5EF4-FFF2-40B4-BE49-F238E27FC236}">
                <a16:creationId xmlns:a16="http://schemas.microsoft.com/office/drawing/2014/main" id="{3411CD7F-AD8C-1B92-86EF-174976D88ACE}"/>
              </a:ext>
            </a:extLst>
          </p:cNvPr>
          <p:cNvGrpSpPr>
            <a:grpSpLocks/>
          </p:cNvGrpSpPr>
          <p:nvPr/>
        </p:nvGrpSpPr>
        <p:grpSpPr bwMode="auto">
          <a:xfrm>
            <a:off x="4727575" y="1296988"/>
            <a:ext cx="838200" cy="160337"/>
            <a:chOff x="859" y="828"/>
            <a:chExt cx="466" cy="131"/>
          </a:xfrm>
        </p:grpSpPr>
        <p:sp>
          <p:nvSpPr>
            <p:cNvPr id="501965" name="Rectangle 205">
              <a:extLst>
                <a:ext uri="{FF2B5EF4-FFF2-40B4-BE49-F238E27FC236}">
                  <a16:creationId xmlns:a16="http://schemas.microsoft.com/office/drawing/2014/main" id="{CB48F318-1727-297B-1103-E0A2F330A337}"/>
                </a:ext>
              </a:extLst>
            </p:cNvPr>
            <p:cNvSpPr>
              <a:spLocks noChangeArrowheads="1"/>
            </p:cNvSpPr>
            <p:nvPr/>
          </p:nvSpPr>
          <p:spPr bwMode="auto">
            <a:xfrm>
              <a:off x="864" y="836"/>
              <a:ext cx="455" cy="115"/>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ILLUSTRATIVE</a:t>
              </a:r>
            </a:p>
          </p:txBody>
        </p:sp>
        <p:sp>
          <p:nvSpPr>
            <p:cNvPr id="501966" name="Line 206">
              <a:extLst>
                <a:ext uri="{FF2B5EF4-FFF2-40B4-BE49-F238E27FC236}">
                  <a16:creationId xmlns:a16="http://schemas.microsoft.com/office/drawing/2014/main" id="{A6D2284D-DA1C-61AD-C6F4-3D2073486AD7}"/>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67" name="Line 207">
              <a:extLst>
                <a:ext uri="{FF2B5EF4-FFF2-40B4-BE49-F238E27FC236}">
                  <a16:creationId xmlns:a16="http://schemas.microsoft.com/office/drawing/2014/main" id="{C84EF784-942C-8E37-DF43-9806C85491AB}"/>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5" name="Group 208">
            <a:extLst>
              <a:ext uri="{FF2B5EF4-FFF2-40B4-BE49-F238E27FC236}">
                <a16:creationId xmlns:a16="http://schemas.microsoft.com/office/drawing/2014/main" id="{8F4DE12B-8722-EF75-754E-47B5EE0A70CE}"/>
              </a:ext>
            </a:extLst>
          </p:cNvPr>
          <p:cNvGrpSpPr>
            <a:grpSpLocks/>
          </p:cNvGrpSpPr>
          <p:nvPr/>
        </p:nvGrpSpPr>
        <p:grpSpPr bwMode="auto">
          <a:xfrm>
            <a:off x="3781425" y="1968500"/>
            <a:ext cx="1149350" cy="160338"/>
            <a:chOff x="859" y="828"/>
            <a:chExt cx="466" cy="131"/>
          </a:xfrm>
        </p:grpSpPr>
        <p:sp>
          <p:nvSpPr>
            <p:cNvPr id="501969" name="Rectangle 209">
              <a:extLst>
                <a:ext uri="{FF2B5EF4-FFF2-40B4-BE49-F238E27FC236}">
                  <a16:creationId xmlns:a16="http://schemas.microsoft.com/office/drawing/2014/main" id="{149F8EED-D711-B6F3-148F-BD8C4CDCC500}"/>
                </a:ext>
              </a:extLst>
            </p:cNvPr>
            <p:cNvSpPr>
              <a:spLocks noChangeArrowheads="1"/>
            </p:cNvSpPr>
            <p:nvPr/>
          </p:nvSpPr>
          <p:spPr bwMode="auto">
            <a:xfrm>
              <a:off x="863" y="836"/>
              <a:ext cx="459"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TO BE COMPLETED</a:t>
              </a:r>
            </a:p>
          </p:txBody>
        </p:sp>
        <p:sp>
          <p:nvSpPr>
            <p:cNvPr id="501970" name="Line 210">
              <a:extLst>
                <a:ext uri="{FF2B5EF4-FFF2-40B4-BE49-F238E27FC236}">
                  <a16:creationId xmlns:a16="http://schemas.microsoft.com/office/drawing/2014/main" id="{DA10FF50-DC86-030F-2EE9-0670E8D65298}"/>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71" name="Line 211">
              <a:extLst>
                <a:ext uri="{FF2B5EF4-FFF2-40B4-BE49-F238E27FC236}">
                  <a16:creationId xmlns:a16="http://schemas.microsoft.com/office/drawing/2014/main" id="{16D80441-6466-C8BB-2BEB-15CF2D2C4E73}"/>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6" name="Group 212">
            <a:extLst>
              <a:ext uri="{FF2B5EF4-FFF2-40B4-BE49-F238E27FC236}">
                <a16:creationId xmlns:a16="http://schemas.microsoft.com/office/drawing/2014/main" id="{76C71B2C-1EDB-2603-0037-165A3D7CC575}"/>
              </a:ext>
            </a:extLst>
          </p:cNvPr>
          <p:cNvGrpSpPr>
            <a:grpSpLocks/>
          </p:cNvGrpSpPr>
          <p:nvPr/>
        </p:nvGrpSpPr>
        <p:grpSpPr bwMode="auto">
          <a:xfrm>
            <a:off x="4843463" y="1520825"/>
            <a:ext cx="874712" cy="160338"/>
            <a:chOff x="859" y="828"/>
            <a:chExt cx="466" cy="131"/>
          </a:xfrm>
        </p:grpSpPr>
        <p:sp>
          <p:nvSpPr>
            <p:cNvPr id="501973" name="Rectangle 213">
              <a:extLst>
                <a:ext uri="{FF2B5EF4-FFF2-40B4-BE49-F238E27FC236}">
                  <a16:creationId xmlns:a16="http://schemas.microsoft.com/office/drawing/2014/main" id="{81B02F74-7F18-51FF-EEAA-E9FFB3084081}"/>
                </a:ext>
              </a:extLst>
            </p:cNvPr>
            <p:cNvSpPr>
              <a:spLocks noChangeArrowheads="1"/>
            </p:cNvSpPr>
            <p:nvPr/>
          </p:nvSpPr>
          <p:spPr bwMode="auto">
            <a:xfrm>
              <a:off x="864" y="836"/>
              <a:ext cx="456" cy="115"/>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CONFIDENTIAL</a:t>
              </a:r>
            </a:p>
          </p:txBody>
        </p:sp>
        <p:sp>
          <p:nvSpPr>
            <p:cNvPr id="501974" name="Line 214">
              <a:extLst>
                <a:ext uri="{FF2B5EF4-FFF2-40B4-BE49-F238E27FC236}">
                  <a16:creationId xmlns:a16="http://schemas.microsoft.com/office/drawing/2014/main" id="{67708A5E-5F7E-6383-C273-53C4698C3293}"/>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75" name="Line 215">
              <a:extLst>
                <a:ext uri="{FF2B5EF4-FFF2-40B4-BE49-F238E27FC236}">
                  <a16:creationId xmlns:a16="http://schemas.microsoft.com/office/drawing/2014/main" id="{F8A9D3D8-072C-BA36-91F8-C790EDF9709B}"/>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7" name="Group 216">
            <a:extLst>
              <a:ext uri="{FF2B5EF4-FFF2-40B4-BE49-F238E27FC236}">
                <a16:creationId xmlns:a16="http://schemas.microsoft.com/office/drawing/2014/main" id="{8D698E81-DB89-5476-DA60-972C61EC8900}"/>
              </a:ext>
            </a:extLst>
          </p:cNvPr>
          <p:cNvGrpSpPr>
            <a:grpSpLocks/>
          </p:cNvGrpSpPr>
          <p:nvPr/>
        </p:nvGrpSpPr>
        <p:grpSpPr bwMode="auto">
          <a:xfrm>
            <a:off x="3781425" y="2190750"/>
            <a:ext cx="1397000" cy="166688"/>
            <a:chOff x="81" y="1726"/>
            <a:chExt cx="1182" cy="135"/>
          </a:xfrm>
        </p:grpSpPr>
        <p:sp>
          <p:nvSpPr>
            <p:cNvPr id="501977" name="Rectangle 217">
              <a:extLst>
                <a:ext uri="{FF2B5EF4-FFF2-40B4-BE49-F238E27FC236}">
                  <a16:creationId xmlns:a16="http://schemas.microsoft.com/office/drawing/2014/main" id="{7FA487A1-0EEF-7AF0-E8FD-794631051D9A}"/>
                </a:ext>
              </a:extLst>
            </p:cNvPr>
            <p:cNvSpPr>
              <a:spLocks noChangeArrowheads="1"/>
            </p:cNvSpPr>
            <p:nvPr/>
          </p:nvSpPr>
          <p:spPr bwMode="auto">
            <a:xfrm>
              <a:off x="90" y="1738"/>
              <a:ext cx="1163" cy="114"/>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ONLY FOR DISCUSSION</a:t>
              </a:r>
            </a:p>
          </p:txBody>
        </p:sp>
        <p:sp>
          <p:nvSpPr>
            <p:cNvPr id="501978" name="Line 218">
              <a:extLst>
                <a:ext uri="{FF2B5EF4-FFF2-40B4-BE49-F238E27FC236}">
                  <a16:creationId xmlns:a16="http://schemas.microsoft.com/office/drawing/2014/main" id="{46FAA877-E944-B973-0751-8D611494A3C0}"/>
                </a:ext>
              </a:extLst>
            </p:cNvPr>
            <p:cNvSpPr>
              <a:spLocks noChangeShapeType="1"/>
            </p:cNvSpPr>
            <p:nvPr/>
          </p:nvSpPr>
          <p:spPr bwMode="auto">
            <a:xfrm>
              <a:off x="81" y="1726"/>
              <a:ext cx="1182"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79" name="Line 219">
              <a:extLst>
                <a:ext uri="{FF2B5EF4-FFF2-40B4-BE49-F238E27FC236}">
                  <a16:creationId xmlns:a16="http://schemas.microsoft.com/office/drawing/2014/main" id="{8E78EEAE-B04F-B315-A9DD-74DF146E13DC}"/>
                </a:ext>
              </a:extLst>
            </p:cNvPr>
            <p:cNvSpPr>
              <a:spLocks noChangeShapeType="1"/>
            </p:cNvSpPr>
            <p:nvPr/>
          </p:nvSpPr>
          <p:spPr bwMode="auto">
            <a:xfrm>
              <a:off x="81" y="1861"/>
              <a:ext cx="1182"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8" name="Group 220">
            <a:extLst>
              <a:ext uri="{FF2B5EF4-FFF2-40B4-BE49-F238E27FC236}">
                <a16:creationId xmlns:a16="http://schemas.microsoft.com/office/drawing/2014/main" id="{681C7F64-17A4-71D6-0949-256832636B22}"/>
              </a:ext>
            </a:extLst>
          </p:cNvPr>
          <p:cNvGrpSpPr>
            <a:grpSpLocks/>
          </p:cNvGrpSpPr>
          <p:nvPr/>
        </p:nvGrpSpPr>
        <p:grpSpPr bwMode="auto">
          <a:xfrm>
            <a:off x="5086350" y="627063"/>
            <a:ext cx="568325" cy="160337"/>
            <a:chOff x="859" y="828"/>
            <a:chExt cx="466" cy="131"/>
          </a:xfrm>
        </p:grpSpPr>
        <p:sp>
          <p:nvSpPr>
            <p:cNvPr id="501981" name="Rectangle 221">
              <a:extLst>
                <a:ext uri="{FF2B5EF4-FFF2-40B4-BE49-F238E27FC236}">
                  <a16:creationId xmlns:a16="http://schemas.microsoft.com/office/drawing/2014/main" id="{F206B90D-5B0F-F705-C3E4-F7C52E6FB033}"/>
                </a:ext>
              </a:extLst>
            </p:cNvPr>
            <p:cNvSpPr>
              <a:spLocks noChangeArrowheads="1"/>
            </p:cNvSpPr>
            <p:nvPr/>
          </p:nvSpPr>
          <p:spPr bwMode="auto">
            <a:xfrm>
              <a:off x="863" y="836"/>
              <a:ext cx="459" cy="11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REVISED</a:t>
              </a:r>
            </a:p>
          </p:txBody>
        </p:sp>
        <p:sp>
          <p:nvSpPr>
            <p:cNvPr id="501982" name="Line 222">
              <a:extLst>
                <a:ext uri="{FF2B5EF4-FFF2-40B4-BE49-F238E27FC236}">
                  <a16:creationId xmlns:a16="http://schemas.microsoft.com/office/drawing/2014/main" id="{0C40933C-3018-6E75-8DA4-FBE309AC4AEE}"/>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83" name="Line 223">
              <a:extLst>
                <a:ext uri="{FF2B5EF4-FFF2-40B4-BE49-F238E27FC236}">
                  <a16:creationId xmlns:a16="http://schemas.microsoft.com/office/drawing/2014/main" id="{29B88204-F335-FF00-A854-82D6EED95956}"/>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49" name="Group 224">
            <a:extLst>
              <a:ext uri="{FF2B5EF4-FFF2-40B4-BE49-F238E27FC236}">
                <a16:creationId xmlns:a16="http://schemas.microsoft.com/office/drawing/2014/main" id="{D4FB2ECC-38DB-2CAF-040E-E587EC744409}"/>
              </a:ext>
            </a:extLst>
          </p:cNvPr>
          <p:cNvGrpSpPr>
            <a:grpSpLocks/>
          </p:cNvGrpSpPr>
          <p:nvPr/>
        </p:nvGrpSpPr>
        <p:grpSpPr bwMode="auto">
          <a:xfrm>
            <a:off x="5005388" y="1765300"/>
            <a:ext cx="1171575" cy="161925"/>
            <a:chOff x="859" y="828"/>
            <a:chExt cx="466" cy="131"/>
          </a:xfrm>
        </p:grpSpPr>
        <p:sp>
          <p:nvSpPr>
            <p:cNvPr id="501985" name="Rectangle 225">
              <a:extLst>
                <a:ext uri="{FF2B5EF4-FFF2-40B4-BE49-F238E27FC236}">
                  <a16:creationId xmlns:a16="http://schemas.microsoft.com/office/drawing/2014/main" id="{E9774A80-CC36-91B6-4142-8AB3C2AA77DA}"/>
                </a:ext>
              </a:extLst>
            </p:cNvPr>
            <p:cNvSpPr>
              <a:spLocks noChangeArrowheads="1"/>
            </p:cNvSpPr>
            <p:nvPr/>
          </p:nvSpPr>
          <p:spPr bwMode="auto">
            <a:xfrm>
              <a:off x="862" y="836"/>
              <a:ext cx="459" cy="114"/>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918" i="1">
                  <a:solidFill>
                    <a:srgbClr val="000000"/>
                  </a:solidFill>
                  <a:ea typeface="-윤명조130" pitchFamily="18" charset="-127"/>
                  <a:cs typeface="+mn-cs"/>
                </a:rPr>
                <a:t>VERY PRELIMINARY</a:t>
              </a:r>
            </a:p>
          </p:txBody>
        </p:sp>
        <p:sp>
          <p:nvSpPr>
            <p:cNvPr id="501986" name="Line 226">
              <a:extLst>
                <a:ext uri="{FF2B5EF4-FFF2-40B4-BE49-F238E27FC236}">
                  <a16:creationId xmlns:a16="http://schemas.microsoft.com/office/drawing/2014/main" id="{330C9ECB-B04B-486E-9DD6-89071BF0A986}"/>
                </a:ext>
              </a:extLst>
            </p:cNvPr>
            <p:cNvSpPr>
              <a:spLocks noChangeShapeType="1"/>
            </p:cNvSpPr>
            <p:nvPr/>
          </p:nvSpPr>
          <p:spPr bwMode="auto">
            <a:xfrm>
              <a:off x="859" y="828"/>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01987" name="Line 227">
              <a:extLst>
                <a:ext uri="{FF2B5EF4-FFF2-40B4-BE49-F238E27FC236}">
                  <a16:creationId xmlns:a16="http://schemas.microsoft.com/office/drawing/2014/main" id="{46AB3DBF-9CF4-AE16-86C9-A3E55458F28A}"/>
                </a:ext>
              </a:extLst>
            </p:cNvPr>
            <p:cNvSpPr>
              <a:spLocks noChangeShapeType="1"/>
            </p:cNvSpPr>
            <p:nvPr/>
          </p:nvSpPr>
          <p:spPr bwMode="auto">
            <a:xfrm>
              <a:off x="859" y="959"/>
              <a:ext cx="466" cy="0"/>
            </a:xfrm>
            <a:prstGeom prst="line">
              <a:avLst/>
            </a:prstGeom>
            <a:noFill/>
            <a:ln w="9525">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0450" name="Group 300">
            <a:extLst>
              <a:ext uri="{FF2B5EF4-FFF2-40B4-BE49-F238E27FC236}">
                <a16:creationId xmlns:a16="http://schemas.microsoft.com/office/drawing/2014/main" id="{69DFC99D-4C8B-673E-8B08-9E33DFAC965F}"/>
              </a:ext>
            </a:extLst>
          </p:cNvPr>
          <p:cNvGrpSpPr>
            <a:grpSpLocks/>
          </p:cNvGrpSpPr>
          <p:nvPr/>
        </p:nvGrpSpPr>
        <p:grpSpPr bwMode="auto">
          <a:xfrm>
            <a:off x="6889750" y="3643313"/>
            <a:ext cx="1293813" cy="2092325"/>
            <a:chOff x="221" y="2826"/>
            <a:chExt cx="799" cy="1292"/>
          </a:xfrm>
        </p:grpSpPr>
        <p:grpSp>
          <p:nvGrpSpPr>
            <p:cNvPr id="60642" name="Group 301">
              <a:extLst>
                <a:ext uri="{FF2B5EF4-FFF2-40B4-BE49-F238E27FC236}">
                  <a16:creationId xmlns:a16="http://schemas.microsoft.com/office/drawing/2014/main" id="{41ECE3C7-8EA3-E635-CD8E-63B94C118A44}"/>
                </a:ext>
              </a:extLst>
            </p:cNvPr>
            <p:cNvGrpSpPr>
              <a:grpSpLocks/>
            </p:cNvGrpSpPr>
            <p:nvPr/>
          </p:nvGrpSpPr>
          <p:grpSpPr bwMode="auto">
            <a:xfrm>
              <a:off x="221" y="3110"/>
              <a:ext cx="160" cy="170"/>
              <a:chOff x="377" y="1744"/>
              <a:chExt cx="720" cy="720"/>
            </a:xfrm>
          </p:grpSpPr>
          <p:sp>
            <p:nvSpPr>
              <p:cNvPr id="502062" name="Oval 302">
                <a:extLst>
                  <a:ext uri="{FF2B5EF4-FFF2-40B4-BE49-F238E27FC236}">
                    <a16:creationId xmlns:a16="http://schemas.microsoft.com/office/drawing/2014/main" id="{EA36DBB5-885B-8C70-DB27-34802D22E630}"/>
                  </a:ext>
                </a:extLst>
              </p:cNvPr>
              <p:cNvSpPr>
                <a:spLocks noChangeArrowheads="1"/>
              </p:cNvSpPr>
              <p:nvPr/>
            </p:nvSpPr>
            <p:spPr bwMode="auto">
              <a:xfrm>
                <a:off x="377" y="1745"/>
                <a:ext cx="719" cy="718"/>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727" name="Group 303">
                <a:extLst>
                  <a:ext uri="{FF2B5EF4-FFF2-40B4-BE49-F238E27FC236}">
                    <a16:creationId xmlns:a16="http://schemas.microsoft.com/office/drawing/2014/main" id="{FFC12E28-67A1-1D16-00C8-335BBC22FC85}"/>
                  </a:ext>
                </a:extLst>
              </p:cNvPr>
              <p:cNvGrpSpPr>
                <a:grpSpLocks/>
              </p:cNvGrpSpPr>
              <p:nvPr/>
            </p:nvGrpSpPr>
            <p:grpSpPr bwMode="auto">
              <a:xfrm>
                <a:off x="521" y="1992"/>
                <a:ext cx="432" cy="224"/>
                <a:chOff x="521" y="2008"/>
                <a:chExt cx="432" cy="224"/>
              </a:xfrm>
            </p:grpSpPr>
            <p:sp>
              <p:nvSpPr>
                <p:cNvPr id="502064" name="Rectangle 304">
                  <a:extLst>
                    <a:ext uri="{FF2B5EF4-FFF2-40B4-BE49-F238E27FC236}">
                      <a16:creationId xmlns:a16="http://schemas.microsoft.com/office/drawing/2014/main" id="{4FDB19A5-E4C0-5CC7-84C9-D536D17030C0}"/>
                    </a:ext>
                  </a:extLst>
                </p:cNvPr>
                <p:cNvSpPr>
                  <a:spLocks noChangeArrowheads="1"/>
                </p:cNvSpPr>
                <p:nvPr/>
              </p:nvSpPr>
              <p:spPr bwMode="auto">
                <a:xfrm>
                  <a:off x="523" y="2010"/>
                  <a:ext cx="428" cy="62"/>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65" name="Rectangle 305">
                  <a:extLst>
                    <a:ext uri="{FF2B5EF4-FFF2-40B4-BE49-F238E27FC236}">
                      <a16:creationId xmlns:a16="http://schemas.microsoft.com/office/drawing/2014/main" id="{924711D5-0918-1F9C-63B9-0C08E33D0929}"/>
                    </a:ext>
                  </a:extLst>
                </p:cNvPr>
                <p:cNvSpPr>
                  <a:spLocks noChangeArrowheads="1"/>
                </p:cNvSpPr>
                <p:nvPr/>
              </p:nvSpPr>
              <p:spPr bwMode="auto">
                <a:xfrm>
                  <a:off x="523" y="2168"/>
                  <a:ext cx="428" cy="62"/>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43" name="Group 306">
              <a:extLst>
                <a:ext uri="{FF2B5EF4-FFF2-40B4-BE49-F238E27FC236}">
                  <a16:creationId xmlns:a16="http://schemas.microsoft.com/office/drawing/2014/main" id="{4D103F23-3AD7-F1EE-6A85-051044B66196}"/>
                </a:ext>
              </a:extLst>
            </p:cNvPr>
            <p:cNvGrpSpPr>
              <a:grpSpLocks/>
            </p:cNvGrpSpPr>
            <p:nvPr/>
          </p:nvGrpSpPr>
          <p:grpSpPr bwMode="auto">
            <a:xfrm>
              <a:off x="221" y="3382"/>
              <a:ext cx="160" cy="169"/>
              <a:chOff x="217" y="2064"/>
              <a:chExt cx="1335" cy="1335"/>
            </a:xfrm>
          </p:grpSpPr>
          <p:sp>
            <p:nvSpPr>
              <p:cNvPr id="502067" name="Oval 307">
                <a:extLst>
                  <a:ext uri="{FF2B5EF4-FFF2-40B4-BE49-F238E27FC236}">
                    <a16:creationId xmlns:a16="http://schemas.microsoft.com/office/drawing/2014/main" id="{5ED3E2B7-1BF7-8D38-170A-6C438C87216D}"/>
                  </a:ext>
                </a:extLst>
              </p:cNvPr>
              <p:cNvSpPr>
                <a:spLocks noChangeArrowheads="1"/>
              </p:cNvSpPr>
              <p:nvPr/>
            </p:nvSpPr>
            <p:spPr bwMode="auto">
              <a:xfrm>
                <a:off x="217" y="2063"/>
                <a:ext cx="1333" cy="1347"/>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68" name="Rectangle 308">
                <a:extLst>
                  <a:ext uri="{FF2B5EF4-FFF2-40B4-BE49-F238E27FC236}">
                    <a16:creationId xmlns:a16="http://schemas.microsoft.com/office/drawing/2014/main" id="{6D0FC703-E9A2-1366-76CC-9ED956059299}"/>
                  </a:ext>
                </a:extLst>
              </p:cNvPr>
              <p:cNvSpPr>
                <a:spLocks noChangeArrowheads="1"/>
              </p:cNvSpPr>
              <p:nvPr/>
            </p:nvSpPr>
            <p:spPr bwMode="auto">
              <a:xfrm>
                <a:off x="487" y="2674"/>
                <a:ext cx="793" cy="116"/>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69" name="Rectangle 309">
                <a:extLst>
                  <a:ext uri="{FF2B5EF4-FFF2-40B4-BE49-F238E27FC236}">
                    <a16:creationId xmlns:a16="http://schemas.microsoft.com/office/drawing/2014/main" id="{D227242D-2B98-1BEA-AE0A-0A87E59F7A24}"/>
                  </a:ext>
                </a:extLst>
              </p:cNvPr>
              <p:cNvSpPr>
                <a:spLocks noChangeArrowheads="1"/>
              </p:cNvSpPr>
              <p:nvPr/>
            </p:nvSpPr>
            <p:spPr bwMode="auto">
              <a:xfrm rot="-5400000">
                <a:off x="485" y="2671"/>
                <a:ext cx="798" cy="123"/>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44" name="Group 310">
              <a:extLst>
                <a:ext uri="{FF2B5EF4-FFF2-40B4-BE49-F238E27FC236}">
                  <a16:creationId xmlns:a16="http://schemas.microsoft.com/office/drawing/2014/main" id="{CD76C709-CD1F-132D-0943-79DC47DE31B5}"/>
                </a:ext>
              </a:extLst>
            </p:cNvPr>
            <p:cNvGrpSpPr>
              <a:grpSpLocks/>
            </p:cNvGrpSpPr>
            <p:nvPr/>
          </p:nvGrpSpPr>
          <p:grpSpPr bwMode="auto">
            <a:xfrm>
              <a:off x="221" y="3653"/>
              <a:ext cx="160" cy="169"/>
              <a:chOff x="2729" y="2064"/>
              <a:chExt cx="1335" cy="1335"/>
            </a:xfrm>
          </p:grpSpPr>
          <p:sp>
            <p:nvSpPr>
              <p:cNvPr id="502071" name="Oval 311">
                <a:extLst>
                  <a:ext uri="{FF2B5EF4-FFF2-40B4-BE49-F238E27FC236}">
                    <a16:creationId xmlns:a16="http://schemas.microsoft.com/office/drawing/2014/main" id="{8C86928C-8DCE-B591-B385-4A5A35C2F813}"/>
                  </a:ext>
                </a:extLst>
              </p:cNvPr>
              <p:cNvSpPr>
                <a:spLocks noChangeArrowheads="1"/>
              </p:cNvSpPr>
              <p:nvPr/>
            </p:nvSpPr>
            <p:spPr bwMode="auto">
              <a:xfrm>
                <a:off x="2729" y="2067"/>
                <a:ext cx="1333" cy="1332"/>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72" name="Rectangle 312">
                <a:extLst>
                  <a:ext uri="{FF2B5EF4-FFF2-40B4-BE49-F238E27FC236}">
                    <a16:creationId xmlns:a16="http://schemas.microsoft.com/office/drawing/2014/main" id="{69FA4D2F-7575-4B26-5E3A-18C43C53785C}"/>
                  </a:ext>
                </a:extLst>
              </p:cNvPr>
              <p:cNvSpPr>
                <a:spLocks noChangeArrowheads="1"/>
              </p:cNvSpPr>
              <p:nvPr/>
            </p:nvSpPr>
            <p:spPr bwMode="auto">
              <a:xfrm rot="2700000">
                <a:off x="2993" y="2671"/>
                <a:ext cx="805" cy="123"/>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73" name="Rectangle 313">
                <a:extLst>
                  <a:ext uri="{FF2B5EF4-FFF2-40B4-BE49-F238E27FC236}">
                    <a16:creationId xmlns:a16="http://schemas.microsoft.com/office/drawing/2014/main" id="{4AC6F76C-002E-E481-A958-E96174A995E2}"/>
                  </a:ext>
                </a:extLst>
              </p:cNvPr>
              <p:cNvSpPr>
                <a:spLocks noChangeArrowheads="1"/>
              </p:cNvSpPr>
              <p:nvPr/>
            </p:nvSpPr>
            <p:spPr bwMode="auto">
              <a:xfrm rot="-2700000">
                <a:off x="2999" y="2671"/>
                <a:ext cx="793" cy="124"/>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45" name="Group 314">
              <a:extLst>
                <a:ext uri="{FF2B5EF4-FFF2-40B4-BE49-F238E27FC236}">
                  <a16:creationId xmlns:a16="http://schemas.microsoft.com/office/drawing/2014/main" id="{5821A1D4-F19D-EAEC-5CD7-CDE19AA82393}"/>
                </a:ext>
              </a:extLst>
            </p:cNvPr>
            <p:cNvGrpSpPr>
              <a:grpSpLocks/>
            </p:cNvGrpSpPr>
            <p:nvPr/>
          </p:nvGrpSpPr>
          <p:grpSpPr bwMode="auto">
            <a:xfrm>
              <a:off x="221" y="2839"/>
              <a:ext cx="160" cy="170"/>
              <a:chOff x="2118" y="1344"/>
              <a:chExt cx="191" cy="191"/>
            </a:xfrm>
          </p:grpSpPr>
          <p:sp>
            <p:nvSpPr>
              <p:cNvPr id="502075" name="Oval 315">
                <a:extLst>
                  <a:ext uri="{FF2B5EF4-FFF2-40B4-BE49-F238E27FC236}">
                    <a16:creationId xmlns:a16="http://schemas.microsoft.com/office/drawing/2014/main" id="{DC870967-6EFD-A807-8A94-3C055F11B908}"/>
                  </a:ext>
                </a:extLst>
              </p:cNvPr>
              <p:cNvSpPr>
                <a:spLocks noChangeArrowheads="1"/>
              </p:cNvSpPr>
              <p:nvPr/>
            </p:nvSpPr>
            <p:spPr bwMode="auto">
              <a:xfrm>
                <a:off x="2118" y="1344"/>
                <a:ext cx="191" cy="196"/>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76" name="Rectangle 316">
                <a:extLst>
                  <a:ext uri="{FF2B5EF4-FFF2-40B4-BE49-F238E27FC236}">
                    <a16:creationId xmlns:a16="http://schemas.microsoft.com/office/drawing/2014/main" id="{097A5E62-B688-5A9E-7EA6-C23F3311C1BD}"/>
                  </a:ext>
                </a:extLst>
              </p:cNvPr>
              <p:cNvSpPr>
                <a:spLocks noChangeArrowheads="1"/>
              </p:cNvSpPr>
              <p:nvPr/>
            </p:nvSpPr>
            <p:spPr bwMode="auto">
              <a:xfrm>
                <a:off x="2155" y="1431"/>
                <a:ext cx="116" cy="20"/>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46" name="Group 317">
              <a:extLst>
                <a:ext uri="{FF2B5EF4-FFF2-40B4-BE49-F238E27FC236}">
                  <a16:creationId xmlns:a16="http://schemas.microsoft.com/office/drawing/2014/main" id="{F0910C18-C8A1-AFB1-A138-22C67CC5C5D2}"/>
                </a:ext>
              </a:extLst>
            </p:cNvPr>
            <p:cNvGrpSpPr>
              <a:grpSpLocks/>
            </p:cNvGrpSpPr>
            <p:nvPr/>
          </p:nvGrpSpPr>
          <p:grpSpPr bwMode="auto">
            <a:xfrm>
              <a:off x="221" y="3896"/>
              <a:ext cx="160" cy="222"/>
              <a:chOff x="3519" y="3197"/>
              <a:chExt cx="170" cy="205"/>
            </a:xfrm>
          </p:grpSpPr>
          <p:sp>
            <p:nvSpPr>
              <p:cNvPr id="502078" name="Oval 318">
                <a:extLst>
                  <a:ext uri="{FF2B5EF4-FFF2-40B4-BE49-F238E27FC236}">
                    <a16:creationId xmlns:a16="http://schemas.microsoft.com/office/drawing/2014/main" id="{25C67376-CB03-DB78-FB0D-CF38DD84248C}"/>
                  </a:ext>
                </a:extLst>
              </p:cNvPr>
              <p:cNvSpPr>
                <a:spLocks noChangeArrowheads="1"/>
              </p:cNvSpPr>
              <p:nvPr/>
            </p:nvSpPr>
            <p:spPr bwMode="auto">
              <a:xfrm>
                <a:off x="3519" y="3197"/>
                <a:ext cx="170" cy="205"/>
              </a:xfrm>
              <a:prstGeom prst="ellipse">
                <a:avLst/>
              </a:prstGeom>
              <a:solidFill>
                <a:schemeClr val="tx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714" name="Group 319">
                <a:extLst>
                  <a:ext uri="{FF2B5EF4-FFF2-40B4-BE49-F238E27FC236}">
                    <a16:creationId xmlns:a16="http://schemas.microsoft.com/office/drawing/2014/main" id="{BFBCB81D-F36F-1D7E-4AEA-D0EEBA3C9DDB}"/>
                  </a:ext>
                </a:extLst>
              </p:cNvPr>
              <p:cNvGrpSpPr>
                <a:grpSpLocks/>
              </p:cNvGrpSpPr>
              <p:nvPr/>
            </p:nvGrpSpPr>
            <p:grpSpPr bwMode="auto">
              <a:xfrm>
                <a:off x="3546" y="3241"/>
                <a:ext cx="116" cy="117"/>
                <a:chOff x="3546" y="3237"/>
                <a:chExt cx="116" cy="117"/>
              </a:xfrm>
            </p:grpSpPr>
            <p:sp>
              <p:nvSpPr>
                <p:cNvPr id="502080" name="Line 320">
                  <a:extLst>
                    <a:ext uri="{FF2B5EF4-FFF2-40B4-BE49-F238E27FC236}">
                      <a16:creationId xmlns:a16="http://schemas.microsoft.com/office/drawing/2014/main" id="{25572C0B-BE37-F0E1-4122-881B9DDD20EF}"/>
                    </a:ext>
                  </a:extLst>
                </p:cNvPr>
                <p:cNvSpPr>
                  <a:spLocks noChangeShapeType="1"/>
                </p:cNvSpPr>
                <p:nvPr/>
              </p:nvSpPr>
              <p:spPr bwMode="auto">
                <a:xfrm>
                  <a:off x="3546" y="3295"/>
                  <a:ext cx="116" cy="0"/>
                </a:xfrm>
                <a:prstGeom prst="line">
                  <a:avLst/>
                </a:prstGeom>
                <a:noFill/>
                <a:ln w="28575">
                  <a:solidFill>
                    <a:schemeClr val="bg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2081" name="Oval 321">
                  <a:extLst>
                    <a:ext uri="{FF2B5EF4-FFF2-40B4-BE49-F238E27FC236}">
                      <a16:creationId xmlns:a16="http://schemas.microsoft.com/office/drawing/2014/main" id="{1C16AF16-F332-174E-C83F-551DAE29D022}"/>
                    </a:ext>
                  </a:extLst>
                </p:cNvPr>
                <p:cNvSpPr>
                  <a:spLocks noChangeArrowheads="1"/>
                </p:cNvSpPr>
                <p:nvPr/>
              </p:nvSpPr>
              <p:spPr bwMode="auto">
                <a:xfrm>
                  <a:off x="3587" y="3240"/>
                  <a:ext cx="34" cy="33"/>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82" name="Oval 322">
                  <a:extLst>
                    <a:ext uri="{FF2B5EF4-FFF2-40B4-BE49-F238E27FC236}">
                      <a16:creationId xmlns:a16="http://schemas.microsoft.com/office/drawing/2014/main" id="{86F207C7-E63A-56CA-9510-A9E08898E588}"/>
                    </a:ext>
                  </a:extLst>
                </p:cNvPr>
                <p:cNvSpPr>
                  <a:spLocks noChangeArrowheads="1"/>
                </p:cNvSpPr>
                <p:nvPr/>
              </p:nvSpPr>
              <p:spPr bwMode="auto">
                <a:xfrm>
                  <a:off x="3587" y="3320"/>
                  <a:ext cx="34" cy="33"/>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47" name="Group 323">
              <a:extLst>
                <a:ext uri="{FF2B5EF4-FFF2-40B4-BE49-F238E27FC236}">
                  <a16:creationId xmlns:a16="http://schemas.microsoft.com/office/drawing/2014/main" id="{CEE0AA86-769F-B3B0-BC63-699E3A262482}"/>
                </a:ext>
              </a:extLst>
            </p:cNvPr>
            <p:cNvGrpSpPr>
              <a:grpSpLocks/>
            </p:cNvGrpSpPr>
            <p:nvPr/>
          </p:nvGrpSpPr>
          <p:grpSpPr bwMode="auto">
            <a:xfrm>
              <a:off x="463" y="3125"/>
              <a:ext cx="114" cy="121"/>
              <a:chOff x="377" y="1744"/>
              <a:chExt cx="720" cy="720"/>
            </a:xfrm>
          </p:grpSpPr>
          <p:sp>
            <p:nvSpPr>
              <p:cNvPr id="502084" name="Oval 324">
                <a:extLst>
                  <a:ext uri="{FF2B5EF4-FFF2-40B4-BE49-F238E27FC236}">
                    <a16:creationId xmlns:a16="http://schemas.microsoft.com/office/drawing/2014/main" id="{1DD218E3-A6E6-AE05-2711-726A8898BE21}"/>
                  </a:ext>
                </a:extLst>
              </p:cNvPr>
              <p:cNvSpPr>
                <a:spLocks noChangeArrowheads="1"/>
              </p:cNvSpPr>
              <p:nvPr/>
            </p:nvSpPr>
            <p:spPr bwMode="auto">
              <a:xfrm>
                <a:off x="378" y="1744"/>
                <a:ext cx="718" cy="712"/>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710" name="Group 325">
                <a:extLst>
                  <a:ext uri="{FF2B5EF4-FFF2-40B4-BE49-F238E27FC236}">
                    <a16:creationId xmlns:a16="http://schemas.microsoft.com/office/drawing/2014/main" id="{D6C4CEC6-7E15-4ABB-3783-94614C8855D9}"/>
                  </a:ext>
                </a:extLst>
              </p:cNvPr>
              <p:cNvGrpSpPr>
                <a:grpSpLocks/>
              </p:cNvGrpSpPr>
              <p:nvPr/>
            </p:nvGrpSpPr>
            <p:grpSpPr bwMode="auto">
              <a:xfrm>
                <a:off x="521" y="1992"/>
                <a:ext cx="432" cy="224"/>
                <a:chOff x="521" y="2008"/>
                <a:chExt cx="432" cy="224"/>
              </a:xfrm>
            </p:grpSpPr>
            <p:sp>
              <p:nvSpPr>
                <p:cNvPr id="502086" name="Rectangle 326">
                  <a:extLst>
                    <a:ext uri="{FF2B5EF4-FFF2-40B4-BE49-F238E27FC236}">
                      <a16:creationId xmlns:a16="http://schemas.microsoft.com/office/drawing/2014/main" id="{71340628-0AFC-739D-8793-723C7AB16C78}"/>
                    </a:ext>
                  </a:extLst>
                </p:cNvPr>
                <p:cNvSpPr>
                  <a:spLocks noChangeArrowheads="1"/>
                </p:cNvSpPr>
                <p:nvPr/>
              </p:nvSpPr>
              <p:spPr bwMode="auto">
                <a:xfrm>
                  <a:off x="520" y="1982"/>
                  <a:ext cx="433" cy="87"/>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87" name="Rectangle 327">
                  <a:extLst>
                    <a:ext uri="{FF2B5EF4-FFF2-40B4-BE49-F238E27FC236}">
                      <a16:creationId xmlns:a16="http://schemas.microsoft.com/office/drawing/2014/main" id="{A4E73794-0095-60CC-EA83-3AD8DA7C4D4A}"/>
                    </a:ext>
                  </a:extLst>
                </p:cNvPr>
                <p:cNvSpPr>
                  <a:spLocks noChangeArrowheads="1"/>
                </p:cNvSpPr>
                <p:nvPr/>
              </p:nvSpPr>
              <p:spPr bwMode="auto">
                <a:xfrm>
                  <a:off x="520" y="2168"/>
                  <a:ext cx="433" cy="64"/>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48" name="Group 328">
              <a:extLst>
                <a:ext uri="{FF2B5EF4-FFF2-40B4-BE49-F238E27FC236}">
                  <a16:creationId xmlns:a16="http://schemas.microsoft.com/office/drawing/2014/main" id="{30B40F2E-0BCB-1F0B-1E7C-F9BB8CBCB32F}"/>
                </a:ext>
              </a:extLst>
            </p:cNvPr>
            <p:cNvGrpSpPr>
              <a:grpSpLocks/>
            </p:cNvGrpSpPr>
            <p:nvPr/>
          </p:nvGrpSpPr>
          <p:grpSpPr bwMode="auto">
            <a:xfrm>
              <a:off x="463" y="3411"/>
              <a:ext cx="114" cy="121"/>
              <a:chOff x="217" y="2064"/>
              <a:chExt cx="1335" cy="1335"/>
            </a:xfrm>
          </p:grpSpPr>
          <p:sp>
            <p:nvSpPr>
              <p:cNvPr id="502089" name="Oval 329">
                <a:extLst>
                  <a:ext uri="{FF2B5EF4-FFF2-40B4-BE49-F238E27FC236}">
                    <a16:creationId xmlns:a16="http://schemas.microsoft.com/office/drawing/2014/main" id="{E84F3FF2-8916-0732-FC4A-A255837CDED8}"/>
                  </a:ext>
                </a:extLst>
              </p:cNvPr>
              <p:cNvSpPr>
                <a:spLocks noChangeArrowheads="1"/>
              </p:cNvSpPr>
              <p:nvPr/>
            </p:nvSpPr>
            <p:spPr bwMode="auto">
              <a:xfrm>
                <a:off x="219" y="2066"/>
                <a:ext cx="1332" cy="1330"/>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90" name="Rectangle 330">
                <a:extLst>
                  <a:ext uri="{FF2B5EF4-FFF2-40B4-BE49-F238E27FC236}">
                    <a16:creationId xmlns:a16="http://schemas.microsoft.com/office/drawing/2014/main" id="{2C0425C4-74F7-D480-0AE8-E9C761FD3442}"/>
                  </a:ext>
                </a:extLst>
              </p:cNvPr>
              <p:cNvSpPr>
                <a:spLocks noChangeArrowheads="1"/>
              </p:cNvSpPr>
              <p:nvPr/>
            </p:nvSpPr>
            <p:spPr bwMode="auto">
              <a:xfrm>
                <a:off x="483" y="2672"/>
                <a:ext cx="804" cy="119"/>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91" name="Rectangle 331">
                <a:extLst>
                  <a:ext uri="{FF2B5EF4-FFF2-40B4-BE49-F238E27FC236}">
                    <a16:creationId xmlns:a16="http://schemas.microsoft.com/office/drawing/2014/main" id="{C473DC31-D2AB-1794-E15A-6DA2621C4CBC}"/>
                  </a:ext>
                </a:extLst>
              </p:cNvPr>
              <p:cNvSpPr>
                <a:spLocks noChangeArrowheads="1"/>
              </p:cNvSpPr>
              <p:nvPr/>
            </p:nvSpPr>
            <p:spPr bwMode="auto">
              <a:xfrm rot="-5400000">
                <a:off x="490" y="2674"/>
                <a:ext cx="790" cy="115"/>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49" name="Group 332">
              <a:extLst>
                <a:ext uri="{FF2B5EF4-FFF2-40B4-BE49-F238E27FC236}">
                  <a16:creationId xmlns:a16="http://schemas.microsoft.com/office/drawing/2014/main" id="{DBC2E6FE-15F1-24E6-6631-B5D5FBA92656}"/>
                </a:ext>
              </a:extLst>
            </p:cNvPr>
            <p:cNvGrpSpPr>
              <a:grpSpLocks/>
            </p:cNvGrpSpPr>
            <p:nvPr/>
          </p:nvGrpSpPr>
          <p:grpSpPr bwMode="auto">
            <a:xfrm>
              <a:off x="463" y="3697"/>
              <a:ext cx="114" cy="121"/>
              <a:chOff x="2729" y="2064"/>
              <a:chExt cx="1335" cy="1335"/>
            </a:xfrm>
          </p:grpSpPr>
          <p:sp>
            <p:nvSpPr>
              <p:cNvPr id="502093" name="Oval 333">
                <a:extLst>
                  <a:ext uri="{FF2B5EF4-FFF2-40B4-BE49-F238E27FC236}">
                    <a16:creationId xmlns:a16="http://schemas.microsoft.com/office/drawing/2014/main" id="{AFD14E65-79F0-EE63-CDEC-20B229129081}"/>
                  </a:ext>
                </a:extLst>
              </p:cNvPr>
              <p:cNvSpPr>
                <a:spLocks noChangeArrowheads="1"/>
              </p:cNvSpPr>
              <p:nvPr/>
            </p:nvSpPr>
            <p:spPr bwMode="auto">
              <a:xfrm>
                <a:off x="2731" y="2069"/>
                <a:ext cx="1332" cy="1330"/>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94" name="Rectangle 334">
                <a:extLst>
                  <a:ext uri="{FF2B5EF4-FFF2-40B4-BE49-F238E27FC236}">
                    <a16:creationId xmlns:a16="http://schemas.microsoft.com/office/drawing/2014/main" id="{8F4440F2-E3AA-6E39-7CBE-48C3A51659DA}"/>
                  </a:ext>
                </a:extLst>
              </p:cNvPr>
              <p:cNvSpPr>
                <a:spLocks noChangeArrowheads="1"/>
              </p:cNvSpPr>
              <p:nvPr/>
            </p:nvSpPr>
            <p:spPr bwMode="auto">
              <a:xfrm rot="2700000">
                <a:off x="3002" y="2677"/>
                <a:ext cx="790" cy="115"/>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95" name="Rectangle 335">
                <a:extLst>
                  <a:ext uri="{FF2B5EF4-FFF2-40B4-BE49-F238E27FC236}">
                    <a16:creationId xmlns:a16="http://schemas.microsoft.com/office/drawing/2014/main" id="{29862982-83F6-EA30-68DA-F1F33E8B5ED3}"/>
                  </a:ext>
                </a:extLst>
              </p:cNvPr>
              <p:cNvSpPr>
                <a:spLocks noChangeArrowheads="1"/>
              </p:cNvSpPr>
              <p:nvPr/>
            </p:nvSpPr>
            <p:spPr bwMode="auto">
              <a:xfrm rot="-2700000">
                <a:off x="2995" y="2675"/>
                <a:ext cx="804" cy="119"/>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50" name="Group 336">
              <a:extLst>
                <a:ext uri="{FF2B5EF4-FFF2-40B4-BE49-F238E27FC236}">
                  <a16:creationId xmlns:a16="http://schemas.microsoft.com/office/drawing/2014/main" id="{58BA0C51-CD24-72D5-A3D4-A26445508551}"/>
                </a:ext>
              </a:extLst>
            </p:cNvPr>
            <p:cNvGrpSpPr>
              <a:grpSpLocks/>
            </p:cNvGrpSpPr>
            <p:nvPr/>
          </p:nvGrpSpPr>
          <p:grpSpPr bwMode="auto">
            <a:xfrm>
              <a:off x="463" y="2839"/>
              <a:ext cx="114" cy="121"/>
              <a:chOff x="2118" y="1344"/>
              <a:chExt cx="191" cy="191"/>
            </a:xfrm>
          </p:grpSpPr>
          <p:sp>
            <p:nvSpPr>
              <p:cNvPr id="502097" name="Oval 337">
                <a:extLst>
                  <a:ext uri="{FF2B5EF4-FFF2-40B4-BE49-F238E27FC236}">
                    <a16:creationId xmlns:a16="http://schemas.microsoft.com/office/drawing/2014/main" id="{5CBE129C-96E2-0E0E-1057-28FF775E9C03}"/>
                  </a:ext>
                </a:extLst>
              </p:cNvPr>
              <p:cNvSpPr>
                <a:spLocks noChangeArrowheads="1"/>
              </p:cNvSpPr>
              <p:nvPr/>
            </p:nvSpPr>
            <p:spPr bwMode="auto">
              <a:xfrm>
                <a:off x="2118" y="1344"/>
                <a:ext cx="191" cy="193"/>
              </a:xfrm>
              <a:prstGeom prst="ellipse">
                <a:avLst/>
              </a:prstGeom>
              <a:solidFill>
                <a:schemeClr val="bg2"/>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098" name="Rectangle 338">
                <a:extLst>
                  <a:ext uri="{FF2B5EF4-FFF2-40B4-BE49-F238E27FC236}">
                    <a16:creationId xmlns:a16="http://schemas.microsoft.com/office/drawing/2014/main" id="{A5C143F0-8737-9E8C-44C3-D928B2F53DB4}"/>
                  </a:ext>
                </a:extLst>
              </p:cNvPr>
              <p:cNvSpPr>
                <a:spLocks noChangeArrowheads="1"/>
              </p:cNvSpPr>
              <p:nvPr/>
            </p:nvSpPr>
            <p:spPr bwMode="auto">
              <a:xfrm>
                <a:off x="2156" y="1430"/>
                <a:ext cx="115" cy="19"/>
              </a:xfrm>
              <a:prstGeom prst="rect">
                <a:avLst/>
              </a:prstGeom>
              <a:solidFill>
                <a:schemeClr val="bg1"/>
              </a:solidFill>
              <a:ln w="9525">
                <a:solidFill>
                  <a:schemeClr val="accent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51" name="Group 339">
              <a:extLst>
                <a:ext uri="{FF2B5EF4-FFF2-40B4-BE49-F238E27FC236}">
                  <a16:creationId xmlns:a16="http://schemas.microsoft.com/office/drawing/2014/main" id="{FBDA4411-3B85-DC84-8BE3-D4533B67AA24}"/>
                </a:ext>
              </a:extLst>
            </p:cNvPr>
            <p:cNvGrpSpPr>
              <a:grpSpLocks/>
            </p:cNvGrpSpPr>
            <p:nvPr/>
          </p:nvGrpSpPr>
          <p:grpSpPr bwMode="auto">
            <a:xfrm>
              <a:off x="472" y="3878"/>
              <a:ext cx="114" cy="223"/>
              <a:chOff x="3519" y="3157"/>
              <a:chExt cx="170" cy="287"/>
            </a:xfrm>
          </p:grpSpPr>
          <p:sp>
            <p:nvSpPr>
              <p:cNvPr id="502100" name="Oval 340">
                <a:extLst>
                  <a:ext uri="{FF2B5EF4-FFF2-40B4-BE49-F238E27FC236}">
                    <a16:creationId xmlns:a16="http://schemas.microsoft.com/office/drawing/2014/main" id="{4AB1DDD6-A560-C61F-68D0-FAE1068E6F49}"/>
                  </a:ext>
                </a:extLst>
              </p:cNvPr>
              <p:cNvSpPr>
                <a:spLocks noChangeArrowheads="1"/>
              </p:cNvSpPr>
              <p:nvPr/>
            </p:nvSpPr>
            <p:spPr bwMode="auto">
              <a:xfrm>
                <a:off x="3519" y="3157"/>
                <a:ext cx="170" cy="290"/>
              </a:xfrm>
              <a:prstGeom prst="ellipse">
                <a:avLst/>
              </a:prstGeom>
              <a:solidFill>
                <a:schemeClr val="tx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697" name="Group 341">
                <a:extLst>
                  <a:ext uri="{FF2B5EF4-FFF2-40B4-BE49-F238E27FC236}">
                    <a16:creationId xmlns:a16="http://schemas.microsoft.com/office/drawing/2014/main" id="{3856FC6C-AD1C-B92A-E464-0AF0257EB123}"/>
                  </a:ext>
                </a:extLst>
              </p:cNvPr>
              <p:cNvGrpSpPr>
                <a:grpSpLocks/>
              </p:cNvGrpSpPr>
              <p:nvPr/>
            </p:nvGrpSpPr>
            <p:grpSpPr bwMode="auto">
              <a:xfrm>
                <a:off x="3546" y="3241"/>
                <a:ext cx="116" cy="117"/>
                <a:chOff x="3546" y="3237"/>
                <a:chExt cx="116" cy="117"/>
              </a:xfrm>
            </p:grpSpPr>
            <p:sp>
              <p:nvSpPr>
                <p:cNvPr id="502102" name="Line 342">
                  <a:extLst>
                    <a:ext uri="{FF2B5EF4-FFF2-40B4-BE49-F238E27FC236}">
                      <a16:creationId xmlns:a16="http://schemas.microsoft.com/office/drawing/2014/main" id="{6040EF7E-596C-4449-E3E1-D44BC4CF73FF}"/>
                    </a:ext>
                  </a:extLst>
                </p:cNvPr>
                <p:cNvSpPr>
                  <a:spLocks noChangeShapeType="1"/>
                </p:cNvSpPr>
                <p:nvPr/>
              </p:nvSpPr>
              <p:spPr bwMode="auto">
                <a:xfrm>
                  <a:off x="3544" y="3295"/>
                  <a:ext cx="118" cy="0"/>
                </a:xfrm>
                <a:prstGeom prst="line">
                  <a:avLst/>
                </a:prstGeom>
                <a:noFill/>
                <a:ln w="28575">
                  <a:solidFill>
                    <a:schemeClr val="bg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2103" name="Oval 343">
                  <a:extLst>
                    <a:ext uri="{FF2B5EF4-FFF2-40B4-BE49-F238E27FC236}">
                      <a16:creationId xmlns:a16="http://schemas.microsoft.com/office/drawing/2014/main" id="{A9759B66-EEC0-7E21-8F2D-3A8E36463A06}"/>
                    </a:ext>
                  </a:extLst>
                </p:cNvPr>
                <p:cNvSpPr>
                  <a:spLocks noChangeArrowheads="1"/>
                </p:cNvSpPr>
                <p:nvPr/>
              </p:nvSpPr>
              <p:spPr bwMode="auto">
                <a:xfrm>
                  <a:off x="3586" y="3237"/>
                  <a:ext cx="35" cy="3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04" name="Oval 344">
                  <a:extLst>
                    <a:ext uri="{FF2B5EF4-FFF2-40B4-BE49-F238E27FC236}">
                      <a16:creationId xmlns:a16="http://schemas.microsoft.com/office/drawing/2014/main" id="{B67E4D6A-4CAC-E0CD-B9D0-3647D6561880}"/>
                    </a:ext>
                  </a:extLst>
                </p:cNvPr>
                <p:cNvSpPr>
                  <a:spLocks noChangeArrowheads="1"/>
                </p:cNvSpPr>
                <p:nvPr/>
              </p:nvSpPr>
              <p:spPr bwMode="auto">
                <a:xfrm>
                  <a:off x="3586" y="3323"/>
                  <a:ext cx="35" cy="3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52" name="Group 345">
              <a:extLst>
                <a:ext uri="{FF2B5EF4-FFF2-40B4-BE49-F238E27FC236}">
                  <a16:creationId xmlns:a16="http://schemas.microsoft.com/office/drawing/2014/main" id="{95091023-40F6-CEDB-7845-3CD6FB5340C0}"/>
                </a:ext>
              </a:extLst>
            </p:cNvPr>
            <p:cNvGrpSpPr>
              <a:grpSpLocks/>
            </p:cNvGrpSpPr>
            <p:nvPr/>
          </p:nvGrpSpPr>
          <p:grpSpPr bwMode="auto">
            <a:xfrm>
              <a:off x="695" y="3109"/>
              <a:ext cx="160" cy="170"/>
              <a:chOff x="5893" y="1741"/>
              <a:chExt cx="191" cy="191"/>
            </a:xfrm>
          </p:grpSpPr>
          <p:sp>
            <p:nvSpPr>
              <p:cNvPr id="502106" name="Oval 346">
                <a:extLst>
                  <a:ext uri="{FF2B5EF4-FFF2-40B4-BE49-F238E27FC236}">
                    <a16:creationId xmlns:a16="http://schemas.microsoft.com/office/drawing/2014/main" id="{38C0F41E-C4FE-365B-FEBE-0DADAFEAFB57}"/>
                  </a:ext>
                </a:extLst>
              </p:cNvPr>
              <p:cNvSpPr>
                <a:spLocks noChangeArrowheads="1"/>
              </p:cNvSpPr>
              <p:nvPr/>
            </p:nvSpPr>
            <p:spPr bwMode="auto">
              <a:xfrm>
                <a:off x="5889" y="1741"/>
                <a:ext cx="195" cy="191"/>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693" name="Group 347">
                <a:extLst>
                  <a:ext uri="{FF2B5EF4-FFF2-40B4-BE49-F238E27FC236}">
                    <a16:creationId xmlns:a16="http://schemas.microsoft.com/office/drawing/2014/main" id="{8CEA08DF-1C4B-35B8-FC53-3724BF52FD8B}"/>
                  </a:ext>
                </a:extLst>
              </p:cNvPr>
              <p:cNvGrpSpPr>
                <a:grpSpLocks/>
              </p:cNvGrpSpPr>
              <p:nvPr/>
            </p:nvGrpSpPr>
            <p:grpSpPr bwMode="auto">
              <a:xfrm>
                <a:off x="5931" y="1807"/>
                <a:ext cx="115" cy="59"/>
                <a:chOff x="521" y="2008"/>
                <a:chExt cx="432" cy="224"/>
              </a:xfrm>
            </p:grpSpPr>
            <p:sp>
              <p:nvSpPr>
                <p:cNvPr id="502108" name="Rectangle 348">
                  <a:extLst>
                    <a:ext uri="{FF2B5EF4-FFF2-40B4-BE49-F238E27FC236}">
                      <a16:creationId xmlns:a16="http://schemas.microsoft.com/office/drawing/2014/main" id="{E251D09B-D422-DAAD-A97D-671EC36B0274}"/>
                    </a:ext>
                  </a:extLst>
                </p:cNvPr>
                <p:cNvSpPr>
                  <a:spLocks noChangeArrowheads="1"/>
                </p:cNvSpPr>
                <p:nvPr/>
              </p:nvSpPr>
              <p:spPr bwMode="auto">
                <a:xfrm>
                  <a:off x="521" y="2010"/>
                  <a:ext cx="431" cy="6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09" name="Rectangle 349">
                  <a:extLst>
                    <a:ext uri="{FF2B5EF4-FFF2-40B4-BE49-F238E27FC236}">
                      <a16:creationId xmlns:a16="http://schemas.microsoft.com/office/drawing/2014/main" id="{3105F7B4-B0DD-A6EA-05BC-55841035FA29}"/>
                    </a:ext>
                  </a:extLst>
                </p:cNvPr>
                <p:cNvSpPr>
                  <a:spLocks noChangeArrowheads="1"/>
                </p:cNvSpPr>
                <p:nvPr/>
              </p:nvSpPr>
              <p:spPr bwMode="auto">
                <a:xfrm>
                  <a:off x="521" y="2168"/>
                  <a:ext cx="431" cy="6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53" name="Group 350">
              <a:extLst>
                <a:ext uri="{FF2B5EF4-FFF2-40B4-BE49-F238E27FC236}">
                  <a16:creationId xmlns:a16="http://schemas.microsoft.com/office/drawing/2014/main" id="{1D7236B3-2A4B-E4BB-491F-2A06B67FD48E}"/>
                </a:ext>
              </a:extLst>
            </p:cNvPr>
            <p:cNvGrpSpPr>
              <a:grpSpLocks/>
            </p:cNvGrpSpPr>
            <p:nvPr/>
          </p:nvGrpSpPr>
          <p:grpSpPr bwMode="auto">
            <a:xfrm>
              <a:off x="695" y="3381"/>
              <a:ext cx="159" cy="169"/>
              <a:chOff x="5893" y="2063"/>
              <a:chExt cx="190" cy="190"/>
            </a:xfrm>
          </p:grpSpPr>
          <p:sp>
            <p:nvSpPr>
              <p:cNvPr id="502111" name="Oval 351">
                <a:extLst>
                  <a:ext uri="{FF2B5EF4-FFF2-40B4-BE49-F238E27FC236}">
                    <a16:creationId xmlns:a16="http://schemas.microsoft.com/office/drawing/2014/main" id="{FA948D2F-6104-51F6-2F23-13347FAE4B75}"/>
                  </a:ext>
                </a:extLst>
              </p:cNvPr>
              <p:cNvSpPr>
                <a:spLocks noChangeArrowheads="1"/>
              </p:cNvSpPr>
              <p:nvPr/>
            </p:nvSpPr>
            <p:spPr bwMode="auto">
              <a:xfrm>
                <a:off x="5889" y="2063"/>
                <a:ext cx="194" cy="195"/>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12" name="Rectangle 352">
                <a:extLst>
                  <a:ext uri="{FF2B5EF4-FFF2-40B4-BE49-F238E27FC236}">
                    <a16:creationId xmlns:a16="http://schemas.microsoft.com/office/drawing/2014/main" id="{89FB63AC-3135-1E5A-5957-21EE81577782}"/>
                  </a:ext>
                </a:extLst>
              </p:cNvPr>
              <p:cNvSpPr>
                <a:spLocks noChangeArrowheads="1"/>
              </p:cNvSpPr>
              <p:nvPr/>
            </p:nvSpPr>
            <p:spPr bwMode="auto">
              <a:xfrm>
                <a:off x="5931" y="2150"/>
                <a:ext cx="114" cy="20"/>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13" name="Rectangle 353">
                <a:extLst>
                  <a:ext uri="{FF2B5EF4-FFF2-40B4-BE49-F238E27FC236}">
                    <a16:creationId xmlns:a16="http://schemas.microsoft.com/office/drawing/2014/main" id="{EF7F53BC-0485-7FC9-8AB7-391392F50C0F}"/>
                  </a:ext>
                </a:extLst>
              </p:cNvPr>
              <p:cNvSpPr>
                <a:spLocks noChangeArrowheads="1"/>
              </p:cNvSpPr>
              <p:nvPr/>
            </p:nvSpPr>
            <p:spPr bwMode="auto">
              <a:xfrm rot="-5400000">
                <a:off x="5931" y="2152"/>
                <a:ext cx="115"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54" name="Group 354">
              <a:extLst>
                <a:ext uri="{FF2B5EF4-FFF2-40B4-BE49-F238E27FC236}">
                  <a16:creationId xmlns:a16="http://schemas.microsoft.com/office/drawing/2014/main" id="{26524219-D9D0-E762-497F-1A2FEAF62D8B}"/>
                </a:ext>
              </a:extLst>
            </p:cNvPr>
            <p:cNvGrpSpPr>
              <a:grpSpLocks/>
            </p:cNvGrpSpPr>
            <p:nvPr/>
          </p:nvGrpSpPr>
          <p:grpSpPr bwMode="auto">
            <a:xfrm>
              <a:off x="695" y="3652"/>
              <a:ext cx="159" cy="169"/>
              <a:chOff x="5893" y="2385"/>
              <a:chExt cx="190" cy="190"/>
            </a:xfrm>
          </p:grpSpPr>
          <p:sp>
            <p:nvSpPr>
              <p:cNvPr id="502115" name="Oval 355">
                <a:extLst>
                  <a:ext uri="{FF2B5EF4-FFF2-40B4-BE49-F238E27FC236}">
                    <a16:creationId xmlns:a16="http://schemas.microsoft.com/office/drawing/2014/main" id="{EE1C02AB-59B0-FB3D-AB72-69DE9AFEC5A0}"/>
                  </a:ext>
                </a:extLst>
              </p:cNvPr>
              <p:cNvSpPr>
                <a:spLocks noChangeArrowheads="1"/>
              </p:cNvSpPr>
              <p:nvPr/>
            </p:nvSpPr>
            <p:spPr bwMode="auto">
              <a:xfrm>
                <a:off x="5889" y="2385"/>
                <a:ext cx="194" cy="19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16" name="Rectangle 356">
                <a:extLst>
                  <a:ext uri="{FF2B5EF4-FFF2-40B4-BE49-F238E27FC236}">
                    <a16:creationId xmlns:a16="http://schemas.microsoft.com/office/drawing/2014/main" id="{8CD2A86F-2101-E15D-CF9C-B94B2A1BCA0F}"/>
                  </a:ext>
                </a:extLst>
              </p:cNvPr>
              <p:cNvSpPr>
                <a:spLocks noChangeArrowheads="1"/>
              </p:cNvSpPr>
              <p:nvPr/>
            </p:nvSpPr>
            <p:spPr bwMode="auto">
              <a:xfrm rot="2700000">
                <a:off x="5930" y="2473"/>
                <a:ext cx="116"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17" name="Rectangle 357">
                <a:extLst>
                  <a:ext uri="{FF2B5EF4-FFF2-40B4-BE49-F238E27FC236}">
                    <a16:creationId xmlns:a16="http://schemas.microsoft.com/office/drawing/2014/main" id="{F91F545E-8EB6-3464-45D4-D8415B47F166}"/>
                  </a:ext>
                </a:extLst>
              </p:cNvPr>
              <p:cNvSpPr>
                <a:spLocks noChangeArrowheads="1"/>
              </p:cNvSpPr>
              <p:nvPr/>
            </p:nvSpPr>
            <p:spPr bwMode="auto">
              <a:xfrm rot="-2700000">
                <a:off x="5931" y="2472"/>
                <a:ext cx="114" cy="13"/>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55" name="Group 358">
              <a:extLst>
                <a:ext uri="{FF2B5EF4-FFF2-40B4-BE49-F238E27FC236}">
                  <a16:creationId xmlns:a16="http://schemas.microsoft.com/office/drawing/2014/main" id="{91E379A5-DF36-4C5A-DF69-A595405266A9}"/>
                </a:ext>
              </a:extLst>
            </p:cNvPr>
            <p:cNvGrpSpPr>
              <a:grpSpLocks/>
            </p:cNvGrpSpPr>
            <p:nvPr/>
          </p:nvGrpSpPr>
          <p:grpSpPr bwMode="auto">
            <a:xfrm>
              <a:off x="695" y="2838"/>
              <a:ext cx="160" cy="170"/>
              <a:chOff x="5893" y="1419"/>
              <a:chExt cx="191" cy="191"/>
            </a:xfrm>
          </p:grpSpPr>
          <p:sp>
            <p:nvSpPr>
              <p:cNvPr id="502119" name="Oval 359">
                <a:extLst>
                  <a:ext uri="{FF2B5EF4-FFF2-40B4-BE49-F238E27FC236}">
                    <a16:creationId xmlns:a16="http://schemas.microsoft.com/office/drawing/2014/main" id="{786E064C-42AB-EA02-762A-73E10C69CCAC}"/>
                  </a:ext>
                </a:extLst>
              </p:cNvPr>
              <p:cNvSpPr>
                <a:spLocks noChangeArrowheads="1"/>
              </p:cNvSpPr>
              <p:nvPr/>
            </p:nvSpPr>
            <p:spPr bwMode="auto">
              <a:xfrm>
                <a:off x="5889" y="1419"/>
                <a:ext cx="195" cy="196"/>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20" name="Rectangle 360">
                <a:extLst>
                  <a:ext uri="{FF2B5EF4-FFF2-40B4-BE49-F238E27FC236}">
                    <a16:creationId xmlns:a16="http://schemas.microsoft.com/office/drawing/2014/main" id="{7F3D5084-8DF9-E100-B758-CF38560FEE0B}"/>
                  </a:ext>
                </a:extLst>
              </p:cNvPr>
              <p:cNvSpPr>
                <a:spLocks noChangeArrowheads="1"/>
              </p:cNvSpPr>
              <p:nvPr/>
            </p:nvSpPr>
            <p:spPr bwMode="auto">
              <a:xfrm>
                <a:off x="5931" y="1506"/>
                <a:ext cx="115" cy="20"/>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56" name="Group 361">
              <a:extLst>
                <a:ext uri="{FF2B5EF4-FFF2-40B4-BE49-F238E27FC236}">
                  <a16:creationId xmlns:a16="http://schemas.microsoft.com/office/drawing/2014/main" id="{2AE8DD19-2A9C-C9AE-2EE8-BC937F0780D8}"/>
                </a:ext>
              </a:extLst>
            </p:cNvPr>
            <p:cNvGrpSpPr>
              <a:grpSpLocks/>
            </p:cNvGrpSpPr>
            <p:nvPr/>
          </p:nvGrpSpPr>
          <p:grpSpPr bwMode="auto">
            <a:xfrm>
              <a:off x="695" y="3895"/>
              <a:ext cx="159" cy="222"/>
              <a:chOff x="5904" y="3220"/>
              <a:chExt cx="170" cy="205"/>
            </a:xfrm>
          </p:grpSpPr>
          <p:sp>
            <p:nvSpPr>
              <p:cNvPr id="502122" name="Oval 362">
                <a:extLst>
                  <a:ext uri="{FF2B5EF4-FFF2-40B4-BE49-F238E27FC236}">
                    <a16:creationId xmlns:a16="http://schemas.microsoft.com/office/drawing/2014/main" id="{3C2FC9A2-3745-1030-E921-0719208601B1}"/>
                  </a:ext>
                </a:extLst>
              </p:cNvPr>
              <p:cNvSpPr>
                <a:spLocks noChangeArrowheads="1"/>
              </p:cNvSpPr>
              <p:nvPr/>
            </p:nvSpPr>
            <p:spPr bwMode="auto">
              <a:xfrm>
                <a:off x="5899" y="3220"/>
                <a:ext cx="175" cy="205"/>
              </a:xfrm>
              <a:prstGeom prst="ellipse">
                <a:avLst/>
              </a:prstGeom>
              <a:solidFill>
                <a:schemeClr val="accent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680" name="Group 363">
                <a:extLst>
                  <a:ext uri="{FF2B5EF4-FFF2-40B4-BE49-F238E27FC236}">
                    <a16:creationId xmlns:a16="http://schemas.microsoft.com/office/drawing/2014/main" id="{69081583-FC73-4E5A-874A-6B143418C7EF}"/>
                  </a:ext>
                </a:extLst>
              </p:cNvPr>
              <p:cNvGrpSpPr>
                <a:grpSpLocks/>
              </p:cNvGrpSpPr>
              <p:nvPr/>
            </p:nvGrpSpPr>
            <p:grpSpPr bwMode="auto">
              <a:xfrm>
                <a:off x="5931" y="3264"/>
                <a:ext cx="116" cy="117"/>
                <a:chOff x="3546" y="3237"/>
                <a:chExt cx="116" cy="117"/>
              </a:xfrm>
            </p:grpSpPr>
            <p:sp>
              <p:nvSpPr>
                <p:cNvPr id="502124" name="Line 364">
                  <a:extLst>
                    <a:ext uri="{FF2B5EF4-FFF2-40B4-BE49-F238E27FC236}">
                      <a16:creationId xmlns:a16="http://schemas.microsoft.com/office/drawing/2014/main" id="{8192E789-7B8E-1781-7C03-60F8BFDBA56C}"/>
                    </a:ext>
                  </a:extLst>
                </p:cNvPr>
                <p:cNvSpPr>
                  <a:spLocks noChangeShapeType="1"/>
                </p:cNvSpPr>
                <p:nvPr/>
              </p:nvSpPr>
              <p:spPr bwMode="auto">
                <a:xfrm>
                  <a:off x="3546" y="3295"/>
                  <a:ext cx="116" cy="0"/>
                </a:xfrm>
                <a:prstGeom prst="line">
                  <a:avLst/>
                </a:prstGeom>
                <a:noFill/>
                <a:ln w="28575">
                  <a:solidFill>
                    <a:schemeClr val="tx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2125" name="Oval 365">
                  <a:extLst>
                    <a:ext uri="{FF2B5EF4-FFF2-40B4-BE49-F238E27FC236}">
                      <a16:creationId xmlns:a16="http://schemas.microsoft.com/office/drawing/2014/main" id="{CF6D4E12-70FB-53FB-7D89-004A532387DB}"/>
                    </a:ext>
                  </a:extLst>
                </p:cNvPr>
                <p:cNvSpPr>
                  <a:spLocks noChangeArrowheads="1"/>
                </p:cNvSpPr>
                <p:nvPr/>
              </p:nvSpPr>
              <p:spPr bwMode="auto">
                <a:xfrm>
                  <a:off x="3587" y="3241"/>
                  <a:ext cx="39" cy="33"/>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26" name="Oval 366">
                  <a:extLst>
                    <a:ext uri="{FF2B5EF4-FFF2-40B4-BE49-F238E27FC236}">
                      <a16:creationId xmlns:a16="http://schemas.microsoft.com/office/drawing/2014/main" id="{35D35528-6ABA-F95D-10A2-D3A7C7FAADB9}"/>
                    </a:ext>
                  </a:extLst>
                </p:cNvPr>
                <p:cNvSpPr>
                  <a:spLocks noChangeArrowheads="1"/>
                </p:cNvSpPr>
                <p:nvPr/>
              </p:nvSpPr>
              <p:spPr bwMode="auto">
                <a:xfrm>
                  <a:off x="3587" y="3320"/>
                  <a:ext cx="39" cy="33"/>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57" name="Group 367">
              <a:extLst>
                <a:ext uri="{FF2B5EF4-FFF2-40B4-BE49-F238E27FC236}">
                  <a16:creationId xmlns:a16="http://schemas.microsoft.com/office/drawing/2014/main" id="{AB0567D1-E26F-FC15-91A3-11D3789A7A7E}"/>
                </a:ext>
              </a:extLst>
            </p:cNvPr>
            <p:cNvGrpSpPr>
              <a:grpSpLocks/>
            </p:cNvGrpSpPr>
            <p:nvPr/>
          </p:nvGrpSpPr>
          <p:grpSpPr bwMode="auto">
            <a:xfrm>
              <a:off x="905" y="3097"/>
              <a:ext cx="115" cy="121"/>
              <a:chOff x="5893" y="1741"/>
              <a:chExt cx="191" cy="191"/>
            </a:xfrm>
          </p:grpSpPr>
          <p:sp>
            <p:nvSpPr>
              <p:cNvPr id="502128" name="Oval 368">
                <a:extLst>
                  <a:ext uri="{FF2B5EF4-FFF2-40B4-BE49-F238E27FC236}">
                    <a16:creationId xmlns:a16="http://schemas.microsoft.com/office/drawing/2014/main" id="{857D5BE2-A2D2-D56F-0A11-29EFCD8AFA05}"/>
                  </a:ext>
                </a:extLst>
              </p:cNvPr>
              <p:cNvSpPr>
                <a:spLocks noChangeArrowheads="1"/>
              </p:cNvSpPr>
              <p:nvPr/>
            </p:nvSpPr>
            <p:spPr bwMode="auto">
              <a:xfrm>
                <a:off x="5893" y="1739"/>
                <a:ext cx="191" cy="193"/>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676" name="Group 369">
                <a:extLst>
                  <a:ext uri="{FF2B5EF4-FFF2-40B4-BE49-F238E27FC236}">
                    <a16:creationId xmlns:a16="http://schemas.microsoft.com/office/drawing/2014/main" id="{1D273FE8-D427-7C4F-D25E-4C0D88EA42DE}"/>
                  </a:ext>
                </a:extLst>
              </p:cNvPr>
              <p:cNvGrpSpPr>
                <a:grpSpLocks/>
              </p:cNvGrpSpPr>
              <p:nvPr/>
            </p:nvGrpSpPr>
            <p:grpSpPr bwMode="auto">
              <a:xfrm>
                <a:off x="5931" y="1807"/>
                <a:ext cx="115" cy="59"/>
                <a:chOff x="521" y="2008"/>
                <a:chExt cx="432" cy="224"/>
              </a:xfrm>
            </p:grpSpPr>
            <p:sp>
              <p:nvSpPr>
                <p:cNvPr id="502130" name="Rectangle 370">
                  <a:extLst>
                    <a:ext uri="{FF2B5EF4-FFF2-40B4-BE49-F238E27FC236}">
                      <a16:creationId xmlns:a16="http://schemas.microsoft.com/office/drawing/2014/main" id="{2D18684F-E524-3396-D79E-70CEA72AC776}"/>
                    </a:ext>
                  </a:extLst>
                </p:cNvPr>
                <p:cNvSpPr>
                  <a:spLocks noChangeArrowheads="1"/>
                </p:cNvSpPr>
                <p:nvPr/>
              </p:nvSpPr>
              <p:spPr bwMode="auto">
                <a:xfrm>
                  <a:off x="521" y="2007"/>
                  <a:ext cx="434" cy="6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31" name="Rectangle 371">
                  <a:extLst>
                    <a:ext uri="{FF2B5EF4-FFF2-40B4-BE49-F238E27FC236}">
                      <a16:creationId xmlns:a16="http://schemas.microsoft.com/office/drawing/2014/main" id="{4949EDD2-2E61-5C79-DEEA-C9A0089D79AF}"/>
                    </a:ext>
                  </a:extLst>
                </p:cNvPr>
                <p:cNvSpPr>
                  <a:spLocks noChangeArrowheads="1"/>
                </p:cNvSpPr>
                <p:nvPr/>
              </p:nvSpPr>
              <p:spPr bwMode="auto">
                <a:xfrm>
                  <a:off x="521" y="2166"/>
                  <a:ext cx="434" cy="6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658" name="Group 372">
              <a:extLst>
                <a:ext uri="{FF2B5EF4-FFF2-40B4-BE49-F238E27FC236}">
                  <a16:creationId xmlns:a16="http://schemas.microsoft.com/office/drawing/2014/main" id="{5B63BFA4-7A65-A5E5-7316-3F2B78C37D6E}"/>
                </a:ext>
              </a:extLst>
            </p:cNvPr>
            <p:cNvGrpSpPr>
              <a:grpSpLocks/>
            </p:cNvGrpSpPr>
            <p:nvPr/>
          </p:nvGrpSpPr>
          <p:grpSpPr bwMode="auto">
            <a:xfrm>
              <a:off x="905" y="3369"/>
              <a:ext cx="115" cy="121"/>
              <a:chOff x="5893" y="2063"/>
              <a:chExt cx="190" cy="190"/>
            </a:xfrm>
          </p:grpSpPr>
          <p:sp>
            <p:nvSpPr>
              <p:cNvPr id="502133" name="Oval 373">
                <a:extLst>
                  <a:ext uri="{FF2B5EF4-FFF2-40B4-BE49-F238E27FC236}">
                    <a16:creationId xmlns:a16="http://schemas.microsoft.com/office/drawing/2014/main" id="{B4318EA1-A145-6049-C5B0-CB19C9D290C6}"/>
                  </a:ext>
                </a:extLst>
              </p:cNvPr>
              <p:cNvSpPr>
                <a:spLocks noChangeArrowheads="1"/>
              </p:cNvSpPr>
              <p:nvPr/>
            </p:nvSpPr>
            <p:spPr bwMode="auto">
              <a:xfrm>
                <a:off x="5893" y="2063"/>
                <a:ext cx="190" cy="188"/>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34" name="Rectangle 374">
                <a:extLst>
                  <a:ext uri="{FF2B5EF4-FFF2-40B4-BE49-F238E27FC236}">
                    <a16:creationId xmlns:a16="http://schemas.microsoft.com/office/drawing/2014/main" id="{50459FB1-4475-1CC5-6E2A-A0EEA15F9A79}"/>
                  </a:ext>
                </a:extLst>
              </p:cNvPr>
              <p:cNvSpPr>
                <a:spLocks noChangeArrowheads="1"/>
              </p:cNvSpPr>
              <p:nvPr/>
            </p:nvSpPr>
            <p:spPr bwMode="auto">
              <a:xfrm>
                <a:off x="5931" y="2149"/>
                <a:ext cx="115" cy="17"/>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35" name="Rectangle 375">
                <a:extLst>
                  <a:ext uri="{FF2B5EF4-FFF2-40B4-BE49-F238E27FC236}">
                    <a16:creationId xmlns:a16="http://schemas.microsoft.com/office/drawing/2014/main" id="{C39C1566-C534-6926-B695-BE2F086053D3}"/>
                  </a:ext>
                </a:extLst>
              </p:cNvPr>
              <p:cNvSpPr>
                <a:spLocks noChangeArrowheads="1"/>
              </p:cNvSpPr>
              <p:nvPr/>
            </p:nvSpPr>
            <p:spPr bwMode="auto">
              <a:xfrm rot="-5400000">
                <a:off x="5932" y="2150"/>
                <a:ext cx="112"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59" name="Group 376">
              <a:extLst>
                <a:ext uri="{FF2B5EF4-FFF2-40B4-BE49-F238E27FC236}">
                  <a16:creationId xmlns:a16="http://schemas.microsoft.com/office/drawing/2014/main" id="{A30F5705-A5C5-B876-7261-0B433594B3B5}"/>
                </a:ext>
              </a:extLst>
            </p:cNvPr>
            <p:cNvGrpSpPr>
              <a:grpSpLocks/>
            </p:cNvGrpSpPr>
            <p:nvPr/>
          </p:nvGrpSpPr>
          <p:grpSpPr bwMode="auto">
            <a:xfrm>
              <a:off x="905" y="3640"/>
              <a:ext cx="115" cy="121"/>
              <a:chOff x="5893" y="2385"/>
              <a:chExt cx="190" cy="190"/>
            </a:xfrm>
          </p:grpSpPr>
          <p:sp>
            <p:nvSpPr>
              <p:cNvPr id="502137" name="Oval 377">
                <a:extLst>
                  <a:ext uri="{FF2B5EF4-FFF2-40B4-BE49-F238E27FC236}">
                    <a16:creationId xmlns:a16="http://schemas.microsoft.com/office/drawing/2014/main" id="{0439637C-B176-EA6C-4B78-FF0C9247FAE4}"/>
                  </a:ext>
                </a:extLst>
              </p:cNvPr>
              <p:cNvSpPr>
                <a:spLocks noChangeArrowheads="1"/>
              </p:cNvSpPr>
              <p:nvPr/>
            </p:nvSpPr>
            <p:spPr bwMode="auto">
              <a:xfrm>
                <a:off x="5893" y="2383"/>
                <a:ext cx="190" cy="192"/>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38" name="Rectangle 378">
                <a:extLst>
                  <a:ext uri="{FF2B5EF4-FFF2-40B4-BE49-F238E27FC236}">
                    <a16:creationId xmlns:a16="http://schemas.microsoft.com/office/drawing/2014/main" id="{8781AE0E-9200-F0CD-700E-4D71C9F54F7C}"/>
                  </a:ext>
                </a:extLst>
              </p:cNvPr>
              <p:cNvSpPr>
                <a:spLocks noChangeArrowheads="1"/>
              </p:cNvSpPr>
              <p:nvPr/>
            </p:nvSpPr>
            <p:spPr bwMode="auto">
              <a:xfrm rot="2700000">
                <a:off x="5931" y="2473"/>
                <a:ext cx="115"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39" name="Rectangle 379">
                <a:extLst>
                  <a:ext uri="{FF2B5EF4-FFF2-40B4-BE49-F238E27FC236}">
                    <a16:creationId xmlns:a16="http://schemas.microsoft.com/office/drawing/2014/main" id="{2CF4EBB1-417D-7A4F-3E7A-9E30F8A62714}"/>
                  </a:ext>
                </a:extLst>
              </p:cNvPr>
              <p:cNvSpPr>
                <a:spLocks noChangeArrowheads="1"/>
              </p:cNvSpPr>
              <p:nvPr/>
            </p:nvSpPr>
            <p:spPr bwMode="auto">
              <a:xfrm rot="-2700000">
                <a:off x="5931" y="2472"/>
                <a:ext cx="115" cy="15"/>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60" name="Group 380">
              <a:extLst>
                <a:ext uri="{FF2B5EF4-FFF2-40B4-BE49-F238E27FC236}">
                  <a16:creationId xmlns:a16="http://schemas.microsoft.com/office/drawing/2014/main" id="{2247F08F-D917-8043-FECB-4CAC8A325755}"/>
                </a:ext>
              </a:extLst>
            </p:cNvPr>
            <p:cNvGrpSpPr>
              <a:grpSpLocks/>
            </p:cNvGrpSpPr>
            <p:nvPr/>
          </p:nvGrpSpPr>
          <p:grpSpPr bwMode="auto">
            <a:xfrm>
              <a:off x="905" y="2826"/>
              <a:ext cx="115" cy="121"/>
              <a:chOff x="5893" y="1419"/>
              <a:chExt cx="191" cy="191"/>
            </a:xfrm>
          </p:grpSpPr>
          <p:sp>
            <p:nvSpPr>
              <p:cNvPr id="502141" name="Oval 381">
                <a:extLst>
                  <a:ext uri="{FF2B5EF4-FFF2-40B4-BE49-F238E27FC236}">
                    <a16:creationId xmlns:a16="http://schemas.microsoft.com/office/drawing/2014/main" id="{998E1D42-9903-4BE7-5A67-192E4C71E0F6}"/>
                  </a:ext>
                </a:extLst>
              </p:cNvPr>
              <p:cNvSpPr>
                <a:spLocks noChangeArrowheads="1"/>
              </p:cNvSpPr>
              <p:nvPr/>
            </p:nvSpPr>
            <p:spPr bwMode="auto">
              <a:xfrm>
                <a:off x="5893" y="1419"/>
                <a:ext cx="191" cy="189"/>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42" name="Rectangle 382">
                <a:extLst>
                  <a:ext uri="{FF2B5EF4-FFF2-40B4-BE49-F238E27FC236}">
                    <a16:creationId xmlns:a16="http://schemas.microsoft.com/office/drawing/2014/main" id="{9C973C1C-CFC5-2D5A-EE7D-73AB2D8D4AF8}"/>
                  </a:ext>
                </a:extLst>
              </p:cNvPr>
              <p:cNvSpPr>
                <a:spLocks noChangeArrowheads="1"/>
              </p:cNvSpPr>
              <p:nvPr/>
            </p:nvSpPr>
            <p:spPr bwMode="auto">
              <a:xfrm>
                <a:off x="5931" y="1506"/>
                <a:ext cx="116" cy="17"/>
              </a:xfrm>
              <a:prstGeom prst="rect">
                <a:avLst/>
              </a:prstGeom>
              <a:solidFill>
                <a:schemeClr val="tx1"/>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61" name="Group 383">
              <a:extLst>
                <a:ext uri="{FF2B5EF4-FFF2-40B4-BE49-F238E27FC236}">
                  <a16:creationId xmlns:a16="http://schemas.microsoft.com/office/drawing/2014/main" id="{A9799630-509F-B960-AF5E-BB60537D296A}"/>
                </a:ext>
              </a:extLst>
            </p:cNvPr>
            <p:cNvGrpSpPr>
              <a:grpSpLocks/>
            </p:cNvGrpSpPr>
            <p:nvPr/>
          </p:nvGrpSpPr>
          <p:grpSpPr bwMode="auto">
            <a:xfrm>
              <a:off x="905" y="3857"/>
              <a:ext cx="115" cy="222"/>
              <a:chOff x="5904" y="3178"/>
              <a:chExt cx="170" cy="289"/>
            </a:xfrm>
          </p:grpSpPr>
          <p:sp>
            <p:nvSpPr>
              <p:cNvPr id="502144" name="Oval 384">
                <a:extLst>
                  <a:ext uri="{FF2B5EF4-FFF2-40B4-BE49-F238E27FC236}">
                    <a16:creationId xmlns:a16="http://schemas.microsoft.com/office/drawing/2014/main" id="{79D0DC74-5B63-F2E9-1588-D1A97367C136}"/>
                  </a:ext>
                </a:extLst>
              </p:cNvPr>
              <p:cNvSpPr>
                <a:spLocks noChangeArrowheads="1"/>
              </p:cNvSpPr>
              <p:nvPr/>
            </p:nvSpPr>
            <p:spPr bwMode="auto">
              <a:xfrm>
                <a:off x="5904" y="3178"/>
                <a:ext cx="170" cy="286"/>
              </a:xfrm>
              <a:prstGeom prst="ellipse">
                <a:avLst/>
              </a:prstGeom>
              <a:solidFill>
                <a:schemeClr val="accent1"/>
              </a:solidFill>
              <a:ln w="9525">
                <a:solidFill>
                  <a:schemeClr val="tx1"/>
                </a:solidFill>
                <a:round/>
                <a:headEnd/>
                <a:tailEnd/>
              </a:ln>
              <a:effectLst/>
            </p:spPr>
            <p:txBody>
              <a:bodyPr lIns="0" tIns="0" rIns="0" bIns="0" anchor="ctr">
                <a:spAutoFit/>
              </a:bodyPr>
              <a:lstStyle/>
              <a:p>
                <a:pPr defTabSz="932962" eaLnBrk="1" hangingPunct="1">
                  <a:defRPr/>
                </a:pPr>
                <a:endParaRPr lang="ko-KR" altLang="en-US" sz="1632">
                  <a:solidFill>
                    <a:srgbClr val="000000"/>
                  </a:solidFill>
                  <a:cs typeface="+mn-cs"/>
                </a:endParaRPr>
              </a:p>
            </p:txBody>
          </p:sp>
          <p:grpSp>
            <p:nvGrpSpPr>
              <p:cNvPr id="60663" name="Group 385">
                <a:extLst>
                  <a:ext uri="{FF2B5EF4-FFF2-40B4-BE49-F238E27FC236}">
                    <a16:creationId xmlns:a16="http://schemas.microsoft.com/office/drawing/2014/main" id="{084B91A6-7067-FD08-3D4F-06E2982CDFA2}"/>
                  </a:ext>
                </a:extLst>
              </p:cNvPr>
              <p:cNvGrpSpPr>
                <a:grpSpLocks/>
              </p:cNvGrpSpPr>
              <p:nvPr/>
            </p:nvGrpSpPr>
            <p:grpSpPr bwMode="auto">
              <a:xfrm>
                <a:off x="5931" y="3264"/>
                <a:ext cx="116" cy="117"/>
                <a:chOff x="3546" y="3237"/>
                <a:chExt cx="116" cy="117"/>
              </a:xfrm>
            </p:grpSpPr>
            <p:sp>
              <p:nvSpPr>
                <p:cNvPr id="502146" name="Line 386">
                  <a:extLst>
                    <a:ext uri="{FF2B5EF4-FFF2-40B4-BE49-F238E27FC236}">
                      <a16:creationId xmlns:a16="http://schemas.microsoft.com/office/drawing/2014/main" id="{25F3A7F1-F7A3-1D83-946E-670D6F770AC2}"/>
                    </a:ext>
                  </a:extLst>
                </p:cNvPr>
                <p:cNvSpPr>
                  <a:spLocks noChangeShapeType="1"/>
                </p:cNvSpPr>
                <p:nvPr/>
              </p:nvSpPr>
              <p:spPr bwMode="auto">
                <a:xfrm>
                  <a:off x="3548" y="3296"/>
                  <a:ext cx="112" cy="0"/>
                </a:xfrm>
                <a:prstGeom prst="line">
                  <a:avLst/>
                </a:prstGeom>
                <a:noFill/>
                <a:ln w="28575">
                  <a:solidFill>
                    <a:schemeClr val="tx1"/>
                  </a:solidFill>
                  <a:round/>
                  <a:headEnd/>
                  <a:tailEnd/>
                </a:ln>
                <a:effectLst/>
              </p:spPr>
              <p:txBody>
                <a:bodyPr wrap="none" lIns="0" tIns="0" rIns="0" bIns="0" anchor="ctr">
                  <a:spAutoFit/>
                </a:bodyPr>
                <a:lstStyle/>
                <a:p>
                  <a:pPr defTabSz="932962" eaLnBrk="1" hangingPunct="1">
                    <a:defRPr/>
                  </a:pPr>
                  <a:endParaRPr lang="ko-KR" altLang="en-US" sz="1632">
                    <a:solidFill>
                      <a:srgbClr val="000000"/>
                    </a:solidFill>
                    <a:cs typeface="+mn-cs"/>
                  </a:endParaRPr>
                </a:p>
              </p:txBody>
            </p:sp>
            <p:sp>
              <p:nvSpPr>
                <p:cNvPr id="502147" name="Oval 387">
                  <a:extLst>
                    <a:ext uri="{FF2B5EF4-FFF2-40B4-BE49-F238E27FC236}">
                      <a16:creationId xmlns:a16="http://schemas.microsoft.com/office/drawing/2014/main" id="{5260C2C7-CA4E-07C6-24EB-01C3FB03CE10}"/>
                    </a:ext>
                  </a:extLst>
                </p:cNvPr>
                <p:cNvSpPr>
                  <a:spLocks noChangeArrowheads="1"/>
                </p:cNvSpPr>
                <p:nvPr/>
              </p:nvSpPr>
              <p:spPr bwMode="auto">
                <a:xfrm>
                  <a:off x="3589" y="3237"/>
                  <a:ext cx="32" cy="34"/>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48" name="Oval 388">
                  <a:extLst>
                    <a:ext uri="{FF2B5EF4-FFF2-40B4-BE49-F238E27FC236}">
                      <a16:creationId xmlns:a16="http://schemas.microsoft.com/office/drawing/2014/main" id="{36E55863-5CC3-7F01-7A8A-5B378894467B}"/>
                    </a:ext>
                  </a:extLst>
                </p:cNvPr>
                <p:cNvSpPr>
                  <a:spLocks noChangeArrowheads="1"/>
                </p:cNvSpPr>
                <p:nvPr/>
              </p:nvSpPr>
              <p:spPr bwMode="auto">
                <a:xfrm>
                  <a:off x="3589" y="3320"/>
                  <a:ext cx="32" cy="34"/>
                </a:xfrm>
                <a:prstGeom prst="ellipse">
                  <a:avLst/>
                </a:prstGeom>
                <a:solidFill>
                  <a:schemeClr val="tx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grpSp>
        <p:nvGrpSpPr>
          <p:cNvPr id="60451" name="Group 389">
            <a:extLst>
              <a:ext uri="{FF2B5EF4-FFF2-40B4-BE49-F238E27FC236}">
                <a16:creationId xmlns:a16="http://schemas.microsoft.com/office/drawing/2014/main" id="{FF62E5BB-19F9-A1E0-0953-1986D4C8AF7E}"/>
              </a:ext>
            </a:extLst>
          </p:cNvPr>
          <p:cNvGrpSpPr>
            <a:grpSpLocks/>
          </p:cNvGrpSpPr>
          <p:nvPr/>
        </p:nvGrpSpPr>
        <p:grpSpPr bwMode="auto">
          <a:xfrm>
            <a:off x="1552575" y="4805363"/>
            <a:ext cx="1919288" cy="1550987"/>
            <a:chOff x="110" y="98"/>
            <a:chExt cx="1185" cy="957"/>
          </a:xfrm>
        </p:grpSpPr>
        <p:grpSp>
          <p:nvGrpSpPr>
            <p:cNvPr id="60596" name="Group 390">
              <a:extLst>
                <a:ext uri="{FF2B5EF4-FFF2-40B4-BE49-F238E27FC236}">
                  <a16:creationId xmlns:a16="http://schemas.microsoft.com/office/drawing/2014/main" id="{351DD7F7-05A3-A0FE-99B9-1C07840EC090}"/>
                </a:ext>
              </a:extLst>
            </p:cNvPr>
            <p:cNvGrpSpPr>
              <a:grpSpLocks/>
            </p:cNvGrpSpPr>
            <p:nvPr/>
          </p:nvGrpSpPr>
          <p:grpSpPr bwMode="auto">
            <a:xfrm>
              <a:off x="1063" y="576"/>
              <a:ext cx="103" cy="119"/>
              <a:chOff x="2159" y="2565"/>
              <a:chExt cx="114" cy="138"/>
            </a:xfrm>
          </p:grpSpPr>
          <p:sp>
            <p:nvSpPr>
              <p:cNvPr id="502151" name="Line 391">
                <a:extLst>
                  <a:ext uri="{FF2B5EF4-FFF2-40B4-BE49-F238E27FC236}">
                    <a16:creationId xmlns:a16="http://schemas.microsoft.com/office/drawing/2014/main" id="{6D6649FC-09B5-6467-2703-F31F4A491FF2}"/>
                  </a:ext>
                </a:extLst>
              </p:cNvPr>
              <p:cNvSpPr>
                <a:spLocks noChangeShapeType="1"/>
              </p:cNvSpPr>
              <p:nvPr/>
            </p:nvSpPr>
            <p:spPr bwMode="auto">
              <a:xfrm>
                <a:off x="2161" y="2565"/>
                <a:ext cx="112" cy="133"/>
              </a:xfrm>
              <a:prstGeom prst="line">
                <a:avLst/>
              </a:prstGeom>
              <a:noFill/>
              <a:ln w="63500">
                <a:solidFill>
                  <a:schemeClr val="bg1"/>
                </a:solidFill>
                <a:round/>
                <a:headEnd type="none" w="sm" len="sm"/>
                <a:tailEnd type="none" w="sm" len="sm"/>
              </a:ln>
              <a:effectLst/>
            </p:spPr>
            <p:txBody>
              <a:bodyPr wrap="none" anchor="ctr"/>
              <a:lstStyle/>
              <a:p>
                <a:pPr defTabSz="932962" eaLnBrk="1" hangingPunct="1">
                  <a:defRPr/>
                </a:pPr>
                <a:endParaRPr lang="ko-KR" altLang="en-US" sz="1632">
                  <a:solidFill>
                    <a:srgbClr val="000000"/>
                  </a:solidFill>
                  <a:cs typeface="+mn-cs"/>
                </a:endParaRPr>
              </a:p>
            </p:txBody>
          </p:sp>
          <p:sp>
            <p:nvSpPr>
              <p:cNvPr id="502152" name="Line 392">
                <a:extLst>
                  <a:ext uri="{FF2B5EF4-FFF2-40B4-BE49-F238E27FC236}">
                    <a16:creationId xmlns:a16="http://schemas.microsoft.com/office/drawing/2014/main" id="{437D163B-71DB-F994-6F5D-1EE72C8F38A2}"/>
                  </a:ext>
                </a:extLst>
              </p:cNvPr>
              <p:cNvSpPr>
                <a:spLocks noChangeShapeType="1"/>
              </p:cNvSpPr>
              <p:nvPr/>
            </p:nvSpPr>
            <p:spPr bwMode="auto">
              <a:xfrm>
                <a:off x="2199" y="2591"/>
                <a:ext cx="74" cy="83"/>
              </a:xfrm>
              <a:prstGeom prst="line">
                <a:avLst/>
              </a:prstGeom>
              <a:noFill/>
              <a:ln w="9525">
                <a:solidFill>
                  <a:schemeClr val="tx1"/>
                </a:solidFill>
                <a:round/>
                <a:headEnd type="none" w="sm" len="sm"/>
                <a:tailEnd type="none" w="sm" len="sm"/>
              </a:ln>
              <a:effectLst/>
            </p:spPr>
            <p:txBody>
              <a:bodyPr wrap="none" anchor="ctr"/>
              <a:lstStyle/>
              <a:p>
                <a:pPr defTabSz="932962" eaLnBrk="1" hangingPunct="1">
                  <a:defRPr/>
                </a:pPr>
                <a:endParaRPr lang="ko-KR" altLang="en-US" sz="1632">
                  <a:solidFill>
                    <a:srgbClr val="000000"/>
                  </a:solidFill>
                  <a:cs typeface="+mn-cs"/>
                </a:endParaRPr>
              </a:p>
            </p:txBody>
          </p:sp>
          <p:sp>
            <p:nvSpPr>
              <p:cNvPr id="502153" name="Line 393">
                <a:extLst>
                  <a:ext uri="{FF2B5EF4-FFF2-40B4-BE49-F238E27FC236}">
                    <a16:creationId xmlns:a16="http://schemas.microsoft.com/office/drawing/2014/main" id="{8972FACB-CFBF-1D73-99F0-3F6E9760E3D4}"/>
                  </a:ext>
                </a:extLst>
              </p:cNvPr>
              <p:cNvSpPr>
                <a:spLocks noChangeShapeType="1"/>
              </p:cNvSpPr>
              <p:nvPr/>
            </p:nvSpPr>
            <p:spPr bwMode="auto">
              <a:xfrm>
                <a:off x="2159" y="2591"/>
                <a:ext cx="74" cy="83"/>
              </a:xfrm>
              <a:prstGeom prst="line">
                <a:avLst/>
              </a:prstGeom>
              <a:noFill/>
              <a:ln w="9525">
                <a:solidFill>
                  <a:schemeClr val="tx1"/>
                </a:solidFill>
                <a:round/>
                <a:headEnd type="none" w="sm" len="sm"/>
                <a:tailEnd type="none" w="sm" len="sm"/>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597" name="Group 394">
              <a:extLst>
                <a:ext uri="{FF2B5EF4-FFF2-40B4-BE49-F238E27FC236}">
                  <a16:creationId xmlns:a16="http://schemas.microsoft.com/office/drawing/2014/main" id="{124AC208-2177-ACCF-4769-28D8704224B3}"/>
                </a:ext>
              </a:extLst>
            </p:cNvPr>
            <p:cNvGrpSpPr>
              <a:grpSpLocks/>
            </p:cNvGrpSpPr>
            <p:nvPr/>
          </p:nvGrpSpPr>
          <p:grpSpPr bwMode="auto">
            <a:xfrm>
              <a:off x="1060" y="748"/>
              <a:ext cx="122" cy="98"/>
              <a:chOff x="2131" y="2428"/>
              <a:chExt cx="136" cy="114"/>
            </a:xfrm>
          </p:grpSpPr>
          <p:sp>
            <p:nvSpPr>
              <p:cNvPr id="502155" name="Line 395">
                <a:extLst>
                  <a:ext uri="{FF2B5EF4-FFF2-40B4-BE49-F238E27FC236}">
                    <a16:creationId xmlns:a16="http://schemas.microsoft.com/office/drawing/2014/main" id="{EE884215-14FA-2FE3-C110-15C477165B80}"/>
                  </a:ext>
                </a:extLst>
              </p:cNvPr>
              <p:cNvSpPr>
                <a:spLocks noChangeShapeType="1"/>
              </p:cNvSpPr>
              <p:nvPr/>
            </p:nvSpPr>
            <p:spPr bwMode="auto">
              <a:xfrm flipV="1">
                <a:off x="2131" y="2428"/>
                <a:ext cx="141" cy="112"/>
              </a:xfrm>
              <a:prstGeom prst="line">
                <a:avLst/>
              </a:prstGeom>
              <a:noFill/>
              <a:ln w="63500">
                <a:solidFill>
                  <a:schemeClr val="bg1"/>
                </a:solidFill>
                <a:round/>
                <a:headEnd type="none" w="sm" len="sm"/>
                <a:tailEnd type="none" w="sm" len="sm"/>
              </a:ln>
              <a:effectLst/>
            </p:spPr>
            <p:txBody>
              <a:bodyPr wrap="none" anchor="ctr"/>
              <a:lstStyle/>
              <a:p>
                <a:pPr defTabSz="932962" eaLnBrk="1" hangingPunct="1">
                  <a:defRPr/>
                </a:pPr>
                <a:endParaRPr lang="ko-KR" altLang="en-US" sz="1632">
                  <a:solidFill>
                    <a:srgbClr val="000000"/>
                  </a:solidFill>
                  <a:cs typeface="+mn-cs"/>
                </a:endParaRPr>
              </a:p>
            </p:txBody>
          </p:sp>
          <p:sp>
            <p:nvSpPr>
              <p:cNvPr id="502156" name="Line 396">
                <a:extLst>
                  <a:ext uri="{FF2B5EF4-FFF2-40B4-BE49-F238E27FC236}">
                    <a16:creationId xmlns:a16="http://schemas.microsoft.com/office/drawing/2014/main" id="{20078E98-67BE-08EC-1F69-27A2F7871CFB}"/>
                  </a:ext>
                </a:extLst>
              </p:cNvPr>
              <p:cNvSpPr>
                <a:spLocks noChangeShapeType="1"/>
              </p:cNvSpPr>
              <p:nvPr/>
            </p:nvSpPr>
            <p:spPr bwMode="auto">
              <a:xfrm flipV="1">
                <a:off x="2157" y="2428"/>
                <a:ext cx="92" cy="74"/>
              </a:xfrm>
              <a:prstGeom prst="line">
                <a:avLst/>
              </a:prstGeom>
              <a:noFill/>
              <a:ln w="9525">
                <a:solidFill>
                  <a:schemeClr val="tx1"/>
                </a:solidFill>
                <a:round/>
                <a:headEnd type="none" w="sm" len="sm"/>
                <a:tailEnd type="none" w="sm" len="sm"/>
              </a:ln>
              <a:effectLst/>
            </p:spPr>
            <p:txBody>
              <a:bodyPr wrap="none" anchor="ctr"/>
              <a:lstStyle/>
              <a:p>
                <a:pPr defTabSz="932962" eaLnBrk="1" hangingPunct="1">
                  <a:defRPr/>
                </a:pPr>
                <a:endParaRPr lang="ko-KR" altLang="en-US" sz="1632">
                  <a:solidFill>
                    <a:srgbClr val="000000"/>
                  </a:solidFill>
                  <a:cs typeface="+mn-cs"/>
                </a:endParaRPr>
              </a:p>
            </p:txBody>
          </p:sp>
          <p:sp>
            <p:nvSpPr>
              <p:cNvPr id="502157" name="Line 397">
                <a:extLst>
                  <a:ext uri="{FF2B5EF4-FFF2-40B4-BE49-F238E27FC236}">
                    <a16:creationId xmlns:a16="http://schemas.microsoft.com/office/drawing/2014/main" id="{625E4E56-366C-5FA5-A70F-A479FCD58B45}"/>
                  </a:ext>
                </a:extLst>
              </p:cNvPr>
              <p:cNvSpPr>
                <a:spLocks noChangeShapeType="1"/>
              </p:cNvSpPr>
              <p:nvPr/>
            </p:nvSpPr>
            <p:spPr bwMode="auto">
              <a:xfrm flipV="1">
                <a:off x="2157" y="2468"/>
                <a:ext cx="92" cy="74"/>
              </a:xfrm>
              <a:prstGeom prst="line">
                <a:avLst/>
              </a:prstGeom>
              <a:noFill/>
              <a:ln w="9525">
                <a:solidFill>
                  <a:schemeClr val="tx1"/>
                </a:solidFill>
                <a:round/>
                <a:headEnd type="none" w="sm" len="sm"/>
                <a:tailEnd type="none" w="sm" len="sm"/>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598" name="Group 398">
              <a:extLst>
                <a:ext uri="{FF2B5EF4-FFF2-40B4-BE49-F238E27FC236}">
                  <a16:creationId xmlns:a16="http://schemas.microsoft.com/office/drawing/2014/main" id="{86518E4E-F9F6-096C-D4EA-5C68A4E66B62}"/>
                </a:ext>
              </a:extLst>
            </p:cNvPr>
            <p:cNvGrpSpPr>
              <a:grpSpLocks/>
            </p:cNvGrpSpPr>
            <p:nvPr/>
          </p:nvGrpSpPr>
          <p:grpSpPr bwMode="auto">
            <a:xfrm>
              <a:off x="535" y="535"/>
              <a:ext cx="77" cy="196"/>
              <a:chOff x="586" y="2655"/>
              <a:chExt cx="204" cy="123"/>
            </a:xfrm>
          </p:grpSpPr>
          <p:sp>
            <p:nvSpPr>
              <p:cNvPr id="502159" name="Freeform 399">
                <a:extLst>
                  <a:ext uri="{FF2B5EF4-FFF2-40B4-BE49-F238E27FC236}">
                    <a16:creationId xmlns:a16="http://schemas.microsoft.com/office/drawing/2014/main" id="{C0C0AED0-6146-BB9C-4B60-FEC6E2D59E2B}"/>
                  </a:ext>
                </a:extLst>
              </p:cNvPr>
              <p:cNvSpPr>
                <a:spLocks/>
              </p:cNvSpPr>
              <p:nvPr/>
            </p:nvSpPr>
            <p:spPr bwMode="auto">
              <a:xfrm>
                <a:off x="605" y="2655"/>
                <a:ext cx="179" cy="119"/>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160" name="Line 400">
                <a:extLst>
                  <a:ext uri="{FF2B5EF4-FFF2-40B4-BE49-F238E27FC236}">
                    <a16:creationId xmlns:a16="http://schemas.microsoft.com/office/drawing/2014/main" id="{92808F31-1B45-9610-4AB4-FDDDC0788D22}"/>
                  </a:ext>
                </a:extLst>
              </p:cNvPr>
              <p:cNvSpPr>
                <a:spLocks noChangeShapeType="1"/>
              </p:cNvSpPr>
              <p:nvPr/>
            </p:nvSpPr>
            <p:spPr bwMode="auto">
              <a:xfrm flipH="1">
                <a:off x="587" y="2655"/>
                <a:ext cx="151" cy="110"/>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61" name="Line 401">
                <a:extLst>
                  <a:ext uri="{FF2B5EF4-FFF2-40B4-BE49-F238E27FC236}">
                    <a16:creationId xmlns:a16="http://schemas.microsoft.com/office/drawing/2014/main" id="{F11E6BBE-A371-C464-FE47-054BB4BBAAAB}"/>
                  </a:ext>
                </a:extLst>
              </p:cNvPr>
              <p:cNvSpPr>
                <a:spLocks noChangeShapeType="1"/>
              </p:cNvSpPr>
              <p:nvPr/>
            </p:nvSpPr>
            <p:spPr bwMode="auto">
              <a:xfrm flipH="1">
                <a:off x="639" y="2668"/>
                <a:ext cx="151" cy="110"/>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599" name="Group 402">
              <a:extLst>
                <a:ext uri="{FF2B5EF4-FFF2-40B4-BE49-F238E27FC236}">
                  <a16:creationId xmlns:a16="http://schemas.microsoft.com/office/drawing/2014/main" id="{6F547919-73F0-BA63-3BF6-70272E3807B5}"/>
                </a:ext>
              </a:extLst>
            </p:cNvPr>
            <p:cNvGrpSpPr>
              <a:grpSpLocks/>
            </p:cNvGrpSpPr>
            <p:nvPr/>
          </p:nvGrpSpPr>
          <p:grpSpPr bwMode="auto">
            <a:xfrm flipH="1">
              <a:off x="783" y="535"/>
              <a:ext cx="77" cy="196"/>
              <a:chOff x="586" y="2655"/>
              <a:chExt cx="204" cy="123"/>
            </a:xfrm>
          </p:grpSpPr>
          <p:sp>
            <p:nvSpPr>
              <p:cNvPr id="502163" name="Freeform 403">
                <a:extLst>
                  <a:ext uri="{FF2B5EF4-FFF2-40B4-BE49-F238E27FC236}">
                    <a16:creationId xmlns:a16="http://schemas.microsoft.com/office/drawing/2014/main" id="{FA634C2C-9641-CAB5-7510-52BBF8394171}"/>
                  </a:ext>
                </a:extLst>
              </p:cNvPr>
              <p:cNvSpPr>
                <a:spLocks/>
              </p:cNvSpPr>
              <p:nvPr/>
            </p:nvSpPr>
            <p:spPr bwMode="auto">
              <a:xfrm>
                <a:off x="602" y="2655"/>
                <a:ext cx="182" cy="119"/>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164" name="Line 404">
                <a:extLst>
                  <a:ext uri="{FF2B5EF4-FFF2-40B4-BE49-F238E27FC236}">
                    <a16:creationId xmlns:a16="http://schemas.microsoft.com/office/drawing/2014/main" id="{B9D1AC61-B5E0-B0A0-9AC1-A23AB21C6389}"/>
                  </a:ext>
                </a:extLst>
              </p:cNvPr>
              <p:cNvSpPr>
                <a:spLocks noChangeShapeType="1"/>
              </p:cNvSpPr>
              <p:nvPr/>
            </p:nvSpPr>
            <p:spPr bwMode="auto">
              <a:xfrm flipH="1">
                <a:off x="586" y="2655"/>
                <a:ext cx="151" cy="110"/>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65" name="Line 405">
                <a:extLst>
                  <a:ext uri="{FF2B5EF4-FFF2-40B4-BE49-F238E27FC236}">
                    <a16:creationId xmlns:a16="http://schemas.microsoft.com/office/drawing/2014/main" id="{1813A1AD-C63E-444F-7223-1AB4B68CBE9A}"/>
                  </a:ext>
                </a:extLst>
              </p:cNvPr>
              <p:cNvSpPr>
                <a:spLocks noChangeShapeType="1"/>
              </p:cNvSpPr>
              <p:nvPr/>
            </p:nvSpPr>
            <p:spPr bwMode="auto">
              <a:xfrm flipH="1">
                <a:off x="638" y="2668"/>
                <a:ext cx="151" cy="110"/>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00" name="Group 406">
              <a:extLst>
                <a:ext uri="{FF2B5EF4-FFF2-40B4-BE49-F238E27FC236}">
                  <a16:creationId xmlns:a16="http://schemas.microsoft.com/office/drawing/2014/main" id="{3FCA3B59-AEAB-5720-F527-C02F31D7255A}"/>
                </a:ext>
              </a:extLst>
            </p:cNvPr>
            <p:cNvGrpSpPr>
              <a:grpSpLocks/>
            </p:cNvGrpSpPr>
            <p:nvPr/>
          </p:nvGrpSpPr>
          <p:grpSpPr bwMode="auto">
            <a:xfrm rot="1471772">
              <a:off x="1218" y="381"/>
              <a:ext cx="77" cy="190"/>
              <a:chOff x="4037" y="1517"/>
              <a:chExt cx="92" cy="214"/>
            </a:xfrm>
          </p:grpSpPr>
          <p:sp>
            <p:nvSpPr>
              <p:cNvPr id="502167" name="Freeform 407">
                <a:extLst>
                  <a:ext uri="{FF2B5EF4-FFF2-40B4-BE49-F238E27FC236}">
                    <a16:creationId xmlns:a16="http://schemas.microsoft.com/office/drawing/2014/main" id="{8439C3C4-CCC1-4C7A-7A06-837600B5357F}"/>
                  </a:ext>
                </a:extLst>
              </p:cNvPr>
              <p:cNvSpPr>
                <a:spLocks/>
              </p:cNvSpPr>
              <p:nvPr/>
            </p:nvSpPr>
            <p:spPr bwMode="auto">
              <a:xfrm>
                <a:off x="4040" y="1517"/>
                <a:ext cx="85" cy="214"/>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168" name="Line 408">
                <a:extLst>
                  <a:ext uri="{FF2B5EF4-FFF2-40B4-BE49-F238E27FC236}">
                    <a16:creationId xmlns:a16="http://schemas.microsoft.com/office/drawing/2014/main" id="{9851E228-DEA3-2633-DE51-BB49F22474B3}"/>
                  </a:ext>
                </a:extLst>
              </p:cNvPr>
              <p:cNvSpPr>
                <a:spLocks noChangeShapeType="1"/>
              </p:cNvSpPr>
              <p:nvPr/>
            </p:nvSpPr>
            <p:spPr bwMode="auto">
              <a:xfrm flipH="1">
                <a:off x="4033" y="1517"/>
                <a:ext cx="70" cy="197"/>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69" name="Line 409">
                <a:extLst>
                  <a:ext uri="{FF2B5EF4-FFF2-40B4-BE49-F238E27FC236}">
                    <a16:creationId xmlns:a16="http://schemas.microsoft.com/office/drawing/2014/main" id="{0C51A106-F71C-0959-CB36-CABA16AE4BA2}"/>
                  </a:ext>
                </a:extLst>
              </p:cNvPr>
              <p:cNvSpPr>
                <a:spLocks noChangeShapeType="1"/>
              </p:cNvSpPr>
              <p:nvPr/>
            </p:nvSpPr>
            <p:spPr bwMode="auto">
              <a:xfrm flipH="1">
                <a:off x="4053" y="1516"/>
                <a:ext cx="70" cy="197"/>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01" name="Group 410">
              <a:extLst>
                <a:ext uri="{FF2B5EF4-FFF2-40B4-BE49-F238E27FC236}">
                  <a16:creationId xmlns:a16="http://schemas.microsoft.com/office/drawing/2014/main" id="{0B0D1239-0957-71B0-8BEC-10ABFCEE54FC}"/>
                </a:ext>
              </a:extLst>
            </p:cNvPr>
            <p:cNvGrpSpPr>
              <a:grpSpLocks noChangeAspect="1"/>
            </p:cNvGrpSpPr>
            <p:nvPr>
              <p:custDataLst>
                <p:tags r:id="rId74"/>
              </p:custDataLst>
            </p:nvPr>
          </p:nvGrpSpPr>
          <p:grpSpPr bwMode="auto">
            <a:xfrm>
              <a:off x="120" y="98"/>
              <a:ext cx="96" cy="102"/>
              <a:chOff x="1694" y="2044"/>
              <a:chExt cx="160" cy="160"/>
            </a:xfrm>
          </p:grpSpPr>
          <p:sp>
            <p:nvSpPr>
              <p:cNvPr id="502171" name="Oval 731">
                <a:extLst>
                  <a:ext uri="{FF2B5EF4-FFF2-40B4-BE49-F238E27FC236}">
                    <a16:creationId xmlns:a16="http://schemas.microsoft.com/office/drawing/2014/main" id="{50B31D3E-AA7E-E7D3-5032-92C83D9E94B8}"/>
                  </a:ext>
                </a:extLst>
              </p:cNvPr>
              <p:cNvSpPr>
                <a:spLocks noChangeAspect="1" noChangeArrowheads="1"/>
              </p:cNvSpPr>
              <p:nvPr>
                <p:custDataLst>
                  <p:tags r:id="rId84"/>
                </p:custDataLst>
              </p:nvPr>
            </p:nvSpPr>
            <p:spPr bwMode="blackWhite">
              <a:xfrm>
                <a:off x="1694" y="2044"/>
                <a:ext cx="160" cy="16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72" name="Arc 732">
                <a:extLst>
                  <a:ext uri="{FF2B5EF4-FFF2-40B4-BE49-F238E27FC236}">
                    <a16:creationId xmlns:a16="http://schemas.microsoft.com/office/drawing/2014/main" id="{451A6481-66D7-24C2-3162-4667216FFB36}"/>
                  </a:ext>
                </a:extLst>
              </p:cNvPr>
              <p:cNvSpPr>
                <a:spLocks noChangeAspect="1"/>
              </p:cNvSpPr>
              <p:nvPr>
                <p:custDataLst>
                  <p:tags r:id="rId85"/>
                </p:custDataLst>
              </p:nvPr>
            </p:nvSpPr>
            <p:spPr bwMode="black">
              <a:xfrm>
                <a:off x="1774" y="2044"/>
                <a:ext cx="80" cy="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02" name="Group 413">
              <a:extLst>
                <a:ext uri="{FF2B5EF4-FFF2-40B4-BE49-F238E27FC236}">
                  <a16:creationId xmlns:a16="http://schemas.microsoft.com/office/drawing/2014/main" id="{E1E0D35C-ADE8-3B3D-9E0C-B55BBF66999D}"/>
                </a:ext>
              </a:extLst>
            </p:cNvPr>
            <p:cNvGrpSpPr>
              <a:grpSpLocks/>
            </p:cNvGrpSpPr>
            <p:nvPr>
              <p:custDataLst>
                <p:tags r:id="rId75"/>
              </p:custDataLst>
            </p:nvPr>
          </p:nvGrpSpPr>
          <p:grpSpPr bwMode="auto">
            <a:xfrm>
              <a:off x="115" y="280"/>
              <a:ext cx="96" cy="101"/>
              <a:chOff x="3374" y="2320"/>
              <a:chExt cx="160" cy="160"/>
            </a:xfrm>
          </p:grpSpPr>
          <p:sp>
            <p:nvSpPr>
              <p:cNvPr id="502174" name="Oval 731">
                <a:extLst>
                  <a:ext uri="{FF2B5EF4-FFF2-40B4-BE49-F238E27FC236}">
                    <a16:creationId xmlns:a16="http://schemas.microsoft.com/office/drawing/2014/main" id="{D913DF13-B8D1-461A-DE74-BB3E96F66915}"/>
                  </a:ext>
                </a:extLst>
              </p:cNvPr>
              <p:cNvSpPr>
                <a:spLocks noChangeAspect="1" noChangeArrowheads="1"/>
              </p:cNvSpPr>
              <p:nvPr>
                <p:custDataLst>
                  <p:tags r:id="rId82"/>
                </p:custDataLst>
              </p:nvPr>
            </p:nvSpPr>
            <p:spPr bwMode="blackWhite">
              <a:xfrm>
                <a:off x="3374" y="2320"/>
                <a:ext cx="160" cy="16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75" name="Arc 732">
                <a:extLst>
                  <a:ext uri="{FF2B5EF4-FFF2-40B4-BE49-F238E27FC236}">
                    <a16:creationId xmlns:a16="http://schemas.microsoft.com/office/drawing/2014/main" id="{CC08EBBB-6932-5E10-E02F-D7D183E714E2}"/>
                  </a:ext>
                </a:extLst>
              </p:cNvPr>
              <p:cNvSpPr>
                <a:spLocks noChangeAspect="1"/>
              </p:cNvSpPr>
              <p:nvPr>
                <p:custDataLst>
                  <p:tags r:id="rId83"/>
                </p:custDataLst>
              </p:nvPr>
            </p:nvSpPr>
            <p:spPr bwMode="black">
              <a:xfrm>
                <a:off x="3374" y="2320"/>
                <a:ext cx="160" cy="160"/>
              </a:xfrm>
              <a:custGeom>
                <a:avLst/>
                <a:gdLst>
                  <a:gd name="G0" fmla="+- 21600 0 0"/>
                  <a:gd name="G1" fmla="+- 21600 0 0"/>
                  <a:gd name="G2" fmla="+- 21600 0 0"/>
                  <a:gd name="T0" fmla="*/ 21600 w 43200"/>
                  <a:gd name="T1" fmla="*/ 0 h 43200"/>
                  <a:gd name="T2" fmla="*/ 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close/>
                  </a:path>
                </a:pathLst>
              </a:cu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03" name="Group 416">
              <a:extLst>
                <a:ext uri="{FF2B5EF4-FFF2-40B4-BE49-F238E27FC236}">
                  <a16:creationId xmlns:a16="http://schemas.microsoft.com/office/drawing/2014/main" id="{A8003C80-01CC-6BA1-96B8-BDDF46152D43}"/>
                </a:ext>
              </a:extLst>
            </p:cNvPr>
            <p:cNvGrpSpPr>
              <a:grpSpLocks/>
            </p:cNvGrpSpPr>
            <p:nvPr>
              <p:custDataLst>
                <p:tags r:id="rId76"/>
              </p:custDataLst>
            </p:nvPr>
          </p:nvGrpSpPr>
          <p:grpSpPr bwMode="auto">
            <a:xfrm>
              <a:off x="110" y="440"/>
              <a:ext cx="96" cy="101"/>
              <a:chOff x="3146" y="2320"/>
              <a:chExt cx="160" cy="160"/>
            </a:xfrm>
          </p:grpSpPr>
          <p:sp>
            <p:nvSpPr>
              <p:cNvPr id="502177" name="Oval 731">
                <a:extLst>
                  <a:ext uri="{FF2B5EF4-FFF2-40B4-BE49-F238E27FC236}">
                    <a16:creationId xmlns:a16="http://schemas.microsoft.com/office/drawing/2014/main" id="{51F4FA9E-25C9-8152-79B6-E2A0546F0C6A}"/>
                  </a:ext>
                </a:extLst>
              </p:cNvPr>
              <p:cNvSpPr>
                <a:spLocks noChangeAspect="1" noChangeArrowheads="1"/>
              </p:cNvSpPr>
              <p:nvPr>
                <p:custDataLst>
                  <p:tags r:id="rId80"/>
                </p:custDataLst>
              </p:nvPr>
            </p:nvSpPr>
            <p:spPr bwMode="blackWhite">
              <a:xfrm>
                <a:off x="3146" y="2320"/>
                <a:ext cx="160" cy="160"/>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78" name="Arc 732">
                <a:extLst>
                  <a:ext uri="{FF2B5EF4-FFF2-40B4-BE49-F238E27FC236}">
                    <a16:creationId xmlns:a16="http://schemas.microsoft.com/office/drawing/2014/main" id="{A3050FB4-ED0C-7D42-E884-5E11B65AE897}"/>
                  </a:ext>
                </a:extLst>
              </p:cNvPr>
              <p:cNvSpPr>
                <a:spLocks noChangeAspect="1"/>
              </p:cNvSpPr>
              <p:nvPr>
                <p:custDataLst>
                  <p:tags r:id="rId81"/>
                </p:custDataLst>
              </p:nvPr>
            </p:nvSpPr>
            <p:spPr bwMode="black">
              <a:xfrm>
                <a:off x="3226" y="2320"/>
                <a:ext cx="80" cy="160"/>
              </a:xfrm>
              <a:custGeom>
                <a:avLst/>
                <a:gdLst>
                  <a:gd name="G0" fmla="+- 0 0 0"/>
                  <a:gd name="G1" fmla="+- 21600 0 0"/>
                  <a:gd name="G2" fmla="+- 21600 0 0"/>
                  <a:gd name="T0" fmla="*/ 0 w 21600"/>
                  <a:gd name="T1" fmla="*/ 0 h 43200"/>
                  <a:gd name="T2" fmla="*/ 0 w 21600"/>
                  <a:gd name="T3" fmla="*/ 43200 h 43200"/>
                  <a:gd name="T4" fmla="*/ 0 w 21600"/>
                  <a:gd name="T5" fmla="*/ 21600 h 43200"/>
                </a:gdLst>
                <a:ahLst/>
                <a:cxnLst>
                  <a:cxn ang="0">
                    <a:pos x="T0" y="T1"/>
                  </a:cxn>
                  <a:cxn ang="0">
                    <a:pos x="T2" y="T3"/>
                  </a:cxn>
                  <a:cxn ang="0">
                    <a:pos x="T4" y="T5"/>
                  </a:cxn>
                </a:cxnLst>
                <a:rect l="0" t="0" r="r" b="b"/>
                <a:pathLst>
                  <a:path w="21600" h="43200" fill="none" extrusionOk="0">
                    <a:moveTo>
                      <a:pt x="-1" y="0"/>
                    </a:moveTo>
                    <a:cubicBezTo>
                      <a:pt x="11929" y="0"/>
                      <a:pt x="21600" y="9670"/>
                      <a:pt x="21600" y="21600"/>
                    </a:cubicBezTo>
                    <a:cubicBezTo>
                      <a:pt x="21600" y="33529"/>
                      <a:pt x="11929" y="43200"/>
                      <a:pt x="0" y="43200"/>
                    </a:cubicBezTo>
                  </a:path>
                  <a:path w="21600" h="43200" stroke="0" extrusionOk="0">
                    <a:moveTo>
                      <a:pt x="-1" y="0"/>
                    </a:moveTo>
                    <a:cubicBezTo>
                      <a:pt x="11929" y="0"/>
                      <a:pt x="21600" y="9670"/>
                      <a:pt x="21600" y="21600"/>
                    </a:cubicBezTo>
                    <a:cubicBezTo>
                      <a:pt x="21600" y="33529"/>
                      <a:pt x="11929" y="43200"/>
                      <a:pt x="0" y="43200"/>
                    </a:cubicBezTo>
                    <a:lnTo>
                      <a:pt x="0" y="21600"/>
                    </a:lnTo>
                    <a:close/>
                  </a:path>
                </a:pathLst>
              </a:cu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04" name="Group 419">
              <a:extLst>
                <a:ext uri="{FF2B5EF4-FFF2-40B4-BE49-F238E27FC236}">
                  <a16:creationId xmlns:a16="http://schemas.microsoft.com/office/drawing/2014/main" id="{BF0F0E4A-EFA1-88B5-063F-480C272EFBF9}"/>
                </a:ext>
              </a:extLst>
            </p:cNvPr>
            <p:cNvGrpSpPr>
              <a:grpSpLocks/>
            </p:cNvGrpSpPr>
            <p:nvPr>
              <p:custDataLst>
                <p:tags r:id="rId77"/>
              </p:custDataLst>
            </p:nvPr>
          </p:nvGrpSpPr>
          <p:grpSpPr bwMode="auto">
            <a:xfrm>
              <a:off x="115" y="610"/>
              <a:ext cx="96" cy="102"/>
              <a:chOff x="3240" y="2295"/>
              <a:chExt cx="115" cy="114"/>
            </a:xfrm>
          </p:grpSpPr>
          <p:sp>
            <p:nvSpPr>
              <p:cNvPr id="502180" name="Oval 731">
                <a:extLst>
                  <a:ext uri="{FF2B5EF4-FFF2-40B4-BE49-F238E27FC236}">
                    <a16:creationId xmlns:a16="http://schemas.microsoft.com/office/drawing/2014/main" id="{E311E6D5-AB7D-D89A-02C7-CA03A718C199}"/>
                  </a:ext>
                </a:extLst>
              </p:cNvPr>
              <p:cNvSpPr>
                <a:spLocks noChangeAspect="1" noChangeArrowheads="1"/>
              </p:cNvSpPr>
              <p:nvPr>
                <p:custDataLst>
                  <p:tags r:id="rId78"/>
                </p:custDataLst>
              </p:nvPr>
            </p:nvSpPr>
            <p:spPr bwMode="blackWhite">
              <a:xfrm>
                <a:off x="3240" y="2295"/>
                <a:ext cx="115" cy="114"/>
              </a:xfrm>
              <a:prstGeom prst="ellipse">
                <a:avLst/>
              </a:prstGeom>
              <a:solidFill>
                <a:schemeClr val="accent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81" name="Arc 732">
                <a:extLst>
                  <a:ext uri="{FF2B5EF4-FFF2-40B4-BE49-F238E27FC236}">
                    <a16:creationId xmlns:a16="http://schemas.microsoft.com/office/drawing/2014/main" id="{C33C0DB0-1931-3B37-3068-F2199B684EBC}"/>
                  </a:ext>
                </a:extLst>
              </p:cNvPr>
              <p:cNvSpPr>
                <a:spLocks noChangeAspect="1" noChangeArrowheads="1"/>
              </p:cNvSpPr>
              <p:nvPr>
                <p:custDataLst>
                  <p:tags r:id="rId79"/>
                </p:custDataLst>
              </p:nvPr>
            </p:nvSpPr>
            <p:spPr bwMode="black">
              <a:xfrm>
                <a:off x="3240" y="2295"/>
                <a:ext cx="115" cy="114"/>
              </a:xfrm>
              <a:prstGeom prst="ellipse">
                <a:avLst/>
              </a:pr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sp>
          <p:nvSpPr>
            <p:cNvPr id="502182" name="AutoShape 422">
              <a:extLst>
                <a:ext uri="{FF2B5EF4-FFF2-40B4-BE49-F238E27FC236}">
                  <a16:creationId xmlns:a16="http://schemas.microsoft.com/office/drawing/2014/main" id="{B57574F2-DA98-CF48-52CB-7CE3807A6312}"/>
                </a:ext>
              </a:extLst>
            </p:cNvPr>
            <p:cNvSpPr>
              <a:spLocks noChangeArrowheads="1"/>
            </p:cNvSpPr>
            <p:nvPr/>
          </p:nvSpPr>
          <p:spPr bwMode="auto">
            <a:xfrm>
              <a:off x="356" y="113"/>
              <a:ext cx="98" cy="111"/>
            </a:xfrm>
            <a:prstGeom prst="triangle">
              <a:avLst>
                <a:gd name="adj" fmla="val 50000"/>
              </a:avLst>
            </a:prstGeom>
            <a:solidFill>
              <a:schemeClr val="folHlink"/>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606" name="Group 423">
              <a:extLst>
                <a:ext uri="{FF2B5EF4-FFF2-40B4-BE49-F238E27FC236}">
                  <a16:creationId xmlns:a16="http://schemas.microsoft.com/office/drawing/2014/main" id="{FE6B73DA-4CEB-C702-D01C-8FC6B98F499E}"/>
                </a:ext>
              </a:extLst>
            </p:cNvPr>
            <p:cNvGrpSpPr>
              <a:grpSpLocks/>
            </p:cNvGrpSpPr>
            <p:nvPr/>
          </p:nvGrpSpPr>
          <p:grpSpPr bwMode="auto">
            <a:xfrm>
              <a:off x="612" y="893"/>
              <a:ext cx="382" cy="162"/>
              <a:chOff x="1185" y="1368"/>
              <a:chExt cx="456" cy="183"/>
            </a:xfrm>
          </p:grpSpPr>
          <p:sp>
            <p:nvSpPr>
              <p:cNvPr id="502184" name="Freeform 424">
                <a:extLst>
                  <a:ext uri="{FF2B5EF4-FFF2-40B4-BE49-F238E27FC236}">
                    <a16:creationId xmlns:a16="http://schemas.microsoft.com/office/drawing/2014/main" id="{B594A1CA-B31F-D31B-2023-C58BFD592E3F}"/>
                  </a:ext>
                </a:extLst>
              </p:cNvPr>
              <p:cNvSpPr>
                <a:spLocks/>
              </p:cNvSpPr>
              <p:nvPr/>
            </p:nvSpPr>
            <p:spPr bwMode="auto">
              <a:xfrm>
                <a:off x="1195" y="1374"/>
                <a:ext cx="438" cy="169"/>
              </a:xfrm>
              <a:custGeom>
                <a:avLst/>
                <a:gdLst>
                  <a:gd name="T0" fmla="*/ 438 w 438"/>
                  <a:gd name="T1" fmla="*/ 0 h 169"/>
                  <a:gd name="T2" fmla="*/ 9 w 438"/>
                  <a:gd name="T3" fmla="*/ 124 h 169"/>
                  <a:gd name="T4" fmla="*/ 0 w 438"/>
                  <a:gd name="T5" fmla="*/ 169 h 169"/>
                  <a:gd name="T6" fmla="*/ 433 w 438"/>
                  <a:gd name="T7" fmla="*/ 48 h 169"/>
                  <a:gd name="T8" fmla="*/ 438 w 438"/>
                  <a:gd name="T9" fmla="*/ 0 h 169"/>
                </a:gdLst>
                <a:ahLst/>
                <a:cxnLst>
                  <a:cxn ang="0">
                    <a:pos x="T0" y="T1"/>
                  </a:cxn>
                  <a:cxn ang="0">
                    <a:pos x="T2" y="T3"/>
                  </a:cxn>
                  <a:cxn ang="0">
                    <a:pos x="T4" y="T5"/>
                  </a:cxn>
                  <a:cxn ang="0">
                    <a:pos x="T6" y="T7"/>
                  </a:cxn>
                  <a:cxn ang="0">
                    <a:pos x="T8" y="T9"/>
                  </a:cxn>
                </a:cxnLst>
                <a:rect l="0" t="0" r="r" b="b"/>
                <a:pathLst>
                  <a:path w="438" h="169">
                    <a:moveTo>
                      <a:pt x="438" y="0"/>
                    </a:moveTo>
                    <a:lnTo>
                      <a:pt x="9" y="124"/>
                    </a:lnTo>
                    <a:lnTo>
                      <a:pt x="0" y="169"/>
                    </a:lnTo>
                    <a:lnTo>
                      <a:pt x="433" y="48"/>
                    </a:lnTo>
                    <a:lnTo>
                      <a:pt x="438" y="0"/>
                    </a:lnTo>
                    <a:close/>
                  </a:path>
                </a:pathLst>
              </a:custGeom>
              <a:solidFill>
                <a:schemeClr val="accent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185" name="Line 425">
                <a:extLst>
                  <a:ext uri="{FF2B5EF4-FFF2-40B4-BE49-F238E27FC236}">
                    <a16:creationId xmlns:a16="http://schemas.microsoft.com/office/drawing/2014/main" id="{746F4201-74E7-F7A4-3799-E4A49D1E461A}"/>
                  </a:ext>
                </a:extLst>
              </p:cNvPr>
              <p:cNvSpPr>
                <a:spLocks noChangeShapeType="1"/>
              </p:cNvSpPr>
              <p:nvPr/>
            </p:nvSpPr>
            <p:spPr bwMode="auto">
              <a:xfrm flipH="1">
                <a:off x="1188" y="1368"/>
                <a:ext cx="453" cy="135"/>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86" name="Line 426">
                <a:extLst>
                  <a:ext uri="{FF2B5EF4-FFF2-40B4-BE49-F238E27FC236}">
                    <a16:creationId xmlns:a16="http://schemas.microsoft.com/office/drawing/2014/main" id="{52312DA5-A972-9E57-5FD1-D9890D6B47A0}"/>
                  </a:ext>
                </a:extLst>
              </p:cNvPr>
              <p:cNvSpPr>
                <a:spLocks noChangeShapeType="1"/>
              </p:cNvSpPr>
              <p:nvPr/>
            </p:nvSpPr>
            <p:spPr bwMode="auto">
              <a:xfrm flipH="1">
                <a:off x="1185" y="1416"/>
                <a:ext cx="453" cy="135"/>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sp>
          <p:nvSpPr>
            <p:cNvPr id="502187" name="AutoShape 427">
              <a:extLst>
                <a:ext uri="{FF2B5EF4-FFF2-40B4-BE49-F238E27FC236}">
                  <a16:creationId xmlns:a16="http://schemas.microsoft.com/office/drawing/2014/main" id="{B46BE79F-DA39-5974-4CD1-A7935339B4B7}"/>
                </a:ext>
              </a:extLst>
            </p:cNvPr>
            <p:cNvSpPr>
              <a:spLocks noChangeArrowheads="1"/>
            </p:cNvSpPr>
            <p:nvPr/>
          </p:nvSpPr>
          <p:spPr bwMode="auto">
            <a:xfrm flipV="1">
              <a:off x="520" y="113"/>
              <a:ext cx="98" cy="111"/>
            </a:xfrm>
            <a:prstGeom prst="triangle">
              <a:avLst>
                <a:gd name="adj" fmla="val 50000"/>
              </a:avLst>
            </a:prstGeom>
            <a:solidFill>
              <a:schemeClr val="folHlink"/>
            </a:solidFill>
            <a:ln w="9525">
              <a:solidFill>
                <a:schemeClr val="tx1"/>
              </a:solidFill>
              <a:miter lim="800000"/>
              <a:headEnd/>
              <a:tailEn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608" name="Group 428">
              <a:extLst>
                <a:ext uri="{FF2B5EF4-FFF2-40B4-BE49-F238E27FC236}">
                  <a16:creationId xmlns:a16="http://schemas.microsoft.com/office/drawing/2014/main" id="{49E1511A-A52D-D39B-624D-A07202E2E56C}"/>
                </a:ext>
              </a:extLst>
            </p:cNvPr>
            <p:cNvGrpSpPr>
              <a:grpSpLocks/>
            </p:cNvGrpSpPr>
            <p:nvPr/>
          </p:nvGrpSpPr>
          <p:grpSpPr bwMode="auto">
            <a:xfrm>
              <a:off x="458" y="674"/>
              <a:ext cx="279" cy="297"/>
              <a:chOff x="835" y="997"/>
              <a:chExt cx="279" cy="297"/>
            </a:xfrm>
          </p:grpSpPr>
          <p:sp>
            <p:nvSpPr>
              <p:cNvPr id="502189" name="Freeform 429">
                <a:extLst>
                  <a:ext uri="{FF2B5EF4-FFF2-40B4-BE49-F238E27FC236}">
                    <a16:creationId xmlns:a16="http://schemas.microsoft.com/office/drawing/2014/main" id="{D4A4C9C2-D15C-455A-C49C-B620BE729596}"/>
                  </a:ext>
                </a:extLst>
              </p:cNvPr>
              <p:cNvSpPr>
                <a:spLocks/>
              </p:cNvSpPr>
              <p:nvPr/>
            </p:nvSpPr>
            <p:spPr bwMode="auto">
              <a:xfrm>
                <a:off x="835" y="1044"/>
                <a:ext cx="279" cy="191"/>
              </a:xfrm>
              <a:custGeom>
                <a:avLst/>
                <a:gdLst>
                  <a:gd name="T0" fmla="*/ 328 w 333"/>
                  <a:gd name="T1" fmla="*/ 0 h 214"/>
                  <a:gd name="T2" fmla="*/ 2 w 333"/>
                  <a:gd name="T3" fmla="*/ 168 h 214"/>
                  <a:gd name="T4" fmla="*/ 0 w 333"/>
                  <a:gd name="T5" fmla="*/ 214 h 214"/>
                  <a:gd name="T6" fmla="*/ 333 w 333"/>
                  <a:gd name="T7" fmla="*/ 37 h 214"/>
                  <a:gd name="T8" fmla="*/ 328 w 333"/>
                  <a:gd name="T9" fmla="*/ 0 h 214"/>
                </a:gdLst>
                <a:ahLst/>
                <a:cxnLst>
                  <a:cxn ang="0">
                    <a:pos x="T0" y="T1"/>
                  </a:cxn>
                  <a:cxn ang="0">
                    <a:pos x="T2" y="T3"/>
                  </a:cxn>
                  <a:cxn ang="0">
                    <a:pos x="T4" y="T5"/>
                  </a:cxn>
                  <a:cxn ang="0">
                    <a:pos x="T6" y="T7"/>
                  </a:cxn>
                  <a:cxn ang="0">
                    <a:pos x="T8" y="T9"/>
                  </a:cxn>
                </a:cxnLst>
                <a:rect l="0" t="0" r="r" b="b"/>
                <a:pathLst>
                  <a:path w="333" h="214">
                    <a:moveTo>
                      <a:pt x="328" y="0"/>
                    </a:moveTo>
                    <a:lnTo>
                      <a:pt x="2" y="168"/>
                    </a:lnTo>
                    <a:lnTo>
                      <a:pt x="0" y="214"/>
                    </a:lnTo>
                    <a:lnTo>
                      <a:pt x="333" y="37"/>
                    </a:lnTo>
                    <a:lnTo>
                      <a:pt x="328"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190" name="Line 430">
                <a:extLst>
                  <a:ext uri="{FF2B5EF4-FFF2-40B4-BE49-F238E27FC236}">
                    <a16:creationId xmlns:a16="http://schemas.microsoft.com/office/drawing/2014/main" id="{1D8CE7EA-A02B-4E7B-89CA-8DBD100437FD}"/>
                  </a:ext>
                </a:extLst>
              </p:cNvPr>
              <p:cNvSpPr>
                <a:spLocks noChangeShapeType="1"/>
              </p:cNvSpPr>
              <p:nvPr/>
            </p:nvSpPr>
            <p:spPr bwMode="auto">
              <a:xfrm rot="1471772" flipH="1">
                <a:off x="869" y="997"/>
                <a:ext cx="191" cy="263"/>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91" name="Line 431">
                <a:extLst>
                  <a:ext uri="{FF2B5EF4-FFF2-40B4-BE49-F238E27FC236}">
                    <a16:creationId xmlns:a16="http://schemas.microsoft.com/office/drawing/2014/main" id="{88733021-8DC3-8D98-5A18-30A964D5A236}"/>
                  </a:ext>
                </a:extLst>
              </p:cNvPr>
              <p:cNvSpPr>
                <a:spLocks noChangeShapeType="1"/>
              </p:cNvSpPr>
              <p:nvPr/>
            </p:nvSpPr>
            <p:spPr bwMode="auto">
              <a:xfrm rot="1471772" flipH="1">
                <a:off x="877" y="1029"/>
                <a:ext cx="189" cy="263"/>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0609" name="Group 432">
              <a:extLst>
                <a:ext uri="{FF2B5EF4-FFF2-40B4-BE49-F238E27FC236}">
                  <a16:creationId xmlns:a16="http://schemas.microsoft.com/office/drawing/2014/main" id="{3D9325CA-43C6-7EDE-B0D9-0B829CA843EC}"/>
                </a:ext>
              </a:extLst>
            </p:cNvPr>
            <p:cNvGrpSpPr>
              <a:grpSpLocks/>
            </p:cNvGrpSpPr>
            <p:nvPr/>
          </p:nvGrpSpPr>
          <p:grpSpPr bwMode="auto">
            <a:xfrm>
              <a:off x="870" y="226"/>
              <a:ext cx="264" cy="263"/>
              <a:chOff x="4325" y="3594"/>
              <a:chExt cx="315" cy="296"/>
            </a:xfrm>
          </p:grpSpPr>
          <p:sp>
            <p:nvSpPr>
              <p:cNvPr id="502193" name="Freeform 433">
                <a:extLst>
                  <a:ext uri="{FF2B5EF4-FFF2-40B4-BE49-F238E27FC236}">
                    <a16:creationId xmlns:a16="http://schemas.microsoft.com/office/drawing/2014/main" id="{E62C2596-9B66-E3EE-DD3A-C11087FA97FB}"/>
                  </a:ext>
                </a:extLst>
              </p:cNvPr>
              <p:cNvSpPr>
                <a:spLocks/>
              </p:cNvSpPr>
              <p:nvPr/>
            </p:nvSpPr>
            <p:spPr bwMode="auto">
              <a:xfrm rot="3416075">
                <a:off x="4442" y="3580"/>
                <a:ext cx="79" cy="320"/>
              </a:xfrm>
              <a:custGeom>
                <a:avLst/>
                <a:gdLst>
                  <a:gd name="T0" fmla="*/ 135 w 183"/>
                  <a:gd name="T1" fmla="*/ 0 h 119"/>
                  <a:gd name="T2" fmla="*/ 0 w 183"/>
                  <a:gd name="T3" fmla="*/ 105 h 119"/>
                  <a:gd name="T4" fmla="*/ 37 w 183"/>
                  <a:gd name="T5" fmla="*/ 119 h 119"/>
                  <a:gd name="T6" fmla="*/ 183 w 183"/>
                  <a:gd name="T7" fmla="*/ 17 h 119"/>
                  <a:gd name="T8" fmla="*/ 135 w 183"/>
                  <a:gd name="T9" fmla="*/ 0 h 119"/>
                </a:gdLst>
                <a:ahLst/>
                <a:cxnLst>
                  <a:cxn ang="0">
                    <a:pos x="T0" y="T1"/>
                  </a:cxn>
                  <a:cxn ang="0">
                    <a:pos x="T2" y="T3"/>
                  </a:cxn>
                  <a:cxn ang="0">
                    <a:pos x="T4" y="T5"/>
                  </a:cxn>
                  <a:cxn ang="0">
                    <a:pos x="T6" y="T7"/>
                  </a:cxn>
                  <a:cxn ang="0">
                    <a:pos x="T8" y="T9"/>
                  </a:cxn>
                </a:cxnLst>
                <a:rect l="0" t="0" r="r" b="b"/>
                <a:pathLst>
                  <a:path w="183" h="119">
                    <a:moveTo>
                      <a:pt x="135" y="0"/>
                    </a:moveTo>
                    <a:lnTo>
                      <a:pt x="0" y="105"/>
                    </a:lnTo>
                    <a:lnTo>
                      <a:pt x="37" y="119"/>
                    </a:lnTo>
                    <a:lnTo>
                      <a:pt x="183" y="17"/>
                    </a:lnTo>
                    <a:lnTo>
                      <a:pt x="135" y="0"/>
                    </a:lnTo>
                    <a:close/>
                  </a:path>
                </a:pathLst>
              </a:custGeom>
              <a:solidFill>
                <a:schemeClr val="bg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194" name="Line 434">
                <a:extLst>
                  <a:ext uri="{FF2B5EF4-FFF2-40B4-BE49-F238E27FC236}">
                    <a16:creationId xmlns:a16="http://schemas.microsoft.com/office/drawing/2014/main" id="{986E767A-33EB-B6EB-1D05-B79BD1E03860}"/>
                  </a:ext>
                </a:extLst>
              </p:cNvPr>
              <p:cNvSpPr>
                <a:spLocks noChangeShapeType="1"/>
              </p:cNvSpPr>
              <p:nvPr/>
            </p:nvSpPr>
            <p:spPr bwMode="auto">
              <a:xfrm rot="2650266" flipH="1">
                <a:off x="4409" y="3594"/>
                <a:ext cx="133" cy="269"/>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195" name="Line 435">
                <a:extLst>
                  <a:ext uri="{FF2B5EF4-FFF2-40B4-BE49-F238E27FC236}">
                    <a16:creationId xmlns:a16="http://schemas.microsoft.com/office/drawing/2014/main" id="{1ED2A75B-29D1-8AA0-3AC4-2ADD2E7DF89E}"/>
                  </a:ext>
                </a:extLst>
              </p:cNvPr>
              <p:cNvSpPr>
                <a:spLocks noChangeShapeType="1"/>
              </p:cNvSpPr>
              <p:nvPr/>
            </p:nvSpPr>
            <p:spPr bwMode="auto">
              <a:xfrm rot="2650266" flipH="1">
                <a:off x="4411" y="3621"/>
                <a:ext cx="133" cy="269"/>
              </a:xfrm>
              <a:prstGeom prst="line">
                <a:avLst/>
              </a:prstGeom>
              <a:no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grpSp>
      </p:grpSp>
      <p:grpSp>
        <p:nvGrpSpPr>
          <p:cNvPr id="60452" name="Group 436">
            <a:extLst>
              <a:ext uri="{FF2B5EF4-FFF2-40B4-BE49-F238E27FC236}">
                <a16:creationId xmlns:a16="http://schemas.microsoft.com/office/drawing/2014/main" id="{FED462EC-EA7D-5938-7878-0540A339DC7F}"/>
              </a:ext>
            </a:extLst>
          </p:cNvPr>
          <p:cNvGrpSpPr>
            <a:grpSpLocks/>
          </p:cNvGrpSpPr>
          <p:nvPr/>
        </p:nvGrpSpPr>
        <p:grpSpPr bwMode="auto">
          <a:xfrm>
            <a:off x="5435600" y="3702050"/>
            <a:ext cx="223838" cy="311150"/>
            <a:chOff x="3356" y="2286"/>
            <a:chExt cx="138" cy="192"/>
          </a:xfrm>
        </p:grpSpPr>
        <p:grpSp>
          <p:nvGrpSpPr>
            <p:cNvPr id="60592" name="Group 437">
              <a:extLst>
                <a:ext uri="{FF2B5EF4-FFF2-40B4-BE49-F238E27FC236}">
                  <a16:creationId xmlns:a16="http://schemas.microsoft.com/office/drawing/2014/main" id="{B90E315E-F124-93FB-53EA-0624DB215BDF}"/>
                </a:ext>
              </a:extLst>
            </p:cNvPr>
            <p:cNvGrpSpPr>
              <a:grpSpLocks/>
            </p:cNvGrpSpPr>
            <p:nvPr/>
          </p:nvGrpSpPr>
          <p:grpSpPr bwMode="auto">
            <a:xfrm>
              <a:off x="3393" y="2286"/>
              <a:ext cx="101" cy="192"/>
              <a:chOff x="1509" y="506"/>
              <a:chExt cx="131" cy="200"/>
            </a:xfrm>
          </p:grpSpPr>
          <p:sp>
            <p:nvSpPr>
              <p:cNvPr id="502198" name="Arc 438">
                <a:extLst>
                  <a:ext uri="{FF2B5EF4-FFF2-40B4-BE49-F238E27FC236}">
                    <a16:creationId xmlns:a16="http://schemas.microsoft.com/office/drawing/2014/main" id="{182809BD-6BEE-7DA0-28C3-663FDC1B3F5E}"/>
                  </a:ext>
                </a:extLst>
              </p:cNvPr>
              <p:cNvSpPr>
                <a:spLocks/>
              </p:cNvSpPr>
              <p:nvPr/>
            </p:nvSpPr>
            <p:spPr bwMode="blackWhite">
              <a:xfrm>
                <a:off x="1509" y="506"/>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02199" name="Arc 439">
                <a:extLst>
                  <a:ext uri="{FF2B5EF4-FFF2-40B4-BE49-F238E27FC236}">
                    <a16:creationId xmlns:a16="http://schemas.microsoft.com/office/drawing/2014/main" id="{1ED82B7D-506D-57E5-A590-298E56AC3A00}"/>
                  </a:ext>
                </a:extLst>
              </p:cNvPr>
              <p:cNvSpPr>
                <a:spLocks/>
              </p:cNvSpPr>
              <p:nvPr/>
            </p:nvSpPr>
            <p:spPr bwMode="blackWhite">
              <a:xfrm flipV="1">
                <a:off x="1509" y="600"/>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grpSp>
        <p:sp>
          <p:nvSpPr>
            <p:cNvPr id="502200" name="Rectangle 440">
              <a:extLst>
                <a:ext uri="{FF2B5EF4-FFF2-40B4-BE49-F238E27FC236}">
                  <a16:creationId xmlns:a16="http://schemas.microsoft.com/office/drawing/2014/main" id="{0CB13825-7F39-805D-62E0-2BA9EEB87D11}"/>
                </a:ext>
              </a:extLst>
            </p:cNvPr>
            <p:cNvSpPr>
              <a:spLocks noChangeArrowheads="1"/>
            </p:cNvSpPr>
            <p:nvPr/>
          </p:nvSpPr>
          <p:spPr bwMode="invGray">
            <a:xfrm>
              <a:off x="3356" y="2328"/>
              <a:ext cx="115" cy="13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ko-KR" sz="1428" i="1">
                  <a:solidFill>
                    <a:srgbClr val="000000"/>
                  </a:solidFill>
                  <a:latin typeface="Arial Black" panose="020B0A04020102020204" pitchFamily="34" charset="0"/>
                  <a:cs typeface="+mn-cs"/>
                </a:rPr>
                <a:t>1</a:t>
              </a:r>
            </a:p>
          </p:txBody>
        </p:sp>
      </p:grpSp>
      <p:grpSp>
        <p:nvGrpSpPr>
          <p:cNvPr id="60453" name="Group 441">
            <a:extLst>
              <a:ext uri="{FF2B5EF4-FFF2-40B4-BE49-F238E27FC236}">
                <a16:creationId xmlns:a16="http://schemas.microsoft.com/office/drawing/2014/main" id="{FD53DA95-B712-576D-02CC-4765C67B5A3B}"/>
              </a:ext>
            </a:extLst>
          </p:cNvPr>
          <p:cNvGrpSpPr>
            <a:grpSpLocks/>
          </p:cNvGrpSpPr>
          <p:nvPr/>
        </p:nvGrpSpPr>
        <p:grpSpPr bwMode="auto">
          <a:xfrm>
            <a:off x="5427663" y="4146550"/>
            <a:ext cx="217487" cy="311150"/>
            <a:chOff x="3351" y="2560"/>
            <a:chExt cx="134" cy="192"/>
          </a:xfrm>
        </p:grpSpPr>
        <p:grpSp>
          <p:nvGrpSpPr>
            <p:cNvPr id="60588" name="Group 442">
              <a:extLst>
                <a:ext uri="{FF2B5EF4-FFF2-40B4-BE49-F238E27FC236}">
                  <a16:creationId xmlns:a16="http://schemas.microsoft.com/office/drawing/2014/main" id="{D4DD2EB9-45B8-8E7F-CB87-1C38E75C25EB}"/>
                </a:ext>
              </a:extLst>
            </p:cNvPr>
            <p:cNvGrpSpPr>
              <a:grpSpLocks/>
            </p:cNvGrpSpPr>
            <p:nvPr/>
          </p:nvGrpSpPr>
          <p:grpSpPr bwMode="auto">
            <a:xfrm>
              <a:off x="3384" y="2560"/>
              <a:ext cx="101" cy="192"/>
              <a:chOff x="2116" y="506"/>
              <a:chExt cx="131" cy="200"/>
            </a:xfrm>
          </p:grpSpPr>
          <p:sp>
            <p:nvSpPr>
              <p:cNvPr id="502203" name="Arc 443">
                <a:extLst>
                  <a:ext uri="{FF2B5EF4-FFF2-40B4-BE49-F238E27FC236}">
                    <a16:creationId xmlns:a16="http://schemas.microsoft.com/office/drawing/2014/main" id="{BD37D06C-789A-F0E2-0008-928228B7E7E3}"/>
                  </a:ext>
                </a:extLst>
              </p:cNvPr>
              <p:cNvSpPr>
                <a:spLocks/>
              </p:cNvSpPr>
              <p:nvPr/>
            </p:nvSpPr>
            <p:spPr bwMode="blackWhite">
              <a:xfrm>
                <a:off x="2116" y="506"/>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02204" name="Arc 444">
                <a:extLst>
                  <a:ext uri="{FF2B5EF4-FFF2-40B4-BE49-F238E27FC236}">
                    <a16:creationId xmlns:a16="http://schemas.microsoft.com/office/drawing/2014/main" id="{B4C996E6-E498-50DC-72B9-5C34BCDC457F}"/>
                  </a:ext>
                </a:extLst>
              </p:cNvPr>
              <p:cNvSpPr>
                <a:spLocks/>
              </p:cNvSpPr>
              <p:nvPr/>
            </p:nvSpPr>
            <p:spPr bwMode="blackWhite">
              <a:xfrm flipV="1">
                <a:off x="2116" y="600"/>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grpSp>
        <p:sp>
          <p:nvSpPr>
            <p:cNvPr id="502205" name="Rectangle 445">
              <a:extLst>
                <a:ext uri="{FF2B5EF4-FFF2-40B4-BE49-F238E27FC236}">
                  <a16:creationId xmlns:a16="http://schemas.microsoft.com/office/drawing/2014/main" id="{D1460D54-9680-8DDA-9543-DA6D8E1F4991}"/>
                </a:ext>
              </a:extLst>
            </p:cNvPr>
            <p:cNvSpPr>
              <a:spLocks noChangeArrowheads="1"/>
            </p:cNvSpPr>
            <p:nvPr/>
          </p:nvSpPr>
          <p:spPr bwMode="invGray">
            <a:xfrm>
              <a:off x="3351" y="2602"/>
              <a:ext cx="114" cy="13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ko-KR" sz="1428" i="1">
                  <a:solidFill>
                    <a:srgbClr val="000000"/>
                  </a:solidFill>
                  <a:latin typeface="Arial Black" panose="020B0A04020102020204" pitchFamily="34" charset="0"/>
                  <a:cs typeface="+mn-cs"/>
                </a:rPr>
                <a:t>2</a:t>
              </a:r>
            </a:p>
          </p:txBody>
        </p:sp>
      </p:grpSp>
      <p:grpSp>
        <p:nvGrpSpPr>
          <p:cNvPr id="60454" name="Group 446">
            <a:extLst>
              <a:ext uri="{FF2B5EF4-FFF2-40B4-BE49-F238E27FC236}">
                <a16:creationId xmlns:a16="http://schemas.microsoft.com/office/drawing/2014/main" id="{BD90F1AD-D337-6BC2-3A30-CDC93E839A34}"/>
              </a:ext>
            </a:extLst>
          </p:cNvPr>
          <p:cNvGrpSpPr>
            <a:grpSpLocks/>
          </p:cNvGrpSpPr>
          <p:nvPr/>
        </p:nvGrpSpPr>
        <p:grpSpPr bwMode="auto">
          <a:xfrm>
            <a:off x="5427663" y="4554538"/>
            <a:ext cx="217487" cy="311150"/>
            <a:chOff x="3351" y="2812"/>
            <a:chExt cx="134" cy="192"/>
          </a:xfrm>
        </p:grpSpPr>
        <p:grpSp>
          <p:nvGrpSpPr>
            <p:cNvPr id="60584" name="Group 447">
              <a:extLst>
                <a:ext uri="{FF2B5EF4-FFF2-40B4-BE49-F238E27FC236}">
                  <a16:creationId xmlns:a16="http://schemas.microsoft.com/office/drawing/2014/main" id="{FC81D5FA-9220-F4F7-09C3-110E1CA55E5D}"/>
                </a:ext>
              </a:extLst>
            </p:cNvPr>
            <p:cNvGrpSpPr>
              <a:grpSpLocks/>
            </p:cNvGrpSpPr>
            <p:nvPr/>
          </p:nvGrpSpPr>
          <p:grpSpPr bwMode="auto">
            <a:xfrm>
              <a:off x="3384" y="2812"/>
              <a:ext cx="101" cy="192"/>
              <a:chOff x="2734" y="506"/>
              <a:chExt cx="131" cy="200"/>
            </a:xfrm>
          </p:grpSpPr>
          <p:sp>
            <p:nvSpPr>
              <p:cNvPr id="502208" name="Arc 448">
                <a:extLst>
                  <a:ext uri="{FF2B5EF4-FFF2-40B4-BE49-F238E27FC236}">
                    <a16:creationId xmlns:a16="http://schemas.microsoft.com/office/drawing/2014/main" id="{7CA95CE2-B728-B4C4-8682-64FFA57144B2}"/>
                  </a:ext>
                </a:extLst>
              </p:cNvPr>
              <p:cNvSpPr>
                <a:spLocks/>
              </p:cNvSpPr>
              <p:nvPr/>
            </p:nvSpPr>
            <p:spPr bwMode="blackWhite">
              <a:xfrm>
                <a:off x="2734" y="506"/>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02209" name="Arc 449">
                <a:extLst>
                  <a:ext uri="{FF2B5EF4-FFF2-40B4-BE49-F238E27FC236}">
                    <a16:creationId xmlns:a16="http://schemas.microsoft.com/office/drawing/2014/main" id="{1EC65B70-03CF-024F-8E24-65ECB84EC10B}"/>
                  </a:ext>
                </a:extLst>
              </p:cNvPr>
              <p:cNvSpPr>
                <a:spLocks/>
              </p:cNvSpPr>
              <p:nvPr/>
            </p:nvSpPr>
            <p:spPr bwMode="blackWhite">
              <a:xfrm flipV="1">
                <a:off x="2734" y="600"/>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grpSp>
        <p:sp>
          <p:nvSpPr>
            <p:cNvPr id="502210" name="Rectangle 450">
              <a:extLst>
                <a:ext uri="{FF2B5EF4-FFF2-40B4-BE49-F238E27FC236}">
                  <a16:creationId xmlns:a16="http://schemas.microsoft.com/office/drawing/2014/main" id="{EC66E299-A1B0-6E34-4C4B-C136A9D851B0}"/>
                </a:ext>
              </a:extLst>
            </p:cNvPr>
            <p:cNvSpPr>
              <a:spLocks noChangeArrowheads="1"/>
            </p:cNvSpPr>
            <p:nvPr/>
          </p:nvSpPr>
          <p:spPr bwMode="invGray">
            <a:xfrm>
              <a:off x="3351" y="2855"/>
              <a:ext cx="114" cy="13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ko-KR" sz="1428" i="1">
                  <a:solidFill>
                    <a:srgbClr val="000000"/>
                  </a:solidFill>
                  <a:latin typeface="Arial Black" panose="020B0A04020102020204" pitchFamily="34" charset="0"/>
                  <a:cs typeface="+mn-cs"/>
                </a:rPr>
                <a:t>3</a:t>
              </a:r>
            </a:p>
          </p:txBody>
        </p:sp>
      </p:grpSp>
      <p:grpSp>
        <p:nvGrpSpPr>
          <p:cNvPr id="60455" name="Group 451">
            <a:extLst>
              <a:ext uri="{FF2B5EF4-FFF2-40B4-BE49-F238E27FC236}">
                <a16:creationId xmlns:a16="http://schemas.microsoft.com/office/drawing/2014/main" id="{818D0445-E8FE-4F9A-D947-58F9DB6AF387}"/>
              </a:ext>
            </a:extLst>
          </p:cNvPr>
          <p:cNvGrpSpPr>
            <a:grpSpLocks/>
          </p:cNvGrpSpPr>
          <p:nvPr/>
        </p:nvGrpSpPr>
        <p:grpSpPr bwMode="auto">
          <a:xfrm>
            <a:off x="5427663" y="4929188"/>
            <a:ext cx="217487" cy="309562"/>
            <a:chOff x="3351" y="3043"/>
            <a:chExt cx="134" cy="191"/>
          </a:xfrm>
        </p:grpSpPr>
        <p:grpSp>
          <p:nvGrpSpPr>
            <p:cNvPr id="60580" name="Group 452">
              <a:extLst>
                <a:ext uri="{FF2B5EF4-FFF2-40B4-BE49-F238E27FC236}">
                  <a16:creationId xmlns:a16="http://schemas.microsoft.com/office/drawing/2014/main" id="{BE1EF2C4-012E-9616-9374-546394579709}"/>
                </a:ext>
              </a:extLst>
            </p:cNvPr>
            <p:cNvGrpSpPr>
              <a:grpSpLocks/>
            </p:cNvGrpSpPr>
            <p:nvPr/>
          </p:nvGrpSpPr>
          <p:grpSpPr bwMode="auto">
            <a:xfrm>
              <a:off x="3384" y="3043"/>
              <a:ext cx="101" cy="191"/>
              <a:chOff x="2734" y="506"/>
              <a:chExt cx="131" cy="200"/>
            </a:xfrm>
          </p:grpSpPr>
          <p:sp>
            <p:nvSpPr>
              <p:cNvPr id="502213" name="Arc 453">
                <a:extLst>
                  <a:ext uri="{FF2B5EF4-FFF2-40B4-BE49-F238E27FC236}">
                    <a16:creationId xmlns:a16="http://schemas.microsoft.com/office/drawing/2014/main" id="{700DD4B7-D13A-8B1B-6286-F5616283D71C}"/>
                  </a:ext>
                </a:extLst>
              </p:cNvPr>
              <p:cNvSpPr>
                <a:spLocks/>
              </p:cNvSpPr>
              <p:nvPr/>
            </p:nvSpPr>
            <p:spPr bwMode="blackWhite">
              <a:xfrm>
                <a:off x="2734" y="506"/>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02214" name="Arc 454">
                <a:extLst>
                  <a:ext uri="{FF2B5EF4-FFF2-40B4-BE49-F238E27FC236}">
                    <a16:creationId xmlns:a16="http://schemas.microsoft.com/office/drawing/2014/main" id="{B110C79B-016E-35B5-0993-873B89DE974B}"/>
                  </a:ext>
                </a:extLst>
              </p:cNvPr>
              <p:cNvSpPr>
                <a:spLocks/>
              </p:cNvSpPr>
              <p:nvPr/>
            </p:nvSpPr>
            <p:spPr bwMode="blackWhite">
              <a:xfrm flipV="1">
                <a:off x="2734" y="600"/>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grpSp>
        <p:sp>
          <p:nvSpPr>
            <p:cNvPr id="502215" name="Rectangle 455">
              <a:extLst>
                <a:ext uri="{FF2B5EF4-FFF2-40B4-BE49-F238E27FC236}">
                  <a16:creationId xmlns:a16="http://schemas.microsoft.com/office/drawing/2014/main" id="{51B29A79-091A-3AAA-F5AB-F73ABFAB99C9}"/>
                </a:ext>
              </a:extLst>
            </p:cNvPr>
            <p:cNvSpPr>
              <a:spLocks noChangeArrowheads="1"/>
            </p:cNvSpPr>
            <p:nvPr/>
          </p:nvSpPr>
          <p:spPr bwMode="invGray">
            <a:xfrm>
              <a:off x="3351" y="3084"/>
              <a:ext cx="114" cy="13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ko-KR" sz="1428" i="1">
                  <a:solidFill>
                    <a:srgbClr val="000000"/>
                  </a:solidFill>
                  <a:latin typeface="Arial Black" panose="020B0A04020102020204" pitchFamily="34" charset="0"/>
                  <a:cs typeface="+mn-cs"/>
                </a:rPr>
                <a:t>4</a:t>
              </a:r>
            </a:p>
          </p:txBody>
        </p:sp>
      </p:grpSp>
      <p:grpSp>
        <p:nvGrpSpPr>
          <p:cNvPr id="60456" name="Group 456">
            <a:extLst>
              <a:ext uri="{FF2B5EF4-FFF2-40B4-BE49-F238E27FC236}">
                <a16:creationId xmlns:a16="http://schemas.microsoft.com/office/drawing/2014/main" id="{E5714BE3-F800-5338-5824-8AF1504FDA56}"/>
              </a:ext>
            </a:extLst>
          </p:cNvPr>
          <p:cNvGrpSpPr>
            <a:grpSpLocks/>
          </p:cNvGrpSpPr>
          <p:nvPr/>
        </p:nvGrpSpPr>
        <p:grpSpPr bwMode="auto">
          <a:xfrm>
            <a:off x="5427663" y="5334000"/>
            <a:ext cx="217487" cy="311150"/>
            <a:chOff x="3351" y="3293"/>
            <a:chExt cx="134" cy="192"/>
          </a:xfrm>
        </p:grpSpPr>
        <p:grpSp>
          <p:nvGrpSpPr>
            <p:cNvPr id="60576" name="Group 457">
              <a:extLst>
                <a:ext uri="{FF2B5EF4-FFF2-40B4-BE49-F238E27FC236}">
                  <a16:creationId xmlns:a16="http://schemas.microsoft.com/office/drawing/2014/main" id="{E140FC54-E190-8FEC-D394-E1DA3A319F96}"/>
                </a:ext>
              </a:extLst>
            </p:cNvPr>
            <p:cNvGrpSpPr>
              <a:grpSpLocks/>
            </p:cNvGrpSpPr>
            <p:nvPr/>
          </p:nvGrpSpPr>
          <p:grpSpPr bwMode="auto">
            <a:xfrm>
              <a:off x="3384" y="3293"/>
              <a:ext cx="101" cy="192"/>
              <a:chOff x="2734" y="506"/>
              <a:chExt cx="131" cy="200"/>
            </a:xfrm>
          </p:grpSpPr>
          <p:sp>
            <p:nvSpPr>
              <p:cNvPr id="502218" name="Arc 458">
                <a:extLst>
                  <a:ext uri="{FF2B5EF4-FFF2-40B4-BE49-F238E27FC236}">
                    <a16:creationId xmlns:a16="http://schemas.microsoft.com/office/drawing/2014/main" id="{FB3B31B1-E15E-EE5B-6D33-491AA880887D}"/>
                  </a:ext>
                </a:extLst>
              </p:cNvPr>
              <p:cNvSpPr>
                <a:spLocks/>
              </p:cNvSpPr>
              <p:nvPr/>
            </p:nvSpPr>
            <p:spPr bwMode="blackWhite">
              <a:xfrm>
                <a:off x="2734" y="506"/>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02219" name="Arc 459">
                <a:extLst>
                  <a:ext uri="{FF2B5EF4-FFF2-40B4-BE49-F238E27FC236}">
                    <a16:creationId xmlns:a16="http://schemas.microsoft.com/office/drawing/2014/main" id="{3B9A3982-16B5-AFE7-DF4C-2E24801C978E}"/>
                  </a:ext>
                </a:extLst>
              </p:cNvPr>
              <p:cNvSpPr>
                <a:spLocks/>
              </p:cNvSpPr>
              <p:nvPr/>
            </p:nvSpPr>
            <p:spPr bwMode="blackWhite">
              <a:xfrm flipV="1">
                <a:off x="2734" y="600"/>
                <a:ext cx="131" cy="10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hlink"/>
              </a:solidFill>
              <a:ln>
                <a:noFill/>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grpSp>
        <p:sp>
          <p:nvSpPr>
            <p:cNvPr id="502220" name="Rectangle 460">
              <a:extLst>
                <a:ext uri="{FF2B5EF4-FFF2-40B4-BE49-F238E27FC236}">
                  <a16:creationId xmlns:a16="http://schemas.microsoft.com/office/drawing/2014/main" id="{900F9F67-C148-CB7A-0B75-5985E8C2E389}"/>
                </a:ext>
              </a:extLst>
            </p:cNvPr>
            <p:cNvSpPr>
              <a:spLocks noChangeArrowheads="1"/>
            </p:cNvSpPr>
            <p:nvPr/>
          </p:nvSpPr>
          <p:spPr bwMode="invGray">
            <a:xfrm>
              <a:off x="3351" y="3335"/>
              <a:ext cx="114" cy="13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ko-KR" sz="1428" i="1">
                  <a:solidFill>
                    <a:srgbClr val="000000"/>
                  </a:solidFill>
                  <a:latin typeface="Arial Black" panose="020B0A04020102020204" pitchFamily="34" charset="0"/>
                  <a:cs typeface="+mn-cs"/>
                </a:rPr>
                <a:t>5</a:t>
              </a:r>
            </a:p>
          </p:txBody>
        </p:sp>
      </p:grpSp>
      <p:grpSp>
        <p:nvGrpSpPr>
          <p:cNvPr id="60457" name="Group 461">
            <a:extLst>
              <a:ext uri="{FF2B5EF4-FFF2-40B4-BE49-F238E27FC236}">
                <a16:creationId xmlns:a16="http://schemas.microsoft.com/office/drawing/2014/main" id="{C4A33DBC-2928-DF8C-5F2A-AF7E4E876F57}"/>
              </a:ext>
            </a:extLst>
          </p:cNvPr>
          <p:cNvGrpSpPr>
            <a:grpSpLocks/>
          </p:cNvGrpSpPr>
          <p:nvPr/>
        </p:nvGrpSpPr>
        <p:grpSpPr bwMode="auto">
          <a:xfrm>
            <a:off x="5802313" y="3630613"/>
            <a:ext cx="212725" cy="200025"/>
            <a:chOff x="1211" y="812"/>
            <a:chExt cx="131" cy="124"/>
          </a:xfrm>
        </p:grpSpPr>
        <p:sp>
          <p:nvSpPr>
            <p:cNvPr id="502222" name="Oval 462">
              <a:extLst>
                <a:ext uri="{FF2B5EF4-FFF2-40B4-BE49-F238E27FC236}">
                  <a16:creationId xmlns:a16="http://schemas.microsoft.com/office/drawing/2014/main" id="{6C023ECF-1FFC-FDF7-6793-CD693DF29ACB}"/>
                </a:ext>
              </a:extLst>
            </p:cNvPr>
            <p:cNvSpPr>
              <a:spLocks noChangeArrowheads="1"/>
            </p:cNvSpPr>
            <p:nvPr/>
          </p:nvSpPr>
          <p:spPr bwMode="gray">
            <a:xfrm>
              <a:off x="1211" y="812"/>
              <a:ext cx="131" cy="124"/>
            </a:xfrm>
            <a:prstGeom prst="ellipse">
              <a:avLst/>
            </a:pr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23" name="Rectangle 463">
              <a:extLst>
                <a:ext uri="{FF2B5EF4-FFF2-40B4-BE49-F238E27FC236}">
                  <a16:creationId xmlns:a16="http://schemas.microsoft.com/office/drawing/2014/main" id="{EBFAD22A-49CC-5B7E-54DE-20D41E255BED}"/>
                </a:ext>
              </a:extLst>
            </p:cNvPr>
            <p:cNvSpPr>
              <a:spLocks noChangeArrowheads="1"/>
            </p:cNvSpPr>
            <p:nvPr>
              <p:custDataLst>
                <p:tags r:id="rId73"/>
              </p:custDataLst>
            </p:nvPr>
          </p:nvSpPr>
          <p:spPr bwMode="gray">
            <a:xfrm>
              <a:off x="1256" y="817"/>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FFFFFF"/>
                  </a:solidFill>
                  <a:cs typeface="+mn-cs"/>
                </a:rPr>
                <a:t>1</a:t>
              </a:r>
            </a:p>
          </p:txBody>
        </p:sp>
      </p:grpSp>
      <p:grpSp>
        <p:nvGrpSpPr>
          <p:cNvPr id="60458" name="Group 464">
            <a:extLst>
              <a:ext uri="{FF2B5EF4-FFF2-40B4-BE49-F238E27FC236}">
                <a16:creationId xmlns:a16="http://schemas.microsoft.com/office/drawing/2014/main" id="{EAE6ACE7-F411-28BA-FF50-501D8D7BA1BE}"/>
              </a:ext>
            </a:extLst>
          </p:cNvPr>
          <p:cNvGrpSpPr>
            <a:grpSpLocks/>
          </p:cNvGrpSpPr>
          <p:nvPr/>
        </p:nvGrpSpPr>
        <p:grpSpPr bwMode="auto">
          <a:xfrm>
            <a:off x="5802313" y="4103688"/>
            <a:ext cx="212725" cy="201612"/>
            <a:chOff x="1211" y="1105"/>
            <a:chExt cx="131" cy="124"/>
          </a:xfrm>
        </p:grpSpPr>
        <p:sp>
          <p:nvSpPr>
            <p:cNvPr id="502225" name="Oval 465">
              <a:extLst>
                <a:ext uri="{FF2B5EF4-FFF2-40B4-BE49-F238E27FC236}">
                  <a16:creationId xmlns:a16="http://schemas.microsoft.com/office/drawing/2014/main" id="{D5980D2F-EA20-428D-12D5-D41B8899DFEE}"/>
                </a:ext>
              </a:extLst>
            </p:cNvPr>
            <p:cNvSpPr>
              <a:spLocks noChangeArrowheads="1"/>
            </p:cNvSpPr>
            <p:nvPr/>
          </p:nvSpPr>
          <p:spPr bwMode="gray">
            <a:xfrm>
              <a:off x="1211" y="1105"/>
              <a:ext cx="131" cy="124"/>
            </a:xfrm>
            <a:prstGeom prst="ellipse">
              <a:avLst/>
            </a:pr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26" name="Rectangle 466">
              <a:extLst>
                <a:ext uri="{FF2B5EF4-FFF2-40B4-BE49-F238E27FC236}">
                  <a16:creationId xmlns:a16="http://schemas.microsoft.com/office/drawing/2014/main" id="{475C23DB-B95B-123C-C088-987D973F8025}"/>
                </a:ext>
              </a:extLst>
            </p:cNvPr>
            <p:cNvSpPr>
              <a:spLocks noChangeArrowheads="1"/>
            </p:cNvSpPr>
            <p:nvPr>
              <p:custDataLst>
                <p:tags r:id="rId72"/>
              </p:custDataLst>
            </p:nvPr>
          </p:nvSpPr>
          <p:spPr bwMode="gray">
            <a:xfrm>
              <a:off x="1256" y="1110"/>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FFFFFF"/>
                  </a:solidFill>
                  <a:cs typeface="+mn-cs"/>
                </a:rPr>
                <a:t>2</a:t>
              </a:r>
            </a:p>
          </p:txBody>
        </p:sp>
      </p:grpSp>
      <p:grpSp>
        <p:nvGrpSpPr>
          <p:cNvPr id="60459" name="Group 467">
            <a:extLst>
              <a:ext uri="{FF2B5EF4-FFF2-40B4-BE49-F238E27FC236}">
                <a16:creationId xmlns:a16="http://schemas.microsoft.com/office/drawing/2014/main" id="{2F1A59D7-FA23-1657-03BE-C8455E09B112}"/>
              </a:ext>
            </a:extLst>
          </p:cNvPr>
          <p:cNvGrpSpPr>
            <a:grpSpLocks/>
          </p:cNvGrpSpPr>
          <p:nvPr/>
        </p:nvGrpSpPr>
        <p:grpSpPr bwMode="auto">
          <a:xfrm>
            <a:off x="5802313" y="4579938"/>
            <a:ext cx="212725" cy="212725"/>
            <a:chOff x="1211" y="1399"/>
            <a:chExt cx="131" cy="131"/>
          </a:xfrm>
        </p:grpSpPr>
        <p:sp>
          <p:nvSpPr>
            <p:cNvPr id="502228" name="Oval 468">
              <a:extLst>
                <a:ext uri="{FF2B5EF4-FFF2-40B4-BE49-F238E27FC236}">
                  <a16:creationId xmlns:a16="http://schemas.microsoft.com/office/drawing/2014/main" id="{1DD554A3-09EC-35A7-1D65-963F53FC1EDC}"/>
                </a:ext>
              </a:extLst>
            </p:cNvPr>
            <p:cNvSpPr>
              <a:spLocks noChangeArrowheads="1"/>
            </p:cNvSpPr>
            <p:nvPr/>
          </p:nvSpPr>
          <p:spPr bwMode="gray">
            <a:xfrm>
              <a:off x="1211" y="1399"/>
              <a:ext cx="131" cy="124"/>
            </a:xfrm>
            <a:prstGeom prst="ellipse">
              <a:avLst/>
            </a:pr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29" name="Rectangle 469">
              <a:extLst>
                <a:ext uri="{FF2B5EF4-FFF2-40B4-BE49-F238E27FC236}">
                  <a16:creationId xmlns:a16="http://schemas.microsoft.com/office/drawing/2014/main" id="{5F301D8A-501B-746E-6C19-973EE89923D1}"/>
                </a:ext>
              </a:extLst>
            </p:cNvPr>
            <p:cNvSpPr>
              <a:spLocks noChangeArrowheads="1"/>
            </p:cNvSpPr>
            <p:nvPr>
              <p:custDataLst>
                <p:tags r:id="rId71"/>
              </p:custDataLst>
            </p:nvPr>
          </p:nvSpPr>
          <p:spPr bwMode="gray">
            <a:xfrm>
              <a:off x="1256" y="1411"/>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FFFFFF"/>
                  </a:solidFill>
                  <a:cs typeface="+mn-cs"/>
                </a:rPr>
                <a:t>3</a:t>
              </a:r>
            </a:p>
          </p:txBody>
        </p:sp>
      </p:grpSp>
      <p:grpSp>
        <p:nvGrpSpPr>
          <p:cNvPr id="60460" name="Group 470">
            <a:extLst>
              <a:ext uri="{FF2B5EF4-FFF2-40B4-BE49-F238E27FC236}">
                <a16:creationId xmlns:a16="http://schemas.microsoft.com/office/drawing/2014/main" id="{7B60CC33-7378-46C1-FD1D-98AF5793DF0E}"/>
              </a:ext>
            </a:extLst>
          </p:cNvPr>
          <p:cNvGrpSpPr>
            <a:grpSpLocks/>
          </p:cNvGrpSpPr>
          <p:nvPr/>
        </p:nvGrpSpPr>
        <p:grpSpPr bwMode="auto">
          <a:xfrm>
            <a:off x="5802313" y="5548313"/>
            <a:ext cx="212725" cy="200025"/>
            <a:chOff x="1211" y="1996"/>
            <a:chExt cx="131" cy="124"/>
          </a:xfrm>
        </p:grpSpPr>
        <p:sp>
          <p:nvSpPr>
            <p:cNvPr id="502231" name="Oval 471">
              <a:extLst>
                <a:ext uri="{FF2B5EF4-FFF2-40B4-BE49-F238E27FC236}">
                  <a16:creationId xmlns:a16="http://schemas.microsoft.com/office/drawing/2014/main" id="{61816B91-6863-2459-5F96-086B64400D40}"/>
                </a:ext>
              </a:extLst>
            </p:cNvPr>
            <p:cNvSpPr>
              <a:spLocks noChangeArrowheads="1"/>
            </p:cNvSpPr>
            <p:nvPr/>
          </p:nvSpPr>
          <p:spPr bwMode="gray">
            <a:xfrm>
              <a:off x="1211" y="1996"/>
              <a:ext cx="131" cy="124"/>
            </a:xfrm>
            <a:prstGeom prst="ellipse">
              <a:avLst/>
            </a:pr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32" name="Rectangle 472">
              <a:extLst>
                <a:ext uri="{FF2B5EF4-FFF2-40B4-BE49-F238E27FC236}">
                  <a16:creationId xmlns:a16="http://schemas.microsoft.com/office/drawing/2014/main" id="{3CE51A6C-5C99-E0FA-180F-56949FA42577}"/>
                </a:ext>
              </a:extLst>
            </p:cNvPr>
            <p:cNvSpPr>
              <a:spLocks noChangeArrowheads="1"/>
            </p:cNvSpPr>
            <p:nvPr>
              <p:custDataLst>
                <p:tags r:id="rId70"/>
              </p:custDataLst>
            </p:nvPr>
          </p:nvSpPr>
          <p:spPr bwMode="gray">
            <a:xfrm>
              <a:off x="1256" y="2001"/>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FFFFFF"/>
                  </a:solidFill>
                  <a:cs typeface="+mn-cs"/>
                </a:rPr>
                <a:t>5</a:t>
              </a:r>
            </a:p>
          </p:txBody>
        </p:sp>
      </p:grpSp>
      <p:grpSp>
        <p:nvGrpSpPr>
          <p:cNvPr id="60461" name="Group 473">
            <a:extLst>
              <a:ext uri="{FF2B5EF4-FFF2-40B4-BE49-F238E27FC236}">
                <a16:creationId xmlns:a16="http://schemas.microsoft.com/office/drawing/2014/main" id="{EBB4907C-ED01-F40A-D28C-7CC600DA0831}"/>
              </a:ext>
            </a:extLst>
          </p:cNvPr>
          <p:cNvGrpSpPr>
            <a:grpSpLocks/>
          </p:cNvGrpSpPr>
          <p:nvPr/>
        </p:nvGrpSpPr>
        <p:grpSpPr bwMode="auto">
          <a:xfrm>
            <a:off x="5802313" y="5072063"/>
            <a:ext cx="212725" cy="200025"/>
            <a:chOff x="1211" y="1702"/>
            <a:chExt cx="131" cy="124"/>
          </a:xfrm>
        </p:grpSpPr>
        <p:sp>
          <p:nvSpPr>
            <p:cNvPr id="502234" name="Oval 474">
              <a:extLst>
                <a:ext uri="{FF2B5EF4-FFF2-40B4-BE49-F238E27FC236}">
                  <a16:creationId xmlns:a16="http://schemas.microsoft.com/office/drawing/2014/main" id="{E8A47838-C9BD-E69E-F963-58C168FA9FD9}"/>
                </a:ext>
              </a:extLst>
            </p:cNvPr>
            <p:cNvSpPr>
              <a:spLocks noChangeArrowheads="1"/>
            </p:cNvSpPr>
            <p:nvPr/>
          </p:nvSpPr>
          <p:spPr bwMode="gray">
            <a:xfrm>
              <a:off x="1211" y="1702"/>
              <a:ext cx="131" cy="124"/>
            </a:xfrm>
            <a:prstGeom prst="ellipse">
              <a:avLst/>
            </a:prstGeom>
            <a:solidFill>
              <a:schemeClr val="folHlink"/>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35" name="Rectangle 475">
              <a:extLst>
                <a:ext uri="{FF2B5EF4-FFF2-40B4-BE49-F238E27FC236}">
                  <a16:creationId xmlns:a16="http://schemas.microsoft.com/office/drawing/2014/main" id="{4F9D8DDF-21E4-FA52-55BE-7146D852B23B}"/>
                </a:ext>
              </a:extLst>
            </p:cNvPr>
            <p:cNvSpPr>
              <a:spLocks noChangeArrowheads="1"/>
            </p:cNvSpPr>
            <p:nvPr>
              <p:custDataLst>
                <p:tags r:id="rId69"/>
              </p:custDataLst>
            </p:nvPr>
          </p:nvSpPr>
          <p:spPr bwMode="gray">
            <a:xfrm>
              <a:off x="1256" y="1707"/>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FFFFFF"/>
                  </a:solidFill>
                  <a:cs typeface="+mn-cs"/>
                </a:rPr>
                <a:t>4</a:t>
              </a:r>
            </a:p>
          </p:txBody>
        </p:sp>
      </p:grpSp>
      <p:grpSp>
        <p:nvGrpSpPr>
          <p:cNvPr id="60462" name="Group 476">
            <a:extLst>
              <a:ext uri="{FF2B5EF4-FFF2-40B4-BE49-F238E27FC236}">
                <a16:creationId xmlns:a16="http://schemas.microsoft.com/office/drawing/2014/main" id="{FEE898B6-3173-ABD5-1DD8-CF9227D31677}"/>
              </a:ext>
            </a:extLst>
          </p:cNvPr>
          <p:cNvGrpSpPr>
            <a:grpSpLocks/>
          </p:cNvGrpSpPr>
          <p:nvPr/>
        </p:nvGrpSpPr>
        <p:grpSpPr bwMode="auto">
          <a:xfrm>
            <a:off x="3517900" y="3265488"/>
            <a:ext cx="1423988" cy="2055812"/>
            <a:chOff x="3340" y="1487"/>
            <a:chExt cx="879" cy="1269"/>
          </a:xfrm>
        </p:grpSpPr>
        <p:sp>
          <p:nvSpPr>
            <p:cNvPr id="502237" name="Rectangle 477">
              <a:extLst>
                <a:ext uri="{FF2B5EF4-FFF2-40B4-BE49-F238E27FC236}">
                  <a16:creationId xmlns:a16="http://schemas.microsoft.com/office/drawing/2014/main" id="{7106E4F0-00A4-1503-1D67-C0B16AE3DA48}"/>
                </a:ext>
              </a:extLst>
            </p:cNvPr>
            <p:cNvSpPr>
              <a:spLocks noChangeArrowheads="1"/>
            </p:cNvSpPr>
            <p:nvPr>
              <p:custDataLst>
                <p:tags r:id="rId67"/>
              </p:custDataLst>
            </p:nvPr>
          </p:nvSpPr>
          <p:spPr bwMode="auto">
            <a:xfrm>
              <a:off x="3969" y="2118"/>
              <a:ext cx="250" cy="435"/>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4489">
                  <a:solidFill>
                    <a:srgbClr val="000000"/>
                  </a:solidFill>
                  <a:latin typeface="Wingdings" panose="05000000000000000000" pitchFamily="2" charset="2"/>
                  <a:cs typeface="+mn-cs"/>
                </a:rPr>
                <a:t>ü</a:t>
              </a:r>
              <a:endParaRPr lang="en-US" altLang="ko-KR" sz="1632">
                <a:solidFill>
                  <a:srgbClr val="000000"/>
                </a:solidFill>
                <a:latin typeface="Wingdings" panose="05000000000000000000" pitchFamily="2" charset="2"/>
                <a:cs typeface="+mn-cs"/>
              </a:endParaRPr>
            </a:p>
          </p:txBody>
        </p:sp>
        <p:sp>
          <p:nvSpPr>
            <p:cNvPr id="502238" name="Rectangle 478">
              <a:extLst>
                <a:ext uri="{FF2B5EF4-FFF2-40B4-BE49-F238E27FC236}">
                  <a16:creationId xmlns:a16="http://schemas.microsoft.com/office/drawing/2014/main" id="{65F11583-3C90-12D7-3B32-C72106C5AF65}"/>
                </a:ext>
              </a:extLst>
            </p:cNvPr>
            <p:cNvSpPr>
              <a:spLocks noChangeArrowheads="1"/>
            </p:cNvSpPr>
            <p:nvPr>
              <p:custDataLst>
                <p:tags r:id="rId68"/>
              </p:custDataLst>
            </p:nvPr>
          </p:nvSpPr>
          <p:spPr bwMode="auto">
            <a:xfrm>
              <a:off x="3678" y="1487"/>
              <a:ext cx="250" cy="475"/>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defTabSz="913526" eaLnBrk="1" hangingPunct="1">
                <a:defRPr/>
              </a:pPr>
              <a:r>
                <a:rPr lang="en-US" altLang="ko-KR" sz="4897">
                  <a:solidFill>
                    <a:srgbClr val="000000"/>
                  </a:solidFill>
                  <a:latin typeface="Wingdings" panose="05000000000000000000" pitchFamily="2" charset="2"/>
                  <a:cs typeface="+mn-cs"/>
                </a:rPr>
                <a:t>û</a:t>
              </a:r>
              <a:endParaRPr lang="en-US" altLang="ko-KR" sz="1632">
                <a:solidFill>
                  <a:srgbClr val="000000"/>
                </a:solidFill>
                <a:latin typeface="Wingdings" panose="05000000000000000000" pitchFamily="2" charset="2"/>
                <a:cs typeface="+mn-cs"/>
              </a:endParaRPr>
            </a:p>
          </p:txBody>
        </p:sp>
        <p:sp>
          <p:nvSpPr>
            <p:cNvPr id="502239" name="Freeform 479">
              <a:extLst>
                <a:ext uri="{FF2B5EF4-FFF2-40B4-BE49-F238E27FC236}">
                  <a16:creationId xmlns:a16="http://schemas.microsoft.com/office/drawing/2014/main" id="{881E8A6B-7365-A751-E4B2-1AAF191AD146}"/>
                </a:ext>
              </a:extLst>
            </p:cNvPr>
            <p:cNvSpPr>
              <a:spLocks/>
            </p:cNvSpPr>
            <p:nvPr/>
          </p:nvSpPr>
          <p:spPr bwMode="auto">
            <a:xfrm>
              <a:off x="4032" y="2464"/>
              <a:ext cx="122" cy="292"/>
            </a:xfrm>
            <a:custGeom>
              <a:avLst/>
              <a:gdLst>
                <a:gd name="T0" fmla="*/ 140 w 200"/>
                <a:gd name="T1" fmla="*/ 0 h 754"/>
                <a:gd name="T2" fmla="*/ 0 w 200"/>
                <a:gd name="T3" fmla="*/ 448 h 754"/>
                <a:gd name="T4" fmla="*/ 119 w 200"/>
                <a:gd name="T5" fmla="*/ 377 h 754"/>
                <a:gd name="T6" fmla="*/ 41 w 200"/>
                <a:gd name="T7" fmla="*/ 754 h 754"/>
                <a:gd name="T8" fmla="*/ 200 w 200"/>
                <a:gd name="T9" fmla="*/ 280 h 754"/>
                <a:gd name="T10" fmla="*/ 84 w 200"/>
                <a:gd name="T11" fmla="*/ 342 h 754"/>
                <a:gd name="T12" fmla="*/ 140 w 200"/>
                <a:gd name="T13" fmla="*/ 0 h 754"/>
              </a:gdLst>
              <a:ahLst/>
              <a:cxnLst>
                <a:cxn ang="0">
                  <a:pos x="T0" y="T1"/>
                </a:cxn>
                <a:cxn ang="0">
                  <a:pos x="T2" y="T3"/>
                </a:cxn>
                <a:cxn ang="0">
                  <a:pos x="T4" y="T5"/>
                </a:cxn>
                <a:cxn ang="0">
                  <a:pos x="T6" y="T7"/>
                </a:cxn>
                <a:cxn ang="0">
                  <a:pos x="T8" y="T9"/>
                </a:cxn>
                <a:cxn ang="0">
                  <a:pos x="T10" y="T11"/>
                </a:cxn>
                <a:cxn ang="0">
                  <a:pos x="T12" y="T13"/>
                </a:cxn>
              </a:cxnLst>
              <a:rect l="0" t="0" r="r" b="b"/>
              <a:pathLst>
                <a:path w="200" h="754">
                  <a:moveTo>
                    <a:pt x="140" y="0"/>
                  </a:moveTo>
                  <a:lnTo>
                    <a:pt x="0" y="448"/>
                  </a:lnTo>
                  <a:lnTo>
                    <a:pt x="119" y="377"/>
                  </a:lnTo>
                  <a:lnTo>
                    <a:pt x="41" y="754"/>
                  </a:lnTo>
                  <a:lnTo>
                    <a:pt x="200" y="280"/>
                  </a:lnTo>
                  <a:lnTo>
                    <a:pt x="84" y="342"/>
                  </a:lnTo>
                  <a:lnTo>
                    <a:pt x="140" y="0"/>
                  </a:lnTo>
                  <a:close/>
                </a:path>
              </a:pathLst>
            </a:custGeom>
            <a:solidFill>
              <a:schemeClr val="tx1"/>
            </a:solidFill>
            <a:ln w="9525" cap="flat" cmpd="sng">
              <a:solidFill>
                <a:schemeClr val="tx1"/>
              </a:solidFill>
              <a:prstDash val="solid"/>
              <a:round/>
              <a:headEnd type="none" w="med" len="med"/>
              <a:tailEnd type="none" w="med" len="med"/>
            </a:ln>
            <a:effectLst/>
          </p:spPr>
          <p:txBody>
            <a:bodyPr wrap="none" anchor="ctr"/>
            <a:lstStyle/>
            <a:p>
              <a:pPr defTabSz="932962" eaLnBrk="1" hangingPunct="1">
                <a:defRPr/>
              </a:pPr>
              <a:endParaRPr lang="ko-KR" altLang="en-US" sz="1632">
                <a:solidFill>
                  <a:srgbClr val="000000"/>
                </a:solidFill>
                <a:cs typeface="+mn-cs"/>
              </a:endParaRPr>
            </a:p>
          </p:txBody>
        </p:sp>
        <p:grpSp>
          <p:nvGrpSpPr>
            <p:cNvPr id="60553" name="Group 480">
              <a:extLst>
                <a:ext uri="{FF2B5EF4-FFF2-40B4-BE49-F238E27FC236}">
                  <a16:creationId xmlns:a16="http://schemas.microsoft.com/office/drawing/2014/main" id="{7C44DE70-D738-9DDF-0CAE-EDA0C1CD7121}"/>
                </a:ext>
              </a:extLst>
            </p:cNvPr>
            <p:cNvGrpSpPr>
              <a:grpSpLocks/>
            </p:cNvGrpSpPr>
            <p:nvPr/>
          </p:nvGrpSpPr>
          <p:grpSpPr bwMode="auto">
            <a:xfrm>
              <a:off x="3370" y="1955"/>
              <a:ext cx="214" cy="212"/>
              <a:chOff x="4370" y="4275"/>
              <a:chExt cx="256" cy="238"/>
            </a:xfrm>
          </p:grpSpPr>
          <p:pic>
            <p:nvPicPr>
              <p:cNvPr id="60563" name="Picture 481">
                <a:extLst>
                  <a:ext uri="{FF2B5EF4-FFF2-40B4-BE49-F238E27FC236}">
                    <a16:creationId xmlns:a16="http://schemas.microsoft.com/office/drawing/2014/main" id="{5986F183-F076-8860-D632-E2DA637A00F0}"/>
                  </a:ext>
                </a:extLst>
              </p:cNvPr>
              <p:cNvPicPr>
                <a:picLocks noChangeAspect="1" noChangeArrowheads="1"/>
              </p:cNvPicPr>
              <p:nvPr/>
            </p:nvPicPr>
            <p:blipFill>
              <a:blip r:embed="rId88">
                <a:extLst>
                  <a:ext uri="{28A0092B-C50C-407E-A947-70E740481C1C}">
                    <a14:useLocalDpi xmlns:a14="http://schemas.microsoft.com/office/drawing/2010/main" val="0"/>
                  </a:ext>
                </a:extLst>
              </a:blip>
              <a:srcRect l="5647" t="25926" r="80922" b="48413"/>
              <a:stretch>
                <a:fillRect/>
              </a:stretch>
            </p:blipFill>
            <p:spPr bwMode="auto">
              <a:xfrm>
                <a:off x="4409" y="4308"/>
                <a:ext cx="195"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2242" name="Freeform 482">
                <a:extLst>
                  <a:ext uri="{FF2B5EF4-FFF2-40B4-BE49-F238E27FC236}">
                    <a16:creationId xmlns:a16="http://schemas.microsoft.com/office/drawing/2014/main" id="{F5CD05E1-E2B0-13AD-AB17-5EB88314ED85}"/>
                  </a:ext>
                </a:extLst>
              </p:cNvPr>
              <p:cNvSpPr>
                <a:spLocks/>
              </p:cNvSpPr>
              <p:nvPr/>
            </p:nvSpPr>
            <p:spPr bwMode="auto">
              <a:xfrm>
                <a:off x="4502" y="4275"/>
                <a:ext cx="124" cy="220"/>
              </a:xfrm>
              <a:custGeom>
                <a:avLst/>
                <a:gdLst>
                  <a:gd name="T0" fmla="*/ 0 w 137"/>
                  <a:gd name="T1" fmla="*/ 0 h 220"/>
                  <a:gd name="T2" fmla="*/ 137 w 137"/>
                  <a:gd name="T3" fmla="*/ 220 h 220"/>
                  <a:gd name="T4" fmla="*/ 137 w 137"/>
                  <a:gd name="T5" fmla="*/ 0 h 220"/>
                  <a:gd name="T6" fmla="*/ 0 w 137"/>
                  <a:gd name="T7" fmla="*/ 0 h 220"/>
                </a:gdLst>
                <a:ahLst/>
                <a:cxnLst>
                  <a:cxn ang="0">
                    <a:pos x="T0" y="T1"/>
                  </a:cxn>
                  <a:cxn ang="0">
                    <a:pos x="T2" y="T3"/>
                  </a:cxn>
                  <a:cxn ang="0">
                    <a:pos x="T4" y="T5"/>
                  </a:cxn>
                  <a:cxn ang="0">
                    <a:pos x="T6" y="T7"/>
                  </a:cxn>
                </a:cxnLst>
                <a:rect l="0" t="0" r="r" b="b"/>
                <a:pathLst>
                  <a:path w="137" h="220">
                    <a:moveTo>
                      <a:pt x="0" y="0"/>
                    </a:moveTo>
                    <a:lnTo>
                      <a:pt x="137" y="220"/>
                    </a:lnTo>
                    <a:lnTo>
                      <a:pt x="137" y="0"/>
                    </a:lnTo>
                    <a:lnTo>
                      <a:pt x="0" y="0"/>
                    </a:lnTo>
                    <a:close/>
                  </a:path>
                </a:pathLst>
              </a:custGeom>
              <a:solidFill>
                <a:schemeClr val="accent1"/>
              </a:solidFill>
              <a:ln>
                <a:noFill/>
              </a:ln>
              <a:effectLst/>
            </p:spPr>
            <p:txBody>
              <a:bodyPr wrap="none" anchor="ctr"/>
              <a:lstStyle/>
              <a:p>
                <a:pPr defTabSz="932962" eaLnBrk="1" hangingPunct="1">
                  <a:defRPr/>
                </a:pPr>
                <a:endParaRPr lang="ko-KR" altLang="en-US" sz="1632">
                  <a:solidFill>
                    <a:srgbClr val="000000"/>
                  </a:solidFill>
                  <a:cs typeface="+mn-cs"/>
                </a:endParaRPr>
              </a:p>
            </p:txBody>
          </p:sp>
          <p:sp>
            <p:nvSpPr>
              <p:cNvPr id="502243" name="Freeform 483">
                <a:extLst>
                  <a:ext uri="{FF2B5EF4-FFF2-40B4-BE49-F238E27FC236}">
                    <a16:creationId xmlns:a16="http://schemas.microsoft.com/office/drawing/2014/main" id="{1859DADB-D64F-8AE9-235E-EE4ED6F02441}"/>
                  </a:ext>
                </a:extLst>
              </p:cNvPr>
              <p:cNvSpPr>
                <a:spLocks/>
              </p:cNvSpPr>
              <p:nvPr/>
            </p:nvSpPr>
            <p:spPr bwMode="auto">
              <a:xfrm>
                <a:off x="4370" y="4275"/>
                <a:ext cx="127" cy="238"/>
              </a:xfrm>
              <a:custGeom>
                <a:avLst/>
                <a:gdLst>
                  <a:gd name="T0" fmla="*/ 127 w 127"/>
                  <a:gd name="T1" fmla="*/ 0 h 238"/>
                  <a:gd name="T2" fmla="*/ 0 w 127"/>
                  <a:gd name="T3" fmla="*/ 238 h 238"/>
                  <a:gd name="T4" fmla="*/ 2 w 127"/>
                  <a:gd name="T5" fmla="*/ 0 h 238"/>
                  <a:gd name="T6" fmla="*/ 127 w 127"/>
                  <a:gd name="T7" fmla="*/ 0 h 238"/>
                </a:gdLst>
                <a:ahLst/>
                <a:cxnLst>
                  <a:cxn ang="0">
                    <a:pos x="T0" y="T1"/>
                  </a:cxn>
                  <a:cxn ang="0">
                    <a:pos x="T2" y="T3"/>
                  </a:cxn>
                  <a:cxn ang="0">
                    <a:pos x="T4" y="T5"/>
                  </a:cxn>
                  <a:cxn ang="0">
                    <a:pos x="T6" y="T7"/>
                  </a:cxn>
                </a:cxnLst>
                <a:rect l="0" t="0" r="r" b="b"/>
                <a:pathLst>
                  <a:path w="127" h="238">
                    <a:moveTo>
                      <a:pt x="127" y="0"/>
                    </a:moveTo>
                    <a:lnTo>
                      <a:pt x="0" y="238"/>
                    </a:lnTo>
                    <a:lnTo>
                      <a:pt x="2" y="0"/>
                    </a:lnTo>
                    <a:lnTo>
                      <a:pt x="127" y="0"/>
                    </a:lnTo>
                    <a:close/>
                  </a:path>
                </a:pathLst>
              </a:custGeom>
              <a:solidFill>
                <a:schemeClr val="accent1"/>
              </a:solidFill>
              <a:ln>
                <a:noFill/>
              </a:ln>
              <a:effectLst/>
            </p:spPr>
            <p:txBody>
              <a:bodyPr wrap="none" anchor="ctr"/>
              <a:lstStyle/>
              <a:p>
                <a:pPr defTabSz="932962" eaLnBrk="1" hangingPunct="1">
                  <a:defRPr/>
                </a:pPr>
                <a:endParaRPr lang="ko-KR" altLang="en-US" sz="1632">
                  <a:solidFill>
                    <a:srgbClr val="000000"/>
                  </a:solidFill>
                  <a:cs typeface="+mn-cs"/>
                </a:endParaRPr>
              </a:p>
            </p:txBody>
          </p:sp>
        </p:grpSp>
        <p:pic>
          <p:nvPicPr>
            <p:cNvPr id="60554" name="Picture 484" descr="Click To Preview">
              <a:extLst>
                <a:ext uri="{FF2B5EF4-FFF2-40B4-BE49-F238E27FC236}">
                  <a16:creationId xmlns:a16="http://schemas.microsoft.com/office/drawing/2014/main" id="{C745EEB4-EF55-E08C-5CDC-872B043FE5F8}"/>
                </a:ext>
              </a:extLst>
            </p:cNvPr>
            <p:cNvPicPr>
              <a:picLocks noChangeAspect="1" noChangeArrowheads="1"/>
            </p:cNvPicPr>
            <p:nvPr/>
          </p:nvPicPr>
          <p:blipFill>
            <a:blip r:embed="rId89">
              <a:extLst>
                <a:ext uri="{28A0092B-C50C-407E-A947-70E740481C1C}">
                  <a14:useLocalDpi xmlns:a14="http://schemas.microsoft.com/office/drawing/2010/main" val="0"/>
                </a:ext>
              </a:extLst>
            </a:blip>
            <a:srcRect b="7292"/>
            <a:stretch>
              <a:fillRect/>
            </a:stretch>
          </p:blipFill>
          <p:spPr bwMode="auto">
            <a:xfrm>
              <a:off x="3692" y="1876"/>
              <a:ext cx="202"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555" name="Group 485">
              <a:extLst>
                <a:ext uri="{FF2B5EF4-FFF2-40B4-BE49-F238E27FC236}">
                  <a16:creationId xmlns:a16="http://schemas.microsoft.com/office/drawing/2014/main" id="{84F87DA1-7026-9D78-2137-C65A2F9D12CB}"/>
                </a:ext>
              </a:extLst>
            </p:cNvPr>
            <p:cNvGrpSpPr>
              <a:grpSpLocks/>
            </p:cNvGrpSpPr>
            <p:nvPr/>
          </p:nvGrpSpPr>
          <p:grpSpPr bwMode="auto">
            <a:xfrm>
              <a:off x="3340" y="1573"/>
              <a:ext cx="242" cy="293"/>
              <a:chOff x="2381" y="1502"/>
              <a:chExt cx="1983" cy="2224"/>
            </a:xfrm>
          </p:grpSpPr>
          <p:sp>
            <p:nvSpPr>
              <p:cNvPr id="502246" name="Freeform 486">
                <a:extLst>
                  <a:ext uri="{FF2B5EF4-FFF2-40B4-BE49-F238E27FC236}">
                    <a16:creationId xmlns:a16="http://schemas.microsoft.com/office/drawing/2014/main" id="{B8F9024D-DF22-150A-349E-11C00F685774}"/>
                  </a:ext>
                </a:extLst>
              </p:cNvPr>
              <p:cNvSpPr>
                <a:spLocks/>
              </p:cNvSpPr>
              <p:nvPr/>
            </p:nvSpPr>
            <p:spPr bwMode="auto">
              <a:xfrm>
                <a:off x="2526" y="1504"/>
                <a:ext cx="1654" cy="1421"/>
              </a:xfrm>
              <a:custGeom>
                <a:avLst/>
                <a:gdLst>
                  <a:gd name="T0" fmla="*/ 983 w 1553"/>
                  <a:gd name="T1" fmla="*/ 584 h 753"/>
                  <a:gd name="T2" fmla="*/ 1417 w 1553"/>
                  <a:gd name="T3" fmla="*/ 541 h 753"/>
                  <a:gd name="T4" fmla="*/ 1552 w 1553"/>
                  <a:gd name="T5" fmla="*/ 150 h 753"/>
                  <a:gd name="T6" fmla="*/ 1447 w 1553"/>
                  <a:gd name="T7" fmla="*/ 227 h 753"/>
                  <a:gd name="T8" fmla="*/ 1398 w 1553"/>
                  <a:gd name="T9" fmla="*/ 186 h 753"/>
                  <a:gd name="T10" fmla="*/ 1347 w 1553"/>
                  <a:gd name="T11" fmla="*/ 149 h 753"/>
                  <a:gd name="T12" fmla="*/ 1294 w 1553"/>
                  <a:gd name="T13" fmla="*/ 116 h 753"/>
                  <a:gd name="T14" fmla="*/ 1238 w 1553"/>
                  <a:gd name="T15" fmla="*/ 87 h 753"/>
                  <a:gd name="T16" fmla="*/ 1181 w 1553"/>
                  <a:gd name="T17" fmla="*/ 61 h 753"/>
                  <a:gd name="T18" fmla="*/ 1122 w 1553"/>
                  <a:gd name="T19" fmla="*/ 41 h 753"/>
                  <a:gd name="T20" fmla="*/ 1060 w 1553"/>
                  <a:gd name="T21" fmla="*/ 23 h 753"/>
                  <a:gd name="T22" fmla="*/ 999 w 1553"/>
                  <a:gd name="T23" fmla="*/ 12 h 753"/>
                  <a:gd name="T24" fmla="*/ 936 w 1553"/>
                  <a:gd name="T25" fmla="*/ 4 h 753"/>
                  <a:gd name="T26" fmla="*/ 873 w 1553"/>
                  <a:gd name="T27" fmla="*/ 0 h 753"/>
                  <a:gd name="T28" fmla="*/ 810 w 1553"/>
                  <a:gd name="T29" fmla="*/ 2 h 753"/>
                  <a:gd name="T30" fmla="*/ 748 w 1553"/>
                  <a:gd name="T31" fmla="*/ 8 h 753"/>
                  <a:gd name="T32" fmla="*/ 685 w 1553"/>
                  <a:gd name="T33" fmla="*/ 19 h 753"/>
                  <a:gd name="T34" fmla="*/ 624 w 1553"/>
                  <a:gd name="T35" fmla="*/ 34 h 753"/>
                  <a:gd name="T36" fmla="*/ 564 w 1553"/>
                  <a:gd name="T37" fmla="*/ 53 h 753"/>
                  <a:gd name="T38" fmla="*/ 506 w 1553"/>
                  <a:gd name="T39" fmla="*/ 76 h 753"/>
                  <a:gd name="T40" fmla="*/ 449 w 1553"/>
                  <a:gd name="T41" fmla="*/ 104 h 753"/>
                  <a:gd name="T42" fmla="*/ 395 w 1553"/>
                  <a:gd name="T43" fmla="*/ 137 h 753"/>
                  <a:gd name="T44" fmla="*/ 342 w 1553"/>
                  <a:gd name="T45" fmla="*/ 172 h 753"/>
                  <a:gd name="T46" fmla="*/ 294 w 1553"/>
                  <a:gd name="T47" fmla="*/ 212 h 753"/>
                  <a:gd name="T48" fmla="*/ 248 w 1553"/>
                  <a:gd name="T49" fmla="*/ 254 h 753"/>
                  <a:gd name="T50" fmla="*/ 205 w 1553"/>
                  <a:gd name="T51" fmla="*/ 301 h 753"/>
                  <a:gd name="T52" fmla="*/ 165 w 1553"/>
                  <a:gd name="T53" fmla="*/ 350 h 753"/>
                  <a:gd name="T54" fmla="*/ 130 w 1553"/>
                  <a:gd name="T55" fmla="*/ 401 h 753"/>
                  <a:gd name="T56" fmla="*/ 98 w 1553"/>
                  <a:gd name="T57" fmla="*/ 456 h 753"/>
                  <a:gd name="T58" fmla="*/ 71 w 1553"/>
                  <a:gd name="T59" fmla="*/ 512 h 753"/>
                  <a:gd name="T60" fmla="*/ 46 w 1553"/>
                  <a:gd name="T61" fmla="*/ 570 h 753"/>
                  <a:gd name="T62" fmla="*/ 27 w 1553"/>
                  <a:gd name="T63" fmla="*/ 631 h 753"/>
                  <a:gd name="T64" fmla="*/ 11 w 1553"/>
                  <a:gd name="T65" fmla="*/ 692 h 753"/>
                  <a:gd name="T66" fmla="*/ 0 w 1553"/>
                  <a:gd name="T67" fmla="*/ 752 h 753"/>
                  <a:gd name="T68" fmla="*/ 222 w 1553"/>
                  <a:gd name="T69" fmla="*/ 608 h 753"/>
                  <a:gd name="T70" fmla="*/ 440 w 1553"/>
                  <a:gd name="T71" fmla="*/ 749 h 753"/>
                  <a:gd name="T72" fmla="*/ 455 w 1553"/>
                  <a:gd name="T73" fmla="*/ 710 h 753"/>
                  <a:gd name="T74" fmla="*/ 474 w 1553"/>
                  <a:gd name="T75" fmla="*/ 670 h 753"/>
                  <a:gd name="T76" fmla="*/ 498 w 1553"/>
                  <a:gd name="T77" fmla="*/ 632 h 753"/>
                  <a:gd name="T78" fmla="*/ 525 w 1553"/>
                  <a:gd name="T79" fmla="*/ 596 h 753"/>
                  <a:gd name="T80" fmla="*/ 556 w 1553"/>
                  <a:gd name="T81" fmla="*/ 563 h 753"/>
                  <a:gd name="T82" fmla="*/ 589 w 1553"/>
                  <a:gd name="T83" fmla="*/ 533 h 753"/>
                  <a:gd name="T84" fmla="*/ 626 w 1553"/>
                  <a:gd name="T85" fmla="*/ 507 h 753"/>
                  <a:gd name="T86" fmla="*/ 665 w 1553"/>
                  <a:gd name="T87" fmla="*/ 485 h 753"/>
                  <a:gd name="T88" fmla="*/ 706 w 1553"/>
                  <a:gd name="T89" fmla="*/ 467 h 753"/>
                  <a:gd name="T90" fmla="*/ 749 w 1553"/>
                  <a:gd name="T91" fmla="*/ 453 h 753"/>
                  <a:gd name="T92" fmla="*/ 793 w 1553"/>
                  <a:gd name="T93" fmla="*/ 443 h 753"/>
                  <a:gd name="T94" fmla="*/ 837 w 1553"/>
                  <a:gd name="T95" fmla="*/ 438 h 753"/>
                  <a:gd name="T96" fmla="*/ 882 w 1553"/>
                  <a:gd name="T97" fmla="*/ 438 h 753"/>
                  <a:gd name="T98" fmla="*/ 927 w 1553"/>
                  <a:gd name="T99" fmla="*/ 442 h 753"/>
                  <a:gd name="T100" fmla="*/ 971 w 1553"/>
                  <a:gd name="T101" fmla="*/ 450 h 753"/>
                  <a:gd name="T102" fmla="*/ 1014 w 1553"/>
                  <a:gd name="T103" fmla="*/ 464 h 753"/>
                  <a:gd name="T104" fmla="*/ 1055 w 1553"/>
                  <a:gd name="T105" fmla="*/ 480 h 753"/>
                  <a:gd name="T106" fmla="*/ 1095 w 1553"/>
                  <a:gd name="T107" fmla="*/ 502 h 753"/>
                  <a:gd name="T108" fmla="*/ 983 w 1553"/>
                  <a:gd name="T109" fmla="*/ 584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3" h="753">
                    <a:moveTo>
                      <a:pt x="983" y="584"/>
                    </a:moveTo>
                    <a:lnTo>
                      <a:pt x="1417" y="541"/>
                    </a:lnTo>
                    <a:lnTo>
                      <a:pt x="1552" y="150"/>
                    </a:lnTo>
                    <a:lnTo>
                      <a:pt x="1447" y="227"/>
                    </a:lnTo>
                    <a:lnTo>
                      <a:pt x="1398" y="186"/>
                    </a:lnTo>
                    <a:lnTo>
                      <a:pt x="1347" y="149"/>
                    </a:lnTo>
                    <a:lnTo>
                      <a:pt x="1294" y="116"/>
                    </a:lnTo>
                    <a:lnTo>
                      <a:pt x="1238" y="87"/>
                    </a:lnTo>
                    <a:lnTo>
                      <a:pt x="1181" y="61"/>
                    </a:lnTo>
                    <a:lnTo>
                      <a:pt x="1122" y="41"/>
                    </a:lnTo>
                    <a:lnTo>
                      <a:pt x="1060" y="23"/>
                    </a:lnTo>
                    <a:lnTo>
                      <a:pt x="999" y="12"/>
                    </a:lnTo>
                    <a:lnTo>
                      <a:pt x="936" y="4"/>
                    </a:lnTo>
                    <a:lnTo>
                      <a:pt x="873" y="0"/>
                    </a:lnTo>
                    <a:lnTo>
                      <a:pt x="810" y="2"/>
                    </a:lnTo>
                    <a:lnTo>
                      <a:pt x="748" y="8"/>
                    </a:lnTo>
                    <a:lnTo>
                      <a:pt x="685" y="19"/>
                    </a:lnTo>
                    <a:lnTo>
                      <a:pt x="624" y="34"/>
                    </a:lnTo>
                    <a:lnTo>
                      <a:pt x="564" y="53"/>
                    </a:lnTo>
                    <a:lnTo>
                      <a:pt x="506" y="76"/>
                    </a:lnTo>
                    <a:lnTo>
                      <a:pt x="449" y="104"/>
                    </a:lnTo>
                    <a:lnTo>
                      <a:pt x="395" y="137"/>
                    </a:lnTo>
                    <a:lnTo>
                      <a:pt x="342" y="172"/>
                    </a:lnTo>
                    <a:lnTo>
                      <a:pt x="294" y="212"/>
                    </a:lnTo>
                    <a:lnTo>
                      <a:pt x="248" y="254"/>
                    </a:lnTo>
                    <a:lnTo>
                      <a:pt x="205" y="301"/>
                    </a:lnTo>
                    <a:lnTo>
                      <a:pt x="165" y="350"/>
                    </a:lnTo>
                    <a:lnTo>
                      <a:pt x="130" y="401"/>
                    </a:lnTo>
                    <a:lnTo>
                      <a:pt x="98" y="456"/>
                    </a:lnTo>
                    <a:lnTo>
                      <a:pt x="71" y="512"/>
                    </a:lnTo>
                    <a:lnTo>
                      <a:pt x="46" y="570"/>
                    </a:lnTo>
                    <a:lnTo>
                      <a:pt x="27" y="631"/>
                    </a:lnTo>
                    <a:lnTo>
                      <a:pt x="11" y="692"/>
                    </a:lnTo>
                    <a:lnTo>
                      <a:pt x="0" y="752"/>
                    </a:lnTo>
                    <a:lnTo>
                      <a:pt x="222" y="608"/>
                    </a:lnTo>
                    <a:lnTo>
                      <a:pt x="440" y="749"/>
                    </a:lnTo>
                    <a:lnTo>
                      <a:pt x="455" y="710"/>
                    </a:lnTo>
                    <a:lnTo>
                      <a:pt x="474" y="670"/>
                    </a:lnTo>
                    <a:lnTo>
                      <a:pt x="498" y="632"/>
                    </a:lnTo>
                    <a:lnTo>
                      <a:pt x="525" y="596"/>
                    </a:lnTo>
                    <a:lnTo>
                      <a:pt x="556" y="563"/>
                    </a:lnTo>
                    <a:lnTo>
                      <a:pt x="589" y="533"/>
                    </a:lnTo>
                    <a:lnTo>
                      <a:pt x="626" y="507"/>
                    </a:lnTo>
                    <a:lnTo>
                      <a:pt x="665" y="485"/>
                    </a:lnTo>
                    <a:lnTo>
                      <a:pt x="706" y="467"/>
                    </a:lnTo>
                    <a:lnTo>
                      <a:pt x="749" y="453"/>
                    </a:lnTo>
                    <a:lnTo>
                      <a:pt x="793" y="443"/>
                    </a:lnTo>
                    <a:lnTo>
                      <a:pt x="837" y="438"/>
                    </a:lnTo>
                    <a:lnTo>
                      <a:pt x="882" y="438"/>
                    </a:lnTo>
                    <a:lnTo>
                      <a:pt x="927" y="442"/>
                    </a:lnTo>
                    <a:lnTo>
                      <a:pt x="971" y="450"/>
                    </a:lnTo>
                    <a:lnTo>
                      <a:pt x="1014" y="464"/>
                    </a:lnTo>
                    <a:lnTo>
                      <a:pt x="1055" y="480"/>
                    </a:lnTo>
                    <a:lnTo>
                      <a:pt x="1095" y="502"/>
                    </a:lnTo>
                    <a:lnTo>
                      <a:pt x="983" y="584"/>
                    </a:lnTo>
                  </a:path>
                </a:pathLst>
              </a:custGeom>
              <a:solidFill>
                <a:srgbClr val="FFFFFF"/>
              </a:solidFill>
              <a:ln w="9525" cap="rnd" cmpd="sng">
                <a:solidFill>
                  <a:schemeClr val="tx1"/>
                </a:solidFill>
                <a:prstDash val="solid"/>
                <a:round/>
                <a:headEnd/>
                <a:tailEnd/>
              </a:ln>
              <a:effectLst/>
            </p:spPr>
            <p:txBody>
              <a:bodyPr lIns="0" tIns="0" rIns="0" anchor="ctr" anchorCtr="1">
                <a:spAutoFit/>
              </a:bodyPr>
              <a:lstStyle/>
              <a:p>
                <a:pPr defTabSz="932962" eaLnBrk="1" hangingPunct="1">
                  <a:defRPr/>
                </a:pPr>
                <a:endParaRPr lang="ko-KR" altLang="en-US" sz="1632">
                  <a:solidFill>
                    <a:srgbClr val="000000"/>
                  </a:solidFill>
                  <a:cs typeface="+mn-cs"/>
                </a:endParaRPr>
              </a:p>
            </p:txBody>
          </p:sp>
          <p:sp>
            <p:nvSpPr>
              <p:cNvPr id="502247" name="Freeform 487">
                <a:extLst>
                  <a:ext uri="{FF2B5EF4-FFF2-40B4-BE49-F238E27FC236}">
                    <a16:creationId xmlns:a16="http://schemas.microsoft.com/office/drawing/2014/main" id="{5D609342-7C14-502F-7DCA-9B389DDBABB0}"/>
                  </a:ext>
                </a:extLst>
              </p:cNvPr>
              <p:cNvSpPr>
                <a:spLocks/>
              </p:cNvSpPr>
              <p:nvPr/>
            </p:nvSpPr>
            <p:spPr bwMode="auto">
              <a:xfrm>
                <a:off x="2381" y="2307"/>
                <a:ext cx="1301" cy="1421"/>
              </a:xfrm>
              <a:custGeom>
                <a:avLst/>
                <a:gdLst>
                  <a:gd name="T0" fmla="*/ 1220 w 1221"/>
                  <a:gd name="T1" fmla="*/ 1042 h 1071"/>
                  <a:gd name="T2" fmla="*/ 1002 w 1221"/>
                  <a:gd name="T3" fmla="*/ 847 h 1071"/>
                  <a:gd name="T4" fmla="*/ 1081 w 1221"/>
                  <a:gd name="T5" fmla="*/ 630 h 1071"/>
                  <a:gd name="T6" fmla="*/ 1038 w 1221"/>
                  <a:gd name="T7" fmla="*/ 635 h 1071"/>
                  <a:gd name="T8" fmla="*/ 994 w 1221"/>
                  <a:gd name="T9" fmla="*/ 636 h 1071"/>
                  <a:gd name="T10" fmla="*/ 950 w 1221"/>
                  <a:gd name="T11" fmla="*/ 634 h 1071"/>
                  <a:gd name="T12" fmla="*/ 906 w 1221"/>
                  <a:gd name="T13" fmla="*/ 626 h 1071"/>
                  <a:gd name="T14" fmla="*/ 865 w 1221"/>
                  <a:gd name="T15" fmla="*/ 614 h 1071"/>
                  <a:gd name="T16" fmla="*/ 823 w 1221"/>
                  <a:gd name="T17" fmla="*/ 599 h 1071"/>
                  <a:gd name="T18" fmla="*/ 784 w 1221"/>
                  <a:gd name="T19" fmla="*/ 579 h 1071"/>
                  <a:gd name="T20" fmla="*/ 747 w 1221"/>
                  <a:gd name="T21" fmla="*/ 556 h 1071"/>
                  <a:gd name="T22" fmla="*/ 713 w 1221"/>
                  <a:gd name="T23" fmla="*/ 528 h 1071"/>
                  <a:gd name="T24" fmla="*/ 682 w 1221"/>
                  <a:gd name="T25" fmla="*/ 496 h 1071"/>
                  <a:gd name="T26" fmla="*/ 653 w 1221"/>
                  <a:gd name="T27" fmla="*/ 463 h 1071"/>
                  <a:gd name="T28" fmla="*/ 629 w 1221"/>
                  <a:gd name="T29" fmla="*/ 427 h 1071"/>
                  <a:gd name="T30" fmla="*/ 609 w 1221"/>
                  <a:gd name="T31" fmla="*/ 390 h 1071"/>
                  <a:gd name="T32" fmla="*/ 594 w 1221"/>
                  <a:gd name="T33" fmla="*/ 352 h 1071"/>
                  <a:gd name="T34" fmla="*/ 581 w 1221"/>
                  <a:gd name="T35" fmla="*/ 314 h 1071"/>
                  <a:gd name="T36" fmla="*/ 573 w 1221"/>
                  <a:gd name="T37" fmla="*/ 273 h 1071"/>
                  <a:gd name="T38" fmla="*/ 568 w 1221"/>
                  <a:gd name="T39" fmla="*/ 232 h 1071"/>
                  <a:gd name="T40" fmla="*/ 712 w 1221"/>
                  <a:gd name="T41" fmla="*/ 232 h 1071"/>
                  <a:gd name="T42" fmla="*/ 368 w 1221"/>
                  <a:gd name="T43" fmla="*/ 0 h 1071"/>
                  <a:gd name="T44" fmla="*/ 0 w 1221"/>
                  <a:gd name="T45" fmla="*/ 235 h 1071"/>
                  <a:gd name="T46" fmla="*/ 134 w 1221"/>
                  <a:gd name="T47" fmla="*/ 234 h 1071"/>
                  <a:gd name="T48" fmla="*/ 139 w 1221"/>
                  <a:gd name="T49" fmla="*/ 296 h 1071"/>
                  <a:gd name="T50" fmla="*/ 148 w 1221"/>
                  <a:gd name="T51" fmla="*/ 358 h 1071"/>
                  <a:gd name="T52" fmla="*/ 161 w 1221"/>
                  <a:gd name="T53" fmla="*/ 419 h 1071"/>
                  <a:gd name="T54" fmla="*/ 178 w 1221"/>
                  <a:gd name="T55" fmla="*/ 479 h 1071"/>
                  <a:gd name="T56" fmla="*/ 200 w 1221"/>
                  <a:gd name="T57" fmla="*/ 538 h 1071"/>
                  <a:gd name="T58" fmla="*/ 227 w 1221"/>
                  <a:gd name="T59" fmla="*/ 595 h 1071"/>
                  <a:gd name="T60" fmla="*/ 257 w 1221"/>
                  <a:gd name="T61" fmla="*/ 650 h 1071"/>
                  <a:gd name="T62" fmla="*/ 291 w 1221"/>
                  <a:gd name="T63" fmla="*/ 702 h 1071"/>
                  <a:gd name="T64" fmla="*/ 328 w 1221"/>
                  <a:gd name="T65" fmla="*/ 751 h 1071"/>
                  <a:gd name="T66" fmla="*/ 369 w 1221"/>
                  <a:gd name="T67" fmla="*/ 797 h 1071"/>
                  <a:gd name="T68" fmla="*/ 413 w 1221"/>
                  <a:gd name="T69" fmla="*/ 841 h 1071"/>
                  <a:gd name="T70" fmla="*/ 459 w 1221"/>
                  <a:gd name="T71" fmla="*/ 882 h 1071"/>
                  <a:gd name="T72" fmla="*/ 509 w 1221"/>
                  <a:gd name="T73" fmla="*/ 919 h 1071"/>
                  <a:gd name="T74" fmla="*/ 562 w 1221"/>
                  <a:gd name="T75" fmla="*/ 951 h 1071"/>
                  <a:gd name="T76" fmla="*/ 617 w 1221"/>
                  <a:gd name="T77" fmla="*/ 981 h 1071"/>
                  <a:gd name="T78" fmla="*/ 673 w 1221"/>
                  <a:gd name="T79" fmla="*/ 1007 h 1071"/>
                  <a:gd name="T80" fmla="*/ 732 w 1221"/>
                  <a:gd name="T81" fmla="*/ 1027 h 1071"/>
                  <a:gd name="T82" fmla="*/ 791 w 1221"/>
                  <a:gd name="T83" fmla="*/ 1045 h 1071"/>
                  <a:gd name="T84" fmla="*/ 852 w 1221"/>
                  <a:gd name="T85" fmla="*/ 1057 h 1071"/>
                  <a:gd name="T86" fmla="*/ 913 w 1221"/>
                  <a:gd name="T87" fmla="*/ 1067 h 1071"/>
                  <a:gd name="T88" fmla="*/ 975 w 1221"/>
                  <a:gd name="T89" fmla="*/ 1070 h 1071"/>
                  <a:gd name="T90" fmla="*/ 1037 w 1221"/>
                  <a:gd name="T91" fmla="*/ 1070 h 1071"/>
                  <a:gd name="T92" fmla="*/ 1098 w 1221"/>
                  <a:gd name="T93" fmla="*/ 1066 h 1071"/>
                  <a:gd name="T94" fmla="*/ 1160 w 1221"/>
                  <a:gd name="T95" fmla="*/ 1056 h 1071"/>
                  <a:gd name="T96" fmla="*/ 1220 w 1221"/>
                  <a:gd name="T97" fmla="*/ 1042 h 1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21" h="1071">
                    <a:moveTo>
                      <a:pt x="1220" y="1042"/>
                    </a:moveTo>
                    <a:lnTo>
                      <a:pt x="1002" y="847"/>
                    </a:lnTo>
                    <a:lnTo>
                      <a:pt x="1081" y="630"/>
                    </a:lnTo>
                    <a:lnTo>
                      <a:pt x="1038" y="635"/>
                    </a:lnTo>
                    <a:lnTo>
                      <a:pt x="994" y="636"/>
                    </a:lnTo>
                    <a:lnTo>
                      <a:pt x="950" y="634"/>
                    </a:lnTo>
                    <a:lnTo>
                      <a:pt x="906" y="626"/>
                    </a:lnTo>
                    <a:lnTo>
                      <a:pt x="865" y="614"/>
                    </a:lnTo>
                    <a:lnTo>
                      <a:pt x="823" y="599"/>
                    </a:lnTo>
                    <a:lnTo>
                      <a:pt x="784" y="579"/>
                    </a:lnTo>
                    <a:lnTo>
                      <a:pt x="747" y="556"/>
                    </a:lnTo>
                    <a:lnTo>
                      <a:pt x="713" y="528"/>
                    </a:lnTo>
                    <a:lnTo>
                      <a:pt x="682" y="496"/>
                    </a:lnTo>
                    <a:lnTo>
                      <a:pt x="653" y="463"/>
                    </a:lnTo>
                    <a:lnTo>
                      <a:pt x="629" y="427"/>
                    </a:lnTo>
                    <a:lnTo>
                      <a:pt x="609" y="390"/>
                    </a:lnTo>
                    <a:lnTo>
                      <a:pt x="594" y="352"/>
                    </a:lnTo>
                    <a:lnTo>
                      <a:pt x="581" y="314"/>
                    </a:lnTo>
                    <a:lnTo>
                      <a:pt x="573" y="273"/>
                    </a:lnTo>
                    <a:lnTo>
                      <a:pt x="568" y="232"/>
                    </a:lnTo>
                    <a:lnTo>
                      <a:pt x="712" y="232"/>
                    </a:lnTo>
                    <a:lnTo>
                      <a:pt x="368" y="0"/>
                    </a:lnTo>
                    <a:lnTo>
                      <a:pt x="0" y="235"/>
                    </a:lnTo>
                    <a:lnTo>
                      <a:pt x="134" y="234"/>
                    </a:lnTo>
                    <a:lnTo>
                      <a:pt x="139" y="296"/>
                    </a:lnTo>
                    <a:lnTo>
                      <a:pt x="148" y="358"/>
                    </a:lnTo>
                    <a:lnTo>
                      <a:pt x="161" y="419"/>
                    </a:lnTo>
                    <a:lnTo>
                      <a:pt x="178" y="479"/>
                    </a:lnTo>
                    <a:lnTo>
                      <a:pt x="200" y="538"/>
                    </a:lnTo>
                    <a:lnTo>
                      <a:pt x="227" y="595"/>
                    </a:lnTo>
                    <a:lnTo>
                      <a:pt x="257" y="650"/>
                    </a:lnTo>
                    <a:lnTo>
                      <a:pt x="291" y="702"/>
                    </a:lnTo>
                    <a:lnTo>
                      <a:pt x="328" y="751"/>
                    </a:lnTo>
                    <a:lnTo>
                      <a:pt x="369" y="797"/>
                    </a:lnTo>
                    <a:lnTo>
                      <a:pt x="413" y="841"/>
                    </a:lnTo>
                    <a:lnTo>
                      <a:pt x="459" y="882"/>
                    </a:lnTo>
                    <a:lnTo>
                      <a:pt x="509" y="919"/>
                    </a:lnTo>
                    <a:lnTo>
                      <a:pt x="562" y="951"/>
                    </a:lnTo>
                    <a:lnTo>
                      <a:pt x="617" y="981"/>
                    </a:lnTo>
                    <a:lnTo>
                      <a:pt x="673" y="1007"/>
                    </a:lnTo>
                    <a:lnTo>
                      <a:pt x="732" y="1027"/>
                    </a:lnTo>
                    <a:lnTo>
                      <a:pt x="791" y="1045"/>
                    </a:lnTo>
                    <a:lnTo>
                      <a:pt x="852" y="1057"/>
                    </a:lnTo>
                    <a:lnTo>
                      <a:pt x="913" y="1067"/>
                    </a:lnTo>
                    <a:lnTo>
                      <a:pt x="975" y="1070"/>
                    </a:lnTo>
                    <a:lnTo>
                      <a:pt x="1037" y="1070"/>
                    </a:lnTo>
                    <a:lnTo>
                      <a:pt x="1098" y="1066"/>
                    </a:lnTo>
                    <a:lnTo>
                      <a:pt x="1160" y="1056"/>
                    </a:lnTo>
                    <a:lnTo>
                      <a:pt x="1220" y="1042"/>
                    </a:lnTo>
                  </a:path>
                </a:pathLst>
              </a:custGeom>
              <a:solidFill>
                <a:srgbClr val="FFFFFF"/>
              </a:solidFill>
              <a:ln w="9525" cap="rnd" cmpd="sng">
                <a:solidFill>
                  <a:schemeClr val="tx1"/>
                </a:solidFill>
                <a:prstDash val="solid"/>
                <a:round/>
                <a:headEnd/>
                <a:tailEnd/>
              </a:ln>
              <a:effectLst/>
            </p:spPr>
            <p:txBody>
              <a:bodyPr lIns="0" tIns="0" rIns="0" anchor="ctr" anchorCtr="1">
                <a:spAutoFit/>
              </a:bodyPr>
              <a:lstStyle/>
              <a:p>
                <a:pPr defTabSz="932962" eaLnBrk="1" hangingPunct="1">
                  <a:defRPr/>
                </a:pPr>
                <a:endParaRPr lang="ko-KR" altLang="en-US" sz="1632">
                  <a:solidFill>
                    <a:srgbClr val="000000"/>
                  </a:solidFill>
                  <a:cs typeface="+mn-cs"/>
                </a:endParaRPr>
              </a:p>
            </p:txBody>
          </p:sp>
          <p:sp>
            <p:nvSpPr>
              <p:cNvPr id="502248" name="Freeform 488">
                <a:extLst>
                  <a:ext uri="{FF2B5EF4-FFF2-40B4-BE49-F238E27FC236}">
                    <a16:creationId xmlns:a16="http://schemas.microsoft.com/office/drawing/2014/main" id="{03CBDAE8-AA74-CC7D-98B0-E06ABFF96265}"/>
                  </a:ext>
                </a:extLst>
              </p:cNvPr>
              <p:cNvSpPr>
                <a:spLocks/>
              </p:cNvSpPr>
              <p:nvPr/>
            </p:nvSpPr>
            <p:spPr bwMode="auto">
              <a:xfrm>
                <a:off x="3521" y="2166"/>
                <a:ext cx="843" cy="1421"/>
              </a:xfrm>
              <a:custGeom>
                <a:avLst/>
                <a:gdLst>
                  <a:gd name="T0" fmla="*/ 286 w 793"/>
                  <a:gd name="T1" fmla="*/ 1316 h 1440"/>
                  <a:gd name="T2" fmla="*/ 340 w 793"/>
                  <a:gd name="T3" fmla="*/ 1290 h 1440"/>
                  <a:gd name="T4" fmla="*/ 392 w 793"/>
                  <a:gd name="T5" fmla="*/ 1260 h 1440"/>
                  <a:gd name="T6" fmla="*/ 442 w 793"/>
                  <a:gd name="T7" fmla="*/ 1225 h 1440"/>
                  <a:gd name="T8" fmla="*/ 490 w 793"/>
                  <a:gd name="T9" fmla="*/ 1187 h 1440"/>
                  <a:gd name="T10" fmla="*/ 535 w 793"/>
                  <a:gd name="T11" fmla="*/ 1146 h 1440"/>
                  <a:gd name="T12" fmla="*/ 576 w 793"/>
                  <a:gd name="T13" fmla="*/ 1102 h 1440"/>
                  <a:gd name="T14" fmla="*/ 616 w 793"/>
                  <a:gd name="T15" fmla="*/ 1055 h 1440"/>
                  <a:gd name="T16" fmla="*/ 650 w 793"/>
                  <a:gd name="T17" fmla="*/ 1005 h 1440"/>
                  <a:gd name="T18" fmla="*/ 682 w 793"/>
                  <a:gd name="T19" fmla="*/ 953 h 1440"/>
                  <a:gd name="T20" fmla="*/ 709 w 793"/>
                  <a:gd name="T21" fmla="*/ 900 h 1440"/>
                  <a:gd name="T22" fmla="*/ 734 w 793"/>
                  <a:gd name="T23" fmla="*/ 844 h 1440"/>
                  <a:gd name="T24" fmla="*/ 753 w 793"/>
                  <a:gd name="T25" fmla="*/ 786 h 1440"/>
                  <a:gd name="T26" fmla="*/ 770 w 793"/>
                  <a:gd name="T27" fmla="*/ 727 h 1440"/>
                  <a:gd name="T28" fmla="*/ 781 w 793"/>
                  <a:gd name="T29" fmla="*/ 668 h 1440"/>
                  <a:gd name="T30" fmla="*/ 789 w 793"/>
                  <a:gd name="T31" fmla="*/ 608 h 1440"/>
                  <a:gd name="T32" fmla="*/ 792 w 793"/>
                  <a:gd name="T33" fmla="*/ 547 h 1440"/>
                  <a:gd name="T34" fmla="*/ 790 w 793"/>
                  <a:gd name="T35" fmla="*/ 487 h 1440"/>
                  <a:gd name="T36" fmla="*/ 786 w 793"/>
                  <a:gd name="T37" fmla="*/ 427 h 1440"/>
                  <a:gd name="T38" fmla="*/ 775 w 793"/>
                  <a:gd name="T39" fmla="*/ 367 h 1440"/>
                  <a:gd name="T40" fmla="*/ 762 w 793"/>
                  <a:gd name="T41" fmla="*/ 308 h 1440"/>
                  <a:gd name="T42" fmla="*/ 744 w 793"/>
                  <a:gd name="T43" fmla="*/ 249 h 1440"/>
                  <a:gd name="T44" fmla="*/ 722 w 793"/>
                  <a:gd name="T45" fmla="*/ 193 h 1440"/>
                  <a:gd name="T46" fmla="*/ 697 w 793"/>
                  <a:gd name="T47" fmla="*/ 137 h 1440"/>
                  <a:gd name="T48" fmla="*/ 667 w 793"/>
                  <a:gd name="T49" fmla="*/ 84 h 1440"/>
                  <a:gd name="T50" fmla="*/ 639 w 793"/>
                  <a:gd name="T51" fmla="*/ 41 h 1440"/>
                  <a:gd name="T52" fmla="*/ 609 w 793"/>
                  <a:gd name="T53" fmla="*/ 0 h 1440"/>
                  <a:gd name="T54" fmla="*/ 521 w 793"/>
                  <a:gd name="T55" fmla="*/ 247 h 1440"/>
                  <a:gd name="T56" fmla="*/ 277 w 793"/>
                  <a:gd name="T57" fmla="*/ 280 h 1440"/>
                  <a:gd name="T58" fmla="*/ 294 w 793"/>
                  <a:gd name="T59" fmla="*/ 308 h 1440"/>
                  <a:gd name="T60" fmla="*/ 316 w 793"/>
                  <a:gd name="T61" fmla="*/ 347 h 1440"/>
                  <a:gd name="T62" fmla="*/ 332 w 793"/>
                  <a:gd name="T63" fmla="*/ 389 h 1440"/>
                  <a:gd name="T64" fmla="*/ 345 w 793"/>
                  <a:gd name="T65" fmla="*/ 431 h 1440"/>
                  <a:gd name="T66" fmla="*/ 353 w 793"/>
                  <a:gd name="T67" fmla="*/ 475 h 1440"/>
                  <a:gd name="T68" fmla="*/ 357 w 793"/>
                  <a:gd name="T69" fmla="*/ 519 h 1440"/>
                  <a:gd name="T70" fmla="*/ 355 w 793"/>
                  <a:gd name="T71" fmla="*/ 564 h 1440"/>
                  <a:gd name="T72" fmla="*/ 350 w 793"/>
                  <a:gd name="T73" fmla="*/ 608 h 1440"/>
                  <a:gd name="T74" fmla="*/ 339 w 793"/>
                  <a:gd name="T75" fmla="*/ 652 h 1440"/>
                  <a:gd name="T76" fmla="*/ 325 w 793"/>
                  <a:gd name="T77" fmla="*/ 694 h 1440"/>
                  <a:gd name="T78" fmla="*/ 306 w 793"/>
                  <a:gd name="T79" fmla="*/ 734 h 1440"/>
                  <a:gd name="T80" fmla="*/ 284 w 793"/>
                  <a:gd name="T81" fmla="*/ 772 h 1440"/>
                  <a:gd name="T82" fmla="*/ 257 w 793"/>
                  <a:gd name="T83" fmla="*/ 808 h 1440"/>
                  <a:gd name="T84" fmla="*/ 227 w 793"/>
                  <a:gd name="T85" fmla="*/ 841 h 1440"/>
                  <a:gd name="T86" fmla="*/ 193 w 793"/>
                  <a:gd name="T87" fmla="*/ 871 h 1440"/>
                  <a:gd name="T88" fmla="*/ 156 w 793"/>
                  <a:gd name="T89" fmla="*/ 896 h 1440"/>
                  <a:gd name="T90" fmla="*/ 113 w 793"/>
                  <a:gd name="T91" fmla="*/ 761 h 1440"/>
                  <a:gd name="T92" fmla="*/ 0 w 793"/>
                  <a:gd name="T93" fmla="*/ 1169 h 1440"/>
                  <a:gd name="T94" fmla="*/ 321 w 793"/>
                  <a:gd name="T95" fmla="*/ 1439 h 1440"/>
                  <a:gd name="T96" fmla="*/ 286 w 793"/>
                  <a:gd name="T97" fmla="*/ 131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3" h="1440">
                    <a:moveTo>
                      <a:pt x="286" y="1316"/>
                    </a:moveTo>
                    <a:lnTo>
                      <a:pt x="340" y="1290"/>
                    </a:lnTo>
                    <a:lnTo>
                      <a:pt x="392" y="1260"/>
                    </a:lnTo>
                    <a:lnTo>
                      <a:pt x="442" y="1225"/>
                    </a:lnTo>
                    <a:lnTo>
                      <a:pt x="490" y="1187"/>
                    </a:lnTo>
                    <a:lnTo>
                      <a:pt x="535" y="1146"/>
                    </a:lnTo>
                    <a:lnTo>
                      <a:pt x="576" y="1102"/>
                    </a:lnTo>
                    <a:lnTo>
                      <a:pt x="616" y="1055"/>
                    </a:lnTo>
                    <a:lnTo>
                      <a:pt x="650" y="1005"/>
                    </a:lnTo>
                    <a:lnTo>
                      <a:pt x="682" y="953"/>
                    </a:lnTo>
                    <a:lnTo>
                      <a:pt x="709" y="900"/>
                    </a:lnTo>
                    <a:lnTo>
                      <a:pt x="734" y="844"/>
                    </a:lnTo>
                    <a:lnTo>
                      <a:pt x="753" y="786"/>
                    </a:lnTo>
                    <a:lnTo>
                      <a:pt x="770" y="727"/>
                    </a:lnTo>
                    <a:lnTo>
                      <a:pt x="781" y="668"/>
                    </a:lnTo>
                    <a:lnTo>
                      <a:pt x="789" y="608"/>
                    </a:lnTo>
                    <a:lnTo>
                      <a:pt x="792" y="547"/>
                    </a:lnTo>
                    <a:lnTo>
                      <a:pt x="790" y="487"/>
                    </a:lnTo>
                    <a:lnTo>
                      <a:pt x="786" y="427"/>
                    </a:lnTo>
                    <a:lnTo>
                      <a:pt x="775" y="367"/>
                    </a:lnTo>
                    <a:lnTo>
                      <a:pt x="762" y="308"/>
                    </a:lnTo>
                    <a:lnTo>
                      <a:pt x="744" y="249"/>
                    </a:lnTo>
                    <a:lnTo>
                      <a:pt x="722" y="193"/>
                    </a:lnTo>
                    <a:lnTo>
                      <a:pt x="697" y="137"/>
                    </a:lnTo>
                    <a:lnTo>
                      <a:pt x="667" y="84"/>
                    </a:lnTo>
                    <a:lnTo>
                      <a:pt x="639" y="41"/>
                    </a:lnTo>
                    <a:lnTo>
                      <a:pt x="609" y="0"/>
                    </a:lnTo>
                    <a:lnTo>
                      <a:pt x="521" y="247"/>
                    </a:lnTo>
                    <a:lnTo>
                      <a:pt x="277" y="280"/>
                    </a:lnTo>
                    <a:lnTo>
                      <a:pt x="294" y="308"/>
                    </a:lnTo>
                    <a:lnTo>
                      <a:pt x="316" y="347"/>
                    </a:lnTo>
                    <a:lnTo>
                      <a:pt x="332" y="389"/>
                    </a:lnTo>
                    <a:lnTo>
                      <a:pt x="345" y="431"/>
                    </a:lnTo>
                    <a:lnTo>
                      <a:pt x="353" y="475"/>
                    </a:lnTo>
                    <a:lnTo>
                      <a:pt x="357" y="519"/>
                    </a:lnTo>
                    <a:lnTo>
                      <a:pt x="355" y="564"/>
                    </a:lnTo>
                    <a:lnTo>
                      <a:pt x="350" y="608"/>
                    </a:lnTo>
                    <a:lnTo>
                      <a:pt x="339" y="652"/>
                    </a:lnTo>
                    <a:lnTo>
                      <a:pt x="325" y="694"/>
                    </a:lnTo>
                    <a:lnTo>
                      <a:pt x="306" y="734"/>
                    </a:lnTo>
                    <a:lnTo>
                      <a:pt x="284" y="772"/>
                    </a:lnTo>
                    <a:lnTo>
                      <a:pt x="257" y="808"/>
                    </a:lnTo>
                    <a:lnTo>
                      <a:pt x="227" y="841"/>
                    </a:lnTo>
                    <a:lnTo>
                      <a:pt x="193" y="871"/>
                    </a:lnTo>
                    <a:lnTo>
                      <a:pt x="156" y="896"/>
                    </a:lnTo>
                    <a:lnTo>
                      <a:pt x="113" y="761"/>
                    </a:lnTo>
                    <a:lnTo>
                      <a:pt x="0" y="1169"/>
                    </a:lnTo>
                    <a:lnTo>
                      <a:pt x="321" y="1439"/>
                    </a:lnTo>
                    <a:lnTo>
                      <a:pt x="286" y="1316"/>
                    </a:lnTo>
                  </a:path>
                </a:pathLst>
              </a:custGeom>
              <a:solidFill>
                <a:srgbClr val="FFFFFF"/>
              </a:solidFill>
              <a:ln w="9525" cap="rnd" cmpd="sng">
                <a:solidFill>
                  <a:schemeClr val="tx1"/>
                </a:solidFill>
                <a:prstDash val="solid"/>
                <a:round/>
                <a:headEnd/>
                <a:tailEnd/>
              </a:ln>
              <a:effectLst/>
            </p:spPr>
            <p:txBody>
              <a:bodyPr lIns="0" tIns="0" rIns="0" anchor="ctr" anchorCtr="1">
                <a:spAutoFit/>
              </a:bodyPr>
              <a:lstStyle/>
              <a:p>
                <a:pPr defTabSz="932962" eaLnBrk="1" hangingPunct="1">
                  <a:defRPr/>
                </a:pPr>
                <a:endParaRPr lang="ko-KR" altLang="en-US" sz="1632">
                  <a:solidFill>
                    <a:srgbClr val="000000"/>
                  </a:solidFill>
                  <a:cs typeface="+mn-cs"/>
                </a:endParaRPr>
              </a:p>
            </p:txBody>
          </p:sp>
        </p:grpSp>
        <p:sp>
          <p:nvSpPr>
            <p:cNvPr id="60556" name="Freeform 489">
              <a:extLst>
                <a:ext uri="{FF2B5EF4-FFF2-40B4-BE49-F238E27FC236}">
                  <a16:creationId xmlns:a16="http://schemas.microsoft.com/office/drawing/2014/main" id="{D052E442-82DA-1F16-2313-E0C04552386E}"/>
                </a:ext>
              </a:extLst>
            </p:cNvPr>
            <p:cNvSpPr>
              <a:spLocks/>
            </p:cNvSpPr>
            <p:nvPr/>
          </p:nvSpPr>
          <p:spPr bwMode="auto">
            <a:xfrm>
              <a:off x="4017" y="1824"/>
              <a:ext cx="138" cy="133"/>
            </a:xfrm>
            <a:custGeom>
              <a:avLst/>
              <a:gdLst>
                <a:gd name="T0" fmla="*/ 4 w 464"/>
                <a:gd name="T1" fmla="*/ 1 h 386"/>
                <a:gd name="T2" fmla="*/ 3 w 464"/>
                <a:gd name="T3" fmla="*/ 1 h 386"/>
                <a:gd name="T4" fmla="*/ 3 w 464"/>
                <a:gd name="T5" fmla="*/ 1 h 386"/>
                <a:gd name="T6" fmla="*/ 3 w 464"/>
                <a:gd name="T7" fmla="*/ 2 h 386"/>
                <a:gd name="T8" fmla="*/ 2 w 464"/>
                <a:gd name="T9" fmla="*/ 2 h 386"/>
                <a:gd name="T10" fmla="*/ 2 w 464"/>
                <a:gd name="T11" fmla="*/ 3 h 386"/>
                <a:gd name="T12" fmla="*/ 2 w 464"/>
                <a:gd name="T13" fmla="*/ 3 h 386"/>
                <a:gd name="T14" fmla="*/ 1 w 464"/>
                <a:gd name="T15" fmla="*/ 4 h 386"/>
                <a:gd name="T16" fmla="*/ 1 w 464"/>
                <a:gd name="T17" fmla="*/ 4 h 386"/>
                <a:gd name="T18" fmla="*/ 1 w 464"/>
                <a:gd name="T19" fmla="*/ 4 h 386"/>
                <a:gd name="T20" fmla="*/ 1 w 464"/>
                <a:gd name="T21" fmla="*/ 5 h 386"/>
                <a:gd name="T22" fmla="*/ 1 w 464"/>
                <a:gd name="T23" fmla="*/ 5 h 386"/>
                <a:gd name="T24" fmla="*/ 1 w 464"/>
                <a:gd name="T25" fmla="*/ 5 h 386"/>
                <a:gd name="T26" fmla="*/ 1 w 464"/>
                <a:gd name="T27" fmla="*/ 5 h 386"/>
                <a:gd name="T28" fmla="*/ 1 w 464"/>
                <a:gd name="T29" fmla="*/ 4 h 386"/>
                <a:gd name="T30" fmla="*/ 0 w 464"/>
                <a:gd name="T31" fmla="*/ 4 h 386"/>
                <a:gd name="T32" fmla="*/ 0 w 464"/>
                <a:gd name="T33" fmla="*/ 4 h 386"/>
                <a:gd name="T34" fmla="*/ 0 w 464"/>
                <a:gd name="T35" fmla="*/ 4 h 386"/>
                <a:gd name="T36" fmla="*/ 0 w 464"/>
                <a:gd name="T37" fmla="*/ 3 h 386"/>
                <a:gd name="T38" fmla="*/ 0 w 464"/>
                <a:gd name="T39" fmla="*/ 3 h 386"/>
                <a:gd name="T40" fmla="*/ 0 w 464"/>
                <a:gd name="T41" fmla="*/ 3 h 386"/>
                <a:gd name="T42" fmla="*/ 0 w 464"/>
                <a:gd name="T43" fmla="*/ 3 h 386"/>
                <a:gd name="T44" fmla="*/ 0 w 464"/>
                <a:gd name="T45" fmla="*/ 2 h 386"/>
                <a:gd name="T46" fmla="*/ 0 w 464"/>
                <a:gd name="T47" fmla="*/ 2 h 386"/>
                <a:gd name="T48" fmla="*/ 1 w 464"/>
                <a:gd name="T49" fmla="*/ 2 h 386"/>
                <a:gd name="T50" fmla="*/ 1 w 464"/>
                <a:gd name="T51" fmla="*/ 2 h 386"/>
                <a:gd name="T52" fmla="*/ 1 w 464"/>
                <a:gd name="T53" fmla="*/ 3 h 386"/>
                <a:gd name="T54" fmla="*/ 1 w 464"/>
                <a:gd name="T55" fmla="*/ 3 h 386"/>
                <a:gd name="T56" fmla="*/ 1 w 464"/>
                <a:gd name="T57" fmla="*/ 3 h 386"/>
                <a:gd name="T58" fmla="*/ 1 w 464"/>
                <a:gd name="T59" fmla="*/ 4 h 386"/>
                <a:gd name="T60" fmla="*/ 1 w 464"/>
                <a:gd name="T61" fmla="*/ 4 h 386"/>
                <a:gd name="T62" fmla="*/ 1 w 464"/>
                <a:gd name="T63" fmla="*/ 3 h 386"/>
                <a:gd name="T64" fmla="*/ 1 w 464"/>
                <a:gd name="T65" fmla="*/ 3 h 386"/>
                <a:gd name="T66" fmla="*/ 1 w 464"/>
                <a:gd name="T67" fmla="*/ 3 h 386"/>
                <a:gd name="T68" fmla="*/ 1 w 464"/>
                <a:gd name="T69" fmla="*/ 3 h 386"/>
                <a:gd name="T70" fmla="*/ 2 w 464"/>
                <a:gd name="T71" fmla="*/ 2 h 386"/>
                <a:gd name="T72" fmla="*/ 2 w 464"/>
                <a:gd name="T73" fmla="*/ 2 h 386"/>
                <a:gd name="T74" fmla="*/ 2 w 464"/>
                <a:gd name="T75" fmla="*/ 1 h 386"/>
                <a:gd name="T76" fmla="*/ 2 w 464"/>
                <a:gd name="T77" fmla="*/ 1 h 386"/>
                <a:gd name="T78" fmla="*/ 3 w 464"/>
                <a:gd name="T79" fmla="*/ 1 h 386"/>
                <a:gd name="T80" fmla="*/ 3 w 464"/>
                <a:gd name="T81" fmla="*/ 0 h 386"/>
                <a:gd name="T82" fmla="*/ 3 w 464"/>
                <a:gd name="T83" fmla="*/ 0 h 386"/>
                <a:gd name="T84" fmla="*/ 3 w 464"/>
                <a:gd name="T85" fmla="*/ 0 h 386"/>
                <a:gd name="T86" fmla="*/ 3 w 464"/>
                <a:gd name="T87" fmla="*/ 0 h 386"/>
                <a:gd name="T88" fmla="*/ 4 w 464"/>
                <a:gd name="T89" fmla="*/ 1 h 386"/>
                <a:gd name="T90" fmla="*/ 4 w 464"/>
                <a:gd name="T91" fmla="*/ 1 h 3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64" h="386">
                  <a:moveTo>
                    <a:pt x="464" y="55"/>
                  </a:moveTo>
                  <a:lnTo>
                    <a:pt x="449" y="61"/>
                  </a:lnTo>
                  <a:lnTo>
                    <a:pt x="433" y="69"/>
                  </a:lnTo>
                  <a:lnTo>
                    <a:pt x="416" y="78"/>
                  </a:lnTo>
                  <a:lnTo>
                    <a:pt x="399" y="90"/>
                  </a:lnTo>
                  <a:lnTo>
                    <a:pt x="381" y="101"/>
                  </a:lnTo>
                  <a:lnTo>
                    <a:pt x="365" y="112"/>
                  </a:lnTo>
                  <a:lnTo>
                    <a:pt x="349" y="125"/>
                  </a:lnTo>
                  <a:lnTo>
                    <a:pt x="334" y="135"/>
                  </a:lnTo>
                  <a:lnTo>
                    <a:pt x="318" y="149"/>
                  </a:lnTo>
                  <a:lnTo>
                    <a:pt x="299" y="166"/>
                  </a:lnTo>
                  <a:lnTo>
                    <a:pt x="278" y="187"/>
                  </a:lnTo>
                  <a:lnTo>
                    <a:pt x="256" y="208"/>
                  </a:lnTo>
                  <a:lnTo>
                    <a:pt x="234" y="230"/>
                  </a:lnTo>
                  <a:lnTo>
                    <a:pt x="215" y="250"/>
                  </a:lnTo>
                  <a:lnTo>
                    <a:pt x="199" y="267"/>
                  </a:lnTo>
                  <a:lnTo>
                    <a:pt x="186" y="280"/>
                  </a:lnTo>
                  <a:lnTo>
                    <a:pt x="176" y="290"/>
                  </a:lnTo>
                  <a:lnTo>
                    <a:pt x="167" y="301"/>
                  </a:lnTo>
                  <a:lnTo>
                    <a:pt x="156" y="311"/>
                  </a:lnTo>
                  <a:lnTo>
                    <a:pt x="145" y="323"/>
                  </a:lnTo>
                  <a:lnTo>
                    <a:pt x="133" y="336"/>
                  </a:lnTo>
                  <a:lnTo>
                    <a:pt x="122" y="350"/>
                  </a:lnTo>
                  <a:lnTo>
                    <a:pt x="108" y="367"/>
                  </a:lnTo>
                  <a:lnTo>
                    <a:pt x="93" y="386"/>
                  </a:lnTo>
                  <a:lnTo>
                    <a:pt x="91" y="374"/>
                  </a:lnTo>
                  <a:lnTo>
                    <a:pt x="88" y="364"/>
                  </a:lnTo>
                  <a:lnTo>
                    <a:pt x="83" y="352"/>
                  </a:lnTo>
                  <a:lnTo>
                    <a:pt x="78" y="341"/>
                  </a:lnTo>
                  <a:lnTo>
                    <a:pt x="73" y="329"/>
                  </a:lnTo>
                  <a:lnTo>
                    <a:pt x="67" y="319"/>
                  </a:lnTo>
                  <a:lnTo>
                    <a:pt x="61" y="309"/>
                  </a:lnTo>
                  <a:lnTo>
                    <a:pt x="57" y="300"/>
                  </a:lnTo>
                  <a:lnTo>
                    <a:pt x="51" y="289"/>
                  </a:lnTo>
                  <a:lnTo>
                    <a:pt x="45" y="278"/>
                  </a:lnTo>
                  <a:lnTo>
                    <a:pt x="38" y="265"/>
                  </a:lnTo>
                  <a:lnTo>
                    <a:pt x="31" y="253"/>
                  </a:lnTo>
                  <a:lnTo>
                    <a:pt x="24" y="240"/>
                  </a:lnTo>
                  <a:lnTo>
                    <a:pt x="16" y="226"/>
                  </a:lnTo>
                  <a:lnTo>
                    <a:pt x="8" y="212"/>
                  </a:lnTo>
                  <a:lnTo>
                    <a:pt x="0" y="200"/>
                  </a:lnTo>
                  <a:lnTo>
                    <a:pt x="1" y="196"/>
                  </a:lnTo>
                  <a:lnTo>
                    <a:pt x="7" y="191"/>
                  </a:lnTo>
                  <a:lnTo>
                    <a:pt x="14" y="183"/>
                  </a:lnTo>
                  <a:lnTo>
                    <a:pt x="24" y="173"/>
                  </a:lnTo>
                  <a:lnTo>
                    <a:pt x="35" y="164"/>
                  </a:lnTo>
                  <a:lnTo>
                    <a:pt x="45" y="154"/>
                  </a:lnTo>
                  <a:lnTo>
                    <a:pt x="54" y="145"/>
                  </a:lnTo>
                  <a:lnTo>
                    <a:pt x="61" y="137"/>
                  </a:lnTo>
                  <a:lnTo>
                    <a:pt x="68" y="149"/>
                  </a:lnTo>
                  <a:lnTo>
                    <a:pt x="74" y="162"/>
                  </a:lnTo>
                  <a:lnTo>
                    <a:pt x="79" y="173"/>
                  </a:lnTo>
                  <a:lnTo>
                    <a:pt x="85" y="185"/>
                  </a:lnTo>
                  <a:lnTo>
                    <a:pt x="90" y="195"/>
                  </a:lnTo>
                  <a:lnTo>
                    <a:pt x="96" y="204"/>
                  </a:lnTo>
                  <a:lnTo>
                    <a:pt x="99" y="213"/>
                  </a:lnTo>
                  <a:lnTo>
                    <a:pt x="104" y="220"/>
                  </a:lnTo>
                  <a:lnTo>
                    <a:pt x="109" y="230"/>
                  </a:lnTo>
                  <a:lnTo>
                    <a:pt x="114" y="242"/>
                  </a:lnTo>
                  <a:lnTo>
                    <a:pt x="121" y="258"/>
                  </a:lnTo>
                  <a:lnTo>
                    <a:pt x="128" y="277"/>
                  </a:lnTo>
                  <a:lnTo>
                    <a:pt x="136" y="267"/>
                  </a:lnTo>
                  <a:lnTo>
                    <a:pt x="144" y="257"/>
                  </a:lnTo>
                  <a:lnTo>
                    <a:pt x="152" y="247"/>
                  </a:lnTo>
                  <a:lnTo>
                    <a:pt x="161" y="235"/>
                  </a:lnTo>
                  <a:lnTo>
                    <a:pt x="169" y="225"/>
                  </a:lnTo>
                  <a:lnTo>
                    <a:pt x="177" y="215"/>
                  </a:lnTo>
                  <a:lnTo>
                    <a:pt x="186" y="204"/>
                  </a:lnTo>
                  <a:lnTo>
                    <a:pt x="194" y="195"/>
                  </a:lnTo>
                  <a:lnTo>
                    <a:pt x="203" y="185"/>
                  </a:lnTo>
                  <a:lnTo>
                    <a:pt x="216" y="170"/>
                  </a:lnTo>
                  <a:lnTo>
                    <a:pt x="231" y="153"/>
                  </a:lnTo>
                  <a:lnTo>
                    <a:pt x="247" y="134"/>
                  </a:lnTo>
                  <a:lnTo>
                    <a:pt x="263" y="117"/>
                  </a:lnTo>
                  <a:lnTo>
                    <a:pt x="279" y="100"/>
                  </a:lnTo>
                  <a:lnTo>
                    <a:pt x="293" y="85"/>
                  </a:lnTo>
                  <a:lnTo>
                    <a:pt x="306" y="75"/>
                  </a:lnTo>
                  <a:lnTo>
                    <a:pt x="317" y="65"/>
                  </a:lnTo>
                  <a:lnTo>
                    <a:pt x="330" y="54"/>
                  </a:lnTo>
                  <a:lnTo>
                    <a:pt x="343" y="42"/>
                  </a:lnTo>
                  <a:lnTo>
                    <a:pt x="357" y="32"/>
                  </a:lnTo>
                  <a:lnTo>
                    <a:pt x="371" y="21"/>
                  </a:lnTo>
                  <a:lnTo>
                    <a:pt x="385" y="11"/>
                  </a:lnTo>
                  <a:lnTo>
                    <a:pt x="399" y="5"/>
                  </a:lnTo>
                  <a:lnTo>
                    <a:pt x="410" y="0"/>
                  </a:lnTo>
                  <a:lnTo>
                    <a:pt x="417" y="6"/>
                  </a:lnTo>
                  <a:lnTo>
                    <a:pt x="425" y="13"/>
                  </a:lnTo>
                  <a:lnTo>
                    <a:pt x="434" y="22"/>
                  </a:lnTo>
                  <a:lnTo>
                    <a:pt x="443" y="31"/>
                  </a:lnTo>
                  <a:lnTo>
                    <a:pt x="451" y="40"/>
                  </a:lnTo>
                  <a:lnTo>
                    <a:pt x="458" y="48"/>
                  </a:lnTo>
                  <a:lnTo>
                    <a:pt x="463" y="53"/>
                  </a:lnTo>
                  <a:lnTo>
                    <a:pt x="464" y="55"/>
                  </a:lnTo>
                  <a:close/>
                </a:path>
              </a:pathLst>
            </a:custGeom>
            <a:blipFill dpi="0" rotWithShape="0">
              <a:blip r:embed="rId90"/>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502250" name="Freeform 490">
              <a:extLst>
                <a:ext uri="{FF2B5EF4-FFF2-40B4-BE49-F238E27FC236}">
                  <a16:creationId xmlns:a16="http://schemas.microsoft.com/office/drawing/2014/main" id="{49CED58F-F40D-D3A6-6651-7AB2671345FD}"/>
                </a:ext>
              </a:extLst>
            </p:cNvPr>
            <p:cNvSpPr>
              <a:spLocks/>
            </p:cNvSpPr>
            <p:nvPr/>
          </p:nvSpPr>
          <p:spPr bwMode="auto">
            <a:xfrm>
              <a:off x="4017" y="1682"/>
              <a:ext cx="139" cy="133"/>
            </a:xfrm>
            <a:custGeom>
              <a:avLst/>
              <a:gdLst>
                <a:gd name="T0" fmla="*/ 449 w 464"/>
                <a:gd name="T1" fmla="*/ 61 h 386"/>
                <a:gd name="T2" fmla="*/ 416 w 464"/>
                <a:gd name="T3" fmla="*/ 78 h 386"/>
                <a:gd name="T4" fmla="*/ 381 w 464"/>
                <a:gd name="T5" fmla="*/ 101 h 386"/>
                <a:gd name="T6" fmla="*/ 349 w 464"/>
                <a:gd name="T7" fmla="*/ 125 h 386"/>
                <a:gd name="T8" fmla="*/ 318 w 464"/>
                <a:gd name="T9" fmla="*/ 149 h 386"/>
                <a:gd name="T10" fmla="*/ 278 w 464"/>
                <a:gd name="T11" fmla="*/ 187 h 386"/>
                <a:gd name="T12" fmla="*/ 234 w 464"/>
                <a:gd name="T13" fmla="*/ 230 h 386"/>
                <a:gd name="T14" fmla="*/ 199 w 464"/>
                <a:gd name="T15" fmla="*/ 267 h 386"/>
                <a:gd name="T16" fmla="*/ 176 w 464"/>
                <a:gd name="T17" fmla="*/ 290 h 386"/>
                <a:gd name="T18" fmla="*/ 156 w 464"/>
                <a:gd name="T19" fmla="*/ 311 h 386"/>
                <a:gd name="T20" fmla="*/ 133 w 464"/>
                <a:gd name="T21" fmla="*/ 336 h 386"/>
                <a:gd name="T22" fmla="*/ 108 w 464"/>
                <a:gd name="T23" fmla="*/ 367 h 386"/>
                <a:gd name="T24" fmla="*/ 91 w 464"/>
                <a:gd name="T25" fmla="*/ 374 h 386"/>
                <a:gd name="T26" fmla="*/ 83 w 464"/>
                <a:gd name="T27" fmla="*/ 352 h 386"/>
                <a:gd name="T28" fmla="*/ 73 w 464"/>
                <a:gd name="T29" fmla="*/ 329 h 386"/>
                <a:gd name="T30" fmla="*/ 61 w 464"/>
                <a:gd name="T31" fmla="*/ 309 h 386"/>
                <a:gd name="T32" fmla="*/ 51 w 464"/>
                <a:gd name="T33" fmla="*/ 289 h 386"/>
                <a:gd name="T34" fmla="*/ 38 w 464"/>
                <a:gd name="T35" fmla="*/ 265 h 386"/>
                <a:gd name="T36" fmla="*/ 24 w 464"/>
                <a:gd name="T37" fmla="*/ 240 h 386"/>
                <a:gd name="T38" fmla="*/ 8 w 464"/>
                <a:gd name="T39" fmla="*/ 212 h 386"/>
                <a:gd name="T40" fmla="*/ 1 w 464"/>
                <a:gd name="T41" fmla="*/ 196 h 386"/>
                <a:gd name="T42" fmla="*/ 14 w 464"/>
                <a:gd name="T43" fmla="*/ 183 h 386"/>
                <a:gd name="T44" fmla="*/ 35 w 464"/>
                <a:gd name="T45" fmla="*/ 164 h 386"/>
                <a:gd name="T46" fmla="*/ 54 w 464"/>
                <a:gd name="T47" fmla="*/ 145 h 386"/>
                <a:gd name="T48" fmla="*/ 68 w 464"/>
                <a:gd name="T49" fmla="*/ 149 h 386"/>
                <a:gd name="T50" fmla="*/ 79 w 464"/>
                <a:gd name="T51" fmla="*/ 173 h 386"/>
                <a:gd name="T52" fmla="*/ 90 w 464"/>
                <a:gd name="T53" fmla="*/ 195 h 386"/>
                <a:gd name="T54" fmla="*/ 99 w 464"/>
                <a:gd name="T55" fmla="*/ 213 h 386"/>
                <a:gd name="T56" fmla="*/ 109 w 464"/>
                <a:gd name="T57" fmla="*/ 230 h 386"/>
                <a:gd name="T58" fmla="*/ 121 w 464"/>
                <a:gd name="T59" fmla="*/ 258 h 386"/>
                <a:gd name="T60" fmla="*/ 136 w 464"/>
                <a:gd name="T61" fmla="*/ 267 h 386"/>
                <a:gd name="T62" fmla="*/ 152 w 464"/>
                <a:gd name="T63" fmla="*/ 247 h 386"/>
                <a:gd name="T64" fmla="*/ 169 w 464"/>
                <a:gd name="T65" fmla="*/ 225 h 386"/>
                <a:gd name="T66" fmla="*/ 186 w 464"/>
                <a:gd name="T67" fmla="*/ 204 h 386"/>
                <a:gd name="T68" fmla="*/ 203 w 464"/>
                <a:gd name="T69" fmla="*/ 185 h 386"/>
                <a:gd name="T70" fmla="*/ 231 w 464"/>
                <a:gd name="T71" fmla="*/ 153 h 386"/>
                <a:gd name="T72" fmla="*/ 263 w 464"/>
                <a:gd name="T73" fmla="*/ 117 h 386"/>
                <a:gd name="T74" fmla="*/ 293 w 464"/>
                <a:gd name="T75" fmla="*/ 85 h 386"/>
                <a:gd name="T76" fmla="*/ 317 w 464"/>
                <a:gd name="T77" fmla="*/ 65 h 386"/>
                <a:gd name="T78" fmla="*/ 343 w 464"/>
                <a:gd name="T79" fmla="*/ 42 h 386"/>
                <a:gd name="T80" fmla="*/ 371 w 464"/>
                <a:gd name="T81" fmla="*/ 21 h 386"/>
                <a:gd name="T82" fmla="*/ 399 w 464"/>
                <a:gd name="T83" fmla="*/ 5 h 386"/>
                <a:gd name="T84" fmla="*/ 417 w 464"/>
                <a:gd name="T85" fmla="*/ 6 h 386"/>
                <a:gd name="T86" fmla="*/ 434 w 464"/>
                <a:gd name="T87" fmla="*/ 22 h 386"/>
                <a:gd name="T88" fmla="*/ 451 w 464"/>
                <a:gd name="T89" fmla="*/ 40 h 386"/>
                <a:gd name="T90" fmla="*/ 463 w 464"/>
                <a:gd name="T91" fmla="*/ 5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386">
                  <a:moveTo>
                    <a:pt x="464" y="55"/>
                  </a:moveTo>
                  <a:lnTo>
                    <a:pt x="449" y="61"/>
                  </a:lnTo>
                  <a:lnTo>
                    <a:pt x="433" y="69"/>
                  </a:lnTo>
                  <a:lnTo>
                    <a:pt x="416" y="78"/>
                  </a:lnTo>
                  <a:lnTo>
                    <a:pt x="399" y="90"/>
                  </a:lnTo>
                  <a:lnTo>
                    <a:pt x="381" y="101"/>
                  </a:lnTo>
                  <a:lnTo>
                    <a:pt x="365" y="112"/>
                  </a:lnTo>
                  <a:lnTo>
                    <a:pt x="349" y="125"/>
                  </a:lnTo>
                  <a:lnTo>
                    <a:pt x="334" y="135"/>
                  </a:lnTo>
                  <a:lnTo>
                    <a:pt x="318" y="149"/>
                  </a:lnTo>
                  <a:lnTo>
                    <a:pt x="299" y="166"/>
                  </a:lnTo>
                  <a:lnTo>
                    <a:pt x="278" y="187"/>
                  </a:lnTo>
                  <a:lnTo>
                    <a:pt x="256" y="208"/>
                  </a:lnTo>
                  <a:lnTo>
                    <a:pt x="234" y="230"/>
                  </a:lnTo>
                  <a:lnTo>
                    <a:pt x="215" y="250"/>
                  </a:lnTo>
                  <a:lnTo>
                    <a:pt x="199" y="267"/>
                  </a:lnTo>
                  <a:lnTo>
                    <a:pt x="186" y="280"/>
                  </a:lnTo>
                  <a:lnTo>
                    <a:pt x="176" y="290"/>
                  </a:lnTo>
                  <a:lnTo>
                    <a:pt x="167" y="301"/>
                  </a:lnTo>
                  <a:lnTo>
                    <a:pt x="156" y="311"/>
                  </a:lnTo>
                  <a:lnTo>
                    <a:pt x="145" y="323"/>
                  </a:lnTo>
                  <a:lnTo>
                    <a:pt x="133" y="336"/>
                  </a:lnTo>
                  <a:lnTo>
                    <a:pt x="122" y="350"/>
                  </a:lnTo>
                  <a:lnTo>
                    <a:pt x="108" y="367"/>
                  </a:lnTo>
                  <a:lnTo>
                    <a:pt x="93" y="386"/>
                  </a:lnTo>
                  <a:lnTo>
                    <a:pt x="91" y="374"/>
                  </a:lnTo>
                  <a:lnTo>
                    <a:pt x="88" y="364"/>
                  </a:lnTo>
                  <a:lnTo>
                    <a:pt x="83" y="352"/>
                  </a:lnTo>
                  <a:lnTo>
                    <a:pt x="78" y="341"/>
                  </a:lnTo>
                  <a:lnTo>
                    <a:pt x="73" y="329"/>
                  </a:lnTo>
                  <a:lnTo>
                    <a:pt x="67" y="319"/>
                  </a:lnTo>
                  <a:lnTo>
                    <a:pt x="61" y="309"/>
                  </a:lnTo>
                  <a:lnTo>
                    <a:pt x="57" y="300"/>
                  </a:lnTo>
                  <a:lnTo>
                    <a:pt x="51" y="289"/>
                  </a:lnTo>
                  <a:lnTo>
                    <a:pt x="45" y="278"/>
                  </a:lnTo>
                  <a:lnTo>
                    <a:pt x="38" y="265"/>
                  </a:lnTo>
                  <a:lnTo>
                    <a:pt x="31" y="253"/>
                  </a:lnTo>
                  <a:lnTo>
                    <a:pt x="24" y="240"/>
                  </a:lnTo>
                  <a:lnTo>
                    <a:pt x="16" y="226"/>
                  </a:lnTo>
                  <a:lnTo>
                    <a:pt x="8" y="212"/>
                  </a:lnTo>
                  <a:lnTo>
                    <a:pt x="0" y="200"/>
                  </a:lnTo>
                  <a:lnTo>
                    <a:pt x="1" y="196"/>
                  </a:lnTo>
                  <a:lnTo>
                    <a:pt x="7" y="191"/>
                  </a:lnTo>
                  <a:lnTo>
                    <a:pt x="14" y="183"/>
                  </a:lnTo>
                  <a:lnTo>
                    <a:pt x="24" y="173"/>
                  </a:lnTo>
                  <a:lnTo>
                    <a:pt x="35" y="164"/>
                  </a:lnTo>
                  <a:lnTo>
                    <a:pt x="45" y="154"/>
                  </a:lnTo>
                  <a:lnTo>
                    <a:pt x="54" y="145"/>
                  </a:lnTo>
                  <a:lnTo>
                    <a:pt x="61" y="137"/>
                  </a:lnTo>
                  <a:lnTo>
                    <a:pt x="68" y="149"/>
                  </a:lnTo>
                  <a:lnTo>
                    <a:pt x="74" y="162"/>
                  </a:lnTo>
                  <a:lnTo>
                    <a:pt x="79" y="173"/>
                  </a:lnTo>
                  <a:lnTo>
                    <a:pt x="85" y="185"/>
                  </a:lnTo>
                  <a:lnTo>
                    <a:pt x="90" y="195"/>
                  </a:lnTo>
                  <a:lnTo>
                    <a:pt x="96" y="204"/>
                  </a:lnTo>
                  <a:lnTo>
                    <a:pt x="99" y="213"/>
                  </a:lnTo>
                  <a:lnTo>
                    <a:pt x="104" y="220"/>
                  </a:lnTo>
                  <a:lnTo>
                    <a:pt x="109" y="230"/>
                  </a:lnTo>
                  <a:lnTo>
                    <a:pt x="114" y="242"/>
                  </a:lnTo>
                  <a:lnTo>
                    <a:pt x="121" y="258"/>
                  </a:lnTo>
                  <a:lnTo>
                    <a:pt x="128" y="277"/>
                  </a:lnTo>
                  <a:lnTo>
                    <a:pt x="136" y="267"/>
                  </a:lnTo>
                  <a:lnTo>
                    <a:pt x="144" y="257"/>
                  </a:lnTo>
                  <a:lnTo>
                    <a:pt x="152" y="247"/>
                  </a:lnTo>
                  <a:lnTo>
                    <a:pt x="161" y="235"/>
                  </a:lnTo>
                  <a:lnTo>
                    <a:pt x="169" y="225"/>
                  </a:lnTo>
                  <a:lnTo>
                    <a:pt x="177" y="215"/>
                  </a:lnTo>
                  <a:lnTo>
                    <a:pt x="186" y="204"/>
                  </a:lnTo>
                  <a:lnTo>
                    <a:pt x="194" y="195"/>
                  </a:lnTo>
                  <a:lnTo>
                    <a:pt x="203" y="185"/>
                  </a:lnTo>
                  <a:lnTo>
                    <a:pt x="216" y="170"/>
                  </a:lnTo>
                  <a:lnTo>
                    <a:pt x="231" y="153"/>
                  </a:lnTo>
                  <a:lnTo>
                    <a:pt x="247" y="134"/>
                  </a:lnTo>
                  <a:lnTo>
                    <a:pt x="263" y="117"/>
                  </a:lnTo>
                  <a:lnTo>
                    <a:pt x="279" y="100"/>
                  </a:lnTo>
                  <a:lnTo>
                    <a:pt x="293" y="85"/>
                  </a:lnTo>
                  <a:lnTo>
                    <a:pt x="306" y="75"/>
                  </a:lnTo>
                  <a:lnTo>
                    <a:pt x="317" y="65"/>
                  </a:lnTo>
                  <a:lnTo>
                    <a:pt x="330" y="54"/>
                  </a:lnTo>
                  <a:lnTo>
                    <a:pt x="343" y="42"/>
                  </a:lnTo>
                  <a:lnTo>
                    <a:pt x="357" y="32"/>
                  </a:lnTo>
                  <a:lnTo>
                    <a:pt x="371" y="21"/>
                  </a:lnTo>
                  <a:lnTo>
                    <a:pt x="385" y="11"/>
                  </a:lnTo>
                  <a:lnTo>
                    <a:pt x="399" y="5"/>
                  </a:lnTo>
                  <a:lnTo>
                    <a:pt x="410" y="0"/>
                  </a:lnTo>
                  <a:lnTo>
                    <a:pt x="417" y="6"/>
                  </a:lnTo>
                  <a:lnTo>
                    <a:pt x="425" y="13"/>
                  </a:lnTo>
                  <a:lnTo>
                    <a:pt x="434" y="22"/>
                  </a:lnTo>
                  <a:lnTo>
                    <a:pt x="443" y="31"/>
                  </a:lnTo>
                  <a:lnTo>
                    <a:pt x="451" y="40"/>
                  </a:lnTo>
                  <a:lnTo>
                    <a:pt x="458" y="48"/>
                  </a:lnTo>
                  <a:lnTo>
                    <a:pt x="463" y="53"/>
                  </a:lnTo>
                  <a:lnTo>
                    <a:pt x="464" y="55"/>
                  </a:lnTo>
                  <a:close/>
                </a:path>
              </a:pathLst>
            </a:custGeom>
            <a:solidFill>
              <a:schemeClr val="tx1"/>
            </a:solidFill>
            <a:ln>
              <a:noFill/>
            </a:ln>
          </p:spPr>
          <p:txBody>
            <a:bodyPr/>
            <a:lstStyle/>
            <a:p>
              <a:pPr defTabSz="932962" eaLnBrk="1" hangingPunct="1">
                <a:defRPr/>
              </a:pPr>
              <a:endParaRPr lang="ko-KR" altLang="en-US" sz="1632">
                <a:solidFill>
                  <a:srgbClr val="000000"/>
                </a:solidFill>
                <a:cs typeface="+mn-cs"/>
              </a:endParaRPr>
            </a:p>
          </p:txBody>
        </p:sp>
        <p:sp>
          <p:nvSpPr>
            <p:cNvPr id="502251" name="Freeform 491">
              <a:extLst>
                <a:ext uri="{FF2B5EF4-FFF2-40B4-BE49-F238E27FC236}">
                  <a16:creationId xmlns:a16="http://schemas.microsoft.com/office/drawing/2014/main" id="{938CD8C6-9778-EED9-37A0-AA1A7E19A512}"/>
                </a:ext>
              </a:extLst>
            </p:cNvPr>
            <p:cNvSpPr>
              <a:spLocks/>
            </p:cNvSpPr>
            <p:nvPr/>
          </p:nvSpPr>
          <p:spPr bwMode="auto">
            <a:xfrm>
              <a:off x="4017" y="1961"/>
              <a:ext cx="134" cy="123"/>
            </a:xfrm>
            <a:custGeom>
              <a:avLst/>
              <a:gdLst>
                <a:gd name="T0" fmla="*/ 449 w 464"/>
                <a:gd name="T1" fmla="*/ 61 h 386"/>
                <a:gd name="T2" fmla="*/ 416 w 464"/>
                <a:gd name="T3" fmla="*/ 78 h 386"/>
                <a:gd name="T4" fmla="*/ 381 w 464"/>
                <a:gd name="T5" fmla="*/ 101 h 386"/>
                <a:gd name="T6" fmla="*/ 349 w 464"/>
                <a:gd name="T7" fmla="*/ 125 h 386"/>
                <a:gd name="T8" fmla="*/ 318 w 464"/>
                <a:gd name="T9" fmla="*/ 149 h 386"/>
                <a:gd name="T10" fmla="*/ 278 w 464"/>
                <a:gd name="T11" fmla="*/ 187 h 386"/>
                <a:gd name="T12" fmla="*/ 234 w 464"/>
                <a:gd name="T13" fmla="*/ 230 h 386"/>
                <a:gd name="T14" fmla="*/ 199 w 464"/>
                <a:gd name="T15" fmla="*/ 267 h 386"/>
                <a:gd name="T16" fmla="*/ 176 w 464"/>
                <a:gd name="T17" fmla="*/ 290 h 386"/>
                <a:gd name="T18" fmla="*/ 156 w 464"/>
                <a:gd name="T19" fmla="*/ 311 h 386"/>
                <a:gd name="T20" fmla="*/ 133 w 464"/>
                <a:gd name="T21" fmla="*/ 336 h 386"/>
                <a:gd name="T22" fmla="*/ 108 w 464"/>
                <a:gd name="T23" fmla="*/ 367 h 386"/>
                <a:gd name="T24" fmla="*/ 91 w 464"/>
                <a:gd name="T25" fmla="*/ 374 h 386"/>
                <a:gd name="T26" fmla="*/ 83 w 464"/>
                <a:gd name="T27" fmla="*/ 352 h 386"/>
                <a:gd name="T28" fmla="*/ 73 w 464"/>
                <a:gd name="T29" fmla="*/ 329 h 386"/>
                <a:gd name="T30" fmla="*/ 61 w 464"/>
                <a:gd name="T31" fmla="*/ 309 h 386"/>
                <a:gd name="T32" fmla="*/ 51 w 464"/>
                <a:gd name="T33" fmla="*/ 289 h 386"/>
                <a:gd name="T34" fmla="*/ 38 w 464"/>
                <a:gd name="T35" fmla="*/ 265 h 386"/>
                <a:gd name="T36" fmla="*/ 24 w 464"/>
                <a:gd name="T37" fmla="*/ 240 h 386"/>
                <a:gd name="T38" fmla="*/ 8 w 464"/>
                <a:gd name="T39" fmla="*/ 212 h 386"/>
                <a:gd name="T40" fmla="*/ 1 w 464"/>
                <a:gd name="T41" fmla="*/ 196 h 386"/>
                <a:gd name="T42" fmla="*/ 14 w 464"/>
                <a:gd name="T43" fmla="*/ 183 h 386"/>
                <a:gd name="T44" fmla="*/ 35 w 464"/>
                <a:gd name="T45" fmla="*/ 164 h 386"/>
                <a:gd name="T46" fmla="*/ 54 w 464"/>
                <a:gd name="T47" fmla="*/ 145 h 386"/>
                <a:gd name="T48" fmla="*/ 68 w 464"/>
                <a:gd name="T49" fmla="*/ 149 h 386"/>
                <a:gd name="T50" fmla="*/ 79 w 464"/>
                <a:gd name="T51" fmla="*/ 173 h 386"/>
                <a:gd name="T52" fmla="*/ 90 w 464"/>
                <a:gd name="T53" fmla="*/ 195 h 386"/>
                <a:gd name="T54" fmla="*/ 99 w 464"/>
                <a:gd name="T55" fmla="*/ 213 h 386"/>
                <a:gd name="T56" fmla="*/ 109 w 464"/>
                <a:gd name="T57" fmla="*/ 230 h 386"/>
                <a:gd name="T58" fmla="*/ 121 w 464"/>
                <a:gd name="T59" fmla="*/ 258 h 386"/>
                <a:gd name="T60" fmla="*/ 136 w 464"/>
                <a:gd name="T61" fmla="*/ 267 h 386"/>
                <a:gd name="T62" fmla="*/ 152 w 464"/>
                <a:gd name="T63" fmla="*/ 247 h 386"/>
                <a:gd name="T64" fmla="*/ 169 w 464"/>
                <a:gd name="T65" fmla="*/ 225 h 386"/>
                <a:gd name="T66" fmla="*/ 186 w 464"/>
                <a:gd name="T67" fmla="*/ 204 h 386"/>
                <a:gd name="T68" fmla="*/ 203 w 464"/>
                <a:gd name="T69" fmla="*/ 185 h 386"/>
                <a:gd name="T70" fmla="*/ 231 w 464"/>
                <a:gd name="T71" fmla="*/ 153 h 386"/>
                <a:gd name="T72" fmla="*/ 263 w 464"/>
                <a:gd name="T73" fmla="*/ 117 h 386"/>
                <a:gd name="T74" fmla="*/ 293 w 464"/>
                <a:gd name="T75" fmla="*/ 85 h 386"/>
                <a:gd name="T76" fmla="*/ 317 w 464"/>
                <a:gd name="T77" fmla="*/ 65 h 386"/>
                <a:gd name="T78" fmla="*/ 343 w 464"/>
                <a:gd name="T79" fmla="*/ 42 h 386"/>
                <a:gd name="T80" fmla="*/ 371 w 464"/>
                <a:gd name="T81" fmla="*/ 21 h 386"/>
                <a:gd name="T82" fmla="*/ 399 w 464"/>
                <a:gd name="T83" fmla="*/ 5 h 386"/>
                <a:gd name="T84" fmla="*/ 417 w 464"/>
                <a:gd name="T85" fmla="*/ 6 h 386"/>
                <a:gd name="T86" fmla="*/ 434 w 464"/>
                <a:gd name="T87" fmla="*/ 22 h 386"/>
                <a:gd name="T88" fmla="*/ 451 w 464"/>
                <a:gd name="T89" fmla="*/ 40 h 386"/>
                <a:gd name="T90" fmla="*/ 463 w 464"/>
                <a:gd name="T91" fmla="*/ 5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386">
                  <a:moveTo>
                    <a:pt x="464" y="55"/>
                  </a:moveTo>
                  <a:lnTo>
                    <a:pt x="449" y="61"/>
                  </a:lnTo>
                  <a:lnTo>
                    <a:pt x="433" y="69"/>
                  </a:lnTo>
                  <a:lnTo>
                    <a:pt x="416" y="78"/>
                  </a:lnTo>
                  <a:lnTo>
                    <a:pt x="399" y="90"/>
                  </a:lnTo>
                  <a:lnTo>
                    <a:pt x="381" y="101"/>
                  </a:lnTo>
                  <a:lnTo>
                    <a:pt x="365" y="112"/>
                  </a:lnTo>
                  <a:lnTo>
                    <a:pt x="349" y="125"/>
                  </a:lnTo>
                  <a:lnTo>
                    <a:pt x="334" y="135"/>
                  </a:lnTo>
                  <a:lnTo>
                    <a:pt x="318" y="149"/>
                  </a:lnTo>
                  <a:lnTo>
                    <a:pt x="299" y="166"/>
                  </a:lnTo>
                  <a:lnTo>
                    <a:pt x="278" y="187"/>
                  </a:lnTo>
                  <a:lnTo>
                    <a:pt x="256" y="208"/>
                  </a:lnTo>
                  <a:lnTo>
                    <a:pt x="234" y="230"/>
                  </a:lnTo>
                  <a:lnTo>
                    <a:pt x="215" y="250"/>
                  </a:lnTo>
                  <a:lnTo>
                    <a:pt x="199" y="267"/>
                  </a:lnTo>
                  <a:lnTo>
                    <a:pt x="186" y="280"/>
                  </a:lnTo>
                  <a:lnTo>
                    <a:pt x="176" y="290"/>
                  </a:lnTo>
                  <a:lnTo>
                    <a:pt x="167" y="301"/>
                  </a:lnTo>
                  <a:lnTo>
                    <a:pt x="156" y="311"/>
                  </a:lnTo>
                  <a:lnTo>
                    <a:pt x="145" y="323"/>
                  </a:lnTo>
                  <a:lnTo>
                    <a:pt x="133" y="336"/>
                  </a:lnTo>
                  <a:lnTo>
                    <a:pt x="122" y="350"/>
                  </a:lnTo>
                  <a:lnTo>
                    <a:pt x="108" y="367"/>
                  </a:lnTo>
                  <a:lnTo>
                    <a:pt x="93" y="386"/>
                  </a:lnTo>
                  <a:lnTo>
                    <a:pt x="91" y="374"/>
                  </a:lnTo>
                  <a:lnTo>
                    <a:pt x="88" y="364"/>
                  </a:lnTo>
                  <a:lnTo>
                    <a:pt x="83" y="352"/>
                  </a:lnTo>
                  <a:lnTo>
                    <a:pt x="78" y="341"/>
                  </a:lnTo>
                  <a:lnTo>
                    <a:pt x="73" y="329"/>
                  </a:lnTo>
                  <a:lnTo>
                    <a:pt x="67" y="319"/>
                  </a:lnTo>
                  <a:lnTo>
                    <a:pt x="61" y="309"/>
                  </a:lnTo>
                  <a:lnTo>
                    <a:pt x="57" y="300"/>
                  </a:lnTo>
                  <a:lnTo>
                    <a:pt x="51" y="289"/>
                  </a:lnTo>
                  <a:lnTo>
                    <a:pt x="45" y="278"/>
                  </a:lnTo>
                  <a:lnTo>
                    <a:pt x="38" y="265"/>
                  </a:lnTo>
                  <a:lnTo>
                    <a:pt x="31" y="253"/>
                  </a:lnTo>
                  <a:lnTo>
                    <a:pt x="24" y="240"/>
                  </a:lnTo>
                  <a:lnTo>
                    <a:pt x="16" y="226"/>
                  </a:lnTo>
                  <a:lnTo>
                    <a:pt x="8" y="212"/>
                  </a:lnTo>
                  <a:lnTo>
                    <a:pt x="0" y="200"/>
                  </a:lnTo>
                  <a:lnTo>
                    <a:pt x="1" y="196"/>
                  </a:lnTo>
                  <a:lnTo>
                    <a:pt x="7" y="191"/>
                  </a:lnTo>
                  <a:lnTo>
                    <a:pt x="14" y="183"/>
                  </a:lnTo>
                  <a:lnTo>
                    <a:pt x="24" y="173"/>
                  </a:lnTo>
                  <a:lnTo>
                    <a:pt x="35" y="164"/>
                  </a:lnTo>
                  <a:lnTo>
                    <a:pt x="45" y="154"/>
                  </a:lnTo>
                  <a:lnTo>
                    <a:pt x="54" y="145"/>
                  </a:lnTo>
                  <a:lnTo>
                    <a:pt x="61" y="137"/>
                  </a:lnTo>
                  <a:lnTo>
                    <a:pt x="68" y="149"/>
                  </a:lnTo>
                  <a:lnTo>
                    <a:pt x="74" y="162"/>
                  </a:lnTo>
                  <a:lnTo>
                    <a:pt x="79" y="173"/>
                  </a:lnTo>
                  <a:lnTo>
                    <a:pt x="85" y="185"/>
                  </a:lnTo>
                  <a:lnTo>
                    <a:pt x="90" y="195"/>
                  </a:lnTo>
                  <a:lnTo>
                    <a:pt x="96" y="204"/>
                  </a:lnTo>
                  <a:lnTo>
                    <a:pt x="99" y="213"/>
                  </a:lnTo>
                  <a:lnTo>
                    <a:pt x="104" y="220"/>
                  </a:lnTo>
                  <a:lnTo>
                    <a:pt x="109" y="230"/>
                  </a:lnTo>
                  <a:lnTo>
                    <a:pt x="114" y="242"/>
                  </a:lnTo>
                  <a:lnTo>
                    <a:pt x="121" y="258"/>
                  </a:lnTo>
                  <a:lnTo>
                    <a:pt x="128" y="277"/>
                  </a:lnTo>
                  <a:lnTo>
                    <a:pt x="136" y="267"/>
                  </a:lnTo>
                  <a:lnTo>
                    <a:pt x="144" y="257"/>
                  </a:lnTo>
                  <a:lnTo>
                    <a:pt x="152" y="247"/>
                  </a:lnTo>
                  <a:lnTo>
                    <a:pt x="161" y="235"/>
                  </a:lnTo>
                  <a:lnTo>
                    <a:pt x="169" y="225"/>
                  </a:lnTo>
                  <a:lnTo>
                    <a:pt x="177" y="215"/>
                  </a:lnTo>
                  <a:lnTo>
                    <a:pt x="186" y="204"/>
                  </a:lnTo>
                  <a:lnTo>
                    <a:pt x="194" y="195"/>
                  </a:lnTo>
                  <a:lnTo>
                    <a:pt x="203" y="185"/>
                  </a:lnTo>
                  <a:lnTo>
                    <a:pt x="216" y="170"/>
                  </a:lnTo>
                  <a:lnTo>
                    <a:pt x="231" y="153"/>
                  </a:lnTo>
                  <a:lnTo>
                    <a:pt x="247" y="134"/>
                  </a:lnTo>
                  <a:lnTo>
                    <a:pt x="263" y="117"/>
                  </a:lnTo>
                  <a:lnTo>
                    <a:pt x="279" y="100"/>
                  </a:lnTo>
                  <a:lnTo>
                    <a:pt x="293" y="85"/>
                  </a:lnTo>
                  <a:lnTo>
                    <a:pt x="306" y="75"/>
                  </a:lnTo>
                  <a:lnTo>
                    <a:pt x="317" y="65"/>
                  </a:lnTo>
                  <a:lnTo>
                    <a:pt x="330" y="54"/>
                  </a:lnTo>
                  <a:lnTo>
                    <a:pt x="343" y="42"/>
                  </a:lnTo>
                  <a:lnTo>
                    <a:pt x="357" y="32"/>
                  </a:lnTo>
                  <a:lnTo>
                    <a:pt x="371" y="21"/>
                  </a:lnTo>
                  <a:lnTo>
                    <a:pt x="385" y="11"/>
                  </a:lnTo>
                  <a:lnTo>
                    <a:pt x="399" y="5"/>
                  </a:lnTo>
                  <a:lnTo>
                    <a:pt x="410" y="0"/>
                  </a:lnTo>
                  <a:lnTo>
                    <a:pt x="417" y="6"/>
                  </a:lnTo>
                  <a:lnTo>
                    <a:pt x="425" y="13"/>
                  </a:lnTo>
                  <a:lnTo>
                    <a:pt x="434" y="22"/>
                  </a:lnTo>
                  <a:lnTo>
                    <a:pt x="443" y="31"/>
                  </a:lnTo>
                  <a:lnTo>
                    <a:pt x="451" y="40"/>
                  </a:lnTo>
                  <a:lnTo>
                    <a:pt x="458" y="48"/>
                  </a:lnTo>
                  <a:lnTo>
                    <a:pt x="463" y="53"/>
                  </a:lnTo>
                  <a:lnTo>
                    <a:pt x="464" y="55"/>
                  </a:lnTo>
                  <a:close/>
                </a:path>
              </a:pathLst>
            </a:custGeom>
            <a:solidFill>
              <a:srgbClr val="A7A7A7"/>
            </a:solidFill>
            <a:ln>
              <a:noFill/>
            </a:ln>
          </p:spPr>
          <p:txBody>
            <a:bodyPr/>
            <a:lstStyle/>
            <a:p>
              <a:pPr defTabSz="932962" eaLnBrk="1" hangingPunct="1">
                <a:defRPr/>
              </a:pPr>
              <a:endParaRPr lang="ko-KR" altLang="en-US" sz="1632">
                <a:solidFill>
                  <a:srgbClr val="000000"/>
                </a:solidFill>
                <a:cs typeface="+mn-cs"/>
              </a:endParaRPr>
            </a:p>
          </p:txBody>
        </p:sp>
        <p:sp>
          <p:nvSpPr>
            <p:cNvPr id="502252" name="Rectangle 492">
              <a:extLst>
                <a:ext uri="{FF2B5EF4-FFF2-40B4-BE49-F238E27FC236}">
                  <a16:creationId xmlns:a16="http://schemas.microsoft.com/office/drawing/2014/main" id="{20111BE2-89FC-0C94-027A-01B5DB93C9EF}"/>
                </a:ext>
              </a:extLst>
            </p:cNvPr>
            <p:cNvSpPr>
              <a:spLocks noChangeArrowheads="1"/>
            </p:cNvSpPr>
            <p:nvPr/>
          </p:nvSpPr>
          <p:spPr bwMode="auto">
            <a:xfrm>
              <a:off x="3628" y="2169"/>
              <a:ext cx="405" cy="404"/>
            </a:xfrm>
            <a:prstGeom prst="rect">
              <a:avLst/>
            </a:prstGeom>
            <a:noFill/>
            <a:ln>
              <a:noFill/>
            </a:ln>
            <a:effectLst/>
          </p:spPr>
          <p:txBody>
            <a:bodyPr wrap="none">
              <a:spAutoFit/>
            </a:bodyPr>
            <a:lstStyle/>
            <a:p>
              <a:pPr defTabSz="932962" eaLnBrk="1" hangingPunct="1">
                <a:defRPr/>
              </a:pPr>
              <a:r>
                <a:rPr lang="ko-KR" altLang="ko-KR" sz="3571">
                  <a:solidFill>
                    <a:srgbClr val="000000"/>
                  </a:solidFill>
                  <a:ea typeface="-윤고딕120" pitchFamily="18" charset="-127"/>
                  <a:cs typeface="+mn-cs"/>
                  <a:sym typeface="Monotype Sorts" pitchFamily="2" charset="2"/>
                </a:rPr>
                <a:t></a:t>
              </a:r>
              <a:endParaRPr lang="ko-KR" altLang="en-US" sz="3571">
                <a:solidFill>
                  <a:srgbClr val="000000"/>
                </a:solidFill>
                <a:ea typeface="-윤고딕120" pitchFamily="18" charset="-127"/>
                <a:cs typeface="+mn-cs"/>
                <a:sym typeface="Monotype Sorts" pitchFamily="2" charset="2"/>
              </a:endParaRPr>
            </a:p>
          </p:txBody>
        </p:sp>
      </p:grpSp>
      <p:grpSp>
        <p:nvGrpSpPr>
          <p:cNvPr id="60463" name="Group 493">
            <a:extLst>
              <a:ext uri="{FF2B5EF4-FFF2-40B4-BE49-F238E27FC236}">
                <a16:creationId xmlns:a16="http://schemas.microsoft.com/office/drawing/2014/main" id="{4316CD5A-311F-4614-D915-4B9FFCD123EA}"/>
              </a:ext>
            </a:extLst>
          </p:cNvPr>
          <p:cNvGrpSpPr>
            <a:grpSpLocks/>
          </p:cNvGrpSpPr>
          <p:nvPr/>
        </p:nvGrpSpPr>
        <p:grpSpPr bwMode="auto">
          <a:xfrm>
            <a:off x="6191250" y="3630613"/>
            <a:ext cx="211138" cy="200025"/>
            <a:chOff x="3822" y="2241"/>
            <a:chExt cx="131" cy="124"/>
          </a:xfrm>
        </p:grpSpPr>
        <p:sp>
          <p:nvSpPr>
            <p:cNvPr id="502254" name="Oval 494">
              <a:extLst>
                <a:ext uri="{FF2B5EF4-FFF2-40B4-BE49-F238E27FC236}">
                  <a16:creationId xmlns:a16="http://schemas.microsoft.com/office/drawing/2014/main" id="{4C749F8D-0513-4EF5-C5F8-F67595EA9CDA}"/>
                </a:ext>
              </a:extLst>
            </p:cNvPr>
            <p:cNvSpPr>
              <a:spLocks noChangeArrowheads="1"/>
            </p:cNvSpPr>
            <p:nvPr/>
          </p:nvSpPr>
          <p:spPr bwMode="gray">
            <a:xfrm>
              <a:off x="3822" y="2241"/>
              <a:ext cx="131" cy="124"/>
            </a:xfrm>
            <a:prstGeom prst="ellipse">
              <a:avLst/>
            </a:prstGeom>
            <a:solidFill>
              <a:schemeClr val="bg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55" name="Rectangle 495">
              <a:extLst>
                <a:ext uri="{FF2B5EF4-FFF2-40B4-BE49-F238E27FC236}">
                  <a16:creationId xmlns:a16="http://schemas.microsoft.com/office/drawing/2014/main" id="{6E45BC01-AF3C-A675-D067-96FECE21D1EE}"/>
                </a:ext>
              </a:extLst>
            </p:cNvPr>
            <p:cNvSpPr>
              <a:spLocks noChangeArrowheads="1"/>
            </p:cNvSpPr>
            <p:nvPr>
              <p:custDataLst>
                <p:tags r:id="rId66"/>
              </p:custDataLst>
            </p:nvPr>
          </p:nvSpPr>
          <p:spPr bwMode="gray">
            <a:xfrm>
              <a:off x="3867" y="2246"/>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000000"/>
                  </a:solidFill>
                  <a:cs typeface="+mn-cs"/>
                </a:rPr>
                <a:t>1</a:t>
              </a:r>
            </a:p>
          </p:txBody>
        </p:sp>
      </p:grpSp>
      <p:grpSp>
        <p:nvGrpSpPr>
          <p:cNvPr id="60464" name="Group 496">
            <a:extLst>
              <a:ext uri="{FF2B5EF4-FFF2-40B4-BE49-F238E27FC236}">
                <a16:creationId xmlns:a16="http://schemas.microsoft.com/office/drawing/2014/main" id="{4A75B947-085B-C8EA-A955-8AC52F98274B}"/>
              </a:ext>
            </a:extLst>
          </p:cNvPr>
          <p:cNvGrpSpPr>
            <a:grpSpLocks/>
          </p:cNvGrpSpPr>
          <p:nvPr/>
        </p:nvGrpSpPr>
        <p:grpSpPr bwMode="auto">
          <a:xfrm>
            <a:off x="6191250" y="4103688"/>
            <a:ext cx="211138" cy="201612"/>
            <a:chOff x="3822" y="2534"/>
            <a:chExt cx="131" cy="124"/>
          </a:xfrm>
        </p:grpSpPr>
        <p:sp>
          <p:nvSpPr>
            <p:cNvPr id="502257" name="Oval 497">
              <a:extLst>
                <a:ext uri="{FF2B5EF4-FFF2-40B4-BE49-F238E27FC236}">
                  <a16:creationId xmlns:a16="http://schemas.microsoft.com/office/drawing/2014/main" id="{51DE432D-197D-3E79-2AB6-3F802756F900}"/>
                </a:ext>
              </a:extLst>
            </p:cNvPr>
            <p:cNvSpPr>
              <a:spLocks noChangeArrowheads="1"/>
            </p:cNvSpPr>
            <p:nvPr/>
          </p:nvSpPr>
          <p:spPr bwMode="gray">
            <a:xfrm>
              <a:off x="3822" y="2534"/>
              <a:ext cx="131" cy="124"/>
            </a:xfrm>
            <a:prstGeom prst="ellipse">
              <a:avLst/>
            </a:prstGeom>
            <a:solidFill>
              <a:schemeClr val="bg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58" name="Rectangle 498">
              <a:extLst>
                <a:ext uri="{FF2B5EF4-FFF2-40B4-BE49-F238E27FC236}">
                  <a16:creationId xmlns:a16="http://schemas.microsoft.com/office/drawing/2014/main" id="{023E0AF2-62C0-7E69-41AF-1DF99FB1EE92}"/>
                </a:ext>
              </a:extLst>
            </p:cNvPr>
            <p:cNvSpPr>
              <a:spLocks noChangeArrowheads="1"/>
            </p:cNvSpPr>
            <p:nvPr>
              <p:custDataLst>
                <p:tags r:id="rId65"/>
              </p:custDataLst>
            </p:nvPr>
          </p:nvSpPr>
          <p:spPr bwMode="gray">
            <a:xfrm>
              <a:off x="3867" y="2539"/>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000000"/>
                  </a:solidFill>
                  <a:cs typeface="+mn-cs"/>
                </a:rPr>
                <a:t>2</a:t>
              </a:r>
            </a:p>
          </p:txBody>
        </p:sp>
      </p:grpSp>
      <p:grpSp>
        <p:nvGrpSpPr>
          <p:cNvPr id="60465" name="Group 499">
            <a:extLst>
              <a:ext uri="{FF2B5EF4-FFF2-40B4-BE49-F238E27FC236}">
                <a16:creationId xmlns:a16="http://schemas.microsoft.com/office/drawing/2014/main" id="{9C59D864-0134-9230-9CEC-7136597345CA}"/>
              </a:ext>
            </a:extLst>
          </p:cNvPr>
          <p:cNvGrpSpPr>
            <a:grpSpLocks/>
          </p:cNvGrpSpPr>
          <p:nvPr/>
        </p:nvGrpSpPr>
        <p:grpSpPr bwMode="auto">
          <a:xfrm>
            <a:off x="6191250" y="4579938"/>
            <a:ext cx="211138" cy="212725"/>
            <a:chOff x="3822" y="2828"/>
            <a:chExt cx="131" cy="131"/>
          </a:xfrm>
        </p:grpSpPr>
        <p:sp>
          <p:nvSpPr>
            <p:cNvPr id="502260" name="Oval 500">
              <a:extLst>
                <a:ext uri="{FF2B5EF4-FFF2-40B4-BE49-F238E27FC236}">
                  <a16:creationId xmlns:a16="http://schemas.microsoft.com/office/drawing/2014/main" id="{B2512848-11C2-0290-8CC0-97EDA4CE4195}"/>
                </a:ext>
              </a:extLst>
            </p:cNvPr>
            <p:cNvSpPr>
              <a:spLocks noChangeArrowheads="1"/>
            </p:cNvSpPr>
            <p:nvPr/>
          </p:nvSpPr>
          <p:spPr bwMode="gray">
            <a:xfrm>
              <a:off x="3822" y="2828"/>
              <a:ext cx="131" cy="124"/>
            </a:xfrm>
            <a:prstGeom prst="ellipse">
              <a:avLst/>
            </a:prstGeom>
            <a:solidFill>
              <a:schemeClr val="bg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61" name="Rectangle 501">
              <a:extLst>
                <a:ext uri="{FF2B5EF4-FFF2-40B4-BE49-F238E27FC236}">
                  <a16:creationId xmlns:a16="http://schemas.microsoft.com/office/drawing/2014/main" id="{7A325DA6-17FB-3ADC-1AD3-A5727BE8B943}"/>
                </a:ext>
              </a:extLst>
            </p:cNvPr>
            <p:cNvSpPr>
              <a:spLocks noChangeArrowheads="1"/>
            </p:cNvSpPr>
            <p:nvPr>
              <p:custDataLst>
                <p:tags r:id="rId64"/>
              </p:custDataLst>
            </p:nvPr>
          </p:nvSpPr>
          <p:spPr bwMode="gray">
            <a:xfrm>
              <a:off x="3867" y="2840"/>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000000"/>
                  </a:solidFill>
                  <a:cs typeface="+mn-cs"/>
                </a:rPr>
                <a:t>3</a:t>
              </a:r>
            </a:p>
          </p:txBody>
        </p:sp>
      </p:grpSp>
      <p:grpSp>
        <p:nvGrpSpPr>
          <p:cNvPr id="60466" name="Group 502">
            <a:extLst>
              <a:ext uri="{FF2B5EF4-FFF2-40B4-BE49-F238E27FC236}">
                <a16:creationId xmlns:a16="http://schemas.microsoft.com/office/drawing/2014/main" id="{CE30D859-6022-9D95-FD4C-0BF59086045F}"/>
              </a:ext>
            </a:extLst>
          </p:cNvPr>
          <p:cNvGrpSpPr>
            <a:grpSpLocks/>
          </p:cNvGrpSpPr>
          <p:nvPr/>
        </p:nvGrpSpPr>
        <p:grpSpPr bwMode="auto">
          <a:xfrm>
            <a:off x="6191250" y="5548313"/>
            <a:ext cx="211138" cy="200025"/>
            <a:chOff x="3822" y="3425"/>
            <a:chExt cx="131" cy="124"/>
          </a:xfrm>
        </p:grpSpPr>
        <p:sp>
          <p:nvSpPr>
            <p:cNvPr id="502263" name="Oval 503">
              <a:extLst>
                <a:ext uri="{FF2B5EF4-FFF2-40B4-BE49-F238E27FC236}">
                  <a16:creationId xmlns:a16="http://schemas.microsoft.com/office/drawing/2014/main" id="{38CCBF60-B8E0-D181-AEDE-CB8F2D14FC0B}"/>
                </a:ext>
              </a:extLst>
            </p:cNvPr>
            <p:cNvSpPr>
              <a:spLocks noChangeArrowheads="1"/>
            </p:cNvSpPr>
            <p:nvPr/>
          </p:nvSpPr>
          <p:spPr bwMode="gray">
            <a:xfrm>
              <a:off x="3822" y="3425"/>
              <a:ext cx="131" cy="124"/>
            </a:xfrm>
            <a:prstGeom prst="ellipse">
              <a:avLst/>
            </a:prstGeom>
            <a:solidFill>
              <a:schemeClr val="bg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64" name="Rectangle 504">
              <a:extLst>
                <a:ext uri="{FF2B5EF4-FFF2-40B4-BE49-F238E27FC236}">
                  <a16:creationId xmlns:a16="http://schemas.microsoft.com/office/drawing/2014/main" id="{3C830AFF-48FE-3680-1B0A-E32A53FFB9FC}"/>
                </a:ext>
              </a:extLst>
            </p:cNvPr>
            <p:cNvSpPr>
              <a:spLocks noChangeArrowheads="1"/>
            </p:cNvSpPr>
            <p:nvPr>
              <p:custDataLst>
                <p:tags r:id="rId63"/>
              </p:custDataLst>
            </p:nvPr>
          </p:nvSpPr>
          <p:spPr bwMode="gray">
            <a:xfrm>
              <a:off x="3867" y="3430"/>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000000"/>
                  </a:solidFill>
                  <a:cs typeface="+mn-cs"/>
                </a:rPr>
                <a:t>5</a:t>
              </a:r>
            </a:p>
          </p:txBody>
        </p:sp>
      </p:grpSp>
      <p:grpSp>
        <p:nvGrpSpPr>
          <p:cNvPr id="60467" name="Group 505">
            <a:extLst>
              <a:ext uri="{FF2B5EF4-FFF2-40B4-BE49-F238E27FC236}">
                <a16:creationId xmlns:a16="http://schemas.microsoft.com/office/drawing/2014/main" id="{538F118F-F008-369C-A137-08DF0A8A9B4D}"/>
              </a:ext>
            </a:extLst>
          </p:cNvPr>
          <p:cNvGrpSpPr>
            <a:grpSpLocks/>
          </p:cNvGrpSpPr>
          <p:nvPr/>
        </p:nvGrpSpPr>
        <p:grpSpPr bwMode="auto">
          <a:xfrm>
            <a:off x="6191250" y="5072063"/>
            <a:ext cx="211138" cy="200025"/>
            <a:chOff x="3822" y="3131"/>
            <a:chExt cx="131" cy="124"/>
          </a:xfrm>
        </p:grpSpPr>
        <p:sp>
          <p:nvSpPr>
            <p:cNvPr id="502266" name="Oval 506">
              <a:extLst>
                <a:ext uri="{FF2B5EF4-FFF2-40B4-BE49-F238E27FC236}">
                  <a16:creationId xmlns:a16="http://schemas.microsoft.com/office/drawing/2014/main" id="{06BC4267-3B5A-612C-D895-45A70DCB63ED}"/>
                </a:ext>
              </a:extLst>
            </p:cNvPr>
            <p:cNvSpPr>
              <a:spLocks noChangeArrowheads="1"/>
            </p:cNvSpPr>
            <p:nvPr/>
          </p:nvSpPr>
          <p:spPr bwMode="gray">
            <a:xfrm>
              <a:off x="3822" y="3131"/>
              <a:ext cx="131" cy="124"/>
            </a:xfrm>
            <a:prstGeom prst="ellipse">
              <a:avLst/>
            </a:prstGeom>
            <a:solidFill>
              <a:schemeClr val="bg1"/>
            </a:solidFill>
            <a:ln w="9525">
              <a:solidFill>
                <a:schemeClr val="tx1"/>
              </a:solidFill>
              <a:round/>
              <a:headEnd/>
              <a:tailEnd/>
            </a:ln>
            <a:effectLst/>
          </p:spPr>
          <p:txBody>
            <a:bodyPr wrap="none" anchor="ctr"/>
            <a:lstStyle/>
            <a:p>
              <a:pPr defTabSz="932962" eaLnBrk="1" hangingPunct="1">
                <a:defRPr/>
              </a:pPr>
              <a:endParaRPr lang="ko-KR" altLang="en-US" sz="1632">
                <a:solidFill>
                  <a:srgbClr val="000000"/>
                </a:solidFill>
                <a:cs typeface="+mn-cs"/>
              </a:endParaRPr>
            </a:p>
          </p:txBody>
        </p:sp>
        <p:sp>
          <p:nvSpPr>
            <p:cNvPr id="502267" name="Rectangle 507">
              <a:extLst>
                <a:ext uri="{FF2B5EF4-FFF2-40B4-BE49-F238E27FC236}">
                  <a16:creationId xmlns:a16="http://schemas.microsoft.com/office/drawing/2014/main" id="{4109EF6B-2B49-4F10-AA95-0F77A8A12FB8}"/>
                </a:ext>
              </a:extLst>
            </p:cNvPr>
            <p:cNvSpPr>
              <a:spLocks noChangeArrowheads="1"/>
            </p:cNvSpPr>
            <p:nvPr>
              <p:custDataLst>
                <p:tags r:id="rId62"/>
              </p:custDataLst>
            </p:nvPr>
          </p:nvSpPr>
          <p:spPr bwMode="gray">
            <a:xfrm>
              <a:off x="3867" y="3136"/>
              <a:ext cx="55"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ko-KR" altLang="en-US" sz="1224" b="1">
                  <a:solidFill>
                    <a:srgbClr val="000000"/>
                  </a:solidFill>
                  <a:cs typeface="+mn-cs"/>
                </a:rPr>
                <a:t>4</a:t>
              </a:r>
            </a:p>
          </p:txBody>
        </p:sp>
      </p:grpSp>
      <p:grpSp>
        <p:nvGrpSpPr>
          <p:cNvPr id="60468" name="Group 228">
            <a:extLst>
              <a:ext uri="{FF2B5EF4-FFF2-40B4-BE49-F238E27FC236}">
                <a16:creationId xmlns:a16="http://schemas.microsoft.com/office/drawing/2014/main" id="{4D6078B1-3769-CB9B-BAEC-AB9225AAFD51}"/>
              </a:ext>
            </a:extLst>
          </p:cNvPr>
          <p:cNvGrpSpPr>
            <a:grpSpLocks/>
          </p:cNvGrpSpPr>
          <p:nvPr/>
        </p:nvGrpSpPr>
        <p:grpSpPr bwMode="auto">
          <a:xfrm>
            <a:off x="128588" y="3122613"/>
            <a:ext cx="2347912" cy="1625600"/>
            <a:chOff x="81" y="1967"/>
            <a:chExt cx="1479" cy="1024"/>
          </a:xfrm>
        </p:grpSpPr>
        <p:sp>
          <p:nvSpPr>
            <p:cNvPr id="60469" name="Oval 229">
              <a:extLst>
                <a:ext uri="{FF2B5EF4-FFF2-40B4-BE49-F238E27FC236}">
                  <a16:creationId xmlns:a16="http://schemas.microsoft.com/office/drawing/2014/main" id="{2F130C25-4308-B634-30D8-7EDB659B6826}"/>
                </a:ext>
              </a:extLst>
            </p:cNvPr>
            <p:cNvSpPr>
              <a:spLocks noChangeAspect="1" noChangeArrowheads="1"/>
            </p:cNvSpPr>
            <p:nvPr>
              <p:custDataLst>
                <p:tags r:id="rId2"/>
              </p:custDataLst>
            </p:nvPr>
          </p:nvSpPr>
          <p:spPr bwMode="blackWhite">
            <a:xfrm>
              <a:off x="81" y="1995"/>
              <a:ext cx="170" cy="156"/>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470" name="Group 230">
              <a:extLst>
                <a:ext uri="{FF2B5EF4-FFF2-40B4-BE49-F238E27FC236}">
                  <a16:creationId xmlns:a16="http://schemas.microsoft.com/office/drawing/2014/main" id="{B5F605B0-1DA4-12CF-89DB-4C20420A6F07}"/>
                </a:ext>
              </a:extLst>
            </p:cNvPr>
            <p:cNvGrpSpPr>
              <a:grpSpLocks noChangeAspect="1"/>
            </p:cNvGrpSpPr>
            <p:nvPr>
              <p:custDataLst>
                <p:tags r:id="rId3"/>
              </p:custDataLst>
            </p:nvPr>
          </p:nvGrpSpPr>
          <p:grpSpPr bwMode="auto">
            <a:xfrm>
              <a:off x="81" y="2205"/>
              <a:ext cx="170" cy="156"/>
              <a:chOff x="1694" y="1244"/>
              <a:chExt cx="160" cy="160"/>
            </a:xfrm>
          </p:grpSpPr>
          <p:sp>
            <p:nvSpPr>
              <p:cNvPr id="60538" name="Oval 231">
                <a:extLst>
                  <a:ext uri="{FF2B5EF4-FFF2-40B4-BE49-F238E27FC236}">
                    <a16:creationId xmlns:a16="http://schemas.microsoft.com/office/drawing/2014/main" id="{3370F738-92AA-FD75-1DA4-6AC955F16035}"/>
                  </a:ext>
                </a:extLst>
              </p:cNvPr>
              <p:cNvSpPr>
                <a:spLocks noChangeAspect="1" noChangeArrowheads="1"/>
              </p:cNvSpPr>
              <p:nvPr>
                <p:custDataLst>
                  <p:tags r:id="rId60"/>
                </p:custDataLst>
              </p:nvPr>
            </p:nvSpPr>
            <p:spPr bwMode="blackWhite">
              <a:xfrm>
                <a:off x="1694" y="1244"/>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39" name="Arc 232">
                <a:extLst>
                  <a:ext uri="{FF2B5EF4-FFF2-40B4-BE49-F238E27FC236}">
                    <a16:creationId xmlns:a16="http://schemas.microsoft.com/office/drawing/2014/main" id="{7D82B32F-9F9F-C10E-1F82-E7F3FB7DC65D}"/>
                  </a:ext>
                </a:extLst>
              </p:cNvPr>
              <p:cNvSpPr>
                <a:spLocks noChangeAspect="1"/>
              </p:cNvSpPr>
              <p:nvPr>
                <p:custDataLst>
                  <p:tags r:id="rId61"/>
                </p:custDataLst>
              </p:nvPr>
            </p:nvSpPr>
            <p:spPr bwMode="auto">
              <a:xfrm>
                <a:off x="1774" y="1244"/>
                <a:ext cx="80" cy="8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71" name="Group 233">
              <a:extLst>
                <a:ext uri="{FF2B5EF4-FFF2-40B4-BE49-F238E27FC236}">
                  <a16:creationId xmlns:a16="http://schemas.microsoft.com/office/drawing/2014/main" id="{7A95216F-DD56-E38F-F5A8-6BDA6E6855EC}"/>
                </a:ext>
              </a:extLst>
            </p:cNvPr>
            <p:cNvGrpSpPr>
              <a:grpSpLocks/>
            </p:cNvGrpSpPr>
            <p:nvPr>
              <p:custDataLst>
                <p:tags r:id="rId4"/>
              </p:custDataLst>
            </p:nvPr>
          </p:nvGrpSpPr>
          <p:grpSpPr bwMode="auto">
            <a:xfrm>
              <a:off x="81" y="2415"/>
              <a:ext cx="170" cy="156"/>
              <a:chOff x="3526" y="2330"/>
              <a:chExt cx="160" cy="160"/>
            </a:xfrm>
          </p:grpSpPr>
          <p:sp>
            <p:nvSpPr>
              <p:cNvPr id="60536" name="Oval 234">
                <a:extLst>
                  <a:ext uri="{FF2B5EF4-FFF2-40B4-BE49-F238E27FC236}">
                    <a16:creationId xmlns:a16="http://schemas.microsoft.com/office/drawing/2014/main" id="{7C6C2F01-B144-524A-17EE-D914EA549240}"/>
                  </a:ext>
                </a:extLst>
              </p:cNvPr>
              <p:cNvSpPr>
                <a:spLocks noChangeAspect="1" noChangeArrowheads="1"/>
              </p:cNvSpPr>
              <p:nvPr>
                <p:custDataLst>
                  <p:tags r:id="rId58"/>
                </p:custDataLst>
              </p:nvPr>
            </p:nvSpPr>
            <p:spPr bwMode="blackWhite">
              <a:xfrm>
                <a:off x="3526" y="2330"/>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37" name="Arc 235">
                <a:extLst>
                  <a:ext uri="{FF2B5EF4-FFF2-40B4-BE49-F238E27FC236}">
                    <a16:creationId xmlns:a16="http://schemas.microsoft.com/office/drawing/2014/main" id="{3DD72D30-73B3-D340-AD19-0754F74073FE}"/>
                  </a:ext>
                </a:extLst>
              </p:cNvPr>
              <p:cNvSpPr>
                <a:spLocks noChangeAspect="1"/>
              </p:cNvSpPr>
              <p:nvPr>
                <p:custDataLst>
                  <p:tags r:id="rId59"/>
                </p:custDataLst>
              </p:nvPr>
            </p:nvSpPr>
            <p:spPr bwMode="auto">
              <a:xfrm>
                <a:off x="3606" y="2330"/>
                <a:ext cx="80" cy="160"/>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529"/>
                      <a:pt x="11929" y="43200"/>
                      <a:pt x="0" y="43200"/>
                    </a:cubicBezTo>
                  </a:path>
                  <a:path w="21600" h="43200" stroke="0" extrusionOk="0">
                    <a:moveTo>
                      <a:pt x="-1" y="0"/>
                    </a:moveTo>
                    <a:cubicBezTo>
                      <a:pt x="11929" y="0"/>
                      <a:pt x="21600" y="9670"/>
                      <a:pt x="21600" y="21600"/>
                    </a:cubicBezTo>
                    <a:cubicBezTo>
                      <a:pt x="21600" y="33529"/>
                      <a:pt x="11929" y="43200"/>
                      <a:pt x="0" y="432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72" name="Group 236">
              <a:extLst>
                <a:ext uri="{FF2B5EF4-FFF2-40B4-BE49-F238E27FC236}">
                  <a16:creationId xmlns:a16="http://schemas.microsoft.com/office/drawing/2014/main" id="{A2B17A88-8E66-65C7-F42E-E575D92B3E54}"/>
                </a:ext>
              </a:extLst>
            </p:cNvPr>
            <p:cNvGrpSpPr>
              <a:grpSpLocks/>
            </p:cNvGrpSpPr>
            <p:nvPr>
              <p:custDataLst>
                <p:tags r:id="rId5"/>
              </p:custDataLst>
            </p:nvPr>
          </p:nvGrpSpPr>
          <p:grpSpPr bwMode="auto">
            <a:xfrm>
              <a:off x="81" y="2625"/>
              <a:ext cx="170" cy="156"/>
              <a:chOff x="3526" y="2546"/>
              <a:chExt cx="160" cy="160"/>
            </a:xfrm>
          </p:grpSpPr>
          <p:sp>
            <p:nvSpPr>
              <p:cNvPr id="60534" name="Oval 237">
                <a:extLst>
                  <a:ext uri="{FF2B5EF4-FFF2-40B4-BE49-F238E27FC236}">
                    <a16:creationId xmlns:a16="http://schemas.microsoft.com/office/drawing/2014/main" id="{317597AD-4BEF-7A8F-D4A7-C215CF8EE327}"/>
                  </a:ext>
                </a:extLst>
              </p:cNvPr>
              <p:cNvSpPr>
                <a:spLocks noChangeAspect="1" noChangeArrowheads="1"/>
              </p:cNvSpPr>
              <p:nvPr>
                <p:custDataLst>
                  <p:tags r:id="rId56"/>
                </p:custDataLst>
              </p:nvPr>
            </p:nvSpPr>
            <p:spPr bwMode="blackWhite">
              <a:xfrm>
                <a:off x="3526" y="2546"/>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35" name="Arc 238">
                <a:extLst>
                  <a:ext uri="{FF2B5EF4-FFF2-40B4-BE49-F238E27FC236}">
                    <a16:creationId xmlns:a16="http://schemas.microsoft.com/office/drawing/2014/main" id="{76E3E4F1-4D50-C780-8B0E-75906467D13C}"/>
                  </a:ext>
                </a:extLst>
              </p:cNvPr>
              <p:cNvSpPr>
                <a:spLocks noChangeAspect="1"/>
              </p:cNvSpPr>
              <p:nvPr>
                <p:custDataLst>
                  <p:tags r:id="rId57"/>
                </p:custDataLst>
              </p:nvPr>
            </p:nvSpPr>
            <p:spPr bwMode="auto">
              <a:xfrm>
                <a:off x="3526" y="2546"/>
                <a:ext cx="160" cy="160"/>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lnTo>
                      <a:pt x="21599"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73" name="Group 239">
              <a:extLst>
                <a:ext uri="{FF2B5EF4-FFF2-40B4-BE49-F238E27FC236}">
                  <a16:creationId xmlns:a16="http://schemas.microsoft.com/office/drawing/2014/main" id="{472FD73B-F02C-275B-24BB-03C071E3926E}"/>
                </a:ext>
              </a:extLst>
            </p:cNvPr>
            <p:cNvGrpSpPr>
              <a:grpSpLocks/>
            </p:cNvGrpSpPr>
            <p:nvPr>
              <p:custDataLst>
                <p:tags r:id="rId6"/>
              </p:custDataLst>
            </p:nvPr>
          </p:nvGrpSpPr>
          <p:grpSpPr bwMode="auto">
            <a:xfrm>
              <a:off x="81" y="2835"/>
              <a:ext cx="170" cy="156"/>
              <a:chOff x="3526" y="2762"/>
              <a:chExt cx="160" cy="160"/>
            </a:xfrm>
          </p:grpSpPr>
          <p:sp>
            <p:nvSpPr>
              <p:cNvPr id="60532" name="Oval 240">
                <a:extLst>
                  <a:ext uri="{FF2B5EF4-FFF2-40B4-BE49-F238E27FC236}">
                    <a16:creationId xmlns:a16="http://schemas.microsoft.com/office/drawing/2014/main" id="{47213FDC-2D9F-D7F8-1088-859302D0392B}"/>
                  </a:ext>
                </a:extLst>
              </p:cNvPr>
              <p:cNvSpPr>
                <a:spLocks noChangeAspect="1" noChangeArrowheads="1"/>
              </p:cNvSpPr>
              <p:nvPr>
                <p:custDataLst>
                  <p:tags r:id="rId54"/>
                </p:custDataLst>
              </p:nvPr>
            </p:nvSpPr>
            <p:spPr bwMode="blackWhite">
              <a:xfrm>
                <a:off x="3526" y="2762"/>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33" name="Oval 241">
                <a:extLst>
                  <a:ext uri="{FF2B5EF4-FFF2-40B4-BE49-F238E27FC236}">
                    <a16:creationId xmlns:a16="http://schemas.microsoft.com/office/drawing/2014/main" id="{EC458513-4A0C-BD14-75EC-5DD1E87CF968}"/>
                  </a:ext>
                </a:extLst>
              </p:cNvPr>
              <p:cNvSpPr>
                <a:spLocks noChangeAspect="1" noChangeArrowheads="1"/>
              </p:cNvSpPr>
              <p:nvPr>
                <p:custDataLst>
                  <p:tags r:id="rId55"/>
                </p:custDataLst>
              </p:nvPr>
            </p:nvSpPr>
            <p:spPr bwMode="auto">
              <a:xfrm>
                <a:off x="3526" y="2762"/>
                <a:ext cx="160" cy="16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sp>
          <p:nvSpPr>
            <p:cNvPr id="60474" name="Oval 242">
              <a:extLst>
                <a:ext uri="{FF2B5EF4-FFF2-40B4-BE49-F238E27FC236}">
                  <a16:creationId xmlns:a16="http://schemas.microsoft.com/office/drawing/2014/main" id="{C354910D-EF52-CB62-8C39-FAD4D976C922}"/>
                </a:ext>
              </a:extLst>
            </p:cNvPr>
            <p:cNvSpPr>
              <a:spLocks noChangeAspect="1" noChangeArrowheads="1"/>
            </p:cNvSpPr>
            <p:nvPr>
              <p:custDataLst>
                <p:tags r:id="rId7"/>
              </p:custDataLst>
            </p:nvPr>
          </p:nvSpPr>
          <p:spPr bwMode="blackWhite">
            <a:xfrm>
              <a:off x="363" y="1995"/>
              <a:ext cx="160" cy="146"/>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475" name="Group 243">
              <a:extLst>
                <a:ext uri="{FF2B5EF4-FFF2-40B4-BE49-F238E27FC236}">
                  <a16:creationId xmlns:a16="http://schemas.microsoft.com/office/drawing/2014/main" id="{20011749-B243-DC75-50A6-415F57DBD3A4}"/>
                </a:ext>
              </a:extLst>
            </p:cNvPr>
            <p:cNvGrpSpPr>
              <a:grpSpLocks noChangeAspect="1"/>
            </p:cNvGrpSpPr>
            <p:nvPr>
              <p:custDataLst>
                <p:tags r:id="rId8"/>
              </p:custDataLst>
            </p:nvPr>
          </p:nvGrpSpPr>
          <p:grpSpPr bwMode="auto">
            <a:xfrm>
              <a:off x="363" y="2193"/>
              <a:ext cx="160" cy="146"/>
              <a:chOff x="1694" y="1244"/>
              <a:chExt cx="160" cy="160"/>
            </a:xfrm>
          </p:grpSpPr>
          <p:sp>
            <p:nvSpPr>
              <p:cNvPr id="60530" name="Oval 244">
                <a:extLst>
                  <a:ext uri="{FF2B5EF4-FFF2-40B4-BE49-F238E27FC236}">
                    <a16:creationId xmlns:a16="http://schemas.microsoft.com/office/drawing/2014/main" id="{7A62B2FB-F32C-D746-8D5C-27913CE00657}"/>
                  </a:ext>
                </a:extLst>
              </p:cNvPr>
              <p:cNvSpPr>
                <a:spLocks noChangeAspect="1" noChangeArrowheads="1"/>
              </p:cNvSpPr>
              <p:nvPr>
                <p:custDataLst>
                  <p:tags r:id="rId52"/>
                </p:custDataLst>
              </p:nvPr>
            </p:nvSpPr>
            <p:spPr bwMode="blackWhite">
              <a:xfrm>
                <a:off x="1694" y="1244"/>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31" name="Arc 245">
                <a:extLst>
                  <a:ext uri="{FF2B5EF4-FFF2-40B4-BE49-F238E27FC236}">
                    <a16:creationId xmlns:a16="http://schemas.microsoft.com/office/drawing/2014/main" id="{3D1AC3B5-0DFD-63DF-9BA5-02F6289E348D}"/>
                  </a:ext>
                </a:extLst>
              </p:cNvPr>
              <p:cNvSpPr>
                <a:spLocks noChangeAspect="1"/>
              </p:cNvSpPr>
              <p:nvPr>
                <p:custDataLst>
                  <p:tags r:id="rId53"/>
                </p:custDataLst>
              </p:nvPr>
            </p:nvSpPr>
            <p:spPr bwMode="auto">
              <a:xfrm>
                <a:off x="1774" y="1244"/>
                <a:ext cx="80" cy="8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76" name="Group 246">
              <a:extLst>
                <a:ext uri="{FF2B5EF4-FFF2-40B4-BE49-F238E27FC236}">
                  <a16:creationId xmlns:a16="http://schemas.microsoft.com/office/drawing/2014/main" id="{D675155C-EC56-FF35-FC7E-1C47C0A7E8D4}"/>
                </a:ext>
              </a:extLst>
            </p:cNvPr>
            <p:cNvGrpSpPr>
              <a:grpSpLocks/>
            </p:cNvGrpSpPr>
            <p:nvPr>
              <p:custDataLst>
                <p:tags r:id="rId9"/>
              </p:custDataLst>
            </p:nvPr>
          </p:nvGrpSpPr>
          <p:grpSpPr bwMode="auto">
            <a:xfrm>
              <a:off x="363" y="2390"/>
              <a:ext cx="160" cy="147"/>
              <a:chOff x="3526" y="2330"/>
              <a:chExt cx="160" cy="160"/>
            </a:xfrm>
          </p:grpSpPr>
          <p:sp>
            <p:nvSpPr>
              <p:cNvPr id="60528" name="Oval 247">
                <a:extLst>
                  <a:ext uri="{FF2B5EF4-FFF2-40B4-BE49-F238E27FC236}">
                    <a16:creationId xmlns:a16="http://schemas.microsoft.com/office/drawing/2014/main" id="{E222F28D-3E7B-3A7F-99DA-2DCEF2DC839B}"/>
                  </a:ext>
                </a:extLst>
              </p:cNvPr>
              <p:cNvSpPr>
                <a:spLocks noChangeAspect="1" noChangeArrowheads="1"/>
              </p:cNvSpPr>
              <p:nvPr>
                <p:custDataLst>
                  <p:tags r:id="rId50"/>
                </p:custDataLst>
              </p:nvPr>
            </p:nvSpPr>
            <p:spPr bwMode="blackWhite">
              <a:xfrm>
                <a:off x="3526" y="2330"/>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29" name="Arc 248">
                <a:extLst>
                  <a:ext uri="{FF2B5EF4-FFF2-40B4-BE49-F238E27FC236}">
                    <a16:creationId xmlns:a16="http://schemas.microsoft.com/office/drawing/2014/main" id="{930AF0F3-F23A-797C-AC58-BA32E70B27AB}"/>
                  </a:ext>
                </a:extLst>
              </p:cNvPr>
              <p:cNvSpPr>
                <a:spLocks noChangeAspect="1"/>
              </p:cNvSpPr>
              <p:nvPr>
                <p:custDataLst>
                  <p:tags r:id="rId51"/>
                </p:custDataLst>
              </p:nvPr>
            </p:nvSpPr>
            <p:spPr bwMode="auto">
              <a:xfrm>
                <a:off x="3606" y="2330"/>
                <a:ext cx="80" cy="160"/>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529"/>
                      <a:pt x="11929" y="43200"/>
                      <a:pt x="0" y="43200"/>
                    </a:cubicBezTo>
                  </a:path>
                  <a:path w="21600" h="43200" stroke="0" extrusionOk="0">
                    <a:moveTo>
                      <a:pt x="-1" y="0"/>
                    </a:moveTo>
                    <a:cubicBezTo>
                      <a:pt x="11929" y="0"/>
                      <a:pt x="21600" y="9670"/>
                      <a:pt x="21600" y="21600"/>
                    </a:cubicBezTo>
                    <a:cubicBezTo>
                      <a:pt x="21600" y="33529"/>
                      <a:pt x="11929" y="43200"/>
                      <a:pt x="0" y="432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77" name="Group 249">
              <a:extLst>
                <a:ext uri="{FF2B5EF4-FFF2-40B4-BE49-F238E27FC236}">
                  <a16:creationId xmlns:a16="http://schemas.microsoft.com/office/drawing/2014/main" id="{A72E83B1-F019-B296-8DB2-2E72EC5FC174}"/>
                </a:ext>
              </a:extLst>
            </p:cNvPr>
            <p:cNvGrpSpPr>
              <a:grpSpLocks/>
            </p:cNvGrpSpPr>
            <p:nvPr>
              <p:custDataLst>
                <p:tags r:id="rId10"/>
              </p:custDataLst>
            </p:nvPr>
          </p:nvGrpSpPr>
          <p:grpSpPr bwMode="auto">
            <a:xfrm>
              <a:off x="363" y="2588"/>
              <a:ext cx="160" cy="146"/>
              <a:chOff x="3526" y="2546"/>
              <a:chExt cx="160" cy="160"/>
            </a:xfrm>
          </p:grpSpPr>
          <p:sp>
            <p:nvSpPr>
              <p:cNvPr id="60526" name="Oval 250">
                <a:extLst>
                  <a:ext uri="{FF2B5EF4-FFF2-40B4-BE49-F238E27FC236}">
                    <a16:creationId xmlns:a16="http://schemas.microsoft.com/office/drawing/2014/main" id="{6941F10B-5B6F-1FBA-606A-F6C84F37F335}"/>
                  </a:ext>
                </a:extLst>
              </p:cNvPr>
              <p:cNvSpPr>
                <a:spLocks noChangeAspect="1" noChangeArrowheads="1"/>
              </p:cNvSpPr>
              <p:nvPr>
                <p:custDataLst>
                  <p:tags r:id="rId48"/>
                </p:custDataLst>
              </p:nvPr>
            </p:nvSpPr>
            <p:spPr bwMode="blackWhite">
              <a:xfrm>
                <a:off x="3526" y="2546"/>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27" name="Arc 251">
                <a:extLst>
                  <a:ext uri="{FF2B5EF4-FFF2-40B4-BE49-F238E27FC236}">
                    <a16:creationId xmlns:a16="http://schemas.microsoft.com/office/drawing/2014/main" id="{C015A29D-EB58-4CA8-21C2-04DF70D058C5}"/>
                  </a:ext>
                </a:extLst>
              </p:cNvPr>
              <p:cNvSpPr>
                <a:spLocks noChangeAspect="1"/>
              </p:cNvSpPr>
              <p:nvPr>
                <p:custDataLst>
                  <p:tags r:id="rId49"/>
                </p:custDataLst>
              </p:nvPr>
            </p:nvSpPr>
            <p:spPr bwMode="auto">
              <a:xfrm>
                <a:off x="3526" y="2546"/>
                <a:ext cx="160" cy="160"/>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lnTo>
                      <a:pt x="21599"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78" name="Group 252">
              <a:extLst>
                <a:ext uri="{FF2B5EF4-FFF2-40B4-BE49-F238E27FC236}">
                  <a16:creationId xmlns:a16="http://schemas.microsoft.com/office/drawing/2014/main" id="{4F145218-877D-EA52-F2B1-1735539CEDD7}"/>
                </a:ext>
              </a:extLst>
            </p:cNvPr>
            <p:cNvGrpSpPr>
              <a:grpSpLocks/>
            </p:cNvGrpSpPr>
            <p:nvPr>
              <p:custDataLst>
                <p:tags r:id="rId11"/>
              </p:custDataLst>
            </p:nvPr>
          </p:nvGrpSpPr>
          <p:grpSpPr bwMode="auto">
            <a:xfrm>
              <a:off x="363" y="2786"/>
              <a:ext cx="160" cy="146"/>
              <a:chOff x="3526" y="2762"/>
              <a:chExt cx="160" cy="160"/>
            </a:xfrm>
          </p:grpSpPr>
          <p:sp>
            <p:nvSpPr>
              <p:cNvPr id="60524" name="Oval 253">
                <a:extLst>
                  <a:ext uri="{FF2B5EF4-FFF2-40B4-BE49-F238E27FC236}">
                    <a16:creationId xmlns:a16="http://schemas.microsoft.com/office/drawing/2014/main" id="{BBE01AC9-734E-CB66-4C88-410A62A7DDCF}"/>
                  </a:ext>
                </a:extLst>
              </p:cNvPr>
              <p:cNvSpPr>
                <a:spLocks noChangeAspect="1" noChangeArrowheads="1"/>
              </p:cNvSpPr>
              <p:nvPr>
                <p:custDataLst>
                  <p:tags r:id="rId46"/>
                </p:custDataLst>
              </p:nvPr>
            </p:nvSpPr>
            <p:spPr bwMode="blackWhite">
              <a:xfrm>
                <a:off x="3526" y="2762"/>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25" name="Oval 254">
                <a:extLst>
                  <a:ext uri="{FF2B5EF4-FFF2-40B4-BE49-F238E27FC236}">
                    <a16:creationId xmlns:a16="http://schemas.microsoft.com/office/drawing/2014/main" id="{EC9F6EC0-9683-8B7C-A1ED-E6F73843F6FB}"/>
                  </a:ext>
                </a:extLst>
              </p:cNvPr>
              <p:cNvSpPr>
                <a:spLocks noChangeAspect="1" noChangeArrowheads="1"/>
              </p:cNvSpPr>
              <p:nvPr>
                <p:custDataLst>
                  <p:tags r:id="rId47"/>
                </p:custDataLst>
              </p:nvPr>
            </p:nvSpPr>
            <p:spPr bwMode="auto">
              <a:xfrm>
                <a:off x="3526" y="2762"/>
                <a:ext cx="160" cy="16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sp>
          <p:nvSpPr>
            <p:cNvPr id="60479" name="Oval 255">
              <a:extLst>
                <a:ext uri="{FF2B5EF4-FFF2-40B4-BE49-F238E27FC236}">
                  <a16:creationId xmlns:a16="http://schemas.microsoft.com/office/drawing/2014/main" id="{80AA1D93-958F-7B88-0197-19659A613FB1}"/>
                </a:ext>
              </a:extLst>
            </p:cNvPr>
            <p:cNvSpPr>
              <a:spLocks noChangeAspect="1" noChangeArrowheads="1"/>
            </p:cNvSpPr>
            <p:nvPr>
              <p:custDataLst>
                <p:tags r:id="rId12"/>
              </p:custDataLst>
            </p:nvPr>
          </p:nvSpPr>
          <p:spPr bwMode="blackWhite">
            <a:xfrm>
              <a:off x="611" y="1995"/>
              <a:ext cx="137" cy="12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480" name="Group 256">
              <a:extLst>
                <a:ext uri="{FF2B5EF4-FFF2-40B4-BE49-F238E27FC236}">
                  <a16:creationId xmlns:a16="http://schemas.microsoft.com/office/drawing/2014/main" id="{3C5D7B81-7D25-5647-9DE9-B1A55AFD40B5}"/>
                </a:ext>
              </a:extLst>
            </p:cNvPr>
            <p:cNvGrpSpPr>
              <a:grpSpLocks noChangeAspect="1"/>
            </p:cNvGrpSpPr>
            <p:nvPr>
              <p:custDataLst>
                <p:tags r:id="rId13"/>
              </p:custDataLst>
            </p:nvPr>
          </p:nvGrpSpPr>
          <p:grpSpPr bwMode="auto">
            <a:xfrm>
              <a:off x="611" y="2165"/>
              <a:ext cx="137" cy="126"/>
              <a:chOff x="1694" y="1244"/>
              <a:chExt cx="160" cy="160"/>
            </a:xfrm>
          </p:grpSpPr>
          <p:sp>
            <p:nvSpPr>
              <p:cNvPr id="60522" name="Oval 257">
                <a:extLst>
                  <a:ext uri="{FF2B5EF4-FFF2-40B4-BE49-F238E27FC236}">
                    <a16:creationId xmlns:a16="http://schemas.microsoft.com/office/drawing/2014/main" id="{2083856A-C02E-C5A0-B7A1-7F7E80284722}"/>
                  </a:ext>
                </a:extLst>
              </p:cNvPr>
              <p:cNvSpPr>
                <a:spLocks noChangeAspect="1" noChangeArrowheads="1"/>
              </p:cNvSpPr>
              <p:nvPr>
                <p:custDataLst>
                  <p:tags r:id="rId44"/>
                </p:custDataLst>
              </p:nvPr>
            </p:nvSpPr>
            <p:spPr bwMode="blackWhite">
              <a:xfrm>
                <a:off x="1694" y="1244"/>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23" name="Arc 258">
                <a:extLst>
                  <a:ext uri="{FF2B5EF4-FFF2-40B4-BE49-F238E27FC236}">
                    <a16:creationId xmlns:a16="http://schemas.microsoft.com/office/drawing/2014/main" id="{B250C78D-CF28-DF3E-C290-AEA8095CF1E1}"/>
                  </a:ext>
                </a:extLst>
              </p:cNvPr>
              <p:cNvSpPr>
                <a:spLocks noChangeAspect="1"/>
              </p:cNvSpPr>
              <p:nvPr>
                <p:custDataLst>
                  <p:tags r:id="rId45"/>
                </p:custDataLst>
              </p:nvPr>
            </p:nvSpPr>
            <p:spPr bwMode="auto">
              <a:xfrm>
                <a:off x="1774" y="1244"/>
                <a:ext cx="80" cy="8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81" name="Group 259">
              <a:extLst>
                <a:ext uri="{FF2B5EF4-FFF2-40B4-BE49-F238E27FC236}">
                  <a16:creationId xmlns:a16="http://schemas.microsoft.com/office/drawing/2014/main" id="{779C59DC-E1A4-DC8E-C655-8CEF8D3A3232}"/>
                </a:ext>
              </a:extLst>
            </p:cNvPr>
            <p:cNvGrpSpPr>
              <a:grpSpLocks/>
            </p:cNvGrpSpPr>
            <p:nvPr>
              <p:custDataLst>
                <p:tags r:id="rId14"/>
              </p:custDataLst>
            </p:nvPr>
          </p:nvGrpSpPr>
          <p:grpSpPr bwMode="auto">
            <a:xfrm>
              <a:off x="611" y="2334"/>
              <a:ext cx="137" cy="127"/>
              <a:chOff x="3526" y="2330"/>
              <a:chExt cx="160" cy="160"/>
            </a:xfrm>
          </p:grpSpPr>
          <p:sp>
            <p:nvSpPr>
              <p:cNvPr id="60520" name="Oval 260">
                <a:extLst>
                  <a:ext uri="{FF2B5EF4-FFF2-40B4-BE49-F238E27FC236}">
                    <a16:creationId xmlns:a16="http://schemas.microsoft.com/office/drawing/2014/main" id="{0DE68DC6-3A6E-85F1-9897-220C78808385}"/>
                  </a:ext>
                </a:extLst>
              </p:cNvPr>
              <p:cNvSpPr>
                <a:spLocks noChangeAspect="1" noChangeArrowheads="1"/>
              </p:cNvSpPr>
              <p:nvPr>
                <p:custDataLst>
                  <p:tags r:id="rId42"/>
                </p:custDataLst>
              </p:nvPr>
            </p:nvSpPr>
            <p:spPr bwMode="blackWhite">
              <a:xfrm>
                <a:off x="3526" y="2330"/>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21" name="Arc 261">
                <a:extLst>
                  <a:ext uri="{FF2B5EF4-FFF2-40B4-BE49-F238E27FC236}">
                    <a16:creationId xmlns:a16="http://schemas.microsoft.com/office/drawing/2014/main" id="{617913F0-F729-8B38-0C3C-CDA98490B64B}"/>
                  </a:ext>
                </a:extLst>
              </p:cNvPr>
              <p:cNvSpPr>
                <a:spLocks noChangeAspect="1"/>
              </p:cNvSpPr>
              <p:nvPr>
                <p:custDataLst>
                  <p:tags r:id="rId43"/>
                </p:custDataLst>
              </p:nvPr>
            </p:nvSpPr>
            <p:spPr bwMode="auto">
              <a:xfrm>
                <a:off x="3606" y="2330"/>
                <a:ext cx="80" cy="160"/>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529"/>
                      <a:pt x="11929" y="43200"/>
                      <a:pt x="0" y="43200"/>
                    </a:cubicBezTo>
                  </a:path>
                  <a:path w="21600" h="43200" stroke="0" extrusionOk="0">
                    <a:moveTo>
                      <a:pt x="-1" y="0"/>
                    </a:moveTo>
                    <a:cubicBezTo>
                      <a:pt x="11929" y="0"/>
                      <a:pt x="21600" y="9670"/>
                      <a:pt x="21600" y="21600"/>
                    </a:cubicBezTo>
                    <a:cubicBezTo>
                      <a:pt x="21600" y="33529"/>
                      <a:pt x="11929" y="43200"/>
                      <a:pt x="0" y="432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82" name="Group 262">
              <a:extLst>
                <a:ext uri="{FF2B5EF4-FFF2-40B4-BE49-F238E27FC236}">
                  <a16:creationId xmlns:a16="http://schemas.microsoft.com/office/drawing/2014/main" id="{87F6F121-9589-D7F7-BF54-80F4F3F2BB9F}"/>
                </a:ext>
              </a:extLst>
            </p:cNvPr>
            <p:cNvGrpSpPr>
              <a:grpSpLocks/>
            </p:cNvGrpSpPr>
            <p:nvPr>
              <p:custDataLst>
                <p:tags r:id="rId15"/>
              </p:custDataLst>
            </p:nvPr>
          </p:nvGrpSpPr>
          <p:grpSpPr bwMode="auto">
            <a:xfrm>
              <a:off x="611" y="2504"/>
              <a:ext cx="137" cy="126"/>
              <a:chOff x="3526" y="2546"/>
              <a:chExt cx="160" cy="160"/>
            </a:xfrm>
          </p:grpSpPr>
          <p:sp>
            <p:nvSpPr>
              <p:cNvPr id="60518" name="Oval 263">
                <a:extLst>
                  <a:ext uri="{FF2B5EF4-FFF2-40B4-BE49-F238E27FC236}">
                    <a16:creationId xmlns:a16="http://schemas.microsoft.com/office/drawing/2014/main" id="{090B3F52-032F-8F82-2D3F-7EF9F4B54759}"/>
                  </a:ext>
                </a:extLst>
              </p:cNvPr>
              <p:cNvSpPr>
                <a:spLocks noChangeAspect="1" noChangeArrowheads="1"/>
              </p:cNvSpPr>
              <p:nvPr>
                <p:custDataLst>
                  <p:tags r:id="rId40"/>
                </p:custDataLst>
              </p:nvPr>
            </p:nvSpPr>
            <p:spPr bwMode="blackWhite">
              <a:xfrm>
                <a:off x="3526" y="2546"/>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19" name="Arc 264">
                <a:extLst>
                  <a:ext uri="{FF2B5EF4-FFF2-40B4-BE49-F238E27FC236}">
                    <a16:creationId xmlns:a16="http://schemas.microsoft.com/office/drawing/2014/main" id="{8A4CA2B4-98C3-C0FF-30C6-C62ABFC11AB0}"/>
                  </a:ext>
                </a:extLst>
              </p:cNvPr>
              <p:cNvSpPr>
                <a:spLocks noChangeAspect="1"/>
              </p:cNvSpPr>
              <p:nvPr>
                <p:custDataLst>
                  <p:tags r:id="rId41"/>
                </p:custDataLst>
              </p:nvPr>
            </p:nvSpPr>
            <p:spPr bwMode="auto">
              <a:xfrm>
                <a:off x="3526" y="2546"/>
                <a:ext cx="160" cy="160"/>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lnTo>
                      <a:pt x="21599"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83" name="Group 265">
              <a:extLst>
                <a:ext uri="{FF2B5EF4-FFF2-40B4-BE49-F238E27FC236}">
                  <a16:creationId xmlns:a16="http://schemas.microsoft.com/office/drawing/2014/main" id="{186D27DC-7C0A-02A1-8E16-A8027FCEABC4}"/>
                </a:ext>
              </a:extLst>
            </p:cNvPr>
            <p:cNvGrpSpPr>
              <a:grpSpLocks/>
            </p:cNvGrpSpPr>
            <p:nvPr>
              <p:custDataLst>
                <p:tags r:id="rId16"/>
              </p:custDataLst>
            </p:nvPr>
          </p:nvGrpSpPr>
          <p:grpSpPr bwMode="auto">
            <a:xfrm>
              <a:off x="611" y="2675"/>
              <a:ext cx="137" cy="125"/>
              <a:chOff x="3526" y="2762"/>
              <a:chExt cx="160" cy="160"/>
            </a:xfrm>
          </p:grpSpPr>
          <p:sp>
            <p:nvSpPr>
              <p:cNvPr id="60516" name="Oval 266">
                <a:extLst>
                  <a:ext uri="{FF2B5EF4-FFF2-40B4-BE49-F238E27FC236}">
                    <a16:creationId xmlns:a16="http://schemas.microsoft.com/office/drawing/2014/main" id="{03FA5BCC-B59F-FA53-D921-6253A4CF2509}"/>
                  </a:ext>
                </a:extLst>
              </p:cNvPr>
              <p:cNvSpPr>
                <a:spLocks noChangeAspect="1" noChangeArrowheads="1"/>
              </p:cNvSpPr>
              <p:nvPr>
                <p:custDataLst>
                  <p:tags r:id="rId38"/>
                </p:custDataLst>
              </p:nvPr>
            </p:nvSpPr>
            <p:spPr bwMode="blackWhite">
              <a:xfrm>
                <a:off x="3526" y="2762"/>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17" name="Oval 267">
                <a:extLst>
                  <a:ext uri="{FF2B5EF4-FFF2-40B4-BE49-F238E27FC236}">
                    <a16:creationId xmlns:a16="http://schemas.microsoft.com/office/drawing/2014/main" id="{2F06D928-8B9C-3353-6992-F167BD771D65}"/>
                  </a:ext>
                </a:extLst>
              </p:cNvPr>
              <p:cNvSpPr>
                <a:spLocks noChangeAspect="1" noChangeArrowheads="1"/>
              </p:cNvSpPr>
              <p:nvPr>
                <p:custDataLst>
                  <p:tags r:id="rId39"/>
                </p:custDataLst>
              </p:nvPr>
            </p:nvSpPr>
            <p:spPr bwMode="auto">
              <a:xfrm>
                <a:off x="3526" y="2762"/>
                <a:ext cx="160" cy="16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sp>
          <p:nvSpPr>
            <p:cNvPr id="60484" name="Oval 268">
              <a:extLst>
                <a:ext uri="{FF2B5EF4-FFF2-40B4-BE49-F238E27FC236}">
                  <a16:creationId xmlns:a16="http://schemas.microsoft.com/office/drawing/2014/main" id="{50034F2F-F651-B9DC-5A58-AB1BF69D197F}"/>
                </a:ext>
              </a:extLst>
            </p:cNvPr>
            <p:cNvSpPr>
              <a:spLocks noChangeAspect="1" noChangeArrowheads="1"/>
            </p:cNvSpPr>
            <p:nvPr>
              <p:custDataLst>
                <p:tags r:id="rId17"/>
              </p:custDataLst>
            </p:nvPr>
          </p:nvSpPr>
          <p:spPr bwMode="blackWhite">
            <a:xfrm>
              <a:off x="826" y="1995"/>
              <a:ext cx="103" cy="94"/>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485" name="Group 269">
              <a:extLst>
                <a:ext uri="{FF2B5EF4-FFF2-40B4-BE49-F238E27FC236}">
                  <a16:creationId xmlns:a16="http://schemas.microsoft.com/office/drawing/2014/main" id="{4C88678B-B369-AE99-7550-E824980DCC4F}"/>
                </a:ext>
              </a:extLst>
            </p:cNvPr>
            <p:cNvGrpSpPr>
              <a:grpSpLocks noChangeAspect="1"/>
            </p:cNvGrpSpPr>
            <p:nvPr>
              <p:custDataLst>
                <p:tags r:id="rId18"/>
              </p:custDataLst>
            </p:nvPr>
          </p:nvGrpSpPr>
          <p:grpSpPr bwMode="auto">
            <a:xfrm>
              <a:off x="826" y="2123"/>
              <a:ext cx="103" cy="95"/>
              <a:chOff x="1694" y="1244"/>
              <a:chExt cx="160" cy="160"/>
            </a:xfrm>
          </p:grpSpPr>
          <p:sp>
            <p:nvSpPr>
              <p:cNvPr id="60514" name="Oval 270">
                <a:extLst>
                  <a:ext uri="{FF2B5EF4-FFF2-40B4-BE49-F238E27FC236}">
                    <a16:creationId xmlns:a16="http://schemas.microsoft.com/office/drawing/2014/main" id="{8F9BAC9D-82F2-225F-B3DD-E159EBB44B41}"/>
                  </a:ext>
                </a:extLst>
              </p:cNvPr>
              <p:cNvSpPr>
                <a:spLocks noChangeAspect="1" noChangeArrowheads="1"/>
              </p:cNvSpPr>
              <p:nvPr>
                <p:custDataLst>
                  <p:tags r:id="rId36"/>
                </p:custDataLst>
              </p:nvPr>
            </p:nvSpPr>
            <p:spPr bwMode="blackWhite">
              <a:xfrm>
                <a:off x="1694" y="1244"/>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15" name="Arc 271">
                <a:extLst>
                  <a:ext uri="{FF2B5EF4-FFF2-40B4-BE49-F238E27FC236}">
                    <a16:creationId xmlns:a16="http://schemas.microsoft.com/office/drawing/2014/main" id="{D71EB95F-CFA9-3FA4-C742-CC679A2452F3}"/>
                  </a:ext>
                </a:extLst>
              </p:cNvPr>
              <p:cNvSpPr>
                <a:spLocks noChangeAspect="1"/>
              </p:cNvSpPr>
              <p:nvPr>
                <p:custDataLst>
                  <p:tags r:id="rId37"/>
                </p:custDataLst>
              </p:nvPr>
            </p:nvSpPr>
            <p:spPr bwMode="auto">
              <a:xfrm>
                <a:off x="1774" y="1244"/>
                <a:ext cx="80" cy="8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86" name="Group 272">
              <a:extLst>
                <a:ext uri="{FF2B5EF4-FFF2-40B4-BE49-F238E27FC236}">
                  <a16:creationId xmlns:a16="http://schemas.microsoft.com/office/drawing/2014/main" id="{E64D6FB4-5174-E9EE-7D8B-B79E03641BF4}"/>
                </a:ext>
              </a:extLst>
            </p:cNvPr>
            <p:cNvGrpSpPr>
              <a:grpSpLocks/>
            </p:cNvGrpSpPr>
            <p:nvPr>
              <p:custDataLst>
                <p:tags r:id="rId19"/>
              </p:custDataLst>
            </p:nvPr>
          </p:nvGrpSpPr>
          <p:grpSpPr bwMode="auto">
            <a:xfrm>
              <a:off x="826" y="2250"/>
              <a:ext cx="103" cy="96"/>
              <a:chOff x="3526" y="2330"/>
              <a:chExt cx="160" cy="160"/>
            </a:xfrm>
          </p:grpSpPr>
          <p:sp>
            <p:nvSpPr>
              <p:cNvPr id="60512" name="Oval 273">
                <a:extLst>
                  <a:ext uri="{FF2B5EF4-FFF2-40B4-BE49-F238E27FC236}">
                    <a16:creationId xmlns:a16="http://schemas.microsoft.com/office/drawing/2014/main" id="{C3DE7AC9-4C06-9E4B-9B71-D0D9D8CF0487}"/>
                  </a:ext>
                </a:extLst>
              </p:cNvPr>
              <p:cNvSpPr>
                <a:spLocks noChangeAspect="1" noChangeArrowheads="1"/>
              </p:cNvSpPr>
              <p:nvPr>
                <p:custDataLst>
                  <p:tags r:id="rId34"/>
                </p:custDataLst>
              </p:nvPr>
            </p:nvSpPr>
            <p:spPr bwMode="blackWhite">
              <a:xfrm>
                <a:off x="3526" y="2330"/>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13" name="Arc 274">
                <a:extLst>
                  <a:ext uri="{FF2B5EF4-FFF2-40B4-BE49-F238E27FC236}">
                    <a16:creationId xmlns:a16="http://schemas.microsoft.com/office/drawing/2014/main" id="{248E50D9-F7CE-F89F-A0C5-AE7D06F5CD36}"/>
                  </a:ext>
                </a:extLst>
              </p:cNvPr>
              <p:cNvSpPr>
                <a:spLocks noChangeAspect="1"/>
              </p:cNvSpPr>
              <p:nvPr>
                <p:custDataLst>
                  <p:tags r:id="rId35"/>
                </p:custDataLst>
              </p:nvPr>
            </p:nvSpPr>
            <p:spPr bwMode="auto">
              <a:xfrm>
                <a:off x="3606" y="2330"/>
                <a:ext cx="80" cy="160"/>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529"/>
                      <a:pt x="11929" y="43200"/>
                      <a:pt x="0" y="43200"/>
                    </a:cubicBezTo>
                  </a:path>
                  <a:path w="21600" h="43200" stroke="0" extrusionOk="0">
                    <a:moveTo>
                      <a:pt x="-1" y="0"/>
                    </a:moveTo>
                    <a:cubicBezTo>
                      <a:pt x="11929" y="0"/>
                      <a:pt x="21600" y="9670"/>
                      <a:pt x="21600" y="21600"/>
                    </a:cubicBezTo>
                    <a:cubicBezTo>
                      <a:pt x="21600" y="33529"/>
                      <a:pt x="11929" y="43200"/>
                      <a:pt x="0" y="432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87" name="Group 275">
              <a:extLst>
                <a:ext uri="{FF2B5EF4-FFF2-40B4-BE49-F238E27FC236}">
                  <a16:creationId xmlns:a16="http://schemas.microsoft.com/office/drawing/2014/main" id="{A616C0A2-FF74-0BF2-8E92-7D1B17261275}"/>
                </a:ext>
              </a:extLst>
            </p:cNvPr>
            <p:cNvGrpSpPr>
              <a:grpSpLocks/>
            </p:cNvGrpSpPr>
            <p:nvPr>
              <p:custDataLst>
                <p:tags r:id="rId20"/>
              </p:custDataLst>
            </p:nvPr>
          </p:nvGrpSpPr>
          <p:grpSpPr bwMode="auto">
            <a:xfrm>
              <a:off x="826" y="2378"/>
              <a:ext cx="103" cy="95"/>
              <a:chOff x="3526" y="2546"/>
              <a:chExt cx="160" cy="160"/>
            </a:xfrm>
          </p:grpSpPr>
          <p:sp>
            <p:nvSpPr>
              <p:cNvPr id="60510" name="Oval 276">
                <a:extLst>
                  <a:ext uri="{FF2B5EF4-FFF2-40B4-BE49-F238E27FC236}">
                    <a16:creationId xmlns:a16="http://schemas.microsoft.com/office/drawing/2014/main" id="{A787A3DD-742F-1F69-4EB7-8B253148D0F9}"/>
                  </a:ext>
                </a:extLst>
              </p:cNvPr>
              <p:cNvSpPr>
                <a:spLocks noChangeAspect="1" noChangeArrowheads="1"/>
              </p:cNvSpPr>
              <p:nvPr>
                <p:custDataLst>
                  <p:tags r:id="rId32"/>
                </p:custDataLst>
              </p:nvPr>
            </p:nvSpPr>
            <p:spPr bwMode="blackWhite">
              <a:xfrm>
                <a:off x="3526" y="2546"/>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11" name="Arc 277">
                <a:extLst>
                  <a:ext uri="{FF2B5EF4-FFF2-40B4-BE49-F238E27FC236}">
                    <a16:creationId xmlns:a16="http://schemas.microsoft.com/office/drawing/2014/main" id="{6EE848A9-129B-E956-8064-1C0093CE7090}"/>
                  </a:ext>
                </a:extLst>
              </p:cNvPr>
              <p:cNvSpPr>
                <a:spLocks noChangeAspect="1"/>
              </p:cNvSpPr>
              <p:nvPr>
                <p:custDataLst>
                  <p:tags r:id="rId33"/>
                </p:custDataLst>
              </p:nvPr>
            </p:nvSpPr>
            <p:spPr bwMode="auto">
              <a:xfrm>
                <a:off x="3526" y="2546"/>
                <a:ext cx="160" cy="160"/>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lnTo>
                      <a:pt x="21600" y="21600"/>
                    </a:lnTo>
                    <a:lnTo>
                      <a:pt x="21599"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grpSp>
          <p:nvGrpSpPr>
            <p:cNvPr id="60488" name="Group 278">
              <a:extLst>
                <a:ext uri="{FF2B5EF4-FFF2-40B4-BE49-F238E27FC236}">
                  <a16:creationId xmlns:a16="http://schemas.microsoft.com/office/drawing/2014/main" id="{BAA5FBB5-5009-4E1E-70E9-67A4356F1DB1}"/>
                </a:ext>
              </a:extLst>
            </p:cNvPr>
            <p:cNvGrpSpPr>
              <a:grpSpLocks/>
            </p:cNvGrpSpPr>
            <p:nvPr>
              <p:custDataLst>
                <p:tags r:id="rId21"/>
              </p:custDataLst>
            </p:nvPr>
          </p:nvGrpSpPr>
          <p:grpSpPr bwMode="auto">
            <a:xfrm>
              <a:off x="826" y="2507"/>
              <a:ext cx="103" cy="94"/>
              <a:chOff x="3526" y="2762"/>
              <a:chExt cx="160" cy="160"/>
            </a:xfrm>
          </p:grpSpPr>
          <p:sp>
            <p:nvSpPr>
              <p:cNvPr id="60508" name="Oval 279">
                <a:extLst>
                  <a:ext uri="{FF2B5EF4-FFF2-40B4-BE49-F238E27FC236}">
                    <a16:creationId xmlns:a16="http://schemas.microsoft.com/office/drawing/2014/main" id="{EF209078-CDFE-B533-1040-7CF272D6F994}"/>
                  </a:ext>
                </a:extLst>
              </p:cNvPr>
              <p:cNvSpPr>
                <a:spLocks noChangeAspect="1" noChangeArrowheads="1"/>
              </p:cNvSpPr>
              <p:nvPr>
                <p:custDataLst>
                  <p:tags r:id="rId30"/>
                </p:custDataLst>
              </p:nvPr>
            </p:nvSpPr>
            <p:spPr bwMode="blackWhite">
              <a:xfrm>
                <a:off x="3526" y="2762"/>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09" name="Oval 280">
                <a:extLst>
                  <a:ext uri="{FF2B5EF4-FFF2-40B4-BE49-F238E27FC236}">
                    <a16:creationId xmlns:a16="http://schemas.microsoft.com/office/drawing/2014/main" id="{8BAFD4BA-8D44-35A6-AF4B-C907E2CFACED}"/>
                  </a:ext>
                </a:extLst>
              </p:cNvPr>
              <p:cNvSpPr>
                <a:spLocks noChangeAspect="1" noChangeArrowheads="1"/>
              </p:cNvSpPr>
              <p:nvPr>
                <p:custDataLst>
                  <p:tags r:id="rId31"/>
                </p:custDataLst>
              </p:nvPr>
            </p:nvSpPr>
            <p:spPr bwMode="auto">
              <a:xfrm>
                <a:off x="3526" y="2762"/>
                <a:ext cx="160" cy="16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grpSp>
          <p:nvGrpSpPr>
            <p:cNvPr id="60489" name="Group 281">
              <a:extLst>
                <a:ext uri="{FF2B5EF4-FFF2-40B4-BE49-F238E27FC236}">
                  <a16:creationId xmlns:a16="http://schemas.microsoft.com/office/drawing/2014/main" id="{7B8B04F5-829C-C989-1927-C9495F6182A2}"/>
                </a:ext>
              </a:extLst>
            </p:cNvPr>
            <p:cNvGrpSpPr>
              <a:grpSpLocks/>
            </p:cNvGrpSpPr>
            <p:nvPr/>
          </p:nvGrpSpPr>
          <p:grpSpPr bwMode="auto">
            <a:xfrm>
              <a:off x="1034" y="1967"/>
              <a:ext cx="501" cy="345"/>
              <a:chOff x="1414" y="2007"/>
              <a:chExt cx="501" cy="345"/>
            </a:xfrm>
          </p:grpSpPr>
          <p:sp>
            <p:nvSpPr>
              <p:cNvPr id="60500" name="Oval 282">
                <a:extLst>
                  <a:ext uri="{FF2B5EF4-FFF2-40B4-BE49-F238E27FC236}">
                    <a16:creationId xmlns:a16="http://schemas.microsoft.com/office/drawing/2014/main" id="{AD057A47-3090-52EF-6D02-69FE381C906D}"/>
                  </a:ext>
                </a:extLst>
              </p:cNvPr>
              <p:cNvSpPr>
                <a:spLocks noChangeAspect="1" noChangeArrowheads="1"/>
              </p:cNvSpPr>
              <p:nvPr>
                <p:custDataLst>
                  <p:tags r:id="rId22"/>
                </p:custDataLst>
              </p:nvPr>
            </p:nvSpPr>
            <p:spPr bwMode="blackWhite">
              <a:xfrm>
                <a:off x="1414" y="2256"/>
                <a:ext cx="80" cy="8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501" name="Group 283">
                <a:extLst>
                  <a:ext uri="{FF2B5EF4-FFF2-40B4-BE49-F238E27FC236}">
                    <a16:creationId xmlns:a16="http://schemas.microsoft.com/office/drawing/2014/main" id="{680D6C66-ADB3-A1E4-0677-D59BF9B622AA}"/>
                  </a:ext>
                </a:extLst>
              </p:cNvPr>
              <p:cNvGrpSpPr>
                <a:grpSpLocks/>
              </p:cNvGrpSpPr>
              <p:nvPr>
                <p:custDataLst>
                  <p:tags r:id="rId23"/>
                </p:custDataLst>
              </p:nvPr>
            </p:nvGrpSpPr>
            <p:grpSpPr bwMode="auto">
              <a:xfrm>
                <a:off x="1414" y="2029"/>
                <a:ext cx="80" cy="80"/>
                <a:chOff x="3526" y="2762"/>
                <a:chExt cx="160" cy="160"/>
              </a:xfrm>
            </p:grpSpPr>
            <p:sp>
              <p:nvSpPr>
                <p:cNvPr id="60506" name="Oval 284">
                  <a:extLst>
                    <a:ext uri="{FF2B5EF4-FFF2-40B4-BE49-F238E27FC236}">
                      <a16:creationId xmlns:a16="http://schemas.microsoft.com/office/drawing/2014/main" id="{29CBA374-7E8F-493A-76B5-470DA862FB2B}"/>
                    </a:ext>
                  </a:extLst>
                </p:cNvPr>
                <p:cNvSpPr>
                  <a:spLocks noChangeAspect="1" noChangeArrowheads="1"/>
                </p:cNvSpPr>
                <p:nvPr>
                  <p:custDataLst>
                    <p:tags r:id="rId28"/>
                  </p:custDataLst>
                </p:nvPr>
              </p:nvSpPr>
              <p:spPr bwMode="blackWhite">
                <a:xfrm>
                  <a:off x="3526" y="2762"/>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07" name="Oval 285">
                  <a:extLst>
                    <a:ext uri="{FF2B5EF4-FFF2-40B4-BE49-F238E27FC236}">
                      <a16:creationId xmlns:a16="http://schemas.microsoft.com/office/drawing/2014/main" id="{7BC63811-41C6-61A3-EC4A-89C9C1FF84F4}"/>
                    </a:ext>
                  </a:extLst>
                </p:cNvPr>
                <p:cNvSpPr>
                  <a:spLocks noChangeAspect="1" noChangeArrowheads="1"/>
                </p:cNvSpPr>
                <p:nvPr>
                  <p:custDataLst>
                    <p:tags r:id="rId29"/>
                  </p:custDataLst>
                </p:nvPr>
              </p:nvSpPr>
              <p:spPr bwMode="auto">
                <a:xfrm>
                  <a:off x="3526" y="2762"/>
                  <a:ext cx="160" cy="16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grpSp>
            <p:nvGrpSpPr>
              <p:cNvPr id="60502" name="Group 286">
                <a:extLst>
                  <a:ext uri="{FF2B5EF4-FFF2-40B4-BE49-F238E27FC236}">
                    <a16:creationId xmlns:a16="http://schemas.microsoft.com/office/drawing/2014/main" id="{2A3849A8-CC3B-59B9-F477-5C05741AA147}"/>
                  </a:ext>
                </a:extLst>
              </p:cNvPr>
              <p:cNvGrpSpPr>
                <a:grpSpLocks/>
              </p:cNvGrpSpPr>
              <p:nvPr>
                <p:custDataLst>
                  <p:tags r:id="rId24"/>
                </p:custDataLst>
              </p:nvPr>
            </p:nvGrpSpPr>
            <p:grpSpPr bwMode="auto">
              <a:xfrm>
                <a:off x="1414" y="2142"/>
                <a:ext cx="80" cy="80"/>
                <a:chOff x="3526" y="2330"/>
                <a:chExt cx="160" cy="160"/>
              </a:xfrm>
            </p:grpSpPr>
            <p:sp>
              <p:nvSpPr>
                <p:cNvPr id="60504" name="Oval 287">
                  <a:extLst>
                    <a:ext uri="{FF2B5EF4-FFF2-40B4-BE49-F238E27FC236}">
                      <a16:creationId xmlns:a16="http://schemas.microsoft.com/office/drawing/2014/main" id="{16DC3699-CDB8-9210-9B83-5F30D47C9CF4}"/>
                    </a:ext>
                  </a:extLst>
                </p:cNvPr>
                <p:cNvSpPr>
                  <a:spLocks noChangeAspect="1" noChangeArrowheads="1"/>
                </p:cNvSpPr>
                <p:nvPr>
                  <p:custDataLst>
                    <p:tags r:id="rId26"/>
                  </p:custDataLst>
                </p:nvPr>
              </p:nvSpPr>
              <p:spPr bwMode="blackWhite">
                <a:xfrm>
                  <a:off x="3526" y="2330"/>
                  <a:ext cx="160" cy="16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505" name="Arc 288">
                  <a:extLst>
                    <a:ext uri="{FF2B5EF4-FFF2-40B4-BE49-F238E27FC236}">
                      <a16:creationId xmlns:a16="http://schemas.microsoft.com/office/drawing/2014/main" id="{1A22B051-282D-4BD1-E86A-664CF22EA4EF}"/>
                    </a:ext>
                  </a:extLst>
                </p:cNvPr>
                <p:cNvSpPr>
                  <a:spLocks noChangeAspect="1"/>
                </p:cNvSpPr>
                <p:nvPr>
                  <p:custDataLst>
                    <p:tags r:id="rId27"/>
                  </p:custDataLst>
                </p:nvPr>
              </p:nvSpPr>
              <p:spPr bwMode="auto">
                <a:xfrm>
                  <a:off x="3606" y="2330"/>
                  <a:ext cx="80" cy="160"/>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529"/>
                        <a:pt x="11929" y="43200"/>
                        <a:pt x="0" y="43200"/>
                      </a:cubicBezTo>
                    </a:path>
                    <a:path w="21600" h="43200" stroke="0" extrusionOk="0">
                      <a:moveTo>
                        <a:pt x="-1" y="0"/>
                      </a:moveTo>
                      <a:cubicBezTo>
                        <a:pt x="11929" y="0"/>
                        <a:pt x="21600" y="9670"/>
                        <a:pt x="21600" y="21600"/>
                      </a:cubicBezTo>
                      <a:cubicBezTo>
                        <a:pt x="21600" y="33529"/>
                        <a:pt x="11929" y="43200"/>
                        <a:pt x="0" y="43200"/>
                      </a:cubicBezTo>
                      <a:lnTo>
                        <a:pt x="0" y="21600"/>
                      </a:lnTo>
                      <a:lnTo>
                        <a:pt x="-1"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grpSp>
          <p:sp>
            <p:nvSpPr>
              <p:cNvPr id="60503" name="Rectangle 289">
                <a:extLst>
                  <a:ext uri="{FF2B5EF4-FFF2-40B4-BE49-F238E27FC236}">
                    <a16:creationId xmlns:a16="http://schemas.microsoft.com/office/drawing/2014/main" id="{E124172B-28F0-F268-07AF-C400D42F17F1}"/>
                  </a:ext>
                </a:extLst>
              </p:cNvPr>
              <p:cNvSpPr>
                <a:spLocks noChangeArrowheads="1"/>
              </p:cNvSpPr>
              <p:nvPr>
                <p:custDataLst>
                  <p:tags r:id="rId25"/>
                </p:custDataLst>
              </p:nvPr>
            </p:nvSpPr>
            <p:spPr bwMode="auto">
              <a:xfrm>
                <a:off x="1549" y="2007"/>
                <a:ext cx="366" cy="3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34"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34" charset="-127"/>
                  </a:defRPr>
                </a:lvl2pPr>
                <a:lvl3pPr marL="295275" indent="-149225" defTabSz="895350">
                  <a:buChar char="–"/>
                  <a:defRPr sz="1600">
                    <a:solidFill>
                      <a:schemeClr val="tx1"/>
                    </a:solidFill>
                    <a:latin typeface="Arial" panose="020B0604020202020204" pitchFamily="34" charset="0"/>
                    <a:ea typeface="굴림" panose="020B0600000101010101" pitchFamily="34"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34"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34" charset="-127"/>
                  </a:defRPr>
                </a:lvl5pPr>
                <a:lvl6pPr marL="10398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34" charset="-127"/>
                  </a:defRPr>
                </a:lvl6pPr>
                <a:lvl7pPr marL="14970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34" charset="-127"/>
                  </a:defRPr>
                </a:lvl7pPr>
                <a:lvl8pPr marL="19542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34" charset="-127"/>
                  </a:defRPr>
                </a:lvl8pPr>
                <a:lvl9pPr marL="24114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34" charset="-127"/>
                  </a:defRPr>
                </a:lvl9pPr>
              </a:lstStyle>
              <a:p>
                <a:r>
                  <a:rPr lang="en-US" altLang="ko-KR" sz="1200"/>
                  <a:t>High</a:t>
                </a:r>
              </a:p>
              <a:p>
                <a:r>
                  <a:rPr lang="en-US" altLang="ko-KR" sz="1200"/>
                  <a:t>Medium</a:t>
                </a:r>
              </a:p>
              <a:p>
                <a:r>
                  <a:rPr lang="en-US" altLang="ko-KR" sz="1200"/>
                  <a:t>Low</a:t>
                </a:r>
              </a:p>
            </p:txBody>
          </p:sp>
        </p:grpSp>
        <p:sp>
          <p:nvSpPr>
            <p:cNvPr id="60490" name="Oval 290">
              <a:extLst>
                <a:ext uri="{FF2B5EF4-FFF2-40B4-BE49-F238E27FC236}">
                  <a16:creationId xmlns:a16="http://schemas.microsoft.com/office/drawing/2014/main" id="{E57C9A4C-D535-4966-E967-AA6F9F759E6D}"/>
                </a:ext>
              </a:extLst>
            </p:cNvPr>
            <p:cNvSpPr>
              <a:spLocks noChangeArrowheads="1"/>
            </p:cNvSpPr>
            <p:nvPr/>
          </p:nvSpPr>
          <p:spPr bwMode="auto">
            <a:xfrm>
              <a:off x="1138" y="2443"/>
              <a:ext cx="143" cy="145"/>
            </a:xfrm>
            <a:prstGeom prst="ellipse">
              <a:avLst/>
            </a:prstGeom>
            <a:solidFill>
              <a:schemeClr val="tx2"/>
            </a:solidFill>
            <a:ln w="1270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491" name="Group 291">
              <a:extLst>
                <a:ext uri="{FF2B5EF4-FFF2-40B4-BE49-F238E27FC236}">
                  <a16:creationId xmlns:a16="http://schemas.microsoft.com/office/drawing/2014/main" id="{43888E7E-3D86-CC2E-C159-B00CF49C60DF}"/>
                </a:ext>
              </a:extLst>
            </p:cNvPr>
            <p:cNvGrpSpPr>
              <a:grpSpLocks/>
            </p:cNvGrpSpPr>
            <p:nvPr/>
          </p:nvGrpSpPr>
          <p:grpSpPr bwMode="auto">
            <a:xfrm>
              <a:off x="1179" y="2488"/>
              <a:ext cx="61" cy="11"/>
              <a:chOff x="2781" y="2480"/>
              <a:chExt cx="61" cy="11"/>
            </a:xfrm>
          </p:grpSpPr>
          <p:sp>
            <p:nvSpPr>
              <p:cNvPr id="60498" name="Oval 292">
                <a:extLst>
                  <a:ext uri="{FF2B5EF4-FFF2-40B4-BE49-F238E27FC236}">
                    <a16:creationId xmlns:a16="http://schemas.microsoft.com/office/drawing/2014/main" id="{755AF41B-701B-9BE4-A5FC-93042FF8B1B3}"/>
                  </a:ext>
                </a:extLst>
              </p:cNvPr>
              <p:cNvSpPr>
                <a:spLocks noChangeArrowheads="1"/>
              </p:cNvSpPr>
              <p:nvPr/>
            </p:nvSpPr>
            <p:spPr bwMode="auto">
              <a:xfrm>
                <a:off x="2781" y="2480"/>
                <a:ext cx="11" cy="11"/>
              </a:xfrm>
              <a:prstGeom prst="ellipse">
                <a:avLst/>
              </a:prstGeom>
              <a:solidFill>
                <a:schemeClr val="accent1"/>
              </a:solidFill>
              <a:ln w="1270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499" name="Oval 293">
                <a:extLst>
                  <a:ext uri="{FF2B5EF4-FFF2-40B4-BE49-F238E27FC236}">
                    <a16:creationId xmlns:a16="http://schemas.microsoft.com/office/drawing/2014/main" id="{DA55D113-E7C1-2775-101F-E2FF2D50B8C2}"/>
                  </a:ext>
                </a:extLst>
              </p:cNvPr>
              <p:cNvSpPr>
                <a:spLocks noChangeArrowheads="1"/>
              </p:cNvSpPr>
              <p:nvPr/>
            </p:nvSpPr>
            <p:spPr bwMode="auto">
              <a:xfrm>
                <a:off x="2831" y="2480"/>
                <a:ext cx="11" cy="11"/>
              </a:xfrm>
              <a:prstGeom prst="ellipse">
                <a:avLst/>
              </a:prstGeom>
              <a:solidFill>
                <a:schemeClr val="accent1"/>
              </a:solidFill>
              <a:ln w="1270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sp>
          <p:nvSpPr>
            <p:cNvPr id="60492" name="Freeform 294">
              <a:extLst>
                <a:ext uri="{FF2B5EF4-FFF2-40B4-BE49-F238E27FC236}">
                  <a16:creationId xmlns:a16="http://schemas.microsoft.com/office/drawing/2014/main" id="{9055875E-5026-4B6A-3F4A-A13AB14C5832}"/>
                </a:ext>
              </a:extLst>
            </p:cNvPr>
            <p:cNvSpPr>
              <a:spLocks/>
            </p:cNvSpPr>
            <p:nvPr/>
          </p:nvSpPr>
          <p:spPr bwMode="auto">
            <a:xfrm>
              <a:off x="1176" y="2527"/>
              <a:ext cx="66" cy="25"/>
            </a:xfrm>
            <a:custGeom>
              <a:avLst/>
              <a:gdLst>
                <a:gd name="T0" fmla="*/ 0 w 66"/>
                <a:gd name="T1" fmla="*/ 2 h 25"/>
                <a:gd name="T2" fmla="*/ 34 w 66"/>
                <a:gd name="T3" fmla="*/ 25 h 25"/>
                <a:gd name="T4" fmla="*/ 66 w 66"/>
                <a:gd name="T5" fmla="*/ 0 h 25"/>
                <a:gd name="T6" fmla="*/ 0 60000 65536"/>
                <a:gd name="T7" fmla="*/ 0 60000 65536"/>
                <a:gd name="T8" fmla="*/ 0 60000 65536"/>
              </a:gdLst>
              <a:ahLst/>
              <a:cxnLst>
                <a:cxn ang="T6">
                  <a:pos x="T0" y="T1"/>
                </a:cxn>
                <a:cxn ang="T7">
                  <a:pos x="T2" y="T3"/>
                </a:cxn>
                <a:cxn ang="T8">
                  <a:pos x="T4" y="T5"/>
                </a:cxn>
              </a:cxnLst>
              <a:rect l="0" t="0" r="r" b="b"/>
              <a:pathLst>
                <a:path w="66" h="25">
                  <a:moveTo>
                    <a:pt x="0" y="2"/>
                  </a:moveTo>
                  <a:cubicBezTo>
                    <a:pt x="6" y="6"/>
                    <a:pt x="23" y="25"/>
                    <a:pt x="34" y="25"/>
                  </a:cubicBezTo>
                  <a:cubicBezTo>
                    <a:pt x="45" y="25"/>
                    <a:pt x="59" y="5"/>
                    <a:pt x="66" y="0"/>
                  </a:cubicBezTo>
                </a:path>
              </a:pathLst>
            </a:custGeom>
            <a:noFill/>
            <a:ln w="12700" cmpd="sng">
              <a:solidFill>
                <a:schemeClr val="accent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0493" name="Oval 295">
              <a:extLst>
                <a:ext uri="{FF2B5EF4-FFF2-40B4-BE49-F238E27FC236}">
                  <a16:creationId xmlns:a16="http://schemas.microsoft.com/office/drawing/2014/main" id="{BC0C166A-5970-AC01-9597-1D9E6FB548F4}"/>
                </a:ext>
              </a:extLst>
            </p:cNvPr>
            <p:cNvSpPr>
              <a:spLocks noChangeArrowheads="1"/>
            </p:cNvSpPr>
            <p:nvPr/>
          </p:nvSpPr>
          <p:spPr bwMode="auto">
            <a:xfrm>
              <a:off x="1417" y="2443"/>
              <a:ext cx="143" cy="145"/>
            </a:xfrm>
            <a:prstGeom prst="ellipse">
              <a:avLst/>
            </a:prstGeom>
            <a:solidFill>
              <a:schemeClr val="tx2"/>
            </a:solidFill>
            <a:ln w="1270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nvGrpSpPr>
            <p:cNvPr id="60494" name="Group 296">
              <a:extLst>
                <a:ext uri="{FF2B5EF4-FFF2-40B4-BE49-F238E27FC236}">
                  <a16:creationId xmlns:a16="http://schemas.microsoft.com/office/drawing/2014/main" id="{F541B41E-EF6C-7AB3-4773-FEA1D93EF3F6}"/>
                </a:ext>
              </a:extLst>
            </p:cNvPr>
            <p:cNvGrpSpPr>
              <a:grpSpLocks/>
            </p:cNvGrpSpPr>
            <p:nvPr/>
          </p:nvGrpSpPr>
          <p:grpSpPr bwMode="auto">
            <a:xfrm>
              <a:off x="1458" y="2488"/>
              <a:ext cx="61" cy="11"/>
              <a:chOff x="2781" y="2480"/>
              <a:chExt cx="61" cy="11"/>
            </a:xfrm>
          </p:grpSpPr>
          <p:sp>
            <p:nvSpPr>
              <p:cNvPr id="60496" name="Oval 297">
                <a:extLst>
                  <a:ext uri="{FF2B5EF4-FFF2-40B4-BE49-F238E27FC236}">
                    <a16:creationId xmlns:a16="http://schemas.microsoft.com/office/drawing/2014/main" id="{8998CCBB-9421-5C9D-359A-B00ABA327D3C}"/>
                  </a:ext>
                </a:extLst>
              </p:cNvPr>
              <p:cNvSpPr>
                <a:spLocks noChangeArrowheads="1"/>
              </p:cNvSpPr>
              <p:nvPr/>
            </p:nvSpPr>
            <p:spPr bwMode="auto">
              <a:xfrm>
                <a:off x="2781" y="2480"/>
                <a:ext cx="11" cy="11"/>
              </a:xfrm>
              <a:prstGeom prst="ellipse">
                <a:avLst/>
              </a:prstGeom>
              <a:solidFill>
                <a:schemeClr val="accent1"/>
              </a:solidFill>
              <a:ln w="1270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sp>
            <p:nvSpPr>
              <p:cNvPr id="60497" name="Oval 298">
                <a:extLst>
                  <a:ext uri="{FF2B5EF4-FFF2-40B4-BE49-F238E27FC236}">
                    <a16:creationId xmlns:a16="http://schemas.microsoft.com/office/drawing/2014/main" id="{FE1CE790-E8EC-3FF8-CD4C-12EEAC5376D2}"/>
                  </a:ext>
                </a:extLst>
              </p:cNvPr>
              <p:cNvSpPr>
                <a:spLocks noChangeArrowheads="1"/>
              </p:cNvSpPr>
              <p:nvPr/>
            </p:nvSpPr>
            <p:spPr bwMode="auto">
              <a:xfrm>
                <a:off x="2831" y="2480"/>
                <a:ext cx="11" cy="11"/>
              </a:xfrm>
              <a:prstGeom prst="ellipse">
                <a:avLst/>
              </a:prstGeom>
              <a:solidFill>
                <a:schemeClr val="accent1"/>
              </a:solidFill>
              <a:ln w="1270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endParaRPr lang="ko-KR" altLang="en-US"/>
              </a:p>
            </p:txBody>
          </p:sp>
        </p:grpSp>
        <p:sp>
          <p:nvSpPr>
            <p:cNvPr id="60495" name="Freeform 299">
              <a:extLst>
                <a:ext uri="{FF2B5EF4-FFF2-40B4-BE49-F238E27FC236}">
                  <a16:creationId xmlns:a16="http://schemas.microsoft.com/office/drawing/2014/main" id="{2F42EF9F-4A8B-1DCC-7716-77B1D371A363}"/>
                </a:ext>
              </a:extLst>
            </p:cNvPr>
            <p:cNvSpPr>
              <a:spLocks/>
            </p:cNvSpPr>
            <p:nvPr/>
          </p:nvSpPr>
          <p:spPr bwMode="auto">
            <a:xfrm flipV="1">
              <a:off x="1456" y="2527"/>
              <a:ext cx="66" cy="28"/>
            </a:xfrm>
            <a:custGeom>
              <a:avLst/>
              <a:gdLst>
                <a:gd name="T0" fmla="*/ 0 w 83"/>
                <a:gd name="T1" fmla="*/ 2 h 23"/>
                <a:gd name="T2" fmla="*/ 14 w 83"/>
                <a:gd name="T3" fmla="*/ 61 h 23"/>
                <a:gd name="T4" fmla="*/ 26 w 83"/>
                <a:gd name="T5" fmla="*/ 0 h 23"/>
                <a:gd name="T6" fmla="*/ 0 60000 65536"/>
                <a:gd name="T7" fmla="*/ 0 60000 65536"/>
                <a:gd name="T8" fmla="*/ 0 60000 65536"/>
              </a:gdLst>
              <a:ahLst/>
              <a:cxnLst>
                <a:cxn ang="T6">
                  <a:pos x="T0" y="T1"/>
                </a:cxn>
                <a:cxn ang="T7">
                  <a:pos x="T2" y="T3"/>
                </a:cxn>
                <a:cxn ang="T8">
                  <a:pos x="T4" y="T5"/>
                </a:cxn>
              </a:cxnLst>
              <a:rect l="0" t="0" r="r" b="b"/>
              <a:pathLst>
                <a:path w="83" h="23">
                  <a:moveTo>
                    <a:pt x="0" y="2"/>
                  </a:moveTo>
                  <a:cubicBezTo>
                    <a:pt x="14" y="12"/>
                    <a:pt x="28" y="23"/>
                    <a:pt x="42" y="23"/>
                  </a:cubicBezTo>
                  <a:cubicBezTo>
                    <a:pt x="56" y="23"/>
                    <a:pt x="75" y="5"/>
                    <a:pt x="83" y="0"/>
                  </a:cubicBezTo>
                </a:path>
              </a:pathLst>
            </a:custGeom>
            <a:noFill/>
            <a:ln w="12700" cmpd="sng">
              <a:solidFill>
                <a:schemeClr val="accent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Tree>
    <p:custDataLst>
      <p:tags r:id="rId1"/>
    </p:custData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슬라이드 번호 개체 틀 4">
            <a:extLst>
              <a:ext uri="{FF2B5EF4-FFF2-40B4-BE49-F238E27FC236}">
                <a16:creationId xmlns:a16="http://schemas.microsoft.com/office/drawing/2014/main" id="{318C06DE-2F89-2A09-1F2F-CAA0D0ACB0A9}"/>
              </a:ext>
            </a:extLst>
          </p:cNvPr>
          <p:cNvSpPr>
            <a:spLocks noGrp="1"/>
          </p:cNvSpPr>
          <p:nvPr>
            <p:ph type="sldNum" sz="quarter" idx="11"/>
          </p:nvPr>
        </p:nvSpPr>
        <p:spPr/>
        <p:txBody>
          <a:bodyPr/>
          <a:lstStyle>
            <a:lvl1pPr defTabSz="913526">
              <a:defRPr sz="1632">
                <a:solidFill>
                  <a:schemeClr val="tx1"/>
                </a:solidFill>
                <a:latin typeface="Arial" panose="020B0604020202020204" pitchFamily="34" charset="0"/>
                <a:ea typeface="굴림" panose="020B0600000101010101" pitchFamily="50" charset="-127"/>
              </a:defRPr>
            </a:lvl1pPr>
            <a:lvl2pPr marL="758032" indent="-291551" defTabSz="913526">
              <a:defRPr sz="1632">
                <a:solidFill>
                  <a:schemeClr val="tx1"/>
                </a:solidFill>
                <a:latin typeface="Arial" panose="020B0604020202020204" pitchFamily="34" charset="0"/>
                <a:ea typeface="굴림" panose="020B0600000101010101" pitchFamily="50" charset="-127"/>
              </a:defRPr>
            </a:lvl2pPr>
            <a:lvl3pPr marL="1166203" indent="-233241" defTabSz="913526">
              <a:defRPr sz="1632">
                <a:solidFill>
                  <a:schemeClr val="tx1"/>
                </a:solidFill>
                <a:latin typeface="Arial" panose="020B0604020202020204" pitchFamily="34" charset="0"/>
                <a:ea typeface="굴림" panose="020B0600000101010101" pitchFamily="50" charset="-127"/>
              </a:defRPr>
            </a:lvl3pPr>
            <a:lvl4pPr marL="1632684" indent="-233241" defTabSz="913526">
              <a:defRPr sz="1632">
                <a:solidFill>
                  <a:schemeClr val="tx1"/>
                </a:solidFill>
                <a:latin typeface="Arial" panose="020B0604020202020204" pitchFamily="34" charset="0"/>
                <a:ea typeface="굴림" panose="020B0600000101010101" pitchFamily="50" charset="-127"/>
              </a:defRPr>
            </a:lvl4pPr>
            <a:lvl5pPr marL="2099165" indent="-233241" defTabSz="913526">
              <a:defRPr sz="1632">
                <a:solidFill>
                  <a:schemeClr val="tx1"/>
                </a:solidFill>
                <a:latin typeface="Arial" panose="020B0604020202020204" pitchFamily="34" charset="0"/>
                <a:ea typeface="굴림" panose="020B0600000101010101" pitchFamily="50" charset="-127"/>
              </a:defRPr>
            </a:lvl5pPr>
            <a:lvl6pPr marL="2565646" indent="-233241" defTabSz="913526" eaLnBrk="0" fontAlgn="base" hangingPunct="0">
              <a:spcBef>
                <a:spcPct val="0"/>
              </a:spcBef>
              <a:spcAft>
                <a:spcPct val="0"/>
              </a:spcAft>
              <a:defRPr sz="1632">
                <a:solidFill>
                  <a:schemeClr val="tx1"/>
                </a:solidFill>
                <a:latin typeface="Arial" panose="020B0604020202020204" pitchFamily="34" charset="0"/>
                <a:ea typeface="굴림" panose="020B0600000101010101" pitchFamily="50" charset="-127"/>
              </a:defRPr>
            </a:lvl6pPr>
            <a:lvl7pPr marL="3032128" indent="-233241" defTabSz="913526" eaLnBrk="0" fontAlgn="base" hangingPunct="0">
              <a:spcBef>
                <a:spcPct val="0"/>
              </a:spcBef>
              <a:spcAft>
                <a:spcPct val="0"/>
              </a:spcAft>
              <a:defRPr sz="1632">
                <a:solidFill>
                  <a:schemeClr val="tx1"/>
                </a:solidFill>
                <a:latin typeface="Arial" panose="020B0604020202020204" pitchFamily="34" charset="0"/>
                <a:ea typeface="굴림" panose="020B0600000101010101" pitchFamily="50" charset="-127"/>
              </a:defRPr>
            </a:lvl7pPr>
            <a:lvl8pPr marL="3498609" indent="-233241" defTabSz="913526" eaLnBrk="0" fontAlgn="base" hangingPunct="0">
              <a:spcBef>
                <a:spcPct val="0"/>
              </a:spcBef>
              <a:spcAft>
                <a:spcPct val="0"/>
              </a:spcAft>
              <a:defRPr sz="1632">
                <a:solidFill>
                  <a:schemeClr val="tx1"/>
                </a:solidFill>
                <a:latin typeface="Arial" panose="020B0604020202020204" pitchFamily="34" charset="0"/>
                <a:ea typeface="굴림" panose="020B0600000101010101" pitchFamily="50" charset="-127"/>
              </a:defRPr>
            </a:lvl8pPr>
            <a:lvl9pPr marL="3965090" indent="-233241" defTabSz="913526" eaLnBrk="0" fontAlgn="base" hangingPunct="0">
              <a:spcBef>
                <a:spcPct val="0"/>
              </a:spcBef>
              <a:spcAft>
                <a:spcPct val="0"/>
              </a:spcAft>
              <a:defRPr sz="1632">
                <a:solidFill>
                  <a:schemeClr val="tx1"/>
                </a:solidFill>
                <a:latin typeface="Arial" panose="020B0604020202020204" pitchFamily="34" charset="0"/>
                <a:ea typeface="굴림" panose="020B0600000101010101" pitchFamily="50" charset="-127"/>
              </a:defRPr>
            </a:lvl9pPr>
          </a:lstStyle>
          <a:p>
            <a:pPr>
              <a:defRPr/>
            </a:pPr>
            <a:fld id="{CFC21051-4A36-8543-A186-AEE4FC52C6F8}" type="slidenum">
              <a:rPr lang="ko-KR" altLang="en-US" sz="1224" smtClean="0">
                <a:solidFill>
                  <a:srgbClr val="000000"/>
                </a:solidFill>
              </a:rPr>
              <a:pPr>
                <a:defRPr/>
              </a:pPr>
              <a:t>2</a:t>
            </a:fld>
            <a:endParaRPr lang="en-US" altLang="ko-KR" sz="1224">
              <a:solidFill>
                <a:srgbClr val="000000"/>
              </a:solidFill>
            </a:endParaRPr>
          </a:p>
        </p:txBody>
      </p:sp>
      <p:grpSp>
        <p:nvGrpSpPr>
          <p:cNvPr id="62466" name="Group 2">
            <a:extLst>
              <a:ext uri="{FF2B5EF4-FFF2-40B4-BE49-F238E27FC236}">
                <a16:creationId xmlns:a16="http://schemas.microsoft.com/office/drawing/2014/main" id="{0055B9CA-9F8A-EB3B-56BF-574A7AFEDCEF}"/>
              </a:ext>
            </a:extLst>
          </p:cNvPr>
          <p:cNvGrpSpPr>
            <a:grpSpLocks/>
          </p:cNvGrpSpPr>
          <p:nvPr/>
        </p:nvGrpSpPr>
        <p:grpSpPr bwMode="auto">
          <a:xfrm>
            <a:off x="3479800" y="644525"/>
            <a:ext cx="1681163" cy="247650"/>
            <a:chOff x="4452" y="182"/>
            <a:chExt cx="1038" cy="153"/>
          </a:xfrm>
        </p:grpSpPr>
        <p:sp>
          <p:nvSpPr>
            <p:cNvPr id="19807" name="AutoShape 3">
              <a:extLst>
                <a:ext uri="{FF2B5EF4-FFF2-40B4-BE49-F238E27FC236}">
                  <a16:creationId xmlns:a16="http://schemas.microsoft.com/office/drawing/2014/main" id="{665DD248-A6FE-17C2-D763-1150B75458D0}"/>
                </a:ext>
              </a:extLst>
            </p:cNvPr>
            <p:cNvSpPr>
              <a:spLocks noChangeArrowheads="1"/>
            </p:cNvSpPr>
            <p:nvPr/>
          </p:nvSpPr>
          <p:spPr bwMode="auto">
            <a:xfrm>
              <a:off x="5292" y="182"/>
              <a:ext cx="198" cy="153"/>
            </a:xfrm>
            <a:prstGeom prst="homePlate">
              <a:avLst>
                <a:gd name="adj" fmla="val 32353"/>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8" name="AutoShape 4">
              <a:extLst>
                <a:ext uri="{FF2B5EF4-FFF2-40B4-BE49-F238E27FC236}">
                  <a16:creationId xmlns:a16="http://schemas.microsoft.com/office/drawing/2014/main" id="{DE7CD596-5A9B-E92B-75C1-D96BD4A1E4DB}"/>
                </a:ext>
              </a:extLst>
            </p:cNvPr>
            <p:cNvSpPr>
              <a:spLocks noChangeArrowheads="1"/>
            </p:cNvSpPr>
            <p:nvPr/>
          </p:nvSpPr>
          <p:spPr bwMode="auto">
            <a:xfrm>
              <a:off x="5152" y="182"/>
              <a:ext cx="198" cy="153"/>
            </a:xfrm>
            <a:prstGeom prst="homePlate">
              <a:avLst>
                <a:gd name="adj" fmla="val 32353"/>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9" name="AutoShape 5">
              <a:extLst>
                <a:ext uri="{FF2B5EF4-FFF2-40B4-BE49-F238E27FC236}">
                  <a16:creationId xmlns:a16="http://schemas.microsoft.com/office/drawing/2014/main" id="{FC2587B4-835D-41F1-CCF9-6CA70F845E44}"/>
                </a:ext>
              </a:extLst>
            </p:cNvPr>
            <p:cNvSpPr>
              <a:spLocks noChangeArrowheads="1"/>
            </p:cNvSpPr>
            <p:nvPr/>
          </p:nvSpPr>
          <p:spPr bwMode="auto">
            <a:xfrm>
              <a:off x="5012" y="182"/>
              <a:ext cx="198" cy="153"/>
            </a:xfrm>
            <a:prstGeom prst="homePlate">
              <a:avLst>
                <a:gd name="adj" fmla="val 32353"/>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10" name="AutoShape 6">
              <a:extLst>
                <a:ext uri="{FF2B5EF4-FFF2-40B4-BE49-F238E27FC236}">
                  <a16:creationId xmlns:a16="http://schemas.microsoft.com/office/drawing/2014/main" id="{13038F6A-0BCF-39BF-7C58-7CDB2131B59C}"/>
                </a:ext>
              </a:extLst>
            </p:cNvPr>
            <p:cNvSpPr>
              <a:spLocks noChangeArrowheads="1"/>
            </p:cNvSpPr>
            <p:nvPr/>
          </p:nvSpPr>
          <p:spPr bwMode="auto">
            <a:xfrm>
              <a:off x="4872" y="182"/>
              <a:ext cx="202" cy="153"/>
            </a:xfrm>
            <a:prstGeom prst="homePlate">
              <a:avLst>
                <a:gd name="adj" fmla="val 32353"/>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11" name="AutoShape 7">
              <a:extLst>
                <a:ext uri="{FF2B5EF4-FFF2-40B4-BE49-F238E27FC236}">
                  <a16:creationId xmlns:a16="http://schemas.microsoft.com/office/drawing/2014/main" id="{3B0C8A64-2634-56C7-4693-688DD8A1F557}"/>
                </a:ext>
              </a:extLst>
            </p:cNvPr>
            <p:cNvSpPr>
              <a:spLocks noChangeArrowheads="1"/>
            </p:cNvSpPr>
            <p:nvPr/>
          </p:nvSpPr>
          <p:spPr bwMode="auto">
            <a:xfrm>
              <a:off x="4732" y="182"/>
              <a:ext cx="198" cy="153"/>
            </a:xfrm>
            <a:prstGeom prst="homePlate">
              <a:avLst>
                <a:gd name="adj" fmla="val 32353"/>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12" name="AutoShape 8">
              <a:extLst>
                <a:ext uri="{FF2B5EF4-FFF2-40B4-BE49-F238E27FC236}">
                  <a16:creationId xmlns:a16="http://schemas.microsoft.com/office/drawing/2014/main" id="{7D3D7A85-3F76-283E-96E3-887E1F0C4440}"/>
                </a:ext>
              </a:extLst>
            </p:cNvPr>
            <p:cNvSpPr>
              <a:spLocks noChangeArrowheads="1"/>
            </p:cNvSpPr>
            <p:nvPr/>
          </p:nvSpPr>
          <p:spPr bwMode="auto">
            <a:xfrm>
              <a:off x="4592" y="182"/>
              <a:ext cx="198" cy="153"/>
            </a:xfrm>
            <a:prstGeom prst="homePlate">
              <a:avLst>
                <a:gd name="adj" fmla="val 32353"/>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13" name="AutoShape 9">
              <a:extLst>
                <a:ext uri="{FF2B5EF4-FFF2-40B4-BE49-F238E27FC236}">
                  <a16:creationId xmlns:a16="http://schemas.microsoft.com/office/drawing/2014/main" id="{511E5592-4C70-9B15-F349-458159EB5584}"/>
                </a:ext>
              </a:extLst>
            </p:cNvPr>
            <p:cNvSpPr>
              <a:spLocks noChangeArrowheads="1"/>
            </p:cNvSpPr>
            <p:nvPr/>
          </p:nvSpPr>
          <p:spPr bwMode="auto">
            <a:xfrm>
              <a:off x="4452" y="182"/>
              <a:ext cx="198" cy="153"/>
            </a:xfrm>
            <a:prstGeom prst="homePlate">
              <a:avLst>
                <a:gd name="adj" fmla="val 32353"/>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67" name="Group 10">
            <a:extLst>
              <a:ext uri="{FF2B5EF4-FFF2-40B4-BE49-F238E27FC236}">
                <a16:creationId xmlns:a16="http://schemas.microsoft.com/office/drawing/2014/main" id="{19A5B91B-A015-ECF9-D097-380835BB01D2}"/>
              </a:ext>
            </a:extLst>
          </p:cNvPr>
          <p:cNvGrpSpPr>
            <a:grpSpLocks/>
          </p:cNvGrpSpPr>
          <p:nvPr/>
        </p:nvGrpSpPr>
        <p:grpSpPr bwMode="auto">
          <a:xfrm>
            <a:off x="3317875" y="1833563"/>
            <a:ext cx="455613" cy="673100"/>
            <a:chOff x="5208" y="428"/>
            <a:chExt cx="282" cy="416"/>
          </a:xfrm>
        </p:grpSpPr>
        <p:sp>
          <p:nvSpPr>
            <p:cNvPr id="19803" name="Rectangle 11">
              <a:extLst>
                <a:ext uri="{FF2B5EF4-FFF2-40B4-BE49-F238E27FC236}">
                  <a16:creationId xmlns:a16="http://schemas.microsoft.com/office/drawing/2014/main" id="{D9F1EB79-25A7-2031-B715-F6670A30340D}"/>
                </a:ext>
              </a:extLst>
            </p:cNvPr>
            <p:cNvSpPr>
              <a:spLocks noChangeArrowheads="1"/>
            </p:cNvSpPr>
            <p:nvPr/>
          </p:nvSpPr>
          <p:spPr bwMode="auto">
            <a:xfrm>
              <a:off x="5208" y="428"/>
              <a:ext cx="199" cy="41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4" name="Rectangle 12">
              <a:extLst>
                <a:ext uri="{FF2B5EF4-FFF2-40B4-BE49-F238E27FC236}">
                  <a16:creationId xmlns:a16="http://schemas.microsoft.com/office/drawing/2014/main" id="{028A9044-0C27-EBB3-A86C-C3717F10711C}"/>
                </a:ext>
              </a:extLst>
            </p:cNvPr>
            <p:cNvSpPr>
              <a:spLocks noChangeArrowheads="1"/>
            </p:cNvSpPr>
            <p:nvPr/>
          </p:nvSpPr>
          <p:spPr bwMode="auto">
            <a:xfrm>
              <a:off x="5291" y="461"/>
              <a:ext cx="199" cy="92"/>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5" name="Rectangle 13">
              <a:extLst>
                <a:ext uri="{FF2B5EF4-FFF2-40B4-BE49-F238E27FC236}">
                  <a16:creationId xmlns:a16="http://schemas.microsoft.com/office/drawing/2014/main" id="{85D13479-86AE-4F14-A6CB-A15273D4D8F3}"/>
                </a:ext>
              </a:extLst>
            </p:cNvPr>
            <p:cNvSpPr>
              <a:spLocks noChangeArrowheads="1"/>
            </p:cNvSpPr>
            <p:nvPr/>
          </p:nvSpPr>
          <p:spPr bwMode="auto">
            <a:xfrm>
              <a:off x="5291" y="587"/>
              <a:ext cx="199" cy="9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6" name="Rectangle 14">
              <a:extLst>
                <a:ext uri="{FF2B5EF4-FFF2-40B4-BE49-F238E27FC236}">
                  <a16:creationId xmlns:a16="http://schemas.microsoft.com/office/drawing/2014/main" id="{512467A0-03C5-1209-B487-11709D9A3FF5}"/>
                </a:ext>
              </a:extLst>
            </p:cNvPr>
            <p:cNvSpPr>
              <a:spLocks noChangeArrowheads="1"/>
            </p:cNvSpPr>
            <p:nvPr/>
          </p:nvSpPr>
          <p:spPr bwMode="auto">
            <a:xfrm>
              <a:off x="5291" y="713"/>
              <a:ext cx="199" cy="9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68" name="Group 15">
            <a:extLst>
              <a:ext uri="{FF2B5EF4-FFF2-40B4-BE49-F238E27FC236}">
                <a16:creationId xmlns:a16="http://schemas.microsoft.com/office/drawing/2014/main" id="{8685B66C-1852-DBE3-8F05-E98409E7FD58}"/>
              </a:ext>
            </a:extLst>
          </p:cNvPr>
          <p:cNvGrpSpPr>
            <a:grpSpLocks/>
          </p:cNvGrpSpPr>
          <p:nvPr/>
        </p:nvGrpSpPr>
        <p:grpSpPr bwMode="auto">
          <a:xfrm>
            <a:off x="304800" y="2771775"/>
            <a:ext cx="358775" cy="615950"/>
            <a:chOff x="5268" y="927"/>
            <a:chExt cx="222" cy="381"/>
          </a:xfrm>
        </p:grpSpPr>
        <p:sp>
          <p:nvSpPr>
            <p:cNvPr id="19800" name="Oval 16">
              <a:extLst>
                <a:ext uri="{FF2B5EF4-FFF2-40B4-BE49-F238E27FC236}">
                  <a16:creationId xmlns:a16="http://schemas.microsoft.com/office/drawing/2014/main" id="{77535685-EBC7-9CD7-3A66-CFFCB95E500F}"/>
                </a:ext>
              </a:extLst>
            </p:cNvPr>
            <p:cNvSpPr>
              <a:spLocks noChangeArrowheads="1"/>
            </p:cNvSpPr>
            <p:nvPr/>
          </p:nvSpPr>
          <p:spPr bwMode="auto">
            <a:xfrm>
              <a:off x="5268" y="927"/>
              <a:ext cx="222" cy="106"/>
            </a:xfrm>
            <a:prstGeom prst="ellipse">
              <a:avLst/>
            </a:prstGeom>
            <a:solidFill>
              <a:schemeClr val="hlink"/>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1" name="Oval 17">
              <a:extLst>
                <a:ext uri="{FF2B5EF4-FFF2-40B4-BE49-F238E27FC236}">
                  <a16:creationId xmlns:a16="http://schemas.microsoft.com/office/drawing/2014/main" id="{F9696128-8F5F-CD5B-C115-45F8AEB235ED}"/>
                </a:ext>
              </a:extLst>
            </p:cNvPr>
            <p:cNvSpPr>
              <a:spLocks noChangeArrowheads="1"/>
            </p:cNvSpPr>
            <p:nvPr/>
          </p:nvSpPr>
          <p:spPr bwMode="auto">
            <a:xfrm>
              <a:off x="5268" y="1065"/>
              <a:ext cx="222" cy="101"/>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802" name="Oval 18">
              <a:extLst>
                <a:ext uri="{FF2B5EF4-FFF2-40B4-BE49-F238E27FC236}">
                  <a16:creationId xmlns:a16="http://schemas.microsoft.com/office/drawing/2014/main" id="{6C0D4D87-430A-8596-102F-35A4FBFBF401}"/>
                </a:ext>
              </a:extLst>
            </p:cNvPr>
            <p:cNvSpPr>
              <a:spLocks noChangeArrowheads="1"/>
            </p:cNvSpPr>
            <p:nvPr/>
          </p:nvSpPr>
          <p:spPr bwMode="auto">
            <a:xfrm>
              <a:off x="5268" y="1202"/>
              <a:ext cx="222" cy="106"/>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69" name="Group 19">
            <a:extLst>
              <a:ext uri="{FF2B5EF4-FFF2-40B4-BE49-F238E27FC236}">
                <a16:creationId xmlns:a16="http://schemas.microsoft.com/office/drawing/2014/main" id="{8F95370A-F9EB-E5C0-8E1D-9D5CCBBDE350}"/>
              </a:ext>
            </a:extLst>
          </p:cNvPr>
          <p:cNvGrpSpPr>
            <a:grpSpLocks/>
          </p:cNvGrpSpPr>
          <p:nvPr/>
        </p:nvGrpSpPr>
        <p:grpSpPr bwMode="auto">
          <a:xfrm>
            <a:off x="2413000" y="2994025"/>
            <a:ext cx="631825" cy="558800"/>
            <a:chOff x="4706" y="424"/>
            <a:chExt cx="390" cy="345"/>
          </a:xfrm>
        </p:grpSpPr>
        <p:sp>
          <p:nvSpPr>
            <p:cNvPr id="19788" name="Rectangle 20">
              <a:extLst>
                <a:ext uri="{FF2B5EF4-FFF2-40B4-BE49-F238E27FC236}">
                  <a16:creationId xmlns:a16="http://schemas.microsoft.com/office/drawing/2014/main" id="{991ADBCB-DD6D-979C-28CB-1D4A2971C04E}"/>
                </a:ext>
              </a:extLst>
            </p:cNvPr>
            <p:cNvSpPr>
              <a:spLocks noChangeArrowheads="1"/>
            </p:cNvSpPr>
            <p:nvPr/>
          </p:nvSpPr>
          <p:spPr bwMode="ltGray">
            <a:xfrm>
              <a:off x="4706" y="596"/>
              <a:ext cx="196" cy="173"/>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89" name="Rectangle 21">
              <a:extLst>
                <a:ext uri="{FF2B5EF4-FFF2-40B4-BE49-F238E27FC236}">
                  <a16:creationId xmlns:a16="http://schemas.microsoft.com/office/drawing/2014/main" id="{47EB02F8-963F-742F-63EC-DB1BC890AD80}"/>
                </a:ext>
              </a:extLst>
            </p:cNvPr>
            <p:cNvSpPr>
              <a:spLocks noChangeArrowheads="1"/>
            </p:cNvSpPr>
            <p:nvPr/>
          </p:nvSpPr>
          <p:spPr bwMode="ltGray">
            <a:xfrm>
              <a:off x="4900" y="596"/>
              <a:ext cx="196" cy="173"/>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0" name="Rectangle 22">
              <a:extLst>
                <a:ext uri="{FF2B5EF4-FFF2-40B4-BE49-F238E27FC236}">
                  <a16:creationId xmlns:a16="http://schemas.microsoft.com/office/drawing/2014/main" id="{1E0E79E1-980E-C342-7E70-B7173E87FAEC}"/>
                </a:ext>
              </a:extLst>
            </p:cNvPr>
            <p:cNvSpPr>
              <a:spLocks noChangeArrowheads="1"/>
            </p:cNvSpPr>
            <p:nvPr/>
          </p:nvSpPr>
          <p:spPr bwMode="ltGray">
            <a:xfrm>
              <a:off x="4706" y="424"/>
              <a:ext cx="196" cy="173"/>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1" name="Rectangle 23">
              <a:extLst>
                <a:ext uri="{FF2B5EF4-FFF2-40B4-BE49-F238E27FC236}">
                  <a16:creationId xmlns:a16="http://schemas.microsoft.com/office/drawing/2014/main" id="{3F587981-8E43-46EB-DFEA-9B5A837B92C9}"/>
                </a:ext>
              </a:extLst>
            </p:cNvPr>
            <p:cNvSpPr>
              <a:spLocks noChangeArrowheads="1"/>
            </p:cNvSpPr>
            <p:nvPr/>
          </p:nvSpPr>
          <p:spPr bwMode="ltGray">
            <a:xfrm>
              <a:off x="4900" y="424"/>
              <a:ext cx="196" cy="173"/>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2" name="Oval 24">
              <a:extLst>
                <a:ext uri="{FF2B5EF4-FFF2-40B4-BE49-F238E27FC236}">
                  <a16:creationId xmlns:a16="http://schemas.microsoft.com/office/drawing/2014/main" id="{D082EB4E-3E58-BA4A-CD58-573A0D9588FA}"/>
                </a:ext>
              </a:extLst>
            </p:cNvPr>
            <p:cNvSpPr>
              <a:spLocks noChangeArrowheads="1"/>
            </p:cNvSpPr>
            <p:nvPr/>
          </p:nvSpPr>
          <p:spPr bwMode="ltGray">
            <a:xfrm flipV="1">
              <a:off x="4779" y="568"/>
              <a:ext cx="54" cy="36"/>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3" name="Oval 25">
              <a:extLst>
                <a:ext uri="{FF2B5EF4-FFF2-40B4-BE49-F238E27FC236}">
                  <a16:creationId xmlns:a16="http://schemas.microsoft.com/office/drawing/2014/main" id="{98AC37BC-0597-BB22-3674-4B58D3E8838B}"/>
                </a:ext>
              </a:extLst>
            </p:cNvPr>
            <p:cNvSpPr>
              <a:spLocks noChangeArrowheads="1"/>
            </p:cNvSpPr>
            <p:nvPr/>
          </p:nvSpPr>
          <p:spPr bwMode="ltGray">
            <a:xfrm flipV="1">
              <a:off x="4777" y="593"/>
              <a:ext cx="58" cy="31"/>
            </a:xfrm>
            <a:prstGeom prst="ellipse">
              <a:avLst/>
            </a:prstGeom>
            <a:solidFill>
              <a:schemeClr val="accent1"/>
            </a:solidFill>
            <a:ln>
              <a:noFill/>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4" name="Oval 26">
              <a:extLst>
                <a:ext uri="{FF2B5EF4-FFF2-40B4-BE49-F238E27FC236}">
                  <a16:creationId xmlns:a16="http://schemas.microsoft.com/office/drawing/2014/main" id="{871C0499-4DE8-2CA6-D49C-FFF539067F5E}"/>
                </a:ext>
              </a:extLst>
            </p:cNvPr>
            <p:cNvSpPr>
              <a:spLocks noChangeArrowheads="1"/>
            </p:cNvSpPr>
            <p:nvPr/>
          </p:nvSpPr>
          <p:spPr bwMode="ltGray">
            <a:xfrm rot="5400000" flipV="1">
              <a:off x="4892" y="490"/>
              <a:ext cx="43" cy="41"/>
            </a:xfrm>
            <a:prstGeom prst="ellipse">
              <a:avLst/>
            </a:prstGeom>
            <a:solidFill>
              <a:schemeClr val="hlink"/>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5" name="Oval 27">
              <a:extLst>
                <a:ext uri="{FF2B5EF4-FFF2-40B4-BE49-F238E27FC236}">
                  <a16:creationId xmlns:a16="http://schemas.microsoft.com/office/drawing/2014/main" id="{A4510F58-786B-1EC2-9ABA-C9DB89705759}"/>
                </a:ext>
              </a:extLst>
            </p:cNvPr>
            <p:cNvSpPr>
              <a:spLocks noChangeArrowheads="1"/>
            </p:cNvSpPr>
            <p:nvPr/>
          </p:nvSpPr>
          <p:spPr bwMode="ltGray">
            <a:xfrm rot="5400000" flipV="1">
              <a:off x="4866" y="493"/>
              <a:ext cx="47" cy="35"/>
            </a:xfrm>
            <a:prstGeom prst="ellipse">
              <a:avLst/>
            </a:prstGeom>
            <a:solidFill>
              <a:schemeClr val="hlink"/>
            </a:solidFill>
            <a:ln>
              <a:noFill/>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6" name="Oval 28">
              <a:extLst>
                <a:ext uri="{FF2B5EF4-FFF2-40B4-BE49-F238E27FC236}">
                  <a16:creationId xmlns:a16="http://schemas.microsoft.com/office/drawing/2014/main" id="{5F1155EC-6EFE-A8E1-2B12-E5E205BB427E}"/>
                </a:ext>
              </a:extLst>
            </p:cNvPr>
            <p:cNvSpPr>
              <a:spLocks noChangeArrowheads="1"/>
            </p:cNvSpPr>
            <p:nvPr/>
          </p:nvSpPr>
          <p:spPr bwMode="ltGray">
            <a:xfrm>
              <a:off x="4974" y="591"/>
              <a:ext cx="53" cy="36"/>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7" name="Oval 29">
              <a:extLst>
                <a:ext uri="{FF2B5EF4-FFF2-40B4-BE49-F238E27FC236}">
                  <a16:creationId xmlns:a16="http://schemas.microsoft.com/office/drawing/2014/main" id="{6756A675-7DDF-0257-4E13-076616E32532}"/>
                </a:ext>
              </a:extLst>
            </p:cNvPr>
            <p:cNvSpPr>
              <a:spLocks noChangeArrowheads="1"/>
            </p:cNvSpPr>
            <p:nvPr/>
          </p:nvSpPr>
          <p:spPr bwMode="ltGray">
            <a:xfrm>
              <a:off x="4972" y="570"/>
              <a:ext cx="57" cy="31"/>
            </a:xfrm>
            <a:prstGeom prst="ellipse">
              <a:avLst/>
            </a:prstGeom>
            <a:solidFill>
              <a:schemeClr val="accent1"/>
            </a:solidFill>
            <a:ln>
              <a:noFill/>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8" name="Oval 30">
              <a:extLst>
                <a:ext uri="{FF2B5EF4-FFF2-40B4-BE49-F238E27FC236}">
                  <a16:creationId xmlns:a16="http://schemas.microsoft.com/office/drawing/2014/main" id="{2D0664B7-5053-0872-4A55-567F86C3446A}"/>
                </a:ext>
              </a:extLst>
            </p:cNvPr>
            <p:cNvSpPr>
              <a:spLocks noChangeArrowheads="1"/>
            </p:cNvSpPr>
            <p:nvPr/>
          </p:nvSpPr>
          <p:spPr bwMode="ltGray">
            <a:xfrm rot="-5400000" flipH="1" flipV="1">
              <a:off x="4867" y="662"/>
              <a:ext cx="43" cy="41"/>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99" name="Oval 31">
              <a:extLst>
                <a:ext uri="{FF2B5EF4-FFF2-40B4-BE49-F238E27FC236}">
                  <a16:creationId xmlns:a16="http://schemas.microsoft.com/office/drawing/2014/main" id="{B7588BBE-F7BF-051F-BA32-47AF7093534E}"/>
                </a:ext>
              </a:extLst>
            </p:cNvPr>
            <p:cNvSpPr>
              <a:spLocks noChangeArrowheads="1"/>
            </p:cNvSpPr>
            <p:nvPr/>
          </p:nvSpPr>
          <p:spPr bwMode="ltGray">
            <a:xfrm rot="-5400000" flipH="1" flipV="1">
              <a:off x="4889" y="665"/>
              <a:ext cx="47" cy="35"/>
            </a:xfrm>
            <a:prstGeom prst="ellipse">
              <a:avLst/>
            </a:prstGeom>
            <a:solidFill>
              <a:schemeClr val="accent1"/>
            </a:solidFill>
            <a:ln>
              <a:noFill/>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70" name="Group 32">
            <a:extLst>
              <a:ext uri="{FF2B5EF4-FFF2-40B4-BE49-F238E27FC236}">
                <a16:creationId xmlns:a16="http://schemas.microsoft.com/office/drawing/2014/main" id="{C204E9CF-3F51-6F5E-A00D-7EEF7A043EA3}"/>
              </a:ext>
            </a:extLst>
          </p:cNvPr>
          <p:cNvGrpSpPr>
            <a:grpSpLocks/>
          </p:cNvGrpSpPr>
          <p:nvPr/>
        </p:nvGrpSpPr>
        <p:grpSpPr bwMode="auto">
          <a:xfrm>
            <a:off x="5394325" y="2997200"/>
            <a:ext cx="771525" cy="677863"/>
            <a:chOff x="4650" y="850"/>
            <a:chExt cx="477" cy="419"/>
          </a:xfrm>
        </p:grpSpPr>
        <p:sp>
          <p:nvSpPr>
            <p:cNvPr id="19784" name="AutoShape 33">
              <a:extLst>
                <a:ext uri="{FF2B5EF4-FFF2-40B4-BE49-F238E27FC236}">
                  <a16:creationId xmlns:a16="http://schemas.microsoft.com/office/drawing/2014/main" id="{7E38FC7C-EC68-F62D-CBEE-9CD050E826D3}"/>
                </a:ext>
              </a:extLst>
            </p:cNvPr>
            <p:cNvSpPr>
              <a:spLocks noChangeArrowheads="1"/>
            </p:cNvSpPr>
            <p:nvPr/>
          </p:nvSpPr>
          <p:spPr bwMode="auto">
            <a:xfrm rot="5400000">
              <a:off x="4817" y="828"/>
              <a:ext cx="143" cy="185"/>
            </a:xfrm>
            <a:prstGeom prst="rightArrow">
              <a:avLst>
                <a:gd name="adj1" fmla="val 77917"/>
                <a:gd name="adj2" fmla="val 29171"/>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85" name="AutoShape 34">
              <a:extLst>
                <a:ext uri="{FF2B5EF4-FFF2-40B4-BE49-F238E27FC236}">
                  <a16:creationId xmlns:a16="http://schemas.microsoft.com/office/drawing/2014/main" id="{FCD7CD05-A56A-0D7F-F013-8FC3AAAB146F}"/>
                </a:ext>
              </a:extLst>
            </p:cNvPr>
            <p:cNvSpPr>
              <a:spLocks noChangeArrowheads="1"/>
            </p:cNvSpPr>
            <p:nvPr/>
          </p:nvSpPr>
          <p:spPr bwMode="auto">
            <a:xfrm rot="16200000" flipV="1">
              <a:off x="4817" y="1104"/>
              <a:ext cx="143" cy="185"/>
            </a:xfrm>
            <a:prstGeom prst="rightArrow">
              <a:avLst>
                <a:gd name="adj1" fmla="val 77917"/>
                <a:gd name="adj2" fmla="val 29171"/>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86" name="AutoShape 35">
              <a:extLst>
                <a:ext uri="{FF2B5EF4-FFF2-40B4-BE49-F238E27FC236}">
                  <a16:creationId xmlns:a16="http://schemas.microsoft.com/office/drawing/2014/main" id="{D26396CD-524E-C18B-8B28-98CDFC16D46D}"/>
                </a:ext>
              </a:extLst>
            </p:cNvPr>
            <p:cNvSpPr>
              <a:spLocks noChangeArrowheads="1"/>
            </p:cNvSpPr>
            <p:nvPr/>
          </p:nvSpPr>
          <p:spPr bwMode="auto">
            <a:xfrm flipV="1">
              <a:off x="4650" y="965"/>
              <a:ext cx="156" cy="188"/>
            </a:xfrm>
            <a:prstGeom prst="rightArrow">
              <a:avLst>
                <a:gd name="adj1" fmla="val 77917"/>
                <a:gd name="adj2" fmla="val 29171"/>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87" name="AutoShape 36">
              <a:extLst>
                <a:ext uri="{FF2B5EF4-FFF2-40B4-BE49-F238E27FC236}">
                  <a16:creationId xmlns:a16="http://schemas.microsoft.com/office/drawing/2014/main" id="{FB3D5487-14DC-3A8C-79F8-DABAEBC0288B}"/>
                </a:ext>
              </a:extLst>
            </p:cNvPr>
            <p:cNvSpPr>
              <a:spLocks noChangeArrowheads="1"/>
            </p:cNvSpPr>
            <p:nvPr/>
          </p:nvSpPr>
          <p:spPr bwMode="auto">
            <a:xfrm flipH="1" flipV="1">
              <a:off x="4971" y="966"/>
              <a:ext cx="156" cy="188"/>
            </a:xfrm>
            <a:prstGeom prst="rightArrow">
              <a:avLst>
                <a:gd name="adj1" fmla="val 77917"/>
                <a:gd name="adj2" fmla="val 29171"/>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71" name="Group 37">
            <a:extLst>
              <a:ext uri="{FF2B5EF4-FFF2-40B4-BE49-F238E27FC236}">
                <a16:creationId xmlns:a16="http://schemas.microsoft.com/office/drawing/2014/main" id="{54E13BAA-E656-B274-2D55-09B9064E9D20}"/>
              </a:ext>
            </a:extLst>
          </p:cNvPr>
          <p:cNvGrpSpPr>
            <a:grpSpLocks/>
          </p:cNvGrpSpPr>
          <p:nvPr/>
        </p:nvGrpSpPr>
        <p:grpSpPr bwMode="auto">
          <a:xfrm>
            <a:off x="7704138" y="2995613"/>
            <a:ext cx="687387" cy="738187"/>
            <a:chOff x="4180" y="393"/>
            <a:chExt cx="425" cy="456"/>
          </a:xfrm>
        </p:grpSpPr>
        <p:sp>
          <p:nvSpPr>
            <p:cNvPr id="62784" name="Freeform 38">
              <a:extLst>
                <a:ext uri="{FF2B5EF4-FFF2-40B4-BE49-F238E27FC236}">
                  <a16:creationId xmlns:a16="http://schemas.microsoft.com/office/drawing/2014/main" id="{D1AB9335-09FF-15EA-C4AF-4ACE4130966C}"/>
                </a:ext>
              </a:extLst>
            </p:cNvPr>
            <p:cNvSpPr>
              <a:spLocks/>
            </p:cNvSpPr>
            <p:nvPr/>
          </p:nvSpPr>
          <p:spPr bwMode="blackWhite">
            <a:xfrm>
              <a:off x="4398" y="423"/>
              <a:ext cx="197" cy="157"/>
            </a:xfrm>
            <a:custGeom>
              <a:avLst/>
              <a:gdLst>
                <a:gd name="T0" fmla="*/ 0 w 869"/>
                <a:gd name="T1" fmla="*/ 0 h 712"/>
                <a:gd name="T2" fmla="*/ 0 w 869"/>
                <a:gd name="T3" fmla="*/ 0 h 712"/>
                <a:gd name="T4" fmla="*/ 0 w 869"/>
                <a:gd name="T5" fmla="*/ 0 h 712"/>
                <a:gd name="T6" fmla="*/ 0 w 869"/>
                <a:gd name="T7" fmla="*/ 0 h 712"/>
                <a:gd name="T8" fmla="*/ 0 w 869"/>
                <a:gd name="T9" fmla="*/ 0 h 712"/>
                <a:gd name="T10" fmla="*/ 0 w 869"/>
                <a:gd name="T11" fmla="*/ 0 h 712"/>
                <a:gd name="T12" fmla="*/ 0 w 869"/>
                <a:gd name="T13" fmla="*/ 0 h 712"/>
                <a:gd name="T14" fmla="*/ 0 w 869"/>
                <a:gd name="T15" fmla="*/ 0 h 712"/>
                <a:gd name="T16" fmla="*/ 0 w 869"/>
                <a:gd name="T17" fmla="*/ 0 h 712"/>
                <a:gd name="T18" fmla="*/ 0 w 869"/>
                <a:gd name="T19" fmla="*/ 0 h 712"/>
                <a:gd name="T20" fmla="*/ 0 w 869"/>
                <a:gd name="T21" fmla="*/ 0 h 712"/>
                <a:gd name="T22" fmla="*/ 0 w 869"/>
                <a:gd name="T23" fmla="*/ 0 h 712"/>
                <a:gd name="T24" fmla="*/ 0 w 869"/>
                <a:gd name="T25" fmla="*/ 0 h 712"/>
                <a:gd name="T26" fmla="*/ 0 w 869"/>
                <a:gd name="T27" fmla="*/ 0 h 712"/>
                <a:gd name="T28" fmla="*/ 0 w 869"/>
                <a:gd name="T29" fmla="*/ 0 h 712"/>
                <a:gd name="T30" fmla="*/ 0 w 869"/>
                <a:gd name="T31" fmla="*/ 0 h 712"/>
                <a:gd name="T32" fmla="*/ 0 w 869"/>
                <a:gd name="T33" fmla="*/ 0 h 712"/>
                <a:gd name="T34" fmla="*/ 0 w 869"/>
                <a:gd name="T35" fmla="*/ 0 h 712"/>
                <a:gd name="T36" fmla="*/ 0 w 869"/>
                <a:gd name="T37" fmla="*/ 0 h 712"/>
                <a:gd name="T38" fmla="*/ 0 w 869"/>
                <a:gd name="T39" fmla="*/ 0 h 712"/>
                <a:gd name="T40" fmla="*/ 0 w 869"/>
                <a:gd name="T41" fmla="*/ 0 h 712"/>
                <a:gd name="T42" fmla="*/ 0 w 869"/>
                <a:gd name="T43" fmla="*/ 0 h 712"/>
                <a:gd name="T44" fmla="*/ 0 w 869"/>
                <a:gd name="T45" fmla="*/ 0 h 712"/>
                <a:gd name="T46" fmla="*/ 0 w 869"/>
                <a:gd name="T47" fmla="*/ 0 h 712"/>
                <a:gd name="T48" fmla="*/ 0 w 869"/>
                <a:gd name="T49" fmla="*/ 0 h 712"/>
                <a:gd name="T50" fmla="*/ 0 w 869"/>
                <a:gd name="T51" fmla="*/ 0 h 712"/>
                <a:gd name="T52" fmla="*/ 0 w 869"/>
                <a:gd name="T53" fmla="*/ 0 h 712"/>
                <a:gd name="T54" fmla="*/ 0 w 869"/>
                <a:gd name="T55" fmla="*/ 0 h 712"/>
                <a:gd name="T56" fmla="*/ 0 w 869"/>
                <a:gd name="T57" fmla="*/ 0 h 712"/>
                <a:gd name="T58" fmla="*/ 0 w 869"/>
                <a:gd name="T59" fmla="*/ 0 h 712"/>
                <a:gd name="T60" fmla="*/ 0 w 869"/>
                <a:gd name="T61" fmla="*/ 0 h 7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69" h="712">
                  <a:moveTo>
                    <a:pt x="192" y="710"/>
                  </a:moveTo>
                  <a:lnTo>
                    <a:pt x="657" y="711"/>
                  </a:lnTo>
                  <a:lnTo>
                    <a:pt x="731" y="583"/>
                  </a:lnTo>
                  <a:lnTo>
                    <a:pt x="801" y="452"/>
                  </a:lnTo>
                  <a:lnTo>
                    <a:pt x="868" y="319"/>
                  </a:lnTo>
                  <a:lnTo>
                    <a:pt x="729" y="400"/>
                  </a:lnTo>
                  <a:lnTo>
                    <a:pt x="694" y="349"/>
                  </a:lnTo>
                  <a:lnTo>
                    <a:pt x="655" y="301"/>
                  </a:lnTo>
                  <a:lnTo>
                    <a:pt x="613" y="256"/>
                  </a:lnTo>
                  <a:lnTo>
                    <a:pt x="567" y="213"/>
                  </a:lnTo>
                  <a:lnTo>
                    <a:pt x="519" y="175"/>
                  </a:lnTo>
                  <a:lnTo>
                    <a:pt x="467" y="140"/>
                  </a:lnTo>
                  <a:lnTo>
                    <a:pt x="415" y="108"/>
                  </a:lnTo>
                  <a:lnTo>
                    <a:pt x="360" y="80"/>
                  </a:lnTo>
                  <a:lnTo>
                    <a:pt x="302" y="56"/>
                  </a:lnTo>
                  <a:lnTo>
                    <a:pt x="244" y="36"/>
                  </a:lnTo>
                  <a:lnTo>
                    <a:pt x="184" y="21"/>
                  </a:lnTo>
                  <a:lnTo>
                    <a:pt x="123" y="9"/>
                  </a:lnTo>
                  <a:lnTo>
                    <a:pt x="61" y="2"/>
                  </a:lnTo>
                  <a:lnTo>
                    <a:pt x="0" y="0"/>
                  </a:lnTo>
                  <a:lnTo>
                    <a:pt x="164" y="206"/>
                  </a:lnTo>
                  <a:lnTo>
                    <a:pt x="63" y="445"/>
                  </a:lnTo>
                  <a:lnTo>
                    <a:pt x="104" y="455"/>
                  </a:lnTo>
                  <a:lnTo>
                    <a:pt x="145" y="468"/>
                  </a:lnTo>
                  <a:lnTo>
                    <a:pt x="184" y="485"/>
                  </a:lnTo>
                  <a:lnTo>
                    <a:pt x="221" y="505"/>
                  </a:lnTo>
                  <a:lnTo>
                    <a:pt x="256" y="530"/>
                  </a:lnTo>
                  <a:lnTo>
                    <a:pt x="290" y="557"/>
                  </a:lnTo>
                  <a:lnTo>
                    <a:pt x="320" y="587"/>
                  </a:lnTo>
                  <a:lnTo>
                    <a:pt x="348" y="620"/>
                  </a:lnTo>
                  <a:lnTo>
                    <a:pt x="192" y="710"/>
                  </a:lnTo>
                </a:path>
              </a:pathLst>
            </a:custGeom>
            <a:solidFill>
              <a:schemeClr val="hlink"/>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2785" name="Freeform 39">
              <a:extLst>
                <a:ext uri="{FF2B5EF4-FFF2-40B4-BE49-F238E27FC236}">
                  <a16:creationId xmlns:a16="http://schemas.microsoft.com/office/drawing/2014/main" id="{F9A5C030-37F9-392B-6BE3-2B56B8CEEAB4}"/>
                </a:ext>
              </a:extLst>
            </p:cNvPr>
            <p:cNvSpPr>
              <a:spLocks/>
            </p:cNvSpPr>
            <p:nvPr/>
          </p:nvSpPr>
          <p:spPr bwMode="blackWhite">
            <a:xfrm>
              <a:off x="4454" y="538"/>
              <a:ext cx="151" cy="189"/>
            </a:xfrm>
            <a:custGeom>
              <a:avLst/>
              <a:gdLst>
                <a:gd name="T0" fmla="*/ 0 w 667"/>
                <a:gd name="T1" fmla="*/ 0 h 856"/>
                <a:gd name="T2" fmla="*/ 0 w 667"/>
                <a:gd name="T3" fmla="*/ 0 h 856"/>
                <a:gd name="T4" fmla="*/ 0 w 667"/>
                <a:gd name="T5" fmla="*/ 0 h 856"/>
                <a:gd name="T6" fmla="*/ 0 w 667"/>
                <a:gd name="T7" fmla="*/ 0 h 856"/>
                <a:gd name="T8" fmla="*/ 0 w 667"/>
                <a:gd name="T9" fmla="*/ 0 h 856"/>
                <a:gd name="T10" fmla="*/ 0 w 667"/>
                <a:gd name="T11" fmla="*/ 0 h 856"/>
                <a:gd name="T12" fmla="*/ 0 w 667"/>
                <a:gd name="T13" fmla="*/ 0 h 856"/>
                <a:gd name="T14" fmla="*/ 0 w 667"/>
                <a:gd name="T15" fmla="*/ 0 h 856"/>
                <a:gd name="T16" fmla="*/ 0 w 667"/>
                <a:gd name="T17" fmla="*/ 0 h 856"/>
                <a:gd name="T18" fmla="*/ 0 w 667"/>
                <a:gd name="T19" fmla="*/ 0 h 856"/>
                <a:gd name="T20" fmla="*/ 0 w 667"/>
                <a:gd name="T21" fmla="*/ 0 h 856"/>
                <a:gd name="T22" fmla="*/ 0 w 667"/>
                <a:gd name="T23" fmla="*/ 0 h 856"/>
                <a:gd name="T24" fmla="*/ 0 w 667"/>
                <a:gd name="T25" fmla="*/ 0 h 856"/>
                <a:gd name="T26" fmla="*/ 0 w 667"/>
                <a:gd name="T27" fmla="*/ 0 h 856"/>
                <a:gd name="T28" fmla="*/ 0 w 667"/>
                <a:gd name="T29" fmla="*/ 0 h 856"/>
                <a:gd name="T30" fmla="*/ 0 w 667"/>
                <a:gd name="T31" fmla="*/ 0 h 856"/>
                <a:gd name="T32" fmla="*/ 0 w 667"/>
                <a:gd name="T33" fmla="*/ 0 h 856"/>
                <a:gd name="T34" fmla="*/ 0 w 667"/>
                <a:gd name="T35" fmla="*/ 0 h 856"/>
                <a:gd name="T36" fmla="*/ 0 w 667"/>
                <a:gd name="T37" fmla="*/ 0 h 856"/>
                <a:gd name="T38" fmla="*/ 0 w 667"/>
                <a:gd name="T39" fmla="*/ 0 h 856"/>
                <a:gd name="T40" fmla="*/ 0 w 667"/>
                <a:gd name="T41" fmla="*/ 0 h 856"/>
                <a:gd name="T42" fmla="*/ 0 w 667"/>
                <a:gd name="T43" fmla="*/ 0 h 856"/>
                <a:gd name="T44" fmla="*/ 0 w 667"/>
                <a:gd name="T45" fmla="*/ 0 h 856"/>
                <a:gd name="T46" fmla="*/ 0 w 667"/>
                <a:gd name="T47" fmla="*/ 0 h 856"/>
                <a:gd name="T48" fmla="*/ 0 w 667"/>
                <a:gd name="T49" fmla="*/ 0 h 856"/>
                <a:gd name="T50" fmla="*/ 0 w 667"/>
                <a:gd name="T51" fmla="*/ 0 h 856"/>
                <a:gd name="T52" fmla="*/ 0 w 667"/>
                <a:gd name="T53" fmla="*/ 0 h 856"/>
                <a:gd name="T54" fmla="*/ 0 w 667"/>
                <a:gd name="T55" fmla="*/ 0 h 85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67" h="856">
                  <a:moveTo>
                    <a:pt x="205" y="855"/>
                  </a:moveTo>
                  <a:lnTo>
                    <a:pt x="666" y="846"/>
                  </a:lnTo>
                  <a:lnTo>
                    <a:pt x="523" y="764"/>
                  </a:lnTo>
                  <a:lnTo>
                    <a:pt x="551" y="709"/>
                  </a:lnTo>
                  <a:lnTo>
                    <a:pt x="574" y="653"/>
                  </a:lnTo>
                  <a:lnTo>
                    <a:pt x="593" y="595"/>
                  </a:lnTo>
                  <a:lnTo>
                    <a:pt x="608" y="535"/>
                  </a:lnTo>
                  <a:lnTo>
                    <a:pt x="619" y="476"/>
                  </a:lnTo>
                  <a:lnTo>
                    <a:pt x="625" y="415"/>
                  </a:lnTo>
                  <a:lnTo>
                    <a:pt x="627" y="354"/>
                  </a:lnTo>
                  <a:lnTo>
                    <a:pt x="625" y="293"/>
                  </a:lnTo>
                  <a:lnTo>
                    <a:pt x="618" y="233"/>
                  </a:lnTo>
                  <a:lnTo>
                    <a:pt x="607" y="172"/>
                  </a:lnTo>
                  <a:lnTo>
                    <a:pt x="592" y="114"/>
                  </a:lnTo>
                  <a:lnTo>
                    <a:pt x="572" y="56"/>
                  </a:lnTo>
                  <a:lnTo>
                    <a:pt x="549" y="0"/>
                  </a:lnTo>
                  <a:lnTo>
                    <a:pt x="427" y="219"/>
                  </a:lnTo>
                  <a:lnTo>
                    <a:pt x="163" y="216"/>
                  </a:lnTo>
                  <a:lnTo>
                    <a:pt x="174" y="255"/>
                  </a:lnTo>
                  <a:lnTo>
                    <a:pt x="181" y="298"/>
                  </a:lnTo>
                  <a:lnTo>
                    <a:pt x="184" y="340"/>
                  </a:lnTo>
                  <a:lnTo>
                    <a:pt x="183" y="381"/>
                  </a:lnTo>
                  <a:lnTo>
                    <a:pt x="178" y="423"/>
                  </a:lnTo>
                  <a:lnTo>
                    <a:pt x="170" y="464"/>
                  </a:lnTo>
                  <a:lnTo>
                    <a:pt x="158" y="505"/>
                  </a:lnTo>
                  <a:lnTo>
                    <a:pt x="142" y="544"/>
                  </a:lnTo>
                  <a:lnTo>
                    <a:pt x="0" y="465"/>
                  </a:lnTo>
                  <a:lnTo>
                    <a:pt x="205" y="855"/>
                  </a:lnTo>
                </a:path>
              </a:pathLst>
            </a:custGeom>
            <a:solidFill>
              <a:schemeClr val="accent1"/>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2786" name="Freeform 40">
              <a:extLst>
                <a:ext uri="{FF2B5EF4-FFF2-40B4-BE49-F238E27FC236}">
                  <a16:creationId xmlns:a16="http://schemas.microsoft.com/office/drawing/2014/main" id="{624B40E3-7916-87DA-78D6-5A3D15632BC7}"/>
                </a:ext>
              </a:extLst>
            </p:cNvPr>
            <p:cNvSpPr>
              <a:spLocks/>
            </p:cNvSpPr>
            <p:nvPr/>
          </p:nvSpPr>
          <p:spPr bwMode="blackWhite">
            <a:xfrm>
              <a:off x="4358" y="676"/>
              <a:ext cx="199" cy="173"/>
            </a:xfrm>
            <a:custGeom>
              <a:avLst/>
              <a:gdLst>
                <a:gd name="T0" fmla="*/ 0 w 877"/>
                <a:gd name="T1" fmla="*/ 0 h 784"/>
                <a:gd name="T2" fmla="*/ 0 w 877"/>
                <a:gd name="T3" fmla="*/ 0 h 784"/>
                <a:gd name="T4" fmla="*/ 0 w 877"/>
                <a:gd name="T5" fmla="*/ 0 h 784"/>
                <a:gd name="T6" fmla="*/ 0 w 877"/>
                <a:gd name="T7" fmla="*/ 0 h 784"/>
                <a:gd name="T8" fmla="*/ 0 w 877"/>
                <a:gd name="T9" fmla="*/ 0 h 784"/>
                <a:gd name="T10" fmla="*/ 0 w 877"/>
                <a:gd name="T11" fmla="*/ 0 h 784"/>
                <a:gd name="T12" fmla="*/ 0 w 877"/>
                <a:gd name="T13" fmla="*/ 0 h 784"/>
                <a:gd name="T14" fmla="*/ 0 w 877"/>
                <a:gd name="T15" fmla="*/ 0 h 784"/>
                <a:gd name="T16" fmla="*/ 0 w 877"/>
                <a:gd name="T17" fmla="*/ 0 h 784"/>
                <a:gd name="T18" fmla="*/ 0 w 877"/>
                <a:gd name="T19" fmla="*/ 0 h 784"/>
                <a:gd name="T20" fmla="*/ 0 w 877"/>
                <a:gd name="T21" fmla="*/ 0 h 784"/>
                <a:gd name="T22" fmla="*/ 0 w 877"/>
                <a:gd name="T23" fmla="*/ 0 h 784"/>
                <a:gd name="T24" fmla="*/ 0 w 877"/>
                <a:gd name="T25" fmla="*/ 0 h 784"/>
                <a:gd name="T26" fmla="*/ 0 w 877"/>
                <a:gd name="T27" fmla="*/ 0 h 784"/>
                <a:gd name="T28" fmla="*/ 0 w 877"/>
                <a:gd name="T29" fmla="*/ 0 h 784"/>
                <a:gd name="T30" fmla="*/ 0 w 877"/>
                <a:gd name="T31" fmla="*/ 0 h 784"/>
                <a:gd name="T32" fmla="*/ 0 w 877"/>
                <a:gd name="T33" fmla="*/ 0 h 784"/>
                <a:gd name="T34" fmla="*/ 0 w 877"/>
                <a:gd name="T35" fmla="*/ 0 h 784"/>
                <a:gd name="T36" fmla="*/ 0 w 877"/>
                <a:gd name="T37" fmla="*/ 0 h 784"/>
                <a:gd name="T38" fmla="*/ 0 w 877"/>
                <a:gd name="T39" fmla="*/ 0 h 784"/>
                <a:gd name="T40" fmla="*/ 0 w 877"/>
                <a:gd name="T41" fmla="*/ 0 h 784"/>
                <a:gd name="T42" fmla="*/ 0 w 877"/>
                <a:gd name="T43" fmla="*/ 0 h 784"/>
                <a:gd name="T44" fmla="*/ 0 w 877"/>
                <a:gd name="T45" fmla="*/ 0 h 784"/>
                <a:gd name="T46" fmla="*/ 0 w 877"/>
                <a:gd name="T47" fmla="*/ 0 h 784"/>
                <a:gd name="T48" fmla="*/ 0 w 877"/>
                <a:gd name="T49" fmla="*/ 0 h 784"/>
                <a:gd name="T50" fmla="*/ 0 w 877"/>
                <a:gd name="T51" fmla="*/ 0 h 784"/>
                <a:gd name="T52" fmla="*/ 0 w 877"/>
                <a:gd name="T53" fmla="*/ 0 h 784"/>
                <a:gd name="T54" fmla="*/ 0 w 877"/>
                <a:gd name="T55" fmla="*/ 0 h 7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77" h="784">
                  <a:moveTo>
                    <a:pt x="0" y="391"/>
                  </a:moveTo>
                  <a:lnTo>
                    <a:pt x="220" y="783"/>
                  </a:lnTo>
                  <a:lnTo>
                    <a:pt x="220" y="603"/>
                  </a:lnTo>
                  <a:lnTo>
                    <a:pt x="279" y="599"/>
                  </a:lnTo>
                  <a:lnTo>
                    <a:pt x="337" y="588"/>
                  </a:lnTo>
                  <a:lnTo>
                    <a:pt x="394" y="575"/>
                  </a:lnTo>
                  <a:lnTo>
                    <a:pt x="450" y="558"/>
                  </a:lnTo>
                  <a:lnTo>
                    <a:pt x="505" y="537"/>
                  </a:lnTo>
                  <a:lnTo>
                    <a:pt x="559" y="513"/>
                  </a:lnTo>
                  <a:lnTo>
                    <a:pt x="611" y="485"/>
                  </a:lnTo>
                  <a:lnTo>
                    <a:pt x="661" y="454"/>
                  </a:lnTo>
                  <a:lnTo>
                    <a:pt x="708" y="418"/>
                  </a:lnTo>
                  <a:lnTo>
                    <a:pt x="755" y="380"/>
                  </a:lnTo>
                  <a:lnTo>
                    <a:pt x="799" y="338"/>
                  </a:lnTo>
                  <a:lnTo>
                    <a:pt x="838" y="293"/>
                  </a:lnTo>
                  <a:lnTo>
                    <a:pt x="876" y="246"/>
                  </a:lnTo>
                  <a:lnTo>
                    <a:pt x="610" y="260"/>
                  </a:lnTo>
                  <a:lnTo>
                    <a:pt x="489" y="27"/>
                  </a:lnTo>
                  <a:lnTo>
                    <a:pt x="464" y="50"/>
                  </a:lnTo>
                  <a:lnTo>
                    <a:pt x="438" y="73"/>
                  </a:lnTo>
                  <a:lnTo>
                    <a:pt x="405" y="95"/>
                  </a:lnTo>
                  <a:lnTo>
                    <a:pt x="371" y="116"/>
                  </a:lnTo>
                  <a:lnTo>
                    <a:pt x="336" y="132"/>
                  </a:lnTo>
                  <a:lnTo>
                    <a:pt x="298" y="147"/>
                  </a:lnTo>
                  <a:lnTo>
                    <a:pt x="259" y="156"/>
                  </a:lnTo>
                  <a:lnTo>
                    <a:pt x="220" y="163"/>
                  </a:lnTo>
                  <a:lnTo>
                    <a:pt x="220" y="0"/>
                  </a:lnTo>
                  <a:lnTo>
                    <a:pt x="0" y="391"/>
                  </a:lnTo>
                </a:path>
              </a:pathLst>
            </a:custGeom>
            <a:solidFill>
              <a:schemeClr val="accent1"/>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2787" name="Freeform 41">
              <a:extLst>
                <a:ext uri="{FF2B5EF4-FFF2-40B4-BE49-F238E27FC236}">
                  <a16:creationId xmlns:a16="http://schemas.microsoft.com/office/drawing/2014/main" id="{B94E7B2F-65E0-B3CF-2BB4-350AEEEAF3B5}"/>
                </a:ext>
              </a:extLst>
            </p:cNvPr>
            <p:cNvSpPr>
              <a:spLocks/>
            </p:cNvSpPr>
            <p:nvPr/>
          </p:nvSpPr>
          <p:spPr bwMode="blackWhite">
            <a:xfrm>
              <a:off x="4190" y="655"/>
              <a:ext cx="189" cy="154"/>
            </a:xfrm>
            <a:custGeom>
              <a:avLst/>
              <a:gdLst>
                <a:gd name="T0" fmla="*/ 0 w 833"/>
                <a:gd name="T1" fmla="*/ 0 h 699"/>
                <a:gd name="T2" fmla="*/ 0 w 833"/>
                <a:gd name="T3" fmla="*/ 0 h 699"/>
                <a:gd name="T4" fmla="*/ 0 w 833"/>
                <a:gd name="T5" fmla="*/ 0 h 699"/>
                <a:gd name="T6" fmla="*/ 0 w 833"/>
                <a:gd name="T7" fmla="*/ 0 h 699"/>
                <a:gd name="T8" fmla="*/ 0 w 833"/>
                <a:gd name="T9" fmla="*/ 0 h 699"/>
                <a:gd name="T10" fmla="*/ 0 w 833"/>
                <a:gd name="T11" fmla="*/ 0 h 699"/>
                <a:gd name="T12" fmla="*/ 0 w 833"/>
                <a:gd name="T13" fmla="*/ 0 h 699"/>
                <a:gd name="T14" fmla="*/ 0 w 833"/>
                <a:gd name="T15" fmla="*/ 0 h 699"/>
                <a:gd name="T16" fmla="*/ 0 w 833"/>
                <a:gd name="T17" fmla="*/ 0 h 699"/>
                <a:gd name="T18" fmla="*/ 0 w 833"/>
                <a:gd name="T19" fmla="*/ 0 h 699"/>
                <a:gd name="T20" fmla="*/ 0 w 833"/>
                <a:gd name="T21" fmla="*/ 0 h 699"/>
                <a:gd name="T22" fmla="*/ 0 w 833"/>
                <a:gd name="T23" fmla="*/ 0 h 699"/>
                <a:gd name="T24" fmla="*/ 0 w 833"/>
                <a:gd name="T25" fmla="*/ 0 h 699"/>
                <a:gd name="T26" fmla="*/ 0 w 833"/>
                <a:gd name="T27" fmla="*/ 0 h 699"/>
                <a:gd name="T28" fmla="*/ 0 w 833"/>
                <a:gd name="T29" fmla="*/ 0 h 699"/>
                <a:gd name="T30" fmla="*/ 0 w 833"/>
                <a:gd name="T31" fmla="*/ 0 h 699"/>
                <a:gd name="T32" fmla="*/ 0 w 833"/>
                <a:gd name="T33" fmla="*/ 0 h 699"/>
                <a:gd name="T34" fmla="*/ 0 w 833"/>
                <a:gd name="T35" fmla="*/ 0 h 699"/>
                <a:gd name="T36" fmla="*/ 0 w 833"/>
                <a:gd name="T37" fmla="*/ 0 h 699"/>
                <a:gd name="T38" fmla="*/ 0 w 833"/>
                <a:gd name="T39" fmla="*/ 0 h 699"/>
                <a:gd name="T40" fmla="*/ 0 w 833"/>
                <a:gd name="T41" fmla="*/ 0 h 699"/>
                <a:gd name="T42" fmla="*/ 0 w 833"/>
                <a:gd name="T43" fmla="*/ 0 h 699"/>
                <a:gd name="T44" fmla="*/ 0 w 833"/>
                <a:gd name="T45" fmla="*/ 0 h 699"/>
                <a:gd name="T46" fmla="*/ 0 w 833"/>
                <a:gd name="T47" fmla="*/ 0 h 699"/>
                <a:gd name="T48" fmla="*/ 0 w 833"/>
                <a:gd name="T49" fmla="*/ 0 h 699"/>
                <a:gd name="T50" fmla="*/ 0 w 833"/>
                <a:gd name="T51" fmla="*/ 0 h 69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33" h="699">
                  <a:moveTo>
                    <a:pt x="292" y="0"/>
                  </a:moveTo>
                  <a:lnTo>
                    <a:pt x="0" y="352"/>
                  </a:lnTo>
                  <a:lnTo>
                    <a:pt x="163" y="293"/>
                  </a:lnTo>
                  <a:lnTo>
                    <a:pt x="198" y="344"/>
                  </a:lnTo>
                  <a:lnTo>
                    <a:pt x="236" y="392"/>
                  </a:lnTo>
                  <a:lnTo>
                    <a:pt x="277" y="438"/>
                  </a:lnTo>
                  <a:lnTo>
                    <a:pt x="322" y="480"/>
                  </a:lnTo>
                  <a:lnTo>
                    <a:pt x="370" y="520"/>
                  </a:lnTo>
                  <a:lnTo>
                    <a:pt x="419" y="555"/>
                  </a:lnTo>
                  <a:lnTo>
                    <a:pt x="472" y="588"/>
                  </a:lnTo>
                  <a:lnTo>
                    <a:pt x="527" y="616"/>
                  </a:lnTo>
                  <a:lnTo>
                    <a:pt x="583" y="641"/>
                  </a:lnTo>
                  <a:lnTo>
                    <a:pt x="641" y="662"/>
                  </a:lnTo>
                  <a:lnTo>
                    <a:pt x="700" y="678"/>
                  </a:lnTo>
                  <a:lnTo>
                    <a:pt x="762" y="690"/>
                  </a:lnTo>
                  <a:lnTo>
                    <a:pt x="822" y="698"/>
                  </a:lnTo>
                  <a:lnTo>
                    <a:pt x="702" y="494"/>
                  </a:lnTo>
                  <a:lnTo>
                    <a:pt x="832" y="256"/>
                  </a:lnTo>
                  <a:lnTo>
                    <a:pt x="787" y="247"/>
                  </a:lnTo>
                  <a:lnTo>
                    <a:pt x="745" y="233"/>
                  </a:lnTo>
                  <a:lnTo>
                    <a:pt x="704" y="214"/>
                  </a:lnTo>
                  <a:lnTo>
                    <a:pt x="665" y="192"/>
                  </a:lnTo>
                  <a:lnTo>
                    <a:pt x="630" y="165"/>
                  </a:lnTo>
                  <a:lnTo>
                    <a:pt x="596" y="136"/>
                  </a:lnTo>
                  <a:lnTo>
                    <a:pt x="736" y="84"/>
                  </a:lnTo>
                  <a:lnTo>
                    <a:pt x="292" y="0"/>
                  </a:lnTo>
                </a:path>
              </a:pathLst>
            </a:custGeom>
            <a:solidFill>
              <a:schemeClr val="accent1"/>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2788" name="Freeform 42">
              <a:extLst>
                <a:ext uri="{FF2B5EF4-FFF2-40B4-BE49-F238E27FC236}">
                  <a16:creationId xmlns:a16="http://schemas.microsoft.com/office/drawing/2014/main" id="{A5A914B8-6A45-47D5-F78F-5A23F67AF12D}"/>
                </a:ext>
              </a:extLst>
            </p:cNvPr>
            <p:cNvSpPr>
              <a:spLocks/>
            </p:cNvSpPr>
            <p:nvPr/>
          </p:nvSpPr>
          <p:spPr bwMode="blackWhite">
            <a:xfrm>
              <a:off x="4229" y="393"/>
              <a:ext cx="197" cy="171"/>
            </a:xfrm>
            <a:custGeom>
              <a:avLst/>
              <a:gdLst>
                <a:gd name="T0" fmla="*/ 0 w 867"/>
                <a:gd name="T1" fmla="*/ 0 h 779"/>
                <a:gd name="T2" fmla="*/ 0 w 867"/>
                <a:gd name="T3" fmla="*/ 0 h 779"/>
                <a:gd name="T4" fmla="*/ 0 w 867"/>
                <a:gd name="T5" fmla="*/ 0 h 779"/>
                <a:gd name="T6" fmla="*/ 0 w 867"/>
                <a:gd name="T7" fmla="*/ 0 h 779"/>
                <a:gd name="T8" fmla="*/ 0 w 867"/>
                <a:gd name="T9" fmla="*/ 0 h 779"/>
                <a:gd name="T10" fmla="*/ 0 w 867"/>
                <a:gd name="T11" fmla="*/ 0 h 779"/>
                <a:gd name="T12" fmla="*/ 0 w 867"/>
                <a:gd name="T13" fmla="*/ 0 h 779"/>
                <a:gd name="T14" fmla="*/ 0 w 867"/>
                <a:gd name="T15" fmla="*/ 0 h 779"/>
                <a:gd name="T16" fmla="*/ 0 w 867"/>
                <a:gd name="T17" fmla="*/ 0 h 779"/>
                <a:gd name="T18" fmla="*/ 0 w 867"/>
                <a:gd name="T19" fmla="*/ 0 h 779"/>
                <a:gd name="T20" fmla="*/ 0 w 867"/>
                <a:gd name="T21" fmla="*/ 0 h 779"/>
                <a:gd name="T22" fmla="*/ 0 w 867"/>
                <a:gd name="T23" fmla="*/ 0 h 779"/>
                <a:gd name="T24" fmla="*/ 0 w 867"/>
                <a:gd name="T25" fmla="*/ 0 h 779"/>
                <a:gd name="T26" fmla="*/ 0 w 867"/>
                <a:gd name="T27" fmla="*/ 0 h 779"/>
                <a:gd name="T28" fmla="*/ 0 w 867"/>
                <a:gd name="T29" fmla="*/ 0 h 779"/>
                <a:gd name="T30" fmla="*/ 0 w 867"/>
                <a:gd name="T31" fmla="*/ 0 h 779"/>
                <a:gd name="T32" fmla="*/ 0 w 867"/>
                <a:gd name="T33" fmla="*/ 0 h 779"/>
                <a:gd name="T34" fmla="*/ 0 w 867"/>
                <a:gd name="T35" fmla="*/ 0 h 779"/>
                <a:gd name="T36" fmla="*/ 0 w 867"/>
                <a:gd name="T37" fmla="*/ 0 h 779"/>
                <a:gd name="T38" fmla="*/ 0 w 867"/>
                <a:gd name="T39" fmla="*/ 0 h 779"/>
                <a:gd name="T40" fmla="*/ 0 w 867"/>
                <a:gd name="T41" fmla="*/ 0 h 779"/>
                <a:gd name="T42" fmla="*/ 0 w 867"/>
                <a:gd name="T43" fmla="*/ 0 h 779"/>
                <a:gd name="T44" fmla="*/ 0 w 867"/>
                <a:gd name="T45" fmla="*/ 0 h 779"/>
                <a:gd name="T46" fmla="*/ 0 w 867"/>
                <a:gd name="T47" fmla="*/ 0 h 779"/>
                <a:gd name="T48" fmla="*/ 0 w 867"/>
                <a:gd name="T49" fmla="*/ 0 h 779"/>
                <a:gd name="T50" fmla="*/ 0 w 867"/>
                <a:gd name="T51" fmla="*/ 0 h 779"/>
                <a:gd name="T52" fmla="*/ 0 w 867"/>
                <a:gd name="T53" fmla="*/ 0 h 779"/>
                <a:gd name="T54" fmla="*/ 0 w 867"/>
                <a:gd name="T55" fmla="*/ 0 h 77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67" h="779">
                  <a:moveTo>
                    <a:pt x="379" y="778"/>
                  </a:moveTo>
                  <a:lnTo>
                    <a:pt x="402" y="748"/>
                  </a:lnTo>
                  <a:lnTo>
                    <a:pt x="425" y="721"/>
                  </a:lnTo>
                  <a:lnTo>
                    <a:pt x="452" y="694"/>
                  </a:lnTo>
                  <a:lnTo>
                    <a:pt x="480" y="671"/>
                  </a:lnTo>
                  <a:lnTo>
                    <a:pt x="514" y="646"/>
                  </a:lnTo>
                  <a:lnTo>
                    <a:pt x="550" y="626"/>
                  </a:lnTo>
                  <a:lnTo>
                    <a:pt x="588" y="609"/>
                  </a:lnTo>
                  <a:lnTo>
                    <a:pt x="627" y="594"/>
                  </a:lnTo>
                  <a:lnTo>
                    <a:pt x="668" y="585"/>
                  </a:lnTo>
                  <a:lnTo>
                    <a:pt x="692" y="750"/>
                  </a:lnTo>
                  <a:lnTo>
                    <a:pt x="866" y="349"/>
                  </a:lnTo>
                  <a:lnTo>
                    <a:pt x="605" y="0"/>
                  </a:lnTo>
                  <a:lnTo>
                    <a:pt x="606" y="149"/>
                  </a:lnTo>
                  <a:lnTo>
                    <a:pt x="545" y="162"/>
                  </a:lnTo>
                  <a:lnTo>
                    <a:pt x="484" y="180"/>
                  </a:lnTo>
                  <a:lnTo>
                    <a:pt x="425" y="201"/>
                  </a:lnTo>
                  <a:lnTo>
                    <a:pt x="368" y="225"/>
                  </a:lnTo>
                  <a:lnTo>
                    <a:pt x="313" y="255"/>
                  </a:lnTo>
                  <a:lnTo>
                    <a:pt x="259" y="287"/>
                  </a:lnTo>
                  <a:lnTo>
                    <a:pt x="208" y="325"/>
                  </a:lnTo>
                  <a:lnTo>
                    <a:pt x="160" y="366"/>
                  </a:lnTo>
                  <a:lnTo>
                    <a:pt x="115" y="411"/>
                  </a:lnTo>
                  <a:lnTo>
                    <a:pt x="74" y="458"/>
                  </a:lnTo>
                  <a:lnTo>
                    <a:pt x="35" y="509"/>
                  </a:lnTo>
                  <a:lnTo>
                    <a:pt x="0" y="563"/>
                  </a:lnTo>
                  <a:lnTo>
                    <a:pt x="247" y="564"/>
                  </a:lnTo>
                  <a:lnTo>
                    <a:pt x="379" y="778"/>
                  </a:lnTo>
                </a:path>
              </a:pathLst>
            </a:custGeom>
            <a:solidFill>
              <a:schemeClr val="accent1"/>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2789" name="Freeform 43">
              <a:extLst>
                <a:ext uri="{FF2B5EF4-FFF2-40B4-BE49-F238E27FC236}">
                  <a16:creationId xmlns:a16="http://schemas.microsoft.com/office/drawing/2014/main" id="{81D282E8-672B-C425-B44E-32EFD1E18593}"/>
                </a:ext>
              </a:extLst>
            </p:cNvPr>
            <p:cNvSpPr>
              <a:spLocks/>
            </p:cNvSpPr>
            <p:nvPr/>
          </p:nvSpPr>
          <p:spPr bwMode="blackWhite">
            <a:xfrm>
              <a:off x="4180" y="523"/>
              <a:ext cx="154" cy="172"/>
            </a:xfrm>
            <a:custGeom>
              <a:avLst/>
              <a:gdLst>
                <a:gd name="T0" fmla="*/ 0 w 680"/>
                <a:gd name="T1" fmla="*/ 0 h 780"/>
                <a:gd name="T2" fmla="*/ 0 w 680"/>
                <a:gd name="T3" fmla="*/ 0 h 780"/>
                <a:gd name="T4" fmla="*/ 0 w 680"/>
                <a:gd name="T5" fmla="*/ 0 h 780"/>
                <a:gd name="T6" fmla="*/ 0 w 680"/>
                <a:gd name="T7" fmla="*/ 0 h 780"/>
                <a:gd name="T8" fmla="*/ 0 w 680"/>
                <a:gd name="T9" fmla="*/ 0 h 780"/>
                <a:gd name="T10" fmla="*/ 0 w 680"/>
                <a:gd name="T11" fmla="*/ 0 h 780"/>
                <a:gd name="T12" fmla="*/ 0 w 680"/>
                <a:gd name="T13" fmla="*/ 0 h 780"/>
                <a:gd name="T14" fmla="*/ 0 w 680"/>
                <a:gd name="T15" fmla="*/ 0 h 780"/>
                <a:gd name="T16" fmla="*/ 0 w 680"/>
                <a:gd name="T17" fmla="*/ 0 h 780"/>
                <a:gd name="T18" fmla="*/ 0 w 680"/>
                <a:gd name="T19" fmla="*/ 0 h 780"/>
                <a:gd name="T20" fmla="*/ 0 w 680"/>
                <a:gd name="T21" fmla="*/ 0 h 780"/>
                <a:gd name="T22" fmla="*/ 0 w 680"/>
                <a:gd name="T23" fmla="*/ 0 h 780"/>
                <a:gd name="T24" fmla="*/ 0 w 680"/>
                <a:gd name="T25" fmla="*/ 0 h 780"/>
                <a:gd name="T26" fmla="*/ 0 w 680"/>
                <a:gd name="T27" fmla="*/ 0 h 780"/>
                <a:gd name="T28" fmla="*/ 0 w 680"/>
                <a:gd name="T29" fmla="*/ 0 h 780"/>
                <a:gd name="T30" fmla="*/ 0 w 680"/>
                <a:gd name="T31" fmla="*/ 0 h 780"/>
                <a:gd name="T32" fmla="*/ 0 w 680"/>
                <a:gd name="T33" fmla="*/ 0 h 780"/>
                <a:gd name="T34" fmla="*/ 0 w 680"/>
                <a:gd name="T35" fmla="*/ 0 h 780"/>
                <a:gd name="T36" fmla="*/ 0 w 680"/>
                <a:gd name="T37" fmla="*/ 0 h 780"/>
                <a:gd name="T38" fmla="*/ 0 w 680"/>
                <a:gd name="T39" fmla="*/ 0 h 780"/>
                <a:gd name="T40" fmla="*/ 0 w 680"/>
                <a:gd name="T41" fmla="*/ 0 h 780"/>
                <a:gd name="T42" fmla="*/ 0 w 680"/>
                <a:gd name="T43" fmla="*/ 0 h 780"/>
                <a:gd name="T44" fmla="*/ 0 w 680"/>
                <a:gd name="T45" fmla="*/ 0 h 780"/>
                <a:gd name="T46" fmla="*/ 0 w 680"/>
                <a:gd name="T47" fmla="*/ 0 h 780"/>
                <a:gd name="T48" fmla="*/ 0 w 680"/>
                <a:gd name="T49" fmla="*/ 0 h 780"/>
                <a:gd name="T50" fmla="*/ 0 w 680"/>
                <a:gd name="T51" fmla="*/ 0 h 7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80" h="780">
                  <a:moveTo>
                    <a:pt x="448" y="0"/>
                  </a:moveTo>
                  <a:lnTo>
                    <a:pt x="0" y="1"/>
                  </a:lnTo>
                  <a:lnTo>
                    <a:pt x="141" y="82"/>
                  </a:lnTo>
                  <a:lnTo>
                    <a:pt x="120" y="138"/>
                  </a:lnTo>
                  <a:lnTo>
                    <a:pt x="102" y="196"/>
                  </a:lnTo>
                  <a:lnTo>
                    <a:pt x="89" y="253"/>
                  </a:lnTo>
                  <a:lnTo>
                    <a:pt x="80" y="313"/>
                  </a:lnTo>
                  <a:lnTo>
                    <a:pt x="74" y="373"/>
                  </a:lnTo>
                  <a:lnTo>
                    <a:pt x="73" y="431"/>
                  </a:lnTo>
                  <a:lnTo>
                    <a:pt x="75" y="491"/>
                  </a:lnTo>
                  <a:lnTo>
                    <a:pt x="82" y="551"/>
                  </a:lnTo>
                  <a:lnTo>
                    <a:pt x="93" y="609"/>
                  </a:lnTo>
                  <a:lnTo>
                    <a:pt x="107" y="668"/>
                  </a:lnTo>
                  <a:lnTo>
                    <a:pt x="126" y="724"/>
                  </a:lnTo>
                  <a:lnTo>
                    <a:pt x="148" y="779"/>
                  </a:lnTo>
                  <a:lnTo>
                    <a:pt x="324" y="566"/>
                  </a:lnTo>
                  <a:lnTo>
                    <a:pt x="551" y="603"/>
                  </a:lnTo>
                  <a:lnTo>
                    <a:pt x="535" y="562"/>
                  </a:lnTo>
                  <a:lnTo>
                    <a:pt x="523" y="521"/>
                  </a:lnTo>
                  <a:lnTo>
                    <a:pt x="516" y="478"/>
                  </a:lnTo>
                  <a:lnTo>
                    <a:pt x="512" y="435"/>
                  </a:lnTo>
                  <a:lnTo>
                    <a:pt x="513" y="391"/>
                  </a:lnTo>
                  <a:lnTo>
                    <a:pt x="518" y="348"/>
                  </a:lnTo>
                  <a:lnTo>
                    <a:pt x="528" y="306"/>
                  </a:lnTo>
                  <a:lnTo>
                    <a:pt x="679" y="392"/>
                  </a:lnTo>
                  <a:lnTo>
                    <a:pt x="448" y="0"/>
                  </a:lnTo>
                </a:path>
              </a:pathLst>
            </a:custGeom>
            <a:solidFill>
              <a:schemeClr val="accent1"/>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62472" name="Group 44">
            <a:extLst>
              <a:ext uri="{FF2B5EF4-FFF2-40B4-BE49-F238E27FC236}">
                <a16:creationId xmlns:a16="http://schemas.microsoft.com/office/drawing/2014/main" id="{DFFFBE70-71F0-E6D3-6A21-737FCECD4AF3}"/>
              </a:ext>
            </a:extLst>
          </p:cNvPr>
          <p:cNvGrpSpPr>
            <a:grpSpLocks/>
          </p:cNvGrpSpPr>
          <p:nvPr/>
        </p:nvGrpSpPr>
        <p:grpSpPr bwMode="auto">
          <a:xfrm>
            <a:off x="5381625" y="1857375"/>
            <a:ext cx="530225" cy="755650"/>
            <a:chOff x="2861" y="1303"/>
            <a:chExt cx="297" cy="508"/>
          </a:xfrm>
        </p:grpSpPr>
        <p:sp>
          <p:nvSpPr>
            <p:cNvPr id="19773" name="Rectangle 45">
              <a:extLst>
                <a:ext uri="{FF2B5EF4-FFF2-40B4-BE49-F238E27FC236}">
                  <a16:creationId xmlns:a16="http://schemas.microsoft.com/office/drawing/2014/main" id="{52CBA9D0-35BB-6B73-D88B-5D626CBF8734}"/>
                </a:ext>
              </a:extLst>
            </p:cNvPr>
            <p:cNvSpPr>
              <a:spLocks noChangeArrowheads="1"/>
            </p:cNvSpPr>
            <p:nvPr/>
          </p:nvSpPr>
          <p:spPr bwMode="auto">
            <a:xfrm>
              <a:off x="2861" y="1303"/>
              <a:ext cx="192" cy="508"/>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74" name="AutoShape 46">
              <a:extLst>
                <a:ext uri="{FF2B5EF4-FFF2-40B4-BE49-F238E27FC236}">
                  <a16:creationId xmlns:a16="http://schemas.microsoft.com/office/drawing/2014/main" id="{8E2B8086-4F51-BE1F-1E78-8934D5FF06C3}"/>
                </a:ext>
              </a:extLst>
            </p:cNvPr>
            <p:cNvSpPr>
              <a:spLocks noChangeArrowheads="1"/>
            </p:cNvSpPr>
            <p:nvPr/>
          </p:nvSpPr>
          <p:spPr bwMode="auto">
            <a:xfrm>
              <a:off x="2948" y="1346"/>
              <a:ext cx="210" cy="92"/>
            </a:xfrm>
            <a:prstGeom prst="homePlate">
              <a:avLst>
                <a:gd name="adj" fmla="val 58989"/>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75" name="AutoShape 47">
              <a:extLst>
                <a:ext uri="{FF2B5EF4-FFF2-40B4-BE49-F238E27FC236}">
                  <a16:creationId xmlns:a16="http://schemas.microsoft.com/office/drawing/2014/main" id="{50DF20D8-55B7-EF66-5AAE-DE0705966B21}"/>
                </a:ext>
              </a:extLst>
            </p:cNvPr>
            <p:cNvSpPr>
              <a:spLocks noChangeArrowheads="1"/>
            </p:cNvSpPr>
            <p:nvPr/>
          </p:nvSpPr>
          <p:spPr bwMode="auto">
            <a:xfrm>
              <a:off x="2948" y="1457"/>
              <a:ext cx="210" cy="93"/>
            </a:xfrm>
            <a:prstGeom prst="homePlate">
              <a:avLst>
                <a:gd name="adj" fmla="val 58989"/>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76" name="AutoShape 48">
              <a:extLst>
                <a:ext uri="{FF2B5EF4-FFF2-40B4-BE49-F238E27FC236}">
                  <a16:creationId xmlns:a16="http://schemas.microsoft.com/office/drawing/2014/main" id="{EB70318E-A365-015E-341E-45D924D1B8C3}"/>
                </a:ext>
              </a:extLst>
            </p:cNvPr>
            <p:cNvSpPr>
              <a:spLocks noChangeArrowheads="1"/>
            </p:cNvSpPr>
            <p:nvPr/>
          </p:nvSpPr>
          <p:spPr bwMode="auto">
            <a:xfrm>
              <a:off x="2948" y="1568"/>
              <a:ext cx="210" cy="93"/>
            </a:xfrm>
            <a:prstGeom prst="homePlate">
              <a:avLst>
                <a:gd name="adj" fmla="val 58989"/>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77" name="AutoShape 49">
              <a:extLst>
                <a:ext uri="{FF2B5EF4-FFF2-40B4-BE49-F238E27FC236}">
                  <a16:creationId xmlns:a16="http://schemas.microsoft.com/office/drawing/2014/main" id="{DB371CB5-2D74-AAA0-0C63-5084B9BCA38D}"/>
                </a:ext>
              </a:extLst>
            </p:cNvPr>
            <p:cNvSpPr>
              <a:spLocks noChangeArrowheads="1"/>
            </p:cNvSpPr>
            <p:nvPr/>
          </p:nvSpPr>
          <p:spPr bwMode="auto">
            <a:xfrm>
              <a:off x="2948" y="1679"/>
              <a:ext cx="210" cy="93"/>
            </a:xfrm>
            <a:prstGeom prst="homePlate">
              <a:avLst>
                <a:gd name="adj" fmla="val 58989"/>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73" name="Group 50">
            <a:extLst>
              <a:ext uri="{FF2B5EF4-FFF2-40B4-BE49-F238E27FC236}">
                <a16:creationId xmlns:a16="http://schemas.microsoft.com/office/drawing/2014/main" id="{59875DCC-796C-31A0-7A15-738FDE275F04}"/>
              </a:ext>
            </a:extLst>
          </p:cNvPr>
          <p:cNvGrpSpPr>
            <a:grpSpLocks/>
          </p:cNvGrpSpPr>
          <p:nvPr/>
        </p:nvGrpSpPr>
        <p:grpSpPr bwMode="auto">
          <a:xfrm>
            <a:off x="4008438" y="1868488"/>
            <a:ext cx="817562" cy="750887"/>
            <a:chOff x="4539" y="1362"/>
            <a:chExt cx="504" cy="463"/>
          </a:xfrm>
        </p:grpSpPr>
        <p:sp>
          <p:nvSpPr>
            <p:cNvPr id="19762" name="Rectangle 51">
              <a:extLst>
                <a:ext uri="{FF2B5EF4-FFF2-40B4-BE49-F238E27FC236}">
                  <a16:creationId xmlns:a16="http://schemas.microsoft.com/office/drawing/2014/main" id="{16950E3F-502F-50AB-D03B-DC978936A90A}"/>
                </a:ext>
              </a:extLst>
            </p:cNvPr>
            <p:cNvSpPr>
              <a:spLocks noChangeArrowheads="1"/>
            </p:cNvSpPr>
            <p:nvPr/>
          </p:nvSpPr>
          <p:spPr bwMode="auto">
            <a:xfrm>
              <a:off x="4844" y="1362"/>
              <a:ext cx="199" cy="77"/>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63" name="Rectangle 52">
              <a:extLst>
                <a:ext uri="{FF2B5EF4-FFF2-40B4-BE49-F238E27FC236}">
                  <a16:creationId xmlns:a16="http://schemas.microsoft.com/office/drawing/2014/main" id="{AFABA150-F3CC-27C3-F207-67D9A6C76200}"/>
                </a:ext>
              </a:extLst>
            </p:cNvPr>
            <p:cNvSpPr>
              <a:spLocks noChangeArrowheads="1"/>
            </p:cNvSpPr>
            <p:nvPr/>
          </p:nvSpPr>
          <p:spPr bwMode="auto">
            <a:xfrm>
              <a:off x="4844" y="1459"/>
              <a:ext cx="199" cy="7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64" name="Rectangle 53">
              <a:extLst>
                <a:ext uri="{FF2B5EF4-FFF2-40B4-BE49-F238E27FC236}">
                  <a16:creationId xmlns:a16="http://schemas.microsoft.com/office/drawing/2014/main" id="{40E166EE-09E5-97D2-0FBE-BF3C7375596C}"/>
                </a:ext>
              </a:extLst>
            </p:cNvPr>
            <p:cNvSpPr>
              <a:spLocks noChangeArrowheads="1"/>
            </p:cNvSpPr>
            <p:nvPr/>
          </p:nvSpPr>
          <p:spPr bwMode="auto">
            <a:xfrm>
              <a:off x="4844" y="1555"/>
              <a:ext cx="199" cy="77"/>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65" name="Rectangle 54">
              <a:extLst>
                <a:ext uri="{FF2B5EF4-FFF2-40B4-BE49-F238E27FC236}">
                  <a16:creationId xmlns:a16="http://schemas.microsoft.com/office/drawing/2014/main" id="{68B4FF47-4552-AA74-370E-AE0ABEB943C2}"/>
                </a:ext>
              </a:extLst>
            </p:cNvPr>
            <p:cNvSpPr>
              <a:spLocks noChangeArrowheads="1"/>
            </p:cNvSpPr>
            <p:nvPr/>
          </p:nvSpPr>
          <p:spPr bwMode="auto">
            <a:xfrm>
              <a:off x="4844" y="1652"/>
              <a:ext cx="199" cy="7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66" name="Rectangle 55">
              <a:extLst>
                <a:ext uri="{FF2B5EF4-FFF2-40B4-BE49-F238E27FC236}">
                  <a16:creationId xmlns:a16="http://schemas.microsoft.com/office/drawing/2014/main" id="{C1A5B133-58F8-5574-A174-E6C94A0D9D4F}"/>
                </a:ext>
              </a:extLst>
            </p:cNvPr>
            <p:cNvSpPr>
              <a:spLocks noChangeArrowheads="1"/>
            </p:cNvSpPr>
            <p:nvPr/>
          </p:nvSpPr>
          <p:spPr bwMode="auto">
            <a:xfrm>
              <a:off x="4844" y="1748"/>
              <a:ext cx="199" cy="77"/>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67" name="Rectangle 56">
              <a:extLst>
                <a:ext uri="{FF2B5EF4-FFF2-40B4-BE49-F238E27FC236}">
                  <a16:creationId xmlns:a16="http://schemas.microsoft.com/office/drawing/2014/main" id="{B1368491-C260-71FF-D82D-77122DC58735}"/>
                </a:ext>
              </a:extLst>
            </p:cNvPr>
            <p:cNvSpPr>
              <a:spLocks noChangeArrowheads="1"/>
            </p:cNvSpPr>
            <p:nvPr/>
          </p:nvSpPr>
          <p:spPr bwMode="auto">
            <a:xfrm>
              <a:off x="4539" y="1555"/>
              <a:ext cx="199" cy="77"/>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cxnSp>
          <p:nvCxnSpPr>
            <p:cNvPr id="62774" name="AutoShape 57">
              <a:extLst>
                <a:ext uri="{FF2B5EF4-FFF2-40B4-BE49-F238E27FC236}">
                  <a16:creationId xmlns:a16="http://schemas.microsoft.com/office/drawing/2014/main" id="{1AD61CB6-C0CD-6732-0B9B-74B1F03D6C59}"/>
                </a:ext>
              </a:extLst>
            </p:cNvPr>
            <p:cNvCxnSpPr>
              <a:cxnSpLocks noChangeShapeType="1"/>
              <a:stCxn id="19767" idx="3"/>
              <a:endCxn id="19762" idx="1"/>
            </p:cNvCxnSpPr>
            <p:nvPr/>
          </p:nvCxnSpPr>
          <p:spPr bwMode="auto">
            <a:xfrm flipV="1">
              <a:off x="4738" y="1401"/>
              <a:ext cx="106" cy="193"/>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75" name="AutoShape 58">
              <a:extLst>
                <a:ext uri="{FF2B5EF4-FFF2-40B4-BE49-F238E27FC236}">
                  <a16:creationId xmlns:a16="http://schemas.microsoft.com/office/drawing/2014/main" id="{53CFA43B-F21A-DB0F-AA1E-00F7CABE7F77}"/>
                </a:ext>
              </a:extLst>
            </p:cNvPr>
            <p:cNvCxnSpPr>
              <a:cxnSpLocks noChangeShapeType="1"/>
              <a:stCxn id="19767" idx="3"/>
              <a:endCxn id="19766" idx="1"/>
            </p:cNvCxnSpPr>
            <p:nvPr/>
          </p:nvCxnSpPr>
          <p:spPr bwMode="auto">
            <a:xfrm>
              <a:off x="4738" y="1594"/>
              <a:ext cx="106" cy="193"/>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76" name="AutoShape 59">
              <a:extLst>
                <a:ext uri="{FF2B5EF4-FFF2-40B4-BE49-F238E27FC236}">
                  <a16:creationId xmlns:a16="http://schemas.microsoft.com/office/drawing/2014/main" id="{568CDEDF-1398-FC45-A40C-13D0E24FD52D}"/>
                </a:ext>
              </a:extLst>
            </p:cNvPr>
            <p:cNvCxnSpPr>
              <a:cxnSpLocks noChangeShapeType="1"/>
              <a:stCxn id="19767" idx="3"/>
              <a:endCxn id="19763" idx="1"/>
            </p:cNvCxnSpPr>
            <p:nvPr/>
          </p:nvCxnSpPr>
          <p:spPr bwMode="auto">
            <a:xfrm flipV="1">
              <a:off x="4738" y="1497"/>
              <a:ext cx="106" cy="97"/>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77" name="AutoShape 60">
              <a:extLst>
                <a:ext uri="{FF2B5EF4-FFF2-40B4-BE49-F238E27FC236}">
                  <a16:creationId xmlns:a16="http://schemas.microsoft.com/office/drawing/2014/main" id="{F105A671-3011-2824-017C-420891F3110A}"/>
                </a:ext>
              </a:extLst>
            </p:cNvPr>
            <p:cNvCxnSpPr>
              <a:cxnSpLocks noChangeShapeType="1"/>
              <a:stCxn id="19767" idx="3"/>
              <a:endCxn id="19764" idx="1"/>
            </p:cNvCxnSpPr>
            <p:nvPr/>
          </p:nvCxnSpPr>
          <p:spPr bwMode="auto">
            <a:xfrm>
              <a:off x="4738" y="1594"/>
              <a:ext cx="106"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78" name="AutoShape 61">
              <a:extLst>
                <a:ext uri="{FF2B5EF4-FFF2-40B4-BE49-F238E27FC236}">
                  <a16:creationId xmlns:a16="http://schemas.microsoft.com/office/drawing/2014/main" id="{09FF9F1E-97DB-3D9F-92CE-90A76C0707DA}"/>
                </a:ext>
              </a:extLst>
            </p:cNvPr>
            <p:cNvCxnSpPr>
              <a:cxnSpLocks noChangeShapeType="1"/>
              <a:stCxn id="19767" idx="3"/>
              <a:endCxn id="19765" idx="1"/>
            </p:cNvCxnSpPr>
            <p:nvPr/>
          </p:nvCxnSpPr>
          <p:spPr bwMode="auto">
            <a:xfrm>
              <a:off x="4738" y="1594"/>
              <a:ext cx="106" cy="96"/>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62474" name="Group 62">
            <a:extLst>
              <a:ext uri="{FF2B5EF4-FFF2-40B4-BE49-F238E27FC236}">
                <a16:creationId xmlns:a16="http://schemas.microsoft.com/office/drawing/2014/main" id="{FCB3937B-844E-FD1F-12B4-8A35711A99F7}"/>
              </a:ext>
            </a:extLst>
          </p:cNvPr>
          <p:cNvGrpSpPr>
            <a:grpSpLocks/>
          </p:cNvGrpSpPr>
          <p:nvPr/>
        </p:nvGrpSpPr>
        <p:grpSpPr bwMode="auto">
          <a:xfrm>
            <a:off x="6203950" y="695325"/>
            <a:ext cx="930275" cy="504825"/>
            <a:chOff x="3942" y="949"/>
            <a:chExt cx="574" cy="312"/>
          </a:xfrm>
        </p:grpSpPr>
        <p:sp>
          <p:nvSpPr>
            <p:cNvPr id="19753" name="Rectangle 63">
              <a:extLst>
                <a:ext uri="{FF2B5EF4-FFF2-40B4-BE49-F238E27FC236}">
                  <a16:creationId xmlns:a16="http://schemas.microsoft.com/office/drawing/2014/main" id="{C746DECA-BE43-3FE7-7F46-2DF5B627E699}"/>
                </a:ext>
              </a:extLst>
            </p:cNvPr>
            <p:cNvSpPr>
              <a:spLocks noChangeArrowheads="1"/>
            </p:cNvSpPr>
            <p:nvPr/>
          </p:nvSpPr>
          <p:spPr bwMode="auto">
            <a:xfrm>
              <a:off x="3942" y="1157"/>
              <a:ext cx="119" cy="104"/>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54" name="Rectangle 64">
              <a:extLst>
                <a:ext uri="{FF2B5EF4-FFF2-40B4-BE49-F238E27FC236}">
                  <a16:creationId xmlns:a16="http://schemas.microsoft.com/office/drawing/2014/main" id="{4F8EDC81-02B2-A860-B843-D5F554A3C6AA}"/>
                </a:ext>
              </a:extLst>
            </p:cNvPr>
            <p:cNvSpPr>
              <a:spLocks noChangeArrowheads="1"/>
            </p:cNvSpPr>
            <p:nvPr/>
          </p:nvSpPr>
          <p:spPr bwMode="auto">
            <a:xfrm>
              <a:off x="4094" y="1157"/>
              <a:ext cx="120" cy="104"/>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55" name="Rectangle 65">
              <a:extLst>
                <a:ext uri="{FF2B5EF4-FFF2-40B4-BE49-F238E27FC236}">
                  <a16:creationId xmlns:a16="http://schemas.microsoft.com/office/drawing/2014/main" id="{AB272F1A-310D-FE46-F453-A91ADDB3046D}"/>
                </a:ext>
              </a:extLst>
            </p:cNvPr>
            <p:cNvSpPr>
              <a:spLocks noChangeArrowheads="1"/>
            </p:cNvSpPr>
            <p:nvPr/>
          </p:nvSpPr>
          <p:spPr bwMode="auto">
            <a:xfrm>
              <a:off x="4245" y="1157"/>
              <a:ext cx="120" cy="104"/>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56" name="Rectangle 66">
              <a:extLst>
                <a:ext uri="{FF2B5EF4-FFF2-40B4-BE49-F238E27FC236}">
                  <a16:creationId xmlns:a16="http://schemas.microsoft.com/office/drawing/2014/main" id="{0D50A90F-0F0C-E546-58C3-5817CB54C25A}"/>
                </a:ext>
              </a:extLst>
            </p:cNvPr>
            <p:cNvSpPr>
              <a:spLocks noChangeArrowheads="1"/>
            </p:cNvSpPr>
            <p:nvPr/>
          </p:nvSpPr>
          <p:spPr bwMode="auto">
            <a:xfrm>
              <a:off x="4397" y="1157"/>
              <a:ext cx="119" cy="104"/>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57" name="Rectangle 67">
              <a:extLst>
                <a:ext uri="{FF2B5EF4-FFF2-40B4-BE49-F238E27FC236}">
                  <a16:creationId xmlns:a16="http://schemas.microsoft.com/office/drawing/2014/main" id="{7FB09910-6061-7092-5E16-BA010466688D}"/>
                </a:ext>
              </a:extLst>
            </p:cNvPr>
            <p:cNvSpPr>
              <a:spLocks noChangeArrowheads="1"/>
            </p:cNvSpPr>
            <p:nvPr/>
          </p:nvSpPr>
          <p:spPr bwMode="auto">
            <a:xfrm>
              <a:off x="4145" y="949"/>
              <a:ext cx="167" cy="104"/>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cxnSp>
          <p:nvCxnSpPr>
            <p:cNvPr id="62764" name="AutoShape 68">
              <a:extLst>
                <a:ext uri="{FF2B5EF4-FFF2-40B4-BE49-F238E27FC236}">
                  <a16:creationId xmlns:a16="http://schemas.microsoft.com/office/drawing/2014/main" id="{B565D6DE-BCD3-DB49-1FCE-2D7165EB51CE}"/>
                </a:ext>
              </a:extLst>
            </p:cNvPr>
            <p:cNvCxnSpPr>
              <a:cxnSpLocks noChangeShapeType="1"/>
              <a:stCxn id="19757" idx="2"/>
              <a:endCxn id="19756" idx="0"/>
            </p:cNvCxnSpPr>
            <p:nvPr/>
          </p:nvCxnSpPr>
          <p:spPr bwMode="auto">
            <a:xfrm rot="16200000" flipH="1">
              <a:off x="4291" y="991"/>
              <a:ext cx="104" cy="228"/>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65" name="AutoShape 69">
              <a:extLst>
                <a:ext uri="{FF2B5EF4-FFF2-40B4-BE49-F238E27FC236}">
                  <a16:creationId xmlns:a16="http://schemas.microsoft.com/office/drawing/2014/main" id="{4F40D3D8-D73B-0010-F66E-18C0F31874D8}"/>
                </a:ext>
              </a:extLst>
            </p:cNvPr>
            <p:cNvCxnSpPr>
              <a:cxnSpLocks noChangeShapeType="1"/>
              <a:stCxn id="19757" idx="2"/>
              <a:endCxn id="19753" idx="0"/>
            </p:cNvCxnSpPr>
            <p:nvPr/>
          </p:nvCxnSpPr>
          <p:spPr bwMode="auto">
            <a:xfrm rot="5400000">
              <a:off x="4064" y="991"/>
              <a:ext cx="104" cy="227"/>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66" name="AutoShape 70">
              <a:extLst>
                <a:ext uri="{FF2B5EF4-FFF2-40B4-BE49-F238E27FC236}">
                  <a16:creationId xmlns:a16="http://schemas.microsoft.com/office/drawing/2014/main" id="{682EE538-F4F8-98FB-0247-774D125E3D98}"/>
                </a:ext>
              </a:extLst>
            </p:cNvPr>
            <p:cNvCxnSpPr>
              <a:cxnSpLocks noChangeShapeType="1"/>
              <a:stCxn id="19757" idx="2"/>
              <a:endCxn id="19755" idx="0"/>
            </p:cNvCxnSpPr>
            <p:nvPr/>
          </p:nvCxnSpPr>
          <p:spPr bwMode="auto">
            <a:xfrm rot="16200000" flipH="1">
              <a:off x="4215" y="1067"/>
              <a:ext cx="104" cy="76"/>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67" name="AutoShape 71">
              <a:extLst>
                <a:ext uri="{FF2B5EF4-FFF2-40B4-BE49-F238E27FC236}">
                  <a16:creationId xmlns:a16="http://schemas.microsoft.com/office/drawing/2014/main" id="{00346B51-322B-E2EB-628A-1EEC137BDDF2}"/>
                </a:ext>
              </a:extLst>
            </p:cNvPr>
            <p:cNvCxnSpPr>
              <a:cxnSpLocks noChangeShapeType="1"/>
              <a:stCxn id="19757" idx="2"/>
              <a:endCxn id="19754" idx="0"/>
            </p:cNvCxnSpPr>
            <p:nvPr/>
          </p:nvCxnSpPr>
          <p:spPr bwMode="auto">
            <a:xfrm rot="5400000">
              <a:off x="4140" y="1067"/>
              <a:ext cx="104" cy="75"/>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62475" name="Group 72">
            <a:extLst>
              <a:ext uri="{FF2B5EF4-FFF2-40B4-BE49-F238E27FC236}">
                <a16:creationId xmlns:a16="http://schemas.microsoft.com/office/drawing/2014/main" id="{4EDD7AF9-6BD8-2079-E348-607AE13DCE55}"/>
              </a:ext>
            </a:extLst>
          </p:cNvPr>
          <p:cNvGrpSpPr>
            <a:grpSpLocks/>
          </p:cNvGrpSpPr>
          <p:nvPr/>
        </p:nvGrpSpPr>
        <p:grpSpPr bwMode="auto">
          <a:xfrm>
            <a:off x="7318375" y="1985963"/>
            <a:ext cx="903288" cy="563562"/>
            <a:chOff x="4918" y="1994"/>
            <a:chExt cx="558" cy="348"/>
          </a:xfrm>
        </p:grpSpPr>
        <p:sp>
          <p:nvSpPr>
            <p:cNvPr id="19746" name="Rectangle 73">
              <a:extLst>
                <a:ext uri="{FF2B5EF4-FFF2-40B4-BE49-F238E27FC236}">
                  <a16:creationId xmlns:a16="http://schemas.microsoft.com/office/drawing/2014/main" id="{CB832FA3-2C5B-C6FE-B3B3-23F4B60367AC}"/>
                </a:ext>
              </a:extLst>
            </p:cNvPr>
            <p:cNvSpPr>
              <a:spLocks noChangeArrowheads="1"/>
            </p:cNvSpPr>
            <p:nvPr/>
          </p:nvSpPr>
          <p:spPr bwMode="auto">
            <a:xfrm>
              <a:off x="5277" y="1994"/>
              <a:ext cx="199" cy="96"/>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47" name="Rectangle 74">
              <a:extLst>
                <a:ext uri="{FF2B5EF4-FFF2-40B4-BE49-F238E27FC236}">
                  <a16:creationId xmlns:a16="http://schemas.microsoft.com/office/drawing/2014/main" id="{40C7658C-9172-89E1-2FF8-686CDC68EFBB}"/>
                </a:ext>
              </a:extLst>
            </p:cNvPr>
            <p:cNvSpPr>
              <a:spLocks noChangeArrowheads="1"/>
            </p:cNvSpPr>
            <p:nvPr/>
          </p:nvSpPr>
          <p:spPr bwMode="auto">
            <a:xfrm>
              <a:off x="5277" y="2120"/>
              <a:ext cx="199" cy="92"/>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48" name="Rectangle 75">
              <a:extLst>
                <a:ext uri="{FF2B5EF4-FFF2-40B4-BE49-F238E27FC236}">
                  <a16:creationId xmlns:a16="http://schemas.microsoft.com/office/drawing/2014/main" id="{B10FA456-F311-9A74-B49D-5CB5A2CB4440}"/>
                </a:ext>
              </a:extLst>
            </p:cNvPr>
            <p:cNvSpPr>
              <a:spLocks noChangeArrowheads="1"/>
            </p:cNvSpPr>
            <p:nvPr/>
          </p:nvSpPr>
          <p:spPr bwMode="auto">
            <a:xfrm>
              <a:off x="5277" y="2246"/>
              <a:ext cx="199" cy="9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49" name="Rectangle 76">
              <a:extLst>
                <a:ext uri="{FF2B5EF4-FFF2-40B4-BE49-F238E27FC236}">
                  <a16:creationId xmlns:a16="http://schemas.microsoft.com/office/drawing/2014/main" id="{F3F48A6C-98BD-BF74-DDDE-6F78465BDCBB}"/>
                </a:ext>
              </a:extLst>
            </p:cNvPr>
            <p:cNvSpPr>
              <a:spLocks noChangeArrowheads="1"/>
            </p:cNvSpPr>
            <p:nvPr/>
          </p:nvSpPr>
          <p:spPr bwMode="auto">
            <a:xfrm>
              <a:off x="4918" y="2120"/>
              <a:ext cx="199" cy="92"/>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cxnSp>
          <p:nvCxnSpPr>
            <p:cNvPr id="62756" name="AutoShape 77">
              <a:extLst>
                <a:ext uri="{FF2B5EF4-FFF2-40B4-BE49-F238E27FC236}">
                  <a16:creationId xmlns:a16="http://schemas.microsoft.com/office/drawing/2014/main" id="{0D6368CA-3EDC-3811-BF26-111EA9815DCE}"/>
                </a:ext>
              </a:extLst>
            </p:cNvPr>
            <p:cNvCxnSpPr>
              <a:cxnSpLocks noChangeShapeType="1"/>
              <a:stCxn id="19746" idx="1"/>
              <a:endCxn id="19749" idx="3"/>
            </p:cNvCxnSpPr>
            <p:nvPr/>
          </p:nvCxnSpPr>
          <p:spPr bwMode="auto">
            <a:xfrm rot="10800000" flipV="1">
              <a:off x="5117" y="2042"/>
              <a:ext cx="160" cy="126"/>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57" name="AutoShape 78">
              <a:extLst>
                <a:ext uri="{FF2B5EF4-FFF2-40B4-BE49-F238E27FC236}">
                  <a16:creationId xmlns:a16="http://schemas.microsoft.com/office/drawing/2014/main" id="{92976C28-27CD-B6D8-D0BF-A2C448A8BAB2}"/>
                </a:ext>
              </a:extLst>
            </p:cNvPr>
            <p:cNvCxnSpPr>
              <a:cxnSpLocks noChangeShapeType="1"/>
              <a:stCxn id="19748" idx="1"/>
              <a:endCxn id="19749" idx="3"/>
            </p:cNvCxnSpPr>
            <p:nvPr/>
          </p:nvCxnSpPr>
          <p:spPr bwMode="auto">
            <a:xfrm rot="10800000">
              <a:off x="5117" y="2168"/>
              <a:ext cx="160" cy="126"/>
            </a:xfrm>
            <a:prstGeom prst="bentConnector3">
              <a:avLst>
                <a:gd name="adj1" fmla="val 50000"/>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58" name="AutoShape 79">
              <a:extLst>
                <a:ext uri="{FF2B5EF4-FFF2-40B4-BE49-F238E27FC236}">
                  <a16:creationId xmlns:a16="http://schemas.microsoft.com/office/drawing/2014/main" id="{D414A3A5-D83D-7953-783B-46F6AAA83E84}"/>
                </a:ext>
              </a:extLst>
            </p:cNvPr>
            <p:cNvCxnSpPr>
              <a:cxnSpLocks noChangeShapeType="1"/>
              <a:stCxn id="19749" idx="3"/>
              <a:endCxn id="19747" idx="1"/>
            </p:cNvCxnSpPr>
            <p:nvPr/>
          </p:nvCxnSpPr>
          <p:spPr bwMode="auto">
            <a:xfrm>
              <a:off x="5117" y="2168"/>
              <a:ext cx="160" cy="0"/>
            </a:xfrm>
            <a:prstGeom prst="straightConnector1">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62476" name="Group 80">
            <a:extLst>
              <a:ext uri="{FF2B5EF4-FFF2-40B4-BE49-F238E27FC236}">
                <a16:creationId xmlns:a16="http://schemas.microsoft.com/office/drawing/2014/main" id="{17E8680A-B1B9-160B-8BE3-6193FC59DB37}"/>
              </a:ext>
            </a:extLst>
          </p:cNvPr>
          <p:cNvGrpSpPr>
            <a:grpSpLocks/>
          </p:cNvGrpSpPr>
          <p:nvPr/>
        </p:nvGrpSpPr>
        <p:grpSpPr bwMode="auto">
          <a:xfrm>
            <a:off x="6704013" y="3209925"/>
            <a:ext cx="619125" cy="330200"/>
            <a:chOff x="179" y="1918"/>
            <a:chExt cx="382" cy="204"/>
          </a:xfrm>
        </p:grpSpPr>
        <p:sp>
          <p:nvSpPr>
            <p:cNvPr id="19740" name="Rectangle 81">
              <a:extLst>
                <a:ext uri="{FF2B5EF4-FFF2-40B4-BE49-F238E27FC236}">
                  <a16:creationId xmlns:a16="http://schemas.microsoft.com/office/drawing/2014/main" id="{D6BAFF3D-2249-8624-CF6A-F100D6D179E3}"/>
                </a:ext>
              </a:extLst>
            </p:cNvPr>
            <p:cNvSpPr>
              <a:spLocks noChangeArrowheads="1"/>
            </p:cNvSpPr>
            <p:nvPr/>
          </p:nvSpPr>
          <p:spPr bwMode="auto">
            <a:xfrm>
              <a:off x="179" y="1918"/>
              <a:ext cx="168" cy="204"/>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algn="ctr" eaLnBrk="1" hangingPunct="1">
                <a:defRPr/>
              </a:pPr>
              <a:r>
                <a:rPr lang="ko-KR" altLang="en-US" sz="1632"/>
                <a:t> </a:t>
              </a:r>
            </a:p>
          </p:txBody>
        </p:sp>
        <p:sp>
          <p:nvSpPr>
            <p:cNvPr id="62747" name="Line 82">
              <a:extLst>
                <a:ext uri="{FF2B5EF4-FFF2-40B4-BE49-F238E27FC236}">
                  <a16:creationId xmlns:a16="http://schemas.microsoft.com/office/drawing/2014/main" id="{A1547581-F7A7-244A-082C-9DAE3B21E5FD}"/>
                </a:ext>
              </a:extLst>
            </p:cNvPr>
            <p:cNvSpPr>
              <a:spLocks noChangeShapeType="1"/>
            </p:cNvSpPr>
            <p:nvPr/>
          </p:nvSpPr>
          <p:spPr bwMode="auto">
            <a:xfrm>
              <a:off x="179" y="1981"/>
              <a:ext cx="16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42" name="Rectangle 83">
              <a:extLst>
                <a:ext uri="{FF2B5EF4-FFF2-40B4-BE49-F238E27FC236}">
                  <a16:creationId xmlns:a16="http://schemas.microsoft.com/office/drawing/2014/main" id="{1ECD25EC-7F6A-EC17-27FF-AC4E77A0E070}"/>
                </a:ext>
              </a:extLst>
            </p:cNvPr>
            <p:cNvSpPr>
              <a:spLocks noChangeArrowheads="1"/>
            </p:cNvSpPr>
            <p:nvPr/>
          </p:nvSpPr>
          <p:spPr bwMode="auto">
            <a:xfrm>
              <a:off x="179" y="1925"/>
              <a:ext cx="168" cy="56"/>
            </a:xfrm>
            <a:prstGeom prst="rect">
              <a:avLst/>
            </a:prstGeom>
            <a:solidFill>
              <a:schemeClr val="fo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43" name="Rectangle 84">
              <a:extLst>
                <a:ext uri="{FF2B5EF4-FFF2-40B4-BE49-F238E27FC236}">
                  <a16:creationId xmlns:a16="http://schemas.microsoft.com/office/drawing/2014/main" id="{8FD7945D-9B42-41E2-8065-60F3AA97FD17}"/>
                </a:ext>
              </a:extLst>
            </p:cNvPr>
            <p:cNvSpPr>
              <a:spLocks noChangeArrowheads="1"/>
            </p:cNvSpPr>
            <p:nvPr/>
          </p:nvSpPr>
          <p:spPr bwMode="auto">
            <a:xfrm>
              <a:off x="393" y="1918"/>
              <a:ext cx="168" cy="204"/>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algn="ctr" eaLnBrk="1" hangingPunct="1">
                <a:defRPr/>
              </a:pPr>
              <a:r>
                <a:rPr lang="ko-KR" altLang="en-US" sz="1632"/>
                <a:t> </a:t>
              </a:r>
            </a:p>
          </p:txBody>
        </p:sp>
        <p:sp>
          <p:nvSpPr>
            <p:cNvPr id="62750" name="Line 85">
              <a:extLst>
                <a:ext uri="{FF2B5EF4-FFF2-40B4-BE49-F238E27FC236}">
                  <a16:creationId xmlns:a16="http://schemas.microsoft.com/office/drawing/2014/main" id="{6E093813-0FA1-B7FF-4F63-03C78C17F809}"/>
                </a:ext>
              </a:extLst>
            </p:cNvPr>
            <p:cNvSpPr>
              <a:spLocks noChangeShapeType="1"/>
            </p:cNvSpPr>
            <p:nvPr/>
          </p:nvSpPr>
          <p:spPr bwMode="auto">
            <a:xfrm>
              <a:off x="393" y="1981"/>
              <a:ext cx="16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45" name="Rectangle 86">
              <a:extLst>
                <a:ext uri="{FF2B5EF4-FFF2-40B4-BE49-F238E27FC236}">
                  <a16:creationId xmlns:a16="http://schemas.microsoft.com/office/drawing/2014/main" id="{A4DA1AE0-E426-20F6-3065-CC2443B9B269}"/>
                </a:ext>
              </a:extLst>
            </p:cNvPr>
            <p:cNvSpPr>
              <a:spLocks noChangeArrowheads="1"/>
            </p:cNvSpPr>
            <p:nvPr/>
          </p:nvSpPr>
          <p:spPr bwMode="auto">
            <a:xfrm>
              <a:off x="393" y="1925"/>
              <a:ext cx="168" cy="56"/>
            </a:xfrm>
            <a:prstGeom prst="rect">
              <a:avLst/>
            </a:prstGeom>
            <a:solidFill>
              <a:schemeClr val="fo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77" name="Group 87">
            <a:extLst>
              <a:ext uri="{FF2B5EF4-FFF2-40B4-BE49-F238E27FC236}">
                <a16:creationId xmlns:a16="http://schemas.microsoft.com/office/drawing/2014/main" id="{369A40C9-3B39-9150-DB20-4C8174808EDC}"/>
              </a:ext>
            </a:extLst>
          </p:cNvPr>
          <p:cNvGrpSpPr>
            <a:grpSpLocks/>
          </p:cNvGrpSpPr>
          <p:nvPr/>
        </p:nvGrpSpPr>
        <p:grpSpPr bwMode="auto">
          <a:xfrm>
            <a:off x="246063" y="2197100"/>
            <a:ext cx="1230312" cy="231775"/>
            <a:chOff x="3312" y="556"/>
            <a:chExt cx="759" cy="144"/>
          </a:xfrm>
        </p:grpSpPr>
        <p:sp>
          <p:nvSpPr>
            <p:cNvPr id="62743" name="Freeform 88">
              <a:extLst>
                <a:ext uri="{FF2B5EF4-FFF2-40B4-BE49-F238E27FC236}">
                  <a16:creationId xmlns:a16="http://schemas.microsoft.com/office/drawing/2014/main" id="{D4A2BF5F-98DD-F756-BF7C-34CB29674259}"/>
                </a:ext>
              </a:extLst>
            </p:cNvPr>
            <p:cNvSpPr>
              <a:spLocks/>
            </p:cNvSpPr>
            <p:nvPr/>
          </p:nvSpPr>
          <p:spPr bwMode="auto">
            <a:xfrm>
              <a:off x="3312" y="556"/>
              <a:ext cx="262" cy="131"/>
            </a:xfrm>
            <a:custGeom>
              <a:avLst/>
              <a:gdLst>
                <a:gd name="T0" fmla="*/ 0 w 262"/>
                <a:gd name="T1" fmla="*/ 0 h 95"/>
                <a:gd name="T2" fmla="*/ 0 w 262"/>
                <a:gd name="T3" fmla="*/ 476 h 95"/>
                <a:gd name="T4" fmla="*/ 262 w 262"/>
                <a:gd name="T5" fmla="*/ 0 h 95"/>
                <a:gd name="T6" fmla="*/ 0 w 262"/>
                <a:gd name="T7" fmla="*/ 0 h 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2" h="95">
                  <a:moveTo>
                    <a:pt x="0" y="0"/>
                  </a:moveTo>
                  <a:lnTo>
                    <a:pt x="0" y="95"/>
                  </a:lnTo>
                  <a:lnTo>
                    <a:pt x="262" y="0"/>
                  </a:lnTo>
                  <a:lnTo>
                    <a:pt x="0" y="0"/>
                  </a:ln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62744" name="Freeform 89">
              <a:extLst>
                <a:ext uri="{FF2B5EF4-FFF2-40B4-BE49-F238E27FC236}">
                  <a16:creationId xmlns:a16="http://schemas.microsoft.com/office/drawing/2014/main" id="{776B5209-3D88-7D45-D2A0-07FFBC59EFC9}"/>
                </a:ext>
              </a:extLst>
            </p:cNvPr>
            <p:cNvSpPr>
              <a:spLocks/>
            </p:cNvSpPr>
            <p:nvPr/>
          </p:nvSpPr>
          <p:spPr bwMode="auto">
            <a:xfrm rot="10800000">
              <a:off x="3334" y="569"/>
              <a:ext cx="262" cy="131"/>
            </a:xfrm>
            <a:custGeom>
              <a:avLst/>
              <a:gdLst>
                <a:gd name="T0" fmla="*/ 0 w 262"/>
                <a:gd name="T1" fmla="*/ 0 h 95"/>
                <a:gd name="T2" fmla="*/ 0 w 262"/>
                <a:gd name="T3" fmla="*/ 476 h 95"/>
                <a:gd name="T4" fmla="*/ 262 w 262"/>
                <a:gd name="T5" fmla="*/ 0 h 95"/>
                <a:gd name="T6" fmla="*/ 0 w 262"/>
                <a:gd name="T7" fmla="*/ 0 h 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2" h="95">
                  <a:moveTo>
                    <a:pt x="0" y="0"/>
                  </a:moveTo>
                  <a:lnTo>
                    <a:pt x="0" y="95"/>
                  </a:lnTo>
                  <a:lnTo>
                    <a:pt x="262" y="0"/>
                  </a:lnTo>
                  <a:lnTo>
                    <a:pt x="0" y="0"/>
                  </a:ln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39" name="Rectangle 90">
              <a:extLst>
                <a:ext uri="{FF2B5EF4-FFF2-40B4-BE49-F238E27FC236}">
                  <a16:creationId xmlns:a16="http://schemas.microsoft.com/office/drawing/2014/main" id="{751AD8C0-B9D3-9C1E-21DD-1DA47CD0A8CF}"/>
                </a:ext>
              </a:extLst>
            </p:cNvPr>
            <p:cNvSpPr>
              <a:spLocks noChangeArrowheads="1"/>
            </p:cNvSpPr>
            <p:nvPr/>
          </p:nvSpPr>
          <p:spPr bwMode="gray">
            <a:xfrm>
              <a:off x="3641" y="559"/>
              <a:ext cx="430" cy="119"/>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eaLnBrk="1" hangingPunct="1">
                <a:defRPr/>
              </a:pPr>
              <a:r>
                <a:rPr lang="en-US" altLang="ko-KR" sz="1224"/>
                <a:t>Hot spots</a:t>
              </a:r>
            </a:p>
          </p:txBody>
        </p:sp>
      </p:grpSp>
      <p:graphicFrame>
        <p:nvGraphicFramePr>
          <p:cNvPr id="62478" name="Object 91">
            <a:extLst>
              <a:ext uri="{FF2B5EF4-FFF2-40B4-BE49-F238E27FC236}">
                <a16:creationId xmlns:a16="http://schemas.microsoft.com/office/drawing/2014/main" id="{6E8551C4-F9D3-793A-76E6-7E6055931F8D}"/>
              </a:ext>
            </a:extLst>
          </p:cNvPr>
          <p:cNvGraphicFramePr>
            <a:graphicFrameLocks/>
          </p:cNvGraphicFramePr>
          <p:nvPr>
            <p:custDataLst>
              <p:tags r:id="rId1"/>
            </p:custDataLst>
          </p:nvPr>
        </p:nvGraphicFramePr>
        <p:xfrm>
          <a:off x="5384800" y="606425"/>
          <a:ext cx="833438" cy="682625"/>
        </p:xfrm>
        <a:graphic>
          <a:graphicData uri="http://schemas.openxmlformats.org/presentationml/2006/ole">
            <mc:AlternateContent xmlns:mc="http://schemas.openxmlformats.org/markup-compatibility/2006">
              <mc:Choice xmlns:v="urn:schemas-microsoft-com:vml" Requires="v">
                <p:oleObj name="차트" r:id="rId32" imgW="1892300" imgH="939800" progId="MSGraph.Chart.8">
                  <p:embed followColorScheme="full"/>
                </p:oleObj>
              </mc:Choice>
              <mc:Fallback>
                <p:oleObj name="차트" r:id="rId32" imgW="1892300" imgH="939800" progId="MSGraph.Chart.8">
                  <p:embed followColorScheme="full"/>
                  <p:pic>
                    <p:nvPicPr>
                      <p:cNvPr id="62478" name="Object 91">
                        <a:extLst>
                          <a:ext uri="{FF2B5EF4-FFF2-40B4-BE49-F238E27FC236}">
                            <a16:creationId xmlns:a16="http://schemas.microsoft.com/office/drawing/2014/main" id="{6E8551C4-F9D3-793A-76E6-7E6055931F8D}"/>
                          </a:ext>
                        </a:extLst>
                      </p:cNvPr>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gray">
                      <a:xfrm>
                        <a:off x="5384800" y="606425"/>
                        <a:ext cx="833438" cy="682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62479" name="Group 92">
            <a:extLst>
              <a:ext uri="{FF2B5EF4-FFF2-40B4-BE49-F238E27FC236}">
                <a16:creationId xmlns:a16="http://schemas.microsoft.com/office/drawing/2014/main" id="{F6AD43ED-A352-C3C2-9ED4-B488BBAFCF5C}"/>
              </a:ext>
            </a:extLst>
          </p:cNvPr>
          <p:cNvGrpSpPr>
            <a:grpSpLocks/>
          </p:cNvGrpSpPr>
          <p:nvPr/>
        </p:nvGrpSpPr>
        <p:grpSpPr bwMode="auto">
          <a:xfrm>
            <a:off x="1179513" y="2847975"/>
            <a:ext cx="279400" cy="404813"/>
            <a:chOff x="4344" y="1878"/>
            <a:chExt cx="173" cy="250"/>
          </a:xfrm>
        </p:grpSpPr>
        <p:sp>
          <p:nvSpPr>
            <p:cNvPr id="62734" name="Line 93">
              <a:extLst>
                <a:ext uri="{FF2B5EF4-FFF2-40B4-BE49-F238E27FC236}">
                  <a16:creationId xmlns:a16="http://schemas.microsoft.com/office/drawing/2014/main" id="{F11B3C30-C699-4480-6290-965343950D36}"/>
                </a:ext>
              </a:extLst>
            </p:cNvPr>
            <p:cNvSpPr>
              <a:spLocks noChangeShapeType="1"/>
            </p:cNvSpPr>
            <p:nvPr/>
          </p:nvSpPr>
          <p:spPr bwMode="auto">
            <a:xfrm>
              <a:off x="4370" y="1896"/>
              <a:ext cx="1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29" name="Oval 94">
              <a:extLst>
                <a:ext uri="{FF2B5EF4-FFF2-40B4-BE49-F238E27FC236}">
                  <a16:creationId xmlns:a16="http://schemas.microsoft.com/office/drawing/2014/main" id="{E681D9DD-F1C0-41E7-DB1E-5058D2AA9586}"/>
                </a:ext>
              </a:extLst>
            </p:cNvPr>
            <p:cNvSpPr>
              <a:spLocks noChangeArrowheads="1"/>
            </p:cNvSpPr>
            <p:nvPr/>
          </p:nvSpPr>
          <p:spPr bwMode="auto">
            <a:xfrm>
              <a:off x="4344" y="1878"/>
              <a:ext cx="35" cy="35"/>
            </a:xfrm>
            <a:prstGeom prst="ellipse">
              <a:avLst/>
            </a:prstGeom>
            <a:solidFill>
              <a:schemeClr val="tx2"/>
            </a:solidFill>
            <a:ln w="9525">
              <a:solidFill>
                <a:schemeClr val="tx2"/>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30" name="Oval 95">
              <a:extLst>
                <a:ext uri="{FF2B5EF4-FFF2-40B4-BE49-F238E27FC236}">
                  <a16:creationId xmlns:a16="http://schemas.microsoft.com/office/drawing/2014/main" id="{633D48F8-12A6-CCAB-A585-C77777B98DFD}"/>
                </a:ext>
              </a:extLst>
            </p:cNvPr>
            <p:cNvSpPr>
              <a:spLocks noChangeArrowheads="1"/>
            </p:cNvSpPr>
            <p:nvPr/>
          </p:nvSpPr>
          <p:spPr bwMode="auto">
            <a:xfrm>
              <a:off x="4482" y="1878"/>
              <a:ext cx="35" cy="35"/>
            </a:xfrm>
            <a:prstGeom prst="ellipse">
              <a:avLst/>
            </a:prstGeom>
            <a:solidFill>
              <a:schemeClr val="tx2"/>
            </a:solidFill>
            <a:ln w="9525">
              <a:solidFill>
                <a:schemeClr val="tx2"/>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737" name="Line 96">
              <a:extLst>
                <a:ext uri="{FF2B5EF4-FFF2-40B4-BE49-F238E27FC236}">
                  <a16:creationId xmlns:a16="http://schemas.microsoft.com/office/drawing/2014/main" id="{9F442AB9-5B39-97DF-52EB-837BF9BD2CCE}"/>
                </a:ext>
              </a:extLst>
            </p:cNvPr>
            <p:cNvSpPr>
              <a:spLocks noChangeShapeType="1"/>
            </p:cNvSpPr>
            <p:nvPr/>
          </p:nvSpPr>
          <p:spPr bwMode="auto">
            <a:xfrm>
              <a:off x="4370" y="1998"/>
              <a:ext cx="132"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32" name="Oval 97">
              <a:extLst>
                <a:ext uri="{FF2B5EF4-FFF2-40B4-BE49-F238E27FC236}">
                  <a16:creationId xmlns:a16="http://schemas.microsoft.com/office/drawing/2014/main" id="{FCC8CC80-7B23-3C2B-6AD0-EADEE0560920}"/>
                </a:ext>
              </a:extLst>
            </p:cNvPr>
            <p:cNvSpPr>
              <a:spLocks noChangeArrowheads="1"/>
            </p:cNvSpPr>
            <p:nvPr/>
          </p:nvSpPr>
          <p:spPr bwMode="auto">
            <a:xfrm>
              <a:off x="4344" y="1980"/>
              <a:ext cx="35" cy="35"/>
            </a:xfrm>
            <a:prstGeom prst="ellipse">
              <a:avLst/>
            </a:prstGeom>
            <a:solidFill>
              <a:schemeClr val="tx2"/>
            </a:solidFill>
            <a:ln w="9525">
              <a:solidFill>
                <a:schemeClr val="tx2"/>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33" name="Oval 98">
              <a:extLst>
                <a:ext uri="{FF2B5EF4-FFF2-40B4-BE49-F238E27FC236}">
                  <a16:creationId xmlns:a16="http://schemas.microsoft.com/office/drawing/2014/main" id="{BB5A3312-8816-EFBF-03E0-E975753B409C}"/>
                </a:ext>
              </a:extLst>
            </p:cNvPr>
            <p:cNvSpPr>
              <a:spLocks noChangeArrowheads="1"/>
            </p:cNvSpPr>
            <p:nvPr/>
          </p:nvSpPr>
          <p:spPr bwMode="auto">
            <a:xfrm>
              <a:off x="4482" y="1980"/>
              <a:ext cx="35" cy="35"/>
            </a:xfrm>
            <a:prstGeom prst="ellipse">
              <a:avLst/>
            </a:prstGeom>
            <a:solidFill>
              <a:schemeClr val="tx2"/>
            </a:solidFill>
            <a:ln w="9525">
              <a:solidFill>
                <a:schemeClr val="tx2"/>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740" name="Line 99">
              <a:extLst>
                <a:ext uri="{FF2B5EF4-FFF2-40B4-BE49-F238E27FC236}">
                  <a16:creationId xmlns:a16="http://schemas.microsoft.com/office/drawing/2014/main" id="{66D85DCF-805D-5F34-5651-F21F9D62821B}"/>
                </a:ext>
              </a:extLst>
            </p:cNvPr>
            <p:cNvSpPr>
              <a:spLocks noChangeShapeType="1"/>
            </p:cNvSpPr>
            <p:nvPr/>
          </p:nvSpPr>
          <p:spPr bwMode="auto">
            <a:xfrm>
              <a:off x="4370" y="2105"/>
              <a:ext cx="1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35" name="AutoShape 100">
              <a:extLst>
                <a:ext uri="{FF2B5EF4-FFF2-40B4-BE49-F238E27FC236}">
                  <a16:creationId xmlns:a16="http://schemas.microsoft.com/office/drawing/2014/main" id="{70B91749-7807-D07D-510D-8FD7BFAFBFE9}"/>
                </a:ext>
              </a:extLst>
            </p:cNvPr>
            <p:cNvSpPr>
              <a:spLocks noChangeArrowheads="1"/>
            </p:cNvSpPr>
            <p:nvPr/>
          </p:nvSpPr>
          <p:spPr bwMode="auto">
            <a:xfrm>
              <a:off x="4344" y="2082"/>
              <a:ext cx="46" cy="46"/>
            </a:xfrm>
            <a:prstGeom prst="triangle">
              <a:avLst>
                <a:gd name="adj" fmla="val 50000"/>
              </a:avLst>
            </a:prstGeom>
            <a:solidFill>
              <a:schemeClr val="tx2"/>
            </a:solidFill>
            <a:ln w="9525">
              <a:solidFill>
                <a:schemeClr val="tx2"/>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36" name="AutoShape 101">
              <a:extLst>
                <a:ext uri="{FF2B5EF4-FFF2-40B4-BE49-F238E27FC236}">
                  <a16:creationId xmlns:a16="http://schemas.microsoft.com/office/drawing/2014/main" id="{AB3BB513-2E28-511E-D638-04102A3B2E35}"/>
                </a:ext>
              </a:extLst>
            </p:cNvPr>
            <p:cNvSpPr>
              <a:spLocks noChangeArrowheads="1"/>
            </p:cNvSpPr>
            <p:nvPr/>
          </p:nvSpPr>
          <p:spPr bwMode="auto">
            <a:xfrm>
              <a:off x="4471" y="2082"/>
              <a:ext cx="46" cy="46"/>
            </a:xfrm>
            <a:prstGeom prst="triangle">
              <a:avLst>
                <a:gd name="adj" fmla="val 50000"/>
              </a:avLst>
            </a:prstGeom>
            <a:solidFill>
              <a:schemeClr val="tx2"/>
            </a:solidFill>
            <a:ln w="9525">
              <a:solidFill>
                <a:schemeClr val="tx2"/>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80" name="Group 102">
            <a:extLst>
              <a:ext uri="{FF2B5EF4-FFF2-40B4-BE49-F238E27FC236}">
                <a16:creationId xmlns:a16="http://schemas.microsoft.com/office/drawing/2014/main" id="{78E995D1-CE0D-33B3-C3AD-BDE78639C36D}"/>
              </a:ext>
            </a:extLst>
          </p:cNvPr>
          <p:cNvGrpSpPr>
            <a:grpSpLocks/>
          </p:cNvGrpSpPr>
          <p:nvPr/>
        </p:nvGrpSpPr>
        <p:grpSpPr bwMode="auto">
          <a:xfrm>
            <a:off x="4495800" y="3063875"/>
            <a:ext cx="574675" cy="492125"/>
            <a:chOff x="5138" y="182"/>
            <a:chExt cx="355" cy="303"/>
          </a:xfrm>
        </p:grpSpPr>
        <p:sp>
          <p:nvSpPr>
            <p:cNvPr id="19724" name="Rectangle 103">
              <a:extLst>
                <a:ext uri="{FF2B5EF4-FFF2-40B4-BE49-F238E27FC236}">
                  <a16:creationId xmlns:a16="http://schemas.microsoft.com/office/drawing/2014/main" id="{88460C59-4732-2E60-4ACE-173539523644}"/>
                </a:ext>
              </a:extLst>
            </p:cNvPr>
            <p:cNvSpPr>
              <a:spLocks noChangeArrowheads="1"/>
            </p:cNvSpPr>
            <p:nvPr/>
          </p:nvSpPr>
          <p:spPr bwMode="auto">
            <a:xfrm>
              <a:off x="5138" y="182"/>
              <a:ext cx="178" cy="152"/>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25" name="Rectangle 104">
              <a:extLst>
                <a:ext uri="{FF2B5EF4-FFF2-40B4-BE49-F238E27FC236}">
                  <a16:creationId xmlns:a16="http://schemas.microsoft.com/office/drawing/2014/main" id="{89742794-7DC7-ED5E-133C-536C8CA8BCC5}"/>
                </a:ext>
              </a:extLst>
            </p:cNvPr>
            <p:cNvSpPr>
              <a:spLocks noChangeArrowheads="1"/>
            </p:cNvSpPr>
            <p:nvPr/>
          </p:nvSpPr>
          <p:spPr bwMode="auto">
            <a:xfrm>
              <a:off x="5315" y="182"/>
              <a:ext cx="178" cy="152"/>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26" name="Rectangle 105">
              <a:extLst>
                <a:ext uri="{FF2B5EF4-FFF2-40B4-BE49-F238E27FC236}">
                  <a16:creationId xmlns:a16="http://schemas.microsoft.com/office/drawing/2014/main" id="{8C864AF5-E62F-B8EC-4393-52F893805FBB}"/>
                </a:ext>
              </a:extLst>
            </p:cNvPr>
            <p:cNvSpPr>
              <a:spLocks noChangeArrowheads="1"/>
            </p:cNvSpPr>
            <p:nvPr/>
          </p:nvSpPr>
          <p:spPr bwMode="auto">
            <a:xfrm>
              <a:off x="5138" y="333"/>
              <a:ext cx="178" cy="152"/>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27" name="Rectangle 106">
              <a:extLst>
                <a:ext uri="{FF2B5EF4-FFF2-40B4-BE49-F238E27FC236}">
                  <a16:creationId xmlns:a16="http://schemas.microsoft.com/office/drawing/2014/main" id="{0066C3FF-DC9F-27C5-F760-7889BD09D8BB}"/>
                </a:ext>
              </a:extLst>
            </p:cNvPr>
            <p:cNvSpPr>
              <a:spLocks noChangeArrowheads="1"/>
            </p:cNvSpPr>
            <p:nvPr/>
          </p:nvSpPr>
          <p:spPr bwMode="auto">
            <a:xfrm>
              <a:off x="5315" y="333"/>
              <a:ext cx="178" cy="152"/>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81" name="Group 107">
            <a:extLst>
              <a:ext uri="{FF2B5EF4-FFF2-40B4-BE49-F238E27FC236}">
                <a16:creationId xmlns:a16="http://schemas.microsoft.com/office/drawing/2014/main" id="{6D348B29-0FD1-C9B0-76E0-7E47065EBEDF}"/>
              </a:ext>
            </a:extLst>
          </p:cNvPr>
          <p:cNvGrpSpPr>
            <a:grpSpLocks/>
          </p:cNvGrpSpPr>
          <p:nvPr/>
        </p:nvGrpSpPr>
        <p:grpSpPr bwMode="auto">
          <a:xfrm>
            <a:off x="3471863" y="2997200"/>
            <a:ext cx="574675" cy="490538"/>
            <a:chOff x="4133" y="1827"/>
            <a:chExt cx="1354" cy="1214"/>
          </a:xfrm>
        </p:grpSpPr>
        <p:sp>
          <p:nvSpPr>
            <p:cNvPr id="19720" name="Rectangle 108">
              <a:extLst>
                <a:ext uri="{FF2B5EF4-FFF2-40B4-BE49-F238E27FC236}">
                  <a16:creationId xmlns:a16="http://schemas.microsoft.com/office/drawing/2014/main" id="{19509D4F-67F2-E863-1F92-D9BAF8B15759}"/>
                </a:ext>
              </a:extLst>
            </p:cNvPr>
            <p:cNvSpPr>
              <a:spLocks noChangeArrowheads="1"/>
            </p:cNvSpPr>
            <p:nvPr/>
          </p:nvSpPr>
          <p:spPr bwMode="auto">
            <a:xfrm>
              <a:off x="4133" y="1827"/>
              <a:ext cx="681" cy="609"/>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21" name="Rectangle 109">
              <a:extLst>
                <a:ext uri="{FF2B5EF4-FFF2-40B4-BE49-F238E27FC236}">
                  <a16:creationId xmlns:a16="http://schemas.microsoft.com/office/drawing/2014/main" id="{2ED9E8FF-5301-3530-1182-FCE9213E2955}"/>
                </a:ext>
              </a:extLst>
            </p:cNvPr>
            <p:cNvSpPr>
              <a:spLocks noChangeArrowheads="1"/>
            </p:cNvSpPr>
            <p:nvPr/>
          </p:nvSpPr>
          <p:spPr bwMode="auto">
            <a:xfrm>
              <a:off x="4806" y="1827"/>
              <a:ext cx="681" cy="609"/>
            </a:xfrm>
            <a:prstGeom prst="rect">
              <a:avLst/>
            </a:prstGeom>
            <a:solidFill>
              <a:schemeClr val="accent2"/>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22" name="Rectangle 110">
              <a:extLst>
                <a:ext uri="{FF2B5EF4-FFF2-40B4-BE49-F238E27FC236}">
                  <a16:creationId xmlns:a16="http://schemas.microsoft.com/office/drawing/2014/main" id="{098F3D58-205D-B508-CB7B-E6CC2A2B8365}"/>
                </a:ext>
              </a:extLst>
            </p:cNvPr>
            <p:cNvSpPr>
              <a:spLocks noChangeArrowheads="1"/>
            </p:cNvSpPr>
            <p:nvPr/>
          </p:nvSpPr>
          <p:spPr bwMode="auto">
            <a:xfrm>
              <a:off x="4133" y="2432"/>
              <a:ext cx="681" cy="609"/>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23" name="Rectangle 111">
              <a:extLst>
                <a:ext uri="{FF2B5EF4-FFF2-40B4-BE49-F238E27FC236}">
                  <a16:creationId xmlns:a16="http://schemas.microsoft.com/office/drawing/2014/main" id="{64D96375-E121-6331-B4C7-0523404F79E3}"/>
                </a:ext>
              </a:extLst>
            </p:cNvPr>
            <p:cNvSpPr>
              <a:spLocks noChangeArrowheads="1"/>
            </p:cNvSpPr>
            <p:nvPr/>
          </p:nvSpPr>
          <p:spPr bwMode="auto">
            <a:xfrm>
              <a:off x="4806" y="2432"/>
              <a:ext cx="681" cy="609"/>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82" name="Group 112">
            <a:extLst>
              <a:ext uri="{FF2B5EF4-FFF2-40B4-BE49-F238E27FC236}">
                <a16:creationId xmlns:a16="http://schemas.microsoft.com/office/drawing/2014/main" id="{ACBC0546-75B7-E659-B8B9-C5DA36059027}"/>
              </a:ext>
            </a:extLst>
          </p:cNvPr>
          <p:cNvGrpSpPr>
            <a:grpSpLocks/>
          </p:cNvGrpSpPr>
          <p:nvPr/>
        </p:nvGrpSpPr>
        <p:grpSpPr bwMode="auto">
          <a:xfrm>
            <a:off x="1416050" y="466725"/>
            <a:ext cx="1690688" cy="709613"/>
            <a:chOff x="3930" y="2344"/>
            <a:chExt cx="1044" cy="438"/>
          </a:xfrm>
        </p:grpSpPr>
        <p:grpSp>
          <p:nvGrpSpPr>
            <p:cNvPr id="62719" name="Group 113">
              <a:extLst>
                <a:ext uri="{FF2B5EF4-FFF2-40B4-BE49-F238E27FC236}">
                  <a16:creationId xmlns:a16="http://schemas.microsoft.com/office/drawing/2014/main" id="{9A5484E2-29A6-595D-374E-5E85EB95967E}"/>
                </a:ext>
              </a:extLst>
            </p:cNvPr>
            <p:cNvGrpSpPr>
              <a:grpSpLocks/>
            </p:cNvGrpSpPr>
            <p:nvPr>
              <p:custDataLst>
                <p:tags r:id="rId27"/>
              </p:custDataLst>
            </p:nvPr>
          </p:nvGrpSpPr>
          <p:grpSpPr bwMode="auto">
            <a:xfrm>
              <a:off x="3966" y="2672"/>
              <a:ext cx="176" cy="108"/>
              <a:chOff x="441" y="2194"/>
              <a:chExt cx="116" cy="115"/>
            </a:xfrm>
          </p:grpSpPr>
          <p:sp>
            <p:nvSpPr>
              <p:cNvPr id="19718" name="Oval 731">
                <a:extLst>
                  <a:ext uri="{FF2B5EF4-FFF2-40B4-BE49-F238E27FC236}">
                    <a16:creationId xmlns:a16="http://schemas.microsoft.com/office/drawing/2014/main" id="{361E7189-9A22-32F9-EA91-57C86239F94F}"/>
                  </a:ext>
                </a:extLst>
              </p:cNvPr>
              <p:cNvSpPr>
                <a:spLocks noChangeArrowheads="1"/>
              </p:cNvSpPr>
              <p:nvPr>
                <p:custDataLst>
                  <p:tags r:id="rId28"/>
                </p:custDataLst>
              </p:nvPr>
            </p:nvSpPr>
            <p:spPr bwMode="blackWhite">
              <a:xfrm>
                <a:off x="441" y="2194"/>
                <a:ext cx="114" cy="114"/>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725" name="Arc 732" hidden="1">
                <a:extLst>
                  <a:ext uri="{FF2B5EF4-FFF2-40B4-BE49-F238E27FC236}">
                    <a16:creationId xmlns:a16="http://schemas.microsoft.com/office/drawing/2014/main" id="{1B82C18A-A77B-7062-90E1-37DD89413B57}"/>
                  </a:ext>
                </a:extLst>
              </p:cNvPr>
              <p:cNvSpPr>
                <a:spLocks/>
              </p:cNvSpPr>
              <p:nvPr>
                <p:custDataLst>
                  <p:tags r:id="rId29"/>
                </p:custDataLst>
              </p:nvPr>
            </p:nvSpPr>
            <p:spPr bwMode="black">
              <a:xfrm>
                <a:off x="442" y="2195"/>
                <a:ext cx="115" cy="114"/>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0" y="9670"/>
                      <a:pt x="9670" y="0"/>
                      <a:pt x="21599"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0" y="9670"/>
                      <a:pt x="9670" y="0"/>
                      <a:pt x="21599" y="0"/>
                    </a:cubicBezTo>
                    <a:lnTo>
                      <a:pt x="21600" y="21600"/>
                    </a:lnTo>
                    <a:lnTo>
                      <a:pt x="21599" y="0"/>
                    </a:lnTo>
                    <a:close/>
                  </a:path>
                </a:pathLst>
              </a:custGeom>
              <a:solidFill>
                <a:schemeClr val="fo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19714" name="Rectangle 116">
              <a:extLst>
                <a:ext uri="{FF2B5EF4-FFF2-40B4-BE49-F238E27FC236}">
                  <a16:creationId xmlns:a16="http://schemas.microsoft.com/office/drawing/2014/main" id="{CB0F7D79-66B6-DB43-ECE1-830585ACFB32}"/>
                </a:ext>
              </a:extLst>
            </p:cNvPr>
            <p:cNvSpPr>
              <a:spLocks noChangeArrowheads="1"/>
            </p:cNvSpPr>
            <p:nvPr/>
          </p:nvSpPr>
          <p:spPr bwMode="auto">
            <a:xfrm>
              <a:off x="3966" y="2516"/>
              <a:ext cx="174" cy="108"/>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721" name="Line 117">
              <a:extLst>
                <a:ext uri="{FF2B5EF4-FFF2-40B4-BE49-F238E27FC236}">
                  <a16:creationId xmlns:a16="http://schemas.microsoft.com/office/drawing/2014/main" id="{1ECD9B78-46CE-A23B-7B7D-C6D627A6A7E2}"/>
                </a:ext>
              </a:extLst>
            </p:cNvPr>
            <p:cNvSpPr>
              <a:spLocks noChangeShapeType="1"/>
            </p:cNvSpPr>
            <p:nvPr/>
          </p:nvSpPr>
          <p:spPr bwMode="auto">
            <a:xfrm>
              <a:off x="3930" y="2436"/>
              <a:ext cx="2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716" name="Rectangle 118">
              <a:extLst>
                <a:ext uri="{FF2B5EF4-FFF2-40B4-BE49-F238E27FC236}">
                  <a16:creationId xmlns:a16="http://schemas.microsoft.com/office/drawing/2014/main" id="{7FEC47BC-0668-2897-7C21-B91FE849F890}"/>
                </a:ext>
              </a:extLst>
            </p:cNvPr>
            <p:cNvSpPr>
              <a:spLocks noChangeArrowheads="1"/>
            </p:cNvSpPr>
            <p:nvPr/>
          </p:nvSpPr>
          <p:spPr bwMode="auto">
            <a:xfrm>
              <a:off x="4030" y="2413"/>
              <a:ext cx="47" cy="48"/>
            </a:xfrm>
            <a:prstGeom prst="rect">
              <a:avLst/>
            </a:prstGeom>
            <a:solidFill>
              <a:schemeClr val="fo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17" name="Rectangle 119">
              <a:extLst>
                <a:ext uri="{FF2B5EF4-FFF2-40B4-BE49-F238E27FC236}">
                  <a16:creationId xmlns:a16="http://schemas.microsoft.com/office/drawing/2014/main" id="{3D4D8CEE-15FD-0721-E8DC-430C99247D12}"/>
                </a:ext>
              </a:extLst>
            </p:cNvPr>
            <p:cNvSpPr>
              <a:spLocks noChangeArrowheads="1"/>
            </p:cNvSpPr>
            <p:nvPr/>
          </p:nvSpPr>
          <p:spPr bwMode="auto">
            <a:xfrm>
              <a:off x="4211" y="2344"/>
              <a:ext cx="763" cy="438"/>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eaLnBrk="1" hangingPunct="1">
                <a:lnSpc>
                  <a:spcPct val="130000"/>
                </a:lnSpc>
                <a:defRPr/>
              </a:pPr>
              <a:r>
                <a:rPr lang="ko-KR" altLang="en-US" sz="1224">
                  <a:ea typeface="-윤고딕130" pitchFamily="18" charset="-127"/>
                </a:rPr>
                <a:t>매출</a:t>
              </a:r>
            </a:p>
            <a:p>
              <a:pPr eaLnBrk="1" hangingPunct="1">
                <a:lnSpc>
                  <a:spcPct val="130000"/>
                </a:lnSpc>
                <a:defRPr/>
              </a:pPr>
              <a:r>
                <a:rPr lang="en-US" altLang="ko-KR" sz="1224">
                  <a:ea typeface="-윤고딕130" pitchFamily="18" charset="-127"/>
                </a:rPr>
                <a:t>EBIT</a:t>
              </a:r>
            </a:p>
            <a:p>
              <a:pPr eaLnBrk="1" hangingPunct="1">
                <a:lnSpc>
                  <a:spcPct val="130000"/>
                </a:lnSpc>
                <a:defRPr/>
              </a:pPr>
              <a:r>
                <a:rPr lang="en-US" altLang="ko-KR" sz="1224">
                  <a:ea typeface="-윤고딕130" pitchFamily="18" charset="-127"/>
                </a:rPr>
                <a:t>2002~2006CAGR</a:t>
              </a:r>
            </a:p>
          </p:txBody>
        </p:sp>
      </p:grpSp>
      <p:grpSp>
        <p:nvGrpSpPr>
          <p:cNvPr id="62483" name="Group 120">
            <a:extLst>
              <a:ext uri="{FF2B5EF4-FFF2-40B4-BE49-F238E27FC236}">
                <a16:creationId xmlns:a16="http://schemas.microsoft.com/office/drawing/2014/main" id="{867D1850-7C5A-9248-0BD7-6DEFD63766D5}"/>
              </a:ext>
            </a:extLst>
          </p:cNvPr>
          <p:cNvGrpSpPr>
            <a:grpSpLocks/>
          </p:cNvGrpSpPr>
          <p:nvPr/>
        </p:nvGrpSpPr>
        <p:grpSpPr bwMode="auto">
          <a:xfrm>
            <a:off x="2741613" y="1871663"/>
            <a:ext cx="303212" cy="590550"/>
            <a:chOff x="3508" y="1060"/>
            <a:chExt cx="188" cy="364"/>
          </a:xfrm>
        </p:grpSpPr>
        <p:sp>
          <p:nvSpPr>
            <p:cNvPr id="19710" name="AutoShape 121">
              <a:extLst>
                <a:ext uri="{FF2B5EF4-FFF2-40B4-BE49-F238E27FC236}">
                  <a16:creationId xmlns:a16="http://schemas.microsoft.com/office/drawing/2014/main" id="{F8227D0A-2536-626D-28BA-8923B9D005F3}"/>
                </a:ext>
              </a:extLst>
            </p:cNvPr>
            <p:cNvSpPr>
              <a:spLocks noChangeArrowheads="1"/>
            </p:cNvSpPr>
            <p:nvPr/>
          </p:nvSpPr>
          <p:spPr bwMode="auto">
            <a:xfrm>
              <a:off x="3508" y="1060"/>
              <a:ext cx="188" cy="97"/>
            </a:xfrm>
            <a:prstGeom prst="homePlate">
              <a:avLst>
                <a:gd name="adj" fmla="val 48454"/>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11" name="AutoShape 122">
              <a:extLst>
                <a:ext uri="{FF2B5EF4-FFF2-40B4-BE49-F238E27FC236}">
                  <a16:creationId xmlns:a16="http://schemas.microsoft.com/office/drawing/2014/main" id="{74F7B104-92C5-33FA-36B5-B59F2F5ADFA5}"/>
                </a:ext>
              </a:extLst>
            </p:cNvPr>
            <p:cNvSpPr>
              <a:spLocks noChangeArrowheads="1"/>
            </p:cNvSpPr>
            <p:nvPr/>
          </p:nvSpPr>
          <p:spPr bwMode="auto">
            <a:xfrm>
              <a:off x="3508" y="1193"/>
              <a:ext cx="188" cy="97"/>
            </a:xfrm>
            <a:prstGeom prst="homePlate">
              <a:avLst>
                <a:gd name="adj" fmla="val 48454"/>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12" name="AutoShape 123">
              <a:extLst>
                <a:ext uri="{FF2B5EF4-FFF2-40B4-BE49-F238E27FC236}">
                  <a16:creationId xmlns:a16="http://schemas.microsoft.com/office/drawing/2014/main" id="{45436854-7BFD-2D16-0620-267A7B7DE950}"/>
                </a:ext>
              </a:extLst>
            </p:cNvPr>
            <p:cNvSpPr>
              <a:spLocks noChangeArrowheads="1"/>
            </p:cNvSpPr>
            <p:nvPr/>
          </p:nvSpPr>
          <p:spPr bwMode="auto">
            <a:xfrm>
              <a:off x="3508" y="1327"/>
              <a:ext cx="188" cy="97"/>
            </a:xfrm>
            <a:prstGeom prst="homePlate">
              <a:avLst>
                <a:gd name="adj" fmla="val 48454"/>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84" name="Group 124">
            <a:extLst>
              <a:ext uri="{FF2B5EF4-FFF2-40B4-BE49-F238E27FC236}">
                <a16:creationId xmlns:a16="http://schemas.microsoft.com/office/drawing/2014/main" id="{EEB449C5-4F10-50A9-EC61-D16C404F02A3}"/>
              </a:ext>
            </a:extLst>
          </p:cNvPr>
          <p:cNvGrpSpPr>
            <a:grpSpLocks/>
          </p:cNvGrpSpPr>
          <p:nvPr/>
        </p:nvGrpSpPr>
        <p:grpSpPr bwMode="auto">
          <a:xfrm>
            <a:off x="6202363" y="1992313"/>
            <a:ext cx="847725" cy="473075"/>
            <a:chOff x="5020" y="243"/>
            <a:chExt cx="523" cy="292"/>
          </a:xfrm>
        </p:grpSpPr>
        <p:sp>
          <p:nvSpPr>
            <p:cNvPr id="19705" name="Rectangle 125">
              <a:extLst>
                <a:ext uri="{FF2B5EF4-FFF2-40B4-BE49-F238E27FC236}">
                  <a16:creationId xmlns:a16="http://schemas.microsoft.com/office/drawing/2014/main" id="{5BA1C53E-2B0B-7ED0-76F7-D8219D5076C9}"/>
                </a:ext>
              </a:extLst>
            </p:cNvPr>
            <p:cNvSpPr>
              <a:spLocks noChangeArrowheads="1"/>
            </p:cNvSpPr>
            <p:nvPr/>
          </p:nvSpPr>
          <p:spPr bwMode="auto">
            <a:xfrm>
              <a:off x="5344" y="243"/>
              <a:ext cx="199" cy="96"/>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06" name="Rectangle 126">
              <a:extLst>
                <a:ext uri="{FF2B5EF4-FFF2-40B4-BE49-F238E27FC236}">
                  <a16:creationId xmlns:a16="http://schemas.microsoft.com/office/drawing/2014/main" id="{5D18A429-A6D7-8D6B-1433-D0BBF80BDBB0}"/>
                </a:ext>
              </a:extLst>
            </p:cNvPr>
            <p:cNvSpPr>
              <a:spLocks noChangeArrowheads="1"/>
            </p:cNvSpPr>
            <p:nvPr/>
          </p:nvSpPr>
          <p:spPr bwMode="auto">
            <a:xfrm>
              <a:off x="5344" y="439"/>
              <a:ext cx="199" cy="9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07" name="Rectangle 127">
              <a:extLst>
                <a:ext uri="{FF2B5EF4-FFF2-40B4-BE49-F238E27FC236}">
                  <a16:creationId xmlns:a16="http://schemas.microsoft.com/office/drawing/2014/main" id="{F464DEE9-B062-B7CE-EC12-E6E9DB31B155}"/>
                </a:ext>
              </a:extLst>
            </p:cNvPr>
            <p:cNvSpPr>
              <a:spLocks noChangeArrowheads="1"/>
            </p:cNvSpPr>
            <p:nvPr/>
          </p:nvSpPr>
          <p:spPr bwMode="auto">
            <a:xfrm>
              <a:off x="5020" y="341"/>
              <a:ext cx="199" cy="96"/>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cxnSp>
          <p:nvCxnSpPr>
            <p:cNvPr id="62714" name="AutoShape 128">
              <a:extLst>
                <a:ext uri="{FF2B5EF4-FFF2-40B4-BE49-F238E27FC236}">
                  <a16:creationId xmlns:a16="http://schemas.microsoft.com/office/drawing/2014/main" id="{7BD4A869-B8F3-D4D7-DB78-94233E22FD18}"/>
                </a:ext>
              </a:extLst>
            </p:cNvPr>
            <p:cNvCxnSpPr>
              <a:cxnSpLocks noChangeShapeType="1"/>
              <a:stCxn id="19705" idx="1"/>
              <a:endCxn id="19707" idx="3"/>
            </p:cNvCxnSpPr>
            <p:nvPr/>
          </p:nvCxnSpPr>
          <p:spPr bwMode="auto">
            <a:xfrm rot="10800000" flipV="1">
              <a:off x="5219" y="291"/>
              <a:ext cx="125" cy="98"/>
            </a:xfrm>
            <a:prstGeom prst="bentConnector3">
              <a:avLst>
                <a:gd name="adj1" fmla="val 49602"/>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715" name="AutoShape 129">
              <a:extLst>
                <a:ext uri="{FF2B5EF4-FFF2-40B4-BE49-F238E27FC236}">
                  <a16:creationId xmlns:a16="http://schemas.microsoft.com/office/drawing/2014/main" id="{673F3082-B946-41D4-24DC-4B9BA16B3AAA}"/>
                </a:ext>
              </a:extLst>
            </p:cNvPr>
            <p:cNvCxnSpPr>
              <a:cxnSpLocks noChangeShapeType="1"/>
              <a:stCxn id="19706" idx="1"/>
              <a:endCxn id="19707" idx="3"/>
            </p:cNvCxnSpPr>
            <p:nvPr/>
          </p:nvCxnSpPr>
          <p:spPr bwMode="auto">
            <a:xfrm rot="10800000">
              <a:off x="5219" y="389"/>
              <a:ext cx="125" cy="98"/>
            </a:xfrm>
            <a:prstGeom prst="bentConnector3">
              <a:avLst>
                <a:gd name="adj1" fmla="val 49602"/>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62485" name="Group 130">
            <a:extLst>
              <a:ext uri="{FF2B5EF4-FFF2-40B4-BE49-F238E27FC236}">
                <a16:creationId xmlns:a16="http://schemas.microsoft.com/office/drawing/2014/main" id="{CB957D1D-22B5-F61F-E0F5-64627072C036}"/>
              </a:ext>
            </a:extLst>
          </p:cNvPr>
          <p:cNvGrpSpPr>
            <a:grpSpLocks/>
          </p:cNvGrpSpPr>
          <p:nvPr/>
        </p:nvGrpSpPr>
        <p:grpSpPr bwMode="auto">
          <a:xfrm>
            <a:off x="233363" y="1450975"/>
            <a:ext cx="1449387" cy="541338"/>
            <a:chOff x="850" y="1312"/>
            <a:chExt cx="895" cy="334"/>
          </a:xfrm>
        </p:grpSpPr>
        <p:grpSp>
          <p:nvGrpSpPr>
            <p:cNvPr id="62704" name="Group 131">
              <a:extLst>
                <a:ext uri="{FF2B5EF4-FFF2-40B4-BE49-F238E27FC236}">
                  <a16:creationId xmlns:a16="http://schemas.microsoft.com/office/drawing/2014/main" id="{02D81C1C-0E93-8BD5-76D6-2DE764AE2EEF}"/>
                </a:ext>
              </a:extLst>
            </p:cNvPr>
            <p:cNvGrpSpPr>
              <a:grpSpLocks/>
            </p:cNvGrpSpPr>
            <p:nvPr>
              <p:custDataLst>
                <p:tags r:id="rId21"/>
              </p:custDataLst>
            </p:nvPr>
          </p:nvGrpSpPr>
          <p:grpSpPr bwMode="auto">
            <a:xfrm>
              <a:off x="851" y="1364"/>
              <a:ext cx="108" cy="114"/>
              <a:chOff x="3240" y="2295"/>
              <a:chExt cx="115" cy="114"/>
            </a:xfrm>
          </p:grpSpPr>
          <p:sp>
            <p:nvSpPr>
              <p:cNvPr id="19703" name="Oval 731">
                <a:extLst>
                  <a:ext uri="{FF2B5EF4-FFF2-40B4-BE49-F238E27FC236}">
                    <a16:creationId xmlns:a16="http://schemas.microsoft.com/office/drawing/2014/main" id="{869AD919-9EA5-1FA4-75E5-EBCF0CB1A34D}"/>
                  </a:ext>
                </a:extLst>
              </p:cNvPr>
              <p:cNvSpPr>
                <a:spLocks noChangeAspect="1" noChangeArrowheads="1"/>
              </p:cNvSpPr>
              <p:nvPr>
                <p:custDataLst>
                  <p:tags r:id="rId25"/>
                </p:custDataLst>
              </p:nvPr>
            </p:nvSpPr>
            <p:spPr bwMode="blackWhite">
              <a:xfrm>
                <a:off x="3240" y="2295"/>
                <a:ext cx="115" cy="114"/>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704" name="Arc 732">
                <a:extLst>
                  <a:ext uri="{FF2B5EF4-FFF2-40B4-BE49-F238E27FC236}">
                    <a16:creationId xmlns:a16="http://schemas.microsoft.com/office/drawing/2014/main" id="{0D2E5376-C908-751C-DF6F-B65A830DD70F}"/>
                  </a:ext>
                </a:extLst>
              </p:cNvPr>
              <p:cNvSpPr>
                <a:spLocks noChangeAspect="1" noChangeArrowheads="1"/>
              </p:cNvSpPr>
              <p:nvPr>
                <p:custDataLst>
                  <p:tags r:id="rId26"/>
                </p:custDataLst>
              </p:nvPr>
            </p:nvSpPr>
            <p:spPr bwMode="black">
              <a:xfrm>
                <a:off x="3240" y="2295"/>
                <a:ext cx="115" cy="114"/>
              </a:xfrm>
              <a:prstGeom prst="ellipse">
                <a:avLst/>
              </a:prstGeom>
              <a:solidFill>
                <a:schemeClr val="folHlink"/>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705" name="Group 134">
              <a:extLst>
                <a:ext uri="{FF2B5EF4-FFF2-40B4-BE49-F238E27FC236}">
                  <a16:creationId xmlns:a16="http://schemas.microsoft.com/office/drawing/2014/main" id="{C260978D-3A65-7F8B-7E78-5FF0CD0E30C1}"/>
                </a:ext>
              </a:extLst>
            </p:cNvPr>
            <p:cNvGrpSpPr>
              <a:grpSpLocks/>
            </p:cNvGrpSpPr>
            <p:nvPr>
              <p:custDataLst>
                <p:tags r:id="rId22"/>
              </p:custDataLst>
            </p:nvPr>
          </p:nvGrpSpPr>
          <p:grpSpPr bwMode="auto">
            <a:xfrm>
              <a:off x="850" y="1517"/>
              <a:ext cx="108" cy="114"/>
              <a:chOff x="441" y="2194"/>
              <a:chExt cx="116" cy="115"/>
            </a:xfrm>
          </p:grpSpPr>
          <p:sp>
            <p:nvSpPr>
              <p:cNvPr id="19701" name="Oval 731">
                <a:extLst>
                  <a:ext uri="{FF2B5EF4-FFF2-40B4-BE49-F238E27FC236}">
                    <a16:creationId xmlns:a16="http://schemas.microsoft.com/office/drawing/2014/main" id="{73A472D0-5C53-68AF-D5DC-E662D646BDD6}"/>
                  </a:ext>
                </a:extLst>
              </p:cNvPr>
              <p:cNvSpPr>
                <a:spLocks noChangeArrowheads="1"/>
              </p:cNvSpPr>
              <p:nvPr>
                <p:custDataLst>
                  <p:tags r:id="rId23"/>
                </p:custDataLst>
              </p:nvPr>
            </p:nvSpPr>
            <p:spPr bwMode="blackWhite">
              <a:xfrm>
                <a:off x="441" y="2194"/>
                <a:ext cx="115" cy="118"/>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708" name="Arc 732" hidden="1">
                <a:extLst>
                  <a:ext uri="{FF2B5EF4-FFF2-40B4-BE49-F238E27FC236}">
                    <a16:creationId xmlns:a16="http://schemas.microsoft.com/office/drawing/2014/main" id="{8E628866-468A-EB8D-9FAE-E5416DD7AD53}"/>
                  </a:ext>
                </a:extLst>
              </p:cNvPr>
              <p:cNvSpPr>
                <a:spLocks/>
              </p:cNvSpPr>
              <p:nvPr>
                <p:custDataLst>
                  <p:tags r:id="rId24"/>
                </p:custDataLst>
              </p:nvPr>
            </p:nvSpPr>
            <p:spPr bwMode="black">
              <a:xfrm>
                <a:off x="442" y="2195"/>
                <a:ext cx="115" cy="114"/>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0" y="9670"/>
                      <a:pt x="9670" y="0"/>
                      <a:pt x="21599"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0" y="9670"/>
                      <a:pt x="9670" y="0"/>
                      <a:pt x="21599" y="0"/>
                    </a:cubicBezTo>
                    <a:lnTo>
                      <a:pt x="21600" y="21600"/>
                    </a:lnTo>
                    <a:lnTo>
                      <a:pt x="21599" y="0"/>
                    </a:lnTo>
                    <a:close/>
                  </a:path>
                </a:pathLst>
              </a:custGeom>
              <a:solidFill>
                <a:schemeClr val="fo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19700" name="Rectangle 137">
              <a:extLst>
                <a:ext uri="{FF2B5EF4-FFF2-40B4-BE49-F238E27FC236}">
                  <a16:creationId xmlns:a16="http://schemas.microsoft.com/office/drawing/2014/main" id="{4DE9AC05-787F-5EB3-BD91-C3757C4FDA1C}"/>
                </a:ext>
              </a:extLst>
            </p:cNvPr>
            <p:cNvSpPr>
              <a:spLocks noChangeArrowheads="1"/>
            </p:cNvSpPr>
            <p:nvPr/>
          </p:nvSpPr>
          <p:spPr bwMode="auto">
            <a:xfrm>
              <a:off x="1003" y="1312"/>
              <a:ext cx="742" cy="334"/>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eaLnBrk="1" hangingPunct="1">
                <a:lnSpc>
                  <a:spcPct val="130000"/>
                </a:lnSpc>
                <a:defRPr/>
              </a:pPr>
              <a:r>
                <a:rPr lang="en-US" altLang="ko-KR" sz="1428">
                  <a:ea typeface="-윤명조130" pitchFamily="18" charset="-127"/>
                </a:rPr>
                <a:t>Attractive</a:t>
              </a:r>
            </a:p>
            <a:p>
              <a:pPr eaLnBrk="1" hangingPunct="1">
                <a:lnSpc>
                  <a:spcPct val="130000"/>
                </a:lnSpc>
                <a:defRPr/>
              </a:pPr>
              <a:r>
                <a:rPr lang="en-US" altLang="ko-KR" sz="1428">
                  <a:ea typeface="-윤명조130" pitchFamily="18" charset="-127"/>
                </a:rPr>
                <a:t>Unattractive</a:t>
              </a:r>
            </a:p>
          </p:txBody>
        </p:sp>
      </p:grpSp>
      <p:grpSp>
        <p:nvGrpSpPr>
          <p:cNvPr id="62486" name="Group 138">
            <a:extLst>
              <a:ext uri="{FF2B5EF4-FFF2-40B4-BE49-F238E27FC236}">
                <a16:creationId xmlns:a16="http://schemas.microsoft.com/office/drawing/2014/main" id="{E0CA012E-49DF-DAA0-E6D6-5886E70F4AA1}"/>
              </a:ext>
            </a:extLst>
          </p:cNvPr>
          <p:cNvGrpSpPr>
            <a:grpSpLocks/>
          </p:cNvGrpSpPr>
          <p:nvPr/>
        </p:nvGrpSpPr>
        <p:grpSpPr bwMode="auto">
          <a:xfrm>
            <a:off x="171450" y="457200"/>
            <a:ext cx="1038225" cy="681038"/>
            <a:chOff x="98" y="1258"/>
            <a:chExt cx="641" cy="421"/>
          </a:xfrm>
        </p:grpSpPr>
        <p:sp>
          <p:nvSpPr>
            <p:cNvPr id="19694" name="Rectangle 139">
              <a:extLst>
                <a:ext uri="{FF2B5EF4-FFF2-40B4-BE49-F238E27FC236}">
                  <a16:creationId xmlns:a16="http://schemas.microsoft.com/office/drawing/2014/main" id="{E5CDCDFE-F56C-BE0D-E084-E904D6736387}"/>
                </a:ext>
              </a:extLst>
            </p:cNvPr>
            <p:cNvSpPr>
              <a:spLocks noChangeArrowheads="1"/>
            </p:cNvSpPr>
            <p:nvPr>
              <p:custDataLst>
                <p:tags r:id="rId17"/>
              </p:custDataLst>
            </p:nvPr>
          </p:nvSpPr>
          <p:spPr bwMode="auto">
            <a:xfrm>
              <a:off x="319" y="1258"/>
              <a:ext cx="420" cy="421"/>
            </a:xfrm>
            <a:prstGeom prst="rect">
              <a:avLst/>
            </a:prstGeom>
            <a:noFill/>
            <a:ln>
              <a:noFill/>
            </a:ln>
            <a:effectLst/>
          </p:spPr>
          <p:txBody>
            <a:bodyPr lIns="0" tIns="0" rIns="0" bIns="0">
              <a:spAutoFit/>
            </a:bodyPr>
            <a:lstStyle>
              <a:lvl1pPr defTabSz="854075">
                <a:defRPr sz="1600">
                  <a:solidFill>
                    <a:schemeClr val="tx1"/>
                  </a:solidFill>
                  <a:latin typeface="Arial" panose="020B0604020202020204" pitchFamily="34" charset="0"/>
                  <a:ea typeface="굴림" panose="020B0600000101010101" pitchFamily="50" charset="-127"/>
                </a:defRPr>
              </a:lvl1pPr>
              <a:lvl2pPr marL="742950" indent="-285750" defTabSz="854075">
                <a:defRPr sz="1600">
                  <a:solidFill>
                    <a:schemeClr val="tx1"/>
                  </a:solidFill>
                  <a:latin typeface="Arial" panose="020B0604020202020204" pitchFamily="34" charset="0"/>
                  <a:ea typeface="굴림" panose="020B0600000101010101" pitchFamily="50" charset="-127"/>
                </a:defRPr>
              </a:lvl2pPr>
              <a:lvl3pPr marL="198438" indent="-1588" defTabSz="854075">
                <a:defRPr sz="1600">
                  <a:solidFill>
                    <a:schemeClr val="tx1"/>
                  </a:solidFill>
                  <a:latin typeface="Arial" panose="020B0604020202020204" pitchFamily="34" charset="0"/>
                  <a:ea typeface="굴림" panose="020B0600000101010101" pitchFamily="50" charset="-127"/>
                </a:defRPr>
              </a:lvl3pPr>
              <a:lvl4pPr marL="1600200" indent="-228600" defTabSz="854075">
                <a:defRPr sz="1600">
                  <a:solidFill>
                    <a:schemeClr val="tx1"/>
                  </a:solidFill>
                  <a:latin typeface="Arial" panose="020B0604020202020204" pitchFamily="34" charset="0"/>
                  <a:ea typeface="굴림" panose="020B0600000101010101" pitchFamily="50" charset="-127"/>
                </a:defRPr>
              </a:lvl4pPr>
              <a:lvl5pPr marL="2057400" indent="-228600" defTabSz="854075">
                <a:defRPr sz="1600">
                  <a:solidFill>
                    <a:schemeClr val="tx1"/>
                  </a:solidFill>
                  <a:latin typeface="Arial" panose="020B0604020202020204" pitchFamily="34" charset="0"/>
                  <a:ea typeface="굴림" panose="020B0600000101010101" pitchFamily="50" charset="-127"/>
                </a:defRPr>
              </a:lvl5pPr>
              <a:lvl6pPr marL="2514600" indent="-228600" defTabSz="854075"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defTabSz="854075"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defTabSz="854075"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defTabSz="854075"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a:spcAft>
                  <a:spcPts val="434"/>
                </a:spcAft>
                <a:defRPr/>
              </a:pPr>
              <a:r>
                <a:rPr lang="en-US" altLang="ko-KR" sz="1224">
                  <a:ea typeface="-윤명조130" pitchFamily="18" charset="-127"/>
                </a:rPr>
                <a:t>Legend</a:t>
              </a:r>
            </a:p>
            <a:p>
              <a:pPr>
                <a:spcAft>
                  <a:spcPts val="434"/>
                </a:spcAft>
                <a:defRPr/>
              </a:pPr>
              <a:r>
                <a:rPr lang="en-US" altLang="ko-KR" sz="1224">
                  <a:ea typeface="-윤명조130" pitchFamily="18" charset="-127"/>
                </a:rPr>
                <a:t>Legend</a:t>
              </a:r>
            </a:p>
            <a:p>
              <a:pPr>
                <a:spcAft>
                  <a:spcPts val="434"/>
                </a:spcAft>
                <a:defRPr/>
              </a:pPr>
              <a:r>
                <a:rPr lang="en-US" altLang="ko-KR" sz="1224">
                  <a:ea typeface="-윤명조130" pitchFamily="18" charset="-127"/>
                </a:rPr>
                <a:t>Legend</a:t>
              </a:r>
              <a:endParaRPr lang="en-US" altLang="ko-KR" sz="1224"/>
            </a:p>
          </p:txBody>
        </p:sp>
        <p:sp>
          <p:nvSpPr>
            <p:cNvPr id="19695" name="Rectangle 140">
              <a:extLst>
                <a:ext uri="{FF2B5EF4-FFF2-40B4-BE49-F238E27FC236}">
                  <a16:creationId xmlns:a16="http://schemas.microsoft.com/office/drawing/2014/main" id="{B31E48A8-AE61-7438-68FF-FBA770B98C92}"/>
                </a:ext>
              </a:extLst>
            </p:cNvPr>
            <p:cNvSpPr>
              <a:spLocks noChangeArrowheads="1"/>
            </p:cNvSpPr>
            <p:nvPr>
              <p:custDataLst>
                <p:tags r:id="rId18"/>
              </p:custDataLst>
            </p:nvPr>
          </p:nvSpPr>
          <p:spPr bwMode="auto">
            <a:xfrm>
              <a:off x="98" y="1271"/>
              <a:ext cx="175" cy="92"/>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96" name="Rectangle 141">
              <a:extLst>
                <a:ext uri="{FF2B5EF4-FFF2-40B4-BE49-F238E27FC236}">
                  <a16:creationId xmlns:a16="http://schemas.microsoft.com/office/drawing/2014/main" id="{ECA24D42-B673-3AE3-1565-6B60E2BFAB02}"/>
                </a:ext>
              </a:extLst>
            </p:cNvPr>
            <p:cNvSpPr>
              <a:spLocks noChangeArrowheads="1"/>
            </p:cNvSpPr>
            <p:nvPr>
              <p:custDataLst>
                <p:tags r:id="rId19"/>
              </p:custDataLst>
            </p:nvPr>
          </p:nvSpPr>
          <p:spPr bwMode="auto">
            <a:xfrm>
              <a:off x="98" y="1414"/>
              <a:ext cx="176" cy="91"/>
            </a:xfrm>
            <a:prstGeom prst="rect">
              <a:avLst/>
            </a:prstGeom>
            <a:solidFill>
              <a:schemeClr val="accent2"/>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97" name="Rectangle 142">
              <a:extLst>
                <a:ext uri="{FF2B5EF4-FFF2-40B4-BE49-F238E27FC236}">
                  <a16:creationId xmlns:a16="http://schemas.microsoft.com/office/drawing/2014/main" id="{DDA9A16A-A5BE-A22F-CCF3-E77FAEA87D16}"/>
                </a:ext>
              </a:extLst>
            </p:cNvPr>
            <p:cNvSpPr>
              <a:spLocks noChangeArrowheads="1"/>
            </p:cNvSpPr>
            <p:nvPr>
              <p:custDataLst>
                <p:tags r:id="rId20"/>
              </p:custDataLst>
            </p:nvPr>
          </p:nvSpPr>
          <p:spPr bwMode="auto">
            <a:xfrm>
              <a:off x="98" y="1557"/>
              <a:ext cx="175" cy="88"/>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87" name="Group 143">
            <a:extLst>
              <a:ext uri="{FF2B5EF4-FFF2-40B4-BE49-F238E27FC236}">
                <a16:creationId xmlns:a16="http://schemas.microsoft.com/office/drawing/2014/main" id="{9F2D4346-98E4-791C-995D-71239574C6C5}"/>
              </a:ext>
            </a:extLst>
          </p:cNvPr>
          <p:cNvGrpSpPr>
            <a:grpSpLocks/>
          </p:cNvGrpSpPr>
          <p:nvPr/>
        </p:nvGrpSpPr>
        <p:grpSpPr bwMode="auto">
          <a:xfrm>
            <a:off x="7529513" y="814388"/>
            <a:ext cx="758825" cy="361950"/>
            <a:chOff x="184" y="2039"/>
            <a:chExt cx="469" cy="223"/>
          </a:xfrm>
        </p:grpSpPr>
        <p:sp>
          <p:nvSpPr>
            <p:cNvPr id="62695" name="Line 144">
              <a:extLst>
                <a:ext uri="{FF2B5EF4-FFF2-40B4-BE49-F238E27FC236}">
                  <a16:creationId xmlns:a16="http://schemas.microsoft.com/office/drawing/2014/main" id="{1AD2DC7B-4DC7-94A9-8DBB-D06C8B04B1C5}"/>
                </a:ext>
              </a:extLst>
            </p:cNvPr>
            <p:cNvSpPr>
              <a:spLocks noChangeShapeType="1"/>
            </p:cNvSpPr>
            <p:nvPr/>
          </p:nvSpPr>
          <p:spPr bwMode="auto">
            <a:xfrm>
              <a:off x="428" y="2108"/>
              <a:ext cx="0" cy="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p>
              <a:endParaRPr lang="ko-KR" altLang="en-US"/>
            </a:p>
          </p:txBody>
        </p:sp>
        <p:sp>
          <p:nvSpPr>
            <p:cNvPr id="62696" name="Freeform 145">
              <a:extLst>
                <a:ext uri="{FF2B5EF4-FFF2-40B4-BE49-F238E27FC236}">
                  <a16:creationId xmlns:a16="http://schemas.microsoft.com/office/drawing/2014/main" id="{54ED1314-CE5C-3743-7E96-EF155B7DB3B8}"/>
                </a:ext>
              </a:extLst>
            </p:cNvPr>
            <p:cNvSpPr>
              <a:spLocks/>
            </p:cNvSpPr>
            <p:nvPr/>
          </p:nvSpPr>
          <p:spPr bwMode="auto">
            <a:xfrm>
              <a:off x="264" y="2150"/>
              <a:ext cx="320" cy="44"/>
            </a:xfrm>
            <a:custGeom>
              <a:avLst/>
              <a:gdLst>
                <a:gd name="T0" fmla="*/ 0 w 1781"/>
                <a:gd name="T1" fmla="*/ 1 h 126"/>
                <a:gd name="T2" fmla="*/ 0 w 1781"/>
                <a:gd name="T3" fmla="*/ 0 h 126"/>
                <a:gd name="T4" fmla="*/ 0 w 1781"/>
                <a:gd name="T5" fmla="*/ 0 h 126"/>
                <a:gd name="T6" fmla="*/ 0 w 1781"/>
                <a:gd name="T7" fmla="*/ 1 h 1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81" h="126">
                  <a:moveTo>
                    <a:pt x="0" y="126"/>
                  </a:moveTo>
                  <a:lnTo>
                    <a:pt x="0" y="0"/>
                  </a:lnTo>
                  <a:lnTo>
                    <a:pt x="1781" y="0"/>
                  </a:lnTo>
                  <a:lnTo>
                    <a:pt x="1781" y="126"/>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p>
              <a:endParaRPr lang="ko-KR" altLang="en-US"/>
            </a:p>
          </p:txBody>
        </p:sp>
        <p:sp>
          <p:nvSpPr>
            <p:cNvPr id="19691" name="Rectangle 146">
              <a:extLst>
                <a:ext uri="{FF2B5EF4-FFF2-40B4-BE49-F238E27FC236}">
                  <a16:creationId xmlns:a16="http://schemas.microsoft.com/office/drawing/2014/main" id="{6F6193D8-7207-4AFD-AE83-B524C2D91EF6}"/>
                </a:ext>
              </a:extLst>
            </p:cNvPr>
            <p:cNvSpPr>
              <a:spLocks noChangeArrowheads="1"/>
            </p:cNvSpPr>
            <p:nvPr/>
          </p:nvSpPr>
          <p:spPr bwMode="auto">
            <a:xfrm>
              <a:off x="352" y="2039"/>
              <a:ext cx="148" cy="76"/>
            </a:xfrm>
            <a:prstGeom prst="rect">
              <a:avLst/>
            </a:prstGeom>
            <a:solidFill>
              <a:schemeClr val="accent1"/>
            </a:solidFill>
            <a:ln w="9525">
              <a:solidFill>
                <a:schemeClr val="tx1"/>
              </a:solidFill>
              <a:miter lim="800000"/>
              <a:headEnd/>
              <a:tailEnd/>
            </a:ln>
            <a:effectLst/>
          </p:spPr>
          <p:txBody>
            <a:bodyPr wrap="none" lIns="0" tIns="0" rIns="0" bIns="0" anchor="ctr"/>
            <a:lstStyle>
              <a:lvl1pPr defTabSz="785813">
                <a:defRPr sz="1600">
                  <a:solidFill>
                    <a:schemeClr val="tx1"/>
                  </a:solidFill>
                  <a:latin typeface="Arial" panose="020B0604020202020204" pitchFamily="34" charset="0"/>
                  <a:ea typeface="굴림" panose="020B0600000101010101" pitchFamily="50" charset="-127"/>
                </a:defRPr>
              </a:lvl1pPr>
              <a:lvl2pPr marL="742950" indent="-285750" defTabSz="785813">
                <a:defRPr sz="1600">
                  <a:solidFill>
                    <a:schemeClr val="tx1"/>
                  </a:solidFill>
                  <a:latin typeface="Arial" panose="020B0604020202020204" pitchFamily="34" charset="0"/>
                  <a:ea typeface="굴림" panose="020B0600000101010101" pitchFamily="50" charset="-127"/>
                </a:defRPr>
              </a:lvl2pPr>
              <a:lvl3pPr marL="1143000" indent="-228600" defTabSz="785813">
                <a:defRPr sz="1600">
                  <a:solidFill>
                    <a:schemeClr val="tx1"/>
                  </a:solidFill>
                  <a:latin typeface="Arial" panose="020B0604020202020204" pitchFamily="34" charset="0"/>
                  <a:ea typeface="굴림" panose="020B0600000101010101" pitchFamily="50" charset="-127"/>
                </a:defRPr>
              </a:lvl3pPr>
              <a:lvl4pPr marL="1600200" indent="-228600" defTabSz="785813">
                <a:defRPr sz="1600">
                  <a:solidFill>
                    <a:schemeClr val="tx1"/>
                  </a:solidFill>
                  <a:latin typeface="Arial" panose="020B0604020202020204" pitchFamily="34" charset="0"/>
                  <a:ea typeface="굴림" panose="020B0600000101010101" pitchFamily="50" charset="-127"/>
                </a:defRPr>
              </a:lvl4pPr>
              <a:lvl5pPr marL="2057400" indent="-228600" defTabSz="785813">
                <a:defRPr sz="1600">
                  <a:solidFill>
                    <a:schemeClr val="tx1"/>
                  </a:solidFill>
                  <a:latin typeface="Arial" panose="020B0604020202020204" pitchFamily="34" charset="0"/>
                  <a:ea typeface="굴림" panose="020B0600000101010101" pitchFamily="50" charset="-127"/>
                </a:defRPr>
              </a:lvl5pPr>
              <a:lvl6pPr marL="25146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algn="ctr" eaLnBrk="1" hangingPunct="1">
                <a:buSzPct val="120000"/>
                <a:defRPr/>
              </a:pPr>
              <a:endParaRPr lang="ko-KR" altLang="en-US" sz="204" b="1">
                <a:ea typeface="-윤고딕130" pitchFamily="18" charset="-127"/>
              </a:endParaRPr>
            </a:p>
          </p:txBody>
        </p:sp>
        <p:sp>
          <p:nvSpPr>
            <p:cNvPr id="19692" name="Rectangle 147">
              <a:extLst>
                <a:ext uri="{FF2B5EF4-FFF2-40B4-BE49-F238E27FC236}">
                  <a16:creationId xmlns:a16="http://schemas.microsoft.com/office/drawing/2014/main" id="{9EA5EA88-4D98-0630-4DA3-EAA06B4C4157}"/>
                </a:ext>
              </a:extLst>
            </p:cNvPr>
            <p:cNvSpPr>
              <a:spLocks noChangeArrowheads="1"/>
            </p:cNvSpPr>
            <p:nvPr/>
          </p:nvSpPr>
          <p:spPr bwMode="auto">
            <a:xfrm>
              <a:off x="184" y="2184"/>
              <a:ext cx="150" cy="78"/>
            </a:xfrm>
            <a:prstGeom prst="rect">
              <a:avLst/>
            </a:prstGeom>
            <a:solidFill>
              <a:schemeClr val="hlink"/>
            </a:solidFill>
            <a:ln w="9525">
              <a:solidFill>
                <a:schemeClr val="tx1"/>
              </a:solidFill>
              <a:miter lim="800000"/>
              <a:headEnd/>
              <a:tailEnd/>
            </a:ln>
            <a:effectLst/>
          </p:spPr>
          <p:txBody>
            <a:bodyPr wrap="none" lIns="0" tIns="0" rIns="0" bIns="0" anchor="ctr"/>
            <a:lstStyle>
              <a:lvl1pPr defTabSz="785813">
                <a:defRPr sz="1600">
                  <a:solidFill>
                    <a:schemeClr val="tx1"/>
                  </a:solidFill>
                  <a:latin typeface="Arial" panose="020B0604020202020204" pitchFamily="34" charset="0"/>
                  <a:ea typeface="굴림" panose="020B0600000101010101" pitchFamily="50" charset="-127"/>
                </a:defRPr>
              </a:lvl1pPr>
              <a:lvl2pPr marL="742950" indent="-285750" defTabSz="785813">
                <a:defRPr sz="1600">
                  <a:solidFill>
                    <a:schemeClr val="tx1"/>
                  </a:solidFill>
                  <a:latin typeface="Arial" panose="020B0604020202020204" pitchFamily="34" charset="0"/>
                  <a:ea typeface="굴림" panose="020B0600000101010101" pitchFamily="50" charset="-127"/>
                </a:defRPr>
              </a:lvl2pPr>
              <a:lvl3pPr marL="1143000" indent="-228600" defTabSz="785813">
                <a:defRPr sz="1600">
                  <a:solidFill>
                    <a:schemeClr val="tx1"/>
                  </a:solidFill>
                  <a:latin typeface="Arial" panose="020B0604020202020204" pitchFamily="34" charset="0"/>
                  <a:ea typeface="굴림" panose="020B0600000101010101" pitchFamily="50" charset="-127"/>
                </a:defRPr>
              </a:lvl3pPr>
              <a:lvl4pPr marL="1600200" indent="-228600" defTabSz="785813">
                <a:defRPr sz="1600">
                  <a:solidFill>
                    <a:schemeClr val="tx1"/>
                  </a:solidFill>
                  <a:latin typeface="Arial" panose="020B0604020202020204" pitchFamily="34" charset="0"/>
                  <a:ea typeface="굴림" panose="020B0600000101010101" pitchFamily="50" charset="-127"/>
                </a:defRPr>
              </a:lvl4pPr>
              <a:lvl5pPr marL="2057400" indent="-228600" defTabSz="785813">
                <a:defRPr sz="1600">
                  <a:solidFill>
                    <a:schemeClr val="tx1"/>
                  </a:solidFill>
                  <a:latin typeface="Arial" panose="020B0604020202020204" pitchFamily="34" charset="0"/>
                  <a:ea typeface="굴림" panose="020B0600000101010101" pitchFamily="50" charset="-127"/>
                </a:defRPr>
              </a:lvl5pPr>
              <a:lvl6pPr marL="25146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algn="ctr" eaLnBrk="1" hangingPunct="1">
                <a:buSzPct val="120000"/>
                <a:defRPr/>
              </a:pPr>
              <a:endParaRPr lang="ko-KR" altLang="en-US" sz="204" b="1">
                <a:ea typeface="-윤고딕130" pitchFamily="18" charset="-127"/>
              </a:endParaRPr>
            </a:p>
          </p:txBody>
        </p:sp>
        <p:sp>
          <p:nvSpPr>
            <p:cNvPr id="19693" name="Rectangle 148">
              <a:extLst>
                <a:ext uri="{FF2B5EF4-FFF2-40B4-BE49-F238E27FC236}">
                  <a16:creationId xmlns:a16="http://schemas.microsoft.com/office/drawing/2014/main" id="{975C4FB9-7E1F-3FF7-4A4E-A9B173E57432}"/>
                </a:ext>
              </a:extLst>
            </p:cNvPr>
            <p:cNvSpPr>
              <a:spLocks noChangeArrowheads="1"/>
            </p:cNvSpPr>
            <p:nvPr/>
          </p:nvSpPr>
          <p:spPr bwMode="auto">
            <a:xfrm>
              <a:off x="503" y="2184"/>
              <a:ext cx="150" cy="78"/>
            </a:xfrm>
            <a:prstGeom prst="rect">
              <a:avLst/>
            </a:prstGeom>
            <a:solidFill>
              <a:schemeClr val="accent1"/>
            </a:solidFill>
            <a:ln w="9525">
              <a:solidFill>
                <a:schemeClr val="tx1"/>
              </a:solidFill>
              <a:miter lim="800000"/>
              <a:headEnd/>
              <a:tailEnd/>
            </a:ln>
            <a:effectLst/>
          </p:spPr>
          <p:txBody>
            <a:bodyPr wrap="none" lIns="0" tIns="0" rIns="0" bIns="0" anchor="ctr"/>
            <a:lstStyle>
              <a:lvl1pPr defTabSz="785813">
                <a:defRPr sz="1600">
                  <a:solidFill>
                    <a:schemeClr val="tx1"/>
                  </a:solidFill>
                  <a:latin typeface="Arial" panose="020B0604020202020204" pitchFamily="34" charset="0"/>
                  <a:ea typeface="굴림" panose="020B0600000101010101" pitchFamily="50" charset="-127"/>
                </a:defRPr>
              </a:lvl1pPr>
              <a:lvl2pPr marL="742950" indent="-285750" defTabSz="785813">
                <a:defRPr sz="1600">
                  <a:solidFill>
                    <a:schemeClr val="tx1"/>
                  </a:solidFill>
                  <a:latin typeface="Arial" panose="020B0604020202020204" pitchFamily="34" charset="0"/>
                  <a:ea typeface="굴림" panose="020B0600000101010101" pitchFamily="50" charset="-127"/>
                </a:defRPr>
              </a:lvl2pPr>
              <a:lvl3pPr marL="1143000" indent="-228600" defTabSz="785813">
                <a:defRPr sz="1600">
                  <a:solidFill>
                    <a:schemeClr val="tx1"/>
                  </a:solidFill>
                  <a:latin typeface="Arial" panose="020B0604020202020204" pitchFamily="34" charset="0"/>
                  <a:ea typeface="굴림" panose="020B0600000101010101" pitchFamily="50" charset="-127"/>
                </a:defRPr>
              </a:lvl3pPr>
              <a:lvl4pPr marL="1600200" indent="-228600" defTabSz="785813">
                <a:defRPr sz="1600">
                  <a:solidFill>
                    <a:schemeClr val="tx1"/>
                  </a:solidFill>
                  <a:latin typeface="Arial" panose="020B0604020202020204" pitchFamily="34" charset="0"/>
                  <a:ea typeface="굴림" panose="020B0600000101010101" pitchFamily="50" charset="-127"/>
                </a:defRPr>
              </a:lvl4pPr>
              <a:lvl5pPr marL="2057400" indent="-228600" defTabSz="785813">
                <a:defRPr sz="1600">
                  <a:solidFill>
                    <a:schemeClr val="tx1"/>
                  </a:solidFill>
                  <a:latin typeface="Arial" panose="020B0604020202020204" pitchFamily="34" charset="0"/>
                  <a:ea typeface="굴림" panose="020B0600000101010101" pitchFamily="50" charset="-127"/>
                </a:defRPr>
              </a:lvl5pPr>
              <a:lvl6pPr marL="25146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defTabSz="785813"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algn="ctr" eaLnBrk="1" hangingPunct="1">
                <a:buSzPct val="120000"/>
                <a:defRPr/>
              </a:pPr>
              <a:endParaRPr lang="ko-KR" altLang="en-US" sz="204" b="1">
                <a:ea typeface="-윤고딕130" pitchFamily="18" charset="-127"/>
              </a:endParaRPr>
            </a:p>
          </p:txBody>
        </p:sp>
      </p:grpSp>
      <p:grpSp>
        <p:nvGrpSpPr>
          <p:cNvPr id="62488" name="Group 149">
            <a:extLst>
              <a:ext uri="{FF2B5EF4-FFF2-40B4-BE49-F238E27FC236}">
                <a16:creationId xmlns:a16="http://schemas.microsoft.com/office/drawing/2014/main" id="{A3C3F2B0-2FD6-675B-7481-4435D1379FDB}"/>
              </a:ext>
            </a:extLst>
          </p:cNvPr>
          <p:cNvGrpSpPr>
            <a:grpSpLocks/>
          </p:cNvGrpSpPr>
          <p:nvPr/>
        </p:nvGrpSpPr>
        <p:grpSpPr bwMode="auto">
          <a:xfrm>
            <a:off x="3513138" y="1036638"/>
            <a:ext cx="873125" cy="255587"/>
            <a:chOff x="1473" y="2040"/>
            <a:chExt cx="539" cy="158"/>
          </a:xfrm>
        </p:grpSpPr>
        <p:sp>
          <p:nvSpPr>
            <p:cNvPr id="19686" name="AutoShape 150">
              <a:extLst>
                <a:ext uri="{FF2B5EF4-FFF2-40B4-BE49-F238E27FC236}">
                  <a16:creationId xmlns:a16="http://schemas.microsoft.com/office/drawing/2014/main" id="{6284D8DB-18DB-0D02-FE04-5FD30A1C8005}"/>
                </a:ext>
              </a:extLst>
            </p:cNvPr>
            <p:cNvSpPr>
              <a:spLocks noChangeArrowheads="1"/>
            </p:cNvSpPr>
            <p:nvPr/>
          </p:nvSpPr>
          <p:spPr bwMode="auto">
            <a:xfrm>
              <a:off x="1473" y="2040"/>
              <a:ext cx="197" cy="158"/>
            </a:xfrm>
            <a:prstGeom prst="homePlate">
              <a:avLst>
                <a:gd name="adj" fmla="val 0"/>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87" name="AutoShape 151">
              <a:extLst>
                <a:ext uri="{FF2B5EF4-FFF2-40B4-BE49-F238E27FC236}">
                  <a16:creationId xmlns:a16="http://schemas.microsoft.com/office/drawing/2014/main" id="{A07EC25C-53D2-DD72-20BE-5EE6C8CFA936}"/>
                </a:ext>
              </a:extLst>
            </p:cNvPr>
            <p:cNvSpPr>
              <a:spLocks noChangeArrowheads="1"/>
            </p:cNvSpPr>
            <p:nvPr/>
          </p:nvSpPr>
          <p:spPr bwMode="auto">
            <a:xfrm>
              <a:off x="1626" y="2040"/>
              <a:ext cx="220" cy="158"/>
            </a:xfrm>
            <a:prstGeom prst="chevron">
              <a:avLst>
                <a:gd name="adj" fmla="val 28544"/>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88" name="AutoShape 152">
              <a:extLst>
                <a:ext uri="{FF2B5EF4-FFF2-40B4-BE49-F238E27FC236}">
                  <a16:creationId xmlns:a16="http://schemas.microsoft.com/office/drawing/2014/main" id="{8A76191D-2EB0-CACD-E5C8-9C638825D0EB}"/>
                </a:ext>
              </a:extLst>
            </p:cNvPr>
            <p:cNvSpPr>
              <a:spLocks noChangeArrowheads="1"/>
            </p:cNvSpPr>
            <p:nvPr/>
          </p:nvSpPr>
          <p:spPr bwMode="auto">
            <a:xfrm>
              <a:off x="1796" y="2040"/>
              <a:ext cx="216" cy="158"/>
            </a:xfrm>
            <a:prstGeom prst="chevron">
              <a:avLst>
                <a:gd name="adj" fmla="val 28544"/>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89" name="Group 153">
            <a:extLst>
              <a:ext uri="{FF2B5EF4-FFF2-40B4-BE49-F238E27FC236}">
                <a16:creationId xmlns:a16="http://schemas.microsoft.com/office/drawing/2014/main" id="{E60458B0-319F-7CA3-F46F-8E915E4ACA6B}"/>
              </a:ext>
            </a:extLst>
          </p:cNvPr>
          <p:cNvGrpSpPr>
            <a:grpSpLocks/>
          </p:cNvGrpSpPr>
          <p:nvPr/>
        </p:nvGrpSpPr>
        <p:grpSpPr bwMode="auto">
          <a:xfrm>
            <a:off x="2217738" y="1792288"/>
            <a:ext cx="334962" cy="744537"/>
            <a:chOff x="977" y="1947"/>
            <a:chExt cx="207" cy="459"/>
          </a:xfrm>
        </p:grpSpPr>
        <p:sp>
          <p:nvSpPr>
            <p:cNvPr id="19682" name="Rectangle 154">
              <a:extLst>
                <a:ext uri="{FF2B5EF4-FFF2-40B4-BE49-F238E27FC236}">
                  <a16:creationId xmlns:a16="http://schemas.microsoft.com/office/drawing/2014/main" id="{04AA5386-C422-8C67-60FD-A2EF67BB7A8A}"/>
                </a:ext>
              </a:extLst>
            </p:cNvPr>
            <p:cNvSpPr>
              <a:spLocks noChangeArrowheads="1"/>
            </p:cNvSpPr>
            <p:nvPr>
              <p:custDataLst>
                <p:tags r:id="rId13"/>
              </p:custDataLst>
            </p:nvPr>
          </p:nvSpPr>
          <p:spPr bwMode="auto">
            <a:xfrm>
              <a:off x="977" y="1947"/>
              <a:ext cx="173" cy="459"/>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83" name="Rectangle 155">
              <a:extLst>
                <a:ext uri="{FF2B5EF4-FFF2-40B4-BE49-F238E27FC236}">
                  <a16:creationId xmlns:a16="http://schemas.microsoft.com/office/drawing/2014/main" id="{C3E5220D-359C-B07F-A17B-3A21D226B3A7}"/>
                </a:ext>
              </a:extLst>
            </p:cNvPr>
            <p:cNvSpPr>
              <a:spLocks noChangeArrowheads="1"/>
            </p:cNvSpPr>
            <p:nvPr>
              <p:custDataLst>
                <p:tags r:id="rId14"/>
              </p:custDataLst>
            </p:nvPr>
          </p:nvSpPr>
          <p:spPr bwMode="auto">
            <a:xfrm>
              <a:off x="1046" y="2129"/>
              <a:ext cx="138" cy="85"/>
            </a:xfrm>
            <a:prstGeom prst="rect">
              <a:avLst/>
            </a:prstGeom>
            <a:solidFill>
              <a:schemeClr val="hlink"/>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84" name="Rectangle 156">
              <a:extLst>
                <a:ext uri="{FF2B5EF4-FFF2-40B4-BE49-F238E27FC236}">
                  <a16:creationId xmlns:a16="http://schemas.microsoft.com/office/drawing/2014/main" id="{BE329053-CDE7-259A-658E-BFF51634B052}"/>
                </a:ext>
              </a:extLst>
            </p:cNvPr>
            <p:cNvSpPr>
              <a:spLocks noChangeArrowheads="1"/>
            </p:cNvSpPr>
            <p:nvPr>
              <p:custDataLst>
                <p:tags r:id="rId15"/>
              </p:custDataLst>
            </p:nvPr>
          </p:nvSpPr>
          <p:spPr bwMode="auto">
            <a:xfrm>
              <a:off x="1046" y="2260"/>
              <a:ext cx="138" cy="84"/>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85" name="Rectangle 157">
              <a:extLst>
                <a:ext uri="{FF2B5EF4-FFF2-40B4-BE49-F238E27FC236}">
                  <a16:creationId xmlns:a16="http://schemas.microsoft.com/office/drawing/2014/main" id="{0B73FF02-8E9E-2BED-E537-E3B8A2D7F9F1}"/>
                </a:ext>
              </a:extLst>
            </p:cNvPr>
            <p:cNvSpPr>
              <a:spLocks noChangeArrowheads="1"/>
            </p:cNvSpPr>
            <p:nvPr>
              <p:custDataLst>
                <p:tags r:id="rId16"/>
              </p:custDataLst>
            </p:nvPr>
          </p:nvSpPr>
          <p:spPr bwMode="auto">
            <a:xfrm>
              <a:off x="1046" y="1995"/>
              <a:ext cx="138" cy="85"/>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sp>
        <p:nvSpPr>
          <p:cNvPr id="19641" name="Oval 159">
            <a:extLst>
              <a:ext uri="{FF2B5EF4-FFF2-40B4-BE49-F238E27FC236}">
                <a16:creationId xmlns:a16="http://schemas.microsoft.com/office/drawing/2014/main" id="{18BE3915-8F3E-7043-1B0A-C1A0B781297D}"/>
              </a:ext>
            </a:extLst>
          </p:cNvPr>
          <p:cNvSpPr>
            <a:spLocks noChangeArrowheads="1"/>
          </p:cNvSpPr>
          <p:nvPr/>
        </p:nvSpPr>
        <p:spPr bwMode="auto">
          <a:xfrm>
            <a:off x="5962650" y="4230688"/>
            <a:ext cx="933450" cy="690562"/>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nvGrpSpPr>
          <p:cNvPr id="62491" name="Group 160">
            <a:extLst>
              <a:ext uri="{FF2B5EF4-FFF2-40B4-BE49-F238E27FC236}">
                <a16:creationId xmlns:a16="http://schemas.microsoft.com/office/drawing/2014/main" id="{9025802D-1D60-107B-A2DD-AD82A0813B3A}"/>
              </a:ext>
            </a:extLst>
          </p:cNvPr>
          <p:cNvGrpSpPr>
            <a:grpSpLocks noChangeAspect="1"/>
          </p:cNvGrpSpPr>
          <p:nvPr>
            <p:custDataLst>
              <p:tags r:id="rId2"/>
            </p:custDataLst>
          </p:nvPr>
        </p:nvGrpSpPr>
        <p:grpSpPr bwMode="auto">
          <a:xfrm>
            <a:off x="6340475" y="4046538"/>
            <a:ext cx="201613" cy="328612"/>
            <a:chOff x="2303" y="2448"/>
            <a:chExt cx="240" cy="331"/>
          </a:xfrm>
        </p:grpSpPr>
        <p:sp>
          <p:nvSpPr>
            <p:cNvPr id="19675" name="Oval 161">
              <a:extLst>
                <a:ext uri="{FF2B5EF4-FFF2-40B4-BE49-F238E27FC236}">
                  <a16:creationId xmlns:a16="http://schemas.microsoft.com/office/drawing/2014/main" id="{5FDA1541-D6B6-6CEE-7C9B-06E133025BEF}"/>
                </a:ext>
              </a:extLst>
            </p:cNvPr>
            <p:cNvSpPr>
              <a:spLocks noChangeAspect="1" noChangeArrowheads="1"/>
            </p:cNvSpPr>
            <p:nvPr/>
          </p:nvSpPr>
          <p:spPr bwMode="auto">
            <a:xfrm>
              <a:off x="2341" y="2448"/>
              <a:ext cx="161" cy="136"/>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82" name="Freeform 162">
              <a:extLst>
                <a:ext uri="{FF2B5EF4-FFF2-40B4-BE49-F238E27FC236}">
                  <a16:creationId xmlns:a16="http://schemas.microsoft.com/office/drawing/2014/main" id="{F1935196-BAF6-AB8C-E61A-B1D69897C8BB}"/>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83" name="Group 163">
              <a:extLst>
                <a:ext uri="{FF2B5EF4-FFF2-40B4-BE49-F238E27FC236}">
                  <a16:creationId xmlns:a16="http://schemas.microsoft.com/office/drawing/2014/main" id="{2B487DF8-5B69-805E-D14C-4892777C4DCB}"/>
                </a:ext>
              </a:extLst>
            </p:cNvPr>
            <p:cNvGrpSpPr>
              <a:grpSpLocks noChangeAspect="1"/>
            </p:cNvGrpSpPr>
            <p:nvPr/>
          </p:nvGrpSpPr>
          <p:grpSpPr bwMode="auto">
            <a:xfrm>
              <a:off x="2304" y="2584"/>
              <a:ext cx="239" cy="57"/>
              <a:chOff x="976" y="2560"/>
              <a:chExt cx="239" cy="48"/>
            </a:xfrm>
          </p:grpSpPr>
          <p:sp>
            <p:nvSpPr>
              <p:cNvPr id="62686" name="Arc 164">
                <a:extLst>
                  <a:ext uri="{FF2B5EF4-FFF2-40B4-BE49-F238E27FC236}">
                    <a16:creationId xmlns:a16="http://schemas.microsoft.com/office/drawing/2014/main" id="{4CCB4D74-8003-5A4A-A575-A7A56B64A15D}"/>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87" name="Arc 165">
                <a:extLst>
                  <a:ext uri="{FF2B5EF4-FFF2-40B4-BE49-F238E27FC236}">
                    <a16:creationId xmlns:a16="http://schemas.microsoft.com/office/drawing/2014/main" id="{1D85E9F5-2A36-52D9-C2B4-EF51E7D11783}"/>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84" name="Freeform 166">
              <a:extLst>
                <a:ext uri="{FF2B5EF4-FFF2-40B4-BE49-F238E27FC236}">
                  <a16:creationId xmlns:a16="http://schemas.microsoft.com/office/drawing/2014/main" id="{D6C6B4B6-47C6-3F49-F622-C79D01EAD991}"/>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79" name="AutoShape 167">
              <a:extLst>
                <a:ext uri="{FF2B5EF4-FFF2-40B4-BE49-F238E27FC236}">
                  <a16:creationId xmlns:a16="http://schemas.microsoft.com/office/drawing/2014/main" id="{8E356B50-287D-1654-9401-47EF7E80E436}"/>
                </a:ext>
              </a:extLst>
            </p:cNvPr>
            <p:cNvSpPr>
              <a:spLocks noChangeAspect="1" noChangeArrowheads="1"/>
            </p:cNvSpPr>
            <p:nvPr/>
          </p:nvSpPr>
          <p:spPr bwMode="auto">
            <a:xfrm flipV="1">
              <a:off x="2377" y="2614"/>
              <a:ext cx="89" cy="115"/>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92" name="Group 168">
            <a:extLst>
              <a:ext uri="{FF2B5EF4-FFF2-40B4-BE49-F238E27FC236}">
                <a16:creationId xmlns:a16="http://schemas.microsoft.com/office/drawing/2014/main" id="{6C8093DB-AB7A-1181-7733-87C626E85982}"/>
              </a:ext>
            </a:extLst>
          </p:cNvPr>
          <p:cNvGrpSpPr>
            <a:grpSpLocks noChangeAspect="1"/>
          </p:cNvGrpSpPr>
          <p:nvPr>
            <p:custDataLst>
              <p:tags r:id="rId3"/>
            </p:custDataLst>
          </p:nvPr>
        </p:nvGrpSpPr>
        <p:grpSpPr bwMode="auto">
          <a:xfrm>
            <a:off x="6750050" y="4314825"/>
            <a:ext cx="201613" cy="328613"/>
            <a:chOff x="2303" y="2448"/>
            <a:chExt cx="240" cy="331"/>
          </a:xfrm>
        </p:grpSpPr>
        <p:sp>
          <p:nvSpPr>
            <p:cNvPr id="19668" name="Oval 169">
              <a:extLst>
                <a:ext uri="{FF2B5EF4-FFF2-40B4-BE49-F238E27FC236}">
                  <a16:creationId xmlns:a16="http://schemas.microsoft.com/office/drawing/2014/main" id="{7B0C1878-1BCC-3508-8661-6489FF668621}"/>
                </a:ext>
              </a:extLst>
            </p:cNvPr>
            <p:cNvSpPr>
              <a:spLocks noChangeAspect="1" noChangeArrowheads="1"/>
            </p:cNvSpPr>
            <p:nvPr/>
          </p:nvSpPr>
          <p:spPr bwMode="auto">
            <a:xfrm>
              <a:off x="2341" y="2448"/>
              <a:ext cx="161" cy="136"/>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75" name="Freeform 170">
              <a:extLst>
                <a:ext uri="{FF2B5EF4-FFF2-40B4-BE49-F238E27FC236}">
                  <a16:creationId xmlns:a16="http://schemas.microsoft.com/office/drawing/2014/main" id="{6578F51F-5B5D-C345-7273-B15D9BE25C1B}"/>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76" name="Group 171">
              <a:extLst>
                <a:ext uri="{FF2B5EF4-FFF2-40B4-BE49-F238E27FC236}">
                  <a16:creationId xmlns:a16="http://schemas.microsoft.com/office/drawing/2014/main" id="{FAEFD1D6-E3C1-C0BD-FC0E-037A4A90DD32}"/>
                </a:ext>
              </a:extLst>
            </p:cNvPr>
            <p:cNvGrpSpPr>
              <a:grpSpLocks noChangeAspect="1"/>
            </p:cNvGrpSpPr>
            <p:nvPr/>
          </p:nvGrpSpPr>
          <p:grpSpPr bwMode="auto">
            <a:xfrm>
              <a:off x="2304" y="2584"/>
              <a:ext cx="239" cy="57"/>
              <a:chOff x="976" y="2560"/>
              <a:chExt cx="239" cy="48"/>
            </a:xfrm>
          </p:grpSpPr>
          <p:sp>
            <p:nvSpPr>
              <p:cNvPr id="62679" name="Arc 172">
                <a:extLst>
                  <a:ext uri="{FF2B5EF4-FFF2-40B4-BE49-F238E27FC236}">
                    <a16:creationId xmlns:a16="http://schemas.microsoft.com/office/drawing/2014/main" id="{A34114F1-6856-0B82-E261-9D4D572A6152}"/>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80" name="Arc 173">
                <a:extLst>
                  <a:ext uri="{FF2B5EF4-FFF2-40B4-BE49-F238E27FC236}">
                    <a16:creationId xmlns:a16="http://schemas.microsoft.com/office/drawing/2014/main" id="{11A9CA05-7C52-7F5F-4401-31CEE95D29E0}"/>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77" name="Freeform 174">
              <a:extLst>
                <a:ext uri="{FF2B5EF4-FFF2-40B4-BE49-F238E27FC236}">
                  <a16:creationId xmlns:a16="http://schemas.microsoft.com/office/drawing/2014/main" id="{2CC71743-434D-C9A0-A33C-34968B4E1266}"/>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72" name="AutoShape 175">
              <a:extLst>
                <a:ext uri="{FF2B5EF4-FFF2-40B4-BE49-F238E27FC236}">
                  <a16:creationId xmlns:a16="http://schemas.microsoft.com/office/drawing/2014/main" id="{8274A4F6-C5DD-10C1-7C8B-77D54EA1BA6F}"/>
                </a:ext>
              </a:extLst>
            </p:cNvPr>
            <p:cNvSpPr>
              <a:spLocks noChangeAspect="1" noChangeArrowheads="1"/>
            </p:cNvSpPr>
            <p:nvPr/>
          </p:nvSpPr>
          <p:spPr bwMode="auto">
            <a:xfrm flipV="1">
              <a:off x="2377" y="2614"/>
              <a:ext cx="89" cy="115"/>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93" name="Group 176">
            <a:extLst>
              <a:ext uri="{FF2B5EF4-FFF2-40B4-BE49-F238E27FC236}">
                <a16:creationId xmlns:a16="http://schemas.microsoft.com/office/drawing/2014/main" id="{A5A528F7-40FC-B965-4AE1-D9D96D080F75}"/>
              </a:ext>
            </a:extLst>
          </p:cNvPr>
          <p:cNvGrpSpPr>
            <a:grpSpLocks noChangeAspect="1"/>
          </p:cNvGrpSpPr>
          <p:nvPr>
            <p:custDataLst>
              <p:tags r:id="rId4"/>
            </p:custDataLst>
          </p:nvPr>
        </p:nvGrpSpPr>
        <p:grpSpPr bwMode="auto">
          <a:xfrm>
            <a:off x="5886450" y="4314825"/>
            <a:ext cx="203200" cy="328613"/>
            <a:chOff x="2303" y="2448"/>
            <a:chExt cx="240" cy="331"/>
          </a:xfrm>
        </p:grpSpPr>
        <p:sp>
          <p:nvSpPr>
            <p:cNvPr id="19661" name="Oval 177">
              <a:extLst>
                <a:ext uri="{FF2B5EF4-FFF2-40B4-BE49-F238E27FC236}">
                  <a16:creationId xmlns:a16="http://schemas.microsoft.com/office/drawing/2014/main" id="{9F2D0EB0-F5C6-724C-7109-3AB6230B8407}"/>
                </a:ext>
              </a:extLst>
            </p:cNvPr>
            <p:cNvSpPr>
              <a:spLocks noChangeAspect="1" noChangeArrowheads="1"/>
            </p:cNvSpPr>
            <p:nvPr/>
          </p:nvSpPr>
          <p:spPr bwMode="auto">
            <a:xfrm>
              <a:off x="2341" y="2448"/>
              <a:ext cx="161" cy="136"/>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68" name="Freeform 178">
              <a:extLst>
                <a:ext uri="{FF2B5EF4-FFF2-40B4-BE49-F238E27FC236}">
                  <a16:creationId xmlns:a16="http://schemas.microsoft.com/office/drawing/2014/main" id="{8623472C-5573-AEEF-F5E3-8BF68F2A36C6}"/>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69" name="Group 179">
              <a:extLst>
                <a:ext uri="{FF2B5EF4-FFF2-40B4-BE49-F238E27FC236}">
                  <a16:creationId xmlns:a16="http://schemas.microsoft.com/office/drawing/2014/main" id="{F9EEBDBF-6E90-95C5-ADBD-4535BC3A0F54}"/>
                </a:ext>
              </a:extLst>
            </p:cNvPr>
            <p:cNvGrpSpPr>
              <a:grpSpLocks noChangeAspect="1"/>
            </p:cNvGrpSpPr>
            <p:nvPr/>
          </p:nvGrpSpPr>
          <p:grpSpPr bwMode="auto">
            <a:xfrm>
              <a:off x="2304" y="2584"/>
              <a:ext cx="239" cy="57"/>
              <a:chOff x="976" y="2560"/>
              <a:chExt cx="239" cy="48"/>
            </a:xfrm>
          </p:grpSpPr>
          <p:sp>
            <p:nvSpPr>
              <p:cNvPr id="62672" name="Arc 180">
                <a:extLst>
                  <a:ext uri="{FF2B5EF4-FFF2-40B4-BE49-F238E27FC236}">
                    <a16:creationId xmlns:a16="http://schemas.microsoft.com/office/drawing/2014/main" id="{26A80663-89BB-7295-B421-8D4174810458}"/>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73" name="Arc 181">
                <a:extLst>
                  <a:ext uri="{FF2B5EF4-FFF2-40B4-BE49-F238E27FC236}">
                    <a16:creationId xmlns:a16="http://schemas.microsoft.com/office/drawing/2014/main" id="{A017E11E-ED16-76E8-0106-714699F258A0}"/>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70" name="Freeform 182">
              <a:extLst>
                <a:ext uri="{FF2B5EF4-FFF2-40B4-BE49-F238E27FC236}">
                  <a16:creationId xmlns:a16="http://schemas.microsoft.com/office/drawing/2014/main" id="{D59DF92A-B44F-6B1B-1865-4A395D7E36AF}"/>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65" name="AutoShape 183">
              <a:extLst>
                <a:ext uri="{FF2B5EF4-FFF2-40B4-BE49-F238E27FC236}">
                  <a16:creationId xmlns:a16="http://schemas.microsoft.com/office/drawing/2014/main" id="{D3531B35-28EA-ECA8-E3BA-95326CBA4D26}"/>
                </a:ext>
              </a:extLst>
            </p:cNvPr>
            <p:cNvSpPr>
              <a:spLocks noChangeAspect="1" noChangeArrowheads="1"/>
            </p:cNvSpPr>
            <p:nvPr/>
          </p:nvSpPr>
          <p:spPr bwMode="auto">
            <a:xfrm flipV="1">
              <a:off x="2376" y="2614"/>
              <a:ext cx="88" cy="115"/>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94" name="Group 184">
            <a:extLst>
              <a:ext uri="{FF2B5EF4-FFF2-40B4-BE49-F238E27FC236}">
                <a16:creationId xmlns:a16="http://schemas.microsoft.com/office/drawing/2014/main" id="{DCF640B8-6DD5-D2A8-D1C0-89526F7277C4}"/>
              </a:ext>
            </a:extLst>
          </p:cNvPr>
          <p:cNvGrpSpPr>
            <a:grpSpLocks noChangeAspect="1"/>
          </p:cNvGrpSpPr>
          <p:nvPr>
            <p:custDataLst>
              <p:tags r:id="rId5"/>
            </p:custDataLst>
          </p:nvPr>
        </p:nvGrpSpPr>
        <p:grpSpPr bwMode="auto">
          <a:xfrm>
            <a:off x="6135688" y="4681538"/>
            <a:ext cx="203200" cy="330200"/>
            <a:chOff x="2303" y="2448"/>
            <a:chExt cx="240" cy="331"/>
          </a:xfrm>
        </p:grpSpPr>
        <p:sp>
          <p:nvSpPr>
            <p:cNvPr id="19654" name="Oval 185">
              <a:extLst>
                <a:ext uri="{FF2B5EF4-FFF2-40B4-BE49-F238E27FC236}">
                  <a16:creationId xmlns:a16="http://schemas.microsoft.com/office/drawing/2014/main" id="{BF71710D-69D9-24DA-13FE-901AFCDDB22B}"/>
                </a:ext>
              </a:extLst>
            </p:cNvPr>
            <p:cNvSpPr>
              <a:spLocks noChangeAspect="1" noChangeArrowheads="1"/>
            </p:cNvSpPr>
            <p:nvPr/>
          </p:nvSpPr>
          <p:spPr bwMode="auto">
            <a:xfrm>
              <a:off x="2340" y="2448"/>
              <a:ext cx="161" cy="135"/>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61" name="Freeform 186">
              <a:extLst>
                <a:ext uri="{FF2B5EF4-FFF2-40B4-BE49-F238E27FC236}">
                  <a16:creationId xmlns:a16="http://schemas.microsoft.com/office/drawing/2014/main" id="{C5C520F8-C96C-D5DF-9971-02B98B72DFFE}"/>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62" name="Group 187">
              <a:extLst>
                <a:ext uri="{FF2B5EF4-FFF2-40B4-BE49-F238E27FC236}">
                  <a16:creationId xmlns:a16="http://schemas.microsoft.com/office/drawing/2014/main" id="{0CA8FA68-1134-D6A7-7EAB-ACCB4ED4A8FC}"/>
                </a:ext>
              </a:extLst>
            </p:cNvPr>
            <p:cNvGrpSpPr>
              <a:grpSpLocks noChangeAspect="1"/>
            </p:cNvGrpSpPr>
            <p:nvPr/>
          </p:nvGrpSpPr>
          <p:grpSpPr bwMode="auto">
            <a:xfrm>
              <a:off x="2304" y="2584"/>
              <a:ext cx="239" cy="57"/>
              <a:chOff x="976" y="2560"/>
              <a:chExt cx="239" cy="48"/>
            </a:xfrm>
          </p:grpSpPr>
          <p:sp>
            <p:nvSpPr>
              <p:cNvPr id="62665" name="Arc 188">
                <a:extLst>
                  <a:ext uri="{FF2B5EF4-FFF2-40B4-BE49-F238E27FC236}">
                    <a16:creationId xmlns:a16="http://schemas.microsoft.com/office/drawing/2014/main" id="{1922243E-0D1D-D2CF-B166-0F785A7093C9}"/>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66" name="Arc 189">
                <a:extLst>
                  <a:ext uri="{FF2B5EF4-FFF2-40B4-BE49-F238E27FC236}">
                    <a16:creationId xmlns:a16="http://schemas.microsoft.com/office/drawing/2014/main" id="{623A864D-8502-8846-6518-9C4C9C089CC3}"/>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63" name="Freeform 190">
              <a:extLst>
                <a:ext uri="{FF2B5EF4-FFF2-40B4-BE49-F238E27FC236}">
                  <a16:creationId xmlns:a16="http://schemas.microsoft.com/office/drawing/2014/main" id="{ADC10632-AF38-61B6-B6B9-CAE9A7AEB954}"/>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58" name="AutoShape 191">
              <a:extLst>
                <a:ext uri="{FF2B5EF4-FFF2-40B4-BE49-F238E27FC236}">
                  <a16:creationId xmlns:a16="http://schemas.microsoft.com/office/drawing/2014/main" id="{ABE8E74B-9D1F-2D53-8FCE-F9A33153C791}"/>
                </a:ext>
              </a:extLst>
            </p:cNvPr>
            <p:cNvSpPr>
              <a:spLocks noChangeAspect="1" noChangeArrowheads="1"/>
            </p:cNvSpPr>
            <p:nvPr/>
          </p:nvSpPr>
          <p:spPr bwMode="auto">
            <a:xfrm flipV="1">
              <a:off x="2376" y="2614"/>
              <a:ext cx="88" cy="116"/>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95" name="Group 192">
            <a:extLst>
              <a:ext uri="{FF2B5EF4-FFF2-40B4-BE49-F238E27FC236}">
                <a16:creationId xmlns:a16="http://schemas.microsoft.com/office/drawing/2014/main" id="{4C1C9ADC-1F0B-BD7D-3B80-DBCE04321428}"/>
              </a:ext>
            </a:extLst>
          </p:cNvPr>
          <p:cNvGrpSpPr>
            <a:grpSpLocks noChangeAspect="1"/>
          </p:cNvGrpSpPr>
          <p:nvPr>
            <p:custDataLst>
              <p:tags r:id="rId6"/>
            </p:custDataLst>
          </p:nvPr>
        </p:nvGrpSpPr>
        <p:grpSpPr bwMode="auto">
          <a:xfrm>
            <a:off x="6508750" y="4681538"/>
            <a:ext cx="201613" cy="331787"/>
            <a:chOff x="2303" y="2448"/>
            <a:chExt cx="240" cy="331"/>
          </a:xfrm>
        </p:grpSpPr>
        <p:sp>
          <p:nvSpPr>
            <p:cNvPr id="19647" name="Oval 193">
              <a:extLst>
                <a:ext uri="{FF2B5EF4-FFF2-40B4-BE49-F238E27FC236}">
                  <a16:creationId xmlns:a16="http://schemas.microsoft.com/office/drawing/2014/main" id="{949B7085-8D66-0534-67FF-5794EC681635}"/>
                </a:ext>
              </a:extLst>
            </p:cNvPr>
            <p:cNvSpPr>
              <a:spLocks noChangeAspect="1" noChangeArrowheads="1"/>
            </p:cNvSpPr>
            <p:nvPr/>
          </p:nvSpPr>
          <p:spPr bwMode="auto">
            <a:xfrm>
              <a:off x="2341" y="2448"/>
              <a:ext cx="161" cy="136"/>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54" name="Freeform 194">
              <a:extLst>
                <a:ext uri="{FF2B5EF4-FFF2-40B4-BE49-F238E27FC236}">
                  <a16:creationId xmlns:a16="http://schemas.microsoft.com/office/drawing/2014/main" id="{B4F3D6A6-31F8-5D4F-BBD6-ECFC3981D457}"/>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55" name="Group 195">
              <a:extLst>
                <a:ext uri="{FF2B5EF4-FFF2-40B4-BE49-F238E27FC236}">
                  <a16:creationId xmlns:a16="http://schemas.microsoft.com/office/drawing/2014/main" id="{5C3CBE4B-63CC-1CBD-4253-6E784A6EFC7D}"/>
                </a:ext>
              </a:extLst>
            </p:cNvPr>
            <p:cNvGrpSpPr>
              <a:grpSpLocks noChangeAspect="1"/>
            </p:cNvGrpSpPr>
            <p:nvPr/>
          </p:nvGrpSpPr>
          <p:grpSpPr bwMode="auto">
            <a:xfrm>
              <a:off x="2304" y="2584"/>
              <a:ext cx="239" cy="57"/>
              <a:chOff x="976" y="2560"/>
              <a:chExt cx="239" cy="48"/>
            </a:xfrm>
          </p:grpSpPr>
          <p:sp>
            <p:nvSpPr>
              <p:cNvPr id="62658" name="Arc 196">
                <a:extLst>
                  <a:ext uri="{FF2B5EF4-FFF2-40B4-BE49-F238E27FC236}">
                    <a16:creationId xmlns:a16="http://schemas.microsoft.com/office/drawing/2014/main" id="{98F7BE1C-3614-607B-9651-F08537491303}"/>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59" name="Arc 197">
                <a:extLst>
                  <a:ext uri="{FF2B5EF4-FFF2-40B4-BE49-F238E27FC236}">
                    <a16:creationId xmlns:a16="http://schemas.microsoft.com/office/drawing/2014/main" id="{3E98B361-7508-2C7D-F905-40A27C5FC17C}"/>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56" name="Freeform 198">
              <a:extLst>
                <a:ext uri="{FF2B5EF4-FFF2-40B4-BE49-F238E27FC236}">
                  <a16:creationId xmlns:a16="http://schemas.microsoft.com/office/drawing/2014/main" id="{2853D87B-08F1-A977-27D8-353D505DC3E7}"/>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51" name="AutoShape 199">
              <a:extLst>
                <a:ext uri="{FF2B5EF4-FFF2-40B4-BE49-F238E27FC236}">
                  <a16:creationId xmlns:a16="http://schemas.microsoft.com/office/drawing/2014/main" id="{D4D7833C-4060-809B-2D85-137CEEB6A973}"/>
                </a:ext>
              </a:extLst>
            </p:cNvPr>
            <p:cNvSpPr>
              <a:spLocks noChangeAspect="1" noChangeArrowheads="1"/>
            </p:cNvSpPr>
            <p:nvPr/>
          </p:nvSpPr>
          <p:spPr bwMode="auto">
            <a:xfrm flipV="1">
              <a:off x="2377" y="2614"/>
              <a:ext cx="89" cy="116"/>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496" name="Group 200">
            <a:extLst>
              <a:ext uri="{FF2B5EF4-FFF2-40B4-BE49-F238E27FC236}">
                <a16:creationId xmlns:a16="http://schemas.microsoft.com/office/drawing/2014/main" id="{525B8775-BD1D-8ABC-D6D8-093E728EB0E1}"/>
              </a:ext>
            </a:extLst>
          </p:cNvPr>
          <p:cNvGrpSpPr>
            <a:grpSpLocks/>
          </p:cNvGrpSpPr>
          <p:nvPr/>
        </p:nvGrpSpPr>
        <p:grpSpPr bwMode="auto">
          <a:xfrm>
            <a:off x="4541838" y="4576763"/>
            <a:ext cx="946150" cy="269875"/>
            <a:chOff x="2804" y="2931"/>
            <a:chExt cx="584" cy="166"/>
          </a:xfrm>
        </p:grpSpPr>
        <p:grpSp>
          <p:nvGrpSpPr>
            <p:cNvPr id="62638" name="Group 201">
              <a:extLst>
                <a:ext uri="{FF2B5EF4-FFF2-40B4-BE49-F238E27FC236}">
                  <a16:creationId xmlns:a16="http://schemas.microsoft.com/office/drawing/2014/main" id="{2096F0EC-1497-26ED-46F5-5EDA8C0ED5CF}"/>
                </a:ext>
              </a:extLst>
            </p:cNvPr>
            <p:cNvGrpSpPr>
              <a:grpSpLocks/>
            </p:cNvGrpSpPr>
            <p:nvPr/>
          </p:nvGrpSpPr>
          <p:grpSpPr bwMode="auto">
            <a:xfrm>
              <a:off x="2926" y="2931"/>
              <a:ext cx="93" cy="166"/>
              <a:chOff x="743" y="3289"/>
              <a:chExt cx="374" cy="524"/>
            </a:xfrm>
          </p:grpSpPr>
          <p:sp>
            <p:nvSpPr>
              <p:cNvPr id="19639" name="Oval 202">
                <a:extLst>
                  <a:ext uri="{FF2B5EF4-FFF2-40B4-BE49-F238E27FC236}">
                    <a16:creationId xmlns:a16="http://schemas.microsoft.com/office/drawing/2014/main" id="{1566C7C3-EAE5-4353-B1F9-42712B4FC085}"/>
                  </a:ext>
                </a:extLst>
              </p:cNvPr>
              <p:cNvSpPr>
                <a:spLocks noChangeArrowheads="1"/>
              </p:cNvSpPr>
              <p:nvPr/>
            </p:nvSpPr>
            <p:spPr bwMode="auto">
              <a:xfrm>
                <a:off x="804" y="3289"/>
                <a:ext cx="248" cy="20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40" name="Rectangle 203">
                <a:extLst>
                  <a:ext uri="{FF2B5EF4-FFF2-40B4-BE49-F238E27FC236}">
                    <a16:creationId xmlns:a16="http://schemas.microsoft.com/office/drawing/2014/main" id="{CCBFB7F8-49A5-A579-6BA7-66CD70439A59}"/>
                  </a:ext>
                </a:extLst>
              </p:cNvPr>
              <p:cNvSpPr>
                <a:spLocks noChangeArrowheads="1"/>
              </p:cNvSpPr>
              <p:nvPr/>
            </p:nvSpPr>
            <p:spPr bwMode="auto">
              <a:xfrm>
                <a:off x="757" y="3505"/>
                <a:ext cx="355" cy="308"/>
              </a:xfrm>
              <a:prstGeom prst="rect">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39" name="Group 204">
              <a:extLst>
                <a:ext uri="{FF2B5EF4-FFF2-40B4-BE49-F238E27FC236}">
                  <a16:creationId xmlns:a16="http://schemas.microsoft.com/office/drawing/2014/main" id="{4F8CE809-ACDA-640A-E5C5-CA5787A83AA6}"/>
                </a:ext>
              </a:extLst>
            </p:cNvPr>
            <p:cNvGrpSpPr>
              <a:grpSpLocks/>
            </p:cNvGrpSpPr>
            <p:nvPr/>
          </p:nvGrpSpPr>
          <p:grpSpPr bwMode="auto">
            <a:xfrm>
              <a:off x="3172" y="2931"/>
              <a:ext cx="93" cy="166"/>
              <a:chOff x="743" y="3289"/>
              <a:chExt cx="374" cy="524"/>
            </a:xfrm>
          </p:grpSpPr>
          <p:sp>
            <p:nvSpPr>
              <p:cNvPr id="19637" name="Oval 205">
                <a:extLst>
                  <a:ext uri="{FF2B5EF4-FFF2-40B4-BE49-F238E27FC236}">
                    <a16:creationId xmlns:a16="http://schemas.microsoft.com/office/drawing/2014/main" id="{C6852AA5-4E54-72D5-ADF0-D5020110EFA9}"/>
                  </a:ext>
                </a:extLst>
              </p:cNvPr>
              <p:cNvSpPr>
                <a:spLocks noChangeArrowheads="1"/>
              </p:cNvSpPr>
              <p:nvPr/>
            </p:nvSpPr>
            <p:spPr bwMode="auto">
              <a:xfrm>
                <a:off x="804" y="3289"/>
                <a:ext cx="248" cy="20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38" name="Rectangle 206">
                <a:extLst>
                  <a:ext uri="{FF2B5EF4-FFF2-40B4-BE49-F238E27FC236}">
                    <a16:creationId xmlns:a16="http://schemas.microsoft.com/office/drawing/2014/main" id="{5DD502BA-883C-4230-266F-AFDC35E4ABA5}"/>
                  </a:ext>
                </a:extLst>
              </p:cNvPr>
              <p:cNvSpPr>
                <a:spLocks noChangeArrowheads="1"/>
              </p:cNvSpPr>
              <p:nvPr/>
            </p:nvSpPr>
            <p:spPr bwMode="auto">
              <a:xfrm>
                <a:off x="757" y="3505"/>
                <a:ext cx="355" cy="308"/>
              </a:xfrm>
              <a:prstGeom prst="rect">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40" name="Group 207">
              <a:extLst>
                <a:ext uri="{FF2B5EF4-FFF2-40B4-BE49-F238E27FC236}">
                  <a16:creationId xmlns:a16="http://schemas.microsoft.com/office/drawing/2014/main" id="{E1CEE3F7-C823-8066-35A7-3C8E4BCBEEF6}"/>
                </a:ext>
              </a:extLst>
            </p:cNvPr>
            <p:cNvGrpSpPr>
              <a:grpSpLocks/>
            </p:cNvGrpSpPr>
            <p:nvPr/>
          </p:nvGrpSpPr>
          <p:grpSpPr bwMode="auto">
            <a:xfrm>
              <a:off x="3295" y="2931"/>
              <a:ext cx="93" cy="166"/>
              <a:chOff x="2447" y="1235"/>
              <a:chExt cx="93" cy="166"/>
            </a:xfrm>
          </p:grpSpPr>
          <p:sp>
            <p:nvSpPr>
              <p:cNvPr id="19635" name="Oval 208">
                <a:extLst>
                  <a:ext uri="{FF2B5EF4-FFF2-40B4-BE49-F238E27FC236}">
                    <a16:creationId xmlns:a16="http://schemas.microsoft.com/office/drawing/2014/main" id="{6F17C207-49D8-A633-C1E6-74F2CD20E970}"/>
                  </a:ext>
                </a:extLst>
              </p:cNvPr>
              <p:cNvSpPr>
                <a:spLocks noChangeArrowheads="1"/>
              </p:cNvSpPr>
              <p:nvPr/>
            </p:nvSpPr>
            <p:spPr bwMode="auto">
              <a:xfrm>
                <a:off x="2462" y="1235"/>
                <a:ext cx="67" cy="65"/>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36" name="Rectangle 209">
                <a:extLst>
                  <a:ext uri="{FF2B5EF4-FFF2-40B4-BE49-F238E27FC236}">
                    <a16:creationId xmlns:a16="http://schemas.microsoft.com/office/drawing/2014/main" id="{9C9C7406-D8D8-9C0E-53B6-0D02AFC58522}"/>
                  </a:ext>
                </a:extLst>
              </p:cNvPr>
              <p:cNvSpPr>
                <a:spLocks noChangeArrowheads="1"/>
              </p:cNvSpPr>
              <p:nvPr/>
            </p:nvSpPr>
            <p:spPr bwMode="auto">
              <a:xfrm>
                <a:off x="2447" y="1303"/>
                <a:ext cx="93" cy="98"/>
              </a:xfrm>
              <a:prstGeom prst="rect">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41" name="Group 210">
              <a:extLst>
                <a:ext uri="{FF2B5EF4-FFF2-40B4-BE49-F238E27FC236}">
                  <a16:creationId xmlns:a16="http://schemas.microsoft.com/office/drawing/2014/main" id="{E39DCC4E-A04E-0133-226E-836A478A3A3E}"/>
                </a:ext>
              </a:extLst>
            </p:cNvPr>
            <p:cNvGrpSpPr>
              <a:grpSpLocks/>
            </p:cNvGrpSpPr>
            <p:nvPr/>
          </p:nvGrpSpPr>
          <p:grpSpPr bwMode="auto">
            <a:xfrm>
              <a:off x="2804" y="2931"/>
              <a:ext cx="93" cy="166"/>
              <a:chOff x="743" y="3289"/>
              <a:chExt cx="374" cy="524"/>
            </a:xfrm>
          </p:grpSpPr>
          <p:sp>
            <p:nvSpPr>
              <p:cNvPr id="19633" name="Oval 211">
                <a:extLst>
                  <a:ext uri="{FF2B5EF4-FFF2-40B4-BE49-F238E27FC236}">
                    <a16:creationId xmlns:a16="http://schemas.microsoft.com/office/drawing/2014/main" id="{0BF4524B-382E-BFB2-48D6-95CEAA20C537}"/>
                  </a:ext>
                </a:extLst>
              </p:cNvPr>
              <p:cNvSpPr>
                <a:spLocks noChangeArrowheads="1"/>
              </p:cNvSpPr>
              <p:nvPr/>
            </p:nvSpPr>
            <p:spPr bwMode="auto">
              <a:xfrm>
                <a:off x="802" y="3289"/>
                <a:ext cx="252" cy="207"/>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34" name="Rectangle 212">
                <a:extLst>
                  <a:ext uri="{FF2B5EF4-FFF2-40B4-BE49-F238E27FC236}">
                    <a16:creationId xmlns:a16="http://schemas.microsoft.com/office/drawing/2014/main" id="{38EEB0E2-813F-6C99-8FD3-BFF56E4AE350}"/>
                  </a:ext>
                </a:extLst>
              </p:cNvPr>
              <p:cNvSpPr>
                <a:spLocks noChangeArrowheads="1"/>
              </p:cNvSpPr>
              <p:nvPr/>
            </p:nvSpPr>
            <p:spPr bwMode="auto">
              <a:xfrm>
                <a:off x="743" y="3505"/>
                <a:ext cx="374" cy="308"/>
              </a:xfrm>
              <a:prstGeom prst="rect">
                <a:avLst/>
              </a:prstGeom>
              <a:solidFill>
                <a:schemeClr val="accent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42" name="Group 213">
              <a:extLst>
                <a:ext uri="{FF2B5EF4-FFF2-40B4-BE49-F238E27FC236}">
                  <a16:creationId xmlns:a16="http://schemas.microsoft.com/office/drawing/2014/main" id="{20B7402C-B46C-4C16-B73A-1E403004B02A}"/>
                </a:ext>
              </a:extLst>
            </p:cNvPr>
            <p:cNvGrpSpPr>
              <a:grpSpLocks/>
            </p:cNvGrpSpPr>
            <p:nvPr/>
          </p:nvGrpSpPr>
          <p:grpSpPr bwMode="auto">
            <a:xfrm>
              <a:off x="3050" y="2931"/>
              <a:ext cx="93" cy="166"/>
              <a:chOff x="743" y="3289"/>
              <a:chExt cx="374" cy="524"/>
            </a:xfrm>
          </p:grpSpPr>
          <p:sp>
            <p:nvSpPr>
              <p:cNvPr id="19631" name="Oval 214">
                <a:extLst>
                  <a:ext uri="{FF2B5EF4-FFF2-40B4-BE49-F238E27FC236}">
                    <a16:creationId xmlns:a16="http://schemas.microsoft.com/office/drawing/2014/main" id="{54FEEDA7-2211-3326-63A7-15E0E4669A8A}"/>
                  </a:ext>
                </a:extLst>
              </p:cNvPr>
              <p:cNvSpPr>
                <a:spLocks noChangeArrowheads="1"/>
              </p:cNvSpPr>
              <p:nvPr/>
            </p:nvSpPr>
            <p:spPr bwMode="auto">
              <a:xfrm>
                <a:off x="802" y="3289"/>
                <a:ext cx="252" cy="20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632" name="Rectangle 215">
                <a:extLst>
                  <a:ext uri="{FF2B5EF4-FFF2-40B4-BE49-F238E27FC236}">
                    <a16:creationId xmlns:a16="http://schemas.microsoft.com/office/drawing/2014/main" id="{94655B09-D08E-34D1-20AD-2A2B7957BFDE}"/>
                  </a:ext>
                </a:extLst>
              </p:cNvPr>
              <p:cNvSpPr>
                <a:spLocks noChangeArrowheads="1"/>
              </p:cNvSpPr>
              <p:nvPr/>
            </p:nvSpPr>
            <p:spPr bwMode="auto">
              <a:xfrm>
                <a:off x="743" y="3505"/>
                <a:ext cx="374" cy="308"/>
              </a:xfrm>
              <a:prstGeom prst="rect">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grpSp>
        <p:nvGrpSpPr>
          <p:cNvPr id="62497" name="Group 216">
            <a:extLst>
              <a:ext uri="{FF2B5EF4-FFF2-40B4-BE49-F238E27FC236}">
                <a16:creationId xmlns:a16="http://schemas.microsoft.com/office/drawing/2014/main" id="{7A71662B-69F5-94E5-AC39-ED99EFAD37F7}"/>
              </a:ext>
            </a:extLst>
          </p:cNvPr>
          <p:cNvGrpSpPr>
            <a:grpSpLocks/>
          </p:cNvGrpSpPr>
          <p:nvPr/>
        </p:nvGrpSpPr>
        <p:grpSpPr bwMode="auto">
          <a:xfrm>
            <a:off x="3240088" y="4081463"/>
            <a:ext cx="1042987" cy="877887"/>
            <a:chOff x="4856" y="2096"/>
            <a:chExt cx="644" cy="542"/>
          </a:xfrm>
        </p:grpSpPr>
        <p:sp>
          <p:nvSpPr>
            <p:cNvPr id="19585" name="Oval 217">
              <a:extLst>
                <a:ext uri="{FF2B5EF4-FFF2-40B4-BE49-F238E27FC236}">
                  <a16:creationId xmlns:a16="http://schemas.microsoft.com/office/drawing/2014/main" id="{A7A28942-3A3E-9557-6B27-63E792970C37}"/>
                </a:ext>
              </a:extLst>
            </p:cNvPr>
            <p:cNvSpPr>
              <a:spLocks noChangeArrowheads="1"/>
            </p:cNvSpPr>
            <p:nvPr/>
          </p:nvSpPr>
          <p:spPr bwMode="auto">
            <a:xfrm>
              <a:off x="4902" y="2200"/>
              <a:ext cx="564" cy="386"/>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nvGrpSpPr>
            <p:cNvPr id="62598" name="Group 218">
              <a:extLst>
                <a:ext uri="{FF2B5EF4-FFF2-40B4-BE49-F238E27FC236}">
                  <a16:creationId xmlns:a16="http://schemas.microsoft.com/office/drawing/2014/main" id="{534F182B-D8D8-444D-299A-D1F6433F03F1}"/>
                </a:ext>
              </a:extLst>
            </p:cNvPr>
            <p:cNvGrpSpPr>
              <a:grpSpLocks noChangeAspect="1"/>
            </p:cNvGrpSpPr>
            <p:nvPr>
              <p:custDataLst>
                <p:tags r:id="rId8"/>
              </p:custDataLst>
            </p:nvPr>
          </p:nvGrpSpPr>
          <p:grpSpPr bwMode="auto">
            <a:xfrm>
              <a:off x="5130" y="2096"/>
              <a:ext cx="122" cy="185"/>
              <a:chOff x="2303" y="2448"/>
              <a:chExt cx="240" cy="331"/>
            </a:xfrm>
          </p:grpSpPr>
          <p:sp>
            <p:nvSpPr>
              <p:cNvPr id="19619" name="Oval 219">
                <a:extLst>
                  <a:ext uri="{FF2B5EF4-FFF2-40B4-BE49-F238E27FC236}">
                    <a16:creationId xmlns:a16="http://schemas.microsoft.com/office/drawing/2014/main" id="{A18076A8-ECD0-9F7D-092B-28EDF99CDBE1}"/>
                  </a:ext>
                </a:extLst>
              </p:cNvPr>
              <p:cNvSpPr>
                <a:spLocks noChangeAspect="1" noChangeArrowheads="1"/>
              </p:cNvSpPr>
              <p:nvPr/>
            </p:nvSpPr>
            <p:spPr bwMode="auto">
              <a:xfrm>
                <a:off x="2342" y="2448"/>
                <a:ext cx="160" cy="13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32" name="Freeform 220">
                <a:extLst>
                  <a:ext uri="{FF2B5EF4-FFF2-40B4-BE49-F238E27FC236}">
                    <a16:creationId xmlns:a16="http://schemas.microsoft.com/office/drawing/2014/main" id="{AB361FBB-1212-5039-C1FF-1F7F9845DA44}"/>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33" name="Group 221">
                <a:extLst>
                  <a:ext uri="{FF2B5EF4-FFF2-40B4-BE49-F238E27FC236}">
                    <a16:creationId xmlns:a16="http://schemas.microsoft.com/office/drawing/2014/main" id="{9AC0C2FB-EBC5-2A83-E10C-A4B36456451C}"/>
                  </a:ext>
                </a:extLst>
              </p:cNvPr>
              <p:cNvGrpSpPr>
                <a:grpSpLocks noChangeAspect="1"/>
              </p:cNvGrpSpPr>
              <p:nvPr/>
            </p:nvGrpSpPr>
            <p:grpSpPr bwMode="auto">
              <a:xfrm>
                <a:off x="2304" y="2584"/>
                <a:ext cx="239" cy="57"/>
                <a:chOff x="976" y="2560"/>
                <a:chExt cx="239" cy="48"/>
              </a:xfrm>
            </p:grpSpPr>
            <p:sp>
              <p:nvSpPr>
                <p:cNvPr id="62636" name="Arc 222">
                  <a:extLst>
                    <a:ext uri="{FF2B5EF4-FFF2-40B4-BE49-F238E27FC236}">
                      <a16:creationId xmlns:a16="http://schemas.microsoft.com/office/drawing/2014/main" id="{960FAAD0-DAD9-4AFA-7DC1-B38F5B79549E}"/>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37" name="Arc 223">
                  <a:extLst>
                    <a:ext uri="{FF2B5EF4-FFF2-40B4-BE49-F238E27FC236}">
                      <a16:creationId xmlns:a16="http://schemas.microsoft.com/office/drawing/2014/main" id="{D46351C7-E6AF-031C-3086-C3716593A34E}"/>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34" name="Freeform 224">
                <a:extLst>
                  <a:ext uri="{FF2B5EF4-FFF2-40B4-BE49-F238E27FC236}">
                    <a16:creationId xmlns:a16="http://schemas.microsoft.com/office/drawing/2014/main" id="{FA7EAB62-C8FF-4C85-8C5B-5CCD5F4C0D34}"/>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23" name="AutoShape 225">
                <a:extLst>
                  <a:ext uri="{FF2B5EF4-FFF2-40B4-BE49-F238E27FC236}">
                    <a16:creationId xmlns:a16="http://schemas.microsoft.com/office/drawing/2014/main" id="{029092D9-5A58-1567-4A38-6B7A973719D0}"/>
                  </a:ext>
                </a:extLst>
              </p:cNvPr>
              <p:cNvSpPr>
                <a:spLocks noChangeAspect="1" noChangeArrowheads="1"/>
              </p:cNvSpPr>
              <p:nvPr/>
            </p:nvSpPr>
            <p:spPr bwMode="auto">
              <a:xfrm flipV="1">
                <a:off x="2377" y="2615"/>
                <a:ext cx="89" cy="117"/>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99" name="Group 226">
              <a:extLst>
                <a:ext uri="{FF2B5EF4-FFF2-40B4-BE49-F238E27FC236}">
                  <a16:creationId xmlns:a16="http://schemas.microsoft.com/office/drawing/2014/main" id="{721328D4-E47F-42D9-ED2E-5F73DFCF8C0E}"/>
                </a:ext>
              </a:extLst>
            </p:cNvPr>
            <p:cNvGrpSpPr>
              <a:grpSpLocks noChangeAspect="1"/>
            </p:cNvGrpSpPr>
            <p:nvPr>
              <p:custDataLst>
                <p:tags r:id="rId9"/>
              </p:custDataLst>
            </p:nvPr>
          </p:nvGrpSpPr>
          <p:grpSpPr bwMode="auto">
            <a:xfrm>
              <a:off x="5378" y="2247"/>
              <a:ext cx="122" cy="185"/>
              <a:chOff x="2303" y="2448"/>
              <a:chExt cx="240" cy="331"/>
            </a:xfrm>
          </p:grpSpPr>
          <p:sp>
            <p:nvSpPr>
              <p:cNvPr id="19612" name="Oval 227">
                <a:extLst>
                  <a:ext uri="{FF2B5EF4-FFF2-40B4-BE49-F238E27FC236}">
                    <a16:creationId xmlns:a16="http://schemas.microsoft.com/office/drawing/2014/main" id="{6355CC59-748B-6D09-B276-141A65924573}"/>
                  </a:ext>
                </a:extLst>
              </p:cNvPr>
              <p:cNvSpPr>
                <a:spLocks noChangeAspect="1" noChangeArrowheads="1"/>
              </p:cNvSpPr>
              <p:nvPr/>
            </p:nvSpPr>
            <p:spPr bwMode="auto">
              <a:xfrm>
                <a:off x="2342" y="2448"/>
                <a:ext cx="160" cy="13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25" name="Freeform 228">
                <a:extLst>
                  <a:ext uri="{FF2B5EF4-FFF2-40B4-BE49-F238E27FC236}">
                    <a16:creationId xmlns:a16="http://schemas.microsoft.com/office/drawing/2014/main" id="{20D6140E-0EBF-ECF8-12C2-947D128DACEA}"/>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26" name="Group 229">
                <a:extLst>
                  <a:ext uri="{FF2B5EF4-FFF2-40B4-BE49-F238E27FC236}">
                    <a16:creationId xmlns:a16="http://schemas.microsoft.com/office/drawing/2014/main" id="{1A132E48-D2DF-DEBB-9FE3-4C2E92CCFA7A}"/>
                  </a:ext>
                </a:extLst>
              </p:cNvPr>
              <p:cNvGrpSpPr>
                <a:grpSpLocks noChangeAspect="1"/>
              </p:cNvGrpSpPr>
              <p:nvPr/>
            </p:nvGrpSpPr>
            <p:grpSpPr bwMode="auto">
              <a:xfrm>
                <a:off x="2304" y="2584"/>
                <a:ext cx="239" cy="57"/>
                <a:chOff x="976" y="2560"/>
                <a:chExt cx="239" cy="48"/>
              </a:xfrm>
            </p:grpSpPr>
            <p:sp>
              <p:nvSpPr>
                <p:cNvPr id="62629" name="Arc 230">
                  <a:extLst>
                    <a:ext uri="{FF2B5EF4-FFF2-40B4-BE49-F238E27FC236}">
                      <a16:creationId xmlns:a16="http://schemas.microsoft.com/office/drawing/2014/main" id="{9EB9A73D-CDA1-F540-E094-DC2DE9C79BA5}"/>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30" name="Arc 231">
                  <a:extLst>
                    <a:ext uri="{FF2B5EF4-FFF2-40B4-BE49-F238E27FC236}">
                      <a16:creationId xmlns:a16="http://schemas.microsoft.com/office/drawing/2014/main" id="{401B6669-936C-2ADB-5376-21428C927776}"/>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27" name="Freeform 232">
                <a:extLst>
                  <a:ext uri="{FF2B5EF4-FFF2-40B4-BE49-F238E27FC236}">
                    <a16:creationId xmlns:a16="http://schemas.microsoft.com/office/drawing/2014/main" id="{138DAF84-C32E-65FA-36A5-A507AF526ED4}"/>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16" name="AutoShape 233">
                <a:extLst>
                  <a:ext uri="{FF2B5EF4-FFF2-40B4-BE49-F238E27FC236}">
                    <a16:creationId xmlns:a16="http://schemas.microsoft.com/office/drawing/2014/main" id="{0DA75DAB-8444-6E84-0BBC-64C2C1597C4C}"/>
                  </a:ext>
                </a:extLst>
              </p:cNvPr>
              <p:cNvSpPr>
                <a:spLocks noChangeAspect="1" noChangeArrowheads="1"/>
              </p:cNvSpPr>
              <p:nvPr/>
            </p:nvSpPr>
            <p:spPr bwMode="auto">
              <a:xfrm flipV="1">
                <a:off x="2377" y="2614"/>
                <a:ext cx="89" cy="116"/>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00" name="Group 234">
              <a:extLst>
                <a:ext uri="{FF2B5EF4-FFF2-40B4-BE49-F238E27FC236}">
                  <a16:creationId xmlns:a16="http://schemas.microsoft.com/office/drawing/2014/main" id="{9A8F78F7-42FF-6872-C467-7C4831FB6B72}"/>
                </a:ext>
              </a:extLst>
            </p:cNvPr>
            <p:cNvGrpSpPr>
              <a:grpSpLocks noChangeAspect="1"/>
            </p:cNvGrpSpPr>
            <p:nvPr>
              <p:custDataLst>
                <p:tags r:id="rId10"/>
              </p:custDataLst>
            </p:nvPr>
          </p:nvGrpSpPr>
          <p:grpSpPr bwMode="auto">
            <a:xfrm>
              <a:off x="4856" y="2247"/>
              <a:ext cx="123" cy="185"/>
              <a:chOff x="2303" y="2448"/>
              <a:chExt cx="240" cy="331"/>
            </a:xfrm>
          </p:grpSpPr>
          <p:sp>
            <p:nvSpPr>
              <p:cNvPr id="19605" name="Oval 235">
                <a:extLst>
                  <a:ext uri="{FF2B5EF4-FFF2-40B4-BE49-F238E27FC236}">
                    <a16:creationId xmlns:a16="http://schemas.microsoft.com/office/drawing/2014/main" id="{195803F4-3C90-618E-9D74-2FC0F5706C44}"/>
                  </a:ext>
                </a:extLst>
              </p:cNvPr>
              <p:cNvSpPr>
                <a:spLocks noChangeAspect="1" noChangeArrowheads="1"/>
              </p:cNvSpPr>
              <p:nvPr/>
            </p:nvSpPr>
            <p:spPr bwMode="auto">
              <a:xfrm>
                <a:off x="2339" y="2448"/>
                <a:ext cx="163" cy="13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18" name="Freeform 236">
                <a:extLst>
                  <a:ext uri="{FF2B5EF4-FFF2-40B4-BE49-F238E27FC236}">
                    <a16:creationId xmlns:a16="http://schemas.microsoft.com/office/drawing/2014/main" id="{C350D665-E0D3-EDE3-2055-C6D9F32F435A}"/>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19" name="Group 237">
                <a:extLst>
                  <a:ext uri="{FF2B5EF4-FFF2-40B4-BE49-F238E27FC236}">
                    <a16:creationId xmlns:a16="http://schemas.microsoft.com/office/drawing/2014/main" id="{A2BC8431-E349-79F5-BBC8-6DFE78681DB3}"/>
                  </a:ext>
                </a:extLst>
              </p:cNvPr>
              <p:cNvGrpSpPr>
                <a:grpSpLocks noChangeAspect="1"/>
              </p:cNvGrpSpPr>
              <p:nvPr/>
            </p:nvGrpSpPr>
            <p:grpSpPr bwMode="auto">
              <a:xfrm>
                <a:off x="2304" y="2584"/>
                <a:ext cx="239" cy="57"/>
                <a:chOff x="976" y="2560"/>
                <a:chExt cx="239" cy="48"/>
              </a:xfrm>
            </p:grpSpPr>
            <p:sp>
              <p:nvSpPr>
                <p:cNvPr id="62622" name="Arc 238">
                  <a:extLst>
                    <a:ext uri="{FF2B5EF4-FFF2-40B4-BE49-F238E27FC236}">
                      <a16:creationId xmlns:a16="http://schemas.microsoft.com/office/drawing/2014/main" id="{E9912B09-7582-3203-BA66-865939B295AD}"/>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23" name="Arc 239">
                  <a:extLst>
                    <a:ext uri="{FF2B5EF4-FFF2-40B4-BE49-F238E27FC236}">
                      <a16:creationId xmlns:a16="http://schemas.microsoft.com/office/drawing/2014/main" id="{542450B4-01A5-17BE-2CFE-400C486A0EC6}"/>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20" name="Freeform 240">
                <a:extLst>
                  <a:ext uri="{FF2B5EF4-FFF2-40B4-BE49-F238E27FC236}">
                    <a16:creationId xmlns:a16="http://schemas.microsoft.com/office/drawing/2014/main" id="{77A93532-7B1E-78ED-043C-76442694C206}"/>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09" name="AutoShape 241">
                <a:extLst>
                  <a:ext uri="{FF2B5EF4-FFF2-40B4-BE49-F238E27FC236}">
                    <a16:creationId xmlns:a16="http://schemas.microsoft.com/office/drawing/2014/main" id="{587917B9-6966-E7A4-608C-FC3758203B2F}"/>
                  </a:ext>
                </a:extLst>
              </p:cNvPr>
              <p:cNvSpPr>
                <a:spLocks noChangeAspect="1" noChangeArrowheads="1"/>
              </p:cNvSpPr>
              <p:nvPr/>
            </p:nvSpPr>
            <p:spPr bwMode="auto">
              <a:xfrm flipV="1">
                <a:off x="2378" y="2614"/>
                <a:ext cx="86" cy="116"/>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01" name="Group 242">
              <a:extLst>
                <a:ext uri="{FF2B5EF4-FFF2-40B4-BE49-F238E27FC236}">
                  <a16:creationId xmlns:a16="http://schemas.microsoft.com/office/drawing/2014/main" id="{1E5303CD-53F3-B2F7-15F0-70AC80A69159}"/>
                </a:ext>
              </a:extLst>
            </p:cNvPr>
            <p:cNvGrpSpPr>
              <a:grpSpLocks noChangeAspect="1"/>
            </p:cNvGrpSpPr>
            <p:nvPr>
              <p:custDataLst>
                <p:tags r:id="rId11"/>
              </p:custDataLst>
            </p:nvPr>
          </p:nvGrpSpPr>
          <p:grpSpPr bwMode="auto">
            <a:xfrm>
              <a:off x="5007" y="2452"/>
              <a:ext cx="122" cy="185"/>
              <a:chOff x="2303" y="2448"/>
              <a:chExt cx="240" cy="331"/>
            </a:xfrm>
          </p:grpSpPr>
          <p:sp>
            <p:nvSpPr>
              <p:cNvPr id="19598" name="Oval 243">
                <a:extLst>
                  <a:ext uri="{FF2B5EF4-FFF2-40B4-BE49-F238E27FC236}">
                    <a16:creationId xmlns:a16="http://schemas.microsoft.com/office/drawing/2014/main" id="{9C0C81FC-4A50-5C74-4597-6A93699B0FA3}"/>
                  </a:ext>
                </a:extLst>
              </p:cNvPr>
              <p:cNvSpPr>
                <a:spLocks noChangeAspect="1" noChangeArrowheads="1"/>
              </p:cNvSpPr>
              <p:nvPr/>
            </p:nvSpPr>
            <p:spPr bwMode="auto">
              <a:xfrm>
                <a:off x="2340" y="2448"/>
                <a:ext cx="170" cy="137"/>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11" name="Freeform 244">
                <a:extLst>
                  <a:ext uri="{FF2B5EF4-FFF2-40B4-BE49-F238E27FC236}">
                    <a16:creationId xmlns:a16="http://schemas.microsoft.com/office/drawing/2014/main" id="{F87CFCB2-59E6-755F-9CA9-AB9064DEA35E}"/>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12" name="Group 245">
                <a:extLst>
                  <a:ext uri="{FF2B5EF4-FFF2-40B4-BE49-F238E27FC236}">
                    <a16:creationId xmlns:a16="http://schemas.microsoft.com/office/drawing/2014/main" id="{01641130-E261-46BE-DB4D-B9481A96746E}"/>
                  </a:ext>
                </a:extLst>
              </p:cNvPr>
              <p:cNvGrpSpPr>
                <a:grpSpLocks noChangeAspect="1"/>
              </p:cNvGrpSpPr>
              <p:nvPr/>
            </p:nvGrpSpPr>
            <p:grpSpPr bwMode="auto">
              <a:xfrm>
                <a:off x="2304" y="2584"/>
                <a:ext cx="239" cy="57"/>
                <a:chOff x="976" y="2560"/>
                <a:chExt cx="239" cy="48"/>
              </a:xfrm>
            </p:grpSpPr>
            <p:sp>
              <p:nvSpPr>
                <p:cNvPr id="62615" name="Arc 246">
                  <a:extLst>
                    <a:ext uri="{FF2B5EF4-FFF2-40B4-BE49-F238E27FC236}">
                      <a16:creationId xmlns:a16="http://schemas.microsoft.com/office/drawing/2014/main" id="{94D8E8E3-4CB3-64FC-750C-AFE7A17AF087}"/>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16" name="Arc 247">
                  <a:extLst>
                    <a:ext uri="{FF2B5EF4-FFF2-40B4-BE49-F238E27FC236}">
                      <a16:creationId xmlns:a16="http://schemas.microsoft.com/office/drawing/2014/main" id="{7FF3F5F5-0BDC-7864-6918-8B48BB630708}"/>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13" name="Freeform 248">
                <a:extLst>
                  <a:ext uri="{FF2B5EF4-FFF2-40B4-BE49-F238E27FC236}">
                    <a16:creationId xmlns:a16="http://schemas.microsoft.com/office/drawing/2014/main" id="{7F55C9E8-1175-C53B-1964-A674542B69AF}"/>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602" name="AutoShape 249">
                <a:extLst>
                  <a:ext uri="{FF2B5EF4-FFF2-40B4-BE49-F238E27FC236}">
                    <a16:creationId xmlns:a16="http://schemas.microsoft.com/office/drawing/2014/main" id="{C625D2AF-6342-1A00-8DF0-83AC0B7AA332}"/>
                  </a:ext>
                </a:extLst>
              </p:cNvPr>
              <p:cNvSpPr>
                <a:spLocks noChangeAspect="1" noChangeArrowheads="1"/>
              </p:cNvSpPr>
              <p:nvPr/>
            </p:nvSpPr>
            <p:spPr bwMode="auto">
              <a:xfrm flipV="1">
                <a:off x="2378" y="2614"/>
                <a:ext cx="87" cy="116"/>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602" name="Group 250">
              <a:extLst>
                <a:ext uri="{FF2B5EF4-FFF2-40B4-BE49-F238E27FC236}">
                  <a16:creationId xmlns:a16="http://schemas.microsoft.com/office/drawing/2014/main" id="{27A3BDF9-F000-4373-963D-FCA4F13BEDE7}"/>
                </a:ext>
              </a:extLst>
            </p:cNvPr>
            <p:cNvGrpSpPr>
              <a:grpSpLocks noChangeAspect="1"/>
            </p:cNvGrpSpPr>
            <p:nvPr>
              <p:custDataLst>
                <p:tags r:id="rId12"/>
              </p:custDataLst>
            </p:nvPr>
          </p:nvGrpSpPr>
          <p:grpSpPr bwMode="auto">
            <a:xfrm>
              <a:off x="5232" y="2452"/>
              <a:ext cx="123" cy="186"/>
              <a:chOff x="2303" y="2448"/>
              <a:chExt cx="240" cy="331"/>
            </a:xfrm>
          </p:grpSpPr>
          <p:sp>
            <p:nvSpPr>
              <p:cNvPr id="19591" name="Oval 251">
                <a:extLst>
                  <a:ext uri="{FF2B5EF4-FFF2-40B4-BE49-F238E27FC236}">
                    <a16:creationId xmlns:a16="http://schemas.microsoft.com/office/drawing/2014/main" id="{DBA786DA-9B3A-A13F-0ACE-5011E64EFB4C}"/>
                  </a:ext>
                </a:extLst>
              </p:cNvPr>
              <p:cNvSpPr>
                <a:spLocks noChangeAspect="1" noChangeArrowheads="1"/>
              </p:cNvSpPr>
              <p:nvPr/>
            </p:nvSpPr>
            <p:spPr bwMode="auto">
              <a:xfrm>
                <a:off x="2340" y="2448"/>
                <a:ext cx="163" cy="136"/>
              </a:xfrm>
              <a:prstGeom prst="ellipse">
                <a:avLst/>
              </a:prstGeom>
              <a:solidFill>
                <a:srgbClr val="000000"/>
              </a:solidFill>
              <a:ln w="12700">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604" name="Freeform 252">
                <a:extLst>
                  <a:ext uri="{FF2B5EF4-FFF2-40B4-BE49-F238E27FC236}">
                    <a16:creationId xmlns:a16="http://schemas.microsoft.com/office/drawing/2014/main" id="{5F8B7E30-25D0-EBCF-59FD-0040FE92222F}"/>
                  </a:ext>
                </a:extLst>
              </p:cNvPr>
              <p:cNvSpPr>
                <a:spLocks noChangeAspect="1"/>
              </p:cNvSpPr>
              <p:nvPr/>
            </p:nvSpPr>
            <p:spPr bwMode="auto">
              <a:xfrm>
                <a:off x="2303" y="2641"/>
                <a:ext cx="240" cy="138"/>
              </a:xfrm>
              <a:custGeom>
                <a:avLst/>
                <a:gdLst>
                  <a:gd name="T0" fmla="*/ 0 w 249"/>
                  <a:gd name="T1" fmla="*/ 31 h 201"/>
                  <a:gd name="T2" fmla="*/ 0 w 249"/>
                  <a:gd name="T3" fmla="*/ 31 h 201"/>
                  <a:gd name="T4" fmla="*/ 0 w 249"/>
                  <a:gd name="T5" fmla="*/ 0 h 201"/>
                  <a:gd name="T6" fmla="*/ 206 w 249"/>
                  <a:gd name="T7" fmla="*/ 0 h 201"/>
                  <a:gd name="T8" fmla="*/ 206 w 249"/>
                  <a:gd name="T9" fmla="*/ 31 h 201"/>
                  <a:gd name="T10" fmla="*/ 206 w 249"/>
                  <a:gd name="T11" fmla="*/ 31 h 201"/>
                  <a:gd name="T12" fmla="*/ 0 w 249"/>
                  <a:gd name="T13" fmla="*/ 31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605" name="Group 253">
                <a:extLst>
                  <a:ext uri="{FF2B5EF4-FFF2-40B4-BE49-F238E27FC236}">
                    <a16:creationId xmlns:a16="http://schemas.microsoft.com/office/drawing/2014/main" id="{AC5DEEE7-5645-85E3-CA00-2BFA814BABE8}"/>
                  </a:ext>
                </a:extLst>
              </p:cNvPr>
              <p:cNvGrpSpPr>
                <a:grpSpLocks noChangeAspect="1"/>
              </p:cNvGrpSpPr>
              <p:nvPr/>
            </p:nvGrpSpPr>
            <p:grpSpPr bwMode="auto">
              <a:xfrm>
                <a:off x="2304" y="2584"/>
                <a:ext cx="239" cy="57"/>
                <a:chOff x="976" y="2560"/>
                <a:chExt cx="239" cy="48"/>
              </a:xfrm>
            </p:grpSpPr>
            <p:sp>
              <p:nvSpPr>
                <p:cNvPr id="62608" name="Arc 254">
                  <a:extLst>
                    <a:ext uri="{FF2B5EF4-FFF2-40B4-BE49-F238E27FC236}">
                      <a16:creationId xmlns:a16="http://schemas.microsoft.com/office/drawing/2014/main" id="{C7D5F8D1-476E-70DC-4C86-AA9D58B0B5B5}"/>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609" name="Arc 255">
                  <a:extLst>
                    <a:ext uri="{FF2B5EF4-FFF2-40B4-BE49-F238E27FC236}">
                      <a16:creationId xmlns:a16="http://schemas.microsoft.com/office/drawing/2014/main" id="{AB421E8C-2BB1-4874-702A-3181F19873B5}"/>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606" name="Freeform 256">
                <a:extLst>
                  <a:ext uri="{FF2B5EF4-FFF2-40B4-BE49-F238E27FC236}">
                    <a16:creationId xmlns:a16="http://schemas.microsoft.com/office/drawing/2014/main" id="{25FB7BAA-F248-4E41-1E2F-9A69BFF3628A}"/>
                  </a:ext>
                </a:extLst>
              </p:cNvPr>
              <p:cNvSpPr>
                <a:spLocks noChangeAspect="1"/>
              </p:cNvSpPr>
              <p:nvPr/>
            </p:nvSpPr>
            <p:spPr bwMode="auto">
              <a:xfrm>
                <a:off x="2400" y="2584"/>
                <a:ext cx="47" cy="48"/>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95" name="AutoShape 257">
                <a:extLst>
                  <a:ext uri="{FF2B5EF4-FFF2-40B4-BE49-F238E27FC236}">
                    <a16:creationId xmlns:a16="http://schemas.microsoft.com/office/drawing/2014/main" id="{583B7D99-33FE-1AF3-0882-DE2FA066B3B5}"/>
                  </a:ext>
                </a:extLst>
              </p:cNvPr>
              <p:cNvSpPr>
                <a:spLocks noChangeAspect="1" noChangeArrowheads="1"/>
              </p:cNvSpPr>
              <p:nvPr/>
            </p:nvSpPr>
            <p:spPr bwMode="auto">
              <a:xfrm flipV="1">
                <a:off x="2378" y="2613"/>
                <a:ext cx="86" cy="117"/>
              </a:xfrm>
              <a:prstGeom prst="triangle">
                <a:avLst>
                  <a:gd name="adj" fmla="val 50000"/>
                </a:avLst>
              </a:prstGeom>
              <a:solidFill>
                <a:schemeClr val="bg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grpSp>
        <p:nvGrpSpPr>
          <p:cNvPr id="62498" name="Group 258">
            <a:extLst>
              <a:ext uri="{FF2B5EF4-FFF2-40B4-BE49-F238E27FC236}">
                <a16:creationId xmlns:a16="http://schemas.microsoft.com/office/drawing/2014/main" id="{26FBD47C-AE40-6985-5417-7769BB1FA007}"/>
              </a:ext>
            </a:extLst>
          </p:cNvPr>
          <p:cNvGrpSpPr>
            <a:grpSpLocks/>
          </p:cNvGrpSpPr>
          <p:nvPr/>
        </p:nvGrpSpPr>
        <p:grpSpPr bwMode="auto">
          <a:xfrm>
            <a:off x="1757363" y="4103688"/>
            <a:ext cx="1074737" cy="895350"/>
            <a:chOff x="4837" y="2710"/>
            <a:chExt cx="663" cy="552"/>
          </a:xfrm>
        </p:grpSpPr>
        <p:sp>
          <p:nvSpPr>
            <p:cNvPr id="19549" name="Oval 259">
              <a:extLst>
                <a:ext uri="{FF2B5EF4-FFF2-40B4-BE49-F238E27FC236}">
                  <a16:creationId xmlns:a16="http://schemas.microsoft.com/office/drawing/2014/main" id="{FA20CEB9-ADE5-B1B3-E622-64A432552621}"/>
                </a:ext>
              </a:extLst>
            </p:cNvPr>
            <p:cNvSpPr>
              <a:spLocks noChangeArrowheads="1"/>
            </p:cNvSpPr>
            <p:nvPr/>
          </p:nvSpPr>
          <p:spPr bwMode="auto">
            <a:xfrm>
              <a:off x="4883" y="2833"/>
              <a:ext cx="564" cy="386"/>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nvGrpSpPr>
            <p:cNvPr id="62562" name="Group 260">
              <a:extLst>
                <a:ext uri="{FF2B5EF4-FFF2-40B4-BE49-F238E27FC236}">
                  <a16:creationId xmlns:a16="http://schemas.microsoft.com/office/drawing/2014/main" id="{E53C7B36-2BFD-B9B1-D9C7-F51B22345CCC}"/>
                </a:ext>
              </a:extLst>
            </p:cNvPr>
            <p:cNvGrpSpPr>
              <a:grpSpLocks/>
            </p:cNvGrpSpPr>
            <p:nvPr/>
          </p:nvGrpSpPr>
          <p:grpSpPr bwMode="auto">
            <a:xfrm>
              <a:off x="4837" y="2880"/>
              <a:ext cx="122" cy="185"/>
              <a:chOff x="4837" y="2880"/>
              <a:chExt cx="122" cy="185"/>
            </a:xfrm>
          </p:grpSpPr>
          <p:sp>
            <p:nvSpPr>
              <p:cNvPr id="19579" name="Oval 261">
                <a:extLst>
                  <a:ext uri="{FF2B5EF4-FFF2-40B4-BE49-F238E27FC236}">
                    <a16:creationId xmlns:a16="http://schemas.microsoft.com/office/drawing/2014/main" id="{EC0277CE-0615-DC1A-5CBC-FB363C25EE0D}"/>
                  </a:ext>
                </a:extLst>
              </p:cNvPr>
              <p:cNvSpPr>
                <a:spLocks noChangeAspect="1" noChangeArrowheads="1"/>
              </p:cNvSpPr>
              <p:nvPr/>
            </p:nvSpPr>
            <p:spPr bwMode="auto">
              <a:xfrm>
                <a:off x="4856" y="2880"/>
                <a:ext cx="87" cy="76"/>
              </a:xfrm>
              <a:prstGeom prst="ellipse">
                <a:avLst/>
              </a:prstGeom>
              <a:solidFill>
                <a:schemeClr val="hlink"/>
              </a:solidFill>
              <a:ln w="12700">
                <a:solidFill>
                  <a:schemeClr val="hlink"/>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92" name="Freeform 262">
                <a:extLst>
                  <a:ext uri="{FF2B5EF4-FFF2-40B4-BE49-F238E27FC236}">
                    <a16:creationId xmlns:a16="http://schemas.microsoft.com/office/drawing/2014/main" id="{28401AC5-37A8-1D0D-E40D-6C3FEA4E4B9E}"/>
                  </a:ext>
                </a:extLst>
              </p:cNvPr>
              <p:cNvSpPr>
                <a:spLocks noChangeAspect="1"/>
              </p:cNvSpPr>
              <p:nvPr/>
            </p:nvSpPr>
            <p:spPr bwMode="auto">
              <a:xfrm>
                <a:off x="4837" y="2988"/>
                <a:ext cx="122" cy="77"/>
              </a:xfrm>
              <a:custGeom>
                <a:avLst/>
                <a:gdLst>
                  <a:gd name="T0" fmla="*/ 0 w 249"/>
                  <a:gd name="T1" fmla="*/ 2 h 201"/>
                  <a:gd name="T2" fmla="*/ 0 w 249"/>
                  <a:gd name="T3" fmla="*/ 2 h 201"/>
                  <a:gd name="T4" fmla="*/ 0 w 249"/>
                  <a:gd name="T5" fmla="*/ 0 h 201"/>
                  <a:gd name="T6" fmla="*/ 7 w 249"/>
                  <a:gd name="T7" fmla="*/ 0 h 201"/>
                  <a:gd name="T8" fmla="*/ 7 w 249"/>
                  <a:gd name="T9" fmla="*/ 2 h 201"/>
                  <a:gd name="T10" fmla="*/ 7 w 249"/>
                  <a:gd name="T11" fmla="*/ 2 h 201"/>
                  <a:gd name="T12" fmla="*/ 0 w 249"/>
                  <a:gd name="T13" fmla="*/ 2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93" name="Arc 263">
                <a:extLst>
                  <a:ext uri="{FF2B5EF4-FFF2-40B4-BE49-F238E27FC236}">
                    <a16:creationId xmlns:a16="http://schemas.microsoft.com/office/drawing/2014/main" id="{F75739AE-10FB-10BF-1D0A-181997E4B15D}"/>
                  </a:ext>
                </a:extLst>
              </p:cNvPr>
              <p:cNvSpPr>
                <a:spLocks noChangeAspect="1"/>
              </p:cNvSpPr>
              <p:nvPr/>
            </p:nvSpPr>
            <p:spPr bwMode="auto">
              <a:xfrm>
                <a:off x="4910" y="2956"/>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94" name="Arc 264">
                <a:extLst>
                  <a:ext uri="{FF2B5EF4-FFF2-40B4-BE49-F238E27FC236}">
                    <a16:creationId xmlns:a16="http://schemas.microsoft.com/office/drawing/2014/main" id="{116A4671-DEDC-BE1D-B0F9-C635CEF6BAEF}"/>
                  </a:ext>
                </a:extLst>
              </p:cNvPr>
              <p:cNvSpPr>
                <a:spLocks noChangeAspect="1"/>
              </p:cNvSpPr>
              <p:nvPr/>
            </p:nvSpPr>
            <p:spPr bwMode="auto">
              <a:xfrm flipH="1">
                <a:off x="4838" y="2956"/>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95" name="Freeform 265">
                <a:extLst>
                  <a:ext uri="{FF2B5EF4-FFF2-40B4-BE49-F238E27FC236}">
                    <a16:creationId xmlns:a16="http://schemas.microsoft.com/office/drawing/2014/main" id="{EF8EEAC9-3B45-C946-236B-C7C545CBF098}"/>
                  </a:ext>
                </a:extLst>
              </p:cNvPr>
              <p:cNvSpPr>
                <a:spLocks noChangeAspect="1"/>
              </p:cNvSpPr>
              <p:nvPr/>
            </p:nvSpPr>
            <p:spPr bwMode="auto">
              <a:xfrm>
                <a:off x="4886" y="2956"/>
                <a:ext cx="24" cy="27"/>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84" name="AutoShape 266">
                <a:extLst>
                  <a:ext uri="{FF2B5EF4-FFF2-40B4-BE49-F238E27FC236}">
                    <a16:creationId xmlns:a16="http://schemas.microsoft.com/office/drawing/2014/main" id="{32490109-B779-C8E4-3890-2A81E6C6D477}"/>
                  </a:ext>
                </a:extLst>
              </p:cNvPr>
              <p:cNvSpPr>
                <a:spLocks noChangeAspect="1" noChangeArrowheads="1"/>
              </p:cNvSpPr>
              <p:nvPr/>
            </p:nvSpPr>
            <p:spPr bwMode="auto">
              <a:xfrm flipV="1">
                <a:off x="4875" y="2973"/>
                <a:ext cx="45" cy="65"/>
              </a:xfrm>
              <a:prstGeom prst="triangle">
                <a:avLst>
                  <a:gd name="adj" fmla="val 50000"/>
                </a:avLst>
              </a:prstGeom>
              <a:solidFill>
                <a:schemeClr val="accent1"/>
              </a:solidFill>
              <a:ln w="9525">
                <a:solidFill>
                  <a:schemeClr val="hlink"/>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63" name="Group 267">
              <a:extLst>
                <a:ext uri="{FF2B5EF4-FFF2-40B4-BE49-F238E27FC236}">
                  <a16:creationId xmlns:a16="http://schemas.microsoft.com/office/drawing/2014/main" id="{7FDD47C4-01B6-CCEB-727E-8B9F46AC7F4F}"/>
                </a:ext>
              </a:extLst>
            </p:cNvPr>
            <p:cNvGrpSpPr>
              <a:grpSpLocks/>
            </p:cNvGrpSpPr>
            <p:nvPr/>
          </p:nvGrpSpPr>
          <p:grpSpPr bwMode="auto">
            <a:xfrm>
              <a:off x="4995" y="3077"/>
              <a:ext cx="122" cy="185"/>
              <a:chOff x="4995" y="3077"/>
              <a:chExt cx="122" cy="185"/>
            </a:xfrm>
          </p:grpSpPr>
          <p:sp>
            <p:nvSpPr>
              <p:cNvPr id="19573" name="Oval 268">
                <a:extLst>
                  <a:ext uri="{FF2B5EF4-FFF2-40B4-BE49-F238E27FC236}">
                    <a16:creationId xmlns:a16="http://schemas.microsoft.com/office/drawing/2014/main" id="{CED85DB1-A0C5-03C4-E5F0-9F731FE58E5E}"/>
                  </a:ext>
                </a:extLst>
              </p:cNvPr>
              <p:cNvSpPr>
                <a:spLocks noChangeAspect="1" noChangeArrowheads="1"/>
              </p:cNvSpPr>
              <p:nvPr/>
            </p:nvSpPr>
            <p:spPr bwMode="auto">
              <a:xfrm>
                <a:off x="5010" y="3077"/>
                <a:ext cx="87" cy="76"/>
              </a:xfrm>
              <a:prstGeom prst="ellipse">
                <a:avLst/>
              </a:prstGeom>
              <a:solidFill>
                <a:schemeClr val="hlink"/>
              </a:solidFill>
              <a:ln w="12700">
                <a:solidFill>
                  <a:schemeClr val="hlink"/>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86" name="Freeform 269">
                <a:extLst>
                  <a:ext uri="{FF2B5EF4-FFF2-40B4-BE49-F238E27FC236}">
                    <a16:creationId xmlns:a16="http://schemas.microsoft.com/office/drawing/2014/main" id="{666C013A-1BF5-AF9F-8BCE-1B7C2FFAE9BC}"/>
                  </a:ext>
                </a:extLst>
              </p:cNvPr>
              <p:cNvSpPr>
                <a:spLocks noChangeAspect="1"/>
              </p:cNvSpPr>
              <p:nvPr/>
            </p:nvSpPr>
            <p:spPr bwMode="auto">
              <a:xfrm>
                <a:off x="4995" y="3185"/>
                <a:ext cx="122" cy="77"/>
              </a:xfrm>
              <a:custGeom>
                <a:avLst/>
                <a:gdLst>
                  <a:gd name="T0" fmla="*/ 0 w 249"/>
                  <a:gd name="T1" fmla="*/ 2 h 201"/>
                  <a:gd name="T2" fmla="*/ 0 w 249"/>
                  <a:gd name="T3" fmla="*/ 2 h 201"/>
                  <a:gd name="T4" fmla="*/ 0 w 249"/>
                  <a:gd name="T5" fmla="*/ 0 h 201"/>
                  <a:gd name="T6" fmla="*/ 7 w 249"/>
                  <a:gd name="T7" fmla="*/ 0 h 201"/>
                  <a:gd name="T8" fmla="*/ 7 w 249"/>
                  <a:gd name="T9" fmla="*/ 2 h 201"/>
                  <a:gd name="T10" fmla="*/ 7 w 249"/>
                  <a:gd name="T11" fmla="*/ 2 h 201"/>
                  <a:gd name="T12" fmla="*/ 0 w 249"/>
                  <a:gd name="T13" fmla="*/ 2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87" name="Arc 270">
                <a:extLst>
                  <a:ext uri="{FF2B5EF4-FFF2-40B4-BE49-F238E27FC236}">
                    <a16:creationId xmlns:a16="http://schemas.microsoft.com/office/drawing/2014/main" id="{E697E048-9C0F-631D-8A42-1B766D9B27F4}"/>
                  </a:ext>
                </a:extLst>
              </p:cNvPr>
              <p:cNvSpPr>
                <a:spLocks noChangeAspect="1"/>
              </p:cNvSpPr>
              <p:nvPr/>
            </p:nvSpPr>
            <p:spPr bwMode="auto">
              <a:xfrm>
                <a:off x="5068" y="3153"/>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88" name="Arc 271">
                <a:extLst>
                  <a:ext uri="{FF2B5EF4-FFF2-40B4-BE49-F238E27FC236}">
                    <a16:creationId xmlns:a16="http://schemas.microsoft.com/office/drawing/2014/main" id="{2DD10479-E22E-F07F-2129-F31DB5C8F650}"/>
                  </a:ext>
                </a:extLst>
              </p:cNvPr>
              <p:cNvSpPr>
                <a:spLocks noChangeAspect="1"/>
              </p:cNvSpPr>
              <p:nvPr/>
            </p:nvSpPr>
            <p:spPr bwMode="auto">
              <a:xfrm flipH="1">
                <a:off x="4996" y="3153"/>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89" name="Freeform 272">
                <a:extLst>
                  <a:ext uri="{FF2B5EF4-FFF2-40B4-BE49-F238E27FC236}">
                    <a16:creationId xmlns:a16="http://schemas.microsoft.com/office/drawing/2014/main" id="{2C9F63E4-8F0F-338B-B40B-037A9849DC66}"/>
                  </a:ext>
                </a:extLst>
              </p:cNvPr>
              <p:cNvSpPr>
                <a:spLocks noChangeAspect="1"/>
              </p:cNvSpPr>
              <p:nvPr/>
            </p:nvSpPr>
            <p:spPr bwMode="auto">
              <a:xfrm>
                <a:off x="5044" y="3153"/>
                <a:ext cx="24" cy="27"/>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78" name="AutoShape 273">
                <a:extLst>
                  <a:ext uri="{FF2B5EF4-FFF2-40B4-BE49-F238E27FC236}">
                    <a16:creationId xmlns:a16="http://schemas.microsoft.com/office/drawing/2014/main" id="{D308D5D9-199E-7623-0C8D-FEA1A00D236A}"/>
                  </a:ext>
                </a:extLst>
              </p:cNvPr>
              <p:cNvSpPr>
                <a:spLocks noChangeAspect="1" noChangeArrowheads="1"/>
              </p:cNvSpPr>
              <p:nvPr/>
            </p:nvSpPr>
            <p:spPr bwMode="auto">
              <a:xfrm flipV="1">
                <a:off x="5033" y="3170"/>
                <a:ext cx="45" cy="65"/>
              </a:xfrm>
              <a:prstGeom prst="triangle">
                <a:avLst>
                  <a:gd name="adj" fmla="val 50000"/>
                </a:avLst>
              </a:prstGeom>
              <a:solidFill>
                <a:schemeClr val="accent1"/>
              </a:solidFill>
              <a:ln w="9525">
                <a:solidFill>
                  <a:schemeClr val="hlink"/>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64" name="Group 274">
              <a:extLst>
                <a:ext uri="{FF2B5EF4-FFF2-40B4-BE49-F238E27FC236}">
                  <a16:creationId xmlns:a16="http://schemas.microsoft.com/office/drawing/2014/main" id="{8761BEE1-A032-1F8F-8840-8B1C637809FF}"/>
                </a:ext>
              </a:extLst>
            </p:cNvPr>
            <p:cNvGrpSpPr>
              <a:grpSpLocks/>
            </p:cNvGrpSpPr>
            <p:nvPr/>
          </p:nvGrpSpPr>
          <p:grpSpPr bwMode="auto">
            <a:xfrm>
              <a:off x="5231" y="3077"/>
              <a:ext cx="123" cy="185"/>
              <a:chOff x="5231" y="3077"/>
              <a:chExt cx="123" cy="185"/>
            </a:xfrm>
          </p:grpSpPr>
          <p:sp>
            <p:nvSpPr>
              <p:cNvPr id="19567" name="Oval 275">
                <a:extLst>
                  <a:ext uri="{FF2B5EF4-FFF2-40B4-BE49-F238E27FC236}">
                    <a16:creationId xmlns:a16="http://schemas.microsoft.com/office/drawing/2014/main" id="{30E2D6E2-06B6-E8CC-3D1D-59B66E350C21}"/>
                  </a:ext>
                </a:extLst>
              </p:cNvPr>
              <p:cNvSpPr>
                <a:spLocks noChangeAspect="1" noChangeArrowheads="1"/>
              </p:cNvSpPr>
              <p:nvPr/>
            </p:nvSpPr>
            <p:spPr bwMode="auto">
              <a:xfrm>
                <a:off x="5246" y="3077"/>
                <a:ext cx="83" cy="76"/>
              </a:xfrm>
              <a:prstGeom prst="ellipse">
                <a:avLst/>
              </a:prstGeom>
              <a:solidFill>
                <a:schemeClr val="hlink"/>
              </a:solidFill>
              <a:ln w="12700">
                <a:solidFill>
                  <a:schemeClr val="hlink"/>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80" name="Freeform 276">
                <a:extLst>
                  <a:ext uri="{FF2B5EF4-FFF2-40B4-BE49-F238E27FC236}">
                    <a16:creationId xmlns:a16="http://schemas.microsoft.com/office/drawing/2014/main" id="{57BF3999-7259-B158-2550-1126253358DF}"/>
                  </a:ext>
                </a:extLst>
              </p:cNvPr>
              <p:cNvSpPr>
                <a:spLocks noChangeAspect="1"/>
              </p:cNvSpPr>
              <p:nvPr/>
            </p:nvSpPr>
            <p:spPr bwMode="auto">
              <a:xfrm>
                <a:off x="5231" y="3185"/>
                <a:ext cx="123" cy="77"/>
              </a:xfrm>
              <a:custGeom>
                <a:avLst/>
                <a:gdLst>
                  <a:gd name="T0" fmla="*/ 0 w 249"/>
                  <a:gd name="T1" fmla="*/ 2 h 201"/>
                  <a:gd name="T2" fmla="*/ 0 w 249"/>
                  <a:gd name="T3" fmla="*/ 2 h 201"/>
                  <a:gd name="T4" fmla="*/ 0 w 249"/>
                  <a:gd name="T5" fmla="*/ 0 h 201"/>
                  <a:gd name="T6" fmla="*/ 7 w 249"/>
                  <a:gd name="T7" fmla="*/ 0 h 201"/>
                  <a:gd name="T8" fmla="*/ 7 w 249"/>
                  <a:gd name="T9" fmla="*/ 2 h 201"/>
                  <a:gd name="T10" fmla="*/ 7 w 249"/>
                  <a:gd name="T11" fmla="*/ 2 h 201"/>
                  <a:gd name="T12" fmla="*/ 0 w 249"/>
                  <a:gd name="T13" fmla="*/ 2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81" name="Arc 277">
                <a:extLst>
                  <a:ext uri="{FF2B5EF4-FFF2-40B4-BE49-F238E27FC236}">
                    <a16:creationId xmlns:a16="http://schemas.microsoft.com/office/drawing/2014/main" id="{6B298009-A750-C9CC-6868-2303B680DEFE}"/>
                  </a:ext>
                </a:extLst>
              </p:cNvPr>
              <p:cNvSpPr>
                <a:spLocks noChangeAspect="1"/>
              </p:cNvSpPr>
              <p:nvPr/>
            </p:nvSpPr>
            <p:spPr bwMode="auto">
              <a:xfrm>
                <a:off x="5305" y="3153"/>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82" name="Arc 278">
                <a:extLst>
                  <a:ext uri="{FF2B5EF4-FFF2-40B4-BE49-F238E27FC236}">
                    <a16:creationId xmlns:a16="http://schemas.microsoft.com/office/drawing/2014/main" id="{D850B6FD-49C3-1FA7-E45C-E410530EE2CE}"/>
                  </a:ext>
                </a:extLst>
              </p:cNvPr>
              <p:cNvSpPr>
                <a:spLocks noChangeAspect="1"/>
              </p:cNvSpPr>
              <p:nvPr/>
            </p:nvSpPr>
            <p:spPr bwMode="auto">
              <a:xfrm flipH="1">
                <a:off x="5232" y="3153"/>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83" name="Freeform 279">
                <a:extLst>
                  <a:ext uri="{FF2B5EF4-FFF2-40B4-BE49-F238E27FC236}">
                    <a16:creationId xmlns:a16="http://schemas.microsoft.com/office/drawing/2014/main" id="{C406EC53-13AE-EC2E-D8A0-857A8FFBCC00}"/>
                  </a:ext>
                </a:extLst>
              </p:cNvPr>
              <p:cNvSpPr>
                <a:spLocks noChangeAspect="1"/>
              </p:cNvSpPr>
              <p:nvPr/>
            </p:nvSpPr>
            <p:spPr bwMode="auto">
              <a:xfrm>
                <a:off x="5281" y="3153"/>
                <a:ext cx="23" cy="27"/>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72" name="AutoShape 280">
                <a:extLst>
                  <a:ext uri="{FF2B5EF4-FFF2-40B4-BE49-F238E27FC236}">
                    <a16:creationId xmlns:a16="http://schemas.microsoft.com/office/drawing/2014/main" id="{DCCB5120-10B4-2F30-2F94-599CA7F4EF63}"/>
                  </a:ext>
                </a:extLst>
              </p:cNvPr>
              <p:cNvSpPr>
                <a:spLocks noChangeAspect="1" noChangeArrowheads="1"/>
              </p:cNvSpPr>
              <p:nvPr/>
            </p:nvSpPr>
            <p:spPr bwMode="auto">
              <a:xfrm flipV="1">
                <a:off x="5269" y="3170"/>
                <a:ext cx="45" cy="65"/>
              </a:xfrm>
              <a:prstGeom prst="triangle">
                <a:avLst>
                  <a:gd name="adj" fmla="val 50000"/>
                </a:avLst>
              </a:prstGeom>
              <a:solidFill>
                <a:schemeClr val="accent1"/>
              </a:solidFill>
              <a:ln w="9525">
                <a:solidFill>
                  <a:schemeClr val="hlink"/>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65" name="Group 281">
              <a:extLst>
                <a:ext uri="{FF2B5EF4-FFF2-40B4-BE49-F238E27FC236}">
                  <a16:creationId xmlns:a16="http://schemas.microsoft.com/office/drawing/2014/main" id="{989279BB-C598-80A1-8E6D-25D5006F5D89}"/>
                </a:ext>
              </a:extLst>
            </p:cNvPr>
            <p:cNvGrpSpPr>
              <a:grpSpLocks/>
            </p:cNvGrpSpPr>
            <p:nvPr/>
          </p:nvGrpSpPr>
          <p:grpSpPr bwMode="auto">
            <a:xfrm>
              <a:off x="5107" y="2710"/>
              <a:ext cx="123" cy="185"/>
              <a:chOff x="5107" y="2710"/>
              <a:chExt cx="123" cy="185"/>
            </a:xfrm>
          </p:grpSpPr>
          <p:sp>
            <p:nvSpPr>
              <p:cNvPr id="19561" name="Oval 282">
                <a:extLst>
                  <a:ext uri="{FF2B5EF4-FFF2-40B4-BE49-F238E27FC236}">
                    <a16:creationId xmlns:a16="http://schemas.microsoft.com/office/drawing/2014/main" id="{D5AC05CB-8987-25DC-7375-81D5A1E72FBD}"/>
                  </a:ext>
                </a:extLst>
              </p:cNvPr>
              <p:cNvSpPr>
                <a:spLocks noChangeAspect="1" noChangeArrowheads="1"/>
              </p:cNvSpPr>
              <p:nvPr/>
            </p:nvSpPr>
            <p:spPr bwMode="auto">
              <a:xfrm>
                <a:off x="5126" y="2710"/>
                <a:ext cx="83" cy="76"/>
              </a:xfrm>
              <a:prstGeom prst="ellipse">
                <a:avLst/>
              </a:prstGeom>
              <a:solidFill>
                <a:schemeClr val="hlink"/>
              </a:solidFill>
              <a:ln w="12700">
                <a:solidFill>
                  <a:schemeClr val="hlink"/>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74" name="Freeform 283">
                <a:extLst>
                  <a:ext uri="{FF2B5EF4-FFF2-40B4-BE49-F238E27FC236}">
                    <a16:creationId xmlns:a16="http://schemas.microsoft.com/office/drawing/2014/main" id="{D923CCE3-65D6-1D34-9F4D-5AF1FB90EC63}"/>
                  </a:ext>
                </a:extLst>
              </p:cNvPr>
              <p:cNvSpPr>
                <a:spLocks noChangeAspect="1"/>
              </p:cNvSpPr>
              <p:nvPr/>
            </p:nvSpPr>
            <p:spPr bwMode="auto">
              <a:xfrm>
                <a:off x="5107" y="2818"/>
                <a:ext cx="123" cy="77"/>
              </a:xfrm>
              <a:custGeom>
                <a:avLst/>
                <a:gdLst>
                  <a:gd name="T0" fmla="*/ 0 w 249"/>
                  <a:gd name="T1" fmla="*/ 2 h 201"/>
                  <a:gd name="T2" fmla="*/ 0 w 249"/>
                  <a:gd name="T3" fmla="*/ 2 h 201"/>
                  <a:gd name="T4" fmla="*/ 0 w 249"/>
                  <a:gd name="T5" fmla="*/ 0 h 201"/>
                  <a:gd name="T6" fmla="*/ 7 w 249"/>
                  <a:gd name="T7" fmla="*/ 0 h 201"/>
                  <a:gd name="T8" fmla="*/ 7 w 249"/>
                  <a:gd name="T9" fmla="*/ 2 h 201"/>
                  <a:gd name="T10" fmla="*/ 7 w 249"/>
                  <a:gd name="T11" fmla="*/ 2 h 201"/>
                  <a:gd name="T12" fmla="*/ 0 w 249"/>
                  <a:gd name="T13" fmla="*/ 2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75" name="Arc 284">
                <a:extLst>
                  <a:ext uri="{FF2B5EF4-FFF2-40B4-BE49-F238E27FC236}">
                    <a16:creationId xmlns:a16="http://schemas.microsoft.com/office/drawing/2014/main" id="{2CA5A933-339A-94A1-2B11-C9AF53E861FD}"/>
                  </a:ext>
                </a:extLst>
              </p:cNvPr>
              <p:cNvSpPr>
                <a:spLocks noChangeAspect="1"/>
              </p:cNvSpPr>
              <p:nvPr/>
            </p:nvSpPr>
            <p:spPr bwMode="auto">
              <a:xfrm>
                <a:off x="5181" y="2786"/>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76" name="Arc 285">
                <a:extLst>
                  <a:ext uri="{FF2B5EF4-FFF2-40B4-BE49-F238E27FC236}">
                    <a16:creationId xmlns:a16="http://schemas.microsoft.com/office/drawing/2014/main" id="{94777EB4-6D7B-3E7A-2A4A-6E8B0E700CA5}"/>
                  </a:ext>
                </a:extLst>
              </p:cNvPr>
              <p:cNvSpPr>
                <a:spLocks noChangeAspect="1"/>
              </p:cNvSpPr>
              <p:nvPr/>
            </p:nvSpPr>
            <p:spPr bwMode="auto">
              <a:xfrm flipH="1">
                <a:off x="5108" y="2786"/>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77" name="Freeform 286">
                <a:extLst>
                  <a:ext uri="{FF2B5EF4-FFF2-40B4-BE49-F238E27FC236}">
                    <a16:creationId xmlns:a16="http://schemas.microsoft.com/office/drawing/2014/main" id="{3E0E6836-66DF-3F81-5556-7A4851D516C6}"/>
                  </a:ext>
                </a:extLst>
              </p:cNvPr>
              <p:cNvSpPr>
                <a:spLocks noChangeAspect="1"/>
              </p:cNvSpPr>
              <p:nvPr/>
            </p:nvSpPr>
            <p:spPr bwMode="auto">
              <a:xfrm>
                <a:off x="5157" y="2786"/>
                <a:ext cx="23" cy="27"/>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66" name="AutoShape 287">
                <a:extLst>
                  <a:ext uri="{FF2B5EF4-FFF2-40B4-BE49-F238E27FC236}">
                    <a16:creationId xmlns:a16="http://schemas.microsoft.com/office/drawing/2014/main" id="{AE1BB5A7-6AA3-8093-725D-B04C98C1C5AC}"/>
                  </a:ext>
                </a:extLst>
              </p:cNvPr>
              <p:cNvSpPr>
                <a:spLocks noChangeAspect="1" noChangeArrowheads="1"/>
              </p:cNvSpPr>
              <p:nvPr/>
            </p:nvSpPr>
            <p:spPr bwMode="auto">
              <a:xfrm flipV="1">
                <a:off x="5145" y="2803"/>
                <a:ext cx="41" cy="65"/>
              </a:xfrm>
              <a:prstGeom prst="triangle">
                <a:avLst>
                  <a:gd name="adj" fmla="val 50000"/>
                </a:avLst>
              </a:prstGeom>
              <a:solidFill>
                <a:schemeClr val="accent1"/>
              </a:solidFill>
              <a:ln w="9525">
                <a:solidFill>
                  <a:schemeClr val="hlink"/>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66" name="Group 288">
              <a:extLst>
                <a:ext uri="{FF2B5EF4-FFF2-40B4-BE49-F238E27FC236}">
                  <a16:creationId xmlns:a16="http://schemas.microsoft.com/office/drawing/2014/main" id="{F24C66A8-6F17-09C5-1420-42DE7A04FD1D}"/>
                </a:ext>
              </a:extLst>
            </p:cNvPr>
            <p:cNvGrpSpPr>
              <a:grpSpLocks/>
            </p:cNvGrpSpPr>
            <p:nvPr/>
          </p:nvGrpSpPr>
          <p:grpSpPr bwMode="auto">
            <a:xfrm>
              <a:off x="5378" y="2880"/>
              <a:ext cx="122" cy="185"/>
              <a:chOff x="5378" y="2880"/>
              <a:chExt cx="122" cy="185"/>
            </a:xfrm>
          </p:grpSpPr>
          <p:sp>
            <p:nvSpPr>
              <p:cNvPr id="19555" name="Oval 289">
                <a:extLst>
                  <a:ext uri="{FF2B5EF4-FFF2-40B4-BE49-F238E27FC236}">
                    <a16:creationId xmlns:a16="http://schemas.microsoft.com/office/drawing/2014/main" id="{0B77A22C-3FA9-313C-8D5F-C5A273DC6BC7}"/>
                  </a:ext>
                </a:extLst>
              </p:cNvPr>
              <p:cNvSpPr>
                <a:spLocks noChangeAspect="1" noChangeArrowheads="1"/>
              </p:cNvSpPr>
              <p:nvPr/>
            </p:nvSpPr>
            <p:spPr bwMode="auto">
              <a:xfrm>
                <a:off x="5393" y="2880"/>
                <a:ext cx="87" cy="76"/>
              </a:xfrm>
              <a:prstGeom prst="ellipse">
                <a:avLst/>
              </a:prstGeom>
              <a:solidFill>
                <a:schemeClr val="hlink"/>
              </a:solidFill>
              <a:ln w="12700">
                <a:solidFill>
                  <a:schemeClr val="hlink"/>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68" name="Freeform 290">
                <a:extLst>
                  <a:ext uri="{FF2B5EF4-FFF2-40B4-BE49-F238E27FC236}">
                    <a16:creationId xmlns:a16="http://schemas.microsoft.com/office/drawing/2014/main" id="{03CC695A-4D3D-9905-79CE-52132ADA10C6}"/>
                  </a:ext>
                </a:extLst>
              </p:cNvPr>
              <p:cNvSpPr>
                <a:spLocks noChangeAspect="1"/>
              </p:cNvSpPr>
              <p:nvPr/>
            </p:nvSpPr>
            <p:spPr bwMode="auto">
              <a:xfrm>
                <a:off x="5378" y="2988"/>
                <a:ext cx="122" cy="77"/>
              </a:xfrm>
              <a:custGeom>
                <a:avLst/>
                <a:gdLst>
                  <a:gd name="T0" fmla="*/ 0 w 249"/>
                  <a:gd name="T1" fmla="*/ 2 h 201"/>
                  <a:gd name="T2" fmla="*/ 0 w 249"/>
                  <a:gd name="T3" fmla="*/ 2 h 201"/>
                  <a:gd name="T4" fmla="*/ 0 w 249"/>
                  <a:gd name="T5" fmla="*/ 0 h 201"/>
                  <a:gd name="T6" fmla="*/ 7 w 249"/>
                  <a:gd name="T7" fmla="*/ 0 h 201"/>
                  <a:gd name="T8" fmla="*/ 7 w 249"/>
                  <a:gd name="T9" fmla="*/ 2 h 201"/>
                  <a:gd name="T10" fmla="*/ 7 w 249"/>
                  <a:gd name="T11" fmla="*/ 2 h 201"/>
                  <a:gd name="T12" fmla="*/ 0 w 249"/>
                  <a:gd name="T13" fmla="*/ 2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69" name="Arc 291">
                <a:extLst>
                  <a:ext uri="{FF2B5EF4-FFF2-40B4-BE49-F238E27FC236}">
                    <a16:creationId xmlns:a16="http://schemas.microsoft.com/office/drawing/2014/main" id="{BFDB4B9F-524E-AADB-50D1-6B329B58E29B}"/>
                  </a:ext>
                </a:extLst>
              </p:cNvPr>
              <p:cNvSpPr>
                <a:spLocks noChangeAspect="1"/>
              </p:cNvSpPr>
              <p:nvPr/>
            </p:nvSpPr>
            <p:spPr bwMode="auto">
              <a:xfrm>
                <a:off x="5451" y="2956"/>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70" name="Arc 292">
                <a:extLst>
                  <a:ext uri="{FF2B5EF4-FFF2-40B4-BE49-F238E27FC236}">
                    <a16:creationId xmlns:a16="http://schemas.microsoft.com/office/drawing/2014/main" id="{4D13C8B0-3BAF-8A02-30E7-886851692625}"/>
                  </a:ext>
                </a:extLst>
              </p:cNvPr>
              <p:cNvSpPr>
                <a:spLocks noChangeAspect="1"/>
              </p:cNvSpPr>
              <p:nvPr/>
            </p:nvSpPr>
            <p:spPr bwMode="auto">
              <a:xfrm flipH="1">
                <a:off x="5379" y="2956"/>
                <a:ext cx="49" cy="3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71" name="Freeform 293">
                <a:extLst>
                  <a:ext uri="{FF2B5EF4-FFF2-40B4-BE49-F238E27FC236}">
                    <a16:creationId xmlns:a16="http://schemas.microsoft.com/office/drawing/2014/main" id="{EE5C1212-1AC6-EAE9-E1F0-8D92A11ABB54}"/>
                  </a:ext>
                </a:extLst>
              </p:cNvPr>
              <p:cNvSpPr>
                <a:spLocks noChangeAspect="1"/>
              </p:cNvSpPr>
              <p:nvPr/>
            </p:nvSpPr>
            <p:spPr bwMode="auto">
              <a:xfrm>
                <a:off x="5427" y="2956"/>
                <a:ext cx="24" cy="27"/>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hlink"/>
              </a:solidFill>
              <a:ln w="12700">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60" name="AutoShape 294">
                <a:extLst>
                  <a:ext uri="{FF2B5EF4-FFF2-40B4-BE49-F238E27FC236}">
                    <a16:creationId xmlns:a16="http://schemas.microsoft.com/office/drawing/2014/main" id="{907B3190-25B2-4FE4-E5BA-1C691E4948BD}"/>
                  </a:ext>
                </a:extLst>
              </p:cNvPr>
              <p:cNvSpPr>
                <a:spLocks noChangeAspect="1" noChangeArrowheads="1"/>
              </p:cNvSpPr>
              <p:nvPr/>
            </p:nvSpPr>
            <p:spPr bwMode="auto">
              <a:xfrm flipV="1">
                <a:off x="5416" y="2973"/>
                <a:ext cx="45" cy="65"/>
              </a:xfrm>
              <a:prstGeom prst="triangle">
                <a:avLst>
                  <a:gd name="adj" fmla="val 50000"/>
                </a:avLst>
              </a:prstGeom>
              <a:solidFill>
                <a:schemeClr val="accent1"/>
              </a:solidFill>
              <a:ln w="9525">
                <a:solidFill>
                  <a:schemeClr val="hlink"/>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grpSp>
        <p:nvGrpSpPr>
          <p:cNvPr id="62499" name="Group 295">
            <a:extLst>
              <a:ext uri="{FF2B5EF4-FFF2-40B4-BE49-F238E27FC236}">
                <a16:creationId xmlns:a16="http://schemas.microsoft.com/office/drawing/2014/main" id="{E84C5AB0-C2E9-1720-1AB7-D4FD4557B6DA}"/>
              </a:ext>
            </a:extLst>
          </p:cNvPr>
          <p:cNvGrpSpPr>
            <a:grpSpLocks/>
          </p:cNvGrpSpPr>
          <p:nvPr/>
        </p:nvGrpSpPr>
        <p:grpSpPr bwMode="auto">
          <a:xfrm>
            <a:off x="366713" y="4043363"/>
            <a:ext cx="1090612" cy="863600"/>
            <a:chOff x="4826" y="3335"/>
            <a:chExt cx="674" cy="533"/>
          </a:xfrm>
        </p:grpSpPr>
        <p:sp>
          <p:nvSpPr>
            <p:cNvPr id="19498" name="Oval 296">
              <a:extLst>
                <a:ext uri="{FF2B5EF4-FFF2-40B4-BE49-F238E27FC236}">
                  <a16:creationId xmlns:a16="http://schemas.microsoft.com/office/drawing/2014/main" id="{82B62BA8-D31F-BDCA-E677-1E9CA3015A81}"/>
                </a:ext>
              </a:extLst>
            </p:cNvPr>
            <p:cNvSpPr>
              <a:spLocks noChangeArrowheads="1"/>
            </p:cNvSpPr>
            <p:nvPr/>
          </p:nvSpPr>
          <p:spPr bwMode="auto">
            <a:xfrm>
              <a:off x="4872" y="3448"/>
              <a:ext cx="563" cy="386"/>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nvGrpSpPr>
            <p:cNvPr id="62511" name="Group 297">
              <a:extLst>
                <a:ext uri="{FF2B5EF4-FFF2-40B4-BE49-F238E27FC236}">
                  <a16:creationId xmlns:a16="http://schemas.microsoft.com/office/drawing/2014/main" id="{DB6C7E78-FFBD-A96E-7EE1-B4E321B094E0}"/>
                </a:ext>
              </a:extLst>
            </p:cNvPr>
            <p:cNvGrpSpPr>
              <a:grpSpLocks/>
            </p:cNvGrpSpPr>
            <p:nvPr/>
          </p:nvGrpSpPr>
          <p:grpSpPr bwMode="auto">
            <a:xfrm>
              <a:off x="4826" y="3495"/>
              <a:ext cx="122" cy="184"/>
              <a:chOff x="4080" y="2934"/>
              <a:chExt cx="149" cy="229"/>
            </a:xfrm>
          </p:grpSpPr>
          <p:sp>
            <p:nvSpPr>
              <p:cNvPr id="19540" name="Oval 298">
                <a:extLst>
                  <a:ext uri="{FF2B5EF4-FFF2-40B4-BE49-F238E27FC236}">
                    <a16:creationId xmlns:a16="http://schemas.microsoft.com/office/drawing/2014/main" id="{BDF2CC6A-E6EA-7CA8-321E-75B468421958}"/>
                  </a:ext>
                </a:extLst>
              </p:cNvPr>
              <p:cNvSpPr>
                <a:spLocks noChangeAspect="1" noChangeArrowheads="1"/>
              </p:cNvSpPr>
              <p:nvPr/>
            </p:nvSpPr>
            <p:spPr bwMode="auto">
              <a:xfrm>
                <a:off x="4103" y="2934"/>
                <a:ext cx="101" cy="94"/>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53" name="Freeform 299">
                <a:extLst>
                  <a:ext uri="{FF2B5EF4-FFF2-40B4-BE49-F238E27FC236}">
                    <a16:creationId xmlns:a16="http://schemas.microsoft.com/office/drawing/2014/main" id="{0EDEC83A-6D85-2AF7-4623-848C6701235D}"/>
                  </a:ext>
                </a:extLst>
              </p:cNvPr>
              <p:cNvSpPr>
                <a:spLocks noChangeAspect="1"/>
              </p:cNvSpPr>
              <p:nvPr/>
            </p:nvSpPr>
            <p:spPr bwMode="auto">
              <a:xfrm>
                <a:off x="4080" y="3068"/>
                <a:ext cx="149" cy="95"/>
              </a:xfrm>
              <a:custGeom>
                <a:avLst/>
                <a:gdLst>
                  <a:gd name="T0" fmla="*/ 0 w 249"/>
                  <a:gd name="T1" fmla="*/ 5 h 201"/>
                  <a:gd name="T2" fmla="*/ 0 w 249"/>
                  <a:gd name="T3" fmla="*/ 5 h 201"/>
                  <a:gd name="T4" fmla="*/ 0 w 249"/>
                  <a:gd name="T5" fmla="*/ 0 h 201"/>
                  <a:gd name="T6" fmla="*/ 19 w 249"/>
                  <a:gd name="T7" fmla="*/ 0 h 201"/>
                  <a:gd name="T8" fmla="*/ 19 w 249"/>
                  <a:gd name="T9" fmla="*/ 5 h 201"/>
                  <a:gd name="T10" fmla="*/ 19 w 249"/>
                  <a:gd name="T11" fmla="*/ 5 h 201"/>
                  <a:gd name="T12" fmla="*/ 0 w 249"/>
                  <a:gd name="T13" fmla="*/ 5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accent1"/>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554" name="Group 300">
                <a:extLst>
                  <a:ext uri="{FF2B5EF4-FFF2-40B4-BE49-F238E27FC236}">
                    <a16:creationId xmlns:a16="http://schemas.microsoft.com/office/drawing/2014/main" id="{CA47D2A2-133B-FE77-A92B-CA4B0E474F01}"/>
                  </a:ext>
                </a:extLst>
              </p:cNvPr>
              <p:cNvGrpSpPr>
                <a:grpSpLocks noChangeAspect="1"/>
              </p:cNvGrpSpPr>
              <p:nvPr/>
            </p:nvGrpSpPr>
            <p:grpSpPr bwMode="auto">
              <a:xfrm>
                <a:off x="4081" y="3028"/>
                <a:ext cx="148" cy="40"/>
                <a:chOff x="976" y="2560"/>
                <a:chExt cx="239" cy="48"/>
              </a:xfrm>
            </p:grpSpPr>
            <p:sp>
              <p:nvSpPr>
                <p:cNvPr id="62559" name="Arc 301">
                  <a:extLst>
                    <a:ext uri="{FF2B5EF4-FFF2-40B4-BE49-F238E27FC236}">
                      <a16:creationId xmlns:a16="http://schemas.microsoft.com/office/drawing/2014/main" id="{2442C8D1-A504-9E7B-7A5B-0369BD177ABE}"/>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60" name="Arc 302">
                  <a:extLst>
                    <a:ext uri="{FF2B5EF4-FFF2-40B4-BE49-F238E27FC236}">
                      <a16:creationId xmlns:a16="http://schemas.microsoft.com/office/drawing/2014/main" id="{E533AB70-1B53-5F47-9A4B-FFAB99C0BD88}"/>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555" name="Freeform 303">
                <a:extLst>
                  <a:ext uri="{FF2B5EF4-FFF2-40B4-BE49-F238E27FC236}">
                    <a16:creationId xmlns:a16="http://schemas.microsoft.com/office/drawing/2014/main" id="{B86E3256-0447-13F9-12FB-D19212A002F0}"/>
                  </a:ext>
                </a:extLst>
              </p:cNvPr>
              <p:cNvSpPr>
                <a:spLocks noChangeAspect="1"/>
              </p:cNvSpPr>
              <p:nvPr/>
            </p:nvSpPr>
            <p:spPr bwMode="auto">
              <a:xfrm>
                <a:off x="4140" y="3022"/>
                <a:ext cx="29" cy="33"/>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bg1"/>
              </a:solidFill>
              <a:ln w="9525" cmpd="sng">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44" name="Rectangle 304">
                <a:extLst>
                  <a:ext uri="{FF2B5EF4-FFF2-40B4-BE49-F238E27FC236}">
                    <a16:creationId xmlns:a16="http://schemas.microsoft.com/office/drawing/2014/main" id="{4E02F3FA-6607-F182-E510-7A8FBF262EC2}"/>
                  </a:ext>
                </a:extLst>
              </p:cNvPr>
              <p:cNvSpPr>
                <a:spLocks noChangeArrowheads="1"/>
              </p:cNvSpPr>
              <p:nvPr/>
            </p:nvSpPr>
            <p:spPr bwMode="auto">
              <a:xfrm>
                <a:off x="4086" y="3068"/>
                <a:ext cx="47" cy="48"/>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45" name="Rectangle 305">
                <a:extLst>
                  <a:ext uri="{FF2B5EF4-FFF2-40B4-BE49-F238E27FC236}">
                    <a16:creationId xmlns:a16="http://schemas.microsoft.com/office/drawing/2014/main" id="{5FC440E1-094D-F3C0-CFDE-A608330AACD5}"/>
                  </a:ext>
                </a:extLst>
              </p:cNvPr>
              <p:cNvSpPr>
                <a:spLocks noChangeArrowheads="1"/>
              </p:cNvSpPr>
              <p:nvPr/>
            </p:nvSpPr>
            <p:spPr bwMode="auto">
              <a:xfrm>
                <a:off x="4172" y="3064"/>
                <a:ext cx="47" cy="45"/>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46" name="AutoShape 306">
                <a:extLst>
                  <a:ext uri="{FF2B5EF4-FFF2-40B4-BE49-F238E27FC236}">
                    <a16:creationId xmlns:a16="http://schemas.microsoft.com/office/drawing/2014/main" id="{1495ACC1-A33A-30F0-492B-4AD9CD5E6EC6}"/>
                  </a:ext>
                </a:extLst>
              </p:cNvPr>
              <p:cNvSpPr>
                <a:spLocks noChangeAspect="1" noChangeArrowheads="1"/>
              </p:cNvSpPr>
              <p:nvPr/>
            </p:nvSpPr>
            <p:spPr bwMode="auto">
              <a:xfrm flipV="1">
                <a:off x="4126" y="3048"/>
                <a:ext cx="55" cy="78"/>
              </a:xfrm>
              <a:prstGeom prst="triangle">
                <a:avLst>
                  <a:gd name="adj" fmla="val 50000"/>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12" name="Group 307">
              <a:extLst>
                <a:ext uri="{FF2B5EF4-FFF2-40B4-BE49-F238E27FC236}">
                  <a16:creationId xmlns:a16="http://schemas.microsoft.com/office/drawing/2014/main" id="{85F913CD-694D-4F2C-E9D2-DA0964624B03}"/>
                </a:ext>
              </a:extLst>
            </p:cNvPr>
            <p:cNvGrpSpPr>
              <a:grpSpLocks/>
            </p:cNvGrpSpPr>
            <p:nvPr/>
          </p:nvGrpSpPr>
          <p:grpSpPr bwMode="auto">
            <a:xfrm>
              <a:off x="5102" y="3335"/>
              <a:ext cx="122" cy="185"/>
              <a:chOff x="4080" y="2934"/>
              <a:chExt cx="149" cy="229"/>
            </a:xfrm>
          </p:grpSpPr>
          <p:sp>
            <p:nvSpPr>
              <p:cNvPr id="19531" name="Oval 308">
                <a:extLst>
                  <a:ext uri="{FF2B5EF4-FFF2-40B4-BE49-F238E27FC236}">
                    <a16:creationId xmlns:a16="http://schemas.microsoft.com/office/drawing/2014/main" id="{76CB9ECE-589A-E9A4-2DEC-ED83591BF847}"/>
                  </a:ext>
                </a:extLst>
              </p:cNvPr>
              <p:cNvSpPr>
                <a:spLocks noChangeAspect="1" noChangeArrowheads="1"/>
              </p:cNvSpPr>
              <p:nvPr/>
            </p:nvSpPr>
            <p:spPr bwMode="auto">
              <a:xfrm>
                <a:off x="4101" y="2934"/>
                <a:ext cx="103" cy="95"/>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44" name="Freeform 309">
                <a:extLst>
                  <a:ext uri="{FF2B5EF4-FFF2-40B4-BE49-F238E27FC236}">
                    <a16:creationId xmlns:a16="http://schemas.microsoft.com/office/drawing/2014/main" id="{2A3E1CFF-F9EF-2F74-B412-FD107A9900DC}"/>
                  </a:ext>
                </a:extLst>
              </p:cNvPr>
              <p:cNvSpPr>
                <a:spLocks noChangeAspect="1"/>
              </p:cNvSpPr>
              <p:nvPr/>
            </p:nvSpPr>
            <p:spPr bwMode="auto">
              <a:xfrm>
                <a:off x="4080" y="3068"/>
                <a:ext cx="149" cy="95"/>
              </a:xfrm>
              <a:custGeom>
                <a:avLst/>
                <a:gdLst>
                  <a:gd name="T0" fmla="*/ 0 w 249"/>
                  <a:gd name="T1" fmla="*/ 5 h 201"/>
                  <a:gd name="T2" fmla="*/ 0 w 249"/>
                  <a:gd name="T3" fmla="*/ 5 h 201"/>
                  <a:gd name="T4" fmla="*/ 0 w 249"/>
                  <a:gd name="T5" fmla="*/ 0 h 201"/>
                  <a:gd name="T6" fmla="*/ 19 w 249"/>
                  <a:gd name="T7" fmla="*/ 0 h 201"/>
                  <a:gd name="T8" fmla="*/ 19 w 249"/>
                  <a:gd name="T9" fmla="*/ 5 h 201"/>
                  <a:gd name="T10" fmla="*/ 19 w 249"/>
                  <a:gd name="T11" fmla="*/ 5 h 201"/>
                  <a:gd name="T12" fmla="*/ 0 w 249"/>
                  <a:gd name="T13" fmla="*/ 5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accent1"/>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545" name="Group 310">
                <a:extLst>
                  <a:ext uri="{FF2B5EF4-FFF2-40B4-BE49-F238E27FC236}">
                    <a16:creationId xmlns:a16="http://schemas.microsoft.com/office/drawing/2014/main" id="{FE7F3B5F-781B-82D4-F59A-4ABF16B6D903}"/>
                  </a:ext>
                </a:extLst>
              </p:cNvPr>
              <p:cNvGrpSpPr>
                <a:grpSpLocks noChangeAspect="1"/>
              </p:cNvGrpSpPr>
              <p:nvPr/>
            </p:nvGrpSpPr>
            <p:grpSpPr bwMode="auto">
              <a:xfrm>
                <a:off x="4081" y="3028"/>
                <a:ext cx="148" cy="40"/>
                <a:chOff x="976" y="2560"/>
                <a:chExt cx="239" cy="48"/>
              </a:xfrm>
            </p:grpSpPr>
            <p:sp>
              <p:nvSpPr>
                <p:cNvPr id="62550" name="Arc 311">
                  <a:extLst>
                    <a:ext uri="{FF2B5EF4-FFF2-40B4-BE49-F238E27FC236}">
                      <a16:creationId xmlns:a16="http://schemas.microsoft.com/office/drawing/2014/main" id="{CE61FE34-08CB-D38D-C788-AE286726EBFE}"/>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51" name="Arc 312">
                  <a:extLst>
                    <a:ext uri="{FF2B5EF4-FFF2-40B4-BE49-F238E27FC236}">
                      <a16:creationId xmlns:a16="http://schemas.microsoft.com/office/drawing/2014/main" id="{2CDB5CC3-B673-6112-88EE-837A11907223}"/>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546" name="Freeform 313">
                <a:extLst>
                  <a:ext uri="{FF2B5EF4-FFF2-40B4-BE49-F238E27FC236}">
                    <a16:creationId xmlns:a16="http://schemas.microsoft.com/office/drawing/2014/main" id="{6E08E4A0-206B-4319-01FE-53DCA3786E54}"/>
                  </a:ext>
                </a:extLst>
              </p:cNvPr>
              <p:cNvSpPr>
                <a:spLocks noChangeAspect="1"/>
              </p:cNvSpPr>
              <p:nvPr/>
            </p:nvSpPr>
            <p:spPr bwMode="auto">
              <a:xfrm>
                <a:off x="4140" y="3022"/>
                <a:ext cx="29" cy="33"/>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bg1"/>
              </a:solidFill>
              <a:ln w="9525" cmpd="sng">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35" name="Rectangle 314">
                <a:extLst>
                  <a:ext uri="{FF2B5EF4-FFF2-40B4-BE49-F238E27FC236}">
                    <a16:creationId xmlns:a16="http://schemas.microsoft.com/office/drawing/2014/main" id="{B3D8DB02-DC8B-0F62-47C7-C5979F6C8A8A}"/>
                  </a:ext>
                </a:extLst>
              </p:cNvPr>
              <p:cNvSpPr>
                <a:spLocks noChangeArrowheads="1"/>
              </p:cNvSpPr>
              <p:nvPr/>
            </p:nvSpPr>
            <p:spPr bwMode="auto">
              <a:xfrm>
                <a:off x="4086" y="3069"/>
                <a:ext cx="47" cy="46"/>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36" name="Rectangle 315">
                <a:extLst>
                  <a:ext uri="{FF2B5EF4-FFF2-40B4-BE49-F238E27FC236}">
                    <a16:creationId xmlns:a16="http://schemas.microsoft.com/office/drawing/2014/main" id="{8D70F52E-E459-AC5E-A0A5-60B5A00B5FC0}"/>
                  </a:ext>
                </a:extLst>
              </p:cNvPr>
              <p:cNvSpPr>
                <a:spLocks noChangeArrowheads="1"/>
              </p:cNvSpPr>
              <p:nvPr/>
            </p:nvSpPr>
            <p:spPr bwMode="auto">
              <a:xfrm>
                <a:off x="4172" y="3064"/>
                <a:ext cx="48" cy="47"/>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37" name="AutoShape 316">
                <a:extLst>
                  <a:ext uri="{FF2B5EF4-FFF2-40B4-BE49-F238E27FC236}">
                    <a16:creationId xmlns:a16="http://schemas.microsoft.com/office/drawing/2014/main" id="{4C8D1B81-8CBE-2F88-148E-0C7F635D0BA8}"/>
                  </a:ext>
                </a:extLst>
              </p:cNvPr>
              <p:cNvSpPr>
                <a:spLocks noChangeAspect="1" noChangeArrowheads="1"/>
              </p:cNvSpPr>
              <p:nvPr/>
            </p:nvSpPr>
            <p:spPr bwMode="auto">
              <a:xfrm flipV="1">
                <a:off x="4126" y="3048"/>
                <a:ext cx="55" cy="80"/>
              </a:xfrm>
              <a:prstGeom prst="triangle">
                <a:avLst>
                  <a:gd name="adj" fmla="val 50000"/>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13" name="Group 317">
              <a:extLst>
                <a:ext uri="{FF2B5EF4-FFF2-40B4-BE49-F238E27FC236}">
                  <a16:creationId xmlns:a16="http://schemas.microsoft.com/office/drawing/2014/main" id="{5F473AF2-BE7F-3219-8590-BC653FBB53A5}"/>
                </a:ext>
              </a:extLst>
            </p:cNvPr>
            <p:cNvGrpSpPr>
              <a:grpSpLocks/>
            </p:cNvGrpSpPr>
            <p:nvPr/>
          </p:nvGrpSpPr>
          <p:grpSpPr bwMode="auto">
            <a:xfrm>
              <a:off x="5378" y="3495"/>
              <a:ext cx="122" cy="184"/>
              <a:chOff x="4080" y="2934"/>
              <a:chExt cx="149" cy="229"/>
            </a:xfrm>
          </p:grpSpPr>
          <p:sp>
            <p:nvSpPr>
              <p:cNvPr id="19522" name="Oval 318">
                <a:extLst>
                  <a:ext uri="{FF2B5EF4-FFF2-40B4-BE49-F238E27FC236}">
                    <a16:creationId xmlns:a16="http://schemas.microsoft.com/office/drawing/2014/main" id="{8FB8ECE0-978A-4683-2B82-8D076AAA7D1F}"/>
                  </a:ext>
                </a:extLst>
              </p:cNvPr>
              <p:cNvSpPr>
                <a:spLocks noChangeAspect="1" noChangeArrowheads="1"/>
              </p:cNvSpPr>
              <p:nvPr/>
            </p:nvSpPr>
            <p:spPr bwMode="auto">
              <a:xfrm>
                <a:off x="4103" y="2934"/>
                <a:ext cx="101" cy="94"/>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35" name="Freeform 319">
                <a:extLst>
                  <a:ext uri="{FF2B5EF4-FFF2-40B4-BE49-F238E27FC236}">
                    <a16:creationId xmlns:a16="http://schemas.microsoft.com/office/drawing/2014/main" id="{5E325F75-80B2-9954-D2FC-3B862FB2422A}"/>
                  </a:ext>
                </a:extLst>
              </p:cNvPr>
              <p:cNvSpPr>
                <a:spLocks noChangeAspect="1"/>
              </p:cNvSpPr>
              <p:nvPr/>
            </p:nvSpPr>
            <p:spPr bwMode="auto">
              <a:xfrm>
                <a:off x="4080" y="3068"/>
                <a:ext cx="149" cy="95"/>
              </a:xfrm>
              <a:custGeom>
                <a:avLst/>
                <a:gdLst>
                  <a:gd name="T0" fmla="*/ 0 w 249"/>
                  <a:gd name="T1" fmla="*/ 5 h 201"/>
                  <a:gd name="T2" fmla="*/ 0 w 249"/>
                  <a:gd name="T3" fmla="*/ 5 h 201"/>
                  <a:gd name="T4" fmla="*/ 0 w 249"/>
                  <a:gd name="T5" fmla="*/ 0 h 201"/>
                  <a:gd name="T6" fmla="*/ 19 w 249"/>
                  <a:gd name="T7" fmla="*/ 0 h 201"/>
                  <a:gd name="T8" fmla="*/ 19 w 249"/>
                  <a:gd name="T9" fmla="*/ 5 h 201"/>
                  <a:gd name="T10" fmla="*/ 19 w 249"/>
                  <a:gd name="T11" fmla="*/ 5 h 201"/>
                  <a:gd name="T12" fmla="*/ 0 w 249"/>
                  <a:gd name="T13" fmla="*/ 5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accent1"/>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536" name="Group 320">
                <a:extLst>
                  <a:ext uri="{FF2B5EF4-FFF2-40B4-BE49-F238E27FC236}">
                    <a16:creationId xmlns:a16="http://schemas.microsoft.com/office/drawing/2014/main" id="{A891E627-12A0-4F6B-5A2F-AD20EE10AF30}"/>
                  </a:ext>
                </a:extLst>
              </p:cNvPr>
              <p:cNvGrpSpPr>
                <a:grpSpLocks noChangeAspect="1"/>
              </p:cNvGrpSpPr>
              <p:nvPr/>
            </p:nvGrpSpPr>
            <p:grpSpPr bwMode="auto">
              <a:xfrm>
                <a:off x="4081" y="3028"/>
                <a:ext cx="148" cy="40"/>
                <a:chOff x="976" y="2560"/>
                <a:chExt cx="239" cy="48"/>
              </a:xfrm>
            </p:grpSpPr>
            <p:sp>
              <p:nvSpPr>
                <p:cNvPr id="62541" name="Arc 321">
                  <a:extLst>
                    <a:ext uri="{FF2B5EF4-FFF2-40B4-BE49-F238E27FC236}">
                      <a16:creationId xmlns:a16="http://schemas.microsoft.com/office/drawing/2014/main" id="{62727871-B075-6805-3783-DA8D8A2E9FC2}"/>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42" name="Arc 322">
                  <a:extLst>
                    <a:ext uri="{FF2B5EF4-FFF2-40B4-BE49-F238E27FC236}">
                      <a16:creationId xmlns:a16="http://schemas.microsoft.com/office/drawing/2014/main" id="{B809145F-2CFF-A34D-1991-3039A051389B}"/>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537" name="Freeform 323">
                <a:extLst>
                  <a:ext uri="{FF2B5EF4-FFF2-40B4-BE49-F238E27FC236}">
                    <a16:creationId xmlns:a16="http://schemas.microsoft.com/office/drawing/2014/main" id="{02B2B1D4-34A3-EC12-75CF-B5BEC4F55B0B}"/>
                  </a:ext>
                </a:extLst>
              </p:cNvPr>
              <p:cNvSpPr>
                <a:spLocks noChangeAspect="1"/>
              </p:cNvSpPr>
              <p:nvPr/>
            </p:nvSpPr>
            <p:spPr bwMode="auto">
              <a:xfrm>
                <a:off x="4140" y="3022"/>
                <a:ext cx="29" cy="33"/>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bg1"/>
              </a:solidFill>
              <a:ln w="9525" cmpd="sng">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26" name="Rectangle 324">
                <a:extLst>
                  <a:ext uri="{FF2B5EF4-FFF2-40B4-BE49-F238E27FC236}">
                    <a16:creationId xmlns:a16="http://schemas.microsoft.com/office/drawing/2014/main" id="{AA60AB60-3553-4885-6674-555676FE6D62}"/>
                  </a:ext>
                </a:extLst>
              </p:cNvPr>
              <p:cNvSpPr>
                <a:spLocks noChangeArrowheads="1"/>
              </p:cNvSpPr>
              <p:nvPr/>
            </p:nvSpPr>
            <p:spPr bwMode="auto">
              <a:xfrm>
                <a:off x="4086" y="3068"/>
                <a:ext cx="47" cy="48"/>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27" name="Rectangle 325">
                <a:extLst>
                  <a:ext uri="{FF2B5EF4-FFF2-40B4-BE49-F238E27FC236}">
                    <a16:creationId xmlns:a16="http://schemas.microsoft.com/office/drawing/2014/main" id="{620E3CE0-07D6-C2AF-722B-09C85AE436E0}"/>
                  </a:ext>
                </a:extLst>
              </p:cNvPr>
              <p:cNvSpPr>
                <a:spLocks noChangeArrowheads="1"/>
              </p:cNvSpPr>
              <p:nvPr/>
            </p:nvSpPr>
            <p:spPr bwMode="auto">
              <a:xfrm>
                <a:off x="4173" y="3064"/>
                <a:ext cx="48" cy="45"/>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28" name="AutoShape 326">
                <a:extLst>
                  <a:ext uri="{FF2B5EF4-FFF2-40B4-BE49-F238E27FC236}">
                    <a16:creationId xmlns:a16="http://schemas.microsoft.com/office/drawing/2014/main" id="{43B45C02-44B9-FC6D-6CFC-A828C6381D58}"/>
                  </a:ext>
                </a:extLst>
              </p:cNvPr>
              <p:cNvSpPr>
                <a:spLocks noChangeAspect="1" noChangeArrowheads="1"/>
              </p:cNvSpPr>
              <p:nvPr/>
            </p:nvSpPr>
            <p:spPr bwMode="auto">
              <a:xfrm flipV="1">
                <a:off x="4126" y="3048"/>
                <a:ext cx="55" cy="78"/>
              </a:xfrm>
              <a:prstGeom prst="triangle">
                <a:avLst>
                  <a:gd name="adj" fmla="val 50000"/>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14" name="Group 327">
              <a:extLst>
                <a:ext uri="{FF2B5EF4-FFF2-40B4-BE49-F238E27FC236}">
                  <a16:creationId xmlns:a16="http://schemas.microsoft.com/office/drawing/2014/main" id="{44D9CED6-515C-F5BF-7715-AC372552D9B9}"/>
                </a:ext>
              </a:extLst>
            </p:cNvPr>
            <p:cNvGrpSpPr>
              <a:grpSpLocks/>
            </p:cNvGrpSpPr>
            <p:nvPr/>
          </p:nvGrpSpPr>
          <p:grpSpPr bwMode="auto">
            <a:xfrm>
              <a:off x="4964" y="3683"/>
              <a:ext cx="122" cy="185"/>
              <a:chOff x="4080" y="2934"/>
              <a:chExt cx="149" cy="229"/>
            </a:xfrm>
          </p:grpSpPr>
          <p:sp>
            <p:nvSpPr>
              <p:cNvPr id="19513" name="Oval 328">
                <a:extLst>
                  <a:ext uri="{FF2B5EF4-FFF2-40B4-BE49-F238E27FC236}">
                    <a16:creationId xmlns:a16="http://schemas.microsoft.com/office/drawing/2014/main" id="{A0983FA5-137D-F0C2-D6E9-86348A4944BC}"/>
                  </a:ext>
                </a:extLst>
              </p:cNvPr>
              <p:cNvSpPr>
                <a:spLocks noChangeAspect="1" noChangeArrowheads="1"/>
              </p:cNvSpPr>
              <p:nvPr/>
            </p:nvSpPr>
            <p:spPr bwMode="auto">
              <a:xfrm>
                <a:off x="4103" y="2934"/>
                <a:ext cx="101" cy="95"/>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26" name="Freeform 329">
                <a:extLst>
                  <a:ext uri="{FF2B5EF4-FFF2-40B4-BE49-F238E27FC236}">
                    <a16:creationId xmlns:a16="http://schemas.microsoft.com/office/drawing/2014/main" id="{C006A3CE-F31C-94DA-8F8A-D87E50F3E83A}"/>
                  </a:ext>
                </a:extLst>
              </p:cNvPr>
              <p:cNvSpPr>
                <a:spLocks noChangeAspect="1"/>
              </p:cNvSpPr>
              <p:nvPr/>
            </p:nvSpPr>
            <p:spPr bwMode="auto">
              <a:xfrm>
                <a:off x="4080" y="3068"/>
                <a:ext cx="149" cy="95"/>
              </a:xfrm>
              <a:custGeom>
                <a:avLst/>
                <a:gdLst>
                  <a:gd name="T0" fmla="*/ 0 w 249"/>
                  <a:gd name="T1" fmla="*/ 5 h 201"/>
                  <a:gd name="T2" fmla="*/ 0 w 249"/>
                  <a:gd name="T3" fmla="*/ 5 h 201"/>
                  <a:gd name="T4" fmla="*/ 0 w 249"/>
                  <a:gd name="T5" fmla="*/ 0 h 201"/>
                  <a:gd name="T6" fmla="*/ 19 w 249"/>
                  <a:gd name="T7" fmla="*/ 0 h 201"/>
                  <a:gd name="T8" fmla="*/ 19 w 249"/>
                  <a:gd name="T9" fmla="*/ 5 h 201"/>
                  <a:gd name="T10" fmla="*/ 19 w 249"/>
                  <a:gd name="T11" fmla="*/ 5 h 201"/>
                  <a:gd name="T12" fmla="*/ 0 w 249"/>
                  <a:gd name="T13" fmla="*/ 5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accent1"/>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527" name="Group 330">
                <a:extLst>
                  <a:ext uri="{FF2B5EF4-FFF2-40B4-BE49-F238E27FC236}">
                    <a16:creationId xmlns:a16="http://schemas.microsoft.com/office/drawing/2014/main" id="{1091337C-A875-50CD-DE13-CFAD23ADCC2E}"/>
                  </a:ext>
                </a:extLst>
              </p:cNvPr>
              <p:cNvGrpSpPr>
                <a:grpSpLocks noChangeAspect="1"/>
              </p:cNvGrpSpPr>
              <p:nvPr/>
            </p:nvGrpSpPr>
            <p:grpSpPr bwMode="auto">
              <a:xfrm>
                <a:off x="4081" y="3028"/>
                <a:ext cx="148" cy="40"/>
                <a:chOff x="976" y="2560"/>
                <a:chExt cx="239" cy="48"/>
              </a:xfrm>
            </p:grpSpPr>
            <p:sp>
              <p:nvSpPr>
                <p:cNvPr id="62532" name="Arc 331">
                  <a:extLst>
                    <a:ext uri="{FF2B5EF4-FFF2-40B4-BE49-F238E27FC236}">
                      <a16:creationId xmlns:a16="http://schemas.microsoft.com/office/drawing/2014/main" id="{BCF24180-2486-1F59-CE3D-B89F45EDC07E}"/>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33" name="Arc 332">
                  <a:extLst>
                    <a:ext uri="{FF2B5EF4-FFF2-40B4-BE49-F238E27FC236}">
                      <a16:creationId xmlns:a16="http://schemas.microsoft.com/office/drawing/2014/main" id="{252633B3-00C2-8EE7-B06E-6B3143762FFF}"/>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528" name="Freeform 333">
                <a:extLst>
                  <a:ext uri="{FF2B5EF4-FFF2-40B4-BE49-F238E27FC236}">
                    <a16:creationId xmlns:a16="http://schemas.microsoft.com/office/drawing/2014/main" id="{80EBE3A8-DCD5-9003-7115-253C73BAD878}"/>
                  </a:ext>
                </a:extLst>
              </p:cNvPr>
              <p:cNvSpPr>
                <a:spLocks noChangeAspect="1"/>
              </p:cNvSpPr>
              <p:nvPr/>
            </p:nvSpPr>
            <p:spPr bwMode="auto">
              <a:xfrm>
                <a:off x="4140" y="3022"/>
                <a:ext cx="29" cy="33"/>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bg1"/>
              </a:solidFill>
              <a:ln w="9525" cmpd="sng">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17" name="Rectangle 334">
                <a:extLst>
                  <a:ext uri="{FF2B5EF4-FFF2-40B4-BE49-F238E27FC236}">
                    <a16:creationId xmlns:a16="http://schemas.microsoft.com/office/drawing/2014/main" id="{AEDEF1F4-BDBC-90B0-F439-C247CFCD2214}"/>
                  </a:ext>
                </a:extLst>
              </p:cNvPr>
              <p:cNvSpPr>
                <a:spLocks noChangeArrowheads="1"/>
              </p:cNvSpPr>
              <p:nvPr/>
            </p:nvSpPr>
            <p:spPr bwMode="auto">
              <a:xfrm>
                <a:off x="4086" y="3068"/>
                <a:ext cx="47" cy="46"/>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18" name="Rectangle 335">
                <a:extLst>
                  <a:ext uri="{FF2B5EF4-FFF2-40B4-BE49-F238E27FC236}">
                    <a16:creationId xmlns:a16="http://schemas.microsoft.com/office/drawing/2014/main" id="{453DC69A-5FEC-6748-15DA-8AB6AB27A0D6}"/>
                  </a:ext>
                </a:extLst>
              </p:cNvPr>
              <p:cNvSpPr>
                <a:spLocks noChangeArrowheads="1"/>
              </p:cNvSpPr>
              <p:nvPr/>
            </p:nvSpPr>
            <p:spPr bwMode="auto">
              <a:xfrm>
                <a:off x="4173" y="3064"/>
                <a:ext cx="48" cy="47"/>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19" name="AutoShape 336">
                <a:extLst>
                  <a:ext uri="{FF2B5EF4-FFF2-40B4-BE49-F238E27FC236}">
                    <a16:creationId xmlns:a16="http://schemas.microsoft.com/office/drawing/2014/main" id="{08790C70-6E91-92B6-5725-BD131599D52A}"/>
                  </a:ext>
                </a:extLst>
              </p:cNvPr>
              <p:cNvSpPr>
                <a:spLocks noChangeAspect="1" noChangeArrowheads="1"/>
              </p:cNvSpPr>
              <p:nvPr/>
            </p:nvSpPr>
            <p:spPr bwMode="auto">
              <a:xfrm flipV="1">
                <a:off x="4126" y="3048"/>
                <a:ext cx="55" cy="80"/>
              </a:xfrm>
              <a:prstGeom prst="triangle">
                <a:avLst>
                  <a:gd name="adj" fmla="val 50000"/>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nvGrpSpPr>
            <p:cNvPr id="62515" name="Group 337">
              <a:extLst>
                <a:ext uri="{FF2B5EF4-FFF2-40B4-BE49-F238E27FC236}">
                  <a16:creationId xmlns:a16="http://schemas.microsoft.com/office/drawing/2014/main" id="{99423589-EFBA-B027-D202-B7B837D13A0B}"/>
                </a:ext>
              </a:extLst>
            </p:cNvPr>
            <p:cNvGrpSpPr>
              <a:grpSpLocks/>
            </p:cNvGrpSpPr>
            <p:nvPr/>
          </p:nvGrpSpPr>
          <p:grpSpPr bwMode="auto">
            <a:xfrm>
              <a:off x="5240" y="3683"/>
              <a:ext cx="122" cy="185"/>
              <a:chOff x="4080" y="2934"/>
              <a:chExt cx="149" cy="229"/>
            </a:xfrm>
          </p:grpSpPr>
          <p:sp>
            <p:nvSpPr>
              <p:cNvPr id="19504" name="Oval 338">
                <a:extLst>
                  <a:ext uri="{FF2B5EF4-FFF2-40B4-BE49-F238E27FC236}">
                    <a16:creationId xmlns:a16="http://schemas.microsoft.com/office/drawing/2014/main" id="{93FD0A80-62ED-1B37-31AA-39E0D43DF5A9}"/>
                  </a:ext>
                </a:extLst>
              </p:cNvPr>
              <p:cNvSpPr>
                <a:spLocks noChangeAspect="1" noChangeArrowheads="1"/>
              </p:cNvSpPr>
              <p:nvPr/>
            </p:nvSpPr>
            <p:spPr bwMode="auto">
              <a:xfrm>
                <a:off x="4103" y="2934"/>
                <a:ext cx="101" cy="95"/>
              </a:xfrm>
              <a:prstGeom prst="ellipse">
                <a:avLst/>
              </a:prstGeom>
              <a:solidFill>
                <a:schemeClr val="accent1"/>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17" name="Freeform 339">
                <a:extLst>
                  <a:ext uri="{FF2B5EF4-FFF2-40B4-BE49-F238E27FC236}">
                    <a16:creationId xmlns:a16="http://schemas.microsoft.com/office/drawing/2014/main" id="{7DF0EFB2-B6EF-9765-DDF5-11CBE0F290DB}"/>
                  </a:ext>
                </a:extLst>
              </p:cNvPr>
              <p:cNvSpPr>
                <a:spLocks noChangeAspect="1"/>
              </p:cNvSpPr>
              <p:nvPr/>
            </p:nvSpPr>
            <p:spPr bwMode="auto">
              <a:xfrm>
                <a:off x="4080" y="3068"/>
                <a:ext cx="149" cy="95"/>
              </a:xfrm>
              <a:custGeom>
                <a:avLst/>
                <a:gdLst>
                  <a:gd name="T0" fmla="*/ 0 w 249"/>
                  <a:gd name="T1" fmla="*/ 5 h 201"/>
                  <a:gd name="T2" fmla="*/ 0 w 249"/>
                  <a:gd name="T3" fmla="*/ 5 h 201"/>
                  <a:gd name="T4" fmla="*/ 0 w 249"/>
                  <a:gd name="T5" fmla="*/ 0 h 201"/>
                  <a:gd name="T6" fmla="*/ 19 w 249"/>
                  <a:gd name="T7" fmla="*/ 0 h 201"/>
                  <a:gd name="T8" fmla="*/ 19 w 249"/>
                  <a:gd name="T9" fmla="*/ 5 h 201"/>
                  <a:gd name="T10" fmla="*/ 19 w 249"/>
                  <a:gd name="T11" fmla="*/ 5 h 201"/>
                  <a:gd name="T12" fmla="*/ 0 w 249"/>
                  <a:gd name="T13" fmla="*/ 5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accent1"/>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62518" name="Group 340">
                <a:extLst>
                  <a:ext uri="{FF2B5EF4-FFF2-40B4-BE49-F238E27FC236}">
                    <a16:creationId xmlns:a16="http://schemas.microsoft.com/office/drawing/2014/main" id="{1613E344-150A-7CAB-C03D-833C3F910EC2}"/>
                  </a:ext>
                </a:extLst>
              </p:cNvPr>
              <p:cNvGrpSpPr>
                <a:grpSpLocks noChangeAspect="1"/>
              </p:cNvGrpSpPr>
              <p:nvPr/>
            </p:nvGrpSpPr>
            <p:grpSpPr bwMode="auto">
              <a:xfrm>
                <a:off x="4081" y="3028"/>
                <a:ext cx="148" cy="40"/>
                <a:chOff x="976" y="2560"/>
                <a:chExt cx="239" cy="48"/>
              </a:xfrm>
            </p:grpSpPr>
            <p:sp>
              <p:nvSpPr>
                <p:cNvPr id="62523" name="Arc 341">
                  <a:extLst>
                    <a:ext uri="{FF2B5EF4-FFF2-40B4-BE49-F238E27FC236}">
                      <a16:creationId xmlns:a16="http://schemas.microsoft.com/office/drawing/2014/main" id="{FB5ABDA1-2B3A-2FDA-7380-71D7F9D21AF1}"/>
                    </a:ext>
                  </a:extLst>
                </p:cNvPr>
                <p:cNvSpPr>
                  <a:spLocks noChangeAspect="1"/>
                </p:cNvSpPr>
                <p:nvPr/>
              </p:nvSpPr>
              <p:spPr bwMode="auto">
                <a:xfrm>
                  <a:off x="1119"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24" name="Arc 342">
                  <a:extLst>
                    <a:ext uri="{FF2B5EF4-FFF2-40B4-BE49-F238E27FC236}">
                      <a16:creationId xmlns:a16="http://schemas.microsoft.com/office/drawing/2014/main" id="{DA68E3B8-08F3-127F-5575-71BE18F1BCA6}"/>
                    </a:ext>
                  </a:extLst>
                </p:cNvPr>
                <p:cNvSpPr>
                  <a:spLocks noChangeAspect="1"/>
                </p:cNvSpPr>
                <p:nvPr/>
              </p:nvSpPr>
              <p:spPr bwMode="auto">
                <a:xfrm flipH="1">
                  <a:off x="976" y="2560"/>
                  <a:ext cx="96" cy="4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2519" name="Freeform 343">
                <a:extLst>
                  <a:ext uri="{FF2B5EF4-FFF2-40B4-BE49-F238E27FC236}">
                    <a16:creationId xmlns:a16="http://schemas.microsoft.com/office/drawing/2014/main" id="{AFD6DE59-1ECE-81A8-CED2-9A07E0AFEC8F}"/>
                  </a:ext>
                </a:extLst>
              </p:cNvPr>
              <p:cNvSpPr>
                <a:spLocks noChangeAspect="1"/>
              </p:cNvSpPr>
              <p:nvPr/>
            </p:nvSpPr>
            <p:spPr bwMode="auto">
              <a:xfrm>
                <a:off x="4140" y="3022"/>
                <a:ext cx="29" cy="33"/>
              </a:xfrm>
              <a:custGeom>
                <a:avLst/>
                <a:gdLst>
                  <a:gd name="T0" fmla="*/ 0 w 249"/>
                  <a:gd name="T1" fmla="*/ 0 h 201"/>
                  <a:gd name="T2" fmla="*/ 0 w 249"/>
                  <a:gd name="T3" fmla="*/ 0 h 201"/>
                  <a:gd name="T4" fmla="*/ 0 w 249"/>
                  <a:gd name="T5" fmla="*/ 0 h 201"/>
                  <a:gd name="T6" fmla="*/ 0 w 249"/>
                  <a:gd name="T7" fmla="*/ 0 h 201"/>
                  <a:gd name="T8" fmla="*/ 0 w 249"/>
                  <a:gd name="T9" fmla="*/ 0 h 201"/>
                  <a:gd name="T10" fmla="*/ 0 w 249"/>
                  <a:gd name="T11" fmla="*/ 0 h 201"/>
                  <a:gd name="T12" fmla="*/ 0 w 249"/>
                  <a:gd name="T13" fmla="*/ 0 h 2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9" h="201">
                    <a:moveTo>
                      <a:pt x="0" y="200"/>
                    </a:moveTo>
                    <a:lnTo>
                      <a:pt x="0" y="200"/>
                    </a:lnTo>
                    <a:lnTo>
                      <a:pt x="0" y="0"/>
                    </a:lnTo>
                    <a:lnTo>
                      <a:pt x="248" y="0"/>
                    </a:lnTo>
                    <a:lnTo>
                      <a:pt x="248" y="200"/>
                    </a:lnTo>
                    <a:lnTo>
                      <a:pt x="0" y="200"/>
                    </a:lnTo>
                    <a:close/>
                  </a:path>
                </a:pathLst>
              </a:custGeom>
              <a:solidFill>
                <a:schemeClr val="bg1"/>
              </a:solidFill>
              <a:ln w="9525" cmpd="sng">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9508" name="Rectangle 344">
                <a:extLst>
                  <a:ext uri="{FF2B5EF4-FFF2-40B4-BE49-F238E27FC236}">
                    <a16:creationId xmlns:a16="http://schemas.microsoft.com/office/drawing/2014/main" id="{4955F159-C6C0-8120-DD8F-671FA75DF871}"/>
                  </a:ext>
                </a:extLst>
              </p:cNvPr>
              <p:cNvSpPr>
                <a:spLocks noChangeArrowheads="1"/>
              </p:cNvSpPr>
              <p:nvPr/>
            </p:nvSpPr>
            <p:spPr bwMode="auto">
              <a:xfrm>
                <a:off x="4086" y="3068"/>
                <a:ext cx="47" cy="46"/>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09" name="Rectangle 345">
                <a:extLst>
                  <a:ext uri="{FF2B5EF4-FFF2-40B4-BE49-F238E27FC236}">
                    <a16:creationId xmlns:a16="http://schemas.microsoft.com/office/drawing/2014/main" id="{D3D7E1E5-C354-81C6-F44A-1914B25A685B}"/>
                  </a:ext>
                </a:extLst>
              </p:cNvPr>
              <p:cNvSpPr>
                <a:spLocks noChangeArrowheads="1"/>
              </p:cNvSpPr>
              <p:nvPr/>
            </p:nvSpPr>
            <p:spPr bwMode="auto">
              <a:xfrm>
                <a:off x="4172" y="3064"/>
                <a:ext cx="47" cy="47"/>
              </a:xfrm>
              <a:prstGeom prst="rect">
                <a:avLst/>
              </a:prstGeom>
              <a:solidFill>
                <a:schemeClr val="bg1"/>
              </a:solidFill>
              <a:ln w="9525">
                <a:solidFill>
                  <a:schemeClr val="bg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19510" name="AutoShape 346">
                <a:extLst>
                  <a:ext uri="{FF2B5EF4-FFF2-40B4-BE49-F238E27FC236}">
                    <a16:creationId xmlns:a16="http://schemas.microsoft.com/office/drawing/2014/main" id="{45860A14-8C5E-A21D-9AA5-BEBE3D5BAF4B}"/>
                  </a:ext>
                </a:extLst>
              </p:cNvPr>
              <p:cNvSpPr>
                <a:spLocks noChangeAspect="1" noChangeArrowheads="1"/>
              </p:cNvSpPr>
              <p:nvPr/>
            </p:nvSpPr>
            <p:spPr bwMode="auto">
              <a:xfrm flipV="1">
                <a:off x="4126" y="3048"/>
                <a:ext cx="55" cy="80"/>
              </a:xfrm>
              <a:prstGeom prst="triangle">
                <a:avLst>
                  <a:gd name="adj" fmla="val 50000"/>
                </a:avLst>
              </a:prstGeom>
              <a:solidFill>
                <a:schemeClr val="tx1"/>
              </a:solidFill>
              <a:ln w="9525">
                <a:solidFill>
                  <a:schemeClr val="tx1"/>
                </a:solidFill>
                <a:miter lim="800000"/>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grpSp>
      </p:grpSp>
      <p:grpSp>
        <p:nvGrpSpPr>
          <p:cNvPr id="62500" name="Group 347">
            <a:extLst>
              <a:ext uri="{FF2B5EF4-FFF2-40B4-BE49-F238E27FC236}">
                <a16:creationId xmlns:a16="http://schemas.microsoft.com/office/drawing/2014/main" id="{C44F3691-88F7-51B4-3273-248B8DF90732}"/>
              </a:ext>
            </a:extLst>
          </p:cNvPr>
          <p:cNvGrpSpPr>
            <a:grpSpLocks/>
          </p:cNvGrpSpPr>
          <p:nvPr/>
        </p:nvGrpSpPr>
        <p:grpSpPr bwMode="auto">
          <a:xfrm>
            <a:off x="7267575" y="4645025"/>
            <a:ext cx="690563" cy="328613"/>
            <a:chOff x="1522" y="2452"/>
            <a:chExt cx="426" cy="203"/>
          </a:xfrm>
        </p:grpSpPr>
        <p:sp>
          <p:nvSpPr>
            <p:cNvPr id="19492" name="AutoShape 348">
              <a:extLst>
                <a:ext uri="{FF2B5EF4-FFF2-40B4-BE49-F238E27FC236}">
                  <a16:creationId xmlns:a16="http://schemas.microsoft.com/office/drawing/2014/main" id="{4F4C94EB-F740-3A68-68FF-8B62FC50A081}"/>
                </a:ext>
              </a:extLst>
            </p:cNvPr>
            <p:cNvSpPr>
              <a:spLocks noChangeArrowheads="1"/>
            </p:cNvSpPr>
            <p:nvPr/>
          </p:nvSpPr>
          <p:spPr bwMode="auto">
            <a:xfrm>
              <a:off x="1522" y="2499"/>
              <a:ext cx="25" cy="140"/>
            </a:xfrm>
            <a:prstGeom prst="roundRect">
              <a:avLst>
                <a:gd name="adj" fmla="val 0"/>
              </a:avLst>
            </a:prstGeom>
            <a:solidFill>
              <a:srgbClr val="000000"/>
            </a:solidFill>
            <a:ln w="9525">
              <a:solidFill>
                <a:schemeClr val="tx1"/>
              </a:solidFill>
              <a:round/>
              <a:headEnd/>
              <a:tailEnd/>
            </a:ln>
            <a:effectLst/>
          </p:spPr>
          <p:txBody>
            <a:bodyPr wrap="none" anchor="ctr"/>
            <a:lstStyle>
              <a:lvl1pPr>
                <a:defRPr sz="1600">
                  <a:solidFill>
                    <a:schemeClr val="tx1"/>
                  </a:solidFill>
                  <a:latin typeface="Arial" panose="020B0604020202020204" pitchFamily="34" charset="0"/>
                  <a:ea typeface="굴림" panose="020B0600000101010101" pitchFamily="50" charset="-127"/>
                </a:defRPr>
              </a:lvl1pPr>
              <a:lvl2pPr marL="742950" indent="-285750">
                <a:defRPr sz="1600">
                  <a:solidFill>
                    <a:schemeClr val="tx1"/>
                  </a:solidFill>
                  <a:latin typeface="Arial" panose="020B0604020202020204" pitchFamily="34" charset="0"/>
                  <a:ea typeface="굴림" panose="020B0600000101010101" pitchFamily="50" charset="-127"/>
                </a:defRPr>
              </a:lvl2pPr>
              <a:lvl3pPr marL="1143000" indent="-228600">
                <a:defRPr sz="1600">
                  <a:solidFill>
                    <a:schemeClr val="tx1"/>
                  </a:solidFill>
                  <a:latin typeface="Arial" panose="020B0604020202020204" pitchFamily="34" charset="0"/>
                  <a:ea typeface="굴림" panose="020B0600000101010101" pitchFamily="50" charset="-127"/>
                </a:defRPr>
              </a:lvl3pPr>
              <a:lvl4pPr marL="1600200" indent="-228600">
                <a:defRPr sz="1600">
                  <a:solidFill>
                    <a:schemeClr val="tx1"/>
                  </a:solidFill>
                  <a:latin typeface="Arial" panose="020B0604020202020204" pitchFamily="34" charset="0"/>
                  <a:ea typeface="굴림" panose="020B0600000101010101" pitchFamily="50" charset="-127"/>
                </a:defRPr>
              </a:lvl4pPr>
              <a:lvl5pPr marL="2057400" indent="-228600">
                <a:defRPr sz="1600">
                  <a:solidFill>
                    <a:schemeClr val="tx1"/>
                  </a:solidFill>
                  <a:latin typeface="Arial" panose="020B0604020202020204" pitchFamily="34" charset="0"/>
                  <a:ea typeface="굴림" panose="020B0600000101010101" pitchFamily="50" charset="-127"/>
                </a:defRPr>
              </a:lvl5pPr>
              <a:lvl6pPr marL="25146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6pPr>
              <a:lvl7pPr marL="29718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7pPr>
              <a:lvl8pPr marL="34290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8pPr>
              <a:lvl9pPr marL="3886200" indent="-228600" eaLnBrk="0" fontAlgn="base" hangingPunct="0">
                <a:spcBef>
                  <a:spcPct val="0"/>
                </a:spcBef>
                <a:spcAft>
                  <a:spcPct val="0"/>
                </a:spcAft>
                <a:defRPr sz="1600">
                  <a:solidFill>
                    <a:schemeClr val="tx1"/>
                  </a:solidFill>
                  <a:latin typeface="Arial" panose="020B0604020202020204" pitchFamily="34" charset="0"/>
                  <a:ea typeface="굴림" panose="020B0600000101010101" pitchFamily="50" charset="-127"/>
                </a:defRPr>
              </a:lvl9pPr>
            </a:lstStyle>
            <a:p>
              <a:pPr eaLnBrk="1" hangingPunct="1">
                <a:defRPr/>
              </a:pPr>
              <a:endParaRPr lang="ko-KR" altLang="en-US" sz="1632"/>
            </a:p>
          </p:txBody>
        </p:sp>
        <p:sp>
          <p:nvSpPr>
            <p:cNvPr id="62505" name="Freeform 349">
              <a:extLst>
                <a:ext uri="{FF2B5EF4-FFF2-40B4-BE49-F238E27FC236}">
                  <a16:creationId xmlns:a16="http://schemas.microsoft.com/office/drawing/2014/main" id="{0A5867AA-E3FB-B863-3A3E-BE02457FC916}"/>
                </a:ext>
              </a:extLst>
            </p:cNvPr>
            <p:cNvSpPr>
              <a:spLocks/>
            </p:cNvSpPr>
            <p:nvPr/>
          </p:nvSpPr>
          <p:spPr bwMode="auto">
            <a:xfrm>
              <a:off x="1573" y="2452"/>
              <a:ext cx="375" cy="196"/>
            </a:xfrm>
            <a:custGeom>
              <a:avLst/>
              <a:gdLst>
                <a:gd name="T0" fmla="*/ 0 w 353"/>
                <a:gd name="T1" fmla="*/ 43 h 201"/>
                <a:gd name="T2" fmla="*/ 0 w 353"/>
                <a:gd name="T3" fmla="*/ 156 h 201"/>
                <a:gd name="T4" fmla="*/ 75 w 353"/>
                <a:gd name="T5" fmla="*/ 176 h 201"/>
                <a:gd name="T6" fmla="*/ 291 w 353"/>
                <a:gd name="T7" fmla="*/ 176 h 201"/>
                <a:gd name="T8" fmla="*/ 291 w 353"/>
                <a:gd name="T9" fmla="*/ 62 h 201"/>
                <a:gd name="T10" fmla="*/ 283 w 353"/>
                <a:gd name="T11" fmla="*/ 51 h 201"/>
                <a:gd name="T12" fmla="*/ 465 w 353"/>
                <a:gd name="T13" fmla="*/ 51 h 201"/>
                <a:gd name="T14" fmla="*/ 476 w 353"/>
                <a:gd name="T15" fmla="*/ 43 h 201"/>
                <a:gd name="T16" fmla="*/ 476 w 353"/>
                <a:gd name="T17" fmla="*/ 20 h 201"/>
                <a:gd name="T18" fmla="*/ 465 w 353"/>
                <a:gd name="T19" fmla="*/ 16 h 201"/>
                <a:gd name="T20" fmla="*/ 140 w 353"/>
                <a:gd name="T21" fmla="*/ 0 h 201"/>
                <a:gd name="T22" fmla="*/ 21 w 353"/>
                <a:gd name="T23" fmla="*/ 35 h 201"/>
                <a:gd name="T24" fmla="*/ 0 w 353"/>
                <a:gd name="T25" fmla="*/ 43 h 20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3" h="201">
                  <a:moveTo>
                    <a:pt x="0" y="48"/>
                  </a:moveTo>
                  <a:lnTo>
                    <a:pt x="0" y="176"/>
                  </a:lnTo>
                  <a:lnTo>
                    <a:pt x="56" y="200"/>
                  </a:lnTo>
                  <a:lnTo>
                    <a:pt x="216" y="200"/>
                  </a:lnTo>
                  <a:lnTo>
                    <a:pt x="216" y="72"/>
                  </a:lnTo>
                  <a:lnTo>
                    <a:pt x="208" y="56"/>
                  </a:lnTo>
                  <a:lnTo>
                    <a:pt x="344" y="56"/>
                  </a:lnTo>
                  <a:lnTo>
                    <a:pt x="352" y="48"/>
                  </a:lnTo>
                  <a:lnTo>
                    <a:pt x="352" y="24"/>
                  </a:lnTo>
                  <a:lnTo>
                    <a:pt x="344" y="16"/>
                  </a:lnTo>
                  <a:lnTo>
                    <a:pt x="104" y="0"/>
                  </a:lnTo>
                  <a:lnTo>
                    <a:pt x="16" y="40"/>
                  </a:lnTo>
                  <a:lnTo>
                    <a:pt x="0" y="48"/>
                  </a:lnTo>
                  <a:close/>
                </a:path>
              </a:pathLst>
            </a:custGeom>
            <a:solidFill>
              <a:srgbClr val="FFFFFF"/>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06" name="Freeform 350">
              <a:extLst>
                <a:ext uri="{FF2B5EF4-FFF2-40B4-BE49-F238E27FC236}">
                  <a16:creationId xmlns:a16="http://schemas.microsoft.com/office/drawing/2014/main" id="{52E7956C-2E92-4F2B-18CE-627380D7AF24}"/>
                </a:ext>
              </a:extLst>
            </p:cNvPr>
            <p:cNvSpPr>
              <a:spLocks/>
            </p:cNvSpPr>
            <p:nvPr/>
          </p:nvSpPr>
          <p:spPr bwMode="auto">
            <a:xfrm>
              <a:off x="1726" y="2584"/>
              <a:ext cx="111" cy="33"/>
            </a:xfrm>
            <a:custGeom>
              <a:avLst/>
              <a:gdLst>
                <a:gd name="T0" fmla="*/ 31 w 105"/>
                <a:gd name="T1" fmla="*/ 0 h 33"/>
                <a:gd name="T2" fmla="*/ 126 w 105"/>
                <a:gd name="T3" fmla="*/ 0 h 33"/>
                <a:gd name="T4" fmla="*/ 137 w 105"/>
                <a:gd name="T5" fmla="*/ 8 h 33"/>
                <a:gd name="T6" fmla="*/ 137 w 105"/>
                <a:gd name="T7" fmla="*/ 24 h 33"/>
                <a:gd name="T8" fmla="*/ 126 w 105"/>
                <a:gd name="T9" fmla="*/ 32 h 33"/>
                <a:gd name="T10" fmla="*/ 106 w 105"/>
                <a:gd name="T11" fmla="*/ 32 h 33"/>
                <a:gd name="T12" fmla="*/ 0 w 105"/>
                <a:gd name="T13" fmla="*/ 32 h 33"/>
                <a:gd name="T14" fmla="*/ 0 w 105"/>
                <a:gd name="T15" fmla="*/ 24 h 33"/>
                <a:gd name="T16" fmla="*/ 0 w 105"/>
                <a:gd name="T17" fmla="*/ 8 h 33"/>
                <a:gd name="T18" fmla="*/ 0 w 105"/>
                <a:gd name="T19" fmla="*/ 0 h 33"/>
                <a:gd name="T20" fmla="*/ 31 w 105"/>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5" h="33">
                  <a:moveTo>
                    <a:pt x="24" y="0"/>
                  </a:moveTo>
                  <a:lnTo>
                    <a:pt x="96" y="0"/>
                  </a:lnTo>
                  <a:lnTo>
                    <a:pt x="104" y="8"/>
                  </a:lnTo>
                  <a:lnTo>
                    <a:pt x="104" y="24"/>
                  </a:lnTo>
                  <a:lnTo>
                    <a:pt x="96" y="32"/>
                  </a:lnTo>
                  <a:lnTo>
                    <a:pt x="80" y="32"/>
                  </a:lnTo>
                  <a:lnTo>
                    <a:pt x="0" y="32"/>
                  </a:lnTo>
                  <a:lnTo>
                    <a:pt x="0" y="24"/>
                  </a:lnTo>
                  <a:lnTo>
                    <a:pt x="0" y="8"/>
                  </a:lnTo>
                  <a:lnTo>
                    <a:pt x="0" y="0"/>
                  </a:lnTo>
                  <a:lnTo>
                    <a:pt x="24" y="0"/>
                  </a:lnTo>
                  <a:close/>
                </a:path>
              </a:pathLst>
            </a:custGeom>
            <a:solidFill>
              <a:srgbClr val="FFFFFF"/>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07" name="Freeform 351">
              <a:extLst>
                <a:ext uri="{FF2B5EF4-FFF2-40B4-BE49-F238E27FC236}">
                  <a16:creationId xmlns:a16="http://schemas.microsoft.com/office/drawing/2014/main" id="{74A7227E-1FAB-77A0-1F3A-B3A2F2C14B53}"/>
                </a:ext>
              </a:extLst>
            </p:cNvPr>
            <p:cNvSpPr>
              <a:spLocks/>
            </p:cNvSpPr>
            <p:nvPr/>
          </p:nvSpPr>
          <p:spPr bwMode="auto">
            <a:xfrm>
              <a:off x="1726" y="2616"/>
              <a:ext cx="94" cy="39"/>
            </a:xfrm>
            <a:custGeom>
              <a:avLst/>
              <a:gdLst>
                <a:gd name="T0" fmla="*/ 105 w 89"/>
                <a:gd name="T1" fmla="*/ 0 h 41"/>
                <a:gd name="T2" fmla="*/ 8 w 89"/>
                <a:gd name="T3" fmla="*/ 0 h 41"/>
                <a:gd name="T4" fmla="*/ 0 w 89"/>
                <a:gd name="T5" fmla="*/ 11 h 41"/>
                <a:gd name="T6" fmla="*/ 0 w 89"/>
                <a:gd name="T7" fmla="*/ 26 h 41"/>
                <a:gd name="T8" fmla="*/ 21 w 89"/>
                <a:gd name="T9" fmla="*/ 30 h 41"/>
                <a:gd name="T10" fmla="*/ 105 w 89"/>
                <a:gd name="T11" fmla="*/ 30 h 41"/>
                <a:gd name="T12" fmla="*/ 116 w 89"/>
                <a:gd name="T13" fmla="*/ 26 h 41"/>
                <a:gd name="T14" fmla="*/ 116 w 89"/>
                <a:gd name="T15" fmla="*/ 11 h 41"/>
                <a:gd name="T16" fmla="*/ 105 w 89"/>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9" h="41">
                  <a:moveTo>
                    <a:pt x="80" y="0"/>
                  </a:moveTo>
                  <a:lnTo>
                    <a:pt x="8" y="0"/>
                  </a:lnTo>
                  <a:lnTo>
                    <a:pt x="0" y="16"/>
                  </a:lnTo>
                  <a:lnTo>
                    <a:pt x="0" y="32"/>
                  </a:lnTo>
                  <a:lnTo>
                    <a:pt x="16" y="40"/>
                  </a:lnTo>
                  <a:lnTo>
                    <a:pt x="80" y="40"/>
                  </a:lnTo>
                  <a:lnTo>
                    <a:pt x="88" y="32"/>
                  </a:lnTo>
                  <a:lnTo>
                    <a:pt x="88" y="16"/>
                  </a:lnTo>
                  <a:lnTo>
                    <a:pt x="80" y="0"/>
                  </a:lnTo>
                  <a:close/>
                </a:path>
              </a:pathLst>
            </a:custGeom>
            <a:solidFill>
              <a:srgbClr val="FFFFFF"/>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08" name="Freeform 352">
              <a:extLst>
                <a:ext uri="{FF2B5EF4-FFF2-40B4-BE49-F238E27FC236}">
                  <a16:creationId xmlns:a16="http://schemas.microsoft.com/office/drawing/2014/main" id="{8A005A9E-E975-3F03-B280-6041895A93F5}"/>
                </a:ext>
              </a:extLst>
            </p:cNvPr>
            <p:cNvSpPr>
              <a:spLocks/>
            </p:cNvSpPr>
            <p:nvPr/>
          </p:nvSpPr>
          <p:spPr bwMode="auto">
            <a:xfrm>
              <a:off x="1726" y="2538"/>
              <a:ext cx="120" cy="47"/>
            </a:xfrm>
            <a:custGeom>
              <a:avLst/>
              <a:gdLst>
                <a:gd name="T0" fmla="*/ 0 w 113"/>
                <a:gd name="T1" fmla="*/ 0 h 49"/>
                <a:gd name="T2" fmla="*/ 130 w 113"/>
                <a:gd name="T3" fmla="*/ 0 h 49"/>
                <a:gd name="T4" fmla="*/ 151 w 113"/>
                <a:gd name="T5" fmla="*/ 8 h 49"/>
                <a:gd name="T6" fmla="*/ 151 w 113"/>
                <a:gd name="T7" fmla="*/ 27 h 49"/>
                <a:gd name="T8" fmla="*/ 130 w 113"/>
                <a:gd name="T9" fmla="*/ 38 h 49"/>
                <a:gd name="T10" fmla="*/ 0 w 113"/>
                <a:gd name="T11" fmla="*/ 38 h 49"/>
                <a:gd name="T12" fmla="*/ 0 w 113"/>
                <a:gd name="T13" fmla="*/ 27 h 49"/>
                <a:gd name="T14" fmla="*/ 0 w 113"/>
                <a:gd name="T15" fmla="*/ 8 h 49"/>
                <a:gd name="T16" fmla="*/ 0 w 113"/>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49">
                  <a:moveTo>
                    <a:pt x="0" y="0"/>
                  </a:moveTo>
                  <a:lnTo>
                    <a:pt x="96" y="0"/>
                  </a:lnTo>
                  <a:lnTo>
                    <a:pt x="112" y="8"/>
                  </a:lnTo>
                  <a:lnTo>
                    <a:pt x="112" y="32"/>
                  </a:lnTo>
                  <a:lnTo>
                    <a:pt x="96" y="48"/>
                  </a:lnTo>
                  <a:lnTo>
                    <a:pt x="0" y="48"/>
                  </a:lnTo>
                  <a:lnTo>
                    <a:pt x="0" y="32"/>
                  </a:lnTo>
                  <a:lnTo>
                    <a:pt x="0" y="8"/>
                  </a:lnTo>
                  <a:lnTo>
                    <a:pt x="0" y="0"/>
                  </a:lnTo>
                  <a:close/>
                </a:path>
              </a:pathLst>
            </a:custGeom>
            <a:solidFill>
              <a:srgbClr val="FFFFFF"/>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2509" name="Freeform 353">
              <a:extLst>
                <a:ext uri="{FF2B5EF4-FFF2-40B4-BE49-F238E27FC236}">
                  <a16:creationId xmlns:a16="http://schemas.microsoft.com/office/drawing/2014/main" id="{83E48106-8527-4D89-09CB-7A80DF0D4151}"/>
                </a:ext>
              </a:extLst>
            </p:cNvPr>
            <p:cNvSpPr>
              <a:spLocks/>
            </p:cNvSpPr>
            <p:nvPr/>
          </p:nvSpPr>
          <p:spPr bwMode="auto">
            <a:xfrm>
              <a:off x="1573" y="2452"/>
              <a:ext cx="256" cy="118"/>
            </a:xfrm>
            <a:custGeom>
              <a:avLst/>
              <a:gdLst>
                <a:gd name="T0" fmla="*/ 130 w 241"/>
                <a:gd name="T1" fmla="*/ 0 h 121"/>
                <a:gd name="T2" fmla="*/ 217 w 241"/>
                <a:gd name="T3" fmla="*/ 0 h 121"/>
                <a:gd name="T4" fmla="*/ 325 w 241"/>
                <a:gd name="T5" fmla="*/ 51 h 121"/>
                <a:gd name="T6" fmla="*/ 304 w 241"/>
                <a:gd name="T7" fmla="*/ 78 h 121"/>
                <a:gd name="T8" fmla="*/ 270 w 241"/>
                <a:gd name="T9" fmla="*/ 78 h 121"/>
                <a:gd name="T10" fmla="*/ 238 w 241"/>
                <a:gd name="T11" fmla="*/ 78 h 121"/>
                <a:gd name="T12" fmla="*/ 217 w 241"/>
                <a:gd name="T13" fmla="*/ 62 h 121"/>
                <a:gd name="T14" fmla="*/ 205 w 241"/>
                <a:gd name="T15" fmla="*/ 57 h 121"/>
                <a:gd name="T16" fmla="*/ 161 w 241"/>
                <a:gd name="T17" fmla="*/ 57 h 121"/>
                <a:gd name="T18" fmla="*/ 140 w 241"/>
                <a:gd name="T19" fmla="*/ 86 h 121"/>
                <a:gd name="T20" fmla="*/ 86 w 241"/>
                <a:gd name="T21" fmla="*/ 105 h 121"/>
                <a:gd name="T22" fmla="*/ 0 w 241"/>
                <a:gd name="T23" fmla="*/ 105 h 121"/>
                <a:gd name="T24" fmla="*/ 0 w 241"/>
                <a:gd name="T25" fmla="*/ 43 h 121"/>
                <a:gd name="T26" fmla="*/ 130 w 241"/>
                <a:gd name="T27" fmla="*/ 0 h 1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1" h="121">
                  <a:moveTo>
                    <a:pt x="96" y="0"/>
                  </a:moveTo>
                  <a:lnTo>
                    <a:pt x="160" y="0"/>
                  </a:lnTo>
                  <a:lnTo>
                    <a:pt x="240" y="56"/>
                  </a:lnTo>
                  <a:lnTo>
                    <a:pt x="224" y="88"/>
                  </a:lnTo>
                  <a:lnTo>
                    <a:pt x="200" y="88"/>
                  </a:lnTo>
                  <a:lnTo>
                    <a:pt x="176" y="88"/>
                  </a:lnTo>
                  <a:lnTo>
                    <a:pt x="160" y="72"/>
                  </a:lnTo>
                  <a:lnTo>
                    <a:pt x="152" y="64"/>
                  </a:lnTo>
                  <a:lnTo>
                    <a:pt x="120" y="64"/>
                  </a:lnTo>
                  <a:lnTo>
                    <a:pt x="104" y="96"/>
                  </a:lnTo>
                  <a:lnTo>
                    <a:pt x="64" y="120"/>
                  </a:lnTo>
                  <a:lnTo>
                    <a:pt x="0" y="120"/>
                  </a:lnTo>
                  <a:lnTo>
                    <a:pt x="0" y="48"/>
                  </a:lnTo>
                  <a:lnTo>
                    <a:pt x="96" y="0"/>
                  </a:lnTo>
                  <a:close/>
                </a:path>
              </a:pathLst>
            </a:custGeom>
            <a:solidFill>
              <a:srgbClr val="FFFFFF"/>
            </a:solidFill>
            <a:ln w="952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aphicFrame>
        <p:nvGraphicFramePr>
          <p:cNvPr id="62501" name="Object 354">
            <a:extLst>
              <a:ext uri="{FF2B5EF4-FFF2-40B4-BE49-F238E27FC236}">
                <a16:creationId xmlns:a16="http://schemas.microsoft.com/office/drawing/2014/main" id="{8A7DD6E3-52BE-8F79-A4FA-9F918934045C}"/>
              </a:ext>
            </a:extLst>
          </p:cNvPr>
          <p:cNvGraphicFramePr>
            <a:graphicFrameLocks noChangeAspect="1"/>
          </p:cNvGraphicFramePr>
          <p:nvPr/>
        </p:nvGraphicFramePr>
        <p:xfrm>
          <a:off x="8086725" y="4654550"/>
          <a:ext cx="609600" cy="266700"/>
        </p:xfrm>
        <a:graphic>
          <a:graphicData uri="http://schemas.openxmlformats.org/presentationml/2006/ole">
            <mc:AlternateContent xmlns:mc="http://schemas.openxmlformats.org/markup-compatibility/2006">
              <mc:Choice xmlns:v="urn:schemas-microsoft-com:vml" Requires="v">
                <p:oleObj name="클립" r:id="rId34" imgW="8305800" imgH="3606800" progId="MS_ClipArt_Gallery.2">
                  <p:embed/>
                </p:oleObj>
              </mc:Choice>
              <mc:Fallback>
                <p:oleObj name="클립" r:id="rId34" imgW="8305800" imgH="3606800" progId="MS_ClipArt_Gallery.2">
                  <p:embed/>
                  <p:pic>
                    <p:nvPicPr>
                      <p:cNvPr id="62501" name="Object 354">
                        <a:extLst>
                          <a:ext uri="{FF2B5EF4-FFF2-40B4-BE49-F238E27FC236}">
                            <a16:creationId xmlns:a16="http://schemas.microsoft.com/office/drawing/2014/main" id="{8A7DD6E3-52BE-8F79-A4FA-9F918934045C}"/>
                          </a:ext>
                        </a:extLst>
                      </p:cNvPr>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8086725" y="4654550"/>
                        <a:ext cx="609600" cy="266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62502" name="Picture 355" descr="Click To Download">
            <a:hlinkClick r:id="rId36"/>
            <a:extLst>
              <a:ext uri="{FF2B5EF4-FFF2-40B4-BE49-F238E27FC236}">
                <a16:creationId xmlns:a16="http://schemas.microsoft.com/office/drawing/2014/main" id="{088925FC-D203-E617-9E86-C59A74478522}"/>
              </a:ext>
            </a:extLst>
          </p:cNvPr>
          <p:cNvPicPr>
            <a:picLocks noChangeAspect="1" noChangeArrowheads="1"/>
          </p:cNvPicPr>
          <p:nvPr/>
        </p:nvPicPr>
        <p:blipFill>
          <a:blip r:embed="rId37">
            <a:extLst>
              <a:ext uri="{28A0092B-C50C-407E-A947-70E740481C1C}">
                <a14:useLocalDpi xmlns:a14="http://schemas.microsoft.com/office/drawing/2010/main" val="0"/>
              </a:ext>
            </a:extLst>
          </a:blip>
          <a:srcRect t="15848" b="20218"/>
          <a:stretch>
            <a:fillRect/>
          </a:stretch>
        </p:blipFill>
        <p:spPr bwMode="auto">
          <a:xfrm>
            <a:off x="7280275" y="4117975"/>
            <a:ext cx="4984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91" name="Rectangle 356">
            <a:extLst>
              <a:ext uri="{FF2B5EF4-FFF2-40B4-BE49-F238E27FC236}">
                <a16:creationId xmlns:a16="http://schemas.microsoft.com/office/drawing/2014/main" id="{2EC27EA9-EF94-49E7-D532-1B19BC4D05CF}"/>
              </a:ext>
            </a:extLst>
          </p:cNvPr>
          <p:cNvSpPr>
            <a:spLocks noChangeArrowheads="1"/>
          </p:cNvSpPr>
          <p:nvPr>
            <p:custDataLst>
              <p:tags r:id="rId7"/>
            </p:custDataLst>
          </p:nvPr>
        </p:nvSpPr>
        <p:spPr bwMode="auto">
          <a:xfrm>
            <a:off x="8004175" y="3543300"/>
            <a:ext cx="404813" cy="962025"/>
          </a:xfrm>
          <a:prstGeom prst="rect">
            <a:avLst/>
          </a:prstGeom>
          <a:noFill/>
          <a:ln>
            <a:noFill/>
          </a:ln>
          <a:effectLst/>
        </p:spPr>
        <p:txBody>
          <a:bodyPr lIns="0" tIns="0" rIns="0" bIns="0">
            <a:spAutoFit/>
          </a:bodyP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eaLnBrk="0" fontAlgn="base" hangingPunct="0">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algn="ctr" eaLnBrk="1" hangingPunct="1">
              <a:defRPr/>
            </a:pPr>
            <a:r>
              <a:rPr lang="ko-KR" altLang="ko-KR" sz="6122">
                <a:latin typeface="Wingdings" panose="05000000000000000000" pitchFamily="2" charset="2"/>
              </a:rPr>
              <a:t>?</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6C250261-4385-DC1E-D924-843798E96055}"/>
              </a:ext>
            </a:extLst>
          </p:cNvPr>
          <p:cNvSpPr>
            <a:spLocks noGrp="1"/>
          </p:cNvSpPr>
          <p:nvPr>
            <p:ph type="sldNum" sz="quarter" idx="11"/>
          </p:nvPr>
        </p:nvSpPr>
        <p:spPr/>
        <p:txBody>
          <a:bodyPr/>
          <a:lstStyle/>
          <a:p>
            <a:pPr eaLnBrk="1" hangingPunct="1">
              <a:defRPr/>
            </a:pPr>
            <a:fld id="{D0A20BAA-AD4C-8644-869B-6777C3DCC105}" type="slidenum">
              <a:rPr lang="ko-KR" altLang="en-US">
                <a:cs typeface="+mn-cs"/>
              </a:rPr>
              <a:pPr eaLnBrk="1" hangingPunct="1">
                <a:defRPr/>
              </a:pPr>
              <a:t>3</a:t>
            </a:fld>
            <a:endParaRPr lang="en-US" altLang="ko-KR">
              <a:cs typeface="+mn-cs"/>
            </a:endParaRPr>
          </a:p>
        </p:txBody>
      </p:sp>
      <p:grpSp>
        <p:nvGrpSpPr>
          <p:cNvPr id="66562" name="Group 2">
            <a:extLst>
              <a:ext uri="{FF2B5EF4-FFF2-40B4-BE49-F238E27FC236}">
                <a16:creationId xmlns:a16="http://schemas.microsoft.com/office/drawing/2014/main" id="{AA3B529B-FB6C-438E-6FB6-BCC8AC08826F}"/>
              </a:ext>
            </a:extLst>
          </p:cNvPr>
          <p:cNvGrpSpPr>
            <a:grpSpLocks/>
          </p:cNvGrpSpPr>
          <p:nvPr/>
        </p:nvGrpSpPr>
        <p:grpSpPr bwMode="auto">
          <a:xfrm>
            <a:off x="0" y="285750"/>
            <a:ext cx="5133975" cy="2052638"/>
            <a:chOff x="1598" y="756"/>
            <a:chExt cx="3212" cy="1013"/>
          </a:xfrm>
        </p:grpSpPr>
        <p:grpSp>
          <p:nvGrpSpPr>
            <p:cNvPr id="66590" name="Group 3">
              <a:extLst>
                <a:ext uri="{FF2B5EF4-FFF2-40B4-BE49-F238E27FC236}">
                  <a16:creationId xmlns:a16="http://schemas.microsoft.com/office/drawing/2014/main" id="{351BD5F2-41BD-1322-4531-8ED6EF03426E}"/>
                </a:ext>
              </a:extLst>
            </p:cNvPr>
            <p:cNvGrpSpPr>
              <a:grpSpLocks/>
            </p:cNvGrpSpPr>
            <p:nvPr/>
          </p:nvGrpSpPr>
          <p:grpSpPr bwMode="auto">
            <a:xfrm>
              <a:off x="2846" y="756"/>
              <a:ext cx="742" cy="398"/>
              <a:chOff x="167" y="1160"/>
              <a:chExt cx="930" cy="500"/>
            </a:xfrm>
          </p:grpSpPr>
          <p:sp>
            <p:nvSpPr>
              <p:cNvPr id="512004" name="Rectangle 4">
                <a:extLst>
                  <a:ext uri="{FF2B5EF4-FFF2-40B4-BE49-F238E27FC236}">
                    <a16:creationId xmlns:a16="http://schemas.microsoft.com/office/drawing/2014/main" id="{714181F3-AEA4-8B40-AC37-76B96A131EC7}"/>
                  </a:ext>
                </a:extLst>
              </p:cNvPr>
              <p:cNvSpPr>
                <a:spLocks noChangeArrowheads="1"/>
              </p:cNvSpPr>
              <p:nvPr>
                <p:custDataLst>
                  <p:tags r:id="rId9"/>
                </p:custDataLst>
              </p:nvPr>
            </p:nvSpPr>
            <p:spPr bwMode="blackWhite">
              <a:xfrm>
                <a:off x="170" y="1160"/>
                <a:ext cx="930" cy="500"/>
              </a:xfrm>
              <a:prstGeom prst="rect">
                <a:avLst/>
              </a:prstGeom>
              <a:solidFill>
                <a:schemeClr val="accent1"/>
              </a:solidFill>
              <a:ln w="9525">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05" name="Rectangle 5">
                <a:extLst>
                  <a:ext uri="{FF2B5EF4-FFF2-40B4-BE49-F238E27FC236}">
                    <a16:creationId xmlns:a16="http://schemas.microsoft.com/office/drawing/2014/main" id="{887114D5-AC78-CFD1-4B2A-131436E86905}"/>
                  </a:ext>
                </a:extLst>
              </p:cNvPr>
              <p:cNvSpPr>
                <a:spLocks noChangeArrowheads="1"/>
              </p:cNvSpPr>
              <p:nvPr>
                <p:custDataLst>
                  <p:tags r:id="rId10"/>
                </p:custDataLst>
              </p:nvPr>
            </p:nvSpPr>
            <p:spPr bwMode="blackWhite">
              <a:xfrm>
                <a:off x="251" y="1196"/>
                <a:ext cx="793" cy="444"/>
              </a:xfrm>
              <a:prstGeom prst="rect">
                <a:avLst/>
              </a:prstGeom>
              <a:noFill/>
              <a:ln>
                <a:noFill/>
              </a:ln>
              <a:effectLst/>
            </p:spPr>
            <p:txBody>
              <a:bodyPr lIns="3887" tIns="0" rIns="3887" bIns="0" anchor="ct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en-US" altLang="ko-KR" sz="1224" b="1">
                    <a:solidFill>
                      <a:srgbClr val="000000"/>
                    </a:solidFill>
                    <a:cs typeface="+mn-cs"/>
                  </a:rPr>
                  <a:t>Project/risk management team</a:t>
                </a:r>
              </a:p>
            </p:txBody>
          </p:sp>
        </p:grpSp>
        <p:grpSp>
          <p:nvGrpSpPr>
            <p:cNvPr id="66591" name="Group 6">
              <a:extLst>
                <a:ext uri="{FF2B5EF4-FFF2-40B4-BE49-F238E27FC236}">
                  <a16:creationId xmlns:a16="http://schemas.microsoft.com/office/drawing/2014/main" id="{7FE9F00F-C6D8-EE0E-82DC-FDAD69DAD681}"/>
                </a:ext>
              </a:extLst>
            </p:cNvPr>
            <p:cNvGrpSpPr>
              <a:grpSpLocks/>
            </p:cNvGrpSpPr>
            <p:nvPr/>
          </p:nvGrpSpPr>
          <p:grpSpPr bwMode="auto">
            <a:xfrm>
              <a:off x="1598" y="1371"/>
              <a:ext cx="742" cy="398"/>
              <a:chOff x="167" y="1160"/>
              <a:chExt cx="930" cy="500"/>
            </a:xfrm>
          </p:grpSpPr>
          <p:sp>
            <p:nvSpPr>
              <p:cNvPr id="512007" name="Rectangle 7">
                <a:extLst>
                  <a:ext uri="{FF2B5EF4-FFF2-40B4-BE49-F238E27FC236}">
                    <a16:creationId xmlns:a16="http://schemas.microsoft.com/office/drawing/2014/main" id="{672390EA-9C54-8FF4-5133-E4C84F19CE18}"/>
                  </a:ext>
                </a:extLst>
              </p:cNvPr>
              <p:cNvSpPr>
                <a:spLocks noChangeArrowheads="1"/>
              </p:cNvSpPr>
              <p:nvPr>
                <p:custDataLst>
                  <p:tags r:id="rId7"/>
                </p:custDataLst>
              </p:nvPr>
            </p:nvSpPr>
            <p:spPr bwMode="blackWhite">
              <a:xfrm>
                <a:off x="167" y="1160"/>
                <a:ext cx="930" cy="500"/>
              </a:xfrm>
              <a:prstGeom prst="rect">
                <a:avLst/>
              </a:prstGeom>
              <a:solidFill>
                <a:schemeClr val="accent1"/>
              </a:solidFill>
              <a:ln w="9525">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08" name="Rectangle 8">
                <a:extLst>
                  <a:ext uri="{FF2B5EF4-FFF2-40B4-BE49-F238E27FC236}">
                    <a16:creationId xmlns:a16="http://schemas.microsoft.com/office/drawing/2014/main" id="{1AA54A1B-15A1-F90C-A717-7A0D893C0674}"/>
                  </a:ext>
                </a:extLst>
              </p:cNvPr>
              <p:cNvSpPr>
                <a:spLocks noChangeArrowheads="1"/>
              </p:cNvSpPr>
              <p:nvPr>
                <p:custDataLst>
                  <p:tags r:id="rId8"/>
                </p:custDataLst>
              </p:nvPr>
            </p:nvSpPr>
            <p:spPr bwMode="blackWhite">
              <a:xfrm>
                <a:off x="249" y="1196"/>
                <a:ext cx="793" cy="444"/>
              </a:xfrm>
              <a:prstGeom prst="rect">
                <a:avLst/>
              </a:prstGeom>
              <a:noFill/>
              <a:ln>
                <a:noFill/>
              </a:ln>
              <a:effectLst/>
            </p:spPr>
            <p:txBody>
              <a:bodyPr lIns="3887" tIns="0" rIns="3887" bIns="0" anchor="ct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en-US" altLang="ko-KR" sz="1224" b="1">
                    <a:solidFill>
                      <a:srgbClr val="000000"/>
                    </a:solidFill>
                    <a:cs typeface="+mn-cs"/>
                  </a:rPr>
                  <a:t>Reporting</a:t>
                </a:r>
              </a:p>
            </p:txBody>
          </p:sp>
        </p:grpSp>
        <p:grpSp>
          <p:nvGrpSpPr>
            <p:cNvPr id="66592" name="Group 9">
              <a:extLst>
                <a:ext uri="{FF2B5EF4-FFF2-40B4-BE49-F238E27FC236}">
                  <a16:creationId xmlns:a16="http://schemas.microsoft.com/office/drawing/2014/main" id="{E4478415-FA35-49BA-C0F0-E3561AA34964}"/>
                </a:ext>
              </a:extLst>
            </p:cNvPr>
            <p:cNvGrpSpPr>
              <a:grpSpLocks/>
            </p:cNvGrpSpPr>
            <p:nvPr/>
          </p:nvGrpSpPr>
          <p:grpSpPr bwMode="auto">
            <a:xfrm>
              <a:off x="2416" y="1371"/>
              <a:ext cx="756" cy="398"/>
              <a:chOff x="167" y="1160"/>
              <a:chExt cx="930" cy="500"/>
            </a:xfrm>
          </p:grpSpPr>
          <p:sp>
            <p:nvSpPr>
              <p:cNvPr id="512010" name="Rectangle 10">
                <a:extLst>
                  <a:ext uri="{FF2B5EF4-FFF2-40B4-BE49-F238E27FC236}">
                    <a16:creationId xmlns:a16="http://schemas.microsoft.com/office/drawing/2014/main" id="{F574692C-DC48-30AA-91C0-F444CAC65EB0}"/>
                  </a:ext>
                </a:extLst>
              </p:cNvPr>
              <p:cNvSpPr>
                <a:spLocks noChangeArrowheads="1"/>
              </p:cNvSpPr>
              <p:nvPr>
                <p:custDataLst>
                  <p:tags r:id="rId5"/>
                </p:custDataLst>
              </p:nvPr>
            </p:nvSpPr>
            <p:spPr bwMode="blackWhite">
              <a:xfrm>
                <a:off x="167" y="1160"/>
                <a:ext cx="930" cy="500"/>
              </a:xfrm>
              <a:prstGeom prst="rect">
                <a:avLst/>
              </a:prstGeom>
              <a:solidFill>
                <a:schemeClr val="accent1"/>
              </a:solidFill>
              <a:ln w="9525">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11" name="Rectangle 11">
                <a:extLst>
                  <a:ext uri="{FF2B5EF4-FFF2-40B4-BE49-F238E27FC236}">
                    <a16:creationId xmlns:a16="http://schemas.microsoft.com/office/drawing/2014/main" id="{1E2BBE02-521C-2598-0008-7B1B1AF4E085}"/>
                  </a:ext>
                </a:extLst>
              </p:cNvPr>
              <p:cNvSpPr>
                <a:spLocks noChangeArrowheads="1"/>
              </p:cNvSpPr>
              <p:nvPr>
                <p:custDataLst>
                  <p:tags r:id="rId6"/>
                </p:custDataLst>
              </p:nvPr>
            </p:nvSpPr>
            <p:spPr bwMode="blackWhite">
              <a:xfrm>
                <a:off x="249" y="1196"/>
                <a:ext cx="793" cy="444"/>
              </a:xfrm>
              <a:prstGeom prst="rect">
                <a:avLst/>
              </a:prstGeom>
              <a:noFill/>
              <a:ln>
                <a:noFill/>
              </a:ln>
              <a:effectLst/>
            </p:spPr>
            <p:txBody>
              <a:bodyPr lIns="3887" tIns="0" rIns="3887" bIns="0" anchor="ct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en-US" altLang="ko-KR" sz="1224" b="1">
                    <a:solidFill>
                      <a:srgbClr val="000000"/>
                    </a:solidFill>
                    <a:cs typeface="+mn-cs"/>
                  </a:rPr>
                  <a:t>Risk management/Quality gates</a:t>
                </a:r>
              </a:p>
            </p:txBody>
          </p:sp>
        </p:grpSp>
        <p:grpSp>
          <p:nvGrpSpPr>
            <p:cNvPr id="66593" name="Group 12">
              <a:extLst>
                <a:ext uri="{FF2B5EF4-FFF2-40B4-BE49-F238E27FC236}">
                  <a16:creationId xmlns:a16="http://schemas.microsoft.com/office/drawing/2014/main" id="{B98261D3-4DB5-0FCE-9997-0E846F6D939B}"/>
                </a:ext>
              </a:extLst>
            </p:cNvPr>
            <p:cNvGrpSpPr>
              <a:grpSpLocks/>
            </p:cNvGrpSpPr>
            <p:nvPr/>
          </p:nvGrpSpPr>
          <p:grpSpPr bwMode="auto">
            <a:xfrm>
              <a:off x="3249" y="1371"/>
              <a:ext cx="742" cy="398"/>
              <a:chOff x="167" y="1160"/>
              <a:chExt cx="930" cy="500"/>
            </a:xfrm>
          </p:grpSpPr>
          <p:sp>
            <p:nvSpPr>
              <p:cNvPr id="512013" name="Rectangle 13">
                <a:extLst>
                  <a:ext uri="{FF2B5EF4-FFF2-40B4-BE49-F238E27FC236}">
                    <a16:creationId xmlns:a16="http://schemas.microsoft.com/office/drawing/2014/main" id="{1B4B5C8D-85A6-E86F-6E0E-22CAA35DF0DE}"/>
                  </a:ext>
                </a:extLst>
              </p:cNvPr>
              <p:cNvSpPr>
                <a:spLocks noChangeArrowheads="1"/>
              </p:cNvSpPr>
              <p:nvPr>
                <p:custDataLst>
                  <p:tags r:id="rId3"/>
                </p:custDataLst>
              </p:nvPr>
            </p:nvSpPr>
            <p:spPr bwMode="blackWhite">
              <a:xfrm>
                <a:off x="167" y="1160"/>
                <a:ext cx="930" cy="500"/>
              </a:xfrm>
              <a:prstGeom prst="rect">
                <a:avLst/>
              </a:prstGeom>
              <a:solidFill>
                <a:schemeClr val="accent1"/>
              </a:solidFill>
              <a:ln w="9525">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14" name="Rectangle 14">
                <a:extLst>
                  <a:ext uri="{FF2B5EF4-FFF2-40B4-BE49-F238E27FC236}">
                    <a16:creationId xmlns:a16="http://schemas.microsoft.com/office/drawing/2014/main" id="{516C449E-725F-4D83-3376-4704A296E8FB}"/>
                  </a:ext>
                </a:extLst>
              </p:cNvPr>
              <p:cNvSpPr>
                <a:spLocks noChangeArrowheads="1"/>
              </p:cNvSpPr>
              <p:nvPr>
                <p:custDataLst>
                  <p:tags r:id="rId4"/>
                </p:custDataLst>
              </p:nvPr>
            </p:nvSpPr>
            <p:spPr bwMode="blackWhite">
              <a:xfrm>
                <a:off x="249" y="1196"/>
                <a:ext cx="793" cy="444"/>
              </a:xfrm>
              <a:prstGeom prst="rect">
                <a:avLst/>
              </a:prstGeom>
              <a:noFill/>
              <a:ln>
                <a:noFill/>
              </a:ln>
              <a:effectLst/>
            </p:spPr>
            <p:txBody>
              <a:bodyPr lIns="3887" tIns="0" rIns="3887" bIns="0" anchor="ct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en-US" altLang="ko-KR" sz="1224" b="1">
                    <a:solidFill>
                      <a:srgbClr val="000000"/>
                    </a:solidFill>
                    <a:cs typeface="+mn-cs"/>
                  </a:rPr>
                  <a:t>Risk fighting</a:t>
                </a:r>
              </a:p>
            </p:txBody>
          </p:sp>
        </p:grpSp>
        <p:grpSp>
          <p:nvGrpSpPr>
            <p:cNvPr id="66594" name="Group 15">
              <a:extLst>
                <a:ext uri="{FF2B5EF4-FFF2-40B4-BE49-F238E27FC236}">
                  <a16:creationId xmlns:a16="http://schemas.microsoft.com/office/drawing/2014/main" id="{2CEBC219-5ED0-CD09-D9F1-BC6B2DD114B0}"/>
                </a:ext>
              </a:extLst>
            </p:cNvPr>
            <p:cNvGrpSpPr>
              <a:grpSpLocks/>
            </p:cNvGrpSpPr>
            <p:nvPr/>
          </p:nvGrpSpPr>
          <p:grpSpPr bwMode="auto">
            <a:xfrm>
              <a:off x="4068" y="1371"/>
              <a:ext cx="742" cy="398"/>
              <a:chOff x="167" y="1160"/>
              <a:chExt cx="930" cy="500"/>
            </a:xfrm>
          </p:grpSpPr>
          <p:sp>
            <p:nvSpPr>
              <p:cNvPr id="512016" name="Rectangle 16">
                <a:extLst>
                  <a:ext uri="{FF2B5EF4-FFF2-40B4-BE49-F238E27FC236}">
                    <a16:creationId xmlns:a16="http://schemas.microsoft.com/office/drawing/2014/main" id="{9B2D5326-E61F-543E-BB78-6AAC5894DE8F}"/>
                  </a:ext>
                </a:extLst>
              </p:cNvPr>
              <p:cNvSpPr>
                <a:spLocks noChangeArrowheads="1"/>
              </p:cNvSpPr>
              <p:nvPr>
                <p:custDataLst>
                  <p:tags r:id="rId1"/>
                </p:custDataLst>
              </p:nvPr>
            </p:nvSpPr>
            <p:spPr bwMode="blackWhite">
              <a:xfrm>
                <a:off x="167" y="1160"/>
                <a:ext cx="930" cy="500"/>
              </a:xfrm>
              <a:prstGeom prst="rect">
                <a:avLst/>
              </a:prstGeom>
              <a:solidFill>
                <a:schemeClr val="accent1"/>
              </a:solidFill>
              <a:ln w="9525">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17" name="Rectangle 17">
                <a:extLst>
                  <a:ext uri="{FF2B5EF4-FFF2-40B4-BE49-F238E27FC236}">
                    <a16:creationId xmlns:a16="http://schemas.microsoft.com/office/drawing/2014/main" id="{77066786-DBFA-B0A0-E945-EEFAF611AA98}"/>
                  </a:ext>
                </a:extLst>
              </p:cNvPr>
              <p:cNvSpPr>
                <a:spLocks noChangeArrowheads="1"/>
              </p:cNvSpPr>
              <p:nvPr>
                <p:custDataLst>
                  <p:tags r:id="rId2"/>
                </p:custDataLst>
              </p:nvPr>
            </p:nvSpPr>
            <p:spPr bwMode="blackWhite">
              <a:xfrm>
                <a:off x="249" y="1196"/>
                <a:ext cx="793" cy="444"/>
              </a:xfrm>
              <a:prstGeom prst="rect">
                <a:avLst/>
              </a:prstGeom>
              <a:noFill/>
              <a:ln>
                <a:noFill/>
              </a:ln>
              <a:effectLst/>
            </p:spPr>
            <p:txBody>
              <a:bodyPr lIns="3887" tIns="0" rIns="3887" bIns="0" anchor="ctr"/>
              <a:lstStyle>
                <a:lvl1pPr defTabSz="895350">
                  <a:buSzPct val="120000"/>
                  <a:defRPr sz="1600">
                    <a:solidFill>
                      <a:schemeClr val="tx1"/>
                    </a:solidFill>
                    <a:latin typeface="Arial" panose="020B0604020202020204" pitchFamily="34" charset="0"/>
                    <a:ea typeface="굴림" panose="020B0600000101010101" pitchFamily="50" charset="-127"/>
                  </a:defRPr>
                </a:lvl1pPr>
                <a:lvl2pPr marL="144463" indent="-142875" defTabSz="895350">
                  <a:buSzPct val="120000"/>
                  <a:buChar char="•"/>
                  <a:defRPr sz="1600">
                    <a:solidFill>
                      <a:schemeClr val="tx1"/>
                    </a:solidFill>
                    <a:latin typeface="Arial" panose="020B0604020202020204" pitchFamily="34" charset="0"/>
                    <a:ea typeface="굴림" panose="020B0600000101010101" pitchFamily="50" charset="-127"/>
                  </a:defRPr>
                </a:lvl2pPr>
                <a:lvl3pPr marL="295275" indent="-149225" defTabSz="895350">
                  <a:buChar char="–"/>
                  <a:defRPr sz="1600">
                    <a:solidFill>
                      <a:schemeClr val="tx1"/>
                    </a:solidFill>
                    <a:latin typeface="Arial" panose="020B0604020202020204" pitchFamily="34" charset="0"/>
                    <a:ea typeface="굴림" panose="020B0600000101010101" pitchFamily="50" charset="-127"/>
                  </a:defRPr>
                </a:lvl3pPr>
                <a:lvl4pPr marL="431800" indent="-134938" defTabSz="895350">
                  <a:buSzPct val="89000"/>
                  <a:buChar char="•"/>
                  <a:defRPr sz="1600">
                    <a:solidFill>
                      <a:schemeClr val="tx1"/>
                    </a:solidFill>
                    <a:latin typeface="Arial" panose="020B0604020202020204" pitchFamily="34" charset="0"/>
                    <a:ea typeface="굴림" panose="020B0600000101010101" pitchFamily="50" charset="-127"/>
                  </a:defRPr>
                </a:lvl4pPr>
                <a:lvl5pPr marL="582613" indent="-149225" defTabSz="895350">
                  <a:buSzPct val="75000"/>
                  <a:buChar char="–"/>
                  <a:defRPr sz="1600">
                    <a:solidFill>
                      <a:schemeClr val="tx1"/>
                    </a:solidFill>
                    <a:latin typeface="Arial" panose="020B0604020202020204" pitchFamily="34" charset="0"/>
                    <a:ea typeface="굴림" panose="020B0600000101010101" pitchFamily="50" charset="-127"/>
                  </a:defRPr>
                </a:lvl5pPr>
                <a:lvl6pPr marL="10398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6pPr>
                <a:lvl7pPr marL="14970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7pPr>
                <a:lvl8pPr marL="19542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8pPr>
                <a:lvl9pPr marL="2411413" indent="-149225" defTabSz="895350" fontAlgn="base">
                  <a:spcBef>
                    <a:spcPct val="0"/>
                  </a:spcBef>
                  <a:spcAft>
                    <a:spcPct val="0"/>
                  </a:spcAft>
                  <a:buSzPct val="75000"/>
                  <a:buChar char="–"/>
                  <a:defRPr sz="1600">
                    <a:solidFill>
                      <a:schemeClr val="tx1"/>
                    </a:solidFill>
                    <a:latin typeface="Arial" panose="020B0604020202020204" pitchFamily="34" charset="0"/>
                    <a:ea typeface="굴림" panose="020B0600000101010101" pitchFamily="50" charset="-127"/>
                  </a:defRPr>
                </a:lvl9pPr>
              </a:lstStyle>
              <a:p>
                <a:pPr defTabSz="913526" eaLnBrk="1" hangingPunct="1">
                  <a:defRPr/>
                </a:pPr>
                <a:r>
                  <a:rPr lang="en-US" altLang="ko-KR" sz="1224" b="1">
                    <a:solidFill>
                      <a:srgbClr val="000000"/>
                    </a:solidFill>
                    <a:cs typeface="+mn-cs"/>
                  </a:rPr>
                  <a:t>Knowledge/ HR</a:t>
                </a:r>
              </a:p>
            </p:txBody>
          </p:sp>
        </p:grpSp>
        <p:cxnSp>
          <p:nvCxnSpPr>
            <p:cNvPr id="66595" name="AutoShape 18">
              <a:extLst>
                <a:ext uri="{FF2B5EF4-FFF2-40B4-BE49-F238E27FC236}">
                  <a16:creationId xmlns:a16="http://schemas.microsoft.com/office/drawing/2014/main" id="{1CF28A6E-5114-1B43-48AB-8F90CDA034BA}"/>
                </a:ext>
              </a:extLst>
            </p:cNvPr>
            <p:cNvCxnSpPr>
              <a:cxnSpLocks noChangeShapeType="1"/>
              <a:stCxn id="512004" idx="2"/>
              <a:endCxn id="512007" idx="0"/>
            </p:cNvCxnSpPr>
            <p:nvPr/>
          </p:nvCxnSpPr>
          <p:spPr bwMode="auto">
            <a:xfrm rot="5400000">
              <a:off x="2484" y="639"/>
              <a:ext cx="217" cy="1248"/>
            </a:xfrm>
            <a:prstGeom prst="bentConnector3">
              <a:avLst>
                <a:gd name="adj1" fmla="val 49769"/>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596" name="AutoShape 19">
              <a:extLst>
                <a:ext uri="{FF2B5EF4-FFF2-40B4-BE49-F238E27FC236}">
                  <a16:creationId xmlns:a16="http://schemas.microsoft.com/office/drawing/2014/main" id="{3B943B23-52A3-61B2-ACE3-CFC7E69F4EC0}"/>
                </a:ext>
              </a:extLst>
            </p:cNvPr>
            <p:cNvCxnSpPr>
              <a:cxnSpLocks noChangeShapeType="1"/>
              <a:stCxn id="512004" idx="2"/>
              <a:endCxn id="512010" idx="0"/>
            </p:cNvCxnSpPr>
            <p:nvPr/>
          </p:nvCxnSpPr>
          <p:spPr bwMode="auto">
            <a:xfrm rot="5400000">
              <a:off x="2897" y="1051"/>
              <a:ext cx="217" cy="423"/>
            </a:xfrm>
            <a:prstGeom prst="bentConnector3">
              <a:avLst>
                <a:gd name="adj1" fmla="val 49769"/>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597" name="AutoShape 20">
              <a:extLst>
                <a:ext uri="{FF2B5EF4-FFF2-40B4-BE49-F238E27FC236}">
                  <a16:creationId xmlns:a16="http://schemas.microsoft.com/office/drawing/2014/main" id="{81CB8DD5-AA06-13F6-4BAD-A424C0996E4A}"/>
                </a:ext>
              </a:extLst>
            </p:cNvPr>
            <p:cNvCxnSpPr>
              <a:cxnSpLocks noChangeShapeType="1"/>
              <a:stCxn id="512013" idx="0"/>
              <a:endCxn id="512004" idx="2"/>
            </p:cNvCxnSpPr>
            <p:nvPr/>
          </p:nvCxnSpPr>
          <p:spPr bwMode="auto">
            <a:xfrm rot="5400000" flipH="1">
              <a:off x="3310" y="1061"/>
              <a:ext cx="217" cy="403"/>
            </a:xfrm>
            <a:prstGeom prst="bentConnector3">
              <a:avLst>
                <a:gd name="adj1" fmla="val 49769"/>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598" name="AutoShape 21">
              <a:extLst>
                <a:ext uri="{FF2B5EF4-FFF2-40B4-BE49-F238E27FC236}">
                  <a16:creationId xmlns:a16="http://schemas.microsoft.com/office/drawing/2014/main" id="{1F8923AB-5A28-3575-8DFF-6AE243686F16}"/>
                </a:ext>
              </a:extLst>
            </p:cNvPr>
            <p:cNvCxnSpPr>
              <a:cxnSpLocks noChangeShapeType="1"/>
              <a:stCxn id="512016" idx="0"/>
              <a:endCxn id="512004" idx="2"/>
            </p:cNvCxnSpPr>
            <p:nvPr/>
          </p:nvCxnSpPr>
          <p:spPr bwMode="auto">
            <a:xfrm rot="5400000" flipH="1">
              <a:off x="3719" y="652"/>
              <a:ext cx="217" cy="1222"/>
            </a:xfrm>
            <a:prstGeom prst="bentConnector3">
              <a:avLst>
                <a:gd name="adj1" fmla="val 49769"/>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66563" name="Group 22">
            <a:extLst>
              <a:ext uri="{FF2B5EF4-FFF2-40B4-BE49-F238E27FC236}">
                <a16:creationId xmlns:a16="http://schemas.microsoft.com/office/drawing/2014/main" id="{0769071C-54FF-5BE1-9DFE-A3534F4BAB1B}"/>
              </a:ext>
            </a:extLst>
          </p:cNvPr>
          <p:cNvGrpSpPr>
            <a:grpSpLocks/>
          </p:cNvGrpSpPr>
          <p:nvPr/>
        </p:nvGrpSpPr>
        <p:grpSpPr bwMode="auto">
          <a:xfrm>
            <a:off x="546100" y="3668713"/>
            <a:ext cx="1400175" cy="2568575"/>
            <a:chOff x="81" y="2232"/>
            <a:chExt cx="1475" cy="1979"/>
          </a:xfrm>
        </p:grpSpPr>
        <p:sp>
          <p:nvSpPr>
            <p:cNvPr id="512023" name="Freeform 23">
              <a:extLst>
                <a:ext uri="{FF2B5EF4-FFF2-40B4-BE49-F238E27FC236}">
                  <a16:creationId xmlns:a16="http://schemas.microsoft.com/office/drawing/2014/main" id="{A583E256-BC67-822C-1601-C15979616F73}"/>
                </a:ext>
              </a:extLst>
            </p:cNvPr>
            <p:cNvSpPr>
              <a:spLocks/>
            </p:cNvSpPr>
            <p:nvPr/>
          </p:nvSpPr>
          <p:spPr bwMode="auto">
            <a:xfrm>
              <a:off x="81" y="2232"/>
              <a:ext cx="1313" cy="345"/>
            </a:xfrm>
            <a:custGeom>
              <a:avLst/>
              <a:gdLst>
                <a:gd name="T0" fmla="*/ 0 w 1786"/>
                <a:gd name="T1" fmla="*/ 0 h 461"/>
                <a:gd name="T2" fmla="*/ 1655 w 1786"/>
                <a:gd name="T3" fmla="*/ 0 h 461"/>
                <a:gd name="T4" fmla="*/ 1786 w 1786"/>
                <a:gd name="T5" fmla="*/ 461 h 461"/>
                <a:gd name="T6" fmla="*/ 0 w 1786"/>
                <a:gd name="T7" fmla="*/ 461 h 461"/>
                <a:gd name="T8" fmla="*/ 0 w 1786"/>
                <a:gd name="T9" fmla="*/ 0 h 461"/>
              </a:gdLst>
              <a:ahLst/>
              <a:cxnLst>
                <a:cxn ang="0">
                  <a:pos x="T0" y="T1"/>
                </a:cxn>
                <a:cxn ang="0">
                  <a:pos x="T2" y="T3"/>
                </a:cxn>
                <a:cxn ang="0">
                  <a:pos x="T4" y="T5"/>
                </a:cxn>
                <a:cxn ang="0">
                  <a:pos x="T6" y="T7"/>
                </a:cxn>
                <a:cxn ang="0">
                  <a:pos x="T8" y="T9"/>
                </a:cxn>
              </a:cxnLst>
              <a:rect l="0" t="0" r="r" b="b"/>
              <a:pathLst>
                <a:path w="1786" h="461">
                  <a:moveTo>
                    <a:pt x="0" y="0"/>
                  </a:moveTo>
                  <a:lnTo>
                    <a:pt x="1655" y="0"/>
                  </a:lnTo>
                  <a:lnTo>
                    <a:pt x="1786" y="461"/>
                  </a:lnTo>
                  <a:lnTo>
                    <a:pt x="0" y="461"/>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sp>
          <p:nvSpPr>
            <p:cNvPr id="512024" name="Freeform 24">
              <a:extLst>
                <a:ext uri="{FF2B5EF4-FFF2-40B4-BE49-F238E27FC236}">
                  <a16:creationId xmlns:a16="http://schemas.microsoft.com/office/drawing/2014/main" id="{189ED825-7190-FAE5-FA15-7B75EE8C5439}"/>
                </a:ext>
              </a:extLst>
            </p:cNvPr>
            <p:cNvSpPr>
              <a:spLocks/>
            </p:cNvSpPr>
            <p:nvPr/>
          </p:nvSpPr>
          <p:spPr bwMode="auto">
            <a:xfrm>
              <a:off x="81" y="2607"/>
              <a:ext cx="1416" cy="378"/>
            </a:xfrm>
            <a:custGeom>
              <a:avLst/>
              <a:gdLst>
                <a:gd name="T0" fmla="*/ 0 w 1922"/>
                <a:gd name="T1" fmla="*/ 0 h 508"/>
                <a:gd name="T2" fmla="*/ 1781 w 1922"/>
                <a:gd name="T3" fmla="*/ 0 h 508"/>
                <a:gd name="T4" fmla="*/ 1922 w 1922"/>
                <a:gd name="T5" fmla="*/ 508 h 508"/>
                <a:gd name="T6" fmla="*/ 0 w 1922"/>
                <a:gd name="T7" fmla="*/ 508 h 508"/>
                <a:gd name="T8" fmla="*/ 0 w 1922"/>
                <a:gd name="T9" fmla="*/ 0 h 508"/>
              </a:gdLst>
              <a:ahLst/>
              <a:cxnLst>
                <a:cxn ang="0">
                  <a:pos x="T0" y="T1"/>
                </a:cxn>
                <a:cxn ang="0">
                  <a:pos x="T2" y="T3"/>
                </a:cxn>
                <a:cxn ang="0">
                  <a:pos x="T4" y="T5"/>
                </a:cxn>
                <a:cxn ang="0">
                  <a:pos x="T6" y="T7"/>
                </a:cxn>
                <a:cxn ang="0">
                  <a:pos x="T8" y="T9"/>
                </a:cxn>
              </a:cxnLst>
              <a:rect l="0" t="0" r="r" b="b"/>
              <a:pathLst>
                <a:path w="1922" h="508">
                  <a:moveTo>
                    <a:pt x="0" y="0"/>
                  </a:moveTo>
                  <a:lnTo>
                    <a:pt x="1781" y="0"/>
                  </a:lnTo>
                  <a:lnTo>
                    <a:pt x="1922" y="508"/>
                  </a:lnTo>
                  <a:lnTo>
                    <a:pt x="0" y="508"/>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sp>
          <p:nvSpPr>
            <p:cNvPr id="512025" name="Freeform 25">
              <a:extLst>
                <a:ext uri="{FF2B5EF4-FFF2-40B4-BE49-F238E27FC236}">
                  <a16:creationId xmlns:a16="http://schemas.microsoft.com/office/drawing/2014/main" id="{A1481825-A06B-F67F-95CA-34A726B917AB}"/>
                </a:ext>
              </a:extLst>
            </p:cNvPr>
            <p:cNvSpPr>
              <a:spLocks/>
            </p:cNvSpPr>
            <p:nvPr/>
          </p:nvSpPr>
          <p:spPr bwMode="auto">
            <a:xfrm>
              <a:off x="81" y="3018"/>
              <a:ext cx="1475" cy="384"/>
            </a:xfrm>
            <a:custGeom>
              <a:avLst/>
              <a:gdLst>
                <a:gd name="T0" fmla="*/ 0 w 2000"/>
                <a:gd name="T1" fmla="*/ 0 h 513"/>
                <a:gd name="T2" fmla="*/ 1922 w 2000"/>
                <a:gd name="T3" fmla="*/ 0 h 513"/>
                <a:gd name="T4" fmla="*/ 2000 w 2000"/>
                <a:gd name="T5" fmla="*/ 272 h 513"/>
                <a:gd name="T6" fmla="*/ 1932 w 2000"/>
                <a:gd name="T7" fmla="*/ 513 h 513"/>
                <a:gd name="T8" fmla="*/ 0 w 2000"/>
                <a:gd name="T9" fmla="*/ 513 h 513"/>
                <a:gd name="T10" fmla="*/ 0 w 2000"/>
                <a:gd name="T11" fmla="*/ 0 h 513"/>
              </a:gdLst>
              <a:ahLst/>
              <a:cxnLst>
                <a:cxn ang="0">
                  <a:pos x="T0" y="T1"/>
                </a:cxn>
                <a:cxn ang="0">
                  <a:pos x="T2" y="T3"/>
                </a:cxn>
                <a:cxn ang="0">
                  <a:pos x="T4" y="T5"/>
                </a:cxn>
                <a:cxn ang="0">
                  <a:pos x="T6" y="T7"/>
                </a:cxn>
                <a:cxn ang="0">
                  <a:pos x="T8" y="T9"/>
                </a:cxn>
                <a:cxn ang="0">
                  <a:pos x="T10" y="T11"/>
                </a:cxn>
              </a:cxnLst>
              <a:rect l="0" t="0" r="r" b="b"/>
              <a:pathLst>
                <a:path w="2000" h="513">
                  <a:moveTo>
                    <a:pt x="0" y="0"/>
                  </a:moveTo>
                  <a:lnTo>
                    <a:pt x="1922" y="0"/>
                  </a:lnTo>
                  <a:lnTo>
                    <a:pt x="2000" y="272"/>
                  </a:lnTo>
                  <a:lnTo>
                    <a:pt x="1932" y="513"/>
                  </a:lnTo>
                  <a:lnTo>
                    <a:pt x="0" y="513"/>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sp>
          <p:nvSpPr>
            <p:cNvPr id="512026" name="Freeform 26">
              <a:extLst>
                <a:ext uri="{FF2B5EF4-FFF2-40B4-BE49-F238E27FC236}">
                  <a16:creationId xmlns:a16="http://schemas.microsoft.com/office/drawing/2014/main" id="{D7481AD6-29FB-2EBE-54C2-4061F6A113AD}"/>
                </a:ext>
              </a:extLst>
            </p:cNvPr>
            <p:cNvSpPr>
              <a:spLocks/>
            </p:cNvSpPr>
            <p:nvPr/>
          </p:nvSpPr>
          <p:spPr bwMode="auto">
            <a:xfrm>
              <a:off x="81" y="3432"/>
              <a:ext cx="1425" cy="383"/>
            </a:xfrm>
            <a:custGeom>
              <a:avLst/>
              <a:gdLst>
                <a:gd name="T0" fmla="*/ 0 w 1938"/>
                <a:gd name="T1" fmla="*/ 0 h 513"/>
                <a:gd name="T2" fmla="*/ 1938 w 1938"/>
                <a:gd name="T3" fmla="*/ 0 h 513"/>
                <a:gd name="T4" fmla="*/ 1791 w 1938"/>
                <a:gd name="T5" fmla="*/ 513 h 513"/>
                <a:gd name="T6" fmla="*/ 0 w 1938"/>
                <a:gd name="T7" fmla="*/ 513 h 513"/>
                <a:gd name="T8" fmla="*/ 0 w 1938"/>
                <a:gd name="T9" fmla="*/ 0 h 513"/>
              </a:gdLst>
              <a:ahLst/>
              <a:cxnLst>
                <a:cxn ang="0">
                  <a:pos x="T0" y="T1"/>
                </a:cxn>
                <a:cxn ang="0">
                  <a:pos x="T2" y="T3"/>
                </a:cxn>
                <a:cxn ang="0">
                  <a:pos x="T4" y="T5"/>
                </a:cxn>
                <a:cxn ang="0">
                  <a:pos x="T6" y="T7"/>
                </a:cxn>
                <a:cxn ang="0">
                  <a:pos x="T8" y="T9"/>
                </a:cxn>
              </a:cxnLst>
              <a:rect l="0" t="0" r="r" b="b"/>
              <a:pathLst>
                <a:path w="1938" h="513">
                  <a:moveTo>
                    <a:pt x="0" y="0"/>
                  </a:moveTo>
                  <a:lnTo>
                    <a:pt x="1938" y="0"/>
                  </a:lnTo>
                  <a:lnTo>
                    <a:pt x="1791" y="513"/>
                  </a:lnTo>
                  <a:lnTo>
                    <a:pt x="0" y="513"/>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sp>
          <p:nvSpPr>
            <p:cNvPr id="512027" name="Freeform 27">
              <a:extLst>
                <a:ext uri="{FF2B5EF4-FFF2-40B4-BE49-F238E27FC236}">
                  <a16:creationId xmlns:a16="http://schemas.microsoft.com/office/drawing/2014/main" id="{8A2AB05D-707D-1938-951D-E68018B14C65}"/>
                </a:ext>
              </a:extLst>
            </p:cNvPr>
            <p:cNvSpPr>
              <a:spLocks/>
            </p:cNvSpPr>
            <p:nvPr/>
          </p:nvSpPr>
          <p:spPr bwMode="auto">
            <a:xfrm>
              <a:off x="81" y="3847"/>
              <a:ext cx="1318" cy="364"/>
            </a:xfrm>
            <a:custGeom>
              <a:avLst/>
              <a:gdLst>
                <a:gd name="T0" fmla="*/ 0 w 1786"/>
                <a:gd name="T1" fmla="*/ 0 h 487"/>
                <a:gd name="T2" fmla="*/ 1786 w 1786"/>
                <a:gd name="T3" fmla="*/ 0 h 487"/>
                <a:gd name="T4" fmla="*/ 1644 w 1786"/>
                <a:gd name="T5" fmla="*/ 487 h 487"/>
                <a:gd name="T6" fmla="*/ 0 w 1786"/>
                <a:gd name="T7" fmla="*/ 487 h 487"/>
                <a:gd name="T8" fmla="*/ 0 w 1786"/>
                <a:gd name="T9" fmla="*/ 0 h 487"/>
              </a:gdLst>
              <a:ahLst/>
              <a:cxnLst>
                <a:cxn ang="0">
                  <a:pos x="T0" y="T1"/>
                </a:cxn>
                <a:cxn ang="0">
                  <a:pos x="T2" y="T3"/>
                </a:cxn>
                <a:cxn ang="0">
                  <a:pos x="T4" y="T5"/>
                </a:cxn>
                <a:cxn ang="0">
                  <a:pos x="T6" y="T7"/>
                </a:cxn>
                <a:cxn ang="0">
                  <a:pos x="T8" y="T9"/>
                </a:cxn>
              </a:cxnLst>
              <a:rect l="0" t="0" r="r" b="b"/>
              <a:pathLst>
                <a:path w="1786" h="487">
                  <a:moveTo>
                    <a:pt x="0" y="0"/>
                  </a:moveTo>
                  <a:lnTo>
                    <a:pt x="1786" y="0"/>
                  </a:lnTo>
                  <a:lnTo>
                    <a:pt x="1644" y="487"/>
                  </a:lnTo>
                  <a:lnTo>
                    <a:pt x="0" y="487"/>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grpSp>
      <p:grpSp>
        <p:nvGrpSpPr>
          <p:cNvPr id="66564" name="Group 28">
            <a:extLst>
              <a:ext uri="{FF2B5EF4-FFF2-40B4-BE49-F238E27FC236}">
                <a16:creationId xmlns:a16="http://schemas.microsoft.com/office/drawing/2014/main" id="{3D6917BD-252F-151E-68CA-A76EF3274EE3}"/>
              </a:ext>
            </a:extLst>
          </p:cNvPr>
          <p:cNvGrpSpPr>
            <a:grpSpLocks/>
          </p:cNvGrpSpPr>
          <p:nvPr/>
        </p:nvGrpSpPr>
        <p:grpSpPr bwMode="auto">
          <a:xfrm>
            <a:off x="2112963" y="3663950"/>
            <a:ext cx="912812" cy="2355850"/>
            <a:chOff x="2128" y="1903"/>
            <a:chExt cx="1357" cy="1948"/>
          </a:xfrm>
        </p:grpSpPr>
        <p:sp>
          <p:nvSpPr>
            <p:cNvPr id="512029" name="Freeform 29">
              <a:extLst>
                <a:ext uri="{FF2B5EF4-FFF2-40B4-BE49-F238E27FC236}">
                  <a16:creationId xmlns:a16="http://schemas.microsoft.com/office/drawing/2014/main" id="{5BC8DCDB-F4DA-A071-A0CB-D2DFA6301441}"/>
                </a:ext>
              </a:extLst>
            </p:cNvPr>
            <p:cNvSpPr>
              <a:spLocks/>
            </p:cNvSpPr>
            <p:nvPr/>
          </p:nvSpPr>
          <p:spPr bwMode="auto">
            <a:xfrm>
              <a:off x="2130" y="1903"/>
              <a:ext cx="1267" cy="606"/>
            </a:xfrm>
            <a:custGeom>
              <a:avLst/>
              <a:gdLst>
                <a:gd name="T0" fmla="*/ 0 w 1771"/>
                <a:gd name="T1" fmla="*/ 0 h 787"/>
                <a:gd name="T2" fmla="*/ 1563 w 1771"/>
                <a:gd name="T3" fmla="*/ 0 h 787"/>
                <a:gd name="T4" fmla="*/ 1771 w 1771"/>
                <a:gd name="T5" fmla="*/ 787 h 787"/>
                <a:gd name="T6" fmla="*/ 2 w 1771"/>
                <a:gd name="T7" fmla="*/ 787 h 787"/>
                <a:gd name="T8" fmla="*/ 0 w 1771"/>
                <a:gd name="T9" fmla="*/ 0 h 787"/>
              </a:gdLst>
              <a:ahLst/>
              <a:cxnLst>
                <a:cxn ang="0">
                  <a:pos x="T0" y="T1"/>
                </a:cxn>
                <a:cxn ang="0">
                  <a:pos x="T2" y="T3"/>
                </a:cxn>
                <a:cxn ang="0">
                  <a:pos x="T4" y="T5"/>
                </a:cxn>
                <a:cxn ang="0">
                  <a:pos x="T6" y="T7"/>
                </a:cxn>
                <a:cxn ang="0">
                  <a:pos x="T8" y="T9"/>
                </a:cxn>
              </a:cxnLst>
              <a:rect l="0" t="0" r="r" b="b"/>
              <a:pathLst>
                <a:path w="1771" h="787">
                  <a:moveTo>
                    <a:pt x="0" y="0"/>
                  </a:moveTo>
                  <a:lnTo>
                    <a:pt x="1563" y="0"/>
                  </a:lnTo>
                  <a:lnTo>
                    <a:pt x="1771" y="787"/>
                  </a:lnTo>
                  <a:lnTo>
                    <a:pt x="2" y="787"/>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sp>
          <p:nvSpPr>
            <p:cNvPr id="512030" name="Freeform 30">
              <a:extLst>
                <a:ext uri="{FF2B5EF4-FFF2-40B4-BE49-F238E27FC236}">
                  <a16:creationId xmlns:a16="http://schemas.microsoft.com/office/drawing/2014/main" id="{F90FCCE9-5A6A-82C4-AFE6-934A8D020648}"/>
                </a:ext>
              </a:extLst>
            </p:cNvPr>
            <p:cNvSpPr>
              <a:spLocks/>
            </p:cNvSpPr>
            <p:nvPr/>
          </p:nvSpPr>
          <p:spPr bwMode="auto">
            <a:xfrm>
              <a:off x="2133" y="2540"/>
              <a:ext cx="1352" cy="701"/>
            </a:xfrm>
            <a:custGeom>
              <a:avLst/>
              <a:gdLst>
                <a:gd name="T0" fmla="*/ 0 w 2038"/>
                <a:gd name="T1" fmla="*/ 1 h 974"/>
                <a:gd name="T2" fmla="*/ 1919 w 2038"/>
                <a:gd name="T3" fmla="*/ 0 h 974"/>
                <a:gd name="T4" fmla="*/ 2038 w 2038"/>
                <a:gd name="T5" fmla="*/ 474 h 974"/>
                <a:gd name="T6" fmla="*/ 1898 w 2038"/>
                <a:gd name="T7" fmla="*/ 974 h 974"/>
                <a:gd name="T8" fmla="*/ 0 w 2038"/>
                <a:gd name="T9" fmla="*/ 973 h 974"/>
                <a:gd name="T10" fmla="*/ 0 w 2038"/>
                <a:gd name="T11" fmla="*/ 1 h 974"/>
              </a:gdLst>
              <a:ahLst/>
              <a:cxnLst>
                <a:cxn ang="0">
                  <a:pos x="T0" y="T1"/>
                </a:cxn>
                <a:cxn ang="0">
                  <a:pos x="T2" y="T3"/>
                </a:cxn>
                <a:cxn ang="0">
                  <a:pos x="T4" y="T5"/>
                </a:cxn>
                <a:cxn ang="0">
                  <a:pos x="T6" y="T7"/>
                </a:cxn>
                <a:cxn ang="0">
                  <a:pos x="T8" y="T9"/>
                </a:cxn>
                <a:cxn ang="0">
                  <a:pos x="T10" y="T11"/>
                </a:cxn>
              </a:cxnLst>
              <a:rect l="0" t="0" r="r" b="b"/>
              <a:pathLst>
                <a:path w="2038" h="974">
                  <a:moveTo>
                    <a:pt x="0" y="1"/>
                  </a:moveTo>
                  <a:lnTo>
                    <a:pt x="1919" y="0"/>
                  </a:lnTo>
                  <a:lnTo>
                    <a:pt x="2038" y="474"/>
                  </a:lnTo>
                  <a:lnTo>
                    <a:pt x="1898" y="974"/>
                  </a:lnTo>
                  <a:lnTo>
                    <a:pt x="0" y="973"/>
                  </a:lnTo>
                  <a:lnTo>
                    <a:pt x="0" y="1"/>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sp>
          <p:nvSpPr>
            <p:cNvPr id="512031" name="Freeform 31">
              <a:extLst>
                <a:ext uri="{FF2B5EF4-FFF2-40B4-BE49-F238E27FC236}">
                  <a16:creationId xmlns:a16="http://schemas.microsoft.com/office/drawing/2014/main" id="{F9C379EB-6671-7418-F309-3DA0EE781C62}"/>
                </a:ext>
              </a:extLst>
            </p:cNvPr>
            <p:cNvSpPr>
              <a:spLocks/>
            </p:cNvSpPr>
            <p:nvPr/>
          </p:nvSpPr>
          <p:spPr bwMode="auto">
            <a:xfrm>
              <a:off x="2128" y="3271"/>
              <a:ext cx="1263" cy="580"/>
            </a:xfrm>
            <a:custGeom>
              <a:avLst/>
              <a:gdLst>
                <a:gd name="T0" fmla="*/ 0 w 1864"/>
                <a:gd name="T1" fmla="*/ 0 h 811"/>
                <a:gd name="T2" fmla="*/ 1864 w 1864"/>
                <a:gd name="T3" fmla="*/ 0 h 811"/>
                <a:gd name="T4" fmla="*/ 1648 w 1864"/>
                <a:gd name="T5" fmla="*/ 811 h 811"/>
                <a:gd name="T6" fmla="*/ 4 w 1864"/>
                <a:gd name="T7" fmla="*/ 811 h 811"/>
                <a:gd name="T8" fmla="*/ 0 w 1864"/>
                <a:gd name="T9" fmla="*/ 0 h 811"/>
              </a:gdLst>
              <a:ahLst/>
              <a:cxnLst>
                <a:cxn ang="0">
                  <a:pos x="T0" y="T1"/>
                </a:cxn>
                <a:cxn ang="0">
                  <a:pos x="T2" y="T3"/>
                </a:cxn>
                <a:cxn ang="0">
                  <a:pos x="T4" y="T5"/>
                </a:cxn>
                <a:cxn ang="0">
                  <a:pos x="T6" y="T7"/>
                </a:cxn>
                <a:cxn ang="0">
                  <a:pos x="T8" y="T9"/>
                </a:cxn>
              </a:cxnLst>
              <a:rect l="0" t="0" r="r" b="b"/>
              <a:pathLst>
                <a:path w="1864" h="811">
                  <a:moveTo>
                    <a:pt x="0" y="0"/>
                  </a:moveTo>
                  <a:lnTo>
                    <a:pt x="1864" y="0"/>
                  </a:lnTo>
                  <a:lnTo>
                    <a:pt x="1648" y="811"/>
                  </a:lnTo>
                  <a:lnTo>
                    <a:pt x="4" y="811"/>
                  </a:lnTo>
                  <a:lnTo>
                    <a:pt x="0" y="0"/>
                  </a:lnTo>
                  <a:close/>
                </a:path>
              </a:pathLst>
            </a:custGeom>
            <a:solidFill>
              <a:schemeClr val="accent1"/>
            </a:solidFill>
            <a:ln w="9525">
              <a:solidFill>
                <a:schemeClr val="tx1"/>
              </a:solidFill>
              <a:round/>
              <a:headEnd/>
              <a:tailEnd/>
            </a:ln>
            <a:effectLst>
              <a:outerShdw dist="35921" dir="2700000" algn="ctr" rotWithShape="0">
                <a:schemeClr val="bg2"/>
              </a:outerShdw>
            </a:effectLst>
          </p:spPr>
          <p:txBody>
            <a:bodyPr/>
            <a:lstStyle/>
            <a:p>
              <a:pPr defTabSz="932962" eaLnBrk="1" hangingPunct="1">
                <a:defRPr/>
              </a:pPr>
              <a:endParaRPr lang="ko-KR" altLang="en-US" sz="1632">
                <a:solidFill>
                  <a:srgbClr val="000000"/>
                </a:solidFill>
                <a:cs typeface="+mn-cs"/>
              </a:endParaRPr>
            </a:p>
          </p:txBody>
        </p:sp>
      </p:grpSp>
      <p:grpSp>
        <p:nvGrpSpPr>
          <p:cNvPr id="66565" name="Group 32">
            <a:extLst>
              <a:ext uri="{FF2B5EF4-FFF2-40B4-BE49-F238E27FC236}">
                <a16:creationId xmlns:a16="http://schemas.microsoft.com/office/drawing/2014/main" id="{D5784883-71DB-2993-D33F-B2301B155A0F}"/>
              </a:ext>
            </a:extLst>
          </p:cNvPr>
          <p:cNvGrpSpPr>
            <a:grpSpLocks/>
          </p:cNvGrpSpPr>
          <p:nvPr/>
        </p:nvGrpSpPr>
        <p:grpSpPr bwMode="auto">
          <a:xfrm>
            <a:off x="6696075" y="3270250"/>
            <a:ext cx="1785938" cy="2416175"/>
            <a:chOff x="3168" y="430"/>
            <a:chExt cx="1488" cy="1634"/>
          </a:xfrm>
        </p:grpSpPr>
        <p:sp>
          <p:nvSpPr>
            <p:cNvPr id="512033" name="AutoShape 33">
              <a:extLst>
                <a:ext uri="{FF2B5EF4-FFF2-40B4-BE49-F238E27FC236}">
                  <a16:creationId xmlns:a16="http://schemas.microsoft.com/office/drawing/2014/main" id="{A79A461B-66C2-6BD3-E399-8697CA745E5C}"/>
                </a:ext>
              </a:extLst>
            </p:cNvPr>
            <p:cNvSpPr>
              <a:spLocks noChangeArrowheads="1"/>
            </p:cNvSpPr>
            <p:nvPr/>
          </p:nvSpPr>
          <p:spPr bwMode="auto">
            <a:xfrm>
              <a:off x="3168" y="432"/>
              <a:ext cx="1488" cy="1632"/>
            </a:xfrm>
            <a:prstGeom prst="homePlate">
              <a:avLst>
                <a:gd name="adj" fmla="val 18079"/>
              </a:avLst>
            </a:prstGeom>
            <a:solidFill>
              <a:schemeClr val="accent1"/>
            </a:solidFill>
            <a:ln w="9525">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34" name="Freeform 34">
              <a:extLst>
                <a:ext uri="{FF2B5EF4-FFF2-40B4-BE49-F238E27FC236}">
                  <a16:creationId xmlns:a16="http://schemas.microsoft.com/office/drawing/2014/main" id="{6291B2BF-E2D4-2008-1D26-B6A79729D350}"/>
                </a:ext>
              </a:extLst>
            </p:cNvPr>
            <p:cNvSpPr>
              <a:spLocks/>
            </p:cNvSpPr>
            <p:nvPr/>
          </p:nvSpPr>
          <p:spPr bwMode="auto">
            <a:xfrm>
              <a:off x="3168" y="430"/>
              <a:ext cx="1313" cy="292"/>
            </a:xfrm>
            <a:custGeom>
              <a:avLst/>
              <a:gdLst>
                <a:gd name="T0" fmla="*/ 2 w 1314"/>
                <a:gd name="T1" fmla="*/ 0 h 292"/>
                <a:gd name="T2" fmla="*/ 0 w 1314"/>
                <a:gd name="T3" fmla="*/ 292 h 292"/>
                <a:gd name="T4" fmla="*/ 1314 w 1314"/>
                <a:gd name="T5" fmla="*/ 292 h 292"/>
                <a:gd name="T6" fmla="*/ 1220 w 1314"/>
                <a:gd name="T7" fmla="*/ 2 h 292"/>
                <a:gd name="T8" fmla="*/ 2 w 1314"/>
                <a:gd name="T9" fmla="*/ 0 h 292"/>
              </a:gdLst>
              <a:ahLst/>
              <a:cxnLst>
                <a:cxn ang="0">
                  <a:pos x="T0" y="T1"/>
                </a:cxn>
                <a:cxn ang="0">
                  <a:pos x="T2" y="T3"/>
                </a:cxn>
                <a:cxn ang="0">
                  <a:pos x="T4" y="T5"/>
                </a:cxn>
                <a:cxn ang="0">
                  <a:pos x="T6" y="T7"/>
                </a:cxn>
                <a:cxn ang="0">
                  <a:pos x="T8" y="T9"/>
                </a:cxn>
              </a:cxnLst>
              <a:rect l="0" t="0" r="r" b="b"/>
              <a:pathLst>
                <a:path w="1314" h="292">
                  <a:moveTo>
                    <a:pt x="2" y="0"/>
                  </a:moveTo>
                  <a:lnTo>
                    <a:pt x="0" y="292"/>
                  </a:lnTo>
                  <a:lnTo>
                    <a:pt x="1314" y="292"/>
                  </a:lnTo>
                  <a:lnTo>
                    <a:pt x="1220" y="2"/>
                  </a:lnTo>
                  <a:lnTo>
                    <a:pt x="2" y="0"/>
                  </a:lnTo>
                  <a:close/>
                </a:path>
              </a:pathLst>
            </a:custGeom>
            <a:solidFill>
              <a:schemeClr val="tx2"/>
            </a:solidFill>
            <a:ln w="9525" cap="flat" cmpd="sng">
              <a:solidFill>
                <a:schemeClr val="tx1"/>
              </a:solidFill>
              <a:prstDash val="solid"/>
              <a:round/>
              <a:headEnd type="none" w="med" len="med"/>
              <a:tailEnd type="none" w="med" len="med"/>
            </a:ln>
            <a:effectLst/>
          </p:spPr>
          <p:txBody>
            <a:bodyPr wrap="none" anchor="ctr"/>
            <a:lstStyle/>
            <a:p>
              <a:pPr defTabSz="932962" eaLnBrk="1" hangingPunct="1">
                <a:defRPr/>
              </a:pPr>
              <a:endParaRPr lang="ko-KR" altLang="en-US" sz="1632">
                <a:solidFill>
                  <a:srgbClr val="000000"/>
                </a:solidFill>
                <a:cs typeface="+mn-cs"/>
              </a:endParaRPr>
            </a:p>
          </p:txBody>
        </p:sp>
      </p:grpSp>
      <p:grpSp>
        <p:nvGrpSpPr>
          <p:cNvPr id="66566" name="Group 35">
            <a:extLst>
              <a:ext uri="{FF2B5EF4-FFF2-40B4-BE49-F238E27FC236}">
                <a16:creationId xmlns:a16="http://schemas.microsoft.com/office/drawing/2014/main" id="{D5926BFD-1E10-3A1C-684E-B0CCC0CCA186}"/>
              </a:ext>
            </a:extLst>
          </p:cNvPr>
          <p:cNvGrpSpPr>
            <a:grpSpLocks/>
          </p:cNvGrpSpPr>
          <p:nvPr/>
        </p:nvGrpSpPr>
        <p:grpSpPr bwMode="auto">
          <a:xfrm>
            <a:off x="5403850" y="1223963"/>
            <a:ext cx="3489325" cy="1060450"/>
            <a:chOff x="1560" y="3475"/>
            <a:chExt cx="3026" cy="654"/>
          </a:xfrm>
        </p:grpSpPr>
        <p:sp>
          <p:nvSpPr>
            <p:cNvPr id="512036" name="Rectangle 36">
              <a:extLst>
                <a:ext uri="{FF2B5EF4-FFF2-40B4-BE49-F238E27FC236}">
                  <a16:creationId xmlns:a16="http://schemas.microsoft.com/office/drawing/2014/main" id="{A8CD09CD-DC1A-4796-B46D-DEC6109D17B7}"/>
                </a:ext>
              </a:extLst>
            </p:cNvPr>
            <p:cNvSpPr>
              <a:spLocks noChangeArrowheads="1"/>
            </p:cNvSpPr>
            <p:nvPr/>
          </p:nvSpPr>
          <p:spPr bwMode="auto">
            <a:xfrm>
              <a:off x="1560" y="3801"/>
              <a:ext cx="3026" cy="328"/>
            </a:xfrm>
            <a:prstGeom prst="rect">
              <a:avLst/>
            </a:prstGeom>
            <a:solidFill>
              <a:schemeClr val="accent1"/>
            </a:solidFill>
            <a:ln w="19050">
              <a:solidFill>
                <a:schemeClr val="tx1"/>
              </a:solidFill>
              <a:miter lim="800000"/>
              <a:headEnd/>
              <a:tailEnd/>
            </a:ln>
            <a:effectLst>
              <a:outerShdw dist="35921" dir="2700000" algn="ctr" rotWithShape="0">
                <a:schemeClr val="bg2"/>
              </a:outerShdw>
            </a:effectLst>
          </p:spPr>
          <p:txBody>
            <a:bodyPr wrap="none" anchor="ctr"/>
            <a:lstStyle/>
            <a:p>
              <a:pPr defTabSz="932962" eaLnBrk="1" hangingPunct="1">
                <a:defRPr/>
              </a:pPr>
              <a:endParaRPr lang="ko-KR" altLang="en-US" sz="1632">
                <a:solidFill>
                  <a:srgbClr val="000000"/>
                </a:solidFill>
                <a:cs typeface="+mn-cs"/>
              </a:endParaRPr>
            </a:p>
          </p:txBody>
        </p:sp>
        <p:sp>
          <p:nvSpPr>
            <p:cNvPr id="512037" name="Freeform 37">
              <a:extLst>
                <a:ext uri="{FF2B5EF4-FFF2-40B4-BE49-F238E27FC236}">
                  <a16:creationId xmlns:a16="http://schemas.microsoft.com/office/drawing/2014/main" id="{DFF536B9-2990-1DCD-308C-05E67779F4A9}"/>
                </a:ext>
              </a:extLst>
            </p:cNvPr>
            <p:cNvSpPr>
              <a:spLocks/>
            </p:cNvSpPr>
            <p:nvPr/>
          </p:nvSpPr>
          <p:spPr bwMode="auto">
            <a:xfrm>
              <a:off x="1772" y="3475"/>
              <a:ext cx="318" cy="328"/>
            </a:xfrm>
            <a:custGeom>
              <a:avLst/>
              <a:gdLst>
                <a:gd name="T0" fmla="*/ 102 w 408"/>
                <a:gd name="T1" fmla="*/ 328 h 328"/>
                <a:gd name="T2" fmla="*/ 102 w 408"/>
                <a:gd name="T3" fmla="*/ 124 h 328"/>
                <a:gd name="T4" fmla="*/ 0 w 408"/>
                <a:gd name="T5" fmla="*/ 124 h 328"/>
                <a:gd name="T6" fmla="*/ 204 w 408"/>
                <a:gd name="T7" fmla="*/ 0 h 328"/>
                <a:gd name="T8" fmla="*/ 408 w 408"/>
                <a:gd name="T9" fmla="*/ 124 h 328"/>
                <a:gd name="T10" fmla="*/ 314 w 408"/>
                <a:gd name="T11" fmla="*/ 124 h 328"/>
                <a:gd name="T12" fmla="*/ 314 w 408"/>
                <a:gd name="T13" fmla="*/ 328 h 328"/>
              </a:gdLst>
              <a:ahLst/>
              <a:cxnLst>
                <a:cxn ang="0">
                  <a:pos x="T0" y="T1"/>
                </a:cxn>
                <a:cxn ang="0">
                  <a:pos x="T2" y="T3"/>
                </a:cxn>
                <a:cxn ang="0">
                  <a:pos x="T4" y="T5"/>
                </a:cxn>
                <a:cxn ang="0">
                  <a:pos x="T6" y="T7"/>
                </a:cxn>
                <a:cxn ang="0">
                  <a:pos x="T8" y="T9"/>
                </a:cxn>
                <a:cxn ang="0">
                  <a:pos x="T10" y="T11"/>
                </a:cxn>
                <a:cxn ang="0">
                  <a:pos x="T12" y="T13"/>
                </a:cxn>
              </a:cxnLst>
              <a:rect l="0" t="0" r="r" b="b"/>
              <a:pathLst>
                <a:path w="408" h="328">
                  <a:moveTo>
                    <a:pt x="102" y="328"/>
                  </a:moveTo>
                  <a:lnTo>
                    <a:pt x="102" y="124"/>
                  </a:lnTo>
                  <a:lnTo>
                    <a:pt x="0" y="124"/>
                  </a:lnTo>
                  <a:lnTo>
                    <a:pt x="204" y="0"/>
                  </a:lnTo>
                  <a:lnTo>
                    <a:pt x="408" y="124"/>
                  </a:lnTo>
                  <a:lnTo>
                    <a:pt x="314" y="124"/>
                  </a:lnTo>
                  <a:lnTo>
                    <a:pt x="314" y="328"/>
                  </a:lnTo>
                </a:path>
              </a:pathLst>
            </a:custGeom>
            <a:solidFill>
              <a:schemeClr val="accent1"/>
            </a:solidFill>
            <a:ln w="12700" cmpd="sng">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12038" name="Freeform 38">
              <a:extLst>
                <a:ext uri="{FF2B5EF4-FFF2-40B4-BE49-F238E27FC236}">
                  <a16:creationId xmlns:a16="http://schemas.microsoft.com/office/drawing/2014/main" id="{25076CA2-D016-82F7-4DB7-ED8D9C84D04D}"/>
                </a:ext>
              </a:extLst>
            </p:cNvPr>
            <p:cNvSpPr>
              <a:spLocks/>
            </p:cNvSpPr>
            <p:nvPr/>
          </p:nvSpPr>
          <p:spPr bwMode="auto">
            <a:xfrm>
              <a:off x="2884" y="3475"/>
              <a:ext cx="318" cy="328"/>
            </a:xfrm>
            <a:custGeom>
              <a:avLst/>
              <a:gdLst>
                <a:gd name="T0" fmla="*/ 102 w 408"/>
                <a:gd name="T1" fmla="*/ 328 h 328"/>
                <a:gd name="T2" fmla="*/ 102 w 408"/>
                <a:gd name="T3" fmla="*/ 124 h 328"/>
                <a:gd name="T4" fmla="*/ 0 w 408"/>
                <a:gd name="T5" fmla="*/ 124 h 328"/>
                <a:gd name="T6" fmla="*/ 204 w 408"/>
                <a:gd name="T7" fmla="*/ 0 h 328"/>
                <a:gd name="T8" fmla="*/ 408 w 408"/>
                <a:gd name="T9" fmla="*/ 124 h 328"/>
                <a:gd name="T10" fmla="*/ 314 w 408"/>
                <a:gd name="T11" fmla="*/ 124 h 328"/>
                <a:gd name="T12" fmla="*/ 314 w 408"/>
                <a:gd name="T13" fmla="*/ 328 h 328"/>
              </a:gdLst>
              <a:ahLst/>
              <a:cxnLst>
                <a:cxn ang="0">
                  <a:pos x="T0" y="T1"/>
                </a:cxn>
                <a:cxn ang="0">
                  <a:pos x="T2" y="T3"/>
                </a:cxn>
                <a:cxn ang="0">
                  <a:pos x="T4" y="T5"/>
                </a:cxn>
                <a:cxn ang="0">
                  <a:pos x="T6" y="T7"/>
                </a:cxn>
                <a:cxn ang="0">
                  <a:pos x="T8" y="T9"/>
                </a:cxn>
                <a:cxn ang="0">
                  <a:pos x="T10" y="T11"/>
                </a:cxn>
                <a:cxn ang="0">
                  <a:pos x="T12" y="T13"/>
                </a:cxn>
              </a:cxnLst>
              <a:rect l="0" t="0" r="r" b="b"/>
              <a:pathLst>
                <a:path w="408" h="328">
                  <a:moveTo>
                    <a:pt x="102" y="328"/>
                  </a:moveTo>
                  <a:lnTo>
                    <a:pt x="102" y="124"/>
                  </a:lnTo>
                  <a:lnTo>
                    <a:pt x="0" y="124"/>
                  </a:lnTo>
                  <a:lnTo>
                    <a:pt x="204" y="0"/>
                  </a:lnTo>
                  <a:lnTo>
                    <a:pt x="408" y="124"/>
                  </a:lnTo>
                  <a:lnTo>
                    <a:pt x="314" y="124"/>
                  </a:lnTo>
                  <a:lnTo>
                    <a:pt x="314" y="328"/>
                  </a:lnTo>
                </a:path>
              </a:pathLst>
            </a:custGeom>
            <a:solidFill>
              <a:schemeClr val="accent1"/>
            </a:solidFill>
            <a:ln w="12700" cmpd="sng">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sp>
          <p:nvSpPr>
            <p:cNvPr id="512039" name="Freeform 39">
              <a:extLst>
                <a:ext uri="{FF2B5EF4-FFF2-40B4-BE49-F238E27FC236}">
                  <a16:creationId xmlns:a16="http://schemas.microsoft.com/office/drawing/2014/main" id="{B62EF222-AAE7-9CCC-7E89-BB822BB28ED7}"/>
                </a:ext>
              </a:extLst>
            </p:cNvPr>
            <p:cNvSpPr>
              <a:spLocks/>
            </p:cNvSpPr>
            <p:nvPr/>
          </p:nvSpPr>
          <p:spPr bwMode="auto">
            <a:xfrm>
              <a:off x="4026" y="3475"/>
              <a:ext cx="317" cy="328"/>
            </a:xfrm>
            <a:custGeom>
              <a:avLst/>
              <a:gdLst>
                <a:gd name="T0" fmla="*/ 102 w 408"/>
                <a:gd name="T1" fmla="*/ 328 h 328"/>
                <a:gd name="T2" fmla="*/ 102 w 408"/>
                <a:gd name="T3" fmla="*/ 124 h 328"/>
                <a:gd name="T4" fmla="*/ 0 w 408"/>
                <a:gd name="T5" fmla="*/ 124 h 328"/>
                <a:gd name="T6" fmla="*/ 204 w 408"/>
                <a:gd name="T7" fmla="*/ 0 h 328"/>
                <a:gd name="T8" fmla="*/ 408 w 408"/>
                <a:gd name="T9" fmla="*/ 124 h 328"/>
                <a:gd name="T10" fmla="*/ 314 w 408"/>
                <a:gd name="T11" fmla="*/ 124 h 328"/>
                <a:gd name="T12" fmla="*/ 314 w 408"/>
                <a:gd name="T13" fmla="*/ 328 h 328"/>
              </a:gdLst>
              <a:ahLst/>
              <a:cxnLst>
                <a:cxn ang="0">
                  <a:pos x="T0" y="T1"/>
                </a:cxn>
                <a:cxn ang="0">
                  <a:pos x="T2" y="T3"/>
                </a:cxn>
                <a:cxn ang="0">
                  <a:pos x="T4" y="T5"/>
                </a:cxn>
                <a:cxn ang="0">
                  <a:pos x="T6" y="T7"/>
                </a:cxn>
                <a:cxn ang="0">
                  <a:pos x="T8" y="T9"/>
                </a:cxn>
                <a:cxn ang="0">
                  <a:pos x="T10" y="T11"/>
                </a:cxn>
                <a:cxn ang="0">
                  <a:pos x="T12" y="T13"/>
                </a:cxn>
              </a:cxnLst>
              <a:rect l="0" t="0" r="r" b="b"/>
              <a:pathLst>
                <a:path w="408" h="328">
                  <a:moveTo>
                    <a:pt x="102" y="328"/>
                  </a:moveTo>
                  <a:lnTo>
                    <a:pt x="102" y="124"/>
                  </a:lnTo>
                  <a:lnTo>
                    <a:pt x="0" y="124"/>
                  </a:lnTo>
                  <a:lnTo>
                    <a:pt x="204" y="0"/>
                  </a:lnTo>
                  <a:lnTo>
                    <a:pt x="408" y="124"/>
                  </a:lnTo>
                  <a:lnTo>
                    <a:pt x="314" y="124"/>
                  </a:lnTo>
                  <a:lnTo>
                    <a:pt x="314" y="328"/>
                  </a:lnTo>
                </a:path>
              </a:pathLst>
            </a:custGeom>
            <a:solidFill>
              <a:schemeClr val="accent1"/>
            </a:solidFill>
            <a:ln w="12700" cmpd="sng">
              <a:solidFill>
                <a:schemeClr val="tx1"/>
              </a:solidFill>
              <a:round/>
              <a:headEnd/>
              <a:tailEnd/>
            </a:ln>
            <a:effectLst/>
          </p:spPr>
          <p:txBody>
            <a:bodyPr/>
            <a:lstStyle/>
            <a:p>
              <a:pPr defTabSz="932962" eaLnBrk="1" hangingPunct="1">
                <a:defRPr/>
              </a:pPr>
              <a:endParaRPr lang="ko-KR" altLang="en-US" sz="1632">
                <a:solidFill>
                  <a:srgbClr val="000000"/>
                </a:solidFill>
                <a:cs typeface="+mn-cs"/>
              </a:endParaRPr>
            </a:p>
          </p:txBody>
        </p:sp>
      </p:grpSp>
      <p:grpSp>
        <p:nvGrpSpPr>
          <p:cNvPr id="66567" name="Group 59">
            <a:extLst>
              <a:ext uri="{FF2B5EF4-FFF2-40B4-BE49-F238E27FC236}">
                <a16:creationId xmlns:a16="http://schemas.microsoft.com/office/drawing/2014/main" id="{7ACF69A7-BF26-EE4E-F37D-FF30D419D4F3}"/>
              </a:ext>
            </a:extLst>
          </p:cNvPr>
          <p:cNvGrpSpPr>
            <a:grpSpLocks/>
          </p:cNvGrpSpPr>
          <p:nvPr/>
        </p:nvGrpSpPr>
        <p:grpSpPr bwMode="auto">
          <a:xfrm>
            <a:off x="3492500" y="3101975"/>
            <a:ext cx="2413000" cy="2178050"/>
            <a:chOff x="1558" y="152"/>
            <a:chExt cx="1489" cy="1344"/>
          </a:xfrm>
        </p:grpSpPr>
        <p:sp>
          <p:nvSpPr>
            <p:cNvPr id="5" name="Oval 60">
              <a:extLst>
                <a:ext uri="{FF2B5EF4-FFF2-40B4-BE49-F238E27FC236}">
                  <a16:creationId xmlns:a16="http://schemas.microsoft.com/office/drawing/2014/main" id="{E3AA360F-0665-6B4A-DE42-69FE46D23807}"/>
                </a:ext>
              </a:extLst>
            </p:cNvPr>
            <p:cNvSpPr>
              <a:spLocks noChangeArrowheads="1"/>
            </p:cNvSpPr>
            <p:nvPr/>
          </p:nvSpPr>
          <p:spPr bwMode="auto">
            <a:xfrm>
              <a:off x="1852" y="152"/>
              <a:ext cx="900" cy="898"/>
            </a:xfrm>
            <a:prstGeom prst="ellipse">
              <a:avLst/>
            </a:prstGeom>
            <a:noFill/>
            <a:ln w="9525">
              <a:solidFill>
                <a:schemeClr val="tx1"/>
              </a:solidFill>
              <a:round/>
              <a:headEnd/>
              <a:tailEnd/>
            </a:ln>
            <a:effectLst/>
          </p:spPr>
          <p:txBody>
            <a:bodyPr wrap="none" lIns="0" tIns="0" rIns="0" bIns="0" anchor="ctr"/>
            <a:lstStyle/>
            <a:p>
              <a:pPr defTabSz="932962" eaLnBrk="1" hangingPunct="1">
                <a:defRPr/>
              </a:pPr>
              <a:endParaRPr lang="ko-KR" altLang="en-US" sz="1632">
                <a:solidFill>
                  <a:srgbClr val="000000"/>
                </a:solidFill>
                <a:cs typeface="+mn-cs"/>
              </a:endParaRPr>
            </a:p>
          </p:txBody>
        </p:sp>
        <p:sp>
          <p:nvSpPr>
            <p:cNvPr id="6" name="Oval 61">
              <a:extLst>
                <a:ext uri="{FF2B5EF4-FFF2-40B4-BE49-F238E27FC236}">
                  <a16:creationId xmlns:a16="http://schemas.microsoft.com/office/drawing/2014/main" id="{B3CC46FA-7144-DDEF-5788-138928195BA1}"/>
                </a:ext>
              </a:extLst>
            </p:cNvPr>
            <p:cNvSpPr>
              <a:spLocks noChangeArrowheads="1"/>
            </p:cNvSpPr>
            <p:nvPr/>
          </p:nvSpPr>
          <p:spPr bwMode="auto">
            <a:xfrm>
              <a:off x="2147" y="597"/>
              <a:ext cx="900" cy="899"/>
            </a:xfrm>
            <a:prstGeom prst="ellipse">
              <a:avLst/>
            </a:prstGeom>
            <a:noFill/>
            <a:ln w="9525">
              <a:solidFill>
                <a:schemeClr val="tx1"/>
              </a:solidFill>
              <a:round/>
              <a:headEnd/>
              <a:tailEnd/>
            </a:ln>
            <a:effectLst/>
          </p:spPr>
          <p:txBody>
            <a:bodyPr wrap="none" lIns="0" tIns="0" rIns="0" bIns="0" anchor="ctr"/>
            <a:lstStyle/>
            <a:p>
              <a:pPr defTabSz="932962" eaLnBrk="1" hangingPunct="1">
                <a:defRPr/>
              </a:pPr>
              <a:endParaRPr lang="ko-KR" altLang="en-US" sz="1632">
                <a:solidFill>
                  <a:srgbClr val="000000"/>
                </a:solidFill>
                <a:cs typeface="+mn-cs"/>
              </a:endParaRPr>
            </a:p>
          </p:txBody>
        </p:sp>
        <p:sp>
          <p:nvSpPr>
            <p:cNvPr id="7" name="Oval 62">
              <a:extLst>
                <a:ext uri="{FF2B5EF4-FFF2-40B4-BE49-F238E27FC236}">
                  <a16:creationId xmlns:a16="http://schemas.microsoft.com/office/drawing/2014/main" id="{CB90EDA7-590A-4216-A6BA-388B276BD66A}"/>
                </a:ext>
              </a:extLst>
            </p:cNvPr>
            <p:cNvSpPr>
              <a:spLocks noChangeArrowheads="1"/>
            </p:cNvSpPr>
            <p:nvPr/>
          </p:nvSpPr>
          <p:spPr bwMode="auto">
            <a:xfrm>
              <a:off x="1558" y="597"/>
              <a:ext cx="899" cy="899"/>
            </a:xfrm>
            <a:prstGeom prst="ellipse">
              <a:avLst/>
            </a:prstGeom>
            <a:noFill/>
            <a:ln w="9525">
              <a:solidFill>
                <a:schemeClr val="tx1"/>
              </a:solidFill>
              <a:round/>
              <a:headEnd/>
              <a:tailEnd/>
            </a:ln>
            <a:effectLst/>
          </p:spPr>
          <p:txBody>
            <a:bodyPr wrap="none" lIns="0" tIns="0" rIns="0" bIns="0" anchor="ctr"/>
            <a:lstStyle/>
            <a:p>
              <a:pPr defTabSz="932962" eaLnBrk="1" hangingPunct="1">
                <a:defRPr/>
              </a:pPr>
              <a:endParaRPr lang="ko-KR" altLang="en-US" sz="1632">
                <a:solidFill>
                  <a:srgbClr val="000000"/>
                </a:solidFill>
                <a:cs typeface="+mn-cs"/>
              </a:endParaRPr>
            </a:p>
          </p:txBody>
        </p:sp>
        <p:sp>
          <p:nvSpPr>
            <p:cNvPr id="8" name="Freeform 63">
              <a:extLst>
                <a:ext uri="{FF2B5EF4-FFF2-40B4-BE49-F238E27FC236}">
                  <a16:creationId xmlns:a16="http://schemas.microsoft.com/office/drawing/2014/main" id="{BD02DCC4-BA85-9B30-BB51-A2D3DC7D4D4C}"/>
                </a:ext>
              </a:extLst>
            </p:cNvPr>
            <p:cNvSpPr>
              <a:spLocks/>
            </p:cNvSpPr>
            <p:nvPr/>
          </p:nvSpPr>
          <p:spPr bwMode="blackGray">
            <a:xfrm>
              <a:off x="2147" y="709"/>
              <a:ext cx="312" cy="341"/>
            </a:xfrm>
            <a:custGeom>
              <a:avLst/>
              <a:gdLst>
                <a:gd name="T0" fmla="*/ 147 w 387"/>
                <a:gd name="T1" fmla="*/ 421 h 425"/>
                <a:gd name="T2" fmla="*/ 213 w 387"/>
                <a:gd name="T3" fmla="*/ 425 h 425"/>
                <a:gd name="T4" fmla="*/ 282 w 387"/>
                <a:gd name="T5" fmla="*/ 419 h 425"/>
                <a:gd name="T6" fmla="*/ 339 w 387"/>
                <a:gd name="T7" fmla="*/ 407 h 425"/>
                <a:gd name="T8" fmla="*/ 387 w 387"/>
                <a:gd name="T9" fmla="*/ 392 h 425"/>
                <a:gd name="T10" fmla="*/ 384 w 387"/>
                <a:gd name="T11" fmla="*/ 347 h 425"/>
                <a:gd name="T12" fmla="*/ 363 w 387"/>
                <a:gd name="T13" fmla="*/ 260 h 425"/>
                <a:gd name="T14" fmla="*/ 348 w 387"/>
                <a:gd name="T15" fmla="*/ 215 h 425"/>
                <a:gd name="T16" fmla="*/ 324 w 387"/>
                <a:gd name="T17" fmla="*/ 167 h 425"/>
                <a:gd name="T18" fmla="*/ 291 w 387"/>
                <a:gd name="T19" fmla="*/ 104 h 425"/>
                <a:gd name="T20" fmla="*/ 243 w 387"/>
                <a:gd name="T21" fmla="*/ 50 h 425"/>
                <a:gd name="T22" fmla="*/ 195 w 387"/>
                <a:gd name="T23" fmla="*/ 0 h 425"/>
                <a:gd name="T24" fmla="*/ 138 w 387"/>
                <a:gd name="T25" fmla="*/ 50 h 425"/>
                <a:gd name="T26" fmla="*/ 90 w 387"/>
                <a:gd name="T27" fmla="*/ 119 h 425"/>
                <a:gd name="T28" fmla="*/ 48 w 387"/>
                <a:gd name="T29" fmla="*/ 191 h 425"/>
                <a:gd name="T30" fmla="*/ 21 w 387"/>
                <a:gd name="T31" fmla="*/ 275 h 425"/>
                <a:gd name="T32" fmla="*/ 3 w 387"/>
                <a:gd name="T33" fmla="*/ 356 h 425"/>
                <a:gd name="T34" fmla="*/ 0 w 387"/>
                <a:gd name="T35" fmla="*/ 392 h 425"/>
                <a:gd name="T36" fmla="*/ 74 w 387"/>
                <a:gd name="T37" fmla="*/ 41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7" h="425">
                  <a:moveTo>
                    <a:pt x="147" y="421"/>
                  </a:moveTo>
                  <a:lnTo>
                    <a:pt x="213" y="425"/>
                  </a:lnTo>
                  <a:lnTo>
                    <a:pt x="282" y="419"/>
                  </a:lnTo>
                  <a:lnTo>
                    <a:pt x="339" y="407"/>
                  </a:lnTo>
                  <a:lnTo>
                    <a:pt x="387" y="392"/>
                  </a:lnTo>
                  <a:lnTo>
                    <a:pt x="384" y="347"/>
                  </a:lnTo>
                  <a:lnTo>
                    <a:pt x="363" y="260"/>
                  </a:lnTo>
                  <a:lnTo>
                    <a:pt x="348" y="215"/>
                  </a:lnTo>
                  <a:lnTo>
                    <a:pt x="324" y="167"/>
                  </a:lnTo>
                  <a:lnTo>
                    <a:pt x="291" y="104"/>
                  </a:lnTo>
                  <a:lnTo>
                    <a:pt x="243" y="50"/>
                  </a:lnTo>
                  <a:lnTo>
                    <a:pt x="195" y="0"/>
                  </a:lnTo>
                  <a:lnTo>
                    <a:pt x="138" y="50"/>
                  </a:lnTo>
                  <a:lnTo>
                    <a:pt x="90" y="119"/>
                  </a:lnTo>
                  <a:lnTo>
                    <a:pt x="48" y="191"/>
                  </a:lnTo>
                  <a:lnTo>
                    <a:pt x="21" y="275"/>
                  </a:lnTo>
                  <a:lnTo>
                    <a:pt x="3" y="356"/>
                  </a:lnTo>
                  <a:lnTo>
                    <a:pt x="0" y="392"/>
                  </a:lnTo>
                  <a:lnTo>
                    <a:pt x="74" y="411"/>
                  </a:lnTo>
                </a:path>
              </a:pathLst>
            </a:custGeom>
            <a:solidFill>
              <a:schemeClr val="hlink"/>
            </a:solidFill>
            <a:ln w="9525" cap="rnd" cmpd="sng">
              <a:solidFill>
                <a:schemeClr val="tx1"/>
              </a:solidFill>
              <a:prstDash val="solid"/>
              <a:round/>
              <a:headEnd type="none" w="med" len="med"/>
              <a:tailEnd type="none" w="med" len="med"/>
            </a:ln>
            <a:effectLst/>
          </p:spPr>
          <p:txBody>
            <a:bodyPr/>
            <a:lstStyle/>
            <a:p>
              <a:pPr defTabSz="932962" eaLnBrk="1" hangingPunct="1">
                <a:defRPr/>
              </a:pPr>
              <a:endParaRPr lang="ko-KR" altLang="en-US" sz="1632">
                <a:solidFill>
                  <a:srgbClr val="000000"/>
                </a:solidFill>
                <a:cs typeface="+mn-cs"/>
              </a:endParaRPr>
            </a:p>
          </p:txBody>
        </p:sp>
      </p:grpSp>
      <p:grpSp>
        <p:nvGrpSpPr>
          <p:cNvPr id="66568" name="Group 56">
            <a:extLst>
              <a:ext uri="{FF2B5EF4-FFF2-40B4-BE49-F238E27FC236}">
                <a16:creationId xmlns:a16="http://schemas.microsoft.com/office/drawing/2014/main" id="{4B5BE43C-3BA2-A30B-F2AC-3095B7BFEC24}"/>
              </a:ext>
            </a:extLst>
          </p:cNvPr>
          <p:cNvGrpSpPr>
            <a:grpSpLocks/>
          </p:cNvGrpSpPr>
          <p:nvPr/>
        </p:nvGrpSpPr>
        <p:grpSpPr bwMode="auto">
          <a:xfrm>
            <a:off x="3232150" y="5299075"/>
            <a:ext cx="3011488" cy="1438275"/>
            <a:chOff x="1522" y="2084"/>
            <a:chExt cx="2428" cy="1692"/>
          </a:xfrm>
        </p:grpSpPr>
        <p:sp>
          <p:nvSpPr>
            <p:cNvPr id="10" name="Freeform 57">
              <a:extLst>
                <a:ext uri="{FF2B5EF4-FFF2-40B4-BE49-F238E27FC236}">
                  <a16:creationId xmlns:a16="http://schemas.microsoft.com/office/drawing/2014/main" id="{A86E63B8-D278-A963-22BE-F450E4DB97D8}"/>
                </a:ext>
              </a:extLst>
            </p:cNvPr>
            <p:cNvSpPr>
              <a:spLocks/>
            </p:cNvSpPr>
            <p:nvPr/>
          </p:nvSpPr>
          <p:spPr bwMode="auto">
            <a:xfrm>
              <a:off x="2976" y="2084"/>
              <a:ext cx="974" cy="1692"/>
            </a:xfrm>
            <a:custGeom>
              <a:avLst/>
              <a:gdLst>
                <a:gd name="T0" fmla="*/ 0 w 1434"/>
                <a:gd name="T1" fmla="*/ 738 h 972"/>
                <a:gd name="T2" fmla="*/ 0 w 1434"/>
                <a:gd name="T3" fmla="*/ 270 h 972"/>
                <a:gd name="T4" fmla="*/ 1086 w 1434"/>
                <a:gd name="T5" fmla="*/ 179 h 972"/>
                <a:gd name="T6" fmla="*/ 1086 w 1434"/>
                <a:gd name="T7" fmla="*/ 0 h 972"/>
                <a:gd name="T8" fmla="*/ 1434 w 1434"/>
                <a:gd name="T9" fmla="*/ 467 h 972"/>
                <a:gd name="T10" fmla="*/ 1086 w 1434"/>
                <a:gd name="T11" fmla="*/ 972 h 972"/>
                <a:gd name="T12" fmla="*/ 1083 w 1434"/>
                <a:gd name="T13" fmla="*/ 811 h 972"/>
                <a:gd name="T14" fmla="*/ 7 w 1434"/>
                <a:gd name="T15" fmla="*/ 738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4" h="972">
                  <a:moveTo>
                    <a:pt x="0" y="738"/>
                  </a:moveTo>
                  <a:lnTo>
                    <a:pt x="0" y="270"/>
                  </a:lnTo>
                  <a:lnTo>
                    <a:pt x="1086" y="179"/>
                  </a:lnTo>
                  <a:lnTo>
                    <a:pt x="1086" y="0"/>
                  </a:lnTo>
                  <a:lnTo>
                    <a:pt x="1434" y="467"/>
                  </a:lnTo>
                  <a:lnTo>
                    <a:pt x="1086" y="972"/>
                  </a:lnTo>
                  <a:lnTo>
                    <a:pt x="1083" y="811"/>
                  </a:lnTo>
                  <a:lnTo>
                    <a:pt x="7" y="738"/>
                  </a:lnTo>
                </a:path>
              </a:pathLst>
            </a:custGeom>
            <a:solidFill>
              <a:schemeClr val="accent1"/>
            </a:solidFill>
            <a:ln w="9525" cap="rnd" cmpd="sng">
              <a:solidFill>
                <a:schemeClr val="tx1"/>
              </a:solidFill>
              <a:prstDash val="solid"/>
              <a:round/>
              <a:headEnd/>
              <a:tailEnd/>
            </a:ln>
            <a:effectLst/>
          </p:spPr>
          <p:txBody>
            <a:bodyPr/>
            <a:lstStyle/>
            <a:p>
              <a:pPr defTabSz="932962" eaLnBrk="1" hangingPunct="1">
                <a:defRPr/>
              </a:pPr>
              <a:endParaRPr lang="ko-KR" altLang="en-US" sz="1632">
                <a:solidFill>
                  <a:srgbClr val="000000"/>
                </a:solidFill>
                <a:cs typeface="+mn-cs"/>
              </a:endParaRPr>
            </a:p>
          </p:txBody>
        </p:sp>
        <p:sp>
          <p:nvSpPr>
            <p:cNvPr id="11" name="Freeform 58">
              <a:extLst>
                <a:ext uri="{FF2B5EF4-FFF2-40B4-BE49-F238E27FC236}">
                  <a16:creationId xmlns:a16="http://schemas.microsoft.com/office/drawing/2014/main" id="{D52E647E-4789-9120-BD2F-85E0754238B4}"/>
                </a:ext>
              </a:extLst>
            </p:cNvPr>
            <p:cNvSpPr>
              <a:spLocks/>
            </p:cNvSpPr>
            <p:nvPr/>
          </p:nvSpPr>
          <p:spPr bwMode="auto">
            <a:xfrm>
              <a:off x="2243" y="2312"/>
              <a:ext cx="974" cy="1285"/>
            </a:xfrm>
            <a:custGeom>
              <a:avLst/>
              <a:gdLst>
                <a:gd name="T0" fmla="*/ 0 w 1434"/>
                <a:gd name="T1" fmla="*/ 738 h 972"/>
                <a:gd name="T2" fmla="*/ 0 w 1434"/>
                <a:gd name="T3" fmla="*/ 270 h 972"/>
                <a:gd name="T4" fmla="*/ 1086 w 1434"/>
                <a:gd name="T5" fmla="*/ 179 h 972"/>
                <a:gd name="T6" fmla="*/ 1086 w 1434"/>
                <a:gd name="T7" fmla="*/ 0 h 972"/>
                <a:gd name="T8" fmla="*/ 1434 w 1434"/>
                <a:gd name="T9" fmla="*/ 467 h 972"/>
                <a:gd name="T10" fmla="*/ 1086 w 1434"/>
                <a:gd name="T11" fmla="*/ 972 h 972"/>
                <a:gd name="T12" fmla="*/ 1083 w 1434"/>
                <a:gd name="T13" fmla="*/ 811 h 972"/>
                <a:gd name="T14" fmla="*/ 7 w 1434"/>
                <a:gd name="T15" fmla="*/ 738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4" h="972">
                  <a:moveTo>
                    <a:pt x="0" y="738"/>
                  </a:moveTo>
                  <a:lnTo>
                    <a:pt x="0" y="270"/>
                  </a:lnTo>
                  <a:lnTo>
                    <a:pt x="1086" y="179"/>
                  </a:lnTo>
                  <a:lnTo>
                    <a:pt x="1086" y="0"/>
                  </a:lnTo>
                  <a:lnTo>
                    <a:pt x="1434" y="467"/>
                  </a:lnTo>
                  <a:lnTo>
                    <a:pt x="1086" y="972"/>
                  </a:lnTo>
                  <a:lnTo>
                    <a:pt x="1083" y="811"/>
                  </a:lnTo>
                  <a:lnTo>
                    <a:pt x="7" y="738"/>
                  </a:lnTo>
                </a:path>
              </a:pathLst>
            </a:custGeom>
            <a:solidFill>
              <a:schemeClr val="accent1"/>
            </a:solidFill>
            <a:ln w="9525" cap="rnd" cmpd="sng">
              <a:solidFill>
                <a:schemeClr val="tx1"/>
              </a:solidFill>
              <a:prstDash val="solid"/>
              <a:round/>
              <a:headEnd/>
              <a:tailEnd/>
            </a:ln>
            <a:effectLst/>
          </p:spPr>
          <p:txBody>
            <a:bodyPr/>
            <a:lstStyle/>
            <a:p>
              <a:pPr defTabSz="932962" eaLnBrk="1" hangingPunct="1">
                <a:defRPr/>
              </a:pPr>
              <a:endParaRPr lang="ko-KR" altLang="en-US" sz="1632">
                <a:solidFill>
                  <a:srgbClr val="000000"/>
                </a:solidFill>
                <a:cs typeface="+mn-cs"/>
              </a:endParaRPr>
            </a:p>
          </p:txBody>
        </p:sp>
        <p:sp>
          <p:nvSpPr>
            <p:cNvPr id="12" name="Freeform 59">
              <a:extLst>
                <a:ext uri="{FF2B5EF4-FFF2-40B4-BE49-F238E27FC236}">
                  <a16:creationId xmlns:a16="http://schemas.microsoft.com/office/drawing/2014/main" id="{5FB1E060-40D6-F6AE-2B53-3A3DCA2CECEA}"/>
                </a:ext>
              </a:extLst>
            </p:cNvPr>
            <p:cNvSpPr>
              <a:spLocks/>
            </p:cNvSpPr>
            <p:nvPr/>
          </p:nvSpPr>
          <p:spPr bwMode="auto">
            <a:xfrm>
              <a:off x="1522" y="2482"/>
              <a:ext cx="974" cy="973"/>
            </a:xfrm>
            <a:custGeom>
              <a:avLst/>
              <a:gdLst>
                <a:gd name="T0" fmla="*/ 0 w 1434"/>
                <a:gd name="T1" fmla="*/ 738 h 972"/>
                <a:gd name="T2" fmla="*/ 0 w 1434"/>
                <a:gd name="T3" fmla="*/ 270 h 972"/>
                <a:gd name="T4" fmla="*/ 1086 w 1434"/>
                <a:gd name="T5" fmla="*/ 179 h 972"/>
                <a:gd name="T6" fmla="*/ 1086 w 1434"/>
                <a:gd name="T7" fmla="*/ 0 h 972"/>
                <a:gd name="T8" fmla="*/ 1434 w 1434"/>
                <a:gd name="T9" fmla="*/ 467 h 972"/>
                <a:gd name="T10" fmla="*/ 1086 w 1434"/>
                <a:gd name="T11" fmla="*/ 972 h 972"/>
                <a:gd name="T12" fmla="*/ 1083 w 1434"/>
                <a:gd name="T13" fmla="*/ 811 h 972"/>
                <a:gd name="T14" fmla="*/ 7 w 1434"/>
                <a:gd name="T15" fmla="*/ 738 h 9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4" h="972">
                  <a:moveTo>
                    <a:pt x="0" y="738"/>
                  </a:moveTo>
                  <a:lnTo>
                    <a:pt x="0" y="270"/>
                  </a:lnTo>
                  <a:lnTo>
                    <a:pt x="1086" y="179"/>
                  </a:lnTo>
                  <a:lnTo>
                    <a:pt x="1086" y="0"/>
                  </a:lnTo>
                  <a:lnTo>
                    <a:pt x="1434" y="467"/>
                  </a:lnTo>
                  <a:lnTo>
                    <a:pt x="1086" y="972"/>
                  </a:lnTo>
                  <a:lnTo>
                    <a:pt x="1083" y="811"/>
                  </a:lnTo>
                  <a:lnTo>
                    <a:pt x="7" y="738"/>
                  </a:lnTo>
                </a:path>
              </a:pathLst>
            </a:custGeom>
            <a:solidFill>
              <a:schemeClr val="accent1"/>
            </a:solidFill>
            <a:ln w="9525" cap="rnd" cmpd="sng">
              <a:solidFill>
                <a:schemeClr val="tx1"/>
              </a:solidFill>
              <a:prstDash val="solid"/>
              <a:round/>
              <a:headEnd/>
              <a:tailEnd/>
            </a:ln>
            <a:effectLst/>
          </p:spPr>
          <p:txBody>
            <a:bodyPr/>
            <a:lstStyle/>
            <a:p>
              <a:pPr defTabSz="932962" eaLnBrk="1" hangingPunct="1">
                <a:defRPr/>
              </a:pPr>
              <a:endParaRPr lang="ko-KR" altLang="en-US" sz="1632">
                <a:solidFill>
                  <a:srgbClr val="000000"/>
                </a:solidFill>
                <a:cs typeface="+mn-cs"/>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09" name="Group 10">
            <a:extLst>
              <a:ext uri="{FF2B5EF4-FFF2-40B4-BE49-F238E27FC236}">
                <a16:creationId xmlns:a16="http://schemas.microsoft.com/office/drawing/2014/main" id="{45908766-B78A-21BF-7B5B-569355B7CC2F}"/>
              </a:ext>
            </a:extLst>
          </p:cNvPr>
          <p:cNvGrpSpPr>
            <a:grpSpLocks/>
          </p:cNvGrpSpPr>
          <p:nvPr/>
        </p:nvGrpSpPr>
        <p:grpSpPr bwMode="auto">
          <a:xfrm>
            <a:off x="1571625" y="1465263"/>
            <a:ext cx="6110288" cy="796925"/>
            <a:chOff x="1072" y="1445"/>
            <a:chExt cx="4170" cy="502"/>
          </a:xfrm>
        </p:grpSpPr>
        <p:sp>
          <p:nvSpPr>
            <p:cNvPr id="68640" name="AutoShape 11">
              <a:extLst>
                <a:ext uri="{FF2B5EF4-FFF2-40B4-BE49-F238E27FC236}">
                  <a16:creationId xmlns:a16="http://schemas.microsoft.com/office/drawing/2014/main" id="{71030A81-AF39-BF4E-6EDB-98085955E226}"/>
                </a:ext>
              </a:extLst>
            </p:cNvPr>
            <p:cNvSpPr>
              <a:spLocks noChangeArrowheads="1"/>
            </p:cNvSpPr>
            <p:nvPr/>
          </p:nvSpPr>
          <p:spPr bwMode="auto">
            <a:xfrm>
              <a:off x="4076" y="1445"/>
              <a:ext cx="1166" cy="502"/>
            </a:xfrm>
            <a:prstGeom prst="homePlate">
              <a:avLst>
                <a:gd name="adj" fmla="val 32174"/>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49203" tIns="39683" rIns="349203" bIns="39683" anchor="ctr"/>
            <a:lstStyle>
              <a:lvl1pPr defTabSz="722313">
                <a:defRPr>
                  <a:solidFill>
                    <a:schemeClr val="tx1"/>
                  </a:solidFill>
                  <a:latin typeface="Arial" panose="020B0604020202020204" pitchFamily="34" charset="0"/>
                  <a:cs typeface="Arial" panose="020B0604020202020204" pitchFamily="34" charset="0"/>
                </a:defRPr>
              </a:lvl1pPr>
              <a:lvl2pPr marL="742950" indent="-285750" defTabSz="722313">
                <a:defRPr>
                  <a:solidFill>
                    <a:schemeClr val="tx1"/>
                  </a:solidFill>
                  <a:latin typeface="Arial" panose="020B0604020202020204" pitchFamily="34" charset="0"/>
                  <a:cs typeface="Arial" panose="020B0604020202020204" pitchFamily="34" charset="0"/>
                </a:defRPr>
              </a:lvl2pPr>
              <a:lvl3pPr marL="1143000" indent="-228600" defTabSz="722313">
                <a:defRPr>
                  <a:solidFill>
                    <a:schemeClr val="tx1"/>
                  </a:solidFill>
                  <a:latin typeface="Arial" panose="020B0604020202020204" pitchFamily="34" charset="0"/>
                  <a:cs typeface="Arial" panose="020B0604020202020204" pitchFamily="34" charset="0"/>
                </a:defRPr>
              </a:lvl3pPr>
              <a:lvl4pPr marL="1600200" indent="-228600" defTabSz="722313">
                <a:defRPr>
                  <a:solidFill>
                    <a:schemeClr val="tx1"/>
                  </a:solidFill>
                  <a:latin typeface="Arial" panose="020B0604020202020204" pitchFamily="34" charset="0"/>
                  <a:cs typeface="Arial" panose="020B0604020202020204" pitchFamily="34" charset="0"/>
                </a:defRPr>
              </a:lvl4pPr>
              <a:lvl5pPr marL="2057400" indent="-228600" defTabSz="722313">
                <a:defRPr>
                  <a:solidFill>
                    <a:schemeClr val="tx1"/>
                  </a:solidFill>
                  <a:latin typeface="Arial" panose="020B0604020202020204" pitchFamily="34" charset="0"/>
                  <a:cs typeface="Arial" panose="020B0604020202020204" pitchFamily="34" charset="0"/>
                </a:defRPr>
              </a:lvl5pPr>
              <a:lvl6pPr marL="25146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sp>
          <p:nvSpPr>
            <p:cNvPr id="68641" name="AutoShape 12">
              <a:extLst>
                <a:ext uri="{FF2B5EF4-FFF2-40B4-BE49-F238E27FC236}">
                  <a16:creationId xmlns:a16="http://schemas.microsoft.com/office/drawing/2014/main" id="{2C25E147-CB6A-D22A-35D7-C09DC81B0B4F}"/>
                </a:ext>
              </a:extLst>
            </p:cNvPr>
            <p:cNvSpPr>
              <a:spLocks noChangeArrowheads="1"/>
            </p:cNvSpPr>
            <p:nvPr/>
          </p:nvSpPr>
          <p:spPr bwMode="auto">
            <a:xfrm>
              <a:off x="3075" y="1445"/>
              <a:ext cx="1166" cy="502"/>
            </a:xfrm>
            <a:prstGeom prst="homePlate">
              <a:avLst>
                <a:gd name="adj" fmla="val 32174"/>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49203" tIns="39683" rIns="349203" bIns="39683" anchor="ctr"/>
            <a:lstStyle>
              <a:lvl1pPr defTabSz="722313">
                <a:defRPr>
                  <a:solidFill>
                    <a:schemeClr val="tx1"/>
                  </a:solidFill>
                  <a:latin typeface="Arial" panose="020B0604020202020204" pitchFamily="34" charset="0"/>
                  <a:cs typeface="Arial" panose="020B0604020202020204" pitchFamily="34" charset="0"/>
                </a:defRPr>
              </a:lvl1pPr>
              <a:lvl2pPr marL="742950" indent="-285750" defTabSz="722313">
                <a:defRPr>
                  <a:solidFill>
                    <a:schemeClr val="tx1"/>
                  </a:solidFill>
                  <a:latin typeface="Arial" panose="020B0604020202020204" pitchFamily="34" charset="0"/>
                  <a:cs typeface="Arial" panose="020B0604020202020204" pitchFamily="34" charset="0"/>
                </a:defRPr>
              </a:lvl2pPr>
              <a:lvl3pPr marL="1143000" indent="-228600" defTabSz="722313">
                <a:defRPr>
                  <a:solidFill>
                    <a:schemeClr val="tx1"/>
                  </a:solidFill>
                  <a:latin typeface="Arial" panose="020B0604020202020204" pitchFamily="34" charset="0"/>
                  <a:cs typeface="Arial" panose="020B0604020202020204" pitchFamily="34" charset="0"/>
                </a:defRPr>
              </a:lvl3pPr>
              <a:lvl4pPr marL="1600200" indent="-228600" defTabSz="722313">
                <a:defRPr>
                  <a:solidFill>
                    <a:schemeClr val="tx1"/>
                  </a:solidFill>
                  <a:latin typeface="Arial" panose="020B0604020202020204" pitchFamily="34" charset="0"/>
                  <a:cs typeface="Arial" panose="020B0604020202020204" pitchFamily="34" charset="0"/>
                </a:defRPr>
              </a:lvl4pPr>
              <a:lvl5pPr marL="2057400" indent="-228600" defTabSz="722313">
                <a:defRPr>
                  <a:solidFill>
                    <a:schemeClr val="tx1"/>
                  </a:solidFill>
                  <a:latin typeface="Arial" panose="020B0604020202020204" pitchFamily="34" charset="0"/>
                  <a:cs typeface="Arial" panose="020B0604020202020204" pitchFamily="34" charset="0"/>
                </a:defRPr>
              </a:lvl5pPr>
              <a:lvl6pPr marL="25146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sp>
          <p:nvSpPr>
            <p:cNvPr id="68642" name="AutoShape 13">
              <a:extLst>
                <a:ext uri="{FF2B5EF4-FFF2-40B4-BE49-F238E27FC236}">
                  <a16:creationId xmlns:a16="http://schemas.microsoft.com/office/drawing/2014/main" id="{2464EA93-E7A3-DADC-85BF-7B799A147DEB}"/>
                </a:ext>
              </a:extLst>
            </p:cNvPr>
            <p:cNvSpPr>
              <a:spLocks noChangeArrowheads="1"/>
            </p:cNvSpPr>
            <p:nvPr/>
          </p:nvSpPr>
          <p:spPr bwMode="auto">
            <a:xfrm>
              <a:off x="2072" y="1445"/>
              <a:ext cx="1167" cy="502"/>
            </a:xfrm>
            <a:prstGeom prst="homePlate">
              <a:avLst>
                <a:gd name="adj" fmla="val 32201"/>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49203" tIns="39683" rIns="349203" bIns="39683" anchor="ctr"/>
            <a:lstStyle>
              <a:lvl1pPr defTabSz="722313">
                <a:defRPr>
                  <a:solidFill>
                    <a:schemeClr val="tx1"/>
                  </a:solidFill>
                  <a:latin typeface="Arial" panose="020B0604020202020204" pitchFamily="34" charset="0"/>
                  <a:cs typeface="Arial" panose="020B0604020202020204" pitchFamily="34" charset="0"/>
                </a:defRPr>
              </a:lvl1pPr>
              <a:lvl2pPr marL="742950" indent="-285750" defTabSz="722313">
                <a:defRPr>
                  <a:solidFill>
                    <a:schemeClr val="tx1"/>
                  </a:solidFill>
                  <a:latin typeface="Arial" panose="020B0604020202020204" pitchFamily="34" charset="0"/>
                  <a:cs typeface="Arial" panose="020B0604020202020204" pitchFamily="34" charset="0"/>
                </a:defRPr>
              </a:lvl2pPr>
              <a:lvl3pPr marL="1143000" indent="-228600" defTabSz="722313">
                <a:defRPr>
                  <a:solidFill>
                    <a:schemeClr val="tx1"/>
                  </a:solidFill>
                  <a:latin typeface="Arial" panose="020B0604020202020204" pitchFamily="34" charset="0"/>
                  <a:cs typeface="Arial" panose="020B0604020202020204" pitchFamily="34" charset="0"/>
                </a:defRPr>
              </a:lvl3pPr>
              <a:lvl4pPr marL="1600200" indent="-228600" defTabSz="722313">
                <a:defRPr>
                  <a:solidFill>
                    <a:schemeClr val="tx1"/>
                  </a:solidFill>
                  <a:latin typeface="Arial" panose="020B0604020202020204" pitchFamily="34" charset="0"/>
                  <a:cs typeface="Arial" panose="020B0604020202020204" pitchFamily="34" charset="0"/>
                </a:defRPr>
              </a:lvl4pPr>
              <a:lvl5pPr marL="2057400" indent="-228600" defTabSz="722313">
                <a:defRPr>
                  <a:solidFill>
                    <a:schemeClr val="tx1"/>
                  </a:solidFill>
                  <a:latin typeface="Arial" panose="020B0604020202020204" pitchFamily="34" charset="0"/>
                  <a:cs typeface="Arial" panose="020B0604020202020204" pitchFamily="34" charset="0"/>
                </a:defRPr>
              </a:lvl5pPr>
              <a:lvl6pPr marL="25146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sp>
          <p:nvSpPr>
            <p:cNvPr id="68643" name="AutoShape 14">
              <a:extLst>
                <a:ext uri="{FF2B5EF4-FFF2-40B4-BE49-F238E27FC236}">
                  <a16:creationId xmlns:a16="http://schemas.microsoft.com/office/drawing/2014/main" id="{80168E30-3CCD-24D6-C0CE-8E6F8A80E5CE}"/>
                </a:ext>
              </a:extLst>
            </p:cNvPr>
            <p:cNvSpPr>
              <a:spLocks noChangeArrowheads="1"/>
            </p:cNvSpPr>
            <p:nvPr/>
          </p:nvSpPr>
          <p:spPr bwMode="auto">
            <a:xfrm>
              <a:off x="1072" y="1445"/>
              <a:ext cx="1165" cy="502"/>
            </a:xfrm>
            <a:prstGeom prst="homePlate">
              <a:avLst>
                <a:gd name="adj" fmla="val 3214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76188" tIns="39683" rIns="176188" bIns="39683" anchor="ctr"/>
            <a:lstStyle>
              <a:lvl1pPr defTabSz="722313">
                <a:defRPr>
                  <a:solidFill>
                    <a:schemeClr val="tx1"/>
                  </a:solidFill>
                  <a:latin typeface="Arial" panose="020B0604020202020204" pitchFamily="34" charset="0"/>
                  <a:cs typeface="Arial" panose="020B0604020202020204" pitchFamily="34" charset="0"/>
                </a:defRPr>
              </a:lvl1pPr>
              <a:lvl2pPr marL="742950" indent="-285750" defTabSz="722313">
                <a:defRPr>
                  <a:solidFill>
                    <a:schemeClr val="tx1"/>
                  </a:solidFill>
                  <a:latin typeface="Arial" panose="020B0604020202020204" pitchFamily="34" charset="0"/>
                  <a:cs typeface="Arial" panose="020B0604020202020204" pitchFamily="34" charset="0"/>
                </a:defRPr>
              </a:lvl2pPr>
              <a:lvl3pPr marL="1143000" indent="-228600" defTabSz="722313">
                <a:defRPr>
                  <a:solidFill>
                    <a:schemeClr val="tx1"/>
                  </a:solidFill>
                  <a:latin typeface="Arial" panose="020B0604020202020204" pitchFamily="34" charset="0"/>
                  <a:cs typeface="Arial" panose="020B0604020202020204" pitchFamily="34" charset="0"/>
                </a:defRPr>
              </a:lvl3pPr>
              <a:lvl4pPr marL="1600200" indent="-228600" defTabSz="722313">
                <a:defRPr>
                  <a:solidFill>
                    <a:schemeClr val="tx1"/>
                  </a:solidFill>
                  <a:latin typeface="Arial" panose="020B0604020202020204" pitchFamily="34" charset="0"/>
                  <a:cs typeface="Arial" panose="020B0604020202020204" pitchFamily="34" charset="0"/>
                </a:defRPr>
              </a:lvl4pPr>
              <a:lvl5pPr marL="2057400" indent="-228600" defTabSz="722313">
                <a:defRPr>
                  <a:solidFill>
                    <a:schemeClr val="tx1"/>
                  </a:solidFill>
                  <a:latin typeface="Arial" panose="020B0604020202020204" pitchFamily="34" charset="0"/>
                  <a:cs typeface="Arial" panose="020B0604020202020204" pitchFamily="34" charset="0"/>
                </a:defRPr>
              </a:lvl5pPr>
              <a:lvl6pPr marL="25146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22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grpSp>
      <p:grpSp>
        <p:nvGrpSpPr>
          <p:cNvPr id="68610" name="Group 15">
            <a:extLst>
              <a:ext uri="{FF2B5EF4-FFF2-40B4-BE49-F238E27FC236}">
                <a16:creationId xmlns:a16="http://schemas.microsoft.com/office/drawing/2014/main" id="{189C7118-30B7-55BA-3EE5-DE9CA3FF17FA}"/>
              </a:ext>
            </a:extLst>
          </p:cNvPr>
          <p:cNvGrpSpPr>
            <a:grpSpLocks/>
          </p:cNvGrpSpPr>
          <p:nvPr/>
        </p:nvGrpSpPr>
        <p:grpSpPr bwMode="auto">
          <a:xfrm>
            <a:off x="1571625" y="2590800"/>
            <a:ext cx="6140450" cy="787400"/>
            <a:chOff x="1072" y="2570"/>
            <a:chExt cx="4191" cy="496"/>
          </a:xfrm>
        </p:grpSpPr>
        <p:sp>
          <p:nvSpPr>
            <p:cNvPr id="68636" name="AutoShape 16">
              <a:extLst>
                <a:ext uri="{FF2B5EF4-FFF2-40B4-BE49-F238E27FC236}">
                  <a16:creationId xmlns:a16="http://schemas.microsoft.com/office/drawing/2014/main" id="{74B05B7C-BAC2-77B3-AD8D-D92E02843B94}"/>
                </a:ext>
              </a:extLst>
            </p:cNvPr>
            <p:cNvSpPr>
              <a:spLocks noChangeArrowheads="1"/>
            </p:cNvSpPr>
            <p:nvPr/>
          </p:nvSpPr>
          <p:spPr bwMode="auto">
            <a:xfrm>
              <a:off x="1072" y="2570"/>
              <a:ext cx="1029" cy="496"/>
            </a:xfrm>
            <a:prstGeom prst="homePlate">
              <a:avLst>
                <a:gd name="adj" fmla="val 29678"/>
              </a:avLst>
            </a:prstGeom>
            <a:solidFill>
              <a:schemeClr val="bg1"/>
            </a:solidFill>
            <a:ln w="12699">
              <a:solidFill>
                <a:schemeClr val="tx1"/>
              </a:solidFill>
              <a:miter lim="800000"/>
              <a:headEnd/>
              <a:tailEnd/>
            </a:ln>
            <a:effectLst>
              <a:outerShdw dist="35921" dir="2700000" algn="ctr" rotWithShape="0">
                <a:schemeClr val="bg2"/>
              </a:outerShdw>
            </a:effectLst>
          </p:spPr>
          <p:txBody>
            <a:bodyPr lIns="76190" tIns="36507" rIns="76190" bIns="36507" anchor="ctr"/>
            <a:lstStyle>
              <a:lvl1pPr defTabSz="528638">
                <a:defRPr>
                  <a:solidFill>
                    <a:schemeClr val="tx1"/>
                  </a:solidFill>
                  <a:latin typeface="Arial" panose="020B0604020202020204" pitchFamily="34" charset="0"/>
                  <a:cs typeface="Arial" panose="020B0604020202020204" pitchFamily="34" charset="0"/>
                </a:defRPr>
              </a:lvl1pPr>
              <a:lvl2pPr marL="742950" indent="-285750" defTabSz="528638">
                <a:defRPr>
                  <a:solidFill>
                    <a:schemeClr val="tx1"/>
                  </a:solidFill>
                  <a:latin typeface="Arial" panose="020B0604020202020204" pitchFamily="34" charset="0"/>
                  <a:cs typeface="Arial" panose="020B0604020202020204" pitchFamily="34" charset="0"/>
                </a:defRPr>
              </a:lvl2pPr>
              <a:lvl3pPr marL="1143000" indent="-228600" defTabSz="528638">
                <a:defRPr>
                  <a:solidFill>
                    <a:schemeClr val="tx1"/>
                  </a:solidFill>
                  <a:latin typeface="Arial" panose="020B0604020202020204" pitchFamily="34" charset="0"/>
                  <a:cs typeface="Arial" panose="020B0604020202020204" pitchFamily="34" charset="0"/>
                </a:defRPr>
              </a:lvl3pPr>
              <a:lvl4pPr marL="1600200" indent="-228600" defTabSz="528638">
                <a:defRPr>
                  <a:solidFill>
                    <a:schemeClr val="tx1"/>
                  </a:solidFill>
                  <a:latin typeface="Arial" panose="020B0604020202020204" pitchFamily="34" charset="0"/>
                  <a:cs typeface="Arial" panose="020B0604020202020204" pitchFamily="34" charset="0"/>
                </a:defRPr>
              </a:lvl4pPr>
              <a:lvl5pPr marL="2057400" indent="-228600" defTabSz="528638">
                <a:defRPr>
                  <a:solidFill>
                    <a:schemeClr val="tx1"/>
                  </a:solidFill>
                  <a:latin typeface="Arial" panose="020B0604020202020204" pitchFamily="34" charset="0"/>
                  <a:cs typeface="Arial" panose="020B0604020202020204" pitchFamily="34" charset="0"/>
                </a:defRPr>
              </a:lvl5pPr>
              <a:lvl6pPr marL="25146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b="1">
                  <a:ea typeface="굴림" panose="020B0600000101010101" pitchFamily="34" charset="-127"/>
                </a:rPr>
                <a:t>Insert text</a:t>
              </a:r>
            </a:p>
          </p:txBody>
        </p:sp>
        <p:sp>
          <p:nvSpPr>
            <p:cNvPr id="68637" name="AutoShape 17">
              <a:extLst>
                <a:ext uri="{FF2B5EF4-FFF2-40B4-BE49-F238E27FC236}">
                  <a16:creationId xmlns:a16="http://schemas.microsoft.com/office/drawing/2014/main" id="{8D3F5920-6C91-DAB7-7DCF-7A26C90B6693}"/>
                </a:ext>
              </a:extLst>
            </p:cNvPr>
            <p:cNvSpPr>
              <a:spLocks noChangeArrowheads="1"/>
            </p:cNvSpPr>
            <p:nvPr/>
          </p:nvSpPr>
          <p:spPr bwMode="auto">
            <a:xfrm>
              <a:off x="2120" y="2570"/>
              <a:ext cx="1031" cy="496"/>
            </a:xfrm>
            <a:prstGeom prst="homePlate">
              <a:avLst>
                <a:gd name="adj" fmla="val 29736"/>
              </a:avLst>
            </a:prstGeom>
            <a:solidFill>
              <a:schemeClr val="bg1"/>
            </a:solidFill>
            <a:ln w="12699">
              <a:solidFill>
                <a:schemeClr val="tx1"/>
              </a:solidFill>
              <a:miter lim="800000"/>
              <a:headEnd/>
              <a:tailEnd/>
            </a:ln>
            <a:effectLst>
              <a:outerShdw dist="35921" dir="2700000" algn="ctr" rotWithShape="0">
                <a:schemeClr val="bg2"/>
              </a:outerShdw>
            </a:effectLst>
          </p:spPr>
          <p:txBody>
            <a:bodyPr lIns="76190" tIns="36507" rIns="76190" bIns="36507" anchor="ctr"/>
            <a:lstStyle>
              <a:lvl1pPr defTabSz="528638">
                <a:defRPr>
                  <a:solidFill>
                    <a:schemeClr val="tx1"/>
                  </a:solidFill>
                  <a:latin typeface="Arial" panose="020B0604020202020204" pitchFamily="34" charset="0"/>
                  <a:cs typeface="Arial" panose="020B0604020202020204" pitchFamily="34" charset="0"/>
                </a:defRPr>
              </a:lvl1pPr>
              <a:lvl2pPr marL="742950" indent="-285750" defTabSz="528638">
                <a:defRPr>
                  <a:solidFill>
                    <a:schemeClr val="tx1"/>
                  </a:solidFill>
                  <a:latin typeface="Arial" panose="020B0604020202020204" pitchFamily="34" charset="0"/>
                  <a:cs typeface="Arial" panose="020B0604020202020204" pitchFamily="34" charset="0"/>
                </a:defRPr>
              </a:lvl2pPr>
              <a:lvl3pPr marL="1143000" indent="-228600" defTabSz="528638">
                <a:defRPr>
                  <a:solidFill>
                    <a:schemeClr val="tx1"/>
                  </a:solidFill>
                  <a:latin typeface="Arial" panose="020B0604020202020204" pitchFamily="34" charset="0"/>
                  <a:cs typeface="Arial" panose="020B0604020202020204" pitchFamily="34" charset="0"/>
                </a:defRPr>
              </a:lvl3pPr>
              <a:lvl4pPr marL="1600200" indent="-228600" defTabSz="528638">
                <a:defRPr>
                  <a:solidFill>
                    <a:schemeClr val="tx1"/>
                  </a:solidFill>
                  <a:latin typeface="Arial" panose="020B0604020202020204" pitchFamily="34" charset="0"/>
                  <a:cs typeface="Arial" panose="020B0604020202020204" pitchFamily="34" charset="0"/>
                </a:defRPr>
              </a:lvl4pPr>
              <a:lvl5pPr marL="2057400" indent="-228600" defTabSz="528638">
                <a:defRPr>
                  <a:solidFill>
                    <a:schemeClr val="tx1"/>
                  </a:solidFill>
                  <a:latin typeface="Arial" panose="020B0604020202020204" pitchFamily="34" charset="0"/>
                  <a:cs typeface="Arial" panose="020B0604020202020204" pitchFamily="34" charset="0"/>
                </a:defRPr>
              </a:lvl5pPr>
              <a:lvl6pPr marL="25146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b="1">
                  <a:ea typeface="굴림" panose="020B0600000101010101" pitchFamily="34" charset="-127"/>
                </a:rPr>
                <a:t>Insert text</a:t>
              </a:r>
            </a:p>
          </p:txBody>
        </p:sp>
        <p:sp>
          <p:nvSpPr>
            <p:cNvPr id="68638" name="AutoShape 18">
              <a:extLst>
                <a:ext uri="{FF2B5EF4-FFF2-40B4-BE49-F238E27FC236}">
                  <a16:creationId xmlns:a16="http://schemas.microsoft.com/office/drawing/2014/main" id="{9FF52FBF-F9B4-85C7-A8A2-CF0D82BE8BC5}"/>
                </a:ext>
              </a:extLst>
            </p:cNvPr>
            <p:cNvSpPr>
              <a:spLocks noChangeArrowheads="1"/>
            </p:cNvSpPr>
            <p:nvPr/>
          </p:nvSpPr>
          <p:spPr bwMode="auto">
            <a:xfrm>
              <a:off x="3177" y="2570"/>
              <a:ext cx="1029" cy="496"/>
            </a:xfrm>
            <a:prstGeom prst="homePlate">
              <a:avLst>
                <a:gd name="adj" fmla="val 29678"/>
              </a:avLst>
            </a:prstGeom>
            <a:solidFill>
              <a:schemeClr val="bg1"/>
            </a:solidFill>
            <a:ln w="12699">
              <a:solidFill>
                <a:schemeClr val="tx1"/>
              </a:solidFill>
              <a:miter lim="800000"/>
              <a:headEnd/>
              <a:tailEnd/>
            </a:ln>
            <a:effectLst>
              <a:outerShdw dist="35921" dir="2700000" algn="ctr" rotWithShape="0">
                <a:schemeClr val="bg2"/>
              </a:outerShdw>
            </a:effectLst>
          </p:spPr>
          <p:txBody>
            <a:bodyPr lIns="76190" tIns="36507" rIns="76190" bIns="36507" anchor="ctr"/>
            <a:lstStyle>
              <a:lvl1pPr defTabSz="528638">
                <a:defRPr>
                  <a:solidFill>
                    <a:schemeClr val="tx1"/>
                  </a:solidFill>
                  <a:latin typeface="Arial" panose="020B0604020202020204" pitchFamily="34" charset="0"/>
                  <a:cs typeface="Arial" panose="020B0604020202020204" pitchFamily="34" charset="0"/>
                </a:defRPr>
              </a:lvl1pPr>
              <a:lvl2pPr marL="742950" indent="-285750" defTabSz="528638">
                <a:defRPr>
                  <a:solidFill>
                    <a:schemeClr val="tx1"/>
                  </a:solidFill>
                  <a:latin typeface="Arial" panose="020B0604020202020204" pitchFamily="34" charset="0"/>
                  <a:cs typeface="Arial" panose="020B0604020202020204" pitchFamily="34" charset="0"/>
                </a:defRPr>
              </a:lvl2pPr>
              <a:lvl3pPr marL="1143000" indent="-228600" defTabSz="528638">
                <a:defRPr>
                  <a:solidFill>
                    <a:schemeClr val="tx1"/>
                  </a:solidFill>
                  <a:latin typeface="Arial" panose="020B0604020202020204" pitchFamily="34" charset="0"/>
                  <a:cs typeface="Arial" panose="020B0604020202020204" pitchFamily="34" charset="0"/>
                </a:defRPr>
              </a:lvl3pPr>
              <a:lvl4pPr marL="1600200" indent="-228600" defTabSz="528638">
                <a:defRPr>
                  <a:solidFill>
                    <a:schemeClr val="tx1"/>
                  </a:solidFill>
                  <a:latin typeface="Arial" panose="020B0604020202020204" pitchFamily="34" charset="0"/>
                  <a:cs typeface="Arial" panose="020B0604020202020204" pitchFamily="34" charset="0"/>
                </a:defRPr>
              </a:lvl4pPr>
              <a:lvl5pPr marL="2057400" indent="-228600" defTabSz="528638">
                <a:defRPr>
                  <a:solidFill>
                    <a:schemeClr val="tx1"/>
                  </a:solidFill>
                  <a:latin typeface="Arial" panose="020B0604020202020204" pitchFamily="34" charset="0"/>
                  <a:cs typeface="Arial" panose="020B0604020202020204" pitchFamily="34" charset="0"/>
                </a:defRPr>
              </a:lvl5pPr>
              <a:lvl6pPr marL="25146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b="1">
                  <a:ea typeface="굴림" panose="020B0600000101010101" pitchFamily="34" charset="-127"/>
                </a:rPr>
                <a:t>Insert text</a:t>
              </a:r>
            </a:p>
          </p:txBody>
        </p:sp>
        <p:sp>
          <p:nvSpPr>
            <p:cNvPr id="68639" name="AutoShape 19">
              <a:extLst>
                <a:ext uri="{FF2B5EF4-FFF2-40B4-BE49-F238E27FC236}">
                  <a16:creationId xmlns:a16="http://schemas.microsoft.com/office/drawing/2014/main" id="{1B91C88A-732D-19CC-368F-8F11CE45EE0E}"/>
                </a:ext>
              </a:extLst>
            </p:cNvPr>
            <p:cNvSpPr>
              <a:spLocks noChangeArrowheads="1"/>
            </p:cNvSpPr>
            <p:nvPr/>
          </p:nvSpPr>
          <p:spPr bwMode="auto">
            <a:xfrm>
              <a:off x="4234" y="2570"/>
              <a:ext cx="1029" cy="496"/>
            </a:xfrm>
            <a:prstGeom prst="homePlate">
              <a:avLst>
                <a:gd name="adj" fmla="val 29678"/>
              </a:avLst>
            </a:prstGeom>
            <a:solidFill>
              <a:schemeClr val="bg1"/>
            </a:solidFill>
            <a:ln w="12699">
              <a:solidFill>
                <a:schemeClr val="tx1"/>
              </a:solidFill>
              <a:miter lim="800000"/>
              <a:headEnd/>
              <a:tailEnd/>
            </a:ln>
            <a:effectLst>
              <a:outerShdw dist="35921" dir="2700000" algn="ctr" rotWithShape="0">
                <a:schemeClr val="bg2"/>
              </a:outerShdw>
            </a:effectLst>
          </p:spPr>
          <p:txBody>
            <a:bodyPr lIns="76190" tIns="36507" rIns="76190" bIns="36507" anchor="ctr"/>
            <a:lstStyle>
              <a:lvl1pPr defTabSz="528638">
                <a:defRPr>
                  <a:solidFill>
                    <a:schemeClr val="tx1"/>
                  </a:solidFill>
                  <a:latin typeface="Arial" panose="020B0604020202020204" pitchFamily="34" charset="0"/>
                  <a:cs typeface="Arial" panose="020B0604020202020204" pitchFamily="34" charset="0"/>
                </a:defRPr>
              </a:lvl1pPr>
              <a:lvl2pPr marL="742950" indent="-285750" defTabSz="528638">
                <a:defRPr>
                  <a:solidFill>
                    <a:schemeClr val="tx1"/>
                  </a:solidFill>
                  <a:latin typeface="Arial" panose="020B0604020202020204" pitchFamily="34" charset="0"/>
                  <a:cs typeface="Arial" panose="020B0604020202020204" pitchFamily="34" charset="0"/>
                </a:defRPr>
              </a:lvl2pPr>
              <a:lvl3pPr marL="1143000" indent="-228600" defTabSz="528638">
                <a:defRPr>
                  <a:solidFill>
                    <a:schemeClr val="tx1"/>
                  </a:solidFill>
                  <a:latin typeface="Arial" panose="020B0604020202020204" pitchFamily="34" charset="0"/>
                  <a:cs typeface="Arial" panose="020B0604020202020204" pitchFamily="34" charset="0"/>
                </a:defRPr>
              </a:lvl3pPr>
              <a:lvl4pPr marL="1600200" indent="-228600" defTabSz="528638">
                <a:defRPr>
                  <a:solidFill>
                    <a:schemeClr val="tx1"/>
                  </a:solidFill>
                  <a:latin typeface="Arial" panose="020B0604020202020204" pitchFamily="34" charset="0"/>
                  <a:cs typeface="Arial" panose="020B0604020202020204" pitchFamily="34" charset="0"/>
                </a:defRPr>
              </a:lvl4pPr>
              <a:lvl5pPr marL="2057400" indent="-228600" defTabSz="528638">
                <a:defRPr>
                  <a:solidFill>
                    <a:schemeClr val="tx1"/>
                  </a:solidFill>
                  <a:latin typeface="Arial" panose="020B0604020202020204" pitchFamily="34" charset="0"/>
                  <a:cs typeface="Arial" panose="020B0604020202020204" pitchFamily="34" charset="0"/>
                </a:defRPr>
              </a:lvl5pPr>
              <a:lvl6pPr marL="25146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286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b="1">
                  <a:ea typeface="굴림" panose="020B0600000101010101" pitchFamily="34" charset="-127"/>
                </a:rPr>
                <a:t>Insert text</a:t>
              </a:r>
            </a:p>
          </p:txBody>
        </p:sp>
      </p:grpSp>
      <p:grpSp>
        <p:nvGrpSpPr>
          <p:cNvPr id="68611" name="Group 21">
            <a:extLst>
              <a:ext uri="{FF2B5EF4-FFF2-40B4-BE49-F238E27FC236}">
                <a16:creationId xmlns:a16="http://schemas.microsoft.com/office/drawing/2014/main" id="{880C578F-8FA1-D555-64B0-02D1C6F193BC}"/>
              </a:ext>
            </a:extLst>
          </p:cNvPr>
          <p:cNvGrpSpPr>
            <a:grpSpLocks/>
          </p:cNvGrpSpPr>
          <p:nvPr/>
        </p:nvGrpSpPr>
        <p:grpSpPr bwMode="auto">
          <a:xfrm>
            <a:off x="6788150" y="466725"/>
            <a:ext cx="2014538" cy="676275"/>
            <a:chOff x="4632" y="196"/>
            <a:chExt cx="1375" cy="426"/>
          </a:xfrm>
        </p:grpSpPr>
        <p:sp>
          <p:nvSpPr>
            <p:cNvPr id="68629" name="Rectangle 22">
              <a:extLst>
                <a:ext uri="{FF2B5EF4-FFF2-40B4-BE49-F238E27FC236}">
                  <a16:creationId xmlns:a16="http://schemas.microsoft.com/office/drawing/2014/main" id="{096CE7A9-0D28-6AB7-A55C-8DF15E2B6E26}"/>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68630" name="Group 23">
              <a:extLst>
                <a:ext uri="{FF2B5EF4-FFF2-40B4-BE49-F238E27FC236}">
                  <a16:creationId xmlns:a16="http://schemas.microsoft.com/office/drawing/2014/main" id="{39F74ED4-54F3-563D-8A45-A8FA302EC791}"/>
                </a:ext>
              </a:extLst>
            </p:cNvPr>
            <p:cNvGrpSpPr>
              <a:grpSpLocks/>
            </p:cNvGrpSpPr>
            <p:nvPr/>
          </p:nvGrpSpPr>
          <p:grpSpPr bwMode="auto">
            <a:xfrm>
              <a:off x="5507" y="196"/>
              <a:ext cx="500" cy="426"/>
              <a:chOff x="5507" y="196"/>
              <a:chExt cx="500" cy="426"/>
            </a:xfrm>
          </p:grpSpPr>
          <p:sp>
            <p:nvSpPr>
              <p:cNvPr id="68631" name="Rectangle 24">
                <a:extLst>
                  <a:ext uri="{FF2B5EF4-FFF2-40B4-BE49-F238E27FC236}">
                    <a16:creationId xmlns:a16="http://schemas.microsoft.com/office/drawing/2014/main" id="{DFB5E4D9-2BC2-16F6-2413-57C29E2F1A30}"/>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68632" name="Group 25">
                <a:extLst>
                  <a:ext uri="{FF2B5EF4-FFF2-40B4-BE49-F238E27FC236}">
                    <a16:creationId xmlns:a16="http://schemas.microsoft.com/office/drawing/2014/main" id="{A3C70C28-1B3F-672F-68C3-52CA39D98251}"/>
                  </a:ext>
                </a:extLst>
              </p:cNvPr>
              <p:cNvGrpSpPr>
                <a:grpSpLocks/>
              </p:cNvGrpSpPr>
              <p:nvPr/>
            </p:nvGrpSpPr>
            <p:grpSpPr bwMode="auto">
              <a:xfrm>
                <a:off x="5547" y="298"/>
                <a:ext cx="423" cy="72"/>
                <a:chOff x="5547" y="298"/>
                <a:chExt cx="423" cy="72"/>
              </a:xfrm>
            </p:grpSpPr>
            <p:sp>
              <p:nvSpPr>
                <p:cNvPr id="68633" name="AutoShape 26">
                  <a:extLst>
                    <a:ext uri="{FF2B5EF4-FFF2-40B4-BE49-F238E27FC236}">
                      <a16:creationId xmlns:a16="http://schemas.microsoft.com/office/drawing/2014/main" id="{60B7DB56-3349-1820-E99A-743C132EFD1D}"/>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68634" name="AutoShape 27">
                  <a:extLst>
                    <a:ext uri="{FF2B5EF4-FFF2-40B4-BE49-F238E27FC236}">
                      <a16:creationId xmlns:a16="http://schemas.microsoft.com/office/drawing/2014/main" id="{155B9D3D-5384-FA89-13B3-E1FD672FAA14}"/>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68635" name="AutoShape 28">
                  <a:extLst>
                    <a:ext uri="{FF2B5EF4-FFF2-40B4-BE49-F238E27FC236}">
                      <a16:creationId xmlns:a16="http://schemas.microsoft.com/office/drawing/2014/main" id="{F73B0E87-4FE5-8C4B-FC0C-FF98B0123C8D}"/>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sp>
        <p:nvSpPr>
          <p:cNvPr id="68612" name="Freeform 29">
            <a:extLst>
              <a:ext uri="{FF2B5EF4-FFF2-40B4-BE49-F238E27FC236}">
                <a16:creationId xmlns:a16="http://schemas.microsoft.com/office/drawing/2014/main" id="{4BF4F220-ECBF-E3C9-B09E-D366B0C87289}"/>
              </a:ext>
            </a:extLst>
          </p:cNvPr>
          <p:cNvSpPr>
            <a:spLocks/>
          </p:cNvSpPr>
          <p:nvPr>
            <p:custDataLst>
              <p:tags r:id="rId1"/>
            </p:custDataLst>
          </p:nvPr>
        </p:nvSpPr>
        <p:spPr bwMode="gray">
          <a:xfrm>
            <a:off x="6099175" y="4267200"/>
            <a:ext cx="1544638" cy="815975"/>
          </a:xfrm>
          <a:custGeom>
            <a:avLst/>
            <a:gdLst>
              <a:gd name="T0" fmla="*/ 0 w 759"/>
              <a:gd name="T1" fmla="*/ 0 h 514"/>
              <a:gd name="T2" fmla="*/ 2147483646 w 759"/>
              <a:gd name="T3" fmla="*/ 0 h 514"/>
              <a:gd name="T4" fmla="*/ 2147483646 w 759"/>
              <a:gd name="T5" fmla="*/ 2147483646 h 514"/>
              <a:gd name="T6" fmla="*/ 2147483646 w 759"/>
              <a:gd name="T7" fmla="*/ 2147483646 h 514"/>
              <a:gd name="T8" fmla="*/ 0 w 759"/>
              <a:gd name="T9" fmla="*/ 2147483646 h 514"/>
              <a:gd name="T10" fmla="*/ 2147483646 w 759"/>
              <a:gd name="T11" fmla="*/ 2147483646 h 514"/>
              <a:gd name="T12" fmla="*/ 0 w 759"/>
              <a:gd name="T13" fmla="*/ 0 h 5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9" h="514">
                <a:moveTo>
                  <a:pt x="0" y="0"/>
                </a:moveTo>
                <a:lnTo>
                  <a:pt x="666" y="0"/>
                </a:lnTo>
                <a:lnTo>
                  <a:pt x="759" y="257"/>
                </a:lnTo>
                <a:lnTo>
                  <a:pt x="666" y="514"/>
                </a:lnTo>
                <a:lnTo>
                  <a:pt x="0" y="514"/>
                </a:lnTo>
                <a:lnTo>
                  <a:pt x="93" y="257"/>
                </a:lnTo>
                <a:lnTo>
                  <a:pt x="0" y="0"/>
                </a:lnTo>
                <a:close/>
              </a:path>
            </a:pathLst>
          </a:custGeom>
          <a:solidFill>
            <a:schemeClr val="bg1"/>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sp>
        <p:nvSpPr>
          <p:cNvPr id="68613" name="Rectangle 30">
            <a:extLst>
              <a:ext uri="{FF2B5EF4-FFF2-40B4-BE49-F238E27FC236}">
                <a16:creationId xmlns:a16="http://schemas.microsoft.com/office/drawing/2014/main" id="{346B4FDA-4360-09FC-A78F-2D43D7BD0750}"/>
              </a:ext>
            </a:extLst>
          </p:cNvPr>
          <p:cNvSpPr>
            <a:spLocks noChangeArrowheads="1"/>
          </p:cNvSpPr>
          <p:nvPr>
            <p:custDataLst>
              <p:tags r:id="rId2"/>
            </p:custDataLst>
          </p:nvPr>
        </p:nvSpPr>
        <p:spPr bwMode="gray">
          <a:xfrm>
            <a:off x="6348413" y="4313238"/>
            <a:ext cx="1438275" cy="7016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823913" indent="-285750">
              <a:defRPr>
                <a:solidFill>
                  <a:schemeClr val="tx1"/>
                </a:solidFill>
                <a:latin typeface="Arial" panose="020B0604020202020204" pitchFamily="34" charset="0"/>
                <a:cs typeface="Arial" panose="020B0604020202020204" pitchFamily="34" charset="0"/>
              </a:defRPr>
            </a:lvl2pPr>
            <a:lvl3pPr marL="1231900" indent="-228600">
              <a:defRPr>
                <a:solidFill>
                  <a:schemeClr val="tx1"/>
                </a:solidFill>
                <a:latin typeface="Arial" panose="020B0604020202020204" pitchFamily="34" charset="0"/>
                <a:cs typeface="Arial" panose="020B0604020202020204" pitchFamily="34" charset="0"/>
              </a:defRPr>
            </a:lvl3pPr>
            <a:lvl4pPr marL="1639888"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grpSp>
        <p:nvGrpSpPr>
          <p:cNvPr id="68614" name="Group 31">
            <a:extLst>
              <a:ext uri="{FF2B5EF4-FFF2-40B4-BE49-F238E27FC236}">
                <a16:creationId xmlns:a16="http://schemas.microsoft.com/office/drawing/2014/main" id="{3FCE3A03-4019-9883-0A92-B57ADDDA8362}"/>
              </a:ext>
            </a:extLst>
          </p:cNvPr>
          <p:cNvGrpSpPr>
            <a:grpSpLocks/>
          </p:cNvGrpSpPr>
          <p:nvPr>
            <p:custDataLst>
              <p:tags r:id="rId3"/>
            </p:custDataLst>
          </p:nvPr>
        </p:nvGrpSpPr>
        <p:grpSpPr bwMode="auto">
          <a:xfrm>
            <a:off x="7454900" y="4267200"/>
            <a:ext cx="1549400" cy="815975"/>
            <a:chOff x="3800" y="1673"/>
            <a:chExt cx="760" cy="514"/>
          </a:xfrm>
        </p:grpSpPr>
        <p:sp>
          <p:nvSpPr>
            <p:cNvPr id="68627" name="Freeform 32">
              <a:extLst>
                <a:ext uri="{FF2B5EF4-FFF2-40B4-BE49-F238E27FC236}">
                  <a16:creationId xmlns:a16="http://schemas.microsoft.com/office/drawing/2014/main" id="{5F509FB5-46CB-0B5E-8105-22F4DAC00373}"/>
                </a:ext>
              </a:extLst>
            </p:cNvPr>
            <p:cNvSpPr>
              <a:spLocks/>
            </p:cNvSpPr>
            <p:nvPr>
              <p:custDataLst>
                <p:tags r:id="rId12"/>
              </p:custDataLst>
            </p:nvPr>
          </p:nvSpPr>
          <p:spPr bwMode="gray">
            <a:xfrm>
              <a:off x="3800" y="1673"/>
              <a:ext cx="760" cy="514"/>
            </a:xfrm>
            <a:custGeom>
              <a:avLst/>
              <a:gdLst>
                <a:gd name="T0" fmla="*/ 0 w 760"/>
                <a:gd name="T1" fmla="*/ 0 h 514"/>
                <a:gd name="T2" fmla="*/ 667 w 760"/>
                <a:gd name="T3" fmla="*/ 0 h 514"/>
                <a:gd name="T4" fmla="*/ 760 w 760"/>
                <a:gd name="T5" fmla="*/ 257 h 514"/>
                <a:gd name="T6" fmla="*/ 667 w 760"/>
                <a:gd name="T7" fmla="*/ 514 h 514"/>
                <a:gd name="T8" fmla="*/ 0 w 760"/>
                <a:gd name="T9" fmla="*/ 514 h 514"/>
                <a:gd name="T10" fmla="*/ 93 w 760"/>
                <a:gd name="T11" fmla="*/ 257 h 514"/>
                <a:gd name="T12" fmla="*/ 0 w 760"/>
                <a:gd name="T13" fmla="*/ 0 h 5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0" h="514">
                  <a:moveTo>
                    <a:pt x="0" y="0"/>
                  </a:moveTo>
                  <a:lnTo>
                    <a:pt x="667" y="0"/>
                  </a:lnTo>
                  <a:lnTo>
                    <a:pt x="760" y="257"/>
                  </a:lnTo>
                  <a:lnTo>
                    <a:pt x="667" y="514"/>
                  </a:lnTo>
                  <a:lnTo>
                    <a:pt x="0" y="514"/>
                  </a:lnTo>
                  <a:lnTo>
                    <a:pt x="93" y="257"/>
                  </a:lnTo>
                  <a:lnTo>
                    <a:pt x="0" y="0"/>
                  </a:lnTo>
                  <a:close/>
                </a:path>
              </a:pathLst>
            </a:custGeom>
            <a:solidFill>
              <a:schemeClr val="bg1"/>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sp>
          <p:nvSpPr>
            <p:cNvPr id="68628" name="Rectangle 33">
              <a:extLst>
                <a:ext uri="{FF2B5EF4-FFF2-40B4-BE49-F238E27FC236}">
                  <a16:creationId xmlns:a16="http://schemas.microsoft.com/office/drawing/2014/main" id="{D28DC734-1F3E-E9D6-EC32-1E2EAC485E9C}"/>
                </a:ext>
              </a:extLst>
            </p:cNvPr>
            <p:cNvSpPr>
              <a:spLocks noChangeArrowheads="1"/>
            </p:cNvSpPr>
            <p:nvPr>
              <p:custDataLst>
                <p:tags r:id="rId13"/>
              </p:custDataLst>
            </p:nvPr>
          </p:nvSpPr>
          <p:spPr bwMode="gray">
            <a:xfrm>
              <a:off x="3925" y="1702"/>
              <a:ext cx="543" cy="44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grpSp>
      <p:grpSp>
        <p:nvGrpSpPr>
          <p:cNvPr id="68615" name="Group 34">
            <a:extLst>
              <a:ext uri="{FF2B5EF4-FFF2-40B4-BE49-F238E27FC236}">
                <a16:creationId xmlns:a16="http://schemas.microsoft.com/office/drawing/2014/main" id="{B8D72BE0-F95A-11D3-AFA0-C078CAE2DD9D}"/>
              </a:ext>
            </a:extLst>
          </p:cNvPr>
          <p:cNvGrpSpPr>
            <a:grpSpLocks/>
          </p:cNvGrpSpPr>
          <p:nvPr>
            <p:custDataLst>
              <p:tags r:id="rId4"/>
            </p:custDataLst>
          </p:nvPr>
        </p:nvGrpSpPr>
        <p:grpSpPr bwMode="auto">
          <a:xfrm>
            <a:off x="703263" y="4267200"/>
            <a:ext cx="1546225" cy="815975"/>
            <a:chOff x="1152" y="1673"/>
            <a:chExt cx="759" cy="514"/>
          </a:xfrm>
        </p:grpSpPr>
        <p:sp>
          <p:nvSpPr>
            <p:cNvPr id="68625" name="Freeform 35">
              <a:extLst>
                <a:ext uri="{FF2B5EF4-FFF2-40B4-BE49-F238E27FC236}">
                  <a16:creationId xmlns:a16="http://schemas.microsoft.com/office/drawing/2014/main" id="{5BB90AFD-3C12-4DFB-B27C-81AC8EC17809}"/>
                </a:ext>
              </a:extLst>
            </p:cNvPr>
            <p:cNvSpPr>
              <a:spLocks/>
            </p:cNvSpPr>
            <p:nvPr>
              <p:custDataLst>
                <p:tags r:id="rId10"/>
              </p:custDataLst>
            </p:nvPr>
          </p:nvSpPr>
          <p:spPr bwMode="gray">
            <a:xfrm>
              <a:off x="1152" y="1673"/>
              <a:ext cx="759" cy="514"/>
            </a:xfrm>
            <a:custGeom>
              <a:avLst/>
              <a:gdLst>
                <a:gd name="T0" fmla="*/ 0 w 759"/>
                <a:gd name="T1" fmla="*/ 0 h 514"/>
                <a:gd name="T2" fmla="*/ 666 w 759"/>
                <a:gd name="T3" fmla="*/ 0 h 514"/>
                <a:gd name="T4" fmla="*/ 759 w 759"/>
                <a:gd name="T5" fmla="*/ 257 h 514"/>
                <a:gd name="T6" fmla="*/ 666 w 759"/>
                <a:gd name="T7" fmla="*/ 514 h 514"/>
                <a:gd name="T8" fmla="*/ 0 w 759"/>
                <a:gd name="T9" fmla="*/ 514 h 514"/>
                <a:gd name="T10" fmla="*/ 0 w 759"/>
                <a:gd name="T11" fmla="*/ 257 h 514"/>
                <a:gd name="T12" fmla="*/ 0 w 759"/>
                <a:gd name="T13" fmla="*/ 0 h 5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9" h="514">
                  <a:moveTo>
                    <a:pt x="0" y="0"/>
                  </a:moveTo>
                  <a:lnTo>
                    <a:pt x="666" y="0"/>
                  </a:lnTo>
                  <a:lnTo>
                    <a:pt x="759" y="257"/>
                  </a:lnTo>
                  <a:lnTo>
                    <a:pt x="666" y="514"/>
                  </a:lnTo>
                  <a:lnTo>
                    <a:pt x="0" y="514"/>
                  </a:lnTo>
                  <a:lnTo>
                    <a:pt x="0" y="257"/>
                  </a:lnTo>
                  <a:lnTo>
                    <a:pt x="0" y="0"/>
                  </a:lnTo>
                  <a:close/>
                </a:path>
              </a:pathLst>
            </a:custGeom>
            <a:solidFill>
              <a:schemeClr val="bg1"/>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sp>
          <p:nvSpPr>
            <p:cNvPr id="68626" name="Rectangle 36">
              <a:extLst>
                <a:ext uri="{FF2B5EF4-FFF2-40B4-BE49-F238E27FC236}">
                  <a16:creationId xmlns:a16="http://schemas.microsoft.com/office/drawing/2014/main" id="{7E630E85-9870-6829-9D4A-9DAB2FCF36A3}"/>
                </a:ext>
              </a:extLst>
            </p:cNvPr>
            <p:cNvSpPr>
              <a:spLocks noChangeArrowheads="1"/>
            </p:cNvSpPr>
            <p:nvPr>
              <p:custDataLst>
                <p:tags r:id="rId11"/>
              </p:custDataLst>
            </p:nvPr>
          </p:nvSpPr>
          <p:spPr bwMode="gray">
            <a:xfrm>
              <a:off x="1184" y="1702"/>
              <a:ext cx="634" cy="44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823913" indent="-285750">
                <a:defRPr>
                  <a:solidFill>
                    <a:schemeClr val="tx1"/>
                  </a:solidFill>
                  <a:latin typeface="Arial" panose="020B0604020202020204" pitchFamily="34" charset="0"/>
                  <a:cs typeface="Arial" panose="020B0604020202020204" pitchFamily="34" charset="0"/>
                </a:defRPr>
              </a:lvl2pPr>
              <a:lvl3pPr marL="1231900" indent="-228600">
                <a:defRPr>
                  <a:solidFill>
                    <a:schemeClr val="tx1"/>
                  </a:solidFill>
                  <a:latin typeface="Arial" panose="020B0604020202020204" pitchFamily="34" charset="0"/>
                  <a:cs typeface="Arial" panose="020B0604020202020204" pitchFamily="34" charset="0"/>
                </a:defRPr>
              </a:lvl3pPr>
              <a:lvl4pPr marL="1639888"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grpSp>
      <p:sp>
        <p:nvSpPr>
          <p:cNvPr id="68616" name="Freeform 38">
            <a:extLst>
              <a:ext uri="{FF2B5EF4-FFF2-40B4-BE49-F238E27FC236}">
                <a16:creationId xmlns:a16="http://schemas.microsoft.com/office/drawing/2014/main" id="{798F235A-D849-2CC9-4581-524A3DC23A07}"/>
              </a:ext>
            </a:extLst>
          </p:cNvPr>
          <p:cNvSpPr>
            <a:spLocks/>
          </p:cNvSpPr>
          <p:nvPr>
            <p:custDataLst>
              <p:tags r:id="rId5"/>
            </p:custDataLst>
          </p:nvPr>
        </p:nvSpPr>
        <p:spPr bwMode="gray">
          <a:xfrm>
            <a:off x="2057400" y="4267200"/>
            <a:ext cx="1544638" cy="815975"/>
          </a:xfrm>
          <a:custGeom>
            <a:avLst/>
            <a:gdLst>
              <a:gd name="T0" fmla="*/ 0 w 758"/>
              <a:gd name="T1" fmla="*/ 0 h 514"/>
              <a:gd name="T2" fmla="*/ 2147483646 w 758"/>
              <a:gd name="T3" fmla="*/ 0 h 514"/>
              <a:gd name="T4" fmla="*/ 2147483646 w 758"/>
              <a:gd name="T5" fmla="*/ 2147483646 h 514"/>
              <a:gd name="T6" fmla="*/ 2147483646 w 758"/>
              <a:gd name="T7" fmla="*/ 2147483646 h 514"/>
              <a:gd name="T8" fmla="*/ 0 w 758"/>
              <a:gd name="T9" fmla="*/ 2147483646 h 514"/>
              <a:gd name="T10" fmla="*/ 2147483646 w 758"/>
              <a:gd name="T11" fmla="*/ 2147483646 h 514"/>
              <a:gd name="T12" fmla="*/ 0 w 758"/>
              <a:gd name="T13" fmla="*/ 0 h 5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8" h="514">
                <a:moveTo>
                  <a:pt x="0" y="0"/>
                </a:moveTo>
                <a:lnTo>
                  <a:pt x="665" y="0"/>
                </a:lnTo>
                <a:lnTo>
                  <a:pt x="758" y="257"/>
                </a:lnTo>
                <a:lnTo>
                  <a:pt x="665" y="514"/>
                </a:lnTo>
                <a:lnTo>
                  <a:pt x="0" y="514"/>
                </a:lnTo>
                <a:lnTo>
                  <a:pt x="93" y="257"/>
                </a:lnTo>
                <a:lnTo>
                  <a:pt x="0" y="0"/>
                </a:lnTo>
                <a:close/>
              </a:path>
            </a:pathLst>
          </a:custGeom>
          <a:solidFill>
            <a:schemeClr val="bg1"/>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sp>
        <p:nvSpPr>
          <p:cNvPr id="68617" name="Rectangle 39">
            <a:extLst>
              <a:ext uri="{FF2B5EF4-FFF2-40B4-BE49-F238E27FC236}">
                <a16:creationId xmlns:a16="http://schemas.microsoft.com/office/drawing/2014/main" id="{7BE81AC2-4560-9CF0-B7D3-5F4CA47FA1D5}"/>
              </a:ext>
            </a:extLst>
          </p:cNvPr>
          <p:cNvSpPr>
            <a:spLocks noChangeArrowheads="1"/>
          </p:cNvSpPr>
          <p:nvPr>
            <p:custDataLst>
              <p:tags r:id="rId6"/>
            </p:custDataLst>
          </p:nvPr>
        </p:nvSpPr>
        <p:spPr bwMode="gray">
          <a:xfrm>
            <a:off x="2311400" y="4313238"/>
            <a:ext cx="1103313" cy="701675"/>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823913" indent="-285750">
              <a:defRPr>
                <a:solidFill>
                  <a:schemeClr val="tx1"/>
                </a:solidFill>
                <a:latin typeface="Arial" panose="020B0604020202020204" pitchFamily="34" charset="0"/>
                <a:cs typeface="Arial" panose="020B0604020202020204" pitchFamily="34" charset="0"/>
              </a:defRPr>
            </a:lvl2pPr>
            <a:lvl3pPr marL="1231900" indent="-228600">
              <a:defRPr>
                <a:solidFill>
                  <a:schemeClr val="tx1"/>
                </a:solidFill>
                <a:latin typeface="Arial" panose="020B0604020202020204" pitchFamily="34" charset="0"/>
                <a:cs typeface="Arial" panose="020B0604020202020204" pitchFamily="34" charset="0"/>
              </a:defRPr>
            </a:lvl3pPr>
            <a:lvl4pPr marL="1639888"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grpSp>
        <p:nvGrpSpPr>
          <p:cNvPr id="68618" name="Group 40">
            <a:extLst>
              <a:ext uri="{FF2B5EF4-FFF2-40B4-BE49-F238E27FC236}">
                <a16:creationId xmlns:a16="http://schemas.microsoft.com/office/drawing/2014/main" id="{2DC22677-397C-09B3-9F7A-68DD9079AB49}"/>
              </a:ext>
            </a:extLst>
          </p:cNvPr>
          <p:cNvGrpSpPr>
            <a:grpSpLocks/>
          </p:cNvGrpSpPr>
          <p:nvPr/>
        </p:nvGrpSpPr>
        <p:grpSpPr bwMode="auto">
          <a:xfrm>
            <a:off x="3403600" y="4268788"/>
            <a:ext cx="2894013" cy="817562"/>
            <a:chOff x="1766" y="1674"/>
            <a:chExt cx="1421" cy="515"/>
          </a:xfrm>
        </p:grpSpPr>
        <p:sp>
          <p:nvSpPr>
            <p:cNvPr id="68622" name="AutoShape 41">
              <a:extLst>
                <a:ext uri="{FF2B5EF4-FFF2-40B4-BE49-F238E27FC236}">
                  <a16:creationId xmlns:a16="http://schemas.microsoft.com/office/drawing/2014/main" id="{4E9EAD14-C99F-8C53-93A0-3889175F3229}"/>
                </a:ext>
              </a:extLst>
            </p:cNvPr>
            <p:cNvSpPr>
              <a:spLocks noChangeArrowheads="1"/>
            </p:cNvSpPr>
            <p:nvPr/>
          </p:nvSpPr>
          <p:spPr bwMode="gray">
            <a:xfrm>
              <a:off x="1766" y="1674"/>
              <a:ext cx="1421" cy="515"/>
            </a:xfrm>
            <a:prstGeom prst="chevron">
              <a:avLst>
                <a:gd name="adj" fmla="val 1736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68623" name="Line 42">
              <a:extLst>
                <a:ext uri="{FF2B5EF4-FFF2-40B4-BE49-F238E27FC236}">
                  <a16:creationId xmlns:a16="http://schemas.microsoft.com/office/drawing/2014/main" id="{57674DEC-D78D-67BE-2255-A8DC663E68BA}"/>
                </a:ext>
              </a:extLst>
            </p:cNvPr>
            <p:cNvSpPr>
              <a:spLocks noChangeShapeType="1"/>
            </p:cNvSpPr>
            <p:nvPr/>
          </p:nvSpPr>
          <p:spPr bwMode="gray">
            <a:xfrm>
              <a:off x="1867" y="1930"/>
              <a:ext cx="13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68624" name="Line 43">
              <a:extLst>
                <a:ext uri="{FF2B5EF4-FFF2-40B4-BE49-F238E27FC236}">
                  <a16:creationId xmlns:a16="http://schemas.microsoft.com/office/drawing/2014/main" id="{1EBEC89C-7C46-9F80-0068-C0F2D22AA357}"/>
                </a:ext>
              </a:extLst>
            </p:cNvPr>
            <p:cNvSpPr>
              <a:spLocks noChangeShapeType="1"/>
            </p:cNvSpPr>
            <p:nvPr/>
          </p:nvSpPr>
          <p:spPr bwMode="gray">
            <a:xfrm flipH="1">
              <a:off x="2430" y="1930"/>
              <a:ext cx="91" cy="25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68619" name="Rectangle 44">
            <a:extLst>
              <a:ext uri="{FF2B5EF4-FFF2-40B4-BE49-F238E27FC236}">
                <a16:creationId xmlns:a16="http://schemas.microsoft.com/office/drawing/2014/main" id="{631EAB94-ACC7-1AB5-F6F0-52DD5527381D}"/>
              </a:ext>
            </a:extLst>
          </p:cNvPr>
          <p:cNvSpPr>
            <a:spLocks noChangeArrowheads="1"/>
          </p:cNvSpPr>
          <p:nvPr>
            <p:custDataLst>
              <p:tags r:id="rId7"/>
            </p:custDataLst>
          </p:nvPr>
        </p:nvSpPr>
        <p:spPr bwMode="gray">
          <a:xfrm>
            <a:off x="4230688" y="4305300"/>
            <a:ext cx="1344612" cy="31750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823913" indent="-285750">
              <a:defRPr>
                <a:solidFill>
                  <a:schemeClr val="tx1"/>
                </a:solidFill>
                <a:latin typeface="Arial" panose="020B0604020202020204" pitchFamily="34" charset="0"/>
                <a:cs typeface="Arial" panose="020B0604020202020204" pitchFamily="34" charset="0"/>
              </a:defRPr>
            </a:lvl2pPr>
            <a:lvl3pPr marL="1231900" indent="-228600">
              <a:defRPr>
                <a:solidFill>
                  <a:schemeClr val="tx1"/>
                </a:solidFill>
                <a:latin typeface="Arial" panose="020B0604020202020204" pitchFamily="34" charset="0"/>
                <a:cs typeface="Arial" panose="020B0604020202020204" pitchFamily="34" charset="0"/>
              </a:defRPr>
            </a:lvl3pPr>
            <a:lvl4pPr marL="1639888"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sp>
        <p:nvSpPr>
          <p:cNvPr id="68620" name="Rectangle 45">
            <a:extLst>
              <a:ext uri="{FF2B5EF4-FFF2-40B4-BE49-F238E27FC236}">
                <a16:creationId xmlns:a16="http://schemas.microsoft.com/office/drawing/2014/main" id="{AD74345E-417A-6468-4823-F9D518903041}"/>
              </a:ext>
            </a:extLst>
          </p:cNvPr>
          <p:cNvSpPr>
            <a:spLocks noChangeArrowheads="1"/>
          </p:cNvSpPr>
          <p:nvPr>
            <p:custDataLst>
              <p:tags r:id="rId8"/>
            </p:custDataLst>
          </p:nvPr>
        </p:nvSpPr>
        <p:spPr bwMode="gray">
          <a:xfrm>
            <a:off x="4983163" y="4724400"/>
            <a:ext cx="1344612" cy="3175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823913" indent="-285750">
              <a:defRPr>
                <a:solidFill>
                  <a:schemeClr val="tx1"/>
                </a:solidFill>
                <a:latin typeface="Arial" panose="020B0604020202020204" pitchFamily="34" charset="0"/>
                <a:cs typeface="Arial" panose="020B0604020202020204" pitchFamily="34" charset="0"/>
              </a:defRPr>
            </a:lvl2pPr>
            <a:lvl3pPr marL="1231900" indent="-228600">
              <a:defRPr>
                <a:solidFill>
                  <a:schemeClr val="tx1"/>
                </a:solidFill>
                <a:latin typeface="Arial" panose="020B0604020202020204" pitchFamily="34" charset="0"/>
                <a:cs typeface="Arial" panose="020B0604020202020204" pitchFamily="34" charset="0"/>
              </a:defRPr>
            </a:lvl3pPr>
            <a:lvl4pPr marL="1639888"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sp>
        <p:nvSpPr>
          <p:cNvPr id="68621" name="Rectangle 46">
            <a:extLst>
              <a:ext uri="{FF2B5EF4-FFF2-40B4-BE49-F238E27FC236}">
                <a16:creationId xmlns:a16="http://schemas.microsoft.com/office/drawing/2014/main" id="{79FCF65C-7B2B-5DEF-6225-4AC669B67F3A}"/>
              </a:ext>
            </a:extLst>
          </p:cNvPr>
          <p:cNvSpPr>
            <a:spLocks noChangeArrowheads="1"/>
          </p:cNvSpPr>
          <p:nvPr>
            <p:custDataLst>
              <p:tags r:id="rId9"/>
            </p:custDataLst>
          </p:nvPr>
        </p:nvSpPr>
        <p:spPr bwMode="gray">
          <a:xfrm>
            <a:off x="3613150" y="4724400"/>
            <a:ext cx="1143000" cy="31750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3810" tIns="0" rIns="3810" bIns="0" anchor="ctr"/>
          <a:lstStyle>
            <a:lvl1pPr>
              <a:defRPr>
                <a:solidFill>
                  <a:schemeClr val="tx1"/>
                </a:solidFill>
                <a:latin typeface="Arial" panose="020B0604020202020204" pitchFamily="34" charset="0"/>
                <a:cs typeface="Arial" panose="020B0604020202020204" pitchFamily="34" charset="0"/>
              </a:defRPr>
            </a:lvl1pPr>
            <a:lvl2pPr marL="823913" indent="-285750">
              <a:defRPr>
                <a:solidFill>
                  <a:schemeClr val="tx1"/>
                </a:solidFill>
                <a:latin typeface="Arial" panose="020B0604020202020204" pitchFamily="34" charset="0"/>
                <a:cs typeface="Arial" panose="020B0604020202020204" pitchFamily="34" charset="0"/>
              </a:defRPr>
            </a:lvl2pPr>
            <a:lvl3pPr marL="1231900" indent="-228600">
              <a:defRPr>
                <a:solidFill>
                  <a:schemeClr val="tx1"/>
                </a:solidFill>
                <a:latin typeface="Arial" panose="020B0604020202020204" pitchFamily="34" charset="0"/>
                <a:cs typeface="Arial" panose="020B0604020202020204" pitchFamily="34" charset="0"/>
              </a:defRPr>
            </a:lvl3pPr>
            <a:lvl4pPr marL="1639888"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Insert text</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3">
            <a:extLst>
              <a:ext uri="{FF2B5EF4-FFF2-40B4-BE49-F238E27FC236}">
                <a16:creationId xmlns:a16="http://schemas.microsoft.com/office/drawing/2014/main" id="{E2EE4C6B-AD52-02D3-B0D7-9B202952E8A3}"/>
              </a:ext>
            </a:extLst>
          </p:cNvPr>
          <p:cNvGrpSpPr>
            <a:grpSpLocks/>
          </p:cNvGrpSpPr>
          <p:nvPr/>
        </p:nvGrpSpPr>
        <p:grpSpPr bwMode="auto">
          <a:xfrm>
            <a:off x="1539875" y="3683000"/>
            <a:ext cx="6057900" cy="812800"/>
            <a:chOff x="1051" y="2771"/>
            <a:chExt cx="4134" cy="512"/>
          </a:xfrm>
        </p:grpSpPr>
        <p:sp>
          <p:nvSpPr>
            <p:cNvPr id="72730" name="AutoShape 4">
              <a:extLst>
                <a:ext uri="{FF2B5EF4-FFF2-40B4-BE49-F238E27FC236}">
                  <a16:creationId xmlns:a16="http://schemas.microsoft.com/office/drawing/2014/main" id="{234DC984-BC4A-0A04-AF86-A19B8CBBCA63}"/>
                </a:ext>
              </a:extLst>
            </p:cNvPr>
            <p:cNvSpPr>
              <a:spLocks noChangeArrowheads="1"/>
            </p:cNvSpPr>
            <p:nvPr/>
          </p:nvSpPr>
          <p:spPr bwMode="auto">
            <a:xfrm>
              <a:off x="1051" y="2771"/>
              <a:ext cx="1419" cy="512"/>
            </a:xfrm>
            <a:prstGeom prst="homePlate">
              <a:avLst>
                <a:gd name="adj" fmla="val 19811"/>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6825" tIns="49205" rIns="96825" bIns="49205" anchor="ctr"/>
            <a:lstStyle>
              <a:lvl1pPr defTabSz="849313">
                <a:defRPr>
                  <a:solidFill>
                    <a:schemeClr val="tx1"/>
                  </a:solidFill>
                  <a:latin typeface="Arial" panose="020B0604020202020204" pitchFamily="34" charset="0"/>
                  <a:cs typeface="Arial" panose="020B0604020202020204" pitchFamily="34" charset="0"/>
                </a:defRPr>
              </a:lvl1pPr>
              <a:lvl2pPr marL="742950" indent="-285750" defTabSz="849313">
                <a:defRPr>
                  <a:solidFill>
                    <a:schemeClr val="tx1"/>
                  </a:solidFill>
                  <a:latin typeface="Arial" panose="020B0604020202020204" pitchFamily="34" charset="0"/>
                  <a:cs typeface="Arial" panose="020B0604020202020204" pitchFamily="34" charset="0"/>
                </a:defRPr>
              </a:lvl2pPr>
              <a:lvl3pPr marL="1143000" indent="-228600" defTabSz="849313">
                <a:defRPr>
                  <a:solidFill>
                    <a:schemeClr val="tx1"/>
                  </a:solidFill>
                  <a:latin typeface="Arial" panose="020B0604020202020204" pitchFamily="34" charset="0"/>
                  <a:cs typeface="Arial" panose="020B0604020202020204" pitchFamily="34" charset="0"/>
                </a:defRPr>
              </a:lvl3pPr>
              <a:lvl4pPr marL="1600200" indent="-228600" defTabSz="849313">
                <a:defRPr>
                  <a:solidFill>
                    <a:schemeClr val="tx1"/>
                  </a:solidFill>
                  <a:latin typeface="Arial" panose="020B0604020202020204" pitchFamily="34" charset="0"/>
                  <a:cs typeface="Arial" panose="020B0604020202020204" pitchFamily="34" charset="0"/>
                </a:defRPr>
              </a:lvl4pPr>
              <a:lvl5pPr marL="2057400" indent="-228600" defTabSz="849313">
                <a:defRPr>
                  <a:solidFill>
                    <a:schemeClr val="tx1"/>
                  </a:solidFill>
                  <a:latin typeface="Arial" panose="020B0604020202020204" pitchFamily="34" charset="0"/>
                  <a:cs typeface="Arial" panose="020B0604020202020204" pitchFamily="34" charset="0"/>
                </a:defRPr>
              </a:lvl5pPr>
              <a:lvl6pPr marL="25146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b="1">
                  <a:ea typeface="굴림" panose="020B0600000101010101" pitchFamily="34" charset="-127"/>
                </a:rPr>
                <a:t>Insert text</a:t>
              </a:r>
            </a:p>
          </p:txBody>
        </p:sp>
        <p:sp>
          <p:nvSpPr>
            <p:cNvPr id="72731" name="AutoShape 5">
              <a:extLst>
                <a:ext uri="{FF2B5EF4-FFF2-40B4-BE49-F238E27FC236}">
                  <a16:creationId xmlns:a16="http://schemas.microsoft.com/office/drawing/2014/main" id="{33C69216-3BB7-3E80-F310-2B54B8A18B87}"/>
                </a:ext>
              </a:extLst>
            </p:cNvPr>
            <p:cNvSpPr>
              <a:spLocks noChangeArrowheads="1"/>
            </p:cNvSpPr>
            <p:nvPr/>
          </p:nvSpPr>
          <p:spPr bwMode="auto">
            <a:xfrm>
              <a:off x="2520" y="2775"/>
              <a:ext cx="569" cy="504"/>
            </a:xfrm>
            <a:prstGeom prst="hexagon">
              <a:avLst>
                <a:gd name="adj" fmla="val 28219"/>
                <a:gd name="vf" fmla="val 115470"/>
              </a:avLst>
            </a:prstGeom>
            <a:solidFill>
              <a:schemeClr val="bg1"/>
            </a:solidFill>
            <a:ln w="253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6825" tIns="49205" rIns="96825" bIns="49205" anchor="ctr"/>
            <a:lstStyle>
              <a:lvl1pPr defTabSz="849313">
                <a:defRPr>
                  <a:solidFill>
                    <a:schemeClr val="tx1"/>
                  </a:solidFill>
                  <a:latin typeface="Arial" panose="020B0604020202020204" pitchFamily="34" charset="0"/>
                  <a:cs typeface="Arial" panose="020B0604020202020204" pitchFamily="34" charset="0"/>
                </a:defRPr>
              </a:lvl1pPr>
              <a:lvl2pPr marL="742950" indent="-285750" defTabSz="849313">
                <a:defRPr>
                  <a:solidFill>
                    <a:schemeClr val="tx1"/>
                  </a:solidFill>
                  <a:latin typeface="Arial" panose="020B0604020202020204" pitchFamily="34" charset="0"/>
                  <a:cs typeface="Arial" panose="020B0604020202020204" pitchFamily="34" charset="0"/>
                </a:defRPr>
              </a:lvl2pPr>
              <a:lvl3pPr marL="1143000" indent="-228600" defTabSz="849313">
                <a:defRPr>
                  <a:solidFill>
                    <a:schemeClr val="tx1"/>
                  </a:solidFill>
                  <a:latin typeface="Arial" panose="020B0604020202020204" pitchFamily="34" charset="0"/>
                  <a:cs typeface="Arial" panose="020B0604020202020204" pitchFamily="34" charset="0"/>
                </a:defRPr>
              </a:lvl3pPr>
              <a:lvl4pPr marL="1600200" indent="-228600" defTabSz="849313">
                <a:defRPr>
                  <a:solidFill>
                    <a:schemeClr val="tx1"/>
                  </a:solidFill>
                  <a:latin typeface="Arial" panose="020B0604020202020204" pitchFamily="34" charset="0"/>
                  <a:cs typeface="Arial" panose="020B0604020202020204" pitchFamily="34" charset="0"/>
                </a:defRPr>
              </a:lvl4pPr>
              <a:lvl5pPr marL="2057400" indent="-228600" defTabSz="849313">
                <a:defRPr>
                  <a:solidFill>
                    <a:schemeClr val="tx1"/>
                  </a:solidFill>
                  <a:latin typeface="Arial" panose="020B0604020202020204" pitchFamily="34" charset="0"/>
                  <a:cs typeface="Arial" panose="020B0604020202020204" pitchFamily="34" charset="0"/>
                </a:defRPr>
              </a:lvl5pPr>
              <a:lvl6pPr marL="25146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i="1">
                  <a:ea typeface="굴림" panose="020B0600000101010101" pitchFamily="34" charset="-127"/>
                </a:rPr>
                <a:t>Key</a:t>
              </a:r>
            </a:p>
            <a:p>
              <a:pPr algn="ctr"/>
              <a:r>
                <a:rPr kumimoji="1" lang="en-US" altLang="ko-KR" sz="1200" i="1">
                  <a:ea typeface="굴림" panose="020B0600000101010101" pitchFamily="34" charset="-127"/>
                </a:rPr>
                <a:t>Decision</a:t>
              </a:r>
            </a:p>
            <a:p>
              <a:pPr algn="ctr"/>
              <a:r>
                <a:rPr kumimoji="1" lang="en-US" altLang="ko-KR" sz="1200" i="1">
                  <a:ea typeface="굴림" panose="020B0600000101010101" pitchFamily="34" charset="-127"/>
                </a:rPr>
                <a:t>Point</a:t>
              </a:r>
            </a:p>
          </p:txBody>
        </p:sp>
        <p:sp>
          <p:nvSpPr>
            <p:cNvPr id="72732" name="AutoShape 6">
              <a:extLst>
                <a:ext uri="{FF2B5EF4-FFF2-40B4-BE49-F238E27FC236}">
                  <a16:creationId xmlns:a16="http://schemas.microsoft.com/office/drawing/2014/main" id="{6804E6DD-BE2D-8C6D-4A6B-53F034994DA3}"/>
                </a:ext>
              </a:extLst>
            </p:cNvPr>
            <p:cNvSpPr>
              <a:spLocks noChangeArrowheads="1"/>
            </p:cNvSpPr>
            <p:nvPr/>
          </p:nvSpPr>
          <p:spPr bwMode="auto">
            <a:xfrm>
              <a:off x="3141" y="2771"/>
              <a:ext cx="1418" cy="512"/>
            </a:xfrm>
            <a:prstGeom prst="homePlate">
              <a:avLst>
                <a:gd name="adj" fmla="val 19797"/>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6825" tIns="49205" rIns="96825" bIns="49205" anchor="ctr"/>
            <a:lstStyle>
              <a:lvl1pPr defTabSz="849313">
                <a:defRPr>
                  <a:solidFill>
                    <a:schemeClr val="tx1"/>
                  </a:solidFill>
                  <a:latin typeface="Arial" panose="020B0604020202020204" pitchFamily="34" charset="0"/>
                  <a:cs typeface="Arial" panose="020B0604020202020204" pitchFamily="34" charset="0"/>
                </a:defRPr>
              </a:lvl1pPr>
              <a:lvl2pPr marL="742950" indent="-285750" defTabSz="849313">
                <a:defRPr>
                  <a:solidFill>
                    <a:schemeClr val="tx1"/>
                  </a:solidFill>
                  <a:latin typeface="Arial" panose="020B0604020202020204" pitchFamily="34" charset="0"/>
                  <a:cs typeface="Arial" panose="020B0604020202020204" pitchFamily="34" charset="0"/>
                </a:defRPr>
              </a:lvl2pPr>
              <a:lvl3pPr marL="1143000" indent="-228600" defTabSz="849313">
                <a:defRPr>
                  <a:solidFill>
                    <a:schemeClr val="tx1"/>
                  </a:solidFill>
                  <a:latin typeface="Arial" panose="020B0604020202020204" pitchFamily="34" charset="0"/>
                  <a:cs typeface="Arial" panose="020B0604020202020204" pitchFamily="34" charset="0"/>
                </a:defRPr>
              </a:lvl3pPr>
              <a:lvl4pPr marL="1600200" indent="-228600" defTabSz="849313">
                <a:defRPr>
                  <a:solidFill>
                    <a:schemeClr val="tx1"/>
                  </a:solidFill>
                  <a:latin typeface="Arial" panose="020B0604020202020204" pitchFamily="34" charset="0"/>
                  <a:cs typeface="Arial" panose="020B0604020202020204" pitchFamily="34" charset="0"/>
                </a:defRPr>
              </a:lvl4pPr>
              <a:lvl5pPr marL="2057400" indent="-228600" defTabSz="849313">
                <a:defRPr>
                  <a:solidFill>
                    <a:schemeClr val="tx1"/>
                  </a:solidFill>
                  <a:latin typeface="Arial" panose="020B0604020202020204" pitchFamily="34" charset="0"/>
                  <a:cs typeface="Arial" panose="020B0604020202020204" pitchFamily="34" charset="0"/>
                </a:defRPr>
              </a:lvl5pPr>
              <a:lvl6pPr marL="25146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b="1">
                  <a:ea typeface="굴림" panose="020B0600000101010101" pitchFamily="34" charset="-127"/>
                </a:rPr>
                <a:t>Insert text</a:t>
              </a:r>
            </a:p>
          </p:txBody>
        </p:sp>
        <p:sp>
          <p:nvSpPr>
            <p:cNvPr id="72733" name="AutoShape 7">
              <a:extLst>
                <a:ext uri="{FF2B5EF4-FFF2-40B4-BE49-F238E27FC236}">
                  <a16:creationId xmlns:a16="http://schemas.microsoft.com/office/drawing/2014/main" id="{0051EAED-119F-1CD7-86A6-3BE17843C03F}"/>
                </a:ext>
              </a:extLst>
            </p:cNvPr>
            <p:cNvSpPr>
              <a:spLocks noChangeArrowheads="1"/>
            </p:cNvSpPr>
            <p:nvPr/>
          </p:nvSpPr>
          <p:spPr bwMode="auto">
            <a:xfrm>
              <a:off x="4603" y="2775"/>
              <a:ext cx="582" cy="504"/>
            </a:xfrm>
            <a:prstGeom prst="hexagon">
              <a:avLst>
                <a:gd name="adj" fmla="val 28864"/>
                <a:gd name="vf" fmla="val 115470"/>
              </a:avLst>
            </a:prstGeom>
            <a:solidFill>
              <a:schemeClr val="bg1"/>
            </a:solidFill>
            <a:ln w="253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6825" tIns="49205" rIns="96825" bIns="49205" anchor="ctr"/>
            <a:lstStyle>
              <a:lvl1pPr defTabSz="849313">
                <a:defRPr>
                  <a:solidFill>
                    <a:schemeClr val="tx1"/>
                  </a:solidFill>
                  <a:latin typeface="Arial" panose="020B0604020202020204" pitchFamily="34" charset="0"/>
                  <a:cs typeface="Arial" panose="020B0604020202020204" pitchFamily="34" charset="0"/>
                </a:defRPr>
              </a:lvl1pPr>
              <a:lvl2pPr marL="742950" indent="-285750" defTabSz="849313">
                <a:defRPr>
                  <a:solidFill>
                    <a:schemeClr val="tx1"/>
                  </a:solidFill>
                  <a:latin typeface="Arial" panose="020B0604020202020204" pitchFamily="34" charset="0"/>
                  <a:cs typeface="Arial" panose="020B0604020202020204" pitchFamily="34" charset="0"/>
                </a:defRPr>
              </a:lvl2pPr>
              <a:lvl3pPr marL="1143000" indent="-228600" defTabSz="849313">
                <a:defRPr>
                  <a:solidFill>
                    <a:schemeClr val="tx1"/>
                  </a:solidFill>
                  <a:latin typeface="Arial" panose="020B0604020202020204" pitchFamily="34" charset="0"/>
                  <a:cs typeface="Arial" panose="020B0604020202020204" pitchFamily="34" charset="0"/>
                </a:defRPr>
              </a:lvl3pPr>
              <a:lvl4pPr marL="1600200" indent="-228600" defTabSz="849313">
                <a:defRPr>
                  <a:solidFill>
                    <a:schemeClr val="tx1"/>
                  </a:solidFill>
                  <a:latin typeface="Arial" panose="020B0604020202020204" pitchFamily="34" charset="0"/>
                  <a:cs typeface="Arial" panose="020B0604020202020204" pitchFamily="34" charset="0"/>
                </a:defRPr>
              </a:lvl4pPr>
              <a:lvl5pPr marL="2057400" indent="-228600" defTabSz="849313">
                <a:defRPr>
                  <a:solidFill>
                    <a:schemeClr val="tx1"/>
                  </a:solidFill>
                  <a:latin typeface="Arial" panose="020B0604020202020204" pitchFamily="34" charset="0"/>
                  <a:cs typeface="Arial" panose="020B0604020202020204" pitchFamily="34" charset="0"/>
                </a:defRPr>
              </a:lvl5pPr>
              <a:lvl6pPr marL="25146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493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i="1">
                  <a:ea typeface="굴림" panose="020B0600000101010101" pitchFamily="34" charset="-127"/>
                </a:rPr>
                <a:t>Key</a:t>
              </a:r>
            </a:p>
            <a:p>
              <a:pPr algn="ctr"/>
              <a:r>
                <a:rPr kumimoji="1" lang="en-US" altLang="ko-KR" sz="1200" i="1">
                  <a:ea typeface="굴림" panose="020B0600000101010101" pitchFamily="34" charset="-127"/>
                </a:rPr>
                <a:t>Decision</a:t>
              </a:r>
            </a:p>
            <a:p>
              <a:pPr algn="ctr"/>
              <a:r>
                <a:rPr kumimoji="1" lang="en-US" altLang="ko-KR" sz="1200" i="1">
                  <a:ea typeface="굴림" panose="020B0600000101010101" pitchFamily="34" charset="-127"/>
                </a:rPr>
                <a:t>Point</a:t>
              </a:r>
            </a:p>
          </p:txBody>
        </p:sp>
      </p:grpSp>
      <p:sp>
        <p:nvSpPr>
          <p:cNvPr id="72706" name="AutoShape 8">
            <a:extLst>
              <a:ext uri="{FF2B5EF4-FFF2-40B4-BE49-F238E27FC236}">
                <a16:creationId xmlns:a16="http://schemas.microsoft.com/office/drawing/2014/main" id="{2759624C-72CD-98B7-96A2-9EA4D57E9C68}"/>
              </a:ext>
            </a:extLst>
          </p:cNvPr>
          <p:cNvSpPr>
            <a:spLocks noChangeArrowheads="1"/>
          </p:cNvSpPr>
          <p:nvPr/>
        </p:nvSpPr>
        <p:spPr bwMode="auto">
          <a:xfrm>
            <a:off x="7372350" y="1725613"/>
            <a:ext cx="1027113" cy="1304925"/>
          </a:xfrm>
          <a:prstGeom prst="homePlate">
            <a:avLst>
              <a:gd name="adj" fmla="val 20708"/>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2707" name="Rectangle 9">
            <a:extLst>
              <a:ext uri="{FF2B5EF4-FFF2-40B4-BE49-F238E27FC236}">
                <a16:creationId xmlns:a16="http://schemas.microsoft.com/office/drawing/2014/main" id="{98316D25-2688-C057-3EE0-EDAD919C9955}"/>
              </a:ext>
            </a:extLst>
          </p:cNvPr>
          <p:cNvSpPr>
            <a:spLocks noChangeArrowheads="1"/>
          </p:cNvSpPr>
          <p:nvPr/>
        </p:nvSpPr>
        <p:spPr bwMode="auto">
          <a:xfrm>
            <a:off x="7610475" y="2127250"/>
            <a:ext cx="631825" cy="454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7300" tIns="44444" rIns="87300" bIns="44444">
            <a:spAutoFit/>
          </a:bodyPr>
          <a:lstStyle>
            <a:lvl1pPr defTabSz="844550">
              <a:defRPr>
                <a:solidFill>
                  <a:schemeClr val="tx1"/>
                </a:solidFill>
                <a:latin typeface="Arial" panose="020B0604020202020204" pitchFamily="34" charset="0"/>
                <a:cs typeface="Arial" panose="020B0604020202020204" pitchFamily="34" charset="0"/>
              </a:defRPr>
            </a:lvl1pPr>
            <a:lvl2pPr marL="742950" indent="-285750" defTabSz="844550">
              <a:defRPr>
                <a:solidFill>
                  <a:schemeClr val="tx1"/>
                </a:solidFill>
                <a:latin typeface="Arial" panose="020B0604020202020204" pitchFamily="34" charset="0"/>
                <a:cs typeface="Arial" panose="020B0604020202020204" pitchFamily="34" charset="0"/>
              </a:defRPr>
            </a:lvl2pPr>
            <a:lvl3pPr marL="1143000" indent="-228600" defTabSz="844550">
              <a:defRPr>
                <a:solidFill>
                  <a:schemeClr val="tx1"/>
                </a:solidFill>
                <a:latin typeface="Arial" panose="020B0604020202020204" pitchFamily="34" charset="0"/>
                <a:cs typeface="Arial" panose="020B0604020202020204" pitchFamily="34" charset="0"/>
              </a:defRPr>
            </a:lvl3pPr>
            <a:lvl4pPr marL="1600200" indent="-228600" defTabSz="844550">
              <a:defRPr>
                <a:solidFill>
                  <a:schemeClr val="tx1"/>
                </a:solidFill>
                <a:latin typeface="Arial" panose="020B0604020202020204" pitchFamily="34" charset="0"/>
                <a:cs typeface="Arial" panose="020B0604020202020204" pitchFamily="34" charset="0"/>
              </a:defRPr>
            </a:lvl4pPr>
            <a:lvl5pPr marL="2057400" indent="-228600" defTabSz="844550">
              <a:defRPr>
                <a:solidFill>
                  <a:schemeClr val="tx1"/>
                </a:solidFill>
                <a:latin typeface="Arial" panose="020B0604020202020204" pitchFamily="34" charset="0"/>
                <a:cs typeface="Arial" panose="020B0604020202020204" pitchFamily="34" charset="0"/>
              </a:defRPr>
            </a:lvl5pPr>
            <a:lvl6pPr marL="2514600" indent="-228600" defTabSz="8445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445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445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445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b="1">
                <a:ea typeface="굴림" panose="020B0600000101010101" pitchFamily="34" charset="-127"/>
              </a:rPr>
              <a:t>Insert </a:t>
            </a:r>
          </a:p>
          <a:p>
            <a:pPr algn="ctr"/>
            <a:r>
              <a:rPr kumimoji="1" lang="en-US" altLang="ko-KR" sz="1200" b="1">
                <a:ea typeface="굴림" panose="020B0600000101010101" pitchFamily="34" charset="-127"/>
              </a:rPr>
              <a:t>text</a:t>
            </a:r>
          </a:p>
        </p:txBody>
      </p:sp>
      <p:sp>
        <p:nvSpPr>
          <p:cNvPr id="72708" name="AutoShape 10">
            <a:extLst>
              <a:ext uri="{FF2B5EF4-FFF2-40B4-BE49-F238E27FC236}">
                <a16:creationId xmlns:a16="http://schemas.microsoft.com/office/drawing/2014/main" id="{A1288B75-8895-28BA-BF64-DBD4DE67E5BA}"/>
              </a:ext>
            </a:extLst>
          </p:cNvPr>
          <p:cNvSpPr>
            <a:spLocks noChangeArrowheads="1"/>
          </p:cNvSpPr>
          <p:nvPr/>
        </p:nvSpPr>
        <p:spPr bwMode="auto">
          <a:xfrm>
            <a:off x="4524375" y="2525713"/>
            <a:ext cx="2965450" cy="269875"/>
          </a:xfrm>
          <a:prstGeom prst="homePlate">
            <a:avLst>
              <a:gd name="adj" fmla="val 41308"/>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293648" tIns="31746" rIns="293648"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72709" name="Rectangle 11">
            <a:extLst>
              <a:ext uri="{FF2B5EF4-FFF2-40B4-BE49-F238E27FC236}">
                <a16:creationId xmlns:a16="http://schemas.microsoft.com/office/drawing/2014/main" id="{E2EB70D6-5DF5-1556-583D-209B5EC27242}"/>
              </a:ext>
            </a:extLst>
          </p:cNvPr>
          <p:cNvSpPr>
            <a:spLocks noChangeArrowheads="1"/>
          </p:cNvSpPr>
          <p:nvPr/>
        </p:nvSpPr>
        <p:spPr bwMode="auto">
          <a:xfrm>
            <a:off x="2932113" y="1079500"/>
            <a:ext cx="844550" cy="2714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7300" tIns="44444" rIns="87300" bIns="44444">
            <a:spAutoFit/>
          </a:bodyP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72710" name="AutoShape 12">
            <a:extLst>
              <a:ext uri="{FF2B5EF4-FFF2-40B4-BE49-F238E27FC236}">
                <a16:creationId xmlns:a16="http://schemas.microsoft.com/office/drawing/2014/main" id="{EA6DE73E-60FC-A2D2-8083-4B163405F95B}"/>
              </a:ext>
            </a:extLst>
          </p:cNvPr>
          <p:cNvSpPr>
            <a:spLocks noChangeArrowheads="1"/>
          </p:cNvSpPr>
          <p:nvPr/>
        </p:nvSpPr>
        <p:spPr bwMode="auto">
          <a:xfrm>
            <a:off x="4533900" y="1947863"/>
            <a:ext cx="2955925" cy="293687"/>
          </a:xfrm>
          <a:prstGeom prst="homePlate">
            <a:avLst>
              <a:gd name="adj" fmla="val 41331"/>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293648" tIns="31746" rIns="293648"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72711" name="AutoShape 13">
            <a:extLst>
              <a:ext uri="{FF2B5EF4-FFF2-40B4-BE49-F238E27FC236}">
                <a16:creationId xmlns:a16="http://schemas.microsoft.com/office/drawing/2014/main" id="{6169C831-FD27-C9BF-8A83-80CCA1D5036D}"/>
              </a:ext>
            </a:extLst>
          </p:cNvPr>
          <p:cNvSpPr>
            <a:spLocks noChangeArrowheads="1"/>
          </p:cNvSpPr>
          <p:nvPr/>
        </p:nvSpPr>
        <p:spPr bwMode="auto">
          <a:xfrm>
            <a:off x="4573588" y="2251075"/>
            <a:ext cx="2916237" cy="276225"/>
          </a:xfrm>
          <a:prstGeom prst="homePlate">
            <a:avLst>
              <a:gd name="adj" fmla="val 40373"/>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293648" tIns="31746" rIns="293648"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72712" name="AutoShape 14">
            <a:extLst>
              <a:ext uri="{FF2B5EF4-FFF2-40B4-BE49-F238E27FC236}">
                <a16:creationId xmlns:a16="http://schemas.microsoft.com/office/drawing/2014/main" id="{D0BC3D78-BD66-7DB8-564E-27CC3A1E776B}"/>
              </a:ext>
            </a:extLst>
          </p:cNvPr>
          <p:cNvSpPr>
            <a:spLocks noChangeArrowheads="1"/>
          </p:cNvSpPr>
          <p:nvPr/>
        </p:nvSpPr>
        <p:spPr bwMode="auto">
          <a:xfrm rot="10800000" flipH="1">
            <a:off x="3235325" y="1377950"/>
            <a:ext cx="231775" cy="217488"/>
          </a:xfrm>
          <a:prstGeom prst="triangle">
            <a:avLst>
              <a:gd name="adj" fmla="val 49995"/>
            </a:avLst>
          </a:prstGeom>
          <a:solidFill>
            <a:schemeClr val="tx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2713" name="AutoShape 15">
            <a:extLst>
              <a:ext uri="{FF2B5EF4-FFF2-40B4-BE49-F238E27FC236}">
                <a16:creationId xmlns:a16="http://schemas.microsoft.com/office/drawing/2014/main" id="{2F489F3E-94AE-7B31-41EF-5BA5D3442605}"/>
              </a:ext>
            </a:extLst>
          </p:cNvPr>
          <p:cNvSpPr>
            <a:spLocks noChangeArrowheads="1"/>
          </p:cNvSpPr>
          <p:nvPr/>
        </p:nvSpPr>
        <p:spPr bwMode="auto">
          <a:xfrm>
            <a:off x="3005138" y="1958975"/>
            <a:ext cx="1652587" cy="836613"/>
          </a:xfrm>
          <a:prstGeom prst="homePlate">
            <a:avLst>
              <a:gd name="adj" fmla="val 14239"/>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293648" tIns="31746" rIns="293648"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72714" name="AutoShape 16">
            <a:extLst>
              <a:ext uri="{FF2B5EF4-FFF2-40B4-BE49-F238E27FC236}">
                <a16:creationId xmlns:a16="http://schemas.microsoft.com/office/drawing/2014/main" id="{623364ED-3542-8955-5603-9FE50AF4590F}"/>
              </a:ext>
            </a:extLst>
          </p:cNvPr>
          <p:cNvSpPr>
            <a:spLocks noChangeArrowheads="1"/>
          </p:cNvSpPr>
          <p:nvPr/>
        </p:nvSpPr>
        <p:spPr bwMode="auto">
          <a:xfrm>
            <a:off x="936625" y="1725613"/>
            <a:ext cx="6553200" cy="230187"/>
          </a:xfrm>
          <a:prstGeom prst="homePlate">
            <a:avLst>
              <a:gd name="adj" fmla="val 4863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46030" tIns="31746" rIns="146030"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72715" name="AutoShape 17">
            <a:extLst>
              <a:ext uri="{FF2B5EF4-FFF2-40B4-BE49-F238E27FC236}">
                <a16:creationId xmlns:a16="http://schemas.microsoft.com/office/drawing/2014/main" id="{BB402192-FD9D-9EC2-7C09-71F8D5C9F442}"/>
              </a:ext>
            </a:extLst>
          </p:cNvPr>
          <p:cNvSpPr>
            <a:spLocks noChangeArrowheads="1"/>
          </p:cNvSpPr>
          <p:nvPr/>
        </p:nvSpPr>
        <p:spPr bwMode="auto">
          <a:xfrm>
            <a:off x="936625" y="2798763"/>
            <a:ext cx="6553200" cy="230187"/>
          </a:xfrm>
          <a:prstGeom prst="homePlate">
            <a:avLst>
              <a:gd name="adj" fmla="val 4863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46030" tIns="31746" rIns="146030"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72716" name="AutoShape 18">
            <a:extLst>
              <a:ext uri="{FF2B5EF4-FFF2-40B4-BE49-F238E27FC236}">
                <a16:creationId xmlns:a16="http://schemas.microsoft.com/office/drawing/2014/main" id="{E52E78BC-7D42-29A8-EC80-E3A23EEB79CC}"/>
              </a:ext>
            </a:extLst>
          </p:cNvPr>
          <p:cNvSpPr>
            <a:spLocks noChangeArrowheads="1"/>
          </p:cNvSpPr>
          <p:nvPr/>
        </p:nvSpPr>
        <p:spPr bwMode="auto">
          <a:xfrm>
            <a:off x="938213" y="1963738"/>
            <a:ext cx="2247900" cy="825500"/>
          </a:xfrm>
          <a:prstGeom prst="homePlate">
            <a:avLst>
              <a:gd name="adj" fmla="val 19074"/>
            </a:avLst>
          </a:prstGeom>
          <a:solidFill>
            <a:schemeClr val="accent3">
              <a:lumMod val="75000"/>
            </a:schemeClr>
          </a:solidFill>
          <a:ln w="12699">
            <a:solidFill>
              <a:schemeClr val="tx1"/>
            </a:solidFill>
            <a:miter lim="800000"/>
            <a:headEnd/>
            <a:tailEnd/>
          </a:ln>
          <a:effectLst/>
        </p:spPr>
        <p:txBody>
          <a:bodyPr lIns="146030" tIns="31746" rIns="146030" bIns="31746" anchor="ctr"/>
          <a:lstStyle>
            <a:lvl1pPr marL="182563" indent="-182563" defTabSz="701675">
              <a:defRPr>
                <a:solidFill>
                  <a:schemeClr val="tx1"/>
                </a:solidFill>
                <a:latin typeface="Arial" panose="020B0604020202020204" pitchFamily="34" charset="0"/>
                <a:cs typeface="Arial" panose="020B0604020202020204" pitchFamily="34" charset="0"/>
              </a:defRPr>
            </a:lvl1pPr>
            <a:lvl2pPr marL="422275" indent="-125413" defTabSz="701675">
              <a:defRPr>
                <a:solidFill>
                  <a:schemeClr val="tx1"/>
                </a:solidFill>
                <a:latin typeface="Arial" panose="020B0604020202020204" pitchFamily="34" charset="0"/>
                <a:cs typeface="Arial" panose="020B0604020202020204" pitchFamily="34" charset="0"/>
              </a:defRPr>
            </a:lvl2pPr>
            <a:lvl3pPr marL="638175" indent="-101600" defTabSz="701675">
              <a:defRPr>
                <a:solidFill>
                  <a:schemeClr val="tx1"/>
                </a:solidFill>
                <a:latin typeface="Arial" panose="020B0604020202020204" pitchFamily="34" charset="0"/>
                <a:cs typeface="Arial" panose="020B0604020202020204" pitchFamily="34" charset="0"/>
              </a:defRPr>
            </a:lvl3pPr>
            <a:lvl4pPr marL="1600200" indent="-228600" defTabSz="701675">
              <a:defRPr>
                <a:solidFill>
                  <a:schemeClr val="tx1"/>
                </a:solidFill>
                <a:latin typeface="Arial" panose="020B0604020202020204" pitchFamily="34" charset="0"/>
                <a:cs typeface="Arial" panose="020B0604020202020204" pitchFamily="34" charset="0"/>
              </a:defRPr>
            </a:lvl4pPr>
            <a:lvl5pPr marL="2057400" indent="-228600" defTabSz="701675">
              <a:defRPr>
                <a:solidFill>
                  <a:schemeClr val="tx1"/>
                </a:solidFill>
                <a:latin typeface="Arial" panose="020B0604020202020204" pitchFamily="34" charset="0"/>
                <a:cs typeface="Arial" panose="020B0604020202020204" pitchFamily="34" charset="0"/>
              </a:defRPr>
            </a:lvl5pPr>
            <a:lvl6pPr marL="25146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016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grpSp>
        <p:nvGrpSpPr>
          <p:cNvPr id="72717" name="Group 35">
            <a:extLst>
              <a:ext uri="{FF2B5EF4-FFF2-40B4-BE49-F238E27FC236}">
                <a16:creationId xmlns:a16="http://schemas.microsoft.com/office/drawing/2014/main" id="{92F383C9-ED25-1634-A83F-AB2516CD6BDB}"/>
              </a:ext>
            </a:extLst>
          </p:cNvPr>
          <p:cNvGrpSpPr>
            <a:grpSpLocks/>
          </p:cNvGrpSpPr>
          <p:nvPr/>
        </p:nvGrpSpPr>
        <p:grpSpPr bwMode="auto">
          <a:xfrm>
            <a:off x="6788150" y="466725"/>
            <a:ext cx="2014538" cy="676275"/>
            <a:chOff x="4632" y="196"/>
            <a:chExt cx="1375" cy="426"/>
          </a:xfrm>
        </p:grpSpPr>
        <p:sp>
          <p:nvSpPr>
            <p:cNvPr id="72723" name="Rectangle 36">
              <a:extLst>
                <a:ext uri="{FF2B5EF4-FFF2-40B4-BE49-F238E27FC236}">
                  <a16:creationId xmlns:a16="http://schemas.microsoft.com/office/drawing/2014/main" id="{A6AB3425-A8FB-21E7-0B94-9F9996B6BE45}"/>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72724" name="Group 37">
              <a:extLst>
                <a:ext uri="{FF2B5EF4-FFF2-40B4-BE49-F238E27FC236}">
                  <a16:creationId xmlns:a16="http://schemas.microsoft.com/office/drawing/2014/main" id="{18A580D2-C650-0777-BBED-7F92484FF137}"/>
                </a:ext>
              </a:extLst>
            </p:cNvPr>
            <p:cNvGrpSpPr>
              <a:grpSpLocks/>
            </p:cNvGrpSpPr>
            <p:nvPr/>
          </p:nvGrpSpPr>
          <p:grpSpPr bwMode="auto">
            <a:xfrm>
              <a:off x="5507" y="196"/>
              <a:ext cx="500" cy="426"/>
              <a:chOff x="5507" y="196"/>
              <a:chExt cx="500" cy="426"/>
            </a:xfrm>
          </p:grpSpPr>
          <p:sp>
            <p:nvSpPr>
              <p:cNvPr id="72725" name="Rectangle 38">
                <a:extLst>
                  <a:ext uri="{FF2B5EF4-FFF2-40B4-BE49-F238E27FC236}">
                    <a16:creationId xmlns:a16="http://schemas.microsoft.com/office/drawing/2014/main" id="{E9C25539-6D66-F2CA-9D7D-A8212F90A1E7}"/>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72726" name="Group 39">
                <a:extLst>
                  <a:ext uri="{FF2B5EF4-FFF2-40B4-BE49-F238E27FC236}">
                    <a16:creationId xmlns:a16="http://schemas.microsoft.com/office/drawing/2014/main" id="{2CB7007F-D9CE-8704-9679-F69629A958CA}"/>
                  </a:ext>
                </a:extLst>
              </p:cNvPr>
              <p:cNvGrpSpPr>
                <a:grpSpLocks/>
              </p:cNvGrpSpPr>
              <p:nvPr/>
            </p:nvGrpSpPr>
            <p:grpSpPr bwMode="auto">
              <a:xfrm>
                <a:off x="5547" y="298"/>
                <a:ext cx="423" cy="72"/>
                <a:chOff x="5547" y="298"/>
                <a:chExt cx="423" cy="72"/>
              </a:xfrm>
            </p:grpSpPr>
            <p:sp>
              <p:nvSpPr>
                <p:cNvPr id="72727" name="AutoShape 40">
                  <a:extLst>
                    <a:ext uri="{FF2B5EF4-FFF2-40B4-BE49-F238E27FC236}">
                      <a16:creationId xmlns:a16="http://schemas.microsoft.com/office/drawing/2014/main" id="{84BE5A09-5AE5-C67E-4BC5-0094F4EC30F0}"/>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2728" name="AutoShape 41">
                  <a:extLst>
                    <a:ext uri="{FF2B5EF4-FFF2-40B4-BE49-F238E27FC236}">
                      <a16:creationId xmlns:a16="http://schemas.microsoft.com/office/drawing/2014/main" id="{73B9D404-DA7C-1A60-1223-DFF2850B3B4E}"/>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2729" name="AutoShape 42">
                  <a:extLst>
                    <a:ext uri="{FF2B5EF4-FFF2-40B4-BE49-F238E27FC236}">
                      <a16:creationId xmlns:a16="http://schemas.microsoft.com/office/drawing/2014/main" id="{85166A1E-AF76-050A-B08F-919844871227}"/>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grpSp>
        <p:nvGrpSpPr>
          <p:cNvPr id="72718" name="Group 56">
            <a:extLst>
              <a:ext uri="{FF2B5EF4-FFF2-40B4-BE49-F238E27FC236}">
                <a16:creationId xmlns:a16="http://schemas.microsoft.com/office/drawing/2014/main" id="{8D5324F0-E595-A2DF-6BFF-5A8362FB0B51}"/>
              </a:ext>
            </a:extLst>
          </p:cNvPr>
          <p:cNvGrpSpPr>
            <a:grpSpLocks/>
          </p:cNvGrpSpPr>
          <p:nvPr/>
        </p:nvGrpSpPr>
        <p:grpSpPr bwMode="auto">
          <a:xfrm>
            <a:off x="933450" y="4953000"/>
            <a:ext cx="7024688" cy="914400"/>
            <a:chOff x="588" y="3168"/>
            <a:chExt cx="4425" cy="429"/>
          </a:xfrm>
        </p:grpSpPr>
        <p:sp>
          <p:nvSpPr>
            <p:cNvPr id="72719" name="Freeform 51">
              <a:extLst>
                <a:ext uri="{FF2B5EF4-FFF2-40B4-BE49-F238E27FC236}">
                  <a16:creationId xmlns:a16="http://schemas.microsoft.com/office/drawing/2014/main" id="{159C5084-A834-0F6E-3D50-76E6DF5545C2}"/>
                </a:ext>
              </a:extLst>
            </p:cNvPr>
            <p:cNvSpPr>
              <a:spLocks/>
            </p:cNvSpPr>
            <p:nvPr>
              <p:custDataLst>
                <p:tags r:id="rId1"/>
              </p:custDataLst>
            </p:nvPr>
          </p:nvSpPr>
          <p:spPr bwMode="gray">
            <a:xfrm>
              <a:off x="591" y="3168"/>
              <a:ext cx="1473" cy="429"/>
            </a:xfrm>
            <a:custGeom>
              <a:avLst/>
              <a:gdLst>
                <a:gd name="T0" fmla="*/ 0 w 1387"/>
                <a:gd name="T1" fmla="*/ 0 h 515"/>
                <a:gd name="T2" fmla="*/ 2092 w 1387"/>
                <a:gd name="T3" fmla="*/ 0 h 515"/>
                <a:gd name="T4" fmla="*/ 2243 w 1387"/>
                <a:gd name="T5" fmla="*/ 60 h 515"/>
                <a:gd name="T6" fmla="*/ 2092 w 1387"/>
                <a:gd name="T7" fmla="*/ 119 h 515"/>
                <a:gd name="T8" fmla="*/ 0 w 1387"/>
                <a:gd name="T9" fmla="*/ 119 h 515"/>
                <a:gd name="T10" fmla="*/ 0 w 1387"/>
                <a:gd name="T11" fmla="*/ 60 h 515"/>
                <a:gd name="T12" fmla="*/ 0 w 1387"/>
                <a:gd name="T13" fmla="*/ 0 h 5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7" h="515">
                  <a:moveTo>
                    <a:pt x="0" y="0"/>
                  </a:moveTo>
                  <a:lnTo>
                    <a:pt x="1294" y="0"/>
                  </a:lnTo>
                  <a:lnTo>
                    <a:pt x="1387" y="258"/>
                  </a:lnTo>
                  <a:lnTo>
                    <a:pt x="1294" y="515"/>
                  </a:lnTo>
                  <a:lnTo>
                    <a:pt x="0" y="515"/>
                  </a:lnTo>
                  <a:lnTo>
                    <a:pt x="0" y="258"/>
                  </a:lnTo>
                  <a:lnTo>
                    <a:pt x="0" y="0"/>
                  </a:lnTo>
                  <a:close/>
                </a:path>
              </a:pathLst>
            </a:custGeom>
            <a:solidFill>
              <a:schemeClr val="bg1"/>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rIns="0" bIns="0" anchor="ctr">
              <a:spAutoFit/>
            </a:bodyPr>
            <a:lstStyle/>
            <a:p>
              <a:endParaRPr lang="ko-KR" altLang="en-US"/>
            </a:p>
          </p:txBody>
        </p:sp>
        <p:sp>
          <p:nvSpPr>
            <p:cNvPr id="72720" name="Freeform 52">
              <a:extLst>
                <a:ext uri="{FF2B5EF4-FFF2-40B4-BE49-F238E27FC236}">
                  <a16:creationId xmlns:a16="http://schemas.microsoft.com/office/drawing/2014/main" id="{04670C7D-5012-2DF4-0691-749BAA6AD694}"/>
                </a:ext>
              </a:extLst>
            </p:cNvPr>
            <p:cNvSpPr>
              <a:spLocks/>
            </p:cNvSpPr>
            <p:nvPr>
              <p:custDataLst>
                <p:tags r:id="rId2"/>
              </p:custDataLst>
            </p:nvPr>
          </p:nvSpPr>
          <p:spPr bwMode="gray">
            <a:xfrm>
              <a:off x="1961" y="3168"/>
              <a:ext cx="1574" cy="429"/>
            </a:xfrm>
            <a:custGeom>
              <a:avLst/>
              <a:gdLst>
                <a:gd name="T0" fmla="*/ 0 w 1585"/>
                <a:gd name="T1" fmla="*/ 0 h 514"/>
                <a:gd name="T2" fmla="*/ 1412 w 1585"/>
                <a:gd name="T3" fmla="*/ 0 h 514"/>
                <a:gd name="T4" fmla="*/ 1498 w 1585"/>
                <a:gd name="T5" fmla="*/ 60 h 514"/>
                <a:gd name="T6" fmla="*/ 1412 w 1585"/>
                <a:gd name="T7" fmla="*/ 121 h 514"/>
                <a:gd name="T8" fmla="*/ 0 w 1585"/>
                <a:gd name="T9" fmla="*/ 121 h 514"/>
                <a:gd name="T10" fmla="*/ 85 w 1585"/>
                <a:gd name="T11" fmla="*/ 60 h 514"/>
                <a:gd name="T12" fmla="*/ 0 w 1585"/>
                <a:gd name="T13" fmla="*/ 0 h 5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85" h="514">
                  <a:moveTo>
                    <a:pt x="0" y="0"/>
                  </a:moveTo>
                  <a:lnTo>
                    <a:pt x="1492" y="0"/>
                  </a:lnTo>
                  <a:lnTo>
                    <a:pt x="1585" y="257"/>
                  </a:lnTo>
                  <a:lnTo>
                    <a:pt x="1492" y="514"/>
                  </a:lnTo>
                  <a:lnTo>
                    <a:pt x="0" y="514"/>
                  </a:lnTo>
                  <a:lnTo>
                    <a:pt x="93" y="257"/>
                  </a:lnTo>
                  <a:lnTo>
                    <a:pt x="0" y="0"/>
                  </a:lnTo>
                  <a:close/>
                </a:path>
              </a:pathLst>
            </a:custGeom>
            <a:solidFill>
              <a:schemeClr val="accent3">
                <a:lumMod val="75000"/>
              </a:schemeClr>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rIns="0" bIns="0" anchor="ctr">
              <a:spAutoFit/>
            </a:bodyPr>
            <a:lstStyle/>
            <a:p>
              <a:endParaRPr lang="ko-KR" altLang="en-US"/>
            </a:p>
          </p:txBody>
        </p:sp>
        <p:sp>
          <p:nvSpPr>
            <p:cNvPr id="72721" name="Freeform 53">
              <a:extLst>
                <a:ext uri="{FF2B5EF4-FFF2-40B4-BE49-F238E27FC236}">
                  <a16:creationId xmlns:a16="http://schemas.microsoft.com/office/drawing/2014/main" id="{3481BF56-72C0-CF1A-AC3E-8BAA623F4A06}"/>
                </a:ext>
              </a:extLst>
            </p:cNvPr>
            <p:cNvSpPr>
              <a:spLocks/>
            </p:cNvSpPr>
            <p:nvPr>
              <p:custDataLst>
                <p:tags r:id="rId3"/>
              </p:custDataLst>
            </p:nvPr>
          </p:nvSpPr>
          <p:spPr bwMode="gray">
            <a:xfrm>
              <a:off x="3427" y="3168"/>
              <a:ext cx="1586" cy="429"/>
            </a:xfrm>
            <a:custGeom>
              <a:avLst/>
              <a:gdLst>
                <a:gd name="T0" fmla="*/ 0 w 1384"/>
                <a:gd name="T1" fmla="*/ 0 h 515"/>
                <a:gd name="T2" fmla="*/ 3837 w 1384"/>
                <a:gd name="T3" fmla="*/ 0 h 515"/>
                <a:gd name="T4" fmla="*/ 4114 w 1384"/>
                <a:gd name="T5" fmla="*/ 60 h 515"/>
                <a:gd name="T6" fmla="*/ 3837 w 1384"/>
                <a:gd name="T7" fmla="*/ 119 h 515"/>
                <a:gd name="T8" fmla="*/ 0 w 1384"/>
                <a:gd name="T9" fmla="*/ 119 h 515"/>
                <a:gd name="T10" fmla="*/ 280 w 1384"/>
                <a:gd name="T11" fmla="*/ 60 h 515"/>
                <a:gd name="T12" fmla="*/ 0 w 1384"/>
                <a:gd name="T13" fmla="*/ 0 h 5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4" h="515">
                  <a:moveTo>
                    <a:pt x="0" y="0"/>
                  </a:moveTo>
                  <a:lnTo>
                    <a:pt x="1291" y="0"/>
                  </a:lnTo>
                  <a:lnTo>
                    <a:pt x="1384" y="258"/>
                  </a:lnTo>
                  <a:lnTo>
                    <a:pt x="1291" y="515"/>
                  </a:lnTo>
                  <a:lnTo>
                    <a:pt x="0" y="515"/>
                  </a:lnTo>
                  <a:lnTo>
                    <a:pt x="93" y="258"/>
                  </a:lnTo>
                  <a:lnTo>
                    <a:pt x="0" y="0"/>
                  </a:lnTo>
                  <a:close/>
                </a:path>
              </a:pathLst>
            </a:custGeom>
            <a:solidFill>
              <a:schemeClr val="accent3">
                <a:lumMod val="75000"/>
              </a:schemeClr>
            </a:solid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anchor="ctr">
              <a:spAutoFit/>
            </a:bodyPr>
            <a:lstStyle/>
            <a:p>
              <a:endParaRPr lang="ko-KR" altLang="en-US"/>
            </a:p>
          </p:txBody>
        </p:sp>
        <p:sp>
          <p:nvSpPr>
            <p:cNvPr id="72722" name="Freeform 54">
              <a:extLst>
                <a:ext uri="{FF2B5EF4-FFF2-40B4-BE49-F238E27FC236}">
                  <a16:creationId xmlns:a16="http://schemas.microsoft.com/office/drawing/2014/main" id="{E39F2241-BC00-EB94-3E23-F2A89741BB18}"/>
                </a:ext>
              </a:extLst>
            </p:cNvPr>
            <p:cNvSpPr>
              <a:spLocks/>
            </p:cNvSpPr>
            <p:nvPr/>
          </p:nvSpPr>
          <p:spPr bwMode="gray">
            <a:xfrm>
              <a:off x="588" y="3169"/>
              <a:ext cx="4367" cy="117"/>
            </a:xfrm>
            <a:custGeom>
              <a:avLst/>
              <a:gdLst>
                <a:gd name="T0" fmla="*/ 0 w 4654"/>
                <a:gd name="T1" fmla="*/ 0 h 73"/>
                <a:gd name="T2" fmla="*/ 0 w 4654"/>
                <a:gd name="T3" fmla="*/ 3183 h 73"/>
                <a:gd name="T4" fmla="*/ 2797 w 4654"/>
                <a:gd name="T5" fmla="*/ 3183 h 73"/>
                <a:gd name="T6" fmla="*/ 2764 w 4654"/>
                <a:gd name="T7" fmla="*/ 0 h 73"/>
                <a:gd name="T8" fmla="*/ 0 w 4654"/>
                <a:gd name="T9" fmla="*/ 0 h 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54" h="73">
                  <a:moveTo>
                    <a:pt x="0" y="0"/>
                  </a:moveTo>
                  <a:lnTo>
                    <a:pt x="0" y="73"/>
                  </a:lnTo>
                  <a:lnTo>
                    <a:pt x="4654" y="73"/>
                  </a:lnTo>
                  <a:lnTo>
                    <a:pt x="4600" y="0"/>
                  </a:lnTo>
                  <a:lnTo>
                    <a:pt x="0" y="0"/>
                  </a:lnTo>
                  <a:close/>
                </a:path>
              </a:pathLst>
            </a:custGeom>
            <a:solidFill>
              <a:schemeClr val="accent3">
                <a:lumMod val="75000"/>
              </a:schemeClr>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753" name="Group 12">
            <a:extLst>
              <a:ext uri="{FF2B5EF4-FFF2-40B4-BE49-F238E27FC236}">
                <a16:creationId xmlns:a16="http://schemas.microsoft.com/office/drawing/2014/main" id="{DDCC1EDB-5C79-41A5-1F69-C8437201FB0C}"/>
              </a:ext>
            </a:extLst>
          </p:cNvPr>
          <p:cNvGrpSpPr>
            <a:grpSpLocks/>
          </p:cNvGrpSpPr>
          <p:nvPr/>
        </p:nvGrpSpPr>
        <p:grpSpPr bwMode="auto">
          <a:xfrm>
            <a:off x="6788150" y="466725"/>
            <a:ext cx="2014538" cy="676275"/>
            <a:chOff x="4632" y="196"/>
            <a:chExt cx="1375" cy="426"/>
          </a:xfrm>
        </p:grpSpPr>
        <p:sp>
          <p:nvSpPr>
            <p:cNvPr id="74795" name="Rectangle 13">
              <a:extLst>
                <a:ext uri="{FF2B5EF4-FFF2-40B4-BE49-F238E27FC236}">
                  <a16:creationId xmlns:a16="http://schemas.microsoft.com/office/drawing/2014/main" id="{00E551BB-9C91-9EB2-C298-33EFE867CC30}"/>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74796" name="Group 14">
              <a:extLst>
                <a:ext uri="{FF2B5EF4-FFF2-40B4-BE49-F238E27FC236}">
                  <a16:creationId xmlns:a16="http://schemas.microsoft.com/office/drawing/2014/main" id="{A3C87E41-E62D-4581-9EA5-094AF0441D3B}"/>
                </a:ext>
              </a:extLst>
            </p:cNvPr>
            <p:cNvGrpSpPr>
              <a:grpSpLocks/>
            </p:cNvGrpSpPr>
            <p:nvPr/>
          </p:nvGrpSpPr>
          <p:grpSpPr bwMode="auto">
            <a:xfrm>
              <a:off x="5507" y="196"/>
              <a:ext cx="500" cy="426"/>
              <a:chOff x="5507" y="196"/>
              <a:chExt cx="500" cy="426"/>
            </a:xfrm>
          </p:grpSpPr>
          <p:sp>
            <p:nvSpPr>
              <p:cNvPr id="74797" name="Rectangle 15">
                <a:extLst>
                  <a:ext uri="{FF2B5EF4-FFF2-40B4-BE49-F238E27FC236}">
                    <a16:creationId xmlns:a16="http://schemas.microsoft.com/office/drawing/2014/main" id="{72A3C55A-127D-F36A-5468-E7153D6CAF1F}"/>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74798" name="Group 16">
                <a:extLst>
                  <a:ext uri="{FF2B5EF4-FFF2-40B4-BE49-F238E27FC236}">
                    <a16:creationId xmlns:a16="http://schemas.microsoft.com/office/drawing/2014/main" id="{A188A25E-28B9-474C-0007-EF79E3A39A64}"/>
                  </a:ext>
                </a:extLst>
              </p:cNvPr>
              <p:cNvGrpSpPr>
                <a:grpSpLocks/>
              </p:cNvGrpSpPr>
              <p:nvPr/>
            </p:nvGrpSpPr>
            <p:grpSpPr bwMode="auto">
              <a:xfrm>
                <a:off x="5547" y="298"/>
                <a:ext cx="423" cy="72"/>
                <a:chOff x="5547" y="298"/>
                <a:chExt cx="423" cy="72"/>
              </a:xfrm>
            </p:grpSpPr>
            <p:sp>
              <p:nvSpPr>
                <p:cNvPr id="74799" name="AutoShape 17">
                  <a:extLst>
                    <a:ext uri="{FF2B5EF4-FFF2-40B4-BE49-F238E27FC236}">
                      <a16:creationId xmlns:a16="http://schemas.microsoft.com/office/drawing/2014/main" id="{3BA584F7-6FE9-ABC1-330B-0FBE86255997}"/>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800" name="AutoShape 18">
                  <a:extLst>
                    <a:ext uri="{FF2B5EF4-FFF2-40B4-BE49-F238E27FC236}">
                      <a16:creationId xmlns:a16="http://schemas.microsoft.com/office/drawing/2014/main" id="{E615B35D-998E-0253-ABA2-4B02FD9221CE}"/>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801" name="AutoShape 19">
                  <a:extLst>
                    <a:ext uri="{FF2B5EF4-FFF2-40B4-BE49-F238E27FC236}">
                      <a16:creationId xmlns:a16="http://schemas.microsoft.com/office/drawing/2014/main" id="{0C7D1DE1-D88F-BFEE-0728-1D85EABB77FC}"/>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grpSp>
        <p:nvGrpSpPr>
          <p:cNvPr id="74754" name="Group 183">
            <a:extLst>
              <a:ext uri="{FF2B5EF4-FFF2-40B4-BE49-F238E27FC236}">
                <a16:creationId xmlns:a16="http://schemas.microsoft.com/office/drawing/2014/main" id="{94407D03-EAE9-AC62-CF58-D55EBB80F52B}"/>
              </a:ext>
            </a:extLst>
          </p:cNvPr>
          <p:cNvGrpSpPr>
            <a:grpSpLocks/>
          </p:cNvGrpSpPr>
          <p:nvPr/>
        </p:nvGrpSpPr>
        <p:grpSpPr bwMode="auto">
          <a:xfrm>
            <a:off x="255588" y="2492375"/>
            <a:ext cx="8964612" cy="2643188"/>
            <a:chOff x="441" y="1570"/>
            <a:chExt cx="5647" cy="1665"/>
          </a:xfrm>
        </p:grpSpPr>
        <p:sp>
          <p:nvSpPr>
            <p:cNvPr id="74755" name="Rectangle 184">
              <a:extLst>
                <a:ext uri="{FF2B5EF4-FFF2-40B4-BE49-F238E27FC236}">
                  <a16:creationId xmlns:a16="http://schemas.microsoft.com/office/drawing/2014/main" id="{9EDA1874-0254-A6D2-0BC5-93DD89E7A317}"/>
                </a:ext>
              </a:extLst>
            </p:cNvPr>
            <p:cNvSpPr>
              <a:spLocks noChangeArrowheads="1"/>
            </p:cNvSpPr>
            <p:nvPr/>
          </p:nvSpPr>
          <p:spPr bwMode="gray">
            <a:xfrm>
              <a:off x="2325" y="2782"/>
              <a:ext cx="689" cy="3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779463" indent="-361950"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Version </a:t>
              </a:r>
              <a:br>
                <a:rPr lang="en-US" altLang="ko-KR" sz="1200" b="1">
                  <a:solidFill>
                    <a:srgbClr val="000000"/>
                  </a:solidFill>
                  <a:ea typeface="굴림" panose="020B0600000101010101" pitchFamily="34" charset="-127"/>
                </a:rPr>
              </a:br>
              <a:r>
                <a:rPr lang="en-US" altLang="ko-KR" sz="1200" b="1">
                  <a:solidFill>
                    <a:srgbClr val="000000"/>
                  </a:solidFill>
                  <a:ea typeface="굴림" panose="020B0600000101010101" pitchFamily="34" charset="-127"/>
                </a:rPr>
                <a:t>1.0</a:t>
              </a:r>
            </a:p>
          </p:txBody>
        </p:sp>
        <p:sp>
          <p:nvSpPr>
            <p:cNvPr id="74756" name="Rectangle 185">
              <a:extLst>
                <a:ext uri="{FF2B5EF4-FFF2-40B4-BE49-F238E27FC236}">
                  <a16:creationId xmlns:a16="http://schemas.microsoft.com/office/drawing/2014/main" id="{FE531E60-C8C4-09B6-7E3B-CE479F594D43}"/>
                </a:ext>
              </a:extLst>
            </p:cNvPr>
            <p:cNvSpPr>
              <a:spLocks noChangeArrowheads="1"/>
            </p:cNvSpPr>
            <p:nvPr/>
          </p:nvSpPr>
          <p:spPr bwMode="gray">
            <a:xfrm>
              <a:off x="5399" y="2782"/>
              <a:ext cx="689" cy="2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7571" tIns="43786" rIns="87571" bIns="43786">
              <a:spAutoFit/>
            </a:bodyPr>
            <a:lstStyle>
              <a:lvl1pPr defTabSz="950913">
                <a:defRPr>
                  <a:solidFill>
                    <a:schemeClr val="tx1"/>
                  </a:solidFill>
                  <a:latin typeface="Arial" panose="020B0604020202020204" pitchFamily="34" charset="0"/>
                  <a:cs typeface="Arial" panose="020B0604020202020204" pitchFamily="34" charset="0"/>
                </a:defRPr>
              </a:lvl1pPr>
              <a:lvl2pPr marL="779463" indent="-361950"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Version </a:t>
              </a:r>
              <a:br>
                <a:rPr lang="en-US" altLang="ko-KR" sz="1200" b="1">
                  <a:solidFill>
                    <a:srgbClr val="000000"/>
                  </a:solidFill>
                  <a:ea typeface="굴림" panose="020B0600000101010101" pitchFamily="34" charset="-127"/>
                </a:rPr>
              </a:br>
              <a:r>
                <a:rPr lang="en-US" altLang="ko-KR" sz="1200" b="1">
                  <a:solidFill>
                    <a:srgbClr val="000000"/>
                  </a:solidFill>
                  <a:ea typeface="굴림" panose="020B0600000101010101" pitchFamily="34" charset="-127"/>
                </a:rPr>
                <a:t>4.0</a:t>
              </a:r>
            </a:p>
          </p:txBody>
        </p:sp>
        <p:sp>
          <p:nvSpPr>
            <p:cNvPr id="74757" name="Line 186">
              <a:extLst>
                <a:ext uri="{FF2B5EF4-FFF2-40B4-BE49-F238E27FC236}">
                  <a16:creationId xmlns:a16="http://schemas.microsoft.com/office/drawing/2014/main" id="{89B6D0F8-CE5F-B9FC-8541-9CF1DCB1437B}"/>
                </a:ext>
              </a:extLst>
            </p:cNvPr>
            <p:cNvSpPr>
              <a:spLocks noChangeShapeType="1"/>
            </p:cNvSpPr>
            <p:nvPr/>
          </p:nvSpPr>
          <p:spPr bwMode="gray">
            <a:xfrm>
              <a:off x="4855" y="3123"/>
              <a:ext cx="912"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7037" tIns="38519" rIns="77037" bIns="38519">
              <a:spAutoFit/>
            </a:bodyPr>
            <a:lstStyle/>
            <a:p>
              <a:endParaRPr lang="ko-KR" altLang="en-US"/>
            </a:p>
          </p:txBody>
        </p:sp>
        <p:sp>
          <p:nvSpPr>
            <p:cNvPr id="74758" name="Line 187">
              <a:extLst>
                <a:ext uri="{FF2B5EF4-FFF2-40B4-BE49-F238E27FC236}">
                  <a16:creationId xmlns:a16="http://schemas.microsoft.com/office/drawing/2014/main" id="{6E59AFB0-EC3A-0F32-7DF4-279F2478D4CA}"/>
                </a:ext>
              </a:extLst>
            </p:cNvPr>
            <p:cNvSpPr>
              <a:spLocks noChangeShapeType="1"/>
            </p:cNvSpPr>
            <p:nvPr/>
          </p:nvSpPr>
          <p:spPr bwMode="gray">
            <a:xfrm rot="-5400000">
              <a:off x="4748" y="3133"/>
              <a:ext cx="205"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7037" tIns="38519" rIns="77037" bIns="38519">
              <a:spAutoFit/>
            </a:bodyPr>
            <a:lstStyle/>
            <a:p>
              <a:endParaRPr lang="ko-KR" altLang="en-US"/>
            </a:p>
          </p:txBody>
        </p:sp>
        <p:sp>
          <p:nvSpPr>
            <p:cNvPr id="74759" name="Line 188">
              <a:extLst>
                <a:ext uri="{FF2B5EF4-FFF2-40B4-BE49-F238E27FC236}">
                  <a16:creationId xmlns:a16="http://schemas.microsoft.com/office/drawing/2014/main" id="{875516D1-4A1B-67EF-C85C-BC07E1FD1990}"/>
                </a:ext>
              </a:extLst>
            </p:cNvPr>
            <p:cNvSpPr>
              <a:spLocks noChangeShapeType="1"/>
            </p:cNvSpPr>
            <p:nvPr/>
          </p:nvSpPr>
          <p:spPr bwMode="gray">
            <a:xfrm rot="-5400000">
              <a:off x="5655" y="3133"/>
              <a:ext cx="205"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7037" tIns="38519" rIns="77037" bIns="38519">
              <a:spAutoFit/>
            </a:bodyPr>
            <a:lstStyle/>
            <a:p>
              <a:endParaRPr lang="ko-KR" altLang="en-US"/>
            </a:p>
          </p:txBody>
        </p:sp>
        <p:sp>
          <p:nvSpPr>
            <p:cNvPr id="74760" name="Rectangle 189">
              <a:extLst>
                <a:ext uri="{FF2B5EF4-FFF2-40B4-BE49-F238E27FC236}">
                  <a16:creationId xmlns:a16="http://schemas.microsoft.com/office/drawing/2014/main" id="{0C03AE11-B16E-CC4A-3B0C-BF84BCA87729}"/>
                </a:ext>
              </a:extLst>
            </p:cNvPr>
            <p:cNvSpPr>
              <a:spLocks noChangeArrowheads="1"/>
            </p:cNvSpPr>
            <p:nvPr/>
          </p:nvSpPr>
          <p:spPr bwMode="gray">
            <a:xfrm>
              <a:off x="4973" y="3050"/>
              <a:ext cx="690" cy="176"/>
            </a:xfrm>
            <a:prstGeom prst="rect">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7571" tIns="43786" rIns="87571" bIns="43786">
              <a:spAutoFit/>
            </a:bodyPr>
            <a:lstStyle>
              <a:lvl1pPr defTabSz="933450">
                <a:defRPr>
                  <a:solidFill>
                    <a:schemeClr val="tx1"/>
                  </a:solidFill>
                  <a:latin typeface="Arial" panose="020B0604020202020204" pitchFamily="34" charset="0"/>
                  <a:cs typeface="Arial" panose="020B0604020202020204" pitchFamily="34" charset="0"/>
                </a:defRPr>
              </a:lvl1pPr>
              <a:lvl2pPr marL="104775" indent="-103188" defTabSz="933450">
                <a:defRPr>
                  <a:solidFill>
                    <a:schemeClr val="tx1"/>
                  </a:solidFill>
                  <a:latin typeface="Arial" panose="020B0604020202020204" pitchFamily="34" charset="0"/>
                  <a:cs typeface="Arial" panose="020B0604020202020204" pitchFamily="34" charset="0"/>
                </a:defRPr>
              </a:lvl2pPr>
              <a:lvl3pPr marL="209550" indent="-103188" defTabSz="933450">
                <a:defRPr>
                  <a:solidFill>
                    <a:schemeClr val="tx1"/>
                  </a:solidFill>
                  <a:latin typeface="Arial" panose="020B0604020202020204" pitchFamily="34" charset="0"/>
                  <a:cs typeface="Arial" panose="020B0604020202020204" pitchFamily="34" charset="0"/>
                </a:defRPr>
              </a:lvl3pPr>
              <a:lvl4pPr marL="314325" indent="-103188" defTabSz="933450">
                <a:defRPr>
                  <a:solidFill>
                    <a:schemeClr val="tx1"/>
                  </a:solidFill>
                  <a:latin typeface="Arial" panose="020B0604020202020204" pitchFamily="34" charset="0"/>
                  <a:cs typeface="Arial" panose="020B0604020202020204" pitchFamily="34" charset="0"/>
                </a:defRPr>
              </a:lvl4pPr>
              <a:lvl5pPr marL="417513" indent="-98425" defTabSz="933450">
                <a:defRPr>
                  <a:solidFill>
                    <a:schemeClr val="tx1"/>
                  </a:solidFill>
                  <a:latin typeface="Arial" panose="020B0604020202020204" pitchFamily="34" charset="0"/>
                  <a:cs typeface="Arial" panose="020B0604020202020204" pitchFamily="34" charset="0"/>
                </a:defRPr>
              </a:lvl5pPr>
              <a:lvl6pPr marL="8747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319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7891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463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104000"/>
                </a:lnSpc>
                <a:spcBef>
                  <a:spcPct val="20000"/>
                </a:spcBef>
                <a:buClr>
                  <a:schemeClr val="accent1"/>
                </a:buClr>
                <a:buFont typeface="Wingdings" pitchFamily="2" charset="2"/>
                <a:buNone/>
              </a:pPr>
              <a:r>
                <a:rPr lang="ko-KR" altLang="en-US" sz="1200" b="1">
                  <a:solidFill>
                    <a:srgbClr val="000000"/>
                  </a:solidFill>
                  <a:ea typeface="굴림" panose="020B0600000101010101" pitchFamily="34" charset="-127"/>
                </a:rPr>
                <a:t>6-8 </a:t>
              </a:r>
              <a:r>
                <a:rPr lang="en-US" altLang="ko-KR" sz="1200" b="1">
                  <a:solidFill>
                    <a:srgbClr val="000000"/>
                  </a:solidFill>
                  <a:ea typeface="굴림" panose="020B0600000101010101" pitchFamily="34" charset="-127"/>
                </a:rPr>
                <a:t>weeks</a:t>
              </a:r>
            </a:p>
          </p:txBody>
        </p:sp>
        <p:sp>
          <p:nvSpPr>
            <p:cNvPr id="74761" name="Rectangle 190">
              <a:extLst>
                <a:ext uri="{FF2B5EF4-FFF2-40B4-BE49-F238E27FC236}">
                  <a16:creationId xmlns:a16="http://schemas.microsoft.com/office/drawing/2014/main" id="{1ACE8257-57D0-5B3D-B25C-043EB34CC2F1}"/>
                </a:ext>
              </a:extLst>
            </p:cNvPr>
            <p:cNvSpPr>
              <a:spLocks noChangeArrowheads="1"/>
            </p:cNvSpPr>
            <p:nvPr/>
          </p:nvSpPr>
          <p:spPr bwMode="gray">
            <a:xfrm>
              <a:off x="3343" y="2783"/>
              <a:ext cx="689" cy="2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50913">
                <a:defRPr>
                  <a:solidFill>
                    <a:schemeClr val="tx1"/>
                  </a:solidFill>
                  <a:latin typeface="Arial" panose="020B0604020202020204" pitchFamily="34" charset="0"/>
                  <a:cs typeface="Arial" panose="020B0604020202020204" pitchFamily="34" charset="0"/>
                </a:defRPr>
              </a:lvl1pPr>
              <a:lvl2pPr marL="779463" indent="-361950"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Version </a:t>
              </a:r>
              <a:br>
                <a:rPr lang="en-US" altLang="ko-KR" sz="1200" b="1">
                  <a:solidFill>
                    <a:srgbClr val="000000"/>
                  </a:solidFill>
                  <a:ea typeface="굴림" panose="020B0600000101010101" pitchFamily="34" charset="-127"/>
                </a:rPr>
              </a:br>
              <a:r>
                <a:rPr lang="en-US" altLang="ko-KR" sz="1200" b="1">
                  <a:solidFill>
                    <a:srgbClr val="000000"/>
                  </a:solidFill>
                  <a:ea typeface="굴림" panose="020B0600000101010101" pitchFamily="34" charset="-127"/>
                </a:rPr>
                <a:t>2.0</a:t>
              </a:r>
            </a:p>
          </p:txBody>
        </p:sp>
        <p:sp>
          <p:nvSpPr>
            <p:cNvPr id="74762" name="Line 191">
              <a:extLst>
                <a:ext uri="{FF2B5EF4-FFF2-40B4-BE49-F238E27FC236}">
                  <a16:creationId xmlns:a16="http://schemas.microsoft.com/office/drawing/2014/main" id="{80B2FA4A-CBF0-04D7-4D24-648723B92C40}"/>
                </a:ext>
              </a:extLst>
            </p:cNvPr>
            <p:cNvSpPr>
              <a:spLocks noChangeShapeType="1"/>
            </p:cNvSpPr>
            <p:nvPr/>
          </p:nvSpPr>
          <p:spPr bwMode="gray">
            <a:xfrm>
              <a:off x="2687" y="3123"/>
              <a:ext cx="913"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p>
              <a:endParaRPr lang="ko-KR" altLang="en-US"/>
            </a:p>
          </p:txBody>
        </p:sp>
        <p:sp>
          <p:nvSpPr>
            <p:cNvPr id="74763" name="Line 192">
              <a:extLst>
                <a:ext uri="{FF2B5EF4-FFF2-40B4-BE49-F238E27FC236}">
                  <a16:creationId xmlns:a16="http://schemas.microsoft.com/office/drawing/2014/main" id="{EE5EAA74-779D-E58B-9847-F6A93B61AABE}"/>
                </a:ext>
              </a:extLst>
            </p:cNvPr>
            <p:cNvSpPr>
              <a:spLocks noChangeShapeType="1"/>
            </p:cNvSpPr>
            <p:nvPr/>
          </p:nvSpPr>
          <p:spPr bwMode="gray">
            <a:xfrm rot="-5400000">
              <a:off x="2581" y="3133"/>
              <a:ext cx="205"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p>
              <a:endParaRPr lang="ko-KR" altLang="en-US"/>
            </a:p>
          </p:txBody>
        </p:sp>
        <p:sp>
          <p:nvSpPr>
            <p:cNvPr id="74764" name="Line 193">
              <a:extLst>
                <a:ext uri="{FF2B5EF4-FFF2-40B4-BE49-F238E27FC236}">
                  <a16:creationId xmlns:a16="http://schemas.microsoft.com/office/drawing/2014/main" id="{6B2A7FC6-36A6-F49A-94EB-6F6F73E9D50A}"/>
                </a:ext>
              </a:extLst>
            </p:cNvPr>
            <p:cNvSpPr>
              <a:spLocks noChangeShapeType="1"/>
            </p:cNvSpPr>
            <p:nvPr/>
          </p:nvSpPr>
          <p:spPr bwMode="gray">
            <a:xfrm rot="-5400000">
              <a:off x="3488" y="3133"/>
              <a:ext cx="205"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p>
              <a:endParaRPr lang="ko-KR" altLang="en-US"/>
            </a:p>
          </p:txBody>
        </p:sp>
        <p:sp>
          <p:nvSpPr>
            <p:cNvPr id="74765" name="Rectangle 194">
              <a:extLst>
                <a:ext uri="{FF2B5EF4-FFF2-40B4-BE49-F238E27FC236}">
                  <a16:creationId xmlns:a16="http://schemas.microsoft.com/office/drawing/2014/main" id="{FDAEE23E-1895-E84D-DF2C-E4FAD4A28078}"/>
                </a:ext>
              </a:extLst>
            </p:cNvPr>
            <p:cNvSpPr>
              <a:spLocks noChangeArrowheads="1"/>
            </p:cNvSpPr>
            <p:nvPr/>
          </p:nvSpPr>
          <p:spPr bwMode="gray">
            <a:xfrm>
              <a:off x="2795" y="3050"/>
              <a:ext cx="689" cy="156"/>
            </a:xfrm>
            <a:prstGeom prst="rect">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33450">
                <a:defRPr>
                  <a:solidFill>
                    <a:schemeClr val="tx1"/>
                  </a:solidFill>
                  <a:latin typeface="Arial" panose="020B0604020202020204" pitchFamily="34" charset="0"/>
                  <a:cs typeface="Arial" panose="020B0604020202020204" pitchFamily="34" charset="0"/>
                </a:defRPr>
              </a:lvl1pPr>
              <a:lvl2pPr marL="104775" indent="-103188" defTabSz="933450">
                <a:defRPr>
                  <a:solidFill>
                    <a:schemeClr val="tx1"/>
                  </a:solidFill>
                  <a:latin typeface="Arial" panose="020B0604020202020204" pitchFamily="34" charset="0"/>
                  <a:cs typeface="Arial" panose="020B0604020202020204" pitchFamily="34" charset="0"/>
                </a:defRPr>
              </a:lvl2pPr>
              <a:lvl3pPr marL="209550" indent="-103188" defTabSz="933450">
                <a:defRPr>
                  <a:solidFill>
                    <a:schemeClr val="tx1"/>
                  </a:solidFill>
                  <a:latin typeface="Arial" panose="020B0604020202020204" pitchFamily="34" charset="0"/>
                  <a:cs typeface="Arial" panose="020B0604020202020204" pitchFamily="34" charset="0"/>
                </a:defRPr>
              </a:lvl3pPr>
              <a:lvl4pPr marL="314325" indent="-103188" defTabSz="933450">
                <a:defRPr>
                  <a:solidFill>
                    <a:schemeClr val="tx1"/>
                  </a:solidFill>
                  <a:latin typeface="Arial" panose="020B0604020202020204" pitchFamily="34" charset="0"/>
                  <a:cs typeface="Arial" panose="020B0604020202020204" pitchFamily="34" charset="0"/>
                </a:defRPr>
              </a:lvl4pPr>
              <a:lvl5pPr marL="417513" indent="-98425" defTabSz="933450">
                <a:defRPr>
                  <a:solidFill>
                    <a:schemeClr val="tx1"/>
                  </a:solidFill>
                  <a:latin typeface="Arial" panose="020B0604020202020204" pitchFamily="34" charset="0"/>
                  <a:cs typeface="Arial" panose="020B0604020202020204" pitchFamily="34" charset="0"/>
                </a:defRPr>
              </a:lvl5pPr>
              <a:lvl6pPr marL="8747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319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7891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463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104000"/>
                </a:lnSpc>
                <a:spcBef>
                  <a:spcPct val="20000"/>
                </a:spcBef>
                <a:buClr>
                  <a:schemeClr val="accent1"/>
                </a:buClr>
                <a:buFont typeface="Wingdings" pitchFamily="2" charset="2"/>
                <a:buNone/>
              </a:pPr>
              <a:r>
                <a:rPr lang="ko-KR" altLang="en-US" sz="1200" b="1">
                  <a:solidFill>
                    <a:srgbClr val="000000"/>
                  </a:solidFill>
                  <a:ea typeface="굴림" panose="020B0600000101010101" pitchFamily="34" charset="-127"/>
                </a:rPr>
                <a:t>6-8 </a:t>
              </a:r>
              <a:r>
                <a:rPr lang="en-US" altLang="ko-KR" sz="1200" b="1">
                  <a:solidFill>
                    <a:srgbClr val="000000"/>
                  </a:solidFill>
                  <a:ea typeface="굴림" panose="020B0600000101010101" pitchFamily="34" charset="-127"/>
                </a:rPr>
                <a:t>weeks</a:t>
              </a:r>
            </a:p>
          </p:txBody>
        </p:sp>
        <p:sp>
          <p:nvSpPr>
            <p:cNvPr id="74766" name="AutoShape 195">
              <a:extLst>
                <a:ext uri="{FF2B5EF4-FFF2-40B4-BE49-F238E27FC236}">
                  <a16:creationId xmlns:a16="http://schemas.microsoft.com/office/drawing/2014/main" id="{1E149CAE-E5D1-4D69-92DF-977DA80C1EF9}"/>
                </a:ext>
              </a:extLst>
            </p:cNvPr>
            <p:cNvSpPr>
              <a:spLocks noChangeArrowheads="1"/>
            </p:cNvSpPr>
            <p:nvPr/>
          </p:nvSpPr>
          <p:spPr bwMode="gray">
            <a:xfrm>
              <a:off x="2608" y="2684"/>
              <a:ext cx="137" cy="91"/>
            </a:xfrm>
            <a:prstGeom prst="triangle">
              <a:avLst>
                <a:gd name="adj" fmla="val 50000"/>
              </a:avLst>
            </a:prstGeom>
            <a:solidFill>
              <a:srgbClr val="000000"/>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53928" tIns="26964" rIns="53928" bIns="26964"/>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67" name="AutoShape 196">
              <a:extLst>
                <a:ext uri="{FF2B5EF4-FFF2-40B4-BE49-F238E27FC236}">
                  <a16:creationId xmlns:a16="http://schemas.microsoft.com/office/drawing/2014/main" id="{A350D51A-5F7D-2D1A-E873-F1A9D09AC7AE}"/>
                </a:ext>
              </a:extLst>
            </p:cNvPr>
            <p:cNvSpPr>
              <a:spLocks noChangeArrowheads="1"/>
            </p:cNvSpPr>
            <p:nvPr/>
          </p:nvSpPr>
          <p:spPr bwMode="gray">
            <a:xfrm>
              <a:off x="5699" y="2684"/>
              <a:ext cx="136" cy="92"/>
            </a:xfrm>
            <a:prstGeom prst="triangle">
              <a:avLst>
                <a:gd name="adj" fmla="val 50000"/>
              </a:avLst>
            </a:prstGeom>
            <a:solidFill>
              <a:srgbClr val="000000"/>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77037" tIns="38519" rIns="77037" bIns="38519">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68" name="AutoShape 197">
              <a:extLst>
                <a:ext uri="{FF2B5EF4-FFF2-40B4-BE49-F238E27FC236}">
                  <a16:creationId xmlns:a16="http://schemas.microsoft.com/office/drawing/2014/main" id="{0B3B02E0-98EC-8194-7BCF-E2777A787055}"/>
                </a:ext>
              </a:extLst>
            </p:cNvPr>
            <p:cNvSpPr>
              <a:spLocks noChangeArrowheads="1"/>
            </p:cNvSpPr>
            <p:nvPr/>
          </p:nvSpPr>
          <p:spPr bwMode="gray">
            <a:xfrm>
              <a:off x="3611" y="2684"/>
              <a:ext cx="136" cy="92"/>
            </a:xfrm>
            <a:prstGeom prst="triangle">
              <a:avLst>
                <a:gd name="adj" fmla="val 50000"/>
              </a:avLst>
            </a:prstGeom>
            <a:solidFill>
              <a:srgbClr val="000000"/>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69" name="AutoShape 198">
              <a:extLst>
                <a:ext uri="{FF2B5EF4-FFF2-40B4-BE49-F238E27FC236}">
                  <a16:creationId xmlns:a16="http://schemas.microsoft.com/office/drawing/2014/main" id="{17FEEA38-A31C-C26D-4D1C-6CC4D09A277A}"/>
                </a:ext>
              </a:extLst>
            </p:cNvPr>
            <p:cNvSpPr>
              <a:spLocks noChangeArrowheads="1"/>
            </p:cNvSpPr>
            <p:nvPr/>
          </p:nvSpPr>
          <p:spPr bwMode="gray">
            <a:xfrm>
              <a:off x="4695" y="2684"/>
              <a:ext cx="136" cy="92"/>
            </a:xfrm>
            <a:prstGeom prst="triangle">
              <a:avLst>
                <a:gd name="adj" fmla="val 50000"/>
              </a:avLst>
            </a:prstGeom>
            <a:solidFill>
              <a:srgbClr val="000000"/>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70" name="Rectangle 199">
              <a:extLst>
                <a:ext uri="{FF2B5EF4-FFF2-40B4-BE49-F238E27FC236}">
                  <a16:creationId xmlns:a16="http://schemas.microsoft.com/office/drawing/2014/main" id="{A8436C44-0437-E5BA-5BA3-4D0216BFFF61}"/>
                </a:ext>
              </a:extLst>
            </p:cNvPr>
            <p:cNvSpPr>
              <a:spLocks noChangeArrowheads="1"/>
            </p:cNvSpPr>
            <p:nvPr/>
          </p:nvSpPr>
          <p:spPr bwMode="gray">
            <a:xfrm>
              <a:off x="4433" y="2782"/>
              <a:ext cx="689" cy="2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50913">
                <a:defRPr>
                  <a:solidFill>
                    <a:schemeClr val="tx1"/>
                  </a:solidFill>
                  <a:latin typeface="Arial" panose="020B0604020202020204" pitchFamily="34" charset="0"/>
                  <a:cs typeface="Arial" panose="020B0604020202020204" pitchFamily="34" charset="0"/>
                </a:defRPr>
              </a:lvl1pPr>
              <a:lvl2pPr marL="779463" indent="-361950"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Version </a:t>
              </a:r>
              <a:br>
                <a:rPr lang="en-US" altLang="ko-KR" sz="1200" b="1">
                  <a:solidFill>
                    <a:srgbClr val="000000"/>
                  </a:solidFill>
                  <a:ea typeface="굴림" panose="020B0600000101010101" pitchFamily="34" charset="-127"/>
                </a:rPr>
              </a:br>
              <a:r>
                <a:rPr lang="en-US" altLang="ko-KR" sz="1200" b="1">
                  <a:solidFill>
                    <a:srgbClr val="000000"/>
                  </a:solidFill>
                  <a:ea typeface="굴림" panose="020B0600000101010101" pitchFamily="34" charset="-127"/>
                </a:rPr>
                <a:t>3.0</a:t>
              </a:r>
            </a:p>
          </p:txBody>
        </p:sp>
        <p:sp>
          <p:nvSpPr>
            <p:cNvPr id="74771" name="Line 200">
              <a:extLst>
                <a:ext uri="{FF2B5EF4-FFF2-40B4-BE49-F238E27FC236}">
                  <a16:creationId xmlns:a16="http://schemas.microsoft.com/office/drawing/2014/main" id="{6D9862B7-BE0F-74D0-47F6-BD1DE4F84F12}"/>
                </a:ext>
              </a:extLst>
            </p:cNvPr>
            <p:cNvSpPr>
              <a:spLocks noChangeShapeType="1"/>
            </p:cNvSpPr>
            <p:nvPr/>
          </p:nvSpPr>
          <p:spPr bwMode="gray">
            <a:xfrm>
              <a:off x="3783" y="3123"/>
              <a:ext cx="912"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p>
              <a:endParaRPr lang="ko-KR" altLang="en-US"/>
            </a:p>
          </p:txBody>
        </p:sp>
        <p:sp>
          <p:nvSpPr>
            <p:cNvPr id="74772" name="Line 201">
              <a:extLst>
                <a:ext uri="{FF2B5EF4-FFF2-40B4-BE49-F238E27FC236}">
                  <a16:creationId xmlns:a16="http://schemas.microsoft.com/office/drawing/2014/main" id="{56A069DC-35E9-5AD4-2D39-E2803C67119F}"/>
                </a:ext>
              </a:extLst>
            </p:cNvPr>
            <p:cNvSpPr>
              <a:spLocks noChangeShapeType="1"/>
            </p:cNvSpPr>
            <p:nvPr/>
          </p:nvSpPr>
          <p:spPr bwMode="gray">
            <a:xfrm rot="-5400000">
              <a:off x="3676" y="3133"/>
              <a:ext cx="205"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p>
              <a:endParaRPr lang="ko-KR" altLang="en-US"/>
            </a:p>
          </p:txBody>
        </p:sp>
        <p:sp>
          <p:nvSpPr>
            <p:cNvPr id="74773" name="Line 202">
              <a:extLst>
                <a:ext uri="{FF2B5EF4-FFF2-40B4-BE49-F238E27FC236}">
                  <a16:creationId xmlns:a16="http://schemas.microsoft.com/office/drawing/2014/main" id="{CD5F4553-C636-41D0-ABEA-E17F4F70D77E}"/>
                </a:ext>
              </a:extLst>
            </p:cNvPr>
            <p:cNvSpPr>
              <a:spLocks noChangeShapeType="1"/>
            </p:cNvSpPr>
            <p:nvPr/>
          </p:nvSpPr>
          <p:spPr bwMode="gray">
            <a:xfrm rot="-5400000">
              <a:off x="4583" y="3133"/>
              <a:ext cx="205" cy="0"/>
            </a:xfrm>
            <a:prstGeom prst="line">
              <a:avLst/>
            </a:prstGeom>
            <a:noFill/>
            <a:ln w="2857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p>
              <a:endParaRPr lang="ko-KR" altLang="en-US"/>
            </a:p>
          </p:txBody>
        </p:sp>
        <p:sp>
          <p:nvSpPr>
            <p:cNvPr id="74774" name="Rectangle 203">
              <a:extLst>
                <a:ext uri="{FF2B5EF4-FFF2-40B4-BE49-F238E27FC236}">
                  <a16:creationId xmlns:a16="http://schemas.microsoft.com/office/drawing/2014/main" id="{9AE1D98B-F6E5-248D-E4F4-9FB30295F936}"/>
                </a:ext>
              </a:extLst>
            </p:cNvPr>
            <p:cNvSpPr>
              <a:spLocks noChangeArrowheads="1"/>
            </p:cNvSpPr>
            <p:nvPr/>
          </p:nvSpPr>
          <p:spPr bwMode="gray">
            <a:xfrm>
              <a:off x="3896" y="3050"/>
              <a:ext cx="688" cy="156"/>
            </a:xfrm>
            <a:prstGeom prst="rect">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33450">
                <a:defRPr>
                  <a:solidFill>
                    <a:schemeClr val="tx1"/>
                  </a:solidFill>
                  <a:latin typeface="Arial" panose="020B0604020202020204" pitchFamily="34" charset="0"/>
                  <a:cs typeface="Arial" panose="020B0604020202020204" pitchFamily="34" charset="0"/>
                </a:defRPr>
              </a:lvl1pPr>
              <a:lvl2pPr marL="104775" indent="-103188" defTabSz="933450">
                <a:defRPr>
                  <a:solidFill>
                    <a:schemeClr val="tx1"/>
                  </a:solidFill>
                  <a:latin typeface="Arial" panose="020B0604020202020204" pitchFamily="34" charset="0"/>
                  <a:cs typeface="Arial" panose="020B0604020202020204" pitchFamily="34" charset="0"/>
                </a:defRPr>
              </a:lvl2pPr>
              <a:lvl3pPr marL="209550" indent="-103188" defTabSz="933450">
                <a:defRPr>
                  <a:solidFill>
                    <a:schemeClr val="tx1"/>
                  </a:solidFill>
                  <a:latin typeface="Arial" panose="020B0604020202020204" pitchFamily="34" charset="0"/>
                  <a:cs typeface="Arial" panose="020B0604020202020204" pitchFamily="34" charset="0"/>
                </a:defRPr>
              </a:lvl3pPr>
              <a:lvl4pPr marL="314325" indent="-103188" defTabSz="933450">
                <a:defRPr>
                  <a:solidFill>
                    <a:schemeClr val="tx1"/>
                  </a:solidFill>
                  <a:latin typeface="Arial" panose="020B0604020202020204" pitchFamily="34" charset="0"/>
                  <a:cs typeface="Arial" panose="020B0604020202020204" pitchFamily="34" charset="0"/>
                </a:defRPr>
              </a:lvl4pPr>
              <a:lvl5pPr marL="417513" indent="-98425" defTabSz="933450">
                <a:defRPr>
                  <a:solidFill>
                    <a:schemeClr val="tx1"/>
                  </a:solidFill>
                  <a:latin typeface="Arial" panose="020B0604020202020204" pitchFamily="34" charset="0"/>
                  <a:cs typeface="Arial" panose="020B0604020202020204" pitchFamily="34" charset="0"/>
                </a:defRPr>
              </a:lvl5pPr>
              <a:lvl6pPr marL="8747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319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7891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46313" indent="-98425" defTabSz="9334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104000"/>
                </a:lnSpc>
                <a:spcBef>
                  <a:spcPct val="20000"/>
                </a:spcBef>
                <a:buClr>
                  <a:schemeClr val="accent1"/>
                </a:buClr>
                <a:buFont typeface="Wingdings" pitchFamily="2" charset="2"/>
                <a:buNone/>
              </a:pPr>
              <a:r>
                <a:rPr lang="ko-KR" altLang="en-US" sz="1200" b="1">
                  <a:solidFill>
                    <a:srgbClr val="000000"/>
                  </a:solidFill>
                  <a:ea typeface="굴림" panose="020B0600000101010101" pitchFamily="34" charset="-127"/>
                </a:rPr>
                <a:t>6-8 </a:t>
              </a:r>
              <a:r>
                <a:rPr lang="en-US" altLang="ko-KR" sz="1200" b="1">
                  <a:solidFill>
                    <a:srgbClr val="000000"/>
                  </a:solidFill>
                  <a:ea typeface="굴림" panose="020B0600000101010101" pitchFamily="34" charset="-127"/>
                </a:rPr>
                <a:t>weeks</a:t>
              </a:r>
            </a:p>
          </p:txBody>
        </p:sp>
        <p:sp>
          <p:nvSpPr>
            <p:cNvPr id="74775" name="AutoShape 204">
              <a:extLst>
                <a:ext uri="{FF2B5EF4-FFF2-40B4-BE49-F238E27FC236}">
                  <a16:creationId xmlns:a16="http://schemas.microsoft.com/office/drawing/2014/main" id="{C518384B-13B5-37C1-E1D2-D76E70E84841}"/>
                </a:ext>
              </a:extLst>
            </p:cNvPr>
            <p:cNvSpPr>
              <a:spLocks noChangeArrowheads="1"/>
            </p:cNvSpPr>
            <p:nvPr/>
          </p:nvSpPr>
          <p:spPr bwMode="gray">
            <a:xfrm>
              <a:off x="2343" y="1595"/>
              <a:ext cx="540" cy="444"/>
            </a:xfrm>
            <a:prstGeom prst="star16">
              <a:avLst>
                <a:gd name="adj" fmla="val 37500"/>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742950" indent="-285750" defTabSz="950913">
                <a:defRPr>
                  <a:solidFill>
                    <a:schemeClr val="tx1"/>
                  </a:solidFill>
                  <a:latin typeface="Arial" panose="020B0604020202020204" pitchFamily="34" charset="0"/>
                  <a:cs typeface="Arial" panose="020B0604020202020204" pitchFamily="34" charset="0"/>
                </a:defRPr>
              </a:lvl2pPr>
              <a:lvl3pPr marL="1143000" indent="-228600" defTabSz="950913">
                <a:defRPr>
                  <a:solidFill>
                    <a:schemeClr val="tx1"/>
                  </a:solidFill>
                  <a:latin typeface="Arial" panose="020B0604020202020204" pitchFamily="34" charset="0"/>
                  <a:cs typeface="Arial" panose="020B0604020202020204" pitchFamily="34" charset="0"/>
                </a:defRPr>
              </a:lvl3pPr>
              <a:lvl4pPr marL="1600200" indent="-228600" defTabSz="950913">
                <a:defRPr>
                  <a:solidFill>
                    <a:schemeClr val="tx1"/>
                  </a:solidFill>
                  <a:latin typeface="Arial" panose="020B0604020202020204" pitchFamily="34" charset="0"/>
                  <a:cs typeface="Arial" panose="020B0604020202020204" pitchFamily="34" charset="0"/>
                </a:defRPr>
              </a:lvl4pPr>
              <a:lvl5pPr marL="2057400" indent="-228600" defTabSz="950913">
                <a:defRPr>
                  <a:solidFill>
                    <a:schemeClr val="tx1"/>
                  </a:solidFill>
                  <a:latin typeface="Arial" panose="020B0604020202020204" pitchFamily="34" charset="0"/>
                  <a:cs typeface="Arial" panose="020B0604020202020204" pitchFamily="34" charset="0"/>
                </a:defRPr>
              </a:lvl5pPr>
              <a:lvl6pPr marL="25146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en-GB" altLang="en-US" sz="900">
                <a:ea typeface="굴림" panose="020B0600000101010101" pitchFamily="34" charset="-127"/>
              </a:endParaRPr>
            </a:p>
          </p:txBody>
        </p:sp>
        <p:sp>
          <p:nvSpPr>
            <p:cNvPr id="74776" name="AutoShape 205">
              <a:extLst>
                <a:ext uri="{FF2B5EF4-FFF2-40B4-BE49-F238E27FC236}">
                  <a16:creationId xmlns:a16="http://schemas.microsoft.com/office/drawing/2014/main" id="{824B8FD9-5105-3055-FF4B-A1FA7CC3A340}"/>
                </a:ext>
              </a:extLst>
            </p:cNvPr>
            <p:cNvSpPr>
              <a:spLocks noChangeArrowheads="1"/>
            </p:cNvSpPr>
            <p:nvPr/>
          </p:nvSpPr>
          <p:spPr bwMode="gray">
            <a:xfrm>
              <a:off x="2738" y="1570"/>
              <a:ext cx="853" cy="471"/>
            </a:xfrm>
            <a:prstGeom prst="chevron">
              <a:avLst>
                <a:gd name="adj" fmla="val 35181"/>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53928" tIns="26964" rIns="53928" bIns="26964"/>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77" name="Rectangle 206">
              <a:extLst>
                <a:ext uri="{FF2B5EF4-FFF2-40B4-BE49-F238E27FC236}">
                  <a16:creationId xmlns:a16="http://schemas.microsoft.com/office/drawing/2014/main" id="{3E9251BD-D5AE-FBEF-9088-675CDF5EEB79}"/>
                </a:ext>
              </a:extLst>
            </p:cNvPr>
            <p:cNvSpPr>
              <a:spLocks noChangeArrowheads="1"/>
            </p:cNvSpPr>
            <p:nvPr/>
          </p:nvSpPr>
          <p:spPr bwMode="gray">
            <a:xfrm>
              <a:off x="2892" y="1690"/>
              <a:ext cx="673" cy="2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Performance evaluation</a:t>
              </a:r>
            </a:p>
          </p:txBody>
        </p:sp>
        <p:sp>
          <p:nvSpPr>
            <p:cNvPr id="74778" name="AutoShape 207">
              <a:extLst>
                <a:ext uri="{FF2B5EF4-FFF2-40B4-BE49-F238E27FC236}">
                  <a16:creationId xmlns:a16="http://schemas.microsoft.com/office/drawing/2014/main" id="{64CC19BC-16D2-717E-4A3B-B7033F2C6246}"/>
                </a:ext>
              </a:extLst>
            </p:cNvPr>
            <p:cNvSpPr>
              <a:spLocks noChangeArrowheads="1"/>
            </p:cNvSpPr>
            <p:nvPr/>
          </p:nvSpPr>
          <p:spPr bwMode="gray">
            <a:xfrm>
              <a:off x="441" y="1575"/>
              <a:ext cx="508" cy="470"/>
            </a:xfrm>
            <a:prstGeom prst="homePlate">
              <a:avLst>
                <a:gd name="adj" fmla="val 22202"/>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53928" tIns="26964" rIns="53928" bIns="26964"/>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79" name="AutoShape 208">
              <a:extLst>
                <a:ext uri="{FF2B5EF4-FFF2-40B4-BE49-F238E27FC236}">
                  <a16:creationId xmlns:a16="http://schemas.microsoft.com/office/drawing/2014/main" id="{17F897F9-E3D7-0282-D252-771EB6AA3E63}"/>
                </a:ext>
              </a:extLst>
            </p:cNvPr>
            <p:cNvSpPr>
              <a:spLocks noChangeArrowheads="1"/>
            </p:cNvSpPr>
            <p:nvPr/>
          </p:nvSpPr>
          <p:spPr bwMode="gray">
            <a:xfrm>
              <a:off x="886" y="1575"/>
              <a:ext cx="778" cy="470"/>
            </a:xfrm>
            <a:prstGeom prst="chevron">
              <a:avLst>
                <a:gd name="adj" fmla="val 23312"/>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53928" tIns="26964" rIns="53928" bIns="26964"/>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80" name="AutoShape 209">
              <a:extLst>
                <a:ext uri="{FF2B5EF4-FFF2-40B4-BE49-F238E27FC236}">
                  <a16:creationId xmlns:a16="http://schemas.microsoft.com/office/drawing/2014/main" id="{7FC85209-33E0-0EFD-938F-64C0821A39D9}"/>
                </a:ext>
              </a:extLst>
            </p:cNvPr>
            <p:cNvSpPr>
              <a:spLocks noChangeArrowheads="1"/>
            </p:cNvSpPr>
            <p:nvPr/>
          </p:nvSpPr>
          <p:spPr bwMode="gray">
            <a:xfrm>
              <a:off x="1599" y="1575"/>
              <a:ext cx="743" cy="470"/>
            </a:xfrm>
            <a:prstGeom prst="chevron">
              <a:avLst>
                <a:gd name="adj" fmla="val 25272"/>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53928" tIns="26964" rIns="53928" bIns="26964"/>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81" name="Rectangle 210">
              <a:extLst>
                <a:ext uri="{FF2B5EF4-FFF2-40B4-BE49-F238E27FC236}">
                  <a16:creationId xmlns:a16="http://schemas.microsoft.com/office/drawing/2014/main" id="{372377A9-BDCA-6DC4-9DFD-32A8ECB08310}"/>
                </a:ext>
              </a:extLst>
            </p:cNvPr>
            <p:cNvSpPr>
              <a:spLocks noChangeArrowheads="1"/>
            </p:cNvSpPr>
            <p:nvPr/>
          </p:nvSpPr>
          <p:spPr bwMode="gray">
            <a:xfrm>
              <a:off x="464" y="1735"/>
              <a:ext cx="457" cy="17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Design</a:t>
              </a:r>
            </a:p>
          </p:txBody>
        </p:sp>
        <p:sp>
          <p:nvSpPr>
            <p:cNvPr id="74782" name="Rectangle 211">
              <a:extLst>
                <a:ext uri="{FF2B5EF4-FFF2-40B4-BE49-F238E27FC236}">
                  <a16:creationId xmlns:a16="http://schemas.microsoft.com/office/drawing/2014/main" id="{0BAD7937-F3DD-5067-E7EA-DE68ABEE3C7A}"/>
                </a:ext>
              </a:extLst>
            </p:cNvPr>
            <p:cNvSpPr>
              <a:spLocks noChangeArrowheads="1"/>
            </p:cNvSpPr>
            <p:nvPr/>
          </p:nvSpPr>
          <p:spPr bwMode="gray">
            <a:xfrm>
              <a:off x="989" y="1735"/>
              <a:ext cx="770" cy="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Development</a:t>
              </a:r>
            </a:p>
          </p:txBody>
        </p:sp>
        <p:sp>
          <p:nvSpPr>
            <p:cNvPr id="74783" name="Rectangle 212">
              <a:extLst>
                <a:ext uri="{FF2B5EF4-FFF2-40B4-BE49-F238E27FC236}">
                  <a16:creationId xmlns:a16="http://schemas.microsoft.com/office/drawing/2014/main" id="{5280D2AE-1B4C-8394-02A1-A3385755CD6C}"/>
                </a:ext>
              </a:extLst>
            </p:cNvPr>
            <p:cNvSpPr>
              <a:spLocks noChangeArrowheads="1"/>
            </p:cNvSpPr>
            <p:nvPr/>
          </p:nvSpPr>
          <p:spPr bwMode="gray">
            <a:xfrm>
              <a:off x="1718" y="1735"/>
              <a:ext cx="657" cy="2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Deployment</a:t>
              </a:r>
            </a:p>
          </p:txBody>
        </p:sp>
        <p:sp>
          <p:nvSpPr>
            <p:cNvPr id="74784" name="Rectangle 213">
              <a:extLst>
                <a:ext uri="{FF2B5EF4-FFF2-40B4-BE49-F238E27FC236}">
                  <a16:creationId xmlns:a16="http://schemas.microsoft.com/office/drawing/2014/main" id="{5C7F6D94-75EF-FB4F-D32B-0CF0DBBAE6C4}"/>
                </a:ext>
              </a:extLst>
            </p:cNvPr>
            <p:cNvSpPr>
              <a:spLocks noChangeArrowheads="1"/>
            </p:cNvSpPr>
            <p:nvPr/>
          </p:nvSpPr>
          <p:spPr bwMode="gray">
            <a:xfrm>
              <a:off x="2356" y="1757"/>
              <a:ext cx="529" cy="1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779463" indent="-361950"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Launch!</a:t>
              </a:r>
            </a:p>
          </p:txBody>
        </p:sp>
        <p:sp>
          <p:nvSpPr>
            <p:cNvPr id="74785" name="AutoShape 214">
              <a:extLst>
                <a:ext uri="{FF2B5EF4-FFF2-40B4-BE49-F238E27FC236}">
                  <a16:creationId xmlns:a16="http://schemas.microsoft.com/office/drawing/2014/main" id="{4AE61B54-B0EE-A017-67CC-9BE398710405}"/>
                </a:ext>
              </a:extLst>
            </p:cNvPr>
            <p:cNvSpPr>
              <a:spLocks noChangeArrowheads="1"/>
            </p:cNvSpPr>
            <p:nvPr/>
          </p:nvSpPr>
          <p:spPr bwMode="gray">
            <a:xfrm>
              <a:off x="1492" y="2196"/>
              <a:ext cx="507" cy="470"/>
            </a:xfrm>
            <a:prstGeom prst="homePlate">
              <a:avLst>
                <a:gd name="adj" fmla="val 22159"/>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86" name="AutoShape 215">
              <a:extLst>
                <a:ext uri="{FF2B5EF4-FFF2-40B4-BE49-F238E27FC236}">
                  <a16:creationId xmlns:a16="http://schemas.microsoft.com/office/drawing/2014/main" id="{B6DA0C2B-7E36-E282-F095-3EA1328AAB89}"/>
                </a:ext>
              </a:extLst>
            </p:cNvPr>
            <p:cNvSpPr>
              <a:spLocks noChangeArrowheads="1"/>
            </p:cNvSpPr>
            <p:nvPr/>
          </p:nvSpPr>
          <p:spPr bwMode="gray">
            <a:xfrm>
              <a:off x="1938" y="2196"/>
              <a:ext cx="777" cy="470"/>
            </a:xfrm>
            <a:prstGeom prst="chevron">
              <a:avLst>
                <a:gd name="adj" fmla="val 23282"/>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87" name="AutoShape 216">
              <a:extLst>
                <a:ext uri="{FF2B5EF4-FFF2-40B4-BE49-F238E27FC236}">
                  <a16:creationId xmlns:a16="http://schemas.microsoft.com/office/drawing/2014/main" id="{0590C06B-3639-2150-BE5E-598A3DC7F4D7}"/>
                </a:ext>
              </a:extLst>
            </p:cNvPr>
            <p:cNvSpPr>
              <a:spLocks noChangeArrowheads="1"/>
            </p:cNvSpPr>
            <p:nvPr/>
          </p:nvSpPr>
          <p:spPr bwMode="gray">
            <a:xfrm>
              <a:off x="2650" y="2196"/>
              <a:ext cx="743" cy="470"/>
            </a:xfrm>
            <a:prstGeom prst="chevron">
              <a:avLst>
                <a:gd name="adj" fmla="val 25272"/>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88" name="Rectangle 217">
              <a:extLst>
                <a:ext uri="{FF2B5EF4-FFF2-40B4-BE49-F238E27FC236}">
                  <a16:creationId xmlns:a16="http://schemas.microsoft.com/office/drawing/2014/main" id="{78E70A11-A787-D35B-C254-6C2167CA1A18}"/>
                </a:ext>
              </a:extLst>
            </p:cNvPr>
            <p:cNvSpPr>
              <a:spLocks noChangeArrowheads="1"/>
            </p:cNvSpPr>
            <p:nvPr/>
          </p:nvSpPr>
          <p:spPr bwMode="gray">
            <a:xfrm>
              <a:off x="1514" y="2356"/>
              <a:ext cx="457" cy="1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Design</a:t>
              </a:r>
            </a:p>
          </p:txBody>
        </p:sp>
        <p:sp>
          <p:nvSpPr>
            <p:cNvPr id="74789" name="Rectangle 218">
              <a:extLst>
                <a:ext uri="{FF2B5EF4-FFF2-40B4-BE49-F238E27FC236}">
                  <a16:creationId xmlns:a16="http://schemas.microsoft.com/office/drawing/2014/main" id="{A6FF8499-A1F0-F79D-9584-AD7477CE9C9C}"/>
                </a:ext>
              </a:extLst>
            </p:cNvPr>
            <p:cNvSpPr>
              <a:spLocks noChangeArrowheads="1"/>
            </p:cNvSpPr>
            <p:nvPr/>
          </p:nvSpPr>
          <p:spPr bwMode="gray">
            <a:xfrm>
              <a:off x="2040" y="2356"/>
              <a:ext cx="770" cy="1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Development</a:t>
              </a:r>
            </a:p>
          </p:txBody>
        </p:sp>
        <p:sp>
          <p:nvSpPr>
            <p:cNvPr id="74790" name="Rectangle 219">
              <a:extLst>
                <a:ext uri="{FF2B5EF4-FFF2-40B4-BE49-F238E27FC236}">
                  <a16:creationId xmlns:a16="http://schemas.microsoft.com/office/drawing/2014/main" id="{230EDC0D-B670-EDD4-BB89-107BEB888E61}"/>
                </a:ext>
              </a:extLst>
            </p:cNvPr>
            <p:cNvSpPr>
              <a:spLocks noChangeArrowheads="1"/>
            </p:cNvSpPr>
            <p:nvPr/>
          </p:nvSpPr>
          <p:spPr bwMode="gray">
            <a:xfrm>
              <a:off x="2769" y="2356"/>
              <a:ext cx="657" cy="1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Deployment</a:t>
              </a:r>
            </a:p>
          </p:txBody>
        </p:sp>
        <p:sp>
          <p:nvSpPr>
            <p:cNvPr id="74791" name="AutoShape 220">
              <a:extLst>
                <a:ext uri="{FF2B5EF4-FFF2-40B4-BE49-F238E27FC236}">
                  <a16:creationId xmlns:a16="http://schemas.microsoft.com/office/drawing/2014/main" id="{77B70212-6A2E-552B-8E32-5611980521A1}"/>
                </a:ext>
              </a:extLst>
            </p:cNvPr>
            <p:cNvSpPr>
              <a:spLocks noChangeArrowheads="1"/>
            </p:cNvSpPr>
            <p:nvPr/>
          </p:nvSpPr>
          <p:spPr bwMode="gray">
            <a:xfrm>
              <a:off x="3808" y="2191"/>
              <a:ext cx="853" cy="471"/>
            </a:xfrm>
            <a:prstGeom prst="chevron">
              <a:avLst>
                <a:gd name="adj" fmla="val 35181"/>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9328" tIns="24664" rIns="49328" bIns="24664">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74792" name="Rectangle 221">
              <a:extLst>
                <a:ext uri="{FF2B5EF4-FFF2-40B4-BE49-F238E27FC236}">
                  <a16:creationId xmlns:a16="http://schemas.microsoft.com/office/drawing/2014/main" id="{8ECE1BB5-8A34-01E5-7BA3-A5E4E68766E7}"/>
                </a:ext>
              </a:extLst>
            </p:cNvPr>
            <p:cNvSpPr>
              <a:spLocks noChangeArrowheads="1"/>
            </p:cNvSpPr>
            <p:nvPr/>
          </p:nvSpPr>
          <p:spPr bwMode="gray">
            <a:xfrm>
              <a:off x="3942" y="2310"/>
              <a:ext cx="675" cy="2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6073" tIns="28037" rIns="56073" bIns="28037">
              <a:spAutoFit/>
            </a:bodyPr>
            <a:lstStyle>
              <a:lvl1pPr defTabSz="950913">
                <a:defRPr>
                  <a:solidFill>
                    <a:schemeClr val="tx1"/>
                  </a:solidFill>
                  <a:latin typeface="Arial" panose="020B0604020202020204" pitchFamily="34" charset="0"/>
                  <a:cs typeface="Arial" panose="020B0604020202020204" pitchFamily="34" charset="0"/>
                </a:defRPr>
              </a:lvl1pPr>
              <a:lvl2pPr marL="581025" indent="-163513"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Performance evaluation</a:t>
              </a:r>
            </a:p>
          </p:txBody>
        </p:sp>
        <p:sp>
          <p:nvSpPr>
            <p:cNvPr id="74793" name="AutoShape 222">
              <a:extLst>
                <a:ext uri="{FF2B5EF4-FFF2-40B4-BE49-F238E27FC236}">
                  <a16:creationId xmlns:a16="http://schemas.microsoft.com/office/drawing/2014/main" id="{713AA8EE-5261-6B02-6F7F-2EC094D52A7F}"/>
                </a:ext>
              </a:extLst>
            </p:cNvPr>
            <p:cNvSpPr>
              <a:spLocks noChangeArrowheads="1"/>
            </p:cNvSpPr>
            <p:nvPr/>
          </p:nvSpPr>
          <p:spPr bwMode="gray">
            <a:xfrm>
              <a:off x="3370" y="2213"/>
              <a:ext cx="540" cy="444"/>
            </a:xfrm>
            <a:prstGeom prst="star16">
              <a:avLst>
                <a:gd name="adj" fmla="val 37500"/>
              </a:avLst>
            </a:prstGeom>
            <a:solidFill>
              <a:srgbClr val="FFFFFF"/>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742950" indent="-285750" defTabSz="950913">
                <a:defRPr>
                  <a:solidFill>
                    <a:schemeClr val="tx1"/>
                  </a:solidFill>
                  <a:latin typeface="Arial" panose="020B0604020202020204" pitchFamily="34" charset="0"/>
                  <a:cs typeface="Arial" panose="020B0604020202020204" pitchFamily="34" charset="0"/>
                </a:defRPr>
              </a:lvl2pPr>
              <a:lvl3pPr marL="1143000" indent="-228600" defTabSz="950913">
                <a:defRPr>
                  <a:solidFill>
                    <a:schemeClr val="tx1"/>
                  </a:solidFill>
                  <a:latin typeface="Arial" panose="020B0604020202020204" pitchFamily="34" charset="0"/>
                  <a:cs typeface="Arial" panose="020B0604020202020204" pitchFamily="34" charset="0"/>
                </a:defRPr>
              </a:lvl3pPr>
              <a:lvl4pPr marL="1600200" indent="-228600" defTabSz="950913">
                <a:defRPr>
                  <a:solidFill>
                    <a:schemeClr val="tx1"/>
                  </a:solidFill>
                  <a:latin typeface="Arial" panose="020B0604020202020204" pitchFamily="34" charset="0"/>
                  <a:cs typeface="Arial" panose="020B0604020202020204" pitchFamily="34" charset="0"/>
                </a:defRPr>
              </a:lvl4pPr>
              <a:lvl5pPr marL="2057400" indent="-228600" defTabSz="950913">
                <a:defRPr>
                  <a:solidFill>
                    <a:schemeClr val="tx1"/>
                  </a:solidFill>
                  <a:latin typeface="Arial" panose="020B0604020202020204" pitchFamily="34" charset="0"/>
                  <a:cs typeface="Arial" panose="020B0604020202020204" pitchFamily="34" charset="0"/>
                </a:defRPr>
              </a:lvl5pPr>
              <a:lvl6pPr marL="25146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en-GB" altLang="en-US" sz="900">
                <a:ea typeface="굴림" panose="020B0600000101010101" pitchFamily="34" charset="-127"/>
              </a:endParaRPr>
            </a:p>
          </p:txBody>
        </p:sp>
        <p:sp>
          <p:nvSpPr>
            <p:cNvPr id="74794" name="Rectangle 223">
              <a:extLst>
                <a:ext uri="{FF2B5EF4-FFF2-40B4-BE49-F238E27FC236}">
                  <a16:creationId xmlns:a16="http://schemas.microsoft.com/office/drawing/2014/main" id="{B1735FCB-50B2-A5D8-7099-9C95FD7C8A06}"/>
                </a:ext>
              </a:extLst>
            </p:cNvPr>
            <p:cNvSpPr>
              <a:spLocks noChangeArrowheads="1"/>
            </p:cNvSpPr>
            <p:nvPr/>
          </p:nvSpPr>
          <p:spPr bwMode="gray">
            <a:xfrm>
              <a:off x="3383" y="2375"/>
              <a:ext cx="529" cy="1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1303" tIns="30650" rIns="61303" bIns="30650"/>
            <a:lstStyle>
              <a:lvl1pPr defTabSz="950913">
                <a:defRPr>
                  <a:solidFill>
                    <a:schemeClr val="tx1"/>
                  </a:solidFill>
                  <a:latin typeface="Arial" panose="020B0604020202020204" pitchFamily="34" charset="0"/>
                  <a:cs typeface="Arial" panose="020B0604020202020204" pitchFamily="34" charset="0"/>
                </a:defRPr>
              </a:lvl1pPr>
              <a:lvl2pPr marL="779463" indent="-361950" defTabSz="950913">
                <a:defRPr>
                  <a:solidFill>
                    <a:schemeClr val="tx1"/>
                  </a:solidFill>
                  <a:latin typeface="Arial" panose="020B0604020202020204" pitchFamily="34" charset="0"/>
                  <a:cs typeface="Arial" panose="020B0604020202020204" pitchFamily="34" charset="0"/>
                </a:defRPr>
              </a:lvl2pPr>
              <a:lvl3pPr marL="1320800" indent="-422275" defTabSz="950913">
                <a:defRPr>
                  <a:solidFill>
                    <a:schemeClr val="tx1"/>
                  </a:solidFill>
                  <a:latin typeface="Arial" panose="020B0604020202020204" pitchFamily="34" charset="0"/>
                  <a:cs typeface="Arial" panose="020B0604020202020204" pitchFamily="34" charset="0"/>
                </a:defRPr>
              </a:lvl3pPr>
              <a:lvl4pPr marL="1782763" indent="-342900" defTabSz="950913">
                <a:defRPr>
                  <a:solidFill>
                    <a:schemeClr val="tx1"/>
                  </a:solidFill>
                  <a:latin typeface="Arial" panose="020B0604020202020204" pitchFamily="34" charset="0"/>
                  <a:cs typeface="Arial" panose="020B0604020202020204" pitchFamily="34" charset="0"/>
                </a:defRPr>
              </a:lvl4pPr>
              <a:lvl5pPr marL="2252663" indent="-350838" defTabSz="950913">
                <a:defRPr>
                  <a:solidFill>
                    <a:schemeClr val="tx1"/>
                  </a:solidFill>
                  <a:latin typeface="Arial" panose="020B0604020202020204" pitchFamily="34" charset="0"/>
                  <a:cs typeface="Arial" panose="020B0604020202020204" pitchFamily="34" charset="0"/>
                </a:defRPr>
              </a:lvl5pPr>
              <a:lvl6pPr marL="27098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31670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6242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4081463" indent="-350838" defTabSz="95091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20000"/>
                </a:spcBef>
                <a:buClr>
                  <a:schemeClr val="accent1"/>
                </a:buClr>
                <a:buFont typeface="Wingdings" pitchFamily="2" charset="2"/>
                <a:buNone/>
              </a:pPr>
              <a:r>
                <a:rPr lang="en-US" altLang="ko-KR" sz="1200" b="1">
                  <a:solidFill>
                    <a:srgbClr val="000000"/>
                  </a:solidFill>
                  <a:ea typeface="굴림" panose="020B0600000101010101" pitchFamily="34" charset="-127"/>
                </a:rPr>
                <a:t>Launch!</a:t>
              </a: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Freeform 4">
            <a:extLst>
              <a:ext uri="{FF2B5EF4-FFF2-40B4-BE49-F238E27FC236}">
                <a16:creationId xmlns:a16="http://schemas.microsoft.com/office/drawing/2014/main" id="{DB419EA2-B626-CB01-19F9-E1F14247629A}"/>
              </a:ext>
            </a:extLst>
          </p:cNvPr>
          <p:cNvSpPr>
            <a:spLocks/>
          </p:cNvSpPr>
          <p:nvPr/>
        </p:nvSpPr>
        <p:spPr bwMode="auto">
          <a:xfrm>
            <a:off x="6630988" y="2117725"/>
            <a:ext cx="282575" cy="2955925"/>
          </a:xfrm>
          <a:custGeom>
            <a:avLst/>
            <a:gdLst>
              <a:gd name="T0" fmla="*/ 2147483646 w 193"/>
              <a:gd name="T1" fmla="*/ 0 h 1862"/>
              <a:gd name="T2" fmla="*/ 0 w 193"/>
              <a:gd name="T3" fmla="*/ 0 h 1862"/>
              <a:gd name="T4" fmla="*/ 0 w 193"/>
              <a:gd name="T5" fmla="*/ 2147483646 h 1862"/>
              <a:gd name="T6" fmla="*/ 2147483646 w 193"/>
              <a:gd name="T7" fmla="*/ 2147483646 h 186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3" h="1862">
                <a:moveTo>
                  <a:pt x="192" y="0"/>
                </a:moveTo>
                <a:lnTo>
                  <a:pt x="0" y="0"/>
                </a:lnTo>
                <a:lnTo>
                  <a:pt x="0" y="1861"/>
                </a:lnTo>
                <a:lnTo>
                  <a:pt x="192" y="1861"/>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82946" name="Line 5">
            <a:extLst>
              <a:ext uri="{FF2B5EF4-FFF2-40B4-BE49-F238E27FC236}">
                <a16:creationId xmlns:a16="http://schemas.microsoft.com/office/drawing/2014/main" id="{C557D009-B794-6214-C6E9-FD2CF98D1E29}"/>
              </a:ext>
            </a:extLst>
          </p:cNvPr>
          <p:cNvSpPr>
            <a:spLocks noChangeShapeType="1"/>
          </p:cNvSpPr>
          <p:nvPr/>
        </p:nvSpPr>
        <p:spPr bwMode="auto">
          <a:xfrm>
            <a:off x="6273800" y="3644900"/>
            <a:ext cx="330200"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82947" name="AutoShape 6">
            <a:extLst>
              <a:ext uri="{FF2B5EF4-FFF2-40B4-BE49-F238E27FC236}">
                <a16:creationId xmlns:a16="http://schemas.microsoft.com/office/drawing/2014/main" id="{FB8685BE-50BA-A2DC-EA97-07F6E9EEB617}"/>
              </a:ext>
            </a:extLst>
          </p:cNvPr>
          <p:cNvSpPr>
            <a:spLocks noChangeArrowheads="1"/>
          </p:cNvSpPr>
          <p:nvPr/>
        </p:nvSpPr>
        <p:spPr bwMode="auto">
          <a:xfrm>
            <a:off x="4954588" y="3128963"/>
            <a:ext cx="1452562" cy="1036637"/>
          </a:xfrm>
          <a:prstGeom prst="rightArrow">
            <a:avLst>
              <a:gd name="adj1" fmla="val 75000"/>
              <a:gd name="adj2" fmla="val 17788"/>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2948" name="AutoShape 7">
            <a:extLst>
              <a:ext uri="{FF2B5EF4-FFF2-40B4-BE49-F238E27FC236}">
                <a16:creationId xmlns:a16="http://schemas.microsoft.com/office/drawing/2014/main" id="{CBB32B47-6EFA-A580-3D37-86AED8DC5E5C}"/>
              </a:ext>
            </a:extLst>
          </p:cNvPr>
          <p:cNvSpPr>
            <a:spLocks noChangeArrowheads="1"/>
          </p:cNvSpPr>
          <p:nvPr/>
        </p:nvSpPr>
        <p:spPr bwMode="auto">
          <a:xfrm>
            <a:off x="1868488" y="2644775"/>
            <a:ext cx="1620837" cy="2006600"/>
          </a:xfrm>
          <a:prstGeom prst="rightArrow">
            <a:avLst>
              <a:gd name="adj1" fmla="val 75000"/>
              <a:gd name="adj2" fmla="val 19796"/>
            </a:avLst>
          </a:prstGeom>
          <a:solidFill>
            <a:schemeClr val="accent3">
              <a:lumMod val="75000"/>
            </a:schemeClr>
          </a:solidFill>
          <a:ln w="12699">
            <a:solidFill>
              <a:schemeClr val="tx1"/>
            </a:solidFill>
            <a:miter lim="800000"/>
            <a:headEnd/>
            <a:tailEnd/>
          </a:ln>
          <a:effectLst/>
        </p:spPr>
        <p:txBody>
          <a:bodyPr lIns="98412" tIns="49205" rIns="98412" bIns="49205" anchor="ctr"/>
          <a:lstStyle>
            <a:lvl1pPr marL="207963" indent="-207963" defTabSz="906463">
              <a:defRPr>
                <a:solidFill>
                  <a:schemeClr val="tx1"/>
                </a:solidFill>
                <a:latin typeface="Arial" panose="020B0604020202020204" pitchFamily="34" charset="0"/>
                <a:cs typeface="Arial" panose="020B0604020202020204" pitchFamily="34" charset="0"/>
              </a:defRPr>
            </a:lvl1pPr>
            <a:lvl2pPr marL="481013" indent="-158750" defTabSz="906463">
              <a:defRPr>
                <a:solidFill>
                  <a:schemeClr val="tx1"/>
                </a:solidFill>
                <a:latin typeface="Arial" panose="020B0604020202020204" pitchFamily="34" charset="0"/>
                <a:cs typeface="Arial" panose="020B0604020202020204" pitchFamily="34" charset="0"/>
              </a:defRPr>
            </a:lvl2pPr>
            <a:lvl3pPr marL="727075" indent="-131763" defTabSz="906463">
              <a:defRPr>
                <a:solidFill>
                  <a:schemeClr val="tx1"/>
                </a:solidFill>
                <a:latin typeface="Arial" panose="020B0604020202020204" pitchFamily="34" charset="0"/>
                <a:cs typeface="Arial" panose="020B0604020202020204" pitchFamily="34" charset="0"/>
              </a:defRPr>
            </a:lvl3pPr>
            <a:lvl4pPr marL="1600200" indent="-228600" defTabSz="906463">
              <a:defRPr>
                <a:solidFill>
                  <a:schemeClr val="tx1"/>
                </a:solidFill>
                <a:latin typeface="Arial" panose="020B0604020202020204" pitchFamily="34" charset="0"/>
                <a:cs typeface="Arial" panose="020B0604020202020204" pitchFamily="34" charset="0"/>
              </a:defRPr>
            </a:lvl4pPr>
            <a:lvl5pPr marL="2057400" indent="-228600" defTabSz="906463">
              <a:defRPr>
                <a:solidFill>
                  <a:schemeClr val="tx1"/>
                </a:solidFill>
                <a:latin typeface="Arial" panose="020B0604020202020204" pitchFamily="34" charset="0"/>
                <a:cs typeface="Arial" panose="020B0604020202020204" pitchFamily="34" charset="0"/>
              </a:defRPr>
            </a:lvl5pPr>
            <a:lvl6pPr marL="25146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a:ea typeface="굴림" panose="020B0600000101010101" pitchFamily="34" charset="-127"/>
              </a:rPr>
              <a:t>Insert text</a:t>
            </a:r>
          </a:p>
        </p:txBody>
      </p:sp>
      <p:sp>
        <p:nvSpPr>
          <p:cNvPr id="82949" name="Oval 8">
            <a:extLst>
              <a:ext uri="{FF2B5EF4-FFF2-40B4-BE49-F238E27FC236}">
                <a16:creationId xmlns:a16="http://schemas.microsoft.com/office/drawing/2014/main" id="{FA28677C-BD27-9CFA-A1D1-3736589A081E}"/>
              </a:ext>
            </a:extLst>
          </p:cNvPr>
          <p:cNvSpPr>
            <a:spLocks noChangeArrowheads="1"/>
          </p:cNvSpPr>
          <p:nvPr/>
        </p:nvSpPr>
        <p:spPr bwMode="auto">
          <a:xfrm>
            <a:off x="3511550" y="2768600"/>
            <a:ext cx="1620838" cy="1755775"/>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8412" tIns="49205" rIns="98412" bIns="49205" anchor="ctr"/>
          <a:lstStyle>
            <a:lvl1pPr marL="207963" indent="-207963" defTabSz="906463">
              <a:defRPr>
                <a:solidFill>
                  <a:schemeClr val="tx1"/>
                </a:solidFill>
                <a:latin typeface="Arial" panose="020B0604020202020204" pitchFamily="34" charset="0"/>
                <a:cs typeface="Arial" panose="020B0604020202020204" pitchFamily="34" charset="0"/>
              </a:defRPr>
            </a:lvl1pPr>
            <a:lvl2pPr marL="481013" indent="-158750" defTabSz="906463">
              <a:defRPr>
                <a:solidFill>
                  <a:schemeClr val="tx1"/>
                </a:solidFill>
                <a:latin typeface="Arial" panose="020B0604020202020204" pitchFamily="34" charset="0"/>
                <a:cs typeface="Arial" panose="020B0604020202020204" pitchFamily="34" charset="0"/>
              </a:defRPr>
            </a:lvl2pPr>
            <a:lvl3pPr marL="727075" indent="-131763" defTabSz="906463">
              <a:defRPr>
                <a:solidFill>
                  <a:schemeClr val="tx1"/>
                </a:solidFill>
                <a:latin typeface="Arial" panose="020B0604020202020204" pitchFamily="34" charset="0"/>
                <a:cs typeface="Arial" panose="020B0604020202020204" pitchFamily="34" charset="0"/>
              </a:defRPr>
            </a:lvl3pPr>
            <a:lvl4pPr marL="1600200" indent="-228600" defTabSz="906463">
              <a:defRPr>
                <a:solidFill>
                  <a:schemeClr val="tx1"/>
                </a:solidFill>
                <a:latin typeface="Arial" panose="020B0604020202020204" pitchFamily="34" charset="0"/>
                <a:cs typeface="Arial" panose="020B0604020202020204" pitchFamily="34" charset="0"/>
              </a:defRPr>
            </a:lvl4pPr>
            <a:lvl5pPr marL="2057400" indent="-228600" defTabSz="906463">
              <a:defRPr>
                <a:solidFill>
                  <a:schemeClr val="tx1"/>
                </a:solidFill>
                <a:latin typeface="Arial" panose="020B0604020202020204" pitchFamily="34" charset="0"/>
                <a:cs typeface="Arial" panose="020B0604020202020204" pitchFamily="34" charset="0"/>
              </a:defRPr>
            </a:lvl5pPr>
            <a:lvl6pPr marL="25146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82950" name="AutoShape 9">
            <a:extLst>
              <a:ext uri="{FF2B5EF4-FFF2-40B4-BE49-F238E27FC236}">
                <a16:creationId xmlns:a16="http://schemas.microsoft.com/office/drawing/2014/main" id="{91BE7799-462D-81BA-65FF-A8765C85D2ED}"/>
              </a:ext>
            </a:extLst>
          </p:cNvPr>
          <p:cNvSpPr>
            <a:spLocks noChangeArrowheads="1"/>
          </p:cNvSpPr>
          <p:nvPr/>
        </p:nvSpPr>
        <p:spPr bwMode="auto">
          <a:xfrm>
            <a:off x="6869113" y="1827213"/>
            <a:ext cx="688975" cy="563562"/>
          </a:xfrm>
          <a:prstGeom prst="rightArrow">
            <a:avLst>
              <a:gd name="adj1" fmla="val 75000"/>
              <a:gd name="adj2" fmla="val 21559"/>
            </a:avLst>
          </a:prstGeom>
          <a:solidFill>
            <a:schemeClr val="accent3">
              <a:lumMod val="75000"/>
            </a:schemeClr>
          </a:solidFill>
          <a:ln w="12699">
            <a:solidFill>
              <a:schemeClr val="tx1"/>
            </a:solidFill>
            <a:miter lim="800000"/>
            <a:headEnd/>
            <a:tailEnd/>
          </a:ln>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2951" name="AutoShape 10">
            <a:extLst>
              <a:ext uri="{FF2B5EF4-FFF2-40B4-BE49-F238E27FC236}">
                <a16:creationId xmlns:a16="http://schemas.microsoft.com/office/drawing/2014/main" id="{28E2A40A-BC0C-ED2F-873A-ED5F3273875C}"/>
              </a:ext>
            </a:extLst>
          </p:cNvPr>
          <p:cNvSpPr>
            <a:spLocks noChangeArrowheads="1"/>
          </p:cNvSpPr>
          <p:nvPr/>
        </p:nvSpPr>
        <p:spPr bwMode="auto">
          <a:xfrm>
            <a:off x="6869113" y="4784725"/>
            <a:ext cx="676275" cy="563563"/>
          </a:xfrm>
          <a:prstGeom prst="rightArrow">
            <a:avLst>
              <a:gd name="adj1" fmla="val 75000"/>
              <a:gd name="adj2" fmla="val 21161"/>
            </a:avLst>
          </a:prstGeom>
          <a:solidFill>
            <a:schemeClr val="accent3">
              <a:lumMod val="75000"/>
            </a:schemeClr>
          </a:solidFill>
          <a:ln w="12699">
            <a:solidFill>
              <a:schemeClr val="tx1"/>
            </a:solidFill>
            <a:miter lim="800000"/>
            <a:headEnd/>
            <a:tailEnd/>
          </a:ln>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2952" name="Rectangle 11">
            <a:extLst>
              <a:ext uri="{FF2B5EF4-FFF2-40B4-BE49-F238E27FC236}">
                <a16:creationId xmlns:a16="http://schemas.microsoft.com/office/drawing/2014/main" id="{485AF2D9-A917-6A1E-0428-6293EFDAE93E}"/>
              </a:ext>
            </a:extLst>
          </p:cNvPr>
          <p:cNvSpPr>
            <a:spLocks noChangeArrowheads="1"/>
          </p:cNvSpPr>
          <p:nvPr/>
        </p:nvSpPr>
        <p:spPr bwMode="auto">
          <a:xfrm>
            <a:off x="5246688" y="3505200"/>
            <a:ext cx="866775" cy="28098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8412" tIns="49205" rIns="98412" bIns="49205">
            <a:spAutoFit/>
          </a:bodyPr>
          <a:lstStyle>
            <a:lvl1pPr defTabSz="906463">
              <a:defRPr>
                <a:solidFill>
                  <a:schemeClr val="tx1"/>
                </a:solidFill>
                <a:latin typeface="Arial" panose="020B0604020202020204" pitchFamily="34" charset="0"/>
                <a:cs typeface="Arial" panose="020B0604020202020204" pitchFamily="34" charset="0"/>
              </a:defRPr>
            </a:lvl1pPr>
            <a:lvl2pPr marL="742950" indent="-285750" defTabSz="906463">
              <a:defRPr>
                <a:solidFill>
                  <a:schemeClr val="tx1"/>
                </a:solidFill>
                <a:latin typeface="Arial" panose="020B0604020202020204" pitchFamily="34" charset="0"/>
                <a:cs typeface="Arial" panose="020B0604020202020204" pitchFamily="34" charset="0"/>
              </a:defRPr>
            </a:lvl2pPr>
            <a:lvl3pPr marL="1143000" indent="-228600" defTabSz="906463">
              <a:defRPr>
                <a:solidFill>
                  <a:schemeClr val="tx1"/>
                </a:solidFill>
                <a:latin typeface="Arial" panose="020B0604020202020204" pitchFamily="34" charset="0"/>
                <a:cs typeface="Arial" panose="020B0604020202020204" pitchFamily="34" charset="0"/>
              </a:defRPr>
            </a:lvl3pPr>
            <a:lvl4pPr marL="1600200" indent="-228600" defTabSz="906463">
              <a:defRPr>
                <a:solidFill>
                  <a:schemeClr val="tx1"/>
                </a:solidFill>
                <a:latin typeface="Arial" panose="020B0604020202020204" pitchFamily="34" charset="0"/>
                <a:cs typeface="Arial" panose="020B0604020202020204" pitchFamily="34" charset="0"/>
              </a:defRPr>
            </a:lvl4pPr>
            <a:lvl5pPr marL="2057400" indent="-228600" defTabSz="906463">
              <a:defRPr>
                <a:solidFill>
                  <a:schemeClr val="tx1"/>
                </a:solidFill>
                <a:latin typeface="Arial" panose="020B0604020202020204" pitchFamily="34" charset="0"/>
                <a:cs typeface="Arial" panose="020B0604020202020204" pitchFamily="34" charset="0"/>
              </a:defRPr>
            </a:lvl5pPr>
            <a:lvl6pPr marL="25146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906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kumimoji="1" lang="en-US" altLang="ko-KR" sz="1200">
                <a:ea typeface="굴림" panose="020B0600000101010101" pitchFamily="34" charset="-127"/>
              </a:rPr>
              <a:t>Insert text</a:t>
            </a:r>
          </a:p>
        </p:txBody>
      </p:sp>
      <p:grpSp>
        <p:nvGrpSpPr>
          <p:cNvPr id="82953" name="Group 20">
            <a:extLst>
              <a:ext uri="{FF2B5EF4-FFF2-40B4-BE49-F238E27FC236}">
                <a16:creationId xmlns:a16="http://schemas.microsoft.com/office/drawing/2014/main" id="{7CB20F66-2FEA-F2F4-3BB6-FE2B0F94240B}"/>
              </a:ext>
            </a:extLst>
          </p:cNvPr>
          <p:cNvGrpSpPr>
            <a:grpSpLocks/>
          </p:cNvGrpSpPr>
          <p:nvPr/>
        </p:nvGrpSpPr>
        <p:grpSpPr bwMode="auto">
          <a:xfrm>
            <a:off x="6788150" y="466725"/>
            <a:ext cx="2014538" cy="676275"/>
            <a:chOff x="4632" y="196"/>
            <a:chExt cx="1375" cy="426"/>
          </a:xfrm>
        </p:grpSpPr>
        <p:sp>
          <p:nvSpPr>
            <p:cNvPr id="82954" name="Rectangle 21">
              <a:extLst>
                <a:ext uri="{FF2B5EF4-FFF2-40B4-BE49-F238E27FC236}">
                  <a16:creationId xmlns:a16="http://schemas.microsoft.com/office/drawing/2014/main" id="{0929670C-9E34-A2A6-BA15-984220E70FC4}"/>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82955" name="Group 22">
              <a:extLst>
                <a:ext uri="{FF2B5EF4-FFF2-40B4-BE49-F238E27FC236}">
                  <a16:creationId xmlns:a16="http://schemas.microsoft.com/office/drawing/2014/main" id="{DA636D04-10D4-7627-F985-FFA880128243}"/>
                </a:ext>
              </a:extLst>
            </p:cNvPr>
            <p:cNvGrpSpPr>
              <a:grpSpLocks/>
            </p:cNvGrpSpPr>
            <p:nvPr/>
          </p:nvGrpSpPr>
          <p:grpSpPr bwMode="auto">
            <a:xfrm>
              <a:off x="5507" y="196"/>
              <a:ext cx="500" cy="426"/>
              <a:chOff x="5507" y="196"/>
              <a:chExt cx="500" cy="426"/>
            </a:xfrm>
          </p:grpSpPr>
          <p:sp>
            <p:nvSpPr>
              <p:cNvPr id="82956" name="Rectangle 23">
                <a:extLst>
                  <a:ext uri="{FF2B5EF4-FFF2-40B4-BE49-F238E27FC236}">
                    <a16:creationId xmlns:a16="http://schemas.microsoft.com/office/drawing/2014/main" id="{A598025B-2C11-0E37-4A68-4F38F47A5761}"/>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82957" name="Group 24">
                <a:extLst>
                  <a:ext uri="{FF2B5EF4-FFF2-40B4-BE49-F238E27FC236}">
                    <a16:creationId xmlns:a16="http://schemas.microsoft.com/office/drawing/2014/main" id="{CF886F8F-7044-A93B-8168-321ADADC0047}"/>
                  </a:ext>
                </a:extLst>
              </p:cNvPr>
              <p:cNvGrpSpPr>
                <a:grpSpLocks/>
              </p:cNvGrpSpPr>
              <p:nvPr/>
            </p:nvGrpSpPr>
            <p:grpSpPr bwMode="auto">
              <a:xfrm>
                <a:off x="5547" y="298"/>
                <a:ext cx="423" cy="72"/>
                <a:chOff x="5547" y="298"/>
                <a:chExt cx="423" cy="72"/>
              </a:xfrm>
            </p:grpSpPr>
            <p:sp>
              <p:nvSpPr>
                <p:cNvPr id="82958" name="AutoShape 25">
                  <a:extLst>
                    <a:ext uri="{FF2B5EF4-FFF2-40B4-BE49-F238E27FC236}">
                      <a16:creationId xmlns:a16="http://schemas.microsoft.com/office/drawing/2014/main" id="{EC49628C-8274-61CF-85BF-D7E642021D4C}"/>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2959" name="AutoShape 26">
                  <a:extLst>
                    <a:ext uri="{FF2B5EF4-FFF2-40B4-BE49-F238E27FC236}">
                      <a16:creationId xmlns:a16="http://schemas.microsoft.com/office/drawing/2014/main" id="{50792A19-83C3-4064-9496-E30186C31CFB}"/>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2960" name="AutoShape 27">
                  <a:extLst>
                    <a:ext uri="{FF2B5EF4-FFF2-40B4-BE49-F238E27FC236}">
                      <a16:creationId xmlns:a16="http://schemas.microsoft.com/office/drawing/2014/main" id="{6F6601D0-2231-B3B6-91D0-2C16514C105C}"/>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3" name="Oval 2">
            <a:extLst>
              <a:ext uri="{FF2B5EF4-FFF2-40B4-BE49-F238E27FC236}">
                <a16:creationId xmlns:a16="http://schemas.microsoft.com/office/drawing/2014/main" id="{EBC267F1-FB8D-88E9-8E8B-E9C8105060AA}"/>
              </a:ext>
            </a:extLst>
          </p:cNvPr>
          <p:cNvSpPr>
            <a:spLocks noChangeArrowheads="1"/>
          </p:cNvSpPr>
          <p:nvPr/>
        </p:nvSpPr>
        <p:spPr bwMode="auto">
          <a:xfrm>
            <a:off x="2190750" y="2417763"/>
            <a:ext cx="4587875" cy="1755775"/>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4994" name="AutoShape 3">
            <a:extLst>
              <a:ext uri="{FF2B5EF4-FFF2-40B4-BE49-F238E27FC236}">
                <a16:creationId xmlns:a16="http://schemas.microsoft.com/office/drawing/2014/main" id="{A56D54FE-3EDD-C098-2892-5A08641A4FBB}"/>
              </a:ext>
            </a:extLst>
          </p:cNvPr>
          <p:cNvSpPr>
            <a:spLocks noChangeArrowheads="1"/>
          </p:cNvSpPr>
          <p:nvPr/>
        </p:nvSpPr>
        <p:spPr bwMode="auto">
          <a:xfrm rot="-3720000">
            <a:off x="6283325" y="2641600"/>
            <a:ext cx="111125" cy="288925"/>
          </a:xfrm>
          <a:prstGeom prst="triangle">
            <a:avLst>
              <a:gd name="adj" fmla="val 49995"/>
            </a:avLst>
          </a:prstGeom>
          <a:solidFill>
            <a:schemeClr val="tx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4995" name="AutoShape 4">
            <a:extLst>
              <a:ext uri="{FF2B5EF4-FFF2-40B4-BE49-F238E27FC236}">
                <a16:creationId xmlns:a16="http://schemas.microsoft.com/office/drawing/2014/main" id="{EF925ECD-221C-7101-AE59-6305F8C7E115}"/>
              </a:ext>
            </a:extLst>
          </p:cNvPr>
          <p:cNvSpPr>
            <a:spLocks noChangeArrowheads="1"/>
          </p:cNvSpPr>
          <p:nvPr/>
        </p:nvSpPr>
        <p:spPr bwMode="auto">
          <a:xfrm rot="12540000" flipH="1">
            <a:off x="2203450" y="2940050"/>
            <a:ext cx="103188" cy="314325"/>
          </a:xfrm>
          <a:prstGeom prst="triangle">
            <a:avLst>
              <a:gd name="adj" fmla="val 49995"/>
            </a:avLst>
          </a:prstGeom>
          <a:solidFill>
            <a:schemeClr val="tx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4996" name="Rectangle 5">
            <a:extLst>
              <a:ext uri="{FF2B5EF4-FFF2-40B4-BE49-F238E27FC236}">
                <a16:creationId xmlns:a16="http://schemas.microsoft.com/office/drawing/2014/main" id="{A6A64D4E-0A28-23F5-FA02-F7ADDC66AEAB}"/>
              </a:ext>
            </a:extLst>
          </p:cNvPr>
          <p:cNvSpPr>
            <a:spLocks noChangeArrowheads="1"/>
          </p:cNvSpPr>
          <p:nvPr/>
        </p:nvSpPr>
        <p:spPr bwMode="auto">
          <a:xfrm>
            <a:off x="3419475" y="2138363"/>
            <a:ext cx="1995488" cy="649287"/>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5237" tIns="47619" rIns="95237" bIns="47619" anchor="ctr"/>
          <a:lstStyle>
            <a:lvl1pPr marL="273050" indent="-273050" defTabSz="1558925">
              <a:defRPr>
                <a:solidFill>
                  <a:schemeClr val="tx1"/>
                </a:solidFill>
                <a:latin typeface="Arial" panose="020B0604020202020204" pitchFamily="34" charset="0"/>
                <a:cs typeface="Arial" panose="020B0604020202020204" pitchFamily="34" charset="0"/>
              </a:defRPr>
            </a:lvl1pPr>
            <a:lvl2pPr marL="630238" indent="-242888" defTabSz="1558925">
              <a:defRPr>
                <a:solidFill>
                  <a:schemeClr val="tx1"/>
                </a:solidFill>
                <a:latin typeface="Arial" panose="020B0604020202020204" pitchFamily="34" charset="0"/>
                <a:cs typeface="Arial" panose="020B0604020202020204" pitchFamily="34" charset="0"/>
              </a:defRPr>
            </a:lvl2pPr>
            <a:lvl3pPr marL="950913" indent="-206375" defTabSz="1558925">
              <a:defRPr>
                <a:solidFill>
                  <a:schemeClr val="tx1"/>
                </a:solidFill>
                <a:latin typeface="Arial" panose="020B0604020202020204" pitchFamily="34" charset="0"/>
                <a:cs typeface="Arial" panose="020B0604020202020204" pitchFamily="34" charset="0"/>
              </a:defRPr>
            </a:lvl3pPr>
            <a:lvl4pPr marL="1600200" indent="-228600" defTabSz="1558925">
              <a:defRPr>
                <a:solidFill>
                  <a:schemeClr val="tx1"/>
                </a:solidFill>
                <a:latin typeface="Arial" panose="020B0604020202020204" pitchFamily="34" charset="0"/>
                <a:cs typeface="Arial" panose="020B0604020202020204" pitchFamily="34" charset="0"/>
              </a:defRPr>
            </a:lvl4pPr>
            <a:lvl5pPr marL="2057400" indent="-228600" defTabSz="1558925">
              <a:defRPr>
                <a:solidFill>
                  <a:schemeClr val="tx1"/>
                </a:solidFill>
                <a:latin typeface="Arial" panose="020B0604020202020204" pitchFamily="34" charset="0"/>
                <a:cs typeface="Arial" panose="020B0604020202020204" pitchFamily="34" charset="0"/>
              </a:defRPr>
            </a:lvl5pPr>
            <a:lvl6pPr marL="25146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Text</a:t>
            </a:r>
          </a:p>
        </p:txBody>
      </p:sp>
      <p:sp>
        <p:nvSpPr>
          <p:cNvPr id="84997" name="AutoShape 6">
            <a:extLst>
              <a:ext uri="{FF2B5EF4-FFF2-40B4-BE49-F238E27FC236}">
                <a16:creationId xmlns:a16="http://schemas.microsoft.com/office/drawing/2014/main" id="{3D7D663B-E52B-9766-EBA8-7AD6DBD059CF}"/>
              </a:ext>
            </a:extLst>
          </p:cNvPr>
          <p:cNvSpPr>
            <a:spLocks noChangeArrowheads="1"/>
          </p:cNvSpPr>
          <p:nvPr/>
        </p:nvSpPr>
        <p:spPr bwMode="auto">
          <a:xfrm>
            <a:off x="5111750" y="3271838"/>
            <a:ext cx="2435225" cy="730250"/>
          </a:xfrm>
          <a:prstGeom prst="homePlate">
            <a:avLst>
              <a:gd name="adj" fmla="val 60289"/>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5237" tIns="47619" rIns="95237" bIns="47619" anchor="ctr"/>
          <a:lstStyle>
            <a:lvl1pPr marL="273050" indent="-273050" defTabSz="1558925">
              <a:defRPr>
                <a:solidFill>
                  <a:schemeClr val="tx1"/>
                </a:solidFill>
                <a:latin typeface="Arial" panose="020B0604020202020204" pitchFamily="34" charset="0"/>
                <a:cs typeface="Arial" panose="020B0604020202020204" pitchFamily="34" charset="0"/>
              </a:defRPr>
            </a:lvl1pPr>
            <a:lvl2pPr marL="630238" indent="-242888" defTabSz="1558925">
              <a:defRPr>
                <a:solidFill>
                  <a:schemeClr val="tx1"/>
                </a:solidFill>
                <a:latin typeface="Arial" panose="020B0604020202020204" pitchFamily="34" charset="0"/>
                <a:cs typeface="Arial" panose="020B0604020202020204" pitchFamily="34" charset="0"/>
              </a:defRPr>
            </a:lvl2pPr>
            <a:lvl3pPr marL="950913" indent="-206375" defTabSz="1558925">
              <a:defRPr>
                <a:solidFill>
                  <a:schemeClr val="tx1"/>
                </a:solidFill>
                <a:latin typeface="Arial" panose="020B0604020202020204" pitchFamily="34" charset="0"/>
                <a:cs typeface="Arial" panose="020B0604020202020204" pitchFamily="34" charset="0"/>
              </a:defRPr>
            </a:lvl3pPr>
            <a:lvl4pPr marL="1600200" indent="-228600" defTabSz="1558925">
              <a:defRPr>
                <a:solidFill>
                  <a:schemeClr val="tx1"/>
                </a:solidFill>
                <a:latin typeface="Arial" panose="020B0604020202020204" pitchFamily="34" charset="0"/>
                <a:cs typeface="Arial" panose="020B0604020202020204" pitchFamily="34" charset="0"/>
              </a:defRPr>
            </a:lvl4pPr>
            <a:lvl5pPr marL="2057400" indent="-228600" defTabSz="1558925">
              <a:defRPr>
                <a:solidFill>
                  <a:schemeClr val="tx1"/>
                </a:solidFill>
                <a:latin typeface="Arial" panose="020B0604020202020204" pitchFamily="34" charset="0"/>
                <a:cs typeface="Arial" panose="020B0604020202020204" pitchFamily="34" charset="0"/>
              </a:defRPr>
            </a:lvl5pPr>
            <a:lvl6pPr marL="25146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Text</a:t>
            </a:r>
          </a:p>
        </p:txBody>
      </p:sp>
      <p:sp>
        <p:nvSpPr>
          <p:cNvPr id="84998" name="AutoShape 7">
            <a:extLst>
              <a:ext uri="{FF2B5EF4-FFF2-40B4-BE49-F238E27FC236}">
                <a16:creationId xmlns:a16="http://schemas.microsoft.com/office/drawing/2014/main" id="{B748F985-CB78-B75D-E0B2-5177C57856F9}"/>
              </a:ext>
            </a:extLst>
          </p:cNvPr>
          <p:cNvSpPr>
            <a:spLocks noChangeArrowheads="1"/>
          </p:cNvSpPr>
          <p:nvPr/>
        </p:nvSpPr>
        <p:spPr bwMode="auto">
          <a:xfrm>
            <a:off x="3416300" y="3627438"/>
            <a:ext cx="2346325" cy="727075"/>
          </a:xfrm>
          <a:prstGeom prst="homePlate">
            <a:avLst>
              <a:gd name="adj" fmla="val 59716"/>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5237" tIns="47619" rIns="95237" bIns="47619" anchor="ctr"/>
          <a:lstStyle>
            <a:lvl1pPr marL="273050" indent="-273050" defTabSz="1558925">
              <a:defRPr>
                <a:solidFill>
                  <a:schemeClr val="tx1"/>
                </a:solidFill>
                <a:latin typeface="Arial" panose="020B0604020202020204" pitchFamily="34" charset="0"/>
                <a:cs typeface="Arial" panose="020B0604020202020204" pitchFamily="34" charset="0"/>
              </a:defRPr>
            </a:lvl1pPr>
            <a:lvl2pPr marL="630238" indent="-242888" defTabSz="1558925">
              <a:defRPr>
                <a:solidFill>
                  <a:schemeClr val="tx1"/>
                </a:solidFill>
                <a:latin typeface="Arial" panose="020B0604020202020204" pitchFamily="34" charset="0"/>
                <a:cs typeface="Arial" panose="020B0604020202020204" pitchFamily="34" charset="0"/>
              </a:defRPr>
            </a:lvl2pPr>
            <a:lvl3pPr marL="950913" indent="-206375" defTabSz="1558925">
              <a:defRPr>
                <a:solidFill>
                  <a:schemeClr val="tx1"/>
                </a:solidFill>
                <a:latin typeface="Arial" panose="020B0604020202020204" pitchFamily="34" charset="0"/>
                <a:cs typeface="Arial" panose="020B0604020202020204" pitchFamily="34" charset="0"/>
              </a:defRPr>
            </a:lvl3pPr>
            <a:lvl4pPr marL="1600200" indent="-228600" defTabSz="1558925">
              <a:defRPr>
                <a:solidFill>
                  <a:schemeClr val="tx1"/>
                </a:solidFill>
                <a:latin typeface="Arial" panose="020B0604020202020204" pitchFamily="34" charset="0"/>
                <a:cs typeface="Arial" panose="020B0604020202020204" pitchFamily="34" charset="0"/>
              </a:defRPr>
            </a:lvl4pPr>
            <a:lvl5pPr marL="2057400" indent="-228600" defTabSz="1558925">
              <a:defRPr>
                <a:solidFill>
                  <a:schemeClr val="tx1"/>
                </a:solidFill>
                <a:latin typeface="Arial" panose="020B0604020202020204" pitchFamily="34" charset="0"/>
                <a:cs typeface="Arial" panose="020B0604020202020204" pitchFamily="34" charset="0"/>
              </a:defRPr>
            </a:lvl5pPr>
            <a:lvl6pPr marL="25146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Text</a:t>
            </a:r>
          </a:p>
        </p:txBody>
      </p:sp>
      <p:sp>
        <p:nvSpPr>
          <p:cNvPr id="84999" name="AutoShape 8">
            <a:extLst>
              <a:ext uri="{FF2B5EF4-FFF2-40B4-BE49-F238E27FC236}">
                <a16:creationId xmlns:a16="http://schemas.microsoft.com/office/drawing/2014/main" id="{BBE0167E-235D-006D-578B-7186A2CECE5D}"/>
              </a:ext>
            </a:extLst>
          </p:cNvPr>
          <p:cNvSpPr>
            <a:spLocks noChangeArrowheads="1"/>
          </p:cNvSpPr>
          <p:nvPr/>
        </p:nvSpPr>
        <p:spPr bwMode="auto">
          <a:xfrm>
            <a:off x="1771650" y="3981450"/>
            <a:ext cx="2306638" cy="728663"/>
          </a:xfrm>
          <a:prstGeom prst="homePlate">
            <a:avLst>
              <a:gd name="adj" fmla="val 53624"/>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5237" tIns="47619" rIns="95237" bIns="47619" anchor="ctr"/>
          <a:lstStyle>
            <a:lvl1pPr marL="273050" indent="-273050" defTabSz="1558925">
              <a:defRPr>
                <a:solidFill>
                  <a:schemeClr val="tx1"/>
                </a:solidFill>
                <a:latin typeface="Arial" panose="020B0604020202020204" pitchFamily="34" charset="0"/>
                <a:cs typeface="Arial" panose="020B0604020202020204" pitchFamily="34" charset="0"/>
              </a:defRPr>
            </a:lvl1pPr>
            <a:lvl2pPr marL="630238" indent="-242888" defTabSz="1558925">
              <a:defRPr>
                <a:solidFill>
                  <a:schemeClr val="tx1"/>
                </a:solidFill>
                <a:latin typeface="Arial" panose="020B0604020202020204" pitchFamily="34" charset="0"/>
                <a:cs typeface="Arial" panose="020B0604020202020204" pitchFamily="34" charset="0"/>
              </a:defRPr>
            </a:lvl2pPr>
            <a:lvl3pPr marL="950913" indent="-206375" defTabSz="1558925">
              <a:defRPr>
                <a:solidFill>
                  <a:schemeClr val="tx1"/>
                </a:solidFill>
                <a:latin typeface="Arial" panose="020B0604020202020204" pitchFamily="34" charset="0"/>
                <a:cs typeface="Arial" panose="020B0604020202020204" pitchFamily="34" charset="0"/>
              </a:defRPr>
            </a:lvl3pPr>
            <a:lvl4pPr marL="1600200" indent="-228600" defTabSz="1558925">
              <a:defRPr>
                <a:solidFill>
                  <a:schemeClr val="tx1"/>
                </a:solidFill>
                <a:latin typeface="Arial" panose="020B0604020202020204" pitchFamily="34" charset="0"/>
                <a:cs typeface="Arial" panose="020B0604020202020204" pitchFamily="34" charset="0"/>
              </a:defRPr>
            </a:lvl4pPr>
            <a:lvl5pPr marL="2057400" indent="-228600" defTabSz="1558925">
              <a:defRPr>
                <a:solidFill>
                  <a:schemeClr val="tx1"/>
                </a:solidFill>
                <a:latin typeface="Arial" panose="020B0604020202020204" pitchFamily="34" charset="0"/>
                <a:cs typeface="Arial" panose="020B0604020202020204" pitchFamily="34" charset="0"/>
              </a:defRPr>
            </a:lvl5pPr>
            <a:lvl6pPr marL="25146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5892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Text</a:t>
            </a:r>
          </a:p>
        </p:txBody>
      </p:sp>
      <p:grpSp>
        <p:nvGrpSpPr>
          <p:cNvPr id="85000" name="Group 18">
            <a:extLst>
              <a:ext uri="{FF2B5EF4-FFF2-40B4-BE49-F238E27FC236}">
                <a16:creationId xmlns:a16="http://schemas.microsoft.com/office/drawing/2014/main" id="{C2DBD2F3-AB05-7573-3FBB-377901B11152}"/>
              </a:ext>
            </a:extLst>
          </p:cNvPr>
          <p:cNvGrpSpPr>
            <a:grpSpLocks/>
          </p:cNvGrpSpPr>
          <p:nvPr/>
        </p:nvGrpSpPr>
        <p:grpSpPr bwMode="auto">
          <a:xfrm>
            <a:off x="6788150" y="466725"/>
            <a:ext cx="2014538" cy="676275"/>
            <a:chOff x="4632" y="196"/>
            <a:chExt cx="1375" cy="426"/>
          </a:xfrm>
        </p:grpSpPr>
        <p:sp>
          <p:nvSpPr>
            <p:cNvPr id="85001" name="Rectangle 19">
              <a:extLst>
                <a:ext uri="{FF2B5EF4-FFF2-40B4-BE49-F238E27FC236}">
                  <a16:creationId xmlns:a16="http://schemas.microsoft.com/office/drawing/2014/main" id="{F35248E6-50DC-B11A-C065-1B82C60995CF}"/>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85002" name="Group 20">
              <a:extLst>
                <a:ext uri="{FF2B5EF4-FFF2-40B4-BE49-F238E27FC236}">
                  <a16:creationId xmlns:a16="http://schemas.microsoft.com/office/drawing/2014/main" id="{68CA46CE-64D0-4E47-F6EB-7421E6D2D5E1}"/>
                </a:ext>
              </a:extLst>
            </p:cNvPr>
            <p:cNvGrpSpPr>
              <a:grpSpLocks/>
            </p:cNvGrpSpPr>
            <p:nvPr/>
          </p:nvGrpSpPr>
          <p:grpSpPr bwMode="auto">
            <a:xfrm>
              <a:off x="5507" y="196"/>
              <a:ext cx="500" cy="426"/>
              <a:chOff x="5507" y="196"/>
              <a:chExt cx="500" cy="426"/>
            </a:xfrm>
          </p:grpSpPr>
          <p:sp>
            <p:nvSpPr>
              <p:cNvPr id="85003" name="Rectangle 21">
                <a:extLst>
                  <a:ext uri="{FF2B5EF4-FFF2-40B4-BE49-F238E27FC236}">
                    <a16:creationId xmlns:a16="http://schemas.microsoft.com/office/drawing/2014/main" id="{750BA6F5-AD91-50EC-11F3-C16F34BB9B47}"/>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85004" name="Group 22">
                <a:extLst>
                  <a:ext uri="{FF2B5EF4-FFF2-40B4-BE49-F238E27FC236}">
                    <a16:creationId xmlns:a16="http://schemas.microsoft.com/office/drawing/2014/main" id="{408DB48B-011F-A5E6-8029-58E7459CB40F}"/>
                  </a:ext>
                </a:extLst>
              </p:cNvPr>
              <p:cNvGrpSpPr>
                <a:grpSpLocks/>
              </p:cNvGrpSpPr>
              <p:nvPr/>
            </p:nvGrpSpPr>
            <p:grpSpPr bwMode="auto">
              <a:xfrm>
                <a:off x="5547" y="298"/>
                <a:ext cx="423" cy="72"/>
                <a:chOff x="5547" y="298"/>
                <a:chExt cx="423" cy="72"/>
              </a:xfrm>
            </p:grpSpPr>
            <p:sp>
              <p:nvSpPr>
                <p:cNvPr id="85005" name="AutoShape 23">
                  <a:extLst>
                    <a:ext uri="{FF2B5EF4-FFF2-40B4-BE49-F238E27FC236}">
                      <a16:creationId xmlns:a16="http://schemas.microsoft.com/office/drawing/2014/main" id="{55981786-3D2A-FF03-27FC-E6712BB58F77}"/>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5006" name="AutoShape 24">
                  <a:extLst>
                    <a:ext uri="{FF2B5EF4-FFF2-40B4-BE49-F238E27FC236}">
                      <a16:creationId xmlns:a16="http://schemas.microsoft.com/office/drawing/2014/main" id="{B82E18B1-264A-3689-7C17-7D54538CB460}"/>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5007" name="AutoShape 25">
                  <a:extLst>
                    <a:ext uri="{FF2B5EF4-FFF2-40B4-BE49-F238E27FC236}">
                      <a16:creationId xmlns:a16="http://schemas.microsoft.com/office/drawing/2014/main" id="{4CE287EB-8F28-7830-1CD0-D6FFBE356977}"/>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바닥글 개체 틀 1">
            <a:extLst>
              <a:ext uri="{FF2B5EF4-FFF2-40B4-BE49-F238E27FC236}">
                <a16:creationId xmlns:a16="http://schemas.microsoft.com/office/drawing/2014/main" id="{9C269850-2657-4CBD-B5A0-B3637441E473}"/>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665E198B-74EE-DA40-B250-4A0B12F02726}"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89090" name="슬라이드 번호 개체 틀 2">
            <a:extLst>
              <a:ext uri="{FF2B5EF4-FFF2-40B4-BE49-F238E27FC236}">
                <a16:creationId xmlns:a16="http://schemas.microsoft.com/office/drawing/2014/main" id="{C6B078A0-AD77-F5DC-8C84-249D0B329FDC}"/>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75E532B0-46AC-9C46-A7AF-38EC1B3144CE}" type="slidenum">
              <a:rPr lang="ko-KR" altLang="en-US">
                <a:solidFill>
                  <a:schemeClr val="bg1"/>
                </a:solidFill>
                <a:ea typeface="굴림" panose="020B0600000101010101" pitchFamily="34" charset="-127"/>
              </a:rPr>
              <a:pPr/>
              <a:t>9</a:t>
            </a:fld>
            <a:endParaRPr lang="en-US" altLang="ko-KR">
              <a:solidFill>
                <a:schemeClr val="bg1"/>
              </a:solidFill>
              <a:ea typeface="굴림" panose="020B0600000101010101" pitchFamily="34" charset="-127"/>
            </a:endParaRPr>
          </a:p>
        </p:txBody>
      </p:sp>
      <p:sp>
        <p:nvSpPr>
          <p:cNvPr id="89091" name="Rectangle 3">
            <a:extLst>
              <a:ext uri="{FF2B5EF4-FFF2-40B4-BE49-F238E27FC236}">
                <a16:creationId xmlns:a16="http://schemas.microsoft.com/office/drawing/2014/main" id="{AD6F9D28-084C-01D9-45D5-A3C83B59211A}"/>
              </a:ext>
            </a:extLst>
          </p:cNvPr>
          <p:cNvSpPr>
            <a:spLocks noChangeArrowheads="1"/>
          </p:cNvSpPr>
          <p:nvPr/>
        </p:nvSpPr>
        <p:spPr bwMode="auto">
          <a:xfrm>
            <a:off x="985838" y="3562350"/>
            <a:ext cx="876300" cy="28733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9092" name="Freeform 4">
            <a:extLst>
              <a:ext uri="{FF2B5EF4-FFF2-40B4-BE49-F238E27FC236}">
                <a16:creationId xmlns:a16="http://schemas.microsoft.com/office/drawing/2014/main" id="{B2DC2554-E281-D0CD-9480-7A6D83D214B6}"/>
              </a:ext>
            </a:extLst>
          </p:cNvPr>
          <p:cNvSpPr>
            <a:spLocks/>
          </p:cNvSpPr>
          <p:nvPr/>
        </p:nvSpPr>
        <p:spPr bwMode="auto">
          <a:xfrm>
            <a:off x="2306638" y="2168525"/>
            <a:ext cx="277812" cy="3463925"/>
          </a:xfrm>
          <a:custGeom>
            <a:avLst/>
            <a:gdLst>
              <a:gd name="T0" fmla="*/ 2147483646 w 190"/>
              <a:gd name="T1" fmla="*/ 0 h 2182"/>
              <a:gd name="T2" fmla="*/ 0 w 190"/>
              <a:gd name="T3" fmla="*/ 0 h 2182"/>
              <a:gd name="T4" fmla="*/ 0 w 190"/>
              <a:gd name="T5" fmla="*/ 2147483646 h 2182"/>
              <a:gd name="T6" fmla="*/ 2147483646 w 190"/>
              <a:gd name="T7" fmla="*/ 2147483646 h 21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0" h="2182">
                <a:moveTo>
                  <a:pt x="189" y="0"/>
                </a:moveTo>
                <a:lnTo>
                  <a:pt x="0" y="0"/>
                </a:lnTo>
                <a:lnTo>
                  <a:pt x="0" y="2181"/>
                </a:lnTo>
                <a:lnTo>
                  <a:pt x="189" y="2181"/>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89093" name="Line 5">
            <a:extLst>
              <a:ext uri="{FF2B5EF4-FFF2-40B4-BE49-F238E27FC236}">
                <a16:creationId xmlns:a16="http://schemas.microsoft.com/office/drawing/2014/main" id="{E91FFEF9-698A-70C8-FEF5-55F78540A305}"/>
              </a:ext>
            </a:extLst>
          </p:cNvPr>
          <p:cNvSpPr>
            <a:spLocks noChangeShapeType="1"/>
          </p:cNvSpPr>
          <p:nvPr/>
        </p:nvSpPr>
        <p:spPr bwMode="auto">
          <a:xfrm>
            <a:off x="2317750" y="3017838"/>
            <a:ext cx="255588"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89094" name="Line 6">
            <a:extLst>
              <a:ext uri="{FF2B5EF4-FFF2-40B4-BE49-F238E27FC236}">
                <a16:creationId xmlns:a16="http://schemas.microsoft.com/office/drawing/2014/main" id="{96591FF1-0F5C-9E08-9E7D-1BCD7C32B52A}"/>
              </a:ext>
            </a:extLst>
          </p:cNvPr>
          <p:cNvSpPr>
            <a:spLocks noChangeShapeType="1"/>
          </p:cNvSpPr>
          <p:nvPr/>
        </p:nvSpPr>
        <p:spPr bwMode="auto">
          <a:xfrm>
            <a:off x="2317750" y="4694238"/>
            <a:ext cx="255588"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89095" name="Line 7">
            <a:extLst>
              <a:ext uri="{FF2B5EF4-FFF2-40B4-BE49-F238E27FC236}">
                <a16:creationId xmlns:a16="http://schemas.microsoft.com/office/drawing/2014/main" id="{98368E2D-FC57-94E6-9BB4-512C3F4632DF}"/>
              </a:ext>
            </a:extLst>
          </p:cNvPr>
          <p:cNvSpPr>
            <a:spLocks noChangeShapeType="1"/>
          </p:cNvSpPr>
          <p:nvPr/>
        </p:nvSpPr>
        <p:spPr bwMode="auto">
          <a:xfrm>
            <a:off x="1949450" y="3902075"/>
            <a:ext cx="623888"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89096" name="Freeform 8">
            <a:extLst>
              <a:ext uri="{FF2B5EF4-FFF2-40B4-BE49-F238E27FC236}">
                <a16:creationId xmlns:a16="http://schemas.microsoft.com/office/drawing/2014/main" id="{59E242C0-77C4-1753-C34B-476FB4DC0585}"/>
              </a:ext>
            </a:extLst>
          </p:cNvPr>
          <p:cNvSpPr>
            <a:spLocks/>
          </p:cNvSpPr>
          <p:nvPr/>
        </p:nvSpPr>
        <p:spPr bwMode="auto">
          <a:xfrm>
            <a:off x="2476500" y="2720975"/>
            <a:ext cx="1347788" cy="585788"/>
          </a:xfrm>
          <a:custGeom>
            <a:avLst/>
            <a:gdLst>
              <a:gd name="T0" fmla="*/ 0 w 920"/>
              <a:gd name="T1" fmla="*/ 0 h 369"/>
              <a:gd name="T2" fmla="*/ 2147483646 w 920"/>
              <a:gd name="T3" fmla="*/ 0 h 369"/>
              <a:gd name="T4" fmla="*/ 2147483646 w 920"/>
              <a:gd name="T5" fmla="*/ 2147483646 h 369"/>
              <a:gd name="T6" fmla="*/ 2147483646 w 920"/>
              <a:gd name="T7" fmla="*/ 2147483646 h 369"/>
              <a:gd name="T8" fmla="*/ 2147483646 w 920"/>
              <a:gd name="T9" fmla="*/ 2147483646 h 369"/>
              <a:gd name="T10" fmla="*/ 2147483646 w 920"/>
              <a:gd name="T11" fmla="*/ 2147483646 h 369"/>
              <a:gd name="T12" fmla="*/ 2147483646 w 920"/>
              <a:gd name="T13" fmla="*/ 2147483646 h 369"/>
              <a:gd name="T14" fmla="*/ 2147483646 w 920"/>
              <a:gd name="T15" fmla="*/ 2147483646 h 369"/>
              <a:gd name="T16" fmla="*/ 2147483646 w 920"/>
              <a:gd name="T17" fmla="*/ 2147483646 h 369"/>
              <a:gd name="T18" fmla="*/ 2147483646 w 920"/>
              <a:gd name="T19" fmla="*/ 2147483646 h 369"/>
              <a:gd name="T20" fmla="*/ 0 w 920"/>
              <a:gd name="T21" fmla="*/ 2147483646 h 369"/>
              <a:gd name="T22" fmla="*/ 0 w 920"/>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20" h="369">
                <a:moveTo>
                  <a:pt x="0" y="0"/>
                </a:moveTo>
                <a:lnTo>
                  <a:pt x="751" y="0"/>
                </a:lnTo>
                <a:lnTo>
                  <a:pt x="751" y="96"/>
                </a:lnTo>
                <a:lnTo>
                  <a:pt x="810" y="96"/>
                </a:lnTo>
                <a:lnTo>
                  <a:pt x="810" y="3"/>
                </a:lnTo>
                <a:lnTo>
                  <a:pt x="919" y="187"/>
                </a:lnTo>
                <a:lnTo>
                  <a:pt x="810" y="368"/>
                </a:lnTo>
                <a:lnTo>
                  <a:pt x="810" y="274"/>
                </a:lnTo>
                <a:lnTo>
                  <a:pt x="749" y="274"/>
                </a:lnTo>
                <a:lnTo>
                  <a:pt x="749" y="368"/>
                </a:lnTo>
                <a:lnTo>
                  <a:pt x="0" y="368"/>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097" name="Freeform 9">
            <a:extLst>
              <a:ext uri="{FF2B5EF4-FFF2-40B4-BE49-F238E27FC236}">
                <a16:creationId xmlns:a16="http://schemas.microsoft.com/office/drawing/2014/main" id="{44C934EF-41A8-C4A1-8139-D9CECC30B0BA}"/>
              </a:ext>
            </a:extLst>
          </p:cNvPr>
          <p:cNvSpPr>
            <a:spLocks/>
          </p:cNvSpPr>
          <p:nvPr/>
        </p:nvSpPr>
        <p:spPr bwMode="auto">
          <a:xfrm>
            <a:off x="2476500" y="4424363"/>
            <a:ext cx="1347788" cy="582612"/>
          </a:xfrm>
          <a:custGeom>
            <a:avLst/>
            <a:gdLst>
              <a:gd name="T0" fmla="*/ 0 w 920"/>
              <a:gd name="T1" fmla="*/ 0 h 367"/>
              <a:gd name="T2" fmla="*/ 2147483646 w 920"/>
              <a:gd name="T3" fmla="*/ 0 h 367"/>
              <a:gd name="T4" fmla="*/ 2147483646 w 920"/>
              <a:gd name="T5" fmla="*/ 2147483646 h 367"/>
              <a:gd name="T6" fmla="*/ 2147483646 w 920"/>
              <a:gd name="T7" fmla="*/ 2147483646 h 367"/>
              <a:gd name="T8" fmla="*/ 2147483646 w 920"/>
              <a:gd name="T9" fmla="*/ 2147483646 h 367"/>
              <a:gd name="T10" fmla="*/ 2147483646 w 920"/>
              <a:gd name="T11" fmla="*/ 2147483646 h 367"/>
              <a:gd name="T12" fmla="*/ 2147483646 w 920"/>
              <a:gd name="T13" fmla="*/ 2147483646 h 367"/>
              <a:gd name="T14" fmla="*/ 2147483646 w 920"/>
              <a:gd name="T15" fmla="*/ 2147483646 h 367"/>
              <a:gd name="T16" fmla="*/ 2147483646 w 920"/>
              <a:gd name="T17" fmla="*/ 2147483646 h 367"/>
              <a:gd name="T18" fmla="*/ 2147483646 w 920"/>
              <a:gd name="T19" fmla="*/ 2147483646 h 367"/>
              <a:gd name="T20" fmla="*/ 0 w 920"/>
              <a:gd name="T21" fmla="*/ 2147483646 h 367"/>
              <a:gd name="T22" fmla="*/ 0 w 920"/>
              <a:gd name="T23" fmla="*/ 0 h 3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20" h="367">
                <a:moveTo>
                  <a:pt x="0" y="0"/>
                </a:moveTo>
                <a:lnTo>
                  <a:pt x="751" y="0"/>
                </a:lnTo>
                <a:lnTo>
                  <a:pt x="751" y="95"/>
                </a:lnTo>
                <a:lnTo>
                  <a:pt x="810" y="95"/>
                </a:lnTo>
                <a:lnTo>
                  <a:pt x="810" y="3"/>
                </a:lnTo>
                <a:lnTo>
                  <a:pt x="919" y="186"/>
                </a:lnTo>
                <a:lnTo>
                  <a:pt x="810" y="366"/>
                </a:lnTo>
                <a:lnTo>
                  <a:pt x="810" y="273"/>
                </a:lnTo>
                <a:lnTo>
                  <a:pt x="749" y="273"/>
                </a:lnTo>
                <a:lnTo>
                  <a:pt x="749" y="366"/>
                </a:lnTo>
                <a:lnTo>
                  <a:pt x="0" y="366"/>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098" name="Freeform 10">
            <a:extLst>
              <a:ext uri="{FF2B5EF4-FFF2-40B4-BE49-F238E27FC236}">
                <a16:creationId xmlns:a16="http://schemas.microsoft.com/office/drawing/2014/main" id="{B317D1F8-FF98-0B99-5B6E-42707917C241}"/>
              </a:ext>
            </a:extLst>
          </p:cNvPr>
          <p:cNvSpPr>
            <a:spLocks/>
          </p:cNvSpPr>
          <p:nvPr/>
        </p:nvSpPr>
        <p:spPr bwMode="auto">
          <a:xfrm>
            <a:off x="2476500" y="3630613"/>
            <a:ext cx="1347788" cy="585787"/>
          </a:xfrm>
          <a:custGeom>
            <a:avLst/>
            <a:gdLst>
              <a:gd name="T0" fmla="*/ 0 w 920"/>
              <a:gd name="T1" fmla="*/ 0 h 369"/>
              <a:gd name="T2" fmla="*/ 2147483646 w 920"/>
              <a:gd name="T3" fmla="*/ 0 h 369"/>
              <a:gd name="T4" fmla="*/ 2147483646 w 920"/>
              <a:gd name="T5" fmla="*/ 2147483646 h 369"/>
              <a:gd name="T6" fmla="*/ 2147483646 w 920"/>
              <a:gd name="T7" fmla="*/ 2147483646 h 369"/>
              <a:gd name="T8" fmla="*/ 2147483646 w 920"/>
              <a:gd name="T9" fmla="*/ 2147483646 h 369"/>
              <a:gd name="T10" fmla="*/ 2147483646 w 920"/>
              <a:gd name="T11" fmla="*/ 2147483646 h 369"/>
              <a:gd name="T12" fmla="*/ 2147483646 w 920"/>
              <a:gd name="T13" fmla="*/ 2147483646 h 369"/>
              <a:gd name="T14" fmla="*/ 2147483646 w 920"/>
              <a:gd name="T15" fmla="*/ 2147483646 h 369"/>
              <a:gd name="T16" fmla="*/ 2147483646 w 920"/>
              <a:gd name="T17" fmla="*/ 2147483646 h 369"/>
              <a:gd name="T18" fmla="*/ 2147483646 w 920"/>
              <a:gd name="T19" fmla="*/ 2147483646 h 369"/>
              <a:gd name="T20" fmla="*/ 0 w 920"/>
              <a:gd name="T21" fmla="*/ 2147483646 h 369"/>
              <a:gd name="T22" fmla="*/ 0 w 920"/>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20" h="369">
                <a:moveTo>
                  <a:pt x="0" y="0"/>
                </a:moveTo>
                <a:lnTo>
                  <a:pt x="751" y="0"/>
                </a:lnTo>
                <a:lnTo>
                  <a:pt x="751" y="96"/>
                </a:lnTo>
                <a:lnTo>
                  <a:pt x="810" y="96"/>
                </a:lnTo>
                <a:lnTo>
                  <a:pt x="810" y="3"/>
                </a:lnTo>
                <a:lnTo>
                  <a:pt x="919" y="187"/>
                </a:lnTo>
                <a:lnTo>
                  <a:pt x="810" y="368"/>
                </a:lnTo>
                <a:lnTo>
                  <a:pt x="810" y="274"/>
                </a:lnTo>
                <a:lnTo>
                  <a:pt x="749" y="274"/>
                </a:lnTo>
                <a:lnTo>
                  <a:pt x="749" y="368"/>
                </a:lnTo>
                <a:lnTo>
                  <a:pt x="0" y="368"/>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099" name="Freeform 11">
            <a:extLst>
              <a:ext uri="{FF2B5EF4-FFF2-40B4-BE49-F238E27FC236}">
                <a16:creationId xmlns:a16="http://schemas.microsoft.com/office/drawing/2014/main" id="{BBDB3F92-614F-4600-55B2-6EF465626BF7}"/>
              </a:ext>
            </a:extLst>
          </p:cNvPr>
          <p:cNvSpPr>
            <a:spLocks/>
          </p:cNvSpPr>
          <p:nvPr/>
        </p:nvSpPr>
        <p:spPr bwMode="auto">
          <a:xfrm>
            <a:off x="2476500" y="5330825"/>
            <a:ext cx="1347788" cy="584200"/>
          </a:xfrm>
          <a:custGeom>
            <a:avLst/>
            <a:gdLst>
              <a:gd name="T0" fmla="*/ 0 w 920"/>
              <a:gd name="T1" fmla="*/ 0 h 368"/>
              <a:gd name="T2" fmla="*/ 2147483646 w 920"/>
              <a:gd name="T3" fmla="*/ 0 h 368"/>
              <a:gd name="T4" fmla="*/ 2147483646 w 920"/>
              <a:gd name="T5" fmla="*/ 2147483646 h 368"/>
              <a:gd name="T6" fmla="*/ 2147483646 w 920"/>
              <a:gd name="T7" fmla="*/ 2147483646 h 368"/>
              <a:gd name="T8" fmla="*/ 2147483646 w 920"/>
              <a:gd name="T9" fmla="*/ 2147483646 h 368"/>
              <a:gd name="T10" fmla="*/ 2147483646 w 920"/>
              <a:gd name="T11" fmla="*/ 2147483646 h 368"/>
              <a:gd name="T12" fmla="*/ 2147483646 w 920"/>
              <a:gd name="T13" fmla="*/ 2147483646 h 368"/>
              <a:gd name="T14" fmla="*/ 2147483646 w 920"/>
              <a:gd name="T15" fmla="*/ 2147483646 h 368"/>
              <a:gd name="T16" fmla="*/ 2147483646 w 920"/>
              <a:gd name="T17" fmla="*/ 2147483646 h 368"/>
              <a:gd name="T18" fmla="*/ 2147483646 w 920"/>
              <a:gd name="T19" fmla="*/ 2147483646 h 368"/>
              <a:gd name="T20" fmla="*/ 0 w 920"/>
              <a:gd name="T21" fmla="*/ 2147483646 h 368"/>
              <a:gd name="T22" fmla="*/ 0 w 920"/>
              <a:gd name="T23" fmla="*/ 0 h 3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20" h="368">
                <a:moveTo>
                  <a:pt x="0" y="0"/>
                </a:moveTo>
                <a:lnTo>
                  <a:pt x="751" y="0"/>
                </a:lnTo>
                <a:lnTo>
                  <a:pt x="751" y="96"/>
                </a:lnTo>
                <a:lnTo>
                  <a:pt x="810" y="96"/>
                </a:lnTo>
                <a:lnTo>
                  <a:pt x="810" y="3"/>
                </a:lnTo>
                <a:lnTo>
                  <a:pt x="919" y="186"/>
                </a:lnTo>
                <a:lnTo>
                  <a:pt x="810" y="367"/>
                </a:lnTo>
                <a:lnTo>
                  <a:pt x="810" y="273"/>
                </a:lnTo>
                <a:lnTo>
                  <a:pt x="749" y="273"/>
                </a:lnTo>
                <a:lnTo>
                  <a:pt x="749" y="367"/>
                </a:lnTo>
                <a:lnTo>
                  <a:pt x="0" y="367"/>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100" name="Freeform 12">
            <a:extLst>
              <a:ext uri="{FF2B5EF4-FFF2-40B4-BE49-F238E27FC236}">
                <a16:creationId xmlns:a16="http://schemas.microsoft.com/office/drawing/2014/main" id="{A6D6FD49-02E0-0B80-5DB7-2B9594D29B14}"/>
              </a:ext>
            </a:extLst>
          </p:cNvPr>
          <p:cNvSpPr>
            <a:spLocks/>
          </p:cNvSpPr>
          <p:nvPr/>
        </p:nvSpPr>
        <p:spPr bwMode="auto">
          <a:xfrm>
            <a:off x="2476500" y="1866900"/>
            <a:ext cx="1347788" cy="584200"/>
          </a:xfrm>
          <a:custGeom>
            <a:avLst/>
            <a:gdLst>
              <a:gd name="T0" fmla="*/ 0 w 920"/>
              <a:gd name="T1" fmla="*/ 0 h 368"/>
              <a:gd name="T2" fmla="*/ 2147483646 w 920"/>
              <a:gd name="T3" fmla="*/ 0 h 368"/>
              <a:gd name="T4" fmla="*/ 2147483646 w 920"/>
              <a:gd name="T5" fmla="*/ 2147483646 h 368"/>
              <a:gd name="T6" fmla="*/ 2147483646 w 920"/>
              <a:gd name="T7" fmla="*/ 2147483646 h 368"/>
              <a:gd name="T8" fmla="*/ 2147483646 w 920"/>
              <a:gd name="T9" fmla="*/ 2147483646 h 368"/>
              <a:gd name="T10" fmla="*/ 2147483646 w 920"/>
              <a:gd name="T11" fmla="*/ 2147483646 h 368"/>
              <a:gd name="T12" fmla="*/ 2147483646 w 920"/>
              <a:gd name="T13" fmla="*/ 2147483646 h 368"/>
              <a:gd name="T14" fmla="*/ 2147483646 w 920"/>
              <a:gd name="T15" fmla="*/ 2147483646 h 368"/>
              <a:gd name="T16" fmla="*/ 2147483646 w 920"/>
              <a:gd name="T17" fmla="*/ 2147483646 h 368"/>
              <a:gd name="T18" fmla="*/ 2147483646 w 920"/>
              <a:gd name="T19" fmla="*/ 2147483646 h 368"/>
              <a:gd name="T20" fmla="*/ 0 w 920"/>
              <a:gd name="T21" fmla="*/ 2147483646 h 368"/>
              <a:gd name="T22" fmla="*/ 0 w 920"/>
              <a:gd name="T23" fmla="*/ 0 h 3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20" h="368">
                <a:moveTo>
                  <a:pt x="0" y="0"/>
                </a:moveTo>
                <a:lnTo>
                  <a:pt x="751" y="0"/>
                </a:lnTo>
                <a:lnTo>
                  <a:pt x="751" y="96"/>
                </a:lnTo>
                <a:lnTo>
                  <a:pt x="810" y="96"/>
                </a:lnTo>
                <a:lnTo>
                  <a:pt x="810" y="3"/>
                </a:lnTo>
                <a:lnTo>
                  <a:pt x="919" y="186"/>
                </a:lnTo>
                <a:lnTo>
                  <a:pt x="810" y="367"/>
                </a:lnTo>
                <a:lnTo>
                  <a:pt x="810" y="273"/>
                </a:lnTo>
                <a:lnTo>
                  <a:pt x="749" y="273"/>
                </a:lnTo>
                <a:lnTo>
                  <a:pt x="749" y="367"/>
                </a:lnTo>
                <a:lnTo>
                  <a:pt x="0" y="367"/>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101" name="Rectangle 13">
            <a:extLst>
              <a:ext uri="{FF2B5EF4-FFF2-40B4-BE49-F238E27FC236}">
                <a16:creationId xmlns:a16="http://schemas.microsoft.com/office/drawing/2014/main" id="{3BBCA15A-C5E9-07B1-84D3-482D30430D55}"/>
              </a:ext>
            </a:extLst>
          </p:cNvPr>
          <p:cNvSpPr>
            <a:spLocks noChangeArrowheads="1"/>
          </p:cNvSpPr>
          <p:nvPr/>
        </p:nvSpPr>
        <p:spPr bwMode="auto">
          <a:xfrm>
            <a:off x="2482850" y="2870200"/>
            <a:ext cx="793750" cy="2778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237" tIns="47619" rIns="95237" bIns="47619">
            <a:spAutoFit/>
          </a:bodyPr>
          <a:lstStyle>
            <a:lvl1pPr marL="198438" indent="-198438" defTabSz="823913">
              <a:tabLst>
                <a:tab pos="396875" algn="l"/>
              </a:tabLst>
              <a:defRPr>
                <a:solidFill>
                  <a:schemeClr val="tx1"/>
                </a:solidFill>
                <a:latin typeface="Arial" panose="020B0604020202020204" pitchFamily="34" charset="0"/>
                <a:cs typeface="Arial" panose="020B0604020202020204" pitchFamily="34" charset="0"/>
              </a:defRPr>
            </a:lvl1pPr>
            <a:lvl2pPr marL="742950" indent="-285750" defTabSz="823913">
              <a:tabLst>
                <a:tab pos="396875" algn="l"/>
              </a:tabLst>
              <a:defRPr>
                <a:solidFill>
                  <a:schemeClr val="tx1"/>
                </a:solidFill>
                <a:latin typeface="Arial" panose="020B0604020202020204" pitchFamily="34" charset="0"/>
                <a:cs typeface="Arial" panose="020B0604020202020204" pitchFamily="34" charset="0"/>
              </a:defRPr>
            </a:lvl2pPr>
            <a:lvl3pPr marL="990600" indent="198438" defTabSz="823913">
              <a:tabLst>
                <a:tab pos="396875" algn="l"/>
              </a:tabLst>
              <a:defRPr>
                <a:solidFill>
                  <a:schemeClr val="tx1"/>
                </a:solidFill>
                <a:latin typeface="Arial" panose="020B0604020202020204" pitchFamily="34" charset="0"/>
                <a:cs typeface="Arial" panose="020B0604020202020204" pitchFamily="34" charset="0"/>
              </a:defRPr>
            </a:lvl3pPr>
            <a:lvl4pPr marL="1600200" indent="-228600" defTabSz="823913">
              <a:tabLst>
                <a:tab pos="396875" algn="l"/>
              </a:tabLst>
              <a:defRPr>
                <a:solidFill>
                  <a:schemeClr val="tx1"/>
                </a:solidFill>
                <a:latin typeface="Arial" panose="020B0604020202020204" pitchFamily="34" charset="0"/>
                <a:cs typeface="Arial" panose="020B0604020202020204" pitchFamily="34" charset="0"/>
              </a:defRPr>
            </a:lvl4pPr>
            <a:lvl5pPr marL="2057400" indent="-228600" defTabSz="823913">
              <a:tabLst>
                <a:tab pos="396875" algn="l"/>
              </a:tabLst>
              <a:defRPr>
                <a:solidFill>
                  <a:schemeClr val="tx1"/>
                </a:solidFill>
                <a:latin typeface="Arial" panose="020B0604020202020204" pitchFamily="34" charset="0"/>
                <a:cs typeface="Arial" panose="020B0604020202020204" pitchFamily="34" charset="0"/>
              </a:defRPr>
            </a:lvl5pPr>
            <a:lvl6pPr marL="25146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6pPr>
            <a:lvl7pPr marL="29718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7pPr>
            <a:lvl8pPr marL="34290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8pPr>
            <a:lvl9pPr marL="38862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a:ea typeface="굴림" panose="020B0600000101010101" pitchFamily="34" charset="-127"/>
              </a:rPr>
              <a:t>Insert text</a:t>
            </a:r>
          </a:p>
        </p:txBody>
      </p:sp>
      <p:sp>
        <p:nvSpPr>
          <p:cNvPr id="89102" name="Rectangle 14">
            <a:extLst>
              <a:ext uri="{FF2B5EF4-FFF2-40B4-BE49-F238E27FC236}">
                <a16:creationId xmlns:a16="http://schemas.microsoft.com/office/drawing/2014/main" id="{A7907804-25FC-D4C5-A1BF-138630BBFF80}"/>
              </a:ext>
            </a:extLst>
          </p:cNvPr>
          <p:cNvSpPr>
            <a:spLocks noChangeArrowheads="1"/>
          </p:cNvSpPr>
          <p:nvPr/>
        </p:nvSpPr>
        <p:spPr bwMode="auto">
          <a:xfrm>
            <a:off x="2482850" y="4567238"/>
            <a:ext cx="793750" cy="2778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237" tIns="47619" rIns="95237" bIns="47619">
            <a:spAutoFit/>
          </a:bodyPr>
          <a:lstStyle>
            <a:lvl1pPr marL="198438" indent="-198438" defTabSz="823913">
              <a:tabLst>
                <a:tab pos="396875" algn="l"/>
              </a:tabLst>
              <a:defRPr>
                <a:solidFill>
                  <a:schemeClr val="tx1"/>
                </a:solidFill>
                <a:latin typeface="Arial" panose="020B0604020202020204" pitchFamily="34" charset="0"/>
                <a:cs typeface="Arial" panose="020B0604020202020204" pitchFamily="34" charset="0"/>
              </a:defRPr>
            </a:lvl1pPr>
            <a:lvl2pPr marL="742950" indent="-285750" defTabSz="823913">
              <a:tabLst>
                <a:tab pos="396875" algn="l"/>
              </a:tabLst>
              <a:defRPr>
                <a:solidFill>
                  <a:schemeClr val="tx1"/>
                </a:solidFill>
                <a:latin typeface="Arial" panose="020B0604020202020204" pitchFamily="34" charset="0"/>
                <a:cs typeface="Arial" panose="020B0604020202020204" pitchFamily="34" charset="0"/>
              </a:defRPr>
            </a:lvl2pPr>
            <a:lvl3pPr marL="990600" indent="198438" defTabSz="823913">
              <a:tabLst>
                <a:tab pos="396875" algn="l"/>
              </a:tabLst>
              <a:defRPr>
                <a:solidFill>
                  <a:schemeClr val="tx1"/>
                </a:solidFill>
                <a:latin typeface="Arial" panose="020B0604020202020204" pitchFamily="34" charset="0"/>
                <a:cs typeface="Arial" panose="020B0604020202020204" pitchFamily="34" charset="0"/>
              </a:defRPr>
            </a:lvl3pPr>
            <a:lvl4pPr marL="1600200" indent="-228600" defTabSz="823913">
              <a:tabLst>
                <a:tab pos="396875" algn="l"/>
              </a:tabLst>
              <a:defRPr>
                <a:solidFill>
                  <a:schemeClr val="tx1"/>
                </a:solidFill>
                <a:latin typeface="Arial" panose="020B0604020202020204" pitchFamily="34" charset="0"/>
                <a:cs typeface="Arial" panose="020B0604020202020204" pitchFamily="34" charset="0"/>
              </a:defRPr>
            </a:lvl4pPr>
            <a:lvl5pPr marL="2057400" indent="-228600" defTabSz="823913">
              <a:tabLst>
                <a:tab pos="396875" algn="l"/>
              </a:tabLst>
              <a:defRPr>
                <a:solidFill>
                  <a:schemeClr val="tx1"/>
                </a:solidFill>
                <a:latin typeface="Arial" panose="020B0604020202020204" pitchFamily="34" charset="0"/>
                <a:cs typeface="Arial" panose="020B0604020202020204" pitchFamily="34" charset="0"/>
              </a:defRPr>
            </a:lvl5pPr>
            <a:lvl6pPr marL="25146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6pPr>
            <a:lvl7pPr marL="29718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7pPr>
            <a:lvl8pPr marL="34290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8pPr>
            <a:lvl9pPr marL="38862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a:ea typeface="굴림" panose="020B0600000101010101" pitchFamily="34" charset="-127"/>
              </a:rPr>
              <a:t>Insert text</a:t>
            </a:r>
          </a:p>
        </p:txBody>
      </p:sp>
      <p:sp>
        <p:nvSpPr>
          <p:cNvPr id="89103" name="Rectangle 15">
            <a:extLst>
              <a:ext uri="{FF2B5EF4-FFF2-40B4-BE49-F238E27FC236}">
                <a16:creationId xmlns:a16="http://schemas.microsoft.com/office/drawing/2014/main" id="{47BA76D0-6935-70DA-D9B5-EA49C87B3DA6}"/>
              </a:ext>
            </a:extLst>
          </p:cNvPr>
          <p:cNvSpPr>
            <a:spLocks noChangeArrowheads="1"/>
          </p:cNvSpPr>
          <p:nvPr/>
        </p:nvSpPr>
        <p:spPr bwMode="auto">
          <a:xfrm>
            <a:off x="2482850" y="3789363"/>
            <a:ext cx="793750" cy="2778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237" tIns="47619" rIns="95237" bIns="47619">
            <a:spAutoFit/>
          </a:bodyPr>
          <a:lstStyle>
            <a:lvl1pPr marL="198438" indent="-198438" defTabSz="823913">
              <a:tabLst>
                <a:tab pos="396875" algn="l"/>
              </a:tabLst>
              <a:defRPr>
                <a:solidFill>
                  <a:schemeClr val="tx1"/>
                </a:solidFill>
                <a:latin typeface="Arial" panose="020B0604020202020204" pitchFamily="34" charset="0"/>
                <a:cs typeface="Arial" panose="020B0604020202020204" pitchFamily="34" charset="0"/>
              </a:defRPr>
            </a:lvl1pPr>
            <a:lvl2pPr marL="742950" indent="-285750" defTabSz="823913">
              <a:tabLst>
                <a:tab pos="396875" algn="l"/>
              </a:tabLst>
              <a:defRPr>
                <a:solidFill>
                  <a:schemeClr val="tx1"/>
                </a:solidFill>
                <a:latin typeface="Arial" panose="020B0604020202020204" pitchFamily="34" charset="0"/>
                <a:cs typeface="Arial" panose="020B0604020202020204" pitchFamily="34" charset="0"/>
              </a:defRPr>
            </a:lvl2pPr>
            <a:lvl3pPr marL="990600" indent="198438" defTabSz="823913">
              <a:tabLst>
                <a:tab pos="396875" algn="l"/>
              </a:tabLst>
              <a:defRPr>
                <a:solidFill>
                  <a:schemeClr val="tx1"/>
                </a:solidFill>
                <a:latin typeface="Arial" panose="020B0604020202020204" pitchFamily="34" charset="0"/>
                <a:cs typeface="Arial" panose="020B0604020202020204" pitchFamily="34" charset="0"/>
              </a:defRPr>
            </a:lvl3pPr>
            <a:lvl4pPr marL="1600200" indent="-228600" defTabSz="823913">
              <a:tabLst>
                <a:tab pos="396875" algn="l"/>
              </a:tabLst>
              <a:defRPr>
                <a:solidFill>
                  <a:schemeClr val="tx1"/>
                </a:solidFill>
                <a:latin typeface="Arial" panose="020B0604020202020204" pitchFamily="34" charset="0"/>
                <a:cs typeface="Arial" panose="020B0604020202020204" pitchFamily="34" charset="0"/>
              </a:defRPr>
            </a:lvl4pPr>
            <a:lvl5pPr marL="2057400" indent="-228600" defTabSz="823913">
              <a:tabLst>
                <a:tab pos="396875" algn="l"/>
              </a:tabLst>
              <a:defRPr>
                <a:solidFill>
                  <a:schemeClr val="tx1"/>
                </a:solidFill>
                <a:latin typeface="Arial" panose="020B0604020202020204" pitchFamily="34" charset="0"/>
                <a:cs typeface="Arial" panose="020B0604020202020204" pitchFamily="34" charset="0"/>
              </a:defRPr>
            </a:lvl5pPr>
            <a:lvl6pPr marL="25146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6pPr>
            <a:lvl7pPr marL="29718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7pPr>
            <a:lvl8pPr marL="34290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8pPr>
            <a:lvl9pPr marL="38862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a:ea typeface="굴림" panose="020B0600000101010101" pitchFamily="34" charset="-127"/>
              </a:rPr>
              <a:t>Insert text</a:t>
            </a:r>
          </a:p>
        </p:txBody>
      </p:sp>
      <p:sp>
        <p:nvSpPr>
          <p:cNvPr id="89104" name="Rectangle 16">
            <a:extLst>
              <a:ext uri="{FF2B5EF4-FFF2-40B4-BE49-F238E27FC236}">
                <a16:creationId xmlns:a16="http://schemas.microsoft.com/office/drawing/2014/main" id="{2DC4779C-FF91-F7A1-571F-37CE8B127670}"/>
              </a:ext>
            </a:extLst>
          </p:cNvPr>
          <p:cNvSpPr>
            <a:spLocks noChangeArrowheads="1"/>
          </p:cNvSpPr>
          <p:nvPr/>
        </p:nvSpPr>
        <p:spPr bwMode="auto">
          <a:xfrm>
            <a:off x="2479675" y="2030413"/>
            <a:ext cx="793750" cy="2778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237" tIns="47619" rIns="95237" bIns="47619">
            <a:spAutoFit/>
          </a:bodyPr>
          <a:lstStyle>
            <a:lvl1pPr marL="198438" indent="-198438" defTabSz="823913">
              <a:tabLst>
                <a:tab pos="396875" algn="l"/>
              </a:tabLst>
              <a:defRPr>
                <a:solidFill>
                  <a:schemeClr val="tx1"/>
                </a:solidFill>
                <a:latin typeface="Arial" panose="020B0604020202020204" pitchFamily="34" charset="0"/>
                <a:cs typeface="Arial" panose="020B0604020202020204" pitchFamily="34" charset="0"/>
              </a:defRPr>
            </a:lvl1pPr>
            <a:lvl2pPr marL="742950" indent="-285750" defTabSz="823913">
              <a:tabLst>
                <a:tab pos="396875" algn="l"/>
              </a:tabLst>
              <a:defRPr>
                <a:solidFill>
                  <a:schemeClr val="tx1"/>
                </a:solidFill>
                <a:latin typeface="Arial" panose="020B0604020202020204" pitchFamily="34" charset="0"/>
                <a:cs typeface="Arial" panose="020B0604020202020204" pitchFamily="34" charset="0"/>
              </a:defRPr>
            </a:lvl2pPr>
            <a:lvl3pPr marL="990600" indent="198438" defTabSz="823913">
              <a:tabLst>
                <a:tab pos="396875" algn="l"/>
              </a:tabLst>
              <a:defRPr>
                <a:solidFill>
                  <a:schemeClr val="tx1"/>
                </a:solidFill>
                <a:latin typeface="Arial" panose="020B0604020202020204" pitchFamily="34" charset="0"/>
                <a:cs typeface="Arial" panose="020B0604020202020204" pitchFamily="34" charset="0"/>
              </a:defRPr>
            </a:lvl3pPr>
            <a:lvl4pPr marL="1600200" indent="-228600" defTabSz="823913">
              <a:tabLst>
                <a:tab pos="396875" algn="l"/>
              </a:tabLst>
              <a:defRPr>
                <a:solidFill>
                  <a:schemeClr val="tx1"/>
                </a:solidFill>
                <a:latin typeface="Arial" panose="020B0604020202020204" pitchFamily="34" charset="0"/>
                <a:cs typeface="Arial" panose="020B0604020202020204" pitchFamily="34" charset="0"/>
              </a:defRPr>
            </a:lvl4pPr>
            <a:lvl5pPr marL="2057400" indent="-228600" defTabSz="823913">
              <a:tabLst>
                <a:tab pos="396875" algn="l"/>
              </a:tabLst>
              <a:defRPr>
                <a:solidFill>
                  <a:schemeClr val="tx1"/>
                </a:solidFill>
                <a:latin typeface="Arial" panose="020B0604020202020204" pitchFamily="34" charset="0"/>
                <a:cs typeface="Arial" panose="020B0604020202020204" pitchFamily="34" charset="0"/>
              </a:defRPr>
            </a:lvl5pPr>
            <a:lvl6pPr marL="25146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6pPr>
            <a:lvl7pPr marL="29718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7pPr>
            <a:lvl8pPr marL="34290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8pPr>
            <a:lvl9pPr marL="38862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9pPr>
          </a:lstStyle>
          <a:p>
            <a:r>
              <a:rPr kumimoji="1" lang="en-US" altLang="ko-KR" sz="1200">
                <a:ea typeface="굴림" panose="020B0600000101010101" pitchFamily="34" charset="-127"/>
              </a:rPr>
              <a:t>Insert text</a:t>
            </a:r>
          </a:p>
        </p:txBody>
      </p:sp>
      <p:sp>
        <p:nvSpPr>
          <p:cNvPr id="89105" name="Rectangle 17">
            <a:extLst>
              <a:ext uri="{FF2B5EF4-FFF2-40B4-BE49-F238E27FC236}">
                <a16:creationId xmlns:a16="http://schemas.microsoft.com/office/drawing/2014/main" id="{4642B9A7-3A12-77D6-36A9-F14BF94F3608}"/>
              </a:ext>
            </a:extLst>
          </p:cNvPr>
          <p:cNvSpPr>
            <a:spLocks noChangeArrowheads="1"/>
          </p:cNvSpPr>
          <p:nvPr/>
        </p:nvSpPr>
        <p:spPr bwMode="auto">
          <a:xfrm>
            <a:off x="2479675" y="5492750"/>
            <a:ext cx="793750" cy="2778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237" tIns="47619" rIns="95237" bIns="47619">
            <a:spAutoFit/>
          </a:bodyPr>
          <a:lstStyle>
            <a:lvl1pPr marL="198438" indent="-198438" defTabSz="823913">
              <a:tabLst>
                <a:tab pos="396875" algn="l"/>
              </a:tabLst>
              <a:defRPr>
                <a:solidFill>
                  <a:schemeClr val="tx1"/>
                </a:solidFill>
                <a:latin typeface="Arial" panose="020B0604020202020204" pitchFamily="34" charset="0"/>
                <a:cs typeface="Arial" panose="020B0604020202020204" pitchFamily="34" charset="0"/>
              </a:defRPr>
            </a:lvl1pPr>
            <a:lvl2pPr marL="742950" indent="-285750" defTabSz="823913">
              <a:tabLst>
                <a:tab pos="396875" algn="l"/>
              </a:tabLst>
              <a:defRPr>
                <a:solidFill>
                  <a:schemeClr val="tx1"/>
                </a:solidFill>
                <a:latin typeface="Arial" panose="020B0604020202020204" pitchFamily="34" charset="0"/>
                <a:cs typeface="Arial" panose="020B0604020202020204" pitchFamily="34" charset="0"/>
              </a:defRPr>
            </a:lvl2pPr>
            <a:lvl3pPr marL="990600" indent="198438" defTabSz="823913">
              <a:tabLst>
                <a:tab pos="396875" algn="l"/>
              </a:tabLst>
              <a:defRPr>
                <a:solidFill>
                  <a:schemeClr val="tx1"/>
                </a:solidFill>
                <a:latin typeface="Arial" panose="020B0604020202020204" pitchFamily="34" charset="0"/>
                <a:cs typeface="Arial" panose="020B0604020202020204" pitchFamily="34" charset="0"/>
              </a:defRPr>
            </a:lvl3pPr>
            <a:lvl4pPr marL="1600200" indent="-228600" defTabSz="823913">
              <a:tabLst>
                <a:tab pos="396875" algn="l"/>
              </a:tabLst>
              <a:defRPr>
                <a:solidFill>
                  <a:schemeClr val="tx1"/>
                </a:solidFill>
                <a:latin typeface="Arial" panose="020B0604020202020204" pitchFamily="34" charset="0"/>
                <a:cs typeface="Arial" panose="020B0604020202020204" pitchFamily="34" charset="0"/>
              </a:defRPr>
            </a:lvl4pPr>
            <a:lvl5pPr marL="2057400" indent="-228600" defTabSz="823913">
              <a:tabLst>
                <a:tab pos="396875" algn="l"/>
              </a:tabLst>
              <a:defRPr>
                <a:solidFill>
                  <a:schemeClr val="tx1"/>
                </a:solidFill>
                <a:latin typeface="Arial" panose="020B0604020202020204" pitchFamily="34" charset="0"/>
                <a:cs typeface="Arial" panose="020B0604020202020204" pitchFamily="34" charset="0"/>
              </a:defRPr>
            </a:lvl5pPr>
            <a:lvl6pPr marL="25146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6pPr>
            <a:lvl7pPr marL="29718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7pPr>
            <a:lvl8pPr marL="34290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8pPr>
            <a:lvl9pPr marL="38862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a:ea typeface="굴림" panose="020B0600000101010101" pitchFamily="34" charset="-127"/>
              </a:rPr>
              <a:t>Insert text</a:t>
            </a:r>
          </a:p>
        </p:txBody>
      </p:sp>
      <p:sp>
        <p:nvSpPr>
          <p:cNvPr id="89106" name="Freeform 18">
            <a:extLst>
              <a:ext uri="{FF2B5EF4-FFF2-40B4-BE49-F238E27FC236}">
                <a16:creationId xmlns:a16="http://schemas.microsoft.com/office/drawing/2014/main" id="{0B3A8EC9-594C-64B5-6CBF-CFC134B020FE}"/>
              </a:ext>
            </a:extLst>
          </p:cNvPr>
          <p:cNvSpPr>
            <a:spLocks/>
          </p:cNvSpPr>
          <p:nvPr/>
        </p:nvSpPr>
        <p:spPr bwMode="auto">
          <a:xfrm>
            <a:off x="914400" y="3497263"/>
            <a:ext cx="1187450" cy="787400"/>
          </a:xfrm>
          <a:custGeom>
            <a:avLst/>
            <a:gdLst>
              <a:gd name="T0" fmla="*/ 0 w 810"/>
              <a:gd name="T1" fmla="*/ 0 h 496"/>
              <a:gd name="T2" fmla="*/ 2147483646 w 810"/>
              <a:gd name="T3" fmla="*/ 0 h 496"/>
              <a:gd name="T4" fmla="*/ 2147483646 w 810"/>
              <a:gd name="T5" fmla="*/ 2147483646 h 496"/>
              <a:gd name="T6" fmla="*/ 2147483646 w 810"/>
              <a:gd name="T7" fmla="*/ 2147483646 h 496"/>
              <a:gd name="T8" fmla="*/ 2147483646 w 810"/>
              <a:gd name="T9" fmla="*/ 2147483646 h 496"/>
              <a:gd name="T10" fmla="*/ 2147483646 w 810"/>
              <a:gd name="T11" fmla="*/ 2147483646 h 496"/>
              <a:gd name="T12" fmla="*/ 2147483646 w 810"/>
              <a:gd name="T13" fmla="*/ 2147483646 h 496"/>
              <a:gd name="T14" fmla="*/ 2147483646 w 810"/>
              <a:gd name="T15" fmla="*/ 2147483646 h 496"/>
              <a:gd name="T16" fmla="*/ 2147483646 w 810"/>
              <a:gd name="T17" fmla="*/ 2147483646 h 496"/>
              <a:gd name="T18" fmla="*/ 2147483646 w 810"/>
              <a:gd name="T19" fmla="*/ 2147483646 h 496"/>
              <a:gd name="T20" fmla="*/ 0 w 810"/>
              <a:gd name="T21" fmla="*/ 2147483646 h 496"/>
              <a:gd name="T22" fmla="*/ 0 w 810"/>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10" h="496">
                <a:moveTo>
                  <a:pt x="0" y="0"/>
                </a:moveTo>
                <a:lnTo>
                  <a:pt x="660" y="0"/>
                </a:lnTo>
                <a:lnTo>
                  <a:pt x="660" y="129"/>
                </a:lnTo>
                <a:lnTo>
                  <a:pt x="713" y="129"/>
                </a:lnTo>
                <a:lnTo>
                  <a:pt x="713" y="4"/>
                </a:lnTo>
                <a:lnTo>
                  <a:pt x="809" y="250"/>
                </a:lnTo>
                <a:lnTo>
                  <a:pt x="713" y="495"/>
                </a:lnTo>
                <a:lnTo>
                  <a:pt x="713" y="368"/>
                </a:lnTo>
                <a:lnTo>
                  <a:pt x="658" y="368"/>
                </a:lnTo>
                <a:lnTo>
                  <a:pt x="658" y="495"/>
                </a:lnTo>
                <a:lnTo>
                  <a:pt x="0" y="495"/>
                </a:lnTo>
                <a:lnTo>
                  <a:pt x="0" y="0"/>
                </a:lnTo>
              </a:path>
            </a:pathLst>
          </a:custGeom>
          <a:solidFill>
            <a:schemeClr val="accent3">
              <a:lumMod val="75000"/>
            </a:schemeClr>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107" name="Rectangle 19">
            <a:extLst>
              <a:ext uri="{FF2B5EF4-FFF2-40B4-BE49-F238E27FC236}">
                <a16:creationId xmlns:a16="http://schemas.microsoft.com/office/drawing/2014/main" id="{E71E02C7-E410-9F66-8E98-1BB787F840DE}"/>
              </a:ext>
            </a:extLst>
          </p:cNvPr>
          <p:cNvSpPr>
            <a:spLocks noChangeArrowheads="1"/>
          </p:cNvSpPr>
          <p:nvPr/>
        </p:nvSpPr>
        <p:spPr bwMode="auto">
          <a:xfrm>
            <a:off x="1019175" y="3762375"/>
            <a:ext cx="793750" cy="64293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237" tIns="47619" rIns="95237" bIns="47619">
            <a:spAutoFit/>
          </a:bodyPr>
          <a:lstStyle>
            <a:lvl1pPr marL="198438" indent="-198438" defTabSz="823913">
              <a:tabLst>
                <a:tab pos="396875" algn="l"/>
              </a:tabLst>
              <a:defRPr>
                <a:solidFill>
                  <a:schemeClr val="tx1"/>
                </a:solidFill>
                <a:latin typeface="Arial" panose="020B0604020202020204" pitchFamily="34" charset="0"/>
                <a:cs typeface="Arial" panose="020B0604020202020204" pitchFamily="34" charset="0"/>
              </a:defRPr>
            </a:lvl1pPr>
            <a:lvl2pPr marL="742950" indent="-285750" defTabSz="823913">
              <a:tabLst>
                <a:tab pos="396875" algn="l"/>
              </a:tabLst>
              <a:defRPr>
                <a:solidFill>
                  <a:schemeClr val="tx1"/>
                </a:solidFill>
                <a:latin typeface="Arial" panose="020B0604020202020204" pitchFamily="34" charset="0"/>
                <a:cs typeface="Arial" panose="020B0604020202020204" pitchFamily="34" charset="0"/>
              </a:defRPr>
            </a:lvl2pPr>
            <a:lvl3pPr marL="990600" indent="198438" defTabSz="823913">
              <a:tabLst>
                <a:tab pos="396875" algn="l"/>
              </a:tabLst>
              <a:defRPr>
                <a:solidFill>
                  <a:schemeClr val="tx1"/>
                </a:solidFill>
                <a:latin typeface="Arial" panose="020B0604020202020204" pitchFamily="34" charset="0"/>
                <a:cs typeface="Arial" panose="020B0604020202020204" pitchFamily="34" charset="0"/>
              </a:defRPr>
            </a:lvl3pPr>
            <a:lvl4pPr marL="1600200" indent="-228600" defTabSz="823913">
              <a:tabLst>
                <a:tab pos="396875" algn="l"/>
              </a:tabLst>
              <a:defRPr>
                <a:solidFill>
                  <a:schemeClr val="tx1"/>
                </a:solidFill>
                <a:latin typeface="Arial" panose="020B0604020202020204" pitchFamily="34" charset="0"/>
                <a:cs typeface="Arial" panose="020B0604020202020204" pitchFamily="34" charset="0"/>
              </a:defRPr>
            </a:lvl4pPr>
            <a:lvl5pPr marL="2057400" indent="-228600" defTabSz="823913">
              <a:tabLst>
                <a:tab pos="396875" algn="l"/>
              </a:tabLst>
              <a:defRPr>
                <a:solidFill>
                  <a:schemeClr val="tx1"/>
                </a:solidFill>
                <a:latin typeface="Arial" panose="020B0604020202020204" pitchFamily="34" charset="0"/>
                <a:cs typeface="Arial" panose="020B0604020202020204" pitchFamily="34" charset="0"/>
              </a:defRPr>
            </a:lvl5pPr>
            <a:lvl6pPr marL="25146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6pPr>
            <a:lvl7pPr marL="29718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7pPr>
            <a:lvl8pPr marL="34290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8pPr>
            <a:lvl9pPr marL="3886200" indent="-228600" defTabSz="823913" eaLnBrk="0" fontAlgn="base" hangingPunct="0">
              <a:spcBef>
                <a:spcPct val="0"/>
              </a:spcBef>
              <a:spcAft>
                <a:spcPct val="0"/>
              </a:spcAft>
              <a:tabLst>
                <a:tab pos="396875" algn="l"/>
              </a:tabLst>
              <a:defRPr>
                <a:solidFill>
                  <a:schemeClr val="tx1"/>
                </a:solidFill>
                <a:latin typeface="Arial" panose="020B0604020202020204" pitchFamily="34" charset="0"/>
                <a:cs typeface="Arial" panose="020B0604020202020204" pitchFamily="34" charset="0"/>
              </a:defRPr>
            </a:lvl9pPr>
          </a:lstStyle>
          <a:p>
            <a:pPr algn="ctr"/>
            <a:r>
              <a:rPr kumimoji="1" lang="en-US" altLang="ko-KR" sz="1200" dirty="0">
                <a:ea typeface="굴림" panose="020B0600000101010101" pitchFamily="34" charset="-127"/>
              </a:rPr>
              <a:t>Insert text</a:t>
            </a:r>
          </a:p>
          <a:p>
            <a:pPr algn="ctr"/>
            <a:endParaRPr kumimoji="1" lang="en-US" altLang="ko-KR" sz="1200" dirty="0">
              <a:ea typeface="굴림" panose="020B0600000101010101" pitchFamily="34" charset="-127"/>
            </a:endParaRPr>
          </a:p>
          <a:p>
            <a:pPr algn="ctr" eaLnBrk="1" hangingPunct="1"/>
            <a:endParaRPr kumimoji="1" lang="ko-KR" altLang="en-US" sz="1200" dirty="0">
              <a:ea typeface="굴림" panose="020B0600000101010101" pitchFamily="34" charset="-127"/>
            </a:endParaRPr>
          </a:p>
        </p:txBody>
      </p:sp>
      <p:sp>
        <p:nvSpPr>
          <p:cNvPr id="89108" name="Line 22">
            <a:extLst>
              <a:ext uri="{FF2B5EF4-FFF2-40B4-BE49-F238E27FC236}">
                <a16:creationId xmlns:a16="http://schemas.microsoft.com/office/drawing/2014/main" id="{47B47710-89F0-C101-9C7F-F40CB18FF26A}"/>
              </a:ext>
            </a:extLst>
          </p:cNvPr>
          <p:cNvSpPr>
            <a:spLocks noChangeShapeType="1"/>
          </p:cNvSpPr>
          <p:nvPr/>
        </p:nvSpPr>
        <p:spPr bwMode="auto">
          <a:xfrm>
            <a:off x="6991350" y="3960813"/>
            <a:ext cx="923925"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89109" name="Freeform 23">
            <a:extLst>
              <a:ext uri="{FF2B5EF4-FFF2-40B4-BE49-F238E27FC236}">
                <a16:creationId xmlns:a16="http://schemas.microsoft.com/office/drawing/2014/main" id="{CF4FCDFF-7673-EBAA-2FB8-032CDDE4CE48}"/>
              </a:ext>
            </a:extLst>
          </p:cNvPr>
          <p:cNvSpPr>
            <a:spLocks/>
          </p:cNvSpPr>
          <p:nvPr/>
        </p:nvSpPr>
        <p:spPr bwMode="auto">
          <a:xfrm>
            <a:off x="7658100" y="3141663"/>
            <a:ext cx="258763" cy="1616075"/>
          </a:xfrm>
          <a:custGeom>
            <a:avLst/>
            <a:gdLst>
              <a:gd name="T0" fmla="*/ 2147483646 w 177"/>
              <a:gd name="T1" fmla="*/ 0 h 1018"/>
              <a:gd name="T2" fmla="*/ 0 w 177"/>
              <a:gd name="T3" fmla="*/ 0 h 1018"/>
              <a:gd name="T4" fmla="*/ 0 w 177"/>
              <a:gd name="T5" fmla="*/ 2147483646 h 1018"/>
              <a:gd name="T6" fmla="*/ 2147483646 w 177"/>
              <a:gd name="T7" fmla="*/ 2147483646 h 10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7" h="1018">
                <a:moveTo>
                  <a:pt x="176" y="0"/>
                </a:moveTo>
                <a:lnTo>
                  <a:pt x="0" y="0"/>
                </a:lnTo>
                <a:lnTo>
                  <a:pt x="0" y="1017"/>
                </a:lnTo>
                <a:lnTo>
                  <a:pt x="176" y="1017"/>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89110" name="AutoShape 24">
            <a:extLst>
              <a:ext uri="{FF2B5EF4-FFF2-40B4-BE49-F238E27FC236}">
                <a16:creationId xmlns:a16="http://schemas.microsoft.com/office/drawing/2014/main" id="{68FA4883-54EB-1DB5-CFB5-2F1D9C85CCA3}"/>
              </a:ext>
            </a:extLst>
          </p:cNvPr>
          <p:cNvSpPr>
            <a:spLocks noChangeArrowheads="1"/>
          </p:cNvSpPr>
          <p:nvPr/>
        </p:nvSpPr>
        <p:spPr bwMode="auto">
          <a:xfrm>
            <a:off x="7921625" y="2976563"/>
            <a:ext cx="128588" cy="347662"/>
          </a:xfrm>
          <a:prstGeom prst="rightArrow">
            <a:avLst>
              <a:gd name="adj1" fmla="val 50000"/>
              <a:gd name="adj2" fmla="val 50005"/>
            </a:avLst>
          </a:prstGeom>
          <a:solidFill>
            <a:schemeClr val="accent2"/>
          </a:solidFill>
          <a:ln w="25399">
            <a:solidFill>
              <a:srgbClr val="01010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9111" name="AutoShape 25">
            <a:extLst>
              <a:ext uri="{FF2B5EF4-FFF2-40B4-BE49-F238E27FC236}">
                <a16:creationId xmlns:a16="http://schemas.microsoft.com/office/drawing/2014/main" id="{AECCA516-AE86-E433-B6B7-D606D697C30B}"/>
              </a:ext>
            </a:extLst>
          </p:cNvPr>
          <p:cNvSpPr>
            <a:spLocks noChangeArrowheads="1"/>
          </p:cNvSpPr>
          <p:nvPr/>
        </p:nvSpPr>
        <p:spPr bwMode="auto">
          <a:xfrm>
            <a:off x="7921625" y="3814763"/>
            <a:ext cx="128588" cy="342900"/>
          </a:xfrm>
          <a:prstGeom prst="rightArrow">
            <a:avLst>
              <a:gd name="adj1" fmla="val 50000"/>
              <a:gd name="adj2" fmla="val 50005"/>
            </a:avLst>
          </a:prstGeom>
          <a:solidFill>
            <a:schemeClr val="accent2"/>
          </a:solidFill>
          <a:ln w="25399">
            <a:solidFill>
              <a:srgbClr val="01010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9112" name="AutoShape 26">
            <a:extLst>
              <a:ext uri="{FF2B5EF4-FFF2-40B4-BE49-F238E27FC236}">
                <a16:creationId xmlns:a16="http://schemas.microsoft.com/office/drawing/2014/main" id="{C2A7898D-B1F5-5F13-502A-A494A7269190}"/>
              </a:ext>
            </a:extLst>
          </p:cNvPr>
          <p:cNvSpPr>
            <a:spLocks noChangeArrowheads="1"/>
          </p:cNvSpPr>
          <p:nvPr/>
        </p:nvSpPr>
        <p:spPr bwMode="auto">
          <a:xfrm>
            <a:off x="7921625" y="4575175"/>
            <a:ext cx="128588" cy="347663"/>
          </a:xfrm>
          <a:prstGeom prst="rightArrow">
            <a:avLst>
              <a:gd name="adj1" fmla="val 50000"/>
              <a:gd name="adj2" fmla="val 50005"/>
            </a:avLst>
          </a:prstGeom>
          <a:solidFill>
            <a:schemeClr val="accent2"/>
          </a:solidFill>
          <a:ln w="25399">
            <a:solidFill>
              <a:srgbClr val="01010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9113" name="Freeform 27">
            <a:extLst>
              <a:ext uri="{FF2B5EF4-FFF2-40B4-BE49-F238E27FC236}">
                <a16:creationId xmlns:a16="http://schemas.microsoft.com/office/drawing/2014/main" id="{C463801B-B20A-B0F6-CD4B-C335062FC984}"/>
              </a:ext>
            </a:extLst>
          </p:cNvPr>
          <p:cNvSpPr>
            <a:spLocks/>
          </p:cNvSpPr>
          <p:nvPr/>
        </p:nvSpPr>
        <p:spPr bwMode="auto">
          <a:xfrm>
            <a:off x="4883150" y="3367088"/>
            <a:ext cx="2571750" cy="1169987"/>
          </a:xfrm>
          <a:custGeom>
            <a:avLst/>
            <a:gdLst>
              <a:gd name="T0" fmla="*/ 0 w 1756"/>
              <a:gd name="T1" fmla="*/ 0 h 737"/>
              <a:gd name="T2" fmla="*/ 2147483646 w 1756"/>
              <a:gd name="T3" fmla="*/ 0 h 737"/>
              <a:gd name="T4" fmla="*/ 2147483646 w 1756"/>
              <a:gd name="T5" fmla="*/ 2147483646 h 737"/>
              <a:gd name="T6" fmla="*/ 2147483646 w 1756"/>
              <a:gd name="T7" fmla="*/ 2147483646 h 737"/>
              <a:gd name="T8" fmla="*/ 2147483646 w 1756"/>
              <a:gd name="T9" fmla="*/ 2147483646 h 737"/>
              <a:gd name="T10" fmla="*/ 2147483646 w 1756"/>
              <a:gd name="T11" fmla="*/ 2147483646 h 737"/>
              <a:gd name="T12" fmla="*/ 2147483646 w 1756"/>
              <a:gd name="T13" fmla="*/ 2147483646 h 737"/>
              <a:gd name="T14" fmla="*/ 2147483646 w 1756"/>
              <a:gd name="T15" fmla="*/ 2147483646 h 737"/>
              <a:gd name="T16" fmla="*/ 2147483646 w 1756"/>
              <a:gd name="T17" fmla="*/ 2147483646 h 737"/>
              <a:gd name="T18" fmla="*/ 2147483646 w 1756"/>
              <a:gd name="T19" fmla="*/ 2147483646 h 737"/>
              <a:gd name="T20" fmla="*/ 0 w 1756"/>
              <a:gd name="T21" fmla="*/ 2147483646 h 737"/>
              <a:gd name="T22" fmla="*/ 0 w 1756"/>
              <a:gd name="T23" fmla="*/ 0 h 7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756" h="737">
                <a:moveTo>
                  <a:pt x="0" y="0"/>
                </a:moveTo>
                <a:lnTo>
                  <a:pt x="1432" y="0"/>
                </a:lnTo>
                <a:lnTo>
                  <a:pt x="1432" y="190"/>
                </a:lnTo>
                <a:lnTo>
                  <a:pt x="1547" y="190"/>
                </a:lnTo>
                <a:lnTo>
                  <a:pt x="1547" y="6"/>
                </a:lnTo>
                <a:lnTo>
                  <a:pt x="1755" y="372"/>
                </a:lnTo>
                <a:lnTo>
                  <a:pt x="1547" y="736"/>
                </a:lnTo>
                <a:lnTo>
                  <a:pt x="1547" y="547"/>
                </a:lnTo>
                <a:lnTo>
                  <a:pt x="1429" y="547"/>
                </a:lnTo>
                <a:lnTo>
                  <a:pt x="1429" y="736"/>
                </a:lnTo>
                <a:lnTo>
                  <a:pt x="0" y="736"/>
                </a:lnTo>
                <a:lnTo>
                  <a:pt x="0" y="0"/>
                </a:lnTo>
              </a:path>
            </a:pathLst>
          </a:custGeom>
          <a:solidFill>
            <a:schemeClr val="accent3">
              <a:lumMod val="75000"/>
            </a:schemeClr>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89114" name="Rectangle 28">
            <a:extLst>
              <a:ext uri="{FF2B5EF4-FFF2-40B4-BE49-F238E27FC236}">
                <a16:creationId xmlns:a16="http://schemas.microsoft.com/office/drawing/2014/main" id="{1C79B77C-1899-3E3A-AB62-85D7F0149B33}"/>
              </a:ext>
            </a:extLst>
          </p:cNvPr>
          <p:cNvSpPr>
            <a:spLocks noChangeArrowheads="1"/>
          </p:cNvSpPr>
          <p:nvPr/>
        </p:nvSpPr>
        <p:spPr bwMode="auto">
          <a:xfrm>
            <a:off x="4986338" y="3854450"/>
            <a:ext cx="1954212" cy="1825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985838">
              <a:tabLst>
                <a:tab pos="433388" algn="l"/>
              </a:tabLst>
              <a:defRPr>
                <a:solidFill>
                  <a:schemeClr val="tx1"/>
                </a:solidFill>
                <a:latin typeface="Arial" panose="020B0604020202020204" pitchFamily="34" charset="0"/>
                <a:cs typeface="Arial" panose="020B0604020202020204" pitchFamily="34" charset="0"/>
              </a:defRPr>
            </a:lvl1pPr>
            <a:lvl2pPr marL="742950" indent="-285750" defTabSz="985838">
              <a:tabLst>
                <a:tab pos="433388" algn="l"/>
              </a:tabLst>
              <a:defRPr>
                <a:solidFill>
                  <a:schemeClr val="tx1"/>
                </a:solidFill>
                <a:latin typeface="Arial" panose="020B0604020202020204" pitchFamily="34" charset="0"/>
                <a:cs typeface="Arial" panose="020B0604020202020204" pitchFamily="34" charset="0"/>
              </a:defRPr>
            </a:lvl2pPr>
            <a:lvl3pPr marL="1084263" indent="215900" defTabSz="985838">
              <a:tabLst>
                <a:tab pos="433388" algn="l"/>
              </a:tabLst>
              <a:defRPr>
                <a:solidFill>
                  <a:schemeClr val="tx1"/>
                </a:solidFill>
                <a:latin typeface="Arial" panose="020B0604020202020204" pitchFamily="34" charset="0"/>
                <a:cs typeface="Arial" panose="020B0604020202020204" pitchFamily="34" charset="0"/>
              </a:defRPr>
            </a:lvl3pPr>
            <a:lvl4pPr marL="1600200" indent="-228600" defTabSz="985838">
              <a:tabLst>
                <a:tab pos="433388" algn="l"/>
              </a:tabLst>
              <a:defRPr>
                <a:solidFill>
                  <a:schemeClr val="tx1"/>
                </a:solidFill>
                <a:latin typeface="Arial" panose="020B0604020202020204" pitchFamily="34" charset="0"/>
                <a:cs typeface="Arial" panose="020B0604020202020204" pitchFamily="34" charset="0"/>
              </a:defRPr>
            </a:lvl4pPr>
            <a:lvl5pPr marL="2057400" indent="-228600" defTabSz="985838">
              <a:tabLst>
                <a:tab pos="433388" algn="l"/>
              </a:tabLst>
              <a:defRPr>
                <a:solidFill>
                  <a:schemeClr val="tx1"/>
                </a:solidFill>
                <a:latin typeface="Arial" panose="020B0604020202020204" pitchFamily="34" charset="0"/>
                <a:cs typeface="Arial" panose="020B0604020202020204" pitchFamily="34" charset="0"/>
              </a:defRPr>
            </a:lvl5pPr>
            <a:lvl6pPr marL="2514600" indent="-228600" defTabSz="985838" eaLnBrk="0" fontAlgn="base" hangingPunct="0">
              <a:spcBef>
                <a:spcPct val="0"/>
              </a:spcBef>
              <a:spcAft>
                <a:spcPct val="0"/>
              </a:spcAft>
              <a:tabLst>
                <a:tab pos="433388" algn="l"/>
              </a:tabLst>
              <a:defRPr>
                <a:solidFill>
                  <a:schemeClr val="tx1"/>
                </a:solidFill>
                <a:latin typeface="Arial" panose="020B0604020202020204" pitchFamily="34" charset="0"/>
                <a:cs typeface="Arial" panose="020B0604020202020204" pitchFamily="34" charset="0"/>
              </a:defRPr>
            </a:lvl6pPr>
            <a:lvl7pPr marL="2971800" indent="-228600" defTabSz="985838" eaLnBrk="0" fontAlgn="base" hangingPunct="0">
              <a:spcBef>
                <a:spcPct val="0"/>
              </a:spcBef>
              <a:spcAft>
                <a:spcPct val="0"/>
              </a:spcAft>
              <a:tabLst>
                <a:tab pos="433388" algn="l"/>
              </a:tabLst>
              <a:defRPr>
                <a:solidFill>
                  <a:schemeClr val="tx1"/>
                </a:solidFill>
                <a:latin typeface="Arial" panose="020B0604020202020204" pitchFamily="34" charset="0"/>
                <a:cs typeface="Arial" panose="020B0604020202020204" pitchFamily="34" charset="0"/>
              </a:defRPr>
            </a:lvl7pPr>
            <a:lvl8pPr marL="3429000" indent="-228600" defTabSz="985838" eaLnBrk="0" fontAlgn="base" hangingPunct="0">
              <a:spcBef>
                <a:spcPct val="0"/>
              </a:spcBef>
              <a:spcAft>
                <a:spcPct val="0"/>
              </a:spcAft>
              <a:tabLst>
                <a:tab pos="433388" algn="l"/>
              </a:tabLst>
              <a:defRPr>
                <a:solidFill>
                  <a:schemeClr val="tx1"/>
                </a:solidFill>
                <a:latin typeface="Arial" panose="020B0604020202020204" pitchFamily="34" charset="0"/>
                <a:cs typeface="Arial" panose="020B0604020202020204" pitchFamily="34" charset="0"/>
              </a:defRPr>
            </a:lvl8pPr>
            <a:lvl9pPr marL="3886200" indent="-228600" defTabSz="985838" eaLnBrk="0" fontAlgn="base" hangingPunct="0">
              <a:spcBef>
                <a:spcPct val="0"/>
              </a:spcBef>
              <a:spcAft>
                <a:spcPct val="0"/>
              </a:spcAft>
              <a:tabLst>
                <a:tab pos="433388"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a:ea typeface="굴림" panose="020B0600000101010101" pitchFamily="34" charset="-127"/>
              </a:rPr>
              <a:t>Insert text</a:t>
            </a:r>
          </a:p>
        </p:txBody>
      </p:sp>
      <p:grpSp>
        <p:nvGrpSpPr>
          <p:cNvPr id="89115" name="Group 37">
            <a:extLst>
              <a:ext uri="{FF2B5EF4-FFF2-40B4-BE49-F238E27FC236}">
                <a16:creationId xmlns:a16="http://schemas.microsoft.com/office/drawing/2014/main" id="{B7305C06-CD17-D9E5-643D-4750BB22CE1D}"/>
              </a:ext>
            </a:extLst>
          </p:cNvPr>
          <p:cNvGrpSpPr>
            <a:grpSpLocks/>
          </p:cNvGrpSpPr>
          <p:nvPr/>
        </p:nvGrpSpPr>
        <p:grpSpPr bwMode="auto">
          <a:xfrm>
            <a:off x="6788150" y="466725"/>
            <a:ext cx="2014538" cy="676275"/>
            <a:chOff x="4632" y="196"/>
            <a:chExt cx="1375" cy="426"/>
          </a:xfrm>
        </p:grpSpPr>
        <p:sp>
          <p:nvSpPr>
            <p:cNvPr id="89116" name="Rectangle 38">
              <a:extLst>
                <a:ext uri="{FF2B5EF4-FFF2-40B4-BE49-F238E27FC236}">
                  <a16:creationId xmlns:a16="http://schemas.microsoft.com/office/drawing/2014/main" id="{A7E3BC3A-40B3-2D88-9BCF-068654B0F888}"/>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89117" name="Group 39">
              <a:extLst>
                <a:ext uri="{FF2B5EF4-FFF2-40B4-BE49-F238E27FC236}">
                  <a16:creationId xmlns:a16="http://schemas.microsoft.com/office/drawing/2014/main" id="{5B1A6FA7-A81E-BD9D-7377-DA731341F777}"/>
                </a:ext>
              </a:extLst>
            </p:cNvPr>
            <p:cNvGrpSpPr>
              <a:grpSpLocks/>
            </p:cNvGrpSpPr>
            <p:nvPr/>
          </p:nvGrpSpPr>
          <p:grpSpPr bwMode="auto">
            <a:xfrm>
              <a:off x="5507" y="196"/>
              <a:ext cx="500" cy="426"/>
              <a:chOff x="5507" y="196"/>
              <a:chExt cx="500" cy="426"/>
            </a:xfrm>
          </p:grpSpPr>
          <p:sp>
            <p:nvSpPr>
              <p:cNvPr id="89118" name="Rectangle 40">
                <a:extLst>
                  <a:ext uri="{FF2B5EF4-FFF2-40B4-BE49-F238E27FC236}">
                    <a16:creationId xmlns:a16="http://schemas.microsoft.com/office/drawing/2014/main" id="{A8756D3C-218D-CD1F-CF67-C7AC0916A4C3}"/>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89119" name="Group 41">
                <a:extLst>
                  <a:ext uri="{FF2B5EF4-FFF2-40B4-BE49-F238E27FC236}">
                    <a16:creationId xmlns:a16="http://schemas.microsoft.com/office/drawing/2014/main" id="{B3B9F1F6-E697-59FE-8436-C95AD4CAAAFF}"/>
                  </a:ext>
                </a:extLst>
              </p:cNvPr>
              <p:cNvGrpSpPr>
                <a:grpSpLocks/>
              </p:cNvGrpSpPr>
              <p:nvPr/>
            </p:nvGrpSpPr>
            <p:grpSpPr bwMode="auto">
              <a:xfrm>
                <a:off x="5547" y="298"/>
                <a:ext cx="423" cy="72"/>
                <a:chOff x="5547" y="298"/>
                <a:chExt cx="423" cy="72"/>
              </a:xfrm>
            </p:grpSpPr>
            <p:sp>
              <p:nvSpPr>
                <p:cNvPr id="89120" name="AutoShape 42">
                  <a:extLst>
                    <a:ext uri="{FF2B5EF4-FFF2-40B4-BE49-F238E27FC236}">
                      <a16:creationId xmlns:a16="http://schemas.microsoft.com/office/drawing/2014/main" id="{4AE03F8C-F8F9-8D66-7121-AE3CB5F5F0A2}"/>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9121" name="AutoShape 43">
                  <a:extLst>
                    <a:ext uri="{FF2B5EF4-FFF2-40B4-BE49-F238E27FC236}">
                      <a16:creationId xmlns:a16="http://schemas.microsoft.com/office/drawing/2014/main" id="{65BC52ED-A51C-9532-D2F8-488F24868395}"/>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89122" name="AutoShape 44">
                  <a:extLst>
                    <a:ext uri="{FF2B5EF4-FFF2-40B4-BE49-F238E27FC236}">
                      <a16:creationId xmlns:a16="http://schemas.microsoft.com/office/drawing/2014/main" id="{12040D6E-E336-EFED-49ED-38FA5196B73C}"/>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Rectangle 2">
            <a:extLst>
              <a:ext uri="{FF2B5EF4-FFF2-40B4-BE49-F238E27FC236}">
                <a16:creationId xmlns:a16="http://schemas.microsoft.com/office/drawing/2014/main" id="{7EA93D50-3708-C819-EA82-54D3F792A11B}"/>
              </a:ext>
            </a:extLst>
          </p:cNvPr>
          <p:cNvSpPr>
            <a:spLocks noChangeArrowheads="1"/>
          </p:cNvSpPr>
          <p:nvPr/>
        </p:nvSpPr>
        <p:spPr bwMode="auto">
          <a:xfrm>
            <a:off x="1604963" y="2595563"/>
            <a:ext cx="2460625" cy="6096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9841" tIns="36507" rIns="69841" bIns="36507" anchor="ctr"/>
          <a:lstStyle>
            <a:lvl1pPr marL="146050" indent="-146050" defTabSz="458788">
              <a:defRPr>
                <a:solidFill>
                  <a:schemeClr val="tx1"/>
                </a:solidFill>
                <a:latin typeface="Arial" panose="020B0604020202020204" pitchFamily="34" charset="0"/>
                <a:cs typeface="Arial" panose="020B0604020202020204" pitchFamily="34" charset="0"/>
              </a:defRPr>
            </a:lvl1pPr>
            <a:lvl2pPr marL="342900" indent="-82550" defTabSz="458788">
              <a:defRPr>
                <a:solidFill>
                  <a:schemeClr val="tx1"/>
                </a:solidFill>
                <a:latin typeface="Arial" panose="020B0604020202020204" pitchFamily="34" charset="0"/>
                <a:cs typeface="Arial" panose="020B0604020202020204" pitchFamily="34" charset="0"/>
              </a:defRPr>
            </a:lvl2pPr>
            <a:lvl3pPr marL="517525" indent="-60325" defTabSz="458788">
              <a:defRPr>
                <a:solidFill>
                  <a:schemeClr val="tx1"/>
                </a:solidFill>
                <a:latin typeface="Arial" panose="020B0604020202020204" pitchFamily="34" charset="0"/>
                <a:cs typeface="Arial" panose="020B0604020202020204" pitchFamily="34" charset="0"/>
              </a:defRPr>
            </a:lvl3pPr>
            <a:lvl4pPr marL="1600200" indent="-228600" defTabSz="458788">
              <a:defRPr>
                <a:solidFill>
                  <a:schemeClr val="tx1"/>
                </a:solidFill>
                <a:latin typeface="Arial" panose="020B0604020202020204" pitchFamily="34" charset="0"/>
                <a:cs typeface="Arial" panose="020B0604020202020204" pitchFamily="34" charset="0"/>
              </a:defRPr>
            </a:lvl4pPr>
            <a:lvl5pPr marL="2057400" indent="-228600" defTabSz="458788">
              <a:defRPr>
                <a:solidFill>
                  <a:schemeClr val="tx1"/>
                </a:solidFill>
                <a:latin typeface="Arial" panose="020B0604020202020204" pitchFamily="34" charset="0"/>
                <a:cs typeface="Arial" panose="020B0604020202020204" pitchFamily="34" charset="0"/>
              </a:defRPr>
            </a:lvl5pPr>
            <a:lvl6pPr marL="25146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91138" name="Rectangle 3">
            <a:extLst>
              <a:ext uri="{FF2B5EF4-FFF2-40B4-BE49-F238E27FC236}">
                <a16:creationId xmlns:a16="http://schemas.microsoft.com/office/drawing/2014/main" id="{78ECBC78-9DDD-7323-04A8-3962A87FF65D}"/>
              </a:ext>
            </a:extLst>
          </p:cNvPr>
          <p:cNvSpPr>
            <a:spLocks noChangeArrowheads="1"/>
          </p:cNvSpPr>
          <p:nvPr/>
        </p:nvSpPr>
        <p:spPr bwMode="auto">
          <a:xfrm>
            <a:off x="1604963" y="3587750"/>
            <a:ext cx="2460625" cy="61118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9841" tIns="36507" rIns="69841" bIns="36507" anchor="ctr"/>
          <a:lstStyle>
            <a:lvl1pPr marL="146050" indent="-146050" defTabSz="458788">
              <a:defRPr>
                <a:solidFill>
                  <a:schemeClr val="tx1"/>
                </a:solidFill>
                <a:latin typeface="Arial" panose="020B0604020202020204" pitchFamily="34" charset="0"/>
                <a:cs typeface="Arial" panose="020B0604020202020204" pitchFamily="34" charset="0"/>
              </a:defRPr>
            </a:lvl1pPr>
            <a:lvl2pPr marL="342900" indent="-82550" defTabSz="458788">
              <a:defRPr>
                <a:solidFill>
                  <a:schemeClr val="tx1"/>
                </a:solidFill>
                <a:latin typeface="Arial" panose="020B0604020202020204" pitchFamily="34" charset="0"/>
                <a:cs typeface="Arial" panose="020B0604020202020204" pitchFamily="34" charset="0"/>
              </a:defRPr>
            </a:lvl2pPr>
            <a:lvl3pPr marL="517525" indent="-60325" defTabSz="458788">
              <a:defRPr>
                <a:solidFill>
                  <a:schemeClr val="tx1"/>
                </a:solidFill>
                <a:latin typeface="Arial" panose="020B0604020202020204" pitchFamily="34" charset="0"/>
                <a:cs typeface="Arial" panose="020B0604020202020204" pitchFamily="34" charset="0"/>
              </a:defRPr>
            </a:lvl3pPr>
            <a:lvl4pPr marL="1600200" indent="-228600" defTabSz="458788">
              <a:defRPr>
                <a:solidFill>
                  <a:schemeClr val="tx1"/>
                </a:solidFill>
                <a:latin typeface="Arial" panose="020B0604020202020204" pitchFamily="34" charset="0"/>
                <a:cs typeface="Arial" panose="020B0604020202020204" pitchFamily="34" charset="0"/>
              </a:defRPr>
            </a:lvl4pPr>
            <a:lvl5pPr marL="2057400" indent="-228600" defTabSz="458788">
              <a:defRPr>
                <a:solidFill>
                  <a:schemeClr val="tx1"/>
                </a:solidFill>
                <a:latin typeface="Arial" panose="020B0604020202020204" pitchFamily="34" charset="0"/>
                <a:cs typeface="Arial" panose="020B0604020202020204" pitchFamily="34" charset="0"/>
              </a:defRPr>
            </a:lvl5pPr>
            <a:lvl6pPr marL="25146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91139" name="Rectangle 4">
            <a:extLst>
              <a:ext uri="{FF2B5EF4-FFF2-40B4-BE49-F238E27FC236}">
                <a16:creationId xmlns:a16="http://schemas.microsoft.com/office/drawing/2014/main" id="{0379E044-8B67-D7D3-F12D-EB3DB5424397}"/>
              </a:ext>
            </a:extLst>
          </p:cNvPr>
          <p:cNvSpPr>
            <a:spLocks noChangeArrowheads="1"/>
          </p:cNvSpPr>
          <p:nvPr/>
        </p:nvSpPr>
        <p:spPr bwMode="auto">
          <a:xfrm>
            <a:off x="1604963" y="4581525"/>
            <a:ext cx="2460625" cy="6096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9841" tIns="36507" rIns="69841" bIns="36507" anchor="ctr"/>
          <a:lstStyle>
            <a:lvl1pPr marL="146050" indent="-146050" defTabSz="458788">
              <a:defRPr>
                <a:solidFill>
                  <a:schemeClr val="tx1"/>
                </a:solidFill>
                <a:latin typeface="Arial" panose="020B0604020202020204" pitchFamily="34" charset="0"/>
                <a:cs typeface="Arial" panose="020B0604020202020204" pitchFamily="34" charset="0"/>
              </a:defRPr>
            </a:lvl1pPr>
            <a:lvl2pPr marL="342900" indent="-82550" defTabSz="458788">
              <a:defRPr>
                <a:solidFill>
                  <a:schemeClr val="tx1"/>
                </a:solidFill>
                <a:latin typeface="Arial" panose="020B0604020202020204" pitchFamily="34" charset="0"/>
                <a:cs typeface="Arial" panose="020B0604020202020204" pitchFamily="34" charset="0"/>
              </a:defRPr>
            </a:lvl2pPr>
            <a:lvl3pPr marL="517525" indent="-60325" defTabSz="458788">
              <a:defRPr>
                <a:solidFill>
                  <a:schemeClr val="tx1"/>
                </a:solidFill>
                <a:latin typeface="Arial" panose="020B0604020202020204" pitchFamily="34" charset="0"/>
                <a:cs typeface="Arial" panose="020B0604020202020204" pitchFamily="34" charset="0"/>
              </a:defRPr>
            </a:lvl3pPr>
            <a:lvl4pPr marL="1600200" indent="-228600" defTabSz="458788">
              <a:defRPr>
                <a:solidFill>
                  <a:schemeClr val="tx1"/>
                </a:solidFill>
                <a:latin typeface="Arial" panose="020B0604020202020204" pitchFamily="34" charset="0"/>
                <a:cs typeface="Arial" panose="020B0604020202020204" pitchFamily="34" charset="0"/>
              </a:defRPr>
            </a:lvl4pPr>
            <a:lvl5pPr marL="2057400" indent="-228600" defTabSz="458788">
              <a:defRPr>
                <a:solidFill>
                  <a:schemeClr val="tx1"/>
                </a:solidFill>
                <a:latin typeface="Arial" panose="020B0604020202020204" pitchFamily="34" charset="0"/>
                <a:cs typeface="Arial" panose="020B0604020202020204" pitchFamily="34" charset="0"/>
              </a:defRPr>
            </a:lvl5pPr>
            <a:lvl6pPr marL="25146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45878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91140" name="AutoShape 5">
            <a:extLst>
              <a:ext uri="{FF2B5EF4-FFF2-40B4-BE49-F238E27FC236}">
                <a16:creationId xmlns:a16="http://schemas.microsoft.com/office/drawing/2014/main" id="{3754FC46-2AFE-92CA-CF00-0646657237BD}"/>
              </a:ext>
            </a:extLst>
          </p:cNvPr>
          <p:cNvSpPr>
            <a:spLocks noChangeArrowheads="1"/>
          </p:cNvSpPr>
          <p:nvPr/>
        </p:nvSpPr>
        <p:spPr bwMode="auto">
          <a:xfrm rot="10800000" flipH="1">
            <a:off x="2525713" y="3290888"/>
            <a:ext cx="617537" cy="227012"/>
          </a:xfrm>
          <a:prstGeom prst="triangle">
            <a:avLst>
              <a:gd name="adj" fmla="val 49995"/>
            </a:avLst>
          </a:prstGeom>
          <a:solidFill>
            <a:schemeClr val="accent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1141" name="AutoShape 6">
            <a:extLst>
              <a:ext uri="{FF2B5EF4-FFF2-40B4-BE49-F238E27FC236}">
                <a16:creationId xmlns:a16="http://schemas.microsoft.com/office/drawing/2014/main" id="{D5F42305-66E8-B571-72AC-80C99F0CD9D7}"/>
              </a:ext>
            </a:extLst>
          </p:cNvPr>
          <p:cNvSpPr>
            <a:spLocks noChangeArrowheads="1"/>
          </p:cNvSpPr>
          <p:nvPr/>
        </p:nvSpPr>
        <p:spPr bwMode="auto">
          <a:xfrm rot="10800000" flipH="1">
            <a:off x="2525713" y="4300538"/>
            <a:ext cx="617537" cy="223837"/>
          </a:xfrm>
          <a:prstGeom prst="triangle">
            <a:avLst>
              <a:gd name="adj" fmla="val 49995"/>
            </a:avLst>
          </a:prstGeom>
          <a:solidFill>
            <a:schemeClr val="accent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1142" name="Group 7">
            <a:extLst>
              <a:ext uri="{FF2B5EF4-FFF2-40B4-BE49-F238E27FC236}">
                <a16:creationId xmlns:a16="http://schemas.microsoft.com/office/drawing/2014/main" id="{C0B3AC30-66FF-4DEB-88D6-D956A1ECD54D}"/>
              </a:ext>
            </a:extLst>
          </p:cNvPr>
          <p:cNvGrpSpPr>
            <a:grpSpLocks/>
          </p:cNvGrpSpPr>
          <p:nvPr/>
        </p:nvGrpSpPr>
        <p:grpSpPr bwMode="auto">
          <a:xfrm>
            <a:off x="5553075" y="3101975"/>
            <a:ext cx="2214563" cy="1414463"/>
            <a:chOff x="3789" y="1954"/>
            <a:chExt cx="1512" cy="891"/>
          </a:xfrm>
        </p:grpSpPr>
        <p:sp>
          <p:nvSpPr>
            <p:cNvPr id="91151" name="Oval 8">
              <a:extLst>
                <a:ext uri="{FF2B5EF4-FFF2-40B4-BE49-F238E27FC236}">
                  <a16:creationId xmlns:a16="http://schemas.microsoft.com/office/drawing/2014/main" id="{17FFF7A9-BCB9-EB97-ECE2-610FB433E5B0}"/>
                </a:ext>
              </a:extLst>
            </p:cNvPr>
            <p:cNvSpPr>
              <a:spLocks noChangeArrowheads="1"/>
            </p:cNvSpPr>
            <p:nvPr/>
          </p:nvSpPr>
          <p:spPr bwMode="auto">
            <a:xfrm>
              <a:off x="3791" y="2025"/>
              <a:ext cx="1504" cy="184"/>
            </a:xfrm>
            <a:prstGeom prst="ellipse">
              <a:avLst/>
            </a:prstGeom>
            <a:solidFill>
              <a:schemeClr val="bg1"/>
            </a:solidFill>
            <a:ln w="12699">
              <a:solidFill>
                <a:schemeClr val="tx1"/>
              </a:solidFill>
              <a:round/>
              <a:headEnd/>
              <a:tailEnd/>
            </a:ln>
            <a:effectLst>
              <a:outerShdw dist="50800" dir="54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1152" name="Oval 9">
              <a:extLst>
                <a:ext uri="{FF2B5EF4-FFF2-40B4-BE49-F238E27FC236}">
                  <a16:creationId xmlns:a16="http://schemas.microsoft.com/office/drawing/2014/main" id="{EFBE6B2B-69C9-9711-BC44-35F506AEF2F1}"/>
                </a:ext>
              </a:extLst>
            </p:cNvPr>
            <p:cNvSpPr>
              <a:spLocks noChangeArrowheads="1"/>
            </p:cNvSpPr>
            <p:nvPr/>
          </p:nvSpPr>
          <p:spPr bwMode="auto">
            <a:xfrm>
              <a:off x="3791" y="2289"/>
              <a:ext cx="1504" cy="184"/>
            </a:xfrm>
            <a:prstGeom prst="ellipse">
              <a:avLst/>
            </a:prstGeom>
            <a:solidFill>
              <a:schemeClr val="bg1"/>
            </a:solidFill>
            <a:ln w="12699">
              <a:solidFill>
                <a:schemeClr val="tx1"/>
              </a:solidFill>
              <a:round/>
              <a:headEnd/>
              <a:tailEnd/>
            </a:ln>
            <a:effectLst>
              <a:outerShdw dist="50800" dir="54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1153" name="Oval 10">
              <a:extLst>
                <a:ext uri="{FF2B5EF4-FFF2-40B4-BE49-F238E27FC236}">
                  <a16:creationId xmlns:a16="http://schemas.microsoft.com/office/drawing/2014/main" id="{06E6A877-8F30-D714-973B-B0646857C66D}"/>
                </a:ext>
              </a:extLst>
            </p:cNvPr>
            <p:cNvSpPr>
              <a:spLocks noChangeArrowheads="1"/>
            </p:cNvSpPr>
            <p:nvPr/>
          </p:nvSpPr>
          <p:spPr bwMode="auto">
            <a:xfrm>
              <a:off x="3791" y="2553"/>
              <a:ext cx="1504" cy="184"/>
            </a:xfrm>
            <a:prstGeom prst="ellipse">
              <a:avLst/>
            </a:prstGeom>
            <a:solidFill>
              <a:schemeClr val="bg1"/>
            </a:solidFill>
            <a:ln w="12699">
              <a:solidFill>
                <a:schemeClr val="tx1"/>
              </a:solidFill>
              <a:round/>
              <a:headEnd/>
              <a:tailEnd/>
            </a:ln>
            <a:effectLst>
              <a:outerShdw dist="50800" dir="54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1154" name="Line 11">
              <a:extLst>
                <a:ext uri="{FF2B5EF4-FFF2-40B4-BE49-F238E27FC236}">
                  <a16:creationId xmlns:a16="http://schemas.microsoft.com/office/drawing/2014/main" id="{78AF2D50-5F41-D336-45AB-25F3BDF6BA8E}"/>
                </a:ext>
              </a:extLst>
            </p:cNvPr>
            <p:cNvSpPr>
              <a:spLocks noChangeShapeType="1"/>
            </p:cNvSpPr>
            <p:nvPr/>
          </p:nvSpPr>
          <p:spPr bwMode="auto">
            <a:xfrm>
              <a:off x="5301" y="2119"/>
              <a:ext cx="0" cy="52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1155" name="Line 12">
              <a:extLst>
                <a:ext uri="{FF2B5EF4-FFF2-40B4-BE49-F238E27FC236}">
                  <a16:creationId xmlns:a16="http://schemas.microsoft.com/office/drawing/2014/main" id="{0D5E400F-2239-39D7-44E5-F7078DC2DEFE}"/>
                </a:ext>
              </a:extLst>
            </p:cNvPr>
            <p:cNvSpPr>
              <a:spLocks noChangeShapeType="1"/>
            </p:cNvSpPr>
            <p:nvPr/>
          </p:nvSpPr>
          <p:spPr bwMode="auto">
            <a:xfrm>
              <a:off x="3789" y="2113"/>
              <a:ext cx="0" cy="52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1156" name="Rectangle 13">
              <a:extLst>
                <a:ext uri="{FF2B5EF4-FFF2-40B4-BE49-F238E27FC236}">
                  <a16:creationId xmlns:a16="http://schemas.microsoft.com/office/drawing/2014/main" id="{457AE3A1-D763-1D16-F756-74807EBE35A8}"/>
                </a:ext>
              </a:extLst>
            </p:cNvPr>
            <p:cNvSpPr>
              <a:spLocks noChangeArrowheads="1"/>
            </p:cNvSpPr>
            <p:nvPr/>
          </p:nvSpPr>
          <p:spPr bwMode="auto">
            <a:xfrm>
              <a:off x="4267" y="1954"/>
              <a:ext cx="568" cy="171"/>
            </a:xfrm>
            <a:prstGeom prst="rect">
              <a:avLst/>
            </a:prstGeom>
            <a:solidFill>
              <a:schemeClr val="bg1"/>
            </a:solidFill>
            <a:ln>
              <a:noFill/>
            </a:ln>
            <a:effectLst/>
            <a:extLs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91157" name="Rectangle 14">
              <a:extLst>
                <a:ext uri="{FF2B5EF4-FFF2-40B4-BE49-F238E27FC236}">
                  <a16:creationId xmlns:a16="http://schemas.microsoft.com/office/drawing/2014/main" id="{B72C56FA-36BC-840B-F721-A8E929EFA436}"/>
                </a:ext>
              </a:extLst>
            </p:cNvPr>
            <p:cNvSpPr>
              <a:spLocks noChangeArrowheads="1"/>
            </p:cNvSpPr>
            <p:nvPr/>
          </p:nvSpPr>
          <p:spPr bwMode="auto">
            <a:xfrm>
              <a:off x="4216" y="2302"/>
              <a:ext cx="670" cy="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91158" name="Rectangle 15">
              <a:extLst>
                <a:ext uri="{FF2B5EF4-FFF2-40B4-BE49-F238E27FC236}">
                  <a16:creationId xmlns:a16="http://schemas.microsoft.com/office/drawing/2014/main" id="{BF5BA078-AA5E-39C9-E429-1B6690FCE33C}"/>
                </a:ext>
              </a:extLst>
            </p:cNvPr>
            <p:cNvSpPr>
              <a:spLocks noChangeArrowheads="1"/>
            </p:cNvSpPr>
            <p:nvPr/>
          </p:nvSpPr>
          <p:spPr bwMode="auto">
            <a:xfrm>
              <a:off x="4273" y="2674"/>
              <a:ext cx="556" cy="171"/>
            </a:xfrm>
            <a:prstGeom prst="rect">
              <a:avLst/>
            </a:prstGeom>
            <a:solidFill>
              <a:schemeClr val="bg1"/>
            </a:solidFill>
            <a:ln>
              <a:noFill/>
            </a:ln>
            <a:effectLst/>
            <a:extLs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grpSp>
      <p:grpSp>
        <p:nvGrpSpPr>
          <p:cNvPr id="91143" name="Group 25">
            <a:extLst>
              <a:ext uri="{FF2B5EF4-FFF2-40B4-BE49-F238E27FC236}">
                <a16:creationId xmlns:a16="http://schemas.microsoft.com/office/drawing/2014/main" id="{38B292A4-FF63-E4EB-33CE-C32C15B8194F}"/>
              </a:ext>
            </a:extLst>
          </p:cNvPr>
          <p:cNvGrpSpPr>
            <a:grpSpLocks/>
          </p:cNvGrpSpPr>
          <p:nvPr/>
        </p:nvGrpSpPr>
        <p:grpSpPr bwMode="auto">
          <a:xfrm>
            <a:off x="6788150" y="466725"/>
            <a:ext cx="2014538" cy="676275"/>
            <a:chOff x="4632" y="196"/>
            <a:chExt cx="1375" cy="426"/>
          </a:xfrm>
        </p:grpSpPr>
        <p:sp>
          <p:nvSpPr>
            <p:cNvPr id="91144" name="Rectangle 26">
              <a:extLst>
                <a:ext uri="{FF2B5EF4-FFF2-40B4-BE49-F238E27FC236}">
                  <a16:creationId xmlns:a16="http://schemas.microsoft.com/office/drawing/2014/main" id="{7DBFA2B7-0DCF-790D-74C7-99DEC2523557}"/>
                </a:ext>
              </a:extLst>
            </p:cNvPr>
            <p:cNvSpPr>
              <a:spLocks noChangeArrowheads="1"/>
            </p:cNvSpPr>
            <p:nvPr/>
          </p:nvSpPr>
          <p:spPr bwMode="auto">
            <a:xfrm>
              <a:off x="4632" y="284"/>
              <a:ext cx="914"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PROCESS</a:t>
              </a:r>
            </a:p>
          </p:txBody>
        </p:sp>
        <p:grpSp>
          <p:nvGrpSpPr>
            <p:cNvPr id="91145" name="Group 27">
              <a:extLst>
                <a:ext uri="{FF2B5EF4-FFF2-40B4-BE49-F238E27FC236}">
                  <a16:creationId xmlns:a16="http://schemas.microsoft.com/office/drawing/2014/main" id="{229196F7-B060-68BD-A205-67A4BD158DBD}"/>
                </a:ext>
              </a:extLst>
            </p:cNvPr>
            <p:cNvGrpSpPr>
              <a:grpSpLocks/>
            </p:cNvGrpSpPr>
            <p:nvPr/>
          </p:nvGrpSpPr>
          <p:grpSpPr bwMode="auto">
            <a:xfrm>
              <a:off x="5507" y="196"/>
              <a:ext cx="500" cy="426"/>
              <a:chOff x="5507" y="196"/>
              <a:chExt cx="500" cy="426"/>
            </a:xfrm>
          </p:grpSpPr>
          <p:sp>
            <p:nvSpPr>
              <p:cNvPr id="91146" name="Rectangle 28">
                <a:extLst>
                  <a:ext uri="{FF2B5EF4-FFF2-40B4-BE49-F238E27FC236}">
                    <a16:creationId xmlns:a16="http://schemas.microsoft.com/office/drawing/2014/main" id="{26B9E253-2DFE-0C3B-123A-ACF2C8277EFD}"/>
                  </a:ext>
                </a:extLst>
              </p:cNvPr>
              <p:cNvSpPr>
                <a:spLocks noChangeArrowheads="1"/>
              </p:cNvSpPr>
              <p:nvPr/>
            </p:nvSpPr>
            <p:spPr bwMode="auto">
              <a:xfrm>
                <a:off x="5507" y="196"/>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1147" name="Group 29">
                <a:extLst>
                  <a:ext uri="{FF2B5EF4-FFF2-40B4-BE49-F238E27FC236}">
                    <a16:creationId xmlns:a16="http://schemas.microsoft.com/office/drawing/2014/main" id="{26553254-EDC9-1D78-0F44-B85C936B9B0F}"/>
                  </a:ext>
                </a:extLst>
              </p:cNvPr>
              <p:cNvGrpSpPr>
                <a:grpSpLocks/>
              </p:cNvGrpSpPr>
              <p:nvPr/>
            </p:nvGrpSpPr>
            <p:grpSpPr bwMode="auto">
              <a:xfrm>
                <a:off x="5547" y="298"/>
                <a:ext cx="423" cy="72"/>
                <a:chOff x="5547" y="298"/>
                <a:chExt cx="423" cy="72"/>
              </a:xfrm>
            </p:grpSpPr>
            <p:sp>
              <p:nvSpPr>
                <p:cNvPr id="91148" name="AutoShape 30">
                  <a:extLst>
                    <a:ext uri="{FF2B5EF4-FFF2-40B4-BE49-F238E27FC236}">
                      <a16:creationId xmlns:a16="http://schemas.microsoft.com/office/drawing/2014/main" id="{DA339825-ED53-457F-0717-7CE1B24C300A}"/>
                    </a:ext>
                  </a:extLst>
                </p:cNvPr>
                <p:cNvSpPr>
                  <a:spLocks noChangeArrowheads="1"/>
                </p:cNvSpPr>
                <p:nvPr/>
              </p:nvSpPr>
              <p:spPr bwMode="auto">
                <a:xfrm>
                  <a:off x="5818" y="298"/>
                  <a:ext cx="152" cy="72"/>
                </a:xfrm>
                <a:prstGeom prst="homePlate">
                  <a:avLst>
                    <a:gd name="adj" fmla="val 29243"/>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1149" name="AutoShape 31">
                  <a:extLst>
                    <a:ext uri="{FF2B5EF4-FFF2-40B4-BE49-F238E27FC236}">
                      <a16:creationId xmlns:a16="http://schemas.microsoft.com/office/drawing/2014/main" id="{ECF4DA06-06FB-9A03-A720-91B42B7F40D3}"/>
                    </a:ext>
                  </a:extLst>
                </p:cNvPr>
                <p:cNvSpPr>
                  <a:spLocks noChangeArrowheads="1"/>
                </p:cNvSpPr>
                <p:nvPr/>
              </p:nvSpPr>
              <p:spPr bwMode="auto">
                <a:xfrm>
                  <a:off x="5683" y="298"/>
                  <a:ext cx="150" cy="72"/>
                </a:xfrm>
                <a:prstGeom prst="homePlate">
                  <a:avLst>
                    <a:gd name="adj" fmla="val 28858"/>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1150" name="AutoShape 32">
                  <a:extLst>
                    <a:ext uri="{FF2B5EF4-FFF2-40B4-BE49-F238E27FC236}">
                      <a16:creationId xmlns:a16="http://schemas.microsoft.com/office/drawing/2014/main" id="{7B21E3A9-B9F9-DA92-3EDD-36774E729838}"/>
                    </a:ext>
                  </a:extLst>
                </p:cNvPr>
                <p:cNvSpPr>
                  <a:spLocks noChangeArrowheads="1"/>
                </p:cNvSpPr>
                <p:nvPr/>
              </p:nvSpPr>
              <p:spPr bwMode="auto">
                <a:xfrm>
                  <a:off x="5547" y="298"/>
                  <a:ext cx="149" cy="72"/>
                </a:xfrm>
                <a:prstGeom prst="homePlate">
                  <a:avLst>
                    <a:gd name="adj" fmla="val 28666"/>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Freeform 4">
            <a:extLst>
              <a:ext uri="{FF2B5EF4-FFF2-40B4-BE49-F238E27FC236}">
                <a16:creationId xmlns:a16="http://schemas.microsoft.com/office/drawing/2014/main" id="{09CBFE3D-5429-B4D0-F02C-1D030C22CB26}"/>
              </a:ext>
            </a:extLst>
          </p:cNvPr>
          <p:cNvSpPr>
            <a:spLocks/>
          </p:cNvSpPr>
          <p:nvPr/>
        </p:nvSpPr>
        <p:spPr bwMode="auto">
          <a:xfrm>
            <a:off x="2562225" y="3860800"/>
            <a:ext cx="4186238" cy="158750"/>
          </a:xfrm>
          <a:custGeom>
            <a:avLst/>
            <a:gdLst>
              <a:gd name="T0" fmla="*/ 2147483646 w 2857"/>
              <a:gd name="T1" fmla="*/ 2147483646 h 100"/>
              <a:gd name="T2" fmla="*/ 2147483646 w 2857"/>
              <a:gd name="T3" fmla="*/ 0 h 100"/>
              <a:gd name="T4" fmla="*/ 0 w 2857"/>
              <a:gd name="T5" fmla="*/ 0 h 100"/>
              <a:gd name="T6" fmla="*/ 0 w 2857"/>
              <a:gd name="T7" fmla="*/ 2147483646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57" h="100">
                <a:moveTo>
                  <a:pt x="2856" y="99"/>
                </a:moveTo>
                <a:lnTo>
                  <a:pt x="2856" y="0"/>
                </a:lnTo>
                <a:lnTo>
                  <a:pt x="0" y="0"/>
                </a:lnTo>
                <a:lnTo>
                  <a:pt x="0" y="99"/>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3186" name="Rectangle 5">
            <a:extLst>
              <a:ext uri="{FF2B5EF4-FFF2-40B4-BE49-F238E27FC236}">
                <a16:creationId xmlns:a16="http://schemas.microsoft.com/office/drawing/2014/main" id="{3BCFB11B-EDA7-2DB4-13C3-1A2802C3DC9D}"/>
              </a:ext>
            </a:extLst>
          </p:cNvPr>
          <p:cNvSpPr>
            <a:spLocks noChangeArrowheads="1"/>
          </p:cNvSpPr>
          <p:nvPr/>
        </p:nvSpPr>
        <p:spPr bwMode="auto">
          <a:xfrm>
            <a:off x="2068513" y="3986213"/>
            <a:ext cx="968375" cy="400050"/>
          </a:xfrm>
          <a:prstGeom prst="rect">
            <a:avLst/>
          </a:prstGeom>
          <a:solidFill>
            <a:schemeClr val="accent2"/>
          </a:solidFill>
          <a:ln w="12699">
            <a:solidFill>
              <a:schemeClr val="tx1"/>
            </a:solidFill>
            <a:miter lim="800000"/>
            <a:headEnd/>
            <a:tailEnd/>
          </a:ln>
          <a:effectLst>
            <a:outerShdw dist="3592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3187" name="Rectangle 6">
            <a:extLst>
              <a:ext uri="{FF2B5EF4-FFF2-40B4-BE49-F238E27FC236}">
                <a16:creationId xmlns:a16="http://schemas.microsoft.com/office/drawing/2014/main" id="{67F87E57-D793-B93E-7383-94CACB54A6FF}"/>
              </a:ext>
            </a:extLst>
          </p:cNvPr>
          <p:cNvSpPr>
            <a:spLocks noChangeArrowheads="1"/>
          </p:cNvSpPr>
          <p:nvPr/>
        </p:nvSpPr>
        <p:spPr bwMode="auto">
          <a:xfrm>
            <a:off x="4181475" y="2921000"/>
            <a:ext cx="968375" cy="550863"/>
          </a:xfrm>
          <a:prstGeom prst="rect">
            <a:avLst/>
          </a:prstGeom>
          <a:solidFill>
            <a:schemeClr val="accent3">
              <a:lumMod val="75000"/>
            </a:schemeClr>
          </a:solidFill>
          <a:ln w="12699">
            <a:solidFill>
              <a:schemeClr val="tx1"/>
            </a:solidFill>
            <a:miter lim="800000"/>
            <a:headEnd/>
            <a:tailEnd/>
          </a:ln>
          <a:effectLst>
            <a:outerShdw dist="35921" dir="2700000" algn="ctr" rotWithShape="0">
              <a:schemeClr val="bg2"/>
            </a:outerShdw>
          </a:effectLst>
        </p:spPr>
        <p:txBody>
          <a:bodyPr lIns="82539" tIns="41269" rIns="82539" bIns="41269"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000">
                <a:ea typeface="굴림" panose="020B0600000101010101" pitchFamily="34" charset="-127"/>
              </a:rPr>
              <a:t>Insert text</a:t>
            </a:r>
          </a:p>
        </p:txBody>
      </p:sp>
      <p:sp>
        <p:nvSpPr>
          <p:cNvPr id="93188" name="Rectangle 7">
            <a:extLst>
              <a:ext uri="{FF2B5EF4-FFF2-40B4-BE49-F238E27FC236}">
                <a16:creationId xmlns:a16="http://schemas.microsoft.com/office/drawing/2014/main" id="{3CA79D97-7BB0-C187-2D27-1557AF971120}"/>
              </a:ext>
            </a:extLst>
          </p:cNvPr>
          <p:cNvSpPr>
            <a:spLocks noChangeArrowheads="1"/>
          </p:cNvSpPr>
          <p:nvPr/>
        </p:nvSpPr>
        <p:spPr bwMode="auto">
          <a:xfrm>
            <a:off x="2005013" y="4043363"/>
            <a:ext cx="968375" cy="40005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lIns="82539" tIns="41269" rIns="82539" bIns="41269"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000">
                <a:ea typeface="굴림" panose="020B0600000101010101" pitchFamily="34" charset="-127"/>
              </a:rPr>
              <a:t>Insert text</a:t>
            </a:r>
          </a:p>
        </p:txBody>
      </p:sp>
      <p:sp>
        <p:nvSpPr>
          <p:cNvPr id="93189" name="Rectangle 8">
            <a:extLst>
              <a:ext uri="{FF2B5EF4-FFF2-40B4-BE49-F238E27FC236}">
                <a16:creationId xmlns:a16="http://schemas.microsoft.com/office/drawing/2014/main" id="{9DB47FC1-7505-7F69-34EC-D4C18586D6B0}"/>
              </a:ext>
            </a:extLst>
          </p:cNvPr>
          <p:cNvSpPr>
            <a:spLocks noChangeArrowheads="1"/>
          </p:cNvSpPr>
          <p:nvPr/>
        </p:nvSpPr>
        <p:spPr bwMode="auto">
          <a:xfrm>
            <a:off x="4165600" y="4043363"/>
            <a:ext cx="968375" cy="40005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lIns="82539" tIns="41269" rIns="82539" bIns="41269"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000">
                <a:ea typeface="굴림" panose="020B0600000101010101" pitchFamily="34" charset="-127"/>
              </a:rPr>
              <a:t>Insert text</a:t>
            </a:r>
          </a:p>
        </p:txBody>
      </p:sp>
      <p:sp>
        <p:nvSpPr>
          <p:cNvPr id="93190" name="Rectangle 9">
            <a:extLst>
              <a:ext uri="{FF2B5EF4-FFF2-40B4-BE49-F238E27FC236}">
                <a16:creationId xmlns:a16="http://schemas.microsoft.com/office/drawing/2014/main" id="{DEFA6A2C-83CF-B906-B827-92E2852C3BD9}"/>
              </a:ext>
            </a:extLst>
          </p:cNvPr>
          <p:cNvSpPr>
            <a:spLocks noChangeArrowheads="1"/>
          </p:cNvSpPr>
          <p:nvPr/>
        </p:nvSpPr>
        <p:spPr bwMode="auto">
          <a:xfrm>
            <a:off x="6253163" y="4043363"/>
            <a:ext cx="968375" cy="40005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lIns="82539" tIns="41269" rIns="82539" bIns="41269"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000">
                <a:ea typeface="굴림" panose="020B0600000101010101" pitchFamily="34" charset="-127"/>
              </a:rPr>
              <a:t>Insert text</a:t>
            </a:r>
          </a:p>
        </p:txBody>
      </p:sp>
      <p:sp>
        <p:nvSpPr>
          <p:cNvPr id="93191" name="Line 10">
            <a:extLst>
              <a:ext uri="{FF2B5EF4-FFF2-40B4-BE49-F238E27FC236}">
                <a16:creationId xmlns:a16="http://schemas.microsoft.com/office/drawing/2014/main" id="{852F256C-C8E8-D8D0-297D-186D201F9B63}"/>
              </a:ext>
            </a:extLst>
          </p:cNvPr>
          <p:cNvSpPr>
            <a:spLocks noChangeShapeType="1"/>
          </p:cNvSpPr>
          <p:nvPr/>
        </p:nvSpPr>
        <p:spPr bwMode="auto">
          <a:xfrm>
            <a:off x="4659313" y="3502025"/>
            <a:ext cx="0" cy="522288"/>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93192" name="Group 11">
            <a:extLst>
              <a:ext uri="{FF2B5EF4-FFF2-40B4-BE49-F238E27FC236}">
                <a16:creationId xmlns:a16="http://schemas.microsoft.com/office/drawing/2014/main" id="{0F2E98B8-52BE-9769-3F41-F6077BF0CDA5}"/>
              </a:ext>
            </a:extLst>
          </p:cNvPr>
          <p:cNvGrpSpPr>
            <a:grpSpLocks/>
          </p:cNvGrpSpPr>
          <p:nvPr/>
        </p:nvGrpSpPr>
        <p:grpSpPr bwMode="auto">
          <a:xfrm>
            <a:off x="6454775" y="533400"/>
            <a:ext cx="2355850" cy="685800"/>
            <a:chOff x="4405" y="196"/>
            <a:chExt cx="1607" cy="432"/>
          </a:xfrm>
        </p:grpSpPr>
        <p:grpSp>
          <p:nvGrpSpPr>
            <p:cNvPr id="93193" name="Group 12">
              <a:extLst>
                <a:ext uri="{FF2B5EF4-FFF2-40B4-BE49-F238E27FC236}">
                  <a16:creationId xmlns:a16="http://schemas.microsoft.com/office/drawing/2014/main" id="{C1C479CD-8DB5-A979-255B-786F6923FB31}"/>
                </a:ext>
              </a:extLst>
            </p:cNvPr>
            <p:cNvGrpSpPr>
              <a:grpSpLocks/>
            </p:cNvGrpSpPr>
            <p:nvPr/>
          </p:nvGrpSpPr>
          <p:grpSpPr bwMode="auto">
            <a:xfrm>
              <a:off x="5506" y="196"/>
              <a:ext cx="506" cy="432"/>
              <a:chOff x="5506" y="196"/>
              <a:chExt cx="506" cy="432"/>
            </a:xfrm>
          </p:grpSpPr>
          <p:sp>
            <p:nvSpPr>
              <p:cNvPr id="93195" name="Rectangle 13">
                <a:extLst>
                  <a:ext uri="{FF2B5EF4-FFF2-40B4-BE49-F238E27FC236}">
                    <a16:creationId xmlns:a16="http://schemas.microsoft.com/office/drawing/2014/main" id="{0CEA70EC-3719-B344-B912-DA0FBA706FA2}"/>
                  </a:ext>
                </a:extLst>
              </p:cNvPr>
              <p:cNvSpPr>
                <a:spLocks noChangeArrowheads="1"/>
              </p:cNvSpPr>
              <p:nvPr/>
            </p:nvSpPr>
            <p:spPr bwMode="auto">
              <a:xfrm>
                <a:off x="5506" y="196"/>
                <a:ext cx="506" cy="43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3196" name="Group 14">
                <a:extLst>
                  <a:ext uri="{FF2B5EF4-FFF2-40B4-BE49-F238E27FC236}">
                    <a16:creationId xmlns:a16="http://schemas.microsoft.com/office/drawing/2014/main" id="{A9272AB2-DAF2-D0BA-009D-C1F38E7F5C9E}"/>
                  </a:ext>
                </a:extLst>
              </p:cNvPr>
              <p:cNvGrpSpPr>
                <a:grpSpLocks/>
              </p:cNvGrpSpPr>
              <p:nvPr/>
            </p:nvGrpSpPr>
            <p:grpSpPr bwMode="auto">
              <a:xfrm>
                <a:off x="5552" y="299"/>
                <a:ext cx="414" cy="166"/>
                <a:chOff x="5552" y="299"/>
                <a:chExt cx="414" cy="166"/>
              </a:xfrm>
            </p:grpSpPr>
            <p:sp>
              <p:nvSpPr>
                <p:cNvPr id="93197" name="Freeform 15">
                  <a:extLst>
                    <a:ext uri="{FF2B5EF4-FFF2-40B4-BE49-F238E27FC236}">
                      <a16:creationId xmlns:a16="http://schemas.microsoft.com/office/drawing/2014/main" id="{67ED392B-12C2-224B-6E85-3AE5B3FBA8FA}"/>
                    </a:ext>
                  </a:extLst>
                </p:cNvPr>
                <p:cNvSpPr>
                  <a:spLocks/>
                </p:cNvSpPr>
                <p:nvPr/>
              </p:nvSpPr>
              <p:spPr bwMode="auto">
                <a:xfrm>
                  <a:off x="5591" y="380"/>
                  <a:ext cx="341" cy="42"/>
                </a:xfrm>
                <a:custGeom>
                  <a:avLst/>
                  <a:gdLst>
                    <a:gd name="T0" fmla="*/ 340 w 341"/>
                    <a:gd name="T1" fmla="*/ 41 h 42"/>
                    <a:gd name="T2" fmla="*/ 340 w 341"/>
                    <a:gd name="T3" fmla="*/ 0 h 42"/>
                    <a:gd name="T4" fmla="*/ 0 w 341"/>
                    <a:gd name="T5" fmla="*/ 0 h 42"/>
                    <a:gd name="T6" fmla="*/ 0 w 341"/>
                    <a:gd name="T7" fmla="*/ 41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1" h="42">
                      <a:moveTo>
                        <a:pt x="340" y="41"/>
                      </a:moveTo>
                      <a:lnTo>
                        <a:pt x="340" y="0"/>
                      </a:lnTo>
                      <a:lnTo>
                        <a:pt x="0" y="0"/>
                      </a:lnTo>
                      <a:lnTo>
                        <a:pt x="0" y="4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3198" name="Rectangle 16">
                  <a:extLst>
                    <a:ext uri="{FF2B5EF4-FFF2-40B4-BE49-F238E27FC236}">
                      <a16:creationId xmlns:a16="http://schemas.microsoft.com/office/drawing/2014/main" id="{590C8833-30DE-1F03-6E21-CF33D32F4AB8}"/>
                    </a:ext>
                  </a:extLst>
                </p:cNvPr>
                <p:cNvSpPr>
                  <a:spLocks noChangeArrowheads="1"/>
                </p:cNvSpPr>
                <p:nvPr/>
              </p:nvSpPr>
              <p:spPr bwMode="auto">
                <a:xfrm>
                  <a:off x="5726" y="299"/>
                  <a:ext cx="71" cy="50"/>
                </a:xfrm>
                <a:prstGeom prst="rect">
                  <a:avLst/>
                </a:prstGeom>
                <a:solidFill>
                  <a:schemeClr val="folHlink"/>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3199" name="Rectangle 17">
                  <a:extLst>
                    <a:ext uri="{FF2B5EF4-FFF2-40B4-BE49-F238E27FC236}">
                      <a16:creationId xmlns:a16="http://schemas.microsoft.com/office/drawing/2014/main" id="{CB253B99-CE91-9750-0E0E-ACE30B4C1857}"/>
                    </a:ext>
                  </a:extLst>
                </p:cNvPr>
                <p:cNvSpPr>
                  <a:spLocks noChangeArrowheads="1"/>
                </p:cNvSpPr>
                <p:nvPr/>
              </p:nvSpPr>
              <p:spPr bwMode="auto">
                <a:xfrm>
                  <a:off x="5552" y="417"/>
                  <a:ext cx="70"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3200" name="Rectangle 18">
                  <a:extLst>
                    <a:ext uri="{FF2B5EF4-FFF2-40B4-BE49-F238E27FC236}">
                      <a16:creationId xmlns:a16="http://schemas.microsoft.com/office/drawing/2014/main" id="{584F7F07-62A4-1A14-84D0-EA26E8307F54}"/>
                    </a:ext>
                  </a:extLst>
                </p:cNvPr>
                <p:cNvSpPr>
                  <a:spLocks noChangeArrowheads="1"/>
                </p:cNvSpPr>
                <p:nvPr/>
              </p:nvSpPr>
              <p:spPr bwMode="auto">
                <a:xfrm>
                  <a:off x="5726"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3201" name="Rectangle 19">
                  <a:extLst>
                    <a:ext uri="{FF2B5EF4-FFF2-40B4-BE49-F238E27FC236}">
                      <a16:creationId xmlns:a16="http://schemas.microsoft.com/office/drawing/2014/main" id="{37F1A2EC-7652-17C1-262C-B096AEB6E345}"/>
                    </a:ext>
                  </a:extLst>
                </p:cNvPr>
                <p:cNvSpPr>
                  <a:spLocks noChangeArrowheads="1"/>
                </p:cNvSpPr>
                <p:nvPr/>
              </p:nvSpPr>
              <p:spPr bwMode="auto">
                <a:xfrm>
                  <a:off x="5895"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3202" name="Line 20">
                  <a:extLst>
                    <a:ext uri="{FF2B5EF4-FFF2-40B4-BE49-F238E27FC236}">
                      <a16:creationId xmlns:a16="http://schemas.microsoft.com/office/drawing/2014/main" id="{41E63573-8CEA-B7D9-A64B-1A04BB39143A}"/>
                    </a:ext>
                  </a:extLst>
                </p:cNvPr>
                <p:cNvSpPr>
                  <a:spLocks noChangeShapeType="1"/>
                </p:cNvSpPr>
                <p:nvPr/>
              </p:nvSpPr>
              <p:spPr bwMode="auto">
                <a:xfrm>
                  <a:off x="5760" y="357"/>
                  <a:ext cx="0" cy="4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
          <p:nvSpPr>
            <p:cNvPr id="93194" name="Rectangle 21">
              <a:extLst>
                <a:ext uri="{FF2B5EF4-FFF2-40B4-BE49-F238E27FC236}">
                  <a16:creationId xmlns:a16="http://schemas.microsoft.com/office/drawing/2014/main" id="{41D763B3-023B-6904-CA9F-39C682333EA8}"/>
                </a:ext>
              </a:extLst>
            </p:cNvPr>
            <p:cNvSpPr>
              <a:spLocks noChangeArrowheads="1"/>
            </p:cNvSpPr>
            <p:nvPr/>
          </p:nvSpPr>
          <p:spPr bwMode="auto">
            <a:xfrm>
              <a:off x="4405" y="300"/>
              <a:ext cx="1113"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STRUCTURE</a:t>
              </a: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Freeform 2">
            <a:extLst>
              <a:ext uri="{FF2B5EF4-FFF2-40B4-BE49-F238E27FC236}">
                <a16:creationId xmlns:a16="http://schemas.microsoft.com/office/drawing/2014/main" id="{625B92D8-A234-BAE9-882B-440A10D95443}"/>
              </a:ext>
            </a:extLst>
          </p:cNvPr>
          <p:cNvSpPr>
            <a:spLocks/>
          </p:cNvSpPr>
          <p:nvPr/>
        </p:nvSpPr>
        <p:spPr bwMode="auto">
          <a:xfrm>
            <a:off x="3254375" y="2701925"/>
            <a:ext cx="319088" cy="2574925"/>
          </a:xfrm>
          <a:custGeom>
            <a:avLst/>
            <a:gdLst>
              <a:gd name="T0" fmla="*/ 2147483646 w 218"/>
              <a:gd name="T1" fmla="*/ 0 h 1622"/>
              <a:gd name="T2" fmla="*/ 0 w 218"/>
              <a:gd name="T3" fmla="*/ 0 h 1622"/>
              <a:gd name="T4" fmla="*/ 0 w 218"/>
              <a:gd name="T5" fmla="*/ 2147483646 h 1622"/>
              <a:gd name="T6" fmla="*/ 2147483646 w 218"/>
              <a:gd name="T7" fmla="*/ 2147483646 h 16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622">
                <a:moveTo>
                  <a:pt x="217" y="0"/>
                </a:moveTo>
                <a:lnTo>
                  <a:pt x="0" y="0"/>
                </a:lnTo>
                <a:lnTo>
                  <a:pt x="0" y="1621"/>
                </a:lnTo>
                <a:lnTo>
                  <a:pt x="217" y="1621"/>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5234" name="Freeform 3">
            <a:extLst>
              <a:ext uri="{FF2B5EF4-FFF2-40B4-BE49-F238E27FC236}">
                <a16:creationId xmlns:a16="http://schemas.microsoft.com/office/drawing/2014/main" id="{36CFA764-06A9-02C1-E176-AECA44C3688B}"/>
              </a:ext>
            </a:extLst>
          </p:cNvPr>
          <p:cNvSpPr>
            <a:spLocks/>
          </p:cNvSpPr>
          <p:nvPr/>
        </p:nvSpPr>
        <p:spPr bwMode="auto">
          <a:xfrm>
            <a:off x="4732338" y="4745038"/>
            <a:ext cx="319087" cy="1087437"/>
          </a:xfrm>
          <a:custGeom>
            <a:avLst/>
            <a:gdLst>
              <a:gd name="T0" fmla="*/ 2147483646 w 218"/>
              <a:gd name="T1" fmla="*/ 0 h 685"/>
              <a:gd name="T2" fmla="*/ 0 w 218"/>
              <a:gd name="T3" fmla="*/ 0 h 685"/>
              <a:gd name="T4" fmla="*/ 0 w 218"/>
              <a:gd name="T5" fmla="*/ 2147483646 h 685"/>
              <a:gd name="T6" fmla="*/ 2147483646 w 218"/>
              <a:gd name="T7" fmla="*/ 2147483646 h 6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685">
                <a:moveTo>
                  <a:pt x="217" y="0"/>
                </a:moveTo>
                <a:lnTo>
                  <a:pt x="0" y="0"/>
                </a:lnTo>
                <a:lnTo>
                  <a:pt x="0" y="684"/>
                </a:lnTo>
                <a:lnTo>
                  <a:pt x="217" y="684"/>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5235" name="Rectangle 4">
            <a:extLst>
              <a:ext uri="{FF2B5EF4-FFF2-40B4-BE49-F238E27FC236}">
                <a16:creationId xmlns:a16="http://schemas.microsoft.com/office/drawing/2014/main" id="{4DFF3509-3BA7-186B-B9D2-2C083F73346C}"/>
              </a:ext>
            </a:extLst>
          </p:cNvPr>
          <p:cNvSpPr>
            <a:spLocks noChangeArrowheads="1"/>
          </p:cNvSpPr>
          <p:nvPr/>
        </p:nvSpPr>
        <p:spPr bwMode="auto">
          <a:xfrm>
            <a:off x="4962525" y="4530725"/>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36" name="Line 5">
            <a:extLst>
              <a:ext uri="{FF2B5EF4-FFF2-40B4-BE49-F238E27FC236}">
                <a16:creationId xmlns:a16="http://schemas.microsoft.com/office/drawing/2014/main" id="{1F9B61D0-A20E-DCA9-BB01-88CDF483CD49}"/>
              </a:ext>
            </a:extLst>
          </p:cNvPr>
          <p:cNvSpPr>
            <a:spLocks noChangeShapeType="1"/>
          </p:cNvSpPr>
          <p:nvPr/>
        </p:nvSpPr>
        <p:spPr bwMode="auto">
          <a:xfrm>
            <a:off x="4543425" y="4106863"/>
            <a:ext cx="793750"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5237" name="Freeform 6">
            <a:extLst>
              <a:ext uri="{FF2B5EF4-FFF2-40B4-BE49-F238E27FC236}">
                <a16:creationId xmlns:a16="http://schemas.microsoft.com/office/drawing/2014/main" id="{AD4FF5B6-4F8F-258C-08E7-C0312C92BC2A}"/>
              </a:ext>
            </a:extLst>
          </p:cNvPr>
          <p:cNvSpPr>
            <a:spLocks/>
          </p:cNvSpPr>
          <p:nvPr/>
        </p:nvSpPr>
        <p:spPr bwMode="auto">
          <a:xfrm>
            <a:off x="4732338" y="1925638"/>
            <a:ext cx="319087" cy="1620837"/>
          </a:xfrm>
          <a:custGeom>
            <a:avLst/>
            <a:gdLst>
              <a:gd name="T0" fmla="*/ 2147483646 w 218"/>
              <a:gd name="T1" fmla="*/ 0 h 1021"/>
              <a:gd name="T2" fmla="*/ 0 w 218"/>
              <a:gd name="T3" fmla="*/ 0 h 1021"/>
              <a:gd name="T4" fmla="*/ 0 w 218"/>
              <a:gd name="T5" fmla="*/ 2147483646 h 1021"/>
              <a:gd name="T6" fmla="*/ 2147483646 w 218"/>
              <a:gd name="T7" fmla="*/ 2147483646 h 10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21">
                <a:moveTo>
                  <a:pt x="217" y="0"/>
                </a:moveTo>
                <a:lnTo>
                  <a:pt x="0" y="0"/>
                </a:lnTo>
                <a:lnTo>
                  <a:pt x="0" y="1020"/>
                </a:lnTo>
                <a:lnTo>
                  <a:pt x="217" y="102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5238" name="Rectangle 7">
            <a:extLst>
              <a:ext uri="{FF2B5EF4-FFF2-40B4-BE49-F238E27FC236}">
                <a16:creationId xmlns:a16="http://schemas.microsoft.com/office/drawing/2014/main" id="{34794CC0-5E84-8467-0EC0-51D4654436EA}"/>
              </a:ext>
            </a:extLst>
          </p:cNvPr>
          <p:cNvSpPr>
            <a:spLocks noChangeArrowheads="1"/>
          </p:cNvSpPr>
          <p:nvPr/>
        </p:nvSpPr>
        <p:spPr bwMode="auto">
          <a:xfrm>
            <a:off x="4972050" y="3924300"/>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46032" tIns="55554" rIns="46032" bIns="55554" anchor="ctr" anchorCtr="1"/>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39" name="Line 8">
            <a:extLst>
              <a:ext uri="{FF2B5EF4-FFF2-40B4-BE49-F238E27FC236}">
                <a16:creationId xmlns:a16="http://schemas.microsoft.com/office/drawing/2014/main" id="{13F7ADBC-9A23-E1C8-9445-9FA0AD984080}"/>
              </a:ext>
            </a:extLst>
          </p:cNvPr>
          <p:cNvSpPr>
            <a:spLocks noChangeShapeType="1"/>
          </p:cNvSpPr>
          <p:nvPr/>
        </p:nvSpPr>
        <p:spPr bwMode="auto">
          <a:xfrm>
            <a:off x="4738688" y="2452688"/>
            <a:ext cx="338137"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5240" name="Line 9">
            <a:extLst>
              <a:ext uri="{FF2B5EF4-FFF2-40B4-BE49-F238E27FC236}">
                <a16:creationId xmlns:a16="http://schemas.microsoft.com/office/drawing/2014/main" id="{D383487A-1F17-44C1-0F4F-7DBA4077E85D}"/>
              </a:ext>
            </a:extLst>
          </p:cNvPr>
          <p:cNvSpPr>
            <a:spLocks noChangeShapeType="1"/>
          </p:cNvSpPr>
          <p:nvPr/>
        </p:nvSpPr>
        <p:spPr bwMode="auto">
          <a:xfrm>
            <a:off x="4735513" y="2986088"/>
            <a:ext cx="350837"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5241" name="Rectangle 10">
            <a:extLst>
              <a:ext uri="{FF2B5EF4-FFF2-40B4-BE49-F238E27FC236}">
                <a16:creationId xmlns:a16="http://schemas.microsoft.com/office/drawing/2014/main" id="{09A09767-B847-6FB2-CB5B-5661DD98736F}"/>
              </a:ext>
            </a:extLst>
          </p:cNvPr>
          <p:cNvSpPr>
            <a:spLocks noChangeArrowheads="1"/>
          </p:cNvSpPr>
          <p:nvPr/>
        </p:nvSpPr>
        <p:spPr bwMode="auto">
          <a:xfrm>
            <a:off x="4972050" y="1733550"/>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nchorCtr="1"/>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2" name="Rectangle 11">
            <a:extLst>
              <a:ext uri="{FF2B5EF4-FFF2-40B4-BE49-F238E27FC236}">
                <a16:creationId xmlns:a16="http://schemas.microsoft.com/office/drawing/2014/main" id="{5C6BD388-10E3-3B5B-18AD-0A5E933EBBB6}"/>
              </a:ext>
            </a:extLst>
          </p:cNvPr>
          <p:cNvSpPr>
            <a:spLocks noChangeArrowheads="1"/>
          </p:cNvSpPr>
          <p:nvPr/>
        </p:nvSpPr>
        <p:spPr bwMode="auto">
          <a:xfrm>
            <a:off x="4972050" y="2282825"/>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3" name="Rectangle 12">
            <a:extLst>
              <a:ext uri="{FF2B5EF4-FFF2-40B4-BE49-F238E27FC236}">
                <a16:creationId xmlns:a16="http://schemas.microsoft.com/office/drawing/2014/main" id="{A9C23749-308A-1D68-3ED8-43A625FBB1E4}"/>
              </a:ext>
            </a:extLst>
          </p:cNvPr>
          <p:cNvSpPr>
            <a:spLocks noChangeArrowheads="1"/>
          </p:cNvSpPr>
          <p:nvPr/>
        </p:nvSpPr>
        <p:spPr bwMode="auto">
          <a:xfrm>
            <a:off x="4972050" y="2830513"/>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4" name="Line 13">
            <a:extLst>
              <a:ext uri="{FF2B5EF4-FFF2-40B4-BE49-F238E27FC236}">
                <a16:creationId xmlns:a16="http://schemas.microsoft.com/office/drawing/2014/main" id="{602EAE45-E4F3-03BA-44D8-68C89BC61F4C}"/>
              </a:ext>
            </a:extLst>
          </p:cNvPr>
          <p:cNvSpPr>
            <a:spLocks noChangeShapeType="1"/>
          </p:cNvSpPr>
          <p:nvPr/>
        </p:nvSpPr>
        <p:spPr bwMode="auto">
          <a:xfrm>
            <a:off x="4543425" y="5280025"/>
            <a:ext cx="779463"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5245" name="Rectangle 14">
            <a:extLst>
              <a:ext uri="{FF2B5EF4-FFF2-40B4-BE49-F238E27FC236}">
                <a16:creationId xmlns:a16="http://schemas.microsoft.com/office/drawing/2014/main" id="{69CEEF29-757B-CDA4-32E0-48C109E8C143}"/>
              </a:ext>
            </a:extLst>
          </p:cNvPr>
          <p:cNvSpPr>
            <a:spLocks noChangeArrowheads="1"/>
          </p:cNvSpPr>
          <p:nvPr/>
        </p:nvSpPr>
        <p:spPr bwMode="auto">
          <a:xfrm>
            <a:off x="4972050" y="5078413"/>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6" name="Rectangle 15">
            <a:extLst>
              <a:ext uri="{FF2B5EF4-FFF2-40B4-BE49-F238E27FC236}">
                <a16:creationId xmlns:a16="http://schemas.microsoft.com/office/drawing/2014/main" id="{3D7943B3-4654-7690-EF14-209D6489A9E5}"/>
              </a:ext>
            </a:extLst>
          </p:cNvPr>
          <p:cNvSpPr>
            <a:spLocks noChangeArrowheads="1"/>
          </p:cNvSpPr>
          <p:nvPr/>
        </p:nvSpPr>
        <p:spPr bwMode="auto">
          <a:xfrm>
            <a:off x="4972050" y="5627688"/>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7" name="Rectangle 16">
            <a:extLst>
              <a:ext uri="{FF2B5EF4-FFF2-40B4-BE49-F238E27FC236}">
                <a16:creationId xmlns:a16="http://schemas.microsoft.com/office/drawing/2014/main" id="{5C28A955-6004-F401-5BFF-F73F944A46B8}"/>
              </a:ext>
            </a:extLst>
          </p:cNvPr>
          <p:cNvSpPr>
            <a:spLocks noChangeArrowheads="1"/>
          </p:cNvSpPr>
          <p:nvPr/>
        </p:nvSpPr>
        <p:spPr bwMode="auto">
          <a:xfrm>
            <a:off x="3430588" y="3849688"/>
            <a:ext cx="1085850" cy="517525"/>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8" name="Rectangle 17">
            <a:extLst>
              <a:ext uri="{FF2B5EF4-FFF2-40B4-BE49-F238E27FC236}">
                <a16:creationId xmlns:a16="http://schemas.microsoft.com/office/drawing/2014/main" id="{45E0AE9D-784A-9E10-2B0A-3A34C642E605}"/>
              </a:ext>
            </a:extLst>
          </p:cNvPr>
          <p:cNvSpPr>
            <a:spLocks noChangeArrowheads="1"/>
          </p:cNvSpPr>
          <p:nvPr/>
        </p:nvSpPr>
        <p:spPr bwMode="auto">
          <a:xfrm>
            <a:off x="3430588" y="2463800"/>
            <a:ext cx="1085850" cy="515938"/>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49" name="Rectangle 18">
            <a:extLst>
              <a:ext uri="{FF2B5EF4-FFF2-40B4-BE49-F238E27FC236}">
                <a16:creationId xmlns:a16="http://schemas.microsoft.com/office/drawing/2014/main" id="{A6495B82-340E-B652-E49F-AA7E235B00D3}"/>
              </a:ext>
            </a:extLst>
          </p:cNvPr>
          <p:cNvSpPr>
            <a:spLocks noChangeArrowheads="1"/>
          </p:cNvSpPr>
          <p:nvPr/>
        </p:nvSpPr>
        <p:spPr bwMode="auto">
          <a:xfrm>
            <a:off x="3430588" y="5024438"/>
            <a:ext cx="1085850" cy="515937"/>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sp>
        <p:nvSpPr>
          <p:cNvPr id="95250" name="Line 19">
            <a:extLst>
              <a:ext uri="{FF2B5EF4-FFF2-40B4-BE49-F238E27FC236}">
                <a16:creationId xmlns:a16="http://schemas.microsoft.com/office/drawing/2014/main" id="{A078CE1F-64CA-6D12-685A-57E22B394A43}"/>
              </a:ext>
            </a:extLst>
          </p:cNvPr>
          <p:cNvSpPr>
            <a:spLocks noChangeShapeType="1"/>
          </p:cNvSpPr>
          <p:nvPr/>
        </p:nvSpPr>
        <p:spPr bwMode="auto">
          <a:xfrm>
            <a:off x="4532313" y="2736850"/>
            <a:ext cx="184150"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5251" name="Line 20">
            <a:extLst>
              <a:ext uri="{FF2B5EF4-FFF2-40B4-BE49-F238E27FC236}">
                <a16:creationId xmlns:a16="http://schemas.microsoft.com/office/drawing/2014/main" id="{474A8265-B4F0-30B7-7E8A-BAAD407C4874}"/>
              </a:ext>
            </a:extLst>
          </p:cNvPr>
          <p:cNvSpPr>
            <a:spLocks noChangeShapeType="1"/>
          </p:cNvSpPr>
          <p:nvPr/>
        </p:nvSpPr>
        <p:spPr bwMode="auto">
          <a:xfrm>
            <a:off x="2865438" y="4114800"/>
            <a:ext cx="547687"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5252" name="Rectangle 21">
            <a:extLst>
              <a:ext uri="{FF2B5EF4-FFF2-40B4-BE49-F238E27FC236}">
                <a16:creationId xmlns:a16="http://schemas.microsoft.com/office/drawing/2014/main" id="{3F4F9753-EA18-B552-D6E3-3F5F10B0E826}"/>
              </a:ext>
            </a:extLst>
          </p:cNvPr>
          <p:cNvSpPr>
            <a:spLocks noChangeArrowheads="1"/>
          </p:cNvSpPr>
          <p:nvPr/>
        </p:nvSpPr>
        <p:spPr bwMode="auto">
          <a:xfrm>
            <a:off x="1968500" y="3838575"/>
            <a:ext cx="1085850" cy="517525"/>
          </a:xfrm>
          <a:prstGeom prst="rect">
            <a:avLst/>
          </a:prstGeom>
          <a:solidFill>
            <a:schemeClr val="accent3">
              <a:lumMod val="75000"/>
            </a:schemeClr>
          </a:solidFill>
          <a:ln w="12699">
            <a:solidFill>
              <a:schemeClr val="tx1"/>
            </a:solidFill>
            <a:miter lim="800000"/>
            <a:headEnd/>
            <a:tailEnd/>
          </a:ln>
          <a:effectLst>
            <a:outerShdw dist="35921" dir="2700000" algn="ctr" rotWithShape="0">
              <a:schemeClr val="tx1"/>
            </a:outerShdw>
          </a:effec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95253" name="Rectangle 22">
            <a:extLst>
              <a:ext uri="{FF2B5EF4-FFF2-40B4-BE49-F238E27FC236}">
                <a16:creationId xmlns:a16="http://schemas.microsoft.com/office/drawing/2014/main" id="{21468A08-CAF2-DA25-2FB1-4D9A10A08A27}"/>
              </a:ext>
            </a:extLst>
          </p:cNvPr>
          <p:cNvSpPr>
            <a:spLocks noChangeArrowheads="1"/>
          </p:cNvSpPr>
          <p:nvPr/>
        </p:nvSpPr>
        <p:spPr bwMode="auto">
          <a:xfrm>
            <a:off x="4970463" y="3354388"/>
            <a:ext cx="2266950" cy="368300"/>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11110" tIns="55554" rIns="111110" bIns="55554" anchor="ct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Text</a:t>
            </a:r>
          </a:p>
        </p:txBody>
      </p:sp>
      <p:grpSp>
        <p:nvGrpSpPr>
          <p:cNvPr id="95254" name="Group 35">
            <a:extLst>
              <a:ext uri="{FF2B5EF4-FFF2-40B4-BE49-F238E27FC236}">
                <a16:creationId xmlns:a16="http://schemas.microsoft.com/office/drawing/2014/main" id="{7A993C9E-4624-2DE2-45F9-FCEB3BBD2CAF}"/>
              </a:ext>
            </a:extLst>
          </p:cNvPr>
          <p:cNvGrpSpPr>
            <a:grpSpLocks/>
          </p:cNvGrpSpPr>
          <p:nvPr/>
        </p:nvGrpSpPr>
        <p:grpSpPr bwMode="auto">
          <a:xfrm>
            <a:off x="6454775" y="533400"/>
            <a:ext cx="2355850" cy="685800"/>
            <a:chOff x="4405" y="196"/>
            <a:chExt cx="1607" cy="432"/>
          </a:xfrm>
        </p:grpSpPr>
        <p:grpSp>
          <p:nvGrpSpPr>
            <p:cNvPr id="95255" name="Group 36">
              <a:extLst>
                <a:ext uri="{FF2B5EF4-FFF2-40B4-BE49-F238E27FC236}">
                  <a16:creationId xmlns:a16="http://schemas.microsoft.com/office/drawing/2014/main" id="{D3BFD293-DE2A-F4E5-E4DD-6407D67A9120}"/>
                </a:ext>
              </a:extLst>
            </p:cNvPr>
            <p:cNvGrpSpPr>
              <a:grpSpLocks/>
            </p:cNvGrpSpPr>
            <p:nvPr/>
          </p:nvGrpSpPr>
          <p:grpSpPr bwMode="auto">
            <a:xfrm>
              <a:off x="5506" y="196"/>
              <a:ext cx="506" cy="432"/>
              <a:chOff x="5506" y="196"/>
              <a:chExt cx="506" cy="432"/>
            </a:xfrm>
          </p:grpSpPr>
          <p:sp>
            <p:nvSpPr>
              <p:cNvPr id="95257" name="Rectangle 37">
                <a:extLst>
                  <a:ext uri="{FF2B5EF4-FFF2-40B4-BE49-F238E27FC236}">
                    <a16:creationId xmlns:a16="http://schemas.microsoft.com/office/drawing/2014/main" id="{F8DBF63F-8828-01DD-6BE9-C2FC43A72B16}"/>
                  </a:ext>
                </a:extLst>
              </p:cNvPr>
              <p:cNvSpPr>
                <a:spLocks noChangeArrowheads="1"/>
              </p:cNvSpPr>
              <p:nvPr/>
            </p:nvSpPr>
            <p:spPr bwMode="auto">
              <a:xfrm>
                <a:off x="5506" y="196"/>
                <a:ext cx="506" cy="43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5258" name="Group 38">
                <a:extLst>
                  <a:ext uri="{FF2B5EF4-FFF2-40B4-BE49-F238E27FC236}">
                    <a16:creationId xmlns:a16="http://schemas.microsoft.com/office/drawing/2014/main" id="{49FA1AE8-B725-DB74-CCDD-AA7B0229F302}"/>
                  </a:ext>
                </a:extLst>
              </p:cNvPr>
              <p:cNvGrpSpPr>
                <a:grpSpLocks/>
              </p:cNvGrpSpPr>
              <p:nvPr/>
            </p:nvGrpSpPr>
            <p:grpSpPr bwMode="auto">
              <a:xfrm>
                <a:off x="5552" y="299"/>
                <a:ext cx="414" cy="166"/>
                <a:chOff x="5552" y="299"/>
                <a:chExt cx="414" cy="166"/>
              </a:xfrm>
            </p:grpSpPr>
            <p:sp>
              <p:nvSpPr>
                <p:cNvPr id="95259" name="Freeform 39">
                  <a:extLst>
                    <a:ext uri="{FF2B5EF4-FFF2-40B4-BE49-F238E27FC236}">
                      <a16:creationId xmlns:a16="http://schemas.microsoft.com/office/drawing/2014/main" id="{F773958A-21DF-BA62-BCA8-564B03A3DF7B}"/>
                    </a:ext>
                  </a:extLst>
                </p:cNvPr>
                <p:cNvSpPr>
                  <a:spLocks/>
                </p:cNvSpPr>
                <p:nvPr/>
              </p:nvSpPr>
              <p:spPr bwMode="auto">
                <a:xfrm>
                  <a:off x="5591" y="380"/>
                  <a:ext cx="341" cy="42"/>
                </a:xfrm>
                <a:custGeom>
                  <a:avLst/>
                  <a:gdLst>
                    <a:gd name="T0" fmla="*/ 340 w 341"/>
                    <a:gd name="T1" fmla="*/ 41 h 42"/>
                    <a:gd name="T2" fmla="*/ 340 w 341"/>
                    <a:gd name="T3" fmla="*/ 0 h 42"/>
                    <a:gd name="T4" fmla="*/ 0 w 341"/>
                    <a:gd name="T5" fmla="*/ 0 h 42"/>
                    <a:gd name="T6" fmla="*/ 0 w 341"/>
                    <a:gd name="T7" fmla="*/ 41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1" h="42">
                      <a:moveTo>
                        <a:pt x="340" y="41"/>
                      </a:moveTo>
                      <a:lnTo>
                        <a:pt x="340" y="0"/>
                      </a:lnTo>
                      <a:lnTo>
                        <a:pt x="0" y="0"/>
                      </a:lnTo>
                      <a:lnTo>
                        <a:pt x="0" y="4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5260" name="Rectangle 40">
                  <a:extLst>
                    <a:ext uri="{FF2B5EF4-FFF2-40B4-BE49-F238E27FC236}">
                      <a16:creationId xmlns:a16="http://schemas.microsoft.com/office/drawing/2014/main" id="{0F5C6C8F-4537-B72B-89C8-8D1367821DA1}"/>
                    </a:ext>
                  </a:extLst>
                </p:cNvPr>
                <p:cNvSpPr>
                  <a:spLocks noChangeArrowheads="1"/>
                </p:cNvSpPr>
                <p:nvPr/>
              </p:nvSpPr>
              <p:spPr bwMode="auto">
                <a:xfrm>
                  <a:off x="5726" y="299"/>
                  <a:ext cx="71" cy="50"/>
                </a:xfrm>
                <a:prstGeom prst="rect">
                  <a:avLst/>
                </a:prstGeom>
                <a:solidFill>
                  <a:schemeClr val="folHlink"/>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5261" name="Rectangle 41">
                  <a:extLst>
                    <a:ext uri="{FF2B5EF4-FFF2-40B4-BE49-F238E27FC236}">
                      <a16:creationId xmlns:a16="http://schemas.microsoft.com/office/drawing/2014/main" id="{52CB4719-CD46-A806-B522-CF91A6F8A659}"/>
                    </a:ext>
                  </a:extLst>
                </p:cNvPr>
                <p:cNvSpPr>
                  <a:spLocks noChangeArrowheads="1"/>
                </p:cNvSpPr>
                <p:nvPr/>
              </p:nvSpPr>
              <p:spPr bwMode="auto">
                <a:xfrm>
                  <a:off x="5552" y="417"/>
                  <a:ext cx="70"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5262" name="Rectangle 42">
                  <a:extLst>
                    <a:ext uri="{FF2B5EF4-FFF2-40B4-BE49-F238E27FC236}">
                      <a16:creationId xmlns:a16="http://schemas.microsoft.com/office/drawing/2014/main" id="{5AC274F1-971A-DB7B-F906-D006A4577DEC}"/>
                    </a:ext>
                  </a:extLst>
                </p:cNvPr>
                <p:cNvSpPr>
                  <a:spLocks noChangeArrowheads="1"/>
                </p:cNvSpPr>
                <p:nvPr/>
              </p:nvSpPr>
              <p:spPr bwMode="auto">
                <a:xfrm>
                  <a:off x="5726"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5263" name="Rectangle 43">
                  <a:extLst>
                    <a:ext uri="{FF2B5EF4-FFF2-40B4-BE49-F238E27FC236}">
                      <a16:creationId xmlns:a16="http://schemas.microsoft.com/office/drawing/2014/main" id="{8310596A-A261-C03F-01BE-2D886BEFCB88}"/>
                    </a:ext>
                  </a:extLst>
                </p:cNvPr>
                <p:cNvSpPr>
                  <a:spLocks noChangeArrowheads="1"/>
                </p:cNvSpPr>
                <p:nvPr/>
              </p:nvSpPr>
              <p:spPr bwMode="auto">
                <a:xfrm>
                  <a:off x="5895"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5264" name="Line 44">
                  <a:extLst>
                    <a:ext uri="{FF2B5EF4-FFF2-40B4-BE49-F238E27FC236}">
                      <a16:creationId xmlns:a16="http://schemas.microsoft.com/office/drawing/2014/main" id="{DC4C39D5-9928-7227-ADAC-F2D79FB0B5EE}"/>
                    </a:ext>
                  </a:extLst>
                </p:cNvPr>
                <p:cNvSpPr>
                  <a:spLocks noChangeShapeType="1"/>
                </p:cNvSpPr>
                <p:nvPr/>
              </p:nvSpPr>
              <p:spPr bwMode="auto">
                <a:xfrm>
                  <a:off x="5760" y="357"/>
                  <a:ext cx="0" cy="4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
          <p:nvSpPr>
            <p:cNvPr id="95256" name="Rectangle 45">
              <a:extLst>
                <a:ext uri="{FF2B5EF4-FFF2-40B4-BE49-F238E27FC236}">
                  <a16:creationId xmlns:a16="http://schemas.microsoft.com/office/drawing/2014/main" id="{9B0E7922-FAE4-CEEF-8310-F5F70A2E56FD}"/>
                </a:ext>
              </a:extLst>
            </p:cNvPr>
            <p:cNvSpPr>
              <a:spLocks noChangeArrowheads="1"/>
            </p:cNvSpPr>
            <p:nvPr/>
          </p:nvSpPr>
          <p:spPr bwMode="auto">
            <a:xfrm>
              <a:off x="4405" y="300"/>
              <a:ext cx="1113"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STRUCTURE</a:t>
              </a: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1" name="Group 3">
            <a:extLst>
              <a:ext uri="{FF2B5EF4-FFF2-40B4-BE49-F238E27FC236}">
                <a16:creationId xmlns:a16="http://schemas.microsoft.com/office/drawing/2014/main" id="{2FD44D60-E5E2-DBBA-6F07-9DF9C98D7B02}"/>
              </a:ext>
            </a:extLst>
          </p:cNvPr>
          <p:cNvGrpSpPr>
            <a:grpSpLocks/>
          </p:cNvGrpSpPr>
          <p:nvPr/>
        </p:nvGrpSpPr>
        <p:grpSpPr bwMode="auto">
          <a:xfrm>
            <a:off x="4837113" y="2170113"/>
            <a:ext cx="1268412" cy="3773487"/>
            <a:chOff x="3301" y="1367"/>
            <a:chExt cx="866" cy="2377"/>
          </a:xfrm>
        </p:grpSpPr>
        <p:sp>
          <p:nvSpPr>
            <p:cNvPr id="97324" name="Freeform 4">
              <a:extLst>
                <a:ext uri="{FF2B5EF4-FFF2-40B4-BE49-F238E27FC236}">
                  <a16:creationId xmlns:a16="http://schemas.microsoft.com/office/drawing/2014/main" id="{64DF3D74-36A5-92CF-427D-2C59C74F7457}"/>
                </a:ext>
              </a:extLst>
            </p:cNvPr>
            <p:cNvSpPr>
              <a:spLocks/>
            </p:cNvSpPr>
            <p:nvPr/>
          </p:nvSpPr>
          <p:spPr bwMode="auto">
            <a:xfrm>
              <a:off x="3301" y="2133"/>
              <a:ext cx="142" cy="503"/>
            </a:xfrm>
            <a:custGeom>
              <a:avLst/>
              <a:gdLst>
                <a:gd name="T0" fmla="*/ 141 w 142"/>
                <a:gd name="T1" fmla="*/ 0 h 503"/>
                <a:gd name="T2" fmla="*/ 0 w 142"/>
                <a:gd name="T3" fmla="*/ 0 h 503"/>
                <a:gd name="T4" fmla="*/ 0 w 142"/>
                <a:gd name="T5" fmla="*/ 502 h 503"/>
                <a:gd name="T6" fmla="*/ 141 w 142"/>
                <a:gd name="T7" fmla="*/ 502 h 5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503">
                  <a:moveTo>
                    <a:pt x="141" y="0"/>
                  </a:moveTo>
                  <a:lnTo>
                    <a:pt x="0" y="0"/>
                  </a:lnTo>
                  <a:lnTo>
                    <a:pt x="0" y="502"/>
                  </a:lnTo>
                  <a:lnTo>
                    <a:pt x="141" y="502"/>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25" name="Freeform 5">
              <a:extLst>
                <a:ext uri="{FF2B5EF4-FFF2-40B4-BE49-F238E27FC236}">
                  <a16:creationId xmlns:a16="http://schemas.microsoft.com/office/drawing/2014/main" id="{10BA2B06-F654-24BC-7628-9F5D498ADFB4}"/>
                </a:ext>
              </a:extLst>
            </p:cNvPr>
            <p:cNvSpPr>
              <a:spLocks/>
            </p:cNvSpPr>
            <p:nvPr/>
          </p:nvSpPr>
          <p:spPr bwMode="auto">
            <a:xfrm>
              <a:off x="3301" y="1634"/>
              <a:ext cx="142" cy="1506"/>
            </a:xfrm>
            <a:custGeom>
              <a:avLst/>
              <a:gdLst>
                <a:gd name="T0" fmla="*/ 141 w 142"/>
                <a:gd name="T1" fmla="*/ 0 h 1506"/>
                <a:gd name="T2" fmla="*/ 0 w 142"/>
                <a:gd name="T3" fmla="*/ 0 h 1506"/>
                <a:gd name="T4" fmla="*/ 0 w 142"/>
                <a:gd name="T5" fmla="*/ 1505 h 1506"/>
                <a:gd name="T6" fmla="*/ 141 w 142"/>
                <a:gd name="T7" fmla="*/ 1505 h 15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1506">
                  <a:moveTo>
                    <a:pt x="141" y="0"/>
                  </a:moveTo>
                  <a:lnTo>
                    <a:pt x="0" y="0"/>
                  </a:lnTo>
                  <a:lnTo>
                    <a:pt x="0" y="1505"/>
                  </a:lnTo>
                  <a:lnTo>
                    <a:pt x="141" y="1505"/>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26" name="Freeform 6">
              <a:extLst>
                <a:ext uri="{FF2B5EF4-FFF2-40B4-BE49-F238E27FC236}">
                  <a16:creationId xmlns:a16="http://schemas.microsoft.com/office/drawing/2014/main" id="{25E78C83-1C96-BE53-CAC3-C4122DC0F20B}"/>
                </a:ext>
              </a:extLst>
            </p:cNvPr>
            <p:cNvSpPr>
              <a:spLocks/>
            </p:cNvSpPr>
            <p:nvPr/>
          </p:nvSpPr>
          <p:spPr bwMode="auto">
            <a:xfrm>
              <a:off x="3301" y="1367"/>
              <a:ext cx="212" cy="2261"/>
            </a:xfrm>
            <a:custGeom>
              <a:avLst/>
              <a:gdLst>
                <a:gd name="T0" fmla="*/ 0 w 212"/>
                <a:gd name="T1" fmla="*/ 0 h 2261"/>
                <a:gd name="T2" fmla="*/ 0 w 212"/>
                <a:gd name="T3" fmla="*/ 2260 h 2261"/>
                <a:gd name="T4" fmla="*/ 211 w 212"/>
                <a:gd name="T5" fmla="*/ 2260 h 2261"/>
                <a:gd name="T6" fmla="*/ 0 60000 65536"/>
                <a:gd name="T7" fmla="*/ 0 60000 65536"/>
                <a:gd name="T8" fmla="*/ 0 60000 65536"/>
              </a:gdLst>
              <a:ahLst/>
              <a:cxnLst>
                <a:cxn ang="T6">
                  <a:pos x="T0" y="T1"/>
                </a:cxn>
                <a:cxn ang="T7">
                  <a:pos x="T2" y="T3"/>
                </a:cxn>
                <a:cxn ang="T8">
                  <a:pos x="T4" y="T5"/>
                </a:cxn>
              </a:cxnLst>
              <a:rect l="0" t="0" r="r" b="b"/>
              <a:pathLst>
                <a:path w="212" h="2261">
                  <a:moveTo>
                    <a:pt x="0" y="0"/>
                  </a:moveTo>
                  <a:lnTo>
                    <a:pt x="0" y="2260"/>
                  </a:lnTo>
                  <a:lnTo>
                    <a:pt x="211" y="2260"/>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27" name="Rectangle 7">
              <a:extLst>
                <a:ext uri="{FF2B5EF4-FFF2-40B4-BE49-F238E27FC236}">
                  <a16:creationId xmlns:a16="http://schemas.microsoft.com/office/drawing/2014/main" id="{89D7B74A-9DF3-27F7-2FDC-D7DF3FB2A04B}"/>
                </a:ext>
              </a:extLst>
            </p:cNvPr>
            <p:cNvSpPr>
              <a:spLocks noChangeArrowheads="1"/>
            </p:cNvSpPr>
            <p:nvPr/>
          </p:nvSpPr>
          <p:spPr bwMode="auto">
            <a:xfrm>
              <a:off x="3388" y="2012"/>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28" name="Rectangle 8">
              <a:extLst>
                <a:ext uri="{FF2B5EF4-FFF2-40B4-BE49-F238E27FC236}">
                  <a16:creationId xmlns:a16="http://schemas.microsoft.com/office/drawing/2014/main" id="{1C7BA711-4E21-5FF3-B88B-E21665F98B33}"/>
                </a:ext>
              </a:extLst>
            </p:cNvPr>
            <p:cNvSpPr>
              <a:spLocks noChangeArrowheads="1"/>
            </p:cNvSpPr>
            <p:nvPr/>
          </p:nvSpPr>
          <p:spPr bwMode="auto">
            <a:xfrm>
              <a:off x="3388" y="2514"/>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29" name="Rectangle 9">
              <a:extLst>
                <a:ext uri="{FF2B5EF4-FFF2-40B4-BE49-F238E27FC236}">
                  <a16:creationId xmlns:a16="http://schemas.microsoft.com/office/drawing/2014/main" id="{E9D81709-77B9-2928-8B65-17A285E628D8}"/>
                </a:ext>
              </a:extLst>
            </p:cNvPr>
            <p:cNvSpPr>
              <a:spLocks noChangeArrowheads="1"/>
            </p:cNvSpPr>
            <p:nvPr/>
          </p:nvSpPr>
          <p:spPr bwMode="auto">
            <a:xfrm>
              <a:off x="3388" y="3013"/>
              <a:ext cx="779" cy="239"/>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30" name="Rectangle 10">
              <a:extLst>
                <a:ext uri="{FF2B5EF4-FFF2-40B4-BE49-F238E27FC236}">
                  <a16:creationId xmlns:a16="http://schemas.microsoft.com/office/drawing/2014/main" id="{CFF2EBEA-7551-D373-9B48-351BFB07653F}"/>
                </a:ext>
              </a:extLst>
            </p:cNvPr>
            <p:cNvSpPr>
              <a:spLocks noChangeArrowheads="1"/>
            </p:cNvSpPr>
            <p:nvPr/>
          </p:nvSpPr>
          <p:spPr bwMode="auto">
            <a:xfrm>
              <a:off x="3388" y="3506"/>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31" name="Rectangle 11">
              <a:extLst>
                <a:ext uri="{FF2B5EF4-FFF2-40B4-BE49-F238E27FC236}">
                  <a16:creationId xmlns:a16="http://schemas.microsoft.com/office/drawing/2014/main" id="{1B5504B4-A352-B503-15D6-0AE57B7CEDE4}"/>
                </a:ext>
              </a:extLst>
            </p:cNvPr>
            <p:cNvSpPr>
              <a:spLocks noChangeArrowheads="1"/>
            </p:cNvSpPr>
            <p:nvPr/>
          </p:nvSpPr>
          <p:spPr bwMode="auto">
            <a:xfrm>
              <a:off x="3384" y="1512"/>
              <a:ext cx="779" cy="23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97282" name="Group 12">
            <a:extLst>
              <a:ext uri="{FF2B5EF4-FFF2-40B4-BE49-F238E27FC236}">
                <a16:creationId xmlns:a16="http://schemas.microsoft.com/office/drawing/2014/main" id="{7873B04B-B0DE-8FDD-1854-0355C86F16B7}"/>
              </a:ext>
            </a:extLst>
          </p:cNvPr>
          <p:cNvGrpSpPr>
            <a:grpSpLocks/>
          </p:cNvGrpSpPr>
          <p:nvPr/>
        </p:nvGrpSpPr>
        <p:grpSpPr bwMode="auto">
          <a:xfrm>
            <a:off x="3227388" y="2181225"/>
            <a:ext cx="1268412" cy="3771900"/>
            <a:chOff x="2203" y="1374"/>
            <a:chExt cx="865" cy="2376"/>
          </a:xfrm>
        </p:grpSpPr>
        <p:sp>
          <p:nvSpPr>
            <p:cNvPr id="97316" name="Freeform 13">
              <a:extLst>
                <a:ext uri="{FF2B5EF4-FFF2-40B4-BE49-F238E27FC236}">
                  <a16:creationId xmlns:a16="http://schemas.microsoft.com/office/drawing/2014/main" id="{F0ACF349-14C7-E4AB-1462-F445E703A504}"/>
                </a:ext>
              </a:extLst>
            </p:cNvPr>
            <p:cNvSpPr>
              <a:spLocks/>
            </p:cNvSpPr>
            <p:nvPr/>
          </p:nvSpPr>
          <p:spPr bwMode="auto">
            <a:xfrm>
              <a:off x="2203" y="2141"/>
              <a:ext cx="141" cy="501"/>
            </a:xfrm>
            <a:custGeom>
              <a:avLst/>
              <a:gdLst>
                <a:gd name="T0" fmla="*/ 140 w 141"/>
                <a:gd name="T1" fmla="*/ 0 h 501"/>
                <a:gd name="T2" fmla="*/ 0 w 141"/>
                <a:gd name="T3" fmla="*/ 0 h 501"/>
                <a:gd name="T4" fmla="*/ 0 w 141"/>
                <a:gd name="T5" fmla="*/ 500 h 501"/>
                <a:gd name="T6" fmla="*/ 140 w 141"/>
                <a:gd name="T7" fmla="*/ 500 h 5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1" h="501">
                  <a:moveTo>
                    <a:pt x="140" y="0"/>
                  </a:moveTo>
                  <a:lnTo>
                    <a:pt x="0" y="0"/>
                  </a:lnTo>
                  <a:lnTo>
                    <a:pt x="0" y="500"/>
                  </a:lnTo>
                  <a:lnTo>
                    <a:pt x="140" y="500"/>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17" name="Freeform 14">
              <a:extLst>
                <a:ext uri="{FF2B5EF4-FFF2-40B4-BE49-F238E27FC236}">
                  <a16:creationId xmlns:a16="http://schemas.microsoft.com/office/drawing/2014/main" id="{ED0E2E3B-6634-2C84-545F-958C2C371D51}"/>
                </a:ext>
              </a:extLst>
            </p:cNvPr>
            <p:cNvSpPr>
              <a:spLocks/>
            </p:cNvSpPr>
            <p:nvPr/>
          </p:nvSpPr>
          <p:spPr bwMode="auto">
            <a:xfrm>
              <a:off x="2203" y="1640"/>
              <a:ext cx="141" cy="1508"/>
            </a:xfrm>
            <a:custGeom>
              <a:avLst/>
              <a:gdLst>
                <a:gd name="T0" fmla="*/ 140 w 141"/>
                <a:gd name="T1" fmla="*/ 0 h 1508"/>
                <a:gd name="T2" fmla="*/ 0 w 141"/>
                <a:gd name="T3" fmla="*/ 0 h 1508"/>
                <a:gd name="T4" fmla="*/ 0 w 141"/>
                <a:gd name="T5" fmla="*/ 1507 h 1508"/>
                <a:gd name="T6" fmla="*/ 140 w 141"/>
                <a:gd name="T7" fmla="*/ 1507 h 15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1" h="1508">
                  <a:moveTo>
                    <a:pt x="140" y="0"/>
                  </a:moveTo>
                  <a:lnTo>
                    <a:pt x="0" y="0"/>
                  </a:lnTo>
                  <a:lnTo>
                    <a:pt x="0" y="1507"/>
                  </a:lnTo>
                  <a:lnTo>
                    <a:pt x="140" y="1507"/>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18" name="Freeform 15">
              <a:extLst>
                <a:ext uri="{FF2B5EF4-FFF2-40B4-BE49-F238E27FC236}">
                  <a16:creationId xmlns:a16="http://schemas.microsoft.com/office/drawing/2014/main" id="{E03A41D8-9B71-542E-3C39-9F0239758B92}"/>
                </a:ext>
              </a:extLst>
            </p:cNvPr>
            <p:cNvSpPr>
              <a:spLocks/>
            </p:cNvSpPr>
            <p:nvPr/>
          </p:nvSpPr>
          <p:spPr bwMode="auto">
            <a:xfrm>
              <a:off x="2203" y="1374"/>
              <a:ext cx="211" cy="2260"/>
            </a:xfrm>
            <a:custGeom>
              <a:avLst/>
              <a:gdLst>
                <a:gd name="T0" fmla="*/ 0 w 211"/>
                <a:gd name="T1" fmla="*/ 0 h 2260"/>
                <a:gd name="T2" fmla="*/ 0 w 211"/>
                <a:gd name="T3" fmla="*/ 2259 h 2260"/>
                <a:gd name="T4" fmla="*/ 210 w 211"/>
                <a:gd name="T5" fmla="*/ 2259 h 2260"/>
                <a:gd name="T6" fmla="*/ 0 60000 65536"/>
                <a:gd name="T7" fmla="*/ 0 60000 65536"/>
                <a:gd name="T8" fmla="*/ 0 60000 65536"/>
              </a:gdLst>
              <a:ahLst/>
              <a:cxnLst>
                <a:cxn ang="T6">
                  <a:pos x="T0" y="T1"/>
                </a:cxn>
                <a:cxn ang="T7">
                  <a:pos x="T2" y="T3"/>
                </a:cxn>
                <a:cxn ang="T8">
                  <a:pos x="T4" y="T5"/>
                </a:cxn>
              </a:cxnLst>
              <a:rect l="0" t="0" r="r" b="b"/>
              <a:pathLst>
                <a:path w="211" h="2260">
                  <a:moveTo>
                    <a:pt x="0" y="0"/>
                  </a:moveTo>
                  <a:lnTo>
                    <a:pt x="0" y="2259"/>
                  </a:lnTo>
                  <a:lnTo>
                    <a:pt x="210" y="2259"/>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19" name="Rectangle 16">
              <a:extLst>
                <a:ext uri="{FF2B5EF4-FFF2-40B4-BE49-F238E27FC236}">
                  <a16:creationId xmlns:a16="http://schemas.microsoft.com/office/drawing/2014/main" id="{DFC8D8BE-53BD-6B8D-91D8-5D00734A8B0D}"/>
                </a:ext>
              </a:extLst>
            </p:cNvPr>
            <p:cNvSpPr>
              <a:spLocks noChangeArrowheads="1"/>
            </p:cNvSpPr>
            <p:nvPr/>
          </p:nvSpPr>
          <p:spPr bwMode="auto">
            <a:xfrm>
              <a:off x="2290" y="2019"/>
              <a:ext cx="778" cy="23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20" name="Rectangle 17">
              <a:extLst>
                <a:ext uri="{FF2B5EF4-FFF2-40B4-BE49-F238E27FC236}">
                  <a16:creationId xmlns:a16="http://schemas.microsoft.com/office/drawing/2014/main" id="{AC6A555B-6E94-5F52-D230-BA98687F3AD5}"/>
                </a:ext>
              </a:extLst>
            </p:cNvPr>
            <p:cNvSpPr>
              <a:spLocks noChangeArrowheads="1"/>
            </p:cNvSpPr>
            <p:nvPr/>
          </p:nvSpPr>
          <p:spPr bwMode="auto">
            <a:xfrm>
              <a:off x="2290" y="2522"/>
              <a:ext cx="778" cy="23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21" name="Rectangle 18">
              <a:extLst>
                <a:ext uri="{FF2B5EF4-FFF2-40B4-BE49-F238E27FC236}">
                  <a16:creationId xmlns:a16="http://schemas.microsoft.com/office/drawing/2014/main" id="{9F45EC49-CB29-113E-4175-1AD6BF447353}"/>
                </a:ext>
              </a:extLst>
            </p:cNvPr>
            <p:cNvSpPr>
              <a:spLocks noChangeArrowheads="1"/>
            </p:cNvSpPr>
            <p:nvPr/>
          </p:nvSpPr>
          <p:spPr bwMode="auto">
            <a:xfrm>
              <a:off x="2290" y="3021"/>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22" name="Rectangle 19">
              <a:extLst>
                <a:ext uri="{FF2B5EF4-FFF2-40B4-BE49-F238E27FC236}">
                  <a16:creationId xmlns:a16="http://schemas.microsoft.com/office/drawing/2014/main" id="{40ACBBA6-F15D-8BFE-1295-5DB8A87B3A78}"/>
                </a:ext>
              </a:extLst>
            </p:cNvPr>
            <p:cNvSpPr>
              <a:spLocks noChangeArrowheads="1"/>
            </p:cNvSpPr>
            <p:nvPr/>
          </p:nvSpPr>
          <p:spPr bwMode="auto">
            <a:xfrm>
              <a:off x="2290" y="3512"/>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23" name="Rectangle 20">
              <a:extLst>
                <a:ext uri="{FF2B5EF4-FFF2-40B4-BE49-F238E27FC236}">
                  <a16:creationId xmlns:a16="http://schemas.microsoft.com/office/drawing/2014/main" id="{B5184020-BED0-8A34-F08E-C860557B6EBB}"/>
                </a:ext>
              </a:extLst>
            </p:cNvPr>
            <p:cNvSpPr>
              <a:spLocks noChangeArrowheads="1"/>
            </p:cNvSpPr>
            <p:nvPr/>
          </p:nvSpPr>
          <p:spPr bwMode="auto">
            <a:xfrm>
              <a:off x="2286" y="1518"/>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97283" name="Group 21">
            <a:extLst>
              <a:ext uri="{FF2B5EF4-FFF2-40B4-BE49-F238E27FC236}">
                <a16:creationId xmlns:a16="http://schemas.microsoft.com/office/drawing/2014/main" id="{E94471CC-D6DE-7D1C-12D1-740E6003C7F1}"/>
              </a:ext>
            </a:extLst>
          </p:cNvPr>
          <p:cNvGrpSpPr>
            <a:grpSpLocks/>
          </p:cNvGrpSpPr>
          <p:nvPr/>
        </p:nvGrpSpPr>
        <p:grpSpPr bwMode="auto">
          <a:xfrm>
            <a:off x="1590675" y="2174875"/>
            <a:ext cx="1270000" cy="3771900"/>
            <a:chOff x="1086" y="1370"/>
            <a:chExt cx="866" cy="2376"/>
          </a:xfrm>
        </p:grpSpPr>
        <p:sp>
          <p:nvSpPr>
            <p:cNvPr id="97308" name="Freeform 22">
              <a:extLst>
                <a:ext uri="{FF2B5EF4-FFF2-40B4-BE49-F238E27FC236}">
                  <a16:creationId xmlns:a16="http://schemas.microsoft.com/office/drawing/2014/main" id="{E4749291-A99C-E2B6-B8E7-9BC4EBA86E99}"/>
                </a:ext>
              </a:extLst>
            </p:cNvPr>
            <p:cNvSpPr>
              <a:spLocks/>
            </p:cNvSpPr>
            <p:nvPr/>
          </p:nvSpPr>
          <p:spPr bwMode="auto">
            <a:xfrm>
              <a:off x="1086" y="2137"/>
              <a:ext cx="141" cy="501"/>
            </a:xfrm>
            <a:custGeom>
              <a:avLst/>
              <a:gdLst>
                <a:gd name="T0" fmla="*/ 140 w 141"/>
                <a:gd name="T1" fmla="*/ 0 h 501"/>
                <a:gd name="T2" fmla="*/ 0 w 141"/>
                <a:gd name="T3" fmla="*/ 0 h 501"/>
                <a:gd name="T4" fmla="*/ 0 w 141"/>
                <a:gd name="T5" fmla="*/ 500 h 501"/>
                <a:gd name="T6" fmla="*/ 140 w 141"/>
                <a:gd name="T7" fmla="*/ 500 h 5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1" h="501">
                  <a:moveTo>
                    <a:pt x="140" y="0"/>
                  </a:moveTo>
                  <a:lnTo>
                    <a:pt x="0" y="0"/>
                  </a:lnTo>
                  <a:lnTo>
                    <a:pt x="0" y="500"/>
                  </a:lnTo>
                  <a:lnTo>
                    <a:pt x="140" y="500"/>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09" name="Freeform 23">
              <a:extLst>
                <a:ext uri="{FF2B5EF4-FFF2-40B4-BE49-F238E27FC236}">
                  <a16:creationId xmlns:a16="http://schemas.microsoft.com/office/drawing/2014/main" id="{1BB03736-03CA-E924-C8CE-EBD30E2A4B0D}"/>
                </a:ext>
              </a:extLst>
            </p:cNvPr>
            <p:cNvSpPr>
              <a:spLocks/>
            </p:cNvSpPr>
            <p:nvPr/>
          </p:nvSpPr>
          <p:spPr bwMode="auto">
            <a:xfrm>
              <a:off x="1086" y="1638"/>
              <a:ext cx="141" cy="1506"/>
            </a:xfrm>
            <a:custGeom>
              <a:avLst/>
              <a:gdLst>
                <a:gd name="T0" fmla="*/ 140 w 141"/>
                <a:gd name="T1" fmla="*/ 0 h 1506"/>
                <a:gd name="T2" fmla="*/ 0 w 141"/>
                <a:gd name="T3" fmla="*/ 0 h 1506"/>
                <a:gd name="T4" fmla="*/ 0 w 141"/>
                <a:gd name="T5" fmla="*/ 1505 h 1506"/>
                <a:gd name="T6" fmla="*/ 140 w 141"/>
                <a:gd name="T7" fmla="*/ 1505 h 15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1" h="1506">
                  <a:moveTo>
                    <a:pt x="140" y="0"/>
                  </a:moveTo>
                  <a:lnTo>
                    <a:pt x="0" y="0"/>
                  </a:lnTo>
                  <a:lnTo>
                    <a:pt x="0" y="1505"/>
                  </a:lnTo>
                  <a:lnTo>
                    <a:pt x="140" y="1505"/>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10" name="Freeform 24">
              <a:extLst>
                <a:ext uri="{FF2B5EF4-FFF2-40B4-BE49-F238E27FC236}">
                  <a16:creationId xmlns:a16="http://schemas.microsoft.com/office/drawing/2014/main" id="{F5610570-103F-16A0-3097-98AC1F037A38}"/>
                </a:ext>
              </a:extLst>
            </p:cNvPr>
            <p:cNvSpPr>
              <a:spLocks/>
            </p:cNvSpPr>
            <p:nvPr/>
          </p:nvSpPr>
          <p:spPr bwMode="auto">
            <a:xfrm>
              <a:off x="1086" y="1370"/>
              <a:ext cx="212" cy="2262"/>
            </a:xfrm>
            <a:custGeom>
              <a:avLst/>
              <a:gdLst>
                <a:gd name="T0" fmla="*/ 0 w 212"/>
                <a:gd name="T1" fmla="*/ 0 h 2262"/>
                <a:gd name="T2" fmla="*/ 0 w 212"/>
                <a:gd name="T3" fmla="*/ 2261 h 2262"/>
                <a:gd name="T4" fmla="*/ 211 w 212"/>
                <a:gd name="T5" fmla="*/ 2261 h 2262"/>
                <a:gd name="T6" fmla="*/ 0 60000 65536"/>
                <a:gd name="T7" fmla="*/ 0 60000 65536"/>
                <a:gd name="T8" fmla="*/ 0 60000 65536"/>
              </a:gdLst>
              <a:ahLst/>
              <a:cxnLst>
                <a:cxn ang="T6">
                  <a:pos x="T0" y="T1"/>
                </a:cxn>
                <a:cxn ang="T7">
                  <a:pos x="T2" y="T3"/>
                </a:cxn>
                <a:cxn ang="T8">
                  <a:pos x="T4" y="T5"/>
                </a:cxn>
              </a:cxnLst>
              <a:rect l="0" t="0" r="r" b="b"/>
              <a:pathLst>
                <a:path w="212" h="2262">
                  <a:moveTo>
                    <a:pt x="0" y="0"/>
                  </a:moveTo>
                  <a:lnTo>
                    <a:pt x="0" y="2261"/>
                  </a:lnTo>
                  <a:lnTo>
                    <a:pt x="211" y="2261"/>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11" name="Rectangle 25">
              <a:extLst>
                <a:ext uri="{FF2B5EF4-FFF2-40B4-BE49-F238E27FC236}">
                  <a16:creationId xmlns:a16="http://schemas.microsoft.com/office/drawing/2014/main" id="{0A2026D2-3BAB-6325-60D8-3C3500B0E0FD}"/>
                </a:ext>
              </a:extLst>
            </p:cNvPr>
            <p:cNvSpPr>
              <a:spLocks noChangeArrowheads="1"/>
            </p:cNvSpPr>
            <p:nvPr/>
          </p:nvSpPr>
          <p:spPr bwMode="auto">
            <a:xfrm>
              <a:off x="1173" y="2016"/>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12" name="Rectangle 26">
              <a:extLst>
                <a:ext uri="{FF2B5EF4-FFF2-40B4-BE49-F238E27FC236}">
                  <a16:creationId xmlns:a16="http://schemas.microsoft.com/office/drawing/2014/main" id="{A4C07894-1E95-ACA3-6730-B411BDF05CF0}"/>
                </a:ext>
              </a:extLst>
            </p:cNvPr>
            <p:cNvSpPr>
              <a:spLocks noChangeArrowheads="1"/>
            </p:cNvSpPr>
            <p:nvPr/>
          </p:nvSpPr>
          <p:spPr bwMode="auto">
            <a:xfrm>
              <a:off x="1173" y="2518"/>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13" name="Rectangle 27">
              <a:extLst>
                <a:ext uri="{FF2B5EF4-FFF2-40B4-BE49-F238E27FC236}">
                  <a16:creationId xmlns:a16="http://schemas.microsoft.com/office/drawing/2014/main" id="{5C7D72D6-DDA1-4379-E3CF-7425F04F8098}"/>
                </a:ext>
              </a:extLst>
            </p:cNvPr>
            <p:cNvSpPr>
              <a:spLocks noChangeArrowheads="1"/>
            </p:cNvSpPr>
            <p:nvPr/>
          </p:nvSpPr>
          <p:spPr bwMode="auto">
            <a:xfrm>
              <a:off x="1173" y="3017"/>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14" name="Rectangle 28">
              <a:extLst>
                <a:ext uri="{FF2B5EF4-FFF2-40B4-BE49-F238E27FC236}">
                  <a16:creationId xmlns:a16="http://schemas.microsoft.com/office/drawing/2014/main" id="{C117BC52-836B-7353-05D2-ABBA94D8D090}"/>
                </a:ext>
              </a:extLst>
            </p:cNvPr>
            <p:cNvSpPr>
              <a:spLocks noChangeArrowheads="1"/>
            </p:cNvSpPr>
            <p:nvPr/>
          </p:nvSpPr>
          <p:spPr bwMode="auto">
            <a:xfrm>
              <a:off x="1173" y="3508"/>
              <a:ext cx="779"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15" name="Rectangle 29">
              <a:extLst>
                <a:ext uri="{FF2B5EF4-FFF2-40B4-BE49-F238E27FC236}">
                  <a16:creationId xmlns:a16="http://schemas.microsoft.com/office/drawing/2014/main" id="{2EAB77E7-F161-CD23-BD42-EE6E22C50558}"/>
                </a:ext>
              </a:extLst>
            </p:cNvPr>
            <p:cNvSpPr>
              <a:spLocks noChangeArrowheads="1"/>
            </p:cNvSpPr>
            <p:nvPr/>
          </p:nvSpPr>
          <p:spPr bwMode="auto">
            <a:xfrm>
              <a:off x="1171" y="1514"/>
              <a:ext cx="777"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97284" name="Group 30">
            <a:extLst>
              <a:ext uri="{FF2B5EF4-FFF2-40B4-BE49-F238E27FC236}">
                <a16:creationId xmlns:a16="http://schemas.microsoft.com/office/drawing/2014/main" id="{17F6E100-2FE8-7FA1-12FD-721F72369B82}"/>
              </a:ext>
            </a:extLst>
          </p:cNvPr>
          <p:cNvGrpSpPr>
            <a:grpSpLocks/>
          </p:cNvGrpSpPr>
          <p:nvPr/>
        </p:nvGrpSpPr>
        <p:grpSpPr bwMode="auto">
          <a:xfrm>
            <a:off x="6483350" y="2163763"/>
            <a:ext cx="1268413" cy="3773487"/>
            <a:chOff x="4424" y="1363"/>
            <a:chExt cx="866" cy="2377"/>
          </a:xfrm>
        </p:grpSpPr>
        <p:sp>
          <p:nvSpPr>
            <p:cNvPr id="97300" name="Freeform 31">
              <a:extLst>
                <a:ext uri="{FF2B5EF4-FFF2-40B4-BE49-F238E27FC236}">
                  <a16:creationId xmlns:a16="http://schemas.microsoft.com/office/drawing/2014/main" id="{C05960B1-61BD-2BAA-5E5E-969C7603495F}"/>
                </a:ext>
              </a:extLst>
            </p:cNvPr>
            <p:cNvSpPr>
              <a:spLocks/>
            </p:cNvSpPr>
            <p:nvPr/>
          </p:nvSpPr>
          <p:spPr bwMode="auto">
            <a:xfrm>
              <a:off x="4424" y="2130"/>
              <a:ext cx="142" cy="502"/>
            </a:xfrm>
            <a:custGeom>
              <a:avLst/>
              <a:gdLst>
                <a:gd name="T0" fmla="*/ 141 w 142"/>
                <a:gd name="T1" fmla="*/ 0 h 502"/>
                <a:gd name="T2" fmla="*/ 0 w 142"/>
                <a:gd name="T3" fmla="*/ 0 h 502"/>
                <a:gd name="T4" fmla="*/ 0 w 142"/>
                <a:gd name="T5" fmla="*/ 501 h 502"/>
                <a:gd name="T6" fmla="*/ 141 w 142"/>
                <a:gd name="T7" fmla="*/ 501 h 50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502">
                  <a:moveTo>
                    <a:pt x="141" y="0"/>
                  </a:moveTo>
                  <a:lnTo>
                    <a:pt x="0" y="0"/>
                  </a:lnTo>
                  <a:lnTo>
                    <a:pt x="0" y="501"/>
                  </a:lnTo>
                  <a:lnTo>
                    <a:pt x="141" y="501"/>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01" name="Freeform 32">
              <a:extLst>
                <a:ext uri="{FF2B5EF4-FFF2-40B4-BE49-F238E27FC236}">
                  <a16:creationId xmlns:a16="http://schemas.microsoft.com/office/drawing/2014/main" id="{9E824E78-52F2-7A1D-9CF5-BC523FAA245B}"/>
                </a:ext>
              </a:extLst>
            </p:cNvPr>
            <p:cNvSpPr>
              <a:spLocks/>
            </p:cNvSpPr>
            <p:nvPr/>
          </p:nvSpPr>
          <p:spPr bwMode="auto">
            <a:xfrm>
              <a:off x="4424" y="1630"/>
              <a:ext cx="142" cy="1508"/>
            </a:xfrm>
            <a:custGeom>
              <a:avLst/>
              <a:gdLst>
                <a:gd name="T0" fmla="*/ 141 w 142"/>
                <a:gd name="T1" fmla="*/ 0 h 1508"/>
                <a:gd name="T2" fmla="*/ 0 w 142"/>
                <a:gd name="T3" fmla="*/ 0 h 1508"/>
                <a:gd name="T4" fmla="*/ 0 w 142"/>
                <a:gd name="T5" fmla="*/ 1507 h 1508"/>
                <a:gd name="T6" fmla="*/ 141 w 142"/>
                <a:gd name="T7" fmla="*/ 1507 h 15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1508">
                  <a:moveTo>
                    <a:pt x="141" y="0"/>
                  </a:moveTo>
                  <a:lnTo>
                    <a:pt x="0" y="0"/>
                  </a:lnTo>
                  <a:lnTo>
                    <a:pt x="0" y="1507"/>
                  </a:lnTo>
                  <a:lnTo>
                    <a:pt x="141" y="1507"/>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02" name="Freeform 33">
              <a:extLst>
                <a:ext uri="{FF2B5EF4-FFF2-40B4-BE49-F238E27FC236}">
                  <a16:creationId xmlns:a16="http://schemas.microsoft.com/office/drawing/2014/main" id="{D7028C50-153C-21EC-47D2-DE67F72F76FF}"/>
                </a:ext>
              </a:extLst>
            </p:cNvPr>
            <p:cNvSpPr>
              <a:spLocks/>
            </p:cNvSpPr>
            <p:nvPr/>
          </p:nvSpPr>
          <p:spPr bwMode="auto">
            <a:xfrm>
              <a:off x="4424" y="1363"/>
              <a:ext cx="212" cy="2261"/>
            </a:xfrm>
            <a:custGeom>
              <a:avLst/>
              <a:gdLst>
                <a:gd name="T0" fmla="*/ 0 w 212"/>
                <a:gd name="T1" fmla="*/ 0 h 2261"/>
                <a:gd name="T2" fmla="*/ 0 w 212"/>
                <a:gd name="T3" fmla="*/ 2260 h 2261"/>
                <a:gd name="T4" fmla="*/ 211 w 212"/>
                <a:gd name="T5" fmla="*/ 2260 h 2261"/>
                <a:gd name="T6" fmla="*/ 0 60000 65536"/>
                <a:gd name="T7" fmla="*/ 0 60000 65536"/>
                <a:gd name="T8" fmla="*/ 0 60000 65536"/>
              </a:gdLst>
              <a:ahLst/>
              <a:cxnLst>
                <a:cxn ang="T6">
                  <a:pos x="T0" y="T1"/>
                </a:cxn>
                <a:cxn ang="T7">
                  <a:pos x="T2" y="T3"/>
                </a:cxn>
                <a:cxn ang="T8">
                  <a:pos x="T4" y="T5"/>
                </a:cxn>
              </a:cxnLst>
              <a:rect l="0" t="0" r="r" b="b"/>
              <a:pathLst>
                <a:path w="212" h="2261">
                  <a:moveTo>
                    <a:pt x="0" y="0"/>
                  </a:moveTo>
                  <a:lnTo>
                    <a:pt x="0" y="2260"/>
                  </a:lnTo>
                  <a:lnTo>
                    <a:pt x="211" y="2260"/>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303" name="Rectangle 34">
              <a:extLst>
                <a:ext uri="{FF2B5EF4-FFF2-40B4-BE49-F238E27FC236}">
                  <a16:creationId xmlns:a16="http://schemas.microsoft.com/office/drawing/2014/main" id="{D7BB1030-D289-BA68-332A-E0A492523AF0}"/>
                </a:ext>
              </a:extLst>
            </p:cNvPr>
            <p:cNvSpPr>
              <a:spLocks noChangeArrowheads="1"/>
            </p:cNvSpPr>
            <p:nvPr/>
          </p:nvSpPr>
          <p:spPr bwMode="auto">
            <a:xfrm>
              <a:off x="4512" y="2008"/>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04" name="Rectangle 35">
              <a:extLst>
                <a:ext uri="{FF2B5EF4-FFF2-40B4-BE49-F238E27FC236}">
                  <a16:creationId xmlns:a16="http://schemas.microsoft.com/office/drawing/2014/main" id="{C6AEF3BC-C11E-6AC5-703E-87146A5A8747}"/>
                </a:ext>
              </a:extLst>
            </p:cNvPr>
            <p:cNvSpPr>
              <a:spLocks noChangeArrowheads="1"/>
            </p:cNvSpPr>
            <p:nvPr/>
          </p:nvSpPr>
          <p:spPr bwMode="auto">
            <a:xfrm>
              <a:off x="4512" y="2510"/>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05" name="Rectangle 36">
              <a:extLst>
                <a:ext uri="{FF2B5EF4-FFF2-40B4-BE49-F238E27FC236}">
                  <a16:creationId xmlns:a16="http://schemas.microsoft.com/office/drawing/2014/main" id="{C2862F14-2E16-8671-8A02-BFBAC84699FA}"/>
                </a:ext>
              </a:extLst>
            </p:cNvPr>
            <p:cNvSpPr>
              <a:spLocks noChangeArrowheads="1"/>
            </p:cNvSpPr>
            <p:nvPr/>
          </p:nvSpPr>
          <p:spPr bwMode="auto">
            <a:xfrm>
              <a:off x="4512" y="3011"/>
              <a:ext cx="778" cy="23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06" name="Rectangle 37">
              <a:extLst>
                <a:ext uri="{FF2B5EF4-FFF2-40B4-BE49-F238E27FC236}">
                  <a16:creationId xmlns:a16="http://schemas.microsoft.com/office/drawing/2014/main" id="{A9ED0481-2705-B640-E0A8-94077D163C4B}"/>
                </a:ext>
              </a:extLst>
            </p:cNvPr>
            <p:cNvSpPr>
              <a:spLocks noChangeArrowheads="1"/>
            </p:cNvSpPr>
            <p:nvPr/>
          </p:nvSpPr>
          <p:spPr bwMode="auto">
            <a:xfrm>
              <a:off x="4512" y="3502"/>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307" name="Rectangle 38">
              <a:extLst>
                <a:ext uri="{FF2B5EF4-FFF2-40B4-BE49-F238E27FC236}">
                  <a16:creationId xmlns:a16="http://schemas.microsoft.com/office/drawing/2014/main" id="{81A319D5-6C1B-F9B4-A9EC-D22AADAF8D53}"/>
                </a:ext>
              </a:extLst>
            </p:cNvPr>
            <p:cNvSpPr>
              <a:spLocks noChangeArrowheads="1"/>
            </p:cNvSpPr>
            <p:nvPr/>
          </p:nvSpPr>
          <p:spPr bwMode="auto">
            <a:xfrm>
              <a:off x="4508" y="1508"/>
              <a:ext cx="778" cy="2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97285" name="Rectangle 39">
            <a:extLst>
              <a:ext uri="{FF2B5EF4-FFF2-40B4-BE49-F238E27FC236}">
                <a16:creationId xmlns:a16="http://schemas.microsoft.com/office/drawing/2014/main" id="{0B9DA434-9EAE-4ECF-0070-EB4E07B869EC}"/>
              </a:ext>
            </a:extLst>
          </p:cNvPr>
          <p:cNvSpPr>
            <a:spLocks noChangeArrowheads="1"/>
          </p:cNvSpPr>
          <p:nvPr/>
        </p:nvSpPr>
        <p:spPr bwMode="auto">
          <a:xfrm>
            <a:off x="6402388" y="1685925"/>
            <a:ext cx="1328737" cy="466725"/>
          </a:xfrm>
          <a:prstGeom prst="rect">
            <a:avLst/>
          </a:prstGeom>
          <a:solidFill>
            <a:schemeClr val="accent3">
              <a:lumMod val="75000"/>
            </a:schemeClr>
          </a:solidFill>
          <a:ln w="12699">
            <a:solidFill>
              <a:schemeClr val="tx1"/>
            </a:solidFill>
            <a:miter lim="800000"/>
            <a:headEnd/>
            <a:tailEnd/>
          </a:ln>
          <a:effectLst>
            <a:outerShdw dist="35921" dir="2700000" algn="ctr" rotWithShape="0">
              <a:schemeClr val="tx1"/>
            </a:outerShdw>
          </a:effectLst>
        </p:spPr>
        <p:txBody>
          <a:bodyPr wrap="none" lIns="107935" tIns="53968" rIns="107935" bIns="53968" anchor="ctr"/>
          <a:lstStyle>
            <a:lvl1pPr marL="222250" indent="-222250" defTabSz="1044575">
              <a:defRPr>
                <a:solidFill>
                  <a:schemeClr val="tx1"/>
                </a:solidFill>
                <a:latin typeface="Arial" panose="020B0604020202020204" pitchFamily="34" charset="0"/>
                <a:cs typeface="Arial" panose="020B0604020202020204" pitchFamily="34" charset="0"/>
              </a:defRPr>
            </a:lvl1pPr>
            <a:lvl2pPr marL="514350" indent="-177800" defTabSz="1044575">
              <a:defRPr>
                <a:solidFill>
                  <a:schemeClr val="tx1"/>
                </a:solidFill>
                <a:latin typeface="Arial" panose="020B0604020202020204" pitchFamily="34" charset="0"/>
                <a:cs typeface="Arial" panose="020B0604020202020204" pitchFamily="34" charset="0"/>
              </a:defRPr>
            </a:lvl2pPr>
            <a:lvl3pPr marL="777875" indent="-149225" defTabSz="1044575">
              <a:defRPr>
                <a:solidFill>
                  <a:schemeClr val="tx1"/>
                </a:solidFill>
                <a:latin typeface="Arial" panose="020B0604020202020204" pitchFamily="34" charset="0"/>
                <a:cs typeface="Arial" panose="020B0604020202020204" pitchFamily="34" charset="0"/>
              </a:defRPr>
            </a:lvl3pPr>
            <a:lvl4pPr marL="1600200" indent="-228600" defTabSz="1044575">
              <a:defRPr>
                <a:solidFill>
                  <a:schemeClr val="tx1"/>
                </a:solidFill>
                <a:latin typeface="Arial" panose="020B0604020202020204" pitchFamily="34" charset="0"/>
                <a:cs typeface="Arial" panose="020B0604020202020204" pitchFamily="34" charset="0"/>
              </a:defRPr>
            </a:lvl4pPr>
            <a:lvl5pPr marL="2057400" indent="-228600" defTabSz="1044575">
              <a:defRPr>
                <a:solidFill>
                  <a:schemeClr val="tx1"/>
                </a:solidFill>
                <a:latin typeface="Arial" panose="020B0604020202020204" pitchFamily="34" charset="0"/>
                <a:cs typeface="Arial" panose="020B0604020202020204" pitchFamily="34" charset="0"/>
              </a:defRPr>
            </a:lvl5pPr>
            <a:lvl6pPr marL="25146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97286" name="Rectangle 40">
            <a:extLst>
              <a:ext uri="{FF2B5EF4-FFF2-40B4-BE49-F238E27FC236}">
                <a16:creationId xmlns:a16="http://schemas.microsoft.com/office/drawing/2014/main" id="{7693551A-6FE9-4D88-EA59-D5A61027D0B2}"/>
              </a:ext>
            </a:extLst>
          </p:cNvPr>
          <p:cNvSpPr>
            <a:spLocks noChangeArrowheads="1"/>
          </p:cNvSpPr>
          <p:nvPr/>
        </p:nvSpPr>
        <p:spPr bwMode="auto">
          <a:xfrm>
            <a:off x="4776788" y="1685925"/>
            <a:ext cx="1328737" cy="466725"/>
          </a:xfrm>
          <a:prstGeom prst="rect">
            <a:avLst/>
          </a:prstGeom>
          <a:solidFill>
            <a:schemeClr val="accent3">
              <a:lumMod val="75000"/>
            </a:schemeClr>
          </a:solidFill>
          <a:ln w="12699">
            <a:solidFill>
              <a:schemeClr val="tx1"/>
            </a:solidFill>
            <a:miter lim="800000"/>
            <a:headEnd/>
            <a:tailEnd/>
          </a:ln>
          <a:effectLst>
            <a:outerShdw dist="35921" dir="2700000" algn="ctr" rotWithShape="0">
              <a:schemeClr val="tx1"/>
            </a:outerShdw>
          </a:effectLst>
        </p:spPr>
        <p:txBody>
          <a:bodyPr wrap="none" lIns="107935" tIns="53968" rIns="107935" bIns="53968" anchor="ctr"/>
          <a:lstStyle>
            <a:lvl1pPr marL="222250" indent="-222250" defTabSz="1044575">
              <a:defRPr>
                <a:solidFill>
                  <a:schemeClr val="tx1"/>
                </a:solidFill>
                <a:latin typeface="Arial" panose="020B0604020202020204" pitchFamily="34" charset="0"/>
                <a:cs typeface="Arial" panose="020B0604020202020204" pitchFamily="34" charset="0"/>
              </a:defRPr>
            </a:lvl1pPr>
            <a:lvl2pPr marL="514350" indent="-177800" defTabSz="1044575">
              <a:defRPr>
                <a:solidFill>
                  <a:schemeClr val="tx1"/>
                </a:solidFill>
                <a:latin typeface="Arial" panose="020B0604020202020204" pitchFamily="34" charset="0"/>
                <a:cs typeface="Arial" panose="020B0604020202020204" pitchFamily="34" charset="0"/>
              </a:defRPr>
            </a:lvl2pPr>
            <a:lvl3pPr marL="777875" indent="-149225" defTabSz="1044575">
              <a:defRPr>
                <a:solidFill>
                  <a:schemeClr val="tx1"/>
                </a:solidFill>
                <a:latin typeface="Arial" panose="020B0604020202020204" pitchFamily="34" charset="0"/>
                <a:cs typeface="Arial" panose="020B0604020202020204" pitchFamily="34" charset="0"/>
              </a:defRPr>
            </a:lvl3pPr>
            <a:lvl4pPr marL="1600200" indent="-228600" defTabSz="1044575">
              <a:defRPr>
                <a:solidFill>
                  <a:schemeClr val="tx1"/>
                </a:solidFill>
                <a:latin typeface="Arial" panose="020B0604020202020204" pitchFamily="34" charset="0"/>
                <a:cs typeface="Arial" panose="020B0604020202020204" pitchFamily="34" charset="0"/>
              </a:defRPr>
            </a:lvl4pPr>
            <a:lvl5pPr marL="2057400" indent="-228600" defTabSz="1044575">
              <a:defRPr>
                <a:solidFill>
                  <a:schemeClr val="tx1"/>
                </a:solidFill>
                <a:latin typeface="Arial" panose="020B0604020202020204" pitchFamily="34" charset="0"/>
                <a:cs typeface="Arial" panose="020B0604020202020204" pitchFamily="34" charset="0"/>
              </a:defRPr>
            </a:lvl5pPr>
            <a:lvl6pPr marL="25146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97287" name="Rectangle 41">
            <a:extLst>
              <a:ext uri="{FF2B5EF4-FFF2-40B4-BE49-F238E27FC236}">
                <a16:creationId xmlns:a16="http://schemas.microsoft.com/office/drawing/2014/main" id="{529FC9B0-B9BD-B752-DE37-B04EB1EA2F2A}"/>
              </a:ext>
            </a:extLst>
          </p:cNvPr>
          <p:cNvSpPr>
            <a:spLocks noChangeArrowheads="1"/>
          </p:cNvSpPr>
          <p:nvPr/>
        </p:nvSpPr>
        <p:spPr bwMode="auto">
          <a:xfrm>
            <a:off x="1501775" y="1685925"/>
            <a:ext cx="1360488" cy="466725"/>
          </a:xfrm>
          <a:prstGeom prst="rect">
            <a:avLst/>
          </a:prstGeom>
          <a:solidFill>
            <a:schemeClr val="accent3">
              <a:lumMod val="75000"/>
            </a:schemeClr>
          </a:solidFill>
          <a:ln w="12699">
            <a:solidFill>
              <a:schemeClr val="tx1"/>
            </a:solidFill>
            <a:miter lim="800000"/>
            <a:headEnd/>
            <a:tailEnd/>
          </a:ln>
          <a:effectLst>
            <a:outerShdw dist="35921" dir="2700000" algn="ctr" rotWithShape="0">
              <a:schemeClr val="tx1"/>
            </a:outerShdw>
          </a:effectLst>
        </p:spPr>
        <p:txBody>
          <a:bodyPr wrap="none" lIns="107935" tIns="53968" rIns="107935" bIns="53968" anchor="ctr"/>
          <a:lstStyle>
            <a:lvl1pPr marL="222250" indent="-222250" defTabSz="1044575">
              <a:defRPr>
                <a:solidFill>
                  <a:schemeClr val="tx1"/>
                </a:solidFill>
                <a:latin typeface="Arial" panose="020B0604020202020204" pitchFamily="34" charset="0"/>
                <a:cs typeface="Arial" panose="020B0604020202020204" pitchFamily="34" charset="0"/>
              </a:defRPr>
            </a:lvl1pPr>
            <a:lvl2pPr marL="514350" indent="-177800" defTabSz="1044575">
              <a:defRPr>
                <a:solidFill>
                  <a:schemeClr val="tx1"/>
                </a:solidFill>
                <a:latin typeface="Arial" panose="020B0604020202020204" pitchFamily="34" charset="0"/>
                <a:cs typeface="Arial" panose="020B0604020202020204" pitchFamily="34" charset="0"/>
              </a:defRPr>
            </a:lvl2pPr>
            <a:lvl3pPr marL="777875" indent="-149225" defTabSz="1044575">
              <a:defRPr>
                <a:solidFill>
                  <a:schemeClr val="tx1"/>
                </a:solidFill>
                <a:latin typeface="Arial" panose="020B0604020202020204" pitchFamily="34" charset="0"/>
                <a:cs typeface="Arial" panose="020B0604020202020204" pitchFamily="34" charset="0"/>
              </a:defRPr>
            </a:lvl3pPr>
            <a:lvl4pPr marL="1600200" indent="-228600" defTabSz="1044575">
              <a:defRPr>
                <a:solidFill>
                  <a:schemeClr val="tx1"/>
                </a:solidFill>
                <a:latin typeface="Arial" panose="020B0604020202020204" pitchFamily="34" charset="0"/>
                <a:cs typeface="Arial" panose="020B0604020202020204" pitchFamily="34" charset="0"/>
              </a:defRPr>
            </a:lvl4pPr>
            <a:lvl5pPr marL="2057400" indent="-228600" defTabSz="1044575">
              <a:defRPr>
                <a:solidFill>
                  <a:schemeClr val="tx1"/>
                </a:solidFill>
                <a:latin typeface="Arial" panose="020B0604020202020204" pitchFamily="34" charset="0"/>
                <a:cs typeface="Arial" panose="020B0604020202020204" pitchFamily="34" charset="0"/>
              </a:defRPr>
            </a:lvl5pPr>
            <a:lvl6pPr marL="25146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dirty="0">
                <a:ea typeface="굴림" panose="020B0600000101010101" pitchFamily="34" charset="-127"/>
              </a:rPr>
              <a:t>Insert text</a:t>
            </a:r>
          </a:p>
        </p:txBody>
      </p:sp>
      <p:sp>
        <p:nvSpPr>
          <p:cNvPr id="97288" name="Rectangle 42">
            <a:extLst>
              <a:ext uri="{FF2B5EF4-FFF2-40B4-BE49-F238E27FC236}">
                <a16:creationId xmlns:a16="http://schemas.microsoft.com/office/drawing/2014/main" id="{AA03DD68-A3CC-9FD2-6BF3-12C530CC9F3A}"/>
              </a:ext>
            </a:extLst>
          </p:cNvPr>
          <p:cNvSpPr>
            <a:spLocks noChangeArrowheads="1"/>
          </p:cNvSpPr>
          <p:nvPr/>
        </p:nvSpPr>
        <p:spPr bwMode="auto">
          <a:xfrm>
            <a:off x="3122613" y="1685925"/>
            <a:ext cx="1328737" cy="466725"/>
          </a:xfrm>
          <a:prstGeom prst="rect">
            <a:avLst/>
          </a:prstGeom>
          <a:solidFill>
            <a:schemeClr val="accent3">
              <a:lumMod val="75000"/>
            </a:schemeClr>
          </a:solidFill>
          <a:ln w="12699">
            <a:solidFill>
              <a:schemeClr val="tx1"/>
            </a:solidFill>
            <a:miter lim="800000"/>
            <a:headEnd/>
            <a:tailEnd/>
          </a:ln>
          <a:effectLst>
            <a:outerShdw dist="35921" dir="2700000" algn="ctr" rotWithShape="0">
              <a:schemeClr val="tx1"/>
            </a:outerShdw>
          </a:effectLst>
        </p:spPr>
        <p:txBody>
          <a:bodyPr wrap="none" lIns="107935" tIns="53968" rIns="107935" bIns="53968" anchor="ctr"/>
          <a:lstStyle>
            <a:lvl1pPr marL="222250" indent="-222250" defTabSz="1044575">
              <a:defRPr>
                <a:solidFill>
                  <a:schemeClr val="tx1"/>
                </a:solidFill>
                <a:latin typeface="Arial" panose="020B0604020202020204" pitchFamily="34" charset="0"/>
                <a:cs typeface="Arial" panose="020B0604020202020204" pitchFamily="34" charset="0"/>
              </a:defRPr>
            </a:lvl1pPr>
            <a:lvl2pPr marL="514350" indent="-177800" defTabSz="1044575">
              <a:defRPr>
                <a:solidFill>
                  <a:schemeClr val="tx1"/>
                </a:solidFill>
                <a:latin typeface="Arial" panose="020B0604020202020204" pitchFamily="34" charset="0"/>
                <a:cs typeface="Arial" panose="020B0604020202020204" pitchFamily="34" charset="0"/>
              </a:defRPr>
            </a:lvl2pPr>
            <a:lvl3pPr marL="777875" indent="-149225" defTabSz="1044575">
              <a:defRPr>
                <a:solidFill>
                  <a:schemeClr val="tx1"/>
                </a:solidFill>
                <a:latin typeface="Arial" panose="020B0604020202020204" pitchFamily="34" charset="0"/>
                <a:cs typeface="Arial" panose="020B0604020202020204" pitchFamily="34" charset="0"/>
              </a:defRPr>
            </a:lvl3pPr>
            <a:lvl4pPr marL="1600200" indent="-228600" defTabSz="1044575">
              <a:defRPr>
                <a:solidFill>
                  <a:schemeClr val="tx1"/>
                </a:solidFill>
                <a:latin typeface="Arial" panose="020B0604020202020204" pitchFamily="34" charset="0"/>
                <a:cs typeface="Arial" panose="020B0604020202020204" pitchFamily="34" charset="0"/>
              </a:defRPr>
            </a:lvl4pPr>
            <a:lvl5pPr marL="2057400" indent="-228600" defTabSz="1044575">
              <a:defRPr>
                <a:solidFill>
                  <a:schemeClr val="tx1"/>
                </a:solidFill>
                <a:latin typeface="Arial" panose="020B0604020202020204" pitchFamily="34" charset="0"/>
                <a:cs typeface="Arial" panose="020B0604020202020204" pitchFamily="34" charset="0"/>
              </a:defRPr>
            </a:lvl5pPr>
            <a:lvl6pPr marL="25146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445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dirty="0">
                <a:ea typeface="굴림" panose="020B0600000101010101" pitchFamily="34" charset="-127"/>
              </a:rPr>
              <a:t>Insert text</a:t>
            </a:r>
          </a:p>
        </p:txBody>
      </p:sp>
      <p:grpSp>
        <p:nvGrpSpPr>
          <p:cNvPr id="97289" name="Group 55">
            <a:extLst>
              <a:ext uri="{FF2B5EF4-FFF2-40B4-BE49-F238E27FC236}">
                <a16:creationId xmlns:a16="http://schemas.microsoft.com/office/drawing/2014/main" id="{68FE37BE-2F63-B717-3DFC-AED444357E3A}"/>
              </a:ext>
            </a:extLst>
          </p:cNvPr>
          <p:cNvGrpSpPr>
            <a:grpSpLocks/>
          </p:cNvGrpSpPr>
          <p:nvPr/>
        </p:nvGrpSpPr>
        <p:grpSpPr bwMode="auto">
          <a:xfrm>
            <a:off x="6454775" y="533400"/>
            <a:ext cx="2355850" cy="685800"/>
            <a:chOff x="4405" y="196"/>
            <a:chExt cx="1607" cy="432"/>
          </a:xfrm>
        </p:grpSpPr>
        <p:grpSp>
          <p:nvGrpSpPr>
            <p:cNvPr id="97290" name="Group 56">
              <a:extLst>
                <a:ext uri="{FF2B5EF4-FFF2-40B4-BE49-F238E27FC236}">
                  <a16:creationId xmlns:a16="http://schemas.microsoft.com/office/drawing/2014/main" id="{7FFC8C28-C908-5B0D-64D7-60FC9A09C8FE}"/>
                </a:ext>
              </a:extLst>
            </p:cNvPr>
            <p:cNvGrpSpPr>
              <a:grpSpLocks/>
            </p:cNvGrpSpPr>
            <p:nvPr/>
          </p:nvGrpSpPr>
          <p:grpSpPr bwMode="auto">
            <a:xfrm>
              <a:off x="5506" y="196"/>
              <a:ext cx="506" cy="432"/>
              <a:chOff x="5506" y="196"/>
              <a:chExt cx="506" cy="432"/>
            </a:xfrm>
          </p:grpSpPr>
          <p:sp>
            <p:nvSpPr>
              <p:cNvPr id="97292" name="Rectangle 57">
                <a:extLst>
                  <a:ext uri="{FF2B5EF4-FFF2-40B4-BE49-F238E27FC236}">
                    <a16:creationId xmlns:a16="http://schemas.microsoft.com/office/drawing/2014/main" id="{0D03A578-4B53-8524-0F73-FD195F16528A}"/>
                  </a:ext>
                </a:extLst>
              </p:cNvPr>
              <p:cNvSpPr>
                <a:spLocks noChangeArrowheads="1"/>
              </p:cNvSpPr>
              <p:nvPr/>
            </p:nvSpPr>
            <p:spPr bwMode="auto">
              <a:xfrm>
                <a:off x="5506" y="196"/>
                <a:ext cx="506" cy="43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7293" name="Group 58">
                <a:extLst>
                  <a:ext uri="{FF2B5EF4-FFF2-40B4-BE49-F238E27FC236}">
                    <a16:creationId xmlns:a16="http://schemas.microsoft.com/office/drawing/2014/main" id="{AADE6F0D-0A96-A795-1195-BC188DD17F9B}"/>
                  </a:ext>
                </a:extLst>
              </p:cNvPr>
              <p:cNvGrpSpPr>
                <a:grpSpLocks/>
              </p:cNvGrpSpPr>
              <p:nvPr/>
            </p:nvGrpSpPr>
            <p:grpSpPr bwMode="auto">
              <a:xfrm>
                <a:off x="5552" y="299"/>
                <a:ext cx="414" cy="166"/>
                <a:chOff x="5552" y="299"/>
                <a:chExt cx="414" cy="166"/>
              </a:xfrm>
            </p:grpSpPr>
            <p:sp>
              <p:nvSpPr>
                <p:cNvPr id="97294" name="Freeform 59">
                  <a:extLst>
                    <a:ext uri="{FF2B5EF4-FFF2-40B4-BE49-F238E27FC236}">
                      <a16:creationId xmlns:a16="http://schemas.microsoft.com/office/drawing/2014/main" id="{DF09BD5C-5383-72B9-AF6E-801A73DE747A}"/>
                    </a:ext>
                  </a:extLst>
                </p:cNvPr>
                <p:cNvSpPr>
                  <a:spLocks/>
                </p:cNvSpPr>
                <p:nvPr/>
              </p:nvSpPr>
              <p:spPr bwMode="auto">
                <a:xfrm>
                  <a:off x="5591" y="380"/>
                  <a:ext cx="341" cy="42"/>
                </a:xfrm>
                <a:custGeom>
                  <a:avLst/>
                  <a:gdLst>
                    <a:gd name="T0" fmla="*/ 340 w 341"/>
                    <a:gd name="T1" fmla="*/ 41 h 42"/>
                    <a:gd name="T2" fmla="*/ 340 w 341"/>
                    <a:gd name="T3" fmla="*/ 0 h 42"/>
                    <a:gd name="T4" fmla="*/ 0 w 341"/>
                    <a:gd name="T5" fmla="*/ 0 h 42"/>
                    <a:gd name="T6" fmla="*/ 0 w 341"/>
                    <a:gd name="T7" fmla="*/ 41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1" h="42">
                      <a:moveTo>
                        <a:pt x="340" y="41"/>
                      </a:moveTo>
                      <a:lnTo>
                        <a:pt x="340" y="0"/>
                      </a:lnTo>
                      <a:lnTo>
                        <a:pt x="0" y="0"/>
                      </a:lnTo>
                      <a:lnTo>
                        <a:pt x="0" y="4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7295" name="Rectangle 60">
                  <a:extLst>
                    <a:ext uri="{FF2B5EF4-FFF2-40B4-BE49-F238E27FC236}">
                      <a16:creationId xmlns:a16="http://schemas.microsoft.com/office/drawing/2014/main" id="{904CE08F-79C4-5393-C57A-261A2EFE7C24}"/>
                    </a:ext>
                  </a:extLst>
                </p:cNvPr>
                <p:cNvSpPr>
                  <a:spLocks noChangeArrowheads="1"/>
                </p:cNvSpPr>
                <p:nvPr/>
              </p:nvSpPr>
              <p:spPr bwMode="auto">
                <a:xfrm>
                  <a:off x="5726" y="299"/>
                  <a:ext cx="71" cy="50"/>
                </a:xfrm>
                <a:prstGeom prst="rect">
                  <a:avLst/>
                </a:prstGeom>
                <a:solidFill>
                  <a:schemeClr val="folHlink"/>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296" name="Rectangle 61">
                  <a:extLst>
                    <a:ext uri="{FF2B5EF4-FFF2-40B4-BE49-F238E27FC236}">
                      <a16:creationId xmlns:a16="http://schemas.microsoft.com/office/drawing/2014/main" id="{4E905B31-1740-7A99-9738-FFB791A629FB}"/>
                    </a:ext>
                  </a:extLst>
                </p:cNvPr>
                <p:cNvSpPr>
                  <a:spLocks noChangeArrowheads="1"/>
                </p:cNvSpPr>
                <p:nvPr/>
              </p:nvSpPr>
              <p:spPr bwMode="auto">
                <a:xfrm>
                  <a:off x="5552" y="417"/>
                  <a:ext cx="70"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297" name="Rectangle 62">
                  <a:extLst>
                    <a:ext uri="{FF2B5EF4-FFF2-40B4-BE49-F238E27FC236}">
                      <a16:creationId xmlns:a16="http://schemas.microsoft.com/office/drawing/2014/main" id="{0C132A8B-5242-025E-A862-F5CE3A1D8E64}"/>
                    </a:ext>
                  </a:extLst>
                </p:cNvPr>
                <p:cNvSpPr>
                  <a:spLocks noChangeArrowheads="1"/>
                </p:cNvSpPr>
                <p:nvPr/>
              </p:nvSpPr>
              <p:spPr bwMode="auto">
                <a:xfrm>
                  <a:off x="5726"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298" name="Rectangle 63">
                  <a:extLst>
                    <a:ext uri="{FF2B5EF4-FFF2-40B4-BE49-F238E27FC236}">
                      <a16:creationId xmlns:a16="http://schemas.microsoft.com/office/drawing/2014/main" id="{2283F346-EA58-E9D5-1CEB-B5B5B2D214FB}"/>
                    </a:ext>
                  </a:extLst>
                </p:cNvPr>
                <p:cNvSpPr>
                  <a:spLocks noChangeArrowheads="1"/>
                </p:cNvSpPr>
                <p:nvPr/>
              </p:nvSpPr>
              <p:spPr bwMode="auto">
                <a:xfrm>
                  <a:off x="5895"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7299" name="Line 64">
                  <a:extLst>
                    <a:ext uri="{FF2B5EF4-FFF2-40B4-BE49-F238E27FC236}">
                      <a16:creationId xmlns:a16="http://schemas.microsoft.com/office/drawing/2014/main" id="{5E99F9AE-CBF8-5D51-9A52-6C53C0A203F5}"/>
                    </a:ext>
                  </a:extLst>
                </p:cNvPr>
                <p:cNvSpPr>
                  <a:spLocks noChangeShapeType="1"/>
                </p:cNvSpPr>
                <p:nvPr/>
              </p:nvSpPr>
              <p:spPr bwMode="auto">
                <a:xfrm>
                  <a:off x="5760" y="357"/>
                  <a:ext cx="0" cy="4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
          <p:nvSpPr>
            <p:cNvPr id="97291" name="Rectangle 65">
              <a:extLst>
                <a:ext uri="{FF2B5EF4-FFF2-40B4-BE49-F238E27FC236}">
                  <a16:creationId xmlns:a16="http://schemas.microsoft.com/office/drawing/2014/main" id="{76DA870D-2FE0-8573-A05D-816E6A1D20B0}"/>
                </a:ext>
              </a:extLst>
            </p:cNvPr>
            <p:cNvSpPr>
              <a:spLocks noChangeArrowheads="1"/>
            </p:cNvSpPr>
            <p:nvPr/>
          </p:nvSpPr>
          <p:spPr bwMode="auto">
            <a:xfrm>
              <a:off x="4405" y="300"/>
              <a:ext cx="1113"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STRUCTURE</a:t>
              </a: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29" name="Group 3">
            <a:extLst>
              <a:ext uri="{FF2B5EF4-FFF2-40B4-BE49-F238E27FC236}">
                <a16:creationId xmlns:a16="http://schemas.microsoft.com/office/drawing/2014/main" id="{FF36B490-5366-3B17-CA98-06AF78D87FB3}"/>
              </a:ext>
            </a:extLst>
          </p:cNvPr>
          <p:cNvGrpSpPr>
            <a:grpSpLocks/>
          </p:cNvGrpSpPr>
          <p:nvPr/>
        </p:nvGrpSpPr>
        <p:grpSpPr bwMode="auto">
          <a:xfrm>
            <a:off x="865188" y="1898650"/>
            <a:ext cx="7558087" cy="3952875"/>
            <a:chOff x="590" y="1196"/>
            <a:chExt cx="5158" cy="2490"/>
          </a:xfrm>
        </p:grpSpPr>
        <p:grpSp>
          <p:nvGrpSpPr>
            <p:cNvPr id="99341" name="Group 4">
              <a:extLst>
                <a:ext uri="{FF2B5EF4-FFF2-40B4-BE49-F238E27FC236}">
                  <a16:creationId xmlns:a16="http://schemas.microsoft.com/office/drawing/2014/main" id="{1F590523-1BEB-63A9-E39D-140520DBA5C5}"/>
                </a:ext>
              </a:extLst>
            </p:cNvPr>
            <p:cNvGrpSpPr>
              <a:grpSpLocks/>
            </p:cNvGrpSpPr>
            <p:nvPr/>
          </p:nvGrpSpPr>
          <p:grpSpPr bwMode="auto">
            <a:xfrm>
              <a:off x="1529" y="3050"/>
              <a:ext cx="337" cy="564"/>
              <a:chOff x="1529" y="3050"/>
              <a:chExt cx="337" cy="564"/>
            </a:xfrm>
          </p:grpSpPr>
          <p:sp>
            <p:nvSpPr>
              <p:cNvPr id="99399" name="Freeform 5">
                <a:extLst>
                  <a:ext uri="{FF2B5EF4-FFF2-40B4-BE49-F238E27FC236}">
                    <a16:creationId xmlns:a16="http://schemas.microsoft.com/office/drawing/2014/main" id="{BA2D31F2-2298-47AB-F5EF-41D3B1FF7070}"/>
                  </a:ext>
                </a:extLst>
              </p:cNvPr>
              <p:cNvSpPr>
                <a:spLocks/>
              </p:cNvSpPr>
              <p:nvPr/>
            </p:nvSpPr>
            <p:spPr bwMode="auto">
              <a:xfrm>
                <a:off x="1701" y="3050"/>
                <a:ext cx="160" cy="564"/>
              </a:xfrm>
              <a:custGeom>
                <a:avLst/>
                <a:gdLst>
                  <a:gd name="T0" fmla="*/ 159 w 160"/>
                  <a:gd name="T1" fmla="*/ 0 h 564"/>
                  <a:gd name="T2" fmla="*/ 0 w 160"/>
                  <a:gd name="T3" fmla="*/ 0 h 564"/>
                  <a:gd name="T4" fmla="*/ 0 w 160"/>
                  <a:gd name="T5" fmla="*/ 563 h 564"/>
                  <a:gd name="T6" fmla="*/ 159 w 160"/>
                  <a:gd name="T7" fmla="*/ 563 h 5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0" h="564">
                    <a:moveTo>
                      <a:pt x="159" y="0"/>
                    </a:moveTo>
                    <a:lnTo>
                      <a:pt x="0" y="0"/>
                    </a:lnTo>
                    <a:lnTo>
                      <a:pt x="0" y="563"/>
                    </a:lnTo>
                    <a:lnTo>
                      <a:pt x="159" y="563"/>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400" name="Line 6">
                <a:extLst>
                  <a:ext uri="{FF2B5EF4-FFF2-40B4-BE49-F238E27FC236}">
                    <a16:creationId xmlns:a16="http://schemas.microsoft.com/office/drawing/2014/main" id="{1DB0B389-8161-434C-72A2-AE00057F65AB}"/>
                  </a:ext>
                </a:extLst>
              </p:cNvPr>
              <p:cNvSpPr>
                <a:spLocks noChangeShapeType="1"/>
              </p:cNvSpPr>
              <p:nvPr/>
            </p:nvSpPr>
            <p:spPr bwMode="auto">
              <a:xfrm flipH="1">
                <a:off x="1529" y="3327"/>
                <a:ext cx="337"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99342" name="Rectangle 7">
              <a:extLst>
                <a:ext uri="{FF2B5EF4-FFF2-40B4-BE49-F238E27FC236}">
                  <a16:creationId xmlns:a16="http://schemas.microsoft.com/office/drawing/2014/main" id="{819999F4-7510-BDDF-CB98-982306D3BA0F}"/>
                </a:ext>
              </a:extLst>
            </p:cNvPr>
            <p:cNvSpPr>
              <a:spLocks noChangeArrowheads="1"/>
            </p:cNvSpPr>
            <p:nvPr/>
          </p:nvSpPr>
          <p:spPr bwMode="auto">
            <a:xfrm>
              <a:off x="590" y="2284"/>
              <a:ext cx="468" cy="220"/>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3" name="Line 8">
              <a:extLst>
                <a:ext uri="{FF2B5EF4-FFF2-40B4-BE49-F238E27FC236}">
                  <a16:creationId xmlns:a16="http://schemas.microsoft.com/office/drawing/2014/main" id="{F3723B7F-8CDE-AE24-CC4E-B41BC9325979}"/>
                </a:ext>
              </a:extLst>
            </p:cNvPr>
            <p:cNvSpPr>
              <a:spLocks noChangeShapeType="1"/>
            </p:cNvSpPr>
            <p:nvPr/>
          </p:nvSpPr>
          <p:spPr bwMode="auto">
            <a:xfrm>
              <a:off x="1085" y="2394"/>
              <a:ext cx="284"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44" name="Rectangle 9">
              <a:extLst>
                <a:ext uri="{FF2B5EF4-FFF2-40B4-BE49-F238E27FC236}">
                  <a16:creationId xmlns:a16="http://schemas.microsoft.com/office/drawing/2014/main" id="{513005AD-EB58-A866-5899-57BEC177DEF5}"/>
                </a:ext>
              </a:extLst>
            </p:cNvPr>
            <p:cNvSpPr>
              <a:spLocks noChangeArrowheads="1"/>
            </p:cNvSpPr>
            <p:nvPr/>
          </p:nvSpPr>
          <p:spPr bwMode="auto">
            <a:xfrm>
              <a:off x="1362" y="2308"/>
              <a:ext cx="179" cy="168"/>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5" name="Rectangle 10">
              <a:extLst>
                <a:ext uri="{FF2B5EF4-FFF2-40B4-BE49-F238E27FC236}">
                  <a16:creationId xmlns:a16="http://schemas.microsoft.com/office/drawing/2014/main" id="{82C1F7F3-D55F-30A8-3987-89F44630ED70}"/>
                </a:ext>
              </a:extLst>
            </p:cNvPr>
            <p:cNvSpPr>
              <a:spLocks noChangeArrowheads="1"/>
            </p:cNvSpPr>
            <p:nvPr/>
          </p:nvSpPr>
          <p:spPr bwMode="auto">
            <a:xfrm>
              <a:off x="1362" y="3236"/>
              <a:ext cx="179" cy="170"/>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6" name="Rectangle 11">
              <a:extLst>
                <a:ext uri="{FF2B5EF4-FFF2-40B4-BE49-F238E27FC236}">
                  <a16:creationId xmlns:a16="http://schemas.microsoft.com/office/drawing/2014/main" id="{29DC2FA4-DD4D-8EF1-B43D-75C45076A3C2}"/>
                </a:ext>
              </a:extLst>
            </p:cNvPr>
            <p:cNvSpPr>
              <a:spLocks noChangeArrowheads="1"/>
            </p:cNvSpPr>
            <p:nvPr/>
          </p:nvSpPr>
          <p:spPr bwMode="auto">
            <a:xfrm>
              <a:off x="1864" y="1765"/>
              <a:ext cx="124" cy="11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7" name="Rectangle 12">
              <a:extLst>
                <a:ext uri="{FF2B5EF4-FFF2-40B4-BE49-F238E27FC236}">
                  <a16:creationId xmlns:a16="http://schemas.microsoft.com/office/drawing/2014/main" id="{34952377-85A9-5EF9-E035-D13698AC352A}"/>
                </a:ext>
              </a:extLst>
            </p:cNvPr>
            <p:cNvSpPr>
              <a:spLocks noChangeArrowheads="1"/>
            </p:cNvSpPr>
            <p:nvPr/>
          </p:nvSpPr>
          <p:spPr bwMode="auto">
            <a:xfrm>
              <a:off x="1876" y="2061"/>
              <a:ext cx="125" cy="11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8" name="Rectangle 13">
              <a:extLst>
                <a:ext uri="{FF2B5EF4-FFF2-40B4-BE49-F238E27FC236}">
                  <a16:creationId xmlns:a16="http://schemas.microsoft.com/office/drawing/2014/main" id="{B549832F-3538-D65A-C1D5-DB72437D7F88}"/>
                </a:ext>
              </a:extLst>
            </p:cNvPr>
            <p:cNvSpPr>
              <a:spLocks noChangeArrowheads="1"/>
            </p:cNvSpPr>
            <p:nvPr/>
          </p:nvSpPr>
          <p:spPr bwMode="auto">
            <a:xfrm>
              <a:off x="1876" y="2345"/>
              <a:ext cx="125"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9" name="Rectangle 14">
              <a:extLst>
                <a:ext uri="{FF2B5EF4-FFF2-40B4-BE49-F238E27FC236}">
                  <a16:creationId xmlns:a16="http://schemas.microsoft.com/office/drawing/2014/main" id="{0350CF5C-8CDA-2D6F-31D6-AAA40738FA9A}"/>
                </a:ext>
              </a:extLst>
            </p:cNvPr>
            <p:cNvSpPr>
              <a:spLocks noChangeArrowheads="1"/>
            </p:cNvSpPr>
            <p:nvPr/>
          </p:nvSpPr>
          <p:spPr bwMode="auto">
            <a:xfrm>
              <a:off x="1876" y="2630"/>
              <a:ext cx="125"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0" name="Rectangle 15">
              <a:extLst>
                <a:ext uri="{FF2B5EF4-FFF2-40B4-BE49-F238E27FC236}">
                  <a16:creationId xmlns:a16="http://schemas.microsoft.com/office/drawing/2014/main" id="{28417CA4-2832-8E6C-4059-DDBEBE6AEEEC}"/>
                </a:ext>
              </a:extLst>
            </p:cNvPr>
            <p:cNvSpPr>
              <a:spLocks noChangeArrowheads="1"/>
            </p:cNvSpPr>
            <p:nvPr/>
          </p:nvSpPr>
          <p:spPr bwMode="auto">
            <a:xfrm>
              <a:off x="1864" y="2993"/>
              <a:ext cx="124" cy="11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1" name="Rectangle 16">
              <a:extLst>
                <a:ext uri="{FF2B5EF4-FFF2-40B4-BE49-F238E27FC236}">
                  <a16:creationId xmlns:a16="http://schemas.microsoft.com/office/drawing/2014/main" id="{7EB6D702-6AF3-496E-C0AF-70904A8515B3}"/>
                </a:ext>
              </a:extLst>
            </p:cNvPr>
            <p:cNvSpPr>
              <a:spLocks noChangeArrowheads="1"/>
            </p:cNvSpPr>
            <p:nvPr/>
          </p:nvSpPr>
          <p:spPr bwMode="auto">
            <a:xfrm>
              <a:off x="1864" y="3265"/>
              <a:ext cx="124"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2" name="Rectangle 17">
              <a:extLst>
                <a:ext uri="{FF2B5EF4-FFF2-40B4-BE49-F238E27FC236}">
                  <a16:creationId xmlns:a16="http://schemas.microsoft.com/office/drawing/2014/main" id="{7F531D44-5A1B-6B00-5F42-B46320D0F7AB}"/>
                </a:ext>
              </a:extLst>
            </p:cNvPr>
            <p:cNvSpPr>
              <a:spLocks noChangeArrowheads="1"/>
            </p:cNvSpPr>
            <p:nvPr/>
          </p:nvSpPr>
          <p:spPr bwMode="auto">
            <a:xfrm>
              <a:off x="1864" y="3559"/>
              <a:ext cx="124" cy="114"/>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3" name="Line 18">
              <a:extLst>
                <a:ext uri="{FF2B5EF4-FFF2-40B4-BE49-F238E27FC236}">
                  <a16:creationId xmlns:a16="http://schemas.microsoft.com/office/drawing/2014/main" id="{56C80B79-01AF-0B02-3892-2DCE5F8D383E}"/>
                </a:ext>
              </a:extLst>
            </p:cNvPr>
            <p:cNvSpPr>
              <a:spLocks noChangeShapeType="1"/>
            </p:cNvSpPr>
            <p:nvPr/>
          </p:nvSpPr>
          <p:spPr bwMode="auto">
            <a:xfrm flipH="1">
              <a:off x="5236" y="2402"/>
              <a:ext cx="362"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54" name="Rectangle 19">
              <a:extLst>
                <a:ext uri="{FF2B5EF4-FFF2-40B4-BE49-F238E27FC236}">
                  <a16:creationId xmlns:a16="http://schemas.microsoft.com/office/drawing/2014/main" id="{32C402DC-F149-FCFD-6116-5669B2D1EBA8}"/>
                </a:ext>
              </a:extLst>
            </p:cNvPr>
            <p:cNvSpPr>
              <a:spLocks noChangeArrowheads="1"/>
            </p:cNvSpPr>
            <p:nvPr/>
          </p:nvSpPr>
          <p:spPr bwMode="auto">
            <a:xfrm>
              <a:off x="4217" y="1209"/>
              <a:ext cx="125" cy="114"/>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5" name="Rectangle 20">
              <a:extLst>
                <a:ext uri="{FF2B5EF4-FFF2-40B4-BE49-F238E27FC236}">
                  <a16:creationId xmlns:a16="http://schemas.microsoft.com/office/drawing/2014/main" id="{253A8329-6328-839A-08CA-0870C8C81699}"/>
                </a:ext>
              </a:extLst>
            </p:cNvPr>
            <p:cNvSpPr>
              <a:spLocks noChangeArrowheads="1"/>
            </p:cNvSpPr>
            <p:nvPr/>
          </p:nvSpPr>
          <p:spPr bwMode="auto">
            <a:xfrm>
              <a:off x="4217" y="1492"/>
              <a:ext cx="125" cy="11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6" name="Rectangle 21">
              <a:extLst>
                <a:ext uri="{FF2B5EF4-FFF2-40B4-BE49-F238E27FC236}">
                  <a16:creationId xmlns:a16="http://schemas.microsoft.com/office/drawing/2014/main" id="{6B7BCC51-78EC-5319-096D-F6F8DE1F2EDF}"/>
                </a:ext>
              </a:extLst>
            </p:cNvPr>
            <p:cNvSpPr>
              <a:spLocks noChangeArrowheads="1"/>
            </p:cNvSpPr>
            <p:nvPr/>
          </p:nvSpPr>
          <p:spPr bwMode="auto">
            <a:xfrm>
              <a:off x="4217" y="1777"/>
              <a:ext cx="125" cy="11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7" name="Rectangle 22">
              <a:extLst>
                <a:ext uri="{FF2B5EF4-FFF2-40B4-BE49-F238E27FC236}">
                  <a16:creationId xmlns:a16="http://schemas.microsoft.com/office/drawing/2014/main" id="{E503E18B-6C81-54EA-1DE0-0E53ED626DE7}"/>
                </a:ext>
              </a:extLst>
            </p:cNvPr>
            <p:cNvSpPr>
              <a:spLocks noChangeArrowheads="1"/>
            </p:cNvSpPr>
            <p:nvPr/>
          </p:nvSpPr>
          <p:spPr bwMode="auto">
            <a:xfrm>
              <a:off x="4204" y="2067"/>
              <a:ext cx="125"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8" name="Rectangle 23">
              <a:extLst>
                <a:ext uri="{FF2B5EF4-FFF2-40B4-BE49-F238E27FC236}">
                  <a16:creationId xmlns:a16="http://schemas.microsoft.com/office/drawing/2014/main" id="{926C267E-7526-57B3-CB86-E206831B4BDC}"/>
                </a:ext>
              </a:extLst>
            </p:cNvPr>
            <p:cNvSpPr>
              <a:spLocks noChangeArrowheads="1"/>
            </p:cNvSpPr>
            <p:nvPr/>
          </p:nvSpPr>
          <p:spPr bwMode="auto">
            <a:xfrm>
              <a:off x="4204" y="2351"/>
              <a:ext cx="125"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59" name="Rectangle 24">
              <a:extLst>
                <a:ext uri="{FF2B5EF4-FFF2-40B4-BE49-F238E27FC236}">
                  <a16:creationId xmlns:a16="http://schemas.microsoft.com/office/drawing/2014/main" id="{14A68615-2C57-CFB6-CBD3-6CD236841B0B}"/>
                </a:ext>
              </a:extLst>
            </p:cNvPr>
            <p:cNvSpPr>
              <a:spLocks noChangeArrowheads="1"/>
            </p:cNvSpPr>
            <p:nvPr/>
          </p:nvSpPr>
          <p:spPr bwMode="auto">
            <a:xfrm>
              <a:off x="4204" y="2636"/>
              <a:ext cx="125"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60" name="Rectangle 25">
              <a:extLst>
                <a:ext uri="{FF2B5EF4-FFF2-40B4-BE49-F238E27FC236}">
                  <a16:creationId xmlns:a16="http://schemas.microsoft.com/office/drawing/2014/main" id="{14694B49-E84F-4DF1-62BE-961298E27D97}"/>
                </a:ext>
              </a:extLst>
            </p:cNvPr>
            <p:cNvSpPr>
              <a:spLocks noChangeArrowheads="1"/>
            </p:cNvSpPr>
            <p:nvPr/>
          </p:nvSpPr>
          <p:spPr bwMode="auto">
            <a:xfrm>
              <a:off x="4217" y="3007"/>
              <a:ext cx="125" cy="11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61" name="Rectangle 26">
              <a:extLst>
                <a:ext uri="{FF2B5EF4-FFF2-40B4-BE49-F238E27FC236}">
                  <a16:creationId xmlns:a16="http://schemas.microsoft.com/office/drawing/2014/main" id="{4A1D10F0-AD06-A901-FC2C-095042362552}"/>
                </a:ext>
              </a:extLst>
            </p:cNvPr>
            <p:cNvSpPr>
              <a:spLocks noChangeArrowheads="1"/>
            </p:cNvSpPr>
            <p:nvPr/>
          </p:nvSpPr>
          <p:spPr bwMode="auto">
            <a:xfrm>
              <a:off x="4217" y="3278"/>
              <a:ext cx="125" cy="11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62" name="Rectangle 27">
              <a:extLst>
                <a:ext uri="{FF2B5EF4-FFF2-40B4-BE49-F238E27FC236}">
                  <a16:creationId xmlns:a16="http://schemas.microsoft.com/office/drawing/2014/main" id="{153BF344-7C41-B5AE-35C8-A5D2511A6DD1}"/>
                </a:ext>
              </a:extLst>
            </p:cNvPr>
            <p:cNvSpPr>
              <a:spLocks noChangeArrowheads="1"/>
            </p:cNvSpPr>
            <p:nvPr/>
          </p:nvSpPr>
          <p:spPr bwMode="auto">
            <a:xfrm>
              <a:off x="4217" y="3571"/>
              <a:ext cx="125" cy="11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63" name="Line 28">
              <a:extLst>
                <a:ext uri="{FF2B5EF4-FFF2-40B4-BE49-F238E27FC236}">
                  <a16:creationId xmlns:a16="http://schemas.microsoft.com/office/drawing/2014/main" id="{C4D2D894-0E2E-CB3B-040F-24662A44CF1E}"/>
                </a:ext>
              </a:extLst>
            </p:cNvPr>
            <p:cNvSpPr>
              <a:spLocks noChangeShapeType="1"/>
            </p:cNvSpPr>
            <p:nvPr/>
          </p:nvSpPr>
          <p:spPr bwMode="auto">
            <a:xfrm>
              <a:off x="2033" y="1553"/>
              <a:ext cx="2167"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64" name="Line 29">
              <a:extLst>
                <a:ext uri="{FF2B5EF4-FFF2-40B4-BE49-F238E27FC236}">
                  <a16:creationId xmlns:a16="http://schemas.microsoft.com/office/drawing/2014/main" id="{754A62EE-BAC3-7F61-7E86-FBB9AE0C15F7}"/>
                </a:ext>
              </a:extLst>
            </p:cNvPr>
            <p:cNvSpPr>
              <a:spLocks noChangeShapeType="1"/>
            </p:cNvSpPr>
            <p:nvPr/>
          </p:nvSpPr>
          <p:spPr bwMode="auto">
            <a:xfrm>
              <a:off x="2025" y="1824"/>
              <a:ext cx="2165"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65" name="Line 30">
              <a:extLst>
                <a:ext uri="{FF2B5EF4-FFF2-40B4-BE49-F238E27FC236}">
                  <a16:creationId xmlns:a16="http://schemas.microsoft.com/office/drawing/2014/main" id="{31045DD0-0D43-3E84-D972-3662246BCA2D}"/>
                </a:ext>
              </a:extLst>
            </p:cNvPr>
            <p:cNvSpPr>
              <a:spLocks noChangeShapeType="1"/>
            </p:cNvSpPr>
            <p:nvPr/>
          </p:nvSpPr>
          <p:spPr bwMode="auto">
            <a:xfrm>
              <a:off x="2033" y="2117"/>
              <a:ext cx="2167"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66" name="Line 31">
              <a:extLst>
                <a:ext uri="{FF2B5EF4-FFF2-40B4-BE49-F238E27FC236}">
                  <a16:creationId xmlns:a16="http://schemas.microsoft.com/office/drawing/2014/main" id="{A86F8841-AA37-83AE-0542-518662FF5807}"/>
                </a:ext>
              </a:extLst>
            </p:cNvPr>
            <p:cNvSpPr>
              <a:spLocks noChangeShapeType="1"/>
            </p:cNvSpPr>
            <p:nvPr/>
          </p:nvSpPr>
          <p:spPr bwMode="auto">
            <a:xfrm>
              <a:off x="2036" y="2409"/>
              <a:ext cx="2159"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67" name="Line 32">
              <a:extLst>
                <a:ext uri="{FF2B5EF4-FFF2-40B4-BE49-F238E27FC236}">
                  <a16:creationId xmlns:a16="http://schemas.microsoft.com/office/drawing/2014/main" id="{5F21C5BA-31B9-E7B9-DA4D-2BE952ACCC08}"/>
                </a:ext>
              </a:extLst>
            </p:cNvPr>
            <p:cNvSpPr>
              <a:spLocks noChangeShapeType="1"/>
            </p:cNvSpPr>
            <p:nvPr/>
          </p:nvSpPr>
          <p:spPr bwMode="auto">
            <a:xfrm>
              <a:off x="2029" y="3065"/>
              <a:ext cx="2167"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68" name="Line 33">
              <a:extLst>
                <a:ext uri="{FF2B5EF4-FFF2-40B4-BE49-F238E27FC236}">
                  <a16:creationId xmlns:a16="http://schemas.microsoft.com/office/drawing/2014/main" id="{4D23E2A1-0B1F-62F6-5693-A156814576ED}"/>
                </a:ext>
              </a:extLst>
            </p:cNvPr>
            <p:cNvSpPr>
              <a:spLocks noChangeShapeType="1"/>
            </p:cNvSpPr>
            <p:nvPr/>
          </p:nvSpPr>
          <p:spPr bwMode="auto">
            <a:xfrm>
              <a:off x="2039" y="3333"/>
              <a:ext cx="2167"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69" name="Line 34">
              <a:extLst>
                <a:ext uri="{FF2B5EF4-FFF2-40B4-BE49-F238E27FC236}">
                  <a16:creationId xmlns:a16="http://schemas.microsoft.com/office/drawing/2014/main" id="{C67A1A97-4DD7-9E9C-D858-6EE2CE799581}"/>
                </a:ext>
              </a:extLst>
            </p:cNvPr>
            <p:cNvSpPr>
              <a:spLocks noChangeShapeType="1"/>
            </p:cNvSpPr>
            <p:nvPr/>
          </p:nvSpPr>
          <p:spPr bwMode="auto">
            <a:xfrm>
              <a:off x="2029" y="3624"/>
              <a:ext cx="2167"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70" name="Rectangle 35">
              <a:extLst>
                <a:ext uri="{FF2B5EF4-FFF2-40B4-BE49-F238E27FC236}">
                  <a16:creationId xmlns:a16="http://schemas.microsoft.com/office/drawing/2014/main" id="{8AF1BFC1-9F07-5B6E-D78E-39B4219C6CF7}"/>
                </a:ext>
              </a:extLst>
            </p:cNvPr>
            <p:cNvSpPr>
              <a:spLocks noChangeArrowheads="1"/>
            </p:cNvSpPr>
            <p:nvPr/>
          </p:nvSpPr>
          <p:spPr bwMode="auto">
            <a:xfrm>
              <a:off x="5567" y="2308"/>
              <a:ext cx="181" cy="169"/>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71" name="Line 36">
              <a:extLst>
                <a:ext uri="{FF2B5EF4-FFF2-40B4-BE49-F238E27FC236}">
                  <a16:creationId xmlns:a16="http://schemas.microsoft.com/office/drawing/2014/main" id="{E3A5D8C3-B52D-BBD6-F90D-38815FE69589}"/>
                </a:ext>
              </a:extLst>
            </p:cNvPr>
            <p:cNvSpPr>
              <a:spLocks noChangeShapeType="1"/>
            </p:cNvSpPr>
            <p:nvPr/>
          </p:nvSpPr>
          <p:spPr bwMode="auto">
            <a:xfrm>
              <a:off x="2033" y="1256"/>
              <a:ext cx="2167"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72" name="Line 37">
              <a:extLst>
                <a:ext uri="{FF2B5EF4-FFF2-40B4-BE49-F238E27FC236}">
                  <a16:creationId xmlns:a16="http://schemas.microsoft.com/office/drawing/2014/main" id="{97E9B891-6E25-9E08-D89A-39EFA607D1A4}"/>
                </a:ext>
              </a:extLst>
            </p:cNvPr>
            <p:cNvSpPr>
              <a:spLocks noChangeShapeType="1"/>
            </p:cNvSpPr>
            <p:nvPr/>
          </p:nvSpPr>
          <p:spPr bwMode="auto">
            <a:xfrm>
              <a:off x="2026" y="2686"/>
              <a:ext cx="2169" cy="0"/>
            </a:xfrm>
            <a:prstGeom prst="line">
              <a:avLst/>
            </a:prstGeom>
            <a:noFill/>
            <a:ln w="12699">
              <a:solidFill>
                <a:schemeClr val="bg2"/>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73" name="Freeform 38">
              <a:extLst>
                <a:ext uri="{FF2B5EF4-FFF2-40B4-BE49-F238E27FC236}">
                  <a16:creationId xmlns:a16="http://schemas.microsoft.com/office/drawing/2014/main" id="{6B71DAD0-B937-954A-605F-7044BE45695B}"/>
                </a:ext>
              </a:extLst>
            </p:cNvPr>
            <p:cNvSpPr>
              <a:spLocks/>
            </p:cNvSpPr>
            <p:nvPr/>
          </p:nvSpPr>
          <p:spPr bwMode="auto">
            <a:xfrm>
              <a:off x="1237" y="1548"/>
              <a:ext cx="117" cy="1786"/>
            </a:xfrm>
            <a:custGeom>
              <a:avLst/>
              <a:gdLst>
                <a:gd name="T0" fmla="*/ 116 w 117"/>
                <a:gd name="T1" fmla="*/ 0 h 1786"/>
                <a:gd name="T2" fmla="*/ 0 w 117"/>
                <a:gd name="T3" fmla="*/ 0 h 1786"/>
                <a:gd name="T4" fmla="*/ 0 w 117"/>
                <a:gd name="T5" fmla="*/ 1785 h 1786"/>
                <a:gd name="T6" fmla="*/ 116 w 117"/>
                <a:gd name="T7" fmla="*/ 1785 h 17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7" h="1786">
                  <a:moveTo>
                    <a:pt x="116" y="0"/>
                  </a:moveTo>
                  <a:lnTo>
                    <a:pt x="0" y="0"/>
                  </a:lnTo>
                  <a:lnTo>
                    <a:pt x="0" y="1785"/>
                  </a:lnTo>
                  <a:lnTo>
                    <a:pt x="116" y="1785"/>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99374" name="Group 39">
              <a:extLst>
                <a:ext uri="{FF2B5EF4-FFF2-40B4-BE49-F238E27FC236}">
                  <a16:creationId xmlns:a16="http://schemas.microsoft.com/office/drawing/2014/main" id="{F93F08C0-A8E4-A851-69D0-8AF389AD1B66}"/>
                </a:ext>
              </a:extLst>
            </p:cNvPr>
            <p:cNvGrpSpPr>
              <a:grpSpLocks/>
            </p:cNvGrpSpPr>
            <p:nvPr/>
          </p:nvGrpSpPr>
          <p:grpSpPr bwMode="auto">
            <a:xfrm>
              <a:off x="4829" y="1548"/>
              <a:ext cx="334" cy="1801"/>
              <a:chOff x="4829" y="1548"/>
              <a:chExt cx="334" cy="1801"/>
            </a:xfrm>
          </p:grpSpPr>
          <p:sp>
            <p:nvSpPr>
              <p:cNvPr id="99397" name="Line 40">
                <a:extLst>
                  <a:ext uri="{FF2B5EF4-FFF2-40B4-BE49-F238E27FC236}">
                    <a16:creationId xmlns:a16="http://schemas.microsoft.com/office/drawing/2014/main" id="{51854BC8-E836-3F7E-67EA-850955273F87}"/>
                  </a:ext>
                </a:extLst>
              </p:cNvPr>
              <p:cNvSpPr>
                <a:spLocks noChangeShapeType="1"/>
              </p:cNvSpPr>
              <p:nvPr/>
            </p:nvSpPr>
            <p:spPr bwMode="auto">
              <a:xfrm flipH="1">
                <a:off x="4829" y="2396"/>
                <a:ext cx="334"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99398" name="Freeform 41">
                <a:extLst>
                  <a:ext uri="{FF2B5EF4-FFF2-40B4-BE49-F238E27FC236}">
                    <a16:creationId xmlns:a16="http://schemas.microsoft.com/office/drawing/2014/main" id="{8B7E0084-2118-4F92-CFDF-2A52FF842585}"/>
                  </a:ext>
                </a:extLst>
              </p:cNvPr>
              <p:cNvSpPr>
                <a:spLocks/>
              </p:cNvSpPr>
              <p:nvPr/>
            </p:nvSpPr>
            <p:spPr bwMode="auto">
              <a:xfrm>
                <a:off x="4861" y="1548"/>
                <a:ext cx="125" cy="1801"/>
              </a:xfrm>
              <a:custGeom>
                <a:avLst/>
                <a:gdLst>
                  <a:gd name="T0" fmla="*/ 0 w 125"/>
                  <a:gd name="T1" fmla="*/ 0 h 1801"/>
                  <a:gd name="T2" fmla="*/ 124 w 125"/>
                  <a:gd name="T3" fmla="*/ 0 h 1801"/>
                  <a:gd name="T4" fmla="*/ 124 w 125"/>
                  <a:gd name="T5" fmla="*/ 1800 h 1801"/>
                  <a:gd name="T6" fmla="*/ 0 w 125"/>
                  <a:gd name="T7" fmla="*/ 1800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 h="1801">
                    <a:moveTo>
                      <a:pt x="0" y="0"/>
                    </a:moveTo>
                    <a:lnTo>
                      <a:pt x="124" y="0"/>
                    </a:lnTo>
                    <a:lnTo>
                      <a:pt x="124" y="1800"/>
                    </a:lnTo>
                    <a:lnTo>
                      <a:pt x="0" y="1800"/>
                    </a:lnTo>
                  </a:path>
                </a:pathLst>
              </a:custGeom>
              <a:noFill/>
              <a:ln w="253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99375" name="Rectangle 42">
              <a:extLst>
                <a:ext uri="{FF2B5EF4-FFF2-40B4-BE49-F238E27FC236}">
                  <a16:creationId xmlns:a16="http://schemas.microsoft.com/office/drawing/2014/main" id="{BD189F7A-3246-3F87-D0F5-BAE779136C1D}"/>
                </a:ext>
              </a:extLst>
            </p:cNvPr>
            <p:cNvSpPr>
              <a:spLocks noChangeArrowheads="1"/>
            </p:cNvSpPr>
            <p:nvPr/>
          </p:nvSpPr>
          <p:spPr bwMode="auto">
            <a:xfrm>
              <a:off x="5159" y="2308"/>
              <a:ext cx="181" cy="169"/>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9376" name="Group 43">
              <a:extLst>
                <a:ext uri="{FF2B5EF4-FFF2-40B4-BE49-F238E27FC236}">
                  <a16:creationId xmlns:a16="http://schemas.microsoft.com/office/drawing/2014/main" id="{DC1129A9-2CA4-D862-410F-4D57891FAFC8}"/>
                </a:ext>
              </a:extLst>
            </p:cNvPr>
            <p:cNvGrpSpPr>
              <a:grpSpLocks/>
            </p:cNvGrpSpPr>
            <p:nvPr/>
          </p:nvGrpSpPr>
          <p:grpSpPr bwMode="auto">
            <a:xfrm>
              <a:off x="4353" y="3061"/>
              <a:ext cx="322" cy="566"/>
              <a:chOff x="4353" y="3061"/>
              <a:chExt cx="322" cy="566"/>
            </a:xfrm>
          </p:grpSpPr>
          <p:sp>
            <p:nvSpPr>
              <p:cNvPr id="99395" name="Freeform 44">
                <a:extLst>
                  <a:ext uri="{FF2B5EF4-FFF2-40B4-BE49-F238E27FC236}">
                    <a16:creationId xmlns:a16="http://schemas.microsoft.com/office/drawing/2014/main" id="{13D54BF8-7569-3AAB-7FCB-5B40701B6C42}"/>
                  </a:ext>
                </a:extLst>
              </p:cNvPr>
              <p:cNvSpPr>
                <a:spLocks/>
              </p:cNvSpPr>
              <p:nvPr/>
            </p:nvSpPr>
            <p:spPr bwMode="auto">
              <a:xfrm>
                <a:off x="4353" y="3061"/>
                <a:ext cx="157" cy="566"/>
              </a:xfrm>
              <a:custGeom>
                <a:avLst/>
                <a:gdLst>
                  <a:gd name="T0" fmla="*/ 0 w 157"/>
                  <a:gd name="T1" fmla="*/ 0 h 566"/>
                  <a:gd name="T2" fmla="*/ 156 w 157"/>
                  <a:gd name="T3" fmla="*/ 0 h 566"/>
                  <a:gd name="T4" fmla="*/ 156 w 157"/>
                  <a:gd name="T5" fmla="*/ 565 h 566"/>
                  <a:gd name="T6" fmla="*/ 0 w 157"/>
                  <a:gd name="T7" fmla="*/ 565 h 5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7" h="566">
                    <a:moveTo>
                      <a:pt x="0" y="0"/>
                    </a:moveTo>
                    <a:lnTo>
                      <a:pt x="156" y="0"/>
                    </a:lnTo>
                    <a:lnTo>
                      <a:pt x="156" y="565"/>
                    </a:lnTo>
                    <a:lnTo>
                      <a:pt x="0" y="56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396" name="Line 45">
                <a:extLst>
                  <a:ext uri="{FF2B5EF4-FFF2-40B4-BE49-F238E27FC236}">
                    <a16:creationId xmlns:a16="http://schemas.microsoft.com/office/drawing/2014/main" id="{46D4A427-04CD-F13B-9468-70AD27F174F0}"/>
                  </a:ext>
                </a:extLst>
              </p:cNvPr>
              <p:cNvSpPr>
                <a:spLocks noChangeShapeType="1"/>
              </p:cNvSpPr>
              <p:nvPr/>
            </p:nvSpPr>
            <p:spPr bwMode="auto">
              <a:xfrm>
                <a:off x="4354" y="3340"/>
                <a:ext cx="321"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99377" name="Rectangle 46">
              <a:extLst>
                <a:ext uri="{FF2B5EF4-FFF2-40B4-BE49-F238E27FC236}">
                  <a16:creationId xmlns:a16="http://schemas.microsoft.com/office/drawing/2014/main" id="{AB6EC962-5AB1-8E34-5D85-66AA7104266D}"/>
                </a:ext>
              </a:extLst>
            </p:cNvPr>
            <p:cNvSpPr>
              <a:spLocks noChangeArrowheads="1"/>
            </p:cNvSpPr>
            <p:nvPr/>
          </p:nvSpPr>
          <p:spPr bwMode="auto">
            <a:xfrm>
              <a:off x="4655" y="3250"/>
              <a:ext cx="182" cy="168"/>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9378" name="Group 47">
              <a:extLst>
                <a:ext uri="{FF2B5EF4-FFF2-40B4-BE49-F238E27FC236}">
                  <a16:creationId xmlns:a16="http://schemas.microsoft.com/office/drawing/2014/main" id="{9E20901D-370B-2459-B24A-DC6AB59DB971}"/>
                </a:ext>
              </a:extLst>
            </p:cNvPr>
            <p:cNvGrpSpPr>
              <a:grpSpLocks/>
            </p:cNvGrpSpPr>
            <p:nvPr/>
          </p:nvGrpSpPr>
          <p:grpSpPr bwMode="auto">
            <a:xfrm>
              <a:off x="4336" y="2130"/>
              <a:ext cx="324" cy="564"/>
              <a:chOff x="4336" y="2130"/>
              <a:chExt cx="324" cy="564"/>
            </a:xfrm>
          </p:grpSpPr>
          <p:sp>
            <p:nvSpPr>
              <p:cNvPr id="99393" name="Freeform 48">
                <a:extLst>
                  <a:ext uri="{FF2B5EF4-FFF2-40B4-BE49-F238E27FC236}">
                    <a16:creationId xmlns:a16="http://schemas.microsoft.com/office/drawing/2014/main" id="{8533E65A-4121-43C5-7852-35CAC41C73AF}"/>
                  </a:ext>
                </a:extLst>
              </p:cNvPr>
              <p:cNvSpPr>
                <a:spLocks/>
              </p:cNvSpPr>
              <p:nvPr/>
            </p:nvSpPr>
            <p:spPr bwMode="auto">
              <a:xfrm>
                <a:off x="4336" y="2130"/>
                <a:ext cx="159" cy="564"/>
              </a:xfrm>
              <a:custGeom>
                <a:avLst/>
                <a:gdLst>
                  <a:gd name="T0" fmla="*/ 0 w 159"/>
                  <a:gd name="T1" fmla="*/ 0 h 564"/>
                  <a:gd name="T2" fmla="*/ 158 w 159"/>
                  <a:gd name="T3" fmla="*/ 0 h 564"/>
                  <a:gd name="T4" fmla="*/ 158 w 159"/>
                  <a:gd name="T5" fmla="*/ 563 h 564"/>
                  <a:gd name="T6" fmla="*/ 0 w 159"/>
                  <a:gd name="T7" fmla="*/ 563 h 5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9" h="564">
                    <a:moveTo>
                      <a:pt x="0" y="0"/>
                    </a:moveTo>
                    <a:lnTo>
                      <a:pt x="158" y="0"/>
                    </a:lnTo>
                    <a:lnTo>
                      <a:pt x="158" y="563"/>
                    </a:lnTo>
                    <a:lnTo>
                      <a:pt x="0" y="563"/>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394" name="Line 49">
                <a:extLst>
                  <a:ext uri="{FF2B5EF4-FFF2-40B4-BE49-F238E27FC236}">
                    <a16:creationId xmlns:a16="http://schemas.microsoft.com/office/drawing/2014/main" id="{07985E2C-DA2E-BE45-8B62-79E97150CC66}"/>
                  </a:ext>
                </a:extLst>
              </p:cNvPr>
              <p:cNvSpPr>
                <a:spLocks noChangeShapeType="1"/>
              </p:cNvSpPr>
              <p:nvPr/>
            </p:nvSpPr>
            <p:spPr bwMode="auto">
              <a:xfrm>
                <a:off x="4337" y="2409"/>
                <a:ext cx="323"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99379" name="Rectangle 50">
              <a:extLst>
                <a:ext uri="{FF2B5EF4-FFF2-40B4-BE49-F238E27FC236}">
                  <a16:creationId xmlns:a16="http://schemas.microsoft.com/office/drawing/2014/main" id="{9FDE549A-15E4-B06B-3C1D-4EA623EDE856}"/>
                </a:ext>
              </a:extLst>
            </p:cNvPr>
            <p:cNvSpPr>
              <a:spLocks noChangeArrowheads="1"/>
            </p:cNvSpPr>
            <p:nvPr/>
          </p:nvSpPr>
          <p:spPr bwMode="auto">
            <a:xfrm>
              <a:off x="4655" y="2308"/>
              <a:ext cx="182" cy="169"/>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9380" name="Group 51">
              <a:extLst>
                <a:ext uri="{FF2B5EF4-FFF2-40B4-BE49-F238E27FC236}">
                  <a16:creationId xmlns:a16="http://schemas.microsoft.com/office/drawing/2014/main" id="{02BF04EF-33A7-90AF-A428-2B9E6CC11355}"/>
                </a:ext>
              </a:extLst>
            </p:cNvPr>
            <p:cNvGrpSpPr>
              <a:grpSpLocks/>
            </p:cNvGrpSpPr>
            <p:nvPr/>
          </p:nvGrpSpPr>
          <p:grpSpPr bwMode="auto">
            <a:xfrm>
              <a:off x="4353" y="1269"/>
              <a:ext cx="322" cy="564"/>
              <a:chOff x="4353" y="1269"/>
              <a:chExt cx="322" cy="564"/>
            </a:xfrm>
          </p:grpSpPr>
          <p:sp>
            <p:nvSpPr>
              <p:cNvPr id="99391" name="Freeform 52">
                <a:extLst>
                  <a:ext uri="{FF2B5EF4-FFF2-40B4-BE49-F238E27FC236}">
                    <a16:creationId xmlns:a16="http://schemas.microsoft.com/office/drawing/2014/main" id="{E3B637C3-35F3-2275-02C7-7E45D3DA947D}"/>
                  </a:ext>
                </a:extLst>
              </p:cNvPr>
              <p:cNvSpPr>
                <a:spLocks/>
              </p:cNvSpPr>
              <p:nvPr/>
            </p:nvSpPr>
            <p:spPr bwMode="auto">
              <a:xfrm>
                <a:off x="4353" y="1269"/>
                <a:ext cx="157" cy="564"/>
              </a:xfrm>
              <a:custGeom>
                <a:avLst/>
                <a:gdLst>
                  <a:gd name="T0" fmla="*/ 0 w 157"/>
                  <a:gd name="T1" fmla="*/ 0 h 564"/>
                  <a:gd name="T2" fmla="*/ 156 w 157"/>
                  <a:gd name="T3" fmla="*/ 0 h 564"/>
                  <a:gd name="T4" fmla="*/ 156 w 157"/>
                  <a:gd name="T5" fmla="*/ 563 h 564"/>
                  <a:gd name="T6" fmla="*/ 0 w 157"/>
                  <a:gd name="T7" fmla="*/ 563 h 5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7" h="564">
                    <a:moveTo>
                      <a:pt x="0" y="0"/>
                    </a:moveTo>
                    <a:lnTo>
                      <a:pt x="156" y="0"/>
                    </a:lnTo>
                    <a:lnTo>
                      <a:pt x="156" y="563"/>
                    </a:lnTo>
                    <a:lnTo>
                      <a:pt x="0" y="563"/>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392" name="Line 53">
                <a:extLst>
                  <a:ext uri="{FF2B5EF4-FFF2-40B4-BE49-F238E27FC236}">
                    <a16:creationId xmlns:a16="http://schemas.microsoft.com/office/drawing/2014/main" id="{D8FE8798-FBEB-0075-90C5-7B7A9423351C}"/>
                  </a:ext>
                </a:extLst>
              </p:cNvPr>
              <p:cNvSpPr>
                <a:spLocks noChangeShapeType="1"/>
              </p:cNvSpPr>
              <p:nvPr/>
            </p:nvSpPr>
            <p:spPr bwMode="auto">
              <a:xfrm>
                <a:off x="4354" y="1548"/>
                <a:ext cx="321"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99381" name="Rectangle 54">
              <a:extLst>
                <a:ext uri="{FF2B5EF4-FFF2-40B4-BE49-F238E27FC236}">
                  <a16:creationId xmlns:a16="http://schemas.microsoft.com/office/drawing/2014/main" id="{EBEE51D7-5EF6-F477-D661-46D8EFBD0B55}"/>
                </a:ext>
              </a:extLst>
            </p:cNvPr>
            <p:cNvSpPr>
              <a:spLocks noChangeArrowheads="1"/>
            </p:cNvSpPr>
            <p:nvPr/>
          </p:nvSpPr>
          <p:spPr bwMode="auto">
            <a:xfrm>
              <a:off x="4655" y="1467"/>
              <a:ext cx="182" cy="165"/>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9382" name="Group 55">
              <a:extLst>
                <a:ext uri="{FF2B5EF4-FFF2-40B4-BE49-F238E27FC236}">
                  <a16:creationId xmlns:a16="http://schemas.microsoft.com/office/drawing/2014/main" id="{6F04D816-E025-2734-59BC-E294A7720983}"/>
                </a:ext>
              </a:extLst>
            </p:cNvPr>
            <p:cNvGrpSpPr>
              <a:grpSpLocks/>
            </p:cNvGrpSpPr>
            <p:nvPr/>
          </p:nvGrpSpPr>
          <p:grpSpPr bwMode="auto">
            <a:xfrm>
              <a:off x="1541" y="2117"/>
              <a:ext cx="337" cy="566"/>
              <a:chOff x="1541" y="2117"/>
              <a:chExt cx="337" cy="566"/>
            </a:xfrm>
          </p:grpSpPr>
          <p:sp>
            <p:nvSpPr>
              <p:cNvPr id="99389" name="Freeform 56">
                <a:extLst>
                  <a:ext uri="{FF2B5EF4-FFF2-40B4-BE49-F238E27FC236}">
                    <a16:creationId xmlns:a16="http://schemas.microsoft.com/office/drawing/2014/main" id="{8D061B8E-4ED8-1AAD-A84E-76DA62AEF63A}"/>
                  </a:ext>
                </a:extLst>
              </p:cNvPr>
              <p:cNvSpPr>
                <a:spLocks/>
              </p:cNvSpPr>
              <p:nvPr/>
            </p:nvSpPr>
            <p:spPr bwMode="auto">
              <a:xfrm>
                <a:off x="1715" y="2117"/>
                <a:ext cx="158" cy="566"/>
              </a:xfrm>
              <a:custGeom>
                <a:avLst/>
                <a:gdLst>
                  <a:gd name="T0" fmla="*/ 157 w 158"/>
                  <a:gd name="T1" fmla="*/ 0 h 566"/>
                  <a:gd name="T2" fmla="*/ 0 w 158"/>
                  <a:gd name="T3" fmla="*/ 0 h 566"/>
                  <a:gd name="T4" fmla="*/ 0 w 158"/>
                  <a:gd name="T5" fmla="*/ 565 h 566"/>
                  <a:gd name="T6" fmla="*/ 157 w 158"/>
                  <a:gd name="T7" fmla="*/ 565 h 5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8" h="566">
                    <a:moveTo>
                      <a:pt x="157" y="0"/>
                    </a:moveTo>
                    <a:lnTo>
                      <a:pt x="0" y="0"/>
                    </a:lnTo>
                    <a:lnTo>
                      <a:pt x="0" y="565"/>
                    </a:lnTo>
                    <a:lnTo>
                      <a:pt x="157" y="56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390" name="Line 57">
                <a:extLst>
                  <a:ext uri="{FF2B5EF4-FFF2-40B4-BE49-F238E27FC236}">
                    <a16:creationId xmlns:a16="http://schemas.microsoft.com/office/drawing/2014/main" id="{ABB2F0F5-53B0-A78E-928F-4F31B05D20BF}"/>
                  </a:ext>
                </a:extLst>
              </p:cNvPr>
              <p:cNvSpPr>
                <a:spLocks noChangeShapeType="1"/>
              </p:cNvSpPr>
              <p:nvPr/>
            </p:nvSpPr>
            <p:spPr bwMode="auto">
              <a:xfrm flipH="1">
                <a:off x="1541" y="2396"/>
                <a:ext cx="337"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nvGrpSpPr>
            <p:cNvPr id="99383" name="Group 58">
              <a:extLst>
                <a:ext uri="{FF2B5EF4-FFF2-40B4-BE49-F238E27FC236}">
                  <a16:creationId xmlns:a16="http://schemas.microsoft.com/office/drawing/2014/main" id="{5CC43632-C40A-D652-BD72-080D190080F8}"/>
                </a:ext>
              </a:extLst>
            </p:cNvPr>
            <p:cNvGrpSpPr>
              <a:grpSpLocks/>
            </p:cNvGrpSpPr>
            <p:nvPr/>
          </p:nvGrpSpPr>
          <p:grpSpPr bwMode="auto">
            <a:xfrm>
              <a:off x="1541" y="1263"/>
              <a:ext cx="337" cy="566"/>
              <a:chOff x="1541" y="1263"/>
              <a:chExt cx="337" cy="566"/>
            </a:xfrm>
          </p:grpSpPr>
          <p:sp>
            <p:nvSpPr>
              <p:cNvPr id="99387" name="Freeform 59">
                <a:extLst>
                  <a:ext uri="{FF2B5EF4-FFF2-40B4-BE49-F238E27FC236}">
                    <a16:creationId xmlns:a16="http://schemas.microsoft.com/office/drawing/2014/main" id="{0D952C54-6167-9983-BCE3-B55EF51D921A}"/>
                  </a:ext>
                </a:extLst>
              </p:cNvPr>
              <p:cNvSpPr>
                <a:spLocks/>
              </p:cNvSpPr>
              <p:nvPr/>
            </p:nvSpPr>
            <p:spPr bwMode="auto">
              <a:xfrm>
                <a:off x="1715" y="1263"/>
                <a:ext cx="158" cy="566"/>
              </a:xfrm>
              <a:custGeom>
                <a:avLst/>
                <a:gdLst>
                  <a:gd name="T0" fmla="*/ 157 w 158"/>
                  <a:gd name="T1" fmla="*/ 0 h 566"/>
                  <a:gd name="T2" fmla="*/ 0 w 158"/>
                  <a:gd name="T3" fmla="*/ 0 h 566"/>
                  <a:gd name="T4" fmla="*/ 0 w 158"/>
                  <a:gd name="T5" fmla="*/ 565 h 566"/>
                  <a:gd name="T6" fmla="*/ 157 w 158"/>
                  <a:gd name="T7" fmla="*/ 565 h 5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8" h="566">
                    <a:moveTo>
                      <a:pt x="157" y="0"/>
                    </a:moveTo>
                    <a:lnTo>
                      <a:pt x="0" y="0"/>
                    </a:lnTo>
                    <a:lnTo>
                      <a:pt x="0" y="565"/>
                    </a:lnTo>
                    <a:lnTo>
                      <a:pt x="157" y="56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388" name="Line 60">
                <a:extLst>
                  <a:ext uri="{FF2B5EF4-FFF2-40B4-BE49-F238E27FC236}">
                    <a16:creationId xmlns:a16="http://schemas.microsoft.com/office/drawing/2014/main" id="{967ED781-4A10-AEAF-4A1C-815935C193E0}"/>
                  </a:ext>
                </a:extLst>
              </p:cNvPr>
              <p:cNvSpPr>
                <a:spLocks noChangeShapeType="1"/>
              </p:cNvSpPr>
              <p:nvPr/>
            </p:nvSpPr>
            <p:spPr bwMode="auto">
              <a:xfrm flipH="1">
                <a:off x="1541" y="1542"/>
                <a:ext cx="337"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99384" name="Rectangle 61">
              <a:extLst>
                <a:ext uri="{FF2B5EF4-FFF2-40B4-BE49-F238E27FC236}">
                  <a16:creationId xmlns:a16="http://schemas.microsoft.com/office/drawing/2014/main" id="{22A83095-302C-B7C0-99FA-757B683D4F8C}"/>
                </a:ext>
              </a:extLst>
            </p:cNvPr>
            <p:cNvSpPr>
              <a:spLocks noChangeArrowheads="1"/>
            </p:cNvSpPr>
            <p:nvPr/>
          </p:nvSpPr>
          <p:spPr bwMode="auto">
            <a:xfrm>
              <a:off x="1362" y="1458"/>
              <a:ext cx="179" cy="168"/>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85" name="Rectangle 62">
              <a:extLst>
                <a:ext uri="{FF2B5EF4-FFF2-40B4-BE49-F238E27FC236}">
                  <a16:creationId xmlns:a16="http://schemas.microsoft.com/office/drawing/2014/main" id="{4E19F02F-45E7-AA26-016A-B26C33FE6DE4}"/>
                </a:ext>
              </a:extLst>
            </p:cNvPr>
            <p:cNvSpPr>
              <a:spLocks noChangeArrowheads="1"/>
            </p:cNvSpPr>
            <p:nvPr/>
          </p:nvSpPr>
          <p:spPr bwMode="auto">
            <a:xfrm>
              <a:off x="1864" y="1196"/>
              <a:ext cx="124" cy="11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86" name="Rectangle 63">
              <a:extLst>
                <a:ext uri="{FF2B5EF4-FFF2-40B4-BE49-F238E27FC236}">
                  <a16:creationId xmlns:a16="http://schemas.microsoft.com/office/drawing/2014/main" id="{C16C3E2B-838E-1C56-0832-B8BC053A3602}"/>
                </a:ext>
              </a:extLst>
            </p:cNvPr>
            <p:cNvSpPr>
              <a:spLocks noChangeArrowheads="1"/>
            </p:cNvSpPr>
            <p:nvPr/>
          </p:nvSpPr>
          <p:spPr bwMode="auto">
            <a:xfrm>
              <a:off x="1864" y="1481"/>
              <a:ext cx="124" cy="114"/>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99330" name="Group 75">
            <a:extLst>
              <a:ext uri="{FF2B5EF4-FFF2-40B4-BE49-F238E27FC236}">
                <a16:creationId xmlns:a16="http://schemas.microsoft.com/office/drawing/2014/main" id="{E85D55CA-FDC3-D9B2-4F5E-EE3CA29DFAE9}"/>
              </a:ext>
            </a:extLst>
          </p:cNvPr>
          <p:cNvGrpSpPr>
            <a:grpSpLocks/>
          </p:cNvGrpSpPr>
          <p:nvPr/>
        </p:nvGrpSpPr>
        <p:grpSpPr bwMode="auto">
          <a:xfrm>
            <a:off x="6454775" y="533400"/>
            <a:ext cx="2355850" cy="685800"/>
            <a:chOff x="4405" y="196"/>
            <a:chExt cx="1607" cy="432"/>
          </a:xfrm>
        </p:grpSpPr>
        <p:grpSp>
          <p:nvGrpSpPr>
            <p:cNvPr id="99331" name="Group 76">
              <a:extLst>
                <a:ext uri="{FF2B5EF4-FFF2-40B4-BE49-F238E27FC236}">
                  <a16:creationId xmlns:a16="http://schemas.microsoft.com/office/drawing/2014/main" id="{DDD9AF12-E078-7909-3212-BA7D6F669AD1}"/>
                </a:ext>
              </a:extLst>
            </p:cNvPr>
            <p:cNvGrpSpPr>
              <a:grpSpLocks/>
            </p:cNvGrpSpPr>
            <p:nvPr/>
          </p:nvGrpSpPr>
          <p:grpSpPr bwMode="auto">
            <a:xfrm>
              <a:off x="5506" y="196"/>
              <a:ext cx="506" cy="432"/>
              <a:chOff x="5506" y="196"/>
              <a:chExt cx="506" cy="432"/>
            </a:xfrm>
          </p:grpSpPr>
          <p:sp>
            <p:nvSpPr>
              <p:cNvPr id="99333" name="Rectangle 77">
                <a:extLst>
                  <a:ext uri="{FF2B5EF4-FFF2-40B4-BE49-F238E27FC236}">
                    <a16:creationId xmlns:a16="http://schemas.microsoft.com/office/drawing/2014/main" id="{693CEF25-AF76-F5C5-8059-B41EB3D064A9}"/>
                  </a:ext>
                </a:extLst>
              </p:cNvPr>
              <p:cNvSpPr>
                <a:spLocks noChangeArrowheads="1"/>
              </p:cNvSpPr>
              <p:nvPr/>
            </p:nvSpPr>
            <p:spPr bwMode="auto">
              <a:xfrm>
                <a:off x="5506" y="196"/>
                <a:ext cx="506" cy="43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99334" name="Group 78">
                <a:extLst>
                  <a:ext uri="{FF2B5EF4-FFF2-40B4-BE49-F238E27FC236}">
                    <a16:creationId xmlns:a16="http://schemas.microsoft.com/office/drawing/2014/main" id="{CC43D699-99B3-A7D6-29B5-07D537BC801A}"/>
                  </a:ext>
                </a:extLst>
              </p:cNvPr>
              <p:cNvGrpSpPr>
                <a:grpSpLocks/>
              </p:cNvGrpSpPr>
              <p:nvPr/>
            </p:nvGrpSpPr>
            <p:grpSpPr bwMode="auto">
              <a:xfrm>
                <a:off x="5552" y="299"/>
                <a:ext cx="414" cy="166"/>
                <a:chOff x="5552" y="299"/>
                <a:chExt cx="414" cy="166"/>
              </a:xfrm>
            </p:grpSpPr>
            <p:sp>
              <p:nvSpPr>
                <p:cNvPr id="99335" name="Freeform 79">
                  <a:extLst>
                    <a:ext uri="{FF2B5EF4-FFF2-40B4-BE49-F238E27FC236}">
                      <a16:creationId xmlns:a16="http://schemas.microsoft.com/office/drawing/2014/main" id="{620EE442-B608-CDC3-3358-D9EB4C314731}"/>
                    </a:ext>
                  </a:extLst>
                </p:cNvPr>
                <p:cNvSpPr>
                  <a:spLocks/>
                </p:cNvSpPr>
                <p:nvPr/>
              </p:nvSpPr>
              <p:spPr bwMode="auto">
                <a:xfrm>
                  <a:off x="5591" y="380"/>
                  <a:ext cx="341" cy="42"/>
                </a:xfrm>
                <a:custGeom>
                  <a:avLst/>
                  <a:gdLst>
                    <a:gd name="T0" fmla="*/ 340 w 341"/>
                    <a:gd name="T1" fmla="*/ 41 h 42"/>
                    <a:gd name="T2" fmla="*/ 340 w 341"/>
                    <a:gd name="T3" fmla="*/ 0 h 42"/>
                    <a:gd name="T4" fmla="*/ 0 w 341"/>
                    <a:gd name="T5" fmla="*/ 0 h 42"/>
                    <a:gd name="T6" fmla="*/ 0 w 341"/>
                    <a:gd name="T7" fmla="*/ 41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1" h="42">
                      <a:moveTo>
                        <a:pt x="340" y="41"/>
                      </a:moveTo>
                      <a:lnTo>
                        <a:pt x="340" y="0"/>
                      </a:lnTo>
                      <a:lnTo>
                        <a:pt x="0" y="0"/>
                      </a:lnTo>
                      <a:lnTo>
                        <a:pt x="0" y="4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99336" name="Rectangle 80">
                  <a:extLst>
                    <a:ext uri="{FF2B5EF4-FFF2-40B4-BE49-F238E27FC236}">
                      <a16:creationId xmlns:a16="http://schemas.microsoft.com/office/drawing/2014/main" id="{AECBE81F-6B20-6332-F897-F58B04276357}"/>
                    </a:ext>
                  </a:extLst>
                </p:cNvPr>
                <p:cNvSpPr>
                  <a:spLocks noChangeArrowheads="1"/>
                </p:cNvSpPr>
                <p:nvPr/>
              </p:nvSpPr>
              <p:spPr bwMode="auto">
                <a:xfrm>
                  <a:off x="5726" y="299"/>
                  <a:ext cx="71" cy="50"/>
                </a:xfrm>
                <a:prstGeom prst="rect">
                  <a:avLst/>
                </a:prstGeom>
                <a:solidFill>
                  <a:schemeClr val="folHlink"/>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37" name="Rectangle 81">
                  <a:extLst>
                    <a:ext uri="{FF2B5EF4-FFF2-40B4-BE49-F238E27FC236}">
                      <a16:creationId xmlns:a16="http://schemas.microsoft.com/office/drawing/2014/main" id="{141C8EC1-D16B-5CBE-D922-7D7FAD0C8B33}"/>
                    </a:ext>
                  </a:extLst>
                </p:cNvPr>
                <p:cNvSpPr>
                  <a:spLocks noChangeArrowheads="1"/>
                </p:cNvSpPr>
                <p:nvPr/>
              </p:nvSpPr>
              <p:spPr bwMode="auto">
                <a:xfrm>
                  <a:off x="5552" y="417"/>
                  <a:ext cx="70"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38" name="Rectangle 82">
                  <a:extLst>
                    <a:ext uri="{FF2B5EF4-FFF2-40B4-BE49-F238E27FC236}">
                      <a16:creationId xmlns:a16="http://schemas.microsoft.com/office/drawing/2014/main" id="{4F4930F8-4F1E-0C6E-E2EF-6681E943BD79}"/>
                    </a:ext>
                  </a:extLst>
                </p:cNvPr>
                <p:cNvSpPr>
                  <a:spLocks noChangeArrowheads="1"/>
                </p:cNvSpPr>
                <p:nvPr/>
              </p:nvSpPr>
              <p:spPr bwMode="auto">
                <a:xfrm>
                  <a:off x="5726"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39" name="Rectangle 83">
                  <a:extLst>
                    <a:ext uri="{FF2B5EF4-FFF2-40B4-BE49-F238E27FC236}">
                      <a16:creationId xmlns:a16="http://schemas.microsoft.com/office/drawing/2014/main" id="{A177C618-CAD5-5D9A-5CCE-C8A825DC7450}"/>
                    </a:ext>
                  </a:extLst>
                </p:cNvPr>
                <p:cNvSpPr>
                  <a:spLocks noChangeArrowheads="1"/>
                </p:cNvSpPr>
                <p:nvPr/>
              </p:nvSpPr>
              <p:spPr bwMode="auto">
                <a:xfrm>
                  <a:off x="5895"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99340" name="Line 84">
                  <a:extLst>
                    <a:ext uri="{FF2B5EF4-FFF2-40B4-BE49-F238E27FC236}">
                      <a16:creationId xmlns:a16="http://schemas.microsoft.com/office/drawing/2014/main" id="{55087A0B-A43A-18E6-C7E9-17FFCE2F22F0}"/>
                    </a:ext>
                  </a:extLst>
                </p:cNvPr>
                <p:cNvSpPr>
                  <a:spLocks noChangeShapeType="1"/>
                </p:cNvSpPr>
                <p:nvPr/>
              </p:nvSpPr>
              <p:spPr bwMode="auto">
                <a:xfrm>
                  <a:off x="5760" y="357"/>
                  <a:ext cx="0" cy="4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
          <p:nvSpPr>
            <p:cNvPr id="99332" name="Rectangle 85">
              <a:extLst>
                <a:ext uri="{FF2B5EF4-FFF2-40B4-BE49-F238E27FC236}">
                  <a16:creationId xmlns:a16="http://schemas.microsoft.com/office/drawing/2014/main" id="{71622026-033F-95FC-B4E7-F0CAB20CFD03}"/>
                </a:ext>
              </a:extLst>
            </p:cNvPr>
            <p:cNvSpPr>
              <a:spLocks noChangeArrowheads="1"/>
            </p:cNvSpPr>
            <p:nvPr/>
          </p:nvSpPr>
          <p:spPr bwMode="auto">
            <a:xfrm>
              <a:off x="4405" y="300"/>
              <a:ext cx="1113"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STRUCTURE</a:t>
              </a: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7" name="Group 3">
            <a:extLst>
              <a:ext uri="{FF2B5EF4-FFF2-40B4-BE49-F238E27FC236}">
                <a16:creationId xmlns:a16="http://schemas.microsoft.com/office/drawing/2014/main" id="{880EC625-1992-126F-A5F9-800F4B026BE6}"/>
              </a:ext>
            </a:extLst>
          </p:cNvPr>
          <p:cNvGrpSpPr>
            <a:grpSpLocks/>
          </p:cNvGrpSpPr>
          <p:nvPr/>
        </p:nvGrpSpPr>
        <p:grpSpPr bwMode="auto">
          <a:xfrm>
            <a:off x="4367213" y="2590800"/>
            <a:ext cx="561975" cy="609600"/>
            <a:chOff x="2980" y="1632"/>
            <a:chExt cx="384" cy="384"/>
          </a:xfrm>
        </p:grpSpPr>
        <p:sp>
          <p:nvSpPr>
            <p:cNvPr id="101400" name="AutoShape 4">
              <a:extLst>
                <a:ext uri="{FF2B5EF4-FFF2-40B4-BE49-F238E27FC236}">
                  <a16:creationId xmlns:a16="http://schemas.microsoft.com/office/drawing/2014/main" id="{5DB99662-032D-751A-412F-72FFB9027DD7}"/>
                </a:ext>
              </a:extLst>
            </p:cNvPr>
            <p:cNvSpPr>
              <a:spLocks noChangeArrowheads="1"/>
            </p:cNvSpPr>
            <p:nvPr/>
          </p:nvSpPr>
          <p:spPr bwMode="auto">
            <a:xfrm rot="-5400000">
              <a:off x="3076" y="1536"/>
              <a:ext cx="192" cy="384"/>
            </a:xfrm>
            <a:prstGeom prst="rightArrow">
              <a:avLst>
                <a:gd name="adj1" fmla="val 75000"/>
                <a:gd name="adj2" fmla="val 50005"/>
              </a:avLst>
            </a:prstGeom>
            <a:solidFill>
              <a:schemeClr val="bg2"/>
            </a:solidFill>
            <a:ln>
              <a:noFill/>
            </a:ln>
            <a:effectLst/>
            <a:extLs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01401" name="AutoShape 5">
              <a:extLst>
                <a:ext uri="{FF2B5EF4-FFF2-40B4-BE49-F238E27FC236}">
                  <a16:creationId xmlns:a16="http://schemas.microsoft.com/office/drawing/2014/main" id="{0B14EFC1-AE44-5A0C-6A26-20F61CDDE804}"/>
                </a:ext>
              </a:extLst>
            </p:cNvPr>
            <p:cNvSpPr>
              <a:spLocks noChangeArrowheads="1"/>
            </p:cNvSpPr>
            <p:nvPr/>
          </p:nvSpPr>
          <p:spPr bwMode="auto">
            <a:xfrm rot="16200000" flipH="1">
              <a:off x="3076" y="1728"/>
              <a:ext cx="192" cy="384"/>
            </a:xfrm>
            <a:prstGeom prst="rightArrow">
              <a:avLst>
                <a:gd name="adj1" fmla="val 75000"/>
                <a:gd name="adj2" fmla="val 50005"/>
              </a:avLst>
            </a:prstGeom>
            <a:solidFill>
              <a:schemeClr val="bg2"/>
            </a:solidFill>
            <a:ln>
              <a:noFill/>
            </a:ln>
            <a:effectLst/>
            <a:extLs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101378" name="Rectangle 6">
            <a:extLst>
              <a:ext uri="{FF2B5EF4-FFF2-40B4-BE49-F238E27FC236}">
                <a16:creationId xmlns:a16="http://schemas.microsoft.com/office/drawing/2014/main" id="{236010F9-64DD-002C-350B-FEACFAD7E9A0}"/>
              </a:ext>
            </a:extLst>
          </p:cNvPr>
          <p:cNvSpPr>
            <a:spLocks noChangeArrowheads="1"/>
          </p:cNvSpPr>
          <p:nvPr/>
        </p:nvSpPr>
        <p:spPr bwMode="auto">
          <a:xfrm>
            <a:off x="4090988" y="1835150"/>
            <a:ext cx="1114425" cy="596900"/>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0476" tIns="44444" rIns="90476" bIns="44444"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000">
                <a:ea typeface="굴림" panose="020B0600000101010101" pitchFamily="34" charset="-127"/>
              </a:rPr>
              <a:t>Insert text</a:t>
            </a:r>
          </a:p>
        </p:txBody>
      </p:sp>
      <p:sp>
        <p:nvSpPr>
          <p:cNvPr id="101379" name="Rectangle 7">
            <a:extLst>
              <a:ext uri="{FF2B5EF4-FFF2-40B4-BE49-F238E27FC236}">
                <a16:creationId xmlns:a16="http://schemas.microsoft.com/office/drawing/2014/main" id="{E457A17C-F13F-0699-FD8A-6405E0892195}"/>
              </a:ext>
            </a:extLst>
          </p:cNvPr>
          <p:cNvSpPr>
            <a:spLocks noChangeArrowheads="1"/>
          </p:cNvSpPr>
          <p:nvPr/>
        </p:nvSpPr>
        <p:spPr bwMode="auto">
          <a:xfrm>
            <a:off x="4090988" y="3359150"/>
            <a:ext cx="1114425" cy="596900"/>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0476" tIns="44444" rIns="90476" bIns="44444"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000">
                <a:ea typeface="굴림" panose="020B0600000101010101" pitchFamily="34" charset="-127"/>
              </a:rPr>
              <a:t>Insert text</a:t>
            </a:r>
          </a:p>
        </p:txBody>
      </p:sp>
      <p:sp>
        <p:nvSpPr>
          <p:cNvPr id="101380" name="Rectangle 8">
            <a:extLst>
              <a:ext uri="{FF2B5EF4-FFF2-40B4-BE49-F238E27FC236}">
                <a16:creationId xmlns:a16="http://schemas.microsoft.com/office/drawing/2014/main" id="{0BEE9B7A-6F09-163E-AE1E-9AA32267FED4}"/>
              </a:ext>
            </a:extLst>
          </p:cNvPr>
          <p:cNvSpPr>
            <a:spLocks noChangeArrowheads="1"/>
          </p:cNvSpPr>
          <p:nvPr/>
        </p:nvSpPr>
        <p:spPr bwMode="auto">
          <a:xfrm>
            <a:off x="4090988" y="5340350"/>
            <a:ext cx="1114425" cy="596900"/>
          </a:xfrm>
          <a:prstGeom prst="rect">
            <a:avLst/>
          </a:prstGeom>
          <a:solidFill>
            <a:schemeClr val="bg1"/>
          </a:solidFill>
          <a:ln w="12699">
            <a:solidFill>
              <a:schemeClr val="tx1"/>
            </a:solidFill>
            <a:miter lim="800000"/>
            <a:headEnd/>
            <a:tailEnd/>
          </a:ln>
          <a:effectLst>
            <a:outerShdw dist="35921" dir="2700000" algn="ctr" rotWithShape="0">
              <a:schemeClr val="tx1"/>
            </a:outerShdw>
          </a:effectLst>
        </p:spPr>
        <p:txBody>
          <a:bodyPr wrap="none" lIns="90476" tIns="44444" rIns="90476" bIns="44444" anchor="ct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000">
                <a:ea typeface="굴림" panose="020B0600000101010101" pitchFamily="34" charset="-127"/>
              </a:rPr>
              <a:t>Insert text</a:t>
            </a:r>
          </a:p>
        </p:txBody>
      </p:sp>
      <p:grpSp>
        <p:nvGrpSpPr>
          <p:cNvPr id="101381" name="Group 9">
            <a:extLst>
              <a:ext uri="{FF2B5EF4-FFF2-40B4-BE49-F238E27FC236}">
                <a16:creationId xmlns:a16="http://schemas.microsoft.com/office/drawing/2014/main" id="{6D336817-37F1-80A6-8983-22EDAC897C81}"/>
              </a:ext>
            </a:extLst>
          </p:cNvPr>
          <p:cNvGrpSpPr>
            <a:grpSpLocks/>
          </p:cNvGrpSpPr>
          <p:nvPr/>
        </p:nvGrpSpPr>
        <p:grpSpPr bwMode="auto">
          <a:xfrm>
            <a:off x="3100388" y="3775075"/>
            <a:ext cx="847725" cy="1860550"/>
            <a:chOff x="2116" y="2378"/>
            <a:chExt cx="578" cy="1172"/>
          </a:xfrm>
        </p:grpSpPr>
        <p:sp>
          <p:nvSpPr>
            <p:cNvPr id="101397" name="Freeform 10">
              <a:extLst>
                <a:ext uri="{FF2B5EF4-FFF2-40B4-BE49-F238E27FC236}">
                  <a16:creationId xmlns:a16="http://schemas.microsoft.com/office/drawing/2014/main" id="{36BA342B-ED7B-F520-DA46-FF7447642839}"/>
                </a:ext>
              </a:extLst>
            </p:cNvPr>
            <p:cNvSpPr>
              <a:spLocks/>
            </p:cNvSpPr>
            <p:nvPr/>
          </p:nvSpPr>
          <p:spPr bwMode="auto">
            <a:xfrm>
              <a:off x="2233" y="2378"/>
              <a:ext cx="461" cy="481"/>
            </a:xfrm>
            <a:custGeom>
              <a:avLst/>
              <a:gdLst>
                <a:gd name="T0" fmla="*/ 0 w 461"/>
                <a:gd name="T1" fmla="*/ 396 h 481"/>
                <a:gd name="T2" fmla="*/ 4 w 461"/>
                <a:gd name="T3" fmla="*/ 385 h 481"/>
                <a:gd name="T4" fmla="*/ 8 w 461"/>
                <a:gd name="T5" fmla="*/ 378 h 481"/>
                <a:gd name="T6" fmla="*/ 11 w 461"/>
                <a:gd name="T7" fmla="*/ 368 h 481"/>
                <a:gd name="T8" fmla="*/ 15 w 461"/>
                <a:gd name="T9" fmla="*/ 360 h 481"/>
                <a:gd name="T10" fmla="*/ 19 w 461"/>
                <a:gd name="T11" fmla="*/ 351 h 481"/>
                <a:gd name="T12" fmla="*/ 25 w 461"/>
                <a:gd name="T13" fmla="*/ 341 h 481"/>
                <a:gd name="T14" fmla="*/ 29 w 461"/>
                <a:gd name="T15" fmla="*/ 333 h 481"/>
                <a:gd name="T16" fmla="*/ 33 w 461"/>
                <a:gd name="T17" fmla="*/ 324 h 481"/>
                <a:gd name="T18" fmla="*/ 39 w 461"/>
                <a:gd name="T19" fmla="*/ 314 h 481"/>
                <a:gd name="T20" fmla="*/ 47 w 461"/>
                <a:gd name="T21" fmla="*/ 305 h 481"/>
                <a:gd name="T22" fmla="*/ 51 w 461"/>
                <a:gd name="T23" fmla="*/ 296 h 481"/>
                <a:gd name="T24" fmla="*/ 58 w 461"/>
                <a:gd name="T25" fmla="*/ 287 h 481"/>
                <a:gd name="T26" fmla="*/ 63 w 461"/>
                <a:gd name="T27" fmla="*/ 278 h 481"/>
                <a:gd name="T28" fmla="*/ 70 w 461"/>
                <a:gd name="T29" fmla="*/ 267 h 481"/>
                <a:gd name="T30" fmla="*/ 77 w 461"/>
                <a:gd name="T31" fmla="*/ 258 h 481"/>
                <a:gd name="T32" fmla="*/ 84 w 461"/>
                <a:gd name="T33" fmla="*/ 250 h 481"/>
                <a:gd name="T34" fmla="*/ 91 w 461"/>
                <a:gd name="T35" fmla="*/ 241 h 481"/>
                <a:gd name="T36" fmla="*/ 100 w 461"/>
                <a:gd name="T37" fmla="*/ 230 h 481"/>
                <a:gd name="T38" fmla="*/ 107 w 461"/>
                <a:gd name="T39" fmla="*/ 222 h 481"/>
                <a:gd name="T40" fmla="*/ 114 w 461"/>
                <a:gd name="T41" fmla="*/ 212 h 481"/>
                <a:gd name="T42" fmla="*/ 123 w 461"/>
                <a:gd name="T43" fmla="*/ 203 h 481"/>
                <a:gd name="T44" fmla="*/ 129 w 461"/>
                <a:gd name="T45" fmla="*/ 196 h 481"/>
                <a:gd name="T46" fmla="*/ 137 w 461"/>
                <a:gd name="T47" fmla="*/ 189 h 481"/>
                <a:gd name="T48" fmla="*/ 146 w 461"/>
                <a:gd name="T49" fmla="*/ 182 h 481"/>
                <a:gd name="T50" fmla="*/ 156 w 461"/>
                <a:gd name="T51" fmla="*/ 172 h 481"/>
                <a:gd name="T52" fmla="*/ 164 w 461"/>
                <a:gd name="T53" fmla="*/ 165 h 481"/>
                <a:gd name="T54" fmla="*/ 173 w 461"/>
                <a:gd name="T55" fmla="*/ 157 h 481"/>
                <a:gd name="T56" fmla="*/ 184 w 461"/>
                <a:gd name="T57" fmla="*/ 148 h 481"/>
                <a:gd name="T58" fmla="*/ 193 w 461"/>
                <a:gd name="T59" fmla="*/ 139 h 481"/>
                <a:gd name="T60" fmla="*/ 205 w 461"/>
                <a:gd name="T61" fmla="*/ 129 h 481"/>
                <a:gd name="T62" fmla="*/ 216 w 461"/>
                <a:gd name="T63" fmla="*/ 121 h 481"/>
                <a:gd name="T64" fmla="*/ 228 w 461"/>
                <a:gd name="T65" fmla="*/ 114 h 481"/>
                <a:gd name="T66" fmla="*/ 239 w 461"/>
                <a:gd name="T67" fmla="*/ 105 h 481"/>
                <a:gd name="T68" fmla="*/ 251 w 461"/>
                <a:gd name="T69" fmla="*/ 99 h 481"/>
                <a:gd name="T70" fmla="*/ 261 w 461"/>
                <a:gd name="T71" fmla="*/ 93 h 481"/>
                <a:gd name="T72" fmla="*/ 274 w 461"/>
                <a:gd name="T73" fmla="*/ 87 h 481"/>
                <a:gd name="T74" fmla="*/ 281 w 461"/>
                <a:gd name="T75" fmla="*/ 83 h 481"/>
                <a:gd name="T76" fmla="*/ 239 w 461"/>
                <a:gd name="T77" fmla="*/ 0 h 481"/>
                <a:gd name="T78" fmla="*/ 460 w 461"/>
                <a:gd name="T79" fmla="*/ 108 h 481"/>
                <a:gd name="T80" fmla="*/ 423 w 461"/>
                <a:gd name="T81" fmla="*/ 363 h 481"/>
                <a:gd name="T82" fmla="*/ 383 w 461"/>
                <a:gd name="T83" fmla="*/ 290 h 481"/>
                <a:gd name="T84" fmla="*/ 369 w 461"/>
                <a:gd name="T85" fmla="*/ 298 h 481"/>
                <a:gd name="T86" fmla="*/ 355 w 461"/>
                <a:gd name="T87" fmla="*/ 306 h 481"/>
                <a:gd name="T88" fmla="*/ 341 w 461"/>
                <a:gd name="T89" fmla="*/ 316 h 481"/>
                <a:gd name="T90" fmla="*/ 326 w 461"/>
                <a:gd name="T91" fmla="*/ 328 h 481"/>
                <a:gd name="T92" fmla="*/ 315 w 461"/>
                <a:gd name="T93" fmla="*/ 338 h 481"/>
                <a:gd name="T94" fmla="*/ 303 w 461"/>
                <a:gd name="T95" fmla="*/ 350 h 481"/>
                <a:gd name="T96" fmla="*/ 291 w 461"/>
                <a:gd name="T97" fmla="*/ 360 h 481"/>
                <a:gd name="T98" fmla="*/ 281 w 461"/>
                <a:gd name="T99" fmla="*/ 372 h 481"/>
                <a:gd name="T100" fmla="*/ 273 w 461"/>
                <a:gd name="T101" fmla="*/ 383 h 481"/>
                <a:gd name="T102" fmla="*/ 263 w 461"/>
                <a:gd name="T103" fmla="*/ 396 h 481"/>
                <a:gd name="T104" fmla="*/ 253 w 461"/>
                <a:gd name="T105" fmla="*/ 409 h 481"/>
                <a:gd name="T106" fmla="*/ 246 w 461"/>
                <a:gd name="T107" fmla="*/ 420 h 481"/>
                <a:gd name="T108" fmla="*/ 238 w 461"/>
                <a:gd name="T109" fmla="*/ 431 h 481"/>
                <a:gd name="T110" fmla="*/ 231 w 461"/>
                <a:gd name="T111" fmla="*/ 447 h 481"/>
                <a:gd name="T112" fmla="*/ 224 w 461"/>
                <a:gd name="T113" fmla="*/ 461 h 481"/>
                <a:gd name="T114" fmla="*/ 221 w 461"/>
                <a:gd name="T115" fmla="*/ 469 h 481"/>
                <a:gd name="T116" fmla="*/ 215 w 461"/>
                <a:gd name="T117" fmla="*/ 480 h 481"/>
                <a:gd name="T118" fmla="*/ 0 w 461"/>
                <a:gd name="T119" fmla="*/ 396 h 4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61" h="481">
                  <a:moveTo>
                    <a:pt x="0" y="396"/>
                  </a:moveTo>
                  <a:lnTo>
                    <a:pt x="4" y="385"/>
                  </a:lnTo>
                  <a:lnTo>
                    <a:pt x="8" y="378"/>
                  </a:lnTo>
                  <a:lnTo>
                    <a:pt x="11" y="368"/>
                  </a:lnTo>
                  <a:lnTo>
                    <a:pt x="15" y="360"/>
                  </a:lnTo>
                  <a:lnTo>
                    <a:pt x="19" y="351"/>
                  </a:lnTo>
                  <a:lnTo>
                    <a:pt x="25" y="341"/>
                  </a:lnTo>
                  <a:lnTo>
                    <a:pt x="29" y="333"/>
                  </a:lnTo>
                  <a:lnTo>
                    <a:pt x="33" y="324"/>
                  </a:lnTo>
                  <a:lnTo>
                    <a:pt x="39" y="314"/>
                  </a:lnTo>
                  <a:lnTo>
                    <a:pt x="47" y="305"/>
                  </a:lnTo>
                  <a:lnTo>
                    <a:pt x="51" y="296"/>
                  </a:lnTo>
                  <a:lnTo>
                    <a:pt x="58" y="287"/>
                  </a:lnTo>
                  <a:lnTo>
                    <a:pt x="63" y="278"/>
                  </a:lnTo>
                  <a:lnTo>
                    <a:pt x="70" y="267"/>
                  </a:lnTo>
                  <a:lnTo>
                    <a:pt x="77" y="258"/>
                  </a:lnTo>
                  <a:lnTo>
                    <a:pt x="84" y="250"/>
                  </a:lnTo>
                  <a:lnTo>
                    <a:pt x="91" y="241"/>
                  </a:lnTo>
                  <a:lnTo>
                    <a:pt x="100" y="230"/>
                  </a:lnTo>
                  <a:lnTo>
                    <a:pt x="107" y="222"/>
                  </a:lnTo>
                  <a:lnTo>
                    <a:pt x="114" y="212"/>
                  </a:lnTo>
                  <a:lnTo>
                    <a:pt x="123" y="203"/>
                  </a:lnTo>
                  <a:lnTo>
                    <a:pt x="129" y="196"/>
                  </a:lnTo>
                  <a:lnTo>
                    <a:pt x="137" y="189"/>
                  </a:lnTo>
                  <a:lnTo>
                    <a:pt x="146" y="182"/>
                  </a:lnTo>
                  <a:lnTo>
                    <a:pt x="156" y="172"/>
                  </a:lnTo>
                  <a:lnTo>
                    <a:pt x="164" y="165"/>
                  </a:lnTo>
                  <a:lnTo>
                    <a:pt x="173" y="157"/>
                  </a:lnTo>
                  <a:lnTo>
                    <a:pt x="184" y="148"/>
                  </a:lnTo>
                  <a:lnTo>
                    <a:pt x="193" y="139"/>
                  </a:lnTo>
                  <a:lnTo>
                    <a:pt x="205" y="129"/>
                  </a:lnTo>
                  <a:lnTo>
                    <a:pt x="216" y="121"/>
                  </a:lnTo>
                  <a:lnTo>
                    <a:pt x="228" y="114"/>
                  </a:lnTo>
                  <a:lnTo>
                    <a:pt x="239" y="105"/>
                  </a:lnTo>
                  <a:lnTo>
                    <a:pt x="251" y="99"/>
                  </a:lnTo>
                  <a:lnTo>
                    <a:pt x="261" y="93"/>
                  </a:lnTo>
                  <a:lnTo>
                    <a:pt x="274" y="87"/>
                  </a:lnTo>
                  <a:lnTo>
                    <a:pt x="281" y="83"/>
                  </a:lnTo>
                  <a:lnTo>
                    <a:pt x="239" y="0"/>
                  </a:lnTo>
                  <a:lnTo>
                    <a:pt x="460" y="108"/>
                  </a:lnTo>
                  <a:lnTo>
                    <a:pt x="423" y="363"/>
                  </a:lnTo>
                  <a:lnTo>
                    <a:pt x="383" y="290"/>
                  </a:lnTo>
                  <a:lnTo>
                    <a:pt x="369" y="298"/>
                  </a:lnTo>
                  <a:lnTo>
                    <a:pt x="355" y="306"/>
                  </a:lnTo>
                  <a:lnTo>
                    <a:pt x="341" y="316"/>
                  </a:lnTo>
                  <a:lnTo>
                    <a:pt x="326" y="328"/>
                  </a:lnTo>
                  <a:lnTo>
                    <a:pt x="315" y="338"/>
                  </a:lnTo>
                  <a:lnTo>
                    <a:pt x="303" y="350"/>
                  </a:lnTo>
                  <a:lnTo>
                    <a:pt x="291" y="360"/>
                  </a:lnTo>
                  <a:lnTo>
                    <a:pt x="281" y="372"/>
                  </a:lnTo>
                  <a:lnTo>
                    <a:pt x="273" y="383"/>
                  </a:lnTo>
                  <a:lnTo>
                    <a:pt x="263" y="396"/>
                  </a:lnTo>
                  <a:lnTo>
                    <a:pt x="253" y="409"/>
                  </a:lnTo>
                  <a:lnTo>
                    <a:pt x="246" y="420"/>
                  </a:lnTo>
                  <a:lnTo>
                    <a:pt x="238" y="431"/>
                  </a:lnTo>
                  <a:lnTo>
                    <a:pt x="231" y="447"/>
                  </a:lnTo>
                  <a:lnTo>
                    <a:pt x="224" y="461"/>
                  </a:lnTo>
                  <a:lnTo>
                    <a:pt x="221" y="469"/>
                  </a:lnTo>
                  <a:lnTo>
                    <a:pt x="215" y="480"/>
                  </a:lnTo>
                  <a:lnTo>
                    <a:pt x="0" y="396"/>
                  </a:lnTo>
                </a:path>
              </a:pathLst>
            </a:custGeom>
            <a:solidFill>
              <a:schemeClr val="bg2"/>
            </a:solidFill>
            <a:ln w="253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01398" name="Freeform 11">
              <a:extLst>
                <a:ext uri="{FF2B5EF4-FFF2-40B4-BE49-F238E27FC236}">
                  <a16:creationId xmlns:a16="http://schemas.microsoft.com/office/drawing/2014/main" id="{25EAF0ED-8F4C-16D9-F88B-749D086FED97}"/>
                </a:ext>
              </a:extLst>
            </p:cNvPr>
            <p:cNvSpPr>
              <a:spLocks/>
            </p:cNvSpPr>
            <p:nvPr/>
          </p:nvSpPr>
          <p:spPr bwMode="auto">
            <a:xfrm>
              <a:off x="2116" y="2721"/>
              <a:ext cx="434" cy="544"/>
            </a:xfrm>
            <a:custGeom>
              <a:avLst/>
              <a:gdLst>
                <a:gd name="T0" fmla="*/ 433 w 434"/>
                <a:gd name="T1" fmla="*/ 209 h 544"/>
                <a:gd name="T2" fmla="*/ 323 w 434"/>
                <a:gd name="T3" fmla="*/ 173 h 544"/>
                <a:gd name="T4" fmla="*/ 319 w 434"/>
                <a:gd name="T5" fmla="*/ 184 h 544"/>
                <a:gd name="T6" fmla="*/ 317 w 434"/>
                <a:gd name="T7" fmla="*/ 193 h 544"/>
                <a:gd name="T8" fmla="*/ 315 w 434"/>
                <a:gd name="T9" fmla="*/ 203 h 544"/>
                <a:gd name="T10" fmla="*/ 312 w 434"/>
                <a:gd name="T11" fmla="*/ 215 h 544"/>
                <a:gd name="T12" fmla="*/ 312 w 434"/>
                <a:gd name="T13" fmla="*/ 229 h 544"/>
                <a:gd name="T14" fmla="*/ 311 w 434"/>
                <a:gd name="T15" fmla="*/ 241 h 544"/>
                <a:gd name="T16" fmla="*/ 309 w 434"/>
                <a:gd name="T17" fmla="*/ 253 h 544"/>
                <a:gd name="T18" fmla="*/ 309 w 434"/>
                <a:gd name="T19" fmla="*/ 269 h 544"/>
                <a:gd name="T20" fmla="*/ 309 w 434"/>
                <a:gd name="T21" fmla="*/ 283 h 544"/>
                <a:gd name="T22" fmla="*/ 311 w 434"/>
                <a:gd name="T23" fmla="*/ 309 h 544"/>
                <a:gd name="T24" fmla="*/ 312 w 434"/>
                <a:gd name="T25" fmla="*/ 323 h 544"/>
                <a:gd name="T26" fmla="*/ 313 w 434"/>
                <a:gd name="T27" fmla="*/ 336 h 544"/>
                <a:gd name="T28" fmla="*/ 316 w 434"/>
                <a:gd name="T29" fmla="*/ 349 h 544"/>
                <a:gd name="T30" fmla="*/ 319 w 434"/>
                <a:gd name="T31" fmla="*/ 361 h 544"/>
                <a:gd name="T32" fmla="*/ 323 w 434"/>
                <a:gd name="T33" fmla="*/ 373 h 544"/>
                <a:gd name="T34" fmla="*/ 327 w 434"/>
                <a:gd name="T35" fmla="*/ 388 h 544"/>
                <a:gd name="T36" fmla="*/ 332 w 434"/>
                <a:gd name="T37" fmla="*/ 402 h 544"/>
                <a:gd name="T38" fmla="*/ 140 w 434"/>
                <a:gd name="T39" fmla="*/ 543 h 544"/>
                <a:gd name="T40" fmla="*/ 135 w 434"/>
                <a:gd name="T41" fmla="*/ 530 h 544"/>
                <a:gd name="T42" fmla="*/ 129 w 434"/>
                <a:gd name="T43" fmla="*/ 519 h 544"/>
                <a:gd name="T44" fmla="*/ 125 w 434"/>
                <a:gd name="T45" fmla="*/ 509 h 544"/>
                <a:gd name="T46" fmla="*/ 121 w 434"/>
                <a:gd name="T47" fmla="*/ 497 h 544"/>
                <a:gd name="T48" fmla="*/ 117 w 434"/>
                <a:gd name="T49" fmla="*/ 487 h 544"/>
                <a:gd name="T50" fmla="*/ 112 w 434"/>
                <a:gd name="T51" fmla="*/ 477 h 544"/>
                <a:gd name="T52" fmla="*/ 109 w 434"/>
                <a:gd name="T53" fmla="*/ 466 h 544"/>
                <a:gd name="T54" fmla="*/ 106 w 434"/>
                <a:gd name="T55" fmla="*/ 457 h 544"/>
                <a:gd name="T56" fmla="*/ 103 w 434"/>
                <a:gd name="T57" fmla="*/ 447 h 544"/>
                <a:gd name="T58" fmla="*/ 99 w 434"/>
                <a:gd name="T59" fmla="*/ 435 h 544"/>
                <a:gd name="T60" fmla="*/ 96 w 434"/>
                <a:gd name="T61" fmla="*/ 422 h 544"/>
                <a:gd name="T62" fmla="*/ 92 w 434"/>
                <a:gd name="T63" fmla="*/ 411 h 544"/>
                <a:gd name="T64" fmla="*/ 90 w 434"/>
                <a:gd name="T65" fmla="*/ 399 h 544"/>
                <a:gd name="T66" fmla="*/ 88 w 434"/>
                <a:gd name="T67" fmla="*/ 385 h 544"/>
                <a:gd name="T68" fmla="*/ 85 w 434"/>
                <a:gd name="T69" fmla="*/ 371 h 544"/>
                <a:gd name="T70" fmla="*/ 83 w 434"/>
                <a:gd name="T71" fmla="*/ 357 h 544"/>
                <a:gd name="T72" fmla="*/ 81 w 434"/>
                <a:gd name="T73" fmla="*/ 343 h 544"/>
                <a:gd name="T74" fmla="*/ 80 w 434"/>
                <a:gd name="T75" fmla="*/ 329 h 544"/>
                <a:gd name="T76" fmla="*/ 79 w 434"/>
                <a:gd name="T77" fmla="*/ 315 h 544"/>
                <a:gd name="T78" fmla="*/ 77 w 434"/>
                <a:gd name="T79" fmla="*/ 297 h 544"/>
                <a:gd name="T80" fmla="*/ 77 w 434"/>
                <a:gd name="T81" fmla="*/ 280 h 544"/>
                <a:gd name="T82" fmla="*/ 76 w 434"/>
                <a:gd name="T83" fmla="*/ 268 h 544"/>
                <a:gd name="T84" fmla="*/ 77 w 434"/>
                <a:gd name="T85" fmla="*/ 254 h 544"/>
                <a:gd name="T86" fmla="*/ 77 w 434"/>
                <a:gd name="T87" fmla="*/ 241 h 544"/>
                <a:gd name="T88" fmla="*/ 78 w 434"/>
                <a:gd name="T89" fmla="*/ 226 h 544"/>
                <a:gd name="T90" fmla="*/ 80 w 434"/>
                <a:gd name="T91" fmla="*/ 212 h 544"/>
                <a:gd name="T92" fmla="*/ 82 w 434"/>
                <a:gd name="T93" fmla="*/ 200 h 544"/>
                <a:gd name="T94" fmla="*/ 83 w 434"/>
                <a:gd name="T95" fmla="*/ 186 h 544"/>
                <a:gd name="T96" fmla="*/ 85 w 434"/>
                <a:gd name="T97" fmla="*/ 172 h 544"/>
                <a:gd name="T98" fmla="*/ 87 w 434"/>
                <a:gd name="T99" fmla="*/ 158 h 544"/>
                <a:gd name="T100" fmla="*/ 91 w 434"/>
                <a:gd name="T101" fmla="*/ 144 h 544"/>
                <a:gd name="T102" fmla="*/ 95 w 434"/>
                <a:gd name="T103" fmla="*/ 131 h 544"/>
                <a:gd name="T104" fmla="*/ 98 w 434"/>
                <a:gd name="T105" fmla="*/ 116 h 544"/>
                <a:gd name="T106" fmla="*/ 102 w 434"/>
                <a:gd name="T107" fmla="*/ 99 h 544"/>
                <a:gd name="T108" fmla="*/ 0 w 434"/>
                <a:gd name="T109" fmla="*/ 65 h 544"/>
                <a:gd name="T110" fmla="*/ 258 w 434"/>
                <a:gd name="T111" fmla="*/ 0 h 544"/>
                <a:gd name="T112" fmla="*/ 433 w 434"/>
                <a:gd name="T113" fmla="*/ 209 h 5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34" h="544">
                  <a:moveTo>
                    <a:pt x="433" y="209"/>
                  </a:moveTo>
                  <a:lnTo>
                    <a:pt x="323" y="173"/>
                  </a:lnTo>
                  <a:lnTo>
                    <a:pt x="319" y="184"/>
                  </a:lnTo>
                  <a:lnTo>
                    <a:pt x="317" y="193"/>
                  </a:lnTo>
                  <a:lnTo>
                    <a:pt x="315" y="203"/>
                  </a:lnTo>
                  <a:lnTo>
                    <a:pt x="312" y="215"/>
                  </a:lnTo>
                  <a:lnTo>
                    <a:pt x="312" y="229"/>
                  </a:lnTo>
                  <a:lnTo>
                    <a:pt x="311" y="241"/>
                  </a:lnTo>
                  <a:lnTo>
                    <a:pt x="309" y="253"/>
                  </a:lnTo>
                  <a:lnTo>
                    <a:pt x="309" y="269"/>
                  </a:lnTo>
                  <a:lnTo>
                    <a:pt x="309" y="283"/>
                  </a:lnTo>
                  <a:lnTo>
                    <a:pt x="311" y="309"/>
                  </a:lnTo>
                  <a:lnTo>
                    <a:pt x="312" y="323"/>
                  </a:lnTo>
                  <a:lnTo>
                    <a:pt x="313" y="336"/>
                  </a:lnTo>
                  <a:lnTo>
                    <a:pt x="316" y="349"/>
                  </a:lnTo>
                  <a:lnTo>
                    <a:pt x="319" y="361"/>
                  </a:lnTo>
                  <a:lnTo>
                    <a:pt x="323" y="373"/>
                  </a:lnTo>
                  <a:lnTo>
                    <a:pt x="327" y="388"/>
                  </a:lnTo>
                  <a:lnTo>
                    <a:pt x="332" y="402"/>
                  </a:lnTo>
                  <a:lnTo>
                    <a:pt x="140" y="543"/>
                  </a:lnTo>
                  <a:lnTo>
                    <a:pt x="135" y="530"/>
                  </a:lnTo>
                  <a:lnTo>
                    <a:pt x="129" y="519"/>
                  </a:lnTo>
                  <a:lnTo>
                    <a:pt x="125" y="509"/>
                  </a:lnTo>
                  <a:lnTo>
                    <a:pt x="121" y="497"/>
                  </a:lnTo>
                  <a:lnTo>
                    <a:pt x="117" y="487"/>
                  </a:lnTo>
                  <a:lnTo>
                    <a:pt x="112" y="477"/>
                  </a:lnTo>
                  <a:lnTo>
                    <a:pt x="109" y="466"/>
                  </a:lnTo>
                  <a:lnTo>
                    <a:pt x="106" y="457"/>
                  </a:lnTo>
                  <a:lnTo>
                    <a:pt x="103" y="447"/>
                  </a:lnTo>
                  <a:lnTo>
                    <a:pt x="99" y="435"/>
                  </a:lnTo>
                  <a:lnTo>
                    <a:pt x="96" y="422"/>
                  </a:lnTo>
                  <a:lnTo>
                    <a:pt x="92" y="411"/>
                  </a:lnTo>
                  <a:lnTo>
                    <a:pt x="90" y="399"/>
                  </a:lnTo>
                  <a:lnTo>
                    <a:pt x="88" y="385"/>
                  </a:lnTo>
                  <a:lnTo>
                    <a:pt x="85" y="371"/>
                  </a:lnTo>
                  <a:lnTo>
                    <a:pt x="83" y="357"/>
                  </a:lnTo>
                  <a:lnTo>
                    <a:pt x="81" y="343"/>
                  </a:lnTo>
                  <a:lnTo>
                    <a:pt x="80" y="329"/>
                  </a:lnTo>
                  <a:lnTo>
                    <a:pt x="79" y="315"/>
                  </a:lnTo>
                  <a:lnTo>
                    <a:pt x="77" y="297"/>
                  </a:lnTo>
                  <a:lnTo>
                    <a:pt x="77" y="280"/>
                  </a:lnTo>
                  <a:lnTo>
                    <a:pt x="76" y="268"/>
                  </a:lnTo>
                  <a:lnTo>
                    <a:pt x="77" y="254"/>
                  </a:lnTo>
                  <a:lnTo>
                    <a:pt x="77" y="241"/>
                  </a:lnTo>
                  <a:lnTo>
                    <a:pt x="78" y="226"/>
                  </a:lnTo>
                  <a:lnTo>
                    <a:pt x="80" y="212"/>
                  </a:lnTo>
                  <a:lnTo>
                    <a:pt x="82" y="200"/>
                  </a:lnTo>
                  <a:lnTo>
                    <a:pt x="83" y="186"/>
                  </a:lnTo>
                  <a:lnTo>
                    <a:pt x="85" y="172"/>
                  </a:lnTo>
                  <a:lnTo>
                    <a:pt x="87" y="158"/>
                  </a:lnTo>
                  <a:lnTo>
                    <a:pt x="91" y="144"/>
                  </a:lnTo>
                  <a:lnTo>
                    <a:pt x="95" y="131"/>
                  </a:lnTo>
                  <a:lnTo>
                    <a:pt x="98" y="116"/>
                  </a:lnTo>
                  <a:lnTo>
                    <a:pt x="102" y="99"/>
                  </a:lnTo>
                  <a:lnTo>
                    <a:pt x="0" y="65"/>
                  </a:lnTo>
                  <a:lnTo>
                    <a:pt x="258" y="0"/>
                  </a:lnTo>
                  <a:lnTo>
                    <a:pt x="433" y="209"/>
                  </a:lnTo>
                </a:path>
              </a:pathLst>
            </a:custGeom>
            <a:solidFill>
              <a:schemeClr val="bg2"/>
            </a:solidFill>
            <a:ln w="253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01399" name="Freeform 12">
              <a:extLst>
                <a:ext uri="{FF2B5EF4-FFF2-40B4-BE49-F238E27FC236}">
                  <a16:creationId xmlns:a16="http://schemas.microsoft.com/office/drawing/2014/main" id="{2A23D76C-03C1-DAEF-EEAB-4F7EEEEC9614}"/>
                </a:ext>
              </a:extLst>
            </p:cNvPr>
            <p:cNvSpPr>
              <a:spLocks/>
            </p:cNvSpPr>
            <p:nvPr/>
          </p:nvSpPr>
          <p:spPr bwMode="auto">
            <a:xfrm>
              <a:off x="2172" y="3113"/>
              <a:ext cx="481" cy="437"/>
            </a:xfrm>
            <a:custGeom>
              <a:avLst/>
              <a:gdLst>
                <a:gd name="T0" fmla="*/ 396 w 481"/>
                <a:gd name="T1" fmla="*/ 436 h 437"/>
                <a:gd name="T2" fmla="*/ 388 w 481"/>
                <a:gd name="T3" fmla="*/ 432 h 437"/>
                <a:gd name="T4" fmla="*/ 379 w 481"/>
                <a:gd name="T5" fmla="*/ 429 h 437"/>
                <a:gd name="T6" fmla="*/ 370 w 481"/>
                <a:gd name="T7" fmla="*/ 425 h 437"/>
                <a:gd name="T8" fmla="*/ 361 w 481"/>
                <a:gd name="T9" fmla="*/ 421 h 437"/>
                <a:gd name="T10" fmla="*/ 352 w 481"/>
                <a:gd name="T11" fmla="*/ 417 h 437"/>
                <a:gd name="T12" fmla="*/ 344 w 481"/>
                <a:gd name="T13" fmla="*/ 412 h 437"/>
                <a:gd name="T14" fmla="*/ 336 w 481"/>
                <a:gd name="T15" fmla="*/ 407 h 437"/>
                <a:gd name="T16" fmla="*/ 327 w 481"/>
                <a:gd name="T17" fmla="*/ 403 h 437"/>
                <a:gd name="T18" fmla="*/ 316 w 481"/>
                <a:gd name="T19" fmla="*/ 397 h 437"/>
                <a:gd name="T20" fmla="*/ 306 w 481"/>
                <a:gd name="T21" fmla="*/ 390 h 437"/>
                <a:gd name="T22" fmla="*/ 297 w 481"/>
                <a:gd name="T23" fmla="*/ 384 h 437"/>
                <a:gd name="T24" fmla="*/ 289 w 481"/>
                <a:gd name="T25" fmla="*/ 380 h 437"/>
                <a:gd name="T26" fmla="*/ 280 w 481"/>
                <a:gd name="T27" fmla="*/ 374 h 437"/>
                <a:gd name="T28" fmla="*/ 268 w 481"/>
                <a:gd name="T29" fmla="*/ 367 h 437"/>
                <a:gd name="T30" fmla="*/ 260 w 481"/>
                <a:gd name="T31" fmla="*/ 360 h 437"/>
                <a:gd name="T32" fmla="*/ 249 w 481"/>
                <a:gd name="T33" fmla="*/ 352 h 437"/>
                <a:gd name="T34" fmla="*/ 241 w 481"/>
                <a:gd name="T35" fmla="*/ 346 h 437"/>
                <a:gd name="T36" fmla="*/ 231 w 481"/>
                <a:gd name="T37" fmla="*/ 337 h 437"/>
                <a:gd name="T38" fmla="*/ 222 w 481"/>
                <a:gd name="T39" fmla="*/ 330 h 437"/>
                <a:gd name="T40" fmla="*/ 215 w 481"/>
                <a:gd name="T41" fmla="*/ 322 h 437"/>
                <a:gd name="T42" fmla="*/ 205 w 481"/>
                <a:gd name="T43" fmla="*/ 313 h 437"/>
                <a:gd name="T44" fmla="*/ 198 w 481"/>
                <a:gd name="T45" fmla="*/ 307 h 437"/>
                <a:gd name="T46" fmla="*/ 190 w 481"/>
                <a:gd name="T47" fmla="*/ 299 h 437"/>
                <a:gd name="T48" fmla="*/ 181 w 481"/>
                <a:gd name="T49" fmla="*/ 290 h 437"/>
                <a:gd name="T50" fmla="*/ 174 w 481"/>
                <a:gd name="T51" fmla="*/ 280 h 437"/>
                <a:gd name="T52" fmla="*/ 166 w 481"/>
                <a:gd name="T53" fmla="*/ 273 h 437"/>
                <a:gd name="T54" fmla="*/ 157 w 481"/>
                <a:gd name="T55" fmla="*/ 265 h 437"/>
                <a:gd name="T56" fmla="*/ 148 w 481"/>
                <a:gd name="T57" fmla="*/ 253 h 437"/>
                <a:gd name="T58" fmla="*/ 139 w 481"/>
                <a:gd name="T59" fmla="*/ 243 h 437"/>
                <a:gd name="T60" fmla="*/ 131 w 481"/>
                <a:gd name="T61" fmla="*/ 232 h 437"/>
                <a:gd name="T62" fmla="*/ 122 w 481"/>
                <a:gd name="T63" fmla="*/ 221 h 437"/>
                <a:gd name="T64" fmla="*/ 114 w 481"/>
                <a:gd name="T65" fmla="*/ 208 h 437"/>
                <a:gd name="T66" fmla="*/ 107 w 481"/>
                <a:gd name="T67" fmla="*/ 197 h 437"/>
                <a:gd name="T68" fmla="*/ 101 w 481"/>
                <a:gd name="T69" fmla="*/ 185 h 437"/>
                <a:gd name="T70" fmla="*/ 94 w 481"/>
                <a:gd name="T71" fmla="*/ 175 h 437"/>
                <a:gd name="T72" fmla="*/ 89 w 481"/>
                <a:gd name="T73" fmla="*/ 164 h 437"/>
                <a:gd name="T74" fmla="*/ 0 w 481"/>
                <a:gd name="T75" fmla="*/ 214 h 437"/>
                <a:gd name="T76" fmla="*/ 137 w 481"/>
                <a:gd name="T77" fmla="*/ 0 h 437"/>
                <a:gd name="T78" fmla="*/ 391 w 481"/>
                <a:gd name="T79" fmla="*/ 4 h 437"/>
                <a:gd name="T80" fmla="*/ 293 w 481"/>
                <a:gd name="T81" fmla="*/ 56 h 437"/>
                <a:gd name="T82" fmla="*/ 300 w 481"/>
                <a:gd name="T83" fmla="*/ 69 h 437"/>
                <a:gd name="T84" fmla="*/ 308 w 481"/>
                <a:gd name="T85" fmla="*/ 82 h 437"/>
                <a:gd name="T86" fmla="*/ 319 w 481"/>
                <a:gd name="T87" fmla="*/ 97 h 437"/>
                <a:gd name="T88" fmla="*/ 331 w 481"/>
                <a:gd name="T89" fmla="*/ 112 h 437"/>
                <a:gd name="T90" fmla="*/ 339 w 481"/>
                <a:gd name="T91" fmla="*/ 123 h 437"/>
                <a:gd name="T92" fmla="*/ 351 w 481"/>
                <a:gd name="T93" fmla="*/ 135 h 437"/>
                <a:gd name="T94" fmla="*/ 362 w 481"/>
                <a:gd name="T95" fmla="*/ 145 h 437"/>
                <a:gd name="T96" fmla="*/ 373 w 481"/>
                <a:gd name="T97" fmla="*/ 156 h 437"/>
                <a:gd name="T98" fmla="*/ 386 w 481"/>
                <a:gd name="T99" fmla="*/ 164 h 437"/>
                <a:gd name="T100" fmla="*/ 397 w 481"/>
                <a:gd name="T101" fmla="*/ 175 h 437"/>
                <a:gd name="T102" fmla="*/ 409 w 481"/>
                <a:gd name="T103" fmla="*/ 182 h 437"/>
                <a:gd name="T104" fmla="*/ 422 w 481"/>
                <a:gd name="T105" fmla="*/ 191 h 437"/>
                <a:gd name="T106" fmla="*/ 434 w 481"/>
                <a:gd name="T107" fmla="*/ 199 h 437"/>
                <a:gd name="T108" fmla="*/ 447 w 481"/>
                <a:gd name="T109" fmla="*/ 207 h 437"/>
                <a:gd name="T110" fmla="*/ 461 w 481"/>
                <a:gd name="T111" fmla="*/ 214 h 437"/>
                <a:gd name="T112" fmla="*/ 472 w 481"/>
                <a:gd name="T113" fmla="*/ 217 h 437"/>
                <a:gd name="T114" fmla="*/ 480 w 481"/>
                <a:gd name="T115" fmla="*/ 221 h 437"/>
                <a:gd name="T116" fmla="*/ 396 w 481"/>
                <a:gd name="T117" fmla="*/ 436 h 43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81" h="437">
                  <a:moveTo>
                    <a:pt x="396" y="436"/>
                  </a:moveTo>
                  <a:lnTo>
                    <a:pt x="388" y="432"/>
                  </a:lnTo>
                  <a:lnTo>
                    <a:pt x="379" y="429"/>
                  </a:lnTo>
                  <a:lnTo>
                    <a:pt x="370" y="425"/>
                  </a:lnTo>
                  <a:lnTo>
                    <a:pt x="361" y="421"/>
                  </a:lnTo>
                  <a:lnTo>
                    <a:pt x="352" y="417"/>
                  </a:lnTo>
                  <a:lnTo>
                    <a:pt x="344" y="412"/>
                  </a:lnTo>
                  <a:lnTo>
                    <a:pt x="336" y="407"/>
                  </a:lnTo>
                  <a:lnTo>
                    <a:pt x="327" y="403"/>
                  </a:lnTo>
                  <a:lnTo>
                    <a:pt x="316" y="397"/>
                  </a:lnTo>
                  <a:lnTo>
                    <a:pt x="306" y="390"/>
                  </a:lnTo>
                  <a:lnTo>
                    <a:pt x="297" y="384"/>
                  </a:lnTo>
                  <a:lnTo>
                    <a:pt x="289" y="380"/>
                  </a:lnTo>
                  <a:lnTo>
                    <a:pt x="280" y="374"/>
                  </a:lnTo>
                  <a:lnTo>
                    <a:pt x="268" y="367"/>
                  </a:lnTo>
                  <a:lnTo>
                    <a:pt x="260" y="360"/>
                  </a:lnTo>
                  <a:lnTo>
                    <a:pt x="249" y="352"/>
                  </a:lnTo>
                  <a:lnTo>
                    <a:pt x="241" y="346"/>
                  </a:lnTo>
                  <a:lnTo>
                    <a:pt x="231" y="337"/>
                  </a:lnTo>
                  <a:lnTo>
                    <a:pt x="222" y="330"/>
                  </a:lnTo>
                  <a:lnTo>
                    <a:pt x="215" y="322"/>
                  </a:lnTo>
                  <a:lnTo>
                    <a:pt x="205" y="313"/>
                  </a:lnTo>
                  <a:lnTo>
                    <a:pt x="198" y="307"/>
                  </a:lnTo>
                  <a:lnTo>
                    <a:pt x="190" y="299"/>
                  </a:lnTo>
                  <a:lnTo>
                    <a:pt x="181" y="290"/>
                  </a:lnTo>
                  <a:lnTo>
                    <a:pt x="174" y="280"/>
                  </a:lnTo>
                  <a:lnTo>
                    <a:pt x="166" y="273"/>
                  </a:lnTo>
                  <a:lnTo>
                    <a:pt x="157" y="265"/>
                  </a:lnTo>
                  <a:lnTo>
                    <a:pt x="148" y="253"/>
                  </a:lnTo>
                  <a:lnTo>
                    <a:pt x="139" y="243"/>
                  </a:lnTo>
                  <a:lnTo>
                    <a:pt x="131" y="232"/>
                  </a:lnTo>
                  <a:lnTo>
                    <a:pt x="122" y="221"/>
                  </a:lnTo>
                  <a:lnTo>
                    <a:pt x="114" y="208"/>
                  </a:lnTo>
                  <a:lnTo>
                    <a:pt x="107" y="197"/>
                  </a:lnTo>
                  <a:lnTo>
                    <a:pt x="101" y="185"/>
                  </a:lnTo>
                  <a:lnTo>
                    <a:pt x="94" y="175"/>
                  </a:lnTo>
                  <a:lnTo>
                    <a:pt x="89" y="164"/>
                  </a:lnTo>
                  <a:lnTo>
                    <a:pt x="0" y="214"/>
                  </a:lnTo>
                  <a:lnTo>
                    <a:pt x="137" y="0"/>
                  </a:lnTo>
                  <a:lnTo>
                    <a:pt x="391" y="4"/>
                  </a:lnTo>
                  <a:lnTo>
                    <a:pt x="293" y="56"/>
                  </a:lnTo>
                  <a:lnTo>
                    <a:pt x="300" y="69"/>
                  </a:lnTo>
                  <a:lnTo>
                    <a:pt x="308" y="82"/>
                  </a:lnTo>
                  <a:lnTo>
                    <a:pt x="319" y="97"/>
                  </a:lnTo>
                  <a:lnTo>
                    <a:pt x="331" y="112"/>
                  </a:lnTo>
                  <a:lnTo>
                    <a:pt x="339" y="123"/>
                  </a:lnTo>
                  <a:lnTo>
                    <a:pt x="351" y="135"/>
                  </a:lnTo>
                  <a:lnTo>
                    <a:pt x="362" y="145"/>
                  </a:lnTo>
                  <a:lnTo>
                    <a:pt x="373" y="156"/>
                  </a:lnTo>
                  <a:lnTo>
                    <a:pt x="386" y="164"/>
                  </a:lnTo>
                  <a:lnTo>
                    <a:pt x="397" y="175"/>
                  </a:lnTo>
                  <a:lnTo>
                    <a:pt x="409" y="182"/>
                  </a:lnTo>
                  <a:lnTo>
                    <a:pt x="422" y="191"/>
                  </a:lnTo>
                  <a:lnTo>
                    <a:pt x="434" y="199"/>
                  </a:lnTo>
                  <a:lnTo>
                    <a:pt x="447" y="207"/>
                  </a:lnTo>
                  <a:lnTo>
                    <a:pt x="461" y="214"/>
                  </a:lnTo>
                  <a:lnTo>
                    <a:pt x="472" y="217"/>
                  </a:lnTo>
                  <a:lnTo>
                    <a:pt x="480" y="221"/>
                  </a:lnTo>
                  <a:lnTo>
                    <a:pt x="396" y="436"/>
                  </a:lnTo>
                </a:path>
              </a:pathLst>
            </a:custGeom>
            <a:solidFill>
              <a:schemeClr val="bg2"/>
            </a:solidFill>
            <a:ln w="253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01382" name="Group 13">
            <a:extLst>
              <a:ext uri="{FF2B5EF4-FFF2-40B4-BE49-F238E27FC236}">
                <a16:creationId xmlns:a16="http://schemas.microsoft.com/office/drawing/2014/main" id="{444B2705-2D07-5AA4-8E3A-332B4194381A}"/>
              </a:ext>
            </a:extLst>
          </p:cNvPr>
          <p:cNvGrpSpPr>
            <a:grpSpLocks/>
          </p:cNvGrpSpPr>
          <p:nvPr/>
        </p:nvGrpSpPr>
        <p:grpSpPr bwMode="auto">
          <a:xfrm>
            <a:off x="5376863" y="3860800"/>
            <a:ext cx="830262" cy="1854200"/>
            <a:chOff x="3669" y="2432"/>
            <a:chExt cx="567" cy="1168"/>
          </a:xfrm>
        </p:grpSpPr>
        <p:sp>
          <p:nvSpPr>
            <p:cNvPr id="101394" name="Freeform 14">
              <a:extLst>
                <a:ext uri="{FF2B5EF4-FFF2-40B4-BE49-F238E27FC236}">
                  <a16:creationId xmlns:a16="http://schemas.microsoft.com/office/drawing/2014/main" id="{FC1E62B1-3078-D694-7506-CA491D385B6E}"/>
                </a:ext>
              </a:extLst>
            </p:cNvPr>
            <p:cNvSpPr>
              <a:spLocks/>
            </p:cNvSpPr>
            <p:nvPr/>
          </p:nvSpPr>
          <p:spPr bwMode="auto">
            <a:xfrm>
              <a:off x="3669" y="3118"/>
              <a:ext cx="451" cy="482"/>
            </a:xfrm>
            <a:custGeom>
              <a:avLst/>
              <a:gdLst>
                <a:gd name="T0" fmla="*/ 450 w 451"/>
                <a:gd name="T1" fmla="*/ 77 h 482"/>
                <a:gd name="T2" fmla="*/ 446 w 451"/>
                <a:gd name="T3" fmla="*/ 88 h 482"/>
                <a:gd name="T4" fmla="*/ 442 w 451"/>
                <a:gd name="T5" fmla="*/ 95 h 482"/>
                <a:gd name="T6" fmla="*/ 440 w 451"/>
                <a:gd name="T7" fmla="*/ 105 h 482"/>
                <a:gd name="T8" fmla="*/ 436 w 451"/>
                <a:gd name="T9" fmla="*/ 114 h 482"/>
                <a:gd name="T10" fmla="*/ 432 w 451"/>
                <a:gd name="T11" fmla="*/ 123 h 482"/>
                <a:gd name="T12" fmla="*/ 427 w 451"/>
                <a:gd name="T13" fmla="*/ 133 h 482"/>
                <a:gd name="T14" fmla="*/ 423 w 451"/>
                <a:gd name="T15" fmla="*/ 141 h 482"/>
                <a:gd name="T16" fmla="*/ 419 w 451"/>
                <a:gd name="T17" fmla="*/ 150 h 482"/>
                <a:gd name="T18" fmla="*/ 413 w 451"/>
                <a:gd name="T19" fmla="*/ 160 h 482"/>
                <a:gd name="T20" fmla="*/ 406 w 451"/>
                <a:gd name="T21" fmla="*/ 170 h 482"/>
                <a:gd name="T22" fmla="*/ 402 w 451"/>
                <a:gd name="T23" fmla="*/ 179 h 482"/>
                <a:gd name="T24" fmla="*/ 395 w 451"/>
                <a:gd name="T25" fmla="*/ 188 h 482"/>
                <a:gd name="T26" fmla="*/ 391 w 451"/>
                <a:gd name="T27" fmla="*/ 197 h 482"/>
                <a:gd name="T28" fmla="*/ 384 w 451"/>
                <a:gd name="T29" fmla="*/ 208 h 482"/>
                <a:gd name="T30" fmla="*/ 377 w 451"/>
                <a:gd name="T31" fmla="*/ 218 h 482"/>
                <a:gd name="T32" fmla="*/ 371 w 451"/>
                <a:gd name="T33" fmla="*/ 226 h 482"/>
                <a:gd name="T34" fmla="*/ 364 w 451"/>
                <a:gd name="T35" fmla="*/ 235 h 482"/>
                <a:gd name="T36" fmla="*/ 355 w 451"/>
                <a:gd name="T37" fmla="*/ 246 h 482"/>
                <a:gd name="T38" fmla="*/ 349 w 451"/>
                <a:gd name="T39" fmla="*/ 255 h 482"/>
                <a:gd name="T40" fmla="*/ 342 w 451"/>
                <a:gd name="T41" fmla="*/ 265 h 482"/>
                <a:gd name="T42" fmla="*/ 333 w 451"/>
                <a:gd name="T43" fmla="*/ 274 h 482"/>
                <a:gd name="T44" fmla="*/ 328 w 451"/>
                <a:gd name="T45" fmla="*/ 282 h 482"/>
                <a:gd name="T46" fmla="*/ 320 w 451"/>
                <a:gd name="T47" fmla="*/ 289 h 482"/>
                <a:gd name="T48" fmla="*/ 311 w 451"/>
                <a:gd name="T49" fmla="*/ 296 h 482"/>
                <a:gd name="T50" fmla="*/ 301 w 451"/>
                <a:gd name="T51" fmla="*/ 306 h 482"/>
                <a:gd name="T52" fmla="*/ 294 w 451"/>
                <a:gd name="T53" fmla="*/ 314 h 482"/>
                <a:gd name="T54" fmla="*/ 285 w 451"/>
                <a:gd name="T55" fmla="*/ 322 h 482"/>
                <a:gd name="T56" fmla="*/ 274 w 451"/>
                <a:gd name="T57" fmla="*/ 331 h 482"/>
                <a:gd name="T58" fmla="*/ 266 w 451"/>
                <a:gd name="T59" fmla="*/ 341 h 482"/>
                <a:gd name="T60" fmla="*/ 254 w 451"/>
                <a:gd name="T61" fmla="*/ 351 h 482"/>
                <a:gd name="T62" fmla="*/ 243 w 451"/>
                <a:gd name="T63" fmla="*/ 360 h 482"/>
                <a:gd name="T64" fmla="*/ 231 w 451"/>
                <a:gd name="T65" fmla="*/ 367 h 482"/>
                <a:gd name="T66" fmla="*/ 221 w 451"/>
                <a:gd name="T67" fmla="*/ 376 h 482"/>
                <a:gd name="T68" fmla="*/ 209 w 451"/>
                <a:gd name="T69" fmla="*/ 383 h 482"/>
                <a:gd name="T70" fmla="*/ 199 w 451"/>
                <a:gd name="T71" fmla="*/ 389 h 482"/>
                <a:gd name="T72" fmla="*/ 186 w 451"/>
                <a:gd name="T73" fmla="*/ 396 h 482"/>
                <a:gd name="T74" fmla="*/ 180 w 451"/>
                <a:gd name="T75" fmla="*/ 400 h 482"/>
                <a:gd name="T76" fmla="*/ 224 w 451"/>
                <a:gd name="T77" fmla="*/ 481 h 482"/>
                <a:gd name="T78" fmla="*/ 0 w 451"/>
                <a:gd name="T79" fmla="*/ 381 h 482"/>
                <a:gd name="T80" fmla="*/ 28 w 451"/>
                <a:gd name="T81" fmla="*/ 125 h 482"/>
                <a:gd name="T82" fmla="*/ 70 w 451"/>
                <a:gd name="T83" fmla="*/ 196 h 482"/>
                <a:gd name="T84" fmla="*/ 84 w 451"/>
                <a:gd name="T85" fmla="*/ 188 h 482"/>
                <a:gd name="T86" fmla="*/ 98 w 451"/>
                <a:gd name="T87" fmla="*/ 179 h 482"/>
                <a:gd name="T88" fmla="*/ 111 w 451"/>
                <a:gd name="T89" fmla="*/ 169 h 482"/>
                <a:gd name="T90" fmla="*/ 126 w 451"/>
                <a:gd name="T91" fmla="*/ 156 h 482"/>
                <a:gd name="T92" fmla="*/ 137 w 451"/>
                <a:gd name="T93" fmla="*/ 146 h 482"/>
                <a:gd name="T94" fmla="*/ 148 w 451"/>
                <a:gd name="T95" fmla="*/ 134 h 482"/>
                <a:gd name="T96" fmla="*/ 160 w 451"/>
                <a:gd name="T97" fmla="*/ 123 h 482"/>
                <a:gd name="T98" fmla="*/ 169 w 451"/>
                <a:gd name="T99" fmla="*/ 111 h 482"/>
                <a:gd name="T100" fmla="*/ 177 w 451"/>
                <a:gd name="T101" fmla="*/ 100 h 482"/>
                <a:gd name="T102" fmla="*/ 187 w 451"/>
                <a:gd name="T103" fmla="*/ 86 h 482"/>
                <a:gd name="T104" fmla="*/ 196 w 451"/>
                <a:gd name="T105" fmla="*/ 73 h 482"/>
                <a:gd name="T106" fmla="*/ 203 w 451"/>
                <a:gd name="T107" fmla="*/ 62 h 482"/>
                <a:gd name="T108" fmla="*/ 210 w 451"/>
                <a:gd name="T109" fmla="*/ 50 h 482"/>
                <a:gd name="T110" fmla="*/ 217 w 451"/>
                <a:gd name="T111" fmla="*/ 34 h 482"/>
                <a:gd name="T112" fmla="*/ 223 w 451"/>
                <a:gd name="T113" fmla="*/ 20 h 482"/>
                <a:gd name="T114" fmla="*/ 226 w 451"/>
                <a:gd name="T115" fmla="*/ 12 h 482"/>
                <a:gd name="T116" fmla="*/ 232 w 451"/>
                <a:gd name="T117" fmla="*/ 0 h 482"/>
                <a:gd name="T118" fmla="*/ 450 w 451"/>
                <a:gd name="T119" fmla="*/ 77 h 4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51" h="482">
                  <a:moveTo>
                    <a:pt x="450" y="77"/>
                  </a:moveTo>
                  <a:lnTo>
                    <a:pt x="446" y="88"/>
                  </a:lnTo>
                  <a:lnTo>
                    <a:pt x="442" y="95"/>
                  </a:lnTo>
                  <a:lnTo>
                    <a:pt x="440" y="105"/>
                  </a:lnTo>
                  <a:lnTo>
                    <a:pt x="436" y="114"/>
                  </a:lnTo>
                  <a:lnTo>
                    <a:pt x="432" y="123"/>
                  </a:lnTo>
                  <a:lnTo>
                    <a:pt x="427" y="133"/>
                  </a:lnTo>
                  <a:lnTo>
                    <a:pt x="423" y="141"/>
                  </a:lnTo>
                  <a:lnTo>
                    <a:pt x="419" y="150"/>
                  </a:lnTo>
                  <a:lnTo>
                    <a:pt x="413" y="160"/>
                  </a:lnTo>
                  <a:lnTo>
                    <a:pt x="406" y="170"/>
                  </a:lnTo>
                  <a:lnTo>
                    <a:pt x="402" y="179"/>
                  </a:lnTo>
                  <a:lnTo>
                    <a:pt x="395" y="188"/>
                  </a:lnTo>
                  <a:lnTo>
                    <a:pt x="391" y="197"/>
                  </a:lnTo>
                  <a:lnTo>
                    <a:pt x="384" y="208"/>
                  </a:lnTo>
                  <a:lnTo>
                    <a:pt x="377" y="218"/>
                  </a:lnTo>
                  <a:lnTo>
                    <a:pt x="371" y="226"/>
                  </a:lnTo>
                  <a:lnTo>
                    <a:pt x="364" y="235"/>
                  </a:lnTo>
                  <a:lnTo>
                    <a:pt x="355" y="246"/>
                  </a:lnTo>
                  <a:lnTo>
                    <a:pt x="349" y="255"/>
                  </a:lnTo>
                  <a:lnTo>
                    <a:pt x="342" y="265"/>
                  </a:lnTo>
                  <a:lnTo>
                    <a:pt x="333" y="274"/>
                  </a:lnTo>
                  <a:lnTo>
                    <a:pt x="328" y="282"/>
                  </a:lnTo>
                  <a:lnTo>
                    <a:pt x="320" y="289"/>
                  </a:lnTo>
                  <a:lnTo>
                    <a:pt x="311" y="296"/>
                  </a:lnTo>
                  <a:lnTo>
                    <a:pt x="301" y="306"/>
                  </a:lnTo>
                  <a:lnTo>
                    <a:pt x="294" y="314"/>
                  </a:lnTo>
                  <a:lnTo>
                    <a:pt x="285" y="322"/>
                  </a:lnTo>
                  <a:lnTo>
                    <a:pt x="274" y="331"/>
                  </a:lnTo>
                  <a:lnTo>
                    <a:pt x="266" y="341"/>
                  </a:lnTo>
                  <a:lnTo>
                    <a:pt x="254" y="351"/>
                  </a:lnTo>
                  <a:lnTo>
                    <a:pt x="243" y="360"/>
                  </a:lnTo>
                  <a:lnTo>
                    <a:pt x="231" y="367"/>
                  </a:lnTo>
                  <a:lnTo>
                    <a:pt x="221" y="376"/>
                  </a:lnTo>
                  <a:lnTo>
                    <a:pt x="209" y="383"/>
                  </a:lnTo>
                  <a:lnTo>
                    <a:pt x="199" y="389"/>
                  </a:lnTo>
                  <a:lnTo>
                    <a:pt x="186" y="396"/>
                  </a:lnTo>
                  <a:lnTo>
                    <a:pt x="180" y="400"/>
                  </a:lnTo>
                  <a:lnTo>
                    <a:pt x="224" y="481"/>
                  </a:lnTo>
                  <a:lnTo>
                    <a:pt x="0" y="381"/>
                  </a:lnTo>
                  <a:lnTo>
                    <a:pt x="28" y="125"/>
                  </a:lnTo>
                  <a:lnTo>
                    <a:pt x="70" y="196"/>
                  </a:lnTo>
                  <a:lnTo>
                    <a:pt x="84" y="188"/>
                  </a:lnTo>
                  <a:lnTo>
                    <a:pt x="98" y="179"/>
                  </a:lnTo>
                  <a:lnTo>
                    <a:pt x="111" y="169"/>
                  </a:lnTo>
                  <a:lnTo>
                    <a:pt x="126" y="156"/>
                  </a:lnTo>
                  <a:lnTo>
                    <a:pt x="137" y="146"/>
                  </a:lnTo>
                  <a:lnTo>
                    <a:pt x="148" y="134"/>
                  </a:lnTo>
                  <a:lnTo>
                    <a:pt x="160" y="123"/>
                  </a:lnTo>
                  <a:lnTo>
                    <a:pt x="169" y="111"/>
                  </a:lnTo>
                  <a:lnTo>
                    <a:pt x="177" y="100"/>
                  </a:lnTo>
                  <a:lnTo>
                    <a:pt x="187" y="86"/>
                  </a:lnTo>
                  <a:lnTo>
                    <a:pt x="196" y="73"/>
                  </a:lnTo>
                  <a:lnTo>
                    <a:pt x="203" y="62"/>
                  </a:lnTo>
                  <a:lnTo>
                    <a:pt x="210" y="50"/>
                  </a:lnTo>
                  <a:lnTo>
                    <a:pt x="217" y="34"/>
                  </a:lnTo>
                  <a:lnTo>
                    <a:pt x="223" y="20"/>
                  </a:lnTo>
                  <a:lnTo>
                    <a:pt x="226" y="12"/>
                  </a:lnTo>
                  <a:lnTo>
                    <a:pt x="232" y="0"/>
                  </a:lnTo>
                  <a:lnTo>
                    <a:pt x="450" y="77"/>
                  </a:lnTo>
                </a:path>
              </a:pathLst>
            </a:custGeom>
            <a:solidFill>
              <a:schemeClr val="bg2"/>
            </a:solidFill>
            <a:ln w="253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01395" name="Freeform 15">
              <a:extLst>
                <a:ext uri="{FF2B5EF4-FFF2-40B4-BE49-F238E27FC236}">
                  <a16:creationId xmlns:a16="http://schemas.microsoft.com/office/drawing/2014/main" id="{B192822E-2014-751E-9F18-A68E52989C5E}"/>
                </a:ext>
              </a:extLst>
            </p:cNvPr>
            <p:cNvSpPr>
              <a:spLocks/>
            </p:cNvSpPr>
            <p:nvPr/>
          </p:nvSpPr>
          <p:spPr bwMode="auto">
            <a:xfrm>
              <a:off x="3797" y="2706"/>
              <a:ext cx="439" cy="548"/>
            </a:xfrm>
            <a:custGeom>
              <a:avLst/>
              <a:gdLst>
                <a:gd name="T0" fmla="*/ 0 w 439"/>
                <a:gd name="T1" fmla="*/ 344 h 548"/>
                <a:gd name="T2" fmla="*/ 111 w 439"/>
                <a:gd name="T3" fmla="*/ 376 h 548"/>
                <a:gd name="T4" fmla="*/ 115 w 439"/>
                <a:gd name="T5" fmla="*/ 365 h 548"/>
                <a:gd name="T6" fmla="*/ 117 w 439"/>
                <a:gd name="T7" fmla="*/ 356 h 548"/>
                <a:gd name="T8" fmla="*/ 118 w 439"/>
                <a:gd name="T9" fmla="*/ 346 h 548"/>
                <a:gd name="T10" fmla="*/ 121 w 439"/>
                <a:gd name="T11" fmla="*/ 334 h 548"/>
                <a:gd name="T12" fmla="*/ 120 w 439"/>
                <a:gd name="T13" fmla="*/ 320 h 548"/>
                <a:gd name="T14" fmla="*/ 121 w 439"/>
                <a:gd name="T15" fmla="*/ 308 h 548"/>
                <a:gd name="T16" fmla="*/ 123 w 439"/>
                <a:gd name="T17" fmla="*/ 296 h 548"/>
                <a:gd name="T18" fmla="*/ 122 w 439"/>
                <a:gd name="T19" fmla="*/ 280 h 548"/>
                <a:gd name="T20" fmla="*/ 122 w 439"/>
                <a:gd name="T21" fmla="*/ 266 h 548"/>
                <a:gd name="T22" fmla="*/ 119 w 439"/>
                <a:gd name="T23" fmla="*/ 240 h 548"/>
                <a:gd name="T24" fmla="*/ 117 w 439"/>
                <a:gd name="T25" fmla="*/ 226 h 548"/>
                <a:gd name="T26" fmla="*/ 116 w 439"/>
                <a:gd name="T27" fmla="*/ 213 h 548"/>
                <a:gd name="T28" fmla="*/ 112 w 439"/>
                <a:gd name="T29" fmla="*/ 200 h 548"/>
                <a:gd name="T30" fmla="*/ 109 w 439"/>
                <a:gd name="T31" fmla="*/ 188 h 548"/>
                <a:gd name="T32" fmla="*/ 104 w 439"/>
                <a:gd name="T33" fmla="*/ 176 h 548"/>
                <a:gd name="T34" fmla="*/ 100 w 439"/>
                <a:gd name="T35" fmla="*/ 161 h 548"/>
                <a:gd name="T36" fmla="*/ 94 w 439"/>
                <a:gd name="T37" fmla="*/ 147 h 548"/>
                <a:gd name="T38" fmla="*/ 282 w 439"/>
                <a:gd name="T39" fmla="*/ 0 h 548"/>
                <a:gd name="T40" fmla="*/ 287 w 439"/>
                <a:gd name="T41" fmla="*/ 13 h 548"/>
                <a:gd name="T42" fmla="*/ 293 w 439"/>
                <a:gd name="T43" fmla="*/ 23 h 548"/>
                <a:gd name="T44" fmla="*/ 298 w 439"/>
                <a:gd name="T45" fmla="*/ 33 h 548"/>
                <a:gd name="T46" fmla="*/ 302 w 439"/>
                <a:gd name="T47" fmla="*/ 45 h 548"/>
                <a:gd name="T48" fmla="*/ 306 w 439"/>
                <a:gd name="T49" fmla="*/ 55 h 548"/>
                <a:gd name="T50" fmla="*/ 312 w 439"/>
                <a:gd name="T51" fmla="*/ 65 h 548"/>
                <a:gd name="T52" fmla="*/ 315 w 439"/>
                <a:gd name="T53" fmla="*/ 76 h 548"/>
                <a:gd name="T54" fmla="*/ 319 w 439"/>
                <a:gd name="T55" fmla="*/ 85 h 548"/>
                <a:gd name="T56" fmla="*/ 322 w 439"/>
                <a:gd name="T57" fmla="*/ 95 h 548"/>
                <a:gd name="T58" fmla="*/ 326 w 439"/>
                <a:gd name="T59" fmla="*/ 106 h 548"/>
                <a:gd name="T60" fmla="*/ 330 w 439"/>
                <a:gd name="T61" fmla="*/ 119 h 548"/>
                <a:gd name="T62" fmla="*/ 334 w 439"/>
                <a:gd name="T63" fmla="*/ 130 h 548"/>
                <a:gd name="T64" fmla="*/ 337 w 439"/>
                <a:gd name="T65" fmla="*/ 142 h 548"/>
                <a:gd name="T66" fmla="*/ 339 w 439"/>
                <a:gd name="T67" fmla="*/ 156 h 548"/>
                <a:gd name="T68" fmla="*/ 343 w 439"/>
                <a:gd name="T69" fmla="*/ 170 h 548"/>
                <a:gd name="T70" fmla="*/ 345 w 439"/>
                <a:gd name="T71" fmla="*/ 184 h 548"/>
                <a:gd name="T72" fmla="*/ 348 w 439"/>
                <a:gd name="T73" fmla="*/ 198 h 548"/>
                <a:gd name="T74" fmla="*/ 349 w 439"/>
                <a:gd name="T75" fmla="*/ 212 h 548"/>
                <a:gd name="T76" fmla="*/ 350 w 439"/>
                <a:gd name="T77" fmla="*/ 226 h 548"/>
                <a:gd name="T78" fmla="*/ 353 w 439"/>
                <a:gd name="T79" fmla="*/ 244 h 548"/>
                <a:gd name="T80" fmla="*/ 354 w 439"/>
                <a:gd name="T81" fmla="*/ 261 h 548"/>
                <a:gd name="T82" fmla="*/ 355 w 439"/>
                <a:gd name="T83" fmla="*/ 273 h 548"/>
                <a:gd name="T84" fmla="*/ 355 w 439"/>
                <a:gd name="T85" fmla="*/ 287 h 548"/>
                <a:gd name="T86" fmla="*/ 355 w 439"/>
                <a:gd name="T87" fmla="*/ 300 h 548"/>
                <a:gd name="T88" fmla="*/ 355 w 439"/>
                <a:gd name="T89" fmla="*/ 315 h 548"/>
                <a:gd name="T90" fmla="*/ 353 w 439"/>
                <a:gd name="T91" fmla="*/ 329 h 548"/>
                <a:gd name="T92" fmla="*/ 351 w 439"/>
                <a:gd name="T93" fmla="*/ 341 h 548"/>
                <a:gd name="T94" fmla="*/ 351 w 439"/>
                <a:gd name="T95" fmla="*/ 355 h 548"/>
                <a:gd name="T96" fmla="*/ 349 w 439"/>
                <a:gd name="T97" fmla="*/ 369 h 548"/>
                <a:gd name="T98" fmla="*/ 348 w 439"/>
                <a:gd name="T99" fmla="*/ 383 h 548"/>
                <a:gd name="T100" fmla="*/ 344 w 439"/>
                <a:gd name="T101" fmla="*/ 397 h 548"/>
                <a:gd name="T102" fmla="*/ 341 w 439"/>
                <a:gd name="T103" fmla="*/ 410 h 548"/>
                <a:gd name="T104" fmla="*/ 338 w 439"/>
                <a:gd name="T105" fmla="*/ 425 h 548"/>
                <a:gd name="T106" fmla="*/ 335 w 439"/>
                <a:gd name="T107" fmla="*/ 442 h 548"/>
                <a:gd name="T108" fmla="*/ 438 w 439"/>
                <a:gd name="T109" fmla="*/ 473 h 548"/>
                <a:gd name="T110" fmla="*/ 182 w 439"/>
                <a:gd name="T111" fmla="*/ 547 h 548"/>
                <a:gd name="T112" fmla="*/ 0 w 439"/>
                <a:gd name="T113" fmla="*/ 344 h 5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39" h="548">
                  <a:moveTo>
                    <a:pt x="0" y="344"/>
                  </a:moveTo>
                  <a:lnTo>
                    <a:pt x="111" y="376"/>
                  </a:lnTo>
                  <a:lnTo>
                    <a:pt x="115" y="365"/>
                  </a:lnTo>
                  <a:lnTo>
                    <a:pt x="117" y="356"/>
                  </a:lnTo>
                  <a:lnTo>
                    <a:pt x="118" y="346"/>
                  </a:lnTo>
                  <a:lnTo>
                    <a:pt x="121" y="334"/>
                  </a:lnTo>
                  <a:lnTo>
                    <a:pt x="120" y="320"/>
                  </a:lnTo>
                  <a:lnTo>
                    <a:pt x="121" y="308"/>
                  </a:lnTo>
                  <a:lnTo>
                    <a:pt x="123" y="296"/>
                  </a:lnTo>
                  <a:lnTo>
                    <a:pt x="122" y="280"/>
                  </a:lnTo>
                  <a:lnTo>
                    <a:pt x="122" y="266"/>
                  </a:lnTo>
                  <a:lnTo>
                    <a:pt x="119" y="240"/>
                  </a:lnTo>
                  <a:lnTo>
                    <a:pt x="117" y="226"/>
                  </a:lnTo>
                  <a:lnTo>
                    <a:pt x="116" y="213"/>
                  </a:lnTo>
                  <a:lnTo>
                    <a:pt x="112" y="200"/>
                  </a:lnTo>
                  <a:lnTo>
                    <a:pt x="109" y="188"/>
                  </a:lnTo>
                  <a:lnTo>
                    <a:pt x="104" y="176"/>
                  </a:lnTo>
                  <a:lnTo>
                    <a:pt x="100" y="161"/>
                  </a:lnTo>
                  <a:lnTo>
                    <a:pt x="94" y="147"/>
                  </a:lnTo>
                  <a:lnTo>
                    <a:pt x="282" y="0"/>
                  </a:lnTo>
                  <a:lnTo>
                    <a:pt x="287" y="13"/>
                  </a:lnTo>
                  <a:lnTo>
                    <a:pt x="293" y="23"/>
                  </a:lnTo>
                  <a:lnTo>
                    <a:pt x="298" y="33"/>
                  </a:lnTo>
                  <a:lnTo>
                    <a:pt x="302" y="45"/>
                  </a:lnTo>
                  <a:lnTo>
                    <a:pt x="306" y="55"/>
                  </a:lnTo>
                  <a:lnTo>
                    <a:pt x="312" y="65"/>
                  </a:lnTo>
                  <a:lnTo>
                    <a:pt x="315" y="76"/>
                  </a:lnTo>
                  <a:lnTo>
                    <a:pt x="319" y="85"/>
                  </a:lnTo>
                  <a:lnTo>
                    <a:pt x="322" y="95"/>
                  </a:lnTo>
                  <a:lnTo>
                    <a:pt x="326" y="106"/>
                  </a:lnTo>
                  <a:lnTo>
                    <a:pt x="330" y="119"/>
                  </a:lnTo>
                  <a:lnTo>
                    <a:pt x="334" y="130"/>
                  </a:lnTo>
                  <a:lnTo>
                    <a:pt x="337" y="142"/>
                  </a:lnTo>
                  <a:lnTo>
                    <a:pt x="339" y="156"/>
                  </a:lnTo>
                  <a:lnTo>
                    <a:pt x="343" y="170"/>
                  </a:lnTo>
                  <a:lnTo>
                    <a:pt x="345" y="184"/>
                  </a:lnTo>
                  <a:lnTo>
                    <a:pt x="348" y="198"/>
                  </a:lnTo>
                  <a:lnTo>
                    <a:pt x="349" y="212"/>
                  </a:lnTo>
                  <a:lnTo>
                    <a:pt x="350" y="226"/>
                  </a:lnTo>
                  <a:lnTo>
                    <a:pt x="353" y="244"/>
                  </a:lnTo>
                  <a:lnTo>
                    <a:pt x="354" y="261"/>
                  </a:lnTo>
                  <a:lnTo>
                    <a:pt x="355" y="273"/>
                  </a:lnTo>
                  <a:lnTo>
                    <a:pt x="355" y="287"/>
                  </a:lnTo>
                  <a:lnTo>
                    <a:pt x="355" y="300"/>
                  </a:lnTo>
                  <a:lnTo>
                    <a:pt x="355" y="315"/>
                  </a:lnTo>
                  <a:lnTo>
                    <a:pt x="353" y="329"/>
                  </a:lnTo>
                  <a:lnTo>
                    <a:pt x="351" y="341"/>
                  </a:lnTo>
                  <a:lnTo>
                    <a:pt x="351" y="355"/>
                  </a:lnTo>
                  <a:lnTo>
                    <a:pt x="349" y="369"/>
                  </a:lnTo>
                  <a:lnTo>
                    <a:pt x="348" y="383"/>
                  </a:lnTo>
                  <a:lnTo>
                    <a:pt x="344" y="397"/>
                  </a:lnTo>
                  <a:lnTo>
                    <a:pt x="341" y="410"/>
                  </a:lnTo>
                  <a:lnTo>
                    <a:pt x="338" y="425"/>
                  </a:lnTo>
                  <a:lnTo>
                    <a:pt x="335" y="442"/>
                  </a:lnTo>
                  <a:lnTo>
                    <a:pt x="438" y="473"/>
                  </a:lnTo>
                  <a:lnTo>
                    <a:pt x="182" y="547"/>
                  </a:lnTo>
                  <a:lnTo>
                    <a:pt x="0" y="344"/>
                  </a:lnTo>
                </a:path>
              </a:pathLst>
            </a:custGeom>
            <a:solidFill>
              <a:schemeClr val="bg2"/>
            </a:solidFill>
            <a:ln w="253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01396" name="Freeform 16">
              <a:extLst>
                <a:ext uri="{FF2B5EF4-FFF2-40B4-BE49-F238E27FC236}">
                  <a16:creationId xmlns:a16="http://schemas.microsoft.com/office/drawing/2014/main" id="{E98205CC-B0C8-B568-B053-E20E8526ECA7}"/>
                </a:ext>
              </a:extLst>
            </p:cNvPr>
            <p:cNvSpPr>
              <a:spLocks/>
            </p:cNvSpPr>
            <p:nvPr/>
          </p:nvSpPr>
          <p:spPr bwMode="auto">
            <a:xfrm>
              <a:off x="3680" y="2432"/>
              <a:ext cx="481" cy="433"/>
            </a:xfrm>
            <a:custGeom>
              <a:avLst/>
              <a:gdLst>
                <a:gd name="T0" fmla="*/ 77 w 481"/>
                <a:gd name="T1" fmla="*/ 0 h 433"/>
                <a:gd name="T2" fmla="*/ 85 w 481"/>
                <a:gd name="T3" fmla="*/ 3 h 433"/>
                <a:gd name="T4" fmla="*/ 94 w 481"/>
                <a:gd name="T5" fmla="*/ 6 h 433"/>
                <a:gd name="T6" fmla="*/ 103 w 481"/>
                <a:gd name="T7" fmla="*/ 10 h 433"/>
                <a:gd name="T8" fmla="*/ 112 w 481"/>
                <a:gd name="T9" fmla="*/ 13 h 433"/>
                <a:gd name="T10" fmla="*/ 121 w 481"/>
                <a:gd name="T11" fmla="*/ 17 h 433"/>
                <a:gd name="T12" fmla="*/ 129 w 481"/>
                <a:gd name="T13" fmla="*/ 22 h 433"/>
                <a:gd name="T14" fmla="*/ 138 w 481"/>
                <a:gd name="T15" fmla="*/ 27 h 433"/>
                <a:gd name="T16" fmla="*/ 147 w 481"/>
                <a:gd name="T17" fmla="*/ 30 h 433"/>
                <a:gd name="T18" fmla="*/ 158 w 481"/>
                <a:gd name="T19" fmla="*/ 36 h 433"/>
                <a:gd name="T20" fmla="*/ 168 w 481"/>
                <a:gd name="T21" fmla="*/ 43 h 433"/>
                <a:gd name="T22" fmla="*/ 177 w 481"/>
                <a:gd name="T23" fmla="*/ 48 h 433"/>
                <a:gd name="T24" fmla="*/ 186 w 481"/>
                <a:gd name="T25" fmla="*/ 52 h 433"/>
                <a:gd name="T26" fmla="*/ 195 w 481"/>
                <a:gd name="T27" fmla="*/ 58 h 433"/>
                <a:gd name="T28" fmla="*/ 207 w 481"/>
                <a:gd name="T29" fmla="*/ 64 h 433"/>
                <a:gd name="T30" fmla="*/ 215 w 481"/>
                <a:gd name="T31" fmla="*/ 71 h 433"/>
                <a:gd name="T32" fmla="*/ 227 w 481"/>
                <a:gd name="T33" fmla="*/ 79 h 433"/>
                <a:gd name="T34" fmla="*/ 235 w 481"/>
                <a:gd name="T35" fmla="*/ 84 h 433"/>
                <a:gd name="T36" fmla="*/ 245 w 481"/>
                <a:gd name="T37" fmla="*/ 93 h 433"/>
                <a:gd name="T38" fmla="*/ 254 w 481"/>
                <a:gd name="T39" fmla="*/ 100 h 433"/>
                <a:gd name="T40" fmla="*/ 262 w 481"/>
                <a:gd name="T41" fmla="*/ 107 h 433"/>
                <a:gd name="T42" fmla="*/ 272 w 481"/>
                <a:gd name="T43" fmla="*/ 116 h 433"/>
                <a:gd name="T44" fmla="*/ 279 w 481"/>
                <a:gd name="T45" fmla="*/ 122 h 433"/>
                <a:gd name="T46" fmla="*/ 287 w 481"/>
                <a:gd name="T47" fmla="*/ 130 h 433"/>
                <a:gd name="T48" fmla="*/ 297 w 481"/>
                <a:gd name="T49" fmla="*/ 138 h 433"/>
                <a:gd name="T50" fmla="*/ 304 w 481"/>
                <a:gd name="T51" fmla="*/ 148 h 433"/>
                <a:gd name="T52" fmla="*/ 312 w 481"/>
                <a:gd name="T53" fmla="*/ 156 h 433"/>
                <a:gd name="T54" fmla="*/ 322 w 481"/>
                <a:gd name="T55" fmla="*/ 162 h 433"/>
                <a:gd name="T56" fmla="*/ 331 w 481"/>
                <a:gd name="T57" fmla="*/ 174 h 433"/>
                <a:gd name="T58" fmla="*/ 340 w 481"/>
                <a:gd name="T59" fmla="*/ 184 h 433"/>
                <a:gd name="T60" fmla="*/ 349 w 481"/>
                <a:gd name="T61" fmla="*/ 194 h 433"/>
                <a:gd name="T62" fmla="*/ 358 w 481"/>
                <a:gd name="T63" fmla="*/ 205 h 433"/>
                <a:gd name="T64" fmla="*/ 367 w 481"/>
                <a:gd name="T65" fmla="*/ 218 h 433"/>
                <a:gd name="T66" fmla="*/ 374 w 481"/>
                <a:gd name="T67" fmla="*/ 229 h 433"/>
                <a:gd name="T68" fmla="*/ 380 w 481"/>
                <a:gd name="T69" fmla="*/ 240 h 433"/>
                <a:gd name="T70" fmla="*/ 388 w 481"/>
                <a:gd name="T71" fmla="*/ 250 h 433"/>
                <a:gd name="T72" fmla="*/ 393 w 481"/>
                <a:gd name="T73" fmla="*/ 262 h 433"/>
                <a:gd name="T74" fmla="*/ 480 w 481"/>
                <a:gd name="T75" fmla="*/ 208 h 433"/>
                <a:gd name="T76" fmla="*/ 351 w 481"/>
                <a:gd name="T77" fmla="*/ 427 h 433"/>
                <a:gd name="T78" fmla="*/ 97 w 481"/>
                <a:gd name="T79" fmla="*/ 432 h 433"/>
                <a:gd name="T80" fmla="*/ 193 w 481"/>
                <a:gd name="T81" fmla="*/ 376 h 433"/>
                <a:gd name="T82" fmla="*/ 185 w 481"/>
                <a:gd name="T83" fmla="*/ 363 h 433"/>
                <a:gd name="T84" fmla="*/ 177 w 481"/>
                <a:gd name="T85" fmla="*/ 351 h 433"/>
                <a:gd name="T86" fmla="*/ 165 w 481"/>
                <a:gd name="T87" fmla="*/ 336 h 433"/>
                <a:gd name="T88" fmla="*/ 153 w 481"/>
                <a:gd name="T89" fmla="*/ 321 h 433"/>
                <a:gd name="T90" fmla="*/ 145 w 481"/>
                <a:gd name="T91" fmla="*/ 311 h 433"/>
                <a:gd name="T92" fmla="*/ 132 w 481"/>
                <a:gd name="T93" fmla="*/ 299 h 433"/>
                <a:gd name="T94" fmla="*/ 121 w 481"/>
                <a:gd name="T95" fmla="*/ 289 h 433"/>
                <a:gd name="T96" fmla="*/ 109 w 481"/>
                <a:gd name="T97" fmla="*/ 279 h 433"/>
                <a:gd name="T98" fmla="*/ 96 w 481"/>
                <a:gd name="T99" fmla="*/ 271 h 433"/>
                <a:gd name="T100" fmla="*/ 85 w 481"/>
                <a:gd name="T101" fmla="*/ 261 h 433"/>
                <a:gd name="T102" fmla="*/ 72 w 481"/>
                <a:gd name="T103" fmla="*/ 254 h 433"/>
                <a:gd name="T104" fmla="*/ 59 w 481"/>
                <a:gd name="T105" fmla="*/ 246 h 433"/>
                <a:gd name="T106" fmla="*/ 47 w 481"/>
                <a:gd name="T107" fmla="*/ 238 h 433"/>
                <a:gd name="T108" fmla="*/ 34 w 481"/>
                <a:gd name="T109" fmla="*/ 230 h 433"/>
                <a:gd name="T110" fmla="*/ 19 w 481"/>
                <a:gd name="T111" fmla="*/ 224 h 433"/>
                <a:gd name="T112" fmla="*/ 8 w 481"/>
                <a:gd name="T113" fmla="*/ 221 h 433"/>
                <a:gd name="T114" fmla="*/ 0 w 481"/>
                <a:gd name="T115" fmla="*/ 218 h 433"/>
                <a:gd name="T116" fmla="*/ 77 w 481"/>
                <a:gd name="T117" fmla="*/ 0 h 4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81" h="433">
                  <a:moveTo>
                    <a:pt x="77" y="0"/>
                  </a:moveTo>
                  <a:lnTo>
                    <a:pt x="85" y="3"/>
                  </a:lnTo>
                  <a:lnTo>
                    <a:pt x="94" y="6"/>
                  </a:lnTo>
                  <a:lnTo>
                    <a:pt x="103" y="10"/>
                  </a:lnTo>
                  <a:lnTo>
                    <a:pt x="112" y="13"/>
                  </a:lnTo>
                  <a:lnTo>
                    <a:pt x="121" y="17"/>
                  </a:lnTo>
                  <a:lnTo>
                    <a:pt x="129" y="22"/>
                  </a:lnTo>
                  <a:lnTo>
                    <a:pt x="138" y="27"/>
                  </a:lnTo>
                  <a:lnTo>
                    <a:pt x="147" y="30"/>
                  </a:lnTo>
                  <a:lnTo>
                    <a:pt x="158" y="36"/>
                  </a:lnTo>
                  <a:lnTo>
                    <a:pt x="168" y="43"/>
                  </a:lnTo>
                  <a:lnTo>
                    <a:pt x="177" y="48"/>
                  </a:lnTo>
                  <a:lnTo>
                    <a:pt x="186" y="52"/>
                  </a:lnTo>
                  <a:lnTo>
                    <a:pt x="195" y="58"/>
                  </a:lnTo>
                  <a:lnTo>
                    <a:pt x="207" y="64"/>
                  </a:lnTo>
                  <a:lnTo>
                    <a:pt x="215" y="71"/>
                  </a:lnTo>
                  <a:lnTo>
                    <a:pt x="227" y="79"/>
                  </a:lnTo>
                  <a:lnTo>
                    <a:pt x="235" y="84"/>
                  </a:lnTo>
                  <a:lnTo>
                    <a:pt x="245" y="93"/>
                  </a:lnTo>
                  <a:lnTo>
                    <a:pt x="254" y="100"/>
                  </a:lnTo>
                  <a:lnTo>
                    <a:pt x="262" y="107"/>
                  </a:lnTo>
                  <a:lnTo>
                    <a:pt x="272" y="116"/>
                  </a:lnTo>
                  <a:lnTo>
                    <a:pt x="279" y="122"/>
                  </a:lnTo>
                  <a:lnTo>
                    <a:pt x="287" y="130"/>
                  </a:lnTo>
                  <a:lnTo>
                    <a:pt x="297" y="138"/>
                  </a:lnTo>
                  <a:lnTo>
                    <a:pt x="304" y="148"/>
                  </a:lnTo>
                  <a:lnTo>
                    <a:pt x="312" y="156"/>
                  </a:lnTo>
                  <a:lnTo>
                    <a:pt x="322" y="162"/>
                  </a:lnTo>
                  <a:lnTo>
                    <a:pt x="331" y="174"/>
                  </a:lnTo>
                  <a:lnTo>
                    <a:pt x="340" y="184"/>
                  </a:lnTo>
                  <a:lnTo>
                    <a:pt x="349" y="194"/>
                  </a:lnTo>
                  <a:lnTo>
                    <a:pt x="358" y="205"/>
                  </a:lnTo>
                  <a:lnTo>
                    <a:pt x="367" y="218"/>
                  </a:lnTo>
                  <a:lnTo>
                    <a:pt x="374" y="229"/>
                  </a:lnTo>
                  <a:lnTo>
                    <a:pt x="380" y="240"/>
                  </a:lnTo>
                  <a:lnTo>
                    <a:pt x="388" y="250"/>
                  </a:lnTo>
                  <a:lnTo>
                    <a:pt x="393" y="262"/>
                  </a:lnTo>
                  <a:lnTo>
                    <a:pt x="480" y="208"/>
                  </a:lnTo>
                  <a:lnTo>
                    <a:pt x="351" y="427"/>
                  </a:lnTo>
                  <a:lnTo>
                    <a:pt x="97" y="432"/>
                  </a:lnTo>
                  <a:lnTo>
                    <a:pt x="193" y="376"/>
                  </a:lnTo>
                  <a:lnTo>
                    <a:pt x="185" y="363"/>
                  </a:lnTo>
                  <a:lnTo>
                    <a:pt x="177" y="351"/>
                  </a:lnTo>
                  <a:lnTo>
                    <a:pt x="165" y="336"/>
                  </a:lnTo>
                  <a:lnTo>
                    <a:pt x="153" y="321"/>
                  </a:lnTo>
                  <a:lnTo>
                    <a:pt x="145" y="311"/>
                  </a:lnTo>
                  <a:lnTo>
                    <a:pt x="132" y="299"/>
                  </a:lnTo>
                  <a:lnTo>
                    <a:pt x="121" y="289"/>
                  </a:lnTo>
                  <a:lnTo>
                    <a:pt x="109" y="279"/>
                  </a:lnTo>
                  <a:lnTo>
                    <a:pt x="96" y="271"/>
                  </a:lnTo>
                  <a:lnTo>
                    <a:pt x="85" y="261"/>
                  </a:lnTo>
                  <a:lnTo>
                    <a:pt x="72" y="254"/>
                  </a:lnTo>
                  <a:lnTo>
                    <a:pt x="59" y="246"/>
                  </a:lnTo>
                  <a:lnTo>
                    <a:pt x="47" y="238"/>
                  </a:lnTo>
                  <a:lnTo>
                    <a:pt x="34" y="230"/>
                  </a:lnTo>
                  <a:lnTo>
                    <a:pt x="19" y="224"/>
                  </a:lnTo>
                  <a:lnTo>
                    <a:pt x="8" y="221"/>
                  </a:lnTo>
                  <a:lnTo>
                    <a:pt x="0" y="218"/>
                  </a:lnTo>
                  <a:lnTo>
                    <a:pt x="77" y="0"/>
                  </a:lnTo>
                </a:path>
              </a:pathLst>
            </a:custGeom>
            <a:solidFill>
              <a:schemeClr val="bg2"/>
            </a:solidFill>
            <a:ln w="253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01383" name="Group 28">
            <a:extLst>
              <a:ext uri="{FF2B5EF4-FFF2-40B4-BE49-F238E27FC236}">
                <a16:creationId xmlns:a16="http://schemas.microsoft.com/office/drawing/2014/main" id="{9F24CAB9-7E72-F60B-7275-4B4ACC95D807}"/>
              </a:ext>
            </a:extLst>
          </p:cNvPr>
          <p:cNvGrpSpPr>
            <a:grpSpLocks/>
          </p:cNvGrpSpPr>
          <p:nvPr/>
        </p:nvGrpSpPr>
        <p:grpSpPr bwMode="auto">
          <a:xfrm>
            <a:off x="6454775" y="533400"/>
            <a:ext cx="2355850" cy="685800"/>
            <a:chOff x="4405" y="196"/>
            <a:chExt cx="1607" cy="432"/>
          </a:xfrm>
        </p:grpSpPr>
        <p:grpSp>
          <p:nvGrpSpPr>
            <p:cNvPr id="101384" name="Group 29">
              <a:extLst>
                <a:ext uri="{FF2B5EF4-FFF2-40B4-BE49-F238E27FC236}">
                  <a16:creationId xmlns:a16="http://schemas.microsoft.com/office/drawing/2014/main" id="{9488DC27-A9B6-657A-34DC-9561641A34F6}"/>
                </a:ext>
              </a:extLst>
            </p:cNvPr>
            <p:cNvGrpSpPr>
              <a:grpSpLocks/>
            </p:cNvGrpSpPr>
            <p:nvPr/>
          </p:nvGrpSpPr>
          <p:grpSpPr bwMode="auto">
            <a:xfrm>
              <a:off x="5506" y="196"/>
              <a:ext cx="506" cy="432"/>
              <a:chOff x="5506" y="196"/>
              <a:chExt cx="506" cy="432"/>
            </a:xfrm>
          </p:grpSpPr>
          <p:sp>
            <p:nvSpPr>
              <p:cNvPr id="101386" name="Rectangle 30">
                <a:extLst>
                  <a:ext uri="{FF2B5EF4-FFF2-40B4-BE49-F238E27FC236}">
                    <a16:creationId xmlns:a16="http://schemas.microsoft.com/office/drawing/2014/main" id="{2DF33126-D520-3900-B041-561BC5CF29AE}"/>
                  </a:ext>
                </a:extLst>
              </p:cNvPr>
              <p:cNvSpPr>
                <a:spLocks noChangeArrowheads="1"/>
              </p:cNvSpPr>
              <p:nvPr/>
            </p:nvSpPr>
            <p:spPr bwMode="auto">
              <a:xfrm>
                <a:off x="5506" y="196"/>
                <a:ext cx="506" cy="43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01387" name="Group 31">
                <a:extLst>
                  <a:ext uri="{FF2B5EF4-FFF2-40B4-BE49-F238E27FC236}">
                    <a16:creationId xmlns:a16="http://schemas.microsoft.com/office/drawing/2014/main" id="{C1748492-3B21-0609-02B4-EB26FD9D2ED7}"/>
                  </a:ext>
                </a:extLst>
              </p:cNvPr>
              <p:cNvGrpSpPr>
                <a:grpSpLocks/>
              </p:cNvGrpSpPr>
              <p:nvPr/>
            </p:nvGrpSpPr>
            <p:grpSpPr bwMode="auto">
              <a:xfrm>
                <a:off x="5552" y="299"/>
                <a:ext cx="414" cy="166"/>
                <a:chOff x="5552" y="299"/>
                <a:chExt cx="414" cy="166"/>
              </a:xfrm>
            </p:grpSpPr>
            <p:sp>
              <p:nvSpPr>
                <p:cNvPr id="101388" name="Freeform 32">
                  <a:extLst>
                    <a:ext uri="{FF2B5EF4-FFF2-40B4-BE49-F238E27FC236}">
                      <a16:creationId xmlns:a16="http://schemas.microsoft.com/office/drawing/2014/main" id="{553D84C7-4B90-705E-A60D-9BC0324A258B}"/>
                    </a:ext>
                  </a:extLst>
                </p:cNvPr>
                <p:cNvSpPr>
                  <a:spLocks/>
                </p:cNvSpPr>
                <p:nvPr/>
              </p:nvSpPr>
              <p:spPr bwMode="auto">
                <a:xfrm>
                  <a:off x="5591" y="380"/>
                  <a:ext cx="341" cy="42"/>
                </a:xfrm>
                <a:custGeom>
                  <a:avLst/>
                  <a:gdLst>
                    <a:gd name="T0" fmla="*/ 340 w 341"/>
                    <a:gd name="T1" fmla="*/ 41 h 42"/>
                    <a:gd name="T2" fmla="*/ 340 w 341"/>
                    <a:gd name="T3" fmla="*/ 0 h 42"/>
                    <a:gd name="T4" fmla="*/ 0 w 341"/>
                    <a:gd name="T5" fmla="*/ 0 h 42"/>
                    <a:gd name="T6" fmla="*/ 0 w 341"/>
                    <a:gd name="T7" fmla="*/ 41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1" h="42">
                      <a:moveTo>
                        <a:pt x="340" y="41"/>
                      </a:moveTo>
                      <a:lnTo>
                        <a:pt x="340" y="0"/>
                      </a:lnTo>
                      <a:lnTo>
                        <a:pt x="0" y="0"/>
                      </a:lnTo>
                      <a:lnTo>
                        <a:pt x="0" y="4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01389" name="Rectangle 33">
                  <a:extLst>
                    <a:ext uri="{FF2B5EF4-FFF2-40B4-BE49-F238E27FC236}">
                      <a16:creationId xmlns:a16="http://schemas.microsoft.com/office/drawing/2014/main" id="{FCD83DC0-5D78-C51E-ECD2-9D4506E9C1C9}"/>
                    </a:ext>
                  </a:extLst>
                </p:cNvPr>
                <p:cNvSpPr>
                  <a:spLocks noChangeArrowheads="1"/>
                </p:cNvSpPr>
                <p:nvPr/>
              </p:nvSpPr>
              <p:spPr bwMode="auto">
                <a:xfrm>
                  <a:off x="5726" y="299"/>
                  <a:ext cx="71" cy="50"/>
                </a:xfrm>
                <a:prstGeom prst="rect">
                  <a:avLst/>
                </a:prstGeom>
                <a:solidFill>
                  <a:schemeClr val="folHlink"/>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01390" name="Rectangle 34">
                  <a:extLst>
                    <a:ext uri="{FF2B5EF4-FFF2-40B4-BE49-F238E27FC236}">
                      <a16:creationId xmlns:a16="http://schemas.microsoft.com/office/drawing/2014/main" id="{516A9C38-D98D-0512-4BBE-80DC48B7167F}"/>
                    </a:ext>
                  </a:extLst>
                </p:cNvPr>
                <p:cNvSpPr>
                  <a:spLocks noChangeArrowheads="1"/>
                </p:cNvSpPr>
                <p:nvPr/>
              </p:nvSpPr>
              <p:spPr bwMode="auto">
                <a:xfrm>
                  <a:off x="5552" y="417"/>
                  <a:ext cx="70"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01391" name="Rectangle 35">
                  <a:extLst>
                    <a:ext uri="{FF2B5EF4-FFF2-40B4-BE49-F238E27FC236}">
                      <a16:creationId xmlns:a16="http://schemas.microsoft.com/office/drawing/2014/main" id="{E8F1CB33-B622-8767-6109-25591D5E1A94}"/>
                    </a:ext>
                  </a:extLst>
                </p:cNvPr>
                <p:cNvSpPr>
                  <a:spLocks noChangeArrowheads="1"/>
                </p:cNvSpPr>
                <p:nvPr/>
              </p:nvSpPr>
              <p:spPr bwMode="auto">
                <a:xfrm>
                  <a:off x="5726"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01392" name="Rectangle 36">
                  <a:extLst>
                    <a:ext uri="{FF2B5EF4-FFF2-40B4-BE49-F238E27FC236}">
                      <a16:creationId xmlns:a16="http://schemas.microsoft.com/office/drawing/2014/main" id="{3600F283-0AA4-09D4-23EE-F12852D2575A}"/>
                    </a:ext>
                  </a:extLst>
                </p:cNvPr>
                <p:cNvSpPr>
                  <a:spLocks noChangeArrowheads="1"/>
                </p:cNvSpPr>
                <p:nvPr/>
              </p:nvSpPr>
              <p:spPr bwMode="auto">
                <a:xfrm>
                  <a:off x="5895" y="417"/>
                  <a:ext cx="71" cy="48"/>
                </a:xfrm>
                <a:prstGeom prst="rect">
                  <a:avLst/>
                </a:prstGeom>
                <a:solidFill>
                  <a:schemeClr val="bg1"/>
                </a:solidFill>
                <a:ln w="12699">
                  <a:solidFill>
                    <a:schemeClr val="tx1"/>
                  </a:solidFill>
                  <a:miter lim="800000"/>
                  <a:headEnd/>
                  <a:tailEnd/>
                </a:ln>
                <a:effectLst>
                  <a:outerShdw dist="1796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01393" name="Line 37">
                  <a:extLst>
                    <a:ext uri="{FF2B5EF4-FFF2-40B4-BE49-F238E27FC236}">
                      <a16:creationId xmlns:a16="http://schemas.microsoft.com/office/drawing/2014/main" id="{898623BF-9522-8483-618B-D81D19364361}"/>
                    </a:ext>
                  </a:extLst>
                </p:cNvPr>
                <p:cNvSpPr>
                  <a:spLocks noChangeShapeType="1"/>
                </p:cNvSpPr>
                <p:nvPr/>
              </p:nvSpPr>
              <p:spPr bwMode="auto">
                <a:xfrm>
                  <a:off x="5760" y="357"/>
                  <a:ext cx="0" cy="4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
          <p:nvSpPr>
            <p:cNvPr id="101385" name="Rectangle 38">
              <a:extLst>
                <a:ext uri="{FF2B5EF4-FFF2-40B4-BE49-F238E27FC236}">
                  <a16:creationId xmlns:a16="http://schemas.microsoft.com/office/drawing/2014/main" id="{0D118198-43EE-4F51-ACBF-6862AFD065CB}"/>
                </a:ext>
              </a:extLst>
            </p:cNvPr>
            <p:cNvSpPr>
              <a:spLocks noChangeArrowheads="1"/>
            </p:cNvSpPr>
            <p:nvPr/>
          </p:nvSpPr>
          <p:spPr bwMode="auto">
            <a:xfrm>
              <a:off x="4405" y="300"/>
              <a:ext cx="1113" cy="24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10" tIns="55554" rIns="111110" bIns="55554">
              <a:spAutoFit/>
            </a:bodyPr>
            <a:lstStyle>
              <a:lvl1pPr marL="228600" indent="-228600" defTabSz="1096963">
                <a:defRPr>
                  <a:solidFill>
                    <a:schemeClr val="tx1"/>
                  </a:solidFill>
                  <a:latin typeface="Arial" panose="020B0604020202020204" pitchFamily="34" charset="0"/>
                  <a:cs typeface="Arial" panose="020B0604020202020204" pitchFamily="34" charset="0"/>
                </a:defRPr>
              </a:lvl1pPr>
              <a:lvl2pPr marL="527050" indent="-184150" defTabSz="1096963">
                <a:defRPr>
                  <a:solidFill>
                    <a:schemeClr val="tx1"/>
                  </a:solidFill>
                  <a:latin typeface="Arial" panose="020B0604020202020204" pitchFamily="34" charset="0"/>
                  <a:cs typeface="Arial" panose="020B0604020202020204" pitchFamily="34" charset="0"/>
                </a:defRPr>
              </a:lvl2pPr>
              <a:lvl3pPr marL="798513" indent="-157163" defTabSz="1096963">
                <a:defRPr>
                  <a:solidFill>
                    <a:schemeClr val="tx1"/>
                  </a:solidFill>
                  <a:latin typeface="Arial" panose="020B0604020202020204" pitchFamily="34" charset="0"/>
                  <a:cs typeface="Arial" panose="020B0604020202020204" pitchFamily="34" charset="0"/>
                </a:defRPr>
              </a:lvl3pPr>
              <a:lvl4pPr marL="1600200" indent="-228600" defTabSz="1096963">
                <a:defRPr>
                  <a:solidFill>
                    <a:schemeClr val="tx1"/>
                  </a:solidFill>
                  <a:latin typeface="Arial" panose="020B0604020202020204" pitchFamily="34" charset="0"/>
                  <a:cs typeface="Arial" panose="020B0604020202020204" pitchFamily="34" charset="0"/>
                </a:defRPr>
              </a:lvl4pPr>
              <a:lvl5pPr marL="2057400" indent="-228600" defTabSz="1096963">
                <a:defRPr>
                  <a:solidFill>
                    <a:schemeClr val="tx1"/>
                  </a:solidFill>
                  <a:latin typeface="Arial" panose="020B0604020202020204" pitchFamily="34" charset="0"/>
                  <a:cs typeface="Arial" panose="020B0604020202020204" pitchFamily="34" charset="0"/>
                </a:defRPr>
              </a:lvl5pPr>
              <a:lvl6pPr marL="25146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96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b="1">
                  <a:ea typeface="굴림" panose="020B0600000101010101" pitchFamily="34" charset="-127"/>
                </a:rPr>
                <a:t>STRUCTURE</a:t>
              </a: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665" name="Group 3">
            <a:extLst>
              <a:ext uri="{FF2B5EF4-FFF2-40B4-BE49-F238E27FC236}">
                <a16:creationId xmlns:a16="http://schemas.microsoft.com/office/drawing/2014/main" id="{D3579ED2-1AEC-F9BC-E237-7C7725926B75}"/>
              </a:ext>
            </a:extLst>
          </p:cNvPr>
          <p:cNvGrpSpPr>
            <a:grpSpLocks/>
          </p:cNvGrpSpPr>
          <p:nvPr/>
        </p:nvGrpSpPr>
        <p:grpSpPr bwMode="auto">
          <a:xfrm>
            <a:off x="1770063" y="2687638"/>
            <a:ext cx="2109787" cy="2279650"/>
            <a:chOff x="1208" y="1693"/>
            <a:chExt cx="1440" cy="1436"/>
          </a:xfrm>
        </p:grpSpPr>
        <p:sp>
          <p:nvSpPr>
            <p:cNvPr id="113693" name="Freeform 4">
              <a:extLst>
                <a:ext uri="{FF2B5EF4-FFF2-40B4-BE49-F238E27FC236}">
                  <a16:creationId xmlns:a16="http://schemas.microsoft.com/office/drawing/2014/main" id="{B874240E-C6F8-A1A2-2E85-2910BA8D747C}"/>
                </a:ext>
              </a:extLst>
            </p:cNvPr>
            <p:cNvSpPr>
              <a:spLocks/>
            </p:cNvSpPr>
            <p:nvPr/>
          </p:nvSpPr>
          <p:spPr bwMode="auto">
            <a:xfrm>
              <a:off x="1821" y="2289"/>
              <a:ext cx="827" cy="824"/>
            </a:xfrm>
            <a:custGeom>
              <a:avLst/>
              <a:gdLst>
                <a:gd name="T0" fmla="*/ 456 w 827"/>
                <a:gd name="T1" fmla="*/ 3 h 824"/>
                <a:gd name="T2" fmla="*/ 496 w 827"/>
                <a:gd name="T3" fmla="*/ 9 h 824"/>
                <a:gd name="T4" fmla="*/ 574 w 827"/>
                <a:gd name="T5" fmla="*/ 32 h 824"/>
                <a:gd name="T6" fmla="*/ 644 w 827"/>
                <a:gd name="T7" fmla="*/ 70 h 824"/>
                <a:gd name="T8" fmla="*/ 704 w 827"/>
                <a:gd name="T9" fmla="*/ 121 h 824"/>
                <a:gd name="T10" fmla="*/ 756 w 827"/>
                <a:gd name="T11" fmla="*/ 181 h 824"/>
                <a:gd name="T12" fmla="*/ 794 w 827"/>
                <a:gd name="T13" fmla="*/ 251 h 824"/>
                <a:gd name="T14" fmla="*/ 807 w 827"/>
                <a:gd name="T15" fmla="*/ 289 h 824"/>
                <a:gd name="T16" fmla="*/ 822 w 827"/>
                <a:gd name="T17" fmla="*/ 349 h 824"/>
                <a:gd name="T18" fmla="*/ 826 w 827"/>
                <a:gd name="T19" fmla="*/ 412 h 824"/>
                <a:gd name="T20" fmla="*/ 817 w 827"/>
                <a:gd name="T21" fmla="*/ 493 h 824"/>
                <a:gd name="T22" fmla="*/ 794 w 827"/>
                <a:gd name="T23" fmla="*/ 571 h 824"/>
                <a:gd name="T24" fmla="*/ 756 w 827"/>
                <a:gd name="T25" fmla="*/ 641 h 824"/>
                <a:gd name="T26" fmla="*/ 704 w 827"/>
                <a:gd name="T27" fmla="*/ 702 h 824"/>
                <a:gd name="T28" fmla="*/ 644 w 827"/>
                <a:gd name="T29" fmla="*/ 751 h 824"/>
                <a:gd name="T30" fmla="*/ 574 w 827"/>
                <a:gd name="T31" fmla="*/ 789 h 824"/>
                <a:gd name="T32" fmla="*/ 496 w 827"/>
                <a:gd name="T33" fmla="*/ 814 h 824"/>
                <a:gd name="T34" fmla="*/ 414 w 827"/>
                <a:gd name="T35" fmla="*/ 823 h 824"/>
                <a:gd name="T36" fmla="*/ 330 w 827"/>
                <a:gd name="T37" fmla="*/ 814 h 824"/>
                <a:gd name="T38" fmla="*/ 252 w 827"/>
                <a:gd name="T39" fmla="*/ 789 h 824"/>
                <a:gd name="T40" fmla="*/ 182 w 827"/>
                <a:gd name="T41" fmla="*/ 751 h 824"/>
                <a:gd name="T42" fmla="*/ 120 w 827"/>
                <a:gd name="T43" fmla="*/ 702 h 824"/>
                <a:gd name="T44" fmla="*/ 70 w 827"/>
                <a:gd name="T45" fmla="*/ 641 h 824"/>
                <a:gd name="T46" fmla="*/ 32 w 827"/>
                <a:gd name="T47" fmla="*/ 571 h 824"/>
                <a:gd name="T48" fmla="*/ 9 w 827"/>
                <a:gd name="T49" fmla="*/ 493 h 824"/>
                <a:gd name="T50" fmla="*/ 0 w 827"/>
                <a:gd name="T51" fmla="*/ 412 h 824"/>
                <a:gd name="T52" fmla="*/ 9 w 827"/>
                <a:gd name="T53" fmla="*/ 328 h 824"/>
                <a:gd name="T54" fmla="*/ 32 w 827"/>
                <a:gd name="T55" fmla="*/ 251 h 824"/>
                <a:gd name="T56" fmla="*/ 70 w 827"/>
                <a:gd name="T57" fmla="*/ 181 h 824"/>
                <a:gd name="T58" fmla="*/ 120 w 827"/>
                <a:gd name="T59" fmla="*/ 121 h 824"/>
                <a:gd name="T60" fmla="*/ 182 w 827"/>
                <a:gd name="T61" fmla="*/ 70 h 824"/>
                <a:gd name="T62" fmla="*/ 252 w 827"/>
                <a:gd name="T63" fmla="*/ 32 h 824"/>
                <a:gd name="T64" fmla="*/ 330 w 827"/>
                <a:gd name="T65" fmla="*/ 9 h 824"/>
                <a:gd name="T66" fmla="*/ 414 w 827"/>
                <a:gd name="T67" fmla="*/ 0 h 8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27" h="824">
                  <a:moveTo>
                    <a:pt x="414" y="0"/>
                  </a:moveTo>
                  <a:lnTo>
                    <a:pt x="456" y="3"/>
                  </a:lnTo>
                  <a:lnTo>
                    <a:pt x="477" y="4"/>
                  </a:lnTo>
                  <a:lnTo>
                    <a:pt x="496" y="9"/>
                  </a:lnTo>
                  <a:lnTo>
                    <a:pt x="536" y="19"/>
                  </a:lnTo>
                  <a:lnTo>
                    <a:pt x="574" y="32"/>
                  </a:lnTo>
                  <a:lnTo>
                    <a:pt x="609" y="50"/>
                  </a:lnTo>
                  <a:lnTo>
                    <a:pt x="644" y="70"/>
                  </a:lnTo>
                  <a:lnTo>
                    <a:pt x="675" y="93"/>
                  </a:lnTo>
                  <a:lnTo>
                    <a:pt x="704" y="121"/>
                  </a:lnTo>
                  <a:lnTo>
                    <a:pt x="732" y="150"/>
                  </a:lnTo>
                  <a:lnTo>
                    <a:pt x="756" y="181"/>
                  </a:lnTo>
                  <a:lnTo>
                    <a:pt x="776" y="216"/>
                  </a:lnTo>
                  <a:lnTo>
                    <a:pt x="794" y="251"/>
                  </a:lnTo>
                  <a:lnTo>
                    <a:pt x="801" y="270"/>
                  </a:lnTo>
                  <a:lnTo>
                    <a:pt x="807" y="289"/>
                  </a:lnTo>
                  <a:lnTo>
                    <a:pt x="817" y="328"/>
                  </a:lnTo>
                  <a:lnTo>
                    <a:pt x="822" y="349"/>
                  </a:lnTo>
                  <a:lnTo>
                    <a:pt x="825" y="369"/>
                  </a:lnTo>
                  <a:lnTo>
                    <a:pt x="826" y="412"/>
                  </a:lnTo>
                  <a:lnTo>
                    <a:pt x="825" y="454"/>
                  </a:lnTo>
                  <a:lnTo>
                    <a:pt x="817" y="493"/>
                  </a:lnTo>
                  <a:lnTo>
                    <a:pt x="807" y="533"/>
                  </a:lnTo>
                  <a:lnTo>
                    <a:pt x="794" y="571"/>
                  </a:lnTo>
                  <a:lnTo>
                    <a:pt x="776" y="607"/>
                  </a:lnTo>
                  <a:lnTo>
                    <a:pt x="756" y="641"/>
                  </a:lnTo>
                  <a:lnTo>
                    <a:pt x="732" y="673"/>
                  </a:lnTo>
                  <a:lnTo>
                    <a:pt x="704" y="702"/>
                  </a:lnTo>
                  <a:lnTo>
                    <a:pt x="675" y="728"/>
                  </a:lnTo>
                  <a:lnTo>
                    <a:pt x="644" y="751"/>
                  </a:lnTo>
                  <a:lnTo>
                    <a:pt x="609" y="773"/>
                  </a:lnTo>
                  <a:lnTo>
                    <a:pt x="574" y="789"/>
                  </a:lnTo>
                  <a:lnTo>
                    <a:pt x="536" y="804"/>
                  </a:lnTo>
                  <a:lnTo>
                    <a:pt x="496" y="814"/>
                  </a:lnTo>
                  <a:lnTo>
                    <a:pt x="456" y="820"/>
                  </a:lnTo>
                  <a:lnTo>
                    <a:pt x="414" y="823"/>
                  </a:lnTo>
                  <a:lnTo>
                    <a:pt x="371" y="820"/>
                  </a:lnTo>
                  <a:lnTo>
                    <a:pt x="330" y="814"/>
                  </a:lnTo>
                  <a:lnTo>
                    <a:pt x="290" y="804"/>
                  </a:lnTo>
                  <a:lnTo>
                    <a:pt x="252" y="789"/>
                  </a:lnTo>
                  <a:lnTo>
                    <a:pt x="217" y="773"/>
                  </a:lnTo>
                  <a:lnTo>
                    <a:pt x="182" y="751"/>
                  </a:lnTo>
                  <a:lnTo>
                    <a:pt x="151" y="728"/>
                  </a:lnTo>
                  <a:lnTo>
                    <a:pt x="120" y="702"/>
                  </a:lnTo>
                  <a:lnTo>
                    <a:pt x="94" y="673"/>
                  </a:lnTo>
                  <a:lnTo>
                    <a:pt x="70" y="641"/>
                  </a:lnTo>
                  <a:lnTo>
                    <a:pt x="50" y="607"/>
                  </a:lnTo>
                  <a:lnTo>
                    <a:pt x="32" y="571"/>
                  </a:lnTo>
                  <a:lnTo>
                    <a:pt x="18" y="533"/>
                  </a:lnTo>
                  <a:lnTo>
                    <a:pt x="9" y="493"/>
                  </a:lnTo>
                  <a:lnTo>
                    <a:pt x="1" y="454"/>
                  </a:lnTo>
                  <a:lnTo>
                    <a:pt x="0" y="412"/>
                  </a:lnTo>
                  <a:lnTo>
                    <a:pt x="1" y="369"/>
                  </a:lnTo>
                  <a:lnTo>
                    <a:pt x="9" y="328"/>
                  </a:lnTo>
                  <a:lnTo>
                    <a:pt x="18" y="289"/>
                  </a:lnTo>
                  <a:lnTo>
                    <a:pt x="32" y="251"/>
                  </a:lnTo>
                  <a:lnTo>
                    <a:pt x="50" y="216"/>
                  </a:lnTo>
                  <a:lnTo>
                    <a:pt x="70" y="181"/>
                  </a:lnTo>
                  <a:lnTo>
                    <a:pt x="94" y="150"/>
                  </a:lnTo>
                  <a:lnTo>
                    <a:pt x="120" y="121"/>
                  </a:lnTo>
                  <a:lnTo>
                    <a:pt x="151" y="93"/>
                  </a:lnTo>
                  <a:lnTo>
                    <a:pt x="182" y="70"/>
                  </a:lnTo>
                  <a:lnTo>
                    <a:pt x="217" y="50"/>
                  </a:lnTo>
                  <a:lnTo>
                    <a:pt x="252" y="32"/>
                  </a:lnTo>
                  <a:lnTo>
                    <a:pt x="290" y="19"/>
                  </a:lnTo>
                  <a:lnTo>
                    <a:pt x="330" y="9"/>
                  </a:lnTo>
                  <a:lnTo>
                    <a:pt x="371" y="3"/>
                  </a:lnTo>
                  <a:lnTo>
                    <a:pt x="414" y="0"/>
                  </a:lnTo>
                </a:path>
              </a:pathLst>
            </a:custGeom>
            <a:solidFill>
              <a:srgbClr val="FFFFFF"/>
            </a:solidFill>
            <a:ln w="126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94" name="Freeform 5">
              <a:extLst>
                <a:ext uri="{FF2B5EF4-FFF2-40B4-BE49-F238E27FC236}">
                  <a16:creationId xmlns:a16="http://schemas.microsoft.com/office/drawing/2014/main" id="{CBEF9ACD-7BAC-4179-896A-99BEEF964B8D}"/>
                </a:ext>
              </a:extLst>
            </p:cNvPr>
            <p:cNvSpPr>
              <a:spLocks/>
            </p:cNvSpPr>
            <p:nvPr/>
          </p:nvSpPr>
          <p:spPr bwMode="auto">
            <a:xfrm>
              <a:off x="1256" y="2301"/>
              <a:ext cx="824" cy="828"/>
            </a:xfrm>
            <a:custGeom>
              <a:avLst/>
              <a:gdLst>
                <a:gd name="T0" fmla="*/ 455 w 824"/>
                <a:gd name="T1" fmla="*/ 3 h 828"/>
                <a:gd name="T2" fmla="*/ 534 w 824"/>
                <a:gd name="T3" fmla="*/ 19 h 828"/>
                <a:gd name="T4" fmla="*/ 608 w 824"/>
                <a:gd name="T5" fmla="*/ 50 h 828"/>
                <a:gd name="T6" fmla="*/ 674 w 824"/>
                <a:gd name="T7" fmla="*/ 95 h 828"/>
                <a:gd name="T8" fmla="*/ 729 w 824"/>
                <a:gd name="T9" fmla="*/ 151 h 828"/>
                <a:gd name="T10" fmla="*/ 773 w 824"/>
                <a:gd name="T11" fmla="*/ 217 h 828"/>
                <a:gd name="T12" fmla="*/ 805 w 824"/>
                <a:gd name="T13" fmla="*/ 290 h 828"/>
                <a:gd name="T14" fmla="*/ 820 w 824"/>
                <a:gd name="T15" fmla="*/ 350 h 828"/>
                <a:gd name="T16" fmla="*/ 823 w 824"/>
                <a:gd name="T17" fmla="*/ 414 h 828"/>
                <a:gd name="T18" fmla="*/ 816 w 824"/>
                <a:gd name="T19" fmla="*/ 497 h 828"/>
                <a:gd name="T20" fmla="*/ 791 w 824"/>
                <a:gd name="T21" fmla="*/ 575 h 828"/>
                <a:gd name="T22" fmla="*/ 753 w 824"/>
                <a:gd name="T23" fmla="*/ 645 h 828"/>
                <a:gd name="T24" fmla="*/ 703 w 824"/>
                <a:gd name="T25" fmla="*/ 705 h 828"/>
                <a:gd name="T26" fmla="*/ 642 w 824"/>
                <a:gd name="T27" fmla="*/ 757 h 828"/>
                <a:gd name="T28" fmla="*/ 572 w 824"/>
                <a:gd name="T29" fmla="*/ 795 h 828"/>
                <a:gd name="T30" fmla="*/ 494 w 824"/>
                <a:gd name="T31" fmla="*/ 818 h 828"/>
                <a:gd name="T32" fmla="*/ 412 w 824"/>
                <a:gd name="T33" fmla="*/ 827 h 828"/>
                <a:gd name="T34" fmla="*/ 329 w 824"/>
                <a:gd name="T35" fmla="*/ 818 h 828"/>
                <a:gd name="T36" fmla="*/ 251 w 824"/>
                <a:gd name="T37" fmla="*/ 795 h 828"/>
                <a:gd name="T38" fmla="*/ 181 w 824"/>
                <a:gd name="T39" fmla="*/ 757 h 828"/>
                <a:gd name="T40" fmla="*/ 121 w 824"/>
                <a:gd name="T41" fmla="*/ 705 h 828"/>
                <a:gd name="T42" fmla="*/ 70 w 824"/>
                <a:gd name="T43" fmla="*/ 645 h 828"/>
                <a:gd name="T44" fmla="*/ 32 w 824"/>
                <a:gd name="T45" fmla="*/ 575 h 828"/>
                <a:gd name="T46" fmla="*/ 9 w 824"/>
                <a:gd name="T47" fmla="*/ 497 h 828"/>
                <a:gd name="T48" fmla="*/ 0 w 824"/>
                <a:gd name="T49" fmla="*/ 414 h 828"/>
                <a:gd name="T50" fmla="*/ 9 w 824"/>
                <a:gd name="T51" fmla="*/ 330 h 828"/>
                <a:gd name="T52" fmla="*/ 32 w 824"/>
                <a:gd name="T53" fmla="*/ 254 h 828"/>
                <a:gd name="T54" fmla="*/ 70 w 824"/>
                <a:gd name="T55" fmla="*/ 183 h 828"/>
                <a:gd name="T56" fmla="*/ 121 w 824"/>
                <a:gd name="T57" fmla="*/ 122 h 828"/>
                <a:gd name="T58" fmla="*/ 181 w 824"/>
                <a:gd name="T59" fmla="*/ 70 h 828"/>
                <a:gd name="T60" fmla="*/ 251 w 824"/>
                <a:gd name="T61" fmla="*/ 32 h 828"/>
                <a:gd name="T62" fmla="*/ 329 w 824"/>
                <a:gd name="T63" fmla="*/ 9 h 828"/>
                <a:gd name="T64" fmla="*/ 370 w 824"/>
                <a:gd name="T65" fmla="*/ 3 h 8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4" h="828">
                  <a:moveTo>
                    <a:pt x="412" y="0"/>
                  </a:moveTo>
                  <a:lnTo>
                    <a:pt x="455" y="3"/>
                  </a:lnTo>
                  <a:lnTo>
                    <a:pt x="494" y="9"/>
                  </a:lnTo>
                  <a:lnTo>
                    <a:pt x="534" y="19"/>
                  </a:lnTo>
                  <a:lnTo>
                    <a:pt x="572" y="32"/>
                  </a:lnTo>
                  <a:lnTo>
                    <a:pt x="608" y="50"/>
                  </a:lnTo>
                  <a:lnTo>
                    <a:pt x="642" y="70"/>
                  </a:lnTo>
                  <a:lnTo>
                    <a:pt x="674" y="95"/>
                  </a:lnTo>
                  <a:lnTo>
                    <a:pt x="703" y="122"/>
                  </a:lnTo>
                  <a:lnTo>
                    <a:pt x="729" y="151"/>
                  </a:lnTo>
                  <a:lnTo>
                    <a:pt x="753" y="183"/>
                  </a:lnTo>
                  <a:lnTo>
                    <a:pt x="773" y="217"/>
                  </a:lnTo>
                  <a:lnTo>
                    <a:pt x="791" y="254"/>
                  </a:lnTo>
                  <a:lnTo>
                    <a:pt x="805" y="290"/>
                  </a:lnTo>
                  <a:lnTo>
                    <a:pt x="816" y="330"/>
                  </a:lnTo>
                  <a:lnTo>
                    <a:pt x="820" y="350"/>
                  </a:lnTo>
                  <a:lnTo>
                    <a:pt x="822" y="371"/>
                  </a:lnTo>
                  <a:lnTo>
                    <a:pt x="823" y="414"/>
                  </a:lnTo>
                  <a:lnTo>
                    <a:pt x="822" y="456"/>
                  </a:lnTo>
                  <a:lnTo>
                    <a:pt x="816" y="497"/>
                  </a:lnTo>
                  <a:lnTo>
                    <a:pt x="805" y="537"/>
                  </a:lnTo>
                  <a:lnTo>
                    <a:pt x="791" y="575"/>
                  </a:lnTo>
                  <a:lnTo>
                    <a:pt x="773" y="610"/>
                  </a:lnTo>
                  <a:lnTo>
                    <a:pt x="753" y="645"/>
                  </a:lnTo>
                  <a:lnTo>
                    <a:pt x="729" y="676"/>
                  </a:lnTo>
                  <a:lnTo>
                    <a:pt x="703" y="705"/>
                  </a:lnTo>
                  <a:lnTo>
                    <a:pt x="674" y="733"/>
                  </a:lnTo>
                  <a:lnTo>
                    <a:pt x="642" y="757"/>
                  </a:lnTo>
                  <a:lnTo>
                    <a:pt x="608" y="777"/>
                  </a:lnTo>
                  <a:lnTo>
                    <a:pt x="572" y="795"/>
                  </a:lnTo>
                  <a:lnTo>
                    <a:pt x="534" y="808"/>
                  </a:lnTo>
                  <a:lnTo>
                    <a:pt x="494" y="818"/>
                  </a:lnTo>
                  <a:lnTo>
                    <a:pt x="455" y="826"/>
                  </a:lnTo>
                  <a:lnTo>
                    <a:pt x="412" y="827"/>
                  </a:lnTo>
                  <a:lnTo>
                    <a:pt x="370" y="826"/>
                  </a:lnTo>
                  <a:lnTo>
                    <a:pt x="329" y="818"/>
                  </a:lnTo>
                  <a:lnTo>
                    <a:pt x="289" y="808"/>
                  </a:lnTo>
                  <a:lnTo>
                    <a:pt x="251" y="795"/>
                  </a:lnTo>
                  <a:lnTo>
                    <a:pt x="216" y="777"/>
                  </a:lnTo>
                  <a:lnTo>
                    <a:pt x="181" y="757"/>
                  </a:lnTo>
                  <a:lnTo>
                    <a:pt x="151" y="733"/>
                  </a:lnTo>
                  <a:lnTo>
                    <a:pt x="121" y="705"/>
                  </a:lnTo>
                  <a:lnTo>
                    <a:pt x="94" y="676"/>
                  </a:lnTo>
                  <a:lnTo>
                    <a:pt x="70" y="645"/>
                  </a:lnTo>
                  <a:lnTo>
                    <a:pt x="50" y="610"/>
                  </a:lnTo>
                  <a:lnTo>
                    <a:pt x="32" y="575"/>
                  </a:lnTo>
                  <a:lnTo>
                    <a:pt x="18" y="537"/>
                  </a:lnTo>
                  <a:lnTo>
                    <a:pt x="9" y="497"/>
                  </a:lnTo>
                  <a:lnTo>
                    <a:pt x="1" y="456"/>
                  </a:lnTo>
                  <a:lnTo>
                    <a:pt x="0" y="414"/>
                  </a:lnTo>
                  <a:lnTo>
                    <a:pt x="1" y="371"/>
                  </a:lnTo>
                  <a:lnTo>
                    <a:pt x="9" y="330"/>
                  </a:lnTo>
                  <a:lnTo>
                    <a:pt x="18" y="290"/>
                  </a:lnTo>
                  <a:lnTo>
                    <a:pt x="32" y="254"/>
                  </a:lnTo>
                  <a:lnTo>
                    <a:pt x="50" y="217"/>
                  </a:lnTo>
                  <a:lnTo>
                    <a:pt x="70" y="183"/>
                  </a:lnTo>
                  <a:lnTo>
                    <a:pt x="94" y="151"/>
                  </a:lnTo>
                  <a:lnTo>
                    <a:pt x="121" y="122"/>
                  </a:lnTo>
                  <a:lnTo>
                    <a:pt x="151" y="95"/>
                  </a:lnTo>
                  <a:lnTo>
                    <a:pt x="181" y="70"/>
                  </a:lnTo>
                  <a:lnTo>
                    <a:pt x="216" y="50"/>
                  </a:lnTo>
                  <a:lnTo>
                    <a:pt x="251" y="32"/>
                  </a:lnTo>
                  <a:lnTo>
                    <a:pt x="289" y="19"/>
                  </a:lnTo>
                  <a:lnTo>
                    <a:pt x="329" y="9"/>
                  </a:lnTo>
                  <a:lnTo>
                    <a:pt x="349" y="4"/>
                  </a:lnTo>
                  <a:lnTo>
                    <a:pt x="370" y="3"/>
                  </a:lnTo>
                  <a:lnTo>
                    <a:pt x="412" y="0"/>
                  </a:lnTo>
                </a:path>
              </a:pathLst>
            </a:custGeom>
            <a:solidFill>
              <a:srgbClr val="FFFFFF"/>
            </a:solidFill>
            <a:ln w="126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95" name="Freeform 6">
              <a:extLst>
                <a:ext uri="{FF2B5EF4-FFF2-40B4-BE49-F238E27FC236}">
                  <a16:creationId xmlns:a16="http://schemas.microsoft.com/office/drawing/2014/main" id="{514F6840-AC90-A8FB-3454-36B96E79D6BA}"/>
                </a:ext>
              </a:extLst>
            </p:cNvPr>
            <p:cNvSpPr>
              <a:spLocks/>
            </p:cNvSpPr>
            <p:nvPr/>
          </p:nvSpPr>
          <p:spPr bwMode="auto">
            <a:xfrm>
              <a:off x="1208" y="1722"/>
              <a:ext cx="828" cy="831"/>
            </a:xfrm>
            <a:custGeom>
              <a:avLst/>
              <a:gdLst>
                <a:gd name="T0" fmla="*/ 456 w 828"/>
                <a:gd name="T1" fmla="*/ 3 h 831"/>
                <a:gd name="T2" fmla="*/ 537 w 828"/>
                <a:gd name="T3" fmla="*/ 19 h 831"/>
                <a:gd name="T4" fmla="*/ 610 w 828"/>
                <a:gd name="T5" fmla="*/ 50 h 831"/>
                <a:gd name="T6" fmla="*/ 676 w 828"/>
                <a:gd name="T7" fmla="*/ 96 h 831"/>
                <a:gd name="T8" fmla="*/ 732 w 828"/>
                <a:gd name="T9" fmla="*/ 152 h 831"/>
                <a:gd name="T10" fmla="*/ 776 w 828"/>
                <a:gd name="T11" fmla="*/ 218 h 831"/>
                <a:gd name="T12" fmla="*/ 808 w 828"/>
                <a:gd name="T13" fmla="*/ 291 h 831"/>
                <a:gd name="T14" fmla="*/ 823 w 828"/>
                <a:gd name="T15" fmla="*/ 352 h 831"/>
                <a:gd name="T16" fmla="*/ 827 w 828"/>
                <a:gd name="T17" fmla="*/ 415 h 831"/>
                <a:gd name="T18" fmla="*/ 818 w 828"/>
                <a:gd name="T19" fmla="*/ 497 h 831"/>
                <a:gd name="T20" fmla="*/ 793 w 828"/>
                <a:gd name="T21" fmla="*/ 575 h 831"/>
                <a:gd name="T22" fmla="*/ 757 w 828"/>
                <a:gd name="T23" fmla="*/ 646 h 831"/>
                <a:gd name="T24" fmla="*/ 705 w 828"/>
                <a:gd name="T25" fmla="*/ 708 h 831"/>
                <a:gd name="T26" fmla="*/ 644 w 828"/>
                <a:gd name="T27" fmla="*/ 758 h 831"/>
                <a:gd name="T28" fmla="*/ 573 w 828"/>
                <a:gd name="T29" fmla="*/ 798 h 831"/>
                <a:gd name="T30" fmla="*/ 497 w 828"/>
                <a:gd name="T31" fmla="*/ 821 h 831"/>
                <a:gd name="T32" fmla="*/ 414 w 828"/>
                <a:gd name="T33" fmla="*/ 830 h 831"/>
                <a:gd name="T34" fmla="*/ 330 w 828"/>
                <a:gd name="T35" fmla="*/ 821 h 831"/>
                <a:gd name="T36" fmla="*/ 252 w 828"/>
                <a:gd name="T37" fmla="*/ 798 h 831"/>
                <a:gd name="T38" fmla="*/ 182 w 828"/>
                <a:gd name="T39" fmla="*/ 758 h 831"/>
                <a:gd name="T40" fmla="*/ 122 w 828"/>
                <a:gd name="T41" fmla="*/ 708 h 831"/>
                <a:gd name="T42" fmla="*/ 70 w 828"/>
                <a:gd name="T43" fmla="*/ 646 h 831"/>
                <a:gd name="T44" fmla="*/ 32 w 828"/>
                <a:gd name="T45" fmla="*/ 575 h 831"/>
                <a:gd name="T46" fmla="*/ 9 w 828"/>
                <a:gd name="T47" fmla="*/ 497 h 831"/>
                <a:gd name="T48" fmla="*/ 0 w 828"/>
                <a:gd name="T49" fmla="*/ 415 h 831"/>
                <a:gd name="T50" fmla="*/ 9 w 828"/>
                <a:gd name="T51" fmla="*/ 331 h 831"/>
                <a:gd name="T52" fmla="*/ 32 w 828"/>
                <a:gd name="T53" fmla="*/ 255 h 831"/>
                <a:gd name="T54" fmla="*/ 70 w 828"/>
                <a:gd name="T55" fmla="*/ 182 h 831"/>
                <a:gd name="T56" fmla="*/ 122 w 828"/>
                <a:gd name="T57" fmla="*/ 122 h 831"/>
                <a:gd name="T58" fmla="*/ 182 w 828"/>
                <a:gd name="T59" fmla="*/ 71 h 831"/>
                <a:gd name="T60" fmla="*/ 252 w 828"/>
                <a:gd name="T61" fmla="*/ 32 h 831"/>
                <a:gd name="T62" fmla="*/ 330 w 828"/>
                <a:gd name="T63" fmla="*/ 9 h 831"/>
                <a:gd name="T64" fmla="*/ 371 w 828"/>
                <a:gd name="T65" fmla="*/ 3 h 8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8" h="831">
                  <a:moveTo>
                    <a:pt x="414" y="0"/>
                  </a:moveTo>
                  <a:lnTo>
                    <a:pt x="456" y="3"/>
                  </a:lnTo>
                  <a:lnTo>
                    <a:pt x="497" y="9"/>
                  </a:lnTo>
                  <a:lnTo>
                    <a:pt x="537" y="19"/>
                  </a:lnTo>
                  <a:lnTo>
                    <a:pt x="573" y="32"/>
                  </a:lnTo>
                  <a:lnTo>
                    <a:pt x="610" y="50"/>
                  </a:lnTo>
                  <a:lnTo>
                    <a:pt x="644" y="71"/>
                  </a:lnTo>
                  <a:lnTo>
                    <a:pt x="676" y="96"/>
                  </a:lnTo>
                  <a:lnTo>
                    <a:pt x="705" y="122"/>
                  </a:lnTo>
                  <a:lnTo>
                    <a:pt x="732" y="152"/>
                  </a:lnTo>
                  <a:lnTo>
                    <a:pt x="757" y="182"/>
                  </a:lnTo>
                  <a:lnTo>
                    <a:pt x="776" y="218"/>
                  </a:lnTo>
                  <a:lnTo>
                    <a:pt x="793" y="255"/>
                  </a:lnTo>
                  <a:lnTo>
                    <a:pt x="808" y="291"/>
                  </a:lnTo>
                  <a:lnTo>
                    <a:pt x="818" y="331"/>
                  </a:lnTo>
                  <a:lnTo>
                    <a:pt x="823" y="352"/>
                  </a:lnTo>
                  <a:lnTo>
                    <a:pt x="824" y="372"/>
                  </a:lnTo>
                  <a:lnTo>
                    <a:pt x="827" y="415"/>
                  </a:lnTo>
                  <a:lnTo>
                    <a:pt x="824" y="458"/>
                  </a:lnTo>
                  <a:lnTo>
                    <a:pt x="818" y="497"/>
                  </a:lnTo>
                  <a:lnTo>
                    <a:pt x="808" y="537"/>
                  </a:lnTo>
                  <a:lnTo>
                    <a:pt x="793" y="575"/>
                  </a:lnTo>
                  <a:lnTo>
                    <a:pt x="776" y="612"/>
                  </a:lnTo>
                  <a:lnTo>
                    <a:pt x="757" y="646"/>
                  </a:lnTo>
                  <a:lnTo>
                    <a:pt x="732" y="678"/>
                  </a:lnTo>
                  <a:lnTo>
                    <a:pt x="705" y="708"/>
                  </a:lnTo>
                  <a:lnTo>
                    <a:pt x="676" y="734"/>
                  </a:lnTo>
                  <a:lnTo>
                    <a:pt x="644" y="758"/>
                  </a:lnTo>
                  <a:lnTo>
                    <a:pt x="610" y="778"/>
                  </a:lnTo>
                  <a:lnTo>
                    <a:pt x="573" y="798"/>
                  </a:lnTo>
                  <a:lnTo>
                    <a:pt x="537" y="811"/>
                  </a:lnTo>
                  <a:lnTo>
                    <a:pt x="497" y="821"/>
                  </a:lnTo>
                  <a:lnTo>
                    <a:pt x="456" y="827"/>
                  </a:lnTo>
                  <a:lnTo>
                    <a:pt x="414" y="830"/>
                  </a:lnTo>
                  <a:lnTo>
                    <a:pt x="371" y="827"/>
                  </a:lnTo>
                  <a:lnTo>
                    <a:pt x="330" y="821"/>
                  </a:lnTo>
                  <a:lnTo>
                    <a:pt x="290" y="811"/>
                  </a:lnTo>
                  <a:lnTo>
                    <a:pt x="252" y="798"/>
                  </a:lnTo>
                  <a:lnTo>
                    <a:pt x="217" y="778"/>
                  </a:lnTo>
                  <a:lnTo>
                    <a:pt x="182" y="758"/>
                  </a:lnTo>
                  <a:lnTo>
                    <a:pt x="151" y="734"/>
                  </a:lnTo>
                  <a:lnTo>
                    <a:pt x="122" y="708"/>
                  </a:lnTo>
                  <a:lnTo>
                    <a:pt x="94" y="678"/>
                  </a:lnTo>
                  <a:lnTo>
                    <a:pt x="70" y="646"/>
                  </a:lnTo>
                  <a:lnTo>
                    <a:pt x="50" y="612"/>
                  </a:lnTo>
                  <a:lnTo>
                    <a:pt x="32" y="575"/>
                  </a:lnTo>
                  <a:lnTo>
                    <a:pt x="19" y="537"/>
                  </a:lnTo>
                  <a:lnTo>
                    <a:pt x="9" y="497"/>
                  </a:lnTo>
                  <a:lnTo>
                    <a:pt x="1" y="458"/>
                  </a:lnTo>
                  <a:lnTo>
                    <a:pt x="0" y="415"/>
                  </a:lnTo>
                  <a:lnTo>
                    <a:pt x="1" y="372"/>
                  </a:lnTo>
                  <a:lnTo>
                    <a:pt x="9" y="331"/>
                  </a:lnTo>
                  <a:lnTo>
                    <a:pt x="19" y="291"/>
                  </a:lnTo>
                  <a:lnTo>
                    <a:pt x="32" y="255"/>
                  </a:lnTo>
                  <a:lnTo>
                    <a:pt x="50" y="218"/>
                  </a:lnTo>
                  <a:lnTo>
                    <a:pt x="70" y="182"/>
                  </a:lnTo>
                  <a:lnTo>
                    <a:pt x="94" y="152"/>
                  </a:lnTo>
                  <a:lnTo>
                    <a:pt x="122" y="122"/>
                  </a:lnTo>
                  <a:lnTo>
                    <a:pt x="151" y="96"/>
                  </a:lnTo>
                  <a:lnTo>
                    <a:pt x="182" y="71"/>
                  </a:lnTo>
                  <a:lnTo>
                    <a:pt x="217" y="50"/>
                  </a:lnTo>
                  <a:lnTo>
                    <a:pt x="252" y="32"/>
                  </a:lnTo>
                  <a:lnTo>
                    <a:pt x="290" y="19"/>
                  </a:lnTo>
                  <a:lnTo>
                    <a:pt x="330" y="9"/>
                  </a:lnTo>
                  <a:lnTo>
                    <a:pt x="350" y="4"/>
                  </a:lnTo>
                  <a:lnTo>
                    <a:pt x="371" y="3"/>
                  </a:lnTo>
                  <a:lnTo>
                    <a:pt x="414" y="0"/>
                  </a:lnTo>
                </a:path>
              </a:pathLst>
            </a:custGeom>
            <a:solidFill>
              <a:srgbClr val="FFFFFF"/>
            </a:solidFill>
            <a:ln w="126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96" name="Freeform 7">
              <a:extLst>
                <a:ext uri="{FF2B5EF4-FFF2-40B4-BE49-F238E27FC236}">
                  <a16:creationId xmlns:a16="http://schemas.microsoft.com/office/drawing/2014/main" id="{F466855F-3E55-33D1-443B-6AD36EA0A468}"/>
                </a:ext>
              </a:extLst>
            </p:cNvPr>
            <p:cNvSpPr>
              <a:spLocks/>
            </p:cNvSpPr>
            <p:nvPr/>
          </p:nvSpPr>
          <p:spPr bwMode="auto">
            <a:xfrm>
              <a:off x="1818" y="1693"/>
              <a:ext cx="828" cy="713"/>
            </a:xfrm>
            <a:custGeom>
              <a:avLst/>
              <a:gdLst>
                <a:gd name="T0" fmla="*/ 673 w 828"/>
                <a:gd name="T1" fmla="*/ 683 h 713"/>
                <a:gd name="T2" fmla="*/ 609 w 828"/>
                <a:gd name="T3" fmla="*/ 640 h 713"/>
                <a:gd name="T4" fmla="*/ 537 w 828"/>
                <a:gd name="T5" fmla="*/ 611 h 713"/>
                <a:gd name="T6" fmla="*/ 459 w 828"/>
                <a:gd name="T7" fmla="*/ 596 h 713"/>
                <a:gd name="T8" fmla="*/ 375 w 828"/>
                <a:gd name="T9" fmla="*/ 596 h 713"/>
                <a:gd name="T10" fmla="*/ 296 w 828"/>
                <a:gd name="T11" fmla="*/ 611 h 713"/>
                <a:gd name="T12" fmla="*/ 223 w 828"/>
                <a:gd name="T13" fmla="*/ 642 h 713"/>
                <a:gd name="T14" fmla="*/ 158 w 828"/>
                <a:gd name="T15" fmla="*/ 686 h 713"/>
                <a:gd name="T16" fmla="*/ 100 w 828"/>
                <a:gd name="T17" fmla="*/ 681 h 713"/>
                <a:gd name="T18" fmla="*/ 53 w 828"/>
                <a:gd name="T19" fmla="*/ 615 h 713"/>
                <a:gd name="T20" fmla="*/ 21 w 828"/>
                <a:gd name="T21" fmla="*/ 539 h 713"/>
                <a:gd name="T22" fmla="*/ 3 w 828"/>
                <a:gd name="T23" fmla="*/ 457 h 713"/>
                <a:gd name="T24" fmla="*/ 3 w 828"/>
                <a:gd name="T25" fmla="*/ 371 h 713"/>
                <a:gd name="T26" fmla="*/ 19 w 828"/>
                <a:gd name="T27" fmla="*/ 290 h 713"/>
                <a:gd name="T28" fmla="*/ 51 w 828"/>
                <a:gd name="T29" fmla="*/ 217 h 713"/>
                <a:gd name="T30" fmla="*/ 95 w 828"/>
                <a:gd name="T31" fmla="*/ 151 h 713"/>
                <a:gd name="T32" fmla="*/ 151 w 828"/>
                <a:gd name="T33" fmla="*/ 94 h 713"/>
                <a:gd name="T34" fmla="*/ 217 w 828"/>
                <a:gd name="T35" fmla="*/ 50 h 713"/>
                <a:gd name="T36" fmla="*/ 292 w 828"/>
                <a:gd name="T37" fmla="*/ 19 h 713"/>
                <a:gd name="T38" fmla="*/ 371 w 828"/>
                <a:gd name="T39" fmla="*/ 1 h 713"/>
                <a:gd name="T40" fmla="*/ 456 w 828"/>
                <a:gd name="T41" fmla="*/ 1 h 713"/>
                <a:gd name="T42" fmla="*/ 497 w 828"/>
                <a:gd name="T43" fmla="*/ 9 h 713"/>
                <a:gd name="T44" fmla="*/ 573 w 828"/>
                <a:gd name="T45" fmla="*/ 32 h 713"/>
                <a:gd name="T46" fmla="*/ 644 w 828"/>
                <a:gd name="T47" fmla="*/ 70 h 713"/>
                <a:gd name="T48" fmla="*/ 705 w 828"/>
                <a:gd name="T49" fmla="*/ 122 h 713"/>
                <a:gd name="T50" fmla="*/ 755 w 828"/>
                <a:gd name="T51" fmla="*/ 182 h 713"/>
                <a:gd name="T52" fmla="*/ 793 w 828"/>
                <a:gd name="T53" fmla="*/ 252 h 713"/>
                <a:gd name="T54" fmla="*/ 818 w 828"/>
                <a:gd name="T55" fmla="*/ 330 h 713"/>
                <a:gd name="T56" fmla="*/ 824 w 828"/>
                <a:gd name="T57" fmla="*/ 371 h 713"/>
                <a:gd name="T58" fmla="*/ 824 w 828"/>
                <a:gd name="T59" fmla="*/ 456 h 713"/>
                <a:gd name="T60" fmla="*/ 808 w 828"/>
                <a:gd name="T61" fmla="*/ 536 h 713"/>
                <a:gd name="T62" fmla="*/ 774 w 828"/>
                <a:gd name="T63" fmla="*/ 611 h 713"/>
                <a:gd name="T64" fmla="*/ 730 w 828"/>
                <a:gd name="T65" fmla="*/ 678 h 7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8" h="713">
                  <a:moveTo>
                    <a:pt x="702" y="708"/>
                  </a:moveTo>
                  <a:lnTo>
                    <a:pt x="673" y="683"/>
                  </a:lnTo>
                  <a:lnTo>
                    <a:pt x="642" y="659"/>
                  </a:lnTo>
                  <a:lnTo>
                    <a:pt x="609" y="640"/>
                  </a:lnTo>
                  <a:lnTo>
                    <a:pt x="573" y="624"/>
                  </a:lnTo>
                  <a:lnTo>
                    <a:pt x="537" y="611"/>
                  </a:lnTo>
                  <a:lnTo>
                    <a:pt x="499" y="601"/>
                  </a:lnTo>
                  <a:lnTo>
                    <a:pt x="459" y="596"/>
                  </a:lnTo>
                  <a:lnTo>
                    <a:pt x="418" y="593"/>
                  </a:lnTo>
                  <a:lnTo>
                    <a:pt x="375" y="596"/>
                  </a:lnTo>
                  <a:lnTo>
                    <a:pt x="334" y="602"/>
                  </a:lnTo>
                  <a:lnTo>
                    <a:pt x="296" y="611"/>
                  </a:lnTo>
                  <a:lnTo>
                    <a:pt x="258" y="626"/>
                  </a:lnTo>
                  <a:lnTo>
                    <a:pt x="223" y="642"/>
                  </a:lnTo>
                  <a:lnTo>
                    <a:pt x="189" y="662"/>
                  </a:lnTo>
                  <a:lnTo>
                    <a:pt x="158" y="686"/>
                  </a:lnTo>
                  <a:lnTo>
                    <a:pt x="129" y="712"/>
                  </a:lnTo>
                  <a:lnTo>
                    <a:pt x="100" y="681"/>
                  </a:lnTo>
                  <a:lnTo>
                    <a:pt x="75" y="649"/>
                  </a:lnTo>
                  <a:lnTo>
                    <a:pt x="53" y="615"/>
                  </a:lnTo>
                  <a:lnTo>
                    <a:pt x="35" y="579"/>
                  </a:lnTo>
                  <a:lnTo>
                    <a:pt x="21" y="539"/>
                  </a:lnTo>
                  <a:lnTo>
                    <a:pt x="9" y="498"/>
                  </a:lnTo>
                  <a:lnTo>
                    <a:pt x="3" y="457"/>
                  </a:lnTo>
                  <a:lnTo>
                    <a:pt x="0" y="413"/>
                  </a:lnTo>
                  <a:lnTo>
                    <a:pt x="3" y="371"/>
                  </a:lnTo>
                  <a:lnTo>
                    <a:pt x="9" y="330"/>
                  </a:lnTo>
                  <a:lnTo>
                    <a:pt x="19" y="290"/>
                  </a:lnTo>
                  <a:lnTo>
                    <a:pt x="32" y="252"/>
                  </a:lnTo>
                  <a:lnTo>
                    <a:pt x="51" y="217"/>
                  </a:lnTo>
                  <a:lnTo>
                    <a:pt x="72" y="182"/>
                  </a:lnTo>
                  <a:lnTo>
                    <a:pt x="95" y="151"/>
                  </a:lnTo>
                  <a:lnTo>
                    <a:pt x="122" y="122"/>
                  </a:lnTo>
                  <a:lnTo>
                    <a:pt x="151" y="94"/>
                  </a:lnTo>
                  <a:lnTo>
                    <a:pt x="183" y="70"/>
                  </a:lnTo>
                  <a:lnTo>
                    <a:pt x="217" y="50"/>
                  </a:lnTo>
                  <a:lnTo>
                    <a:pt x="254" y="32"/>
                  </a:lnTo>
                  <a:lnTo>
                    <a:pt x="292" y="19"/>
                  </a:lnTo>
                  <a:lnTo>
                    <a:pt x="331" y="9"/>
                  </a:lnTo>
                  <a:lnTo>
                    <a:pt x="371" y="1"/>
                  </a:lnTo>
                  <a:lnTo>
                    <a:pt x="414" y="0"/>
                  </a:lnTo>
                  <a:lnTo>
                    <a:pt x="456" y="1"/>
                  </a:lnTo>
                  <a:lnTo>
                    <a:pt x="477" y="4"/>
                  </a:lnTo>
                  <a:lnTo>
                    <a:pt x="497" y="9"/>
                  </a:lnTo>
                  <a:lnTo>
                    <a:pt x="537" y="19"/>
                  </a:lnTo>
                  <a:lnTo>
                    <a:pt x="573" y="32"/>
                  </a:lnTo>
                  <a:lnTo>
                    <a:pt x="610" y="50"/>
                  </a:lnTo>
                  <a:lnTo>
                    <a:pt x="644" y="70"/>
                  </a:lnTo>
                  <a:lnTo>
                    <a:pt x="676" y="94"/>
                  </a:lnTo>
                  <a:lnTo>
                    <a:pt x="705" y="122"/>
                  </a:lnTo>
                  <a:lnTo>
                    <a:pt x="732" y="151"/>
                  </a:lnTo>
                  <a:lnTo>
                    <a:pt x="755" y="182"/>
                  </a:lnTo>
                  <a:lnTo>
                    <a:pt x="777" y="217"/>
                  </a:lnTo>
                  <a:lnTo>
                    <a:pt x="793" y="252"/>
                  </a:lnTo>
                  <a:lnTo>
                    <a:pt x="808" y="290"/>
                  </a:lnTo>
                  <a:lnTo>
                    <a:pt x="818" y="330"/>
                  </a:lnTo>
                  <a:lnTo>
                    <a:pt x="823" y="350"/>
                  </a:lnTo>
                  <a:lnTo>
                    <a:pt x="824" y="371"/>
                  </a:lnTo>
                  <a:lnTo>
                    <a:pt x="827" y="413"/>
                  </a:lnTo>
                  <a:lnTo>
                    <a:pt x="824" y="456"/>
                  </a:lnTo>
                  <a:lnTo>
                    <a:pt x="818" y="497"/>
                  </a:lnTo>
                  <a:lnTo>
                    <a:pt x="808" y="536"/>
                  </a:lnTo>
                  <a:lnTo>
                    <a:pt x="793" y="576"/>
                  </a:lnTo>
                  <a:lnTo>
                    <a:pt x="774" y="611"/>
                  </a:lnTo>
                  <a:lnTo>
                    <a:pt x="754" y="646"/>
                  </a:lnTo>
                  <a:lnTo>
                    <a:pt x="730" y="678"/>
                  </a:lnTo>
                  <a:lnTo>
                    <a:pt x="702" y="708"/>
                  </a:lnTo>
                </a:path>
              </a:pathLst>
            </a:custGeom>
            <a:solidFill>
              <a:srgbClr val="FFFFFF"/>
            </a:solidFill>
            <a:ln w="126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13666" name="Freeform 8">
            <a:extLst>
              <a:ext uri="{FF2B5EF4-FFF2-40B4-BE49-F238E27FC236}">
                <a16:creationId xmlns:a16="http://schemas.microsoft.com/office/drawing/2014/main" id="{31D2CA8F-7BB1-A3AF-CC52-AC4B36D559E9}"/>
              </a:ext>
            </a:extLst>
          </p:cNvPr>
          <p:cNvSpPr>
            <a:spLocks/>
          </p:cNvSpPr>
          <p:nvPr/>
        </p:nvSpPr>
        <p:spPr bwMode="auto">
          <a:xfrm>
            <a:off x="6367463" y="2687638"/>
            <a:ext cx="1222375" cy="1323975"/>
          </a:xfrm>
          <a:custGeom>
            <a:avLst/>
            <a:gdLst>
              <a:gd name="T0" fmla="*/ 2147483646 w 834"/>
              <a:gd name="T1" fmla="*/ 2147483646 h 834"/>
              <a:gd name="T2" fmla="*/ 2147483646 w 834"/>
              <a:gd name="T3" fmla="*/ 2147483646 h 834"/>
              <a:gd name="T4" fmla="*/ 2147483646 w 834"/>
              <a:gd name="T5" fmla="*/ 2147483646 h 834"/>
              <a:gd name="T6" fmla="*/ 2147483646 w 834"/>
              <a:gd name="T7" fmla="*/ 2147483646 h 834"/>
              <a:gd name="T8" fmla="*/ 2147483646 w 834"/>
              <a:gd name="T9" fmla="*/ 2147483646 h 834"/>
              <a:gd name="T10" fmla="*/ 2147483646 w 834"/>
              <a:gd name="T11" fmla="*/ 2147483646 h 834"/>
              <a:gd name="T12" fmla="*/ 2147483646 w 834"/>
              <a:gd name="T13" fmla="*/ 2147483646 h 834"/>
              <a:gd name="T14" fmla="*/ 2147483646 w 834"/>
              <a:gd name="T15" fmla="*/ 2147483646 h 834"/>
              <a:gd name="T16" fmla="*/ 2147483646 w 834"/>
              <a:gd name="T17" fmla="*/ 2147483646 h 834"/>
              <a:gd name="T18" fmla="*/ 2147483646 w 834"/>
              <a:gd name="T19" fmla="*/ 2147483646 h 834"/>
              <a:gd name="T20" fmla="*/ 2147483646 w 834"/>
              <a:gd name="T21" fmla="*/ 2147483646 h 834"/>
              <a:gd name="T22" fmla="*/ 2147483646 w 834"/>
              <a:gd name="T23" fmla="*/ 2147483646 h 834"/>
              <a:gd name="T24" fmla="*/ 2147483646 w 834"/>
              <a:gd name="T25" fmla="*/ 2147483646 h 834"/>
              <a:gd name="T26" fmla="*/ 2147483646 w 834"/>
              <a:gd name="T27" fmla="*/ 2147483646 h 834"/>
              <a:gd name="T28" fmla="*/ 2147483646 w 834"/>
              <a:gd name="T29" fmla="*/ 2147483646 h 834"/>
              <a:gd name="T30" fmla="*/ 2147483646 w 834"/>
              <a:gd name="T31" fmla="*/ 2147483646 h 834"/>
              <a:gd name="T32" fmla="*/ 2147483646 w 834"/>
              <a:gd name="T33" fmla="*/ 2147483646 h 834"/>
              <a:gd name="T34" fmla="*/ 2147483646 w 834"/>
              <a:gd name="T35" fmla="*/ 2147483646 h 834"/>
              <a:gd name="T36" fmla="*/ 2147483646 w 834"/>
              <a:gd name="T37" fmla="*/ 2147483646 h 834"/>
              <a:gd name="T38" fmla="*/ 2147483646 w 834"/>
              <a:gd name="T39" fmla="*/ 2147483646 h 834"/>
              <a:gd name="T40" fmla="*/ 2147483646 w 834"/>
              <a:gd name="T41" fmla="*/ 2147483646 h 834"/>
              <a:gd name="T42" fmla="*/ 2147483646 w 834"/>
              <a:gd name="T43" fmla="*/ 2147483646 h 834"/>
              <a:gd name="T44" fmla="*/ 2147483646 w 834"/>
              <a:gd name="T45" fmla="*/ 2147483646 h 834"/>
              <a:gd name="T46" fmla="*/ 2147483646 w 834"/>
              <a:gd name="T47" fmla="*/ 2147483646 h 834"/>
              <a:gd name="T48" fmla="*/ 2147483646 w 834"/>
              <a:gd name="T49" fmla="*/ 2147483646 h 834"/>
              <a:gd name="T50" fmla="*/ 2147483646 w 834"/>
              <a:gd name="T51" fmla="*/ 2147483646 h 834"/>
              <a:gd name="T52" fmla="*/ 2147483646 w 834"/>
              <a:gd name="T53" fmla="*/ 2147483646 h 834"/>
              <a:gd name="T54" fmla="*/ 2147483646 w 834"/>
              <a:gd name="T55" fmla="*/ 2147483646 h 834"/>
              <a:gd name="T56" fmla="*/ 2147483646 w 834"/>
              <a:gd name="T57" fmla="*/ 2147483646 h 834"/>
              <a:gd name="T58" fmla="*/ 2147483646 w 834"/>
              <a:gd name="T59" fmla="*/ 2147483646 h 834"/>
              <a:gd name="T60" fmla="*/ 2147483646 w 834"/>
              <a:gd name="T61" fmla="*/ 2147483646 h 834"/>
              <a:gd name="T62" fmla="*/ 2147483646 w 834"/>
              <a:gd name="T63" fmla="*/ 2147483646 h 8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4">
                <a:moveTo>
                  <a:pt x="417" y="0"/>
                </a:moveTo>
                <a:lnTo>
                  <a:pt x="460" y="2"/>
                </a:lnTo>
                <a:lnTo>
                  <a:pt x="501" y="8"/>
                </a:lnTo>
                <a:lnTo>
                  <a:pt x="541" y="19"/>
                </a:lnTo>
                <a:lnTo>
                  <a:pt x="578" y="33"/>
                </a:lnTo>
                <a:lnTo>
                  <a:pt x="615" y="50"/>
                </a:lnTo>
                <a:lnTo>
                  <a:pt x="650" y="72"/>
                </a:lnTo>
                <a:lnTo>
                  <a:pt x="682" y="96"/>
                </a:lnTo>
                <a:lnTo>
                  <a:pt x="711" y="122"/>
                </a:lnTo>
                <a:lnTo>
                  <a:pt x="738" y="151"/>
                </a:lnTo>
                <a:lnTo>
                  <a:pt x="762" y="184"/>
                </a:lnTo>
                <a:lnTo>
                  <a:pt x="783" y="218"/>
                </a:lnTo>
                <a:lnTo>
                  <a:pt x="800" y="255"/>
                </a:lnTo>
                <a:lnTo>
                  <a:pt x="814" y="293"/>
                </a:lnTo>
                <a:lnTo>
                  <a:pt x="825" y="333"/>
                </a:lnTo>
                <a:lnTo>
                  <a:pt x="831" y="374"/>
                </a:lnTo>
                <a:lnTo>
                  <a:pt x="833" y="417"/>
                </a:lnTo>
                <a:lnTo>
                  <a:pt x="831" y="459"/>
                </a:lnTo>
                <a:lnTo>
                  <a:pt x="825" y="500"/>
                </a:lnTo>
                <a:lnTo>
                  <a:pt x="814" y="540"/>
                </a:lnTo>
                <a:lnTo>
                  <a:pt x="800" y="579"/>
                </a:lnTo>
                <a:lnTo>
                  <a:pt x="783" y="614"/>
                </a:lnTo>
                <a:lnTo>
                  <a:pt x="762" y="649"/>
                </a:lnTo>
                <a:lnTo>
                  <a:pt x="738" y="681"/>
                </a:lnTo>
                <a:lnTo>
                  <a:pt x="711" y="711"/>
                </a:lnTo>
                <a:lnTo>
                  <a:pt x="682" y="737"/>
                </a:lnTo>
                <a:lnTo>
                  <a:pt x="650" y="761"/>
                </a:lnTo>
                <a:lnTo>
                  <a:pt x="615" y="782"/>
                </a:lnTo>
                <a:lnTo>
                  <a:pt x="578" y="800"/>
                </a:lnTo>
                <a:lnTo>
                  <a:pt x="541" y="814"/>
                </a:lnTo>
                <a:lnTo>
                  <a:pt x="501" y="824"/>
                </a:lnTo>
                <a:lnTo>
                  <a:pt x="460" y="830"/>
                </a:lnTo>
                <a:lnTo>
                  <a:pt x="417" y="833"/>
                </a:lnTo>
                <a:lnTo>
                  <a:pt x="374" y="830"/>
                </a:lnTo>
                <a:lnTo>
                  <a:pt x="333" y="824"/>
                </a:lnTo>
                <a:lnTo>
                  <a:pt x="294" y="814"/>
                </a:lnTo>
                <a:lnTo>
                  <a:pt x="255" y="800"/>
                </a:lnTo>
                <a:lnTo>
                  <a:pt x="219" y="782"/>
                </a:lnTo>
                <a:lnTo>
                  <a:pt x="184" y="761"/>
                </a:lnTo>
                <a:lnTo>
                  <a:pt x="152" y="737"/>
                </a:lnTo>
                <a:lnTo>
                  <a:pt x="122" y="711"/>
                </a:lnTo>
                <a:lnTo>
                  <a:pt x="96" y="681"/>
                </a:lnTo>
                <a:lnTo>
                  <a:pt x="72" y="649"/>
                </a:lnTo>
                <a:lnTo>
                  <a:pt x="50" y="614"/>
                </a:lnTo>
                <a:lnTo>
                  <a:pt x="33" y="579"/>
                </a:lnTo>
                <a:lnTo>
                  <a:pt x="19" y="540"/>
                </a:lnTo>
                <a:lnTo>
                  <a:pt x="8" y="500"/>
                </a:lnTo>
                <a:lnTo>
                  <a:pt x="2" y="459"/>
                </a:lnTo>
                <a:lnTo>
                  <a:pt x="0" y="417"/>
                </a:lnTo>
                <a:lnTo>
                  <a:pt x="2" y="374"/>
                </a:lnTo>
                <a:lnTo>
                  <a:pt x="8" y="333"/>
                </a:lnTo>
                <a:lnTo>
                  <a:pt x="19" y="293"/>
                </a:lnTo>
                <a:lnTo>
                  <a:pt x="33" y="255"/>
                </a:lnTo>
                <a:lnTo>
                  <a:pt x="50" y="218"/>
                </a:lnTo>
                <a:lnTo>
                  <a:pt x="72" y="184"/>
                </a:lnTo>
                <a:lnTo>
                  <a:pt x="96" y="151"/>
                </a:lnTo>
                <a:lnTo>
                  <a:pt x="122" y="122"/>
                </a:lnTo>
                <a:lnTo>
                  <a:pt x="152" y="96"/>
                </a:lnTo>
                <a:lnTo>
                  <a:pt x="184" y="72"/>
                </a:lnTo>
                <a:lnTo>
                  <a:pt x="219" y="50"/>
                </a:lnTo>
                <a:lnTo>
                  <a:pt x="255" y="33"/>
                </a:lnTo>
                <a:lnTo>
                  <a:pt x="294" y="19"/>
                </a:lnTo>
                <a:lnTo>
                  <a:pt x="333" y="8"/>
                </a:lnTo>
                <a:lnTo>
                  <a:pt x="374" y="2"/>
                </a:lnTo>
                <a:lnTo>
                  <a:pt x="417" y="0"/>
                </a:lnTo>
              </a:path>
            </a:pathLst>
          </a:custGeom>
          <a:solidFill>
            <a:srgbClr val="FFFFFF"/>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67" name="Freeform 9">
            <a:extLst>
              <a:ext uri="{FF2B5EF4-FFF2-40B4-BE49-F238E27FC236}">
                <a16:creationId xmlns:a16="http://schemas.microsoft.com/office/drawing/2014/main" id="{1281C4A9-FD73-E336-396E-D1B3DD08D4F1}"/>
              </a:ext>
            </a:extLst>
          </p:cNvPr>
          <p:cNvSpPr>
            <a:spLocks/>
          </p:cNvSpPr>
          <p:nvPr/>
        </p:nvSpPr>
        <p:spPr bwMode="auto">
          <a:xfrm>
            <a:off x="5538788" y="2687638"/>
            <a:ext cx="1222375" cy="1323975"/>
          </a:xfrm>
          <a:custGeom>
            <a:avLst/>
            <a:gdLst>
              <a:gd name="T0" fmla="*/ 2147483646 w 834"/>
              <a:gd name="T1" fmla="*/ 2147483646 h 834"/>
              <a:gd name="T2" fmla="*/ 2147483646 w 834"/>
              <a:gd name="T3" fmla="*/ 2147483646 h 834"/>
              <a:gd name="T4" fmla="*/ 2147483646 w 834"/>
              <a:gd name="T5" fmla="*/ 2147483646 h 834"/>
              <a:gd name="T6" fmla="*/ 2147483646 w 834"/>
              <a:gd name="T7" fmla="*/ 2147483646 h 834"/>
              <a:gd name="T8" fmla="*/ 2147483646 w 834"/>
              <a:gd name="T9" fmla="*/ 2147483646 h 834"/>
              <a:gd name="T10" fmla="*/ 2147483646 w 834"/>
              <a:gd name="T11" fmla="*/ 2147483646 h 834"/>
              <a:gd name="T12" fmla="*/ 2147483646 w 834"/>
              <a:gd name="T13" fmla="*/ 2147483646 h 834"/>
              <a:gd name="T14" fmla="*/ 2147483646 w 834"/>
              <a:gd name="T15" fmla="*/ 2147483646 h 834"/>
              <a:gd name="T16" fmla="*/ 2147483646 w 834"/>
              <a:gd name="T17" fmla="*/ 2147483646 h 834"/>
              <a:gd name="T18" fmla="*/ 2147483646 w 834"/>
              <a:gd name="T19" fmla="*/ 2147483646 h 834"/>
              <a:gd name="T20" fmla="*/ 2147483646 w 834"/>
              <a:gd name="T21" fmla="*/ 2147483646 h 834"/>
              <a:gd name="T22" fmla="*/ 2147483646 w 834"/>
              <a:gd name="T23" fmla="*/ 2147483646 h 834"/>
              <a:gd name="T24" fmla="*/ 2147483646 w 834"/>
              <a:gd name="T25" fmla="*/ 2147483646 h 834"/>
              <a:gd name="T26" fmla="*/ 2147483646 w 834"/>
              <a:gd name="T27" fmla="*/ 2147483646 h 834"/>
              <a:gd name="T28" fmla="*/ 2147483646 w 834"/>
              <a:gd name="T29" fmla="*/ 2147483646 h 834"/>
              <a:gd name="T30" fmla="*/ 2147483646 w 834"/>
              <a:gd name="T31" fmla="*/ 2147483646 h 834"/>
              <a:gd name="T32" fmla="*/ 2147483646 w 834"/>
              <a:gd name="T33" fmla="*/ 2147483646 h 834"/>
              <a:gd name="T34" fmla="*/ 2147483646 w 834"/>
              <a:gd name="T35" fmla="*/ 2147483646 h 834"/>
              <a:gd name="T36" fmla="*/ 2147483646 w 834"/>
              <a:gd name="T37" fmla="*/ 2147483646 h 834"/>
              <a:gd name="T38" fmla="*/ 2147483646 w 834"/>
              <a:gd name="T39" fmla="*/ 2147483646 h 834"/>
              <a:gd name="T40" fmla="*/ 2147483646 w 834"/>
              <a:gd name="T41" fmla="*/ 2147483646 h 834"/>
              <a:gd name="T42" fmla="*/ 2147483646 w 834"/>
              <a:gd name="T43" fmla="*/ 2147483646 h 834"/>
              <a:gd name="T44" fmla="*/ 2147483646 w 834"/>
              <a:gd name="T45" fmla="*/ 2147483646 h 834"/>
              <a:gd name="T46" fmla="*/ 2147483646 w 834"/>
              <a:gd name="T47" fmla="*/ 2147483646 h 834"/>
              <a:gd name="T48" fmla="*/ 2147483646 w 834"/>
              <a:gd name="T49" fmla="*/ 2147483646 h 834"/>
              <a:gd name="T50" fmla="*/ 2147483646 w 834"/>
              <a:gd name="T51" fmla="*/ 2147483646 h 834"/>
              <a:gd name="T52" fmla="*/ 2147483646 w 834"/>
              <a:gd name="T53" fmla="*/ 2147483646 h 834"/>
              <a:gd name="T54" fmla="*/ 2147483646 w 834"/>
              <a:gd name="T55" fmla="*/ 2147483646 h 834"/>
              <a:gd name="T56" fmla="*/ 2147483646 w 834"/>
              <a:gd name="T57" fmla="*/ 2147483646 h 834"/>
              <a:gd name="T58" fmla="*/ 2147483646 w 834"/>
              <a:gd name="T59" fmla="*/ 2147483646 h 834"/>
              <a:gd name="T60" fmla="*/ 2147483646 w 834"/>
              <a:gd name="T61" fmla="*/ 2147483646 h 834"/>
              <a:gd name="T62" fmla="*/ 2147483646 w 834"/>
              <a:gd name="T63" fmla="*/ 2147483646 h 8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4">
                <a:moveTo>
                  <a:pt x="417" y="0"/>
                </a:moveTo>
                <a:lnTo>
                  <a:pt x="460" y="2"/>
                </a:lnTo>
                <a:lnTo>
                  <a:pt x="501" y="8"/>
                </a:lnTo>
                <a:lnTo>
                  <a:pt x="541" y="19"/>
                </a:lnTo>
                <a:lnTo>
                  <a:pt x="578" y="33"/>
                </a:lnTo>
                <a:lnTo>
                  <a:pt x="615" y="50"/>
                </a:lnTo>
                <a:lnTo>
                  <a:pt x="650" y="72"/>
                </a:lnTo>
                <a:lnTo>
                  <a:pt x="682" y="96"/>
                </a:lnTo>
                <a:lnTo>
                  <a:pt x="711" y="122"/>
                </a:lnTo>
                <a:lnTo>
                  <a:pt x="738" y="151"/>
                </a:lnTo>
                <a:lnTo>
                  <a:pt x="762" y="184"/>
                </a:lnTo>
                <a:lnTo>
                  <a:pt x="783" y="218"/>
                </a:lnTo>
                <a:lnTo>
                  <a:pt x="800" y="255"/>
                </a:lnTo>
                <a:lnTo>
                  <a:pt x="814" y="293"/>
                </a:lnTo>
                <a:lnTo>
                  <a:pt x="824" y="333"/>
                </a:lnTo>
                <a:lnTo>
                  <a:pt x="831" y="374"/>
                </a:lnTo>
                <a:lnTo>
                  <a:pt x="833" y="417"/>
                </a:lnTo>
                <a:lnTo>
                  <a:pt x="831" y="459"/>
                </a:lnTo>
                <a:lnTo>
                  <a:pt x="824" y="500"/>
                </a:lnTo>
                <a:lnTo>
                  <a:pt x="814" y="540"/>
                </a:lnTo>
                <a:lnTo>
                  <a:pt x="800" y="579"/>
                </a:lnTo>
                <a:lnTo>
                  <a:pt x="783" y="614"/>
                </a:lnTo>
                <a:lnTo>
                  <a:pt x="762" y="649"/>
                </a:lnTo>
                <a:lnTo>
                  <a:pt x="738" y="681"/>
                </a:lnTo>
                <a:lnTo>
                  <a:pt x="711" y="711"/>
                </a:lnTo>
                <a:lnTo>
                  <a:pt x="682" y="737"/>
                </a:lnTo>
                <a:lnTo>
                  <a:pt x="650" y="761"/>
                </a:lnTo>
                <a:lnTo>
                  <a:pt x="615" y="782"/>
                </a:lnTo>
                <a:lnTo>
                  <a:pt x="578" y="800"/>
                </a:lnTo>
                <a:lnTo>
                  <a:pt x="541" y="814"/>
                </a:lnTo>
                <a:lnTo>
                  <a:pt x="501" y="824"/>
                </a:lnTo>
                <a:lnTo>
                  <a:pt x="460" y="830"/>
                </a:lnTo>
                <a:lnTo>
                  <a:pt x="417" y="833"/>
                </a:lnTo>
                <a:lnTo>
                  <a:pt x="374" y="830"/>
                </a:lnTo>
                <a:lnTo>
                  <a:pt x="333" y="824"/>
                </a:lnTo>
                <a:lnTo>
                  <a:pt x="293" y="814"/>
                </a:lnTo>
                <a:lnTo>
                  <a:pt x="255" y="800"/>
                </a:lnTo>
                <a:lnTo>
                  <a:pt x="219" y="782"/>
                </a:lnTo>
                <a:lnTo>
                  <a:pt x="184" y="761"/>
                </a:lnTo>
                <a:lnTo>
                  <a:pt x="152" y="737"/>
                </a:lnTo>
                <a:lnTo>
                  <a:pt x="122" y="711"/>
                </a:lnTo>
                <a:lnTo>
                  <a:pt x="96" y="681"/>
                </a:lnTo>
                <a:lnTo>
                  <a:pt x="71" y="649"/>
                </a:lnTo>
                <a:lnTo>
                  <a:pt x="50" y="614"/>
                </a:lnTo>
                <a:lnTo>
                  <a:pt x="33" y="579"/>
                </a:lnTo>
                <a:lnTo>
                  <a:pt x="18" y="540"/>
                </a:lnTo>
                <a:lnTo>
                  <a:pt x="8" y="500"/>
                </a:lnTo>
                <a:lnTo>
                  <a:pt x="2" y="459"/>
                </a:lnTo>
                <a:lnTo>
                  <a:pt x="0" y="417"/>
                </a:lnTo>
                <a:lnTo>
                  <a:pt x="2" y="374"/>
                </a:lnTo>
                <a:lnTo>
                  <a:pt x="8" y="333"/>
                </a:lnTo>
                <a:lnTo>
                  <a:pt x="18" y="293"/>
                </a:lnTo>
                <a:lnTo>
                  <a:pt x="33" y="255"/>
                </a:lnTo>
                <a:lnTo>
                  <a:pt x="50" y="218"/>
                </a:lnTo>
                <a:lnTo>
                  <a:pt x="71" y="184"/>
                </a:lnTo>
                <a:lnTo>
                  <a:pt x="96" y="151"/>
                </a:lnTo>
                <a:lnTo>
                  <a:pt x="122" y="122"/>
                </a:lnTo>
                <a:lnTo>
                  <a:pt x="152" y="96"/>
                </a:lnTo>
                <a:lnTo>
                  <a:pt x="184" y="72"/>
                </a:lnTo>
                <a:lnTo>
                  <a:pt x="219" y="50"/>
                </a:lnTo>
                <a:lnTo>
                  <a:pt x="255" y="33"/>
                </a:lnTo>
                <a:lnTo>
                  <a:pt x="293" y="19"/>
                </a:lnTo>
                <a:lnTo>
                  <a:pt x="333" y="8"/>
                </a:lnTo>
                <a:lnTo>
                  <a:pt x="374" y="2"/>
                </a:lnTo>
                <a:lnTo>
                  <a:pt x="417" y="0"/>
                </a:lnTo>
              </a:path>
            </a:pathLst>
          </a:custGeom>
          <a:solidFill>
            <a:srgbClr val="FFFFFF"/>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68" name="Freeform 10">
            <a:extLst>
              <a:ext uri="{FF2B5EF4-FFF2-40B4-BE49-F238E27FC236}">
                <a16:creationId xmlns:a16="http://schemas.microsoft.com/office/drawing/2014/main" id="{A514D904-22A0-B00E-D4C1-CB530110AC2E}"/>
              </a:ext>
            </a:extLst>
          </p:cNvPr>
          <p:cNvSpPr>
            <a:spLocks/>
          </p:cNvSpPr>
          <p:nvPr/>
        </p:nvSpPr>
        <p:spPr bwMode="auto">
          <a:xfrm>
            <a:off x="5546725" y="3648075"/>
            <a:ext cx="1222375" cy="1320800"/>
          </a:xfrm>
          <a:custGeom>
            <a:avLst/>
            <a:gdLst>
              <a:gd name="T0" fmla="*/ 2147483646 w 834"/>
              <a:gd name="T1" fmla="*/ 2147483646 h 832"/>
              <a:gd name="T2" fmla="*/ 2147483646 w 834"/>
              <a:gd name="T3" fmla="*/ 2147483646 h 832"/>
              <a:gd name="T4" fmla="*/ 2147483646 w 834"/>
              <a:gd name="T5" fmla="*/ 2147483646 h 832"/>
              <a:gd name="T6" fmla="*/ 2147483646 w 834"/>
              <a:gd name="T7" fmla="*/ 2147483646 h 832"/>
              <a:gd name="T8" fmla="*/ 2147483646 w 834"/>
              <a:gd name="T9" fmla="*/ 2147483646 h 832"/>
              <a:gd name="T10" fmla="*/ 2147483646 w 834"/>
              <a:gd name="T11" fmla="*/ 2147483646 h 832"/>
              <a:gd name="T12" fmla="*/ 2147483646 w 834"/>
              <a:gd name="T13" fmla="*/ 2147483646 h 832"/>
              <a:gd name="T14" fmla="*/ 2147483646 w 834"/>
              <a:gd name="T15" fmla="*/ 2147483646 h 832"/>
              <a:gd name="T16" fmla="*/ 2147483646 w 834"/>
              <a:gd name="T17" fmla="*/ 2147483646 h 832"/>
              <a:gd name="T18" fmla="*/ 2147483646 w 834"/>
              <a:gd name="T19" fmla="*/ 2147483646 h 832"/>
              <a:gd name="T20" fmla="*/ 2147483646 w 834"/>
              <a:gd name="T21" fmla="*/ 2147483646 h 832"/>
              <a:gd name="T22" fmla="*/ 2147483646 w 834"/>
              <a:gd name="T23" fmla="*/ 2147483646 h 832"/>
              <a:gd name="T24" fmla="*/ 2147483646 w 834"/>
              <a:gd name="T25" fmla="*/ 2147483646 h 832"/>
              <a:gd name="T26" fmla="*/ 2147483646 w 834"/>
              <a:gd name="T27" fmla="*/ 2147483646 h 832"/>
              <a:gd name="T28" fmla="*/ 2147483646 w 834"/>
              <a:gd name="T29" fmla="*/ 2147483646 h 832"/>
              <a:gd name="T30" fmla="*/ 2147483646 w 834"/>
              <a:gd name="T31" fmla="*/ 2147483646 h 832"/>
              <a:gd name="T32" fmla="*/ 2147483646 w 834"/>
              <a:gd name="T33" fmla="*/ 2147483646 h 832"/>
              <a:gd name="T34" fmla="*/ 2147483646 w 834"/>
              <a:gd name="T35" fmla="*/ 2147483646 h 832"/>
              <a:gd name="T36" fmla="*/ 2147483646 w 834"/>
              <a:gd name="T37" fmla="*/ 2147483646 h 832"/>
              <a:gd name="T38" fmla="*/ 2147483646 w 834"/>
              <a:gd name="T39" fmla="*/ 2147483646 h 832"/>
              <a:gd name="T40" fmla="*/ 2147483646 w 834"/>
              <a:gd name="T41" fmla="*/ 2147483646 h 832"/>
              <a:gd name="T42" fmla="*/ 2147483646 w 834"/>
              <a:gd name="T43" fmla="*/ 2147483646 h 832"/>
              <a:gd name="T44" fmla="*/ 2147483646 w 834"/>
              <a:gd name="T45" fmla="*/ 2147483646 h 832"/>
              <a:gd name="T46" fmla="*/ 2147483646 w 834"/>
              <a:gd name="T47" fmla="*/ 2147483646 h 832"/>
              <a:gd name="T48" fmla="*/ 2147483646 w 834"/>
              <a:gd name="T49" fmla="*/ 2147483646 h 832"/>
              <a:gd name="T50" fmla="*/ 2147483646 w 834"/>
              <a:gd name="T51" fmla="*/ 2147483646 h 832"/>
              <a:gd name="T52" fmla="*/ 2147483646 w 834"/>
              <a:gd name="T53" fmla="*/ 2147483646 h 832"/>
              <a:gd name="T54" fmla="*/ 2147483646 w 834"/>
              <a:gd name="T55" fmla="*/ 2147483646 h 832"/>
              <a:gd name="T56" fmla="*/ 2147483646 w 834"/>
              <a:gd name="T57" fmla="*/ 2147483646 h 832"/>
              <a:gd name="T58" fmla="*/ 2147483646 w 834"/>
              <a:gd name="T59" fmla="*/ 2147483646 h 832"/>
              <a:gd name="T60" fmla="*/ 2147483646 w 834"/>
              <a:gd name="T61" fmla="*/ 2147483646 h 832"/>
              <a:gd name="T62" fmla="*/ 2147483646 w 834"/>
              <a:gd name="T63" fmla="*/ 2147483646 h 8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2">
                <a:moveTo>
                  <a:pt x="416" y="0"/>
                </a:moveTo>
                <a:lnTo>
                  <a:pt x="459" y="2"/>
                </a:lnTo>
                <a:lnTo>
                  <a:pt x="500" y="8"/>
                </a:lnTo>
                <a:lnTo>
                  <a:pt x="540" y="18"/>
                </a:lnTo>
                <a:lnTo>
                  <a:pt x="578" y="33"/>
                </a:lnTo>
                <a:lnTo>
                  <a:pt x="615" y="50"/>
                </a:lnTo>
                <a:lnTo>
                  <a:pt x="649" y="70"/>
                </a:lnTo>
                <a:lnTo>
                  <a:pt x="682" y="95"/>
                </a:lnTo>
                <a:lnTo>
                  <a:pt x="711" y="121"/>
                </a:lnTo>
                <a:lnTo>
                  <a:pt x="737" y="150"/>
                </a:lnTo>
                <a:lnTo>
                  <a:pt x="761" y="183"/>
                </a:lnTo>
                <a:lnTo>
                  <a:pt x="783" y="217"/>
                </a:lnTo>
                <a:lnTo>
                  <a:pt x="800" y="254"/>
                </a:lnTo>
                <a:lnTo>
                  <a:pt x="814" y="291"/>
                </a:lnTo>
                <a:lnTo>
                  <a:pt x="824" y="331"/>
                </a:lnTo>
                <a:lnTo>
                  <a:pt x="831" y="372"/>
                </a:lnTo>
                <a:lnTo>
                  <a:pt x="833" y="415"/>
                </a:lnTo>
                <a:lnTo>
                  <a:pt x="831" y="457"/>
                </a:lnTo>
                <a:lnTo>
                  <a:pt x="824" y="499"/>
                </a:lnTo>
                <a:lnTo>
                  <a:pt x="814" y="538"/>
                </a:lnTo>
                <a:lnTo>
                  <a:pt x="800" y="576"/>
                </a:lnTo>
                <a:lnTo>
                  <a:pt x="783" y="613"/>
                </a:lnTo>
                <a:lnTo>
                  <a:pt x="761" y="647"/>
                </a:lnTo>
                <a:lnTo>
                  <a:pt x="737" y="679"/>
                </a:lnTo>
                <a:lnTo>
                  <a:pt x="711" y="709"/>
                </a:lnTo>
                <a:lnTo>
                  <a:pt x="682" y="735"/>
                </a:lnTo>
                <a:lnTo>
                  <a:pt x="649" y="760"/>
                </a:lnTo>
                <a:lnTo>
                  <a:pt x="615" y="781"/>
                </a:lnTo>
                <a:lnTo>
                  <a:pt x="578" y="798"/>
                </a:lnTo>
                <a:lnTo>
                  <a:pt x="540" y="813"/>
                </a:lnTo>
                <a:lnTo>
                  <a:pt x="500" y="823"/>
                </a:lnTo>
                <a:lnTo>
                  <a:pt x="459" y="829"/>
                </a:lnTo>
                <a:lnTo>
                  <a:pt x="416" y="831"/>
                </a:lnTo>
                <a:lnTo>
                  <a:pt x="374" y="829"/>
                </a:lnTo>
                <a:lnTo>
                  <a:pt x="332" y="823"/>
                </a:lnTo>
                <a:lnTo>
                  <a:pt x="293" y="813"/>
                </a:lnTo>
                <a:lnTo>
                  <a:pt x="255" y="798"/>
                </a:lnTo>
                <a:lnTo>
                  <a:pt x="218" y="781"/>
                </a:lnTo>
                <a:lnTo>
                  <a:pt x="183" y="760"/>
                </a:lnTo>
                <a:lnTo>
                  <a:pt x="151" y="735"/>
                </a:lnTo>
                <a:lnTo>
                  <a:pt x="122" y="709"/>
                </a:lnTo>
                <a:lnTo>
                  <a:pt x="95" y="679"/>
                </a:lnTo>
                <a:lnTo>
                  <a:pt x="71" y="647"/>
                </a:lnTo>
                <a:lnTo>
                  <a:pt x="50" y="613"/>
                </a:lnTo>
                <a:lnTo>
                  <a:pt x="33" y="576"/>
                </a:lnTo>
                <a:lnTo>
                  <a:pt x="18" y="538"/>
                </a:lnTo>
                <a:lnTo>
                  <a:pt x="8" y="499"/>
                </a:lnTo>
                <a:lnTo>
                  <a:pt x="2" y="457"/>
                </a:lnTo>
                <a:lnTo>
                  <a:pt x="0" y="415"/>
                </a:lnTo>
                <a:lnTo>
                  <a:pt x="2" y="372"/>
                </a:lnTo>
                <a:lnTo>
                  <a:pt x="8" y="331"/>
                </a:lnTo>
                <a:lnTo>
                  <a:pt x="18" y="291"/>
                </a:lnTo>
                <a:lnTo>
                  <a:pt x="33" y="254"/>
                </a:lnTo>
                <a:lnTo>
                  <a:pt x="50" y="217"/>
                </a:lnTo>
                <a:lnTo>
                  <a:pt x="71" y="183"/>
                </a:lnTo>
                <a:lnTo>
                  <a:pt x="95" y="150"/>
                </a:lnTo>
                <a:lnTo>
                  <a:pt x="122" y="121"/>
                </a:lnTo>
                <a:lnTo>
                  <a:pt x="151" y="95"/>
                </a:lnTo>
                <a:lnTo>
                  <a:pt x="183" y="70"/>
                </a:lnTo>
                <a:lnTo>
                  <a:pt x="218" y="50"/>
                </a:lnTo>
                <a:lnTo>
                  <a:pt x="255" y="33"/>
                </a:lnTo>
                <a:lnTo>
                  <a:pt x="293" y="18"/>
                </a:lnTo>
                <a:lnTo>
                  <a:pt x="332" y="8"/>
                </a:lnTo>
                <a:lnTo>
                  <a:pt x="374" y="2"/>
                </a:lnTo>
                <a:lnTo>
                  <a:pt x="416" y="0"/>
                </a:lnTo>
              </a:path>
            </a:pathLst>
          </a:custGeom>
          <a:solidFill>
            <a:srgbClr val="FFFFFF"/>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69" name="Freeform 11">
            <a:extLst>
              <a:ext uri="{FF2B5EF4-FFF2-40B4-BE49-F238E27FC236}">
                <a16:creationId xmlns:a16="http://schemas.microsoft.com/office/drawing/2014/main" id="{B1B3D78D-162C-A436-A0ED-0B67822C05B8}"/>
              </a:ext>
            </a:extLst>
          </p:cNvPr>
          <p:cNvSpPr>
            <a:spLocks/>
          </p:cNvSpPr>
          <p:nvPr/>
        </p:nvSpPr>
        <p:spPr bwMode="auto">
          <a:xfrm>
            <a:off x="6373813" y="3648075"/>
            <a:ext cx="1222375" cy="1320800"/>
          </a:xfrm>
          <a:custGeom>
            <a:avLst/>
            <a:gdLst>
              <a:gd name="T0" fmla="*/ 2147483646 w 834"/>
              <a:gd name="T1" fmla="*/ 2147483646 h 832"/>
              <a:gd name="T2" fmla="*/ 2147483646 w 834"/>
              <a:gd name="T3" fmla="*/ 2147483646 h 832"/>
              <a:gd name="T4" fmla="*/ 2147483646 w 834"/>
              <a:gd name="T5" fmla="*/ 2147483646 h 832"/>
              <a:gd name="T6" fmla="*/ 2147483646 w 834"/>
              <a:gd name="T7" fmla="*/ 2147483646 h 832"/>
              <a:gd name="T8" fmla="*/ 2147483646 w 834"/>
              <a:gd name="T9" fmla="*/ 2147483646 h 832"/>
              <a:gd name="T10" fmla="*/ 2147483646 w 834"/>
              <a:gd name="T11" fmla="*/ 2147483646 h 832"/>
              <a:gd name="T12" fmla="*/ 2147483646 w 834"/>
              <a:gd name="T13" fmla="*/ 2147483646 h 832"/>
              <a:gd name="T14" fmla="*/ 2147483646 w 834"/>
              <a:gd name="T15" fmla="*/ 2147483646 h 832"/>
              <a:gd name="T16" fmla="*/ 2147483646 w 834"/>
              <a:gd name="T17" fmla="*/ 2147483646 h 832"/>
              <a:gd name="T18" fmla="*/ 2147483646 w 834"/>
              <a:gd name="T19" fmla="*/ 2147483646 h 832"/>
              <a:gd name="T20" fmla="*/ 2147483646 w 834"/>
              <a:gd name="T21" fmla="*/ 2147483646 h 832"/>
              <a:gd name="T22" fmla="*/ 2147483646 w 834"/>
              <a:gd name="T23" fmla="*/ 2147483646 h 832"/>
              <a:gd name="T24" fmla="*/ 2147483646 w 834"/>
              <a:gd name="T25" fmla="*/ 2147483646 h 832"/>
              <a:gd name="T26" fmla="*/ 2147483646 w 834"/>
              <a:gd name="T27" fmla="*/ 2147483646 h 832"/>
              <a:gd name="T28" fmla="*/ 2147483646 w 834"/>
              <a:gd name="T29" fmla="*/ 2147483646 h 832"/>
              <a:gd name="T30" fmla="*/ 2147483646 w 834"/>
              <a:gd name="T31" fmla="*/ 2147483646 h 832"/>
              <a:gd name="T32" fmla="*/ 2147483646 w 834"/>
              <a:gd name="T33" fmla="*/ 2147483646 h 832"/>
              <a:gd name="T34" fmla="*/ 2147483646 w 834"/>
              <a:gd name="T35" fmla="*/ 2147483646 h 832"/>
              <a:gd name="T36" fmla="*/ 2147483646 w 834"/>
              <a:gd name="T37" fmla="*/ 2147483646 h 832"/>
              <a:gd name="T38" fmla="*/ 2147483646 w 834"/>
              <a:gd name="T39" fmla="*/ 2147483646 h 832"/>
              <a:gd name="T40" fmla="*/ 2147483646 w 834"/>
              <a:gd name="T41" fmla="*/ 2147483646 h 832"/>
              <a:gd name="T42" fmla="*/ 2147483646 w 834"/>
              <a:gd name="T43" fmla="*/ 2147483646 h 832"/>
              <a:gd name="T44" fmla="*/ 2147483646 w 834"/>
              <a:gd name="T45" fmla="*/ 2147483646 h 832"/>
              <a:gd name="T46" fmla="*/ 2147483646 w 834"/>
              <a:gd name="T47" fmla="*/ 2147483646 h 832"/>
              <a:gd name="T48" fmla="*/ 2147483646 w 834"/>
              <a:gd name="T49" fmla="*/ 2147483646 h 832"/>
              <a:gd name="T50" fmla="*/ 2147483646 w 834"/>
              <a:gd name="T51" fmla="*/ 2147483646 h 832"/>
              <a:gd name="T52" fmla="*/ 2147483646 w 834"/>
              <a:gd name="T53" fmla="*/ 2147483646 h 832"/>
              <a:gd name="T54" fmla="*/ 2147483646 w 834"/>
              <a:gd name="T55" fmla="*/ 2147483646 h 832"/>
              <a:gd name="T56" fmla="*/ 2147483646 w 834"/>
              <a:gd name="T57" fmla="*/ 2147483646 h 832"/>
              <a:gd name="T58" fmla="*/ 2147483646 w 834"/>
              <a:gd name="T59" fmla="*/ 2147483646 h 832"/>
              <a:gd name="T60" fmla="*/ 2147483646 w 834"/>
              <a:gd name="T61" fmla="*/ 2147483646 h 832"/>
              <a:gd name="T62" fmla="*/ 2147483646 w 834"/>
              <a:gd name="T63" fmla="*/ 2147483646 h 8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2">
                <a:moveTo>
                  <a:pt x="416" y="0"/>
                </a:moveTo>
                <a:lnTo>
                  <a:pt x="459" y="2"/>
                </a:lnTo>
                <a:lnTo>
                  <a:pt x="500" y="8"/>
                </a:lnTo>
                <a:lnTo>
                  <a:pt x="540" y="18"/>
                </a:lnTo>
                <a:lnTo>
                  <a:pt x="578" y="33"/>
                </a:lnTo>
                <a:lnTo>
                  <a:pt x="615" y="50"/>
                </a:lnTo>
                <a:lnTo>
                  <a:pt x="649" y="70"/>
                </a:lnTo>
                <a:lnTo>
                  <a:pt x="682" y="95"/>
                </a:lnTo>
                <a:lnTo>
                  <a:pt x="711" y="121"/>
                </a:lnTo>
                <a:lnTo>
                  <a:pt x="738" y="150"/>
                </a:lnTo>
                <a:lnTo>
                  <a:pt x="762" y="183"/>
                </a:lnTo>
                <a:lnTo>
                  <a:pt x="783" y="217"/>
                </a:lnTo>
                <a:lnTo>
                  <a:pt x="800" y="254"/>
                </a:lnTo>
                <a:lnTo>
                  <a:pt x="814" y="291"/>
                </a:lnTo>
                <a:lnTo>
                  <a:pt x="825" y="331"/>
                </a:lnTo>
                <a:lnTo>
                  <a:pt x="831" y="372"/>
                </a:lnTo>
                <a:lnTo>
                  <a:pt x="833" y="415"/>
                </a:lnTo>
                <a:lnTo>
                  <a:pt x="831" y="457"/>
                </a:lnTo>
                <a:lnTo>
                  <a:pt x="825" y="499"/>
                </a:lnTo>
                <a:lnTo>
                  <a:pt x="814" y="538"/>
                </a:lnTo>
                <a:lnTo>
                  <a:pt x="800" y="576"/>
                </a:lnTo>
                <a:lnTo>
                  <a:pt x="783" y="613"/>
                </a:lnTo>
                <a:lnTo>
                  <a:pt x="762" y="647"/>
                </a:lnTo>
                <a:lnTo>
                  <a:pt x="738" y="679"/>
                </a:lnTo>
                <a:lnTo>
                  <a:pt x="711" y="709"/>
                </a:lnTo>
                <a:lnTo>
                  <a:pt x="682" y="735"/>
                </a:lnTo>
                <a:lnTo>
                  <a:pt x="649" y="760"/>
                </a:lnTo>
                <a:lnTo>
                  <a:pt x="615" y="781"/>
                </a:lnTo>
                <a:lnTo>
                  <a:pt x="578" y="798"/>
                </a:lnTo>
                <a:lnTo>
                  <a:pt x="540" y="813"/>
                </a:lnTo>
                <a:lnTo>
                  <a:pt x="500" y="823"/>
                </a:lnTo>
                <a:lnTo>
                  <a:pt x="459" y="829"/>
                </a:lnTo>
                <a:lnTo>
                  <a:pt x="416" y="831"/>
                </a:lnTo>
                <a:lnTo>
                  <a:pt x="374" y="829"/>
                </a:lnTo>
                <a:lnTo>
                  <a:pt x="333" y="823"/>
                </a:lnTo>
                <a:lnTo>
                  <a:pt x="293" y="813"/>
                </a:lnTo>
                <a:lnTo>
                  <a:pt x="255" y="798"/>
                </a:lnTo>
                <a:lnTo>
                  <a:pt x="218" y="781"/>
                </a:lnTo>
                <a:lnTo>
                  <a:pt x="184" y="760"/>
                </a:lnTo>
                <a:lnTo>
                  <a:pt x="151" y="735"/>
                </a:lnTo>
                <a:lnTo>
                  <a:pt x="122" y="709"/>
                </a:lnTo>
                <a:lnTo>
                  <a:pt x="95" y="679"/>
                </a:lnTo>
                <a:lnTo>
                  <a:pt x="71" y="647"/>
                </a:lnTo>
                <a:lnTo>
                  <a:pt x="50" y="613"/>
                </a:lnTo>
                <a:lnTo>
                  <a:pt x="33" y="576"/>
                </a:lnTo>
                <a:lnTo>
                  <a:pt x="19" y="538"/>
                </a:lnTo>
                <a:lnTo>
                  <a:pt x="8" y="499"/>
                </a:lnTo>
                <a:lnTo>
                  <a:pt x="2" y="457"/>
                </a:lnTo>
                <a:lnTo>
                  <a:pt x="0" y="415"/>
                </a:lnTo>
                <a:lnTo>
                  <a:pt x="2" y="372"/>
                </a:lnTo>
                <a:lnTo>
                  <a:pt x="8" y="331"/>
                </a:lnTo>
                <a:lnTo>
                  <a:pt x="19" y="291"/>
                </a:lnTo>
                <a:lnTo>
                  <a:pt x="33" y="254"/>
                </a:lnTo>
                <a:lnTo>
                  <a:pt x="50" y="217"/>
                </a:lnTo>
                <a:lnTo>
                  <a:pt x="71" y="183"/>
                </a:lnTo>
                <a:lnTo>
                  <a:pt x="95" y="150"/>
                </a:lnTo>
                <a:lnTo>
                  <a:pt x="122" y="121"/>
                </a:lnTo>
                <a:lnTo>
                  <a:pt x="151" y="95"/>
                </a:lnTo>
                <a:lnTo>
                  <a:pt x="184" y="70"/>
                </a:lnTo>
                <a:lnTo>
                  <a:pt x="218" y="50"/>
                </a:lnTo>
                <a:lnTo>
                  <a:pt x="255" y="33"/>
                </a:lnTo>
                <a:lnTo>
                  <a:pt x="293" y="18"/>
                </a:lnTo>
                <a:lnTo>
                  <a:pt x="333" y="8"/>
                </a:lnTo>
                <a:lnTo>
                  <a:pt x="374" y="2"/>
                </a:lnTo>
                <a:lnTo>
                  <a:pt x="416" y="0"/>
                </a:lnTo>
              </a:path>
            </a:pathLst>
          </a:custGeom>
          <a:solidFill>
            <a:srgbClr val="FFFFFF"/>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0" name="Freeform 12">
            <a:extLst>
              <a:ext uri="{FF2B5EF4-FFF2-40B4-BE49-F238E27FC236}">
                <a16:creationId xmlns:a16="http://schemas.microsoft.com/office/drawing/2014/main" id="{8FBAEFE5-73A6-A2CE-1CCD-460D18FEFA39}"/>
              </a:ext>
            </a:extLst>
          </p:cNvPr>
          <p:cNvSpPr>
            <a:spLocks/>
          </p:cNvSpPr>
          <p:nvPr/>
        </p:nvSpPr>
        <p:spPr bwMode="auto">
          <a:xfrm>
            <a:off x="6367463" y="2862263"/>
            <a:ext cx="395287" cy="973137"/>
          </a:xfrm>
          <a:custGeom>
            <a:avLst/>
            <a:gdLst>
              <a:gd name="T0" fmla="*/ 2147483646 w 270"/>
              <a:gd name="T1" fmla="*/ 0 h 613"/>
              <a:gd name="T2" fmla="*/ 2147483646 w 270"/>
              <a:gd name="T3" fmla="*/ 2147483646 h 613"/>
              <a:gd name="T4" fmla="*/ 2147483646 w 270"/>
              <a:gd name="T5" fmla="*/ 2147483646 h 613"/>
              <a:gd name="T6" fmla="*/ 2147483646 w 270"/>
              <a:gd name="T7" fmla="*/ 2147483646 h 613"/>
              <a:gd name="T8" fmla="*/ 2147483646 w 270"/>
              <a:gd name="T9" fmla="*/ 2147483646 h 613"/>
              <a:gd name="T10" fmla="*/ 2147483646 w 270"/>
              <a:gd name="T11" fmla="*/ 2147483646 h 613"/>
              <a:gd name="T12" fmla="*/ 2147483646 w 270"/>
              <a:gd name="T13" fmla="*/ 2147483646 h 613"/>
              <a:gd name="T14" fmla="*/ 2147483646 w 270"/>
              <a:gd name="T15" fmla="*/ 2147483646 h 613"/>
              <a:gd name="T16" fmla="*/ 2147483646 w 270"/>
              <a:gd name="T17" fmla="*/ 2147483646 h 613"/>
              <a:gd name="T18" fmla="*/ 2147483646 w 270"/>
              <a:gd name="T19" fmla="*/ 2147483646 h 613"/>
              <a:gd name="T20" fmla="*/ 2147483646 w 270"/>
              <a:gd name="T21" fmla="*/ 2147483646 h 613"/>
              <a:gd name="T22" fmla="*/ 2147483646 w 270"/>
              <a:gd name="T23" fmla="*/ 2147483646 h 613"/>
              <a:gd name="T24" fmla="*/ 2147483646 w 270"/>
              <a:gd name="T25" fmla="*/ 2147483646 h 613"/>
              <a:gd name="T26" fmla="*/ 2147483646 w 270"/>
              <a:gd name="T27" fmla="*/ 2147483646 h 613"/>
              <a:gd name="T28" fmla="*/ 2147483646 w 270"/>
              <a:gd name="T29" fmla="*/ 2147483646 h 613"/>
              <a:gd name="T30" fmla="*/ 2147483646 w 270"/>
              <a:gd name="T31" fmla="*/ 2147483646 h 613"/>
              <a:gd name="T32" fmla="*/ 2147483646 w 270"/>
              <a:gd name="T33" fmla="*/ 2147483646 h 613"/>
              <a:gd name="T34" fmla="*/ 2147483646 w 270"/>
              <a:gd name="T35" fmla="*/ 2147483646 h 613"/>
              <a:gd name="T36" fmla="*/ 2147483646 w 270"/>
              <a:gd name="T37" fmla="*/ 2147483646 h 613"/>
              <a:gd name="T38" fmla="*/ 2147483646 w 270"/>
              <a:gd name="T39" fmla="*/ 2147483646 h 613"/>
              <a:gd name="T40" fmla="*/ 2147483646 w 270"/>
              <a:gd name="T41" fmla="*/ 2147483646 h 613"/>
              <a:gd name="T42" fmla="*/ 2147483646 w 270"/>
              <a:gd name="T43" fmla="*/ 2147483646 h 613"/>
              <a:gd name="T44" fmla="*/ 2147483646 w 270"/>
              <a:gd name="T45" fmla="*/ 2147483646 h 613"/>
              <a:gd name="T46" fmla="*/ 2147483646 w 270"/>
              <a:gd name="T47" fmla="*/ 2147483646 h 613"/>
              <a:gd name="T48" fmla="*/ 2147483646 w 270"/>
              <a:gd name="T49" fmla="*/ 2147483646 h 613"/>
              <a:gd name="T50" fmla="*/ 2147483646 w 270"/>
              <a:gd name="T51" fmla="*/ 2147483646 h 613"/>
              <a:gd name="T52" fmla="*/ 0 w 270"/>
              <a:gd name="T53" fmla="*/ 2147483646 h 613"/>
              <a:gd name="T54" fmla="*/ 2147483646 w 270"/>
              <a:gd name="T55" fmla="*/ 2147483646 h 613"/>
              <a:gd name="T56" fmla="*/ 2147483646 w 270"/>
              <a:gd name="T57" fmla="*/ 2147483646 h 613"/>
              <a:gd name="T58" fmla="*/ 2147483646 w 270"/>
              <a:gd name="T59" fmla="*/ 2147483646 h 613"/>
              <a:gd name="T60" fmla="*/ 2147483646 w 270"/>
              <a:gd name="T61" fmla="*/ 2147483646 h 613"/>
              <a:gd name="T62" fmla="*/ 2147483646 w 270"/>
              <a:gd name="T63" fmla="*/ 2147483646 h 613"/>
              <a:gd name="T64" fmla="*/ 2147483646 w 270"/>
              <a:gd name="T65" fmla="*/ 2147483646 h 613"/>
              <a:gd name="T66" fmla="*/ 2147483646 w 270"/>
              <a:gd name="T67" fmla="*/ 2147483646 h 613"/>
              <a:gd name="T68" fmla="*/ 2147483646 w 270"/>
              <a:gd name="T69" fmla="*/ 0 h 6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0" h="613">
                <a:moveTo>
                  <a:pt x="135" y="0"/>
                </a:moveTo>
                <a:lnTo>
                  <a:pt x="165" y="30"/>
                </a:lnTo>
                <a:lnTo>
                  <a:pt x="191" y="63"/>
                </a:lnTo>
                <a:lnTo>
                  <a:pt x="214" y="99"/>
                </a:lnTo>
                <a:lnTo>
                  <a:pt x="233" y="136"/>
                </a:lnTo>
                <a:lnTo>
                  <a:pt x="249" y="176"/>
                </a:lnTo>
                <a:lnTo>
                  <a:pt x="260" y="218"/>
                </a:lnTo>
                <a:lnTo>
                  <a:pt x="267" y="261"/>
                </a:lnTo>
                <a:lnTo>
                  <a:pt x="269" y="306"/>
                </a:lnTo>
                <a:lnTo>
                  <a:pt x="268" y="327"/>
                </a:lnTo>
                <a:lnTo>
                  <a:pt x="266" y="350"/>
                </a:lnTo>
                <a:lnTo>
                  <a:pt x="264" y="371"/>
                </a:lnTo>
                <a:lnTo>
                  <a:pt x="259" y="393"/>
                </a:lnTo>
                <a:lnTo>
                  <a:pt x="248" y="435"/>
                </a:lnTo>
                <a:lnTo>
                  <a:pt x="232" y="475"/>
                </a:lnTo>
                <a:lnTo>
                  <a:pt x="213" y="513"/>
                </a:lnTo>
                <a:lnTo>
                  <a:pt x="190" y="549"/>
                </a:lnTo>
                <a:lnTo>
                  <a:pt x="163" y="582"/>
                </a:lnTo>
                <a:lnTo>
                  <a:pt x="134" y="612"/>
                </a:lnTo>
                <a:lnTo>
                  <a:pt x="104" y="582"/>
                </a:lnTo>
                <a:lnTo>
                  <a:pt x="78" y="549"/>
                </a:lnTo>
                <a:lnTo>
                  <a:pt x="55" y="513"/>
                </a:lnTo>
                <a:lnTo>
                  <a:pt x="36" y="476"/>
                </a:lnTo>
                <a:lnTo>
                  <a:pt x="20" y="436"/>
                </a:lnTo>
                <a:lnTo>
                  <a:pt x="9" y="394"/>
                </a:lnTo>
                <a:lnTo>
                  <a:pt x="3" y="351"/>
                </a:lnTo>
                <a:lnTo>
                  <a:pt x="0" y="306"/>
                </a:lnTo>
                <a:lnTo>
                  <a:pt x="3" y="262"/>
                </a:lnTo>
                <a:lnTo>
                  <a:pt x="10" y="218"/>
                </a:lnTo>
                <a:lnTo>
                  <a:pt x="21" y="177"/>
                </a:lnTo>
                <a:lnTo>
                  <a:pt x="37" y="137"/>
                </a:lnTo>
                <a:lnTo>
                  <a:pt x="56" y="99"/>
                </a:lnTo>
                <a:lnTo>
                  <a:pt x="79" y="63"/>
                </a:lnTo>
                <a:lnTo>
                  <a:pt x="106" y="30"/>
                </a:lnTo>
                <a:lnTo>
                  <a:pt x="135" y="0"/>
                </a:lnTo>
              </a:path>
            </a:pathLst>
          </a:custGeom>
          <a:solidFill>
            <a:srgbClr val="E6E6E6"/>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1" name="Freeform 13">
            <a:extLst>
              <a:ext uri="{FF2B5EF4-FFF2-40B4-BE49-F238E27FC236}">
                <a16:creationId xmlns:a16="http://schemas.microsoft.com/office/drawing/2014/main" id="{95B53A30-D497-6F71-8861-0F4995CBE5AB}"/>
              </a:ext>
            </a:extLst>
          </p:cNvPr>
          <p:cNvSpPr>
            <a:spLocks/>
          </p:cNvSpPr>
          <p:nvPr/>
        </p:nvSpPr>
        <p:spPr bwMode="auto">
          <a:xfrm>
            <a:off x="5732463" y="3648075"/>
            <a:ext cx="842962" cy="363538"/>
          </a:xfrm>
          <a:custGeom>
            <a:avLst/>
            <a:gdLst>
              <a:gd name="T0" fmla="*/ 2147483646 w 575"/>
              <a:gd name="T1" fmla="*/ 2147483646 h 229"/>
              <a:gd name="T2" fmla="*/ 2147483646 w 575"/>
              <a:gd name="T3" fmla="*/ 2147483646 h 229"/>
              <a:gd name="T4" fmla="*/ 2147483646 w 575"/>
              <a:gd name="T5" fmla="*/ 2147483646 h 229"/>
              <a:gd name="T6" fmla="*/ 2147483646 w 575"/>
              <a:gd name="T7" fmla="*/ 2147483646 h 229"/>
              <a:gd name="T8" fmla="*/ 2147483646 w 575"/>
              <a:gd name="T9" fmla="*/ 2147483646 h 229"/>
              <a:gd name="T10" fmla="*/ 2147483646 w 575"/>
              <a:gd name="T11" fmla="*/ 2147483646 h 229"/>
              <a:gd name="T12" fmla="*/ 2147483646 w 575"/>
              <a:gd name="T13" fmla="*/ 2147483646 h 229"/>
              <a:gd name="T14" fmla="*/ 2147483646 w 575"/>
              <a:gd name="T15" fmla="*/ 2147483646 h 229"/>
              <a:gd name="T16" fmla="*/ 2147483646 w 575"/>
              <a:gd name="T17" fmla="*/ 0 h 229"/>
              <a:gd name="T18" fmla="*/ 2147483646 w 575"/>
              <a:gd name="T19" fmla="*/ 2147483646 h 229"/>
              <a:gd name="T20" fmla="*/ 2147483646 w 575"/>
              <a:gd name="T21" fmla="*/ 2147483646 h 229"/>
              <a:gd name="T22" fmla="*/ 2147483646 w 575"/>
              <a:gd name="T23" fmla="*/ 2147483646 h 229"/>
              <a:gd name="T24" fmla="*/ 2147483646 w 575"/>
              <a:gd name="T25" fmla="*/ 2147483646 h 229"/>
              <a:gd name="T26" fmla="*/ 2147483646 w 575"/>
              <a:gd name="T27" fmla="*/ 2147483646 h 229"/>
              <a:gd name="T28" fmla="*/ 2147483646 w 575"/>
              <a:gd name="T29" fmla="*/ 2147483646 h 229"/>
              <a:gd name="T30" fmla="*/ 2147483646 w 575"/>
              <a:gd name="T31" fmla="*/ 2147483646 h 229"/>
              <a:gd name="T32" fmla="*/ 0 w 575"/>
              <a:gd name="T33" fmla="*/ 2147483646 h 229"/>
              <a:gd name="T34" fmla="*/ 2147483646 w 575"/>
              <a:gd name="T35" fmla="*/ 2147483646 h 229"/>
              <a:gd name="T36" fmla="*/ 2147483646 w 575"/>
              <a:gd name="T37" fmla="*/ 2147483646 h 229"/>
              <a:gd name="T38" fmla="*/ 2147483646 w 575"/>
              <a:gd name="T39" fmla="*/ 2147483646 h 229"/>
              <a:gd name="T40" fmla="*/ 2147483646 w 575"/>
              <a:gd name="T41" fmla="*/ 2147483646 h 229"/>
              <a:gd name="T42" fmla="*/ 2147483646 w 575"/>
              <a:gd name="T43" fmla="*/ 2147483646 h 229"/>
              <a:gd name="T44" fmla="*/ 2147483646 w 575"/>
              <a:gd name="T45" fmla="*/ 2147483646 h 229"/>
              <a:gd name="T46" fmla="*/ 2147483646 w 575"/>
              <a:gd name="T47" fmla="*/ 2147483646 h 229"/>
              <a:gd name="T48" fmla="*/ 2147483646 w 575"/>
              <a:gd name="T49" fmla="*/ 2147483646 h 229"/>
              <a:gd name="T50" fmla="*/ 2147483646 w 575"/>
              <a:gd name="T51" fmla="*/ 2147483646 h 229"/>
              <a:gd name="T52" fmla="*/ 2147483646 w 575"/>
              <a:gd name="T53" fmla="*/ 2147483646 h 229"/>
              <a:gd name="T54" fmla="*/ 2147483646 w 575"/>
              <a:gd name="T55" fmla="*/ 2147483646 h 229"/>
              <a:gd name="T56" fmla="*/ 2147483646 w 575"/>
              <a:gd name="T57" fmla="*/ 2147483646 h 229"/>
              <a:gd name="T58" fmla="*/ 2147483646 w 575"/>
              <a:gd name="T59" fmla="*/ 2147483646 h 229"/>
              <a:gd name="T60" fmla="*/ 2147483646 w 575"/>
              <a:gd name="T61" fmla="*/ 2147483646 h 229"/>
              <a:gd name="T62" fmla="*/ 2147483646 w 575"/>
              <a:gd name="T63" fmla="*/ 2147483646 h 229"/>
              <a:gd name="T64" fmla="*/ 2147483646 w 575"/>
              <a:gd name="T65" fmla="*/ 2147483646 h 2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5" h="229">
                <a:moveTo>
                  <a:pt x="574" y="111"/>
                </a:moveTo>
                <a:lnTo>
                  <a:pt x="545" y="86"/>
                </a:lnTo>
                <a:lnTo>
                  <a:pt x="513" y="64"/>
                </a:lnTo>
                <a:lnTo>
                  <a:pt x="480" y="45"/>
                </a:lnTo>
                <a:lnTo>
                  <a:pt x="445" y="30"/>
                </a:lnTo>
                <a:lnTo>
                  <a:pt x="409" y="16"/>
                </a:lnTo>
                <a:lnTo>
                  <a:pt x="370" y="7"/>
                </a:lnTo>
                <a:lnTo>
                  <a:pt x="330" y="2"/>
                </a:lnTo>
                <a:lnTo>
                  <a:pt x="289" y="0"/>
                </a:lnTo>
                <a:lnTo>
                  <a:pt x="247" y="2"/>
                </a:lnTo>
                <a:lnTo>
                  <a:pt x="207" y="7"/>
                </a:lnTo>
                <a:lnTo>
                  <a:pt x="168" y="17"/>
                </a:lnTo>
                <a:lnTo>
                  <a:pt x="130" y="31"/>
                </a:lnTo>
                <a:lnTo>
                  <a:pt x="94" y="48"/>
                </a:lnTo>
                <a:lnTo>
                  <a:pt x="60" y="68"/>
                </a:lnTo>
                <a:lnTo>
                  <a:pt x="29" y="90"/>
                </a:lnTo>
                <a:lnTo>
                  <a:pt x="0" y="116"/>
                </a:lnTo>
                <a:lnTo>
                  <a:pt x="29" y="140"/>
                </a:lnTo>
                <a:lnTo>
                  <a:pt x="60" y="163"/>
                </a:lnTo>
                <a:lnTo>
                  <a:pt x="94" y="182"/>
                </a:lnTo>
                <a:lnTo>
                  <a:pt x="129" y="197"/>
                </a:lnTo>
                <a:lnTo>
                  <a:pt x="165" y="210"/>
                </a:lnTo>
                <a:lnTo>
                  <a:pt x="204" y="220"/>
                </a:lnTo>
                <a:lnTo>
                  <a:pt x="244" y="225"/>
                </a:lnTo>
                <a:lnTo>
                  <a:pt x="285" y="228"/>
                </a:lnTo>
                <a:lnTo>
                  <a:pt x="326" y="225"/>
                </a:lnTo>
                <a:lnTo>
                  <a:pt x="367" y="220"/>
                </a:lnTo>
                <a:lnTo>
                  <a:pt x="406" y="210"/>
                </a:lnTo>
                <a:lnTo>
                  <a:pt x="444" y="196"/>
                </a:lnTo>
                <a:lnTo>
                  <a:pt x="479" y="179"/>
                </a:lnTo>
                <a:lnTo>
                  <a:pt x="513" y="159"/>
                </a:lnTo>
                <a:lnTo>
                  <a:pt x="545" y="137"/>
                </a:lnTo>
                <a:lnTo>
                  <a:pt x="574" y="111"/>
                </a:lnTo>
              </a:path>
            </a:pathLst>
          </a:custGeom>
          <a:solidFill>
            <a:srgbClr val="E6E6E6"/>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2" name="Freeform 14">
            <a:extLst>
              <a:ext uri="{FF2B5EF4-FFF2-40B4-BE49-F238E27FC236}">
                <a16:creationId xmlns:a16="http://schemas.microsoft.com/office/drawing/2014/main" id="{A5E4951F-7047-0EA9-BD89-F24520EC791E}"/>
              </a:ext>
            </a:extLst>
          </p:cNvPr>
          <p:cNvSpPr>
            <a:spLocks/>
          </p:cNvSpPr>
          <p:nvPr/>
        </p:nvSpPr>
        <p:spPr bwMode="auto">
          <a:xfrm>
            <a:off x="6564313" y="3648075"/>
            <a:ext cx="838200" cy="363538"/>
          </a:xfrm>
          <a:custGeom>
            <a:avLst/>
            <a:gdLst>
              <a:gd name="T0" fmla="*/ 2147483646 w 572"/>
              <a:gd name="T1" fmla="*/ 2147483646 h 229"/>
              <a:gd name="T2" fmla="*/ 2147483646 w 572"/>
              <a:gd name="T3" fmla="*/ 2147483646 h 229"/>
              <a:gd name="T4" fmla="*/ 2147483646 w 572"/>
              <a:gd name="T5" fmla="*/ 2147483646 h 229"/>
              <a:gd name="T6" fmla="*/ 2147483646 w 572"/>
              <a:gd name="T7" fmla="*/ 2147483646 h 229"/>
              <a:gd name="T8" fmla="*/ 2147483646 w 572"/>
              <a:gd name="T9" fmla="*/ 2147483646 h 229"/>
              <a:gd name="T10" fmla="*/ 2147483646 w 572"/>
              <a:gd name="T11" fmla="*/ 2147483646 h 229"/>
              <a:gd name="T12" fmla="*/ 2147483646 w 572"/>
              <a:gd name="T13" fmla="*/ 2147483646 h 229"/>
              <a:gd name="T14" fmla="*/ 2147483646 w 572"/>
              <a:gd name="T15" fmla="*/ 2147483646 h 229"/>
              <a:gd name="T16" fmla="*/ 2147483646 w 572"/>
              <a:gd name="T17" fmla="*/ 2147483646 h 229"/>
              <a:gd name="T18" fmla="*/ 2147483646 w 572"/>
              <a:gd name="T19" fmla="*/ 2147483646 h 229"/>
              <a:gd name="T20" fmla="*/ 2147483646 w 572"/>
              <a:gd name="T21" fmla="*/ 2147483646 h 229"/>
              <a:gd name="T22" fmla="*/ 2147483646 w 572"/>
              <a:gd name="T23" fmla="*/ 2147483646 h 229"/>
              <a:gd name="T24" fmla="*/ 2147483646 w 572"/>
              <a:gd name="T25" fmla="*/ 2147483646 h 229"/>
              <a:gd name="T26" fmla="*/ 2147483646 w 572"/>
              <a:gd name="T27" fmla="*/ 2147483646 h 229"/>
              <a:gd name="T28" fmla="*/ 2147483646 w 572"/>
              <a:gd name="T29" fmla="*/ 2147483646 h 229"/>
              <a:gd name="T30" fmla="*/ 2147483646 w 572"/>
              <a:gd name="T31" fmla="*/ 2147483646 h 229"/>
              <a:gd name="T32" fmla="*/ 0 w 572"/>
              <a:gd name="T33" fmla="*/ 2147483646 h 229"/>
              <a:gd name="T34" fmla="*/ 2147483646 w 572"/>
              <a:gd name="T35" fmla="*/ 2147483646 h 229"/>
              <a:gd name="T36" fmla="*/ 2147483646 w 572"/>
              <a:gd name="T37" fmla="*/ 2147483646 h 229"/>
              <a:gd name="T38" fmla="*/ 2147483646 w 572"/>
              <a:gd name="T39" fmla="*/ 2147483646 h 229"/>
              <a:gd name="T40" fmla="*/ 2147483646 w 572"/>
              <a:gd name="T41" fmla="*/ 2147483646 h 229"/>
              <a:gd name="T42" fmla="*/ 2147483646 w 572"/>
              <a:gd name="T43" fmla="*/ 2147483646 h 229"/>
              <a:gd name="T44" fmla="*/ 2147483646 w 572"/>
              <a:gd name="T45" fmla="*/ 2147483646 h 229"/>
              <a:gd name="T46" fmla="*/ 2147483646 w 572"/>
              <a:gd name="T47" fmla="*/ 2147483646 h 229"/>
              <a:gd name="T48" fmla="*/ 2147483646 w 572"/>
              <a:gd name="T49" fmla="*/ 0 h 229"/>
              <a:gd name="T50" fmla="*/ 2147483646 w 572"/>
              <a:gd name="T51" fmla="*/ 2147483646 h 229"/>
              <a:gd name="T52" fmla="*/ 2147483646 w 572"/>
              <a:gd name="T53" fmla="*/ 2147483646 h 229"/>
              <a:gd name="T54" fmla="*/ 2147483646 w 572"/>
              <a:gd name="T55" fmla="*/ 2147483646 h 229"/>
              <a:gd name="T56" fmla="*/ 2147483646 w 572"/>
              <a:gd name="T57" fmla="*/ 2147483646 h 229"/>
              <a:gd name="T58" fmla="*/ 2147483646 w 572"/>
              <a:gd name="T59" fmla="*/ 2147483646 h 229"/>
              <a:gd name="T60" fmla="*/ 2147483646 w 572"/>
              <a:gd name="T61" fmla="*/ 2147483646 h 229"/>
              <a:gd name="T62" fmla="*/ 2147483646 w 572"/>
              <a:gd name="T63" fmla="*/ 2147483646 h 229"/>
              <a:gd name="T64" fmla="*/ 2147483646 w 572"/>
              <a:gd name="T65" fmla="*/ 2147483646 h 2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2" h="229">
                <a:moveTo>
                  <a:pt x="571" y="112"/>
                </a:moveTo>
                <a:lnTo>
                  <a:pt x="542" y="138"/>
                </a:lnTo>
                <a:lnTo>
                  <a:pt x="511" y="160"/>
                </a:lnTo>
                <a:lnTo>
                  <a:pt x="477" y="180"/>
                </a:lnTo>
                <a:lnTo>
                  <a:pt x="442" y="196"/>
                </a:lnTo>
                <a:lnTo>
                  <a:pt x="404" y="210"/>
                </a:lnTo>
                <a:lnTo>
                  <a:pt x="365" y="220"/>
                </a:lnTo>
                <a:lnTo>
                  <a:pt x="325" y="225"/>
                </a:lnTo>
                <a:lnTo>
                  <a:pt x="283" y="228"/>
                </a:lnTo>
                <a:lnTo>
                  <a:pt x="243" y="225"/>
                </a:lnTo>
                <a:lnTo>
                  <a:pt x="204" y="220"/>
                </a:lnTo>
                <a:lnTo>
                  <a:pt x="166" y="210"/>
                </a:lnTo>
                <a:lnTo>
                  <a:pt x="128" y="197"/>
                </a:lnTo>
                <a:lnTo>
                  <a:pt x="94" y="181"/>
                </a:lnTo>
                <a:lnTo>
                  <a:pt x="60" y="162"/>
                </a:lnTo>
                <a:lnTo>
                  <a:pt x="29" y="139"/>
                </a:lnTo>
                <a:lnTo>
                  <a:pt x="0" y="115"/>
                </a:lnTo>
                <a:lnTo>
                  <a:pt x="29" y="90"/>
                </a:lnTo>
                <a:lnTo>
                  <a:pt x="61" y="67"/>
                </a:lnTo>
                <a:lnTo>
                  <a:pt x="95" y="47"/>
                </a:lnTo>
                <a:lnTo>
                  <a:pt x="129" y="31"/>
                </a:lnTo>
                <a:lnTo>
                  <a:pt x="168" y="17"/>
                </a:lnTo>
                <a:lnTo>
                  <a:pt x="206" y="7"/>
                </a:lnTo>
                <a:lnTo>
                  <a:pt x="246" y="2"/>
                </a:lnTo>
                <a:lnTo>
                  <a:pt x="287" y="0"/>
                </a:lnTo>
                <a:lnTo>
                  <a:pt x="328" y="2"/>
                </a:lnTo>
                <a:lnTo>
                  <a:pt x="367" y="7"/>
                </a:lnTo>
                <a:lnTo>
                  <a:pt x="406" y="16"/>
                </a:lnTo>
                <a:lnTo>
                  <a:pt x="443" y="30"/>
                </a:lnTo>
                <a:lnTo>
                  <a:pt x="478" y="45"/>
                </a:lnTo>
                <a:lnTo>
                  <a:pt x="511" y="65"/>
                </a:lnTo>
                <a:lnTo>
                  <a:pt x="542" y="88"/>
                </a:lnTo>
                <a:lnTo>
                  <a:pt x="571" y="112"/>
                </a:lnTo>
              </a:path>
            </a:pathLst>
          </a:custGeom>
          <a:solidFill>
            <a:srgbClr val="E6E6E6"/>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3" name="Freeform 15">
            <a:extLst>
              <a:ext uri="{FF2B5EF4-FFF2-40B4-BE49-F238E27FC236}">
                <a16:creationId xmlns:a16="http://schemas.microsoft.com/office/drawing/2014/main" id="{2CD4B3C6-600C-A839-92CB-F1B6D69F301D}"/>
              </a:ext>
            </a:extLst>
          </p:cNvPr>
          <p:cNvSpPr>
            <a:spLocks/>
          </p:cNvSpPr>
          <p:nvPr/>
        </p:nvSpPr>
        <p:spPr bwMode="auto">
          <a:xfrm>
            <a:off x="6373813" y="3821113"/>
            <a:ext cx="395287" cy="969962"/>
          </a:xfrm>
          <a:custGeom>
            <a:avLst/>
            <a:gdLst>
              <a:gd name="T0" fmla="*/ 2147483646 w 269"/>
              <a:gd name="T1" fmla="*/ 0 h 611"/>
              <a:gd name="T2" fmla="*/ 2147483646 w 269"/>
              <a:gd name="T3" fmla="*/ 2147483646 h 611"/>
              <a:gd name="T4" fmla="*/ 2147483646 w 269"/>
              <a:gd name="T5" fmla="*/ 2147483646 h 611"/>
              <a:gd name="T6" fmla="*/ 2147483646 w 269"/>
              <a:gd name="T7" fmla="*/ 2147483646 h 611"/>
              <a:gd name="T8" fmla="*/ 2147483646 w 269"/>
              <a:gd name="T9" fmla="*/ 2147483646 h 611"/>
              <a:gd name="T10" fmla="*/ 2147483646 w 269"/>
              <a:gd name="T11" fmla="*/ 2147483646 h 611"/>
              <a:gd name="T12" fmla="*/ 2147483646 w 269"/>
              <a:gd name="T13" fmla="*/ 2147483646 h 611"/>
              <a:gd name="T14" fmla="*/ 2147483646 w 269"/>
              <a:gd name="T15" fmla="*/ 2147483646 h 611"/>
              <a:gd name="T16" fmla="*/ 2147483646 w 269"/>
              <a:gd name="T17" fmla="*/ 2147483646 h 611"/>
              <a:gd name="T18" fmla="*/ 2147483646 w 269"/>
              <a:gd name="T19" fmla="*/ 2147483646 h 611"/>
              <a:gd name="T20" fmla="*/ 2147483646 w 269"/>
              <a:gd name="T21" fmla="*/ 2147483646 h 611"/>
              <a:gd name="T22" fmla="*/ 2147483646 w 269"/>
              <a:gd name="T23" fmla="*/ 2147483646 h 611"/>
              <a:gd name="T24" fmla="*/ 2147483646 w 269"/>
              <a:gd name="T25" fmla="*/ 2147483646 h 611"/>
              <a:gd name="T26" fmla="*/ 2147483646 w 269"/>
              <a:gd name="T27" fmla="*/ 2147483646 h 611"/>
              <a:gd name="T28" fmla="*/ 2147483646 w 269"/>
              <a:gd name="T29" fmla="*/ 2147483646 h 611"/>
              <a:gd name="T30" fmla="*/ 2147483646 w 269"/>
              <a:gd name="T31" fmla="*/ 2147483646 h 611"/>
              <a:gd name="T32" fmla="*/ 2147483646 w 269"/>
              <a:gd name="T33" fmla="*/ 2147483646 h 611"/>
              <a:gd name="T34" fmla="*/ 2147483646 w 269"/>
              <a:gd name="T35" fmla="*/ 2147483646 h 611"/>
              <a:gd name="T36" fmla="*/ 2147483646 w 269"/>
              <a:gd name="T37" fmla="*/ 2147483646 h 611"/>
              <a:gd name="T38" fmla="*/ 2147483646 w 269"/>
              <a:gd name="T39" fmla="*/ 2147483646 h 611"/>
              <a:gd name="T40" fmla="*/ 2147483646 w 269"/>
              <a:gd name="T41" fmla="*/ 2147483646 h 611"/>
              <a:gd name="T42" fmla="*/ 2147483646 w 269"/>
              <a:gd name="T43" fmla="*/ 2147483646 h 611"/>
              <a:gd name="T44" fmla="*/ 2147483646 w 269"/>
              <a:gd name="T45" fmla="*/ 2147483646 h 611"/>
              <a:gd name="T46" fmla="*/ 2147483646 w 269"/>
              <a:gd name="T47" fmla="*/ 2147483646 h 611"/>
              <a:gd name="T48" fmla="*/ 0 w 269"/>
              <a:gd name="T49" fmla="*/ 2147483646 h 611"/>
              <a:gd name="T50" fmla="*/ 2147483646 w 269"/>
              <a:gd name="T51" fmla="*/ 2147483646 h 611"/>
              <a:gd name="T52" fmla="*/ 2147483646 w 269"/>
              <a:gd name="T53" fmla="*/ 2147483646 h 611"/>
              <a:gd name="T54" fmla="*/ 2147483646 w 269"/>
              <a:gd name="T55" fmla="*/ 2147483646 h 611"/>
              <a:gd name="T56" fmla="*/ 2147483646 w 269"/>
              <a:gd name="T57" fmla="*/ 2147483646 h 611"/>
              <a:gd name="T58" fmla="*/ 2147483646 w 269"/>
              <a:gd name="T59" fmla="*/ 2147483646 h 611"/>
              <a:gd name="T60" fmla="*/ 2147483646 w 269"/>
              <a:gd name="T61" fmla="*/ 2147483646 h 611"/>
              <a:gd name="T62" fmla="*/ 2147483646 w 269"/>
              <a:gd name="T63" fmla="*/ 2147483646 h 611"/>
              <a:gd name="T64" fmla="*/ 2147483646 w 269"/>
              <a:gd name="T65" fmla="*/ 0 h 6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9" h="611">
                <a:moveTo>
                  <a:pt x="135" y="0"/>
                </a:moveTo>
                <a:lnTo>
                  <a:pt x="165" y="29"/>
                </a:lnTo>
                <a:lnTo>
                  <a:pt x="191" y="62"/>
                </a:lnTo>
                <a:lnTo>
                  <a:pt x="214" y="97"/>
                </a:lnTo>
                <a:lnTo>
                  <a:pt x="232" y="136"/>
                </a:lnTo>
                <a:lnTo>
                  <a:pt x="248" y="175"/>
                </a:lnTo>
                <a:lnTo>
                  <a:pt x="259" y="217"/>
                </a:lnTo>
                <a:lnTo>
                  <a:pt x="266" y="259"/>
                </a:lnTo>
                <a:lnTo>
                  <a:pt x="268" y="305"/>
                </a:lnTo>
                <a:lnTo>
                  <a:pt x="266" y="349"/>
                </a:lnTo>
                <a:lnTo>
                  <a:pt x="259" y="392"/>
                </a:lnTo>
                <a:lnTo>
                  <a:pt x="248" y="433"/>
                </a:lnTo>
                <a:lnTo>
                  <a:pt x="232" y="474"/>
                </a:lnTo>
                <a:lnTo>
                  <a:pt x="213" y="512"/>
                </a:lnTo>
                <a:lnTo>
                  <a:pt x="189" y="547"/>
                </a:lnTo>
                <a:lnTo>
                  <a:pt x="163" y="580"/>
                </a:lnTo>
                <a:lnTo>
                  <a:pt x="133" y="610"/>
                </a:lnTo>
                <a:lnTo>
                  <a:pt x="104" y="580"/>
                </a:lnTo>
                <a:lnTo>
                  <a:pt x="78" y="547"/>
                </a:lnTo>
                <a:lnTo>
                  <a:pt x="55" y="512"/>
                </a:lnTo>
                <a:lnTo>
                  <a:pt x="36" y="474"/>
                </a:lnTo>
                <a:lnTo>
                  <a:pt x="20" y="433"/>
                </a:lnTo>
                <a:lnTo>
                  <a:pt x="9" y="392"/>
                </a:lnTo>
                <a:lnTo>
                  <a:pt x="3" y="350"/>
                </a:lnTo>
                <a:lnTo>
                  <a:pt x="0" y="305"/>
                </a:lnTo>
                <a:lnTo>
                  <a:pt x="3" y="260"/>
                </a:lnTo>
                <a:lnTo>
                  <a:pt x="10" y="217"/>
                </a:lnTo>
                <a:lnTo>
                  <a:pt x="21" y="175"/>
                </a:lnTo>
                <a:lnTo>
                  <a:pt x="37" y="136"/>
                </a:lnTo>
                <a:lnTo>
                  <a:pt x="56" y="97"/>
                </a:lnTo>
                <a:lnTo>
                  <a:pt x="79" y="62"/>
                </a:lnTo>
                <a:lnTo>
                  <a:pt x="106" y="29"/>
                </a:lnTo>
                <a:lnTo>
                  <a:pt x="135" y="0"/>
                </a:lnTo>
              </a:path>
            </a:pathLst>
          </a:custGeom>
          <a:solidFill>
            <a:srgbClr val="E6E6E6"/>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4" name="Freeform 16">
            <a:extLst>
              <a:ext uri="{FF2B5EF4-FFF2-40B4-BE49-F238E27FC236}">
                <a16:creationId xmlns:a16="http://schemas.microsoft.com/office/drawing/2014/main" id="{430A5CE7-E69E-D861-AB53-FE4E61BFD054}"/>
              </a:ext>
            </a:extLst>
          </p:cNvPr>
          <p:cNvSpPr>
            <a:spLocks/>
          </p:cNvSpPr>
          <p:nvPr/>
        </p:nvSpPr>
        <p:spPr bwMode="auto">
          <a:xfrm>
            <a:off x="6367463" y="2687638"/>
            <a:ext cx="1222375" cy="1323975"/>
          </a:xfrm>
          <a:custGeom>
            <a:avLst/>
            <a:gdLst>
              <a:gd name="T0" fmla="*/ 2147483646 w 834"/>
              <a:gd name="T1" fmla="*/ 2147483646 h 834"/>
              <a:gd name="T2" fmla="*/ 2147483646 w 834"/>
              <a:gd name="T3" fmla="*/ 2147483646 h 834"/>
              <a:gd name="T4" fmla="*/ 2147483646 w 834"/>
              <a:gd name="T5" fmla="*/ 2147483646 h 834"/>
              <a:gd name="T6" fmla="*/ 2147483646 w 834"/>
              <a:gd name="T7" fmla="*/ 2147483646 h 834"/>
              <a:gd name="T8" fmla="*/ 2147483646 w 834"/>
              <a:gd name="T9" fmla="*/ 2147483646 h 834"/>
              <a:gd name="T10" fmla="*/ 2147483646 w 834"/>
              <a:gd name="T11" fmla="*/ 2147483646 h 834"/>
              <a:gd name="T12" fmla="*/ 2147483646 w 834"/>
              <a:gd name="T13" fmla="*/ 2147483646 h 834"/>
              <a:gd name="T14" fmla="*/ 2147483646 w 834"/>
              <a:gd name="T15" fmla="*/ 2147483646 h 834"/>
              <a:gd name="T16" fmla="*/ 2147483646 w 834"/>
              <a:gd name="T17" fmla="*/ 2147483646 h 834"/>
              <a:gd name="T18" fmla="*/ 2147483646 w 834"/>
              <a:gd name="T19" fmla="*/ 2147483646 h 834"/>
              <a:gd name="T20" fmla="*/ 2147483646 w 834"/>
              <a:gd name="T21" fmla="*/ 2147483646 h 834"/>
              <a:gd name="T22" fmla="*/ 2147483646 w 834"/>
              <a:gd name="T23" fmla="*/ 2147483646 h 834"/>
              <a:gd name="T24" fmla="*/ 2147483646 w 834"/>
              <a:gd name="T25" fmla="*/ 2147483646 h 834"/>
              <a:gd name="T26" fmla="*/ 2147483646 w 834"/>
              <a:gd name="T27" fmla="*/ 2147483646 h 834"/>
              <a:gd name="T28" fmla="*/ 2147483646 w 834"/>
              <a:gd name="T29" fmla="*/ 2147483646 h 834"/>
              <a:gd name="T30" fmla="*/ 2147483646 w 834"/>
              <a:gd name="T31" fmla="*/ 2147483646 h 834"/>
              <a:gd name="T32" fmla="*/ 2147483646 w 834"/>
              <a:gd name="T33" fmla="*/ 2147483646 h 834"/>
              <a:gd name="T34" fmla="*/ 2147483646 w 834"/>
              <a:gd name="T35" fmla="*/ 2147483646 h 834"/>
              <a:gd name="T36" fmla="*/ 2147483646 w 834"/>
              <a:gd name="T37" fmla="*/ 2147483646 h 834"/>
              <a:gd name="T38" fmla="*/ 2147483646 w 834"/>
              <a:gd name="T39" fmla="*/ 2147483646 h 834"/>
              <a:gd name="T40" fmla="*/ 2147483646 w 834"/>
              <a:gd name="T41" fmla="*/ 2147483646 h 834"/>
              <a:gd name="T42" fmla="*/ 2147483646 w 834"/>
              <a:gd name="T43" fmla="*/ 2147483646 h 834"/>
              <a:gd name="T44" fmla="*/ 2147483646 w 834"/>
              <a:gd name="T45" fmla="*/ 2147483646 h 834"/>
              <a:gd name="T46" fmla="*/ 2147483646 w 834"/>
              <a:gd name="T47" fmla="*/ 2147483646 h 834"/>
              <a:gd name="T48" fmla="*/ 2147483646 w 834"/>
              <a:gd name="T49" fmla="*/ 2147483646 h 834"/>
              <a:gd name="T50" fmla="*/ 2147483646 w 834"/>
              <a:gd name="T51" fmla="*/ 2147483646 h 834"/>
              <a:gd name="T52" fmla="*/ 2147483646 w 834"/>
              <a:gd name="T53" fmla="*/ 2147483646 h 834"/>
              <a:gd name="T54" fmla="*/ 2147483646 w 834"/>
              <a:gd name="T55" fmla="*/ 2147483646 h 834"/>
              <a:gd name="T56" fmla="*/ 2147483646 w 834"/>
              <a:gd name="T57" fmla="*/ 2147483646 h 834"/>
              <a:gd name="T58" fmla="*/ 2147483646 w 834"/>
              <a:gd name="T59" fmla="*/ 2147483646 h 834"/>
              <a:gd name="T60" fmla="*/ 2147483646 w 834"/>
              <a:gd name="T61" fmla="*/ 2147483646 h 834"/>
              <a:gd name="T62" fmla="*/ 2147483646 w 834"/>
              <a:gd name="T63" fmla="*/ 2147483646 h 8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4">
                <a:moveTo>
                  <a:pt x="417" y="0"/>
                </a:moveTo>
                <a:lnTo>
                  <a:pt x="460" y="2"/>
                </a:lnTo>
                <a:lnTo>
                  <a:pt x="501" y="8"/>
                </a:lnTo>
                <a:lnTo>
                  <a:pt x="541" y="19"/>
                </a:lnTo>
                <a:lnTo>
                  <a:pt x="578" y="33"/>
                </a:lnTo>
                <a:lnTo>
                  <a:pt x="615" y="50"/>
                </a:lnTo>
                <a:lnTo>
                  <a:pt x="650" y="72"/>
                </a:lnTo>
                <a:lnTo>
                  <a:pt x="682" y="96"/>
                </a:lnTo>
                <a:lnTo>
                  <a:pt x="711" y="122"/>
                </a:lnTo>
                <a:lnTo>
                  <a:pt x="738" y="151"/>
                </a:lnTo>
                <a:lnTo>
                  <a:pt x="762" y="184"/>
                </a:lnTo>
                <a:lnTo>
                  <a:pt x="783" y="218"/>
                </a:lnTo>
                <a:lnTo>
                  <a:pt x="800" y="255"/>
                </a:lnTo>
                <a:lnTo>
                  <a:pt x="814" y="293"/>
                </a:lnTo>
                <a:lnTo>
                  <a:pt x="825" y="333"/>
                </a:lnTo>
                <a:lnTo>
                  <a:pt x="831" y="374"/>
                </a:lnTo>
                <a:lnTo>
                  <a:pt x="833" y="417"/>
                </a:lnTo>
                <a:lnTo>
                  <a:pt x="831" y="459"/>
                </a:lnTo>
                <a:lnTo>
                  <a:pt x="825" y="500"/>
                </a:lnTo>
                <a:lnTo>
                  <a:pt x="814" y="540"/>
                </a:lnTo>
                <a:lnTo>
                  <a:pt x="800" y="579"/>
                </a:lnTo>
                <a:lnTo>
                  <a:pt x="783" y="614"/>
                </a:lnTo>
                <a:lnTo>
                  <a:pt x="762" y="649"/>
                </a:lnTo>
                <a:lnTo>
                  <a:pt x="738" y="681"/>
                </a:lnTo>
                <a:lnTo>
                  <a:pt x="711" y="711"/>
                </a:lnTo>
                <a:lnTo>
                  <a:pt x="682" y="737"/>
                </a:lnTo>
                <a:lnTo>
                  <a:pt x="650" y="761"/>
                </a:lnTo>
                <a:lnTo>
                  <a:pt x="615" y="782"/>
                </a:lnTo>
                <a:lnTo>
                  <a:pt x="578" y="800"/>
                </a:lnTo>
                <a:lnTo>
                  <a:pt x="541" y="814"/>
                </a:lnTo>
                <a:lnTo>
                  <a:pt x="501" y="824"/>
                </a:lnTo>
                <a:lnTo>
                  <a:pt x="460" y="830"/>
                </a:lnTo>
                <a:lnTo>
                  <a:pt x="417" y="833"/>
                </a:lnTo>
                <a:lnTo>
                  <a:pt x="374" y="830"/>
                </a:lnTo>
                <a:lnTo>
                  <a:pt x="333" y="824"/>
                </a:lnTo>
                <a:lnTo>
                  <a:pt x="294" y="814"/>
                </a:lnTo>
                <a:lnTo>
                  <a:pt x="255" y="800"/>
                </a:lnTo>
                <a:lnTo>
                  <a:pt x="219" y="782"/>
                </a:lnTo>
                <a:lnTo>
                  <a:pt x="184" y="761"/>
                </a:lnTo>
                <a:lnTo>
                  <a:pt x="152" y="737"/>
                </a:lnTo>
                <a:lnTo>
                  <a:pt x="122" y="711"/>
                </a:lnTo>
                <a:lnTo>
                  <a:pt x="96" y="681"/>
                </a:lnTo>
                <a:lnTo>
                  <a:pt x="72" y="649"/>
                </a:lnTo>
                <a:lnTo>
                  <a:pt x="50" y="614"/>
                </a:lnTo>
                <a:lnTo>
                  <a:pt x="33" y="579"/>
                </a:lnTo>
                <a:lnTo>
                  <a:pt x="19" y="540"/>
                </a:lnTo>
                <a:lnTo>
                  <a:pt x="8" y="500"/>
                </a:lnTo>
                <a:lnTo>
                  <a:pt x="2" y="459"/>
                </a:lnTo>
                <a:lnTo>
                  <a:pt x="0" y="417"/>
                </a:lnTo>
                <a:lnTo>
                  <a:pt x="2" y="374"/>
                </a:lnTo>
                <a:lnTo>
                  <a:pt x="8" y="333"/>
                </a:lnTo>
                <a:lnTo>
                  <a:pt x="19" y="293"/>
                </a:lnTo>
                <a:lnTo>
                  <a:pt x="33" y="255"/>
                </a:lnTo>
                <a:lnTo>
                  <a:pt x="50" y="218"/>
                </a:lnTo>
                <a:lnTo>
                  <a:pt x="72" y="184"/>
                </a:lnTo>
                <a:lnTo>
                  <a:pt x="96" y="151"/>
                </a:lnTo>
                <a:lnTo>
                  <a:pt x="122" y="122"/>
                </a:lnTo>
                <a:lnTo>
                  <a:pt x="152" y="96"/>
                </a:lnTo>
                <a:lnTo>
                  <a:pt x="184" y="72"/>
                </a:lnTo>
                <a:lnTo>
                  <a:pt x="219" y="50"/>
                </a:lnTo>
                <a:lnTo>
                  <a:pt x="255" y="33"/>
                </a:lnTo>
                <a:lnTo>
                  <a:pt x="294" y="19"/>
                </a:lnTo>
                <a:lnTo>
                  <a:pt x="333" y="8"/>
                </a:lnTo>
                <a:lnTo>
                  <a:pt x="374" y="2"/>
                </a:lnTo>
                <a:lnTo>
                  <a:pt x="417" y="0"/>
                </a:lnTo>
              </a:path>
            </a:pathLst>
          </a:custGeom>
          <a:noFill/>
          <a:ln w="253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5" name="Freeform 17">
            <a:extLst>
              <a:ext uri="{FF2B5EF4-FFF2-40B4-BE49-F238E27FC236}">
                <a16:creationId xmlns:a16="http://schemas.microsoft.com/office/drawing/2014/main" id="{457271F3-5658-A7AB-5AAC-EB7CE599D2EC}"/>
              </a:ext>
            </a:extLst>
          </p:cNvPr>
          <p:cNvSpPr>
            <a:spLocks/>
          </p:cNvSpPr>
          <p:nvPr/>
        </p:nvSpPr>
        <p:spPr bwMode="auto">
          <a:xfrm>
            <a:off x="5538788" y="2687638"/>
            <a:ext cx="1222375" cy="1323975"/>
          </a:xfrm>
          <a:custGeom>
            <a:avLst/>
            <a:gdLst>
              <a:gd name="T0" fmla="*/ 2147483646 w 834"/>
              <a:gd name="T1" fmla="*/ 2147483646 h 834"/>
              <a:gd name="T2" fmla="*/ 2147483646 w 834"/>
              <a:gd name="T3" fmla="*/ 2147483646 h 834"/>
              <a:gd name="T4" fmla="*/ 2147483646 w 834"/>
              <a:gd name="T5" fmla="*/ 2147483646 h 834"/>
              <a:gd name="T6" fmla="*/ 2147483646 w 834"/>
              <a:gd name="T7" fmla="*/ 2147483646 h 834"/>
              <a:gd name="T8" fmla="*/ 2147483646 w 834"/>
              <a:gd name="T9" fmla="*/ 2147483646 h 834"/>
              <a:gd name="T10" fmla="*/ 2147483646 w 834"/>
              <a:gd name="T11" fmla="*/ 2147483646 h 834"/>
              <a:gd name="T12" fmla="*/ 2147483646 w 834"/>
              <a:gd name="T13" fmla="*/ 2147483646 h 834"/>
              <a:gd name="T14" fmla="*/ 2147483646 w 834"/>
              <a:gd name="T15" fmla="*/ 2147483646 h 834"/>
              <a:gd name="T16" fmla="*/ 2147483646 w 834"/>
              <a:gd name="T17" fmla="*/ 2147483646 h 834"/>
              <a:gd name="T18" fmla="*/ 2147483646 w 834"/>
              <a:gd name="T19" fmla="*/ 2147483646 h 834"/>
              <a:gd name="T20" fmla="*/ 2147483646 w 834"/>
              <a:gd name="T21" fmla="*/ 2147483646 h 834"/>
              <a:gd name="T22" fmla="*/ 2147483646 w 834"/>
              <a:gd name="T23" fmla="*/ 2147483646 h 834"/>
              <a:gd name="T24" fmla="*/ 2147483646 w 834"/>
              <a:gd name="T25" fmla="*/ 2147483646 h 834"/>
              <a:gd name="T26" fmla="*/ 2147483646 w 834"/>
              <a:gd name="T27" fmla="*/ 2147483646 h 834"/>
              <a:gd name="T28" fmla="*/ 2147483646 w 834"/>
              <a:gd name="T29" fmla="*/ 2147483646 h 834"/>
              <a:gd name="T30" fmla="*/ 2147483646 w 834"/>
              <a:gd name="T31" fmla="*/ 2147483646 h 834"/>
              <a:gd name="T32" fmla="*/ 2147483646 w 834"/>
              <a:gd name="T33" fmla="*/ 2147483646 h 834"/>
              <a:gd name="T34" fmla="*/ 2147483646 w 834"/>
              <a:gd name="T35" fmla="*/ 2147483646 h 834"/>
              <a:gd name="T36" fmla="*/ 2147483646 w 834"/>
              <a:gd name="T37" fmla="*/ 2147483646 h 834"/>
              <a:gd name="T38" fmla="*/ 2147483646 w 834"/>
              <a:gd name="T39" fmla="*/ 2147483646 h 834"/>
              <a:gd name="T40" fmla="*/ 2147483646 w 834"/>
              <a:gd name="T41" fmla="*/ 2147483646 h 834"/>
              <a:gd name="T42" fmla="*/ 2147483646 w 834"/>
              <a:gd name="T43" fmla="*/ 2147483646 h 834"/>
              <a:gd name="T44" fmla="*/ 2147483646 w 834"/>
              <a:gd name="T45" fmla="*/ 2147483646 h 834"/>
              <a:gd name="T46" fmla="*/ 2147483646 w 834"/>
              <a:gd name="T47" fmla="*/ 2147483646 h 834"/>
              <a:gd name="T48" fmla="*/ 2147483646 w 834"/>
              <a:gd name="T49" fmla="*/ 2147483646 h 834"/>
              <a:gd name="T50" fmla="*/ 2147483646 w 834"/>
              <a:gd name="T51" fmla="*/ 2147483646 h 834"/>
              <a:gd name="T52" fmla="*/ 2147483646 w 834"/>
              <a:gd name="T53" fmla="*/ 2147483646 h 834"/>
              <a:gd name="T54" fmla="*/ 2147483646 w 834"/>
              <a:gd name="T55" fmla="*/ 2147483646 h 834"/>
              <a:gd name="T56" fmla="*/ 2147483646 w 834"/>
              <a:gd name="T57" fmla="*/ 2147483646 h 834"/>
              <a:gd name="T58" fmla="*/ 2147483646 w 834"/>
              <a:gd name="T59" fmla="*/ 2147483646 h 834"/>
              <a:gd name="T60" fmla="*/ 2147483646 w 834"/>
              <a:gd name="T61" fmla="*/ 2147483646 h 834"/>
              <a:gd name="T62" fmla="*/ 2147483646 w 834"/>
              <a:gd name="T63" fmla="*/ 2147483646 h 8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4">
                <a:moveTo>
                  <a:pt x="417" y="0"/>
                </a:moveTo>
                <a:lnTo>
                  <a:pt x="460" y="2"/>
                </a:lnTo>
                <a:lnTo>
                  <a:pt x="501" y="8"/>
                </a:lnTo>
                <a:lnTo>
                  <a:pt x="541" y="19"/>
                </a:lnTo>
                <a:lnTo>
                  <a:pt x="578" y="33"/>
                </a:lnTo>
                <a:lnTo>
                  <a:pt x="615" y="50"/>
                </a:lnTo>
                <a:lnTo>
                  <a:pt x="650" y="72"/>
                </a:lnTo>
                <a:lnTo>
                  <a:pt x="682" y="96"/>
                </a:lnTo>
                <a:lnTo>
                  <a:pt x="711" y="122"/>
                </a:lnTo>
                <a:lnTo>
                  <a:pt x="738" y="151"/>
                </a:lnTo>
                <a:lnTo>
                  <a:pt x="762" y="184"/>
                </a:lnTo>
                <a:lnTo>
                  <a:pt x="783" y="218"/>
                </a:lnTo>
                <a:lnTo>
                  <a:pt x="800" y="255"/>
                </a:lnTo>
                <a:lnTo>
                  <a:pt x="814" y="293"/>
                </a:lnTo>
                <a:lnTo>
                  <a:pt x="824" y="333"/>
                </a:lnTo>
                <a:lnTo>
                  <a:pt x="831" y="374"/>
                </a:lnTo>
                <a:lnTo>
                  <a:pt x="833" y="417"/>
                </a:lnTo>
                <a:lnTo>
                  <a:pt x="831" y="459"/>
                </a:lnTo>
                <a:lnTo>
                  <a:pt x="824" y="500"/>
                </a:lnTo>
                <a:lnTo>
                  <a:pt x="814" y="540"/>
                </a:lnTo>
                <a:lnTo>
                  <a:pt x="800" y="579"/>
                </a:lnTo>
                <a:lnTo>
                  <a:pt x="783" y="614"/>
                </a:lnTo>
                <a:lnTo>
                  <a:pt x="762" y="649"/>
                </a:lnTo>
                <a:lnTo>
                  <a:pt x="738" y="681"/>
                </a:lnTo>
                <a:lnTo>
                  <a:pt x="711" y="711"/>
                </a:lnTo>
                <a:lnTo>
                  <a:pt x="682" y="737"/>
                </a:lnTo>
                <a:lnTo>
                  <a:pt x="650" y="761"/>
                </a:lnTo>
                <a:lnTo>
                  <a:pt x="615" y="782"/>
                </a:lnTo>
                <a:lnTo>
                  <a:pt x="578" y="800"/>
                </a:lnTo>
                <a:lnTo>
                  <a:pt x="541" y="814"/>
                </a:lnTo>
                <a:lnTo>
                  <a:pt x="501" y="824"/>
                </a:lnTo>
                <a:lnTo>
                  <a:pt x="460" y="830"/>
                </a:lnTo>
                <a:lnTo>
                  <a:pt x="417" y="833"/>
                </a:lnTo>
                <a:lnTo>
                  <a:pt x="374" y="830"/>
                </a:lnTo>
                <a:lnTo>
                  <a:pt x="333" y="824"/>
                </a:lnTo>
                <a:lnTo>
                  <a:pt x="293" y="814"/>
                </a:lnTo>
                <a:lnTo>
                  <a:pt x="255" y="800"/>
                </a:lnTo>
                <a:lnTo>
                  <a:pt x="219" y="782"/>
                </a:lnTo>
                <a:lnTo>
                  <a:pt x="184" y="761"/>
                </a:lnTo>
                <a:lnTo>
                  <a:pt x="152" y="737"/>
                </a:lnTo>
                <a:lnTo>
                  <a:pt x="122" y="711"/>
                </a:lnTo>
                <a:lnTo>
                  <a:pt x="96" y="681"/>
                </a:lnTo>
                <a:lnTo>
                  <a:pt x="71" y="649"/>
                </a:lnTo>
                <a:lnTo>
                  <a:pt x="50" y="614"/>
                </a:lnTo>
                <a:lnTo>
                  <a:pt x="33" y="579"/>
                </a:lnTo>
                <a:lnTo>
                  <a:pt x="18" y="540"/>
                </a:lnTo>
                <a:lnTo>
                  <a:pt x="8" y="500"/>
                </a:lnTo>
                <a:lnTo>
                  <a:pt x="2" y="459"/>
                </a:lnTo>
                <a:lnTo>
                  <a:pt x="0" y="417"/>
                </a:lnTo>
                <a:lnTo>
                  <a:pt x="2" y="374"/>
                </a:lnTo>
                <a:lnTo>
                  <a:pt x="8" y="333"/>
                </a:lnTo>
                <a:lnTo>
                  <a:pt x="18" y="293"/>
                </a:lnTo>
                <a:lnTo>
                  <a:pt x="33" y="255"/>
                </a:lnTo>
                <a:lnTo>
                  <a:pt x="50" y="218"/>
                </a:lnTo>
                <a:lnTo>
                  <a:pt x="71" y="184"/>
                </a:lnTo>
                <a:lnTo>
                  <a:pt x="96" y="151"/>
                </a:lnTo>
                <a:lnTo>
                  <a:pt x="122" y="122"/>
                </a:lnTo>
                <a:lnTo>
                  <a:pt x="152" y="96"/>
                </a:lnTo>
                <a:lnTo>
                  <a:pt x="184" y="72"/>
                </a:lnTo>
                <a:lnTo>
                  <a:pt x="219" y="50"/>
                </a:lnTo>
                <a:lnTo>
                  <a:pt x="255" y="33"/>
                </a:lnTo>
                <a:lnTo>
                  <a:pt x="293" y="19"/>
                </a:lnTo>
                <a:lnTo>
                  <a:pt x="333" y="8"/>
                </a:lnTo>
                <a:lnTo>
                  <a:pt x="374" y="2"/>
                </a:lnTo>
                <a:lnTo>
                  <a:pt x="417" y="0"/>
                </a:lnTo>
              </a:path>
            </a:pathLst>
          </a:custGeom>
          <a:noFill/>
          <a:ln w="253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6" name="Freeform 18">
            <a:extLst>
              <a:ext uri="{FF2B5EF4-FFF2-40B4-BE49-F238E27FC236}">
                <a16:creationId xmlns:a16="http://schemas.microsoft.com/office/drawing/2014/main" id="{B56A8AE3-3B0C-6FC9-08EF-74C81644F97C}"/>
              </a:ext>
            </a:extLst>
          </p:cNvPr>
          <p:cNvSpPr>
            <a:spLocks/>
          </p:cNvSpPr>
          <p:nvPr/>
        </p:nvSpPr>
        <p:spPr bwMode="auto">
          <a:xfrm>
            <a:off x="5546725" y="3648075"/>
            <a:ext cx="1222375" cy="1320800"/>
          </a:xfrm>
          <a:custGeom>
            <a:avLst/>
            <a:gdLst>
              <a:gd name="T0" fmla="*/ 2147483646 w 834"/>
              <a:gd name="T1" fmla="*/ 2147483646 h 832"/>
              <a:gd name="T2" fmla="*/ 2147483646 w 834"/>
              <a:gd name="T3" fmla="*/ 2147483646 h 832"/>
              <a:gd name="T4" fmla="*/ 2147483646 w 834"/>
              <a:gd name="T5" fmla="*/ 2147483646 h 832"/>
              <a:gd name="T6" fmla="*/ 2147483646 w 834"/>
              <a:gd name="T7" fmla="*/ 2147483646 h 832"/>
              <a:gd name="T8" fmla="*/ 2147483646 w 834"/>
              <a:gd name="T9" fmla="*/ 2147483646 h 832"/>
              <a:gd name="T10" fmla="*/ 2147483646 w 834"/>
              <a:gd name="T11" fmla="*/ 2147483646 h 832"/>
              <a:gd name="T12" fmla="*/ 2147483646 w 834"/>
              <a:gd name="T13" fmla="*/ 2147483646 h 832"/>
              <a:gd name="T14" fmla="*/ 2147483646 w 834"/>
              <a:gd name="T15" fmla="*/ 2147483646 h 832"/>
              <a:gd name="T16" fmla="*/ 2147483646 w 834"/>
              <a:gd name="T17" fmla="*/ 2147483646 h 832"/>
              <a:gd name="T18" fmla="*/ 2147483646 w 834"/>
              <a:gd name="T19" fmla="*/ 2147483646 h 832"/>
              <a:gd name="T20" fmla="*/ 2147483646 w 834"/>
              <a:gd name="T21" fmla="*/ 2147483646 h 832"/>
              <a:gd name="T22" fmla="*/ 2147483646 w 834"/>
              <a:gd name="T23" fmla="*/ 2147483646 h 832"/>
              <a:gd name="T24" fmla="*/ 2147483646 w 834"/>
              <a:gd name="T25" fmla="*/ 2147483646 h 832"/>
              <a:gd name="T26" fmla="*/ 2147483646 w 834"/>
              <a:gd name="T27" fmla="*/ 2147483646 h 832"/>
              <a:gd name="T28" fmla="*/ 2147483646 w 834"/>
              <a:gd name="T29" fmla="*/ 2147483646 h 832"/>
              <a:gd name="T30" fmla="*/ 2147483646 w 834"/>
              <a:gd name="T31" fmla="*/ 2147483646 h 832"/>
              <a:gd name="T32" fmla="*/ 2147483646 w 834"/>
              <a:gd name="T33" fmla="*/ 2147483646 h 832"/>
              <a:gd name="T34" fmla="*/ 2147483646 w 834"/>
              <a:gd name="T35" fmla="*/ 2147483646 h 832"/>
              <a:gd name="T36" fmla="*/ 2147483646 w 834"/>
              <a:gd name="T37" fmla="*/ 2147483646 h 832"/>
              <a:gd name="T38" fmla="*/ 2147483646 w 834"/>
              <a:gd name="T39" fmla="*/ 2147483646 h 832"/>
              <a:gd name="T40" fmla="*/ 2147483646 w 834"/>
              <a:gd name="T41" fmla="*/ 2147483646 h 832"/>
              <a:gd name="T42" fmla="*/ 2147483646 w 834"/>
              <a:gd name="T43" fmla="*/ 2147483646 h 832"/>
              <a:gd name="T44" fmla="*/ 2147483646 w 834"/>
              <a:gd name="T45" fmla="*/ 2147483646 h 832"/>
              <a:gd name="T46" fmla="*/ 2147483646 w 834"/>
              <a:gd name="T47" fmla="*/ 2147483646 h 832"/>
              <a:gd name="T48" fmla="*/ 2147483646 w 834"/>
              <a:gd name="T49" fmla="*/ 2147483646 h 832"/>
              <a:gd name="T50" fmla="*/ 2147483646 w 834"/>
              <a:gd name="T51" fmla="*/ 2147483646 h 832"/>
              <a:gd name="T52" fmla="*/ 2147483646 w 834"/>
              <a:gd name="T53" fmla="*/ 2147483646 h 832"/>
              <a:gd name="T54" fmla="*/ 2147483646 w 834"/>
              <a:gd name="T55" fmla="*/ 2147483646 h 832"/>
              <a:gd name="T56" fmla="*/ 2147483646 w 834"/>
              <a:gd name="T57" fmla="*/ 2147483646 h 832"/>
              <a:gd name="T58" fmla="*/ 2147483646 w 834"/>
              <a:gd name="T59" fmla="*/ 2147483646 h 832"/>
              <a:gd name="T60" fmla="*/ 2147483646 w 834"/>
              <a:gd name="T61" fmla="*/ 2147483646 h 832"/>
              <a:gd name="T62" fmla="*/ 2147483646 w 834"/>
              <a:gd name="T63" fmla="*/ 2147483646 h 8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2">
                <a:moveTo>
                  <a:pt x="416" y="0"/>
                </a:moveTo>
                <a:lnTo>
                  <a:pt x="459" y="2"/>
                </a:lnTo>
                <a:lnTo>
                  <a:pt x="500" y="8"/>
                </a:lnTo>
                <a:lnTo>
                  <a:pt x="540" y="18"/>
                </a:lnTo>
                <a:lnTo>
                  <a:pt x="578" y="33"/>
                </a:lnTo>
                <a:lnTo>
                  <a:pt x="615" y="50"/>
                </a:lnTo>
                <a:lnTo>
                  <a:pt x="649" y="70"/>
                </a:lnTo>
                <a:lnTo>
                  <a:pt x="682" y="95"/>
                </a:lnTo>
                <a:lnTo>
                  <a:pt x="711" y="121"/>
                </a:lnTo>
                <a:lnTo>
                  <a:pt x="737" y="150"/>
                </a:lnTo>
                <a:lnTo>
                  <a:pt x="761" y="183"/>
                </a:lnTo>
                <a:lnTo>
                  <a:pt x="783" y="217"/>
                </a:lnTo>
                <a:lnTo>
                  <a:pt x="800" y="254"/>
                </a:lnTo>
                <a:lnTo>
                  <a:pt x="814" y="291"/>
                </a:lnTo>
                <a:lnTo>
                  <a:pt x="824" y="331"/>
                </a:lnTo>
                <a:lnTo>
                  <a:pt x="831" y="372"/>
                </a:lnTo>
                <a:lnTo>
                  <a:pt x="833" y="415"/>
                </a:lnTo>
                <a:lnTo>
                  <a:pt x="831" y="457"/>
                </a:lnTo>
                <a:lnTo>
                  <a:pt x="824" y="499"/>
                </a:lnTo>
                <a:lnTo>
                  <a:pt x="814" y="538"/>
                </a:lnTo>
                <a:lnTo>
                  <a:pt x="800" y="576"/>
                </a:lnTo>
                <a:lnTo>
                  <a:pt x="783" y="613"/>
                </a:lnTo>
                <a:lnTo>
                  <a:pt x="761" y="647"/>
                </a:lnTo>
                <a:lnTo>
                  <a:pt x="737" y="679"/>
                </a:lnTo>
                <a:lnTo>
                  <a:pt x="711" y="709"/>
                </a:lnTo>
                <a:lnTo>
                  <a:pt x="682" y="735"/>
                </a:lnTo>
                <a:lnTo>
                  <a:pt x="649" y="760"/>
                </a:lnTo>
                <a:lnTo>
                  <a:pt x="615" y="781"/>
                </a:lnTo>
                <a:lnTo>
                  <a:pt x="578" y="798"/>
                </a:lnTo>
                <a:lnTo>
                  <a:pt x="540" y="813"/>
                </a:lnTo>
                <a:lnTo>
                  <a:pt x="500" y="823"/>
                </a:lnTo>
                <a:lnTo>
                  <a:pt x="459" y="829"/>
                </a:lnTo>
                <a:lnTo>
                  <a:pt x="416" y="831"/>
                </a:lnTo>
                <a:lnTo>
                  <a:pt x="374" y="829"/>
                </a:lnTo>
                <a:lnTo>
                  <a:pt x="332" y="823"/>
                </a:lnTo>
                <a:lnTo>
                  <a:pt x="293" y="813"/>
                </a:lnTo>
                <a:lnTo>
                  <a:pt x="255" y="798"/>
                </a:lnTo>
                <a:lnTo>
                  <a:pt x="218" y="781"/>
                </a:lnTo>
                <a:lnTo>
                  <a:pt x="183" y="760"/>
                </a:lnTo>
                <a:lnTo>
                  <a:pt x="151" y="735"/>
                </a:lnTo>
                <a:lnTo>
                  <a:pt x="122" y="709"/>
                </a:lnTo>
                <a:lnTo>
                  <a:pt x="95" y="679"/>
                </a:lnTo>
                <a:lnTo>
                  <a:pt x="71" y="647"/>
                </a:lnTo>
                <a:lnTo>
                  <a:pt x="50" y="613"/>
                </a:lnTo>
                <a:lnTo>
                  <a:pt x="33" y="576"/>
                </a:lnTo>
                <a:lnTo>
                  <a:pt x="18" y="538"/>
                </a:lnTo>
                <a:lnTo>
                  <a:pt x="8" y="499"/>
                </a:lnTo>
                <a:lnTo>
                  <a:pt x="2" y="457"/>
                </a:lnTo>
                <a:lnTo>
                  <a:pt x="0" y="415"/>
                </a:lnTo>
                <a:lnTo>
                  <a:pt x="2" y="372"/>
                </a:lnTo>
                <a:lnTo>
                  <a:pt x="8" y="331"/>
                </a:lnTo>
                <a:lnTo>
                  <a:pt x="18" y="291"/>
                </a:lnTo>
                <a:lnTo>
                  <a:pt x="33" y="254"/>
                </a:lnTo>
                <a:lnTo>
                  <a:pt x="50" y="217"/>
                </a:lnTo>
                <a:lnTo>
                  <a:pt x="71" y="183"/>
                </a:lnTo>
                <a:lnTo>
                  <a:pt x="95" y="150"/>
                </a:lnTo>
                <a:lnTo>
                  <a:pt x="122" y="121"/>
                </a:lnTo>
                <a:lnTo>
                  <a:pt x="151" y="95"/>
                </a:lnTo>
                <a:lnTo>
                  <a:pt x="183" y="70"/>
                </a:lnTo>
                <a:lnTo>
                  <a:pt x="218" y="50"/>
                </a:lnTo>
                <a:lnTo>
                  <a:pt x="255" y="33"/>
                </a:lnTo>
                <a:lnTo>
                  <a:pt x="293" y="18"/>
                </a:lnTo>
                <a:lnTo>
                  <a:pt x="332" y="8"/>
                </a:lnTo>
                <a:lnTo>
                  <a:pt x="374" y="2"/>
                </a:lnTo>
                <a:lnTo>
                  <a:pt x="416" y="0"/>
                </a:lnTo>
              </a:path>
            </a:pathLst>
          </a:custGeom>
          <a:noFill/>
          <a:ln w="253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3677" name="Freeform 19">
            <a:extLst>
              <a:ext uri="{FF2B5EF4-FFF2-40B4-BE49-F238E27FC236}">
                <a16:creationId xmlns:a16="http://schemas.microsoft.com/office/drawing/2014/main" id="{BC37D94A-936F-84A1-045D-F54D7CB06597}"/>
              </a:ext>
            </a:extLst>
          </p:cNvPr>
          <p:cNvSpPr>
            <a:spLocks/>
          </p:cNvSpPr>
          <p:nvPr/>
        </p:nvSpPr>
        <p:spPr bwMode="auto">
          <a:xfrm>
            <a:off x="6373813" y="3648075"/>
            <a:ext cx="1222375" cy="1320800"/>
          </a:xfrm>
          <a:custGeom>
            <a:avLst/>
            <a:gdLst>
              <a:gd name="T0" fmla="*/ 2147483646 w 834"/>
              <a:gd name="T1" fmla="*/ 2147483646 h 832"/>
              <a:gd name="T2" fmla="*/ 2147483646 w 834"/>
              <a:gd name="T3" fmla="*/ 2147483646 h 832"/>
              <a:gd name="T4" fmla="*/ 2147483646 w 834"/>
              <a:gd name="T5" fmla="*/ 2147483646 h 832"/>
              <a:gd name="T6" fmla="*/ 2147483646 w 834"/>
              <a:gd name="T7" fmla="*/ 2147483646 h 832"/>
              <a:gd name="T8" fmla="*/ 2147483646 w 834"/>
              <a:gd name="T9" fmla="*/ 2147483646 h 832"/>
              <a:gd name="T10" fmla="*/ 2147483646 w 834"/>
              <a:gd name="T11" fmla="*/ 2147483646 h 832"/>
              <a:gd name="T12" fmla="*/ 2147483646 w 834"/>
              <a:gd name="T13" fmla="*/ 2147483646 h 832"/>
              <a:gd name="T14" fmla="*/ 2147483646 w 834"/>
              <a:gd name="T15" fmla="*/ 2147483646 h 832"/>
              <a:gd name="T16" fmla="*/ 2147483646 w 834"/>
              <a:gd name="T17" fmla="*/ 2147483646 h 832"/>
              <a:gd name="T18" fmla="*/ 2147483646 w 834"/>
              <a:gd name="T19" fmla="*/ 2147483646 h 832"/>
              <a:gd name="T20" fmla="*/ 2147483646 w 834"/>
              <a:gd name="T21" fmla="*/ 2147483646 h 832"/>
              <a:gd name="T22" fmla="*/ 2147483646 w 834"/>
              <a:gd name="T23" fmla="*/ 2147483646 h 832"/>
              <a:gd name="T24" fmla="*/ 2147483646 w 834"/>
              <a:gd name="T25" fmla="*/ 2147483646 h 832"/>
              <a:gd name="T26" fmla="*/ 2147483646 w 834"/>
              <a:gd name="T27" fmla="*/ 2147483646 h 832"/>
              <a:gd name="T28" fmla="*/ 2147483646 w 834"/>
              <a:gd name="T29" fmla="*/ 2147483646 h 832"/>
              <a:gd name="T30" fmla="*/ 2147483646 w 834"/>
              <a:gd name="T31" fmla="*/ 2147483646 h 832"/>
              <a:gd name="T32" fmla="*/ 2147483646 w 834"/>
              <a:gd name="T33" fmla="*/ 2147483646 h 832"/>
              <a:gd name="T34" fmla="*/ 2147483646 w 834"/>
              <a:gd name="T35" fmla="*/ 2147483646 h 832"/>
              <a:gd name="T36" fmla="*/ 2147483646 w 834"/>
              <a:gd name="T37" fmla="*/ 2147483646 h 832"/>
              <a:gd name="T38" fmla="*/ 2147483646 w 834"/>
              <a:gd name="T39" fmla="*/ 2147483646 h 832"/>
              <a:gd name="T40" fmla="*/ 2147483646 w 834"/>
              <a:gd name="T41" fmla="*/ 2147483646 h 832"/>
              <a:gd name="T42" fmla="*/ 2147483646 w 834"/>
              <a:gd name="T43" fmla="*/ 2147483646 h 832"/>
              <a:gd name="T44" fmla="*/ 2147483646 w 834"/>
              <a:gd name="T45" fmla="*/ 2147483646 h 832"/>
              <a:gd name="T46" fmla="*/ 2147483646 w 834"/>
              <a:gd name="T47" fmla="*/ 2147483646 h 832"/>
              <a:gd name="T48" fmla="*/ 2147483646 w 834"/>
              <a:gd name="T49" fmla="*/ 2147483646 h 832"/>
              <a:gd name="T50" fmla="*/ 2147483646 w 834"/>
              <a:gd name="T51" fmla="*/ 2147483646 h 832"/>
              <a:gd name="T52" fmla="*/ 2147483646 w 834"/>
              <a:gd name="T53" fmla="*/ 2147483646 h 832"/>
              <a:gd name="T54" fmla="*/ 2147483646 w 834"/>
              <a:gd name="T55" fmla="*/ 2147483646 h 832"/>
              <a:gd name="T56" fmla="*/ 2147483646 w 834"/>
              <a:gd name="T57" fmla="*/ 2147483646 h 832"/>
              <a:gd name="T58" fmla="*/ 2147483646 w 834"/>
              <a:gd name="T59" fmla="*/ 2147483646 h 832"/>
              <a:gd name="T60" fmla="*/ 2147483646 w 834"/>
              <a:gd name="T61" fmla="*/ 2147483646 h 832"/>
              <a:gd name="T62" fmla="*/ 2147483646 w 834"/>
              <a:gd name="T63" fmla="*/ 2147483646 h 8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4" h="832">
                <a:moveTo>
                  <a:pt x="416" y="0"/>
                </a:moveTo>
                <a:lnTo>
                  <a:pt x="459" y="2"/>
                </a:lnTo>
                <a:lnTo>
                  <a:pt x="500" y="8"/>
                </a:lnTo>
                <a:lnTo>
                  <a:pt x="540" y="18"/>
                </a:lnTo>
                <a:lnTo>
                  <a:pt x="578" y="33"/>
                </a:lnTo>
                <a:lnTo>
                  <a:pt x="615" y="50"/>
                </a:lnTo>
                <a:lnTo>
                  <a:pt x="649" y="70"/>
                </a:lnTo>
                <a:lnTo>
                  <a:pt x="682" y="95"/>
                </a:lnTo>
                <a:lnTo>
                  <a:pt x="711" y="121"/>
                </a:lnTo>
                <a:lnTo>
                  <a:pt x="738" y="150"/>
                </a:lnTo>
                <a:lnTo>
                  <a:pt x="762" y="183"/>
                </a:lnTo>
                <a:lnTo>
                  <a:pt x="783" y="217"/>
                </a:lnTo>
                <a:lnTo>
                  <a:pt x="800" y="254"/>
                </a:lnTo>
                <a:lnTo>
                  <a:pt x="814" y="291"/>
                </a:lnTo>
                <a:lnTo>
                  <a:pt x="825" y="331"/>
                </a:lnTo>
                <a:lnTo>
                  <a:pt x="831" y="372"/>
                </a:lnTo>
                <a:lnTo>
                  <a:pt x="833" y="415"/>
                </a:lnTo>
                <a:lnTo>
                  <a:pt x="831" y="457"/>
                </a:lnTo>
                <a:lnTo>
                  <a:pt x="825" y="499"/>
                </a:lnTo>
                <a:lnTo>
                  <a:pt x="814" y="538"/>
                </a:lnTo>
                <a:lnTo>
                  <a:pt x="800" y="576"/>
                </a:lnTo>
                <a:lnTo>
                  <a:pt x="783" y="613"/>
                </a:lnTo>
                <a:lnTo>
                  <a:pt x="762" y="647"/>
                </a:lnTo>
                <a:lnTo>
                  <a:pt x="738" y="679"/>
                </a:lnTo>
                <a:lnTo>
                  <a:pt x="711" y="709"/>
                </a:lnTo>
                <a:lnTo>
                  <a:pt x="682" y="735"/>
                </a:lnTo>
                <a:lnTo>
                  <a:pt x="649" y="760"/>
                </a:lnTo>
                <a:lnTo>
                  <a:pt x="615" y="781"/>
                </a:lnTo>
                <a:lnTo>
                  <a:pt x="578" y="798"/>
                </a:lnTo>
                <a:lnTo>
                  <a:pt x="540" y="813"/>
                </a:lnTo>
                <a:lnTo>
                  <a:pt x="500" y="823"/>
                </a:lnTo>
                <a:lnTo>
                  <a:pt x="459" y="829"/>
                </a:lnTo>
                <a:lnTo>
                  <a:pt x="416" y="831"/>
                </a:lnTo>
                <a:lnTo>
                  <a:pt x="374" y="829"/>
                </a:lnTo>
                <a:lnTo>
                  <a:pt x="333" y="823"/>
                </a:lnTo>
                <a:lnTo>
                  <a:pt x="293" y="813"/>
                </a:lnTo>
                <a:lnTo>
                  <a:pt x="255" y="798"/>
                </a:lnTo>
                <a:lnTo>
                  <a:pt x="218" y="781"/>
                </a:lnTo>
                <a:lnTo>
                  <a:pt x="184" y="760"/>
                </a:lnTo>
                <a:lnTo>
                  <a:pt x="151" y="735"/>
                </a:lnTo>
                <a:lnTo>
                  <a:pt x="122" y="709"/>
                </a:lnTo>
                <a:lnTo>
                  <a:pt x="95" y="679"/>
                </a:lnTo>
                <a:lnTo>
                  <a:pt x="71" y="647"/>
                </a:lnTo>
                <a:lnTo>
                  <a:pt x="50" y="613"/>
                </a:lnTo>
                <a:lnTo>
                  <a:pt x="33" y="576"/>
                </a:lnTo>
                <a:lnTo>
                  <a:pt x="19" y="538"/>
                </a:lnTo>
                <a:lnTo>
                  <a:pt x="8" y="499"/>
                </a:lnTo>
                <a:lnTo>
                  <a:pt x="2" y="457"/>
                </a:lnTo>
                <a:lnTo>
                  <a:pt x="0" y="415"/>
                </a:lnTo>
                <a:lnTo>
                  <a:pt x="2" y="372"/>
                </a:lnTo>
                <a:lnTo>
                  <a:pt x="8" y="331"/>
                </a:lnTo>
                <a:lnTo>
                  <a:pt x="19" y="291"/>
                </a:lnTo>
                <a:lnTo>
                  <a:pt x="33" y="254"/>
                </a:lnTo>
                <a:lnTo>
                  <a:pt x="50" y="217"/>
                </a:lnTo>
                <a:lnTo>
                  <a:pt x="71" y="183"/>
                </a:lnTo>
                <a:lnTo>
                  <a:pt x="95" y="150"/>
                </a:lnTo>
                <a:lnTo>
                  <a:pt x="122" y="121"/>
                </a:lnTo>
                <a:lnTo>
                  <a:pt x="151" y="95"/>
                </a:lnTo>
                <a:lnTo>
                  <a:pt x="184" y="70"/>
                </a:lnTo>
                <a:lnTo>
                  <a:pt x="218" y="50"/>
                </a:lnTo>
                <a:lnTo>
                  <a:pt x="255" y="33"/>
                </a:lnTo>
                <a:lnTo>
                  <a:pt x="293" y="18"/>
                </a:lnTo>
                <a:lnTo>
                  <a:pt x="333" y="8"/>
                </a:lnTo>
                <a:lnTo>
                  <a:pt x="374" y="2"/>
                </a:lnTo>
                <a:lnTo>
                  <a:pt x="416" y="0"/>
                </a:lnTo>
              </a:path>
            </a:pathLst>
          </a:custGeom>
          <a:noFill/>
          <a:ln w="253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113678" name="Group 35">
            <a:extLst>
              <a:ext uri="{FF2B5EF4-FFF2-40B4-BE49-F238E27FC236}">
                <a16:creationId xmlns:a16="http://schemas.microsoft.com/office/drawing/2014/main" id="{FC241CE1-0116-4926-DF84-044860D740A0}"/>
              </a:ext>
            </a:extLst>
          </p:cNvPr>
          <p:cNvGrpSpPr>
            <a:grpSpLocks/>
          </p:cNvGrpSpPr>
          <p:nvPr/>
        </p:nvGrpSpPr>
        <p:grpSpPr bwMode="auto">
          <a:xfrm>
            <a:off x="5224463" y="487363"/>
            <a:ext cx="3554412" cy="731837"/>
            <a:chOff x="3565" y="196"/>
            <a:chExt cx="2426" cy="461"/>
          </a:xfrm>
        </p:grpSpPr>
        <p:grpSp>
          <p:nvGrpSpPr>
            <p:cNvPr id="113679" name="Group 36">
              <a:extLst>
                <a:ext uri="{FF2B5EF4-FFF2-40B4-BE49-F238E27FC236}">
                  <a16:creationId xmlns:a16="http://schemas.microsoft.com/office/drawing/2014/main" id="{502F92FC-B8FA-0A40-0BB3-CDB6339D065E}"/>
                </a:ext>
              </a:extLst>
            </p:cNvPr>
            <p:cNvGrpSpPr>
              <a:grpSpLocks/>
            </p:cNvGrpSpPr>
            <p:nvPr/>
          </p:nvGrpSpPr>
          <p:grpSpPr bwMode="auto">
            <a:xfrm>
              <a:off x="5452" y="196"/>
              <a:ext cx="539" cy="461"/>
              <a:chOff x="5452" y="196"/>
              <a:chExt cx="539" cy="461"/>
            </a:xfrm>
          </p:grpSpPr>
          <p:sp>
            <p:nvSpPr>
              <p:cNvPr id="113681" name="Rectangle 37">
                <a:extLst>
                  <a:ext uri="{FF2B5EF4-FFF2-40B4-BE49-F238E27FC236}">
                    <a16:creationId xmlns:a16="http://schemas.microsoft.com/office/drawing/2014/main" id="{1B36C838-288A-E2E8-3365-339851090914}"/>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13682" name="Group 38">
                <a:extLst>
                  <a:ext uri="{FF2B5EF4-FFF2-40B4-BE49-F238E27FC236}">
                    <a16:creationId xmlns:a16="http://schemas.microsoft.com/office/drawing/2014/main" id="{AC369C43-A0BE-A7D7-7697-C792FA7E4D56}"/>
                  </a:ext>
                </a:extLst>
              </p:cNvPr>
              <p:cNvGrpSpPr>
                <a:grpSpLocks/>
              </p:cNvGrpSpPr>
              <p:nvPr/>
            </p:nvGrpSpPr>
            <p:grpSpPr bwMode="auto">
              <a:xfrm>
                <a:off x="5509" y="273"/>
                <a:ext cx="423" cy="301"/>
                <a:chOff x="5509" y="273"/>
                <a:chExt cx="423" cy="301"/>
              </a:xfrm>
            </p:grpSpPr>
            <p:sp>
              <p:nvSpPr>
                <p:cNvPr id="113683" name="Oval 39">
                  <a:extLst>
                    <a:ext uri="{FF2B5EF4-FFF2-40B4-BE49-F238E27FC236}">
                      <a16:creationId xmlns:a16="http://schemas.microsoft.com/office/drawing/2014/main" id="{6A8C63DC-209E-068C-73F2-99FBF8DC859F}"/>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84" name="Rectangle 40">
                  <a:extLst>
                    <a:ext uri="{FF2B5EF4-FFF2-40B4-BE49-F238E27FC236}">
                      <a16:creationId xmlns:a16="http://schemas.microsoft.com/office/drawing/2014/main" id="{6B727305-F8B1-481D-B16B-8A36F13E602E}"/>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85" name="Rectangle 41">
                  <a:extLst>
                    <a:ext uri="{FF2B5EF4-FFF2-40B4-BE49-F238E27FC236}">
                      <a16:creationId xmlns:a16="http://schemas.microsoft.com/office/drawing/2014/main" id="{7364A537-7184-1BAD-975B-A5831A46293D}"/>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86" name="Rectangle 42">
                  <a:extLst>
                    <a:ext uri="{FF2B5EF4-FFF2-40B4-BE49-F238E27FC236}">
                      <a16:creationId xmlns:a16="http://schemas.microsoft.com/office/drawing/2014/main" id="{0DE566DF-95E6-958C-32CC-F0C830F6D741}"/>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87" name="Rectangle 43">
                  <a:extLst>
                    <a:ext uri="{FF2B5EF4-FFF2-40B4-BE49-F238E27FC236}">
                      <a16:creationId xmlns:a16="http://schemas.microsoft.com/office/drawing/2014/main" id="{4A62DDAB-D230-AB4A-66D5-C164E088C3DA}"/>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88" name="Oval 44">
                  <a:extLst>
                    <a:ext uri="{FF2B5EF4-FFF2-40B4-BE49-F238E27FC236}">
                      <a16:creationId xmlns:a16="http://schemas.microsoft.com/office/drawing/2014/main" id="{3E1CB5F7-9BF9-EF8F-8D78-73976F3313F9}"/>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89" name="AutoShape 45">
                  <a:extLst>
                    <a:ext uri="{FF2B5EF4-FFF2-40B4-BE49-F238E27FC236}">
                      <a16:creationId xmlns:a16="http://schemas.microsoft.com/office/drawing/2014/main" id="{047008B3-E204-8675-2DBA-95B02B04B801}"/>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90" name="AutoShape 46">
                  <a:extLst>
                    <a:ext uri="{FF2B5EF4-FFF2-40B4-BE49-F238E27FC236}">
                      <a16:creationId xmlns:a16="http://schemas.microsoft.com/office/drawing/2014/main" id="{7134C751-1538-9A63-92C9-84542D7FBC00}"/>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91" name="AutoShape 47">
                  <a:extLst>
                    <a:ext uri="{FF2B5EF4-FFF2-40B4-BE49-F238E27FC236}">
                      <a16:creationId xmlns:a16="http://schemas.microsoft.com/office/drawing/2014/main" id="{5BCEFFEF-AB34-62F9-3A44-A93EE54C6BD4}"/>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3692" name="AutoShape 48">
                  <a:extLst>
                    <a:ext uri="{FF2B5EF4-FFF2-40B4-BE49-F238E27FC236}">
                      <a16:creationId xmlns:a16="http://schemas.microsoft.com/office/drawing/2014/main" id="{90CE2E96-A807-BAE4-5C60-C7B227C1EF22}"/>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13680" name="Rectangle 49">
              <a:extLst>
                <a:ext uri="{FF2B5EF4-FFF2-40B4-BE49-F238E27FC236}">
                  <a16:creationId xmlns:a16="http://schemas.microsoft.com/office/drawing/2014/main" id="{D55F89C7-EE82-D320-12E8-7604A3F76DFD}"/>
                </a:ext>
              </a:extLst>
            </p:cNvPr>
            <p:cNvSpPr>
              <a:spLocks noChangeArrowheads="1"/>
            </p:cNvSpPr>
            <p:nvPr/>
          </p:nvSpPr>
          <p:spPr bwMode="auto">
            <a:xfrm>
              <a:off x="3565" y="227"/>
              <a:ext cx="1887"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INTERRELATIONSHIP</a:t>
              </a: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5713" name="Group 3">
            <a:extLst>
              <a:ext uri="{FF2B5EF4-FFF2-40B4-BE49-F238E27FC236}">
                <a16:creationId xmlns:a16="http://schemas.microsoft.com/office/drawing/2014/main" id="{C7F25044-3A2B-5710-1266-48062968A44D}"/>
              </a:ext>
            </a:extLst>
          </p:cNvPr>
          <p:cNvGrpSpPr>
            <a:grpSpLocks/>
          </p:cNvGrpSpPr>
          <p:nvPr/>
        </p:nvGrpSpPr>
        <p:grpSpPr bwMode="auto">
          <a:xfrm>
            <a:off x="5268913" y="1778000"/>
            <a:ext cx="2611437" cy="2055813"/>
            <a:chOff x="3596" y="1120"/>
            <a:chExt cx="1782" cy="1295"/>
          </a:xfrm>
        </p:grpSpPr>
        <p:sp>
          <p:nvSpPr>
            <p:cNvPr id="115737" name="Rectangle 4">
              <a:extLst>
                <a:ext uri="{FF2B5EF4-FFF2-40B4-BE49-F238E27FC236}">
                  <a16:creationId xmlns:a16="http://schemas.microsoft.com/office/drawing/2014/main" id="{EF63503F-F850-58C5-EF17-A3B466F29842}"/>
                </a:ext>
              </a:extLst>
            </p:cNvPr>
            <p:cNvSpPr>
              <a:spLocks noChangeArrowheads="1"/>
            </p:cNvSpPr>
            <p:nvPr/>
          </p:nvSpPr>
          <p:spPr bwMode="auto">
            <a:xfrm>
              <a:off x="3871" y="1120"/>
              <a:ext cx="1507" cy="1009"/>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8" name="Rectangle 5">
              <a:extLst>
                <a:ext uri="{FF2B5EF4-FFF2-40B4-BE49-F238E27FC236}">
                  <a16:creationId xmlns:a16="http://schemas.microsoft.com/office/drawing/2014/main" id="{83BAC002-9CE0-46BE-58C4-5F156B92D12D}"/>
                </a:ext>
              </a:extLst>
            </p:cNvPr>
            <p:cNvSpPr>
              <a:spLocks noChangeArrowheads="1"/>
            </p:cNvSpPr>
            <p:nvPr/>
          </p:nvSpPr>
          <p:spPr bwMode="auto">
            <a:xfrm>
              <a:off x="3733" y="1263"/>
              <a:ext cx="1508" cy="1009"/>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9" name="Rectangle 6">
              <a:extLst>
                <a:ext uri="{FF2B5EF4-FFF2-40B4-BE49-F238E27FC236}">
                  <a16:creationId xmlns:a16="http://schemas.microsoft.com/office/drawing/2014/main" id="{AD719569-4644-907B-F061-86A4D47C51E3}"/>
                </a:ext>
              </a:extLst>
            </p:cNvPr>
            <p:cNvSpPr>
              <a:spLocks noChangeArrowheads="1"/>
            </p:cNvSpPr>
            <p:nvPr/>
          </p:nvSpPr>
          <p:spPr bwMode="auto">
            <a:xfrm>
              <a:off x="3596" y="1406"/>
              <a:ext cx="1507" cy="1009"/>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15714" name="Group 7">
            <a:extLst>
              <a:ext uri="{FF2B5EF4-FFF2-40B4-BE49-F238E27FC236}">
                <a16:creationId xmlns:a16="http://schemas.microsoft.com/office/drawing/2014/main" id="{985C5E05-BBF9-3ACC-933B-53462C53AD6C}"/>
              </a:ext>
            </a:extLst>
          </p:cNvPr>
          <p:cNvGrpSpPr>
            <a:grpSpLocks/>
          </p:cNvGrpSpPr>
          <p:nvPr/>
        </p:nvGrpSpPr>
        <p:grpSpPr bwMode="auto">
          <a:xfrm>
            <a:off x="1676400" y="1651000"/>
            <a:ext cx="2259013" cy="2374900"/>
            <a:chOff x="1144" y="1040"/>
            <a:chExt cx="1542" cy="1496"/>
          </a:xfrm>
        </p:grpSpPr>
        <p:sp>
          <p:nvSpPr>
            <p:cNvPr id="115735" name="AutoShape 8">
              <a:extLst>
                <a:ext uri="{FF2B5EF4-FFF2-40B4-BE49-F238E27FC236}">
                  <a16:creationId xmlns:a16="http://schemas.microsoft.com/office/drawing/2014/main" id="{C71C14A9-3DF2-BDE7-FFED-1E6ABF6E2526}"/>
                </a:ext>
              </a:extLst>
            </p:cNvPr>
            <p:cNvSpPr>
              <a:spLocks noChangeArrowheads="1"/>
            </p:cNvSpPr>
            <p:nvPr/>
          </p:nvSpPr>
          <p:spPr bwMode="auto">
            <a:xfrm>
              <a:off x="1144" y="1040"/>
              <a:ext cx="1542" cy="1496"/>
            </a:xfrm>
            <a:prstGeom prst="triangle">
              <a:avLst>
                <a:gd name="adj" fmla="val 4999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6" name="AutoShape 9">
              <a:extLst>
                <a:ext uri="{FF2B5EF4-FFF2-40B4-BE49-F238E27FC236}">
                  <a16:creationId xmlns:a16="http://schemas.microsoft.com/office/drawing/2014/main" id="{4C4366B0-FC61-4629-145E-8FB5C773AAF3}"/>
                </a:ext>
              </a:extLst>
            </p:cNvPr>
            <p:cNvSpPr>
              <a:spLocks noChangeArrowheads="1"/>
            </p:cNvSpPr>
            <p:nvPr/>
          </p:nvSpPr>
          <p:spPr bwMode="auto">
            <a:xfrm rot="10800000" flipH="1">
              <a:off x="1517" y="1827"/>
              <a:ext cx="795" cy="709"/>
            </a:xfrm>
            <a:prstGeom prst="triangle">
              <a:avLst>
                <a:gd name="adj" fmla="val 49995"/>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15715" name="Group 10">
            <a:extLst>
              <a:ext uri="{FF2B5EF4-FFF2-40B4-BE49-F238E27FC236}">
                <a16:creationId xmlns:a16="http://schemas.microsoft.com/office/drawing/2014/main" id="{829F21F1-4D1B-D0BC-010C-FB13DED9484A}"/>
              </a:ext>
            </a:extLst>
          </p:cNvPr>
          <p:cNvGrpSpPr>
            <a:grpSpLocks/>
          </p:cNvGrpSpPr>
          <p:nvPr/>
        </p:nvGrpSpPr>
        <p:grpSpPr bwMode="auto">
          <a:xfrm>
            <a:off x="3717925" y="4289425"/>
            <a:ext cx="1839913" cy="1997075"/>
            <a:chOff x="2537" y="2702"/>
            <a:chExt cx="1256" cy="1258"/>
          </a:xfrm>
        </p:grpSpPr>
        <p:sp>
          <p:nvSpPr>
            <p:cNvPr id="115731" name="Rectangle 11">
              <a:extLst>
                <a:ext uri="{FF2B5EF4-FFF2-40B4-BE49-F238E27FC236}">
                  <a16:creationId xmlns:a16="http://schemas.microsoft.com/office/drawing/2014/main" id="{B5BF7E5E-5021-63B3-15DA-013206ABF32A}"/>
                </a:ext>
              </a:extLst>
            </p:cNvPr>
            <p:cNvSpPr>
              <a:spLocks noChangeArrowheads="1"/>
            </p:cNvSpPr>
            <p:nvPr/>
          </p:nvSpPr>
          <p:spPr bwMode="auto">
            <a:xfrm>
              <a:off x="2937" y="3565"/>
              <a:ext cx="856" cy="39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2" name="Rectangle 12">
              <a:extLst>
                <a:ext uri="{FF2B5EF4-FFF2-40B4-BE49-F238E27FC236}">
                  <a16:creationId xmlns:a16="http://schemas.microsoft.com/office/drawing/2014/main" id="{B32BFF8A-E3E1-95D8-6F51-E4BC67A20B6A}"/>
                </a:ext>
              </a:extLst>
            </p:cNvPr>
            <p:cNvSpPr>
              <a:spLocks noChangeArrowheads="1"/>
            </p:cNvSpPr>
            <p:nvPr/>
          </p:nvSpPr>
          <p:spPr bwMode="auto">
            <a:xfrm>
              <a:off x="2537" y="2702"/>
              <a:ext cx="856" cy="39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3" name="Rectangle 13">
              <a:extLst>
                <a:ext uri="{FF2B5EF4-FFF2-40B4-BE49-F238E27FC236}">
                  <a16:creationId xmlns:a16="http://schemas.microsoft.com/office/drawing/2014/main" id="{54547962-9142-1502-7FEC-3DCBD5F2E05C}"/>
                </a:ext>
              </a:extLst>
            </p:cNvPr>
            <p:cNvSpPr>
              <a:spLocks noChangeArrowheads="1"/>
            </p:cNvSpPr>
            <p:nvPr/>
          </p:nvSpPr>
          <p:spPr bwMode="auto">
            <a:xfrm>
              <a:off x="3398" y="2702"/>
              <a:ext cx="395" cy="85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4" name="Rectangle 14">
              <a:extLst>
                <a:ext uri="{FF2B5EF4-FFF2-40B4-BE49-F238E27FC236}">
                  <a16:creationId xmlns:a16="http://schemas.microsoft.com/office/drawing/2014/main" id="{232F47DA-E1B2-D8E5-9CAB-672EF5A1BA04}"/>
                </a:ext>
              </a:extLst>
            </p:cNvPr>
            <p:cNvSpPr>
              <a:spLocks noChangeArrowheads="1"/>
            </p:cNvSpPr>
            <p:nvPr/>
          </p:nvSpPr>
          <p:spPr bwMode="auto">
            <a:xfrm>
              <a:off x="2537" y="3104"/>
              <a:ext cx="395" cy="85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15716" name="Group 30">
            <a:extLst>
              <a:ext uri="{FF2B5EF4-FFF2-40B4-BE49-F238E27FC236}">
                <a16:creationId xmlns:a16="http://schemas.microsoft.com/office/drawing/2014/main" id="{7725948F-5EFF-A699-B6ED-6F5A6D28E80C}"/>
              </a:ext>
            </a:extLst>
          </p:cNvPr>
          <p:cNvGrpSpPr>
            <a:grpSpLocks/>
          </p:cNvGrpSpPr>
          <p:nvPr/>
        </p:nvGrpSpPr>
        <p:grpSpPr bwMode="auto">
          <a:xfrm>
            <a:off x="5224463" y="487363"/>
            <a:ext cx="3554412" cy="731837"/>
            <a:chOff x="3565" y="196"/>
            <a:chExt cx="2426" cy="461"/>
          </a:xfrm>
        </p:grpSpPr>
        <p:grpSp>
          <p:nvGrpSpPr>
            <p:cNvPr id="115717" name="Group 31">
              <a:extLst>
                <a:ext uri="{FF2B5EF4-FFF2-40B4-BE49-F238E27FC236}">
                  <a16:creationId xmlns:a16="http://schemas.microsoft.com/office/drawing/2014/main" id="{6E30799B-41A7-4FF2-AF1C-CAA52069F482}"/>
                </a:ext>
              </a:extLst>
            </p:cNvPr>
            <p:cNvGrpSpPr>
              <a:grpSpLocks/>
            </p:cNvGrpSpPr>
            <p:nvPr/>
          </p:nvGrpSpPr>
          <p:grpSpPr bwMode="auto">
            <a:xfrm>
              <a:off x="5452" y="196"/>
              <a:ext cx="539" cy="461"/>
              <a:chOff x="5452" y="196"/>
              <a:chExt cx="539" cy="461"/>
            </a:xfrm>
          </p:grpSpPr>
          <p:sp>
            <p:nvSpPr>
              <p:cNvPr id="115719" name="Rectangle 32">
                <a:extLst>
                  <a:ext uri="{FF2B5EF4-FFF2-40B4-BE49-F238E27FC236}">
                    <a16:creationId xmlns:a16="http://schemas.microsoft.com/office/drawing/2014/main" id="{A2CC2FC1-2615-363D-6E94-296BBAD6CCC2}"/>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15720" name="Group 33">
                <a:extLst>
                  <a:ext uri="{FF2B5EF4-FFF2-40B4-BE49-F238E27FC236}">
                    <a16:creationId xmlns:a16="http://schemas.microsoft.com/office/drawing/2014/main" id="{3C0EEA9C-013E-3FD5-0240-B5CC6812199B}"/>
                  </a:ext>
                </a:extLst>
              </p:cNvPr>
              <p:cNvGrpSpPr>
                <a:grpSpLocks/>
              </p:cNvGrpSpPr>
              <p:nvPr/>
            </p:nvGrpSpPr>
            <p:grpSpPr bwMode="auto">
              <a:xfrm>
                <a:off x="5509" y="273"/>
                <a:ext cx="423" cy="301"/>
                <a:chOff x="5509" y="273"/>
                <a:chExt cx="423" cy="301"/>
              </a:xfrm>
            </p:grpSpPr>
            <p:sp>
              <p:nvSpPr>
                <p:cNvPr id="115721" name="Oval 34">
                  <a:extLst>
                    <a:ext uri="{FF2B5EF4-FFF2-40B4-BE49-F238E27FC236}">
                      <a16:creationId xmlns:a16="http://schemas.microsoft.com/office/drawing/2014/main" id="{5E6BAA6F-31F2-9913-D60A-F3AF9A6811A4}"/>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2" name="Rectangle 35">
                  <a:extLst>
                    <a:ext uri="{FF2B5EF4-FFF2-40B4-BE49-F238E27FC236}">
                      <a16:creationId xmlns:a16="http://schemas.microsoft.com/office/drawing/2014/main" id="{CA07ADB4-8F30-7A03-C9AE-48D7A6528841}"/>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3" name="Rectangle 36">
                  <a:extLst>
                    <a:ext uri="{FF2B5EF4-FFF2-40B4-BE49-F238E27FC236}">
                      <a16:creationId xmlns:a16="http://schemas.microsoft.com/office/drawing/2014/main" id="{697B8977-EB45-5E87-EB29-D555F42FEE2A}"/>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4" name="Rectangle 37">
                  <a:extLst>
                    <a:ext uri="{FF2B5EF4-FFF2-40B4-BE49-F238E27FC236}">
                      <a16:creationId xmlns:a16="http://schemas.microsoft.com/office/drawing/2014/main" id="{D499EBC0-6E4C-6D86-5CCC-189343DEDB4B}"/>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5" name="Rectangle 38">
                  <a:extLst>
                    <a:ext uri="{FF2B5EF4-FFF2-40B4-BE49-F238E27FC236}">
                      <a16:creationId xmlns:a16="http://schemas.microsoft.com/office/drawing/2014/main" id="{20296CD4-4F3F-424C-B179-C47F2925D40E}"/>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6" name="Oval 39">
                  <a:extLst>
                    <a:ext uri="{FF2B5EF4-FFF2-40B4-BE49-F238E27FC236}">
                      <a16:creationId xmlns:a16="http://schemas.microsoft.com/office/drawing/2014/main" id="{8FCC285B-4D0C-1140-5AEE-33DE5BF2DA92}"/>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7" name="AutoShape 40">
                  <a:extLst>
                    <a:ext uri="{FF2B5EF4-FFF2-40B4-BE49-F238E27FC236}">
                      <a16:creationId xmlns:a16="http://schemas.microsoft.com/office/drawing/2014/main" id="{F03DE553-B94E-DFD8-5B02-083F245AD8B1}"/>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8" name="AutoShape 41">
                  <a:extLst>
                    <a:ext uri="{FF2B5EF4-FFF2-40B4-BE49-F238E27FC236}">
                      <a16:creationId xmlns:a16="http://schemas.microsoft.com/office/drawing/2014/main" id="{DC808F82-E6A4-F94E-DCCA-FAA31B34D9D9}"/>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29" name="AutoShape 42">
                  <a:extLst>
                    <a:ext uri="{FF2B5EF4-FFF2-40B4-BE49-F238E27FC236}">
                      <a16:creationId xmlns:a16="http://schemas.microsoft.com/office/drawing/2014/main" id="{87D28146-A854-42BA-7F98-9388E28A9C21}"/>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5730" name="AutoShape 43">
                  <a:extLst>
                    <a:ext uri="{FF2B5EF4-FFF2-40B4-BE49-F238E27FC236}">
                      <a16:creationId xmlns:a16="http://schemas.microsoft.com/office/drawing/2014/main" id="{36C93EAB-4E58-A06E-E2FE-424B2130FB72}"/>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15718" name="Rectangle 44">
              <a:extLst>
                <a:ext uri="{FF2B5EF4-FFF2-40B4-BE49-F238E27FC236}">
                  <a16:creationId xmlns:a16="http://schemas.microsoft.com/office/drawing/2014/main" id="{8D85FB3C-4F23-B972-6CD6-D4B718CD2B34}"/>
                </a:ext>
              </a:extLst>
            </p:cNvPr>
            <p:cNvSpPr>
              <a:spLocks noChangeArrowheads="1"/>
            </p:cNvSpPr>
            <p:nvPr/>
          </p:nvSpPr>
          <p:spPr bwMode="auto">
            <a:xfrm>
              <a:off x="3565" y="227"/>
              <a:ext cx="1887"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INTERRELATIONSHIP</a:t>
              </a: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809" name="Group 3">
            <a:extLst>
              <a:ext uri="{FF2B5EF4-FFF2-40B4-BE49-F238E27FC236}">
                <a16:creationId xmlns:a16="http://schemas.microsoft.com/office/drawing/2014/main" id="{7392567C-94A9-97F7-CD73-B38ECBB2A74F}"/>
              </a:ext>
            </a:extLst>
          </p:cNvPr>
          <p:cNvGrpSpPr>
            <a:grpSpLocks/>
          </p:cNvGrpSpPr>
          <p:nvPr/>
        </p:nvGrpSpPr>
        <p:grpSpPr bwMode="auto">
          <a:xfrm>
            <a:off x="3532188" y="2498725"/>
            <a:ext cx="2001837" cy="2162175"/>
            <a:chOff x="1150" y="1015"/>
            <a:chExt cx="1367" cy="1362"/>
          </a:xfrm>
        </p:grpSpPr>
        <p:sp>
          <p:nvSpPr>
            <p:cNvPr id="119920" name="Freeform 4">
              <a:extLst>
                <a:ext uri="{FF2B5EF4-FFF2-40B4-BE49-F238E27FC236}">
                  <a16:creationId xmlns:a16="http://schemas.microsoft.com/office/drawing/2014/main" id="{E5173E00-5D76-331A-B06D-3535BBD3A704}"/>
                </a:ext>
              </a:extLst>
            </p:cNvPr>
            <p:cNvSpPr>
              <a:spLocks/>
            </p:cNvSpPr>
            <p:nvPr/>
          </p:nvSpPr>
          <p:spPr bwMode="auto">
            <a:xfrm>
              <a:off x="2208" y="2144"/>
              <a:ext cx="111" cy="118"/>
            </a:xfrm>
            <a:custGeom>
              <a:avLst/>
              <a:gdLst>
                <a:gd name="T0" fmla="*/ 0 w 111"/>
                <a:gd name="T1" fmla="*/ 0 h 118"/>
                <a:gd name="T2" fmla="*/ 0 w 111"/>
                <a:gd name="T3" fmla="*/ 117 h 118"/>
                <a:gd name="T4" fmla="*/ 13 w 111"/>
                <a:gd name="T5" fmla="*/ 109 h 118"/>
                <a:gd name="T6" fmla="*/ 63 w 111"/>
                <a:gd name="T7" fmla="*/ 70 h 118"/>
                <a:gd name="T8" fmla="*/ 110 w 111"/>
                <a:gd name="T9" fmla="*/ 27 h 118"/>
                <a:gd name="T10" fmla="*/ 0 w 111"/>
                <a:gd name="T11" fmla="*/ 0 h 1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1" h="118">
                  <a:moveTo>
                    <a:pt x="0" y="0"/>
                  </a:moveTo>
                  <a:lnTo>
                    <a:pt x="0" y="117"/>
                  </a:lnTo>
                  <a:lnTo>
                    <a:pt x="13" y="109"/>
                  </a:lnTo>
                  <a:lnTo>
                    <a:pt x="63" y="70"/>
                  </a:lnTo>
                  <a:lnTo>
                    <a:pt x="110" y="27"/>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1" name="Freeform 5">
              <a:extLst>
                <a:ext uri="{FF2B5EF4-FFF2-40B4-BE49-F238E27FC236}">
                  <a16:creationId xmlns:a16="http://schemas.microsoft.com/office/drawing/2014/main" id="{DD12AC33-FB8D-5549-5F82-904A1BF5B1DA}"/>
                </a:ext>
              </a:extLst>
            </p:cNvPr>
            <p:cNvSpPr>
              <a:spLocks/>
            </p:cNvSpPr>
            <p:nvPr/>
          </p:nvSpPr>
          <p:spPr bwMode="auto">
            <a:xfrm>
              <a:off x="2208" y="1211"/>
              <a:ext cx="305" cy="944"/>
            </a:xfrm>
            <a:custGeom>
              <a:avLst/>
              <a:gdLst>
                <a:gd name="T0" fmla="*/ 0 w 305"/>
                <a:gd name="T1" fmla="*/ 216 h 944"/>
                <a:gd name="T2" fmla="*/ 0 w 305"/>
                <a:gd name="T3" fmla="*/ 892 h 944"/>
                <a:gd name="T4" fmla="*/ 206 w 305"/>
                <a:gd name="T5" fmla="*/ 943 h 944"/>
                <a:gd name="T6" fmla="*/ 162 w 305"/>
                <a:gd name="T7" fmla="*/ 901 h 944"/>
                <a:gd name="T8" fmla="*/ 195 w 305"/>
                <a:gd name="T9" fmla="*/ 856 h 944"/>
                <a:gd name="T10" fmla="*/ 222 w 305"/>
                <a:gd name="T11" fmla="*/ 810 h 944"/>
                <a:gd name="T12" fmla="*/ 248 w 305"/>
                <a:gd name="T13" fmla="*/ 759 h 944"/>
                <a:gd name="T14" fmla="*/ 268 w 305"/>
                <a:gd name="T15" fmla="*/ 708 h 944"/>
                <a:gd name="T16" fmla="*/ 284 w 305"/>
                <a:gd name="T17" fmla="*/ 655 h 944"/>
                <a:gd name="T18" fmla="*/ 297 w 305"/>
                <a:gd name="T19" fmla="*/ 599 h 944"/>
                <a:gd name="T20" fmla="*/ 304 w 305"/>
                <a:gd name="T21" fmla="*/ 543 h 944"/>
                <a:gd name="T22" fmla="*/ 304 w 305"/>
                <a:gd name="T23" fmla="*/ 485 h 944"/>
                <a:gd name="T24" fmla="*/ 303 w 305"/>
                <a:gd name="T25" fmla="*/ 414 h 944"/>
                <a:gd name="T26" fmla="*/ 292 w 305"/>
                <a:gd name="T27" fmla="*/ 346 h 944"/>
                <a:gd name="T28" fmla="*/ 275 w 305"/>
                <a:gd name="T29" fmla="*/ 280 h 944"/>
                <a:gd name="T30" fmla="*/ 251 w 305"/>
                <a:gd name="T31" fmla="*/ 218 h 944"/>
                <a:gd name="T32" fmla="*/ 222 w 305"/>
                <a:gd name="T33" fmla="*/ 157 h 944"/>
                <a:gd name="T34" fmla="*/ 187 w 305"/>
                <a:gd name="T35" fmla="*/ 100 h 944"/>
                <a:gd name="T36" fmla="*/ 147 w 305"/>
                <a:gd name="T37" fmla="*/ 48 h 944"/>
                <a:gd name="T38" fmla="*/ 102 w 305"/>
                <a:gd name="T39" fmla="*/ 0 h 944"/>
                <a:gd name="T40" fmla="*/ 51 w 305"/>
                <a:gd name="T41" fmla="*/ 203 h 944"/>
                <a:gd name="T42" fmla="*/ 0 w 305"/>
                <a:gd name="T43" fmla="*/ 216 h 9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5" h="944">
                  <a:moveTo>
                    <a:pt x="0" y="216"/>
                  </a:moveTo>
                  <a:lnTo>
                    <a:pt x="0" y="892"/>
                  </a:lnTo>
                  <a:lnTo>
                    <a:pt x="206" y="943"/>
                  </a:lnTo>
                  <a:lnTo>
                    <a:pt x="162" y="901"/>
                  </a:lnTo>
                  <a:lnTo>
                    <a:pt x="195" y="856"/>
                  </a:lnTo>
                  <a:lnTo>
                    <a:pt x="222" y="810"/>
                  </a:lnTo>
                  <a:lnTo>
                    <a:pt x="248" y="759"/>
                  </a:lnTo>
                  <a:lnTo>
                    <a:pt x="268" y="708"/>
                  </a:lnTo>
                  <a:lnTo>
                    <a:pt x="284" y="655"/>
                  </a:lnTo>
                  <a:lnTo>
                    <a:pt x="297" y="599"/>
                  </a:lnTo>
                  <a:lnTo>
                    <a:pt x="304" y="543"/>
                  </a:lnTo>
                  <a:lnTo>
                    <a:pt x="304" y="485"/>
                  </a:lnTo>
                  <a:lnTo>
                    <a:pt x="303" y="414"/>
                  </a:lnTo>
                  <a:lnTo>
                    <a:pt x="292" y="346"/>
                  </a:lnTo>
                  <a:lnTo>
                    <a:pt x="275" y="280"/>
                  </a:lnTo>
                  <a:lnTo>
                    <a:pt x="251" y="218"/>
                  </a:lnTo>
                  <a:lnTo>
                    <a:pt x="222" y="157"/>
                  </a:lnTo>
                  <a:lnTo>
                    <a:pt x="187" y="100"/>
                  </a:lnTo>
                  <a:lnTo>
                    <a:pt x="147" y="48"/>
                  </a:lnTo>
                  <a:lnTo>
                    <a:pt x="102" y="0"/>
                  </a:lnTo>
                  <a:lnTo>
                    <a:pt x="51" y="203"/>
                  </a:lnTo>
                  <a:lnTo>
                    <a:pt x="0" y="21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2" name="Freeform 6">
              <a:extLst>
                <a:ext uri="{FF2B5EF4-FFF2-40B4-BE49-F238E27FC236}">
                  <a16:creationId xmlns:a16="http://schemas.microsoft.com/office/drawing/2014/main" id="{63F749B7-53F6-6600-93C4-ACE345B98704}"/>
                </a:ext>
              </a:extLst>
            </p:cNvPr>
            <p:cNvSpPr>
              <a:spLocks/>
            </p:cNvSpPr>
            <p:nvPr/>
          </p:nvSpPr>
          <p:spPr bwMode="auto">
            <a:xfrm>
              <a:off x="2208" y="1121"/>
              <a:ext cx="83" cy="257"/>
            </a:xfrm>
            <a:custGeom>
              <a:avLst/>
              <a:gdLst>
                <a:gd name="T0" fmla="*/ 0 w 83"/>
                <a:gd name="T1" fmla="*/ 7 h 257"/>
                <a:gd name="T2" fmla="*/ 0 w 83"/>
                <a:gd name="T3" fmla="*/ 256 h 257"/>
                <a:gd name="T4" fmla="*/ 23 w 83"/>
                <a:gd name="T5" fmla="*/ 250 h 257"/>
                <a:gd name="T6" fmla="*/ 82 w 83"/>
                <a:gd name="T7" fmla="*/ 0 h 257"/>
                <a:gd name="T8" fmla="*/ 45 w 83"/>
                <a:gd name="T9" fmla="*/ 40 h 257"/>
                <a:gd name="T10" fmla="*/ 3 w 83"/>
                <a:gd name="T11" fmla="*/ 9 h 257"/>
                <a:gd name="T12" fmla="*/ 0 w 83"/>
                <a:gd name="T13" fmla="*/ 7 h 2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257">
                  <a:moveTo>
                    <a:pt x="0" y="7"/>
                  </a:moveTo>
                  <a:lnTo>
                    <a:pt x="0" y="256"/>
                  </a:lnTo>
                  <a:lnTo>
                    <a:pt x="23" y="250"/>
                  </a:lnTo>
                  <a:lnTo>
                    <a:pt x="82" y="0"/>
                  </a:lnTo>
                  <a:lnTo>
                    <a:pt x="45" y="40"/>
                  </a:lnTo>
                  <a:lnTo>
                    <a:pt x="3" y="9"/>
                  </a:lnTo>
                  <a:lnTo>
                    <a:pt x="0" y="7"/>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3" name="Freeform 7">
              <a:extLst>
                <a:ext uri="{FF2B5EF4-FFF2-40B4-BE49-F238E27FC236}">
                  <a16:creationId xmlns:a16="http://schemas.microsoft.com/office/drawing/2014/main" id="{758594D8-54DF-8B39-1189-140EBAB54154}"/>
                </a:ext>
              </a:extLst>
            </p:cNvPr>
            <p:cNvSpPr>
              <a:spLocks/>
            </p:cNvSpPr>
            <p:nvPr/>
          </p:nvSpPr>
          <p:spPr bwMode="auto">
            <a:xfrm>
              <a:off x="1481" y="1015"/>
              <a:ext cx="724" cy="423"/>
            </a:xfrm>
            <a:custGeom>
              <a:avLst/>
              <a:gdLst>
                <a:gd name="T0" fmla="*/ 723 w 724"/>
                <a:gd name="T1" fmla="*/ 364 h 423"/>
                <a:gd name="T2" fmla="*/ 723 w 724"/>
                <a:gd name="T3" fmla="*/ 111 h 423"/>
                <a:gd name="T4" fmla="*/ 679 w 724"/>
                <a:gd name="T5" fmla="*/ 84 h 423"/>
                <a:gd name="T6" fmla="*/ 629 w 724"/>
                <a:gd name="T7" fmla="*/ 59 h 423"/>
                <a:gd name="T8" fmla="*/ 578 w 724"/>
                <a:gd name="T9" fmla="*/ 39 h 423"/>
                <a:gd name="T10" fmla="*/ 523 w 724"/>
                <a:gd name="T11" fmla="*/ 22 h 423"/>
                <a:gd name="T12" fmla="*/ 467 w 724"/>
                <a:gd name="T13" fmla="*/ 9 h 423"/>
                <a:gd name="T14" fmla="*/ 410 w 724"/>
                <a:gd name="T15" fmla="*/ 2 h 423"/>
                <a:gd name="T16" fmla="*/ 351 w 724"/>
                <a:gd name="T17" fmla="*/ 0 h 423"/>
                <a:gd name="T18" fmla="*/ 280 w 724"/>
                <a:gd name="T19" fmla="*/ 3 h 423"/>
                <a:gd name="T20" fmla="*/ 212 w 724"/>
                <a:gd name="T21" fmla="*/ 14 h 423"/>
                <a:gd name="T22" fmla="*/ 145 w 724"/>
                <a:gd name="T23" fmla="*/ 32 h 423"/>
                <a:gd name="T24" fmla="*/ 82 w 724"/>
                <a:gd name="T25" fmla="*/ 56 h 423"/>
                <a:gd name="T26" fmla="*/ 22 w 724"/>
                <a:gd name="T27" fmla="*/ 85 h 423"/>
                <a:gd name="T28" fmla="*/ 0 w 724"/>
                <a:gd name="T29" fmla="*/ 99 h 423"/>
                <a:gd name="T30" fmla="*/ 0 w 724"/>
                <a:gd name="T31" fmla="*/ 241 h 423"/>
                <a:gd name="T32" fmla="*/ 69 w 724"/>
                <a:gd name="T33" fmla="*/ 258 h 423"/>
                <a:gd name="T34" fmla="*/ 113 w 724"/>
                <a:gd name="T35" fmla="*/ 422 h 423"/>
                <a:gd name="T36" fmla="*/ 137 w 724"/>
                <a:gd name="T37" fmla="*/ 401 h 423"/>
                <a:gd name="T38" fmla="*/ 164 w 724"/>
                <a:gd name="T39" fmla="*/ 383 h 423"/>
                <a:gd name="T40" fmla="*/ 191 w 724"/>
                <a:gd name="T41" fmla="*/ 366 h 423"/>
                <a:gd name="T42" fmla="*/ 221 w 724"/>
                <a:gd name="T43" fmla="*/ 353 h 423"/>
                <a:gd name="T44" fmla="*/ 252 w 724"/>
                <a:gd name="T45" fmla="*/ 342 h 423"/>
                <a:gd name="T46" fmla="*/ 284 w 724"/>
                <a:gd name="T47" fmla="*/ 334 h 423"/>
                <a:gd name="T48" fmla="*/ 318 w 724"/>
                <a:gd name="T49" fmla="*/ 329 h 423"/>
                <a:gd name="T50" fmla="*/ 351 w 724"/>
                <a:gd name="T51" fmla="*/ 327 h 423"/>
                <a:gd name="T52" fmla="*/ 402 w 724"/>
                <a:gd name="T53" fmla="*/ 331 h 423"/>
                <a:gd name="T54" fmla="*/ 450 w 724"/>
                <a:gd name="T55" fmla="*/ 342 h 423"/>
                <a:gd name="T56" fmla="*/ 497 w 724"/>
                <a:gd name="T57" fmla="*/ 359 h 423"/>
                <a:gd name="T58" fmla="*/ 539 w 724"/>
                <a:gd name="T59" fmla="*/ 382 h 423"/>
                <a:gd name="T60" fmla="*/ 501 w 724"/>
                <a:gd name="T61" fmla="*/ 420 h 423"/>
                <a:gd name="T62" fmla="*/ 723 w 724"/>
                <a:gd name="T63" fmla="*/ 364 h 4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24" h="423">
                  <a:moveTo>
                    <a:pt x="723" y="364"/>
                  </a:moveTo>
                  <a:lnTo>
                    <a:pt x="723" y="111"/>
                  </a:lnTo>
                  <a:lnTo>
                    <a:pt x="679" y="84"/>
                  </a:lnTo>
                  <a:lnTo>
                    <a:pt x="629" y="59"/>
                  </a:lnTo>
                  <a:lnTo>
                    <a:pt x="578" y="39"/>
                  </a:lnTo>
                  <a:lnTo>
                    <a:pt x="523" y="22"/>
                  </a:lnTo>
                  <a:lnTo>
                    <a:pt x="467" y="9"/>
                  </a:lnTo>
                  <a:lnTo>
                    <a:pt x="410" y="2"/>
                  </a:lnTo>
                  <a:lnTo>
                    <a:pt x="351" y="0"/>
                  </a:lnTo>
                  <a:lnTo>
                    <a:pt x="280" y="3"/>
                  </a:lnTo>
                  <a:lnTo>
                    <a:pt x="212" y="14"/>
                  </a:lnTo>
                  <a:lnTo>
                    <a:pt x="145" y="32"/>
                  </a:lnTo>
                  <a:lnTo>
                    <a:pt x="82" y="56"/>
                  </a:lnTo>
                  <a:lnTo>
                    <a:pt x="22" y="85"/>
                  </a:lnTo>
                  <a:lnTo>
                    <a:pt x="0" y="99"/>
                  </a:lnTo>
                  <a:lnTo>
                    <a:pt x="0" y="241"/>
                  </a:lnTo>
                  <a:lnTo>
                    <a:pt x="69" y="258"/>
                  </a:lnTo>
                  <a:lnTo>
                    <a:pt x="113" y="422"/>
                  </a:lnTo>
                  <a:lnTo>
                    <a:pt x="137" y="401"/>
                  </a:lnTo>
                  <a:lnTo>
                    <a:pt x="164" y="383"/>
                  </a:lnTo>
                  <a:lnTo>
                    <a:pt x="191" y="366"/>
                  </a:lnTo>
                  <a:lnTo>
                    <a:pt x="221" y="353"/>
                  </a:lnTo>
                  <a:lnTo>
                    <a:pt x="252" y="342"/>
                  </a:lnTo>
                  <a:lnTo>
                    <a:pt x="284" y="334"/>
                  </a:lnTo>
                  <a:lnTo>
                    <a:pt x="318" y="329"/>
                  </a:lnTo>
                  <a:lnTo>
                    <a:pt x="351" y="327"/>
                  </a:lnTo>
                  <a:lnTo>
                    <a:pt x="402" y="331"/>
                  </a:lnTo>
                  <a:lnTo>
                    <a:pt x="450" y="342"/>
                  </a:lnTo>
                  <a:lnTo>
                    <a:pt x="497" y="359"/>
                  </a:lnTo>
                  <a:lnTo>
                    <a:pt x="539" y="382"/>
                  </a:lnTo>
                  <a:lnTo>
                    <a:pt x="501" y="420"/>
                  </a:lnTo>
                  <a:lnTo>
                    <a:pt x="723" y="364"/>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4" name="Freeform 8">
              <a:extLst>
                <a:ext uri="{FF2B5EF4-FFF2-40B4-BE49-F238E27FC236}">
                  <a16:creationId xmlns:a16="http://schemas.microsoft.com/office/drawing/2014/main" id="{902C4A88-EF72-0078-AE60-3971B3FB2E12}"/>
                </a:ext>
              </a:extLst>
            </p:cNvPr>
            <p:cNvSpPr>
              <a:spLocks/>
            </p:cNvSpPr>
            <p:nvPr/>
          </p:nvSpPr>
          <p:spPr bwMode="auto">
            <a:xfrm>
              <a:off x="2092" y="1427"/>
              <a:ext cx="113" cy="676"/>
            </a:xfrm>
            <a:custGeom>
              <a:avLst/>
              <a:gdLst>
                <a:gd name="T0" fmla="*/ 112 w 113"/>
                <a:gd name="T1" fmla="*/ 675 h 676"/>
                <a:gd name="T2" fmla="*/ 112 w 113"/>
                <a:gd name="T3" fmla="*/ 0 h 676"/>
                <a:gd name="T4" fmla="*/ 0 w 113"/>
                <a:gd name="T5" fmla="*/ 30 h 676"/>
                <a:gd name="T6" fmla="*/ 21 w 113"/>
                <a:gd name="T7" fmla="*/ 55 h 676"/>
                <a:gd name="T8" fmla="*/ 38 w 113"/>
                <a:gd name="T9" fmla="*/ 81 h 676"/>
                <a:gd name="T10" fmla="*/ 53 w 113"/>
                <a:gd name="T11" fmla="*/ 109 h 676"/>
                <a:gd name="T12" fmla="*/ 66 w 113"/>
                <a:gd name="T13" fmla="*/ 138 h 676"/>
                <a:gd name="T14" fmla="*/ 77 w 113"/>
                <a:gd name="T15" fmla="*/ 169 h 676"/>
                <a:gd name="T16" fmla="*/ 85 w 113"/>
                <a:gd name="T17" fmla="*/ 201 h 676"/>
                <a:gd name="T18" fmla="*/ 89 w 113"/>
                <a:gd name="T19" fmla="*/ 233 h 676"/>
                <a:gd name="T20" fmla="*/ 91 w 113"/>
                <a:gd name="T21" fmla="*/ 268 h 676"/>
                <a:gd name="T22" fmla="*/ 87 w 113"/>
                <a:gd name="T23" fmla="*/ 317 h 676"/>
                <a:gd name="T24" fmla="*/ 77 w 113"/>
                <a:gd name="T25" fmla="*/ 366 h 676"/>
                <a:gd name="T26" fmla="*/ 61 w 113"/>
                <a:gd name="T27" fmla="*/ 410 h 676"/>
                <a:gd name="T28" fmla="*/ 40 w 113"/>
                <a:gd name="T29" fmla="*/ 451 h 676"/>
                <a:gd name="T30" fmla="*/ 5 w 113"/>
                <a:gd name="T31" fmla="*/ 417 h 676"/>
                <a:gd name="T32" fmla="*/ 66 w 113"/>
                <a:gd name="T33" fmla="*/ 662 h 676"/>
                <a:gd name="T34" fmla="*/ 112 w 113"/>
                <a:gd name="T35" fmla="*/ 675 h 6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3" h="676">
                  <a:moveTo>
                    <a:pt x="112" y="675"/>
                  </a:moveTo>
                  <a:lnTo>
                    <a:pt x="112" y="0"/>
                  </a:lnTo>
                  <a:lnTo>
                    <a:pt x="0" y="30"/>
                  </a:lnTo>
                  <a:lnTo>
                    <a:pt x="21" y="55"/>
                  </a:lnTo>
                  <a:lnTo>
                    <a:pt x="38" y="81"/>
                  </a:lnTo>
                  <a:lnTo>
                    <a:pt x="53" y="109"/>
                  </a:lnTo>
                  <a:lnTo>
                    <a:pt x="66" y="138"/>
                  </a:lnTo>
                  <a:lnTo>
                    <a:pt x="77" y="169"/>
                  </a:lnTo>
                  <a:lnTo>
                    <a:pt x="85" y="201"/>
                  </a:lnTo>
                  <a:lnTo>
                    <a:pt x="89" y="233"/>
                  </a:lnTo>
                  <a:lnTo>
                    <a:pt x="91" y="268"/>
                  </a:lnTo>
                  <a:lnTo>
                    <a:pt x="87" y="317"/>
                  </a:lnTo>
                  <a:lnTo>
                    <a:pt x="77" y="366"/>
                  </a:lnTo>
                  <a:lnTo>
                    <a:pt x="61" y="410"/>
                  </a:lnTo>
                  <a:lnTo>
                    <a:pt x="40" y="451"/>
                  </a:lnTo>
                  <a:lnTo>
                    <a:pt x="5" y="417"/>
                  </a:lnTo>
                  <a:lnTo>
                    <a:pt x="66" y="662"/>
                  </a:lnTo>
                  <a:lnTo>
                    <a:pt x="112" y="67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5" name="Freeform 9">
              <a:extLst>
                <a:ext uri="{FF2B5EF4-FFF2-40B4-BE49-F238E27FC236}">
                  <a16:creationId xmlns:a16="http://schemas.microsoft.com/office/drawing/2014/main" id="{34302D6E-E945-CBD0-679A-538D93308F65}"/>
                </a:ext>
              </a:extLst>
            </p:cNvPr>
            <p:cNvSpPr>
              <a:spLocks/>
            </p:cNvSpPr>
            <p:nvPr/>
          </p:nvSpPr>
          <p:spPr bwMode="auto">
            <a:xfrm>
              <a:off x="1481" y="1949"/>
              <a:ext cx="724" cy="424"/>
            </a:xfrm>
            <a:custGeom>
              <a:avLst/>
              <a:gdLst>
                <a:gd name="T0" fmla="*/ 723 w 724"/>
                <a:gd name="T1" fmla="*/ 315 h 424"/>
                <a:gd name="T2" fmla="*/ 723 w 724"/>
                <a:gd name="T3" fmla="*/ 193 h 424"/>
                <a:gd name="T4" fmla="*/ 638 w 724"/>
                <a:gd name="T5" fmla="*/ 172 h 424"/>
                <a:gd name="T6" fmla="*/ 593 w 724"/>
                <a:gd name="T7" fmla="*/ 0 h 424"/>
                <a:gd name="T8" fmla="*/ 569 w 724"/>
                <a:gd name="T9" fmla="*/ 21 h 424"/>
                <a:gd name="T10" fmla="*/ 543 w 724"/>
                <a:gd name="T11" fmla="*/ 40 h 424"/>
                <a:gd name="T12" fmla="*/ 514 w 724"/>
                <a:gd name="T13" fmla="*/ 57 h 424"/>
                <a:gd name="T14" fmla="*/ 484 w 724"/>
                <a:gd name="T15" fmla="*/ 71 h 424"/>
                <a:gd name="T16" fmla="*/ 453 w 724"/>
                <a:gd name="T17" fmla="*/ 82 h 424"/>
                <a:gd name="T18" fmla="*/ 419 w 724"/>
                <a:gd name="T19" fmla="*/ 90 h 424"/>
                <a:gd name="T20" fmla="*/ 386 w 724"/>
                <a:gd name="T21" fmla="*/ 95 h 424"/>
                <a:gd name="T22" fmla="*/ 351 w 724"/>
                <a:gd name="T23" fmla="*/ 97 h 424"/>
                <a:gd name="T24" fmla="*/ 327 w 724"/>
                <a:gd name="T25" fmla="*/ 96 h 424"/>
                <a:gd name="T26" fmla="*/ 302 w 724"/>
                <a:gd name="T27" fmla="*/ 93 h 424"/>
                <a:gd name="T28" fmla="*/ 278 w 724"/>
                <a:gd name="T29" fmla="*/ 89 h 424"/>
                <a:gd name="T30" fmla="*/ 255 w 724"/>
                <a:gd name="T31" fmla="*/ 84 h 424"/>
                <a:gd name="T32" fmla="*/ 233 w 724"/>
                <a:gd name="T33" fmla="*/ 77 h 424"/>
                <a:gd name="T34" fmla="*/ 211 w 724"/>
                <a:gd name="T35" fmla="*/ 68 h 424"/>
                <a:gd name="T36" fmla="*/ 190 w 724"/>
                <a:gd name="T37" fmla="*/ 58 h 424"/>
                <a:gd name="T38" fmla="*/ 169 w 724"/>
                <a:gd name="T39" fmla="*/ 46 h 424"/>
                <a:gd name="T40" fmla="*/ 206 w 724"/>
                <a:gd name="T41" fmla="*/ 8 h 424"/>
                <a:gd name="T42" fmla="*/ 0 w 724"/>
                <a:gd name="T43" fmla="*/ 62 h 424"/>
                <a:gd name="T44" fmla="*/ 0 w 724"/>
                <a:gd name="T45" fmla="*/ 327 h 424"/>
                <a:gd name="T46" fmla="*/ 28 w 724"/>
                <a:gd name="T47" fmla="*/ 343 h 424"/>
                <a:gd name="T48" fmla="*/ 77 w 724"/>
                <a:gd name="T49" fmla="*/ 368 h 424"/>
                <a:gd name="T50" fmla="*/ 129 w 724"/>
                <a:gd name="T51" fmla="*/ 388 h 424"/>
                <a:gd name="T52" fmla="*/ 182 w 724"/>
                <a:gd name="T53" fmla="*/ 404 h 424"/>
                <a:gd name="T54" fmla="*/ 237 w 724"/>
                <a:gd name="T55" fmla="*/ 416 h 424"/>
                <a:gd name="T56" fmla="*/ 294 w 724"/>
                <a:gd name="T57" fmla="*/ 423 h 424"/>
                <a:gd name="T58" fmla="*/ 351 w 724"/>
                <a:gd name="T59" fmla="*/ 423 h 424"/>
                <a:gd name="T60" fmla="*/ 422 w 724"/>
                <a:gd name="T61" fmla="*/ 421 h 424"/>
                <a:gd name="T62" fmla="*/ 490 w 724"/>
                <a:gd name="T63" fmla="*/ 411 h 424"/>
                <a:gd name="T64" fmla="*/ 556 w 724"/>
                <a:gd name="T65" fmla="*/ 394 h 424"/>
                <a:gd name="T66" fmla="*/ 620 w 724"/>
                <a:gd name="T67" fmla="*/ 371 h 424"/>
                <a:gd name="T68" fmla="*/ 679 w 724"/>
                <a:gd name="T69" fmla="*/ 341 h 424"/>
                <a:gd name="T70" fmla="*/ 709 w 724"/>
                <a:gd name="T71" fmla="*/ 324 h 424"/>
                <a:gd name="T72" fmla="*/ 723 w 724"/>
                <a:gd name="T73" fmla="*/ 315 h 4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24" h="424">
                  <a:moveTo>
                    <a:pt x="723" y="315"/>
                  </a:moveTo>
                  <a:lnTo>
                    <a:pt x="723" y="193"/>
                  </a:lnTo>
                  <a:lnTo>
                    <a:pt x="638" y="172"/>
                  </a:lnTo>
                  <a:lnTo>
                    <a:pt x="593" y="0"/>
                  </a:lnTo>
                  <a:lnTo>
                    <a:pt x="569" y="21"/>
                  </a:lnTo>
                  <a:lnTo>
                    <a:pt x="543" y="40"/>
                  </a:lnTo>
                  <a:lnTo>
                    <a:pt x="514" y="57"/>
                  </a:lnTo>
                  <a:lnTo>
                    <a:pt x="484" y="71"/>
                  </a:lnTo>
                  <a:lnTo>
                    <a:pt x="453" y="82"/>
                  </a:lnTo>
                  <a:lnTo>
                    <a:pt x="419" y="90"/>
                  </a:lnTo>
                  <a:lnTo>
                    <a:pt x="386" y="95"/>
                  </a:lnTo>
                  <a:lnTo>
                    <a:pt x="351" y="97"/>
                  </a:lnTo>
                  <a:lnTo>
                    <a:pt x="327" y="96"/>
                  </a:lnTo>
                  <a:lnTo>
                    <a:pt x="302" y="93"/>
                  </a:lnTo>
                  <a:lnTo>
                    <a:pt x="278" y="89"/>
                  </a:lnTo>
                  <a:lnTo>
                    <a:pt x="255" y="84"/>
                  </a:lnTo>
                  <a:lnTo>
                    <a:pt x="233" y="77"/>
                  </a:lnTo>
                  <a:lnTo>
                    <a:pt x="211" y="68"/>
                  </a:lnTo>
                  <a:lnTo>
                    <a:pt x="190" y="58"/>
                  </a:lnTo>
                  <a:lnTo>
                    <a:pt x="169" y="46"/>
                  </a:lnTo>
                  <a:lnTo>
                    <a:pt x="206" y="8"/>
                  </a:lnTo>
                  <a:lnTo>
                    <a:pt x="0" y="62"/>
                  </a:lnTo>
                  <a:lnTo>
                    <a:pt x="0" y="327"/>
                  </a:lnTo>
                  <a:lnTo>
                    <a:pt x="28" y="343"/>
                  </a:lnTo>
                  <a:lnTo>
                    <a:pt x="77" y="368"/>
                  </a:lnTo>
                  <a:lnTo>
                    <a:pt x="129" y="388"/>
                  </a:lnTo>
                  <a:lnTo>
                    <a:pt x="182" y="404"/>
                  </a:lnTo>
                  <a:lnTo>
                    <a:pt x="237" y="416"/>
                  </a:lnTo>
                  <a:lnTo>
                    <a:pt x="294" y="423"/>
                  </a:lnTo>
                  <a:lnTo>
                    <a:pt x="351" y="423"/>
                  </a:lnTo>
                  <a:lnTo>
                    <a:pt x="422" y="421"/>
                  </a:lnTo>
                  <a:lnTo>
                    <a:pt x="490" y="411"/>
                  </a:lnTo>
                  <a:lnTo>
                    <a:pt x="556" y="394"/>
                  </a:lnTo>
                  <a:lnTo>
                    <a:pt x="620" y="371"/>
                  </a:lnTo>
                  <a:lnTo>
                    <a:pt x="679" y="341"/>
                  </a:lnTo>
                  <a:lnTo>
                    <a:pt x="709" y="324"/>
                  </a:lnTo>
                  <a:lnTo>
                    <a:pt x="723" y="31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6" name="Freeform 10">
              <a:extLst>
                <a:ext uri="{FF2B5EF4-FFF2-40B4-BE49-F238E27FC236}">
                  <a16:creationId xmlns:a16="http://schemas.microsoft.com/office/drawing/2014/main" id="{F8F89B59-2EDA-6554-A6EA-3ABB4241FE1B}"/>
                </a:ext>
              </a:extLst>
            </p:cNvPr>
            <p:cNvSpPr>
              <a:spLocks/>
            </p:cNvSpPr>
            <p:nvPr/>
          </p:nvSpPr>
          <p:spPr bwMode="auto">
            <a:xfrm>
              <a:off x="1481" y="1296"/>
              <a:ext cx="96" cy="666"/>
            </a:xfrm>
            <a:custGeom>
              <a:avLst/>
              <a:gdLst>
                <a:gd name="T0" fmla="*/ 0 w 96"/>
                <a:gd name="T1" fmla="*/ 0 h 666"/>
                <a:gd name="T2" fmla="*/ 0 w 96"/>
                <a:gd name="T3" fmla="*/ 665 h 666"/>
                <a:gd name="T4" fmla="*/ 95 w 96"/>
                <a:gd name="T5" fmla="*/ 639 h 666"/>
                <a:gd name="T6" fmla="*/ 75 w 96"/>
                <a:gd name="T7" fmla="*/ 614 h 666"/>
                <a:gd name="T8" fmla="*/ 56 w 96"/>
                <a:gd name="T9" fmla="*/ 587 h 666"/>
                <a:gd name="T10" fmla="*/ 40 w 96"/>
                <a:gd name="T11" fmla="*/ 560 h 666"/>
                <a:gd name="T12" fmla="*/ 27 w 96"/>
                <a:gd name="T13" fmla="*/ 530 h 666"/>
                <a:gd name="T14" fmla="*/ 16 w 96"/>
                <a:gd name="T15" fmla="*/ 498 h 666"/>
                <a:gd name="T16" fmla="*/ 9 w 96"/>
                <a:gd name="T17" fmla="*/ 466 h 666"/>
                <a:gd name="T18" fmla="*/ 4 w 96"/>
                <a:gd name="T19" fmla="*/ 432 h 666"/>
                <a:gd name="T20" fmla="*/ 2 w 96"/>
                <a:gd name="T21" fmla="*/ 397 h 666"/>
                <a:gd name="T22" fmla="*/ 6 w 96"/>
                <a:gd name="T23" fmla="*/ 348 h 666"/>
                <a:gd name="T24" fmla="*/ 16 w 96"/>
                <a:gd name="T25" fmla="*/ 300 h 666"/>
                <a:gd name="T26" fmla="*/ 31 w 96"/>
                <a:gd name="T27" fmla="*/ 255 h 666"/>
                <a:gd name="T28" fmla="*/ 41 w 96"/>
                <a:gd name="T29" fmla="*/ 234 h 666"/>
                <a:gd name="T30" fmla="*/ 52 w 96"/>
                <a:gd name="T31" fmla="*/ 213 h 666"/>
                <a:gd name="T32" fmla="*/ 90 w 96"/>
                <a:gd name="T33" fmla="*/ 253 h 666"/>
                <a:gd name="T34" fmla="*/ 30 w 96"/>
                <a:gd name="T35" fmla="*/ 7 h 666"/>
                <a:gd name="T36" fmla="*/ 0 w 96"/>
                <a:gd name="T37" fmla="*/ 0 h 6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6" h="666">
                  <a:moveTo>
                    <a:pt x="0" y="0"/>
                  </a:moveTo>
                  <a:lnTo>
                    <a:pt x="0" y="665"/>
                  </a:lnTo>
                  <a:lnTo>
                    <a:pt x="95" y="639"/>
                  </a:lnTo>
                  <a:lnTo>
                    <a:pt x="75" y="614"/>
                  </a:lnTo>
                  <a:lnTo>
                    <a:pt x="56" y="587"/>
                  </a:lnTo>
                  <a:lnTo>
                    <a:pt x="40" y="560"/>
                  </a:lnTo>
                  <a:lnTo>
                    <a:pt x="27" y="530"/>
                  </a:lnTo>
                  <a:lnTo>
                    <a:pt x="16" y="498"/>
                  </a:lnTo>
                  <a:lnTo>
                    <a:pt x="9" y="466"/>
                  </a:lnTo>
                  <a:lnTo>
                    <a:pt x="4" y="432"/>
                  </a:lnTo>
                  <a:lnTo>
                    <a:pt x="2" y="397"/>
                  </a:lnTo>
                  <a:lnTo>
                    <a:pt x="6" y="348"/>
                  </a:lnTo>
                  <a:lnTo>
                    <a:pt x="16" y="300"/>
                  </a:lnTo>
                  <a:lnTo>
                    <a:pt x="31" y="255"/>
                  </a:lnTo>
                  <a:lnTo>
                    <a:pt x="41" y="234"/>
                  </a:lnTo>
                  <a:lnTo>
                    <a:pt x="52" y="213"/>
                  </a:lnTo>
                  <a:lnTo>
                    <a:pt x="90" y="253"/>
                  </a:lnTo>
                  <a:lnTo>
                    <a:pt x="30" y="7"/>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7" name="Freeform 11">
              <a:extLst>
                <a:ext uri="{FF2B5EF4-FFF2-40B4-BE49-F238E27FC236}">
                  <a16:creationId xmlns:a16="http://schemas.microsoft.com/office/drawing/2014/main" id="{689F5EC5-186F-B3AD-9C68-6D789086923E}"/>
                </a:ext>
              </a:extLst>
            </p:cNvPr>
            <p:cNvSpPr>
              <a:spLocks/>
            </p:cNvSpPr>
            <p:nvPr/>
          </p:nvSpPr>
          <p:spPr bwMode="auto">
            <a:xfrm>
              <a:off x="1342" y="1116"/>
              <a:ext cx="134" cy="140"/>
            </a:xfrm>
            <a:custGeom>
              <a:avLst/>
              <a:gdLst>
                <a:gd name="T0" fmla="*/ 133 w 134"/>
                <a:gd name="T1" fmla="*/ 139 h 140"/>
                <a:gd name="T2" fmla="*/ 133 w 134"/>
                <a:gd name="T3" fmla="*/ 0 h 140"/>
                <a:gd name="T4" fmla="*/ 99 w 134"/>
                <a:gd name="T5" fmla="*/ 21 h 140"/>
                <a:gd name="T6" fmla="*/ 47 w 134"/>
                <a:gd name="T7" fmla="*/ 60 h 140"/>
                <a:gd name="T8" fmla="*/ 0 w 134"/>
                <a:gd name="T9" fmla="*/ 105 h 140"/>
                <a:gd name="T10" fmla="*/ 133 w 134"/>
                <a:gd name="T11" fmla="*/ 139 h 1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4" h="140">
                  <a:moveTo>
                    <a:pt x="133" y="139"/>
                  </a:moveTo>
                  <a:lnTo>
                    <a:pt x="133" y="0"/>
                  </a:lnTo>
                  <a:lnTo>
                    <a:pt x="99" y="21"/>
                  </a:lnTo>
                  <a:lnTo>
                    <a:pt x="47" y="60"/>
                  </a:lnTo>
                  <a:lnTo>
                    <a:pt x="0" y="105"/>
                  </a:lnTo>
                  <a:lnTo>
                    <a:pt x="133" y="13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8" name="Freeform 12">
              <a:extLst>
                <a:ext uri="{FF2B5EF4-FFF2-40B4-BE49-F238E27FC236}">
                  <a16:creationId xmlns:a16="http://schemas.microsoft.com/office/drawing/2014/main" id="{A9551283-22E3-BE93-F34A-17E55E54CB04}"/>
                </a:ext>
              </a:extLst>
            </p:cNvPr>
            <p:cNvSpPr>
              <a:spLocks/>
            </p:cNvSpPr>
            <p:nvPr/>
          </p:nvSpPr>
          <p:spPr bwMode="auto">
            <a:xfrm>
              <a:off x="1150" y="1239"/>
              <a:ext cx="326" cy="946"/>
            </a:xfrm>
            <a:custGeom>
              <a:avLst/>
              <a:gdLst>
                <a:gd name="T0" fmla="*/ 325 w 326"/>
                <a:gd name="T1" fmla="*/ 724 h 946"/>
                <a:gd name="T2" fmla="*/ 325 w 326"/>
                <a:gd name="T3" fmla="*/ 56 h 946"/>
                <a:gd name="T4" fmla="*/ 104 w 326"/>
                <a:gd name="T5" fmla="*/ 0 h 946"/>
                <a:gd name="T6" fmla="*/ 143 w 326"/>
                <a:gd name="T7" fmla="*/ 37 h 946"/>
                <a:gd name="T8" fmla="*/ 111 w 326"/>
                <a:gd name="T9" fmla="*/ 83 h 946"/>
                <a:gd name="T10" fmla="*/ 83 w 326"/>
                <a:gd name="T11" fmla="*/ 130 h 946"/>
                <a:gd name="T12" fmla="*/ 58 w 326"/>
                <a:gd name="T13" fmla="*/ 179 h 946"/>
                <a:gd name="T14" fmla="*/ 38 w 326"/>
                <a:gd name="T15" fmla="*/ 231 h 946"/>
                <a:gd name="T16" fmla="*/ 21 w 326"/>
                <a:gd name="T17" fmla="*/ 285 h 946"/>
                <a:gd name="T18" fmla="*/ 9 w 326"/>
                <a:gd name="T19" fmla="*/ 340 h 946"/>
                <a:gd name="T20" fmla="*/ 2 w 326"/>
                <a:gd name="T21" fmla="*/ 397 h 946"/>
                <a:gd name="T22" fmla="*/ 0 w 326"/>
                <a:gd name="T23" fmla="*/ 455 h 946"/>
                <a:gd name="T24" fmla="*/ 1 w 326"/>
                <a:gd name="T25" fmla="*/ 490 h 946"/>
                <a:gd name="T26" fmla="*/ 4 w 326"/>
                <a:gd name="T27" fmla="*/ 526 h 946"/>
                <a:gd name="T28" fmla="*/ 9 w 326"/>
                <a:gd name="T29" fmla="*/ 561 h 946"/>
                <a:gd name="T30" fmla="*/ 14 w 326"/>
                <a:gd name="T31" fmla="*/ 595 h 946"/>
                <a:gd name="T32" fmla="*/ 23 w 326"/>
                <a:gd name="T33" fmla="*/ 629 h 946"/>
                <a:gd name="T34" fmla="*/ 32 w 326"/>
                <a:gd name="T35" fmla="*/ 661 h 946"/>
                <a:gd name="T36" fmla="*/ 43 w 326"/>
                <a:gd name="T37" fmla="*/ 694 h 946"/>
                <a:gd name="T38" fmla="*/ 56 w 326"/>
                <a:gd name="T39" fmla="*/ 726 h 946"/>
                <a:gd name="T40" fmla="*/ 85 w 326"/>
                <a:gd name="T41" fmla="*/ 786 h 946"/>
                <a:gd name="T42" fmla="*/ 121 w 326"/>
                <a:gd name="T43" fmla="*/ 842 h 946"/>
                <a:gd name="T44" fmla="*/ 162 w 326"/>
                <a:gd name="T45" fmla="*/ 896 h 946"/>
                <a:gd name="T46" fmla="*/ 207 w 326"/>
                <a:gd name="T47" fmla="*/ 945 h 946"/>
                <a:gd name="T48" fmla="*/ 257 w 326"/>
                <a:gd name="T49" fmla="*/ 742 h 946"/>
                <a:gd name="T50" fmla="*/ 325 w 326"/>
                <a:gd name="T51" fmla="*/ 724 h 9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26" h="946">
                  <a:moveTo>
                    <a:pt x="325" y="724"/>
                  </a:moveTo>
                  <a:lnTo>
                    <a:pt x="325" y="56"/>
                  </a:lnTo>
                  <a:lnTo>
                    <a:pt x="104" y="0"/>
                  </a:lnTo>
                  <a:lnTo>
                    <a:pt x="143" y="37"/>
                  </a:lnTo>
                  <a:lnTo>
                    <a:pt x="111" y="83"/>
                  </a:lnTo>
                  <a:lnTo>
                    <a:pt x="83" y="130"/>
                  </a:lnTo>
                  <a:lnTo>
                    <a:pt x="58" y="179"/>
                  </a:lnTo>
                  <a:lnTo>
                    <a:pt x="38" y="231"/>
                  </a:lnTo>
                  <a:lnTo>
                    <a:pt x="21" y="285"/>
                  </a:lnTo>
                  <a:lnTo>
                    <a:pt x="9" y="340"/>
                  </a:lnTo>
                  <a:lnTo>
                    <a:pt x="2" y="397"/>
                  </a:lnTo>
                  <a:lnTo>
                    <a:pt x="0" y="455"/>
                  </a:lnTo>
                  <a:lnTo>
                    <a:pt x="1" y="490"/>
                  </a:lnTo>
                  <a:lnTo>
                    <a:pt x="4" y="526"/>
                  </a:lnTo>
                  <a:lnTo>
                    <a:pt x="9" y="561"/>
                  </a:lnTo>
                  <a:lnTo>
                    <a:pt x="14" y="595"/>
                  </a:lnTo>
                  <a:lnTo>
                    <a:pt x="23" y="629"/>
                  </a:lnTo>
                  <a:lnTo>
                    <a:pt x="32" y="661"/>
                  </a:lnTo>
                  <a:lnTo>
                    <a:pt x="43" y="694"/>
                  </a:lnTo>
                  <a:lnTo>
                    <a:pt x="56" y="726"/>
                  </a:lnTo>
                  <a:lnTo>
                    <a:pt x="85" y="786"/>
                  </a:lnTo>
                  <a:lnTo>
                    <a:pt x="121" y="842"/>
                  </a:lnTo>
                  <a:lnTo>
                    <a:pt x="162" y="896"/>
                  </a:lnTo>
                  <a:lnTo>
                    <a:pt x="207" y="945"/>
                  </a:lnTo>
                  <a:lnTo>
                    <a:pt x="257" y="742"/>
                  </a:lnTo>
                  <a:lnTo>
                    <a:pt x="325" y="724"/>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29" name="Freeform 13">
              <a:extLst>
                <a:ext uri="{FF2B5EF4-FFF2-40B4-BE49-F238E27FC236}">
                  <a16:creationId xmlns:a16="http://schemas.microsoft.com/office/drawing/2014/main" id="{331EF36E-D6ED-61E2-FDD9-FD1EC2D69207}"/>
                </a:ext>
              </a:extLst>
            </p:cNvPr>
            <p:cNvSpPr>
              <a:spLocks/>
            </p:cNvSpPr>
            <p:nvPr/>
          </p:nvSpPr>
          <p:spPr bwMode="auto">
            <a:xfrm>
              <a:off x="1377" y="2012"/>
              <a:ext cx="99" cy="264"/>
            </a:xfrm>
            <a:custGeom>
              <a:avLst/>
              <a:gdLst>
                <a:gd name="T0" fmla="*/ 98 w 99"/>
                <a:gd name="T1" fmla="*/ 263 h 264"/>
                <a:gd name="T2" fmla="*/ 98 w 99"/>
                <a:gd name="T3" fmla="*/ 0 h 264"/>
                <a:gd name="T4" fmla="*/ 60 w 99"/>
                <a:gd name="T5" fmla="*/ 10 h 264"/>
                <a:gd name="T6" fmla="*/ 0 w 99"/>
                <a:gd name="T7" fmla="*/ 261 h 264"/>
                <a:gd name="T8" fmla="*/ 38 w 99"/>
                <a:gd name="T9" fmla="*/ 220 h 264"/>
                <a:gd name="T10" fmla="*/ 80 w 99"/>
                <a:gd name="T11" fmla="*/ 251 h 264"/>
                <a:gd name="T12" fmla="*/ 98 w 99"/>
                <a:gd name="T13" fmla="*/ 263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264">
                  <a:moveTo>
                    <a:pt x="98" y="263"/>
                  </a:moveTo>
                  <a:lnTo>
                    <a:pt x="98" y="0"/>
                  </a:lnTo>
                  <a:lnTo>
                    <a:pt x="60" y="10"/>
                  </a:lnTo>
                  <a:lnTo>
                    <a:pt x="0" y="261"/>
                  </a:lnTo>
                  <a:lnTo>
                    <a:pt x="38" y="220"/>
                  </a:lnTo>
                  <a:lnTo>
                    <a:pt x="80" y="251"/>
                  </a:lnTo>
                  <a:lnTo>
                    <a:pt x="98" y="26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30" name="Freeform 14">
              <a:extLst>
                <a:ext uri="{FF2B5EF4-FFF2-40B4-BE49-F238E27FC236}">
                  <a16:creationId xmlns:a16="http://schemas.microsoft.com/office/drawing/2014/main" id="{1985188B-4757-9D3D-6452-ECF58F633D26}"/>
                </a:ext>
              </a:extLst>
            </p:cNvPr>
            <p:cNvSpPr>
              <a:spLocks/>
            </p:cNvSpPr>
            <p:nvPr/>
          </p:nvSpPr>
          <p:spPr bwMode="auto">
            <a:xfrm>
              <a:off x="1150" y="1239"/>
              <a:ext cx="432" cy="951"/>
            </a:xfrm>
            <a:custGeom>
              <a:avLst/>
              <a:gdLst>
                <a:gd name="T0" fmla="*/ 425 w 432"/>
                <a:gd name="T1" fmla="*/ 312 h 951"/>
                <a:gd name="T2" fmla="*/ 361 w 432"/>
                <a:gd name="T3" fmla="*/ 64 h 951"/>
                <a:gd name="T4" fmla="*/ 106 w 432"/>
                <a:gd name="T5" fmla="*/ 0 h 951"/>
                <a:gd name="T6" fmla="*/ 145 w 432"/>
                <a:gd name="T7" fmla="*/ 38 h 951"/>
                <a:gd name="T8" fmla="*/ 113 w 432"/>
                <a:gd name="T9" fmla="*/ 83 h 951"/>
                <a:gd name="T10" fmla="*/ 84 w 432"/>
                <a:gd name="T11" fmla="*/ 130 h 951"/>
                <a:gd name="T12" fmla="*/ 59 w 432"/>
                <a:gd name="T13" fmla="*/ 180 h 951"/>
                <a:gd name="T14" fmla="*/ 38 w 432"/>
                <a:gd name="T15" fmla="*/ 233 h 951"/>
                <a:gd name="T16" fmla="*/ 22 w 432"/>
                <a:gd name="T17" fmla="*/ 286 h 951"/>
                <a:gd name="T18" fmla="*/ 10 w 432"/>
                <a:gd name="T19" fmla="*/ 342 h 951"/>
                <a:gd name="T20" fmla="*/ 2 w 432"/>
                <a:gd name="T21" fmla="*/ 399 h 951"/>
                <a:gd name="T22" fmla="*/ 0 w 432"/>
                <a:gd name="T23" fmla="*/ 458 h 951"/>
                <a:gd name="T24" fmla="*/ 1 w 432"/>
                <a:gd name="T25" fmla="*/ 493 h 951"/>
                <a:gd name="T26" fmla="*/ 4 w 432"/>
                <a:gd name="T27" fmla="*/ 529 h 951"/>
                <a:gd name="T28" fmla="*/ 9 w 432"/>
                <a:gd name="T29" fmla="*/ 564 h 951"/>
                <a:gd name="T30" fmla="*/ 14 w 432"/>
                <a:gd name="T31" fmla="*/ 598 h 951"/>
                <a:gd name="T32" fmla="*/ 23 w 432"/>
                <a:gd name="T33" fmla="*/ 632 h 951"/>
                <a:gd name="T34" fmla="*/ 33 w 432"/>
                <a:gd name="T35" fmla="*/ 665 h 951"/>
                <a:gd name="T36" fmla="*/ 44 w 432"/>
                <a:gd name="T37" fmla="*/ 698 h 951"/>
                <a:gd name="T38" fmla="*/ 57 w 432"/>
                <a:gd name="T39" fmla="*/ 729 h 951"/>
                <a:gd name="T40" fmla="*/ 86 w 432"/>
                <a:gd name="T41" fmla="*/ 790 h 951"/>
                <a:gd name="T42" fmla="*/ 123 w 432"/>
                <a:gd name="T43" fmla="*/ 847 h 951"/>
                <a:gd name="T44" fmla="*/ 164 w 432"/>
                <a:gd name="T45" fmla="*/ 900 h 951"/>
                <a:gd name="T46" fmla="*/ 210 w 432"/>
                <a:gd name="T47" fmla="*/ 950 h 951"/>
                <a:gd name="T48" fmla="*/ 261 w 432"/>
                <a:gd name="T49" fmla="*/ 745 h 951"/>
                <a:gd name="T50" fmla="*/ 431 w 432"/>
                <a:gd name="T51" fmla="*/ 702 h 951"/>
                <a:gd name="T52" fmla="*/ 409 w 432"/>
                <a:gd name="T53" fmla="*/ 676 h 951"/>
                <a:gd name="T54" fmla="*/ 389 w 432"/>
                <a:gd name="T55" fmla="*/ 650 h 951"/>
                <a:gd name="T56" fmla="*/ 373 w 432"/>
                <a:gd name="T57" fmla="*/ 622 h 951"/>
                <a:gd name="T58" fmla="*/ 358 w 432"/>
                <a:gd name="T59" fmla="*/ 591 h 951"/>
                <a:gd name="T60" fmla="*/ 347 w 432"/>
                <a:gd name="T61" fmla="*/ 559 h 951"/>
                <a:gd name="T62" fmla="*/ 339 w 432"/>
                <a:gd name="T63" fmla="*/ 527 h 951"/>
                <a:gd name="T64" fmla="*/ 334 w 432"/>
                <a:gd name="T65" fmla="*/ 493 h 951"/>
                <a:gd name="T66" fmla="*/ 332 w 432"/>
                <a:gd name="T67" fmla="*/ 458 h 951"/>
                <a:gd name="T68" fmla="*/ 336 w 432"/>
                <a:gd name="T69" fmla="*/ 407 h 951"/>
                <a:gd name="T70" fmla="*/ 346 w 432"/>
                <a:gd name="T71" fmla="*/ 360 h 951"/>
                <a:gd name="T72" fmla="*/ 363 w 432"/>
                <a:gd name="T73" fmla="*/ 314 h 951"/>
                <a:gd name="T74" fmla="*/ 373 w 432"/>
                <a:gd name="T75" fmla="*/ 292 h 951"/>
                <a:gd name="T76" fmla="*/ 385 w 432"/>
                <a:gd name="T77" fmla="*/ 272 h 951"/>
                <a:gd name="T78" fmla="*/ 425 w 432"/>
                <a:gd name="T79" fmla="*/ 312 h 95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31" name="Freeform 15">
              <a:extLst>
                <a:ext uri="{FF2B5EF4-FFF2-40B4-BE49-F238E27FC236}">
                  <a16:creationId xmlns:a16="http://schemas.microsoft.com/office/drawing/2014/main" id="{9213EEF9-5F69-F898-D823-BE490FC2BB99}"/>
                </a:ext>
              </a:extLst>
            </p:cNvPr>
            <p:cNvSpPr>
              <a:spLocks/>
            </p:cNvSpPr>
            <p:nvPr/>
          </p:nvSpPr>
          <p:spPr bwMode="auto">
            <a:xfrm>
              <a:off x="1377" y="1949"/>
              <a:ext cx="948" cy="428"/>
            </a:xfrm>
            <a:custGeom>
              <a:avLst/>
              <a:gdLst>
                <a:gd name="T0" fmla="*/ 311 w 948"/>
                <a:gd name="T1" fmla="*/ 8 h 428"/>
                <a:gd name="T2" fmla="*/ 64 w 948"/>
                <a:gd name="T3" fmla="*/ 73 h 428"/>
                <a:gd name="T4" fmla="*/ 0 w 948"/>
                <a:gd name="T5" fmla="*/ 328 h 428"/>
                <a:gd name="T6" fmla="*/ 40 w 948"/>
                <a:gd name="T7" fmla="*/ 287 h 428"/>
                <a:gd name="T8" fmla="*/ 85 w 948"/>
                <a:gd name="T9" fmla="*/ 318 h 428"/>
                <a:gd name="T10" fmla="*/ 132 w 948"/>
                <a:gd name="T11" fmla="*/ 346 h 428"/>
                <a:gd name="T12" fmla="*/ 182 w 948"/>
                <a:gd name="T13" fmla="*/ 371 h 428"/>
                <a:gd name="T14" fmla="*/ 234 w 948"/>
                <a:gd name="T15" fmla="*/ 392 h 428"/>
                <a:gd name="T16" fmla="*/ 287 w 948"/>
                <a:gd name="T17" fmla="*/ 408 h 428"/>
                <a:gd name="T18" fmla="*/ 342 w 948"/>
                <a:gd name="T19" fmla="*/ 420 h 428"/>
                <a:gd name="T20" fmla="*/ 400 w 948"/>
                <a:gd name="T21" fmla="*/ 427 h 428"/>
                <a:gd name="T22" fmla="*/ 458 w 948"/>
                <a:gd name="T23" fmla="*/ 427 h 428"/>
                <a:gd name="T24" fmla="*/ 529 w 948"/>
                <a:gd name="T25" fmla="*/ 425 h 428"/>
                <a:gd name="T26" fmla="*/ 597 w 948"/>
                <a:gd name="T27" fmla="*/ 415 h 428"/>
                <a:gd name="T28" fmla="*/ 664 w 948"/>
                <a:gd name="T29" fmla="*/ 397 h 428"/>
                <a:gd name="T30" fmla="*/ 728 w 948"/>
                <a:gd name="T31" fmla="*/ 374 h 428"/>
                <a:gd name="T32" fmla="*/ 788 w 948"/>
                <a:gd name="T33" fmla="*/ 344 h 428"/>
                <a:gd name="T34" fmla="*/ 817 w 948"/>
                <a:gd name="T35" fmla="*/ 327 h 428"/>
                <a:gd name="T36" fmla="*/ 845 w 948"/>
                <a:gd name="T37" fmla="*/ 309 h 428"/>
                <a:gd name="T38" fmla="*/ 898 w 948"/>
                <a:gd name="T39" fmla="*/ 268 h 428"/>
                <a:gd name="T40" fmla="*/ 947 w 948"/>
                <a:gd name="T41" fmla="*/ 223 h 428"/>
                <a:gd name="T42" fmla="*/ 746 w 948"/>
                <a:gd name="T43" fmla="*/ 173 h 428"/>
                <a:gd name="T44" fmla="*/ 701 w 948"/>
                <a:gd name="T45" fmla="*/ 0 h 428"/>
                <a:gd name="T46" fmla="*/ 677 w 948"/>
                <a:gd name="T47" fmla="*/ 22 h 428"/>
                <a:gd name="T48" fmla="*/ 650 w 948"/>
                <a:gd name="T49" fmla="*/ 41 h 428"/>
                <a:gd name="T50" fmla="*/ 621 w 948"/>
                <a:gd name="T51" fmla="*/ 57 h 428"/>
                <a:gd name="T52" fmla="*/ 591 w 948"/>
                <a:gd name="T53" fmla="*/ 72 h 428"/>
                <a:gd name="T54" fmla="*/ 560 w 948"/>
                <a:gd name="T55" fmla="*/ 83 h 428"/>
                <a:gd name="T56" fmla="*/ 526 w 948"/>
                <a:gd name="T57" fmla="*/ 91 h 428"/>
                <a:gd name="T58" fmla="*/ 493 w 948"/>
                <a:gd name="T59" fmla="*/ 96 h 428"/>
                <a:gd name="T60" fmla="*/ 458 w 948"/>
                <a:gd name="T61" fmla="*/ 98 h 428"/>
                <a:gd name="T62" fmla="*/ 433 w 948"/>
                <a:gd name="T63" fmla="*/ 97 h 428"/>
                <a:gd name="T64" fmla="*/ 408 w 948"/>
                <a:gd name="T65" fmla="*/ 94 h 428"/>
                <a:gd name="T66" fmla="*/ 384 w 948"/>
                <a:gd name="T67" fmla="*/ 90 h 428"/>
                <a:gd name="T68" fmla="*/ 361 w 948"/>
                <a:gd name="T69" fmla="*/ 85 h 428"/>
                <a:gd name="T70" fmla="*/ 338 w 948"/>
                <a:gd name="T71" fmla="*/ 77 h 428"/>
                <a:gd name="T72" fmla="*/ 316 w 948"/>
                <a:gd name="T73" fmla="*/ 69 h 428"/>
                <a:gd name="T74" fmla="*/ 295 w 948"/>
                <a:gd name="T75" fmla="*/ 58 h 428"/>
                <a:gd name="T76" fmla="*/ 274 w 948"/>
                <a:gd name="T77" fmla="*/ 46 h 428"/>
                <a:gd name="T78" fmla="*/ 311 w 948"/>
                <a:gd name="T79" fmla="*/ 8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32" name="Freeform 16">
              <a:extLst>
                <a:ext uri="{FF2B5EF4-FFF2-40B4-BE49-F238E27FC236}">
                  <a16:creationId xmlns:a16="http://schemas.microsoft.com/office/drawing/2014/main" id="{E2E46CBF-0034-8471-037C-C11101CB3ACA}"/>
                </a:ext>
              </a:extLst>
            </p:cNvPr>
            <p:cNvSpPr>
              <a:spLocks/>
            </p:cNvSpPr>
            <p:nvPr/>
          </p:nvSpPr>
          <p:spPr bwMode="auto">
            <a:xfrm>
              <a:off x="2092" y="1211"/>
              <a:ext cx="425" cy="948"/>
            </a:xfrm>
            <a:custGeom>
              <a:avLst/>
              <a:gdLst>
                <a:gd name="T0" fmla="*/ 5 w 425"/>
                <a:gd name="T1" fmla="*/ 637 h 948"/>
                <a:gd name="T2" fmla="*/ 69 w 425"/>
                <a:gd name="T3" fmla="*/ 883 h 948"/>
                <a:gd name="T4" fmla="*/ 325 w 425"/>
                <a:gd name="T5" fmla="*/ 947 h 948"/>
                <a:gd name="T6" fmla="*/ 281 w 425"/>
                <a:gd name="T7" fmla="*/ 905 h 948"/>
                <a:gd name="T8" fmla="*/ 314 w 425"/>
                <a:gd name="T9" fmla="*/ 860 h 948"/>
                <a:gd name="T10" fmla="*/ 342 w 425"/>
                <a:gd name="T11" fmla="*/ 813 h 948"/>
                <a:gd name="T12" fmla="*/ 367 w 425"/>
                <a:gd name="T13" fmla="*/ 763 h 948"/>
                <a:gd name="T14" fmla="*/ 388 w 425"/>
                <a:gd name="T15" fmla="*/ 711 h 948"/>
                <a:gd name="T16" fmla="*/ 404 w 425"/>
                <a:gd name="T17" fmla="*/ 657 h 948"/>
                <a:gd name="T18" fmla="*/ 417 w 425"/>
                <a:gd name="T19" fmla="*/ 602 h 948"/>
                <a:gd name="T20" fmla="*/ 424 w 425"/>
                <a:gd name="T21" fmla="*/ 545 h 948"/>
                <a:gd name="T22" fmla="*/ 424 w 425"/>
                <a:gd name="T23" fmla="*/ 487 h 948"/>
                <a:gd name="T24" fmla="*/ 423 w 425"/>
                <a:gd name="T25" fmla="*/ 416 h 948"/>
                <a:gd name="T26" fmla="*/ 412 w 425"/>
                <a:gd name="T27" fmla="*/ 347 h 948"/>
                <a:gd name="T28" fmla="*/ 394 w 425"/>
                <a:gd name="T29" fmla="*/ 281 h 948"/>
                <a:gd name="T30" fmla="*/ 371 w 425"/>
                <a:gd name="T31" fmla="*/ 219 h 948"/>
                <a:gd name="T32" fmla="*/ 342 w 425"/>
                <a:gd name="T33" fmla="*/ 158 h 948"/>
                <a:gd name="T34" fmla="*/ 306 w 425"/>
                <a:gd name="T35" fmla="*/ 101 h 948"/>
                <a:gd name="T36" fmla="*/ 266 w 425"/>
                <a:gd name="T37" fmla="*/ 48 h 948"/>
                <a:gd name="T38" fmla="*/ 220 w 425"/>
                <a:gd name="T39" fmla="*/ 0 h 948"/>
                <a:gd name="T40" fmla="*/ 169 w 425"/>
                <a:gd name="T41" fmla="*/ 203 h 948"/>
                <a:gd name="T42" fmla="*/ 0 w 425"/>
                <a:gd name="T43" fmla="*/ 247 h 948"/>
                <a:gd name="T44" fmla="*/ 22 w 425"/>
                <a:gd name="T45" fmla="*/ 272 h 948"/>
                <a:gd name="T46" fmla="*/ 40 w 425"/>
                <a:gd name="T47" fmla="*/ 298 h 948"/>
                <a:gd name="T48" fmla="*/ 56 w 425"/>
                <a:gd name="T49" fmla="*/ 326 h 948"/>
                <a:gd name="T50" fmla="*/ 69 w 425"/>
                <a:gd name="T51" fmla="*/ 356 h 948"/>
                <a:gd name="T52" fmla="*/ 81 w 425"/>
                <a:gd name="T53" fmla="*/ 387 h 948"/>
                <a:gd name="T54" fmla="*/ 89 w 425"/>
                <a:gd name="T55" fmla="*/ 419 h 948"/>
                <a:gd name="T56" fmla="*/ 93 w 425"/>
                <a:gd name="T57" fmla="*/ 452 h 948"/>
                <a:gd name="T58" fmla="*/ 95 w 425"/>
                <a:gd name="T59" fmla="*/ 487 h 948"/>
                <a:gd name="T60" fmla="*/ 91 w 425"/>
                <a:gd name="T61" fmla="*/ 536 h 948"/>
                <a:gd name="T62" fmla="*/ 81 w 425"/>
                <a:gd name="T63" fmla="*/ 585 h 948"/>
                <a:gd name="T64" fmla="*/ 64 w 425"/>
                <a:gd name="T65" fmla="*/ 629 h 948"/>
                <a:gd name="T66" fmla="*/ 42 w 425"/>
                <a:gd name="T67" fmla="*/ 671 h 948"/>
                <a:gd name="T68" fmla="*/ 5 w 425"/>
                <a:gd name="T69" fmla="*/ 637 h 94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33" name="Freeform 17">
              <a:extLst>
                <a:ext uri="{FF2B5EF4-FFF2-40B4-BE49-F238E27FC236}">
                  <a16:creationId xmlns:a16="http://schemas.microsoft.com/office/drawing/2014/main" id="{FCF90B73-EE56-78E4-E12B-B3C70E014C81}"/>
                </a:ext>
              </a:extLst>
            </p:cNvPr>
            <p:cNvSpPr>
              <a:spLocks/>
            </p:cNvSpPr>
            <p:nvPr/>
          </p:nvSpPr>
          <p:spPr bwMode="auto">
            <a:xfrm>
              <a:off x="1342" y="1015"/>
              <a:ext cx="954" cy="428"/>
            </a:xfrm>
            <a:custGeom>
              <a:avLst/>
              <a:gdLst>
                <a:gd name="T0" fmla="*/ 643 w 954"/>
                <a:gd name="T1" fmla="*/ 425 h 428"/>
                <a:gd name="T2" fmla="*/ 890 w 954"/>
                <a:gd name="T3" fmla="*/ 362 h 428"/>
                <a:gd name="T4" fmla="*/ 953 w 954"/>
                <a:gd name="T5" fmla="*/ 105 h 428"/>
                <a:gd name="T6" fmla="*/ 914 w 954"/>
                <a:gd name="T7" fmla="*/ 147 h 428"/>
                <a:gd name="T8" fmla="*/ 869 w 954"/>
                <a:gd name="T9" fmla="*/ 114 h 428"/>
                <a:gd name="T10" fmla="*/ 821 w 954"/>
                <a:gd name="T11" fmla="*/ 85 h 428"/>
                <a:gd name="T12" fmla="*/ 771 w 954"/>
                <a:gd name="T13" fmla="*/ 60 h 428"/>
                <a:gd name="T14" fmla="*/ 719 w 954"/>
                <a:gd name="T15" fmla="*/ 39 h 428"/>
                <a:gd name="T16" fmla="*/ 664 w 954"/>
                <a:gd name="T17" fmla="*/ 22 h 428"/>
                <a:gd name="T18" fmla="*/ 608 w 954"/>
                <a:gd name="T19" fmla="*/ 10 h 428"/>
                <a:gd name="T20" fmla="*/ 551 w 954"/>
                <a:gd name="T21" fmla="*/ 2 h 428"/>
                <a:gd name="T22" fmla="*/ 491 w 954"/>
                <a:gd name="T23" fmla="*/ 0 h 428"/>
                <a:gd name="T24" fmla="*/ 420 w 954"/>
                <a:gd name="T25" fmla="*/ 3 h 428"/>
                <a:gd name="T26" fmla="*/ 351 w 954"/>
                <a:gd name="T27" fmla="*/ 14 h 428"/>
                <a:gd name="T28" fmla="*/ 284 w 954"/>
                <a:gd name="T29" fmla="*/ 32 h 428"/>
                <a:gd name="T30" fmla="*/ 220 w 954"/>
                <a:gd name="T31" fmla="*/ 57 h 428"/>
                <a:gd name="T32" fmla="*/ 160 w 954"/>
                <a:gd name="T33" fmla="*/ 86 h 428"/>
                <a:gd name="T34" fmla="*/ 102 w 954"/>
                <a:gd name="T35" fmla="*/ 122 h 428"/>
                <a:gd name="T36" fmla="*/ 49 w 954"/>
                <a:gd name="T37" fmla="*/ 163 h 428"/>
                <a:gd name="T38" fmla="*/ 0 w 954"/>
                <a:gd name="T39" fmla="*/ 209 h 428"/>
                <a:gd name="T40" fmla="*/ 207 w 954"/>
                <a:gd name="T41" fmla="*/ 261 h 428"/>
                <a:gd name="T42" fmla="*/ 251 w 954"/>
                <a:gd name="T43" fmla="*/ 427 h 428"/>
                <a:gd name="T44" fmla="*/ 276 w 954"/>
                <a:gd name="T45" fmla="*/ 405 h 428"/>
                <a:gd name="T46" fmla="*/ 302 w 954"/>
                <a:gd name="T47" fmla="*/ 387 h 428"/>
                <a:gd name="T48" fmla="*/ 330 w 954"/>
                <a:gd name="T49" fmla="*/ 370 h 428"/>
                <a:gd name="T50" fmla="*/ 360 w 954"/>
                <a:gd name="T51" fmla="*/ 357 h 428"/>
                <a:gd name="T52" fmla="*/ 391 w 954"/>
                <a:gd name="T53" fmla="*/ 346 h 428"/>
                <a:gd name="T54" fmla="*/ 424 w 954"/>
                <a:gd name="T55" fmla="*/ 338 h 428"/>
                <a:gd name="T56" fmla="*/ 458 w 954"/>
                <a:gd name="T57" fmla="*/ 333 h 428"/>
                <a:gd name="T58" fmla="*/ 491 w 954"/>
                <a:gd name="T59" fmla="*/ 331 h 428"/>
                <a:gd name="T60" fmla="*/ 543 w 954"/>
                <a:gd name="T61" fmla="*/ 335 h 428"/>
                <a:gd name="T62" fmla="*/ 591 w 954"/>
                <a:gd name="T63" fmla="*/ 346 h 428"/>
                <a:gd name="T64" fmla="*/ 638 w 954"/>
                <a:gd name="T65" fmla="*/ 363 h 428"/>
                <a:gd name="T66" fmla="*/ 680 w 954"/>
                <a:gd name="T67" fmla="*/ 386 h 428"/>
                <a:gd name="T68" fmla="*/ 643 w 954"/>
                <a:gd name="T69" fmla="*/ 425 h 4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19810" name="Group 18">
            <a:extLst>
              <a:ext uri="{FF2B5EF4-FFF2-40B4-BE49-F238E27FC236}">
                <a16:creationId xmlns:a16="http://schemas.microsoft.com/office/drawing/2014/main" id="{B6975509-5562-3D99-86DB-E5BC17F1A843}"/>
              </a:ext>
            </a:extLst>
          </p:cNvPr>
          <p:cNvGrpSpPr>
            <a:grpSpLocks/>
          </p:cNvGrpSpPr>
          <p:nvPr/>
        </p:nvGrpSpPr>
        <p:grpSpPr bwMode="auto">
          <a:xfrm>
            <a:off x="5505450" y="1611313"/>
            <a:ext cx="1979613" cy="2135187"/>
            <a:chOff x="3757" y="1015"/>
            <a:chExt cx="1351" cy="1345"/>
          </a:xfrm>
        </p:grpSpPr>
        <p:sp>
          <p:nvSpPr>
            <p:cNvPr id="119861" name="Freeform 19">
              <a:extLst>
                <a:ext uri="{FF2B5EF4-FFF2-40B4-BE49-F238E27FC236}">
                  <a16:creationId xmlns:a16="http://schemas.microsoft.com/office/drawing/2014/main" id="{EB24AC53-F9FB-0805-3A3D-63B6FFE73B9C}"/>
                </a:ext>
              </a:extLst>
            </p:cNvPr>
            <p:cNvSpPr>
              <a:spLocks/>
            </p:cNvSpPr>
            <p:nvPr/>
          </p:nvSpPr>
          <p:spPr bwMode="auto">
            <a:xfrm>
              <a:off x="3903" y="1842"/>
              <a:ext cx="1006" cy="518"/>
            </a:xfrm>
            <a:custGeom>
              <a:avLst/>
              <a:gdLst>
                <a:gd name="T0" fmla="*/ 427 w 1006"/>
                <a:gd name="T1" fmla="*/ 0 h 518"/>
                <a:gd name="T2" fmla="*/ 88 w 1006"/>
                <a:gd name="T3" fmla="*/ 88 h 518"/>
                <a:gd name="T4" fmla="*/ 0 w 1006"/>
                <a:gd name="T5" fmla="*/ 438 h 518"/>
                <a:gd name="T6" fmla="*/ 87 w 1006"/>
                <a:gd name="T7" fmla="*/ 349 h 518"/>
                <a:gd name="T8" fmla="*/ 86 w 1006"/>
                <a:gd name="T9" fmla="*/ 350 h 518"/>
                <a:gd name="T10" fmla="*/ 132 w 1006"/>
                <a:gd name="T11" fmla="*/ 387 h 518"/>
                <a:gd name="T12" fmla="*/ 183 w 1006"/>
                <a:gd name="T13" fmla="*/ 421 h 518"/>
                <a:gd name="T14" fmla="*/ 235 w 1006"/>
                <a:gd name="T15" fmla="*/ 450 h 518"/>
                <a:gd name="T16" fmla="*/ 289 w 1006"/>
                <a:gd name="T17" fmla="*/ 474 h 518"/>
                <a:gd name="T18" fmla="*/ 348 w 1006"/>
                <a:gd name="T19" fmla="*/ 493 h 518"/>
                <a:gd name="T20" fmla="*/ 407 w 1006"/>
                <a:gd name="T21" fmla="*/ 507 h 518"/>
                <a:gd name="T22" fmla="*/ 469 w 1006"/>
                <a:gd name="T23" fmla="*/ 515 h 518"/>
                <a:gd name="T24" fmla="*/ 532 w 1006"/>
                <a:gd name="T25" fmla="*/ 517 h 518"/>
                <a:gd name="T26" fmla="*/ 601 w 1006"/>
                <a:gd name="T27" fmla="*/ 515 h 518"/>
                <a:gd name="T28" fmla="*/ 666 w 1006"/>
                <a:gd name="T29" fmla="*/ 506 h 518"/>
                <a:gd name="T30" fmla="*/ 730 w 1006"/>
                <a:gd name="T31" fmla="*/ 489 h 518"/>
                <a:gd name="T32" fmla="*/ 791 w 1006"/>
                <a:gd name="T33" fmla="*/ 467 h 518"/>
                <a:gd name="T34" fmla="*/ 850 w 1006"/>
                <a:gd name="T35" fmla="*/ 439 h 518"/>
                <a:gd name="T36" fmla="*/ 906 w 1006"/>
                <a:gd name="T37" fmla="*/ 406 h 518"/>
                <a:gd name="T38" fmla="*/ 958 w 1006"/>
                <a:gd name="T39" fmla="*/ 368 h 518"/>
                <a:gd name="T40" fmla="*/ 1005 w 1006"/>
                <a:gd name="T41" fmla="*/ 325 h 518"/>
                <a:gd name="T42" fmla="*/ 725 w 1006"/>
                <a:gd name="T43" fmla="*/ 55 h 518"/>
                <a:gd name="T44" fmla="*/ 706 w 1006"/>
                <a:gd name="T45" fmla="*/ 71 h 518"/>
                <a:gd name="T46" fmla="*/ 685 w 1006"/>
                <a:gd name="T47" fmla="*/ 85 h 518"/>
                <a:gd name="T48" fmla="*/ 639 w 1006"/>
                <a:gd name="T49" fmla="*/ 108 h 518"/>
                <a:gd name="T50" fmla="*/ 614 w 1006"/>
                <a:gd name="T51" fmla="*/ 117 h 518"/>
                <a:gd name="T52" fmla="*/ 589 w 1006"/>
                <a:gd name="T53" fmla="*/ 122 h 518"/>
                <a:gd name="T54" fmla="*/ 562 w 1006"/>
                <a:gd name="T55" fmla="*/ 127 h 518"/>
                <a:gd name="T56" fmla="*/ 535 w 1006"/>
                <a:gd name="T57" fmla="*/ 127 h 518"/>
                <a:gd name="T58" fmla="*/ 487 w 1006"/>
                <a:gd name="T59" fmla="*/ 123 h 518"/>
                <a:gd name="T60" fmla="*/ 442 w 1006"/>
                <a:gd name="T61" fmla="*/ 112 h 518"/>
                <a:gd name="T62" fmla="*/ 400 w 1006"/>
                <a:gd name="T63" fmla="*/ 93 h 518"/>
                <a:gd name="T64" fmla="*/ 361 w 1006"/>
                <a:gd name="T65" fmla="*/ 68 h 518"/>
                <a:gd name="T66" fmla="*/ 361 w 1006"/>
                <a:gd name="T67" fmla="*/ 69 h 518"/>
                <a:gd name="T68" fmla="*/ 360 w 1006"/>
                <a:gd name="T69" fmla="*/ 69 h 518"/>
                <a:gd name="T70" fmla="*/ 427 w 1006"/>
                <a:gd name="T71" fmla="*/ 0 h 5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06" h="518">
                  <a:moveTo>
                    <a:pt x="427" y="0"/>
                  </a:moveTo>
                  <a:lnTo>
                    <a:pt x="88" y="88"/>
                  </a:lnTo>
                  <a:lnTo>
                    <a:pt x="0" y="438"/>
                  </a:lnTo>
                  <a:lnTo>
                    <a:pt x="87" y="349"/>
                  </a:lnTo>
                  <a:lnTo>
                    <a:pt x="86" y="350"/>
                  </a:lnTo>
                  <a:lnTo>
                    <a:pt x="132" y="387"/>
                  </a:lnTo>
                  <a:lnTo>
                    <a:pt x="183" y="421"/>
                  </a:lnTo>
                  <a:lnTo>
                    <a:pt x="235" y="450"/>
                  </a:lnTo>
                  <a:lnTo>
                    <a:pt x="289" y="474"/>
                  </a:lnTo>
                  <a:lnTo>
                    <a:pt x="348" y="493"/>
                  </a:lnTo>
                  <a:lnTo>
                    <a:pt x="407" y="507"/>
                  </a:lnTo>
                  <a:lnTo>
                    <a:pt x="469" y="515"/>
                  </a:lnTo>
                  <a:lnTo>
                    <a:pt x="532" y="517"/>
                  </a:lnTo>
                  <a:lnTo>
                    <a:pt x="601" y="515"/>
                  </a:lnTo>
                  <a:lnTo>
                    <a:pt x="666" y="506"/>
                  </a:lnTo>
                  <a:lnTo>
                    <a:pt x="730" y="489"/>
                  </a:lnTo>
                  <a:lnTo>
                    <a:pt x="791" y="467"/>
                  </a:lnTo>
                  <a:lnTo>
                    <a:pt x="850" y="439"/>
                  </a:lnTo>
                  <a:lnTo>
                    <a:pt x="906" y="406"/>
                  </a:lnTo>
                  <a:lnTo>
                    <a:pt x="958" y="368"/>
                  </a:lnTo>
                  <a:lnTo>
                    <a:pt x="1005" y="325"/>
                  </a:lnTo>
                  <a:lnTo>
                    <a:pt x="725" y="55"/>
                  </a:lnTo>
                  <a:lnTo>
                    <a:pt x="706" y="71"/>
                  </a:lnTo>
                  <a:lnTo>
                    <a:pt x="685" y="85"/>
                  </a:lnTo>
                  <a:lnTo>
                    <a:pt x="639" y="108"/>
                  </a:lnTo>
                  <a:lnTo>
                    <a:pt x="614" y="117"/>
                  </a:lnTo>
                  <a:lnTo>
                    <a:pt x="589" y="122"/>
                  </a:lnTo>
                  <a:lnTo>
                    <a:pt x="562" y="127"/>
                  </a:lnTo>
                  <a:lnTo>
                    <a:pt x="535" y="127"/>
                  </a:lnTo>
                  <a:lnTo>
                    <a:pt x="487" y="123"/>
                  </a:lnTo>
                  <a:lnTo>
                    <a:pt x="442" y="112"/>
                  </a:lnTo>
                  <a:lnTo>
                    <a:pt x="400" y="93"/>
                  </a:lnTo>
                  <a:lnTo>
                    <a:pt x="361" y="68"/>
                  </a:lnTo>
                  <a:lnTo>
                    <a:pt x="361" y="69"/>
                  </a:lnTo>
                  <a:lnTo>
                    <a:pt x="360" y="69"/>
                  </a:lnTo>
                  <a:lnTo>
                    <a:pt x="427" y="0"/>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2" name="Freeform 20">
              <a:extLst>
                <a:ext uri="{FF2B5EF4-FFF2-40B4-BE49-F238E27FC236}">
                  <a16:creationId xmlns:a16="http://schemas.microsoft.com/office/drawing/2014/main" id="{E1A22050-0F44-7A6C-0268-840F11474C59}"/>
                </a:ext>
              </a:extLst>
            </p:cNvPr>
            <p:cNvSpPr>
              <a:spLocks/>
            </p:cNvSpPr>
            <p:nvPr/>
          </p:nvSpPr>
          <p:spPr bwMode="auto">
            <a:xfrm>
              <a:off x="4597" y="1231"/>
              <a:ext cx="511" cy="975"/>
            </a:xfrm>
            <a:custGeom>
              <a:avLst/>
              <a:gdLst>
                <a:gd name="T0" fmla="*/ 0 w 511"/>
                <a:gd name="T1" fmla="*/ 546 h 975"/>
                <a:gd name="T2" fmla="*/ 88 w 511"/>
                <a:gd name="T3" fmla="*/ 886 h 975"/>
                <a:gd name="T4" fmla="*/ 440 w 511"/>
                <a:gd name="T5" fmla="*/ 974 h 975"/>
                <a:gd name="T6" fmla="*/ 353 w 511"/>
                <a:gd name="T7" fmla="*/ 890 h 975"/>
                <a:gd name="T8" fmla="*/ 388 w 511"/>
                <a:gd name="T9" fmla="*/ 844 h 975"/>
                <a:gd name="T10" fmla="*/ 419 w 511"/>
                <a:gd name="T11" fmla="*/ 795 h 975"/>
                <a:gd name="T12" fmla="*/ 446 w 511"/>
                <a:gd name="T13" fmla="*/ 744 h 975"/>
                <a:gd name="T14" fmla="*/ 469 w 511"/>
                <a:gd name="T15" fmla="*/ 691 h 975"/>
                <a:gd name="T16" fmla="*/ 487 w 511"/>
                <a:gd name="T17" fmla="*/ 636 h 975"/>
                <a:gd name="T18" fmla="*/ 500 w 511"/>
                <a:gd name="T19" fmla="*/ 577 h 975"/>
                <a:gd name="T20" fmla="*/ 508 w 511"/>
                <a:gd name="T21" fmla="*/ 518 h 975"/>
                <a:gd name="T22" fmla="*/ 509 w 511"/>
                <a:gd name="T23" fmla="*/ 458 h 975"/>
                <a:gd name="T24" fmla="*/ 510 w 511"/>
                <a:gd name="T25" fmla="*/ 424 h 975"/>
                <a:gd name="T26" fmla="*/ 507 w 511"/>
                <a:gd name="T27" fmla="*/ 391 h 975"/>
                <a:gd name="T28" fmla="*/ 504 w 511"/>
                <a:gd name="T29" fmla="*/ 360 h 975"/>
                <a:gd name="T30" fmla="*/ 498 w 511"/>
                <a:gd name="T31" fmla="*/ 328 h 975"/>
                <a:gd name="T32" fmla="*/ 492 w 511"/>
                <a:gd name="T33" fmla="*/ 297 h 975"/>
                <a:gd name="T34" fmla="*/ 484 w 511"/>
                <a:gd name="T35" fmla="*/ 267 h 975"/>
                <a:gd name="T36" fmla="*/ 474 w 511"/>
                <a:gd name="T37" fmla="*/ 236 h 975"/>
                <a:gd name="T38" fmla="*/ 463 w 511"/>
                <a:gd name="T39" fmla="*/ 208 h 975"/>
                <a:gd name="T40" fmla="*/ 451 w 511"/>
                <a:gd name="T41" fmla="*/ 179 h 975"/>
                <a:gd name="T42" fmla="*/ 436 w 511"/>
                <a:gd name="T43" fmla="*/ 150 h 975"/>
                <a:gd name="T44" fmla="*/ 422 w 511"/>
                <a:gd name="T45" fmla="*/ 123 h 975"/>
                <a:gd name="T46" fmla="*/ 406 w 511"/>
                <a:gd name="T47" fmla="*/ 98 h 975"/>
                <a:gd name="T48" fmla="*/ 389 w 511"/>
                <a:gd name="T49" fmla="*/ 71 h 975"/>
                <a:gd name="T50" fmla="*/ 370 w 511"/>
                <a:gd name="T51" fmla="*/ 47 h 975"/>
                <a:gd name="T52" fmla="*/ 351 w 511"/>
                <a:gd name="T53" fmla="*/ 23 h 975"/>
                <a:gd name="T54" fmla="*/ 330 w 511"/>
                <a:gd name="T55" fmla="*/ 0 h 975"/>
                <a:gd name="T56" fmla="*/ 61 w 511"/>
                <a:gd name="T57" fmla="*/ 276 h 975"/>
                <a:gd name="T58" fmla="*/ 76 w 511"/>
                <a:gd name="T59" fmla="*/ 295 h 975"/>
                <a:gd name="T60" fmla="*/ 88 w 511"/>
                <a:gd name="T61" fmla="*/ 316 h 975"/>
                <a:gd name="T62" fmla="*/ 99 w 511"/>
                <a:gd name="T63" fmla="*/ 337 h 975"/>
                <a:gd name="T64" fmla="*/ 108 w 511"/>
                <a:gd name="T65" fmla="*/ 358 h 975"/>
                <a:gd name="T66" fmla="*/ 115 w 511"/>
                <a:gd name="T67" fmla="*/ 381 h 975"/>
                <a:gd name="T68" fmla="*/ 120 w 511"/>
                <a:gd name="T69" fmla="*/ 405 h 975"/>
                <a:gd name="T70" fmla="*/ 123 w 511"/>
                <a:gd name="T71" fmla="*/ 429 h 975"/>
                <a:gd name="T72" fmla="*/ 124 w 511"/>
                <a:gd name="T73" fmla="*/ 454 h 975"/>
                <a:gd name="T74" fmla="*/ 121 w 511"/>
                <a:gd name="T75" fmla="*/ 499 h 975"/>
                <a:gd name="T76" fmla="*/ 110 w 511"/>
                <a:gd name="T77" fmla="*/ 541 h 975"/>
                <a:gd name="T78" fmla="*/ 103 w 511"/>
                <a:gd name="T79" fmla="*/ 562 h 975"/>
                <a:gd name="T80" fmla="*/ 95 w 511"/>
                <a:gd name="T81" fmla="*/ 581 h 975"/>
                <a:gd name="T82" fmla="*/ 85 w 511"/>
                <a:gd name="T83" fmla="*/ 599 h 975"/>
                <a:gd name="T84" fmla="*/ 73 w 511"/>
                <a:gd name="T85" fmla="*/ 617 h 975"/>
                <a:gd name="T86" fmla="*/ 0 w 511"/>
                <a:gd name="T87" fmla="*/ 546 h 9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11" h="975">
                  <a:moveTo>
                    <a:pt x="0" y="546"/>
                  </a:moveTo>
                  <a:lnTo>
                    <a:pt x="88" y="886"/>
                  </a:lnTo>
                  <a:lnTo>
                    <a:pt x="440" y="974"/>
                  </a:lnTo>
                  <a:lnTo>
                    <a:pt x="353" y="890"/>
                  </a:lnTo>
                  <a:lnTo>
                    <a:pt x="388" y="844"/>
                  </a:lnTo>
                  <a:lnTo>
                    <a:pt x="419" y="795"/>
                  </a:lnTo>
                  <a:lnTo>
                    <a:pt x="446" y="744"/>
                  </a:lnTo>
                  <a:lnTo>
                    <a:pt x="469" y="691"/>
                  </a:lnTo>
                  <a:lnTo>
                    <a:pt x="487" y="636"/>
                  </a:lnTo>
                  <a:lnTo>
                    <a:pt x="500" y="577"/>
                  </a:lnTo>
                  <a:lnTo>
                    <a:pt x="508" y="518"/>
                  </a:lnTo>
                  <a:lnTo>
                    <a:pt x="509" y="458"/>
                  </a:lnTo>
                  <a:lnTo>
                    <a:pt x="510" y="424"/>
                  </a:lnTo>
                  <a:lnTo>
                    <a:pt x="507" y="391"/>
                  </a:lnTo>
                  <a:lnTo>
                    <a:pt x="504" y="360"/>
                  </a:lnTo>
                  <a:lnTo>
                    <a:pt x="498" y="328"/>
                  </a:lnTo>
                  <a:lnTo>
                    <a:pt x="492" y="297"/>
                  </a:lnTo>
                  <a:lnTo>
                    <a:pt x="484" y="267"/>
                  </a:lnTo>
                  <a:lnTo>
                    <a:pt x="474" y="236"/>
                  </a:lnTo>
                  <a:lnTo>
                    <a:pt x="463" y="208"/>
                  </a:lnTo>
                  <a:lnTo>
                    <a:pt x="451" y="179"/>
                  </a:lnTo>
                  <a:lnTo>
                    <a:pt x="436" y="150"/>
                  </a:lnTo>
                  <a:lnTo>
                    <a:pt x="422" y="123"/>
                  </a:lnTo>
                  <a:lnTo>
                    <a:pt x="406" y="98"/>
                  </a:lnTo>
                  <a:lnTo>
                    <a:pt x="389" y="71"/>
                  </a:lnTo>
                  <a:lnTo>
                    <a:pt x="370" y="47"/>
                  </a:lnTo>
                  <a:lnTo>
                    <a:pt x="351" y="23"/>
                  </a:lnTo>
                  <a:lnTo>
                    <a:pt x="330" y="0"/>
                  </a:lnTo>
                  <a:lnTo>
                    <a:pt x="61" y="276"/>
                  </a:lnTo>
                  <a:lnTo>
                    <a:pt x="76" y="295"/>
                  </a:lnTo>
                  <a:lnTo>
                    <a:pt x="88" y="316"/>
                  </a:lnTo>
                  <a:lnTo>
                    <a:pt x="99" y="337"/>
                  </a:lnTo>
                  <a:lnTo>
                    <a:pt x="108" y="358"/>
                  </a:lnTo>
                  <a:lnTo>
                    <a:pt x="115" y="381"/>
                  </a:lnTo>
                  <a:lnTo>
                    <a:pt x="120" y="405"/>
                  </a:lnTo>
                  <a:lnTo>
                    <a:pt x="123" y="429"/>
                  </a:lnTo>
                  <a:lnTo>
                    <a:pt x="124" y="454"/>
                  </a:lnTo>
                  <a:lnTo>
                    <a:pt x="121" y="499"/>
                  </a:lnTo>
                  <a:lnTo>
                    <a:pt x="110" y="541"/>
                  </a:lnTo>
                  <a:lnTo>
                    <a:pt x="103" y="562"/>
                  </a:lnTo>
                  <a:lnTo>
                    <a:pt x="95" y="581"/>
                  </a:lnTo>
                  <a:lnTo>
                    <a:pt x="85" y="599"/>
                  </a:lnTo>
                  <a:lnTo>
                    <a:pt x="73" y="617"/>
                  </a:lnTo>
                  <a:lnTo>
                    <a:pt x="0" y="546"/>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3" name="Freeform 21">
              <a:extLst>
                <a:ext uri="{FF2B5EF4-FFF2-40B4-BE49-F238E27FC236}">
                  <a16:creationId xmlns:a16="http://schemas.microsoft.com/office/drawing/2014/main" id="{F6F2EA50-DFD7-429C-E443-B443E949B97E}"/>
                </a:ext>
              </a:extLst>
            </p:cNvPr>
            <p:cNvSpPr>
              <a:spLocks/>
            </p:cNvSpPr>
            <p:nvPr/>
          </p:nvSpPr>
          <p:spPr bwMode="auto">
            <a:xfrm>
              <a:off x="3950" y="1015"/>
              <a:ext cx="1008" cy="536"/>
            </a:xfrm>
            <a:custGeom>
              <a:avLst/>
              <a:gdLst>
                <a:gd name="T0" fmla="*/ 933 w 1008"/>
                <a:gd name="T1" fmla="*/ 171 h 536"/>
                <a:gd name="T2" fmla="*/ 887 w 1008"/>
                <a:gd name="T3" fmla="*/ 133 h 536"/>
                <a:gd name="T4" fmla="*/ 837 w 1008"/>
                <a:gd name="T5" fmla="*/ 100 h 536"/>
                <a:gd name="T6" fmla="*/ 784 w 1008"/>
                <a:gd name="T7" fmla="*/ 70 h 536"/>
                <a:gd name="T8" fmla="*/ 757 w 1008"/>
                <a:gd name="T9" fmla="*/ 57 h 536"/>
                <a:gd name="T10" fmla="*/ 729 w 1008"/>
                <a:gd name="T11" fmla="*/ 46 h 536"/>
                <a:gd name="T12" fmla="*/ 700 w 1008"/>
                <a:gd name="T13" fmla="*/ 35 h 536"/>
                <a:gd name="T14" fmla="*/ 671 w 1008"/>
                <a:gd name="T15" fmla="*/ 26 h 536"/>
                <a:gd name="T16" fmla="*/ 641 w 1008"/>
                <a:gd name="T17" fmla="*/ 18 h 536"/>
                <a:gd name="T18" fmla="*/ 611 w 1008"/>
                <a:gd name="T19" fmla="*/ 12 h 536"/>
                <a:gd name="T20" fmla="*/ 580 w 1008"/>
                <a:gd name="T21" fmla="*/ 6 h 536"/>
                <a:gd name="T22" fmla="*/ 549 w 1008"/>
                <a:gd name="T23" fmla="*/ 3 h 536"/>
                <a:gd name="T24" fmla="*/ 517 w 1008"/>
                <a:gd name="T25" fmla="*/ 1 h 536"/>
                <a:gd name="T26" fmla="*/ 485 w 1008"/>
                <a:gd name="T27" fmla="*/ 0 h 536"/>
                <a:gd name="T28" fmla="*/ 450 w 1008"/>
                <a:gd name="T29" fmla="*/ 1 h 536"/>
                <a:gd name="T30" fmla="*/ 415 w 1008"/>
                <a:gd name="T31" fmla="*/ 4 h 536"/>
                <a:gd name="T32" fmla="*/ 380 w 1008"/>
                <a:gd name="T33" fmla="*/ 8 h 536"/>
                <a:gd name="T34" fmla="*/ 346 w 1008"/>
                <a:gd name="T35" fmla="*/ 15 h 536"/>
                <a:gd name="T36" fmla="*/ 280 w 1008"/>
                <a:gd name="T37" fmla="*/ 32 h 536"/>
                <a:gd name="T38" fmla="*/ 248 w 1008"/>
                <a:gd name="T39" fmla="*/ 43 h 536"/>
                <a:gd name="T40" fmla="*/ 217 w 1008"/>
                <a:gd name="T41" fmla="*/ 57 h 536"/>
                <a:gd name="T42" fmla="*/ 157 w 1008"/>
                <a:gd name="T43" fmla="*/ 86 h 536"/>
                <a:gd name="T44" fmla="*/ 100 w 1008"/>
                <a:gd name="T45" fmla="*/ 121 h 536"/>
                <a:gd name="T46" fmla="*/ 48 w 1008"/>
                <a:gd name="T47" fmla="*/ 163 h 536"/>
                <a:gd name="T48" fmla="*/ 0 w 1008"/>
                <a:gd name="T49" fmla="*/ 208 h 536"/>
                <a:gd name="T50" fmla="*/ 276 w 1008"/>
                <a:gd name="T51" fmla="*/ 483 h 536"/>
                <a:gd name="T52" fmla="*/ 297 w 1008"/>
                <a:gd name="T53" fmla="*/ 462 h 536"/>
                <a:gd name="T54" fmla="*/ 319 w 1008"/>
                <a:gd name="T55" fmla="*/ 443 h 536"/>
                <a:gd name="T56" fmla="*/ 344 w 1008"/>
                <a:gd name="T57" fmla="*/ 426 h 536"/>
                <a:gd name="T58" fmla="*/ 369 w 1008"/>
                <a:gd name="T59" fmla="*/ 413 h 536"/>
                <a:gd name="T60" fmla="*/ 398 w 1008"/>
                <a:gd name="T61" fmla="*/ 402 h 536"/>
                <a:gd name="T62" fmla="*/ 427 w 1008"/>
                <a:gd name="T63" fmla="*/ 393 h 536"/>
                <a:gd name="T64" fmla="*/ 457 w 1008"/>
                <a:gd name="T65" fmla="*/ 389 h 536"/>
                <a:gd name="T66" fmla="*/ 488 w 1008"/>
                <a:gd name="T67" fmla="*/ 387 h 536"/>
                <a:gd name="T68" fmla="*/ 514 w 1008"/>
                <a:gd name="T69" fmla="*/ 388 h 536"/>
                <a:gd name="T70" fmla="*/ 536 w 1008"/>
                <a:gd name="T71" fmla="*/ 391 h 536"/>
                <a:gd name="T72" fmla="*/ 560 w 1008"/>
                <a:gd name="T73" fmla="*/ 396 h 536"/>
                <a:gd name="T74" fmla="*/ 583 w 1008"/>
                <a:gd name="T75" fmla="*/ 403 h 536"/>
                <a:gd name="T76" fmla="*/ 605 w 1008"/>
                <a:gd name="T77" fmla="*/ 412 h 536"/>
                <a:gd name="T78" fmla="*/ 625 w 1008"/>
                <a:gd name="T79" fmla="*/ 423 h 536"/>
                <a:gd name="T80" fmla="*/ 645 w 1008"/>
                <a:gd name="T81" fmla="*/ 435 h 536"/>
                <a:gd name="T82" fmla="*/ 663 w 1008"/>
                <a:gd name="T83" fmla="*/ 448 h 536"/>
                <a:gd name="T84" fmla="*/ 579 w 1008"/>
                <a:gd name="T85" fmla="*/ 535 h 536"/>
                <a:gd name="T86" fmla="*/ 919 w 1008"/>
                <a:gd name="T87" fmla="*/ 446 h 536"/>
                <a:gd name="T88" fmla="*/ 1007 w 1008"/>
                <a:gd name="T89" fmla="*/ 95 h 536"/>
                <a:gd name="T90" fmla="*/ 933 w 1008"/>
                <a:gd name="T91" fmla="*/ 171 h 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08" h="536">
                  <a:moveTo>
                    <a:pt x="933" y="171"/>
                  </a:moveTo>
                  <a:lnTo>
                    <a:pt x="887" y="133"/>
                  </a:lnTo>
                  <a:lnTo>
                    <a:pt x="837" y="100"/>
                  </a:lnTo>
                  <a:lnTo>
                    <a:pt x="784" y="70"/>
                  </a:lnTo>
                  <a:lnTo>
                    <a:pt x="757" y="57"/>
                  </a:lnTo>
                  <a:lnTo>
                    <a:pt x="729" y="46"/>
                  </a:lnTo>
                  <a:lnTo>
                    <a:pt x="700" y="35"/>
                  </a:lnTo>
                  <a:lnTo>
                    <a:pt x="671" y="26"/>
                  </a:lnTo>
                  <a:lnTo>
                    <a:pt x="641" y="18"/>
                  </a:lnTo>
                  <a:lnTo>
                    <a:pt x="611" y="12"/>
                  </a:lnTo>
                  <a:lnTo>
                    <a:pt x="580" y="6"/>
                  </a:lnTo>
                  <a:lnTo>
                    <a:pt x="549" y="3"/>
                  </a:lnTo>
                  <a:lnTo>
                    <a:pt x="517" y="1"/>
                  </a:lnTo>
                  <a:lnTo>
                    <a:pt x="485" y="0"/>
                  </a:lnTo>
                  <a:lnTo>
                    <a:pt x="450" y="1"/>
                  </a:lnTo>
                  <a:lnTo>
                    <a:pt x="415" y="4"/>
                  </a:lnTo>
                  <a:lnTo>
                    <a:pt x="380" y="8"/>
                  </a:lnTo>
                  <a:lnTo>
                    <a:pt x="346" y="15"/>
                  </a:lnTo>
                  <a:lnTo>
                    <a:pt x="280" y="32"/>
                  </a:lnTo>
                  <a:lnTo>
                    <a:pt x="248" y="43"/>
                  </a:lnTo>
                  <a:lnTo>
                    <a:pt x="217" y="57"/>
                  </a:lnTo>
                  <a:lnTo>
                    <a:pt x="157" y="86"/>
                  </a:lnTo>
                  <a:lnTo>
                    <a:pt x="100" y="121"/>
                  </a:lnTo>
                  <a:lnTo>
                    <a:pt x="48" y="163"/>
                  </a:lnTo>
                  <a:lnTo>
                    <a:pt x="0" y="208"/>
                  </a:lnTo>
                  <a:lnTo>
                    <a:pt x="276" y="483"/>
                  </a:lnTo>
                  <a:lnTo>
                    <a:pt x="297" y="462"/>
                  </a:lnTo>
                  <a:lnTo>
                    <a:pt x="319" y="443"/>
                  </a:lnTo>
                  <a:lnTo>
                    <a:pt x="344" y="426"/>
                  </a:lnTo>
                  <a:lnTo>
                    <a:pt x="369" y="413"/>
                  </a:lnTo>
                  <a:lnTo>
                    <a:pt x="398" y="402"/>
                  </a:lnTo>
                  <a:lnTo>
                    <a:pt x="427" y="393"/>
                  </a:lnTo>
                  <a:lnTo>
                    <a:pt x="457" y="389"/>
                  </a:lnTo>
                  <a:lnTo>
                    <a:pt x="488" y="387"/>
                  </a:lnTo>
                  <a:lnTo>
                    <a:pt x="514" y="388"/>
                  </a:lnTo>
                  <a:lnTo>
                    <a:pt x="536" y="391"/>
                  </a:lnTo>
                  <a:lnTo>
                    <a:pt x="560" y="396"/>
                  </a:lnTo>
                  <a:lnTo>
                    <a:pt x="583" y="403"/>
                  </a:lnTo>
                  <a:lnTo>
                    <a:pt x="605" y="412"/>
                  </a:lnTo>
                  <a:lnTo>
                    <a:pt x="625" y="423"/>
                  </a:lnTo>
                  <a:lnTo>
                    <a:pt x="645" y="435"/>
                  </a:lnTo>
                  <a:lnTo>
                    <a:pt x="663" y="448"/>
                  </a:lnTo>
                  <a:lnTo>
                    <a:pt x="579" y="535"/>
                  </a:lnTo>
                  <a:lnTo>
                    <a:pt x="919" y="446"/>
                  </a:lnTo>
                  <a:lnTo>
                    <a:pt x="1007" y="95"/>
                  </a:lnTo>
                  <a:lnTo>
                    <a:pt x="933" y="171"/>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4" name="Freeform 22">
              <a:extLst>
                <a:ext uri="{FF2B5EF4-FFF2-40B4-BE49-F238E27FC236}">
                  <a16:creationId xmlns:a16="http://schemas.microsoft.com/office/drawing/2014/main" id="{508A766C-7295-98E5-F0CD-43E1F0D6DBB7}"/>
                </a:ext>
              </a:extLst>
            </p:cNvPr>
            <p:cNvSpPr>
              <a:spLocks/>
            </p:cNvSpPr>
            <p:nvPr/>
          </p:nvSpPr>
          <p:spPr bwMode="auto">
            <a:xfrm>
              <a:off x="3762" y="1177"/>
              <a:ext cx="514" cy="960"/>
            </a:xfrm>
            <a:custGeom>
              <a:avLst/>
              <a:gdLst>
                <a:gd name="T0" fmla="*/ 513 w 514"/>
                <a:gd name="T1" fmla="*/ 425 h 960"/>
                <a:gd name="T2" fmla="*/ 426 w 514"/>
                <a:gd name="T3" fmla="*/ 88 h 960"/>
                <a:gd name="T4" fmla="*/ 80 w 514"/>
                <a:gd name="T5" fmla="*/ 0 h 960"/>
                <a:gd name="T6" fmla="*/ 158 w 514"/>
                <a:gd name="T7" fmla="*/ 76 h 960"/>
                <a:gd name="T8" fmla="*/ 123 w 514"/>
                <a:gd name="T9" fmla="*/ 121 h 960"/>
                <a:gd name="T10" fmla="*/ 92 w 514"/>
                <a:gd name="T11" fmla="*/ 170 h 960"/>
                <a:gd name="T12" fmla="*/ 65 w 514"/>
                <a:gd name="T13" fmla="*/ 221 h 960"/>
                <a:gd name="T14" fmla="*/ 42 w 514"/>
                <a:gd name="T15" fmla="*/ 275 h 960"/>
                <a:gd name="T16" fmla="*/ 24 w 514"/>
                <a:gd name="T17" fmla="*/ 331 h 960"/>
                <a:gd name="T18" fmla="*/ 11 w 514"/>
                <a:gd name="T19" fmla="*/ 388 h 960"/>
                <a:gd name="T20" fmla="*/ 3 w 514"/>
                <a:gd name="T21" fmla="*/ 448 h 960"/>
                <a:gd name="T22" fmla="*/ 0 w 514"/>
                <a:gd name="T23" fmla="*/ 509 h 960"/>
                <a:gd name="T24" fmla="*/ 4 w 514"/>
                <a:gd name="T25" fmla="*/ 573 h 960"/>
                <a:gd name="T26" fmla="*/ 12 w 514"/>
                <a:gd name="T27" fmla="*/ 635 h 960"/>
                <a:gd name="T28" fmla="*/ 27 w 514"/>
                <a:gd name="T29" fmla="*/ 696 h 960"/>
                <a:gd name="T30" fmla="*/ 46 w 514"/>
                <a:gd name="T31" fmla="*/ 754 h 960"/>
                <a:gd name="T32" fmla="*/ 71 w 514"/>
                <a:gd name="T33" fmla="*/ 809 h 960"/>
                <a:gd name="T34" fmla="*/ 101 w 514"/>
                <a:gd name="T35" fmla="*/ 863 h 960"/>
                <a:gd name="T36" fmla="*/ 135 w 514"/>
                <a:gd name="T37" fmla="*/ 913 h 960"/>
                <a:gd name="T38" fmla="*/ 174 w 514"/>
                <a:gd name="T39" fmla="*/ 959 h 960"/>
                <a:gd name="T40" fmla="*/ 226 w 514"/>
                <a:gd name="T41" fmla="*/ 749 h 960"/>
                <a:gd name="T42" fmla="*/ 454 w 514"/>
                <a:gd name="T43" fmla="*/ 689 h 960"/>
                <a:gd name="T44" fmla="*/ 426 w 514"/>
                <a:gd name="T45" fmla="*/ 649 h 960"/>
                <a:gd name="T46" fmla="*/ 405 w 514"/>
                <a:gd name="T47" fmla="*/ 605 h 960"/>
                <a:gd name="T48" fmla="*/ 392 w 514"/>
                <a:gd name="T49" fmla="*/ 557 h 960"/>
                <a:gd name="T50" fmla="*/ 387 w 514"/>
                <a:gd name="T51" fmla="*/ 506 h 960"/>
                <a:gd name="T52" fmla="*/ 391 w 514"/>
                <a:gd name="T53" fmla="*/ 463 h 960"/>
                <a:gd name="T54" fmla="*/ 400 w 514"/>
                <a:gd name="T55" fmla="*/ 422 h 960"/>
                <a:gd name="T56" fmla="*/ 415 w 514"/>
                <a:gd name="T57" fmla="*/ 383 h 960"/>
                <a:gd name="T58" fmla="*/ 435 w 514"/>
                <a:gd name="T59" fmla="*/ 348 h 960"/>
                <a:gd name="T60" fmla="*/ 513 w 514"/>
                <a:gd name="T61" fmla="*/ 425 h 9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4" h="960">
                  <a:moveTo>
                    <a:pt x="513" y="425"/>
                  </a:moveTo>
                  <a:lnTo>
                    <a:pt x="426" y="88"/>
                  </a:lnTo>
                  <a:lnTo>
                    <a:pt x="80" y="0"/>
                  </a:lnTo>
                  <a:lnTo>
                    <a:pt x="158" y="76"/>
                  </a:lnTo>
                  <a:lnTo>
                    <a:pt x="123" y="121"/>
                  </a:lnTo>
                  <a:lnTo>
                    <a:pt x="92" y="170"/>
                  </a:lnTo>
                  <a:lnTo>
                    <a:pt x="65" y="221"/>
                  </a:lnTo>
                  <a:lnTo>
                    <a:pt x="42" y="275"/>
                  </a:lnTo>
                  <a:lnTo>
                    <a:pt x="24" y="331"/>
                  </a:lnTo>
                  <a:lnTo>
                    <a:pt x="11" y="388"/>
                  </a:lnTo>
                  <a:lnTo>
                    <a:pt x="3" y="448"/>
                  </a:lnTo>
                  <a:lnTo>
                    <a:pt x="0" y="509"/>
                  </a:lnTo>
                  <a:lnTo>
                    <a:pt x="4" y="573"/>
                  </a:lnTo>
                  <a:lnTo>
                    <a:pt x="12" y="635"/>
                  </a:lnTo>
                  <a:lnTo>
                    <a:pt x="27" y="696"/>
                  </a:lnTo>
                  <a:lnTo>
                    <a:pt x="46" y="754"/>
                  </a:lnTo>
                  <a:lnTo>
                    <a:pt x="71" y="809"/>
                  </a:lnTo>
                  <a:lnTo>
                    <a:pt x="101" y="863"/>
                  </a:lnTo>
                  <a:lnTo>
                    <a:pt x="135" y="913"/>
                  </a:lnTo>
                  <a:lnTo>
                    <a:pt x="174" y="959"/>
                  </a:lnTo>
                  <a:lnTo>
                    <a:pt x="226" y="749"/>
                  </a:lnTo>
                  <a:lnTo>
                    <a:pt x="454" y="689"/>
                  </a:lnTo>
                  <a:lnTo>
                    <a:pt x="426" y="649"/>
                  </a:lnTo>
                  <a:lnTo>
                    <a:pt x="405" y="605"/>
                  </a:lnTo>
                  <a:lnTo>
                    <a:pt x="392" y="557"/>
                  </a:lnTo>
                  <a:lnTo>
                    <a:pt x="387" y="506"/>
                  </a:lnTo>
                  <a:lnTo>
                    <a:pt x="391" y="463"/>
                  </a:lnTo>
                  <a:lnTo>
                    <a:pt x="400" y="422"/>
                  </a:lnTo>
                  <a:lnTo>
                    <a:pt x="415" y="383"/>
                  </a:lnTo>
                  <a:lnTo>
                    <a:pt x="435" y="348"/>
                  </a:lnTo>
                  <a:lnTo>
                    <a:pt x="513" y="42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5" name="Freeform 23">
              <a:extLst>
                <a:ext uri="{FF2B5EF4-FFF2-40B4-BE49-F238E27FC236}">
                  <a16:creationId xmlns:a16="http://schemas.microsoft.com/office/drawing/2014/main" id="{0F532144-3E40-3E06-F7E2-994E9B1FB329}"/>
                </a:ext>
              </a:extLst>
            </p:cNvPr>
            <p:cNvSpPr>
              <a:spLocks/>
            </p:cNvSpPr>
            <p:nvPr/>
          </p:nvSpPr>
          <p:spPr bwMode="auto">
            <a:xfrm>
              <a:off x="4189" y="1260"/>
              <a:ext cx="92" cy="340"/>
            </a:xfrm>
            <a:custGeom>
              <a:avLst/>
              <a:gdLst>
                <a:gd name="T0" fmla="*/ 3 w 92"/>
                <a:gd name="T1" fmla="*/ 9 h 340"/>
                <a:gd name="T2" fmla="*/ 0 w 92"/>
                <a:gd name="T3" fmla="*/ 5 h 340"/>
                <a:gd name="T4" fmla="*/ 83 w 92"/>
                <a:gd name="T5" fmla="*/ 339 h 340"/>
                <a:gd name="T6" fmla="*/ 91 w 92"/>
                <a:gd name="T7" fmla="*/ 337 h 340"/>
                <a:gd name="T8" fmla="*/ 8 w 92"/>
                <a:gd name="T9" fmla="*/ 4 h 340"/>
                <a:gd name="T10" fmla="*/ 4 w 92"/>
                <a:gd name="T11" fmla="*/ 0 h 340"/>
                <a:gd name="T12" fmla="*/ 8 w 92"/>
                <a:gd name="T13" fmla="*/ 4 h 340"/>
                <a:gd name="T14" fmla="*/ 7 w 92"/>
                <a:gd name="T15" fmla="*/ 1 h 340"/>
                <a:gd name="T16" fmla="*/ 4 w 92"/>
                <a:gd name="T17" fmla="*/ 0 h 340"/>
                <a:gd name="T18" fmla="*/ 3 w 92"/>
                <a:gd name="T19" fmla="*/ 9 h 3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2" h="340">
                  <a:moveTo>
                    <a:pt x="3" y="9"/>
                  </a:moveTo>
                  <a:lnTo>
                    <a:pt x="0" y="5"/>
                  </a:lnTo>
                  <a:lnTo>
                    <a:pt x="83" y="339"/>
                  </a:lnTo>
                  <a:lnTo>
                    <a:pt x="91" y="337"/>
                  </a:lnTo>
                  <a:lnTo>
                    <a:pt x="8" y="4"/>
                  </a:lnTo>
                  <a:lnTo>
                    <a:pt x="4" y="0"/>
                  </a:lnTo>
                  <a:lnTo>
                    <a:pt x="8" y="4"/>
                  </a:lnTo>
                  <a:lnTo>
                    <a:pt x="7" y="1"/>
                  </a:lnTo>
                  <a:lnTo>
                    <a:pt x="4" y="0"/>
                  </a:lnTo>
                  <a:lnTo>
                    <a:pt x="3" y="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6" name="Freeform 24">
              <a:extLst>
                <a:ext uri="{FF2B5EF4-FFF2-40B4-BE49-F238E27FC236}">
                  <a16:creationId xmlns:a16="http://schemas.microsoft.com/office/drawing/2014/main" id="{16DEC4B5-2299-8361-1548-F8FB104B26AA}"/>
                </a:ext>
              </a:extLst>
            </p:cNvPr>
            <p:cNvSpPr>
              <a:spLocks/>
            </p:cNvSpPr>
            <p:nvPr/>
          </p:nvSpPr>
          <p:spPr bwMode="auto">
            <a:xfrm>
              <a:off x="3828" y="1167"/>
              <a:ext cx="361" cy="97"/>
            </a:xfrm>
            <a:custGeom>
              <a:avLst/>
              <a:gdLst>
                <a:gd name="T0" fmla="*/ 17 w 361"/>
                <a:gd name="T1" fmla="*/ 5 h 97"/>
                <a:gd name="T2" fmla="*/ 13 w 361"/>
                <a:gd name="T3" fmla="*/ 12 h 97"/>
                <a:gd name="T4" fmla="*/ 358 w 361"/>
                <a:gd name="T5" fmla="*/ 96 h 97"/>
                <a:gd name="T6" fmla="*/ 360 w 361"/>
                <a:gd name="T7" fmla="*/ 87 h 97"/>
                <a:gd name="T8" fmla="*/ 15 w 361"/>
                <a:gd name="T9" fmla="*/ 3 h 97"/>
                <a:gd name="T10" fmla="*/ 11 w 361"/>
                <a:gd name="T11" fmla="*/ 10 h 97"/>
                <a:gd name="T12" fmla="*/ 15 w 361"/>
                <a:gd name="T13" fmla="*/ 3 h 97"/>
                <a:gd name="T14" fmla="*/ 0 w 361"/>
                <a:gd name="T15" fmla="*/ 0 h 97"/>
                <a:gd name="T16" fmla="*/ 11 w 361"/>
                <a:gd name="T17" fmla="*/ 10 h 97"/>
                <a:gd name="T18" fmla="*/ 17 w 361"/>
                <a:gd name="T19" fmla="*/ 5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61" h="97">
                  <a:moveTo>
                    <a:pt x="17" y="5"/>
                  </a:moveTo>
                  <a:lnTo>
                    <a:pt x="13" y="12"/>
                  </a:lnTo>
                  <a:lnTo>
                    <a:pt x="358" y="96"/>
                  </a:lnTo>
                  <a:lnTo>
                    <a:pt x="360" y="87"/>
                  </a:lnTo>
                  <a:lnTo>
                    <a:pt x="15" y="3"/>
                  </a:lnTo>
                  <a:lnTo>
                    <a:pt x="11" y="10"/>
                  </a:lnTo>
                  <a:lnTo>
                    <a:pt x="15" y="3"/>
                  </a:lnTo>
                  <a:lnTo>
                    <a:pt x="0" y="0"/>
                  </a:lnTo>
                  <a:lnTo>
                    <a:pt x="11" y="10"/>
                  </a:lnTo>
                  <a:lnTo>
                    <a:pt x="17" y="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7" name="Freeform 25">
              <a:extLst>
                <a:ext uri="{FF2B5EF4-FFF2-40B4-BE49-F238E27FC236}">
                  <a16:creationId xmlns:a16="http://schemas.microsoft.com/office/drawing/2014/main" id="{C995B742-04C6-8ACD-D4CB-4C9C914D9547}"/>
                </a:ext>
              </a:extLst>
            </p:cNvPr>
            <p:cNvSpPr>
              <a:spLocks/>
            </p:cNvSpPr>
            <p:nvPr/>
          </p:nvSpPr>
          <p:spPr bwMode="auto">
            <a:xfrm>
              <a:off x="3839" y="1173"/>
              <a:ext cx="85" cy="79"/>
            </a:xfrm>
            <a:custGeom>
              <a:avLst/>
              <a:gdLst>
                <a:gd name="T0" fmla="*/ 81 w 85"/>
                <a:gd name="T1" fmla="*/ 78 h 79"/>
                <a:gd name="T2" fmla="*/ 81 w 85"/>
                <a:gd name="T3" fmla="*/ 72 h 79"/>
                <a:gd name="T4" fmla="*/ 6 w 85"/>
                <a:gd name="T5" fmla="*/ 0 h 79"/>
                <a:gd name="T6" fmla="*/ 0 w 85"/>
                <a:gd name="T7" fmla="*/ 5 h 79"/>
                <a:gd name="T8" fmla="*/ 76 w 85"/>
                <a:gd name="T9" fmla="*/ 78 h 79"/>
                <a:gd name="T10" fmla="*/ 75 w 85"/>
                <a:gd name="T11" fmla="*/ 72 h 79"/>
                <a:gd name="T12" fmla="*/ 81 w 85"/>
                <a:gd name="T13" fmla="*/ 78 h 79"/>
                <a:gd name="T14" fmla="*/ 84 w 85"/>
                <a:gd name="T15" fmla="*/ 75 h 79"/>
                <a:gd name="T16" fmla="*/ 81 w 85"/>
                <a:gd name="T17" fmla="*/ 72 h 79"/>
                <a:gd name="T18" fmla="*/ 81 w 85"/>
                <a:gd name="T19" fmla="*/ 78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5" h="79">
                  <a:moveTo>
                    <a:pt x="81" y="78"/>
                  </a:moveTo>
                  <a:lnTo>
                    <a:pt x="81" y="72"/>
                  </a:lnTo>
                  <a:lnTo>
                    <a:pt x="6" y="0"/>
                  </a:lnTo>
                  <a:lnTo>
                    <a:pt x="0" y="5"/>
                  </a:lnTo>
                  <a:lnTo>
                    <a:pt x="76" y="78"/>
                  </a:lnTo>
                  <a:lnTo>
                    <a:pt x="75" y="72"/>
                  </a:lnTo>
                  <a:lnTo>
                    <a:pt x="81" y="78"/>
                  </a:lnTo>
                  <a:lnTo>
                    <a:pt x="84" y="75"/>
                  </a:lnTo>
                  <a:lnTo>
                    <a:pt x="81" y="72"/>
                  </a:lnTo>
                  <a:lnTo>
                    <a:pt x="81" y="78"/>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8" name="Freeform 26">
              <a:extLst>
                <a:ext uri="{FF2B5EF4-FFF2-40B4-BE49-F238E27FC236}">
                  <a16:creationId xmlns:a16="http://schemas.microsoft.com/office/drawing/2014/main" id="{5FC9CD77-B557-D206-8651-A4D5F0C2358C}"/>
                </a:ext>
              </a:extLst>
            </p:cNvPr>
            <p:cNvSpPr>
              <a:spLocks/>
            </p:cNvSpPr>
            <p:nvPr/>
          </p:nvSpPr>
          <p:spPr bwMode="auto">
            <a:xfrm>
              <a:off x="3757" y="1250"/>
              <a:ext cx="163" cy="434"/>
            </a:xfrm>
            <a:custGeom>
              <a:avLst/>
              <a:gdLst>
                <a:gd name="T0" fmla="*/ 9 w 163"/>
                <a:gd name="T1" fmla="*/ 418 h 434"/>
                <a:gd name="T2" fmla="*/ 10 w 163"/>
                <a:gd name="T3" fmla="*/ 387 h 434"/>
                <a:gd name="T4" fmla="*/ 12 w 163"/>
                <a:gd name="T5" fmla="*/ 357 h 434"/>
                <a:gd name="T6" fmla="*/ 17 w 163"/>
                <a:gd name="T7" fmla="*/ 328 h 434"/>
                <a:gd name="T8" fmla="*/ 22 w 163"/>
                <a:gd name="T9" fmla="*/ 299 h 434"/>
                <a:gd name="T10" fmla="*/ 28 w 163"/>
                <a:gd name="T11" fmla="*/ 271 h 434"/>
                <a:gd name="T12" fmla="*/ 36 w 163"/>
                <a:gd name="T13" fmla="*/ 242 h 434"/>
                <a:gd name="T14" fmla="*/ 45 w 163"/>
                <a:gd name="T15" fmla="*/ 215 h 434"/>
                <a:gd name="T16" fmla="*/ 54 w 163"/>
                <a:gd name="T17" fmla="*/ 188 h 434"/>
                <a:gd name="T18" fmla="*/ 65 w 163"/>
                <a:gd name="T19" fmla="*/ 162 h 434"/>
                <a:gd name="T20" fmla="*/ 77 w 163"/>
                <a:gd name="T21" fmla="*/ 136 h 434"/>
                <a:gd name="T22" fmla="*/ 91 w 163"/>
                <a:gd name="T23" fmla="*/ 111 h 434"/>
                <a:gd name="T24" fmla="*/ 106 w 163"/>
                <a:gd name="T25" fmla="*/ 86 h 434"/>
                <a:gd name="T26" fmla="*/ 120 w 163"/>
                <a:gd name="T27" fmla="*/ 62 h 434"/>
                <a:gd name="T28" fmla="*/ 136 w 163"/>
                <a:gd name="T29" fmla="*/ 39 h 434"/>
                <a:gd name="T30" fmla="*/ 153 w 163"/>
                <a:gd name="T31" fmla="*/ 16 h 434"/>
                <a:gd name="T32" fmla="*/ 156 w 163"/>
                <a:gd name="T33" fmla="*/ 0 h 434"/>
                <a:gd name="T34" fmla="*/ 138 w 163"/>
                <a:gd name="T35" fmla="*/ 23 h 434"/>
                <a:gd name="T36" fmla="*/ 122 w 163"/>
                <a:gd name="T37" fmla="*/ 46 h 434"/>
                <a:gd name="T38" fmla="*/ 106 w 163"/>
                <a:gd name="T39" fmla="*/ 69 h 434"/>
                <a:gd name="T40" fmla="*/ 91 w 163"/>
                <a:gd name="T41" fmla="*/ 94 h 434"/>
                <a:gd name="T42" fmla="*/ 77 w 163"/>
                <a:gd name="T43" fmla="*/ 120 h 434"/>
                <a:gd name="T44" fmla="*/ 64 w 163"/>
                <a:gd name="T45" fmla="*/ 145 h 434"/>
                <a:gd name="T46" fmla="*/ 52 w 163"/>
                <a:gd name="T47" fmla="*/ 171 h 434"/>
                <a:gd name="T48" fmla="*/ 41 w 163"/>
                <a:gd name="T49" fmla="*/ 199 h 434"/>
                <a:gd name="T50" fmla="*/ 32 w 163"/>
                <a:gd name="T51" fmla="*/ 226 h 434"/>
                <a:gd name="T52" fmla="*/ 24 w 163"/>
                <a:gd name="T53" fmla="*/ 254 h 434"/>
                <a:gd name="T54" fmla="*/ 17 w 163"/>
                <a:gd name="T55" fmla="*/ 283 h 434"/>
                <a:gd name="T56" fmla="*/ 11 w 163"/>
                <a:gd name="T57" fmla="*/ 311 h 434"/>
                <a:gd name="T58" fmla="*/ 6 w 163"/>
                <a:gd name="T59" fmla="*/ 341 h 434"/>
                <a:gd name="T60" fmla="*/ 4 w 163"/>
                <a:gd name="T61" fmla="*/ 372 h 434"/>
                <a:gd name="T62" fmla="*/ 1 w 163"/>
                <a:gd name="T63" fmla="*/ 402 h 434"/>
                <a:gd name="T64" fmla="*/ 0 w 163"/>
                <a:gd name="T65" fmla="*/ 433 h 4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3" h="434">
                  <a:moveTo>
                    <a:pt x="9" y="433"/>
                  </a:moveTo>
                  <a:lnTo>
                    <a:pt x="9" y="418"/>
                  </a:lnTo>
                  <a:lnTo>
                    <a:pt x="9" y="402"/>
                  </a:lnTo>
                  <a:lnTo>
                    <a:pt x="10" y="387"/>
                  </a:lnTo>
                  <a:lnTo>
                    <a:pt x="11" y="373"/>
                  </a:lnTo>
                  <a:lnTo>
                    <a:pt x="12" y="357"/>
                  </a:lnTo>
                  <a:lnTo>
                    <a:pt x="14" y="343"/>
                  </a:lnTo>
                  <a:lnTo>
                    <a:pt x="17" y="328"/>
                  </a:lnTo>
                  <a:lnTo>
                    <a:pt x="19" y="313"/>
                  </a:lnTo>
                  <a:lnTo>
                    <a:pt x="22" y="299"/>
                  </a:lnTo>
                  <a:lnTo>
                    <a:pt x="25" y="284"/>
                  </a:lnTo>
                  <a:lnTo>
                    <a:pt x="28" y="271"/>
                  </a:lnTo>
                  <a:lnTo>
                    <a:pt x="32" y="257"/>
                  </a:lnTo>
                  <a:lnTo>
                    <a:pt x="36" y="242"/>
                  </a:lnTo>
                  <a:lnTo>
                    <a:pt x="40" y="229"/>
                  </a:lnTo>
                  <a:lnTo>
                    <a:pt x="45" y="215"/>
                  </a:lnTo>
                  <a:lnTo>
                    <a:pt x="49" y="202"/>
                  </a:lnTo>
                  <a:lnTo>
                    <a:pt x="54" y="188"/>
                  </a:lnTo>
                  <a:lnTo>
                    <a:pt x="60" y="175"/>
                  </a:lnTo>
                  <a:lnTo>
                    <a:pt x="65" y="162"/>
                  </a:lnTo>
                  <a:lnTo>
                    <a:pt x="71" y="149"/>
                  </a:lnTo>
                  <a:lnTo>
                    <a:pt x="77" y="136"/>
                  </a:lnTo>
                  <a:lnTo>
                    <a:pt x="84" y="123"/>
                  </a:lnTo>
                  <a:lnTo>
                    <a:pt x="91" y="111"/>
                  </a:lnTo>
                  <a:lnTo>
                    <a:pt x="98" y="98"/>
                  </a:lnTo>
                  <a:lnTo>
                    <a:pt x="106" y="86"/>
                  </a:lnTo>
                  <a:lnTo>
                    <a:pt x="113" y="74"/>
                  </a:lnTo>
                  <a:lnTo>
                    <a:pt x="120" y="62"/>
                  </a:lnTo>
                  <a:lnTo>
                    <a:pt x="129" y="50"/>
                  </a:lnTo>
                  <a:lnTo>
                    <a:pt x="136" y="39"/>
                  </a:lnTo>
                  <a:lnTo>
                    <a:pt x="144" y="27"/>
                  </a:lnTo>
                  <a:lnTo>
                    <a:pt x="153" y="16"/>
                  </a:lnTo>
                  <a:lnTo>
                    <a:pt x="162" y="6"/>
                  </a:lnTo>
                  <a:lnTo>
                    <a:pt x="156" y="0"/>
                  </a:lnTo>
                  <a:lnTo>
                    <a:pt x="147" y="11"/>
                  </a:lnTo>
                  <a:lnTo>
                    <a:pt x="138" y="23"/>
                  </a:lnTo>
                  <a:lnTo>
                    <a:pt x="130" y="34"/>
                  </a:lnTo>
                  <a:lnTo>
                    <a:pt x="122" y="46"/>
                  </a:lnTo>
                  <a:lnTo>
                    <a:pt x="114" y="58"/>
                  </a:lnTo>
                  <a:lnTo>
                    <a:pt x="106" y="69"/>
                  </a:lnTo>
                  <a:lnTo>
                    <a:pt x="98" y="82"/>
                  </a:lnTo>
                  <a:lnTo>
                    <a:pt x="91" y="94"/>
                  </a:lnTo>
                  <a:lnTo>
                    <a:pt x="84" y="106"/>
                  </a:lnTo>
                  <a:lnTo>
                    <a:pt x="77" y="120"/>
                  </a:lnTo>
                  <a:lnTo>
                    <a:pt x="70" y="132"/>
                  </a:lnTo>
                  <a:lnTo>
                    <a:pt x="64" y="145"/>
                  </a:lnTo>
                  <a:lnTo>
                    <a:pt x="58" y="158"/>
                  </a:lnTo>
                  <a:lnTo>
                    <a:pt x="52" y="171"/>
                  </a:lnTo>
                  <a:lnTo>
                    <a:pt x="47" y="185"/>
                  </a:lnTo>
                  <a:lnTo>
                    <a:pt x="41" y="199"/>
                  </a:lnTo>
                  <a:lnTo>
                    <a:pt x="36" y="212"/>
                  </a:lnTo>
                  <a:lnTo>
                    <a:pt x="32" y="226"/>
                  </a:lnTo>
                  <a:lnTo>
                    <a:pt x="27" y="239"/>
                  </a:lnTo>
                  <a:lnTo>
                    <a:pt x="24" y="254"/>
                  </a:lnTo>
                  <a:lnTo>
                    <a:pt x="20" y="269"/>
                  </a:lnTo>
                  <a:lnTo>
                    <a:pt x="17" y="283"/>
                  </a:lnTo>
                  <a:lnTo>
                    <a:pt x="13" y="297"/>
                  </a:lnTo>
                  <a:lnTo>
                    <a:pt x="11" y="311"/>
                  </a:lnTo>
                  <a:lnTo>
                    <a:pt x="9" y="327"/>
                  </a:lnTo>
                  <a:lnTo>
                    <a:pt x="6" y="341"/>
                  </a:lnTo>
                  <a:lnTo>
                    <a:pt x="4" y="356"/>
                  </a:lnTo>
                  <a:lnTo>
                    <a:pt x="4" y="372"/>
                  </a:lnTo>
                  <a:lnTo>
                    <a:pt x="2" y="386"/>
                  </a:lnTo>
                  <a:lnTo>
                    <a:pt x="1" y="402"/>
                  </a:lnTo>
                  <a:lnTo>
                    <a:pt x="0" y="418"/>
                  </a:lnTo>
                  <a:lnTo>
                    <a:pt x="0" y="433"/>
                  </a:lnTo>
                  <a:lnTo>
                    <a:pt x="9" y="43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9" name="Freeform 27">
              <a:extLst>
                <a:ext uri="{FF2B5EF4-FFF2-40B4-BE49-F238E27FC236}">
                  <a16:creationId xmlns:a16="http://schemas.microsoft.com/office/drawing/2014/main" id="{56D9BB91-225B-57BF-0F8F-B6CAA744CE77}"/>
                </a:ext>
              </a:extLst>
            </p:cNvPr>
            <p:cNvSpPr>
              <a:spLocks/>
            </p:cNvSpPr>
            <p:nvPr/>
          </p:nvSpPr>
          <p:spPr bwMode="auto">
            <a:xfrm>
              <a:off x="3757" y="1688"/>
              <a:ext cx="181" cy="457"/>
            </a:xfrm>
            <a:custGeom>
              <a:avLst/>
              <a:gdLst>
                <a:gd name="T0" fmla="*/ 179 w 181"/>
                <a:gd name="T1" fmla="*/ 444 h 457"/>
                <a:gd name="T2" fmla="*/ 160 w 181"/>
                <a:gd name="T3" fmla="*/ 422 h 457"/>
                <a:gd name="T4" fmla="*/ 141 w 181"/>
                <a:gd name="T5" fmla="*/ 399 h 457"/>
                <a:gd name="T6" fmla="*/ 123 w 181"/>
                <a:gd name="T7" fmla="*/ 374 h 457"/>
                <a:gd name="T8" fmla="*/ 107 w 181"/>
                <a:gd name="T9" fmla="*/ 349 h 457"/>
                <a:gd name="T10" fmla="*/ 92 w 181"/>
                <a:gd name="T11" fmla="*/ 324 h 457"/>
                <a:gd name="T12" fmla="*/ 78 w 181"/>
                <a:gd name="T13" fmla="*/ 297 h 457"/>
                <a:gd name="T14" fmla="*/ 66 w 181"/>
                <a:gd name="T15" fmla="*/ 269 h 457"/>
                <a:gd name="T16" fmla="*/ 53 w 181"/>
                <a:gd name="T17" fmla="*/ 242 h 457"/>
                <a:gd name="T18" fmla="*/ 44 w 181"/>
                <a:gd name="T19" fmla="*/ 214 h 457"/>
                <a:gd name="T20" fmla="*/ 35 w 181"/>
                <a:gd name="T21" fmla="*/ 185 h 457"/>
                <a:gd name="T22" fmla="*/ 27 w 181"/>
                <a:gd name="T23" fmla="*/ 155 h 457"/>
                <a:gd name="T24" fmla="*/ 20 w 181"/>
                <a:gd name="T25" fmla="*/ 124 h 457"/>
                <a:gd name="T26" fmla="*/ 15 w 181"/>
                <a:gd name="T27" fmla="*/ 94 h 457"/>
                <a:gd name="T28" fmla="*/ 12 w 181"/>
                <a:gd name="T29" fmla="*/ 63 h 457"/>
                <a:gd name="T30" fmla="*/ 10 w 181"/>
                <a:gd name="T31" fmla="*/ 32 h 457"/>
                <a:gd name="T32" fmla="*/ 9 w 181"/>
                <a:gd name="T33" fmla="*/ 0 h 457"/>
                <a:gd name="T34" fmla="*/ 0 w 181"/>
                <a:gd name="T35" fmla="*/ 15 h 457"/>
                <a:gd name="T36" fmla="*/ 2 w 181"/>
                <a:gd name="T37" fmla="*/ 49 h 457"/>
                <a:gd name="T38" fmla="*/ 4 w 181"/>
                <a:gd name="T39" fmla="*/ 79 h 457"/>
                <a:gd name="T40" fmla="*/ 10 w 181"/>
                <a:gd name="T41" fmla="*/ 110 h 457"/>
                <a:gd name="T42" fmla="*/ 15 w 181"/>
                <a:gd name="T43" fmla="*/ 141 h 457"/>
                <a:gd name="T44" fmla="*/ 22 w 181"/>
                <a:gd name="T45" fmla="*/ 171 h 457"/>
                <a:gd name="T46" fmla="*/ 31 w 181"/>
                <a:gd name="T47" fmla="*/ 202 h 457"/>
                <a:gd name="T48" fmla="*/ 41 w 181"/>
                <a:gd name="T49" fmla="*/ 231 h 457"/>
                <a:gd name="T50" fmla="*/ 52 w 181"/>
                <a:gd name="T51" fmla="*/ 260 h 457"/>
                <a:gd name="T52" fmla="*/ 64 w 181"/>
                <a:gd name="T53" fmla="*/ 287 h 457"/>
                <a:gd name="T54" fmla="*/ 78 w 181"/>
                <a:gd name="T55" fmla="*/ 315 h 457"/>
                <a:gd name="T56" fmla="*/ 93 w 181"/>
                <a:gd name="T57" fmla="*/ 342 h 457"/>
                <a:gd name="T58" fmla="*/ 108 w 181"/>
                <a:gd name="T59" fmla="*/ 367 h 457"/>
                <a:gd name="T60" fmla="*/ 126 w 181"/>
                <a:gd name="T61" fmla="*/ 391 h 457"/>
                <a:gd name="T62" fmla="*/ 144 w 181"/>
                <a:gd name="T63" fmla="*/ 416 h 457"/>
                <a:gd name="T64" fmla="*/ 162 w 181"/>
                <a:gd name="T65" fmla="*/ 439 h 457"/>
                <a:gd name="T66" fmla="*/ 180 w 181"/>
                <a:gd name="T67" fmla="*/ 448 h 457"/>
                <a:gd name="T68" fmla="*/ 177 w 181"/>
                <a:gd name="T69" fmla="*/ 456 h 457"/>
                <a:gd name="T70" fmla="*/ 171 w 181"/>
                <a:gd name="T71" fmla="*/ 446 h 4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81" h="457">
                  <a:moveTo>
                    <a:pt x="171" y="446"/>
                  </a:moveTo>
                  <a:lnTo>
                    <a:pt x="179" y="444"/>
                  </a:lnTo>
                  <a:lnTo>
                    <a:pt x="169" y="433"/>
                  </a:lnTo>
                  <a:lnTo>
                    <a:pt x="160" y="422"/>
                  </a:lnTo>
                  <a:lnTo>
                    <a:pt x="150" y="410"/>
                  </a:lnTo>
                  <a:lnTo>
                    <a:pt x="141" y="399"/>
                  </a:lnTo>
                  <a:lnTo>
                    <a:pt x="132" y="387"/>
                  </a:lnTo>
                  <a:lnTo>
                    <a:pt x="123" y="374"/>
                  </a:lnTo>
                  <a:lnTo>
                    <a:pt x="115" y="362"/>
                  </a:lnTo>
                  <a:lnTo>
                    <a:pt x="107" y="349"/>
                  </a:lnTo>
                  <a:lnTo>
                    <a:pt x="100" y="336"/>
                  </a:lnTo>
                  <a:lnTo>
                    <a:pt x="92" y="324"/>
                  </a:lnTo>
                  <a:lnTo>
                    <a:pt x="85" y="310"/>
                  </a:lnTo>
                  <a:lnTo>
                    <a:pt x="78" y="297"/>
                  </a:lnTo>
                  <a:lnTo>
                    <a:pt x="72" y="284"/>
                  </a:lnTo>
                  <a:lnTo>
                    <a:pt x="66" y="269"/>
                  </a:lnTo>
                  <a:lnTo>
                    <a:pt x="59" y="256"/>
                  </a:lnTo>
                  <a:lnTo>
                    <a:pt x="53" y="242"/>
                  </a:lnTo>
                  <a:lnTo>
                    <a:pt x="49" y="228"/>
                  </a:lnTo>
                  <a:lnTo>
                    <a:pt x="44" y="214"/>
                  </a:lnTo>
                  <a:lnTo>
                    <a:pt x="39" y="199"/>
                  </a:lnTo>
                  <a:lnTo>
                    <a:pt x="35" y="185"/>
                  </a:lnTo>
                  <a:lnTo>
                    <a:pt x="31" y="169"/>
                  </a:lnTo>
                  <a:lnTo>
                    <a:pt x="27" y="155"/>
                  </a:lnTo>
                  <a:lnTo>
                    <a:pt x="23" y="140"/>
                  </a:lnTo>
                  <a:lnTo>
                    <a:pt x="20" y="124"/>
                  </a:lnTo>
                  <a:lnTo>
                    <a:pt x="18" y="109"/>
                  </a:lnTo>
                  <a:lnTo>
                    <a:pt x="15" y="94"/>
                  </a:lnTo>
                  <a:lnTo>
                    <a:pt x="13" y="78"/>
                  </a:lnTo>
                  <a:lnTo>
                    <a:pt x="12" y="63"/>
                  </a:lnTo>
                  <a:lnTo>
                    <a:pt x="11" y="47"/>
                  </a:lnTo>
                  <a:lnTo>
                    <a:pt x="10" y="32"/>
                  </a:lnTo>
                  <a:lnTo>
                    <a:pt x="9" y="15"/>
                  </a:lnTo>
                  <a:lnTo>
                    <a:pt x="9" y="0"/>
                  </a:lnTo>
                  <a:lnTo>
                    <a:pt x="0" y="0"/>
                  </a:lnTo>
                  <a:lnTo>
                    <a:pt x="0" y="15"/>
                  </a:lnTo>
                  <a:lnTo>
                    <a:pt x="1" y="32"/>
                  </a:lnTo>
                  <a:lnTo>
                    <a:pt x="2" y="49"/>
                  </a:lnTo>
                  <a:lnTo>
                    <a:pt x="4" y="64"/>
                  </a:lnTo>
                  <a:lnTo>
                    <a:pt x="4" y="79"/>
                  </a:lnTo>
                  <a:lnTo>
                    <a:pt x="7" y="95"/>
                  </a:lnTo>
                  <a:lnTo>
                    <a:pt x="10" y="110"/>
                  </a:lnTo>
                  <a:lnTo>
                    <a:pt x="12" y="126"/>
                  </a:lnTo>
                  <a:lnTo>
                    <a:pt x="15" y="141"/>
                  </a:lnTo>
                  <a:lnTo>
                    <a:pt x="19" y="157"/>
                  </a:lnTo>
                  <a:lnTo>
                    <a:pt x="22" y="171"/>
                  </a:lnTo>
                  <a:lnTo>
                    <a:pt x="27" y="187"/>
                  </a:lnTo>
                  <a:lnTo>
                    <a:pt x="31" y="202"/>
                  </a:lnTo>
                  <a:lnTo>
                    <a:pt x="35" y="216"/>
                  </a:lnTo>
                  <a:lnTo>
                    <a:pt x="41" y="231"/>
                  </a:lnTo>
                  <a:lnTo>
                    <a:pt x="46" y="245"/>
                  </a:lnTo>
                  <a:lnTo>
                    <a:pt x="52" y="260"/>
                  </a:lnTo>
                  <a:lnTo>
                    <a:pt x="59" y="273"/>
                  </a:lnTo>
                  <a:lnTo>
                    <a:pt x="64" y="287"/>
                  </a:lnTo>
                  <a:lnTo>
                    <a:pt x="71" y="301"/>
                  </a:lnTo>
                  <a:lnTo>
                    <a:pt x="78" y="315"/>
                  </a:lnTo>
                  <a:lnTo>
                    <a:pt x="85" y="328"/>
                  </a:lnTo>
                  <a:lnTo>
                    <a:pt x="93" y="342"/>
                  </a:lnTo>
                  <a:lnTo>
                    <a:pt x="100" y="354"/>
                  </a:lnTo>
                  <a:lnTo>
                    <a:pt x="108" y="367"/>
                  </a:lnTo>
                  <a:lnTo>
                    <a:pt x="117" y="379"/>
                  </a:lnTo>
                  <a:lnTo>
                    <a:pt x="126" y="391"/>
                  </a:lnTo>
                  <a:lnTo>
                    <a:pt x="135" y="404"/>
                  </a:lnTo>
                  <a:lnTo>
                    <a:pt x="144" y="416"/>
                  </a:lnTo>
                  <a:lnTo>
                    <a:pt x="153" y="428"/>
                  </a:lnTo>
                  <a:lnTo>
                    <a:pt x="162" y="439"/>
                  </a:lnTo>
                  <a:lnTo>
                    <a:pt x="172" y="451"/>
                  </a:lnTo>
                  <a:lnTo>
                    <a:pt x="180" y="448"/>
                  </a:lnTo>
                  <a:lnTo>
                    <a:pt x="172" y="451"/>
                  </a:lnTo>
                  <a:lnTo>
                    <a:pt x="177" y="456"/>
                  </a:lnTo>
                  <a:lnTo>
                    <a:pt x="180" y="448"/>
                  </a:lnTo>
                  <a:lnTo>
                    <a:pt x="171" y="44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0" name="Freeform 28">
              <a:extLst>
                <a:ext uri="{FF2B5EF4-FFF2-40B4-BE49-F238E27FC236}">
                  <a16:creationId xmlns:a16="http://schemas.microsoft.com/office/drawing/2014/main" id="{8C285ACE-267E-924D-DE8D-69D843FBED86}"/>
                </a:ext>
              </a:extLst>
            </p:cNvPr>
            <p:cNvSpPr>
              <a:spLocks/>
            </p:cNvSpPr>
            <p:nvPr/>
          </p:nvSpPr>
          <p:spPr bwMode="auto">
            <a:xfrm>
              <a:off x="3932" y="1925"/>
              <a:ext cx="59" cy="213"/>
            </a:xfrm>
            <a:custGeom>
              <a:avLst/>
              <a:gdLst>
                <a:gd name="T0" fmla="*/ 53 w 59"/>
                <a:gd name="T1" fmla="*/ 0 h 213"/>
                <a:gd name="T2" fmla="*/ 49 w 59"/>
                <a:gd name="T3" fmla="*/ 4 h 213"/>
                <a:gd name="T4" fmla="*/ 0 w 59"/>
                <a:gd name="T5" fmla="*/ 210 h 213"/>
                <a:gd name="T6" fmla="*/ 9 w 59"/>
                <a:gd name="T7" fmla="*/ 212 h 213"/>
                <a:gd name="T8" fmla="*/ 58 w 59"/>
                <a:gd name="T9" fmla="*/ 5 h 213"/>
                <a:gd name="T10" fmla="*/ 55 w 59"/>
                <a:gd name="T11" fmla="*/ 9 h 213"/>
                <a:gd name="T12" fmla="*/ 53 w 59"/>
                <a:gd name="T13" fmla="*/ 0 h 213"/>
                <a:gd name="T14" fmla="*/ 50 w 59"/>
                <a:gd name="T15" fmla="*/ 1 h 213"/>
                <a:gd name="T16" fmla="*/ 49 w 59"/>
                <a:gd name="T17" fmla="*/ 4 h 213"/>
                <a:gd name="T18" fmla="*/ 53 w 59"/>
                <a:gd name="T19" fmla="*/ 0 h 2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9" h="213">
                  <a:moveTo>
                    <a:pt x="53" y="0"/>
                  </a:moveTo>
                  <a:lnTo>
                    <a:pt x="49" y="4"/>
                  </a:lnTo>
                  <a:lnTo>
                    <a:pt x="0" y="210"/>
                  </a:lnTo>
                  <a:lnTo>
                    <a:pt x="9" y="212"/>
                  </a:lnTo>
                  <a:lnTo>
                    <a:pt x="58" y="5"/>
                  </a:lnTo>
                  <a:lnTo>
                    <a:pt x="55" y="9"/>
                  </a:lnTo>
                  <a:lnTo>
                    <a:pt x="53" y="0"/>
                  </a:lnTo>
                  <a:lnTo>
                    <a:pt x="50" y="1"/>
                  </a:lnTo>
                  <a:lnTo>
                    <a:pt x="49" y="4"/>
                  </a:lnTo>
                  <a:lnTo>
                    <a:pt x="53"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1" name="Freeform 29">
              <a:extLst>
                <a:ext uri="{FF2B5EF4-FFF2-40B4-BE49-F238E27FC236}">
                  <a16:creationId xmlns:a16="http://schemas.microsoft.com/office/drawing/2014/main" id="{2BDB3106-E0E1-B9FE-EA97-18877F63C68B}"/>
                </a:ext>
              </a:extLst>
            </p:cNvPr>
            <p:cNvSpPr>
              <a:spLocks/>
            </p:cNvSpPr>
            <p:nvPr/>
          </p:nvSpPr>
          <p:spPr bwMode="auto">
            <a:xfrm>
              <a:off x="3990" y="1865"/>
              <a:ext cx="235" cy="64"/>
            </a:xfrm>
            <a:custGeom>
              <a:avLst/>
              <a:gdLst>
                <a:gd name="T0" fmla="*/ 223 w 235"/>
                <a:gd name="T1" fmla="*/ 7 h 64"/>
                <a:gd name="T2" fmla="*/ 226 w 235"/>
                <a:gd name="T3" fmla="*/ 0 h 64"/>
                <a:gd name="T4" fmla="*/ 0 w 235"/>
                <a:gd name="T5" fmla="*/ 55 h 64"/>
                <a:gd name="T6" fmla="*/ 2 w 235"/>
                <a:gd name="T7" fmla="*/ 63 h 64"/>
                <a:gd name="T8" fmla="*/ 228 w 235"/>
                <a:gd name="T9" fmla="*/ 7 h 64"/>
                <a:gd name="T10" fmla="*/ 230 w 235"/>
                <a:gd name="T11" fmla="*/ 2 h 64"/>
                <a:gd name="T12" fmla="*/ 228 w 235"/>
                <a:gd name="T13" fmla="*/ 7 h 64"/>
                <a:gd name="T14" fmla="*/ 234 w 235"/>
                <a:gd name="T15" fmla="*/ 6 h 64"/>
                <a:gd name="T16" fmla="*/ 230 w 235"/>
                <a:gd name="T17" fmla="*/ 2 h 64"/>
                <a:gd name="T18" fmla="*/ 223 w 235"/>
                <a:gd name="T19" fmla="*/ 7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5" h="64">
                  <a:moveTo>
                    <a:pt x="223" y="7"/>
                  </a:moveTo>
                  <a:lnTo>
                    <a:pt x="226" y="0"/>
                  </a:lnTo>
                  <a:lnTo>
                    <a:pt x="0" y="55"/>
                  </a:lnTo>
                  <a:lnTo>
                    <a:pt x="2" y="63"/>
                  </a:lnTo>
                  <a:lnTo>
                    <a:pt x="228" y="7"/>
                  </a:lnTo>
                  <a:lnTo>
                    <a:pt x="230" y="2"/>
                  </a:lnTo>
                  <a:lnTo>
                    <a:pt x="228" y="7"/>
                  </a:lnTo>
                  <a:lnTo>
                    <a:pt x="234" y="6"/>
                  </a:lnTo>
                  <a:lnTo>
                    <a:pt x="230" y="2"/>
                  </a:lnTo>
                  <a:lnTo>
                    <a:pt x="223" y="7"/>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2" name="Freeform 30">
              <a:extLst>
                <a:ext uri="{FF2B5EF4-FFF2-40B4-BE49-F238E27FC236}">
                  <a16:creationId xmlns:a16="http://schemas.microsoft.com/office/drawing/2014/main" id="{4D916107-2C03-4242-943A-8A5EBCEE3C40}"/>
                </a:ext>
              </a:extLst>
            </p:cNvPr>
            <p:cNvSpPr>
              <a:spLocks/>
            </p:cNvSpPr>
            <p:nvPr/>
          </p:nvSpPr>
          <p:spPr bwMode="auto">
            <a:xfrm>
              <a:off x="4149" y="1686"/>
              <a:ext cx="72" cy="182"/>
            </a:xfrm>
            <a:custGeom>
              <a:avLst/>
              <a:gdLst>
                <a:gd name="T0" fmla="*/ 0 w 72"/>
                <a:gd name="T1" fmla="*/ 0 h 182"/>
                <a:gd name="T2" fmla="*/ 1 w 72"/>
                <a:gd name="T3" fmla="*/ 12 h 182"/>
                <a:gd name="T4" fmla="*/ 1 w 72"/>
                <a:gd name="T5" fmla="*/ 26 h 182"/>
                <a:gd name="T6" fmla="*/ 3 w 72"/>
                <a:gd name="T7" fmla="*/ 38 h 182"/>
                <a:gd name="T8" fmla="*/ 4 w 72"/>
                <a:gd name="T9" fmla="*/ 51 h 182"/>
                <a:gd name="T10" fmla="*/ 7 w 72"/>
                <a:gd name="T11" fmla="*/ 63 h 182"/>
                <a:gd name="T12" fmla="*/ 10 w 72"/>
                <a:gd name="T13" fmla="*/ 74 h 182"/>
                <a:gd name="T14" fmla="*/ 13 w 72"/>
                <a:gd name="T15" fmla="*/ 87 h 182"/>
                <a:gd name="T16" fmla="*/ 17 w 72"/>
                <a:gd name="T17" fmla="*/ 98 h 182"/>
                <a:gd name="T18" fmla="*/ 22 w 72"/>
                <a:gd name="T19" fmla="*/ 109 h 182"/>
                <a:gd name="T20" fmla="*/ 27 w 72"/>
                <a:gd name="T21" fmla="*/ 121 h 182"/>
                <a:gd name="T22" fmla="*/ 32 w 72"/>
                <a:gd name="T23" fmla="*/ 132 h 182"/>
                <a:gd name="T24" fmla="*/ 38 w 72"/>
                <a:gd name="T25" fmla="*/ 142 h 182"/>
                <a:gd name="T26" fmla="*/ 44 w 72"/>
                <a:gd name="T27" fmla="*/ 152 h 182"/>
                <a:gd name="T28" fmla="*/ 50 w 72"/>
                <a:gd name="T29" fmla="*/ 162 h 182"/>
                <a:gd name="T30" fmla="*/ 57 w 72"/>
                <a:gd name="T31" fmla="*/ 171 h 182"/>
                <a:gd name="T32" fmla="*/ 64 w 72"/>
                <a:gd name="T33" fmla="*/ 181 h 182"/>
                <a:gd name="T34" fmla="*/ 71 w 72"/>
                <a:gd name="T35" fmla="*/ 176 h 182"/>
                <a:gd name="T36" fmla="*/ 63 w 72"/>
                <a:gd name="T37" fmla="*/ 166 h 182"/>
                <a:gd name="T38" fmla="*/ 56 w 72"/>
                <a:gd name="T39" fmla="*/ 157 h 182"/>
                <a:gd name="T40" fmla="*/ 50 w 72"/>
                <a:gd name="T41" fmla="*/ 147 h 182"/>
                <a:gd name="T42" fmla="*/ 44 w 72"/>
                <a:gd name="T43" fmla="*/ 138 h 182"/>
                <a:gd name="T44" fmla="*/ 38 w 72"/>
                <a:gd name="T45" fmla="*/ 128 h 182"/>
                <a:gd name="T46" fmla="*/ 34 w 72"/>
                <a:gd name="T47" fmla="*/ 117 h 182"/>
                <a:gd name="T48" fmla="*/ 29 w 72"/>
                <a:gd name="T49" fmla="*/ 106 h 182"/>
                <a:gd name="T50" fmla="*/ 25 w 72"/>
                <a:gd name="T51" fmla="*/ 95 h 182"/>
                <a:gd name="T52" fmla="*/ 21 w 72"/>
                <a:gd name="T53" fmla="*/ 84 h 182"/>
                <a:gd name="T54" fmla="*/ 18 w 72"/>
                <a:gd name="T55" fmla="*/ 72 h 182"/>
                <a:gd name="T56" fmla="*/ 15 w 72"/>
                <a:gd name="T57" fmla="*/ 61 h 182"/>
                <a:gd name="T58" fmla="*/ 13 w 72"/>
                <a:gd name="T59" fmla="*/ 49 h 182"/>
                <a:gd name="T60" fmla="*/ 11 w 72"/>
                <a:gd name="T61" fmla="*/ 37 h 182"/>
                <a:gd name="T62" fmla="*/ 9 w 72"/>
                <a:gd name="T63" fmla="*/ 25 h 182"/>
                <a:gd name="T64" fmla="*/ 9 w 72"/>
                <a:gd name="T65" fmla="*/ 12 h 182"/>
                <a:gd name="T66" fmla="*/ 9 w 72"/>
                <a:gd name="T67" fmla="*/ 0 h 182"/>
                <a:gd name="T68" fmla="*/ 0 w 72"/>
                <a:gd name="T69" fmla="*/ 0 h 18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2" h="182">
                  <a:moveTo>
                    <a:pt x="0" y="0"/>
                  </a:moveTo>
                  <a:lnTo>
                    <a:pt x="1" y="12"/>
                  </a:lnTo>
                  <a:lnTo>
                    <a:pt x="1" y="26"/>
                  </a:lnTo>
                  <a:lnTo>
                    <a:pt x="3" y="38"/>
                  </a:lnTo>
                  <a:lnTo>
                    <a:pt x="4" y="51"/>
                  </a:lnTo>
                  <a:lnTo>
                    <a:pt x="7" y="63"/>
                  </a:lnTo>
                  <a:lnTo>
                    <a:pt x="10" y="74"/>
                  </a:lnTo>
                  <a:lnTo>
                    <a:pt x="13" y="87"/>
                  </a:lnTo>
                  <a:lnTo>
                    <a:pt x="17" y="98"/>
                  </a:lnTo>
                  <a:lnTo>
                    <a:pt x="22" y="109"/>
                  </a:lnTo>
                  <a:lnTo>
                    <a:pt x="27" y="121"/>
                  </a:lnTo>
                  <a:lnTo>
                    <a:pt x="32" y="132"/>
                  </a:lnTo>
                  <a:lnTo>
                    <a:pt x="38" y="142"/>
                  </a:lnTo>
                  <a:lnTo>
                    <a:pt x="44" y="152"/>
                  </a:lnTo>
                  <a:lnTo>
                    <a:pt x="50" y="162"/>
                  </a:lnTo>
                  <a:lnTo>
                    <a:pt x="57" y="171"/>
                  </a:lnTo>
                  <a:lnTo>
                    <a:pt x="64" y="181"/>
                  </a:lnTo>
                  <a:lnTo>
                    <a:pt x="71" y="176"/>
                  </a:lnTo>
                  <a:lnTo>
                    <a:pt x="63" y="166"/>
                  </a:lnTo>
                  <a:lnTo>
                    <a:pt x="56" y="157"/>
                  </a:lnTo>
                  <a:lnTo>
                    <a:pt x="50" y="147"/>
                  </a:lnTo>
                  <a:lnTo>
                    <a:pt x="44" y="138"/>
                  </a:lnTo>
                  <a:lnTo>
                    <a:pt x="38" y="128"/>
                  </a:lnTo>
                  <a:lnTo>
                    <a:pt x="34" y="117"/>
                  </a:lnTo>
                  <a:lnTo>
                    <a:pt x="29" y="106"/>
                  </a:lnTo>
                  <a:lnTo>
                    <a:pt x="25" y="95"/>
                  </a:lnTo>
                  <a:lnTo>
                    <a:pt x="21" y="84"/>
                  </a:lnTo>
                  <a:lnTo>
                    <a:pt x="18" y="72"/>
                  </a:lnTo>
                  <a:lnTo>
                    <a:pt x="15" y="61"/>
                  </a:lnTo>
                  <a:lnTo>
                    <a:pt x="13" y="49"/>
                  </a:lnTo>
                  <a:lnTo>
                    <a:pt x="11" y="37"/>
                  </a:lnTo>
                  <a:lnTo>
                    <a:pt x="9" y="25"/>
                  </a:lnTo>
                  <a:lnTo>
                    <a:pt x="9" y="12"/>
                  </a:lnTo>
                  <a:lnTo>
                    <a:pt x="9" y="0"/>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3" name="Freeform 31">
              <a:extLst>
                <a:ext uri="{FF2B5EF4-FFF2-40B4-BE49-F238E27FC236}">
                  <a16:creationId xmlns:a16="http://schemas.microsoft.com/office/drawing/2014/main" id="{C1CDF38C-2042-546E-8854-678D001A781B}"/>
                </a:ext>
              </a:extLst>
            </p:cNvPr>
            <p:cNvSpPr>
              <a:spLocks/>
            </p:cNvSpPr>
            <p:nvPr/>
          </p:nvSpPr>
          <p:spPr bwMode="auto">
            <a:xfrm>
              <a:off x="4149" y="1519"/>
              <a:ext cx="53" cy="162"/>
            </a:xfrm>
            <a:custGeom>
              <a:avLst/>
              <a:gdLst>
                <a:gd name="T0" fmla="*/ 51 w 53"/>
                <a:gd name="T1" fmla="*/ 4 h 162"/>
                <a:gd name="T2" fmla="*/ 45 w 53"/>
                <a:gd name="T3" fmla="*/ 4 h 162"/>
                <a:gd name="T4" fmla="*/ 40 w 53"/>
                <a:gd name="T5" fmla="*/ 12 h 162"/>
                <a:gd name="T6" fmla="*/ 35 w 53"/>
                <a:gd name="T7" fmla="*/ 21 h 162"/>
                <a:gd name="T8" fmla="*/ 30 w 53"/>
                <a:gd name="T9" fmla="*/ 31 h 162"/>
                <a:gd name="T10" fmla="*/ 26 w 53"/>
                <a:gd name="T11" fmla="*/ 40 h 162"/>
                <a:gd name="T12" fmla="*/ 23 w 53"/>
                <a:gd name="T13" fmla="*/ 50 h 162"/>
                <a:gd name="T14" fmla="*/ 19 w 53"/>
                <a:gd name="T15" fmla="*/ 58 h 162"/>
                <a:gd name="T16" fmla="*/ 15 w 53"/>
                <a:gd name="T17" fmla="*/ 68 h 162"/>
                <a:gd name="T18" fmla="*/ 12 w 53"/>
                <a:gd name="T19" fmla="*/ 78 h 162"/>
                <a:gd name="T20" fmla="*/ 9 w 53"/>
                <a:gd name="T21" fmla="*/ 88 h 162"/>
                <a:gd name="T22" fmla="*/ 7 w 53"/>
                <a:gd name="T23" fmla="*/ 98 h 162"/>
                <a:gd name="T24" fmla="*/ 5 w 53"/>
                <a:gd name="T25" fmla="*/ 108 h 162"/>
                <a:gd name="T26" fmla="*/ 3 w 53"/>
                <a:gd name="T27" fmla="*/ 119 h 162"/>
                <a:gd name="T28" fmla="*/ 2 w 53"/>
                <a:gd name="T29" fmla="*/ 129 h 162"/>
                <a:gd name="T30" fmla="*/ 1 w 53"/>
                <a:gd name="T31" fmla="*/ 140 h 162"/>
                <a:gd name="T32" fmla="*/ 0 w 53"/>
                <a:gd name="T33" fmla="*/ 150 h 162"/>
                <a:gd name="T34" fmla="*/ 0 w 53"/>
                <a:gd name="T35" fmla="*/ 161 h 162"/>
                <a:gd name="T36" fmla="*/ 8 w 53"/>
                <a:gd name="T37" fmla="*/ 161 h 162"/>
                <a:gd name="T38" fmla="*/ 8 w 53"/>
                <a:gd name="T39" fmla="*/ 150 h 162"/>
                <a:gd name="T40" fmla="*/ 9 w 53"/>
                <a:gd name="T41" fmla="*/ 141 h 162"/>
                <a:gd name="T42" fmla="*/ 10 w 53"/>
                <a:gd name="T43" fmla="*/ 130 h 162"/>
                <a:gd name="T44" fmla="*/ 11 w 53"/>
                <a:gd name="T45" fmla="*/ 119 h 162"/>
                <a:gd name="T46" fmla="*/ 13 w 53"/>
                <a:gd name="T47" fmla="*/ 110 h 162"/>
                <a:gd name="T48" fmla="*/ 14 w 53"/>
                <a:gd name="T49" fmla="*/ 100 h 162"/>
                <a:gd name="T50" fmla="*/ 17 w 53"/>
                <a:gd name="T51" fmla="*/ 90 h 162"/>
                <a:gd name="T52" fmla="*/ 20 w 53"/>
                <a:gd name="T53" fmla="*/ 81 h 162"/>
                <a:gd name="T54" fmla="*/ 23 w 53"/>
                <a:gd name="T55" fmla="*/ 71 h 162"/>
                <a:gd name="T56" fmla="*/ 26 w 53"/>
                <a:gd name="T57" fmla="*/ 61 h 162"/>
                <a:gd name="T58" fmla="*/ 29 w 53"/>
                <a:gd name="T59" fmla="*/ 52 h 162"/>
                <a:gd name="T60" fmla="*/ 34 w 53"/>
                <a:gd name="T61" fmla="*/ 43 h 162"/>
                <a:gd name="T62" fmla="*/ 38 w 53"/>
                <a:gd name="T63" fmla="*/ 35 h 162"/>
                <a:gd name="T64" fmla="*/ 43 w 53"/>
                <a:gd name="T65" fmla="*/ 26 h 162"/>
                <a:gd name="T66" fmla="*/ 47 w 53"/>
                <a:gd name="T67" fmla="*/ 18 h 162"/>
                <a:gd name="T68" fmla="*/ 52 w 53"/>
                <a:gd name="T69" fmla="*/ 9 h 162"/>
                <a:gd name="T70" fmla="*/ 46 w 53"/>
                <a:gd name="T71" fmla="*/ 10 h 162"/>
                <a:gd name="T72" fmla="*/ 51 w 53"/>
                <a:gd name="T73" fmla="*/ 4 h 162"/>
                <a:gd name="T74" fmla="*/ 49 w 53"/>
                <a:gd name="T75" fmla="*/ 0 h 162"/>
                <a:gd name="T76" fmla="*/ 45 w 53"/>
                <a:gd name="T77" fmla="*/ 4 h 162"/>
                <a:gd name="T78" fmla="*/ 51 w 53"/>
                <a:gd name="T79" fmla="*/ 4 h 1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3" h="162">
                  <a:moveTo>
                    <a:pt x="51" y="4"/>
                  </a:moveTo>
                  <a:lnTo>
                    <a:pt x="45" y="4"/>
                  </a:lnTo>
                  <a:lnTo>
                    <a:pt x="40" y="12"/>
                  </a:lnTo>
                  <a:lnTo>
                    <a:pt x="35" y="21"/>
                  </a:lnTo>
                  <a:lnTo>
                    <a:pt x="30" y="31"/>
                  </a:lnTo>
                  <a:lnTo>
                    <a:pt x="26" y="40"/>
                  </a:lnTo>
                  <a:lnTo>
                    <a:pt x="23" y="50"/>
                  </a:lnTo>
                  <a:lnTo>
                    <a:pt x="19" y="58"/>
                  </a:lnTo>
                  <a:lnTo>
                    <a:pt x="15" y="68"/>
                  </a:lnTo>
                  <a:lnTo>
                    <a:pt x="12" y="78"/>
                  </a:lnTo>
                  <a:lnTo>
                    <a:pt x="9" y="88"/>
                  </a:lnTo>
                  <a:lnTo>
                    <a:pt x="7" y="98"/>
                  </a:lnTo>
                  <a:lnTo>
                    <a:pt x="5" y="108"/>
                  </a:lnTo>
                  <a:lnTo>
                    <a:pt x="3" y="119"/>
                  </a:lnTo>
                  <a:lnTo>
                    <a:pt x="2" y="129"/>
                  </a:lnTo>
                  <a:lnTo>
                    <a:pt x="1" y="140"/>
                  </a:lnTo>
                  <a:lnTo>
                    <a:pt x="0" y="150"/>
                  </a:lnTo>
                  <a:lnTo>
                    <a:pt x="0" y="161"/>
                  </a:lnTo>
                  <a:lnTo>
                    <a:pt x="8" y="161"/>
                  </a:lnTo>
                  <a:lnTo>
                    <a:pt x="8" y="150"/>
                  </a:lnTo>
                  <a:lnTo>
                    <a:pt x="9" y="141"/>
                  </a:lnTo>
                  <a:lnTo>
                    <a:pt x="10" y="130"/>
                  </a:lnTo>
                  <a:lnTo>
                    <a:pt x="11" y="119"/>
                  </a:lnTo>
                  <a:lnTo>
                    <a:pt x="13" y="110"/>
                  </a:lnTo>
                  <a:lnTo>
                    <a:pt x="14" y="100"/>
                  </a:lnTo>
                  <a:lnTo>
                    <a:pt x="17" y="90"/>
                  </a:lnTo>
                  <a:lnTo>
                    <a:pt x="20" y="81"/>
                  </a:lnTo>
                  <a:lnTo>
                    <a:pt x="23" y="71"/>
                  </a:lnTo>
                  <a:lnTo>
                    <a:pt x="26" y="61"/>
                  </a:lnTo>
                  <a:lnTo>
                    <a:pt x="29" y="52"/>
                  </a:lnTo>
                  <a:lnTo>
                    <a:pt x="34" y="43"/>
                  </a:lnTo>
                  <a:lnTo>
                    <a:pt x="38" y="35"/>
                  </a:lnTo>
                  <a:lnTo>
                    <a:pt x="43" y="26"/>
                  </a:lnTo>
                  <a:lnTo>
                    <a:pt x="47" y="18"/>
                  </a:lnTo>
                  <a:lnTo>
                    <a:pt x="52" y="9"/>
                  </a:lnTo>
                  <a:lnTo>
                    <a:pt x="46" y="10"/>
                  </a:lnTo>
                  <a:lnTo>
                    <a:pt x="51" y="4"/>
                  </a:lnTo>
                  <a:lnTo>
                    <a:pt x="49" y="0"/>
                  </a:lnTo>
                  <a:lnTo>
                    <a:pt x="45" y="4"/>
                  </a:lnTo>
                  <a:lnTo>
                    <a:pt x="51" y="4"/>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4" name="Freeform 32">
              <a:extLst>
                <a:ext uri="{FF2B5EF4-FFF2-40B4-BE49-F238E27FC236}">
                  <a16:creationId xmlns:a16="http://schemas.microsoft.com/office/drawing/2014/main" id="{B0CB6205-D96C-6D9C-5D00-503121490ABC}"/>
                </a:ext>
              </a:extLst>
            </p:cNvPr>
            <p:cNvSpPr>
              <a:spLocks/>
            </p:cNvSpPr>
            <p:nvPr/>
          </p:nvSpPr>
          <p:spPr bwMode="auto">
            <a:xfrm>
              <a:off x="4200" y="1524"/>
              <a:ext cx="85" cy="88"/>
            </a:xfrm>
            <a:custGeom>
              <a:avLst/>
              <a:gdLst>
                <a:gd name="T0" fmla="*/ 73 w 85"/>
                <a:gd name="T1" fmla="*/ 76 h 88"/>
                <a:gd name="T2" fmla="*/ 80 w 85"/>
                <a:gd name="T3" fmla="*/ 73 h 88"/>
                <a:gd name="T4" fmla="*/ 5 w 85"/>
                <a:gd name="T5" fmla="*/ 0 h 88"/>
                <a:gd name="T6" fmla="*/ 0 w 85"/>
                <a:gd name="T7" fmla="*/ 5 h 88"/>
                <a:gd name="T8" fmla="*/ 74 w 85"/>
                <a:gd name="T9" fmla="*/ 78 h 88"/>
                <a:gd name="T10" fmla="*/ 81 w 85"/>
                <a:gd name="T11" fmla="*/ 74 h 88"/>
                <a:gd name="T12" fmla="*/ 74 w 85"/>
                <a:gd name="T13" fmla="*/ 78 h 88"/>
                <a:gd name="T14" fmla="*/ 84 w 85"/>
                <a:gd name="T15" fmla="*/ 87 h 88"/>
                <a:gd name="T16" fmla="*/ 81 w 85"/>
                <a:gd name="T17" fmla="*/ 74 h 88"/>
                <a:gd name="T18" fmla="*/ 73 w 85"/>
                <a:gd name="T19" fmla="*/ 76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5" h="88">
                  <a:moveTo>
                    <a:pt x="73" y="76"/>
                  </a:moveTo>
                  <a:lnTo>
                    <a:pt x="80" y="73"/>
                  </a:lnTo>
                  <a:lnTo>
                    <a:pt x="5" y="0"/>
                  </a:lnTo>
                  <a:lnTo>
                    <a:pt x="0" y="5"/>
                  </a:lnTo>
                  <a:lnTo>
                    <a:pt x="74" y="78"/>
                  </a:lnTo>
                  <a:lnTo>
                    <a:pt x="81" y="74"/>
                  </a:lnTo>
                  <a:lnTo>
                    <a:pt x="74" y="78"/>
                  </a:lnTo>
                  <a:lnTo>
                    <a:pt x="84" y="87"/>
                  </a:lnTo>
                  <a:lnTo>
                    <a:pt x="81" y="74"/>
                  </a:lnTo>
                  <a:lnTo>
                    <a:pt x="73" y="7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5" name="Freeform 33">
              <a:extLst>
                <a:ext uri="{FF2B5EF4-FFF2-40B4-BE49-F238E27FC236}">
                  <a16:creationId xmlns:a16="http://schemas.microsoft.com/office/drawing/2014/main" id="{BD09471C-DDF8-5523-AB6C-1F1DAC565EAB}"/>
                </a:ext>
              </a:extLst>
            </p:cNvPr>
            <p:cNvSpPr>
              <a:spLocks/>
            </p:cNvSpPr>
            <p:nvPr/>
          </p:nvSpPr>
          <p:spPr bwMode="auto">
            <a:xfrm>
              <a:off x="4356" y="1691"/>
              <a:ext cx="444" cy="430"/>
            </a:xfrm>
            <a:custGeom>
              <a:avLst/>
              <a:gdLst>
                <a:gd name="T0" fmla="*/ 97 w 444"/>
                <a:gd name="T1" fmla="*/ 96 h 430"/>
                <a:gd name="T2" fmla="*/ 0 w 444"/>
                <a:gd name="T3" fmla="*/ 261 h 430"/>
                <a:gd name="T4" fmla="*/ 102 w 444"/>
                <a:gd name="T5" fmla="*/ 429 h 430"/>
                <a:gd name="T6" fmla="*/ 101 w 444"/>
                <a:gd name="T7" fmla="*/ 362 h 430"/>
                <a:gd name="T8" fmla="*/ 101 w 444"/>
                <a:gd name="T9" fmla="*/ 362 h 430"/>
                <a:gd name="T10" fmla="*/ 133 w 444"/>
                <a:gd name="T11" fmla="*/ 359 h 430"/>
                <a:gd name="T12" fmla="*/ 164 w 444"/>
                <a:gd name="T13" fmla="*/ 353 h 430"/>
                <a:gd name="T14" fmla="*/ 196 w 444"/>
                <a:gd name="T15" fmla="*/ 344 h 430"/>
                <a:gd name="T16" fmla="*/ 226 w 444"/>
                <a:gd name="T17" fmla="*/ 332 h 430"/>
                <a:gd name="T18" fmla="*/ 256 w 444"/>
                <a:gd name="T19" fmla="*/ 317 h 430"/>
                <a:gd name="T20" fmla="*/ 284 w 444"/>
                <a:gd name="T21" fmla="*/ 299 h 430"/>
                <a:gd name="T22" fmla="*/ 311 w 444"/>
                <a:gd name="T23" fmla="*/ 279 h 430"/>
                <a:gd name="T24" fmla="*/ 336 w 444"/>
                <a:gd name="T25" fmla="*/ 255 h 430"/>
                <a:gd name="T26" fmla="*/ 361 w 444"/>
                <a:gd name="T27" fmla="*/ 228 h 430"/>
                <a:gd name="T28" fmla="*/ 383 w 444"/>
                <a:gd name="T29" fmla="*/ 199 h 430"/>
                <a:gd name="T30" fmla="*/ 401 w 444"/>
                <a:gd name="T31" fmla="*/ 168 h 430"/>
                <a:gd name="T32" fmla="*/ 416 w 444"/>
                <a:gd name="T33" fmla="*/ 137 h 430"/>
                <a:gd name="T34" fmla="*/ 428 w 444"/>
                <a:gd name="T35" fmla="*/ 103 h 430"/>
                <a:gd name="T36" fmla="*/ 436 w 444"/>
                <a:gd name="T37" fmla="*/ 69 h 430"/>
                <a:gd name="T38" fmla="*/ 441 w 444"/>
                <a:gd name="T39" fmla="*/ 34 h 430"/>
                <a:gd name="T40" fmla="*/ 443 w 444"/>
                <a:gd name="T41" fmla="*/ 0 h 430"/>
                <a:gd name="T42" fmla="*/ 232 w 444"/>
                <a:gd name="T43" fmla="*/ 4 h 430"/>
                <a:gd name="T44" fmla="*/ 228 w 444"/>
                <a:gd name="T45" fmla="*/ 31 h 430"/>
                <a:gd name="T46" fmla="*/ 219 w 444"/>
                <a:gd name="T47" fmla="*/ 57 h 430"/>
                <a:gd name="T48" fmla="*/ 206 w 444"/>
                <a:gd name="T49" fmla="*/ 82 h 430"/>
                <a:gd name="T50" fmla="*/ 187 w 444"/>
                <a:gd name="T51" fmla="*/ 104 h 430"/>
                <a:gd name="T52" fmla="*/ 167 w 444"/>
                <a:gd name="T53" fmla="*/ 121 h 430"/>
                <a:gd name="T54" fmla="*/ 146 w 444"/>
                <a:gd name="T55" fmla="*/ 134 h 430"/>
                <a:gd name="T56" fmla="*/ 122 w 444"/>
                <a:gd name="T57" fmla="*/ 143 h 430"/>
                <a:gd name="T58" fmla="*/ 97 w 444"/>
                <a:gd name="T59" fmla="*/ 148 h 430"/>
                <a:gd name="T60" fmla="*/ 98 w 444"/>
                <a:gd name="T61" fmla="*/ 149 h 430"/>
                <a:gd name="T62" fmla="*/ 97 w 444"/>
                <a:gd name="T63" fmla="*/ 149 h 430"/>
                <a:gd name="T64" fmla="*/ 97 w 444"/>
                <a:gd name="T65" fmla="*/ 96 h 4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44" h="430">
                  <a:moveTo>
                    <a:pt x="97" y="96"/>
                  </a:moveTo>
                  <a:lnTo>
                    <a:pt x="0" y="261"/>
                  </a:lnTo>
                  <a:lnTo>
                    <a:pt x="102" y="429"/>
                  </a:lnTo>
                  <a:lnTo>
                    <a:pt x="101" y="362"/>
                  </a:lnTo>
                  <a:lnTo>
                    <a:pt x="133" y="359"/>
                  </a:lnTo>
                  <a:lnTo>
                    <a:pt x="164" y="353"/>
                  </a:lnTo>
                  <a:lnTo>
                    <a:pt x="196" y="344"/>
                  </a:lnTo>
                  <a:lnTo>
                    <a:pt x="226" y="332"/>
                  </a:lnTo>
                  <a:lnTo>
                    <a:pt x="256" y="317"/>
                  </a:lnTo>
                  <a:lnTo>
                    <a:pt x="284" y="299"/>
                  </a:lnTo>
                  <a:lnTo>
                    <a:pt x="311" y="279"/>
                  </a:lnTo>
                  <a:lnTo>
                    <a:pt x="336" y="255"/>
                  </a:lnTo>
                  <a:lnTo>
                    <a:pt x="361" y="228"/>
                  </a:lnTo>
                  <a:lnTo>
                    <a:pt x="383" y="199"/>
                  </a:lnTo>
                  <a:lnTo>
                    <a:pt x="401" y="168"/>
                  </a:lnTo>
                  <a:lnTo>
                    <a:pt x="416" y="137"/>
                  </a:lnTo>
                  <a:lnTo>
                    <a:pt x="428" y="103"/>
                  </a:lnTo>
                  <a:lnTo>
                    <a:pt x="436" y="69"/>
                  </a:lnTo>
                  <a:lnTo>
                    <a:pt x="441" y="34"/>
                  </a:lnTo>
                  <a:lnTo>
                    <a:pt x="443" y="0"/>
                  </a:lnTo>
                  <a:lnTo>
                    <a:pt x="232" y="4"/>
                  </a:lnTo>
                  <a:lnTo>
                    <a:pt x="228" y="31"/>
                  </a:lnTo>
                  <a:lnTo>
                    <a:pt x="219" y="57"/>
                  </a:lnTo>
                  <a:lnTo>
                    <a:pt x="206" y="82"/>
                  </a:lnTo>
                  <a:lnTo>
                    <a:pt x="187" y="104"/>
                  </a:lnTo>
                  <a:lnTo>
                    <a:pt x="167" y="121"/>
                  </a:lnTo>
                  <a:lnTo>
                    <a:pt x="146" y="134"/>
                  </a:lnTo>
                  <a:lnTo>
                    <a:pt x="122" y="143"/>
                  </a:lnTo>
                  <a:lnTo>
                    <a:pt x="97" y="148"/>
                  </a:lnTo>
                  <a:lnTo>
                    <a:pt x="98" y="149"/>
                  </a:lnTo>
                  <a:lnTo>
                    <a:pt x="97" y="149"/>
                  </a:lnTo>
                  <a:lnTo>
                    <a:pt x="97" y="9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6" name="Freeform 34">
              <a:extLst>
                <a:ext uri="{FF2B5EF4-FFF2-40B4-BE49-F238E27FC236}">
                  <a16:creationId xmlns:a16="http://schemas.microsoft.com/office/drawing/2014/main" id="{C5A4A06C-6412-503D-927C-6340C08BA30F}"/>
                </a:ext>
              </a:extLst>
            </p:cNvPr>
            <p:cNvSpPr>
              <a:spLocks/>
            </p:cNvSpPr>
            <p:nvPr/>
          </p:nvSpPr>
          <p:spPr bwMode="auto">
            <a:xfrm>
              <a:off x="4351" y="1785"/>
              <a:ext cx="103" cy="168"/>
            </a:xfrm>
            <a:custGeom>
              <a:avLst/>
              <a:gdLst>
                <a:gd name="T0" fmla="*/ 9 w 103"/>
                <a:gd name="T1" fmla="*/ 162 h 168"/>
                <a:gd name="T2" fmla="*/ 9 w 103"/>
                <a:gd name="T3" fmla="*/ 167 h 168"/>
                <a:gd name="T4" fmla="*/ 102 w 103"/>
                <a:gd name="T5" fmla="*/ 5 h 168"/>
                <a:gd name="T6" fmla="*/ 94 w 103"/>
                <a:gd name="T7" fmla="*/ 0 h 168"/>
                <a:gd name="T8" fmla="*/ 1 w 103"/>
                <a:gd name="T9" fmla="*/ 162 h 168"/>
                <a:gd name="T10" fmla="*/ 1 w 103"/>
                <a:gd name="T11" fmla="*/ 167 h 168"/>
                <a:gd name="T12" fmla="*/ 1 w 103"/>
                <a:gd name="T13" fmla="*/ 162 h 168"/>
                <a:gd name="T14" fmla="*/ 0 w 103"/>
                <a:gd name="T15" fmla="*/ 164 h 168"/>
                <a:gd name="T16" fmla="*/ 1 w 103"/>
                <a:gd name="T17" fmla="*/ 167 h 168"/>
                <a:gd name="T18" fmla="*/ 9 w 103"/>
                <a:gd name="T19" fmla="*/ 162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3" h="168">
                  <a:moveTo>
                    <a:pt x="9" y="162"/>
                  </a:moveTo>
                  <a:lnTo>
                    <a:pt x="9" y="167"/>
                  </a:lnTo>
                  <a:lnTo>
                    <a:pt x="102" y="5"/>
                  </a:lnTo>
                  <a:lnTo>
                    <a:pt x="94" y="0"/>
                  </a:lnTo>
                  <a:lnTo>
                    <a:pt x="1" y="162"/>
                  </a:lnTo>
                  <a:lnTo>
                    <a:pt x="1" y="167"/>
                  </a:lnTo>
                  <a:lnTo>
                    <a:pt x="1" y="162"/>
                  </a:lnTo>
                  <a:lnTo>
                    <a:pt x="0" y="164"/>
                  </a:lnTo>
                  <a:lnTo>
                    <a:pt x="1" y="167"/>
                  </a:lnTo>
                  <a:lnTo>
                    <a:pt x="9" y="162"/>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7" name="Freeform 35">
              <a:extLst>
                <a:ext uri="{FF2B5EF4-FFF2-40B4-BE49-F238E27FC236}">
                  <a16:creationId xmlns:a16="http://schemas.microsoft.com/office/drawing/2014/main" id="{53F1585E-C8B5-69AD-D14B-093A9A3E3264}"/>
                </a:ext>
              </a:extLst>
            </p:cNvPr>
            <p:cNvSpPr>
              <a:spLocks/>
            </p:cNvSpPr>
            <p:nvPr/>
          </p:nvSpPr>
          <p:spPr bwMode="auto">
            <a:xfrm>
              <a:off x="4352" y="1952"/>
              <a:ext cx="106" cy="186"/>
            </a:xfrm>
            <a:custGeom>
              <a:avLst/>
              <a:gdLst>
                <a:gd name="T0" fmla="*/ 96 w 106"/>
                <a:gd name="T1" fmla="*/ 169 h 186"/>
                <a:gd name="T2" fmla="*/ 104 w 106"/>
                <a:gd name="T3" fmla="*/ 167 h 186"/>
                <a:gd name="T4" fmla="*/ 8 w 106"/>
                <a:gd name="T5" fmla="*/ 0 h 186"/>
                <a:gd name="T6" fmla="*/ 0 w 106"/>
                <a:gd name="T7" fmla="*/ 5 h 186"/>
                <a:gd name="T8" fmla="*/ 97 w 106"/>
                <a:gd name="T9" fmla="*/ 172 h 186"/>
                <a:gd name="T10" fmla="*/ 105 w 106"/>
                <a:gd name="T11" fmla="*/ 169 h 186"/>
                <a:gd name="T12" fmla="*/ 97 w 106"/>
                <a:gd name="T13" fmla="*/ 172 h 186"/>
                <a:gd name="T14" fmla="*/ 105 w 106"/>
                <a:gd name="T15" fmla="*/ 185 h 186"/>
                <a:gd name="T16" fmla="*/ 105 w 106"/>
                <a:gd name="T17" fmla="*/ 169 h 186"/>
                <a:gd name="T18" fmla="*/ 96 w 106"/>
                <a:gd name="T19" fmla="*/ 169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 h="186">
                  <a:moveTo>
                    <a:pt x="96" y="169"/>
                  </a:moveTo>
                  <a:lnTo>
                    <a:pt x="104" y="167"/>
                  </a:lnTo>
                  <a:lnTo>
                    <a:pt x="8" y="0"/>
                  </a:lnTo>
                  <a:lnTo>
                    <a:pt x="0" y="5"/>
                  </a:lnTo>
                  <a:lnTo>
                    <a:pt x="97" y="172"/>
                  </a:lnTo>
                  <a:lnTo>
                    <a:pt x="105" y="169"/>
                  </a:lnTo>
                  <a:lnTo>
                    <a:pt x="97" y="172"/>
                  </a:lnTo>
                  <a:lnTo>
                    <a:pt x="105" y="185"/>
                  </a:lnTo>
                  <a:lnTo>
                    <a:pt x="105" y="169"/>
                  </a:lnTo>
                  <a:lnTo>
                    <a:pt x="96" y="16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8" name="Freeform 36">
              <a:extLst>
                <a:ext uri="{FF2B5EF4-FFF2-40B4-BE49-F238E27FC236}">
                  <a16:creationId xmlns:a16="http://schemas.microsoft.com/office/drawing/2014/main" id="{6318FFD4-2E94-6282-DD17-8F58C7F20164}"/>
                </a:ext>
              </a:extLst>
            </p:cNvPr>
            <p:cNvSpPr>
              <a:spLocks/>
            </p:cNvSpPr>
            <p:nvPr/>
          </p:nvSpPr>
          <p:spPr bwMode="auto">
            <a:xfrm>
              <a:off x="4453" y="2057"/>
              <a:ext cx="5" cy="64"/>
            </a:xfrm>
            <a:custGeom>
              <a:avLst/>
              <a:gdLst>
                <a:gd name="T0" fmla="*/ 0 w 5"/>
                <a:gd name="T1" fmla="*/ 0 h 64"/>
                <a:gd name="T2" fmla="*/ 0 w 5"/>
                <a:gd name="T3" fmla="*/ 63 h 64"/>
                <a:gd name="T4" fmla="*/ 4 w 5"/>
                <a:gd name="T5" fmla="*/ 63 h 64"/>
                <a:gd name="T6" fmla="*/ 4 w 5"/>
                <a:gd name="T7" fmla="*/ 0 h 64"/>
                <a:gd name="T8" fmla="*/ 0 w 5"/>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64">
                  <a:moveTo>
                    <a:pt x="0" y="0"/>
                  </a:moveTo>
                  <a:lnTo>
                    <a:pt x="0" y="63"/>
                  </a:lnTo>
                  <a:lnTo>
                    <a:pt x="4" y="63"/>
                  </a:lnTo>
                  <a:lnTo>
                    <a:pt x="4" y="0"/>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79" name="Freeform 37">
              <a:extLst>
                <a:ext uri="{FF2B5EF4-FFF2-40B4-BE49-F238E27FC236}">
                  <a16:creationId xmlns:a16="http://schemas.microsoft.com/office/drawing/2014/main" id="{9E31425D-A006-9897-FBB9-D8337FD46D89}"/>
                </a:ext>
              </a:extLst>
            </p:cNvPr>
            <p:cNvSpPr>
              <a:spLocks/>
            </p:cNvSpPr>
            <p:nvPr/>
          </p:nvSpPr>
          <p:spPr bwMode="auto">
            <a:xfrm>
              <a:off x="4453" y="2057"/>
              <a:ext cx="5" cy="1"/>
            </a:xfrm>
            <a:custGeom>
              <a:avLst/>
              <a:gdLst>
                <a:gd name="T0" fmla="*/ 4 w 5"/>
                <a:gd name="T1" fmla="*/ 0 h 1"/>
                <a:gd name="T2" fmla="*/ 0 w 5"/>
                <a:gd name="T3" fmla="*/ 0 h 1"/>
                <a:gd name="T4" fmla="*/ 4 w 5"/>
                <a:gd name="T5" fmla="*/ 0 h 1"/>
                <a:gd name="T6" fmla="*/ 0 w 5"/>
                <a:gd name="T7" fmla="*/ 0 h 1"/>
                <a:gd name="T8" fmla="*/ 4 w 5"/>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
                  <a:moveTo>
                    <a:pt x="4" y="0"/>
                  </a:moveTo>
                  <a:lnTo>
                    <a:pt x="0" y="0"/>
                  </a:lnTo>
                  <a:lnTo>
                    <a:pt x="4" y="0"/>
                  </a:lnTo>
                  <a:lnTo>
                    <a:pt x="0" y="0"/>
                  </a:lnTo>
                  <a:lnTo>
                    <a:pt x="4"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0" name="Freeform 38">
              <a:extLst>
                <a:ext uri="{FF2B5EF4-FFF2-40B4-BE49-F238E27FC236}">
                  <a16:creationId xmlns:a16="http://schemas.microsoft.com/office/drawing/2014/main" id="{BB8FFCDE-1082-A860-387A-9CFBCB00BDC3}"/>
                </a:ext>
              </a:extLst>
            </p:cNvPr>
            <p:cNvSpPr>
              <a:spLocks/>
            </p:cNvSpPr>
            <p:nvPr/>
          </p:nvSpPr>
          <p:spPr bwMode="auto">
            <a:xfrm>
              <a:off x="4453" y="2052"/>
              <a:ext cx="5" cy="6"/>
            </a:xfrm>
            <a:custGeom>
              <a:avLst/>
              <a:gdLst>
                <a:gd name="T0" fmla="*/ 2 w 5"/>
                <a:gd name="T1" fmla="*/ 0 h 6"/>
                <a:gd name="T2" fmla="*/ 4 w 5"/>
                <a:gd name="T3" fmla="*/ 3 h 6"/>
                <a:gd name="T4" fmla="*/ 4 w 5"/>
                <a:gd name="T5" fmla="*/ 2 h 6"/>
                <a:gd name="T6" fmla="*/ 0 w 5"/>
                <a:gd name="T7" fmla="*/ 2 h 6"/>
                <a:gd name="T8" fmla="*/ 0 w 5"/>
                <a:gd name="T9" fmla="*/ 3 h 6"/>
                <a:gd name="T10" fmla="*/ 2 w 5"/>
                <a:gd name="T11" fmla="*/ 5 h 6"/>
                <a:gd name="T12" fmla="*/ 0 w 5"/>
                <a:gd name="T13" fmla="*/ 3 h 6"/>
                <a:gd name="T14" fmla="*/ 0 w 5"/>
                <a:gd name="T15" fmla="*/ 5 h 6"/>
                <a:gd name="T16" fmla="*/ 2 w 5"/>
                <a:gd name="T17" fmla="*/ 5 h 6"/>
                <a:gd name="T18" fmla="*/ 2 w 5"/>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6">
                  <a:moveTo>
                    <a:pt x="2" y="0"/>
                  </a:moveTo>
                  <a:lnTo>
                    <a:pt x="4" y="3"/>
                  </a:lnTo>
                  <a:lnTo>
                    <a:pt x="4" y="2"/>
                  </a:lnTo>
                  <a:lnTo>
                    <a:pt x="0" y="2"/>
                  </a:lnTo>
                  <a:lnTo>
                    <a:pt x="0" y="3"/>
                  </a:lnTo>
                  <a:lnTo>
                    <a:pt x="2" y="5"/>
                  </a:lnTo>
                  <a:lnTo>
                    <a:pt x="0" y="3"/>
                  </a:lnTo>
                  <a:lnTo>
                    <a:pt x="0" y="5"/>
                  </a:lnTo>
                  <a:lnTo>
                    <a:pt x="2" y="5"/>
                  </a:lnTo>
                  <a:lnTo>
                    <a:pt x="2"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1" name="Freeform 39">
              <a:extLst>
                <a:ext uri="{FF2B5EF4-FFF2-40B4-BE49-F238E27FC236}">
                  <a16:creationId xmlns:a16="http://schemas.microsoft.com/office/drawing/2014/main" id="{702EFE47-9860-ED0C-F230-FC7A7A0D5760}"/>
                </a:ext>
              </a:extLst>
            </p:cNvPr>
            <p:cNvSpPr>
              <a:spLocks/>
            </p:cNvSpPr>
            <p:nvPr/>
          </p:nvSpPr>
          <p:spPr bwMode="auto">
            <a:xfrm>
              <a:off x="4457" y="1946"/>
              <a:ext cx="238" cy="112"/>
            </a:xfrm>
            <a:custGeom>
              <a:avLst/>
              <a:gdLst>
                <a:gd name="T0" fmla="*/ 231 w 238"/>
                <a:gd name="T1" fmla="*/ 0 h 112"/>
                <a:gd name="T2" fmla="*/ 218 w 238"/>
                <a:gd name="T3" fmla="*/ 11 h 112"/>
                <a:gd name="T4" fmla="*/ 206 w 238"/>
                <a:gd name="T5" fmla="*/ 23 h 112"/>
                <a:gd name="T6" fmla="*/ 193 w 238"/>
                <a:gd name="T7" fmla="*/ 32 h 112"/>
                <a:gd name="T8" fmla="*/ 180 w 238"/>
                <a:gd name="T9" fmla="*/ 42 h 112"/>
                <a:gd name="T10" fmla="*/ 166 w 238"/>
                <a:gd name="T11" fmla="*/ 51 h 112"/>
                <a:gd name="T12" fmla="*/ 152 w 238"/>
                <a:gd name="T13" fmla="*/ 59 h 112"/>
                <a:gd name="T14" fmla="*/ 138 w 238"/>
                <a:gd name="T15" fmla="*/ 66 h 112"/>
                <a:gd name="T16" fmla="*/ 123 w 238"/>
                <a:gd name="T17" fmla="*/ 73 h 112"/>
                <a:gd name="T18" fmla="*/ 108 w 238"/>
                <a:gd name="T19" fmla="*/ 79 h 112"/>
                <a:gd name="T20" fmla="*/ 93 w 238"/>
                <a:gd name="T21" fmla="*/ 84 h 112"/>
                <a:gd name="T22" fmla="*/ 78 w 238"/>
                <a:gd name="T23" fmla="*/ 89 h 112"/>
                <a:gd name="T24" fmla="*/ 63 w 238"/>
                <a:gd name="T25" fmla="*/ 94 h 112"/>
                <a:gd name="T26" fmla="*/ 47 w 238"/>
                <a:gd name="T27" fmla="*/ 96 h 112"/>
                <a:gd name="T28" fmla="*/ 32 w 238"/>
                <a:gd name="T29" fmla="*/ 99 h 112"/>
                <a:gd name="T30" fmla="*/ 16 w 238"/>
                <a:gd name="T31" fmla="*/ 101 h 112"/>
                <a:gd name="T32" fmla="*/ 0 w 238"/>
                <a:gd name="T33" fmla="*/ 101 h 112"/>
                <a:gd name="T34" fmla="*/ 1 w 238"/>
                <a:gd name="T35" fmla="*/ 111 h 112"/>
                <a:gd name="T36" fmla="*/ 17 w 238"/>
                <a:gd name="T37" fmla="*/ 109 h 112"/>
                <a:gd name="T38" fmla="*/ 33 w 238"/>
                <a:gd name="T39" fmla="*/ 108 h 112"/>
                <a:gd name="T40" fmla="*/ 49 w 238"/>
                <a:gd name="T41" fmla="*/ 105 h 112"/>
                <a:gd name="T42" fmla="*/ 65 w 238"/>
                <a:gd name="T43" fmla="*/ 101 h 112"/>
                <a:gd name="T44" fmla="*/ 81 w 238"/>
                <a:gd name="T45" fmla="*/ 97 h 112"/>
                <a:gd name="T46" fmla="*/ 96 w 238"/>
                <a:gd name="T47" fmla="*/ 93 h 112"/>
                <a:gd name="T48" fmla="*/ 111 w 238"/>
                <a:gd name="T49" fmla="*/ 87 h 112"/>
                <a:gd name="T50" fmla="*/ 127 w 238"/>
                <a:gd name="T51" fmla="*/ 81 h 112"/>
                <a:gd name="T52" fmla="*/ 141 w 238"/>
                <a:gd name="T53" fmla="*/ 74 h 112"/>
                <a:gd name="T54" fmla="*/ 156 w 238"/>
                <a:gd name="T55" fmla="*/ 66 h 112"/>
                <a:gd name="T56" fmla="*/ 170 w 238"/>
                <a:gd name="T57" fmla="*/ 58 h 112"/>
                <a:gd name="T58" fmla="*/ 185 w 238"/>
                <a:gd name="T59" fmla="*/ 49 h 112"/>
                <a:gd name="T60" fmla="*/ 198 w 238"/>
                <a:gd name="T61" fmla="*/ 39 h 112"/>
                <a:gd name="T62" fmla="*/ 211 w 238"/>
                <a:gd name="T63" fmla="*/ 29 h 112"/>
                <a:gd name="T64" fmla="*/ 225 w 238"/>
                <a:gd name="T65" fmla="*/ 17 h 112"/>
                <a:gd name="T66" fmla="*/ 237 w 238"/>
                <a:gd name="T67" fmla="*/ 6 h 112"/>
                <a:gd name="T68" fmla="*/ 231 w 238"/>
                <a:gd name="T69" fmla="*/ 0 h 1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38" h="112">
                  <a:moveTo>
                    <a:pt x="231" y="0"/>
                  </a:moveTo>
                  <a:lnTo>
                    <a:pt x="218" y="11"/>
                  </a:lnTo>
                  <a:lnTo>
                    <a:pt x="206" y="23"/>
                  </a:lnTo>
                  <a:lnTo>
                    <a:pt x="193" y="32"/>
                  </a:lnTo>
                  <a:lnTo>
                    <a:pt x="180" y="42"/>
                  </a:lnTo>
                  <a:lnTo>
                    <a:pt x="166" y="51"/>
                  </a:lnTo>
                  <a:lnTo>
                    <a:pt x="152" y="59"/>
                  </a:lnTo>
                  <a:lnTo>
                    <a:pt x="138" y="66"/>
                  </a:lnTo>
                  <a:lnTo>
                    <a:pt x="123" y="73"/>
                  </a:lnTo>
                  <a:lnTo>
                    <a:pt x="108" y="79"/>
                  </a:lnTo>
                  <a:lnTo>
                    <a:pt x="93" y="84"/>
                  </a:lnTo>
                  <a:lnTo>
                    <a:pt x="78" y="89"/>
                  </a:lnTo>
                  <a:lnTo>
                    <a:pt x="63" y="94"/>
                  </a:lnTo>
                  <a:lnTo>
                    <a:pt x="47" y="96"/>
                  </a:lnTo>
                  <a:lnTo>
                    <a:pt x="32" y="99"/>
                  </a:lnTo>
                  <a:lnTo>
                    <a:pt x="16" y="101"/>
                  </a:lnTo>
                  <a:lnTo>
                    <a:pt x="0" y="101"/>
                  </a:lnTo>
                  <a:lnTo>
                    <a:pt x="1" y="111"/>
                  </a:lnTo>
                  <a:lnTo>
                    <a:pt x="17" y="109"/>
                  </a:lnTo>
                  <a:lnTo>
                    <a:pt x="33" y="108"/>
                  </a:lnTo>
                  <a:lnTo>
                    <a:pt x="49" y="105"/>
                  </a:lnTo>
                  <a:lnTo>
                    <a:pt x="65" y="101"/>
                  </a:lnTo>
                  <a:lnTo>
                    <a:pt x="81" y="97"/>
                  </a:lnTo>
                  <a:lnTo>
                    <a:pt x="96" y="93"/>
                  </a:lnTo>
                  <a:lnTo>
                    <a:pt x="111" y="87"/>
                  </a:lnTo>
                  <a:lnTo>
                    <a:pt x="127" y="81"/>
                  </a:lnTo>
                  <a:lnTo>
                    <a:pt x="141" y="74"/>
                  </a:lnTo>
                  <a:lnTo>
                    <a:pt x="156" y="66"/>
                  </a:lnTo>
                  <a:lnTo>
                    <a:pt x="170" y="58"/>
                  </a:lnTo>
                  <a:lnTo>
                    <a:pt x="185" y="49"/>
                  </a:lnTo>
                  <a:lnTo>
                    <a:pt x="198" y="39"/>
                  </a:lnTo>
                  <a:lnTo>
                    <a:pt x="211" y="29"/>
                  </a:lnTo>
                  <a:lnTo>
                    <a:pt x="225" y="17"/>
                  </a:lnTo>
                  <a:lnTo>
                    <a:pt x="237" y="6"/>
                  </a:lnTo>
                  <a:lnTo>
                    <a:pt x="231"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2" name="Freeform 40">
              <a:extLst>
                <a:ext uri="{FF2B5EF4-FFF2-40B4-BE49-F238E27FC236}">
                  <a16:creationId xmlns:a16="http://schemas.microsoft.com/office/drawing/2014/main" id="{D5BC92E0-EE49-28D1-B57A-0D3ED790F378}"/>
                </a:ext>
              </a:extLst>
            </p:cNvPr>
            <p:cNvSpPr>
              <a:spLocks/>
            </p:cNvSpPr>
            <p:nvPr/>
          </p:nvSpPr>
          <p:spPr bwMode="auto">
            <a:xfrm>
              <a:off x="4694" y="1687"/>
              <a:ext cx="110" cy="261"/>
            </a:xfrm>
            <a:custGeom>
              <a:avLst/>
              <a:gdLst>
                <a:gd name="T0" fmla="*/ 105 w 110"/>
                <a:gd name="T1" fmla="*/ 9 h 261"/>
                <a:gd name="T2" fmla="*/ 100 w 110"/>
                <a:gd name="T3" fmla="*/ 4 h 261"/>
                <a:gd name="T4" fmla="*/ 100 w 110"/>
                <a:gd name="T5" fmla="*/ 21 h 261"/>
                <a:gd name="T6" fmla="*/ 99 w 110"/>
                <a:gd name="T7" fmla="*/ 38 h 261"/>
                <a:gd name="T8" fmla="*/ 97 w 110"/>
                <a:gd name="T9" fmla="*/ 56 h 261"/>
                <a:gd name="T10" fmla="*/ 94 w 110"/>
                <a:gd name="T11" fmla="*/ 72 h 261"/>
                <a:gd name="T12" fmla="*/ 90 w 110"/>
                <a:gd name="T13" fmla="*/ 89 h 261"/>
                <a:gd name="T14" fmla="*/ 86 w 110"/>
                <a:gd name="T15" fmla="*/ 105 h 261"/>
                <a:gd name="T16" fmla="*/ 82 w 110"/>
                <a:gd name="T17" fmla="*/ 122 h 261"/>
                <a:gd name="T18" fmla="*/ 75 w 110"/>
                <a:gd name="T19" fmla="*/ 138 h 261"/>
                <a:gd name="T20" fmla="*/ 68 w 110"/>
                <a:gd name="T21" fmla="*/ 154 h 261"/>
                <a:gd name="T22" fmla="*/ 61 w 110"/>
                <a:gd name="T23" fmla="*/ 169 h 261"/>
                <a:gd name="T24" fmla="*/ 52 w 110"/>
                <a:gd name="T25" fmla="*/ 184 h 261"/>
                <a:gd name="T26" fmla="*/ 44 w 110"/>
                <a:gd name="T27" fmla="*/ 199 h 261"/>
                <a:gd name="T28" fmla="*/ 33 w 110"/>
                <a:gd name="T29" fmla="*/ 213 h 261"/>
                <a:gd name="T30" fmla="*/ 23 w 110"/>
                <a:gd name="T31" fmla="*/ 227 h 261"/>
                <a:gd name="T32" fmla="*/ 12 w 110"/>
                <a:gd name="T33" fmla="*/ 240 h 261"/>
                <a:gd name="T34" fmla="*/ 0 w 110"/>
                <a:gd name="T35" fmla="*/ 254 h 261"/>
                <a:gd name="T36" fmla="*/ 6 w 110"/>
                <a:gd name="T37" fmla="*/ 260 h 261"/>
                <a:gd name="T38" fmla="*/ 18 w 110"/>
                <a:gd name="T39" fmla="*/ 246 h 261"/>
                <a:gd name="T40" fmla="*/ 30 w 110"/>
                <a:gd name="T41" fmla="*/ 232 h 261"/>
                <a:gd name="T42" fmla="*/ 40 w 110"/>
                <a:gd name="T43" fmla="*/ 218 h 261"/>
                <a:gd name="T44" fmla="*/ 51 w 110"/>
                <a:gd name="T45" fmla="*/ 203 h 261"/>
                <a:gd name="T46" fmla="*/ 60 w 110"/>
                <a:gd name="T47" fmla="*/ 188 h 261"/>
                <a:gd name="T48" fmla="*/ 68 w 110"/>
                <a:gd name="T49" fmla="*/ 173 h 261"/>
                <a:gd name="T50" fmla="*/ 76 w 110"/>
                <a:gd name="T51" fmla="*/ 157 h 261"/>
                <a:gd name="T52" fmla="*/ 83 w 110"/>
                <a:gd name="T53" fmla="*/ 141 h 261"/>
                <a:gd name="T54" fmla="*/ 89 w 110"/>
                <a:gd name="T55" fmla="*/ 124 h 261"/>
                <a:gd name="T56" fmla="*/ 94 w 110"/>
                <a:gd name="T57" fmla="*/ 107 h 261"/>
                <a:gd name="T58" fmla="*/ 99 w 110"/>
                <a:gd name="T59" fmla="*/ 91 h 261"/>
                <a:gd name="T60" fmla="*/ 102 w 110"/>
                <a:gd name="T61" fmla="*/ 74 h 261"/>
                <a:gd name="T62" fmla="*/ 106 w 110"/>
                <a:gd name="T63" fmla="*/ 57 h 261"/>
                <a:gd name="T64" fmla="*/ 107 w 110"/>
                <a:gd name="T65" fmla="*/ 39 h 261"/>
                <a:gd name="T66" fmla="*/ 109 w 110"/>
                <a:gd name="T67" fmla="*/ 22 h 261"/>
                <a:gd name="T68" fmla="*/ 109 w 110"/>
                <a:gd name="T69" fmla="*/ 4 h 261"/>
                <a:gd name="T70" fmla="*/ 105 w 110"/>
                <a:gd name="T71" fmla="*/ 0 h 261"/>
                <a:gd name="T72" fmla="*/ 109 w 110"/>
                <a:gd name="T73" fmla="*/ 4 h 261"/>
                <a:gd name="T74" fmla="*/ 109 w 110"/>
                <a:gd name="T75" fmla="*/ 0 h 261"/>
                <a:gd name="T76" fmla="*/ 105 w 110"/>
                <a:gd name="T77" fmla="*/ 0 h 261"/>
                <a:gd name="T78" fmla="*/ 105 w 110"/>
                <a:gd name="T79" fmla="*/ 9 h 26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0" h="261">
                  <a:moveTo>
                    <a:pt x="105" y="9"/>
                  </a:moveTo>
                  <a:lnTo>
                    <a:pt x="100" y="4"/>
                  </a:lnTo>
                  <a:lnTo>
                    <a:pt x="100" y="21"/>
                  </a:lnTo>
                  <a:lnTo>
                    <a:pt x="99" y="38"/>
                  </a:lnTo>
                  <a:lnTo>
                    <a:pt x="97" y="56"/>
                  </a:lnTo>
                  <a:lnTo>
                    <a:pt x="94" y="72"/>
                  </a:lnTo>
                  <a:lnTo>
                    <a:pt x="90" y="89"/>
                  </a:lnTo>
                  <a:lnTo>
                    <a:pt x="86" y="105"/>
                  </a:lnTo>
                  <a:lnTo>
                    <a:pt x="82" y="122"/>
                  </a:lnTo>
                  <a:lnTo>
                    <a:pt x="75" y="138"/>
                  </a:lnTo>
                  <a:lnTo>
                    <a:pt x="68" y="154"/>
                  </a:lnTo>
                  <a:lnTo>
                    <a:pt x="61" y="169"/>
                  </a:lnTo>
                  <a:lnTo>
                    <a:pt x="52" y="184"/>
                  </a:lnTo>
                  <a:lnTo>
                    <a:pt x="44" y="199"/>
                  </a:lnTo>
                  <a:lnTo>
                    <a:pt x="33" y="213"/>
                  </a:lnTo>
                  <a:lnTo>
                    <a:pt x="23" y="227"/>
                  </a:lnTo>
                  <a:lnTo>
                    <a:pt x="12" y="240"/>
                  </a:lnTo>
                  <a:lnTo>
                    <a:pt x="0" y="254"/>
                  </a:lnTo>
                  <a:lnTo>
                    <a:pt x="6" y="260"/>
                  </a:lnTo>
                  <a:lnTo>
                    <a:pt x="18" y="246"/>
                  </a:lnTo>
                  <a:lnTo>
                    <a:pt x="30" y="232"/>
                  </a:lnTo>
                  <a:lnTo>
                    <a:pt x="40" y="218"/>
                  </a:lnTo>
                  <a:lnTo>
                    <a:pt x="51" y="203"/>
                  </a:lnTo>
                  <a:lnTo>
                    <a:pt x="60" y="188"/>
                  </a:lnTo>
                  <a:lnTo>
                    <a:pt x="68" y="173"/>
                  </a:lnTo>
                  <a:lnTo>
                    <a:pt x="76" y="157"/>
                  </a:lnTo>
                  <a:lnTo>
                    <a:pt x="83" y="141"/>
                  </a:lnTo>
                  <a:lnTo>
                    <a:pt x="89" y="124"/>
                  </a:lnTo>
                  <a:lnTo>
                    <a:pt x="94" y="107"/>
                  </a:lnTo>
                  <a:lnTo>
                    <a:pt x="99" y="91"/>
                  </a:lnTo>
                  <a:lnTo>
                    <a:pt x="102" y="74"/>
                  </a:lnTo>
                  <a:lnTo>
                    <a:pt x="106" y="57"/>
                  </a:lnTo>
                  <a:lnTo>
                    <a:pt x="107" y="39"/>
                  </a:lnTo>
                  <a:lnTo>
                    <a:pt x="109" y="22"/>
                  </a:lnTo>
                  <a:lnTo>
                    <a:pt x="109" y="4"/>
                  </a:lnTo>
                  <a:lnTo>
                    <a:pt x="105" y="0"/>
                  </a:lnTo>
                  <a:lnTo>
                    <a:pt x="109" y="4"/>
                  </a:lnTo>
                  <a:lnTo>
                    <a:pt x="109" y="0"/>
                  </a:lnTo>
                  <a:lnTo>
                    <a:pt x="105" y="0"/>
                  </a:lnTo>
                  <a:lnTo>
                    <a:pt x="105" y="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3" name="Freeform 41">
              <a:extLst>
                <a:ext uri="{FF2B5EF4-FFF2-40B4-BE49-F238E27FC236}">
                  <a16:creationId xmlns:a16="http://schemas.microsoft.com/office/drawing/2014/main" id="{D32693F8-739C-B202-EDF1-79FDD097AF05}"/>
                </a:ext>
              </a:extLst>
            </p:cNvPr>
            <p:cNvSpPr>
              <a:spLocks/>
            </p:cNvSpPr>
            <p:nvPr/>
          </p:nvSpPr>
          <p:spPr bwMode="auto">
            <a:xfrm>
              <a:off x="4586" y="1687"/>
              <a:ext cx="214" cy="7"/>
            </a:xfrm>
            <a:custGeom>
              <a:avLst/>
              <a:gdLst>
                <a:gd name="T0" fmla="*/ 9 w 214"/>
                <a:gd name="T1" fmla="*/ 4 h 7"/>
                <a:gd name="T2" fmla="*/ 4 w 214"/>
                <a:gd name="T3" fmla="*/ 6 h 7"/>
                <a:gd name="T4" fmla="*/ 213 w 214"/>
                <a:gd name="T5" fmla="*/ 4 h 7"/>
                <a:gd name="T6" fmla="*/ 213 w 214"/>
                <a:gd name="T7" fmla="*/ 0 h 7"/>
                <a:gd name="T8" fmla="*/ 4 w 214"/>
                <a:gd name="T9" fmla="*/ 2 h 7"/>
                <a:gd name="T10" fmla="*/ 0 w 214"/>
                <a:gd name="T11" fmla="*/ 4 h 7"/>
                <a:gd name="T12" fmla="*/ 4 w 214"/>
                <a:gd name="T13" fmla="*/ 2 h 7"/>
                <a:gd name="T14" fmla="*/ 0 w 214"/>
                <a:gd name="T15" fmla="*/ 2 h 7"/>
                <a:gd name="T16" fmla="*/ 0 w 214"/>
                <a:gd name="T17" fmla="*/ 3 h 7"/>
                <a:gd name="T18" fmla="*/ 9 w 214"/>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4" h="7">
                  <a:moveTo>
                    <a:pt x="9" y="4"/>
                  </a:moveTo>
                  <a:lnTo>
                    <a:pt x="4" y="6"/>
                  </a:lnTo>
                  <a:lnTo>
                    <a:pt x="213" y="4"/>
                  </a:lnTo>
                  <a:lnTo>
                    <a:pt x="213" y="0"/>
                  </a:lnTo>
                  <a:lnTo>
                    <a:pt x="4" y="2"/>
                  </a:lnTo>
                  <a:lnTo>
                    <a:pt x="0" y="4"/>
                  </a:lnTo>
                  <a:lnTo>
                    <a:pt x="4" y="2"/>
                  </a:lnTo>
                  <a:lnTo>
                    <a:pt x="0" y="2"/>
                  </a:lnTo>
                  <a:lnTo>
                    <a:pt x="0" y="3"/>
                  </a:lnTo>
                  <a:lnTo>
                    <a:pt x="9" y="4"/>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4" name="Freeform 42">
              <a:extLst>
                <a:ext uri="{FF2B5EF4-FFF2-40B4-BE49-F238E27FC236}">
                  <a16:creationId xmlns:a16="http://schemas.microsoft.com/office/drawing/2014/main" id="{32A481F7-01E4-5311-BD6C-11819CFA8DCD}"/>
                </a:ext>
              </a:extLst>
            </p:cNvPr>
            <p:cNvSpPr>
              <a:spLocks/>
            </p:cNvSpPr>
            <p:nvPr/>
          </p:nvSpPr>
          <p:spPr bwMode="auto">
            <a:xfrm>
              <a:off x="4543" y="1694"/>
              <a:ext cx="48" cy="101"/>
            </a:xfrm>
            <a:custGeom>
              <a:avLst/>
              <a:gdLst>
                <a:gd name="T0" fmla="*/ 6 w 48"/>
                <a:gd name="T1" fmla="*/ 100 h 101"/>
                <a:gd name="T2" fmla="*/ 11 w 48"/>
                <a:gd name="T3" fmla="*/ 96 h 101"/>
                <a:gd name="T4" fmla="*/ 15 w 48"/>
                <a:gd name="T5" fmla="*/ 90 h 101"/>
                <a:gd name="T6" fmla="*/ 19 w 48"/>
                <a:gd name="T7" fmla="*/ 83 h 101"/>
                <a:gd name="T8" fmla="*/ 23 w 48"/>
                <a:gd name="T9" fmla="*/ 78 h 101"/>
                <a:gd name="T10" fmla="*/ 26 w 48"/>
                <a:gd name="T11" fmla="*/ 72 h 101"/>
                <a:gd name="T12" fmla="*/ 29 w 48"/>
                <a:gd name="T13" fmla="*/ 66 h 101"/>
                <a:gd name="T14" fmla="*/ 33 w 48"/>
                <a:gd name="T15" fmla="*/ 59 h 101"/>
                <a:gd name="T16" fmla="*/ 36 w 48"/>
                <a:gd name="T17" fmla="*/ 54 h 101"/>
                <a:gd name="T18" fmla="*/ 38 w 48"/>
                <a:gd name="T19" fmla="*/ 47 h 101"/>
                <a:gd name="T20" fmla="*/ 41 w 48"/>
                <a:gd name="T21" fmla="*/ 40 h 101"/>
                <a:gd name="T22" fmla="*/ 42 w 48"/>
                <a:gd name="T23" fmla="*/ 34 h 101"/>
                <a:gd name="T24" fmla="*/ 44 w 48"/>
                <a:gd name="T25" fmla="*/ 27 h 101"/>
                <a:gd name="T26" fmla="*/ 45 w 48"/>
                <a:gd name="T27" fmla="*/ 21 h 101"/>
                <a:gd name="T28" fmla="*/ 46 w 48"/>
                <a:gd name="T29" fmla="*/ 13 h 101"/>
                <a:gd name="T30" fmla="*/ 47 w 48"/>
                <a:gd name="T31" fmla="*/ 7 h 101"/>
                <a:gd name="T32" fmla="*/ 47 w 48"/>
                <a:gd name="T33" fmla="*/ 0 h 101"/>
                <a:gd name="T34" fmla="*/ 39 w 48"/>
                <a:gd name="T35" fmla="*/ 0 h 101"/>
                <a:gd name="T36" fmla="*/ 38 w 48"/>
                <a:gd name="T37" fmla="*/ 6 h 101"/>
                <a:gd name="T38" fmla="*/ 37 w 48"/>
                <a:gd name="T39" fmla="*/ 12 h 101"/>
                <a:gd name="T40" fmla="*/ 37 w 48"/>
                <a:gd name="T41" fmla="*/ 19 h 101"/>
                <a:gd name="T42" fmla="*/ 36 w 48"/>
                <a:gd name="T43" fmla="*/ 25 h 101"/>
                <a:gd name="T44" fmla="*/ 34 w 48"/>
                <a:gd name="T45" fmla="*/ 31 h 101"/>
                <a:gd name="T46" fmla="*/ 32 w 48"/>
                <a:gd name="T47" fmla="*/ 37 h 101"/>
                <a:gd name="T48" fmla="*/ 31 w 48"/>
                <a:gd name="T49" fmla="*/ 44 h 101"/>
                <a:gd name="T50" fmla="*/ 28 w 48"/>
                <a:gd name="T51" fmla="*/ 50 h 101"/>
                <a:gd name="T52" fmla="*/ 25 w 48"/>
                <a:gd name="T53" fmla="*/ 56 h 101"/>
                <a:gd name="T54" fmla="*/ 23 w 48"/>
                <a:gd name="T55" fmla="*/ 62 h 101"/>
                <a:gd name="T56" fmla="*/ 19 w 48"/>
                <a:gd name="T57" fmla="*/ 68 h 101"/>
                <a:gd name="T58" fmla="*/ 16 w 48"/>
                <a:gd name="T59" fmla="*/ 73 h 101"/>
                <a:gd name="T60" fmla="*/ 12 w 48"/>
                <a:gd name="T61" fmla="*/ 78 h 101"/>
                <a:gd name="T62" fmla="*/ 8 w 48"/>
                <a:gd name="T63" fmla="*/ 84 h 101"/>
                <a:gd name="T64" fmla="*/ 4 w 48"/>
                <a:gd name="T65" fmla="*/ 90 h 101"/>
                <a:gd name="T66" fmla="*/ 0 w 48"/>
                <a:gd name="T67" fmla="*/ 94 h 101"/>
                <a:gd name="T68" fmla="*/ 6 w 48"/>
                <a:gd name="T69" fmla="*/ 100 h 10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8" h="101">
                  <a:moveTo>
                    <a:pt x="6" y="100"/>
                  </a:moveTo>
                  <a:lnTo>
                    <a:pt x="11" y="96"/>
                  </a:lnTo>
                  <a:lnTo>
                    <a:pt x="15" y="90"/>
                  </a:lnTo>
                  <a:lnTo>
                    <a:pt x="19" y="83"/>
                  </a:lnTo>
                  <a:lnTo>
                    <a:pt x="23" y="78"/>
                  </a:lnTo>
                  <a:lnTo>
                    <a:pt x="26" y="72"/>
                  </a:lnTo>
                  <a:lnTo>
                    <a:pt x="29" y="66"/>
                  </a:lnTo>
                  <a:lnTo>
                    <a:pt x="33" y="59"/>
                  </a:lnTo>
                  <a:lnTo>
                    <a:pt x="36" y="54"/>
                  </a:lnTo>
                  <a:lnTo>
                    <a:pt x="38" y="47"/>
                  </a:lnTo>
                  <a:lnTo>
                    <a:pt x="41" y="40"/>
                  </a:lnTo>
                  <a:lnTo>
                    <a:pt x="42" y="34"/>
                  </a:lnTo>
                  <a:lnTo>
                    <a:pt x="44" y="27"/>
                  </a:lnTo>
                  <a:lnTo>
                    <a:pt x="45" y="21"/>
                  </a:lnTo>
                  <a:lnTo>
                    <a:pt x="46" y="13"/>
                  </a:lnTo>
                  <a:lnTo>
                    <a:pt x="47" y="7"/>
                  </a:lnTo>
                  <a:lnTo>
                    <a:pt x="47" y="0"/>
                  </a:lnTo>
                  <a:lnTo>
                    <a:pt x="39" y="0"/>
                  </a:lnTo>
                  <a:lnTo>
                    <a:pt x="38" y="6"/>
                  </a:lnTo>
                  <a:lnTo>
                    <a:pt x="37" y="12"/>
                  </a:lnTo>
                  <a:lnTo>
                    <a:pt x="37" y="19"/>
                  </a:lnTo>
                  <a:lnTo>
                    <a:pt x="36" y="25"/>
                  </a:lnTo>
                  <a:lnTo>
                    <a:pt x="34" y="31"/>
                  </a:lnTo>
                  <a:lnTo>
                    <a:pt x="32" y="37"/>
                  </a:lnTo>
                  <a:lnTo>
                    <a:pt x="31" y="44"/>
                  </a:lnTo>
                  <a:lnTo>
                    <a:pt x="28" y="50"/>
                  </a:lnTo>
                  <a:lnTo>
                    <a:pt x="25" y="56"/>
                  </a:lnTo>
                  <a:lnTo>
                    <a:pt x="23" y="62"/>
                  </a:lnTo>
                  <a:lnTo>
                    <a:pt x="19" y="68"/>
                  </a:lnTo>
                  <a:lnTo>
                    <a:pt x="16" y="73"/>
                  </a:lnTo>
                  <a:lnTo>
                    <a:pt x="12" y="78"/>
                  </a:lnTo>
                  <a:lnTo>
                    <a:pt x="8" y="84"/>
                  </a:lnTo>
                  <a:lnTo>
                    <a:pt x="4" y="90"/>
                  </a:lnTo>
                  <a:lnTo>
                    <a:pt x="0" y="94"/>
                  </a:lnTo>
                  <a:lnTo>
                    <a:pt x="6" y="10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5" name="Freeform 43">
              <a:extLst>
                <a:ext uri="{FF2B5EF4-FFF2-40B4-BE49-F238E27FC236}">
                  <a16:creationId xmlns:a16="http://schemas.microsoft.com/office/drawing/2014/main" id="{48B9B0AF-2F0A-D96D-2FA9-1E0973B9C3CA}"/>
                </a:ext>
              </a:extLst>
            </p:cNvPr>
            <p:cNvSpPr>
              <a:spLocks/>
            </p:cNvSpPr>
            <p:nvPr/>
          </p:nvSpPr>
          <p:spPr bwMode="auto">
            <a:xfrm>
              <a:off x="4447" y="1793"/>
              <a:ext cx="98" cy="49"/>
            </a:xfrm>
            <a:custGeom>
              <a:avLst/>
              <a:gdLst>
                <a:gd name="T0" fmla="*/ 11 w 98"/>
                <a:gd name="T1" fmla="*/ 41 h 49"/>
                <a:gd name="T2" fmla="*/ 8 w 98"/>
                <a:gd name="T3" fmla="*/ 48 h 49"/>
                <a:gd name="T4" fmla="*/ 13 w 98"/>
                <a:gd name="T5" fmla="*/ 47 h 49"/>
                <a:gd name="T6" fmla="*/ 20 w 98"/>
                <a:gd name="T7" fmla="*/ 46 h 49"/>
                <a:gd name="T8" fmla="*/ 26 w 98"/>
                <a:gd name="T9" fmla="*/ 45 h 49"/>
                <a:gd name="T10" fmla="*/ 32 w 98"/>
                <a:gd name="T11" fmla="*/ 42 h 49"/>
                <a:gd name="T12" fmla="*/ 37 w 98"/>
                <a:gd name="T13" fmla="*/ 41 h 49"/>
                <a:gd name="T14" fmla="*/ 43 w 98"/>
                <a:gd name="T15" fmla="*/ 39 h 49"/>
                <a:gd name="T16" fmla="*/ 49 w 98"/>
                <a:gd name="T17" fmla="*/ 36 h 49"/>
                <a:gd name="T18" fmla="*/ 55 w 98"/>
                <a:gd name="T19" fmla="*/ 35 h 49"/>
                <a:gd name="T20" fmla="*/ 61 w 98"/>
                <a:gd name="T21" fmla="*/ 31 h 49"/>
                <a:gd name="T22" fmla="*/ 67 w 98"/>
                <a:gd name="T23" fmla="*/ 28 h 49"/>
                <a:gd name="T24" fmla="*/ 72 w 98"/>
                <a:gd name="T25" fmla="*/ 26 h 49"/>
                <a:gd name="T26" fmla="*/ 77 w 98"/>
                <a:gd name="T27" fmla="*/ 22 h 49"/>
                <a:gd name="T28" fmla="*/ 82 w 98"/>
                <a:gd name="T29" fmla="*/ 18 h 49"/>
                <a:gd name="T30" fmla="*/ 87 w 98"/>
                <a:gd name="T31" fmla="*/ 14 h 49"/>
                <a:gd name="T32" fmla="*/ 92 w 98"/>
                <a:gd name="T33" fmla="*/ 11 h 49"/>
                <a:gd name="T34" fmla="*/ 97 w 98"/>
                <a:gd name="T35" fmla="*/ 6 h 49"/>
                <a:gd name="T36" fmla="*/ 91 w 98"/>
                <a:gd name="T37" fmla="*/ 0 h 49"/>
                <a:gd name="T38" fmla="*/ 87 w 98"/>
                <a:gd name="T39" fmla="*/ 4 h 49"/>
                <a:gd name="T40" fmla="*/ 81 w 98"/>
                <a:gd name="T41" fmla="*/ 8 h 49"/>
                <a:gd name="T42" fmla="*/ 77 w 98"/>
                <a:gd name="T43" fmla="*/ 12 h 49"/>
                <a:gd name="T44" fmla="*/ 72 w 98"/>
                <a:gd name="T45" fmla="*/ 15 h 49"/>
                <a:gd name="T46" fmla="*/ 68 w 98"/>
                <a:gd name="T47" fmla="*/ 18 h 49"/>
                <a:gd name="T48" fmla="*/ 62 w 98"/>
                <a:gd name="T49" fmla="*/ 22 h 49"/>
                <a:gd name="T50" fmla="*/ 56 w 98"/>
                <a:gd name="T51" fmla="*/ 25 h 49"/>
                <a:gd name="T52" fmla="*/ 52 w 98"/>
                <a:gd name="T53" fmla="*/ 26 h 49"/>
                <a:gd name="T54" fmla="*/ 46 w 98"/>
                <a:gd name="T55" fmla="*/ 29 h 49"/>
                <a:gd name="T56" fmla="*/ 41 w 98"/>
                <a:gd name="T57" fmla="*/ 31 h 49"/>
                <a:gd name="T58" fmla="*/ 35 w 98"/>
                <a:gd name="T59" fmla="*/ 33 h 49"/>
                <a:gd name="T60" fmla="*/ 29 w 98"/>
                <a:gd name="T61" fmla="*/ 35 h 49"/>
                <a:gd name="T62" fmla="*/ 24 w 98"/>
                <a:gd name="T63" fmla="*/ 36 h 49"/>
                <a:gd name="T64" fmla="*/ 18 w 98"/>
                <a:gd name="T65" fmla="*/ 38 h 49"/>
                <a:gd name="T66" fmla="*/ 12 w 98"/>
                <a:gd name="T67" fmla="*/ 38 h 49"/>
                <a:gd name="T68" fmla="*/ 7 w 98"/>
                <a:gd name="T69" fmla="*/ 39 h 49"/>
                <a:gd name="T70" fmla="*/ 3 w 98"/>
                <a:gd name="T71" fmla="*/ 46 h 49"/>
                <a:gd name="T72" fmla="*/ 7 w 98"/>
                <a:gd name="T73" fmla="*/ 39 h 49"/>
                <a:gd name="T74" fmla="*/ 0 w 98"/>
                <a:gd name="T75" fmla="*/ 40 h 49"/>
                <a:gd name="T76" fmla="*/ 3 w 98"/>
                <a:gd name="T77" fmla="*/ 46 h 49"/>
                <a:gd name="T78" fmla="*/ 11 w 98"/>
                <a:gd name="T79" fmla="*/ 41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8" h="49">
                  <a:moveTo>
                    <a:pt x="11" y="41"/>
                  </a:moveTo>
                  <a:lnTo>
                    <a:pt x="8" y="48"/>
                  </a:lnTo>
                  <a:lnTo>
                    <a:pt x="13" y="47"/>
                  </a:lnTo>
                  <a:lnTo>
                    <a:pt x="20" y="46"/>
                  </a:lnTo>
                  <a:lnTo>
                    <a:pt x="26" y="45"/>
                  </a:lnTo>
                  <a:lnTo>
                    <a:pt x="32" y="42"/>
                  </a:lnTo>
                  <a:lnTo>
                    <a:pt x="37" y="41"/>
                  </a:lnTo>
                  <a:lnTo>
                    <a:pt x="43" y="39"/>
                  </a:lnTo>
                  <a:lnTo>
                    <a:pt x="49" y="36"/>
                  </a:lnTo>
                  <a:lnTo>
                    <a:pt x="55" y="35"/>
                  </a:lnTo>
                  <a:lnTo>
                    <a:pt x="61" y="31"/>
                  </a:lnTo>
                  <a:lnTo>
                    <a:pt x="67" y="28"/>
                  </a:lnTo>
                  <a:lnTo>
                    <a:pt x="72" y="26"/>
                  </a:lnTo>
                  <a:lnTo>
                    <a:pt x="77" y="22"/>
                  </a:lnTo>
                  <a:lnTo>
                    <a:pt x="82" y="18"/>
                  </a:lnTo>
                  <a:lnTo>
                    <a:pt x="87" y="14"/>
                  </a:lnTo>
                  <a:lnTo>
                    <a:pt x="92" y="11"/>
                  </a:lnTo>
                  <a:lnTo>
                    <a:pt x="97" y="6"/>
                  </a:lnTo>
                  <a:lnTo>
                    <a:pt x="91" y="0"/>
                  </a:lnTo>
                  <a:lnTo>
                    <a:pt x="87" y="4"/>
                  </a:lnTo>
                  <a:lnTo>
                    <a:pt x="81" y="8"/>
                  </a:lnTo>
                  <a:lnTo>
                    <a:pt x="77" y="12"/>
                  </a:lnTo>
                  <a:lnTo>
                    <a:pt x="72" y="15"/>
                  </a:lnTo>
                  <a:lnTo>
                    <a:pt x="68" y="18"/>
                  </a:lnTo>
                  <a:lnTo>
                    <a:pt x="62" y="22"/>
                  </a:lnTo>
                  <a:lnTo>
                    <a:pt x="56" y="25"/>
                  </a:lnTo>
                  <a:lnTo>
                    <a:pt x="52" y="26"/>
                  </a:lnTo>
                  <a:lnTo>
                    <a:pt x="46" y="29"/>
                  </a:lnTo>
                  <a:lnTo>
                    <a:pt x="41" y="31"/>
                  </a:lnTo>
                  <a:lnTo>
                    <a:pt x="35" y="33"/>
                  </a:lnTo>
                  <a:lnTo>
                    <a:pt x="29" y="35"/>
                  </a:lnTo>
                  <a:lnTo>
                    <a:pt x="24" y="36"/>
                  </a:lnTo>
                  <a:lnTo>
                    <a:pt x="18" y="38"/>
                  </a:lnTo>
                  <a:lnTo>
                    <a:pt x="12" y="38"/>
                  </a:lnTo>
                  <a:lnTo>
                    <a:pt x="7" y="39"/>
                  </a:lnTo>
                  <a:lnTo>
                    <a:pt x="3" y="46"/>
                  </a:lnTo>
                  <a:lnTo>
                    <a:pt x="7" y="39"/>
                  </a:lnTo>
                  <a:lnTo>
                    <a:pt x="0" y="40"/>
                  </a:lnTo>
                  <a:lnTo>
                    <a:pt x="3" y="46"/>
                  </a:lnTo>
                  <a:lnTo>
                    <a:pt x="11" y="4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6" name="Freeform 44">
              <a:extLst>
                <a:ext uri="{FF2B5EF4-FFF2-40B4-BE49-F238E27FC236}">
                  <a16:creationId xmlns:a16="http://schemas.microsoft.com/office/drawing/2014/main" id="{21DC96D6-44C8-D670-E133-1FB877D86622}"/>
                </a:ext>
              </a:extLst>
            </p:cNvPr>
            <p:cNvSpPr>
              <a:spLocks/>
            </p:cNvSpPr>
            <p:nvPr/>
          </p:nvSpPr>
          <p:spPr bwMode="auto">
            <a:xfrm>
              <a:off x="4449" y="1837"/>
              <a:ext cx="9" cy="6"/>
            </a:xfrm>
            <a:custGeom>
              <a:avLst/>
              <a:gdLst>
                <a:gd name="T0" fmla="*/ 3 w 9"/>
                <a:gd name="T1" fmla="*/ 5 h 6"/>
                <a:gd name="T2" fmla="*/ 6 w 9"/>
                <a:gd name="T3" fmla="*/ 1 h 6"/>
                <a:gd name="T4" fmla="*/ 6 w 9"/>
                <a:gd name="T5" fmla="*/ 1 h 6"/>
                <a:gd name="T6" fmla="*/ 0 w 9"/>
                <a:gd name="T7" fmla="*/ 3 h 6"/>
                <a:gd name="T8" fmla="*/ 1 w 9"/>
                <a:gd name="T9" fmla="*/ 4 h 6"/>
                <a:gd name="T10" fmla="*/ 3 w 9"/>
                <a:gd name="T11" fmla="*/ 0 h 6"/>
                <a:gd name="T12" fmla="*/ 3 w 9"/>
                <a:gd name="T13" fmla="*/ 5 h 6"/>
                <a:gd name="T14" fmla="*/ 8 w 9"/>
                <a:gd name="T15" fmla="*/ 5 h 6"/>
                <a:gd name="T16" fmla="*/ 6 w 9"/>
                <a:gd name="T17" fmla="*/ 1 h 6"/>
                <a:gd name="T18" fmla="*/ 3 w 9"/>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6">
                  <a:moveTo>
                    <a:pt x="3" y="5"/>
                  </a:moveTo>
                  <a:lnTo>
                    <a:pt x="6" y="1"/>
                  </a:lnTo>
                  <a:lnTo>
                    <a:pt x="0" y="3"/>
                  </a:lnTo>
                  <a:lnTo>
                    <a:pt x="1" y="4"/>
                  </a:lnTo>
                  <a:lnTo>
                    <a:pt x="3" y="0"/>
                  </a:lnTo>
                  <a:lnTo>
                    <a:pt x="3" y="5"/>
                  </a:lnTo>
                  <a:lnTo>
                    <a:pt x="8" y="5"/>
                  </a:lnTo>
                  <a:lnTo>
                    <a:pt x="6" y="1"/>
                  </a:lnTo>
                  <a:lnTo>
                    <a:pt x="3" y="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7" name="Freeform 45">
              <a:extLst>
                <a:ext uri="{FF2B5EF4-FFF2-40B4-BE49-F238E27FC236}">
                  <a16:creationId xmlns:a16="http://schemas.microsoft.com/office/drawing/2014/main" id="{65B147FB-82A5-DED3-220B-51A02967A58B}"/>
                </a:ext>
              </a:extLst>
            </p:cNvPr>
            <p:cNvSpPr>
              <a:spLocks/>
            </p:cNvSpPr>
            <p:nvPr/>
          </p:nvSpPr>
          <p:spPr bwMode="auto">
            <a:xfrm>
              <a:off x="4449" y="1837"/>
              <a:ext cx="5" cy="6"/>
            </a:xfrm>
            <a:custGeom>
              <a:avLst/>
              <a:gdLst>
                <a:gd name="T0" fmla="*/ 0 w 5"/>
                <a:gd name="T1" fmla="*/ 3 h 6"/>
                <a:gd name="T2" fmla="*/ 2 w 5"/>
                <a:gd name="T3" fmla="*/ 5 h 6"/>
                <a:gd name="T4" fmla="*/ 2 w 5"/>
                <a:gd name="T5" fmla="*/ 5 h 6"/>
                <a:gd name="T6" fmla="*/ 2 w 5"/>
                <a:gd name="T7" fmla="*/ 0 h 6"/>
                <a:gd name="T8" fmla="*/ 2 w 5"/>
                <a:gd name="T9" fmla="*/ 0 h 6"/>
                <a:gd name="T10" fmla="*/ 4 w 5"/>
                <a:gd name="T11" fmla="*/ 3 h 6"/>
                <a:gd name="T12" fmla="*/ 0 w 5"/>
                <a:gd name="T13" fmla="*/ 3 h 6"/>
                <a:gd name="T14" fmla="*/ 0 w 5"/>
                <a:gd name="T15" fmla="*/ 5 h 6"/>
                <a:gd name="T16" fmla="*/ 2 w 5"/>
                <a:gd name="T17" fmla="*/ 5 h 6"/>
                <a:gd name="T18" fmla="*/ 0 w 5"/>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6">
                  <a:moveTo>
                    <a:pt x="0" y="3"/>
                  </a:moveTo>
                  <a:lnTo>
                    <a:pt x="2" y="5"/>
                  </a:lnTo>
                  <a:lnTo>
                    <a:pt x="2" y="0"/>
                  </a:lnTo>
                  <a:lnTo>
                    <a:pt x="4" y="3"/>
                  </a:lnTo>
                  <a:lnTo>
                    <a:pt x="0" y="3"/>
                  </a:lnTo>
                  <a:lnTo>
                    <a:pt x="0" y="5"/>
                  </a:lnTo>
                  <a:lnTo>
                    <a:pt x="2" y="5"/>
                  </a:lnTo>
                  <a:lnTo>
                    <a:pt x="0" y="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8" name="Freeform 46">
              <a:extLst>
                <a:ext uri="{FF2B5EF4-FFF2-40B4-BE49-F238E27FC236}">
                  <a16:creationId xmlns:a16="http://schemas.microsoft.com/office/drawing/2014/main" id="{F7FAD568-0D40-E66E-9070-DFF6A07CBF16}"/>
                </a:ext>
              </a:extLst>
            </p:cNvPr>
            <p:cNvSpPr>
              <a:spLocks/>
            </p:cNvSpPr>
            <p:nvPr/>
          </p:nvSpPr>
          <p:spPr bwMode="auto">
            <a:xfrm>
              <a:off x="4448" y="1772"/>
              <a:ext cx="6" cy="66"/>
            </a:xfrm>
            <a:custGeom>
              <a:avLst/>
              <a:gdLst>
                <a:gd name="T0" fmla="*/ 5 w 6"/>
                <a:gd name="T1" fmla="*/ 18 h 66"/>
                <a:gd name="T2" fmla="*/ 0 w 6"/>
                <a:gd name="T3" fmla="*/ 15 h 66"/>
                <a:gd name="T4" fmla="*/ 0 w 6"/>
                <a:gd name="T5" fmla="*/ 65 h 66"/>
                <a:gd name="T6" fmla="*/ 5 w 6"/>
                <a:gd name="T7" fmla="*/ 65 h 66"/>
                <a:gd name="T8" fmla="*/ 5 w 6"/>
                <a:gd name="T9" fmla="*/ 15 h 66"/>
                <a:gd name="T10" fmla="*/ 0 w 6"/>
                <a:gd name="T11" fmla="*/ 13 h 66"/>
                <a:gd name="T12" fmla="*/ 5 w 6"/>
                <a:gd name="T13" fmla="*/ 15 h 66"/>
                <a:gd name="T14" fmla="*/ 5 w 6"/>
                <a:gd name="T15" fmla="*/ 0 h 66"/>
                <a:gd name="T16" fmla="*/ 0 w 6"/>
                <a:gd name="T17" fmla="*/ 13 h 66"/>
                <a:gd name="T18" fmla="*/ 5 w 6"/>
                <a:gd name="T19" fmla="*/ 18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66">
                  <a:moveTo>
                    <a:pt x="5" y="18"/>
                  </a:moveTo>
                  <a:lnTo>
                    <a:pt x="0" y="15"/>
                  </a:lnTo>
                  <a:lnTo>
                    <a:pt x="0" y="65"/>
                  </a:lnTo>
                  <a:lnTo>
                    <a:pt x="5" y="65"/>
                  </a:lnTo>
                  <a:lnTo>
                    <a:pt x="5" y="15"/>
                  </a:lnTo>
                  <a:lnTo>
                    <a:pt x="0" y="13"/>
                  </a:lnTo>
                  <a:lnTo>
                    <a:pt x="5" y="15"/>
                  </a:lnTo>
                  <a:lnTo>
                    <a:pt x="5" y="0"/>
                  </a:lnTo>
                  <a:lnTo>
                    <a:pt x="0" y="13"/>
                  </a:lnTo>
                  <a:lnTo>
                    <a:pt x="5" y="18"/>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89" name="Freeform 47">
              <a:extLst>
                <a:ext uri="{FF2B5EF4-FFF2-40B4-BE49-F238E27FC236}">
                  <a16:creationId xmlns:a16="http://schemas.microsoft.com/office/drawing/2014/main" id="{BCE4D39C-1BE2-5F07-5A93-EE7819C0C4B0}"/>
                </a:ext>
              </a:extLst>
            </p:cNvPr>
            <p:cNvSpPr>
              <a:spLocks/>
            </p:cNvSpPr>
            <p:nvPr/>
          </p:nvSpPr>
          <p:spPr bwMode="auto">
            <a:xfrm>
              <a:off x="4448" y="1319"/>
              <a:ext cx="419" cy="434"/>
            </a:xfrm>
            <a:custGeom>
              <a:avLst/>
              <a:gdLst>
                <a:gd name="T0" fmla="*/ 83 w 419"/>
                <a:gd name="T1" fmla="*/ 337 h 434"/>
                <a:gd name="T2" fmla="*/ 248 w 419"/>
                <a:gd name="T3" fmla="*/ 433 h 434"/>
                <a:gd name="T4" fmla="*/ 418 w 419"/>
                <a:gd name="T5" fmla="*/ 332 h 434"/>
                <a:gd name="T6" fmla="*/ 352 w 419"/>
                <a:gd name="T7" fmla="*/ 333 h 434"/>
                <a:gd name="T8" fmla="*/ 348 w 419"/>
                <a:gd name="T9" fmla="*/ 302 h 434"/>
                <a:gd name="T10" fmla="*/ 341 w 419"/>
                <a:gd name="T11" fmla="*/ 271 h 434"/>
                <a:gd name="T12" fmla="*/ 332 w 419"/>
                <a:gd name="T13" fmla="*/ 241 h 434"/>
                <a:gd name="T14" fmla="*/ 320 w 419"/>
                <a:gd name="T15" fmla="*/ 212 h 434"/>
                <a:gd name="T16" fmla="*/ 306 w 419"/>
                <a:gd name="T17" fmla="*/ 184 h 434"/>
                <a:gd name="T18" fmla="*/ 288 w 419"/>
                <a:gd name="T19" fmla="*/ 157 h 434"/>
                <a:gd name="T20" fmla="*/ 269 w 419"/>
                <a:gd name="T21" fmla="*/ 131 h 434"/>
                <a:gd name="T22" fmla="*/ 246 w 419"/>
                <a:gd name="T23" fmla="*/ 106 h 434"/>
                <a:gd name="T24" fmla="*/ 220 w 419"/>
                <a:gd name="T25" fmla="*/ 82 h 434"/>
                <a:gd name="T26" fmla="*/ 192 w 419"/>
                <a:gd name="T27" fmla="*/ 61 h 434"/>
                <a:gd name="T28" fmla="*/ 163 w 419"/>
                <a:gd name="T29" fmla="*/ 43 h 434"/>
                <a:gd name="T30" fmla="*/ 131 w 419"/>
                <a:gd name="T31" fmla="*/ 29 h 434"/>
                <a:gd name="T32" fmla="*/ 100 w 419"/>
                <a:gd name="T33" fmla="*/ 17 h 434"/>
                <a:gd name="T34" fmla="*/ 67 w 419"/>
                <a:gd name="T35" fmla="*/ 8 h 434"/>
                <a:gd name="T36" fmla="*/ 33 w 419"/>
                <a:gd name="T37" fmla="*/ 2 h 434"/>
                <a:gd name="T38" fmla="*/ 0 w 419"/>
                <a:gd name="T39" fmla="*/ 0 h 434"/>
                <a:gd name="T40" fmla="*/ 4 w 419"/>
                <a:gd name="T41" fmla="*/ 209 h 434"/>
                <a:gd name="T42" fmla="*/ 29 w 419"/>
                <a:gd name="T43" fmla="*/ 213 h 434"/>
                <a:gd name="T44" fmla="*/ 52 w 419"/>
                <a:gd name="T45" fmla="*/ 222 h 434"/>
                <a:gd name="T46" fmla="*/ 75 w 419"/>
                <a:gd name="T47" fmla="*/ 236 h 434"/>
                <a:gd name="T48" fmla="*/ 96 w 419"/>
                <a:gd name="T49" fmla="*/ 253 h 434"/>
                <a:gd name="T50" fmla="*/ 112 w 419"/>
                <a:gd name="T51" fmla="*/ 272 h 434"/>
                <a:gd name="T52" fmla="*/ 124 w 419"/>
                <a:gd name="T53" fmla="*/ 292 h 434"/>
                <a:gd name="T54" fmla="*/ 133 w 419"/>
                <a:gd name="T55" fmla="*/ 313 h 434"/>
                <a:gd name="T56" fmla="*/ 136 w 419"/>
                <a:gd name="T57" fmla="*/ 324 h 434"/>
                <a:gd name="T58" fmla="*/ 139 w 419"/>
                <a:gd name="T59" fmla="*/ 336 h 434"/>
                <a:gd name="T60" fmla="*/ 83 w 419"/>
                <a:gd name="T61" fmla="*/ 337 h 4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9" h="434">
                  <a:moveTo>
                    <a:pt x="83" y="337"/>
                  </a:moveTo>
                  <a:lnTo>
                    <a:pt x="248" y="433"/>
                  </a:lnTo>
                  <a:lnTo>
                    <a:pt x="418" y="332"/>
                  </a:lnTo>
                  <a:lnTo>
                    <a:pt x="352" y="333"/>
                  </a:lnTo>
                  <a:lnTo>
                    <a:pt x="348" y="302"/>
                  </a:lnTo>
                  <a:lnTo>
                    <a:pt x="341" y="271"/>
                  </a:lnTo>
                  <a:lnTo>
                    <a:pt x="332" y="241"/>
                  </a:lnTo>
                  <a:lnTo>
                    <a:pt x="320" y="212"/>
                  </a:lnTo>
                  <a:lnTo>
                    <a:pt x="306" y="184"/>
                  </a:lnTo>
                  <a:lnTo>
                    <a:pt x="288" y="157"/>
                  </a:lnTo>
                  <a:lnTo>
                    <a:pt x="269" y="131"/>
                  </a:lnTo>
                  <a:lnTo>
                    <a:pt x="246" y="106"/>
                  </a:lnTo>
                  <a:lnTo>
                    <a:pt x="220" y="82"/>
                  </a:lnTo>
                  <a:lnTo>
                    <a:pt x="192" y="61"/>
                  </a:lnTo>
                  <a:lnTo>
                    <a:pt x="163" y="43"/>
                  </a:lnTo>
                  <a:lnTo>
                    <a:pt x="131" y="29"/>
                  </a:lnTo>
                  <a:lnTo>
                    <a:pt x="100" y="17"/>
                  </a:lnTo>
                  <a:lnTo>
                    <a:pt x="67" y="8"/>
                  </a:lnTo>
                  <a:lnTo>
                    <a:pt x="33" y="2"/>
                  </a:lnTo>
                  <a:lnTo>
                    <a:pt x="0" y="0"/>
                  </a:lnTo>
                  <a:lnTo>
                    <a:pt x="4" y="209"/>
                  </a:lnTo>
                  <a:lnTo>
                    <a:pt x="29" y="213"/>
                  </a:lnTo>
                  <a:lnTo>
                    <a:pt x="52" y="222"/>
                  </a:lnTo>
                  <a:lnTo>
                    <a:pt x="75" y="236"/>
                  </a:lnTo>
                  <a:lnTo>
                    <a:pt x="96" y="253"/>
                  </a:lnTo>
                  <a:lnTo>
                    <a:pt x="112" y="272"/>
                  </a:lnTo>
                  <a:lnTo>
                    <a:pt x="124" y="292"/>
                  </a:lnTo>
                  <a:lnTo>
                    <a:pt x="133" y="313"/>
                  </a:lnTo>
                  <a:lnTo>
                    <a:pt x="136" y="324"/>
                  </a:lnTo>
                  <a:lnTo>
                    <a:pt x="139" y="336"/>
                  </a:lnTo>
                  <a:lnTo>
                    <a:pt x="83" y="337"/>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0" name="Freeform 48">
              <a:extLst>
                <a:ext uri="{FF2B5EF4-FFF2-40B4-BE49-F238E27FC236}">
                  <a16:creationId xmlns:a16="http://schemas.microsoft.com/office/drawing/2014/main" id="{2F725F5D-6DCF-2DCF-6D59-CF05A9CB3178}"/>
                </a:ext>
              </a:extLst>
            </p:cNvPr>
            <p:cNvSpPr>
              <a:spLocks/>
            </p:cNvSpPr>
            <p:nvPr/>
          </p:nvSpPr>
          <p:spPr bwMode="auto">
            <a:xfrm>
              <a:off x="4530" y="1656"/>
              <a:ext cx="168" cy="102"/>
            </a:xfrm>
            <a:custGeom>
              <a:avLst/>
              <a:gdLst>
                <a:gd name="T0" fmla="*/ 163 w 168"/>
                <a:gd name="T1" fmla="*/ 92 h 102"/>
                <a:gd name="T2" fmla="*/ 167 w 168"/>
                <a:gd name="T3" fmla="*/ 92 h 102"/>
                <a:gd name="T4" fmla="*/ 4 w 168"/>
                <a:gd name="T5" fmla="*/ 0 h 102"/>
                <a:gd name="T6" fmla="*/ 0 w 168"/>
                <a:gd name="T7" fmla="*/ 7 h 102"/>
                <a:gd name="T8" fmla="*/ 163 w 168"/>
                <a:gd name="T9" fmla="*/ 99 h 102"/>
                <a:gd name="T10" fmla="*/ 167 w 168"/>
                <a:gd name="T11" fmla="*/ 99 h 102"/>
                <a:gd name="T12" fmla="*/ 163 w 168"/>
                <a:gd name="T13" fmla="*/ 99 h 102"/>
                <a:gd name="T14" fmla="*/ 164 w 168"/>
                <a:gd name="T15" fmla="*/ 101 h 102"/>
                <a:gd name="T16" fmla="*/ 167 w 168"/>
                <a:gd name="T17" fmla="*/ 99 h 102"/>
                <a:gd name="T18" fmla="*/ 163 w 168"/>
                <a:gd name="T19" fmla="*/ 92 h 1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8" h="102">
                  <a:moveTo>
                    <a:pt x="163" y="92"/>
                  </a:moveTo>
                  <a:lnTo>
                    <a:pt x="167" y="92"/>
                  </a:lnTo>
                  <a:lnTo>
                    <a:pt x="4" y="0"/>
                  </a:lnTo>
                  <a:lnTo>
                    <a:pt x="0" y="7"/>
                  </a:lnTo>
                  <a:lnTo>
                    <a:pt x="163" y="99"/>
                  </a:lnTo>
                  <a:lnTo>
                    <a:pt x="167" y="99"/>
                  </a:lnTo>
                  <a:lnTo>
                    <a:pt x="163" y="99"/>
                  </a:lnTo>
                  <a:lnTo>
                    <a:pt x="164" y="101"/>
                  </a:lnTo>
                  <a:lnTo>
                    <a:pt x="167" y="99"/>
                  </a:lnTo>
                  <a:lnTo>
                    <a:pt x="163" y="92"/>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1" name="Freeform 49">
              <a:extLst>
                <a:ext uri="{FF2B5EF4-FFF2-40B4-BE49-F238E27FC236}">
                  <a16:creationId xmlns:a16="http://schemas.microsoft.com/office/drawing/2014/main" id="{461FE681-FC9E-AB08-ACD7-0E2348D61346}"/>
                </a:ext>
              </a:extLst>
            </p:cNvPr>
            <p:cNvSpPr>
              <a:spLocks/>
            </p:cNvSpPr>
            <p:nvPr/>
          </p:nvSpPr>
          <p:spPr bwMode="auto">
            <a:xfrm>
              <a:off x="4698" y="1651"/>
              <a:ext cx="184" cy="105"/>
            </a:xfrm>
            <a:custGeom>
              <a:avLst/>
              <a:gdLst>
                <a:gd name="T0" fmla="*/ 167 w 184"/>
                <a:gd name="T1" fmla="*/ 9 h 105"/>
                <a:gd name="T2" fmla="*/ 165 w 184"/>
                <a:gd name="T3" fmla="*/ 1 h 105"/>
                <a:gd name="T4" fmla="*/ 0 w 184"/>
                <a:gd name="T5" fmla="*/ 97 h 105"/>
                <a:gd name="T6" fmla="*/ 4 w 184"/>
                <a:gd name="T7" fmla="*/ 104 h 105"/>
                <a:gd name="T8" fmla="*/ 170 w 184"/>
                <a:gd name="T9" fmla="*/ 8 h 105"/>
                <a:gd name="T10" fmla="*/ 167 w 184"/>
                <a:gd name="T11" fmla="*/ 0 h 105"/>
                <a:gd name="T12" fmla="*/ 170 w 184"/>
                <a:gd name="T13" fmla="*/ 8 h 105"/>
                <a:gd name="T14" fmla="*/ 183 w 184"/>
                <a:gd name="T15" fmla="*/ 0 h 105"/>
                <a:gd name="T16" fmla="*/ 167 w 184"/>
                <a:gd name="T17" fmla="*/ 0 h 105"/>
                <a:gd name="T18" fmla="*/ 167 w 184"/>
                <a:gd name="T19" fmla="*/ 9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4" h="105">
                  <a:moveTo>
                    <a:pt x="167" y="9"/>
                  </a:moveTo>
                  <a:lnTo>
                    <a:pt x="165" y="1"/>
                  </a:lnTo>
                  <a:lnTo>
                    <a:pt x="0" y="97"/>
                  </a:lnTo>
                  <a:lnTo>
                    <a:pt x="4" y="104"/>
                  </a:lnTo>
                  <a:lnTo>
                    <a:pt x="170" y="8"/>
                  </a:lnTo>
                  <a:lnTo>
                    <a:pt x="167" y="0"/>
                  </a:lnTo>
                  <a:lnTo>
                    <a:pt x="170" y="8"/>
                  </a:lnTo>
                  <a:lnTo>
                    <a:pt x="183" y="0"/>
                  </a:lnTo>
                  <a:lnTo>
                    <a:pt x="167" y="0"/>
                  </a:lnTo>
                  <a:lnTo>
                    <a:pt x="167" y="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2" name="Freeform 50">
              <a:extLst>
                <a:ext uri="{FF2B5EF4-FFF2-40B4-BE49-F238E27FC236}">
                  <a16:creationId xmlns:a16="http://schemas.microsoft.com/office/drawing/2014/main" id="{9B4B5149-B5A9-7C4E-BE00-71A74A3C1170}"/>
                </a:ext>
              </a:extLst>
            </p:cNvPr>
            <p:cNvSpPr>
              <a:spLocks/>
            </p:cNvSpPr>
            <p:nvPr/>
          </p:nvSpPr>
          <p:spPr bwMode="auto">
            <a:xfrm>
              <a:off x="4799" y="1651"/>
              <a:ext cx="68" cy="6"/>
            </a:xfrm>
            <a:custGeom>
              <a:avLst/>
              <a:gdLst>
                <a:gd name="T0" fmla="*/ 0 w 68"/>
                <a:gd name="T1" fmla="*/ 3 h 6"/>
                <a:gd name="T2" fmla="*/ 4 w 68"/>
                <a:gd name="T3" fmla="*/ 5 h 6"/>
                <a:gd name="T4" fmla="*/ 67 w 68"/>
                <a:gd name="T5" fmla="*/ 5 h 6"/>
                <a:gd name="T6" fmla="*/ 67 w 68"/>
                <a:gd name="T7" fmla="*/ 0 h 6"/>
                <a:gd name="T8" fmla="*/ 4 w 68"/>
                <a:gd name="T9" fmla="*/ 0 h 6"/>
                <a:gd name="T10" fmla="*/ 9 w 68"/>
                <a:gd name="T11" fmla="*/ 2 h 6"/>
                <a:gd name="T12" fmla="*/ 0 w 68"/>
                <a:gd name="T13" fmla="*/ 3 h 6"/>
                <a:gd name="T14" fmla="*/ 0 w 68"/>
                <a:gd name="T15" fmla="*/ 5 h 6"/>
                <a:gd name="T16" fmla="*/ 4 w 68"/>
                <a:gd name="T17" fmla="*/ 5 h 6"/>
                <a:gd name="T18" fmla="*/ 0 w 68"/>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8" h="6">
                  <a:moveTo>
                    <a:pt x="0" y="3"/>
                  </a:moveTo>
                  <a:lnTo>
                    <a:pt x="4" y="5"/>
                  </a:lnTo>
                  <a:lnTo>
                    <a:pt x="67" y="5"/>
                  </a:lnTo>
                  <a:lnTo>
                    <a:pt x="67" y="0"/>
                  </a:lnTo>
                  <a:lnTo>
                    <a:pt x="4" y="0"/>
                  </a:lnTo>
                  <a:lnTo>
                    <a:pt x="9" y="2"/>
                  </a:lnTo>
                  <a:lnTo>
                    <a:pt x="0" y="3"/>
                  </a:lnTo>
                  <a:lnTo>
                    <a:pt x="0" y="5"/>
                  </a:lnTo>
                  <a:lnTo>
                    <a:pt x="4" y="5"/>
                  </a:lnTo>
                  <a:lnTo>
                    <a:pt x="0" y="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3" name="Freeform 51">
              <a:extLst>
                <a:ext uri="{FF2B5EF4-FFF2-40B4-BE49-F238E27FC236}">
                  <a16:creationId xmlns:a16="http://schemas.microsoft.com/office/drawing/2014/main" id="{2F82066C-737F-7BBB-65C7-74174F9A81C3}"/>
                </a:ext>
              </a:extLst>
            </p:cNvPr>
            <p:cNvSpPr>
              <a:spLocks/>
            </p:cNvSpPr>
            <p:nvPr/>
          </p:nvSpPr>
          <p:spPr bwMode="auto">
            <a:xfrm>
              <a:off x="4694" y="1423"/>
              <a:ext cx="110" cy="229"/>
            </a:xfrm>
            <a:custGeom>
              <a:avLst/>
              <a:gdLst>
                <a:gd name="T0" fmla="*/ 0 w 110"/>
                <a:gd name="T1" fmla="*/ 6 h 229"/>
                <a:gd name="T2" fmla="*/ 11 w 110"/>
                <a:gd name="T3" fmla="*/ 19 h 229"/>
                <a:gd name="T4" fmla="*/ 22 w 110"/>
                <a:gd name="T5" fmla="*/ 30 h 229"/>
                <a:gd name="T6" fmla="*/ 31 w 110"/>
                <a:gd name="T7" fmla="*/ 43 h 229"/>
                <a:gd name="T8" fmla="*/ 40 w 110"/>
                <a:gd name="T9" fmla="*/ 55 h 229"/>
                <a:gd name="T10" fmla="*/ 48 w 110"/>
                <a:gd name="T11" fmla="*/ 69 h 229"/>
                <a:gd name="T12" fmla="*/ 56 w 110"/>
                <a:gd name="T13" fmla="*/ 82 h 229"/>
                <a:gd name="T14" fmla="*/ 63 w 110"/>
                <a:gd name="T15" fmla="*/ 96 h 229"/>
                <a:gd name="T16" fmla="*/ 70 w 110"/>
                <a:gd name="T17" fmla="*/ 110 h 229"/>
                <a:gd name="T18" fmla="*/ 76 w 110"/>
                <a:gd name="T19" fmla="*/ 125 h 229"/>
                <a:gd name="T20" fmla="*/ 81 w 110"/>
                <a:gd name="T21" fmla="*/ 139 h 229"/>
                <a:gd name="T22" fmla="*/ 87 w 110"/>
                <a:gd name="T23" fmla="*/ 153 h 229"/>
                <a:gd name="T24" fmla="*/ 90 w 110"/>
                <a:gd name="T25" fmla="*/ 167 h 229"/>
                <a:gd name="T26" fmla="*/ 94 w 110"/>
                <a:gd name="T27" fmla="*/ 183 h 229"/>
                <a:gd name="T28" fmla="*/ 96 w 110"/>
                <a:gd name="T29" fmla="*/ 199 h 229"/>
                <a:gd name="T30" fmla="*/ 99 w 110"/>
                <a:gd name="T31" fmla="*/ 213 h 229"/>
                <a:gd name="T32" fmla="*/ 100 w 110"/>
                <a:gd name="T33" fmla="*/ 228 h 229"/>
                <a:gd name="T34" fmla="*/ 109 w 110"/>
                <a:gd name="T35" fmla="*/ 227 h 229"/>
                <a:gd name="T36" fmla="*/ 107 w 110"/>
                <a:gd name="T37" fmla="*/ 212 h 229"/>
                <a:gd name="T38" fmla="*/ 105 w 110"/>
                <a:gd name="T39" fmla="*/ 197 h 229"/>
                <a:gd name="T40" fmla="*/ 102 w 110"/>
                <a:gd name="T41" fmla="*/ 181 h 229"/>
                <a:gd name="T42" fmla="*/ 99 w 110"/>
                <a:gd name="T43" fmla="*/ 166 h 229"/>
                <a:gd name="T44" fmla="*/ 94 w 110"/>
                <a:gd name="T45" fmla="*/ 151 h 229"/>
                <a:gd name="T46" fmla="*/ 89 w 110"/>
                <a:gd name="T47" fmla="*/ 136 h 229"/>
                <a:gd name="T48" fmla="*/ 84 w 110"/>
                <a:gd name="T49" fmla="*/ 120 h 229"/>
                <a:gd name="T50" fmla="*/ 78 w 110"/>
                <a:gd name="T51" fmla="*/ 106 h 229"/>
                <a:gd name="T52" fmla="*/ 72 w 110"/>
                <a:gd name="T53" fmla="*/ 93 h 229"/>
                <a:gd name="T54" fmla="*/ 64 w 110"/>
                <a:gd name="T55" fmla="*/ 77 h 229"/>
                <a:gd name="T56" fmla="*/ 55 w 110"/>
                <a:gd name="T57" fmla="*/ 64 h 229"/>
                <a:gd name="T58" fmla="*/ 48 w 110"/>
                <a:gd name="T59" fmla="*/ 51 h 229"/>
                <a:gd name="T60" fmla="*/ 38 w 110"/>
                <a:gd name="T61" fmla="*/ 37 h 229"/>
                <a:gd name="T62" fmla="*/ 28 w 110"/>
                <a:gd name="T63" fmla="*/ 25 h 229"/>
                <a:gd name="T64" fmla="*/ 17 w 110"/>
                <a:gd name="T65" fmla="*/ 12 h 229"/>
                <a:gd name="T66" fmla="*/ 6 w 110"/>
                <a:gd name="T67" fmla="*/ 0 h 229"/>
                <a:gd name="T68" fmla="*/ 0 w 110"/>
                <a:gd name="T69" fmla="*/ 6 h 2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0" h="229">
                  <a:moveTo>
                    <a:pt x="0" y="6"/>
                  </a:moveTo>
                  <a:lnTo>
                    <a:pt x="11" y="19"/>
                  </a:lnTo>
                  <a:lnTo>
                    <a:pt x="22" y="30"/>
                  </a:lnTo>
                  <a:lnTo>
                    <a:pt x="31" y="43"/>
                  </a:lnTo>
                  <a:lnTo>
                    <a:pt x="40" y="55"/>
                  </a:lnTo>
                  <a:lnTo>
                    <a:pt x="48" y="69"/>
                  </a:lnTo>
                  <a:lnTo>
                    <a:pt x="56" y="82"/>
                  </a:lnTo>
                  <a:lnTo>
                    <a:pt x="63" y="96"/>
                  </a:lnTo>
                  <a:lnTo>
                    <a:pt x="70" y="110"/>
                  </a:lnTo>
                  <a:lnTo>
                    <a:pt x="76" y="125"/>
                  </a:lnTo>
                  <a:lnTo>
                    <a:pt x="81" y="139"/>
                  </a:lnTo>
                  <a:lnTo>
                    <a:pt x="87" y="153"/>
                  </a:lnTo>
                  <a:lnTo>
                    <a:pt x="90" y="167"/>
                  </a:lnTo>
                  <a:lnTo>
                    <a:pt x="94" y="183"/>
                  </a:lnTo>
                  <a:lnTo>
                    <a:pt x="96" y="199"/>
                  </a:lnTo>
                  <a:lnTo>
                    <a:pt x="99" y="213"/>
                  </a:lnTo>
                  <a:lnTo>
                    <a:pt x="100" y="228"/>
                  </a:lnTo>
                  <a:lnTo>
                    <a:pt x="109" y="227"/>
                  </a:lnTo>
                  <a:lnTo>
                    <a:pt x="107" y="212"/>
                  </a:lnTo>
                  <a:lnTo>
                    <a:pt x="105" y="197"/>
                  </a:lnTo>
                  <a:lnTo>
                    <a:pt x="102" y="181"/>
                  </a:lnTo>
                  <a:lnTo>
                    <a:pt x="99" y="166"/>
                  </a:lnTo>
                  <a:lnTo>
                    <a:pt x="94" y="151"/>
                  </a:lnTo>
                  <a:lnTo>
                    <a:pt x="89" y="136"/>
                  </a:lnTo>
                  <a:lnTo>
                    <a:pt x="84" y="120"/>
                  </a:lnTo>
                  <a:lnTo>
                    <a:pt x="78" y="106"/>
                  </a:lnTo>
                  <a:lnTo>
                    <a:pt x="72" y="93"/>
                  </a:lnTo>
                  <a:lnTo>
                    <a:pt x="64" y="77"/>
                  </a:lnTo>
                  <a:lnTo>
                    <a:pt x="55" y="64"/>
                  </a:lnTo>
                  <a:lnTo>
                    <a:pt x="48" y="51"/>
                  </a:lnTo>
                  <a:lnTo>
                    <a:pt x="38" y="37"/>
                  </a:lnTo>
                  <a:lnTo>
                    <a:pt x="28" y="25"/>
                  </a:lnTo>
                  <a:lnTo>
                    <a:pt x="17" y="12"/>
                  </a:lnTo>
                  <a:lnTo>
                    <a:pt x="6" y="0"/>
                  </a:lnTo>
                  <a:lnTo>
                    <a:pt x="0" y="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4" name="Freeform 52">
              <a:extLst>
                <a:ext uri="{FF2B5EF4-FFF2-40B4-BE49-F238E27FC236}">
                  <a16:creationId xmlns:a16="http://schemas.microsoft.com/office/drawing/2014/main" id="{5DE55790-8341-A8B2-E884-E70718D64613}"/>
                </a:ext>
              </a:extLst>
            </p:cNvPr>
            <p:cNvSpPr>
              <a:spLocks/>
            </p:cNvSpPr>
            <p:nvPr/>
          </p:nvSpPr>
          <p:spPr bwMode="auto">
            <a:xfrm>
              <a:off x="4443" y="1314"/>
              <a:ext cx="252" cy="110"/>
            </a:xfrm>
            <a:custGeom>
              <a:avLst/>
              <a:gdLst>
                <a:gd name="T0" fmla="*/ 9 w 252"/>
                <a:gd name="T1" fmla="*/ 5 h 110"/>
                <a:gd name="T2" fmla="*/ 4 w 252"/>
                <a:gd name="T3" fmla="*/ 9 h 110"/>
                <a:gd name="T4" fmla="*/ 21 w 252"/>
                <a:gd name="T5" fmla="*/ 10 h 110"/>
                <a:gd name="T6" fmla="*/ 37 w 252"/>
                <a:gd name="T7" fmla="*/ 12 h 110"/>
                <a:gd name="T8" fmla="*/ 53 w 252"/>
                <a:gd name="T9" fmla="*/ 14 h 110"/>
                <a:gd name="T10" fmla="*/ 70 w 252"/>
                <a:gd name="T11" fmla="*/ 17 h 110"/>
                <a:gd name="T12" fmla="*/ 85 w 252"/>
                <a:gd name="T13" fmla="*/ 21 h 110"/>
                <a:gd name="T14" fmla="*/ 101 w 252"/>
                <a:gd name="T15" fmla="*/ 25 h 110"/>
                <a:gd name="T16" fmla="*/ 117 w 252"/>
                <a:gd name="T17" fmla="*/ 31 h 110"/>
                <a:gd name="T18" fmla="*/ 132 w 252"/>
                <a:gd name="T19" fmla="*/ 36 h 110"/>
                <a:gd name="T20" fmla="*/ 148 w 252"/>
                <a:gd name="T21" fmla="*/ 43 h 110"/>
                <a:gd name="T22" fmla="*/ 163 w 252"/>
                <a:gd name="T23" fmla="*/ 50 h 110"/>
                <a:gd name="T24" fmla="*/ 177 w 252"/>
                <a:gd name="T25" fmla="*/ 58 h 110"/>
                <a:gd name="T26" fmla="*/ 192 w 252"/>
                <a:gd name="T27" fmla="*/ 67 h 110"/>
                <a:gd name="T28" fmla="*/ 205 w 252"/>
                <a:gd name="T29" fmla="*/ 77 h 110"/>
                <a:gd name="T30" fmla="*/ 220 w 252"/>
                <a:gd name="T31" fmla="*/ 87 h 110"/>
                <a:gd name="T32" fmla="*/ 232 w 252"/>
                <a:gd name="T33" fmla="*/ 98 h 110"/>
                <a:gd name="T34" fmla="*/ 245 w 252"/>
                <a:gd name="T35" fmla="*/ 109 h 110"/>
                <a:gd name="T36" fmla="*/ 251 w 252"/>
                <a:gd name="T37" fmla="*/ 103 h 110"/>
                <a:gd name="T38" fmla="*/ 238 w 252"/>
                <a:gd name="T39" fmla="*/ 92 h 110"/>
                <a:gd name="T40" fmla="*/ 225 w 252"/>
                <a:gd name="T41" fmla="*/ 81 h 110"/>
                <a:gd name="T42" fmla="*/ 211 w 252"/>
                <a:gd name="T43" fmla="*/ 70 h 110"/>
                <a:gd name="T44" fmla="*/ 197 w 252"/>
                <a:gd name="T45" fmla="*/ 60 h 110"/>
                <a:gd name="T46" fmla="*/ 182 w 252"/>
                <a:gd name="T47" fmla="*/ 51 h 110"/>
                <a:gd name="T48" fmla="*/ 167 w 252"/>
                <a:gd name="T49" fmla="*/ 43 h 110"/>
                <a:gd name="T50" fmla="*/ 152 w 252"/>
                <a:gd name="T51" fmla="*/ 35 h 110"/>
                <a:gd name="T52" fmla="*/ 136 w 252"/>
                <a:gd name="T53" fmla="*/ 28 h 110"/>
                <a:gd name="T54" fmla="*/ 120 w 252"/>
                <a:gd name="T55" fmla="*/ 22 h 110"/>
                <a:gd name="T56" fmla="*/ 105 w 252"/>
                <a:gd name="T57" fmla="*/ 17 h 110"/>
                <a:gd name="T58" fmla="*/ 88 w 252"/>
                <a:gd name="T59" fmla="*/ 13 h 110"/>
                <a:gd name="T60" fmla="*/ 71 w 252"/>
                <a:gd name="T61" fmla="*/ 9 h 110"/>
                <a:gd name="T62" fmla="*/ 55 w 252"/>
                <a:gd name="T63" fmla="*/ 6 h 110"/>
                <a:gd name="T64" fmla="*/ 38 w 252"/>
                <a:gd name="T65" fmla="*/ 3 h 110"/>
                <a:gd name="T66" fmla="*/ 21 w 252"/>
                <a:gd name="T67" fmla="*/ 1 h 110"/>
                <a:gd name="T68" fmla="*/ 4 w 252"/>
                <a:gd name="T69" fmla="*/ 0 h 110"/>
                <a:gd name="T70" fmla="*/ 0 w 252"/>
                <a:gd name="T71" fmla="*/ 5 h 110"/>
                <a:gd name="T72" fmla="*/ 4 w 252"/>
                <a:gd name="T73" fmla="*/ 0 h 110"/>
                <a:gd name="T74" fmla="*/ 0 w 252"/>
                <a:gd name="T75" fmla="*/ 0 h 110"/>
                <a:gd name="T76" fmla="*/ 0 w 252"/>
                <a:gd name="T77" fmla="*/ 5 h 110"/>
                <a:gd name="T78" fmla="*/ 9 w 252"/>
                <a:gd name="T79" fmla="*/ 5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52" h="110">
                  <a:moveTo>
                    <a:pt x="9" y="5"/>
                  </a:moveTo>
                  <a:lnTo>
                    <a:pt x="4" y="9"/>
                  </a:lnTo>
                  <a:lnTo>
                    <a:pt x="21" y="10"/>
                  </a:lnTo>
                  <a:lnTo>
                    <a:pt x="37" y="12"/>
                  </a:lnTo>
                  <a:lnTo>
                    <a:pt x="53" y="14"/>
                  </a:lnTo>
                  <a:lnTo>
                    <a:pt x="70" y="17"/>
                  </a:lnTo>
                  <a:lnTo>
                    <a:pt x="85" y="21"/>
                  </a:lnTo>
                  <a:lnTo>
                    <a:pt x="101" y="25"/>
                  </a:lnTo>
                  <a:lnTo>
                    <a:pt x="117" y="31"/>
                  </a:lnTo>
                  <a:lnTo>
                    <a:pt x="132" y="36"/>
                  </a:lnTo>
                  <a:lnTo>
                    <a:pt x="148" y="43"/>
                  </a:lnTo>
                  <a:lnTo>
                    <a:pt x="163" y="50"/>
                  </a:lnTo>
                  <a:lnTo>
                    <a:pt x="177" y="58"/>
                  </a:lnTo>
                  <a:lnTo>
                    <a:pt x="192" y="67"/>
                  </a:lnTo>
                  <a:lnTo>
                    <a:pt x="205" y="77"/>
                  </a:lnTo>
                  <a:lnTo>
                    <a:pt x="220" y="87"/>
                  </a:lnTo>
                  <a:lnTo>
                    <a:pt x="232" y="98"/>
                  </a:lnTo>
                  <a:lnTo>
                    <a:pt x="245" y="109"/>
                  </a:lnTo>
                  <a:lnTo>
                    <a:pt x="251" y="103"/>
                  </a:lnTo>
                  <a:lnTo>
                    <a:pt x="238" y="92"/>
                  </a:lnTo>
                  <a:lnTo>
                    <a:pt x="225" y="81"/>
                  </a:lnTo>
                  <a:lnTo>
                    <a:pt x="211" y="70"/>
                  </a:lnTo>
                  <a:lnTo>
                    <a:pt x="197" y="60"/>
                  </a:lnTo>
                  <a:lnTo>
                    <a:pt x="182" y="51"/>
                  </a:lnTo>
                  <a:lnTo>
                    <a:pt x="167" y="43"/>
                  </a:lnTo>
                  <a:lnTo>
                    <a:pt x="152" y="35"/>
                  </a:lnTo>
                  <a:lnTo>
                    <a:pt x="136" y="28"/>
                  </a:lnTo>
                  <a:lnTo>
                    <a:pt x="120" y="22"/>
                  </a:lnTo>
                  <a:lnTo>
                    <a:pt x="105" y="17"/>
                  </a:lnTo>
                  <a:lnTo>
                    <a:pt x="88" y="13"/>
                  </a:lnTo>
                  <a:lnTo>
                    <a:pt x="71" y="9"/>
                  </a:lnTo>
                  <a:lnTo>
                    <a:pt x="55" y="6"/>
                  </a:lnTo>
                  <a:lnTo>
                    <a:pt x="38" y="3"/>
                  </a:lnTo>
                  <a:lnTo>
                    <a:pt x="21" y="1"/>
                  </a:lnTo>
                  <a:lnTo>
                    <a:pt x="4" y="0"/>
                  </a:lnTo>
                  <a:lnTo>
                    <a:pt x="0" y="5"/>
                  </a:lnTo>
                  <a:lnTo>
                    <a:pt x="4" y="0"/>
                  </a:lnTo>
                  <a:lnTo>
                    <a:pt x="0" y="0"/>
                  </a:lnTo>
                  <a:lnTo>
                    <a:pt x="0" y="5"/>
                  </a:lnTo>
                  <a:lnTo>
                    <a:pt x="9" y="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5" name="Freeform 53">
              <a:extLst>
                <a:ext uri="{FF2B5EF4-FFF2-40B4-BE49-F238E27FC236}">
                  <a16:creationId xmlns:a16="http://schemas.microsoft.com/office/drawing/2014/main" id="{B43B72B0-A3A5-E82D-9934-7B12DA1AC613}"/>
                </a:ext>
              </a:extLst>
            </p:cNvPr>
            <p:cNvSpPr>
              <a:spLocks/>
            </p:cNvSpPr>
            <p:nvPr/>
          </p:nvSpPr>
          <p:spPr bwMode="auto">
            <a:xfrm>
              <a:off x="4443" y="1319"/>
              <a:ext cx="10" cy="211"/>
            </a:xfrm>
            <a:custGeom>
              <a:avLst/>
              <a:gdLst>
                <a:gd name="T0" fmla="*/ 6 w 10"/>
                <a:gd name="T1" fmla="*/ 201 h 211"/>
                <a:gd name="T2" fmla="*/ 9 w 10"/>
                <a:gd name="T3" fmla="*/ 206 h 211"/>
                <a:gd name="T4" fmla="*/ 6 w 10"/>
                <a:gd name="T5" fmla="*/ 0 h 211"/>
                <a:gd name="T6" fmla="*/ 0 w 10"/>
                <a:gd name="T7" fmla="*/ 0 h 211"/>
                <a:gd name="T8" fmla="*/ 2 w 10"/>
                <a:gd name="T9" fmla="*/ 206 h 211"/>
                <a:gd name="T10" fmla="*/ 5 w 10"/>
                <a:gd name="T11" fmla="*/ 210 h 211"/>
                <a:gd name="T12" fmla="*/ 2 w 10"/>
                <a:gd name="T13" fmla="*/ 206 h 211"/>
                <a:gd name="T14" fmla="*/ 3 w 10"/>
                <a:gd name="T15" fmla="*/ 210 h 211"/>
                <a:gd name="T16" fmla="*/ 5 w 10"/>
                <a:gd name="T17" fmla="*/ 210 h 211"/>
                <a:gd name="T18" fmla="*/ 6 w 10"/>
                <a:gd name="T19" fmla="*/ 201 h 2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211">
                  <a:moveTo>
                    <a:pt x="6" y="201"/>
                  </a:moveTo>
                  <a:lnTo>
                    <a:pt x="9" y="206"/>
                  </a:lnTo>
                  <a:lnTo>
                    <a:pt x="6" y="0"/>
                  </a:lnTo>
                  <a:lnTo>
                    <a:pt x="0" y="0"/>
                  </a:lnTo>
                  <a:lnTo>
                    <a:pt x="2" y="206"/>
                  </a:lnTo>
                  <a:lnTo>
                    <a:pt x="5" y="210"/>
                  </a:lnTo>
                  <a:lnTo>
                    <a:pt x="2" y="206"/>
                  </a:lnTo>
                  <a:lnTo>
                    <a:pt x="3" y="210"/>
                  </a:lnTo>
                  <a:lnTo>
                    <a:pt x="5" y="210"/>
                  </a:lnTo>
                  <a:lnTo>
                    <a:pt x="6" y="20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6" name="Freeform 54">
              <a:extLst>
                <a:ext uri="{FF2B5EF4-FFF2-40B4-BE49-F238E27FC236}">
                  <a16:creationId xmlns:a16="http://schemas.microsoft.com/office/drawing/2014/main" id="{D3E4F939-3E22-8E87-0AE0-3AC5FECF673F}"/>
                </a:ext>
              </a:extLst>
            </p:cNvPr>
            <p:cNvSpPr>
              <a:spLocks/>
            </p:cNvSpPr>
            <p:nvPr/>
          </p:nvSpPr>
          <p:spPr bwMode="auto">
            <a:xfrm>
              <a:off x="4452" y="1526"/>
              <a:ext cx="93" cy="48"/>
            </a:xfrm>
            <a:custGeom>
              <a:avLst/>
              <a:gdLst>
                <a:gd name="T0" fmla="*/ 92 w 93"/>
                <a:gd name="T1" fmla="*/ 41 h 48"/>
                <a:gd name="T2" fmla="*/ 88 w 93"/>
                <a:gd name="T3" fmla="*/ 36 h 48"/>
                <a:gd name="T4" fmla="*/ 83 w 93"/>
                <a:gd name="T5" fmla="*/ 32 h 48"/>
                <a:gd name="T6" fmla="*/ 77 w 93"/>
                <a:gd name="T7" fmla="*/ 28 h 48"/>
                <a:gd name="T8" fmla="*/ 72 w 93"/>
                <a:gd name="T9" fmla="*/ 25 h 48"/>
                <a:gd name="T10" fmla="*/ 66 w 93"/>
                <a:gd name="T11" fmla="*/ 22 h 48"/>
                <a:gd name="T12" fmla="*/ 61 w 93"/>
                <a:gd name="T13" fmla="*/ 19 h 48"/>
                <a:gd name="T14" fmla="*/ 55 w 93"/>
                <a:gd name="T15" fmla="*/ 15 h 48"/>
                <a:gd name="T16" fmla="*/ 49 w 93"/>
                <a:gd name="T17" fmla="*/ 13 h 48"/>
                <a:gd name="T18" fmla="*/ 44 w 93"/>
                <a:gd name="T19" fmla="*/ 11 h 48"/>
                <a:gd name="T20" fmla="*/ 38 w 93"/>
                <a:gd name="T21" fmla="*/ 8 h 48"/>
                <a:gd name="T22" fmla="*/ 32 w 93"/>
                <a:gd name="T23" fmla="*/ 6 h 48"/>
                <a:gd name="T24" fmla="*/ 26 w 93"/>
                <a:gd name="T25" fmla="*/ 5 h 48"/>
                <a:gd name="T26" fmla="*/ 19 w 93"/>
                <a:gd name="T27" fmla="*/ 3 h 48"/>
                <a:gd name="T28" fmla="*/ 14 w 93"/>
                <a:gd name="T29" fmla="*/ 2 h 48"/>
                <a:gd name="T30" fmla="*/ 7 w 93"/>
                <a:gd name="T31" fmla="*/ 1 h 48"/>
                <a:gd name="T32" fmla="*/ 1 w 93"/>
                <a:gd name="T33" fmla="*/ 0 h 48"/>
                <a:gd name="T34" fmla="*/ 0 w 93"/>
                <a:gd name="T35" fmla="*/ 8 h 48"/>
                <a:gd name="T36" fmla="*/ 6 w 93"/>
                <a:gd name="T37" fmla="*/ 10 h 48"/>
                <a:gd name="T38" fmla="*/ 12 w 93"/>
                <a:gd name="T39" fmla="*/ 10 h 48"/>
                <a:gd name="T40" fmla="*/ 17 w 93"/>
                <a:gd name="T41" fmla="*/ 11 h 48"/>
                <a:gd name="T42" fmla="*/ 24 w 93"/>
                <a:gd name="T43" fmla="*/ 12 h 48"/>
                <a:gd name="T44" fmla="*/ 29 w 93"/>
                <a:gd name="T45" fmla="*/ 14 h 48"/>
                <a:gd name="T46" fmla="*/ 35 w 93"/>
                <a:gd name="T47" fmla="*/ 16 h 48"/>
                <a:gd name="T48" fmla="*/ 40 w 93"/>
                <a:gd name="T49" fmla="*/ 18 h 48"/>
                <a:gd name="T50" fmla="*/ 46 w 93"/>
                <a:gd name="T51" fmla="*/ 20 h 48"/>
                <a:gd name="T52" fmla="*/ 52 w 93"/>
                <a:gd name="T53" fmla="*/ 24 h 48"/>
                <a:gd name="T54" fmla="*/ 56 w 93"/>
                <a:gd name="T55" fmla="*/ 25 h 48"/>
                <a:gd name="T56" fmla="*/ 62 w 93"/>
                <a:gd name="T57" fmla="*/ 28 h 48"/>
                <a:gd name="T58" fmla="*/ 66 w 93"/>
                <a:gd name="T59" fmla="*/ 32 h 48"/>
                <a:gd name="T60" fmla="*/ 71 w 93"/>
                <a:gd name="T61" fmla="*/ 36 h 48"/>
                <a:gd name="T62" fmla="*/ 77 w 93"/>
                <a:gd name="T63" fmla="*/ 39 h 48"/>
                <a:gd name="T64" fmla="*/ 81 w 93"/>
                <a:gd name="T65" fmla="*/ 42 h 48"/>
                <a:gd name="T66" fmla="*/ 86 w 93"/>
                <a:gd name="T67" fmla="*/ 47 h 48"/>
                <a:gd name="T68" fmla="*/ 92 w 93"/>
                <a:gd name="T69" fmla="*/ 41 h 4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3" h="48">
                  <a:moveTo>
                    <a:pt x="92" y="41"/>
                  </a:moveTo>
                  <a:lnTo>
                    <a:pt x="88" y="36"/>
                  </a:lnTo>
                  <a:lnTo>
                    <a:pt x="83" y="32"/>
                  </a:lnTo>
                  <a:lnTo>
                    <a:pt x="77" y="28"/>
                  </a:lnTo>
                  <a:lnTo>
                    <a:pt x="72" y="25"/>
                  </a:lnTo>
                  <a:lnTo>
                    <a:pt x="66" y="22"/>
                  </a:lnTo>
                  <a:lnTo>
                    <a:pt x="61" y="19"/>
                  </a:lnTo>
                  <a:lnTo>
                    <a:pt x="55" y="15"/>
                  </a:lnTo>
                  <a:lnTo>
                    <a:pt x="49" y="13"/>
                  </a:lnTo>
                  <a:lnTo>
                    <a:pt x="44" y="11"/>
                  </a:lnTo>
                  <a:lnTo>
                    <a:pt x="38" y="8"/>
                  </a:lnTo>
                  <a:lnTo>
                    <a:pt x="32" y="6"/>
                  </a:lnTo>
                  <a:lnTo>
                    <a:pt x="26" y="5"/>
                  </a:lnTo>
                  <a:lnTo>
                    <a:pt x="19" y="3"/>
                  </a:lnTo>
                  <a:lnTo>
                    <a:pt x="14" y="2"/>
                  </a:lnTo>
                  <a:lnTo>
                    <a:pt x="7" y="1"/>
                  </a:lnTo>
                  <a:lnTo>
                    <a:pt x="1" y="0"/>
                  </a:lnTo>
                  <a:lnTo>
                    <a:pt x="0" y="8"/>
                  </a:lnTo>
                  <a:lnTo>
                    <a:pt x="6" y="10"/>
                  </a:lnTo>
                  <a:lnTo>
                    <a:pt x="12" y="10"/>
                  </a:lnTo>
                  <a:lnTo>
                    <a:pt x="17" y="11"/>
                  </a:lnTo>
                  <a:lnTo>
                    <a:pt x="24" y="12"/>
                  </a:lnTo>
                  <a:lnTo>
                    <a:pt x="29" y="14"/>
                  </a:lnTo>
                  <a:lnTo>
                    <a:pt x="35" y="16"/>
                  </a:lnTo>
                  <a:lnTo>
                    <a:pt x="40" y="18"/>
                  </a:lnTo>
                  <a:lnTo>
                    <a:pt x="46" y="20"/>
                  </a:lnTo>
                  <a:lnTo>
                    <a:pt x="52" y="24"/>
                  </a:lnTo>
                  <a:lnTo>
                    <a:pt x="56" y="25"/>
                  </a:lnTo>
                  <a:lnTo>
                    <a:pt x="62" y="28"/>
                  </a:lnTo>
                  <a:lnTo>
                    <a:pt x="66" y="32"/>
                  </a:lnTo>
                  <a:lnTo>
                    <a:pt x="71" y="36"/>
                  </a:lnTo>
                  <a:lnTo>
                    <a:pt x="77" y="39"/>
                  </a:lnTo>
                  <a:lnTo>
                    <a:pt x="81" y="42"/>
                  </a:lnTo>
                  <a:lnTo>
                    <a:pt x="86" y="47"/>
                  </a:lnTo>
                  <a:lnTo>
                    <a:pt x="92" y="4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7" name="Freeform 55">
              <a:extLst>
                <a:ext uri="{FF2B5EF4-FFF2-40B4-BE49-F238E27FC236}">
                  <a16:creationId xmlns:a16="http://schemas.microsoft.com/office/drawing/2014/main" id="{C4189BA5-F425-1B34-38B0-44E600C330B5}"/>
                </a:ext>
              </a:extLst>
            </p:cNvPr>
            <p:cNvSpPr>
              <a:spLocks/>
            </p:cNvSpPr>
            <p:nvPr/>
          </p:nvSpPr>
          <p:spPr bwMode="auto">
            <a:xfrm>
              <a:off x="4543" y="1572"/>
              <a:ext cx="47" cy="87"/>
            </a:xfrm>
            <a:custGeom>
              <a:avLst/>
              <a:gdLst>
                <a:gd name="T0" fmla="*/ 42 w 47"/>
                <a:gd name="T1" fmla="*/ 86 h 87"/>
                <a:gd name="T2" fmla="*/ 45 w 47"/>
                <a:gd name="T3" fmla="*/ 81 h 87"/>
                <a:gd name="T4" fmla="*/ 44 w 47"/>
                <a:gd name="T5" fmla="*/ 76 h 87"/>
                <a:gd name="T6" fmla="*/ 44 w 47"/>
                <a:gd name="T7" fmla="*/ 70 h 87"/>
                <a:gd name="T8" fmla="*/ 42 w 47"/>
                <a:gd name="T9" fmla="*/ 65 h 87"/>
                <a:gd name="T10" fmla="*/ 40 w 47"/>
                <a:gd name="T11" fmla="*/ 59 h 87"/>
                <a:gd name="T12" fmla="*/ 39 w 47"/>
                <a:gd name="T13" fmla="*/ 54 h 87"/>
                <a:gd name="T14" fmla="*/ 37 w 47"/>
                <a:gd name="T15" fmla="*/ 49 h 87"/>
                <a:gd name="T16" fmla="*/ 35 w 47"/>
                <a:gd name="T17" fmla="*/ 43 h 87"/>
                <a:gd name="T18" fmla="*/ 32 w 47"/>
                <a:gd name="T19" fmla="*/ 38 h 87"/>
                <a:gd name="T20" fmla="*/ 29 w 47"/>
                <a:gd name="T21" fmla="*/ 33 h 87"/>
                <a:gd name="T22" fmla="*/ 26 w 47"/>
                <a:gd name="T23" fmla="*/ 28 h 87"/>
                <a:gd name="T24" fmla="*/ 24 w 47"/>
                <a:gd name="T25" fmla="*/ 23 h 87"/>
                <a:gd name="T26" fmla="*/ 21 w 47"/>
                <a:gd name="T27" fmla="*/ 19 h 87"/>
                <a:gd name="T28" fmla="*/ 17 w 47"/>
                <a:gd name="T29" fmla="*/ 14 h 87"/>
                <a:gd name="T30" fmla="*/ 13 w 47"/>
                <a:gd name="T31" fmla="*/ 9 h 87"/>
                <a:gd name="T32" fmla="*/ 10 w 47"/>
                <a:gd name="T33" fmla="*/ 5 h 87"/>
                <a:gd name="T34" fmla="*/ 6 w 47"/>
                <a:gd name="T35" fmla="*/ 0 h 87"/>
                <a:gd name="T36" fmla="*/ 0 w 47"/>
                <a:gd name="T37" fmla="*/ 7 h 87"/>
                <a:gd name="T38" fmla="*/ 3 w 47"/>
                <a:gd name="T39" fmla="*/ 11 h 87"/>
                <a:gd name="T40" fmla="*/ 7 w 47"/>
                <a:gd name="T41" fmla="*/ 14 h 87"/>
                <a:gd name="T42" fmla="*/ 11 w 47"/>
                <a:gd name="T43" fmla="*/ 19 h 87"/>
                <a:gd name="T44" fmla="*/ 14 w 47"/>
                <a:gd name="T45" fmla="*/ 24 h 87"/>
                <a:gd name="T46" fmla="*/ 16 w 47"/>
                <a:gd name="T47" fmla="*/ 28 h 87"/>
                <a:gd name="T48" fmla="*/ 20 w 47"/>
                <a:gd name="T49" fmla="*/ 32 h 87"/>
                <a:gd name="T50" fmla="*/ 22 w 47"/>
                <a:gd name="T51" fmla="*/ 37 h 87"/>
                <a:gd name="T52" fmla="*/ 25 w 47"/>
                <a:gd name="T53" fmla="*/ 43 h 87"/>
                <a:gd name="T54" fmla="*/ 27 w 47"/>
                <a:gd name="T55" fmla="*/ 47 h 87"/>
                <a:gd name="T56" fmla="*/ 29 w 47"/>
                <a:gd name="T57" fmla="*/ 52 h 87"/>
                <a:gd name="T58" fmla="*/ 31 w 47"/>
                <a:gd name="T59" fmla="*/ 56 h 87"/>
                <a:gd name="T60" fmla="*/ 33 w 47"/>
                <a:gd name="T61" fmla="*/ 62 h 87"/>
                <a:gd name="T62" fmla="*/ 35 w 47"/>
                <a:gd name="T63" fmla="*/ 67 h 87"/>
                <a:gd name="T64" fmla="*/ 35 w 47"/>
                <a:gd name="T65" fmla="*/ 72 h 87"/>
                <a:gd name="T66" fmla="*/ 37 w 47"/>
                <a:gd name="T67" fmla="*/ 77 h 87"/>
                <a:gd name="T68" fmla="*/ 38 w 47"/>
                <a:gd name="T69" fmla="*/ 83 h 87"/>
                <a:gd name="T70" fmla="*/ 42 w 47"/>
                <a:gd name="T71" fmla="*/ 77 h 87"/>
                <a:gd name="T72" fmla="*/ 42 w 47"/>
                <a:gd name="T73" fmla="*/ 86 h 87"/>
                <a:gd name="T74" fmla="*/ 46 w 47"/>
                <a:gd name="T75" fmla="*/ 86 h 87"/>
                <a:gd name="T76" fmla="*/ 45 w 47"/>
                <a:gd name="T77" fmla="*/ 81 h 87"/>
                <a:gd name="T78" fmla="*/ 42 w 47"/>
                <a:gd name="T79" fmla="*/ 86 h 8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47" h="87">
                  <a:moveTo>
                    <a:pt x="42" y="86"/>
                  </a:moveTo>
                  <a:lnTo>
                    <a:pt x="45" y="81"/>
                  </a:lnTo>
                  <a:lnTo>
                    <a:pt x="44" y="76"/>
                  </a:lnTo>
                  <a:lnTo>
                    <a:pt x="44" y="70"/>
                  </a:lnTo>
                  <a:lnTo>
                    <a:pt x="42" y="65"/>
                  </a:lnTo>
                  <a:lnTo>
                    <a:pt x="40" y="59"/>
                  </a:lnTo>
                  <a:lnTo>
                    <a:pt x="39" y="54"/>
                  </a:lnTo>
                  <a:lnTo>
                    <a:pt x="37" y="49"/>
                  </a:lnTo>
                  <a:lnTo>
                    <a:pt x="35" y="43"/>
                  </a:lnTo>
                  <a:lnTo>
                    <a:pt x="32" y="38"/>
                  </a:lnTo>
                  <a:lnTo>
                    <a:pt x="29" y="33"/>
                  </a:lnTo>
                  <a:lnTo>
                    <a:pt x="26" y="28"/>
                  </a:lnTo>
                  <a:lnTo>
                    <a:pt x="24" y="23"/>
                  </a:lnTo>
                  <a:lnTo>
                    <a:pt x="21" y="19"/>
                  </a:lnTo>
                  <a:lnTo>
                    <a:pt x="17" y="14"/>
                  </a:lnTo>
                  <a:lnTo>
                    <a:pt x="13" y="9"/>
                  </a:lnTo>
                  <a:lnTo>
                    <a:pt x="10" y="5"/>
                  </a:lnTo>
                  <a:lnTo>
                    <a:pt x="6" y="0"/>
                  </a:lnTo>
                  <a:lnTo>
                    <a:pt x="0" y="7"/>
                  </a:lnTo>
                  <a:lnTo>
                    <a:pt x="3" y="11"/>
                  </a:lnTo>
                  <a:lnTo>
                    <a:pt x="7" y="14"/>
                  </a:lnTo>
                  <a:lnTo>
                    <a:pt x="11" y="19"/>
                  </a:lnTo>
                  <a:lnTo>
                    <a:pt x="14" y="24"/>
                  </a:lnTo>
                  <a:lnTo>
                    <a:pt x="16" y="28"/>
                  </a:lnTo>
                  <a:lnTo>
                    <a:pt x="20" y="32"/>
                  </a:lnTo>
                  <a:lnTo>
                    <a:pt x="22" y="37"/>
                  </a:lnTo>
                  <a:lnTo>
                    <a:pt x="25" y="43"/>
                  </a:lnTo>
                  <a:lnTo>
                    <a:pt x="27" y="47"/>
                  </a:lnTo>
                  <a:lnTo>
                    <a:pt x="29" y="52"/>
                  </a:lnTo>
                  <a:lnTo>
                    <a:pt x="31" y="56"/>
                  </a:lnTo>
                  <a:lnTo>
                    <a:pt x="33" y="62"/>
                  </a:lnTo>
                  <a:lnTo>
                    <a:pt x="35" y="67"/>
                  </a:lnTo>
                  <a:lnTo>
                    <a:pt x="35" y="72"/>
                  </a:lnTo>
                  <a:lnTo>
                    <a:pt x="37" y="77"/>
                  </a:lnTo>
                  <a:lnTo>
                    <a:pt x="38" y="83"/>
                  </a:lnTo>
                  <a:lnTo>
                    <a:pt x="42" y="77"/>
                  </a:lnTo>
                  <a:lnTo>
                    <a:pt x="42" y="86"/>
                  </a:lnTo>
                  <a:lnTo>
                    <a:pt x="46" y="86"/>
                  </a:lnTo>
                  <a:lnTo>
                    <a:pt x="45" y="81"/>
                  </a:lnTo>
                  <a:lnTo>
                    <a:pt x="42" y="8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8" name="Freeform 56">
              <a:extLst>
                <a:ext uri="{FF2B5EF4-FFF2-40B4-BE49-F238E27FC236}">
                  <a16:creationId xmlns:a16="http://schemas.microsoft.com/office/drawing/2014/main" id="{00DD3E52-60C4-3B74-D0D7-C4D4DE0CA1C4}"/>
                </a:ext>
              </a:extLst>
            </p:cNvPr>
            <p:cNvSpPr>
              <a:spLocks/>
            </p:cNvSpPr>
            <p:nvPr/>
          </p:nvSpPr>
          <p:spPr bwMode="auto">
            <a:xfrm>
              <a:off x="4517" y="1655"/>
              <a:ext cx="68" cy="5"/>
            </a:xfrm>
            <a:custGeom>
              <a:avLst/>
              <a:gdLst>
                <a:gd name="T0" fmla="*/ 17 w 68"/>
                <a:gd name="T1" fmla="*/ 1 h 5"/>
                <a:gd name="T2" fmla="*/ 14 w 68"/>
                <a:gd name="T3" fmla="*/ 4 h 5"/>
                <a:gd name="T4" fmla="*/ 67 w 68"/>
                <a:gd name="T5" fmla="*/ 4 h 5"/>
                <a:gd name="T6" fmla="*/ 67 w 68"/>
                <a:gd name="T7" fmla="*/ 0 h 5"/>
                <a:gd name="T8" fmla="*/ 14 w 68"/>
                <a:gd name="T9" fmla="*/ 0 h 5"/>
                <a:gd name="T10" fmla="*/ 13 w 68"/>
                <a:gd name="T11" fmla="*/ 4 h 5"/>
                <a:gd name="T12" fmla="*/ 14 w 68"/>
                <a:gd name="T13" fmla="*/ 0 h 5"/>
                <a:gd name="T14" fmla="*/ 0 w 68"/>
                <a:gd name="T15" fmla="*/ 0 h 5"/>
                <a:gd name="T16" fmla="*/ 13 w 68"/>
                <a:gd name="T17" fmla="*/ 4 h 5"/>
                <a:gd name="T18" fmla="*/ 17 w 68"/>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8" h="5">
                  <a:moveTo>
                    <a:pt x="17" y="1"/>
                  </a:moveTo>
                  <a:lnTo>
                    <a:pt x="14" y="4"/>
                  </a:lnTo>
                  <a:lnTo>
                    <a:pt x="67" y="4"/>
                  </a:lnTo>
                  <a:lnTo>
                    <a:pt x="67" y="0"/>
                  </a:lnTo>
                  <a:lnTo>
                    <a:pt x="14" y="0"/>
                  </a:lnTo>
                  <a:lnTo>
                    <a:pt x="13" y="4"/>
                  </a:lnTo>
                  <a:lnTo>
                    <a:pt x="14" y="0"/>
                  </a:lnTo>
                  <a:lnTo>
                    <a:pt x="0" y="0"/>
                  </a:lnTo>
                  <a:lnTo>
                    <a:pt x="13" y="4"/>
                  </a:lnTo>
                  <a:lnTo>
                    <a:pt x="17" y="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99" name="Freeform 57">
              <a:extLst>
                <a:ext uri="{FF2B5EF4-FFF2-40B4-BE49-F238E27FC236}">
                  <a16:creationId xmlns:a16="http://schemas.microsoft.com/office/drawing/2014/main" id="{91D221AB-4A2E-E19A-6B79-86E70DB40890}"/>
                </a:ext>
              </a:extLst>
            </p:cNvPr>
            <p:cNvSpPr>
              <a:spLocks/>
            </p:cNvSpPr>
            <p:nvPr/>
          </p:nvSpPr>
          <p:spPr bwMode="auto">
            <a:xfrm>
              <a:off x="4065" y="1259"/>
              <a:ext cx="445" cy="433"/>
            </a:xfrm>
            <a:custGeom>
              <a:avLst/>
              <a:gdLst>
                <a:gd name="T0" fmla="*/ 344 w 445"/>
                <a:gd name="T1" fmla="*/ 59 h 433"/>
                <a:gd name="T2" fmla="*/ 312 w 445"/>
                <a:gd name="T3" fmla="*/ 61 h 433"/>
                <a:gd name="T4" fmla="*/ 280 w 445"/>
                <a:gd name="T5" fmla="*/ 68 h 433"/>
                <a:gd name="T6" fmla="*/ 248 w 445"/>
                <a:gd name="T7" fmla="*/ 77 h 433"/>
                <a:gd name="T8" fmla="*/ 218 w 445"/>
                <a:gd name="T9" fmla="*/ 88 h 433"/>
                <a:gd name="T10" fmla="*/ 188 w 445"/>
                <a:gd name="T11" fmla="*/ 103 h 433"/>
                <a:gd name="T12" fmla="*/ 159 w 445"/>
                <a:gd name="T13" fmla="*/ 121 h 433"/>
                <a:gd name="T14" fmla="*/ 132 w 445"/>
                <a:gd name="T15" fmla="*/ 142 h 433"/>
                <a:gd name="T16" fmla="*/ 107 w 445"/>
                <a:gd name="T17" fmla="*/ 165 h 433"/>
                <a:gd name="T18" fmla="*/ 81 w 445"/>
                <a:gd name="T19" fmla="*/ 193 h 433"/>
                <a:gd name="T20" fmla="*/ 59 w 445"/>
                <a:gd name="T21" fmla="*/ 224 h 433"/>
                <a:gd name="T22" fmla="*/ 40 w 445"/>
                <a:gd name="T23" fmla="*/ 255 h 433"/>
                <a:gd name="T24" fmla="*/ 25 w 445"/>
                <a:gd name="T25" fmla="*/ 290 h 433"/>
                <a:gd name="T26" fmla="*/ 13 w 445"/>
                <a:gd name="T27" fmla="*/ 324 h 433"/>
                <a:gd name="T28" fmla="*/ 5 w 445"/>
                <a:gd name="T29" fmla="*/ 359 h 433"/>
                <a:gd name="T30" fmla="*/ 1 w 445"/>
                <a:gd name="T31" fmla="*/ 395 h 433"/>
                <a:gd name="T32" fmla="*/ 0 w 445"/>
                <a:gd name="T33" fmla="*/ 432 h 433"/>
                <a:gd name="T34" fmla="*/ 211 w 445"/>
                <a:gd name="T35" fmla="*/ 431 h 433"/>
                <a:gd name="T36" fmla="*/ 212 w 445"/>
                <a:gd name="T37" fmla="*/ 399 h 433"/>
                <a:gd name="T38" fmla="*/ 220 w 445"/>
                <a:gd name="T39" fmla="*/ 368 h 433"/>
                <a:gd name="T40" fmla="*/ 235 w 445"/>
                <a:gd name="T41" fmla="*/ 338 h 433"/>
                <a:gd name="T42" fmla="*/ 256 w 445"/>
                <a:gd name="T43" fmla="*/ 312 h 433"/>
                <a:gd name="T44" fmla="*/ 276 w 445"/>
                <a:gd name="T45" fmla="*/ 295 h 433"/>
                <a:gd name="T46" fmla="*/ 298 w 445"/>
                <a:gd name="T47" fmla="*/ 282 h 433"/>
                <a:gd name="T48" fmla="*/ 323 w 445"/>
                <a:gd name="T49" fmla="*/ 272 h 433"/>
                <a:gd name="T50" fmla="*/ 347 w 445"/>
                <a:gd name="T51" fmla="*/ 268 h 433"/>
                <a:gd name="T52" fmla="*/ 348 w 445"/>
                <a:gd name="T53" fmla="*/ 335 h 433"/>
                <a:gd name="T54" fmla="*/ 444 w 445"/>
                <a:gd name="T55" fmla="*/ 170 h 433"/>
                <a:gd name="T56" fmla="*/ 343 w 445"/>
                <a:gd name="T57" fmla="*/ 0 h 433"/>
                <a:gd name="T58" fmla="*/ 344 w 445"/>
                <a:gd name="T59" fmla="*/ 59 h 43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45" h="433">
                  <a:moveTo>
                    <a:pt x="344" y="59"/>
                  </a:moveTo>
                  <a:lnTo>
                    <a:pt x="312" y="61"/>
                  </a:lnTo>
                  <a:lnTo>
                    <a:pt x="280" y="68"/>
                  </a:lnTo>
                  <a:lnTo>
                    <a:pt x="248" y="77"/>
                  </a:lnTo>
                  <a:lnTo>
                    <a:pt x="218" y="88"/>
                  </a:lnTo>
                  <a:lnTo>
                    <a:pt x="188" y="103"/>
                  </a:lnTo>
                  <a:lnTo>
                    <a:pt x="159" y="121"/>
                  </a:lnTo>
                  <a:lnTo>
                    <a:pt x="132" y="142"/>
                  </a:lnTo>
                  <a:lnTo>
                    <a:pt x="107" y="165"/>
                  </a:lnTo>
                  <a:lnTo>
                    <a:pt x="81" y="193"/>
                  </a:lnTo>
                  <a:lnTo>
                    <a:pt x="59" y="224"/>
                  </a:lnTo>
                  <a:lnTo>
                    <a:pt x="40" y="255"/>
                  </a:lnTo>
                  <a:lnTo>
                    <a:pt x="25" y="290"/>
                  </a:lnTo>
                  <a:lnTo>
                    <a:pt x="13" y="324"/>
                  </a:lnTo>
                  <a:lnTo>
                    <a:pt x="5" y="359"/>
                  </a:lnTo>
                  <a:lnTo>
                    <a:pt x="1" y="395"/>
                  </a:lnTo>
                  <a:lnTo>
                    <a:pt x="0" y="432"/>
                  </a:lnTo>
                  <a:lnTo>
                    <a:pt x="211" y="431"/>
                  </a:lnTo>
                  <a:lnTo>
                    <a:pt x="212" y="399"/>
                  </a:lnTo>
                  <a:lnTo>
                    <a:pt x="220" y="368"/>
                  </a:lnTo>
                  <a:lnTo>
                    <a:pt x="235" y="338"/>
                  </a:lnTo>
                  <a:lnTo>
                    <a:pt x="256" y="312"/>
                  </a:lnTo>
                  <a:lnTo>
                    <a:pt x="276" y="295"/>
                  </a:lnTo>
                  <a:lnTo>
                    <a:pt x="298" y="282"/>
                  </a:lnTo>
                  <a:lnTo>
                    <a:pt x="323" y="272"/>
                  </a:lnTo>
                  <a:lnTo>
                    <a:pt x="347" y="268"/>
                  </a:lnTo>
                  <a:lnTo>
                    <a:pt x="348" y="335"/>
                  </a:lnTo>
                  <a:lnTo>
                    <a:pt x="444" y="170"/>
                  </a:lnTo>
                  <a:lnTo>
                    <a:pt x="343" y="0"/>
                  </a:lnTo>
                  <a:lnTo>
                    <a:pt x="344" y="5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0" name="Freeform 58">
              <a:extLst>
                <a:ext uri="{FF2B5EF4-FFF2-40B4-BE49-F238E27FC236}">
                  <a16:creationId xmlns:a16="http://schemas.microsoft.com/office/drawing/2014/main" id="{028F8297-DC6F-2DA3-A8B9-BF7C28D13E43}"/>
                </a:ext>
              </a:extLst>
            </p:cNvPr>
            <p:cNvSpPr>
              <a:spLocks/>
            </p:cNvSpPr>
            <p:nvPr/>
          </p:nvSpPr>
          <p:spPr bwMode="auto">
            <a:xfrm>
              <a:off x="4170" y="1314"/>
              <a:ext cx="240" cy="110"/>
            </a:xfrm>
            <a:custGeom>
              <a:avLst/>
              <a:gdLst>
                <a:gd name="T0" fmla="*/ 6 w 240"/>
                <a:gd name="T1" fmla="*/ 109 h 110"/>
                <a:gd name="T2" fmla="*/ 19 w 240"/>
                <a:gd name="T3" fmla="*/ 98 h 110"/>
                <a:gd name="T4" fmla="*/ 31 w 240"/>
                <a:gd name="T5" fmla="*/ 87 h 110"/>
                <a:gd name="T6" fmla="*/ 45 w 240"/>
                <a:gd name="T7" fmla="*/ 77 h 110"/>
                <a:gd name="T8" fmla="*/ 58 w 240"/>
                <a:gd name="T9" fmla="*/ 68 h 110"/>
                <a:gd name="T10" fmla="*/ 71 w 240"/>
                <a:gd name="T11" fmla="*/ 59 h 110"/>
                <a:gd name="T12" fmla="*/ 86 w 240"/>
                <a:gd name="T13" fmla="*/ 51 h 110"/>
                <a:gd name="T14" fmla="*/ 101 w 240"/>
                <a:gd name="T15" fmla="*/ 45 h 110"/>
                <a:gd name="T16" fmla="*/ 115 w 240"/>
                <a:gd name="T17" fmla="*/ 37 h 110"/>
                <a:gd name="T18" fmla="*/ 130 w 240"/>
                <a:gd name="T19" fmla="*/ 32 h 110"/>
                <a:gd name="T20" fmla="*/ 145 w 240"/>
                <a:gd name="T21" fmla="*/ 26 h 110"/>
                <a:gd name="T22" fmla="*/ 161 w 240"/>
                <a:gd name="T23" fmla="*/ 21 h 110"/>
                <a:gd name="T24" fmla="*/ 176 w 240"/>
                <a:gd name="T25" fmla="*/ 18 h 110"/>
                <a:gd name="T26" fmla="*/ 192 w 240"/>
                <a:gd name="T27" fmla="*/ 15 h 110"/>
                <a:gd name="T28" fmla="*/ 207 w 240"/>
                <a:gd name="T29" fmla="*/ 12 h 110"/>
                <a:gd name="T30" fmla="*/ 223 w 240"/>
                <a:gd name="T31" fmla="*/ 10 h 110"/>
                <a:gd name="T32" fmla="*/ 239 w 240"/>
                <a:gd name="T33" fmla="*/ 9 h 110"/>
                <a:gd name="T34" fmla="*/ 238 w 240"/>
                <a:gd name="T35" fmla="*/ 0 h 110"/>
                <a:gd name="T36" fmla="*/ 222 w 240"/>
                <a:gd name="T37" fmla="*/ 2 h 110"/>
                <a:gd name="T38" fmla="*/ 206 w 240"/>
                <a:gd name="T39" fmla="*/ 3 h 110"/>
                <a:gd name="T40" fmla="*/ 190 w 240"/>
                <a:gd name="T41" fmla="*/ 7 h 110"/>
                <a:gd name="T42" fmla="*/ 174 w 240"/>
                <a:gd name="T43" fmla="*/ 9 h 110"/>
                <a:gd name="T44" fmla="*/ 158 w 240"/>
                <a:gd name="T45" fmla="*/ 14 h 110"/>
                <a:gd name="T46" fmla="*/ 143 w 240"/>
                <a:gd name="T47" fmla="*/ 18 h 110"/>
                <a:gd name="T48" fmla="*/ 128 w 240"/>
                <a:gd name="T49" fmla="*/ 23 h 110"/>
                <a:gd name="T50" fmla="*/ 111 w 240"/>
                <a:gd name="T51" fmla="*/ 29 h 110"/>
                <a:gd name="T52" fmla="*/ 96 w 240"/>
                <a:gd name="T53" fmla="*/ 36 h 110"/>
                <a:gd name="T54" fmla="*/ 81 w 240"/>
                <a:gd name="T55" fmla="*/ 44 h 110"/>
                <a:gd name="T56" fmla="*/ 67 w 240"/>
                <a:gd name="T57" fmla="*/ 51 h 110"/>
                <a:gd name="T58" fmla="*/ 54 w 240"/>
                <a:gd name="T59" fmla="*/ 61 h 110"/>
                <a:gd name="T60" fmla="*/ 39 w 240"/>
                <a:gd name="T61" fmla="*/ 70 h 110"/>
                <a:gd name="T62" fmla="*/ 26 w 240"/>
                <a:gd name="T63" fmla="*/ 81 h 110"/>
                <a:gd name="T64" fmla="*/ 12 w 240"/>
                <a:gd name="T65" fmla="*/ 92 h 110"/>
                <a:gd name="T66" fmla="*/ 0 w 240"/>
                <a:gd name="T67" fmla="*/ 103 h 110"/>
                <a:gd name="T68" fmla="*/ 6 w 240"/>
                <a:gd name="T69" fmla="*/ 109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40" h="110">
                  <a:moveTo>
                    <a:pt x="6" y="109"/>
                  </a:moveTo>
                  <a:lnTo>
                    <a:pt x="19" y="98"/>
                  </a:lnTo>
                  <a:lnTo>
                    <a:pt x="31" y="87"/>
                  </a:lnTo>
                  <a:lnTo>
                    <a:pt x="45" y="77"/>
                  </a:lnTo>
                  <a:lnTo>
                    <a:pt x="58" y="68"/>
                  </a:lnTo>
                  <a:lnTo>
                    <a:pt x="71" y="59"/>
                  </a:lnTo>
                  <a:lnTo>
                    <a:pt x="86" y="51"/>
                  </a:lnTo>
                  <a:lnTo>
                    <a:pt x="101" y="45"/>
                  </a:lnTo>
                  <a:lnTo>
                    <a:pt x="115" y="37"/>
                  </a:lnTo>
                  <a:lnTo>
                    <a:pt x="130" y="32"/>
                  </a:lnTo>
                  <a:lnTo>
                    <a:pt x="145" y="26"/>
                  </a:lnTo>
                  <a:lnTo>
                    <a:pt x="161" y="21"/>
                  </a:lnTo>
                  <a:lnTo>
                    <a:pt x="176" y="18"/>
                  </a:lnTo>
                  <a:lnTo>
                    <a:pt x="192" y="15"/>
                  </a:lnTo>
                  <a:lnTo>
                    <a:pt x="207" y="12"/>
                  </a:lnTo>
                  <a:lnTo>
                    <a:pt x="223" y="10"/>
                  </a:lnTo>
                  <a:lnTo>
                    <a:pt x="239" y="9"/>
                  </a:lnTo>
                  <a:lnTo>
                    <a:pt x="238" y="0"/>
                  </a:lnTo>
                  <a:lnTo>
                    <a:pt x="222" y="2"/>
                  </a:lnTo>
                  <a:lnTo>
                    <a:pt x="206" y="3"/>
                  </a:lnTo>
                  <a:lnTo>
                    <a:pt x="190" y="7"/>
                  </a:lnTo>
                  <a:lnTo>
                    <a:pt x="174" y="9"/>
                  </a:lnTo>
                  <a:lnTo>
                    <a:pt x="158" y="14"/>
                  </a:lnTo>
                  <a:lnTo>
                    <a:pt x="143" y="18"/>
                  </a:lnTo>
                  <a:lnTo>
                    <a:pt x="128" y="23"/>
                  </a:lnTo>
                  <a:lnTo>
                    <a:pt x="111" y="29"/>
                  </a:lnTo>
                  <a:lnTo>
                    <a:pt x="96" y="36"/>
                  </a:lnTo>
                  <a:lnTo>
                    <a:pt x="81" y="44"/>
                  </a:lnTo>
                  <a:lnTo>
                    <a:pt x="67" y="51"/>
                  </a:lnTo>
                  <a:lnTo>
                    <a:pt x="54" y="61"/>
                  </a:lnTo>
                  <a:lnTo>
                    <a:pt x="39" y="70"/>
                  </a:lnTo>
                  <a:lnTo>
                    <a:pt x="26" y="81"/>
                  </a:lnTo>
                  <a:lnTo>
                    <a:pt x="12" y="92"/>
                  </a:lnTo>
                  <a:lnTo>
                    <a:pt x="0" y="103"/>
                  </a:lnTo>
                  <a:lnTo>
                    <a:pt x="6" y="10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1" name="Freeform 59">
              <a:extLst>
                <a:ext uri="{FF2B5EF4-FFF2-40B4-BE49-F238E27FC236}">
                  <a16:creationId xmlns:a16="http://schemas.microsoft.com/office/drawing/2014/main" id="{6CDBA0A1-1FE3-7F68-0069-44F167BD6651}"/>
                </a:ext>
              </a:extLst>
            </p:cNvPr>
            <p:cNvSpPr>
              <a:spLocks/>
            </p:cNvSpPr>
            <p:nvPr/>
          </p:nvSpPr>
          <p:spPr bwMode="auto">
            <a:xfrm>
              <a:off x="4061" y="1423"/>
              <a:ext cx="110" cy="273"/>
            </a:xfrm>
            <a:custGeom>
              <a:avLst/>
              <a:gdLst>
                <a:gd name="T0" fmla="*/ 4 w 110"/>
                <a:gd name="T1" fmla="*/ 263 h 273"/>
                <a:gd name="T2" fmla="*/ 9 w 110"/>
                <a:gd name="T3" fmla="*/ 268 h 273"/>
                <a:gd name="T4" fmla="*/ 9 w 110"/>
                <a:gd name="T5" fmla="*/ 250 h 273"/>
                <a:gd name="T6" fmla="*/ 9 w 110"/>
                <a:gd name="T7" fmla="*/ 232 h 273"/>
                <a:gd name="T8" fmla="*/ 11 w 110"/>
                <a:gd name="T9" fmla="*/ 214 h 273"/>
                <a:gd name="T10" fmla="*/ 14 w 110"/>
                <a:gd name="T11" fmla="*/ 197 h 273"/>
                <a:gd name="T12" fmla="*/ 17 w 110"/>
                <a:gd name="T13" fmla="*/ 179 h 273"/>
                <a:gd name="T14" fmla="*/ 21 w 110"/>
                <a:gd name="T15" fmla="*/ 162 h 273"/>
                <a:gd name="T16" fmla="*/ 27 w 110"/>
                <a:gd name="T17" fmla="*/ 144 h 273"/>
                <a:gd name="T18" fmla="*/ 33 w 110"/>
                <a:gd name="T19" fmla="*/ 128 h 273"/>
                <a:gd name="T20" fmla="*/ 39 w 110"/>
                <a:gd name="T21" fmla="*/ 111 h 273"/>
                <a:gd name="T22" fmla="*/ 46 w 110"/>
                <a:gd name="T23" fmla="*/ 95 h 273"/>
                <a:gd name="T24" fmla="*/ 55 w 110"/>
                <a:gd name="T25" fmla="*/ 79 h 273"/>
                <a:gd name="T26" fmla="*/ 64 w 110"/>
                <a:gd name="T27" fmla="*/ 64 h 273"/>
                <a:gd name="T28" fmla="*/ 74 w 110"/>
                <a:gd name="T29" fmla="*/ 49 h 273"/>
                <a:gd name="T30" fmla="*/ 85 w 110"/>
                <a:gd name="T31" fmla="*/ 34 h 273"/>
                <a:gd name="T32" fmla="*/ 97 w 110"/>
                <a:gd name="T33" fmla="*/ 20 h 273"/>
                <a:gd name="T34" fmla="*/ 109 w 110"/>
                <a:gd name="T35" fmla="*/ 6 h 273"/>
                <a:gd name="T36" fmla="*/ 103 w 110"/>
                <a:gd name="T37" fmla="*/ 0 h 273"/>
                <a:gd name="T38" fmla="*/ 90 w 110"/>
                <a:gd name="T39" fmla="*/ 14 h 273"/>
                <a:gd name="T40" fmla="*/ 78 w 110"/>
                <a:gd name="T41" fmla="*/ 29 h 273"/>
                <a:gd name="T42" fmla="*/ 67 w 110"/>
                <a:gd name="T43" fmla="*/ 44 h 273"/>
                <a:gd name="T44" fmla="*/ 57 w 110"/>
                <a:gd name="T45" fmla="*/ 60 h 273"/>
                <a:gd name="T46" fmla="*/ 48 w 110"/>
                <a:gd name="T47" fmla="*/ 75 h 273"/>
                <a:gd name="T48" fmla="*/ 39 w 110"/>
                <a:gd name="T49" fmla="*/ 91 h 273"/>
                <a:gd name="T50" fmla="*/ 31 w 110"/>
                <a:gd name="T51" fmla="*/ 108 h 273"/>
                <a:gd name="T52" fmla="*/ 24 w 110"/>
                <a:gd name="T53" fmla="*/ 125 h 273"/>
                <a:gd name="T54" fmla="*/ 18 w 110"/>
                <a:gd name="T55" fmla="*/ 142 h 273"/>
                <a:gd name="T56" fmla="*/ 13 w 110"/>
                <a:gd name="T57" fmla="*/ 160 h 273"/>
                <a:gd name="T58" fmla="*/ 9 w 110"/>
                <a:gd name="T59" fmla="*/ 177 h 273"/>
                <a:gd name="T60" fmla="*/ 5 w 110"/>
                <a:gd name="T61" fmla="*/ 194 h 273"/>
                <a:gd name="T62" fmla="*/ 3 w 110"/>
                <a:gd name="T63" fmla="*/ 213 h 273"/>
                <a:gd name="T64" fmla="*/ 1 w 110"/>
                <a:gd name="T65" fmla="*/ 231 h 273"/>
                <a:gd name="T66" fmla="*/ 0 w 110"/>
                <a:gd name="T67" fmla="*/ 250 h 273"/>
                <a:gd name="T68" fmla="*/ 0 w 110"/>
                <a:gd name="T69" fmla="*/ 268 h 273"/>
                <a:gd name="T70" fmla="*/ 4 w 110"/>
                <a:gd name="T71" fmla="*/ 272 h 273"/>
                <a:gd name="T72" fmla="*/ 0 w 110"/>
                <a:gd name="T73" fmla="*/ 268 h 273"/>
                <a:gd name="T74" fmla="*/ 0 w 110"/>
                <a:gd name="T75" fmla="*/ 272 h 273"/>
                <a:gd name="T76" fmla="*/ 4 w 110"/>
                <a:gd name="T77" fmla="*/ 272 h 273"/>
                <a:gd name="T78" fmla="*/ 4 w 110"/>
                <a:gd name="T79" fmla="*/ 263 h 2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0" h="273">
                  <a:moveTo>
                    <a:pt x="4" y="263"/>
                  </a:moveTo>
                  <a:lnTo>
                    <a:pt x="9" y="268"/>
                  </a:lnTo>
                  <a:lnTo>
                    <a:pt x="9" y="250"/>
                  </a:lnTo>
                  <a:lnTo>
                    <a:pt x="9" y="232"/>
                  </a:lnTo>
                  <a:lnTo>
                    <a:pt x="11" y="214"/>
                  </a:lnTo>
                  <a:lnTo>
                    <a:pt x="14" y="197"/>
                  </a:lnTo>
                  <a:lnTo>
                    <a:pt x="17" y="179"/>
                  </a:lnTo>
                  <a:lnTo>
                    <a:pt x="21" y="162"/>
                  </a:lnTo>
                  <a:lnTo>
                    <a:pt x="27" y="144"/>
                  </a:lnTo>
                  <a:lnTo>
                    <a:pt x="33" y="128"/>
                  </a:lnTo>
                  <a:lnTo>
                    <a:pt x="39" y="111"/>
                  </a:lnTo>
                  <a:lnTo>
                    <a:pt x="46" y="95"/>
                  </a:lnTo>
                  <a:lnTo>
                    <a:pt x="55" y="79"/>
                  </a:lnTo>
                  <a:lnTo>
                    <a:pt x="64" y="64"/>
                  </a:lnTo>
                  <a:lnTo>
                    <a:pt x="74" y="49"/>
                  </a:lnTo>
                  <a:lnTo>
                    <a:pt x="85" y="34"/>
                  </a:lnTo>
                  <a:lnTo>
                    <a:pt x="97" y="20"/>
                  </a:lnTo>
                  <a:lnTo>
                    <a:pt x="109" y="6"/>
                  </a:lnTo>
                  <a:lnTo>
                    <a:pt x="103" y="0"/>
                  </a:lnTo>
                  <a:lnTo>
                    <a:pt x="90" y="14"/>
                  </a:lnTo>
                  <a:lnTo>
                    <a:pt x="78" y="29"/>
                  </a:lnTo>
                  <a:lnTo>
                    <a:pt x="67" y="44"/>
                  </a:lnTo>
                  <a:lnTo>
                    <a:pt x="57" y="60"/>
                  </a:lnTo>
                  <a:lnTo>
                    <a:pt x="48" y="75"/>
                  </a:lnTo>
                  <a:lnTo>
                    <a:pt x="39" y="91"/>
                  </a:lnTo>
                  <a:lnTo>
                    <a:pt x="31" y="108"/>
                  </a:lnTo>
                  <a:lnTo>
                    <a:pt x="24" y="125"/>
                  </a:lnTo>
                  <a:lnTo>
                    <a:pt x="18" y="142"/>
                  </a:lnTo>
                  <a:lnTo>
                    <a:pt x="13" y="160"/>
                  </a:lnTo>
                  <a:lnTo>
                    <a:pt x="9" y="177"/>
                  </a:lnTo>
                  <a:lnTo>
                    <a:pt x="5" y="194"/>
                  </a:lnTo>
                  <a:lnTo>
                    <a:pt x="3" y="213"/>
                  </a:lnTo>
                  <a:lnTo>
                    <a:pt x="1" y="231"/>
                  </a:lnTo>
                  <a:lnTo>
                    <a:pt x="0" y="250"/>
                  </a:lnTo>
                  <a:lnTo>
                    <a:pt x="0" y="268"/>
                  </a:lnTo>
                  <a:lnTo>
                    <a:pt x="4" y="272"/>
                  </a:lnTo>
                  <a:lnTo>
                    <a:pt x="0" y="268"/>
                  </a:lnTo>
                  <a:lnTo>
                    <a:pt x="0" y="272"/>
                  </a:lnTo>
                  <a:lnTo>
                    <a:pt x="4" y="272"/>
                  </a:lnTo>
                  <a:lnTo>
                    <a:pt x="4" y="26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2" name="Freeform 60">
              <a:extLst>
                <a:ext uri="{FF2B5EF4-FFF2-40B4-BE49-F238E27FC236}">
                  <a16:creationId xmlns:a16="http://schemas.microsoft.com/office/drawing/2014/main" id="{C27CF3FF-D086-8708-BBC0-429976B3B2E7}"/>
                </a:ext>
              </a:extLst>
            </p:cNvPr>
            <p:cNvSpPr>
              <a:spLocks/>
            </p:cNvSpPr>
            <p:nvPr/>
          </p:nvSpPr>
          <p:spPr bwMode="auto">
            <a:xfrm>
              <a:off x="4065" y="1691"/>
              <a:ext cx="214" cy="5"/>
            </a:xfrm>
            <a:custGeom>
              <a:avLst/>
              <a:gdLst>
                <a:gd name="T0" fmla="*/ 204 w 214"/>
                <a:gd name="T1" fmla="*/ 2 h 5"/>
                <a:gd name="T2" fmla="*/ 209 w 214"/>
                <a:gd name="T3" fmla="*/ 0 h 5"/>
                <a:gd name="T4" fmla="*/ 0 w 214"/>
                <a:gd name="T5" fmla="*/ 0 h 5"/>
                <a:gd name="T6" fmla="*/ 0 w 214"/>
                <a:gd name="T7" fmla="*/ 4 h 5"/>
                <a:gd name="T8" fmla="*/ 209 w 214"/>
                <a:gd name="T9" fmla="*/ 4 h 5"/>
                <a:gd name="T10" fmla="*/ 213 w 214"/>
                <a:gd name="T11" fmla="*/ 1 h 5"/>
                <a:gd name="T12" fmla="*/ 209 w 214"/>
                <a:gd name="T13" fmla="*/ 4 h 5"/>
                <a:gd name="T14" fmla="*/ 213 w 214"/>
                <a:gd name="T15" fmla="*/ 4 h 5"/>
                <a:gd name="T16" fmla="*/ 213 w 214"/>
                <a:gd name="T17" fmla="*/ 1 h 5"/>
                <a:gd name="T18" fmla="*/ 204 w 214"/>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4" h="5">
                  <a:moveTo>
                    <a:pt x="204" y="2"/>
                  </a:moveTo>
                  <a:lnTo>
                    <a:pt x="209" y="0"/>
                  </a:lnTo>
                  <a:lnTo>
                    <a:pt x="0" y="0"/>
                  </a:lnTo>
                  <a:lnTo>
                    <a:pt x="0" y="4"/>
                  </a:lnTo>
                  <a:lnTo>
                    <a:pt x="209" y="4"/>
                  </a:lnTo>
                  <a:lnTo>
                    <a:pt x="213" y="1"/>
                  </a:lnTo>
                  <a:lnTo>
                    <a:pt x="209" y="4"/>
                  </a:lnTo>
                  <a:lnTo>
                    <a:pt x="213" y="4"/>
                  </a:lnTo>
                  <a:lnTo>
                    <a:pt x="213" y="1"/>
                  </a:lnTo>
                  <a:lnTo>
                    <a:pt x="204" y="2"/>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3" name="Freeform 61">
              <a:extLst>
                <a:ext uri="{FF2B5EF4-FFF2-40B4-BE49-F238E27FC236}">
                  <a16:creationId xmlns:a16="http://schemas.microsoft.com/office/drawing/2014/main" id="{234F9DFB-E6F3-A613-9E4C-862ACB970640}"/>
                </a:ext>
              </a:extLst>
            </p:cNvPr>
            <p:cNvSpPr>
              <a:spLocks/>
            </p:cNvSpPr>
            <p:nvPr/>
          </p:nvSpPr>
          <p:spPr bwMode="auto">
            <a:xfrm>
              <a:off x="4273" y="1572"/>
              <a:ext cx="50" cy="118"/>
            </a:xfrm>
            <a:custGeom>
              <a:avLst/>
              <a:gdLst>
                <a:gd name="T0" fmla="*/ 43 w 50"/>
                <a:gd name="T1" fmla="*/ 0 h 118"/>
                <a:gd name="T2" fmla="*/ 38 w 50"/>
                <a:gd name="T3" fmla="*/ 7 h 118"/>
                <a:gd name="T4" fmla="*/ 33 w 50"/>
                <a:gd name="T5" fmla="*/ 13 h 118"/>
                <a:gd name="T6" fmla="*/ 28 w 50"/>
                <a:gd name="T7" fmla="*/ 20 h 118"/>
                <a:gd name="T8" fmla="*/ 24 w 50"/>
                <a:gd name="T9" fmla="*/ 27 h 118"/>
                <a:gd name="T10" fmla="*/ 19 w 50"/>
                <a:gd name="T11" fmla="*/ 34 h 118"/>
                <a:gd name="T12" fmla="*/ 16 w 50"/>
                <a:gd name="T13" fmla="*/ 40 h 118"/>
                <a:gd name="T14" fmla="*/ 12 w 50"/>
                <a:gd name="T15" fmla="*/ 47 h 118"/>
                <a:gd name="T16" fmla="*/ 10 w 50"/>
                <a:gd name="T17" fmla="*/ 55 h 118"/>
                <a:gd name="T18" fmla="*/ 7 w 50"/>
                <a:gd name="T19" fmla="*/ 63 h 118"/>
                <a:gd name="T20" fmla="*/ 5 w 50"/>
                <a:gd name="T21" fmla="*/ 70 h 118"/>
                <a:gd name="T22" fmla="*/ 3 w 50"/>
                <a:gd name="T23" fmla="*/ 78 h 118"/>
                <a:gd name="T24" fmla="*/ 2 w 50"/>
                <a:gd name="T25" fmla="*/ 86 h 118"/>
                <a:gd name="T26" fmla="*/ 1 w 50"/>
                <a:gd name="T27" fmla="*/ 94 h 118"/>
                <a:gd name="T28" fmla="*/ 1 w 50"/>
                <a:gd name="T29" fmla="*/ 102 h 118"/>
                <a:gd name="T30" fmla="*/ 0 w 50"/>
                <a:gd name="T31" fmla="*/ 109 h 118"/>
                <a:gd name="T32" fmla="*/ 1 w 50"/>
                <a:gd name="T33" fmla="*/ 117 h 118"/>
                <a:gd name="T34" fmla="*/ 9 w 50"/>
                <a:gd name="T35" fmla="*/ 116 h 118"/>
                <a:gd name="T36" fmla="*/ 9 w 50"/>
                <a:gd name="T37" fmla="*/ 109 h 118"/>
                <a:gd name="T38" fmla="*/ 9 w 50"/>
                <a:gd name="T39" fmla="*/ 102 h 118"/>
                <a:gd name="T40" fmla="*/ 10 w 50"/>
                <a:gd name="T41" fmla="*/ 95 h 118"/>
                <a:gd name="T42" fmla="*/ 11 w 50"/>
                <a:gd name="T43" fmla="*/ 87 h 118"/>
                <a:gd name="T44" fmla="*/ 11 w 50"/>
                <a:gd name="T45" fmla="*/ 80 h 118"/>
                <a:gd name="T46" fmla="*/ 13 w 50"/>
                <a:gd name="T47" fmla="*/ 72 h 118"/>
                <a:gd name="T48" fmla="*/ 15 w 50"/>
                <a:gd name="T49" fmla="*/ 65 h 118"/>
                <a:gd name="T50" fmla="*/ 17 w 50"/>
                <a:gd name="T51" fmla="*/ 58 h 118"/>
                <a:gd name="T52" fmla="*/ 20 w 50"/>
                <a:gd name="T53" fmla="*/ 52 h 118"/>
                <a:gd name="T54" fmla="*/ 23 w 50"/>
                <a:gd name="T55" fmla="*/ 44 h 118"/>
                <a:gd name="T56" fmla="*/ 26 w 50"/>
                <a:gd name="T57" fmla="*/ 38 h 118"/>
                <a:gd name="T58" fmla="*/ 30 w 50"/>
                <a:gd name="T59" fmla="*/ 31 h 118"/>
                <a:gd name="T60" fmla="*/ 34 w 50"/>
                <a:gd name="T61" fmla="*/ 25 h 118"/>
                <a:gd name="T62" fmla="*/ 39 w 50"/>
                <a:gd name="T63" fmla="*/ 18 h 118"/>
                <a:gd name="T64" fmla="*/ 43 w 50"/>
                <a:gd name="T65" fmla="*/ 12 h 118"/>
                <a:gd name="T66" fmla="*/ 49 w 50"/>
                <a:gd name="T67" fmla="*/ 7 h 118"/>
                <a:gd name="T68" fmla="*/ 43 w 50"/>
                <a:gd name="T69" fmla="*/ 0 h 1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0" h="118">
                  <a:moveTo>
                    <a:pt x="43" y="0"/>
                  </a:moveTo>
                  <a:lnTo>
                    <a:pt x="38" y="7"/>
                  </a:lnTo>
                  <a:lnTo>
                    <a:pt x="33" y="13"/>
                  </a:lnTo>
                  <a:lnTo>
                    <a:pt x="28" y="20"/>
                  </a:lnTo>
                  <a:lnTo>
                    <a:pt x="24" y="27"/>
                  </a:lnTo>
                  <a:lnTo>
                    <a:pt x="19" y="34"/>
                  </a:lnTo>
                  <a:lnTo>
                    <a:pt x="16" y="40"/>
                  </a:lnTo>
                  <a:lnTo>
                    <a:pt x="12" y="47"/>
                  </a:lnTo>
                  <a:lnTo>
                    <a:pt x="10" y="55"/>
                  </a:lnTo>
                  <a:lnTo>
                    <a:pt x="7" y="63"/>
                  </a:lnTo>
                  <a:lnTo>
                    <a:pt x="5" y="70"/>
                  </a:lnTo>
                  <a:lnTo>
                    <a:pt x="3" y="78"/>
                  </a:lnTo>
                  <a:lnTo>
                    <a:pt x="2" y="86"/>
                  </a:lnTo>
                  <a:lnTo>
                    <a:pt x="1" y="94"/>
                  </a:lnTo>
                  <a:lnTo>
                    <a:pt x="1" y="102"/>
                  </a:lnTo>
                  <a:lnTo>
                    <a:pt x="0" y="109"/>
                  </a:lnTo>
                  <a:lnTo>
                    <a:pt x="1" y="117"/>
                  </a:lnTo>
                  <a:lnTo>
                    <a:pt x="9" y="116"/>
                  </a:lnTo>
                  <a:lnTo>
                    <a:pt x="9" y="109"/>
                  </a:lnTo>
                  <a:lnTo>
                    <a:pt x="9" y="102"/>
                  </a:lnTo>
                  <a:lnTo>
                    <a:pt x="10" y="95"/>
                  </a:lnTo>
                  <a:lnTo>
                    <a:pt x="11" y="87"/>
                  </a:lnTo>
                  <a:lnTo>
                    <a:pt x="11" y="80"/>
                  </a:lnTo>
                  <a:lnTo>
                    <a:pt x="13" y="72"/>
                  </a:lnTo>
                  <a:lnTo>
                    <a:pt x="15" y="65"/>
                  </a:lnTo>
                  <a:lnTo>
                    <a:pt x="17" y="58"/>
                  </a:lnTo>
                  <a:lnTo>
                    <a:pt x="20" y="52"/>
                  </a:lnTo>
                  <a:lnTo>
                    <a:pt x="23" y="44"/>
                  </a:lnTo>
                  <a:lnTo>
                    <a:pt x="26" y="38"/>
                  </a:lnTo>
                  <a:lnTo>
                    <a:pt x="30" y="31"/>
                  </a:lnTo>
                  <a:lnTo>
                    <a:pt x="34" y="25"/>
                  </a:lnTo>
                  <a:lnTo>
                    <a:pt x="39" y="18"/>
                  </a:lnTo>
                  <a:lnTo>
                    <a:pt x="43" y="12"/>
                  </a:lnTo>
                  <a:lnTo>
                    <a:pt x="49" y="7"/>
                  </a:lnTo>
                  <a:lnTo>
                    <a:pt x="43"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4" name="Freeform 62">
              <a:extLst>
                <a:ext uri="{FF2B5EF4-FFF2-40B4-BE49-F238E27FC236}">
                  <a16:creationId xmlns:a16="http://schemas.microsoft.com/office/drawing/2014/main" id="{1905E3B8-1A94-43F1-9C96-83701F10420D}"/>
                </a:ext>
              </a:extLst>
            </p:cNvPr>
            <p:cNvSpPr>
              <a:spLocks/>
            </p:cNvSpPr>
            <p:nvPr/>
          </p:nvSpPr>
          <p:spPr bwMode="auto">
            <a:xfrm>
              <a:off x="4321" y="1526"/>
              <a:ext cx="96" cy="48"/>
            </a:xfrm>
            <a:custGeom>
              <a:avLst/>
              <a:gdLst>
                <a:gd name="T0" fmla="*/ 95 w 96"/>
                <a:gd name="T1" fmla="*/ 4 h 48"/>
                <a:gd name="T2" fmla="*/ 90 w 96"/>
                <a:gd name="T3" fmla="*/ 0 h 48"/>
                <a:gd name="T4" fmla="*/ 84 w 96"/>
                <a:gd name="T5" fmla="*/ 1 h 48"/>
                <a:gd name="T6" fmla="*/ 78 w 96"/>
                <a:gd name="T7" fmla="*/ 2 h 48"/>
                <a:gd name="T8" fmla="*/ 71 w 96"/>
                <a:gd name="T9" fmla="*/ 3 h 48"/>
                <a:gd name="T10" fmla="*/ 65 w 96"/>
                <a:gd name="T11" fmla="*/ 5 h 48"/>
                <a:gd name="T12" fmla="*/ 59 w 96"/>
                <a:gd name="T13" fmla="*/ 6 h 48"/>
                <a:gd name="T14" fmla="*/ 53 w 96"/>
                <a:gd name="T15" fmla="*/ 8 h 48"/>
                <a:gd name="T16" fmla="*/ 47 w 96"/>
                <a:gd name="T17" fmla="*/ 11 h 48"/>
                <a:gd name="T18" fmla="*/ 42 w 96"/>
                <a:gd name="T19" fmla="*/ 13 h 48"/>
                <a:gd name="T20" fmla="*/ 37 w 96"/>
                <a:gd name="T21" fmla="*/ 15 h 48"/>
                <a:gd name="T22" fmla="*/ 31 w 96"/>
                <a:gd name="T23" fmla="*/ 19 h 48"/>
                <a:gd name="T24" fmla="*/ 25 w 96"/>
                <a:gd name="T25" fmla="*/ 22 h 48"/>
                <a:gd name="T26" fmla="*/ 20 w 96"/>
                <a:gd name="T27" fmla="*/ 25 h 48"/>
                <a:gd name="T28" fmla="*/ 15 w 96"/>
                <a:gd name="T29" fmla="*/ 28 h 48"/>
                <a:gd name="T30" fmla="*/ 10 w 96"/>
                <a:gd name="T31" fmla="*/ 33 h 48"/>
                <a:gd name="T32" fmla="*/ 4 w 96"/>
                <a:gd name="T33" fmla="*/ 36 h 48"/>
                <a:gd name="T34" fmla="*/ 0 w 96"/>
                <a:gd name="T35" fmla="*/ 41 h 48"/>
                <a:gd name="T36" fmla="*/ 6 w 96"/>
                <a:gd name="T37" fmla="*/ 47 h 48"/>
                <a:gd name="T38" fmla="*/ 10 w 96"/>
                <a:gd name="T39" fmla="*/ 42 h 48"/>
                <a:gd name="T40" fmla="*/ 15 w 96"/>
                <a:gd name="T41" fmla="*/ 39 h 48"/>
                <a:gd name="T42" fmla="*/ 20 w 96"/>
                <a:gd name="T43" fmla="*/ 36 h 48"/>
                <a:gd name="T44" fmla="*/ 24 w 96"/>
                <a:gd name="T45" fmla="*/ 32 h 48"/>
                <a:gd name="T46" fmla="*/ 30 w 96"/>
                <a:gd name="T47" fmla="*/ 28 h 48"/>
                <a:gd name="T48" fmla="*/ 35 w 96"/>
                <a:gd name="T49" fmla="*/ 26 h 48"/>
                <a:gd name="T50" fmla="*/ 40 w 96"/>
                <a:gd name="T51" fmla="*/ 24 h 48"/>
                <a:gd name="T52" fmla="*/ 45 w 96"/>
                <a:gd name="T53" fmla="*/ 21 h 48"/>
                <a:gd name="T54" fmla="*/ 51 w 96"/>
                <a:gd name="T55" fmla="*/ 19 h 48"/>
                <a:gd name="T56" fmla="*/ 57 w 96"/>
                <a:gd name="T57" fmla="*/ 16 h 48"/>
                <a:gd name="T58" fmla="*/ 62 w 96"/>
                <a:gd name="T59" fmla="*/ 15 h 48"/>
                <a:gd name="T60" fmla="*/ 68 w 96"/>
                <a:gd name="T61" fmla="*/ 13 h 48"/>
                <a:gd name="T62" fmla="*/ 73 w 96"/>
                <a:gd name="T63" fmla="*/ 11 h 48"/>
                <a:gd name="T64" fmla="*/ 79 w 96"/>
                <a:gd name="T65" fmla="*/ 10 h 48"/>
                <a:gd name="T66" fmla="*/ 85 w 96"/>
                <a:gd name="T67" fmla="*/ 10 h 48"/>
                <a:gd name="T68" fmla="*/ 91 w 96"/>
                <a:gd name="T69" fmla="*/ 8 h 48"/>
                <a:gd name="T70" fmla="*/ 85 w 96"/>
                <a:gd name="T71" fmla="*/ 4 h 48"/>
                <a:gd name="T72" fmla="*/ 95 w 96"/>
                <a:gd name="T73" fmla="*/ 4 h 48"/>
                <a:gd name="T74" fmla="*/ 94 w 96"/>
                <a:gd name="T75" fmla="*/ 0 h 48"/>
                <a:gd name="T76" fmla="*/ 90 w 96"/>
                <a:gd name="T77" fmla="*/ 0 h 48"/>
                <a:gd name="T78" fmla="*/ 95 w 96"/>
                <a:gd name="T79" fmla="*/ 4 h 4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6" h="48">
                  <a:moveTo>
                    <a:pt x="95" y="4"/>
                  </a:moveTo>
                  <a:lnTo>
                    <a:pt x="90" y="0"/>
                  </a:lnTo>
                  <a:lnTo>
                    <a:pt x="84" y="1"/>
                  </a:lnTo>
                  <a:lnTo>
                    <a:pt x="78" y="2"/>
                  </a:lnTo>
                  <a:lnTo>
                    <a:pt x="71" y="3"/>
                  </a:lnTo>
                  <a:lnTo>
                    <a:pt x="65" y="5"/>
                  </a:lnTo>
                  <a:lnTo>
                    <a:pt x="59" y="6"/>
                  </a:lnTo>
                  <a:lnTo>
                    <a:pt x="53" y="8"/>
                  </a:lnTo>
                  <a:lnTo>
                    <a:pt x="47" y="11"/>
                  </a:lnTo>
                  <a:lnTo>
                    <a:pt x="42" y="13"/>
                  </a:lnTo>
                  <a:lnTo>
                    <a:pt x="37" y="15"/>
                  </a:lnTo>
                  <a:lnTo>
                    <a:pt x="31" y="19"/>
                  </a:lnTo>
                  <a:lnTo>
                    <a:pt x="25" y="22"/>
                  </a:lnTo>
                  <a:lnTo>
                    <a:pt x="20" y="25"/>
                  </a:lnTo>
                  <a:lnTo>
                    <a:pt x="15" y="28"/>
                  </a:lnTo>
                  <a:lnTo>
                    <a:pt x="10" y="33"/>
                  </a:lnTo>
                  <a:lnTo>
                    <a:pt x="4" y="36"/>
                  </a:lnTo>
                  <a:lnTo>
                    <a:pt x="0" y="41"/>
                  </a:lnTo>
                  <a:lnTo>
                    <a:pt x="6" y="47"/>
                  </a:lnTo>
                  <a:lnTo>
                    <a:pt x="10" y="42"/>
                  </a:lnTo>
                  <a:lnTo>
                    <a:pt x="15" y="39"/>
                  </a:lnTo>
                  <a:lnTo>
                    <a:pt x="20" y="36"/>
                  </a:lnTo>
                  <a:lnTo>
                    <a:pt x="24" y="32"/>
                  </a:lnTo>
                  <a:lnTo>
                    <a:pt x="30" y="28"/>
                  </a:lnTo>
                  <a:lnTo>
                    <a:pt x="35" y="26"/>
                  </a:lnTo>
                  <a:lnTo>
                    <a:pt x="40" y="24"/>
                  </a:lnTo>
                  <a:lnTo>
                    <a:pt x="45" y="21"/>
                  </a:lnTo>
                  <a:lnTo>
                    <a:pt x="51" y="19"/>
                  </a:lnTo>
                  <a:lnTo>
                    <a:pt x="57" y="16"/>
                  </a:lnTo>
                  <a:lnTo>
                    <a:pt x="62" y="15"/>
                  </a:lnTo>
                  <a:lnTo>
                    <a:pt x="68" y="13"/>
                  </a:lnTo>
                  <a:lnTo>
                    <a:pt x="73" y="11"/>
                  </a:lnTo>
                  <a:lnTo>
                    <a:pt x="79" y="10"/>
                  </a:lnTo>
                  <a:lnTo>
                    <a:pt x="85" y="10"/>
                  </a:lnTo>
                  <a:lnTo>
                    <a:pt x="91" y="8"/>
                  </a:lnTo>
                  <a:lnTo>
                    <a:pt x="85" y="4"/>
                  </a:lnTo>
                  <a:lnTo>
                    <a:pt x="95" y="4"/>
                  </a:lnTo>
                  <a:lnTo>
                    <a:pt x="94" y="0"/>
                  </a:lnTo>
                  <a:lnTo>
                    <a:pt x="90" y="0"/>
                  </a:lnTo>
                  <a:lnTo>
                    <a:pt x="95" y="4"/>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5" name="Freeform 63">
              <a:extLst>
                <a:ext uri="{FF2B5EF4-FFF2-40B4-BE49-F238E27FC236}">
                  <a16:creationId xmlns:a16="http://schemas.microsoft.com/office/drawing/2014/main" id="{74FB685A-7810-2932-1292-238FD92A31DA}"/>
                </a:ext>
              </a:extLst>
            </p:cNvPr>
            <p:cNvSpPr>
              <a:spLocks/>
            </p:cNvSpPr>
            <p:nvPr/>
          </p:nvSpPr>
          <p:spPr bwMode="auto">
            <a:xfrm>
              <a:off x="4411" y="1530"/>
              <a:ext cx="6" cy="79"/>
            </a:xfrm>
            <a:custGeom>
              <a:avLst/>
              <a:gdLst>
                <a:gd name="T0" fmla="*/ 1 w 6"/>
                <a:gd name="T1" fmla="*/ 61 h 79"/>
                <a:gd name="T2" fmla="*/ 5 w 6"/>
                <a:gd name="T3" fmla="*/ 63 h 79"/>
                <a:gd name="T4" fmla="*/ 5 w 6"/>
                <a:gd name="T5" fmla="*/ 0 h 79"/>
                <a:gd name="T6" fmla="*/ 0 w 6"/>
                <a:gd name="T7" fmla="*/ 0 h 79"/>
                <a:gd name="T8" fmla="*/ 1 w 6"/>
                <a:gd name="T9" fmla="*/ 63 h 79"/>
                <a:gd name="T10" fmla="*/ 5 w 6"/>
                <a:gd name="T11" fmla="*/ 65 h 79"/>
                <a:gd name="T12" fmla="*/ 1 w 6"/>
                <a:gd name="T13" fmla="*/ 63 h 79"/>
                <a:gd name="T14" fmla="*/ 1 w 6"/>
                <a:gd name="T15" fmla="*/ 78 h 79"/>
                <a:gd name="T16" fmla="*/ 5 w 6"/>
                <a:gd name="T17" fmla="*/ 65 h 79"/>
                <a:gd name="T18" fmla="*/ 1 w 6"/>
                <a:gd name="T19" fmla="*/ 61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79">
                  <a:moveTo>
                    <a:pt x="1" y="61"/>
                  </a:moveTo>
                  <a:lnTo>
                    <a:pt x="5" y="63"/>
                  </a:lnTo>
                  <a:lnTo>
                    <a:pt x="5" y="0"/>
                  </a:lnTo>
                  <a:lnTo>
                    <a:pt x="0" y="0"/>
                  </a:lnTo>
                  <a:lnTo>
                    <a:pt x="1" y="63"/>
                  </a:lnTo>
                  <a:lnTo>
                    <a:pt x="5" y="65"/>
                  </a:lnTo>
                  <a:lnTo>
                    <a:pt x="1" y="63"/>
                  </a:lnTo>
                  <a:lnTo>
                    <a:pt x="1" y="78"/>
                  </a:lnTo>
                  <a:lnTo>
                    <a:pt x="5" y="65"/>
                  </a:lnTo>
                  <a:lnTo>
                    <a:pt x="1" y="6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6" name="Freeform 64">
              <a:extLst>
                <a:ext uri="{FF2B5EF4-FFF2-40B4-BE49-F238E27FC236}">
                  <a16:creationId xmlns:a16="http://schemas.microsoft.com/office/drawing/2014/main" id="{54C37B9D-BA37-BAB3-4E54-B9A417493659}"/>
                </a:ext>
              </a:extLst>
            </p:cNvPr>
            <p:cNvSpPr>
              <a:spLocks/>
            </p:cNvSpPr>
            <p:nvPr/>
          </p:nvSpPr>
          <p:spPr bwMode="auto">
            <a:xfrm>
              <a:off x="4413" y="1428"/>
              <a:ext cx="103" cy="168"/>
            </a:xfrm>
            <a:custGeom>
              <a:avLst/>
              <a:gdLst>
                <a:gd name="T0" fmla="*/ 93 w 103"/>
                <a:gd name="T1" fmla="*/ 5 h 168"/>
                <a:gd name="T2" fmla="*/ 93 w 103"/>
                <a:gd name="T3" fmla="*/ 0 h 168"/>
                <a:gd name="T4" fmla="*/ 0 w 103"/>
                <a:gd name="T5" fmla="*/ 163 h 168"/>
                <a:gd name="T6" fmla="*/ 7 w 103"/>
                <a:gd name="T7" fmla="*/ 167 h 168"/>
                <a:gd name="T8" fmla="*/ 100 w 103"/>
                <a:gd name="T9" fmla="*/ 5 h 168"/>
                <a:gd name="T10" fmla="*/ 100 w 103"/>
                <a:gd name="T11" fmla="*/ 0 h 168"/>
                <a:gd name="T12" fmla="*/ 100 w 103"/>
                <a:gd name="T13" fmla="*/ 5 h 168"/>
                <a:gd name="T14" fmla="*/ 102 w 103"/>
                <a:gd name="T15" fmla="*/ 3 h 168"/>
                <a:gd name="T16" fmla="*/ 100 w 103"/>
                <a:gd name="T17" fmla="*/ 0 h 168"/>
                <a:gd name="T18" fmla="*/ 93 w 103"/>
                <a:gd name="T19" fmla="*/ 5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3" h="168">
                  <a:moveTo>
                    <a:pt x="93" y="5"/>
                  </a:moveTo>
                  <a:lnTo>
                    <a:pt x="93" y="0"/>
                  </a:lnTo>
                  <a:lnTo>
                    <a:pt x="0" y="163"/>
                  </a:lnTo>
                  <a:lnTo>
                    <a:pt x="7" y="167"/>
                  </a:lnTo>
                  <a:lnTo>
                    <a:pt x="100" y="5"/>
                  </a:lnTo>
                  <a:lnTo>
                    <a:pt x="100" y="0"/>
                  </a:lnTo>
                  <a:lnTo>
                    <a:pt x="100" y="5"/>
                  </a:lnTo>
                  <a:lnTo>
                    <a:pt x="102" y="3"/>
                  </a:lnTo>
                  <a:lnTo>
                    <a:pt x="100" y="0"/>
                  </a:lnTo>
                  <a:lnTo>
                    <a:pt x="93" y="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7" name="Freeform 65">
              <a:extLst>
                <a:ext uri="{FF2B5EF4-FFF2-40B4-BE49-F238E27FC236}">
                  <a16:creationId xmlns:a16="http://schemas.microsoft.com/office/drawing/2014/main" id="{4313C8CB-F754-86DB-4928-90B89C4F53B5}"/>
                </a:ext>
              </a:extLst>
            </p:cNvPr>
            <p:cNvSpPr>
              <a:spLocks/>
            </p:cNvSpPr>
            <p:nvPr/>
          </p:nvSpPr>
          <p:spPr bwMode="auto">
            <a:xfrm>
              <a:off x="4407" y="1243"/>
              <a:ext cx="107" cy="186"/>
            </a:xfrm>
            <a:custGeom>
              <a:avLst/>
              <a:gdLst>
                <a:gd name="T0" fmla="*/ 10 w 107"/>
                <a:gd name="T1" fmla="*/ 16 h 186"/>
                <a:gd name="T2" fmla="*/ 1 w 107"/>
                <a:gd name="T3" fmla="*/ 19 h 186"/>
                <a:gd name="T4" fmla="*/ 99 w 107"/>
                <a:gd name="T5" fmla="*/ 185 h 186"/>
                <a:gd name="T6" fmla="*/ 106 w 107"/>
                <a:gd name="T7" fmla="*/ 180 h 186"/>
                <a:gd name="T8" fmla="*/ 9 w 107"/>
                <a:gd name="T9" fmla="*/ 14 h 186"/>
                <a:gd name="T10" fmla="*/ 0 w 107"/>
                <a:gd name="T11" fmla="*/ 16 h 186"/>
                <a:gd name="T12" fmla="*/ 9 w 107"/>
                <a:gd name="T13" fmla="*/ 14 h 186"/>
                <a:gd name="T14" fmla="*/ 0 w 107"/>
                <a:gd name="T15" fmla="*/ 0 h 186"/>
                <a:gd name="T16" fmla="*/ 0 w 107"/>
                <a:gd name="T17" fmla="*/ 16 h 186"/>
                <a:gd name="T18" fmla="*/ 10 w 107"/>
                <a:gd name="T19" fmla="*/ 16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7" h="186">
                  <a:moveTo>
                    <a:pt x="10" y="16"/>
                  </a:moveTo>
                  <a:lnTo>
                    <a:pt x="1" y="19"/>
                  </a:lnTo>
                  <a:lnTo>
                    <a:pt x="99" y="185"/>
                  </a:lnTo>
                  <a:lnTo>
                    <a:pt x="106" y="180"/>
                  </a:lnTo>
                  <a:lnTo>
                    <a:pt x="9" y="14"/>
                  </a:lnTo>
                  <a:lnTo>
                    <a:pt x="0" y="16"/>
                  </a:lnTo>
                  <a:lnTo>
                    <a:pt x="9" y="14"/>
                  </a:lnTo>
                  <a:lnTo>
                    <a:pt x="0" y="0"/>
                  </a:lnTo>
                  <a:lnTo>
                    <a:pt x="0" y="16"/>
                  </a:lnTo>
                  <a:lnTo>
                    <a:pt x="10" y="1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8" name="Freeform 66">
              <a:extLst>
                <a:ext uri="{FF2B5EF4-FFF2-40B4-BE49-F238E27FC236}">
                  <a16:creationId xmlns:a16="http://schemas.microsoft.com/office/drawing/2014/main" id="{25108797-8483-80FA-32E1-0DCD041E3B68}"/>
                </a:ext>
              </a:extLst>
            </p:cNvPr>
            <p:cNvSpPr>
              <a:spLocks/>
            </p:cNvSpPr>
            <p:nvPr/>
          </p:nvSpPr>
          <p:spPr bwMode="auto">
            <a:xfrm>
              <a:off x="4407" y="1259"/>
              <a:ext cx="6" cy="61"/>
            </a:xfrm>
            <a:custGeom>
              <a:avLst/>
              <a:gdLst>
                <a:gd name="T0" fmla="*/ 3 w 6"/>
                <a:gd name="T1" fmla="*/ 60 h 61"/>
                <a:gd name="T2" fmla="*/ 5 w 6"/>
                <a:gd name="T3" fmla="*/ 56 h 61"/>
                <a:gd name="T4" fmla="*/ 5 w 6"/>
                <a:gd name="T5" fmla="*/ 0 h 61"/>
                <a:gd name="T6" fmla="*/ 0 w 6"/>
                <a:gd name="T7" fmla="*/ 0 h 61"/>
                <a:gd name="T8" fmla="*/ 0 w 6"/>
                <a:gd name="T9" fmla="*/ 56 h 61"/>
                <a:gd name="T10" fmla="*/ 3 w 6"/>
                <a:gd name="T11" fmla="*/ 51 h 61"/>
                <a:gd name="T12" fmla="*/ 3 w 6"/>
                <a:gd name="T13" fmla="*/ 60 h 61"/>
                <a:gd name="T14" fmla="*/ 5 w 6"/>
                <a:gd name="T15" fmla="*/ 59 h 61"/>
                <a:gd name="T16" fmla="*/ 5 w 6"/>
                <a:gd name="T17" fmla="*/ 56 h 61"/>
                <a:gd name="T18" fmla="*/ 3 w 6"/>
                <a:gd name="T19" fmla="*/ 60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61">
                  <a:moveTo>
                    <a:pt x="3" y="60"/>
                  </a:moveTo>
                  <a:lnTo>
                    <a:pt x="5" y="56"/>
                  </a:lnTo>
                  <a:lnTo>
                    <a:pt x="5" y="0"/>
                  </a:lnTo>
                  <a:lnTo>
                    <a:pt x="0" y="0"/>
                  </a:lnTo>
                  <a:lnTo>
                    <a:pt x="0" y="56"/>
                  </a:lnTo>
                  <a:lnTo>
                    <a:pt x="3" y="51"/>
                  </a:lnTo>
                  <a:lnTo>
                    <a:pt x="3" y="60"/>
                  </a:lnTo>
                  <a:lnTo>
                    <a:pt x="5" y="59"/>
                  </a:lnTo>
                  <a:lnTo>
                    <a:pt x="5" y="56"/>
                  </a:lnTo>
                  <a:lnTo>
                    <a:pt x="3" y="6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09" name="Freeform 67">
              <a:extLst>
                <a:ext uri="{FF2B5EF4-FFF2-40B4-BE49-F238E27FC236}">
                  <a16:creationId xmlns:a16="http://schemas.microsoft.com/office/drawing/2014/main" id="{9F3EEABD-ED11-4BA0-EEDB-52923B3C8B18}"/>
                </a:ext>
              </a:extLst>
            </p:cNvPr>
            <p:cNvSpPr>
              <a:spLocks/>
            </p:cNvSpPr>
            <p:nvPr/>
          </p:nvSpPr>
          <p:spPr bwMode="auto">
            <a:xfrm>
              <a:off x="4005" y="1617"/>
              <a:ext cx="412" cy="436"/>
            </a:xfrm>
            <a:custGeom>
              <a:avLst/>
              <a:gdLst>
                <a:gd name="T0" fmla="*/ 333 w 412"/>
                <a:gd name="T1" fmla="*/ 97 h 436"/>
                <a:gd name="T2" fmla="*/ 168 w 412"/>
                <a:gd name="T3" fmla="*/ 0 h 436"/>
                <a:gd name="T4" fmla="*/ 0 w 412"/>
                <a:gd name="T5" fmla="*/ 101 h 436"/>
                <a:gd name="T6" fmla="*/ 59 w 412"/>
                <a:gd name="T7" fmla="*/ 100 h 436"/>
                <a:gd name="T8" fmla="*/ 70 w 412"/>
                <a:gd name="T9" fmla="*/ 162 h 436"/>
                <a:gd name="T10" fmla="*/ 79 w 412"/>
                <a:gd name="T11" fmla="*/ 192 h 436"/>
                <a:gd name="T12" fmla="*/ 91 w 412"/>
                <a:gd name="T13" fmla="*/ 222 h 436"/>
                <a:gd name="T14" fmla="*/ 105 w 412"/>
                <a:gd name="T15" fmla="*/ 251 h 436"/>
                <a:gd name="T16" fmla="*/ 122 w 412"/>
                <a:gd name="T17" fmla="*/ 278 h 436"/>
                <a:gd name="T18" fmla="*/ 165 w 412"/>
                <a:gd name="T19" fmla="*/ 329 h 436"/>
                <a:gd name="T20" fmla="*/ 192 w 412"/>
                <a:gd name="T21" fmla="*/ 352 h 436"/>
                <a:gd name="T22" fmla="*/ 219 w 412"/>
                <a:gd name="T23" fmla="*/ 373 h 436"/>
                <a:gd name="T24" fmla="*/ 247 w 412"/>
                <a:gd name="T25" fmla="*/ 390 h 436"/>
                <a:gd name="T26" fmla="*/ 278 w 412"/>
                <a:gd name="T27" fmla="*/ 405 h 436"/>
                <a:gd name="T28" fmla="*/ 309 w 412"/>
                <a:gd name="T29" fmla="*/ 417 h 436"/>
                <a:gd name="T30" fmla="*/ 342 w 412"/>
                <a:gd name="T31" fmla="*/ 426 h 436"/>
                <a:gd name="T32" fmla="*/ 374 w 412"/>
                <a:gd name="T33" fmla="*/ 432 h 436"/>
                <a:gd name="T34" fmla="*/ 407 w 412"/>
                <a:gd name="T35" fmla="*/ 435 h 436"/>
                <a:gd name="T36" fmla="*/ 345 w 412"/>
                <a:gd name="T37" fmla="*/ 333 h 436"/>
                <a:gd name="T38" fmla="*/ 411 w 412"/>
                <a:gd name="T39" fmla="*/ 222 h 436"/>
                <a:gd name="T40" fmla="*/ 385 w 412"/>
                <a:gd name="T41" fmla="*/ 217 h 436"/>
                <a:gd name="T42" fmla="*/ 360 w 412"/>
                <a:gd name="T43" fmla="*/ 209 h 436"/>
                <a:gd name="T44" fmla="*/ 335 w 412"/>
                <a:gd name="T45" fmla="*/ 195 h 436"/>
                <a:gd name="T46" fmla="*/ 315 w 412"/>
                <a:gd name="T47" fmla="*/ 177 h 436"/>
                <a:gd name="T48" fmla="*/ 299 w 412"/>
                <a:gd name="T49" fmla="*/ 159 h 436"/>
                <a:gd name="T50" fmla="*/ 287 w 412"/>
                <a:gd name="T51" fmla="*/ 139 h 436"/>
                <a:gd name="T52" fmla="*/ 279 w 412"/>
                <a:gd name="T53" fmla="*/ 119 h 436"/>
                <a:gd name="T54" fmla="*/ 273 w 412"/>
                <a:gd name="T55" fmla="*/ 97 h 436"/>
                <a:gd name="T56" fmla="*/ 333 w 412"/>
                <a:gd name="T57" fmla="*/ 97 h 4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2" h="436">
                  <a:moveTo>
                    <a:pt x="333" y="97"/>
                  </a:moveTo>
                  <a:lnTo>
                    <a:pt x="168" y="0"/>
                  </a:lnTo>
                  <a:lnTo>
                    <a:pt x="0" y="101"/>
                  </a:lnTo>
                  <a:lnTo>
                    <a:pt x="59" y="100"/>
                  </a:lnTo>
                  <a:lnTo>
                    <a:pt x="70" y="162"/>
                  </a:lnTo>
                  <a:lnTo>
                    <a:pt x="79" y="192"/>
                  </a:lnTo>
                  <a:lnTo>
                    <a:pt x="91" y="222"/>
                  </a:lnTo>
                  <a:lnTo>
                    <a:pt x="105" y="251"/>
                  </a:lnTo>
                  <a:lnTo>
                    <a:pt x="122" y="278"/>
                  </a:lnTo>
                  <a:lnTo>
                    <a:pt x="165" y="329"/>
                  </a:lnTo>
                  <a:lnTo>
                    <a:pt x="192" y="352"/>
                  </a:lnTo>
                  <a:lnTo>
                    <a:pt x="219" y="373"/>
                  </a:lnTo>
                  <a:lnTo>
                    <a:pt x="247" y="390"/>
                  </a:lnTo>
                  <a:lnTo>
                    <a:pt x="278" y="405"/>
                  </a:lnTo>
                  <a:lnTo>
                    <a:pt x="309" y="417"/>
                  </a:lnTo>
                  <a:lnTo>
                    <a:pt x="342" y="426"/>
                  </a:lnTo>
                  <a:lnTo>
                    <a:pt x="374" y="432"/>
                  </a:lnTo>
                  <a:lnTo>
                    <a:pt x="407" y="435"/>
                  </a:lnTo>
                  <a:lnTo>
                    <a:pt x="345" y="333"/>
                  </a:lnTo>
                  <a:lnTo>
                    <a:pt x="411" y="222"/>
                  </a:lnTo>
                  <a:lnTo>
                    <a:pt x="385" y="217"/>
                  </a:lnTo>
                  <a:lnTo>
                    <a:pt x="360" y="209"/>
                  </a:lnTo>
                  <a:lnTo>
                    <a:pt x="335" y="195"/>
                  </a:lnTo>
                  <a:lnTo>
                    <a:pt x="315" y="177"/>
                  </a:lnTo>
                  <a:lnTo>
                    <a:pt x="299" y="159"/>
                  </a:lnTo>
                  <a:lnTo>
                    <a:pt x="287" y="139"/>
                  </a:lnTo>
                  <a:lnTo>
                    <a:pt x="279" y="119"/>
                  </a:lnTo>
                  <a:lnTo>
                    <a:pt x="273" y="97"/>
                  </a:lnTo>
                  <a:lnTo>
                    <a:pt x="333" y="97"/>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0" name="Freeform 68">
              <a:extLst>
                <a:ext uri="{FF2B5EF4-FFF2-40B4-BE49-F238E27FC236}">
                  <a16:creationId xmlns:a16="http://schemas.microsoft.com/office/drawing/2014/main" id="{A6652A0F-643B-0A3C-25EF-2E9A25187FAC}"/>
                </a:ext>
              </a:extLst>
            </p:cNvPr>
            <p:cNvSpPr>
              <a:spLocks/>
            </p:cNvSpPr>
            <p:nvPr/>
          </p:nvSpPr>
          <p:spPr bwMode="auto">
            <a:xfrm>
              <a:off x="4175" y="1613"/>
              <a:ext cx="165" cy="101"/>
            </a:xfrm>
            <a:custGeom>
              <a:avLst/>
              <a:gdLst>
                <a:gd name="T0" fmla="*/ 4 w 165"/>
                <a:gd name="T1" fmla="*/ 8 h 101"/>
                <a:gd name="T2" fmla="*/ 0 w 165"/>
                <a:gd name="T3" fmla="*/ 8 h 101"/>
                <a:gd name="T4" fmla="*/ 160 w 165"/>
                <a:gd name="T5" fmla="*/ 100 h 101"/>
                <a:gd name="T6" fmla="*/ 164 w 165"/>
                <a:gd name="T7" fmla="*/ 93 h 101"/>
                <a:gd name="T8" fmla="*/ 4 w 165"/>
                <a:gd name="T9" fmla="*/ 1 h 101"/>
                <a:gd name="T10" fmla="*/ 0 w 165"/>
                <a:gd name="T11" fmla="*/ 1 h 101"/>
                <a:gd name="T12" fmla="*/ 4 w 165"/>
                <a:gd name="T13" fmla="*/ 1 h 101"/>
                <a:gd name="T14" fmla="*/ 2 w 165"/>
                <a:gd name="T15" fmla="*/ 0 h 101"/>
                <a:gd name="T16" fmla="*/ 0 w 165"/>
                <a:gd name="T17" fmla="*/ 1 h 101"/>
                <a:gd name="T18" fmla="*/ 4 w 165"/>
                <a:gd name="T19" fmla="*/ 8 h 10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5" h="101">
                  <a:moveTo>
                    <a:pt x="4" y="8"/>
                  </a:moveTo>
                  <a:lnTo>
                    <a:pt x="0" y="8"/>
                  </a:lnTo>
                  <a:lnTo>
                    <a:pt x="160" y="100"/>
                  </a:lnTo>
                  <a:lnTo>
                    <a:pt x="164" y="93"/>
                  </a:lnTo>
                  <a:lnTo>
                    <a:pt x="4" y="1"/>
                  </a:lnTo>
                  <a:lnTo>
                    <a:pt x="0" y="1"/>
                  </a:lnTo>
                  <a:lnTo>
                    <a:pt x="4" y="1"/>
                  </a:lnTo>
                  <a:lnTo>
                    <a:pt x="2" y="0"/>
                  </a:lnTo>
                  <a:lnTo>
                    <a:pt x="0" y="1"/>
                  </a:lnTo>
                  <a:lnTo>
                    <a:pt x="4" y="8"/>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1" name="Freeform 69">
              <a:extLst>
                <a:ext uri="{FF2B5EF4-FFF2-40B4-BE49-F238E27FC236}">
                  <a16:creationId xmlns:a16="http://schemas.microsoft.com/office/drawing/2014/main" id="{C3D8CF3A-09D1-3D25-E9F3-7F44588015B5}"/>
                </a:ext>
              </a:extLst>
            </p:cNvPr>
            <p:cNvSpPr>
              <a:spLocks/>
            </p:cNvSpPr>
            <p:nvPr/>
          </p:nvSpPr>
          <p:spPr bwMode="auto">
            <a:xfrm>
              <a:off x="3987" y="1614"/>
              <a:ext cx="187" cy="105"/>
            </a:xfrm>
            <a:custGeom>
              <a:avLst/>
              <a:gdLst>
                <a:gd name="T0" fmla="*/ 17 w 187"/>
                <a:gd name="T1" fmla="*/ 95 h 105"/>
                <a:gd name="T2" fmla="*/ 19 w 187"/>
                <a:gd name="T3" fmla="*/ 103 h 105"/>
                <a:gd name="T4" fmla="*/ 186 w 187"/>
                <a:gd name="T5" fmla="*/ 7 h 105"/>
                <a:gd name="T6" fmla="*/ 182 w 187"/>
                <a:gd name="T7" fmla="*/ 0 h 105"/>
                <a:gd name="T8" fmla="*/ 14 w 187"/>
                <a:gd name="T9" fmla="*/ 96 h 105"/>
                <a:gd name="T10" fmla="*/ 17 w 187"/>
                <a:gd name="T11" fmla="*/ 104 h 105"/>
                <a:gd name="T12" fmla="*/ 14 w 187"/>
                <a:gd name="T13" fmla="*/ 96 h 105"/>
                <a:gd name="T14" fmla="*/ 0 w 187"/>
                <a:gd name="T15" fmla="*/ 104 h 105"/>
                <a:gd name="T16" fmla="*/ 17 w 187"/>
                <a:gd name="T17" fmla="*/ 104 h 105"/>
                <a:gd name="T18" fmla="*/ 17 w 187"/>
                <a:gd name="T19" fmla="*/ 95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7" h="105">
                  <a:moveTo>
                    <a:pt x="17" y="95"/>
                  </a:moveTo>
                  <a:lnTo>
                    <a:pt x="19" y="103"/>
                  </a:lnTo>
                  <a:lnTo>
                    <a:pt x="186" y="7"/>
                  </a:lnTo>
                  <a:lnTo>
                    <a:pt x="182" y="0"/>
                  </a:lnTo>
                  <a:lnTo>
                    <a:pt x="14" y="96"/>
                  </a:lnTo>
                  <a:lnTo>
                    <a:pt x="17" y="104"/>
                  </a:lnTo>
                  <a:lnTo>
                    <a:pt x="14" y="96"/>
                  </a:lnTo>
                  <a:lnTo>
                    <a:pt x="0" y="104"/>
                  </a:lnTo>
                  <a:lnTo>
                    <a:pt x="17" y="104"/>
                  </a:lnTo>
                  <a:lnTo>
                    <a:pt x="17" y="9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2" name="Freeform 70">
              <a:extLst>
                <a:ext uri="{FF2B5EF4-FFF2-40B4-BE49-F238E27FC236}">
                  <a16:creationId xmlns:a16="http://schemas.microsoft.com/office/drawing/2014/main" id="{11878307-E4D1-A88D-3B6B-62962DEB7C2E}"/>
                </a:ext>
              </a:extLst>
            </p:cNvPr>
            <p:cNvSpPr>
              <a:spLocks/>
            </p:cNvSpPr>
            <p:nvPr/>
          </p:nvSpPr>
          <p:spPr bwMode="auto">
            <a:xfrm>
              <a:off x="4005" y="1713"/>
              <a:ext cx="61" cy="6"/>
            </a:xfrm>
            <a:custGeom>
              <a:avLst/>
              <a:gdLst>
                <a:gd name="T0" fmla="*/ 60 w 61"/>
                <a:gd name="T1" fmla="*/ 2 h 6"/>
                <a:gd name="T2" fmla="*/ 56 w 61"/>
                <a:gd name="T3" fmla="*/ 0 h 6"/>
                <a:gd name="T4" fmla="*/ 0 w 61"/>
                <a:gd name="T5" fmla="*/ 0 h 6"/>
                <a:gd name="T6" fmla="*/ 0 w 61"/>
                <a:gd name="T7" fmla="*/ 5 h 6"/>
                <a:gd name="T8" fmla="*/ 56 w 61"/>
                <a:gd name="T9" fmla="*/ 5 h 6"/>
                <a:gd name="T10" fmla="*/ 52 w 61"/>
                <a:gd name="T11" fmla="*/ 3 h 6"/>
                <a:gd name="T12" fmla="*/ 60 w 61"/>
                <a:gd name="T13" fmla="*/ 2 h 6"/>
                <a:gd name="T14" fmla="*/ 60 w 61"/>
                <a:gd name="T15" fmla="*/ 0 h 6"/>
                <a:gd name="T16" fmla="*/ 56 w 61"/>
                <a:gd name="T17" fmla="*/ 0 h 6"/>
                <a:gd name="T18" fmla="*/ 60 w 61"/>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1" h="6">
                  <a:moveTo>
                    <a:pt x="60" y="2"/>
                  </a:moveTo>
                  <a:lnTo>
                    <a:pt x="56" y="0"/>
                  </a:lnTo>
                  <a:lnTo>
                    <a:pt x="0" y="0"/>
                  </a:lnTo>
                  <a:lnTo>
                    <a:pt x="0" y="5"/>
                  </a:lnTo>
                  <a:lnTo>
                    <a:pt x="56" y="5"/>
                  </a:lnTo>
                  <a:lnTo>
                    <a:pt x="52" y="3"/>
                  </a:lnTo>
                  <a:lnTo>
                    <a:pt x="60" y="2"/>
                  </a:lnTo>
                  <a:lnTo>
                    <a:pt x="60" y="0"/>
                  </a:lnTo>
                  <a:lnTo>
                    <a:pt x="56" y="0"/>
                  </a:lnTo>
                  <a:lnTo>
                    <a:pt x="60" y="2"/>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3" name="Freeform 71">
              <a:extLst>
                <a:ext uri="{FF2B5EF4-FFF2-40B4-BE49-F238E27FC236}">
                  <a16:creationId xmlns:a16="http://schemas.microsoft.com/office/drawing/2014/main" id="{84EC3E72-9B12-FFB0-2AC1-35F97E55D91F}"/>
                </a:ext>
              </a:extLst>
            </p:cNvPr>
            <p:cNvSpPr>
              <a:spLocks/>
            </p:cNvSpPr>
            <p:nvPr/>
          </p:nvSpPr>
          <p:spPr bwMode="auto">
            <a:xfrm>
              <a:off x="4061" y="1718"/>
              <a:ext cx="110" cy="230"/>
            </a:xfrm>
            <a:custGeom>
              <a:avLst/>
              <a:gdLst>
                <a:gd name="T0" fmla="*/ 109 w 110"/>
                <a:gd name="T1" fmla="*/ 223 h 230"/>
                <a:gd name="T2" fmla="*/ 98 w 110"/>
                <a:gd name="T3" fmla="*/ 211 h 230"/>
                <a:gd name="T4" fmla="*/ 87 w 110"/>
                <a:gd name="T5" fmla="*/ 199 h 230"/>
                <a:gd name="T6" fmla="*/ 78 w 110"/>
                <a:gd name="T7" fmla="*/ 186 h 230"/>
                <a:gd name="T8" fmla="*/ 69 w 110"/>
                <a:gd name="T9" fmla="*/ 173 h 230"/>
                <a:gd name="T10" fmla="*/ 61 w 110"/>
                <a:gd name="T11" fmla="*/ 161 h 230"/>
                <a:gd name="T12" fmla="*/ 52 w 110"/>
                <a:gd name="T13" fmla="*/ 146 h 230"/>
                <a:gd name="T14" fmla="*/ 46 w 110"/>
                <a:gd name="T15" fmla="*/ 133 h 230"/>
                <a:gd name="T16" fmla="*/ 39 w 110"/>
                <a:gd name="T17" fmla="*/ 119 h 230"/>
                <a:gd name="T18" fmla="*/ 33 w 110"/>
                <a:gd name="T19" fmla="*/ 105 h 230"/>
                <a:gd name="T20" fmla="*/ 28 w 110"/>
                <a:gd name="T21" fmla="*/ 90 h 230"/>
                <a:gd name="T22" fmla="*/ 22 w 110"/>
                <a:gd name="T23" fmla="*/ 75 h 230"/>
                <a:gd name="T24" fmla="*/ 19 w 110"/>
                <a:gd name="T25" fmla="*/ 60 h 230"/>
                <a:gd name="T26" fmla="*/ 15 w 110"/>
                <a:gd name="T27" fmla="*/ 45 h 230"/>
                <a:gd name="T28" fmla="*/ 12 w 110"/>
                <a:gd name="T29" fmla="*/ 30 h 230"/>
                <a:gd name="T30" fmla="*/ 10 w 110"/>
                <a:gd name="T31" fmla="*/ 15 h 230"/>
                <a:gd name="T32" fmla="*/ 9 w 110"/>
                <a:gd name="T33" fmla="*/ 0 h 230"/>
                <a:gd name="T34" fmla="*/ 0 w 110"/>
                <a:gd name="T35" fmla="*/ 1 h 230"/>
                <a:gd name="T36" fmla="*/ 2 w 110"/>
                <a:gd name="T37" fmla="*/ 16 h 230"/>
                <a:gd name="T38" fmla="*/ 3 w 110"/>
                <a:gd name="T39" fmla="*/ 32 h 230"/>
                <a:gd name="T40" fmla="*/ 7 w 110"/>
                <a:gd name="T41" fmla="*/ 47 h 230"/>
                <a:gd name="T42" fmla="*/ 10 w 110"/>
                <a:gd name="T43" fmla="*/ 62 h 230"/>
                <a:gd name="T44" fmla="*/ 15 w 110"/>
                <a:gd name="T45" fmla="*/ 78 h 230"/>
                <a:gd name="T46" fmla="*/ 20 w 110"/>
                <a:gd name="T47" fmla="*/ 92 h 230"/>
                <a:gd name="T48" fmla="*/ 25 w 110"/>
                <a:gd name="T49" fmla="*/ 108 h 230"/>
                <a:gd name="T50" fmla="*/ 31 w 110"/>
                <a:gd name="T51" fmla="*/ 122 h 230"/>
                <a:gd name="T52" fmla="*/ 37 w 110"/>
                <a:gd name="T53" fmla="*/ 137 h 230"/>
                <a:gd name="T54" fmla="*/ 45 w 110"/>
                <a:gd name="T55" fmla="*/ 151 h 230"/>
                <a:gd name="T56" fmla="*/ 53 w 110"/>
                <a:gd name="T57" fmla="*/ 165 h 230"/>
                <a:gd name="T58" fmla="*/ 61 w 110"/>
                <a:gd name="T59" fmla="*/ 179 h 230"/>
                <a:gd name="T60" fmla="*/ 71 w 110"/>
                <a:gd name="T61" fmla="*/ 192 h 230"/>
                <a:gd name="T62" fmla="*/ 81 w 110"/>
                <a:gd name="T63" fmla="*/ 205 h 230"/>
                <a:gd name="T64" fmla="*/ 92 w 110"/>
                <a:gd name="T65" fmla="*/ 217 h 230"/>
                <a:gd name="T66" fmla="*/ 103 w 110"/>
                <a:gd name="T67" fmla="*/ 229 h 230"/>
                <a:gd name="T68" fmla="*/ 109 w 110"/>
                <a:gd name="T69" fmla="*/ 223 h 2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0" h="230">
                  <a:moveTo>
                    <a:pt x="109" y="223"/>
                  </a:moveTo>
                  <a:lnTo>
                    <a:pt x="98" y="211"/>
                  </a:lnTo>
                  <a:lnTo>
                    <a:pt x="87" y="199"/>
                  </a:lnTo>
                  <a:lnTo>
                    <a:pt x="78" y="186"/>
                  </a:lnTo>
                  <a:lnTo>
                    <a:pt x="69" y="173"/>
                  </a:lnTo>
                  <a:lnTo>
                    <a:pt x="61" y="161"/>
                  </a:lnTo>
                  <a:lnTo>
                    <a:pt x="52" y="146"/>
                  </a:lnTo>
                  <a:lnTo>
                    <a:pt x="46" y="133"/>
                  </a:lnTo>
                  <a:lnTo>
                    <a:pt x="39" y="119"/>
                  </a:lnTo>
                  <a:lnTo>
                    <a:pt x="33" y="105"/>
                  </a:lnTo>
                  <a:lnTo>
                    <a:pt x="28" y="90"/>
                  </a:lnTo>
                  <a:lnTo>
                    <a:pt x="22" y="75"/>
                  </a:lnTo>
                  <a:lnTo>
                    <a:pt x="19" y="60"/>
                  </a:lnTo>
                  <a:lnTo>
                    <a:pt x="15" y="45"/>
                  </a:lnTo>
                  <a:lnTo>
                    <a:pt x="12" y="30"/>
                  </a:lnTo>
                  <a:lnTo>
                    <a:pt x="10" y="15"/>
                  </a:lnTo>
                  <a:lnTo>
                    <a:pt x="9" y="0"/>
                  </a:lnTo>
                  <a:lnTo>
                    <a:pt x="0" y="1"/>
                  </a:lnTo>
                  <a:lnTo>
                    <a:pt x="2" y="16"/>
                  </a:lnTo>
                  <a:lnTo>
                    <a:pt x="3" y="32"/>
                  </a:lnTo>
                  <a:lnTo>
                    <a:pt x="7" y="47"/>
                  </a:lnTo>
                  <a:lnTo>
                    <a:pt x="10" y="62"/>
                  </a:lnTo>
                  <a:lnTo>
                    <a:pt x="15" y="78"/>
                  </a:lnTo>
                  <a:lnTo>
                    <a:pt x="20" y="92"/>
                  </a:lnTo>
                  <a:lnTo>
                    <a:pt x="25" y="108"/>
                  </a:lnTo>
                  <a:lnTo>
                    <a:pt x="31" y="122"/>
                  </a:lnTo>
                  <a:lnTo>
                    <a:pt x="37" y="137"/>
                  </a:lnTo>
                  <a:lnTo>
                    <a:pt x="45" y="151"/>
                  </a:lnTo>
                  <a:lnTo>
                    <a:pt x="53" y="165"/>
                  </a:lnTo>
                  <a:lnTo>
                    <a:pt x="61" y="179"/>
                  </a:lnTo>
                  <a:lnTo>
                    <a:pt x="71" y="192"/>
                  </a:lnTo>
                  <a:lnTo>
                    <a:pt x="81" y="205"/>
                  </a:lnTo>
                  <a:lnTo>
                    <a:pt x="92" y="217"/>
                  </a:lnTo>
                  <a:lnTo>
                    <a:pt x="103" y="229"/>
                  </a:lnTo>
                  <a:lnTo>
                    <a:pt x="109" y="22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4" name="Freeform 72">
              <a:extLst>
                <a:ext uri="{FF2B5EF4-FFF2-40B4-BE49-F238E27FC236}">
                  <a16:creationId xmlns:a16="http://schemas.microsoft.com/office/drawing/2014/main" id="{BFCC353B-876F-7F07-5CDA-D56EB4869D8C}"/>
                </a:ext>
              </a:extLst>
            </p:cNvPr>
            <p:cNvSpPr>
              <a:spLocks/>
            </p:cNvSpPr>
            <p:nvPr/>
          </p:nvSpPr>
          <p:spPr bwMode="auto">
            <a:xfrm>
              <a:off x="4170" y="1946"/>
              <a:ext cx="252" cy="112"/>
            </a:xfrm>
            <a:custGeom>
              <a:avLst/>
              <a:gdLst>
                <a:gd name="T0" fmla="*/ 239 w 252"/>
                <a:gd name="T1" fmla="*/ 109 h 112"/>
                <a:gd name="T2" fmla="*/ 243 w 252"/>
                <a:gd name="T3" fmla="*/ 102 h 112"/>
                <a:gd name="T4" fmla="*/ 228 w 252"/>
                <a:gd name="T5" fmla="*/ 101 h 112"/>
                <a:gd name="T6" fmla="*/ 211 w 252"/>
                <a:gd name="T7" fmla="*/ 100 h 112"/>
                <a:gd name="T8" fmla="*/ 195 w 252"/>
                <a:gd name="T9" fmla="*/ 97 h 112"/>
                <a:gd name="T10" fmla="*/ 179 w 252"/>
                <a:gd name="T11" fmla="*/ 94 h 112"/>
                <a:gd name="T12" fmla="*/ 163 w 252"/>
                <a:gd name="T13" fmla="*/ 90 h 112"/>
                <a:gd name="T14" fmla="*/ 147 w 252"/>
                <a:gd name="T15" fmla="*/ 86 h 112"/>
                <a:gd name="T16" fmla="*/ 132 w 252"/>
                <a:gd name="T17" fmla="*/ 80 h 112"/>
                <a:gd name="T18" fmla="*/ 117 w 252"/>
                <a:gd name="T19" fmla="*/ 74 h 112"/>
                <a:gd name="T20" fmla="*/ 102 w 252"/>
                <a:gd name="T21" fmla="*/ 67 h 112"/>
                <a:gd name="T22" fmla="*/ 88 w 252"/>
                <a:gd name="T23" fmla="*/ 60 h 112"/>
                <a:gd name="T24" fmla="*/ 72 w 252"/>
                <a:gd name="T25" fmla="*/ 52 h 112"/>
                <a:gd name="T26" fmla="*/ 59 w 252"/>
                <a:gd name="T27" fmla="*/ 43 h 112"/>
                <a:gd name="T28" fmla="*/ 46 w 252"/>
                <a:gd name="T29" fmla="*/ 33 h 112"/>
                <a:gd name="T30" fmla="*/ 32 w 252"/>
                <a:gd name="T31" fmla="*/ 24 h 112"/>
                <a:gd name="T32" fmla="*/ 19 w 252"/>
                <a:gd name="T33" fmla="*/ 12 h 112"/>
                <a:gd name="T34" fmla="*/ 6 w 252"/>
                <a:gd name="T35" fmla="*/ 0 h 112"/>
                <a:gd name="T36" fmla="*/ 0 w 252"/>
                <a:gd name="T37" fmla="*/ 6 h 112"/>
                <a:gd name="T38" fmla="*/ 13 w 252"/>
                <a:gd name="T39" fmla="*/ 18 h 112"/>
                <a:gd name="T40" fmla="*/ 27 w 252"/>
                <a:gd name="T41" fmla="*/ 30 h 112"/>
                <a:gd name="T42" fmla="*/ 40 w 252"/>
                <a:gd name="T43" fmla="*/ 40 h 112"/>
                <a:gd name="T44" fmla="*/ 54 w 252"/>
                <a:gd name="T45" fmla="*/ 50 h 112"/>
                <a:gd name="T46" fmla="*/ 68 w 252"/>
                <a:gd name="T47" fmla="*/ 59 h 112"/>
                <a:gd name="T48" fmla="*/ 83 w 252"/>
                <a:gd name="T49" fmla="*/ 67 h 112"/>
                <a:gd name="T50" fmla="*/ 98 w 252"/>
                <a:gd name="T51" fmla="*/ 75 h 112"/>
                <a:gd name="T52" fmla="*/ 113 w 252"/>
                <a:gd name="T53" fmla="*/ 82 h 112"/>
                <a:gd name="T54" fmla="*/ 130 w 252"/>
                <a:gd name="T55" fmla="*/ 88 h 112"/>
                <a:gd name="T56" fmla="*/ 145 w 252"/>
                <a:gd name="T57" fmla="*/ 94 h 112"/>
                <a:gd name="T58" fmla="*/ 161 w 252"/>
                <a:gd name="T59" fmla="*/ 98 h 112"/>
                <a:gd name="T60" fmla="*/ 177 w 252"/>
                <a:gd name="T61" fmla="*/ 102 h 112"/>
                <a:gd name="T62" fmla="*/ 193 w 252"/>
                <a:gd name="T63" fmla="*/ 106 h 112"/>
                <a:gd name="T64" fmla="*/ 210 w 252"/>
                <a:gd name="T65" fmla="*/ 108 h 112"/>
                <a:gd name="T66" fmla="*/ 227 w 252"/>
                <a:gd name="T67" fmla="*/ 110 h 112"/>
                <a:gd name="T68" fmla="*/ 243 w 252"/>
                <a:gd name="T69" fmla="*/ 111 h 112"/>
                <a:gd name="T70" fmla="*/ 247 w 252"/>
                <a:gd name="T71" fmla="*/ 105 h 112"/>
                <a:gd name="T72" fmla="*/ 243 w 252"/>
                <a:gd name="T73" fmla="*/ 111 h 112"/>
                <a:gd name="T74" fmla="*/ 251 w 252"/>
                <a:gd name="T75" fmla="*/ 111 h 112"/>
                <a:gd name="T76" fmla="*/ 247 w 252"/>
                <a:gd name="T77" fmla="*/ 105 h 112"/>
                <a:gd name="T78" fmla="*/ 239 w 252"/>
                <a:gd name="T79" fmla="*/ 109 h 1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52" h="112">
                  <a:moveTo>
                    <a:pt x="239" y="109"/>
                  </a:moveTo>
                  <a:lnTo>
                    <a:pt x="243" y="102"/>
                  </a:lnTo>
                  <a:lnTo>
                    <a:pt x="228" y="101"/>
                  </a:lnTo>
                  <a:lnTo>
                    <a:pt x="211" y="100"/>
                  </a:lnTo>
                  <a:lnTo>
                    <a:pt x="195" y="97"/>
                  </a:lnTo>
                  <a:lnTo>
                    <a:pt x="179" y="94"/>
                  </a:lnTo>
                  <a:lnTo>
                    <a:pt x="163" y="90"/>
                  </a:lnTo>
                  <a:lnTo>
                    <a:pt x="147" y="86"/>
                  </a:lnTo>
                  <a:lnTo>
                    <a:pt x="132" y="80"/>
                  </a:lnTo>
                  <a:lnTo>
                    <a:pt x="117" y="74"/>
                  </a:lnTo>
                  <a:lnTo>
                    <a:pt x="102" y="67"/>
                  </a:lnTo>
                  <a:lnTo>
                    <a:pt x="88" y="60"/>
                  </a:lnTo>
                  <a:lnTo>
                    <a:pt x="72" y="52"/>
                  </a:lnTo>
                  <a:lnTo>
                    <a:pt x="59" y="43"/>
                  </a:lnTo>
                  <a:lnTo>
                    <a:pt x="46" y="33"/>
                  </a:lnTo>
                  <a:lnTo>
                    <a:pt x="32" y="24"/>
                  </a:lnTo>
                  <a:lnTo>
                    <a:pt x="19" y="12"/>
                  </a:lnTo>
                  <a:lnTo>
                    <a:pt x="6" y="0"/>
                  </a:lnTo>
                  <a:lnTo>
                    <a:pt x="0" y="6"/>
                  </a:lnTo>
                  <a:lnTo>
                    <a:pt x="13" y="18"/>
                  </a:lnTo>
                  <a:lnTo>
                    <a:pt x="27" y="30"/>
                  </a:lnTo>
                  <a:lnTo>
                    <a:pt x="40" y="40"/>
                  </a:lnTo>
                  <a:lnTo>
                    <a:pt x="54" y="50"/>
                  </a:lnTo>
                  <a:lnTo>
                    <a:pt x="68" y="59"/>
                  </a:lnTo>
                  <a:lnTo>
                    <a:pt x="83" y="67"/>
                  </a:lnTo>
                  <a:lnTo>
                    <a:pt x="98" y="75"/>
                  </a:lnTo>
                  <a:lnTo>
                    <a:pt x="113" y="82"/>
                  </a:lnTo>
                  <a:lnTo>
                    <a:pt x="130" y="88"/>
                  </a:lnTo>
                  <a:lnTo>
                    <a:pt x="145" y="94"/>
                  </a:lnTo>
                  <a:lnTo>
                    <a:pt x="161" y="98"/>
                  </a:lnTo>
                  <a:lnTo>
                    <a:pt x="177" y="102"/>
                  </a:lnTo>
                  <a:lnTo>
                    <a:pt x="193" y="106"/>
                  </a:lnTo>
                  <a:lnTo>
                    <a:pt x="210" y="108"/>
                  </a:lnTo>
                  <a:lnTo>
                    <a:pt x="227" y="110"/>
                  </a:lnTo>
                  <a:lnTo>
                    <a:pt x="243" y="111"/>
                  </a:lnTo>
                  <a:lnTo>
                    <a:pt x="247" y="105"/>
                  </a:lnTo>
                  <a:lnTo>
                    <a:pt x="243" y="111"/>
                  </a:lnTo>
                  <a:lnTo>
                    <a:pt x="251" y="111"/>
                  </a:lnTo>
                  <a:lnTo>
                    <a:pt x="247" y="105"/>
                  </a:lnTo>
                  <a:lnTo>
                    <a:pt x="239" y="10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5" name="Freeform 73">
              <a:extLst>
                <a:ext uri="{FF2B5EF4-FFF2-40B4-BE49-F238E27FC236}">
                  <a16:creationId xmlns:a16="http://schemas.microsoft.com/office/drawing/2014/main" id="{ED0EA049-851D-2E30-DC17-40FE5DCB2FE0}"/>
                </a:ext>
              </a:extLst>
            </p:cNvPr>
            <p:cNvSpPr>
              <a:spLocks/>
            </p:cNvSpPr>
            <p:nvPr/>
          </p:nvSpPr>
          <p:spPr bwMode="auto">
            <a:xfrm>
              <a:off x="4351" y="1952"/>
              <a:ext cx="66" cy="104"/>
            </a:xfrm>
            <a:custGeom>
              <a:avLst/>
              <a:gdLst>
                <a:gd name="T0" fmla="*/ 1 w 66"/>
                <a:gd name="T1" fmla="*/ 0 h 104"/>
                <a:gd name="T2" fmla="*/ 1 w 66"/>
                <a:gd name="T3" fmla="*/ 5 h 104"/>
                <a:gd name="T4" fmla="*/ 58 w 66"/>
                <a:gd name="T5" fmla="*/ 103 h 104"/>
                <a:gd name="T6" fmla="*/ 65 w 66"/>
                <a:gd name="T7" fmla="*/ 99 h 104"/>
                <a:gd name="T8" fmla="*/ 8 w 66"/>
                <a:gd name="T9" fmla="*/ 0 h 104"/>
                <a:gd name="T10" fmla="*/ 8 w 66"/>
                <a:gd name="T11" fmla="*/ 5 h 104"/>
                <a:gd name="T12" fmla="*/ 1 w 66"/>
                <a:gd name="T13" fmla="*/ 0 h 104"/>
                <a:gd name="T14" fmla="*/ 0 w 66"/>
                <a:gd name="T15" fmla="*/ 3 h 104"/>
                <a:gd name="T16" fmla="*/ 1 w 66"/>
                <a:gd name="T17" fmla="*/ 5 h 104"/>
                <a:gd name="T18" fmla="*/ 1 w 66"/>
                <a:gd name="T19" fmla="*/ 0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104">
                  <a:moveTo>
                    <a:pt x="1" y="0"/>
                  </a:moveTo>
                  <a:lnTo>
                    <a:pt x="1" y="5"/>
                  </a:lnTo>
                  <a:lnTo>
                    <a:pt x="58" y="103"/>
                  </a:lnTo>
                  <a:lnTo>
                    <a:pt x="65" y="99"/>
                  </a:lnTo>
                  <a:lnTo>
                    <a:pt x="8" y="0"/>
                  </a:lnTo>
                  <a:lnTo>
                    <a:pt x="8" y="5"/>
                  </a:lnTo>
                  <a:lnTo>
                    <a:pt x="1" y="0"/>
                  </a:lnTo>
                  <a:lnTo>
                    <a:pt x="0" y="3"/>
                  </a:lnTo>
                  <a:lnTo>
                    <a:pt x="1" y="5"/>
                  </a:lnTo>
                  <a:lnTo>
                    <a:pt x="1"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6" name="Freeform 74">
              <a:extLst>
                <a:ext uri="{FF2B5EF4-FFF2-40B4-BE49-F238E27FC236}">
                  <a16:creationId xmlns:a16="http://schemas.microsoft.com/office/drawing/2014/main" id="{8D6DCE0E-AB0C-0F8A-ABAB-EF3C3DE66FE9}"/>
                </a:ext>
              </a:extLst>
            </p:cNvPr>
            <p:cNvSpPr>
              <a:spLocks/>
            </p:cNvSpPr>
            <p:nvPr/>
          </p:nvSpPr>
          <p:spPr bwMode="auto">
            <a:xfrm>
              <a:off x="4352" y="1837"/>
              <a:ext cx="74" cy="116"/>
            </a:xfrm>
            <a:custGeom>
              <a:avLst/>
              <a:gdLst>
                <a:gd name="T0" fmla="*/ 65 w 74"/>
                <a:gd name="T1" fmla="*/ 10 h 116"/>
                <a:gd name="T2" fmla="*/ 62 w 74"/>
                <a:gd name="T3" fmla="*/ 3 h 116"/>
                <a:gd name="T4" fmla="*/ 0 w 74"/>
                <a:gd name="T5" fmla="*/ 110 h 116"/>
                <a:gd name="T6" fmla="*/ 8 w 74"/>
                <a:gd name="T7" fmla="*/ 115 h 116"/>
                <a:gd name="T8" fmla="*/ 70 w 74"/>
                <a:gd name="T9" fmla="*/ 7 h 116"/>
                <a:gd name="T10" fmla="*/ 66 w 74"/>
                <a:gd name="T11" fmla="*/ 0 h 116"/>
                <a:gd name="T12" fmla="*/ 70 w 74"/>
                <a:gd name="T13" fmla="*/ 7 h 116"/>
                <a:gd name="T14" fmla="*/ 73 w 74"/>
                <a:gd name="T15" fmla="*/ 1 h 116"/>
                <a:gd name="T16" fmla="*/ 66 w 74"/>
                <a:gd name="T17" fmla="*/ 0 h 116"/>
                <a:gd name="T18" fmla="*/ 65 w 74"/>
                <a:gd name="T19" fmla="*/ 10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6">
                  <a:moveTo>
                    <a:pt x="65" y="10"/>
                  </a:moveTo>
                  <a:lnTo>
                    <a:pt x="62" y="3"/>
                  </a:lnTo>
                  <a:lnTo>
                    <a:pt x="0" y="110"/>
                  </a:lnTo>
                  <a:lnTo>
                    <a:pt x="8" y="115"/>
                  </a:lnTo>
                  <a:lnTo>
                    <a:pt x="70" y="7"/>
                  </a:lnTo>
                  <a:lnTo>
                    <a:pt x="66" y="0"/>
                  </a:lnTo>
                  <a:lnTo>
                    <a:pt x="70" y="7"/>
                  </a:lnTo>
                  <a:lnTo>
                    <a:pt x="73" y="1"/>
                  </a:lnTo>
                  <a:lnTo>
                    <a:pt x="66" y="0"/>
                  </a:lnTo>
                  <a:lnTo>
                    <a:pt x="65" y="1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7" name="Freeform 75">
              <a:extLst>
                <a:ext uri="{FF2B5EF4-FFF2-40B4-BE49-F238E27FC236}">
                  <a16:creationId xmlns:a16="http://schemas.microsoft.com/office/drawing/2014/main" id="{8D059020-8C01-F044-937F-FCF32A1B18A3}"/>
                </a:ext>
              </a:extLst>
            </p:cNvPr>
            <p:cNvSpPr>
              <a:spLocks/>
            </p:cNvSpPr>
            <p:nvPr/>
          </p:nvSpPr>
          <p:spPr bwMode="auto">
            <a:xfrm>
              <a:off x="4320" y="1793"/>
              <a:ext cx="98" cy="50"/>
            </a:xfrm>
            <a:custGeom>
              <a:avLst/>
              <a:gdLst>
                <a:gd name="T0" fmla="*/ 0 w 98"/>
                <a:gd name="T1" fmla="*/ 6 h 50"/>
                <a:gd name="T2" fmla="*/ 5 w 98"/>
                <a:gd name="T3" fmla="*/ 11 h 50"/>
                <a:gd name="T4" fmla="*/ 10 w 98"/>
                <a:gd name="T5" fmla="*/ 15 h 50"/>
                <a:gd name="T6" fmla="*/ 16 w 98"/>
                <a:gd name="T7" fmla="*/ 20 h 50"/>
                <a:gd name="T8" fmla="*/ 22 w 98"/>
                <a:gd name="T9" fmla="*/ 23 h 50"/>
                <a:gd name="T10" fmla="*/ 28 w 98"/>
                <a:gd name="T11" fmla="*/ 27 h 50"/>
                <a:gd name="T12" fmla="*/ 33 w 98"/>
                <a:gd name="T13" fmla="*/ 30 h 50"/>
                <a:gd name="T14" fmla="*/ 39 w 98"/>
                <a:gd name="T15" fmla="*/ 33 h 50"/>
                <a:gd name="T16" fmla="*/ 45 w 98"/>
                <a:gd name="T17" fmla="*/ 36 h 50"/>
                <a:gd name="T18" fmla="*/ 51 w 98"/>
                <a:gd name="T19" fmla="*/ 38 h 50"/>
                <a:gd name="T20" fmla="*/ 57 w 98"/>
                <a:gd name="T21" fmla="*/ 41 h 50"/>
                <a:gd name="T22" fmla="*/ 64 w 98"/>
                <a:gd name="T23" fmla="*/ 42 h 50"/>
                <a:gd name="T24" fmla="*/ 70 w 98"/>
                <a:gd name="T25" fmla="*/ 45 h 50"/>
                <a:gd name="T26" fmla="*/ 77 w 98"/>
                <a:gd name="T27" fmla="*/ 46 h 50"/>
                <a:gd name="T28" fmla="*/ 83 w 98"/>
                <a:gd name="T29" fmla="*/ 47 h 50"/>
                <a:gd name="T30" fmla="*/ 90 w 98"/>
                <a:gd name="T31" fmla="*/ 48 h 50"/>
                <a:gd name="T32" fmla="*/ 96 w 98"/>
                <a:gd name="T33" fmla="*/ 49 h 50"/>
                <a:gd name="T34" fmla="*/ 97 w 98"/>
                <a:gd name="T35" fmla="*/ 40 h 50"/>
                <a:gd name="T36" fmla="*/ 91 w 98"/>
                <a:gd name="T37" fmla="*/ 40 h 50"/>
                <a:gd name="T38" fmla="*/ 85 w 98"/>
                <a:gd name="T39" fmla="*/ 39 h 50"/>
                <a:gd name="T40" fmla="*/ 79 w 98"/>
                <a:gd name="T41" fmla="*/ 38 h 50"/>
                <a:gd name="T42" fmla="*/ 73 w 98"/>
                <a:gd name="T43" fmla="*/ 37 h 50"/>
                <a:gd name="T44" fmla="*/ 67 w 98"/>
                <a:gd name="T45" fmla="*/ 35 h 50"/>
                <a:gd name="T46" fmla="*/ 60 w 98"/>
                <a:gd name="T47" fmla="*/ 33 h 50"/>
                <a:gd name="T48" fmla="*/ 55 w 98"/>
                <a:gd name="T49" fmla="*/ 31 h 50"/>
                <a:gd name="T50" fmla="*/ 49 w 98"/>
                <a:gd name="T51" fmla="*/ 28 h 50"/>
                <a:gd name="T52" fmla="*/ 42 w 98"/>
                <a:gd name="T53" fmla="*/ 26 h 50"/>
                <a:gd name="T54" fmla="*/ 37 w 98"/>
                <a:gd name="T55" fmla="*/ 23 h 50"/>
                <a:gd name="T56" fmla="*/ 32 w 98"/>
                <a:gd name="T57" fmla="*/ 20 h 50"/>
                <a:gd name="T58" fmla="*/ 26 w 98"/>
                <a:gd name="T59" fmla="*/ 17 h 50"/>
                <a:gd name="T60" fmla="*/ 21 w 98"/>
                <a:gd name="T61" fmla="*/ 12 h 50"/>
                <a:gd name="T62" fmla="*/ 16 w 98"/>
                <a:gd name="T63" fmla="*/ 9 h 50"/>
                <a:gd name="T64" fmla="*/ 11 w 98"/>
                <a:gd name="T65" fmla="*/ 5 h 50"/>
                <a:gd name="T66" fmla="*/ 6 w 98"/>
                <a:gd name="T67" fmla="*/ 0 h 50"/>
                <a:gd name="T68" fmla="*/ 0 w 98"/>
                <a:gd name="T69" fmla="*/ 6 h 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8" h="50">
                  <a:moveTo>
                    <a:pt x="0" y="6"/>
                  </a:moveTo>
                  <a:lnTo>
                    <a:pt x="5" y="11"/>
                  </a:lnTo>
                  <a:lnTo>
                    <a:pt x="10" y="15"/>
                  </a:lnTo>
                  <a:lnTo>
                    <a:pt x="16" y="20"/>
                  </a:lnTo>
                  <a:lnTo>
                    <a:pt x="22" y="23"/>
                  </a:lnTo>
                  <a:lnTo>
                    <a:pt x="28" y="27"/>
                  </a:lnTo>
                  <a:lnTo>
                    <a:pt x="33" y="30"/>
                  </a:lnTo>
                  <a:lnTo>
                    <a:pt x="39" y="33"/>
                  </a:lnTo>
                  <a:lnTo>
                    <a:pt x="45" y="36"/>
                  </a:lnTo>
                  <a:lnTo>
                    <a:pt x="51" y="38"/>
                  </a:lnTo>
                  <a:lnTo>
                    <a:pt x="57" y="41"/>
                  </a:lnTo>
                  <a:lnTo>
                    <a:pt x="64" y="42"/>
                  </a:lnTo>
                  <a:lnTo>
                    <a:pt x="70" y="45"/>
                  </a:lnTo>
                  <a:lnTo>
                    <a:pt x="77" y="46"/>
                  </a:lnTo>
                  <a:lnTo>
                    <a:pt x="83" y="47"/>
                  </a:lnTo>
                  <a:lnTo>
                    <a:pt x="90" y="48"/>
                  </a:lnTo>
                  <a:lnTo>
                    <a:pt x="96" y="49"/>
                  </a:lnTo>
                  <a:lnTo>
                    <a:pt x="97" y="40"/>
                  </a:lnTo>
                  <a:lnTo>
                    <a:pt x="91" y="40"/>
                  </a:lnTo>
                  <a:lnTo>
                    <a:pt x="85" y="39"/>
                  </a:lnTo>
                  <a:lnTo>
                    <a:pt x="79" y="38"/>
                  </a:lnTo>
                  <a:lnTo>
                    <a:pt x="73" y="37"/>
                  </a:lnTo>
                  <a:lnTo>
                    <a:pt x="67" y="35"/>
                  </a:lnTo>
                  <a:lnTo>
                    <a:pt x="60" y="33"/>
                  </a:lnTo>
                  <a:lnTo>
                    <a:pt x="55" y="31"/>
                  </a:lnTo>
                  <a:lnTo>
                    <a:pt x="49" y="28"/>
                  </a:lnTo>
                  <a:lnTo>
                    <a:pt x="42" y="26"/>
                  </a:lnTo>
                  <a:lnTo>
                    <a:pt x="37" y="23"/>
                  </a:lnTo>
                  <a:lnTo>
                    <a:pt x="32" y="20"/>
                  </a:lnTo>
                  <a:lnTo>
                    <a:pt x="26" y="17"/>
                  </a:lnTo>
                  <a:lnTo>
                    <a:pt x="21" y="12"/>
                  </a:lnTo>
                  <a:lnTo>
                    <a:pt x="16" y="9"/>
                  </a:lnTo>
                  <a:lnTo>
                    <a:pt x="11" y="5"/>
                  </a:lnTo>
                  <a:lnTo>
                    <a:pt x="6" y="0"/>
                  </a:lnTo>
                  <a:lnTo>
                    <a:pt x="0" y="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8" name="Freeform 76">
              <a:extLst>
                <a:ext uri="{FF2B5EF4-FFF2-40B4-BE49-F238E27FC236}">
                  <a16:creationId xmlns:a16="http://schemas.microsoft.com/office/drawing/2014/main" id="{2B90809E-5A0E-B739-D1F3-96FDF012B68E}"/>
                </a:ext>
              </a:extLst>
            </p:cNvPr>
            <p:cNvSpPr>
              <a:spLocks/>
            </p:cNvSpPr>
            <p:nvPr/>
          </p:nvSpPr>
          <p:spPr bwMode="auto">
            <a:xfrm>
              <a:off x="4275" y="1710"/>
              <a:ext cx="47" cy="85"/>
            </a:xfrm>
            <a:custGeom>
              <a:avLst/>
              <a:gdLst>
                <a:gd name="T0" fmla="*/ 5 w 47"/>
                <a:gd name="T1" fmla="*/ 0 h 85"/>
                <a:gd name="T2" fmla="*/ 1 w 47"/>
                <a:gd name="T3" fmla="*/ 5 h 85"/>
                <a:gd name="T4" fmla="*/ 2 w 47"/>
                <a:gd name="T5" fmla="*/ 10 h 85"/>
                <a:gd name="T6" fmla="*/ 3 w 47"/>
                <a:gd name="T7" fmla="*/ 16 h 85"/>
                <a:gd name="T8" fmla="*/ 5 w 47"/>
                <a:gd name="T9" fmla="*/ 22 h 85"/>
                <a:gd name="T10" fmla="*/ 7 w 47"/>
                <a:gd name="T11" fmla="*/ 27 h 85"/>
                <a:gd name="T12" fmla="*/ 8 w 47"/>
                <a:gd name="T13" fmla="*/ 32 h 85"/>
                <a:gd name="T14" fmla="*/ 10 w 47"/>
                <a:gd name="T15" fmla="*/ 37 h 85"/>
                <a:gd name="T16" fmla="*/ 12 w 47"/>
                <a:gd name="T17" fmla="*/ 42 h 85"/>
                <a:gd name="T18" fmla="*/ 15 w 47"/>
                <a:gd name="T19" fmla="*/ 47 h 85"/>
                <a:gd name="T20" fmla="*/ 17 w 47"/>
                <a:gd name="T21" fmla="*/ 53 h 85"/>
                <a:gd name="T22" fmla="*/ 21 w 47"/>
                <a:gd name="T23" fmla="*/ 57 h 85"/>
                <a:gd name="T24" fmla="*/ 23 w 47"/>
                <a:gd name="T25" fmla="*/ 62 h 85"/>
                <a:gd name="T26" fmla="*/ 25 w 47"/>
                <a:gd name="T27" fmla="*/ 67 h 85"/>
                <a:gd name="T28" fmla="*/ 30 w 47"/>
                <a:gd name="T29" fmla="*/ 71 h 85"/>
                <a:gd name="T30" fmla="*/ 33 w 47"/>
                <a:gd name="T31" fmla="*/ 75 h 85"/>
                <a:gd name="T32" fmla="*/ 36 w 47"/>
                <a:gd name="T33" fmla="*/ 80 h 85"/>
                <a:gd name="T34" fmla="*/ 40 w 47"/>
                <a:gd name="T35" fmla="*/ 84 h 85"/>
                <a:gd name="T36" fmla="*/ 46 w 47"/>
                <a:gd name="T37" fmla="*/ 78 h 85"/>
                <a:gd name="T38" fmla="*/ 43 w 47"/>
                <a:gd name="T39" fmla="*/ 74 h 85"/>
                <a:gd name="T40" fmla="*/ 39 w 47"/>
                <a:gd name="T41" fmla="*/ 70 h 85"/>
                <a:gd name="T42" fmla="*/ 35 w 47"/>
                <a:gd name="T43" fmla="*/ 66 h 85"/>
                <a:gd name="T44" fmla="*/ 33 w 47"/>
                <a:gd name="T45" fmla="*/ 61 h 85"/>
                <a:gd name="T46" fmla="*/ 30 w 47"/>
                <a:gd name="T47" fmla="*/ 57 h 85"/>
                <a:gd name="T48" fmla="*/ 27 w 47"/>
                <a:gd name="T49" fmla="*/ 53 h 85"/>
                <a:gd name="T50" fmla="*/ 24 w 47"/>
                <a:gd name="T51" fmla="*/ 48 h 85"/>
                <a:gd name="T52" fmla="*/ 22 w 47"/>
                <a:gd name="T53" fmla="*/ 43 h 85"/>
                <a:gd name="T54" fmla="*/ 20 w 47"/>
                <a:gd name="T55" fmla="*/ 39 h 85"/>
                <a:gd name="T56" fmla="*/ 17 w 47"/>
                <a:gd name="T57" fmla="*/ 34 h 85"/>
                <a:gd name="T58" fmla="*/ 16 w 47"/>
                <a:gd name="T59" fmla="*/ 29 h 85"/>
                <a:gd name="T60" fmla="*/ 14 w 47"/>
                <a:gd name="T61" fmla="*/ 24 h 85"/>
                <a:gd name="T62" fmla="*/ 12 w 47"/>
                <a:gd name="T63" fmla="*/ 19 h 85"/>
                <a:gd name="T64" fmla="*/ 11 w 47"/>
                <a:gd name="T65" fmla="*/ 13 h 85"/>
                <a:gd name="T66" fmla="*/ 10 w 47"/>
                <a:gd name="T67" fmla="*/ 9 h 85"/>
                <a:gd name="T68" fmla="*/ 9 w 47"/>
                <a:gd name="T69" fmla="*/ 3 h 85"/>
                <a:gd name="T70" fmla="*/ 5 w 47"/>
                <a:gd name="T71" fmla="*/ 9 h 85"/>
                <a:gd name="T72" fmla="*/ 5 w 47"/>
                <a:gd name="T73" fmla="*/ 0 h 85"/>
                <a:gd name="T74" fmla="*/ 0 w 47"/>
                <a:gd name="T75" fmla="*/ 0 h 85"/>
                <a:gd name="T76" fmla="*/ 1 w 47"/>
                <a:gd name="T77" fmla="*/ 5 h 85"/>
                <a:gd name="T78" fmla="*/ 5 w 47"/>
                <a:gd name="T79" fmla="*/ 0 h 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47" h="85">
                  <a:moveTo>
                    <a:pt x="5" y="0"/>
                  </a:moveTo>
                  <a:lnTo>
                    <a:pt x="1" y="5"/>
                  </a:lnTo>
                  <a:lnTo>
                    <a:pt x="2" y="10"/>
                  </a:lnTo>
                  <a:lnTo>
                    <a:pt x="3" y="16"/>
                  </a:lnTo>
                  <a:lnTo>
                    <a:pt x="5" y="22"/>
                  </a:lnTo>
                  <a:lnTo>
                    <a:pt x="7" y="27"/>
                  </a:lnTo>
                  <a:lnTo>
                    <a:pt x="8" y="32"/>
                  </a:lnTo>
                  <a:lnTo>
                    <a:pt x="10" y="37"/>
                  </a:lnTo>
                  <a:lnTo>
                    <a:pt x="12" y="42"/>
                  </a:lnTo>
                  <a:lnTo>
                    <a:pt x="15" y="47"/>
                  </a:lnTo>
                  <a:lnTo>
                    <a:pt x="17" y="53"/>
                  </a:lnTo>
                  <a:lnTo>
                    <a:pt x="21" y="57"/>
                  </a:lnTo>
                  <a:lnTo>
                    <a:pt x="23" y="62"/>
                  </a:lnTo>
                  <a:lnTo>
                    <a:pt x="25" y="67"/>
                  </a:lnTo>
                  <a:lnTo>
                    <a:pt x="30" y="71"/>
                  </a:lnTo>
                  <a:lnTo>
                    <a:pt x="33" y="75"/>
                  </a:lnTo>
                  <a:lnTo>
                    <a:pt x="36" y="80"/>
                  </a:lnTo>
                  <a:lnTo>
                    <a:pt x="40" y="84"/>
                  </a:lnTo>
                  <a:lnTo>
                    <a:pt x="46" y="78"/>
                  </a:lnTo>
                  <a:lnTo>
                    <a:pt x="43" y="74"/>
                  </a:lnTo>
                  <a:lnTo>
                    <a:pt x="39" y="70"/>
                  </a:lnTo>
                  <a:lnTo>
                    <a:pt x="35" y="66"/>
                  </a:lnTo>
                  <a:lnTo>
                    <a:pt x="33" y="61"/>
                  </a:lnTo>
                  <a:lnTo>
                    <a:pt x="30" y="57"/>
                  </a:lnTo>
                  <a:lnTo>
                    <a:pt x="27" y="53"/>
                  </a:lnTo>
                  <a:lnTo>
                    <a:pt x="24" y="48"/>
                  </a:lnTo>
                  <a:lnTo>
                    <a:pt x="22" y="43"/>
                  </a:lnTo>
                  <a:lnTo>
                    <a:pt x="20" y="39"/>
                  </a:lnTo>
                  <a:lnTo>
                    <a:pt x="17" y="34"/>
                  </a:lnTo>
                  <a:lnTo>
                    <a:pt x="16" y="29"/>
                  </a:lnTo>
                  <a:lnTo>
                    <a:pt x="14" y="24"/>
                  </a:lnTo>
                  <a:lnTo>
                    <a:pt x="12" y="19"/>
                  </a:lnTo>
                  <a:lnTo>
                    <a:pt x="11" y="13"/>
                  </a:lnTo>
                  <a:lnTo>
                    <a:pt x="10" y="9"/>
                  </a:lnTo>
                  <a:lnTo>
                    <a:pt x="9" y="3"/>
                  </a:lnTo>
                  <a:lnTo>
                    <a:pt x="5" y="9"/>
                  </a:lnTo>
                  <a:lnTo>
                    <a:pt x="5" y="0"/>
                  </a:lnTo>
                  <a:lnTo>
                    <a:pt x="0" y="0"/>
                  </a:lnTo>
                  <a:lnTo>
                    <a:pt x="1" y="5"/>
                  </a:lnTo>
                  <a:lnTo>
                    <a:pt x="5"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919" name="Freeform 77">
              <a:extLst>
                <a:ext uri="{FF2B5EF4-FFF2-40B4-BE49-F238E27FC236}">
                  <a16:creationId xmlns:a16="http://schemas.microsoft.com/office/drawing/2014/main" id="{321BF187-C6F8-DE43-422E-B65144BBE7CB}"/>
                </a:ext>
              </a:extLst>
            </p:cNvPr>
            <p:cNvSpPr>
              <a:spLocks/>
            </p:cNvSpPr>
            <p:nvPr/>
          </p:nvSpPr>
          <p:spPr bwMode="auto">
            <a:xfrm>
              <a:off x="4281" y="1710"/>
              <a:ext cx="72" cy="4"/>
            </a:xfrm>
            <a:custGeom>
              <a:avLst/>
              <a:gdLst>
                <a:gd name="T0" fmla="*/ 54 w 72"/>
                <a:gd name="T1" fmla="*/ 3 h 4"/>
                <a:gd name="T2" fmla="*/ 57 w 72"/>
                <a:gd name="T3" fmla="*/ 0 h 4"/>
                <a:gd name="T4" fmla="*/ 0 w 72"/>
                <a:gd name="T5" fmla="*/ 0 h 4"/>
                <a:gd name="T6" fmla="*/ 0 w 72"/>
                <a:gd name="T7" fmla="*/ 3 h 4"/>
                <a:gd name="T8" fmla="*/ 57 w 72"/>
                <a:gd name="T9" fmla="*/ 3 h 4"/>
                <a:gd name="T10" fmla="*/ 58 w 72"/>
                <a:gd name="T11" fmla="*/ 1 h 4"/>
                <a:gd name="T12" fmla="*/ 57 w 72"/>
                <a:gd name="T13" fmla="*/ 3 h 4"/>
                <a:gd name="T14" fmla="*/ 71 w 72"/>
                <a:gd name="T15" fmla="*/ 3 h 4"/>
                <a:gd name="T16" fmla="*/ 58 w 72"/>
                <a:gd name="T17" fmla="*/ 1 h 4"/>
                <a:gd name="T18" fmla="*/ 54 w 72"/>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2" h="4">
                  <a:moveTo>
                    <a:pt x="54" y="3"/>
                  </a:moveTo>
                  <a:lnTo>
                    <a:pt x="57" y="0"/>
                  </a:lnTo>
                  <a:lnTo>
                    <a:pt x="0" y="0"/>
                  </a:lnTo>
                  <a:lnTo>
                    <a:pt x="0" y="3"/>
                  </a:lnTo>
                  <a:lnTo>
                    <a:pt x="57" y="3"/>
                  </a:lnTo>
                  <a:lnTo>
                    <a:pt x="58" y="1"/>
                  </a:lnTo>
                  <a:lnTo>
                    <a:pt x="57" y="3"/>
                  </a:lnTo>
                  <a:lnTo>
                    <a:pt x="71" y="3"/>
                  </a:lnTo>
                  <a:lnTo>
                    <a:pt x="58" y="1"/>
                  </a:lnTo>
                  <a:lnTo>
                    <a:pt x="54" y="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19811" name="Group 78">
            <a:extLst>
              <a:ext uri="{FF2B5EF4-FFF2-40B4-BE49-F238E27FC236}">
                <a16:creationId xmlns:a16="http://schemas.microsoft.com/office/drawing/2014/main" id="{CE2AE260-A967-4C47-D833-63AB0FA88F08}"/>
              </a:ext>
            </a:extLst>
          </p:cNvPr>
          <p:cNvGrpSpPr>
            <a:grpSpLocks/>
          </p:cNvGrpSpPr>
          <p:nvPr/>
        </p:nvGrpSpPr>
        <p:grpSpPr bwMode="auto">
          <a:xfrm>
            <a:off x="1685925" y="4059238"/>
            <a:ext cx="2041525" cy="2238375"/>
            <a:chOff x="1150" y="2557"/>
            <a:chExt cx="1394" cy="1410"/>
          </a:xfrm>
        </p:grpSpPr>
        <p:sp>
          <p:nvSpPr>
            <p:cNvPr id="119856" name="Freeform 79">
              <a:extLst>
                <a:ext uri="{FF2B5EF4-FFF2-40B4-BE49-F238E27FC236}">
                  <a16:creationId xmlns:a16="http://schemas.microsoft.com/office/drawing/2014/main" id="{37D4709E-6C2A-A04E-8F84-765121CDAA55}"/>
                </a:ext>
              </a:extLst>
            </p:cNvPr>
            <p:cNvSpPr>
              <a:spLocks/>
            </p:cNvSpPr>
            <p:nvPr/>
          </p:nvSpPr>
          <p:spPr bwMode="auto">
            <a:xfrm>
              <a:off x="1226" y="2557"/>
              <a:ext cx="741" cy="565"/>
            </a:xfrm>
            <a:custGeom>
              <a:avLst/>
              <a:gdLst>
                <a:gd name="T0" fmla="*/ 579 w 741"/>
                <a:gd name="T1" fmla="*/ 438 h 565"/>
                <a:gd name="T2" fmla="*/ 740 w 741"/>
                <a:gd name="T3" fmla="*/ 243 h 565"/>
                <a:gd name="T4" fmla="*/ 642 w 741"/>
                <a:gd name="T5" fmla="*/ 0 h 565"/>
                <a:gd name="T6" fmla="*/ 635 w 741"/>
                <a:gd name="T7" fmla="*/ 54 h 565"/>
                <a:gd name="T8" fmla="*/ 610 w 741"/>
                <a:gd name="T9" fmla="*/ 53 h 565"/>
                <a:gd name="T10" fmla="*/ 560 w 741"/>
                <a:gd name="T11" fmla="*/ 55 h 565"/>
                <a:gd name="T12" fmla="*/ 511 w 741"/>
                <a:gd name="T13" fmla="*/ 60 h 565"/>
                <a:gd name="T14" fmla="*/ 463 w 741"/>
                <a:gd name="T15" fmla="*/ 69 h 565"/>
                <a:gd name="T16" fmla="*/ 417 w 741"/>
                <a:gd name="T17" fmla="*/ 81 h 565"/>
                <a:gd name="T18" fmla="*/ 372 w 741"/>
                <a:gd name="T19" fmla="*/ 96 h 565"/>
                <a:gd name="T20" fmla="*/ 328 w 741"/>
                <a:gd name="T21" fmla="*/ 115 h 565"/>
                <a:gd name="T22" fmla="*/ 286 w 741"/>
                <a:gd name="T23" fmla="*/ 136 h 565"/>
                <a:gd name="T24" fmla="*/ 246 w 741"/>
                <a:gd name="T25" fmla="*/ 159 h 565"/>
                <a:gd name="T26" fmla="*/ 208 w 741"/>
                <a:gd name="T27" fmla="*/ 186 h 565"/>
                <a:gd name="T28" fmla="*/ 171 w 741"/>
                <a:gd name="T29" fmla="*/ 215 h 565"/>
                <a:gd name="T30" fmla="*/ 137 w 741"/>
                <a:gd name="T31" fmla="*/ 247 h 565"/>
                <a:gd name="T32" fmla="*/ 104 w 741"/>
                <a:gd name="T33" fmla="*/ 280 h 565"/>
                <a:gd name="T34" fmla="*/ 74 w 741"/>
                <a:gd name="T35" fmla="*/ 316 h 565"/>
                <a:gd name="T36" fmla="*/ 47 w 741"/>
                <a:gd name="T37" fmla="*/ 354 h 565"/>
                <a:gd name="T38" fmla="*/ 23 w 741"/>
                <a:gd name="T39" fmla="*/ 394 h 565"/>
                <a:gd name="T40" fmla="*/ 0 w 741"/>
                <a:gd name="T41" fmla="*/ 435 h 565"/>
                <a:gd name="T42" fmla="*/ 212 w 741"/>
                <a:gd name="T43" fmla="*/ 421 h 565"/>
                <a:gd name="T44" fmla="*/ 304 w 741"/>
                <a:gd name="T45" fmla="*/ 564 h 565"/>
                <a:gd name="T46" fmla="*/ 327 w 741"/>
                <a:gd name="T47" fmla="*/ 527 h 565"/>
                <a:gd name="T48" fmla="*/ 354 w 741"/>
                <a:gd name="T49" fmla="*/ 494 h 565"/>
                <a:gd name="T50" fmla="*/ 385 w 741"/>
                <a:gd name="T51" fmla="*/ 464 h 565"/>
                <a:gd name="T52" fmla="*/ 420 w 741"/>
                <a:gd name="T53" fmla="*/ 439 h 565"/>
                <a:gd name="T54" fmla="*/ 459 w 741"/>
                <a:gd name="T55" fmla="*/ 417 h 565"/>
                <a:gd name="T56" fmla="*/ 478 w 741"/>
                <a:gd name="T57" fmla="*/ 408 h 565"/>
                <a:gd name="T58" fmla="*/ 499 w 741"/>
                <a:gd name="T59" fmla="*/ 400 h 565"/>
                <a:gd name="T60" fmla="*/ 520 w 741"/>
                <a:gd name="T61" fmla="*/ 394 h 565"/>
                <a:gd name="T62" fmla="*/ 542 w 741"/>
                <a:gd name="T63" fmla="*/ 389 h 565"/>
                <a:gd name="T64" fmla="*/ 565 w 741"/>
                <a:gd name="T65" fmla="*/ 385 h 565"/>
                <a:gd name="T66" fmla="*/ 587 w 741"/>
                <a:gd name="T67" fmla="*/ 384 h 565"/>
                <a:gd name="T68" fmla="*/ 579 w 741"/>
                <a:gd name="T69" fmla="*/ 438 h 5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41" h="565">
                  <a:moveTo>
                    <a:pt x="579" y="438"/>
                  </a:moveTo>
                  <a:lnTo>
                    <a:pt x="740" y="243"/>
                  </a:lnTo>
                  <a:lnTo>
                    <a:pt x="642" y="0"/>
                  </a:lnTo>
                  <a:lnTo>
                    <a:pt x="635" y="54"/>
                  </a:lnTo>
                  <a:lnTo>
                    <a:pt x="610" y="53"/>
                  </a:lnTo>
                  <a:lnTo>
                    <a:pt x="560" y="55"/>
                  </a:lnTo>
                  <a:lnTo>
                    <a:pt x="511" y="60"/>
                  </a:lnTo>
                  <a:lnTo>
                    <a:pt x="463" y="69"/>
                  </a:lnTo>
                  <a:lnTo>
                    <a:pt x="417" y="81"/>
                  </a:lnTo>
                  <a:lnTo>
                    <a:pt x="372" y="96"/>
                  </a:lnTo>
                  <a:lnTo>
                    <a:pt x="328" y="115"/>
                  </a:lnTo>
                  <a:lnTo>
                    <a:pt x="286" y="136"/>
                  </a:lnTo>
                  <a:lnTo>
                    <a:pt x="246" y="159"/>
                  </a:lnTo>
                  <a:lnTo>
                    <a:pt x="208" y="186"/>
                  </a:lnTo>
                  <a:lnTo>
                    <a:pt x="171" y="215"/>
                  </a:lnTo>
                  <a:lnTo>
                    <a:pt x="137" y="247"/>
                  </a:lnTo>
                  <a:lnTo>
                    <a:pt x="104" y="280"/>
                  </a:lnTo>
                  <a:lnTo>
                    <a:pt x="74" y="316"/>
                  </a:lnTo>
                  <a:lnTo>
                    <a:pt x="47" y="354"/>
                  </a:lnTo>
                  <a:lnTo>
                    <a:pt x="23" y="394"/>
                  </a:lnTo>
                  <a:lnTo>
                    <a:pt x="0" y="435"/>
                  </a:lnTo>
                  <a:lnTo>
                    <a:pt x="212" y="421"/>
                  </a:lnTo>
                  <a:lnTo>
                    <a:pt x="304" y="564"/>
                  </a:lnTo>
                  <a:lnTo>
                    <a:pt x="327" y="527"/>
                  </a:lnTo>
                  <a:lnTo>
                    <a:pt x="354" y="494"/>
                  </a:lnTo>
                  <a:lnTo>
                    <a:pt x="385" y="464"/>
                  </a:lnTo>
                  <a:lnTo>
                    <a:pt x="420" y="439"/>
                  </a:lnTo>
                  <a:lnTo>
                    <a:pt x="459" y="417"/>
                  </a:lnTo>
                  <a:lnTo>
                    <a:pt x="478" y="408"/>
                  </a:lnTo>
                  <a:lnTo>
                    <a:pt x="499" y="400"/>
                  </a:lnTo>
                  <a:lnTo>
                    <a:pt x="520" y="394"/>
                  </a:lnTo>
                  <a:lnTo>
                    <a:pt x="542" y="389"/>
                  </a:lnTo>
                  <a:lnTo>
                    <a:pt x="565" y="385"/>
                  </a:lnTo>
                  <a:lnTo>
                    <a:pt x="587" y="384"/>
                  </a:lnTo>
                  <a:lnTo>
                    <a:pt x="579" y="438"/>
                  </a:lnTo>
                </a:path>
              </a:pathLst>
            </a:custGeom>
            <a:solidFill>
              <a:schemeClr val="bg1"/>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7" name="Freeform 80">
              <a:extLst>
                <a:ext uri="{FF2B5EF4-FFF2-40B4-BE49-F238E27FC236}">
                  <a16:creationId xmlns:a16="http://schemas.microsoft.com/office/drawing/2014/main" id="{DA9B4CF1-DD02-05CF-FE5C-4A7920D0C330}"/>
                </a:ext>
              </a:extLst>
            </p:cNvPr>
            <p:cNvSpPr>
              <a:spLocks/>
            </p:cNvSpPr>
            <p:nvPr/>
          </p:nvSpPr>
          <p:spPr bwMode="auto">
            <a:xfrm>
              <a:off x="1901" y="2617"/>
              <a:ext cx="643" cy="646"/>
            </a:xfrm>
            <a:custGeom>
              <a:avLst/>
              <a:gdLst>
                <a:gd name="T0" fmla="*/ 206 w 643"/>
                <a:gd name="T1" fmla="*/ 552 h 646"/>
                <a:gd name="T2" fmla="*/ 444 w 643"/>
                <a:gd name="T3" fmla="*/ 645 h 646"/>
                <a:gd name="T4" fmla="*/ 642 w 643"/>
                <a:gd name="T5" fmla="*/ 477 h 646"/>
                <a:gd name="T6" fmla="*/ 587 w 643"/>
                <a:gd name="T7" fmla="*/ 487 h 646"/>
                <a:gd name="T8" fmla="*/ 571 w 643"/>
                <a:gd name="T9" fmla="*/ 440 h 646"/>
                <a:gd name="T10" fmla="*/ 552 w 643"/>
                <a:gd name="T11" fmla="*/ 394 h 646"/>
                <a:gd name="T12" fmla="*/ 531 w 643"/>
                <a:gd name="T13" fmla="*/ 351 h 646"/>
                <a:gd name="T14" fmla="*/ 506 w 643"/>
                <a:gd name="T15" fmla="*/ 309 h 646"/>
                <a:gd name="T16" fmla="*/ 479 w 643"/>
                <a:gd name="T17" fmla="*/ 269 h 646"/>
                <a:gd name="T18" fmla="*/ 449 w 643"/>
                <a:gd name="T19" fmla="*/ 232 h 646"/>
                <a:gd name="T20" fmla="*/ 416 w 643"/>
                <a:gd name="T21" fmla="*/ 196 h 646"/>
                <a:gd name="T22" fmla="*/ 381 w 643"/>
                <a:gd name="T23" fmla="*/ 162 h 646"/>
                <a:gd name="T24" fmla="*/ 343 w 643"/>
                <a:gd name="T25" fmla="*/ 132 h 646"/>
                <a:gd name="T26" fmla="*/ 304 w 643"/>
                <a:gd name="T27" fmla="*/ 104 h 646"/>
                <a:gd name="T28" fmla="*/ 263 w 643"/>
                <a:gd name="T29" fmla="*/ 78 h 646"/>
                <a:gd name="T30" fmla="*/ 220 w 643"/>
                <a:gd name="T31" fmla="*/ 56 h 646"/>
                <a:gd name="T32" fmla="*/ 175 w 643"/>
                <a:gd name="T33" fmla="*/ 37 h 646"/>
                <a:gd name="T34" fmla="*/ 128 w 643"/>
                <a:gd name="T35" fmla="*/ 21 h 646"/>
                <a:gd name="T36" fmla="*/ 80 w 643"/>
                <a:gd name="T37" fmla="*/ 9 h 646"/>
                <a:gd name="T38" fmla="*/ 31 w 643"/>
                <a:gd name="T39" fmla="*/ 0 h 646"/>
                <a:gd name="T40" fmla="*/ 110 w 643"/>
                <a:gd name="T41" fmla="*/ 196 h 646"/>
                <a:gd name="T42" fmla="*/ 0 w 643"/>
                <a:gd name="T43" fmla="*/ 329 h 646"/>
                <a:gd name="T44" fmla="*/ 44 w 643"/>
                <a:gd name="T45" fmla="*/ 340 h 646"/>
                <a:gd name="T46" fmla="*/ 84 w 643"/>
                <a:gd name="T47" fmla="*/ 357 h 646"/>
                <a:gd name="T48" fmla="*/ 122 w 643"/>
                <a:gd name="T49" fmla="*/ 378 h 646"/>
                <a:gd name="T50" fmla="*/ 157 w 643"/>
                <a:gd name="T51" fmla="*/ 405 h 646"/>
                <a:gd name="T52" fmla="*/ 174 w 643"/>
                <a:gd name="T53" fmla="*/ 419 h 646"/>
                <a:gd name="T54" fmla="*/ 189 w 643"/>
                <a:gd name="T55" fmla="*/ 434 h 646"/>
                <a:gd name="T56" fmla="*/ 216 w 643"/>
                <a:gd name="T57" fmla="*/ 468 h 646"/>
                <a:gd name="T58" fmla="*/ 240 w 643"/>
                <a:gd name="T59" fmla="*/ 504 h 646"/>
                <a:gd name="T60" fmla="*/ 258 w 643"/>
                <a:gd name="T61" fmla="*/ 543 h 646"/>
                <a:gd name="T62" fmla="*/ 206 w 643"/>
                <a:gd name="T63" fmla="*/ 552 h 6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3" h="646">
                  <a:moveTo>
                    <a:pt x="206" y="552"/>
                  </a:moveTo>
                  <a:lnTo>
                    <a:pt x="444" y="645"/>
                  </a:lnTo>
                  <a:lnTo>
                    <a:pt x="642" y="477"/>
                  </a:lnTo>
                  <a:lnTo>
                    <a:pt x="587" y="487"/>
                  </a:lnTo>
                  <a:lnTo>
                    <a:pt x="571" y="440"/>
                  </a:lnTo>
                  <a:lnTo>
                    <a:pt x="552" y="394"/>
                  </a:lnTo>
                  <a:lnTo>
                    <a:pt x="531" y="351"/>
                  </a:lnTo>
                  <a:lnTo>
                    <a:pt x="506" y="309"/>
                  </a:lnTo>
                  <a:lnTo>
                    <a:pt x="479" y="269"/>
                  </a:lnTo>
                  <a:lnTo>
                    <a:pt x="449" y="232"/>
                  </a:lnTo>
                  <a:lnTo>
                    <a:pt x="416" y="196"/>
                  </a:lnTo>
                  <a:lnTo>
                    <a:pt x="381" y="162"/>
                  </a:lnTo>
                  <a:lnTo>
                    <a:pt x="343" y="132"/>
                  </a:lnTo>
                  <a:lnTo>
                    <a:pt x="304" y="104"/>
                  </a:lnTo>
                  <a:lnTo>
                    <a:pt x="263" y="78"/>
                  </a:lnTo>
                  <a:lnTo>
                    <a:pt x="220" y="56"/>
                  </a:lnTo>
                  <a:lnTo>
                    <a:pt x="175" y="37"/>
                  </a:lnTo>
                  <a:lnTo>
                    <a:pt x="128" y="21"/>
                  </a:lnTo>
                  <a:lnTo>
                    <a:pt x="80" y="9"/>
                  </a:lnTo>
                  <a:lnTo>
                    <a:pt x="31" y="0"/>
                  </a:lnTo>
                  <a:lnTo>
                    <a:pt x="110" y="196"/>
                  </a:lnTo>
                  <a:lnTo>
                    <a:pt x="0" y="329"/>
                  </a:lnTo>
                  <a:lnTo>
                    <a:pt x="44" y="340"/>
                  </a:lnTo>
                  <a:lnTo>
                    <a:pt x="84" y="357"/>
                  </a:lnTo>
                  <a:lnTo>
                    <a:pt x="122" y="378"/>
                  </a:lnTo>
                  <a:lnTo>
                    <a:pt x="157" y="405"/>
                  </a:lnTo>
                  <a:lnTo>
                    <a:pt x="174" y="419"/>
                  </a:lnTo>
                  <a:lnTo>
                    <a:pt x="189" y="434"/>
                  </a:lnTo>
                  <a:lnTo>
                    <a:pt x="216" y="468"/>
                  </a:lnTo>
                  <a:lnTo>
                    <a:pt x="240" y="504"/>
                  </a:lnTo>
                  <a:lnTo>
                    <a:pt x="258" y="543"/>
                  </a:lnTo>
                  <a:lnTo>
                    <a:pt x="206" y="552"/>
                  </a:lnTo>
                </a:path>
              </a:pathLst>
            </a:custGeom>
            <a:solidFill>
              <a:schemeClr val="bg1"/>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8" name="Freeform 81">
              <a:extLst>
                <a:ext uri="{FF2B5EF4-FFF2-40B4-BE49-F238E27FC236}">
                  <a16:creationId xmlns:a16="http://schemas.microsoft.com/office/drawing/2014/main" id="{45FFD80B-08B2-5159-9484-688C3CBA974A}"/>
                </a:ext>
              </a:extLst>
            </p:cNvPr>
            <p:cNvSpPr>
              <a:spLocks/>
            </p:cNvSpPr>
            <p:nvPr/>
          </p:nvSpPr>
          <p:spPr bwMode="auto">
            <a:xfrm>
              <a:off x="2022" y="3175"/>
              <a:ext cx="492" cy="730"/>
            </a:xfrm>
            <a:custGeom>
              <a:avLst/>
              <a:gdLst>
                <a:gd name="T0" fmla="*/ 16 w 492"/>
                <a:gd name="T1" fmla="*/ 336 h 730"/>
                <a:gd name="T2" fmla="*/ 0 w 492"/>
                <a:gd name="T3" fmla="*/ 590 h 730"/>
                <a:gd name="T4" fmla="*/ 221 w 492"/>
                <a:gd name="T5" fmla="*/ 729 h 730"/>
                <a:gd name="T6" fmla="*/ 193 w 492"/>
                <a:gd name="T7" fmla="*/ 676 h 730"/>
                <a:gd name="T8" fmla="*/ 257 w 492"/>
                <a:gd name="T9" fmla="*/ 626 h 730"/>
                <a:gd name="T10" fmla="*/ 316 w 492"/>
                <a:gd name="T11" fmla="*/ 569 h 730"/>
                <a:gd name="T12" fmla="*/ 367 w 492"/>
                <a:gd name="T13" fmla="*/ 506 h 730"/>
                <a:gd name="T14" fmla="*/ 410 w 492"/>
                <a:gd name="T15" fmla="*/ 437 h 730"/>
                <a:gd name="T16" fmla="*/ 445 w 492"/>
                <a:gd name="T17" fmla="*/ 362 h 730"/>
                <a:gd name="T18" fmla="*/ 470 w 492"/>
                <a:gd name="T19" fmla="*/ 282 h 730"/>
                <a:gd name="T20" fmla="*/ 486 w 492"/>
                <a:gd name="T21" fmla="*/ 199 h 730"/>
                <a:gd name="T22" fmla="*/ 491 w 492"/>
                <a:gd name="T23" fmla="*/ 113 h 730"/>
                <a:gd name="T24" fmla="*/ 488 w 492"/>
                <a:gd name="T25" fmla="*/ 56 h 730"/>
                <a:gd name="T26" fmla="*/ 481 w 492"/>
                <a:gd name="T27" fmla="*/ 0 h 730"/>
                <a:gd name="T28" fmla="*/ 323 w 492"/>
                <a:gd name="T29" fmla="*/ 134 h 730"/>
                <a:gd name="T30" fmla="*/ 158 w 492"/>
                <a:gd name="T31" fmla="*/ 69 h 730"/>
                <a:gd name="T32" fmla="*/ 162 w 492"/>
                <a:gd name="T33" fmla="*/ 113 h 730"/>
                <a:gd name="T34" fmla="*/ 160 w 492"/>
                <a:gd name="T35" fmla="*/ 153 h 730"/>
                <a:gd name="T36" fmla="*/ 153 w 492"/>
                <a:gd name="T37" fmla="*/ 191 h 730"/>
                <a:gd name="T38" fmla="*/ 143 w 492"/>
                <a:gd name="T39" fmla="*/ 227 h 730"/>
                <a:gd name="T40" fmla="*/ 129 w 492"/>
                <a:gd name="T41" fmla="*/ 263 h 730"/>
                <a:gd name="T42" fmla="*/ 111 w 492"/>
                <a:gd name="T43" fmla="*/ 296 h 730"/>
                <a:gd name="T44" fmla="*/ 90 w 492"/>
                <a:gd name="T45" fmla="*/ 327 h 730"/>
                <a:gd name="T46" fmla="*/ 66 w 492"/>
                <a:gd name="T47" fmla="*/ 355 h 730"/>
                <a:gd name="T48" fmla="*/ 39 w 492"/>
                <a:gd name="T49" fmla="*/ 380 h 730"/>
                <a:gd name="T50" fmla="*/ 16 w 492"/>
                <a:gd name="T51" fmla="*/ 336 h 73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92" h="730">
                  <a:moveTo>
                    <a:pt x="16" y="336"/>
                  </a:moveTo>
                  <a:lnTo>
                    <a:pt x="0" y="590"/>
                  </a:lnTo>
                  <a:lnTo>
                    <a:pt x="221" y="729"/>
                  </a:lnTo>
                  <a:lnTo>
                    <a:pt x="193" y="676"/>
                  </a:lnTo>
                  <a:lnTo>
                    <a:pt x="257" y="626"/>
                  </a:lnTo>
                  <a:lnTo>
                    <a:pt x="316" y="569"/>
                  </a:lnTo>
                  <a:lnTo>
                    <a:pt x="367" y="506"/>
                  </a:lnTo>
                  <a:lnTo>
                    <a:pt x="410" y="437"/>
                  </a:lnTo>
                  <a:lnTo>
                    <a:pt x="445" y="362"/>
                  </a:lnTo>
                  <a:lnTo>
                    <a:pt x="470" y="282"/>
                  </a:lnTo>
                  <a:lnTo>
                    <a:pt x="486" y="199"/>
                  </a:lnTo>
                  <a:lnTo>
                    <a:pt x="491" y="113"/>
                  </a:lnTo>
                  <a:lnTo>
                    <a:pt x="488" y="56"/>
                  </a:lnTo>
                  <a:lnTo>
                    <a:pt x="481" y="0"/>
                  </a:lnTo>
                  <a:lnTo>
                    <a:pt x="323" y="134"/>
                  </a:lnTo>
                  <a:lnTo>
                    <a:pt x="158" y="69"/>
                  </a:lnTo>
                  <a:lnTo>
                    <a:pt x="162" y="113"/>
                  </a:lnTo>
                  <a:lnTo>
                    <a:pt x="160" y="153"/>
                  </a:lnTo>
                  <a:lnTo>
                    <a:pt x="153" y="191"/>
                  </a:lnTo>
                  <a:lnTo>
                    <a:pt x="143" y="227"/>
                  </a:lnTo>
                  <a:lnTo>
                    <a:pt x="129" y="263"/>
                  </a:lnTo>
                  <a:lnTo>
                    <a:pt x="111" y="296"/>
                  </a:lnTo>
                  <a:lnTo>
                    <a:pt x="90" y="327"/>
                  </a:lnTo>
                  <a:lnTo>
                    <a:pt x="66" y="355"/>
                  </a:lnTo>
                  <a:lnTo>
                    <a:pt x="39" y="380"/>
                  </a:lnTo>
                  <a:lnTo>
                    <a:pt x="16" y="336"/>
                  </a:lnTo>
                </a:path>
              </a:pathLst>
            </a:custGeom>
            <a:solidFill>
              <a:schemeClr val="bg1"/>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9" name="Freeform 82">
              <a:extLst>
                <a:ext uri="{FF2B5EF4-FFF2-40B4-BE49-F238E27FC236}">
                  <a16:creationId xmlns:a16="http://schemas.microsoft.com/office/drawing/2014/main" id="{86AFFD26-2180-AC3C-87CB-03F8EC30FA51}"/>
                </a:ext>
              </a:extLst>
            </p:cNvPr>
            <p:cNvSpPr>
              <a:spLocks/>
            </p:cNvSpPr>
            <p:nvPr/>
          </p:nvSpPr>
          <p:spPr bwMode="auto">
            <a:xfrm>
              <a:off x="1382" y="3550"/>
              <a:ext cx="772" cy="417"/>
            </a:xfrm>
            <a:custGeom>
              <a:avLst/>
              <a:gdLst>
                <a:gd name="T0" fmla="*/ 309 w 772"/>
                <a:gd name="T1" fmla="*/ 0 h 417"/>
                <a:gd name="T2" fmla="*/ 63 w 772"/>
                <a:gd name="T3" fmla="*/ 64 h 417"/>
                <a:gd name="T4" fmla="*/ 0 w 772"/>
                <a:gd name="T5" fmla="*/ 317 h 417"/>
                <a:gd name="T6" fmla="*/ 40 w 772"/>
                <a:gd name="T7" fmla="*/ 276 h 417"/>
                <a:gd name="T8" fmla="*/ 84 w 772"/>
                <a:gd name="T9" fmla="*/ 307 h 417"/>
                <a:gd name="T10" fmla="*/ 131 w 772"/>
                <a:gd name="T11" fmla="*/ 335 h 417"/>
                <a:gd name="T12" fmla="*/ 180 w 772"/>
                <a:gd name="T13" fmla="*/ 360 h 417"/>
                <a:gd name="T14" fmla="*/ 232 w 772"/>
                <a:gd name="T15" fmla="*/ 381 h 417"/>
                <a:gd name="T16" fmla="*/ 285 w 772"/>
                <a:gd name="T17" fmla="*/ 397 h 417"/>
                <a:gd name="T18" fmla="*/ 339 w 772"/>
                <a:gd name="T19" fmla="*/ 408 h 417"/>
                <a:gd name="T20" fmla="*/ 396 w 772"/>
                <a:gd name="T21" fmla="*/ 415 h 417"/>
                <a:gd name="T22" fmla="*/ 454 w 772"/>
                <a:gd name="T23" fmla="*/ 416 h 417"/>
                <a:gd name="T24" fmla="*/ 539 w 772"/>
                <a:gd name="T25" fmla="*/ 412 h 417"/>
                <a:gd name="T26" fmla="*/ 620 w 772"/>
                <a:gd name="T27" fmla="*/ 398 h 417"/>
                <a:gd name="T28" fmla="*/ 660 w 772"/>
                <a:gd name="T29" fmla="*/ 386 h 417"/>
                <a:gd name="T30" fmla="*/ 697 w 772"/>
                <a:gd name="T31" fmla="*/ 372 h 417"/>
                <a:gd name="T32" fmla="*/ 771 w 772"/>
                <a:gd name="T33" fmla="*/ 339 h 417"/>
                <a:gd name="T34" fmla="*/ 596 w 772"/>
                <a:gd name="T35" fmla="*/ 230 h 417"/>
                <a:gd name="T36" fmla="*/ 606 w 772"/>
                <a:gd name="T37" fmla="*/ 53 h 417"/>
                <a:gd name="T38" fmla="*/ 571 w 772"/>
                <a:gd name="T39" fmla="*/ 68 h 417"/>
                <a:gd name="T40" fmla="*/ 533 w 772"/>
                <a:gd name="T41" fmla="*/ 80 h 417"/>
                <a:gd name="T42" fmla="*/ 495 w 772"/>
                <a:gd name="T43" fmla="*/ 86 h 417"/>
                <a:gd name="T44" fmla="*/ 454 w 772"/>
                <a:gd name="T45" fmla="*/ 88 h 417"/>
                <a:gd name="T46" fmla="*/ 405 w 772"/>
                <a:gd name="T47" fmla="*/ 85 h 417"/>
                <a:gd name="T48" fmla="*/ 358 w 772"/>
                <a:gd name="T49" fmla="*/ 74 h 417"/>
                <a:gd name="T50" fmla="*/ 313 w 772"/>
                <a:gd name="T51" fmla="*/ 59 h 417"/>
                <a:gd name="T52" fmla="*/ 272 w 772"/>
                <a:gd name="T53" fmla="*/ 38 h 417"/>
                <a:gd name="T54" fmla="*/ 309 w 772"/>
                <a:gd name="T55" fmla="*/ 0 h 4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72" h="417">
                  <a:moveTo>
                    <a:pt x="309" y="0"/>
                  </a:moveTo>
                  <a:lnTo>
                    <a:pt x="63" y="64"/>
                  </a:lnTo>
                  <a:lnTo>
                    <a:pt x="0" y="317"/>
                  </a:lnTo>
                  <a:lnTo>
                    <a:pt x="40" y="276"/>
                  </a:lnTo>
                  <a:lnTo>
                    <a:pt x="84" y="307"/>
                  </a:lnTo>
                  <a:lnTo>
                    <a:pt x="131" y="335"/>
                  </a:lnTo>
                  <a:lnTo>
                    <a:pt x="180" y="360"/>
                  </a:lnTo>
                  <a:lnTo>
                    <a:pt x="232" y="381"/>
                  </a:lnTo>
                  <a:lnTo>
                    <a:pt x="285" y="397"/>
                  </a:lnTo>
                  <a:lnTo>
                    <a:pt x="339" y="408"/>
                  </a:lnTo>
                  <a:lnTo>
                    <a:pt x="396" y="415"/>
                  </a:lnTo>
                  <a:lnTo>
                    <a:pt x="454" y="416"/>
                  </a:lnTo>
                  <a:lnTo>
                    <a:pt x="539" y="412"/>
                  </a:lnTo>
                  <a:lnTo>
                    <a:pt x="620" y="398"/>
                  </a:lnTo>
                  <a:lnTo>
                    <a:pt x="660" y="386"/>
                  </a:lnTo>
                  <a:lnTo>
                    <a:pt x="697" y="372"/>
                  </a:lnTo>
                  <a:lnTo>
                    <a:pt x="771" y="339"/>
                  </a:lnTo>
                  <a:lnTo>
                    <a:pt x="596" y="230"/>
                  </a:lnTo>
                  <a:lnTo>
                    <a:pt x="606" y="53"/>
                  </a:lnTo>
                  <a:lnTo>
                    <a:pt x="571" y="68"/>
                  </a:lnTo>
                  <a:lnTo>
                    <a:pt x="533" y="80"/>
                  </a:lnTo>
                  <a:lnTo>
                    <a:pt x="495" y="86"/>
                  </a:lnTo>
                  <a:lnTo>
                    <a:pt x="454" y="88"/>
                  </a:lnTo>
                  <a:lnTo>
                    <a:pt x="405" y="85"/>
                  </a:lnTo>
                  <a:lnTo>
                    <a:pt x="358" y="74"/>
                  </a:lnTo>
                  <a:lnTo>
                    <a:pt x="313" y="59"/>
                  </a:lnTo>
                  <a:lnTo>
                    <a:pt x="272" y="38"/>
                  </a:lnTo>
                  <a:lnTo>
                    <a:pt x="309" y="0"/>
                  </a:lnTo>
                </a:path>
              </a:pathLst>
            </a:custGeom>
            <a:solidFill>
              <a:schemeClr val="bg1"/>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60" name="Freeform 83">
              <a:extLst>
                <a:ext uri="{FF2B5EF4-FFF2-40B4-BE49-F238E27FC236}">
                  <a16:creationId xmlns:a16="http://schemas.microsoft.com/office/drawing/2014/main" id="{64733EEB-60C5-7AC4-92AA-F60CB2EFDB45}"/>
                </a:ext>
              </a:extLst>
            </p:cNvPr>
            <p:cNvSpPr>
              <a:spLocks/>
            </p:cNvSpPr>
            <p:nvPr/>
          </p:nvSpPr>
          <p:spPr bwMode="auto">
            <a:xfrm>
              <a:off x="1150" y="3017"/>
              <a:ext cx="435" cy="762"/>
            </a:xfrm>
            <a:custGeom>
              <a:avLst/>
              <a:gdLst>
                <a:gd name="T0" fmla="*/ 396 w 435"/>
                <a:gd name="T1" fmla="*/ 214 h 762"/>
                <a:gd name="T2" fmla="*/ 260 w 435"/>
                <a:gd name="T3" fmla="*/ 0 h 762"/>
                <a:gd name="T4" fmla="*/ 0 w 435"/>
                <a:gd name="T5" fmla="*/ 18 h 762"/>
                <a:gd name="T6" fmla="*/ 47 w 435"/>
                <a:gd name="T7" fmla="*/ 42 h 762"/>
                <a:gd name="T8" fmla="*/ 32 w 435"/>
                <a:gd name="T9" fmla="*/ 89 h 762"/>
                <a:gd name="T10" fmla="*/ 21 w 435"/>
                <a:gd name="T11" fmla="*/ 137 h 762"/>
                <a:gd name="T12" fmla="*/ 14 w 435"/>
                <a:gd name="T13" fmla="*/ 185 h 762"/>
                <a:gd name="T14" fmla="*/ 10 w 435"/>
                <a:gd name="T15" fmla="*/ 233 h 762"/>
                <a:gd name="T16" fmla="*/ 9 w 435"/>
                <a:gd name="T17" fmla="*/ 281 h 762"/>
                <a:gd name="T18" fmla="*/ 11 w 435"/>
                <a:gd name="T19" fmla="*/ 330 h 762"/>
                <a:gd name="T20" fmla="*/ 17 w 435"/>
                <a:gd name="T21" fmla="*/ 378 h 762"/>
                <a:gd name="T22" fmla="*/ 25 w 435"/>
                <a:gd name="T23" fmla="*/ 425 h 762"/>
                <a:gd name="T24" fmla="*/ 39 w 435"/>
                <a:gd name="T25" fmla="*/ 473 h 762"/>
                <a:gd name="T26" fmla="*/ 54 w 435"/>
                <a:gd name="T27" fmla="*/ 517 h 762"/>
                <a:gd name="T28" fmla="*/ 74 w 435"/>
                <a:gd name="T29" fmla="*/ 562 h 762"/>
                <a:gd name="T30" fmla="*/ 95 w 435"/>
                <a:gd name="T31" fmla="*/ 606 h 762"/>
                <a:gd name="T32" fmla="*/ 121 w 435"/>
                <a:gd name="T33" fmla="*/ 647 h 762"/>
                <a:gd name="T34" fmla="*/ 150 w 435"/>
                <a:gd name="T35" fmla="*/ 686 h 762"/>
                <a:gd name="T36" fmla="*/ 182 w 435"/>
                <a:gd name="T37" fmla="*/ 725 h 762"/>
                <a:gd name="T38" fmla="*/ 216 w 435"/>
                <a:gd name="T39" fmla="*/ 761 h 762"/>
                <a:gd name="T40" fmla="*/ 266 w 435"/>
                <a:gd name="T41" fmla="*/ 558 h 762"/>
                <a:gd name="T42" fmla="*/ 434 w 435"/>
                <a:gd name="T43" fmla="*/ 515 h 762"/>
                <a:gd name="T44" fmla="*/ 406 w 435"/>
                <a:gd name="T45" fmla="*/ 480 h 762"/>
                <a:gd name="T46" fmla="*/ 382 w 435"/>
                <a:gd name="T47" fmla="*/ 444 h 762"/>
                <a:gd name="T48" fmla="*/ 363 w 435"/>
                <a:gd name="T49" fmla="*/ 404 h 762"/>
                <a:gd name="T50" fmla="*/ 349 w 435"/>
                <a:gd name="T51" fmla="*/ 363 h 762"/>
                <a:gd name="T52" fmla="*/ 340 w 435"/>
                <a:gd name="T53" fmla="*/ 319 h 762"/>
                <a:gd name="T54" fmla="*/ 337 w 435"/>
                <a:gd name="T55" fmla="*/ 275 h 762"/>
                <a:gd name="T56" fmla="*/ 339 w 435"/>
                <a:gd name="T57" fmla="*/ 231 h 762"/>
                <a:gd name="T58" fmla="*/ 342 w 435"/>
                <a:gd name="T59" fmla="*/ 210 h 762"/>
                <a:gd name="T60" fmla="*/ 347 w 435"/>
                <a:gd name="T61" fmla="*/ 188 h 762"/>
                <a:gd name="T62" fmla="*/ 396 w 435"/>
                <a:gd name="T63" fmla="*/ 214 h 7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35" h="762">
                  <a:moveTo>
                    <a:pt x="396" y="214"/>
                  </a:moveTo>
                  <a:lnTo>
                    <a:pt x="260" y="0"/>
                  </a:lnTo>
                  <a:lnTo>
                    <a:pt x="0" y="18"/>
                  </a:lnTo>
                  <a:lnTo>
                    <a:pt x="47" y="42"/>
                  </a:lnTo>
                  <a:lnTo>
                    <a:pt x="32" y="89"/>
                  </a:lnTo>
                  <a:lnTo>
                    <a:pt x="21" y="137"/>
                  </a:lnTo>
                  <a:lnTo>
                    <a:pt x="14" y="185"/>
                  </a:lnTo>
                  <a:lnTo>
                    <a:pt x="10" y="233"/>
                  </a:lnTo>
                  <a:lnTo>
                    <a:pt x="9" y="281"/>
                  </a:lnTo>
                  <a:lnTo>
                    <a:pt x="11" y="330"/>
                  </a:lnTo>
                  <a:lnTo>
                    <a:pt x="17" y="378"/>
                  </a:lnTo>
                  <a:lnTo>
                    <a:pt x="25" y="425"/>
                  </a:lnTo>
                  <a:lnTo>
                    <a:pt x="39" y="473"/>
                  </a:lnTo>
                  <a:lnTo>
                    <a:pt x="54" y="517"/>
                  </a:lnTo>
                  <a:lnTo>
                    <a:pt x="74" y="562"/>
                  </a:lnTo>
                  <a:lnTo>
                    <a:pt x="95" y="606"/>
                  </a:lnTo>
                  <a:lnTo>
                    <a:pt x="121" y="647"/>
                  </a:lnTo>
                  <a:lnTo>
                    <a:pt x="150" y="686"/>
                  </a:lnTo>
                  <a:lnTo>
                    <a:pt x="182" y="725"/>
                  </a:lnTo>
                  <a:lnTo>
                    <a:pt x="216" y="761"/>
                  </a:lnTo>
                  <a:lnTo>
                    <a:pt x="266" y="558"/>
                  </a:lnTo>
                  <a:lnTo>
                    <a:pt x="434" y="515"/>
                  </a:lnTo>
                  <a:lnTo>
                    <a:pt x="406" y="480"/>
                  </a:lnTo>
                  <a:lnTo>
                    <a:pt x="382" y="444"/>
                  </a:lnTo>
                  <a:lnTo>
                    <a:pt x="363" y="404"/>
                  </a:lnTo>
                  <a:lnTo>
                    <a:pt x="349" y="363"/>
                  </a:lnTo>
                  <a:lnTo>
                    <a:pt x="340" y="319"/>
                  </a:lnTo>
                  <a:lnTo>
                    <a:pt x="337" y="275"/>
                  </a:lnTo>
                  <a:lnTo>
                    <a:pt x="339" y="231"/>
                  </a:lnTo>
                  <a:lnTo>
                    <a:pt x="342" y="210"/>
                  </a:lnTo>
                  <a:lnTo>
                    <a:pt x="347" y="188"/>
                  </a:lnTo>
                  <a:lnTo>
                    <a:pt x="396" y="214"/>
                  </a:lnTo>
                </a:path>
              </a:pathLst>
            </a:custGeom>
            <a:solidFill>
              <a:schemeClr val="bg1"/>
            </a:solidFill>
            <a:ln w="25399"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19812" name="Group 84">
            <a:extLst>
              <a:ext uri="{FF2B5EF4-FFF2-40B4-BE49-F238E27FC236}">
                <a16:creationId xmlns:a16="http://schemas.microsoft.com/office/drawing/2014/main" id="{E0D7EABA-5B76-DEFE-9E32-DA3778B4EBC0}"/>
              </a:ext>
            </a:extLst>
          </p:cNvPr>
          <p:cNvGrpSpPr>
            <a:grpSpLocks/>
          </p:cNvGrpSpPr>
          <p:nvPr/>
        </p:nvGrpSpPr>
        <p:grpSpPr bwMode="auto">
          <a:xfrm>
            <a:off x="5505450" y="4113213"/>
            <a:ext cx="2125663" cy="2163762"/>
            <a:chOff x="3757" y="2591"/>
            <a:chExt cx="1451" cy="1363"/>
          </a:xfrm>
        </p:grpSpPr>
        <p:sp>
          <p:nvSpPr>
            <p:cNvPr id="119832" name="Freeform 85">
              <a:extLst>
                <a:ext uri="{FF2B5EF4-FFF2-40B4-BE49-F238E27FC236}">
                  <a16:creationId xmlns:a16="http://schemas.microsoft.com/office/drawing/2014/main" id="{E37B9498-910E-BA0A-F20A-E2DDAE9491B2}"/>
                </a:ext>
              </a:extLst>
            </p:cNvPr>
            <p:cNvSpPr>
              <a:spLocks/>
            </p:cNvSpPr>
            <p:nvPr/>
          </p:nvSpPr>
          <p:spPr bwMode="auto">
            <a:xfrm>
              <a:off x="4935" y="3439"/>
              <a:ext cx="197" cy="328"/>
            </a:xfrm>
            <a:custGeom>
              <a:avLst/>
              <a:gdLst>
                <a:gd name="T0" fmla="*/ 0 w 197"/>
                <a:gd name="T1" fmla="*/ 53 h 328"/>
                <a:gd name="T2" fmla="*/ 0 w 197"/>
                <a:gd name="T3" fmla="*/ 327 h 328"/>
                <a:gd name="T4" fmla="*/ 28 w 197"/>
                <a:gd name="T5" fmla="*/ 300 h 328"/>
                <a:gd name="T6" fmla="*/ 54 w 197"/>
                <a:gd name="T7" fmla="*/ 273 h 328"/>
                <a:gd name="T8" fmla="*/ 78 w 197"/>
                <a:gd name="T9" fmla="*/ 243 h 328"/>
                <a:gd name="T10" fmla="*/ 100 w 197"/>
                <a:gd name="T11" fmla="*/ 211 h 328"/>
                <a:gd name="T12" fmla="*/ 121 w 197"/>
                <a:gd name="T13" fmla="*/ 178 h 328"/>
                <a:gd name="T14" fmla="*/ 140 w 197"/>
                <a:gd name="T15" fmla="*/ 145 h 328"/>
                <a:gd name="T16" fmla="*/ 157 w 197"/>
                <a:gd name="T17" fmla="*/ 111 h 328"/>
                <a:gd name="T18" fmla="*/ 172 w 197"/>
                <a:gd name="T19" fmla="*/ 74 h 328"/>
                <a:gd name="T20" fmla="*/ 185 w 197"/>
                <a:gd name="T21" fmla="*/ 37 h 328"/>
                <a:gd name="T22" fmla="*/ 196 w 197"/>
                <a:gd name="T23" fmla="*/ 0 h 328"/>
                <a:gd name="T24" fmla="*/ 4 w 197"/>
                <a:gd name="T25" fmla="*/ 55 h 328"/>
                <a:gd name="T26" fmla="*/ 0 w 197"/>
                <a:gd name="T27" fmla="*/ 53 h 3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97" h="328">
                  <a:moveTo>
                    <a:pt x="0" y="53"/>
                  </a:moveTo>
                  <a:lnTo>
                    <a:pt x="0" y="327"/>
                  </a:lnTo>
                  <a:lnTo>
                    <a:pt x="28" y="300"/>
                  </a:lnTo>
                  <a:lnTo>
                    <a:pt x="54" y="273"/>
                  </a:lnTo>
                  <a:lnTo>
                    <a:pt x="78" y="243"/>
                  </a:lnTo>
                  <a:lnTo>
                    <a:pt x="100" y="211"/>
                  </a:lnTo>
                  <a:lnTo>
                    <a:pt x="121" y="178"/>
                  </a:lnTo>
                  <a:lnTo>
                    <a:pt x="140" y="145"/>
                  </a:lnTo>
                  <a:lnTo>
                    <a:pt x="157" y="111"/>
                  </a:lnTo>
                  <a:lnTo>
                    <a:pt x="172" y="74"/>
                  </a:lnTo>
                  <a:lnTo>
                    <a:pt x="185" y="37"/>
                  </a:lnTo>
                  <a:lnTo>
                    <a:pt x="196" y="0"/>
                  </a:lnTo>
                  <a:lnTo>
                    <a:pt x="4" y="55"/>
                  </a:lnTo>
                  <a:lnTo>
                    <a:pt x="0" y="5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3" name="Freeform 86">
              <a:extLst>
                <a:ext uri="{FF2B5EF4-FFF2-40B4-BE49-F238E27FC236}">
                  <a16:creationId xmlns:a16="http://schemas.microsoft.com/office/drawing/2014/main" id="{708A3D8E-3529-0E7D-42E2-D929EBCACDE6}"/>
                </a:ext>
              </a:extLst>
            </p:cNvPr>
            <p:cNvSpPr>
              <a:spLocks/>
            </p:cNvSpPr>
            <p:nvPr/>
          </p:nvSpPr>
          <p:spPr bwMode="auto">
            <a:xfrm>
              <a:off x="4935" y="2788"/>
              <a:ext cx="267" cy="660"/>
            </a:xfrm>
            <a:custGeom>
              <a:avLst/>
              <a:gdLst>
                <a:gd name="T0" fmla="*/ 0 w 267"/>
                <a:gd name="T1" fmla="*/ 71 h 660"/>
                <a:gd name="T2" fmla="*/ 0 w 267"/>
                <a:gd name="T3" fmla="*/ 638 h 660"/>
                <a:gd name="T4" fmla="*/ 22 w 267"/>
                <a:gd name="T5" fmla="*/ 659 h 660"/>
                <a:gd name="T6" fmla="*/ 266 w 267"/>
                <a:gd name="T7" fmla="*/ 588 h 660"/>
                <a:gd name="T8" fmla="*/ 212 w 267"/>
                <a:gd name="T9" fmla="*/ 573 h 660"/>
                <a:gd name="T10" fmla="*/ 217 w 267"/>
                <a:gd name="T11" fmla="*/ 526 h 660"/>
                <a:gd name="T12" fmla="*/ 219 w 267"/>
                <a:gd name="T13" fmla="*/ 479 h 660"/>
                <a:gd name="T14" fmla="*/ 215 w 267"/>
                <a:gd name="T15" fmla="*/ 409 h 660"/>
                <a:gd name="T16" fmla="*/ 204 w 267"/>
                <a:gd name="T17" fmla="*/ 342 h 660"/>
                <a:gd name="T18" fmla="*/ 187 w 267"/>
                <a:gd name="T19" fmla="*/ 277 h 660"/>
                <a:gd name="T20" fmla="*/ 165 w 267"/>
                <a:gd name="T21" fmla="*/ 215 h 660"/>
                <a:gd name="T22" fmla="*/ 151 w 267"/>
                <a:gd name="T23" fmla="*/ 185 h 660"/>
                <a:gd name="T24" fmla="*/ 136 w 267"/>
                <a:gd name="T25" fmla="*/ 155 h 660"/>
                <a:gd name="T26" fmla="*/ 120 w 267"/>
                <a:gd name="T27" fmla="*/ 126 h 660"/>
                <a:gd name="T28" fmla="*/ 102 w 267"/>
                <a:gd name="T29" fmla="*/ 100 h 660"/>
                <a:gd name="T30" fmla="*/ 83 w 267"/>
                <a:gd name="T31" fmla="*/ 73 h 660"/>
                <a:gd name="T32" fmla="*/ 62 w 267"/>
                <a:gd name="T33" fmla="*/ 48 h 660"/>
                <a:gd name="T34" fmla="*/ 18 w 267"/>
                <a:gd name="T35" fmla="*/ 0 h 660"/>
                <a:gd name="T36" fmla="*/ 0 w 267"/>
                <a:gd name="T37" fmla="*/ 71 h 6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7" h="660">
                  <a:moveTo>
                    <a:pt x="0" y="71"/>
                  </a:moveTo>
                  <a:lnTo>
                    <a:pt x="0" y="638"/>
                  </a:lnTo>
                  <a:lnTo>
                    <a:pt x="22" y="659"/>
                  </a:lnTo>
                  <a:lnTo>
                    <a:pt x="266" y="588"/>
                  </a:lnTo>
                  <a:lnTo>
                    <a:pt x="212" y="573"/>
                  </a:lnTo>
                  <a:lnTo>
                    <a:pt x="217" y="526"/>
                  </a:lnTo>
                  <a:lnTo>
                    <a:pt x="219" y="479"/>
                  </a:lnTo>
                  <a:lnTo>
                    <a:pt x="215" y="409"/>
                  </a:lnTo>
                  <a:lnTo>
                    <a:pt x="204" y="342"/>
                  </a:lnTo>
                  <a:lnTo>
                    <a:pt x="187" y="277"/>
                  </a:lnTo>
                  <a:lnTo>
                    <a:pt x="165" y="215"/>
                  </a:lnTo>
                  <a:lnTo>
                    <a:pt x="151" y="185"/>
                  </a:lnTo>
                  <a:lnTo>
                    <a:pt x="136" y="155"/>
                  </a:lnTo>
                  <a:lnTo>
                    <a:pt x="120" y="126"/>
                  </a:lnTo>
                  <a:lnTo>
                    <a:pt x="102" y="100"/>
                  </a:lnTo>
                  <a:lnTo>
                    <a:pt x="83" y="73"/>
                  </a:lnTo>
                  <a:lnTo>
                    <a:pt x="62" y="48"/>
                  </a:lnTo>
                  <a:lnTo>
                    <a:pt x="18" y="0"/>
                  </a:lnTo>
                  <a:lnTo>
                    <a:pt x="0" y="7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4" name="Freeform 87">
              <a:extLst>
                <a:ext uri="{FF2B5EF4-FFF2-40B4-BE49-F238E27FC236}">
                  <a16:creationId xmlns:a16="http://schemas.microsoft.com/office/drawing/2014/main" id="{6A8D5B72-2C2C-D314-952A-6374D0E011AA}"/>
                </a:ext>
              </a:extLst>
            </p:cNvPr>
            <p:cNvSpPr>
              <a:spLocks/>
            </p:cNvSpPr>
            <p:nvPr/>
          </p:nvSpPr>
          <p:spPr bwMode="auto">
            <a:xfrm>
              <a:off x="4935" y="2698"/>
              <a:ext cx="1" cy="7"/>
            </a:xfrm>
            <a:custGeom>
              <a:avLst/>
              <a:gdLst>
                <a:gd name="T0" fmla="*/ 0 w 1"/>
                <a:gd name="T1" fmla="*/ 2 h 7"/>
                <a:gd name="T2" fmla="*/ 0 w 1"/>
                <a:gd name="T3" fmla="*/ 6 h 7"/>
                <a:gd name="T4" fmla="*/ 0 w 1"/>
                <a:gd name="T5" fmla="*/ 0 h 7"/>
                <a:gd name="T6" fmla="*/ 0 w 1"/>
                <a:gd name="T7" fmla="*/ 2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7">
                  <a:moveTo>
                    <a:pt x="0" y="2"/>
                  </a:moveTo>
                  <a:lnTo>
                    <a:pt x="0" y="6"/>
                  </a:lnTo>
                  <a:lnTo>
                    <a:pt x="0" y="0"/>
                  </a:lnTo>
                  <a:lnTo>
                    <a:pt x="0" y="2"/>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5" name="Freeform 88">
              <a:extLst>
                <a:ext uri="{FF2B5EF4-FFF2-40B4-BE49-F238E27FC236}">
                  <a16:creationId xmlns:a16="http://schemas.microsoft.com/office/drawing/2014/main" id="{AF0FCF40-97AF-CFC4-A4DE-3ECC0A513355}"/>
                </a:ext>
              </a:extLst>
            </p:cNvPr>
            <p:cNvSpPr>
              <a:spLocks/>
            </p:cNvSpPr>
            <p:nvPr/>
          </p:nvSpPr>
          <p:spPr bwMode="auto">
            <a:xfrm>
              <a:off x="4615" y="2607"/>
              <a:ext cx="316" cy="405"/>
            </a:xfrm>
            <a:custGeom>
              <a:avLst/>
              <a:gdLst>
                <a:gd name="T0" fmla="*/ 315 w 316"/>
                <a:gd name="T1" fmla="*/ 100 h 405"/>
                <a:gd name="T2" fmla="*/ 315 w 316"/>
                <a:gd name="T3" fmla="*/ 93 h 405"/>
                <a:gd name="T4" fmla="*/ 279 w 316"/>
                <a:gd name="T5" fmla="*/ 130 h 405"/>
                <a:gd name="T6" fmla="*/ 235 w 316"/>
                <a:gd name="T7" fmla="*/ 98 h 405"/>
                <a:gd name="T8" fmla="*/ 188 w 316"/>
                <a:gd name="T9" fmla="*/ 70 h 405"/>
                <a:gd name="T10" fmla="*/ 140 w 316"/>
                <a:gd name="T11" fmla="*/ 45 h 405"/>
                <a:gd name="T12" fmla="*/ 88 w 316"/>
                <a:gd name="T13" fmla="*/ 25 h 405"/>
                <a:gd name="T14" fmla="*/ 36 w 316"/>
                <a:gd name="T15" fmla="*/ 7 h 405"/>
                <a:gd name="T16" fmla="*/ 0 w 316"/>
                <a:gd name="T17" fmla="*/ 0 h 405"/>
                <a:gd name="T18" fmla="*/ 0 w 316"/>
                <a:gd name="T19" fmla="*/ 340 h 405"/>
                <a:gd name="T20" fmla="*/ 9 w 316"/>
                <a:gd name="T21" fmla="*/ 343 h 405"/>
                <a:gd name="T22" fmla="*/ 51 w 316"/>
                <a:gd name="T23" fmla="*/ 366 h 405"/>
                <a:gd name="T24" fmla="*/ 14 w 316"/>
                <a:gd name="T25" fmla="*/ 404 h 405"/>
                <a:gd name="T26" fmla="*/ 256 w 316"/>
                <a:gd name="T27" fmla="*/ 341 h 405"/>
                <a:gd name="T28" fmla="*/ 315 w 316"/>
                <a:gd name="T29" fmla="*/ 100 h 40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6" h="405">
                  <a:moveTo>
                    <a:pt x="315" y="100"/>
                  </a:moveTo>
                  <a:lnTo>
                    <a:pt x="315" y="93"/>
                  </a:lnTo>
                  <a:lnTo>
                    <a:pt x="279" y="130"/>
                  </a:lnTo>
                  <a:lnTo>
                    <a:pt x="235" y="98"/>
                  </a:lnTo>
                  <a:lnTo>
                    <a:pt x="188" y="70"/>
                  </a:lnTo>
                  <a:lnTo>
                    <a:pt x="140" y="45"/>
                  </a:lnTo>
                  <a:lnTo>
                    <a:pt x="88" y="25"/>
                  </a:lnTo>
                  <a:lnTo>
                    <a:pt x="36" y="7"/>
                  </a:lnTo>
                  <a:lnTo>
                    <a:pt x="0" y="0"/>
                  </a:lnTo>
                  <a:lnTo>
                    <a:pt x="0" y="340"/>
                  </a:lnTo>
                  <a:lnTo>
                    <a:pt x="9" y="343"/>
                  </a:lnTo>
                  <a:lnTo>
                    <a:pt x="51" y="366"/>
                  </a:lnTo>
                  <a:lnTo>
                    <a:pt x="14" y="404"/>
                  </a:lnTo>
                  <a:lnTo>
                    <a:pt x="256" y="341"/>
                  </a:lnTo>
                  <a:lnTo>
                    <a:pt x="315" y="10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6" name="Freeform 89">
              <a:extLst>
                <a:ext uri="{FF2B5EF4-FFF2-40B4-BE49-F238E27FC236}">
                  <a16:creationId xmlns:a16="http://schemas.microsoft.com/office/drawing/2014/main" id="{FB927565-F248-DD88-C93D-DA67C2F84CD4}"/>
                </a:ext>
              </a:extLst>
            </p:cNvPr>
            <p:cNvSpPr>
              <a:spLocks/>
            </p:cNvSpPr>
            <p:nvPr/>
          </p:nvSpPr>
          <p:spPr bwMode="auto">
            <a:xfrm>
              <a:off x="4735" y="2860"/>
              <a:ext cx="196" cy="566"/>
            </a:xfrm>
            <a:custGeom>
              <a:avLst/>
              <a:gdLst>
                <a:gd name="T0" fmla="*/ 195 w 196"/>
                <a:gd name="T1" fmla="*/ 565 h 566"/>
                <a:gd name="T2" fmla="*/ 195 w 196"/>
                <a:gd name="T3" fmla="*/ 0 h 566"/>
                <a:gd name="T4" fmla="*/ 164 w 196"/>
                <a:gd name="T5" fmla="*/ 128 h 566"/>
                <a:gd name="T6" fmla="*/ 0 w 196"/>
                <a:gd name="T7" fmla="*/ 171 h 566"/>
                <a:gd name="T8" fmla="*/ 20 w 196"/>
                <a:gd name="T9" fmla="*/ 196 h 566"/>
                <a:gd name="T10" fmla="*/ 38 w 196"/>
                <a:gd name="T11" fmla="*/ 221 h 566"/>
                <a:gd name="T12" fmla="*/ 54 w 196"/>
                <a:gd name="T13" fmla="*/ 249 h 566"/>
                <a:gd name="T14" fmla="*/ 67 w 196"/>
                <a:gd name="T15" fmla="*/ 278 h 566"/>
                <a:gd name="T16" fmla="*/ 77 w 196"/>
                <a:gd name="T17" fmla="*/ 308 h 566"/>
                <a:gd name="T18" fmla="*/ 85 w 196"/>
                <a:gd name="T19" fmla="*/ 340 h 566"/>
                <a:gd name="T20" fmla="*/ 90 w 196"/>
                <a:gd name="T21" fmla="*/ 373 h 566"/>
                <a:gd name="T22" fmla="*/ 92 w 196"/>
                <a:gd name="T23" fmla="*/ 406 h 566"/>
                <a:gd name="T24" fmla="*/ 91 w 196"/>
                <a:gd name="T25" fmla="*/ 419 h 566"/>
                <a:gd name="T26" fmla="*/ 43 w 196"/>
                <a:gd name="T27" fmla="*/ 407 h 566"/>
                <a:gd name="T28" fmla="*/ 195 w 196"/>
                <a:gd name="T29" fmla="*/ 565 h 5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6" h="566">
                  <a:moveTo>
                    <a:pt x="195" y="565"/>
                  </a:moveTo>
                  <a:lnTo>
                    <a:pt x="195" y="0"/>
                  </a:lnTo>
                  <a:lnTo>
                    <a:pt x="164" y="128"/>
                  </a:lnTo>
                  <a:lnTo>
                    <a:pt x="0" y="171"/>
                  </a:lnTo>
                  <a:lnTo>
                    <a:pt x="20" y="196"/>
                  </a:lnTo>
                  <a:lnTo>
                    <a:pt x="38" y="221"/>
                  </a:lnTo>
                  <a:lnTo>
                    <a:pt x="54" y="249"/>
                  </a:lnTo>
                  <a:lnTo>
                    <a:pt x="67" y="278"/>
                  </a:lnTo>
                  <a:lnTo>
                    <a:pt x="77" y="308"/>
                  </a:lnTo>
                  <a:lnTo>
                    <a:pt x="85" y="340"/>
                  </a:lnTo>
                  <a:lnTo>
                    <a:pt x="90" y="373"/>
                  </a:lnTo>
                  <a:lnTo>
                    <a:pt x="92" y="406"/>
                  </a:lnTo>
                  <a:lnTo>
                    <a:pt x="91" y="419"/>
                  </a:lnTo>
                  <a:lnTo>
                    <a:pt x="43" y="407"/>
                  </a:lnTo>
                  <a:lnTo>
                    <a:pt x="195" y="56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7" name="Freeform 90">
              <a:extLst>
                <a:ext uri="{FF2B5EF4-FFF2-40B4-BE49-F238E27FC236}">
                  <a16:creationId xmlns:a16="http://schemas.microsoft.com/office/drawing/2014/main" id="{00B1C860-2989-8414-09C2-3CAFB32C0FC2}"/>
                </a:ext>
              </a:extLst>
            </p:cNvPr>
            <p:cNvSpPr>
              <a:spLocks/>
            </p:cNvSpPr>
            <p:nvPr/>
          </p:nvSpPr>
          <p:spPr bwMode="auto">
            <a:xfrm>
              <a:off x="4615" y="3369"/>
              <a:ext cx="316" cy="580"/>
            </a:xfrm>
            <a:custGeom>
              <a:avLst/>
              <a:gdLst>
                <a:gd name="T0" fmla="*/ 315 w 316"/>
                <a:gd name="T1" fmla="*/ 400 h 580"/>
                <a:gd name="T2" fmla="*/ 315 w 316"/>
                <a:gd name="T3" fmla="*/ 123 h 580"/>
                <a:gd name="T4" fmla="*/ 196 w 316"/>
                <a:gd name="T5" fmla="*/ 0 h 580"/>
                <a:gd name="T6" fmla="*/ 185 w 316"/>
                <a:gd name="T7" fmla="*/ 33 h 580"/>
                <a:gd name="T8" fmla="*/ 170 w 316"/>
                <a:gd name="T9" fmla="*/ 64 h 580"/>
                <a:gd name="T10" fmla="*/ 153 w 316"/>
                <a:gd name="T11" fmla="*/ 93 h 580"/>
                <a:gd name="T12" fmla="*/ 132 w 316"/>
                <a:gd name="T13" fmla="*/ 121 h 580"/>
                <a:gd name="T14" fmla="*/ 110 w 316"/>
                <a:gd name="T15" fmla="*/ 145 h 580"/>
                <a:gd name="T16" fmla="*/ 85 w 316"/>
                <a:gd name="T17" fmla="*/ 169 h 580"/>
                <a:gd name="T18" fmla="*/ 58 w 316"/>
                <a:gd name="T19" fmla="*/ 189 h 580"/>
                <a:gd name="T20" fmla="*/ 29 w 316"/>
                <a:gd name="T21" fmla="*/ 207 h 580"/>
                <a:gd name="T22" fmla="*/ 15 w 316"/>
                <a:gd name="T23" fmla="*/ 159 h 580"/>
                <a:gd name="T24" fmla="*/ 0 w 316"/>
                <a:gd name="T25" fmla="*/ 213 h 580"/>
                <a:gd name="T26" fmla="*/ 0 w 316"/>
                <a:gd name="T27" fmla="*/ 451 h 580"/>
                <a:gd name="T28" fmla="*/ 135 w 316"/>
                <a:gd name="T29" fmla="*/ 579 h 580"/>
                <a:gd name="T30" fmla="*/ 119 w 316"/>
                <a:gd name="T31" fmla="*/ 524 h 580"/>
                <a:gd name="T32" fmla="*/ 156 w 316"/>
                <a:gd name="T33" fmla="*/ 509 h 580"/>
                <a:gd name="T34" fmla="*/ 189 w 316"/>
                <a:gd name="T35" fmla="*/ 490 h 580"/>
                <a:gd name="T36" fmla="*/ 223 w 316"/>
                <a:gd name="T37" fmla="*/ 470 h 580"/>
                <a:gd name="T38" fmla="*/ 255 w 316"/>
                <a:gd name="T39" fmla="*/ 448 h 580"/>
                <a:gd name="T40" fmla="*/ 286 w 316"/>
                <a:gd name="T41" fmla="*/ 424 h 580"/>
                <a:gd name="T42" fmla="*/ 315 w 316"/>
                <a:gd name="T43" fmla="*/ 400 h 5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16" h="580">
                  <a:moveTo>
                    <a:pt x="315" y="400"/>
                  </a:moveTo>
                  <a:lnTo>
                    <a:pt x="315" y="123"/>
                  </a:lnTo>
                  <a:lnTo>
                    <a:pt x="196" y="0"/>
                  </a:lnTo>
                  <a:lnTo>
                    <a:pt x="185" y="33"/>
                  </a:lnTo>
                  <a:lnTo>
                    <a:pt x="170" y="64"/>
                  </a:lnTo>
                  <a:lnTo>
                    <a:pt x="153" y="93"/>
                  </a:lnTo>
                  <a:lnTo>
                    <a:pt x="132" y="121"/>
                  </a:lnTo>
                  <a:lnTo>
                    <a:pt x="110" y="145"/>
                  </a:lnTo>
                  <a:lnTo>
                    <a:pt x="85" y="169"/>
                  </a:lnTo>
                  <a:lnTo>
                    <a:pt x="58" y="189"/>
                  </a:lnTo>
                  <a:lnTo>
                    <a:pt x="29" y="207"/>
                  </a:lnTo>
                  <a:lnTo>
                    <a:pt x="15" y="159"/>
                  </a:lnTo>
                  <a:lnTo>
                    <a:pt x="0" y="213"/>
                  </a:lnTo>
                  <a:lnTo>
                    <a:pt x="0" y="451"/>
                  </a:lnTo>
                  <a:lnTo>
                    <a:pt x="135" y="579"/>
                  </a:lnTo>
                  <a:lnTo>
                    <a:pt x="119" y="524"/>
                  </a:lnTo>
                  <a:lnTo>
                    <a:pt x="156" y="509"/>
                  </a:lnTo>
                  <a:lnTo>
                    <a:pt x="189" y="490"/>
                  </a:lnTo>
                  <a:lnTo>
                    <a:pt x="223" y="470"/>
                  </a:lnTo>
                  <a:lnTo>
                    <a:pt x="255" y="448"/>
                  </a:lnTo>
                  <a:lnTo>
                    <a:pt x="286" y="424"/>
                  </a:lnTo>
                  <a:lnTo>
                    <a:pt x="315" y="40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8" name="Freeform 91">
              <a:extLst>
                <a:ext uri="{FF2B5EF4-FFF2-40B4-BE49-F238E27FC236}">
                  <a16:creationId xmlns:a16="http://schemas.microsoft.com/office/drawing/2014/main" id="{710A08E3-AEC3-9812-23E0-D44CA7BC0003}"/>
                </a:ext>
              </a:extLst>
            </p:cNvPr>
            <p:cNvSpPr>
              <a:spLocks/>
            </p:cNvSpPr>
            <p:nvPr/>
          </p:nvSpPr>
          <p:spPr bwMode="auto">
            <a:xfrm>
              <a:off x="4615" y="3874"/>
              <a:ext cx="47" cy="56"/>
            </a:xfrm>
            <a:custGeom>
              <a:avLst/>
              <a:gdLst>
                <a:gd name="T0" fmla="*/ 0 w 47"/>
                <a:gd name="T1" fmla="*/ 0 h 56"/>
                <a:gd name="T2" fmla="*/ 0 w 47"/>
                <a:gd name="T3" fmla="*/ 55 h 56"/>
                <a:gd name="T4" fmla="*/ 6 w 47"/>
                <a:gd name="T5" fmla="*/ 53 h 56"/>
                <a:gd name="T6" fmla="*/ 46 w 47"/>
                <a:gd name="T7" fmla="*/ 44 h 56"/>
                <a:gd name="T8" fmla="*/ 0 w 47"/>
                <a:gd name="T9" fmla="*/ 0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56">
                  <a:moveTo>
                    <a:pt x="0" y="0"/>
                  </a:moveTo>
                  <a:lnTo>
                    <a:pt x="0" y="55"/>
                  </a:lnTo>
                  <a:lnTo>
                    <a:pt x="6" y="53"/>
                  </a:lnTo>
                  <a:lnTo>
                    <a:pt x="46" y="44"/>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39" name="Freeform 92">
              <a:extLst>
                <a:ext uri="{FF2B5EF4-FFF2-40B4-BE49-F238E27FC236}">
                  <a16:creationId xmlns:a16="http://schemas.microsoft.com/office/drawing/2014/main" id="{8201AAC7-FD77-815E-51EC-DE6307F7BC1D}"/>
                </a:ext>
              </a:extLst>
            </p:cNvPr>
            <p:cNvSpPr>
              <a:spLocks/>
            </p:cNvSpPr>
            <p:nvPr/>
          </p:nvSpPr>
          <p:spPr bwMode="auto">
            <a:xfrm>
              <a:off x="4349" y="2595"/>
              <a:ext cx="262" cy="351"/>
            </a:xfrm>
            <a:custGeom>
              <a:avLst/>
              <a:gdLst>
                <a:gd name="T0" fmla="*/ 261 w 262"/>
                <a:gd name="T1" fmla="*/ 350 h 351"/>
                <a:gd name="T2" fmla="*/ 261 w 262"/>
                <a:gd name="T3" fmla="*/ 14 h 351"/>
                <a:gd name="T4" fmla="*/ 242 w 262"/>
                <a:gd name="T5" fmla="*/ 9 h 351"/>
                <a:gd name="T6" fmla="*/ 186 w 262"/>
                <a:gd name="T7" fmla="*/ 2 h 351"/>
                <a:gd name="T8" fmla="*/ 130 w 262"/>
                <a:gd name="T9" fmla="*/ 0 h 351"/>
                <a:gd name="T10" fmla="*/ 83 w 262"/>
                <a:gd name="T11" fmla="*/ 2 h 351"/>
                <a:gd name="T12" fmla="*/ 37 w 262"/>
                <a:gd name="T13" fmla="*/ 6 h 351"/>
                <a:gd name="T14" fmla="*/ 0 w 262"/>
                <a:gd name="T15" fmla="*/ 13 h 351"/>
                <a:gd name="T16" fmla="*/ 0 w 262"/>
                <a:gd name="T17" fmla="*/ 77 h 351"/>
                <a:gd name="T18" fmla="*/ 96 w 262"/>
                <a:gd name="T19" fmla="*/ 170 h 351"/>
                <a:gd name="T20" fmla="*/ 52 w 262"/>
                <a:gd name="T21" fmla="*/ 330 h 351"/>
                <a:gd name="T22" fmla="*/ 90 w 262"/>
                <a:gd name="T23" fmla="*/ 324 h 351"/>
                <a:gd name="T24" fmla="*/ 130 w 262"/>
                <a:gd name="T25" fmla="*/ 322 h 351"/>
                <a:gd name="T26" fmla="*/ 179 w 262"/>
                <a:gd name="T27" fmla="*/ 325 h 351"/>
                <a:gd name="T28" fmla="*/ 226 w 262"/>
                <a:gd name="T29" fmla="*/ 336 h 351"/>
                <a:gd name="T30" fmla="*/ 261 w 262"/>
                <a:gd name="T31" fmla="*/ 350 h 3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62" h="351">
                  <a:moveTo>
                    <a:pt x="261" y="350"/>
                  </a:moveTo>
                  <a:lnTo>
                    <a:pt x="261" y="14"/>
                  </a:lnTo>
                  <a:lnTo>
                    <a:pt x="242" y="9"/>
                  </a:lnTo>
                  <a:lnTo>
                    <a:pt x="186" y="2"/>
                  </a:lnTo>
                  <a:lnTo>
                    <a:pt x="130" y="0"/>
                  </a:lnTo>
                  <a:lnTo>
                    <a:pt x="83" y="2"/>
                  </a:lnTo>
                  <a:lnTo>
                    <a:pt x="37" y="6"/>
                  </a:lnTo>
                  <a:lnTo>
                    <a:pt x="0" y="13"/>
                  </a:lnTo>
                  <a:lnTo>
                    <a:pt x="0" y="77"/>
                  </a:lnTo>
                  <a:lnTo>
                    <a:pt x="96" y="170"/>
                  </a:lnTo>
                  <a:lnTo>
                    <a:pt x="52" y="330"/>
                  </a:lnTo>
                  <a:lnTo>
                    <a:pt x="90" y="324"/>
                  </a:lnTo>
                  <a:lnTo>
                    <a:pt x="130" y="322"/>
                  </a:lnTo>
                  <a:lnTo>
                    <a:pt x="179" y="325"/>
                  </a:lnTo>
                  <a:lnTo>
                    <a:pt x="226" y="336"/>
                  </a:lnTo>
                  <a:lnTo>
                    <a:pt x="261" y="35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0" name="Freeform 93">
              <a:extLst>
                <a:ext uri="{FF2B5EF4-FFF2-40B4-BE49-F238E27FC236}">
                  <a16:creationId xmlns:a16="http://schemas.microsoft.com/office/drawing/2014/main" id="{1DF5B44C-F8D6-3A1C-7B89-FA56E9B19697}"/>
                </a:ext>
              </a:extLst>
            </p:cNvPr>
            <p:cNvSpPr>
              <a:spLocks/>
            </p:cNvSpPr>
            <p:nvPr/>
          </p:nvSpPr>
          <p:spPr bwMode="auto">
            <a:xfrm>
              <a:off x="4565" y="3583"/>
              <a:ext cx="46" cy="237"/>
            </a:xfrm>
            <a:custGeom>
              <a:avLst/>
              <a:gdLst>
                <a:gd name="T0" fmla="*/ 45 w 46"/>
                <a:gd name="T1" fmla="*/ 236 h 237"/>
                <a:gd name="T2" fmla="*/ 45 w 46"/>
                <a:gd name="T3" fmla="*/ 0 h 237"/>
                <a:gd name="T4" fmla="*/ 0 w 46"/>
                <a:gd name="T5" fmla="*/ 186 h 237"/>
                <a:gd name="T6" fmla="*/ 45 w 46"/>
                <a:gd name="T7" fmla="*/ 236 h 2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 h="237">
                  <a:moveTo>
                    <a:pt x="45" y="236"/>
                  </a:moveTo>
                  <a:lnTo>
                    <a:pt x="45" y="0"/>
                  </a:lnTo>
                  <a:lnTo>
                    <a:pt x="0" y="186"/>
                  </a:lnTo>
                  <a:lnTo>
                    <a:pt x="45" y="23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1" name="Freeform 94">
              <a:extLst>
                <a:ext uri="{FF2B5EF4-FFF2-40B4-BE49-F238E27FC236}">
                  <a16:creationId xmlns:a16="http://schemas.microsoft.com/office/drawing/2014/main" id="{8E575D72-6023-5D3C-359A-7BF39975335B}"/>
                </a:ext>
              </a:extLst>
            </p:cNvPr>
            <p:cNvSpPr>
              <a:spLocks/>
            </p:cNvSpPr>
            <p:nvPr/>
          </p:nvSpPr>
          <p:spPr bwMode="auto">
            <a:xfrm>
              <a:off x="4349" y="3593"/>
              <a:ext cx="262" cy="350"/>
            </a:xfrm>
            <a:custGeom>
              <a:avLst/>
              <a:gdLst>
                <a:gd name="T0" fmla="*/ 261 w 262"/>
                <a:gd name="T1" fmla="*/ 335 h 350"/>
                <a:gd name="T2" fmla="*/ 261 w 262"/>
                <a:gd name="T3" fmla="*/ 276 h 350"/>
                <a:gd name="T4" fmla="*/ 167 w 262"/>
                <a:gd name="T5" fmla="*/ 182 h 350"/>
                <a:gd name="T6" fmla="*/ 212 w 262"/>
                <a:gd name="T7" fmla="*/ 15 h 350"/>
                <a:gd name="T8" fmla="*/ 172 w 262"/>
                <a:gd name="T9" fmla="*/ 23 h 350"/>
                <a:gd name="T10" fmla="*/ 130 w 262"/>
                <a:gd name="T11" fmla="*/ 25 h 350"/>
                <a:gd name="T12" fmla="*/ 82 w 262"/>
                <a:gd name="T13" fmla="*/ 22 h 350"/>
                <a:gd name="T14" fmla="*/ 59 w 262"/>
                <a:gd name="T15" fmla="*/ 18 h 350"/>
                <a:gd name="T16" fmla="*/ 36 w 262"/>
                <a:gd name="T17" fmla="*/ 13 h 350"/>
                <a:gd name="T18" fmla="*/ 14 w 262"/>
                <a:gd name="T19" fmla="*/ 5 h 350"/>
                <a:gd name="T20" fmla="*/ 0 w 262"/>
                <a:gd name="T21" fmla="*/ 0 h 350"/>
                <a:gd name="T22" fmla="*/ 0 w 262"/>
                <a:gd name="T23" fmla="*/ 336 h 350"/>
                <a:gd name="T24" fmla="*/ 18 w 262"/>
                <a:gd name="T25" fmla="*/ 339 h 350"/>
                <a:gd name="T26" fmla="*/ 73 w 262"/>
                <a:gd name="T27" fmla="*/ 346 h 350"/>
                <a:gd name="T28" fmla="*/ 130 w 262"/>
                <a:gd name="T29" fmla="*/ 349 h 350"/>
                <a:gd name="T30" fmla="*/ 176 w 262"/>
                <a:gd name="T31" fmla="*/ 346 h 350"/>
                <a:gd name="T32" fmla="*/ 222 w 262"/>
                <a:gd name="T33" fmla="*/ 343 h 350"/>
                <a:gd name="T34" fmla="*/ 261 w 262"/>
                <a:gd name="T35" fmla="*/ 335 h 3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62" h="350">
                  <a:moveTo>
                    <a:pt x="261" y="335"/>
                  </a:moveTo>
                  <a:lnTo>
                    <a:pt x="261" y="276"/>
                  </a:lnTo>
                  <a:lnTo>
                    <a:pt x="167" y="182"/>
                  </a:lnTo>
                  <a:lnTo>
                    <a:pt x="212" y="15"/>
                  </a:lnTo>
                  <a:lnTo>
                    <a:pt x="172" y="23"/>
                  </a:lnTo>
                  <a:lnTo>
                    <a:pt x="130" y="25"/>
                  </a:lnTo>
                  <a:lnTo>
                    <a:pt x="82" y="22"/>
                  </a:lnTo>
                  <a:lnTo>
                    <a:pt x="59" y="18"/>
                  </a:lnTo>
                  <a:lnTo>
                    <a:pt x="36" y="13"/>
                  </a:lnTo>
                  <a:lnTo>
                    <a:pt x="14" y="5"/>
                  </a:lnTo>
                  <a:lnTo>
                    <a:pt x="0" y="0"/>
                  </a:lnTo>
                  <a:lnTo>
                    <a:pt x="0" y="336"/>
                  </a:lnTo>
                  <a:lnTo>
                    <a:pt x="18" y="339"/>
                  </a:lnTo>
                  <a:lnTo>
                    <a:pt x="73" y="346"/>
                  </a:lnTo>
                  <a:lnTo>
                    <a:pt x="130" y="349"/>
                  </a:lnTo>
                  <a:lnTo>
                    <a:pt x="176" y="346"/>
                  </a:lnTo>
                  <a:lnTo>
                    <a:pt x="222" y="343"/>
                  </a:lnTo>
                  <a:lnTo>
                    <a:pt x="261" y="335"/>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2" name="Freeform 95">
              <a:extLst>
                <a:ext uri="{FF2B5EF4-FFF2-40B4-BE49-F238E27FC236}">
                  <a16:creationId xmlns:a16="http://schemas.microsoft.com/office/drawing/2014/main" id="{8C7AD60D-9977-7570-2081-6ADFEA7E0112}"/>
                </a:ext>
              </a:extLst>
            </p:cNvPr>
            <p:cNvSpPr>
              <a:spLocks/>
            </p:cNvSpPr>
            <p:nvPr/>
          </p:nvSpPr>
          <p:spPr bwMode="auto">
            <a:xfrm>
              <a:off x="4349" y="2722"/>
              <a:ext cx="48" cy="234"/>
            </a:xfrm>
            <a:custGeom>
              <a:avLst/>
              <a:gdLst>
                <a:gd name="T0" fmla="*/ 0 w 48"/>
                <a:gd name="T1" fmla="*/ 0 h 234"/>
                <a:gd name="T2" fmla="*/ 0 w 48"/>
                <a:gd name="T3" fmla="*/ 233 h 234"/>
                <a:gd name="T4" fmla="*/ 47 w 48"/>
                <a:gd name="T5" fmla="*/ 49 h 234"/>
                <a:gd name="T6" fmla="*/ 0 w 48"/>
                <a:gd name="T7" fmla="*/ 0 h 23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234">
                  <a:moveTo>
                    <a:pt x="0" y="0"/>
                  </a:moveTo>
                  <a:lnTo>
                    <a:pt x="0" y="233"/>
                  </a:lnTo>
                  <a:lnTo>
                    <a:pt x="47" y="49"/>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3" name="Freeform 96">
              <a:extLst>
                <a:ext uri="{FF2B5EF4-FFF2-40B4-BE49-F238E27FC236}">
                  <a16:creationId xmlns:a16="http://schemas.microsoft.com/office/drawing/2014/main" id="{1316CA2E-439A-E6A3-FBBC-040C01D4F99B}"/>
                </a:ext>
              </a:extLst>
            </p:cNvPr>
            <p:cNvSpPr>
              <a:spLocks/>
            </p:cNvSpPr>
            <p:nvPr/>
          </p:nvSpPr>
          <p:spPr bwMode="auto">
            <a:xfrm>
              <a:off x="4295" y="2605"/>
              <a:ext cx="49" cy="64"/>
            </a:xfrm>
            <a:custGeom>
              <a:avLst/>
              <a:gdLst>
                <a:gd name="T0" fmla="*/ 48 w 49"/>
                <a:gd name="T1" fmla="*/ 63 h 64"/>
                <a:gd name="T2" fmla="*/ 48 w 49"/>
                <a:gd name="T3" fmla="*/ 0 h 64"/>
                <a:gd name="T4" fmla="*/ 41 w 49"/>
                <a:gd name="T5" fmla="*/ 2 h 64"/>
                <a:gd name="T6" fmla="*/ 0 w 49"/>
                <a:gd name="T7" fmla="*/ 12 h 64"/>
                <a:gd name="T8" fmla="*/ 48 w 49"/>
                <a:gd name="T9" fmla="*/ 63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64">
                  <a:moveTo>
                    <a:pt x="48" y="63"/>
                  </a:moveTo>
                  <a:lnTo>
                    <a:pt x="48" y="0"/>
                  </a:lnTo>
                  <a:lnTo>
                    <a:pt x="41" y="2"/>
                  </a:lnTo>
                  <a:lnTo>
                    <a:pt x="0" y="12"/>
                  </a:lnTo>
                  <a:lnTo>
                    <a:pt x="48" y="6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4" name="Freeform 97">
              <a:extLst>
                <a:ext uri="{FF2B5EF4-FFF2-40B4-BE49-F238E27FC236}">
                  <a16:creationId xmlns:a16="http://schemas.microsoft.com/office/drawing/2014/main" id="{A6EEAD5C-7CF0-BD34-7A2F-0DF23EE3D3A8}"/>
                </a:ext>
              </a:extLst>
            </p:cNvPr>
            <p:cNvSpPr>
              <a:spLocks/>
            </p:cNvSpPr>
            <p:nvPr/>
          </p:nvSpPr>
          <p:spPr bwMode="auto">
            <a:xfrm>
              <a:off x="4130" y="2591"/>
              <a:ext cx="214" cy="577"/>
            </a:xfrm>
            <a:custGeom>
              <a:avLst/>
              <a:gdLst>
                <a:gd name="T0" fmla="*/ 213 w 214"/>
                <a:gd name="T1" fmla="*/ 367 h 577"/>
                <a:gd name="T2" fmla="*/ 213 w 214"/>
                <a:gd name="T3" fmla="*/ 130 h 577"/>
                <a:gd name="T4" fmla="*/ 82 w 214"/>
                <a:gd name="T5" fmla="*/ 0 h 577"/>
                <a:gd name="T6" fmla="*/ 96 w 214"/>
                <a:gd name="T7" fmla="*/ 51 h 577"/>
                <a:gd name="T8" fmla="*/ 60 w 214"/>
                <a:gd name="T9" fmla="*/ 68 h 577"/>
                <a:gd name="T10" fmla="*/ 25 w 214"/>
                <a:gd name="T11" fmla="*/ 85 h 577"/>
                <a:gd name="T12" fmla="*/ 0 w 214"/>
                <a:gd name="T13" fmla="*/ 101 h 577"/>
                <a:gd name="T14" fmla="*/ 0 w 214"/>
                <a:gd name="T15" fmla="*/ 559 h 577"/>
                <a:gd name="T16" fmla="*/ 17 w 214"/>
                <a:gd name="T17" fmla="*/ 576 h 577"/>
                <a:gd name="T18" fmla="*/ 29 w 214"/>
                <a:gd name="T19" fmla="*/ 543 h 577"/>
                <a:gd name="T20" fmla="*/ 43 w 214"/>
                <a:gd name="T21" fmla="*/ 511 h 577"/>
                <a:gd name="T22" fmla="*/ 61 w 214"/>
                <a:gd name="T23" fmla="*/ 482 h 577"/>
                <a:gd name="T24" fmla="*/ 81 w 214"/>
                <a:gd name="T25" fmla="*/ 454 h 577"/>
                <a:gd name="T26" fmla="*/ 103 w 214"/>
                <a:gd name="T27" fmla="*/ 429 h 577"/>
                <a:gd name="T28" fmla="*/ 129 w 214"/>
                <a:gd name="T29" fmla="*/ 406 h 577"/>
                <a:gd name="T30" fmla="*/ 155 w 214"/>
                <a:gd name="T31" fmla="*/ 386 h 577"/>
                <a:gd name="T32" fmla="*/ 184 w 214"/>
                <a:gd name="T33" fmla="*/ 368 h 577"/>
                <a:gd name="T34" fmla="*/ 199 w 214"/>
                <a:gd name="T35" fmla="*/ 422 h 577"/>
                <a:gd name="T36" fmla="*/ 213 w 214"/>
                <a:gd name="T37" fmla="*/ 367 h 5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4" h="577">
                  <a:moveTo>
                    <a:pt x="213" y="367"/>
                  </a:moveTo>
                  <a:lnTo>
                    <a:pt x="213" y="130"/>
                  </a:lnTo>
                  <a:lnTo>
                    <a:pt x="82" y="0"/>
                  </a:lnTo>
                  <a:lnTo>
                    <a:pt x="96" y="51"/>
                  </a:lnTo>
                  <a:lnTo>
                    <a:pt x="60" y="68"/>
                  </a:lnTo>
                  <a:lnTo>
                    <a:pt x="25" y="85"/>
                  </a:lnTo>
                  <a:lnTo>
                    <a:pt x="0" y="101"/>
                  </a:lnTo>
                  <a:lnTo>
                    <a:pt x="0" y="559"/>
                  </a:lnTo>
                  <a:lnTo>
                    <a:pt x="17" y="576"/>
                  </a:lnTo>
                  <a:lnTo>
                    <a:pt x="29" y="543"/>
                  </a:lnTo>
                  <a:lnTo>
                    <a:pt x="43" y="511"/>
                  </a:lnTo>
                  <a:lnTo>
                    <a:pt x="61" y="482"/>
                  </a:lnTo>
                  <a:lnTo>
                    <a:pt x="81" y="454"/>
                  </a:lnTo>
                  <a:lnTo>
                    <a:pt x="103" y="429"/>
                  </a:lnTo>
                  <a:lnTo>
                    <a:pt x="129" y="406"/>
                  </a:lnTo>
                  <a:lnTo>
                    <a:pt x="155" y="386"/>
                  </a:lnTo>
                  <a:lnTo>
                    <a:pt x="184" y="368"/>
                  </a:lnTo>
                  <a:lnTo>
                    <a:pt x="199" y="422"/>
                  </a:lnTo>
                  <a:lnTo>
                    <a:pt x="213" y="367"/>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5" name="Freeform 98">
              <a:extLst>
                <a:ext uri="{FF2B5EF4-FFF2-40B4-BE49-F238E27FC236}">
                  <a16:creationId xmlns:a16="http://schemas.microsoft.com/office/drawing/2014/main" id="{25D98F47-54F5-D1BD-11BF-382C9001F6A9}"/>
                </a:ext>
              </a:extLst>
            </p:cNvPr>
            <p:cNvSpPr>
              <a:spLocks/>
            </p:cNvSpPr>
            <p:nvPr/>
          </p:nvSpPr>
          <p:spPr bwMode="auto">
            <a:xfrm>
              <a:off x="4130" y="3531"/>
              <a:ext cx="214" cy="400"/>
            </a:xfrm>
            <a:custGeom>
              <a:avLst/>
              <a:gdLst>
                <a:gd name="T0" fmla="*/ 213 w 214"/>
                <a:gd name="T1" fmla="*/ 399 h 400"/>
                <a:gd name="T2" fmla="*/ 213 w 214"/>
                <a:gd name="T3" fmla="*/ 62 h 400"/>
                <a:gd name="T4" fmla="*/ 206 w 214"/>
                <a:gd name="T5" fmla="*/ 59 h 400"/>
                <a:gd name="T6" fmla="*/ 165 w 214"/>
                <a:gd name="T7" fmla="*/ 37 h 400"/>
                <a:gd name="T8" fmla="*/ 200 w 214"/>
                <a:gd name="T9" fmla="*/ 0 h 400"/>
                <a:gd name="T10" fmla="*/ 0 w 214"/>
                <a:gd name="T11" fmla="*/ 54 h 400"/>
                <a:gd name="T12" fmla="*/ 0 w 214"/>
                <a:gd name="T13" fmla="*/ 314 h 400"/>
                <a:gd name="T14" fmla="*/ 28 w 214"/>
                <a:gd name="T15" fmla="*/ 331 h 400"/>
                <a:gd name="T16" fmla="*/ 76 w 214"/>
                <a:gd name="T17" fmla="*/ 354 h 400"/>
                <a:gd name="T18" fmla="*/ 126 w 214"/>
                <a:gd name="T19" fmla="*/ 374 h 400"/>
                <a:gd name="T20" fmla="*/ 178 w 214"/>
                <a:gd name="T21" fmla="*/ 390 h 400"/>
                <a:gd name="T22" fmla="*/ 213 w 214"/>
                <a:gd name="T23" fmla="*/ 399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4" h="400">
                  <a:moveTo>
                    <a:pt x="213" y="399"/>
                  </a:moveTo>
                  <a:lnTo>
                    <a:pt x="213" y="62"/>
                  </a:lnTo>
                  <a:lnTo>
                    <a:pt x="206" y="59"/>
                  </a:lnTo>
                  <a:lnTo>
                    <a:pt x="165" y="37"/>
                  </a:lnTo>
                  <a:lnTo>
                    <a:pt x="200" y="0"/>
                  </a:lnTo>
                  <a:lnTo>
                    <a:pt x="0" y="54"/>
                  </a:lnTo>
                  <a:lnTo>
                    <a:pt x="0" y="314"/>
                  </a:lnTo>
                  <a:lnTo>
                    <a:pt x="28" y="331"/>
                  </a:lnTo>
                  <a:lnTo>
                    <a:pt x="76" y="354"/>
                  </a:lnTo>
                  <a:lnTo>
                    <a:pt x="126" y="374"/>
                  </a:lnTo>
                  <a:lnTo>
                    <a:pt x="178" y="390"/>
                  </a:lnTo>
                  <a:lnTo>
                    <a:pt x="213" y="399"/>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6" name="Freeform 99">
              <a:extLst>
                <a:ext uri="{FF2B5EF4-FFF2-40B4-BE49-F238E27FC236}">
                  <a16:creationId xmlns:a16="http://schemas.microsoft.com/office/drawing/2014/main" id="{9487A3EA-6807-FC04-0151-78733FB13392}"/>
                </a:ext>
              </a:extLst>
            </p:cNvPr>
            <p:cNvSpPr>
              <a:spLocks/>
            </p:cNvSpPr>
            <p:nvPr/>
          </p:nvSpPr>
          <p:spPr bwMode="auto">
            <a:xfrm>
              <a:off x="4130" y="3217"/>
              <a:ext cx="95" cy="318"/>
            </a:xfrm>
            <a:custGeom>
              <a:avLst/>
              <a:gdLst>
                <a:gd name="T0" fmla="*/ 0 w 95"/>
                <a:gd name="T1" fmla="*/ 0 h 318"/>
                <a:gd name="T2" fmla="*/ 0 w 95"/>
                <a:gd name="T3" fmla="*/ 317 h 318"/>
                <a:gd name="T4" fmla="*/ 94 w 95"/>
                <a:gd name="T5" fmla="*/ 291 h 318"/>
                <a:gd name="T6" fmla="*/ 74 w 95"/>
                <a:gd name="T7" fmla="*/ 266 h 318"/>
                <a:gd name="T8" fmla="*/ 56 w 95"/>
                <a:gd name="T9" fmla="*/ 241 h 318"/>
                <a:gd name="T10" fmla="*/ 41 w 95"/>
                <a:gd name="T11" fmla="*/ 213 h 318"/>
                <a:gd name="T12" fmla="*/ 28 w 95"/>
                <a:gd name="T13" fmla="*/ 183 h 318"/>
                <a:gd name="T14" fmla="*/ 17 w 95"/>
                <a:gd name="T15" fmla="*/ 153 h 318"/>
                <a:gd name="T16" fmla="*/ 9 w 95"/>
                <a:gd name="T17" fmla="*/ 120 h 318"/>
                <a:gd name="T18" fmla="*/ 5 w 95"/>
                <a:gd name="T19" fmla="*/ 87 h 318"/>
                <a:gd name="T20" fmla="*/ 3 w 95"/>
                <a:gd name="T21" fmla="*/ 53 h 318"/>
                <a:gd name="T22" fmla="*/ 3 w 95"/>
                <a:gd name="T23" fmla="*/ 43 h 318"/>
                <a:gd name="T24" fmla="*/ 53 w 95"/>
                <a:gd name="T25" fmla="*/ 56 h 318"/>
                <a:gd name="T26" fmla="*/ 0 w 95"/>
                <a:gd name="T27" fmla="*/ 0 h 3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5" h="318">
                  <a:moveTo>
                    <a:pt x="0" y="0"/>
                  </a:moveTo>
                  <a:lnTo>
                    <a:pt x="0" y="317"/>
                  </a:lnTo>
                  <a:lnTo>
                    <a:pt x="94" y="291"/>
                  </a:lnTo>
                  <a:lnTo>
                    <a:pt x="74" y="266"/>
                  </a:lnTo>
                  <a:lnTo>
                    <a:pt x="56" y="241"/>
                  </a:lnTo>
                  <a:lnTo>
                    <a:pt x="41" y="213"/>
                  </a:lnTo>
                  <a:lnTo>
                    <a:pt x="28" y="183"/>
                  </a:lnTo>
                  <a:lnTo>
                    <a:pt x="17" y="153"/>
                  </a:lnTo>
                  <a:lnTo>
                    <a:pt x="9" y="120"/>
                  </a:lnTo>
                  <a:lnTo>
                    <a:pt x="5" y="87"/>
                  </a:lnTo>
                  <a:lnTo>
                    <a:pt x="3" y="53"/>
                  </a:lnTo>
                  <a:lnTo>
                    <a:pt x="3" y="43"/>
                  </a:lnTo>
                  <a:lnTo>
                    <a:pt x="53" y="56"/>
                  </a:lnTo>
                  <a:lnTo>
                    <a:pt x="0"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7" name="Freeform 100">
              <a:extLst>
                <a:ext uri="{FF2B5EF4-FFF2-40B4-BE49-F238E27FC236}">
                  <a16:creationId xmlns:a16="http://schemas.microsoft.com/office/drawing/2014/main" id="{323F42CE-F527-2ECC-564A-2A52FA14AFB6}"/>
                </a:ext>
              </a:extLst>
            </p:cNvPr>
            <p:cNvSpPr>
              <a:spLocks/>
            </p:cNvSpPr>
            <p:nvPr/>
          </p:nvSpPr>
          <p:spPr bwMode="auto">
            <a:xfrm>
              <a:off x="3823" y="2693"/>
              <a:ext cx="301" cy="457"/>
            </a:xfrm>
            <a:custGeom>
              <a:avLst/>
              <a:gdLst>
                <a:gd name="T0" fmla="*/ 300 w 301"/>
                <a:gd name="T1" fmla="*/ 456 h 457"/>
                <a:gd name="T2" fmla="*/ 300 w 301"/>
                <a:gd name="T3" fmla="*/ 0 h 457"/>
                <a:gd name="T4" fmla="*/ 259 w 301"/>
                <a:gd name="T5" fmla="*/ 26 h 457"/>
                <a:gd name="T6" fmla="*/ 229 w 301"/>
                <a:gd name="T7" fmla="*/ 50 h 457"/>
                <a:gd name="T8" fmla="*/ 199 w 301"/>
                <a:gd name="T9" fmla="*/ 76 h 457"/>
                <a:gd name="T10" fmla="*/ 171 w 301"/>
                <a:gd name="T11" fmla="*/ 103 h 457"/>
                <a:gd name="T12" fmla="*/ 144 w 301"/>
                <a:gd name="T13" fmla="*/ 131 h 457"/>
                <a:gd name="T14" fmla="*/ 119 w 301"/>
                <a:gd name="T15" fmla="*/ 161 h 457"/>
                <a:gd name="T16" fmla="*/ 97 w 301"/>
                <a:gd name="T17" fmla="*/ 193 h 457"/>
                <a:gd name="T18" fmla="*/ 76 w 301"/>
                <a:gd name="T19" fmla="*/ 227 h 457"/>
                <a:gd name="T20" fmla="*/ 56 w 301"/>
                <a:gd name="T21" fmla="*/ 262 h 457"/>
                <a:gd name="T22" fmla="*/ 40 w 301"/>
                <a:gd name="T23" fmla="*/ 297 h 457"/>
                <a:gd name="T24" fmla="*/ 24 w 301"/>
                <a:gd name="T25" fmla="*/ 334 h 457"/>
                <a:gd name="T26" fmla="*/ 0 w 301"/>
                <a:gd name="T27" fmla="*/ 411 h 457"/>
                <a:gd name="T28" fmla="*/ 200 w 301"/>
                <a:gd name="T29" fmla="*/ 353 h 457"/>
                <a:gd name="T30" fmla="*/ 300 w 301"/>
                <a:gd name="T31" fmla="*/ 456 h 45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01" h="457">
                  <a:moveTo>
                    <a:pt x="300" y="456"/>
                  </a:moveTo>
                  <a:lnTo>
                    <a:pt x="300" y="0"/>
                  </a:lnTo>
                  <a:lnTo>
                    <a:pt x="259" y="26"/>
                  </a:lnTo>
                  <a:lnTo>
                    <a:pt x="229" y="50"/>
                  </a:lnTo>
                  <a:lnTo>
                    <a:pt x="199" y="76"/>
                  </a:lnTo>
                  <a:lnTo>
                    <a:pt x="171" y="103"/>
                  </a:lnTo>
                  <a:lnTo>
                    <a:pt x="144" y="131"/>
                  </a:lnTo>
                  <a:lnTo>
                    <a:pt x="119" y="161"/>
                  </a:lnTo>
                  <a:lnTo>
                    <a:pt x="97" y="193"/>
                  </a:lnTo>
                  <a:lnTo>
                    <a:pt x="76" y="227"/>
                  </a:lnTo>
                  <a:lnTo>
                    <a:pt x="56" y="262"/>
                  </a:lnTo>
                  <a:lnTo>
                    <a:pt x="40" y="297"/>
                  </a:lnTo>
                  <a:lnTo>
                    <a:pt x="24" y="334"/>
                  </a:lnTo>
                  <a:lnTo>
                    <a:pt x="0" y="411"/>
                  </a:lnTo>
                  <a:lnTo>
                    <a:pt x="200" y="353"/>
                  </a:lnTo>
                  <a:lnTo>
                    <a:pt x="300" y="456"/>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8" name="Freeform 101">
              <a:extLst>
                <a:ext uri="{FF2B5EF4-FFF2-40B4-BE49-F238E27FC236}">
                  <a16:creationId xmlns:a16="http://schemas.microsoft.com/office/drawing/2014/main" id="{82081CAB-35B2-665D-23E3-7E6DE6212551}"/>
                </a:ext>
              </a:extLst>
            </p:cNvPr>
            <p:cNvSpPr>
              <a:spLocks/>
            </p:cNvSpPr>
            <p:nvPr/>
          </p:nvSpPr>
          <p:spPr bwMode="auto">
            <a:xfrm>
              <a:off x="3757" y="3094"/>
              <a:ext cx="367" cy="661"/>
            </a:xfrm>
            <a:custGeom>
              <a:avLst/>
              <a:gdLst>
                <a:gd name="T0" fmla="*/ 366 w 367"/>
                <a:gd name="T1" fmla="*/ 442 h 661"/>
                <a:gd name="T2" fmla="*/ 366 w 367"/>
                <a:gd name="T3" fmla="*/ 123 h 661"/>
                <a:gd name="T4" fmla="*/ 247 w 367"/>
                <a:gd name="T5" fmla="*/ 0 h 661"/>
                <a:gd name="T6" fmla="*/ 0 w 367"/>
                <a:gd name="T7" fmla="*/ 71 h 661"/>
                <a:gd name="T8" fmla="*/ 52 w 367"/>
                <a:gd name="T9" fmla="*/ 84 h 661"/>
                <a:gd name="T10" fmla="*/ 47 w 367"/>
                <a:gd name="T11" fmla="*/ 129 h 661"/>
                <a:gd name="T12" fmla="*/ 45 w 367"/>
                <a:gd name="T13" fmla="*/ 176 h 661"/>
                <a:gd name="T14" fmla="*/ 47 w 367"/>
                <a:gd name="T15" fmla="*/ 211 h 661"/>
                <a:gd name="T16" fmla="*/ 49 w 367"/>
                <a:gd name="T17" fmla="*/ 246 h 661"/>
                <a:gd name="T18" fmla="*/ 54 w 367"/>
                <a:gd name="T19" fmla="*/ 280 h 661"/>
                <a:gd name="T20" fmla="*/ 60 w 367"/>
                <a:gd name="T21" fmla="*/ 314 h 661"/>
                <a:gd name="T22" fmla="*/ 68 w 367"/>
                <a:gd name="T23" fmla="*/ 347 h 661"/>
                <a:gd name="T24" fmla="*/ 77 w 367"/>
                <a:gd name="T25" fmla="*/ 380 h 661"/>
                <a:gd name="T26" fmla="*/ 89 w 367"/>
                <a:gd name="T27" fmla="*/ 412 h 661"/>
                <a:gd name="T28" fmla="*/ 101 w 367"/>
                <a:gd name="T29" fmla="*/ 443 h 661"/>
                <a:gd name="T30" fmla="*/ 131 w 367"/>
                <a:gd name="T31" fmla="*/ 503 h 661"/>
                <a:gd name="T32" fmla="*/ 148 w 367"/>
                <a:gd name="T33" fmla="*/ 531 h 661"/>
                <a:gd name="T34" fmla="*/ 166 w 367"/>
                <a:gd name="T35" fmla="*/ 559 h 661"/>
                <a:gd name="T36" fmla="*/ 206 w 367"/>
                <a:gd name="T37" fmla="*/ 611 h 661"/>
                <a:gd name="T38" fmla="*/ 251 w 367"/>
                <a:gd name="T39" fmla="*/ 660 h 661"/>
                <a:gd name="T40" fmla="*/ 300 w 367"/>
                <a:gd name="T41" fmla="*/ 460 h 661"/>
                <a:gd name="T42" fmla="*/ 366 w 367"/>
                <a:gd name="T43" fmla="*/ 442 h 6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7" h="661">
                  <a:moveTo>
                    <a:pt x="366" y="442"/>
                  </a:moveTo>
                  <a:lnTo>
                    <a:pt x="366" y="123"/>
                  </a:lnTo>
                  <a:lnTo>
                    <a:pt x="247" y="0"/>
                  </a:lnTo>
                  <a:lnTo>
                    <a:pt x="0" y="71"/>
                  </a:lnTo>
                  <a:lnTo>
                    <a:pt x="52" y="84"/>
                  </a:lnTo>
                  <a:lnTo>
                    <a:pt x="47" y="129"/>
                  </a:lnTo>
                  <a:lnTo>
                    <a:pt x="45" y="176"/>
                  </a:lnTo>
                  <a:lnTo>
                    <a:pt x="47" y="211"/>
                  </a:lnTo>
                  <a:lnTo>
                    <a:pt x="49" y="246"/>
                  </a:lnTo>
                  <a:lnTo>
                    <a:pt x="54" y="280"/>
                  </a:lnTo>
                  <a:lnTo>
                    <a:pt x="60" y="314"/>
                  </a:lnTo>
                  <a:lnTo>
                    <a:pt x="68" y="347"/>
                  </a:lnTo>
                  <a:lnTo>
                    <a:pt x="77" y="380"/>
                  </a:lnTo>
                  <a:lnTo>
                    <a:pt x="89" y="412"/>
                  </a:lnTo>
                  <a:lnTo>
                    <a:pt x="101" y="443"/>
                  </a:lnTo>
                  <a:lnTo>
                    <a:pt x="131" y="503"/>
                  </a:lnTo>
                  <a:lnTo>
                    <a:pt x="148" y="531"/>
                  </a:lnTo>
                  <a:lnTo>
                    <a:pt x="166" y="559"/>
                  </a:lnTo>
                  <a:lnTo>
                    <a:pt x="206" y="611"/>
                  </a:lnTo>
                  <a:lnTo>
                    <a:pt x="251" y="660"/>
                  </a:lnTo>
                  <a:lnTo>
                    <a:pt x="300" y="460"/>
                  </a:lnTo>
                  <a:lnTo>
                    <a:pt x="366" y="442"/>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49" name="Freeform 102">
              <a:extLst>
                <a:ext uri="{FF2B5EF4-FFF2-40B4-BE49-F238E27FC236}">
                  <a16:creationId xmlns:a16="http://schemas.microsoft.com/office/drawing/2014/main" id="{83CC220F-E1AF-F882-DDB3-833DE94AF90E}"/>
                </a:ext>
              </a:extLst>
            </p:cNvPr>
            <p:cNvSpPr>
              <a:spLocks/>
            </p:cNvSpPr>
            <p:nvPr/>
          </p:nvSpPr>
          <p:spPr bwMode="auto">
            <a:xfrm>
              <a:off x="4028" y="3585"/>
              <a:ext cx="96" cy="261"/>
            </a:xfrm>
            <a:custGeom>
              <a:avLst/>
              <a:gdLst>
                <a:gd name="T0" fmla="*/ 95 w 96"/>
                <a:gd name="T1" fmla="*/ 260 h 261"/>
                <a:gd name="T2" fmla="*/ 95 w 96"/>
                <a:gd name="T3" fmla="*/ 0 h 261"/>
                <a:gd name="T4" fmla="*/ 59 w 96"/>
                <a:gd name="T5" fmla="*/ 9 h 261"/>
                <a:gd name="T6" fmla="*/ 0 w 96"/>
                <a:gd name="T7" fmla="*/ 257 h 261"/>
                <a:gd name="T8" fmla="*/ 37 w 96"/>
                <a:gd name="T9" fmla="*/ 217 h 261"/>
                <a:gd name="T10" fmla="*/ 79 w 96"/>
                <a:gd name="T11" fmla="*/ 249 h 261"/>
                <a:gd name="T12" fmla="*/ 95 w 96"/>
                <a:gd name="T13" fmla="*/ 260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 h="261">
                  <a:moveTo>
                    <a:pt x="95" y="260"/>
                  </a:moveTo>
                  <a:lnTo>
                    <a:pt x="95" y="0"/>
                  </a:lnTo>
                  <a:lnTo>
                    <a:pt x="59" y="9"/>
                  </a:lnTo>
                  <a:lnTo>
                    <a:pt x="0" y="257"/>
                  </a:lnTo>
                  <a:lnTo>
                    <a:pt x="37" y="217"/>
                  </a:lnTo>
                  <a:lnTo>
                    <a:pt x="79" y="249"/>
                  </a:lnTo>
                  <a:lnTo>
                    <a:pt x="95" y="26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0" name="Freeform 103">
              <a:extLst>
                <a:ext uri="{FF2B5EF4-FFF2-40B4-BE49-F238E27FC236}">
                  <a16:creationId xmlns:a16="http://schemas.microsoft.com/office/drawing/2014/main" id="{5302126B-41FE-EE24-D01E-5C4BDA3F7A11}"/>
                </a:ext>
              </a:extLst>
            </p:cNvPr>
            <p:cNvSpPr>
              <a:spLocks/>
            </p:cNvSpPr>
            <p:nvPr/>
          </p:nvSpPr>
          <p:spPr bwMode="auto">
            <a:xfrm>
              <a:off x="3757" y="3094"/>
              <a:ext cx="474" cy="667"/>
            </a:xfrm>
            <a:custGeom>
              <a:avLst/>
              <a:gdLst>
                <a:gd name="T0" fmla="*/ 430 w 474"/>
                <a:gd name="T1" fmla="*/ 181 h 667"/>
                <a:gd name="T2" fmla="*/ 251 w 474"/>
                <a:gd name="T3" fmla="*/ 0 h 667"/>
                <a:gd name="T4" fmla="*/ 0 w 474"/>
                <a:gd name="T5" fmla="*/ 72 h 667"/>
                <a:gd name="T6" fmla="*/ 53 w 474"/>
                <a:gd name="T7" fmla="*/ 85 h 667"/>
                <a:gd name="T8" fmla="*/ 48 w 474"/>
                <a:gd name="T9" fmla="*/ 130 h 667"/>
                <a:gd name="T10" fmla="*/ 46 w 474"/>
                <a:gd name="T11" fmla="*/ 177 h 667"/>
                <a:gd name="T12" fmla="*/ 48 w 474"/>
                <a:gd name="T13" fmla="*/ 213 h 667"/>
                <a:gd name="T14" fmla="*/ 50 w 474"/>
                <a:gd name="T15" fmla="*/ 248 h 667"/>
                <a:gd name="T16" fmla="*/ 55 w 474"/>
                <a:gd name="T17" fmla="*/ 283 h 667"/>
                <a:gd name="T18" fmla="*/ 61 w 474"/>
                <a:gd name="T19" fmla="*/ 317 h 667"/>
                <a:gd name="T20" fmla="*/ 69 w 474"/>
                <a:gd name="T21" fmla="*/ 350 h 667"/>
                <a:gd name="T22" fmla="*/ 79 w 474"/>
                <a:gd name="T23" fmla="*/ 383 h 667"/>
                <a:gd name="T24" fmla="*/ 91 w 474"/>
                <a:gd name="T25" fmla="*/ 416 h 667"/>
                <a:gd name="T26" fmla="*/ 103 w 474"/>
                <a:gd name="T27" fmla="*/ 447 h 667"/>
                <a:gd name="T28" fmla="*/ 133 w 474"/>
                <a:gd name="T29" fmla="*/ 507 h 667"/>
                <a:gd name="T30" fmla="*/ 151 w 474"/>
                <a:gd name="T31" fmla="*/ 536 h 667"/>
                <a:gd name="T32" fmla="*/ 169 w 474"/>
                <a:gd name="T33" fmla="*/ 564 h 667"/>
                <a:gd name="T34" fmla="*/ 210 w 474"/>
                <a:gd name="T35" fmla="*/ 617 h 667"/>
                <a:gd name="T36" fmla="*/ 255 w 474"/>
                <a:gd name="T37" fmla="*/ 666 h 667"/>
                <a:gd name="T38" fmla="*/ 305 w 474"/>
                <a:gd name="T39" fmla="*/ 464 h 667"/>
                <a:gd name="T40" fmla="*/ 473 w 474"/>
                <a:gd name="T41" fmla="*/ 419 h 667"/>
                <a:gd name="T42" fmla="*/ 452 w 474"/>
                <a:gd name="T43" fmla="*/ 394 h 667"/>
                <a:gd name="T44" fmla="*/ 432 w 474"/>
                <a:gd name="T45" fmla="*/ 369 h 667"/>
                <a:gd name="T46" fmla="*/ 416 w 474"/>
                <a:gd name="T47" fmla="*/ 340 h 667"/>
                <a:gd name="T48" fmla="*/ 402 w 474"/>
                <a:gd name="T49" fmla="*/ 309 h 667"/>
                <a:gd name="T50" fmla="*/ 391 w 474"/>
                <a:gd name="T51" fmla="*/ 279 h 667"/>
                <a:gd name="T52" fmla="*/ 382 w 474"/>
                <a:gd name="T53" fmla="*/ 246 h 667"/>
                <a:gd name="T54" fmla="*/ 378 w 474"/>
                <a:gd name="T55" fmla="*/ 212 h 667"/>
                <a:gd name="T56" fmla="*/ 376 w 474"/>
                <a:gd name="T57" fmla="*/ 177 h 667"/>
                <a:gd name="T58" fmla="*/ 376 w 474"/>
                <a:gd name="T59" fmla="*/ 167 h 667"/>
                <a:gd name="T60" fmla="*/ 430 w 474"/>
                <a:gd name="T61" fmla="*/ 181 h 6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74" h="667">
                  <a:moveTo>
                    <a:pt x="430" y="181"/>
                  </a:moveTo>
                  <a:lnTo>
                    <a:pt x="251" y="0"/>
                  </a:lnTo>
                  <a:lnTo>
                    <a:pt x="0" y="72"/>
                  </a:lnTo>
                  <a:lnTo>
                    <a:pt x="53" y="85"/>
                  </a:lnTo>
                  <a:lnTo>
                    <a:pt x="48" y="130"/>
                  </a:lnTo>
                  <a:lnTo>
                    <a:pt x="46" y="177"/>
                  </a:lnTo>
                  <a:lnTo>
                    <a:pt x="48" y="213"/>
                  </a:lnTo>
                  <a:lnTo>
                    <a:pt x="50" y="248"/>
                  </a:lnTo>
                  <a:lnTo>
                    <a:pt x="55" y="283"/>
                  </a:lnTo>
                  <a:lnTo>
                    <a:pt x="61" y="317"/>
                  </a:lnTo>
                  <a:lnTo>
                    <a:pt x="69" y="350"/>
                  </a:lnTo>
                  <a:lnTo>
                    <a:pt x="79" y="383"/>
                  </a:lnTo>
                  <a:lnTo>
                    <a:pt x="91" y="416"/>
                  </a:lnTo>
                  <a:lnTo>
                    <a:pt x="103" y="447"/>
                  </a:lnTo>
                  <a:lnTo>
                    <a:pt x="133" y="507"/>
                  </a:lnTo>
                  <a:lnTo>
                    <a:pt x="151" y="536"/>
                  </a:lnTo>
                  <a:lnTo>
                    <a:pt x="169" y="564"/>
                  </a:lnTo>
                  <a:lnTo>
                    <a:pt x="210" y="617"/>
                  </a:lnTo>
                  <a:lnTo>
                    <a:pt x="255" y="666"/>
                  </a:lnTo>
                  <a:lnTo>
                    <a:pt x="305" y="464"/>
                  </a:lnTo>
                  <a:lnTo>
                    <a:pt x="473" y="419"/>
                  </a:lnTo>
                  <a:lnTo>
                    <a:pt x="452" y="394"/>
                  </a:lnTo>
                  <a:lnTo>
                    <a:pt x="432" y="369"/>
                  </a:lnTo>
                  <a:lnTo>
                    <a:pt x="416" y="340"/>
                  </a:lnTo>
                  <a:lnTo>
                    <a:pt x="402" y="309"/>
                  </a:lnTo>
                  <a:lnTo>
                    <a:pt x="391" y="279"/>
                  </a:lnTo>
                  <a:lnTo>
                    <a:pt x="382" y="246"/>
                  </a:lnTo>
                  <a:lnTo>
                    <a:pt x="378" y="212"/>
                  </a:lnTo>
                  <a:lnTo>
                    <a:pt x="376" y="177"/>
                  </a:lnTo>
                  <a:lnTo>
                    <a:pt x="376" y="167"/>
                  </a:lnTo>
                  <a:lnTo>
                    <a:pt x="430" y="181"/>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1" name="Freeform 104">
              <a:extLst>
                <a:ext uri="{FF2B5EF4-FFF2-40B4-BE49-F238E27FC236}">
                  <a16:creationId xmlns:a16="http://schemas.microsoft.com/office/drawing/2014/main" id="{B1195379-DAC1-333E-5FC0-4809784AB1B0}"/>
                </a:ext>
              </a:extLst>
            </p:cNvPr>
            <p:cNvSpPr>
              <a:spLocks/>
            </p:cNvSpPr>
            <p:nvPr/>
          </p:nvSpPr>
          <p:spPr bwMode="auto">
            <a:xfrm>
              <a:off x="4028" y="3531"/>
              <a:ext cx="640" cy="418"/>
            </a:xfrm>
            <a:custGeom>
              <a:avLst/>
              <a:gdLst>
                <a:gd name="T0" fmla="*/ 307 w 640"/>
                <a:gd name="T1" fmla="*/ 0 h 418"/>
                <a:gd name="T2" fmla="*/ 63 w 640"/>
                <a:gd name="T3" fmla="*/ 64 h 418"/>
                <a:gd name="T4" fmla="*/ 0 w 640"/>
                <a:gd name="T5" fmla="*/ 316 h 418"/>
                <a:gd name="T6" fmla="*/ 40 w 640"/>
                <a:gd name="T7" fmla="*/ 275 h 418"/>
                <a:gd name="T8" fmla="*/ 84 w 640"/>
                <a:gd name="T9" fmla="*/ 307 h 418"/>
                <a:gd name="T10" fmla="*/ 130 w 640"/>
                <a:gd name="T11" fmla="*/ 335 h 418"/>
                <a:gd name="T12" fmla="*/ 180 w 640"/>
                <a:gd name="T13" fmla="*/ 359 h 418"/>
                <a:gd name="T14" fmla="*/ 231 w 640"/>
                <a:gd name="T15" fmla="*/ 379 h 418"/>
                <a:gd name="T16" fmla="*/ 284 w 640"/>
                <a:gd name="T17" fmla="*/ 395 h 418"/>
                <a:gd name="T18" fmla="*/ 339 w 640"/>
                <a:gd name="T19" fmla="*/ 407 h 418"/>
                <a:gd name="T20" fmla="*/ 395 w 640"/>
                <a:gd name="T21" fmla="*/ 414 h 418"/>
                <a:gd name="T22" fmla="*/ 453 w 640"/>
                <a:gd name="T23" fmla="*/ 417 h 418"/>
                <a:gd name="T24" fmla="*/ 501 w 640"/>
                <a:gd name="T25" fmla="*/ 414 h 418"/>
                <a:gd name="T26" fmla="*/ 549 w 640"/>
                <a:gd name="T27" fmla="*/ 411 h 418"/>
                <a:gd name="T28" fmla="*/ 595 w 640"/>
                <a:gd name="T29" fmla="*/ 401 h 418"/>
                <a:gd name="T30" fmla="*/ 639 w 640"/>
                <a:gd name="T31" fmla="*/ 391 h 418"/>
                <a:gd name="T32" fmla="*/ 491 w 640"/>
                <a:gd name="T33" fmla="*/ 248 h 418"/>
                <a:gd name="T34" fmla="*/ 538 w 640"/>
                <a:gd name="T35" fmla="*/ 78 h 418"/>
                <a:gd name="T36" fmla="*/ 497 w 640"/>
                <a:gd name="T37" fmla="*/ 86 h 418"/>
                <a:gd name="T38" fmla="*/ 453 w 640"/>
                <a:gd name="T39" fmla="*/ 88 h 418"/>
                <a:gd name="T40" fmla="*/ 404 w 640"/>
                <a:gd name="T41" fmla="*/ 85 h 418"/>
                <a:gd name="T42" fmla="*/ 380 w 640"/>
                <a:gd name="T43" fmla="*/ 81 h 418"/>
                <a:gd name="T44" fmla="*/ 357 w 640"/>
                <a:gd name="T45" fmla="*/ 75 h 418"/>
                <a:gd name="T46" fmla="*/ 334 w 640"/>
                <a:gd name="T47" fmla="*/ 68 h 418"/>
                <a:gd name="T48" fmla="*/ 313 w 640"/>
                <a:gd name="T49" fmla="*/ 60 h 418"/>
                <a:gd name="T50" fmla="*/ 271 w 640"/>
                <a:gd name="T51" fmla="*/ 38 h 418"/>
                <a:gd name="T52" fmla="*/ 307 w 640"/>
                <a:gd name="T53" fmla="*/ 0 h 41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40" h="418">
                  <a:moveTo>
                    <a:pt x="307" y="0"/>
                  </a:moveTo>
                  <a:lnTo>
                    <a:pt x="63" y="64"/>
                  </a:lnTo>
                  <a:lnTo>
                    <a:pt x="0" y="316"/>
                  </a:lnTo>
                  <a:lnTo>
                    <a:pt x="40" y="275"/>
                  </a:lnTo>
                  <a:lnTo>
                    <a:pt x="84" y="307"/>
                  </a:lnTo>
                  <a:lnTo>
                    <a:pt x="130" y="335"/>
                  </a:lnTo>
                  <a:lnTo>
                    <a:pt x="180" y="359"/>
                  </a:lnTo>
                  <a:lnTo>
                    <a:pt x="231" y="379"/>
                  </a:lnTo>
                  <a:lnTo>
                    <a:pt x="284" y="395"/>
                  </a:lnTo>
                  <a:lnTo>
                    <a:pt x="339" y="407"/>
                  </a:lnTo>
                  <a:lnTo>
                    <a:pt x="395" y="414"/>
                  </a:lnTo>
                  <a:lnTo>
                    <a:pt x="453" y="417"/>
                  </a:lnTo>
                  <a:lnTo>
                    <a:pt x="501" y="414"/>
                  </a:lnTo>
                  <a:lnTo>
                    <a:pt x="549" y="411"/>
                  </a:lnTo>
                  <a:lnTo>
                    <a:pt x="595" y="401"/>
                  </a:lnTo>
                  <a:lnTo>
                    <a:pt x="639" y="391"/>
                  </a:lnTo>
                  <a:lnTo>
                    <a:pt x="491" y="248"/>
                  </a:lnTo>
                  <a:lnTo>
                    <a:pt x="538" y="78"/>
                  </a:lnTo>
                  <a:lnTo>
                    <a:pt x="497" y="86"/>
                  </a:lnTo>
                  <a:lnTo>
                    <a:pt x="453" y="88"/>
                  </a:lnTo>
                  <a:lnTo>
                    <a:pt x="404" y="85"/>
                  </a:lnTo>
                  <a:lnTo>
                    <a:pt x="380" y="81"/>
                  </a:lnTo>
                  <a:lnTo>
                    <a:pt x="357" y="75"/>
                  </a:lnTo>
                  <a:lnTo>
                    <a:pt x="334" y="68"/>
                  </a:lnTo>
                  <a:lnTo>
                    <a:pt x="313" y="60"/>
                  </a:lnTo>
                  <a:lnTo>
                    <a:pt x="271" y="38"/>
                  </a:lnTo>
                  <a:lnTo>
                    <a:pt x="307" y="0"/>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2" name="Freeform 105">
              <a:extLst>
                <a:ext uri="{FF2B5EF4-FFF2-40B4-BE49-F238E27FC236}">
                  <a16:creationId xmlns:a16="http://schemas.microsoft.com/office/drawing/2014/main" id="{E853771A-E692-8595-1377-D8178B8EE788}"/>
                </a:ext>
              </a:extLst>
            </p:cNvPr>
            <p:cNvSpPr>
              <a:spLocks/>
            </p:cNvSpPr>
            <p:nvPr/>
          </p:nvSpPr>
          <p:spPr bwMode="auto">
            <a:xfrm>
              <a:off x="4565" y="3369"/>
              <a:ext cx="575" cy="585"/>
            </a:xfrm>
            <a:custGeom>
              <a:avLst/>
              <a:gdLst>
                <a:gd name="T0" fmla="*/ 67 w 575"/>
                <a:gd name="T1" fmla="*/ 161 h 585"/>
                <a:gd name="T2" fmla="*/ 0 w 575"/>
                <a:gd name="T3" fmla="*/ 404 h 585"/>
                <a:gd name="T4" fmla="*/ 188 w 575"/>
                <a:gd name="T5" fmla="*/ 584 h 585"/>
                <a:gd name="T6" fmla="*/ 172 w 575"/>
                <a:gd name="T7" fmla="*/ 529 h 585"/>
                <a:gd name="T8" fmla="*/ 209 w 575"/>
                <a:gd name="T9" fmla="*/ 513 h 585"/>
                <a:gd name="T10" fmla="*/ 243 w 575"/>
                <a:gd name="T11" fmla="*/ 495 h 585"/>
                <a:gd name="T12" fmla="*/ 278 w 575"/>
                <a:gd name="T13" fmla="*/ 474 h 585"/>
                <a:gd name="T14" fmla="*/ 310 w 575"/>
                <a:gd name="T15" fmla="*/ 452 h 585"/>
                <a:gd name="T16" fmla="*/ 342 w 575"/>
                <a:gd name="T17" fmla="*/ 428 h 585"/>
                <a:gd name="T18" fmla="*/ 371 w 575"/>
                <a:gd name="T19" fmla="*/ 403 h 585"/>
                <a:gd name="T20" fmla="*/ 400 w 575"/>
                <a:gd name="T21" fmla="*/ 375 h 585"/>
                <a:gd name="T22" fmla="*/ 427 w 575"/>
                <a:gd name="T23" fmla="*/ 348 h 585"/>
                <a:gd name="T24" fmla="*/ 452 w 575"/>
                <a:gd name="T25" fmla="*/ 317 h 585"/>
                <a:gd name="T26" fmla="*/ 475 w 575"/>
                <a:gd name="T27" fmla="*/ 285 h 585"/>
                <a:gd name="T28" fmla="*/ 496 w 575"/>
                <a:gd name="T29" fmla="*/ 252 h 585"/>
                <a:gd name="T30" fmla="*/ 516 w 575"/>
                <a:gd name="T31" fmla="*/ 218 h 585"/>
                <a:gd name="T32" fmla="*/ 533 w 575"/>
                <a:gd name="T33" fmla="*/ 183 h 585"/>
                <a:gd name="T34" fmla="*/ 549 w 575"/>
                <a:gd name="T35" fmla="*/ 146 h 585"/>
                <a:gd name="T36" fmla="*/ 563 w 575"/>
                <a:gd name="T37" fmla="*/ 108 h 585"/>
                <a:gd name="T38" fmla="*/ 574 w 575"/>
                <a:gd name="T39" fmla="*/ 70 h 585"/>
                <a:gd name="T40" fmla="*/ 375 w 575"/>
                <a:gd name="T41" fmla="*/ 126 h 585"/>
                <a:gd name="T42" fmla="*/ 250 w 575"/>
                <a:gd name="T43" fmla="*/ 0 h 585"/>
                <a:gd name="T44" fmla="*/ 239 w 575"/>
                <a:gd name="T45" fmla="*/ 33 h 585"/>
                <a:gd name="T46" fmla="*/ 224 w 575"/>
                <a:gd name="T47" fmla="*/ 65 h 585"/>
                <a:gd name="T48" fmla="*/ 206 w 575"/>
                <a:gd name="T49" fmla="*/ 94 h 585"/>
                <a:gd name="T50" fmla="*/ 185 w 575"/>
                <a:gd name="T51" fmla="*/ 122 h 585"/>
                <a:gd name="T52" fmla="*/ 163 w 575"/>
                <a:gd name="T53" fmla="*/ 147 h 585"/>
                <a:gd name="T54" fmla="*/ 137 w 575"/>
                <a:gd name="T55" fmla="*/ 171 h 585"/>
                <a:gd name="T56" fmla="*/ 110 w 575"/>
                <a:gd name="T57" fmla="*/ 191 h 585"/>
                <a:gd name="T58" fmla="*/ 81 w 575"/>
                <a:gd name="T59" fmla="*/ 209 h 585"/>
                <a:gd name="T60" fmla="*/ 67 w 575"/>
                <a:gd name="T61" fmla="*/ 161 h 5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5" h="585">
                  <a:moveTo>
                    <a:pt x="67" y="161"/>
                  </a:moveTo>
                  <a:lnTo>
                    <a:pt x="0" y="404"/>
                  </a:lnTo>
                  <a:lnTo>
                    <a:pt x="188" y="584"/>
                  </a:lnTo>
                  <a:lnTo>
                    <a:pt x="172" y="529"/>
                  </a:lnTo>
                  <a:lnTo>
                    <a:pt x="209" y="513"/>
                  </a:lnTo>
                  <a:lnTo>
                    <a:pt x="243" y="495"/>
                  </a:lnTo>
                  <a:lnTo>
                    <a:pt x="278" y="474"/>
                  </a:lnTo>
                  <a:lnTo>
                    <a:pt x="310" y="452"/>
                  </a:lnTo>
                  <a:lnTo>
                    <a:pt x="342" y="428"/>
                  </a:lnTo>
                  <a:lnTo>
                    <a:pt x="371" y="403"/>
                  </a:lnTo>
                  <a:lnTo>
                    <a:pt x="400" y="375"/>
                  </a:lnTo>
                  <a:lnTo>
                    <a:pt x="427" y="348"/>
                  </a:lnTo>
                  <a:lnTo>
                    <a:pt x="452" y="317"/>
                  </a:lnTo>
                  <a:lnTo>
                    <a:pt x="475" y="285"/>
                  </a:lnTo>
                  <a:lnTo>
                    <a:pt x="496" y="252"/>
                  </a:lnTo>
                  <a:lnTo>
                    <a:pt x="516" y="218"/>
                  </a:lnTo>
                  <a:lnTo>
                    <a:pt x="533" y="183"/>
                  </a:lnTo>
                  <a:lnTo>
                    <a:pt x="549" y="146"/>
                  </a:lnTo>
                  <a:lnTo>
                    <a:pt x="563" y="108"/>
                  </a:lnTo>
                  <a:lnTo>
                    <a:pt x="574" y="70"/>
                  </a:lnTo>
                  <a:lnTo>
                    <a:pt x="375" y="126"/>
                  </a:lnTo>
                  <a:lnTo>
                    <a:pt x="250" y="0"/>
                  </a:lnTo>
                  <a:lnTo>
                    <a:pt x="239" y="33"/>
                  </a:lnTo>
                  <a:lnTo>
                    <a:pt x="224" y="65"/>
                  </a:lnTo>
                  <a:lnTo>
                    <a:pt x="206" y="94"/>
                  </a:lnTo>
                  <a:lnTo>
                    <a:pt x="185" y="122"/>
                  </a:lnTo>
                  <a:lnTo>
                    <a:pt x="163" y="147"/>
                  </a:lnTo>
                  <a:lnTo>
                    <a:pt x="137" y="171"/>
                  </a:lnTo>
                  <a:lnTo>
                    <a:pt x="110" y="191"/>
                  </a:lnTo>
                  <a:lnTo>
                    <a:pt x="81" y="209"/>
                  </a:lnTo>
                  <a:lnTo>
                    <a:pt x="67" y="161"/>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3" name="Freeform 106">
              <a:extLst>
                <a:ext uri="{FF2B5EF4-FFF2-40B4-BE49-F238E27FC236}">
                  <a16:creationId xmlns:a16="http://schemas.microsoft.com/office/drawing/2014/main" id="{723B4D0F-280F-66F8-17DC-6A9117789585}"/>
                </a:ext>
              </a:extLst>
            </p:cNvPr>
            <p:cNvSpPr>
              <a:spLocks/>
            </p:cNvSpPr>
            <p:nvPr/>
          </p:nvSpPr>
          <p:spPr bwMode="auto">
            <a:xfrm>
              <a:off x="4735" y="2788"/>
              <a:ext cx="473" cy="666"/>
            </a:xfrm>
            <a:custGeom>
              <a:avLst/>
              <a:gdLst>
                <a:gd name="T0" fmla="*/ 44 w 473"/>
                <a:gd name="T1" fmla="*/ 484 h 666"/>
                <a:gd name="T2" fmla="*/ 223 w 473"/>
                <a:gd name="T3" fmla="*/ 665 h 666"/>
                <a:gd name="T4" fmla="*/ 472 w 473"/>
                <a:gd name="T5" fmla="*/ 593 h 666"/>
                <a:gd name="T6" fmla="*/ 417 w 473"/>
                <a:gd name="T7" fmla="*/ 578 h 666"/>
                <a:gd name="T8" fmla="*/ 422 w 473"/>
                <a:gd name="T9" fmla="*/ 531 h 666"/>
                <a:gd name="T10" fmla="*/ 424 w 473"/>
                <a:gd name="T11" fmla="*/ 483 h 666"/>
                <a:gd name="T12" fmla="*/ 420 w 473"/>
                <a:gd name="T13" fmla="*/ 413 h 666"/>
                <a:gd name="T14" fmla="*/ 409 w 473"/>
                <a:gd name="T15" fmla="*/ 345 h 666"/>
                <a:gd name="T16" fmla="*/ 392 w 473"/>
                <a:gd name="T17" fmla="*/ 279 h 666"/>
                <a:gd name="T18" fmla="*/ 369 w 473"/>
                <a:gd name="T19" fmla="*/ 217 h 666"/>
                <a:gd name="T20" fmla="*/ 355 w 473"/>
                <a:gd name="T21" fmla="*/ 186 h 666"/>
                <a:gd name="T22" fmla="*/ 339 w 473"/>
                <a:gd name="T23" fmla="*/ 157 h 666"/>
                <a:gd name="T24" fmla="*/ 323 w 473"/>
                <a:gd name="T25" fmla="*/ 127 h 666"/>
                <a:gd name="T26" fmla="*/ 305 w 473"/>
                <a:gd name="T27" fmla="*/ 101 h 666"/>
                <a:gd name="T28" fmla="*/ 285 w 473"/>
                <a:gd name="T29" fmla="*/ 74 h 666"/>
                <a:gd name="T30" fmla="*/ 264 w 473"/>
                <a:gd name="T31" fmla="*/ 48 h 666"/>
                <a:gd name="T32" fmla="*/ 219 w 473"/>
                <a:gd name="T33" fmla="*/ 0 h 666"/>
                <a:gd name="T34" fmla="*/ 169 w 473"/>
                <a:gd name="T35" fmla="*/ 202 h 666"/>
                <a:gd name="T36" fmla="*/ 0 w 473"/>
                <a:gd name="T37" fmla="*/ 245 h 666"/>
                <a:gd name="T38" fmla="*/ 20 w 473"/>
                <a:gd name="T39" fmla="*/ 270 h 666"/>
                <a:gd name="T40" fmla="*/ 39 w 473"/>
                <a:gd name="T41" fmla="*/ 296 h 666"/>
                <a:gd name="T42" fmla="*/ 55 w 473"/>
                <a:gd name="T43" fmla="*/ 324 h 666"/>
                <a:gd name="T44" fmla="*/ 69 w 473"/>
                <a:gd name="T45" fmla="*/ 353 h 666"/>
                <a:gd name="T46" fmla="*/ 79 w 473"/>
                <a:gd name="T47" fmla="*/ 384 h 666"/>
                <a:gd name="T48" fmla="*/ 88 w 473"/>
                <a:gd name="T49" fmla="*/ 416 h 666"/>
                <a:gd name="T50" fmla="*/ 92 w 473"/>
                <a:gd name="T51" fmla="*/ 449 h 666"/>
                <a:gd name="T52" fmla="*/ 94 w 473"/>
                <a:gd name="T53" fmla="*/ 483 h 666"/>
                <a:gd name="T54" fmla="*/ 93 w 473"/>
                <a:gd name="T55" fmla="*/ 496 h 666"/>
                <a:gd name="T56" fmla="*/ 44 w 473"/>
                <a:gd name="T57" fmla="*/ 484 h 6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73" h="666">
                  <a:moveTo>
                    <a:pt x="44" y="484"/>
                  </a:moveTo>
                  <a:lnTo>
                    <a:pt x="223" y="665"/>
                  </a:lnTo>
                  <a:lnTo>
                    <a:pt x="472" y="593"/>
                  </a:lnTo>
                  <a:lnTo>
                    <a:pt x="417" y="578"/>
                  </a:lnTo>
                  <a:lnTo>
                    <a:pt x="422" y="531"/>
                  </a:lnTo>
                  <a:lnTo>
                    <a:pt x="424" y="483"/>
                  </a:lnTo>
                  <a:lnTo>
                    <a:pt x="420" y="413"/>
                  </a:lnTo>
                  <a:lnTo>
                    <a:pt x="409" y="345"/>
                  </a:lnTo>
                  <a:lnTo>
                    <a:pt x="392" y="279"/>
                  </a:lnTo>
                  <a:lnTo>
                    <a:pt x="369" y="217"/>
                  </a:lnTo>
                  <a:lnTo>
                    <a:pt x="355" y="186"/>
                  </a:lnTo>
                  <a:lnTo>
                    <a:pt x="339" y="157"/>
                  </a:lnTo>
                  <a:lnTo>
                    <a:pt x="323" y="127"/>
                  </a:lnTo>
                  <a:lnTo>
                    <a:pt x="305" y="101"/>
                  </a:lnTo>
                  <a:lnTo>
                    <a:pt x="285" y="74"/>
                  </a:lnTo>
                  <a:lnTo>
                    <a:pt x="264" y="48"/>
                  </a:lnTo>
                  <a:lnTo>
                    <a:pt x="219" y="0"/>
                  </a:lnTo>
                  <a:lnTo>
                    <a:pt x="169" y="202"/>
                  </a:lnTo>
                  <a:lnTo>
                    <a:pt x="0" y="245"/>
                  </a:lnTo>
                  <a:lnTo>
                    <a:pt x="20" y="270"/>
                  </a:lnTo>
                  <a:lnTo>
                    <a:pt x="39" y="296"/>
                  </a:lnTo>
                  <a:lnTo>
                    <a:pt x="55" y="324"/>
                  </a:lnTo>
                  <a:lnTo>
                    <a:pt x="69" y="353"/>
                  </a:lnTo>
                  <a:lnTo>
                    <a:pt x="79" y="384"/>
                  </a:lnTo>
                  <a:lnTo>
                    <a:pt x="88" y="416"/>
                  </a:lnTo>
                  <a:lnTo>
                    <a:pt x="92" y="449"/>
                  </a:lnTo>
                  <a:lnTo>
                    <a:pt x="94" y="483"/>
                  </a:lnTo>
                  <a:lnTo>
                    <a:pt x="93" y="496"/>
                  </a:lnTo>
                  <a:lnTo>
                    <a:pt x="44" y="484"/>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4" name="Freeform 107">
              <a:extLst>
                <a:ext uri="{FF2B5EF4-FFF2-40B4-BE49-F238E27FC236}">
                  <a16:creationId xmlns:a16="http://schemas.microsoft.com/office/drawing/2014/main" id="{44521902-3262-9E8F-C933-09E347B726E9}"/>
                </a:ext>
              </a:extLst>
            </p:cNvPr>
            <p:cNvSpPr>
              <a:spLocks/>
            </p:cNvSpPr>
            <p:nvPr/>
          </p:nvSpPr>
          <p:spPr bwMode="auto">
            <a:xfrm>
              <a:off x="4295" y="2595"/>
              <a:ext cx="645" cy="422"/>
            </a:xfrm>
            <a:custGeom>
              <a:avLst/>
              <a:gdLst>
                <a:gd name="T0" fmla="*/ 335 w 645"/>
                <a:gd name="T1" fmla="*/ 421 h 422"/>
                <a:gd name="T2" fmla="*/ 580 w 645"/>
                <a:gd name="T3" fmla="*/ 358 h 422"/>
                <a:gd name="T4" fmla="*/ 644 w 645"/>
                <a:gd name="T5" fmla="*/ 105 h 422"/>
                <a:gd name="T6" fmla="*/ 604 w 645"/>
                <a:gd name="T7" fmla="*/ 145 h 422"/>
                <a:gd name="T8" fmla="*/ 559 w 645"/>
                <a:gd name="T9" fmla="*/ 113 h 422"/>
                <a:gd name="T10" fmla="*/ 512 w 645"/>
                <a:gd name="T11" fmla="*/ 85 h 422"/>
                <a:gd name="T12" fmla="*/ 463 w 645"/>
                <a:gd name="T13" fmla="*/ 59 h 422"/>
                <a:gd name="T14" fmla="*/ 411 w 645"/>
                <a:gd name="T15" fmla="*/ 39 h 422"/>
                <a:gd name="T16" fmla="*/ 357 w 645"/>
                <a:gd name="T17" fmla="*/ 21 h 422"/>
                <a:gd name="T18" fmla="*/ 302 w 645"/>
                <a:gd name="T19" fmla="*/ 9 h 422"/>
                <a:gd name="T20" fmla="*/ 244 w 645"/>
                <a:gd name="T21" fmla="*/ 2 h 422"/>
                <a:gd name="T22" fmla="*/ 186 w 645"/>
                <a:gd name="T23" fmla="*/ 0 h 422"/>
                <a:gd name="T24" fmla="*/ 138 w 645"/>
                <a:gd name="T25" fmla="*/ 2 h 422"/>
                <a:gd name="T26" fmla="*/ 91 w 645"/>
                <a:gd name="T27" fmla="*/ 6 h 422"/>
                <a:gd name="T28" fmla="*/ 45 w 645"/>
                <a:gd name="T29" fmla="*/ 15 h 422"/>
                <a:gd name="T30" fmla="*/ 0 w 645"/>
                <a:gd name="T31" fmla="*/ 26 h 422"/>
                <a:gd name="T32" fmla="*/ 152 w 645"/>
                <a:gd name="T33" fmla="*/ 173 h 422"/>
                <a:gd name="T34" fmla="*/ 107 w 645"/>
                <a:gd name="T35" fmla="*/ 336 h 422"/>
                <a:gd name="T36" fmla="*/ 146 w 645"/>
                <a:gd name="T37" fmla="*/ 330 h 422"/>
                <a:gd name="T38" fmla="*/ 186 w 645"/>
                <a:gd name="T39" fmla="*/ 328 h 422"/>
                <a:gd name="T40" fmla="*/ 237 w 645"/>
                <a:gd name="T41" fmla="*/ 331 h 422"/>
                <a:gd name="T42" fmla="*/ 285 w 645"/>
                <a:gd name="T43" fmla="*/ 342 h 422"/>
                <a:gd name="T44" fmla="*/ 330 w 645"/>
                <a:gd name="T45" fmla="*/ 359 h 422"/>
                <a:gd name="T46" fmla="*/ 373 w 645"/>
                <a:gd name="T47" fmla="*/ 382 h 422"/>
                <a:gd name="T48" fmla="*/ 335 w 645"/>
                <a:gd name="T49" fmla="*/ 421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5" h="422">
                  <a:moveTo>
                    <a:pt x="335" y="421"/>
                  </a:moveTo>
                  <a:lnTo>
                    <a:pt x="580" y="358"/>
                  </a:lnTo>
                  <a:lnTo>
                    <a:pt x="644" y="105"/>
                  </a:lnTo>
                  <a:lnTo>
                    <a:pt x="604" y="145"/>
                  </a:lnTo>
                  <a:lnTo>
                    <a:pt x="559" y="113"/>
                  </a:lnTo>
                  <a:lnTo>
                    <a:pt x="512" y="85"/>
                  </a:lnTo>
                  <a:lnTo>
                    <a:pt x="463" y="59"/>
                  </a:lnTo>
                  <a:lnTo>
                    <a:pt x="411" y="39"/>
                  </a:lnTo>
                  <a:lnTo>
                    <a:pt x="357" y="21"/>
                  </a:lnTo>
                  <a:lnTo>
                    <a:pt x="302" y="9"/>
                  </a:lnTo>
                  <a:lnTo>
                    <a:pt x="244" y="2"/>
                  </a:lnTo>
                  <a:lnTo>
                    <a:pt x="186" y="0"/>
                  </a:lnTo>
                  <a:lnTo>
                    <a:pt x="138" y="2"/>
                  </a:lnTo>
                  <a:lnTo>
                    <a:pt x="91" y="6"/>
                  </a:lnTo>
                  <a:lnTo>
                    <a:pt x="45" y="15"/>
                  </a:lnTo>
                  <a:lnTo>
                    <a:pt x="0" y="26"/>
                  </a:lnTo>
                  <a:lnTo>
                    <a:pt x="152" y="173"/>
                  </a:lnTo>
                  <a:lnTo>
                    <a:pt x="107" y="336"/>
                  </a:lnTo>
                  <a:lnTo>
                    <a:pt x="146" y="330"/>
                  </a:lnTo>
                  <a:lnTo>
                    <a:pt x="186" y="328"/>
                  </a:lnTo>
                  <a:lnTo>
                    <a:pt x="237" y="331"/>
                  </a:lnTo>
                  <a:lnTo>
                    <a:pt x="285" y="342"/>
                  </a:lnTo>
                  <a:lnTo>
                    <a:pt x="330" y="359"/>
                  </a:lnTo>
                  <a:lnTo>
                    <a:pt x="373" y="382"/>
                  </a:lnTo>
                  <a:lnTo>
                    <a:pt x="335" y="421"/>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55" name="Freeform 108">
              <a:extLst>
                <a:ext uri="{FF2B5EF4-FFF2-40B4-BE49-F238E27FC236}">
                  <a16:creationId xmlns:a16="http://schemas.microsoft.com/office/drawing/2014/main" id="{31CFE4E8-10FA-BD2B-954F-7AE0F79D7352}"/>
                </a:ext>
              </a:extLst>
            </p:cNvPr>
            <p:cNvSpPr>
              <a:spLocks/>
            </p:cNvSpPr>
            <p:nvPr/>
          </p:nvSpPr>
          <p:spPr bwMode="auto">
            <a:xfrm>
              <a:off x="3823" y="2591"/>
              <a:ext cx="578" cy="582"/>
            </a:xfrm>
            <a:custGeom>
              <a:avLst/>
              <a:gdLst>
                <a:gd name="T0" fmla="*/ 510 w 578"/>
                <a:gd name="T1" fmla="*/ 426 h 582"/>
                <a:gd name="T2" fmla="*/ 577 w 578"/>
                <a:gd name="T3" fmla="*/ 182 h 582"/>
                <a:gd name="T4" fmla="*/ 390 w 578"/>
                <a:gd name="T5" fmla="*/ 0 h 582"/>
                <a:gd name="T6" fmla="*/ 405 w 578"/>
                <a:gd name="T7" fmla="*/ 52 h 582"/>
                <a:gd name="T8" fmla="*/ 368 w 578"/>
                <a:gd name="T9" fmla="*/ 68 h 582"/>
                <a:gd name="T10" fmla="*/ 332 w 578"/>
                <a:gd name="T11" fmla="*/ 86 h 582"/>
                <a:gd name="T12" fmla="*/ 265 w 578"/>
                <a:gd name="T13" fmla="*/ 129 h 582"/>
                <a:gd name="T14" fmla="*/ 233 w 578"/>
                <a:gd name="T15" fmla="*/ 153 h 582"/>
                <a:gd name="T16" fmla="*/ 203 w 578"/>
                <a:gd name="T17" fmla="*/ 179 h 582"/>
                <a:gd name="T18" fmla="*/ 174 w 578"/>
                <a:gd name="T19" fmla="*/ 207 h 582"/>
                <a:gd name="T20" fmla="*/ 147 w 578"/>
                <a:gd name="T21" fmla="*/ 235 h 582"/>
                <a:gd name="T22" fmla="*/ 122 w 578"/>
                <a:gd name="T23" fmla="*/ 266 h 582"/>
                <a:gd name="T24" fmla="*/ 99 w 578"/>
                <a:gd name="T25" fmla="*/ 298 h 582"/>
                <a:gd name="T26" fmla="*/ 77 w 578"/>
                <a:gd name="T27" fmla="*/ 332 h 582"/>
                <a:gd name="T28" fmla="*/ 57 w 578"/>
                <a:gd name="T29" fmla="*/ 367 h 582"/>
                <a:gd name="T30" fmla="*/ 41 w 578"/>
                <a:gd name="T31" fmla="*/ 403 h 582"/>
                <a:gd name="T32" fmla="*/ 25 w 578"/>
                <a:gd name="T33" fmla="*/ 440 h 582"/>
                <a:gd name="T34" fmla="*/ 0 w 578"/>
                <a:gd name="T35" fmla="*/ 518 h 582"/>
                <a:gd name="T36" fmla="*/ 204 w 578"/>
                <a:gd name="T37" fmla="*/ 459 h 582"/>
                <a:gd name="T38" fmla="*/ 324 w 578"/>
                <a:gd name="T39" fmla="*/ 581 h 582"/>
                <a:gd name="T40" fmla="*/ 336 w 578"/>
                <a:gd name="T41" fmla="*/ 548 h 582"/>
                <a:gd name="T42" fmla="*/ 350 w 578"/>
                <a:gd name="T43" fmla="*/ 516 h 582"/>
                <a:gd name="T44" fmla="*/ 369 w 578"/>
                <a:gd name="T45" fmla="*/ 486 h 582"/>
                <a:gd name="T46" fmla="*/ 389 w 578"/>
                <a:gd name="T47" fmla="*/ 458 h 582"/>
                <a:gd name="T48" fmla="*/ 412 w 578"/>
                <a:gd name="T49" fmla="*/ 433 h 582"/>
                <a:gd name="T50" fmla="*/ 438 w 578"/>
                <a:gd name="T51" fmla="*/ 409 h 582"/>
                <a:gd name="T52" fmla="*/ 465 w 578"/>
                <a:gd name="T53" fmla="*/ 389 h 582"/>
                <a:gd name="T54" fmla="*/ 495 w 578"/>
                <a:gd name="T55" fmla="*/ 372 h 582"/>
                <a:gd name="T56" fmla="*/ 510 w 578"/>
                <a:gd name="T57" fmla="*/ 426 h 5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8" h="582">
                  <a:moveTo>
                    <a:pt x="510" y="426"/>
                  </a:moveTo>
                  <a:lnTo>
                    <a:pt x="577" y="182"/>
                  </a:lnTo>
                  <a:lnTo>
                    <a:pt x="390" y="0"/>
                  </a:lnTo>
                  <a:lnTo>
                    <a:pt x="405" y="52"/>
                  </a:lnTo>
                  <a:lnTo>
                    <a:pt x="368" y="68"/>
                  </a:lnTo>
                  <a:lnTo>
                    <a:pt x="332" y="86"/>
                  </a:lnTo>
                  <a:lnTo>
                    <a:pt x="265" y="129"/>
                  </a:lnTo>
                  <a:lnTo>
                    <a:pt x="233" y="153"/>
                  </a:lnTo>
                  <a:lnTo>
                    <a:pt x="203" y="179"/>
                  </a:lnTo>
                  <a:lnTo>
                    <a:pt x="174" y="207"/>
                  </a:lnTo>
                  <a:lnTo>
                    <a:pt x="147" y="235"/>
                  </a:lnTo>
                  <a:lnTo>
                    <a:pt x="122" y="266"/>
                  </a:lnTo>
                  <a:lnTo>
                    <a:pt x="99" y="298"/>
                  </a:lnTo>
                  <a:lnTo>
                    <a:pt x="77" y="332"/>
                  </a:lnTo>
                  <a:lnTo>
                    <a:pt x="57" y="367"/>
                  </a:lnTo>
                  <a:lnTo>
                    <a:pt x="41" y="403"/>
                  </a:lnTo>
                  <a:lnTo>
                    <a:pt x="25" y="440"/>
                  </a:lnTo>
                  <a:lnTo>
                    <a:pt x="0" y="518"/>
                  </a:lnTo>
                  <a:lnTo>
                    <a:pt x="204" y="459"/>
                  </a:lnTo>
                  <a:lnTo>
                    <a:pt x="324" y="581"/>
                  </a:lnTo>
                  <a:lnTo>
                    <a:pt x="336" y="548"/>
                  </a:lnTo>
                  <a:lnTo>
                    <a:pt x="350" y="516"/>
                  </a:lnTo>
                  <a:lnTo>
                    <a:pt x="369" y="486"/>
                  </a:lnTo>
                  <a:lnTo>
                    <a:pt x="389" y="458"/>
                  </a:lnTo>
                  <a:lnTo>
                    <a:pt x="412" y="433"/>
                  </a:lnTo>
                  <a:lnTo>
                    <a:pt x="438" y="409"/>
                  </a:lnTo>
                  <a:lnTo>
                    <a:pt x="465" y="389"/>
                  </a:lnTo>
                  <a:lnTo>
                    <a:pt x="495" y="372"/>
                  </a:lnTo>
                  <a:lnTo>
                    <a:pt x="510" y="426"/>
                  </a:lnTo>
                </a:path>
              </a:pathLst>
            </a:custGeom>
            <a:solidFill>
              <a:schemeClr val="bg1"/>
            </a:solidFill>
            <a:ln w="253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19813" name="Group 124">
            <a:extLst>
              <a:ext uri="{FF2B5EF4-FFF2-40B4-BE49-F238E27FC236}">
                <a16:creationId xmlns:a16="http://schemas.microsoft.com/office/drawing/2014/main" id="{D2885489-09A0-5C81-1B81-0502734A13F8}"/>
              </a:ext>
            </a:extLst>
          </p:cNvPr>
          <p:cNvGrpSpPr>
            <a:grpSpLocks/>
          </p:cNvGrpSpPr>
          <p:nvPr/>
        </p:nvGrpSpPr>
        <p:grpSpPr bwMode="auto">
          <a:xfrm>
            <a:off x="5287963" y="487363"/>
            <a:ext cx="3490912" cy="731837"/>
            <a:chOff x="3608" y="196"/>
            <a:chExt cx="2383" cy="461"/>
          </a:xfrm>
        </p:grpSpPr>
        <p:grpSp>
          <p:nvGrpSpPr>
            <p:cNvPr id="119818" name="Group 125">
              <a:extLst>
                <a:ext uri="{FF2B5EF4-FFF2-40B4-BE49-F238E27FC236}">
                  <a16:creationId xmlns:a16="http://schemas.microsoft.com/office/drawing/2014/main" id="{22EFE856-959A-0274-3E36-E08172C5ED71}"/>
                </a:ext>
              </a:extLst>
            </p:cNvPr>
            <p:cNvGrpSpPr>
              <a:grpSpLocks/>
            </p:cNvGrpSpPr>
            <p:nvPr/>
          </p:nvGrpSpPr>
          <p:grpSpPr bwMode="auto">
            <a:xfrm>
              <a:off x="5452" y="196"/>
              <a:ext cx="539" cy="461"/>
              <a:chOff x="5452" y="196"/>
              <a:chExt cx="539" cy="461"/>
            </a:xfrm>
          </p:grpSpPr>
          <p:sp>
            <p:nvSpPr>
              <p:cNvPr id="119820" name="Rectangle 126">
                <a:extLst>
                  <a:ext uri="{FF2B5EF4-FFF2-40B4-BE49-F238E27FC236}">
                    <a16:creationId xmlns:a16="http://schemas.microsoft.com/office/drawing/2014/main" id="{2E3B86C7-FC9B-196C-C692-76883652CE8C}"/>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19821" name="Group 127">
                <a:extLst>
                  <a:ext uri="{FF2B5EF4-FFF2-40B4-BE49-F238E27FC236}">
                    <a16:creationId xmlns:a16="http://schemas.microsoft.com/office/drawing/2014/main" id="{3CD4693A-0F13-7F6E-58CB-99618161474F}"/>
                  </a:ext>
                </a:extLst>
              </p:cNvPr>
              <p:cNvGrpSpPr>
                <a:grpSpLocks/>
              </p:cNvGrpSpPr>
              <p:nvPr/>
            </p:nvGrpSpPr>
            <p:grpSpPr bwMode="auto">
              <a:xfrm>
                <a:off x="5509" y="273"/>
                <a:ext cx="423" cy="301"/>
                <a:chOff x="5509" y="273"/>
                <a:chExt cx="423" cy="301"/>
              </a:xfrm>
            </p:grpSpPr>
            <p:sp>
              <p:nvSpPr>
                <p:cNvPr id="119822" name="Oval 128">
                  <a:extLst>
                    <a:ext uri="{FF2B5EF4-FFF2-40B4-BE49-F238E27FC236}">
                      <a16:creationId xmlns:a16="http://schemas.microsoft.com/office/drawing/2014/main" id="{73FB9C87-02B6-574B-4F4C-97F9F8447B03}"/>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3" name="Rectangle 129">
                  <a:extLst>
                    <a:ext uri="{FF2B5EF4-FFF2-40B4-BE49-F238E27FC236}">
                      <a16:creationId xmlns:a16="http://schemas.microsoft.com/office/drawing/2014/main" id="{EB66EB22-9E82-A2BA-8CCE-B7428B0908D5}"/>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4" name="Rectangle 130">
                  <a:extLst>
                    <a:ext uri="{FF2B5EF4-FFF2-40B4-BE49-F238E27FC236}">
                      <a16:creationId xmlns:a16="http://schemas.microsoft.com/office/drawing/2014/main" id="{82BC7019-1CCC-77A5-2BEE-C1C745AD1BFC}"/>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5" name="Rectangle 131">
                  <a:extLst>
                    <a:ext uri="{FF2B5EF4-FFF2-40B4-BE49-F238E27FC236}">
                      <a16:creationId xmlns:a16="http://schemas.microsoft.com/office/drawing/2014/main" id="{11614B96-AA25-7C08-38CF-2973EBB7CF7B}"/>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6" name="Rectangle 132">
                  <a:extLst>
                    <a:ext uri="{FF2B5EF4-FFF2-40B4-BE49-F238E27FC236}">
                      <a16:creationId xmlns:a16="http://schemas.microsoft.com/office/drawing/2014/main" id="{E85AEBC9-4936-120F-8C42-E10185C97EC7}"/>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7" name="Oval 133">
                  <a:extLst>
                    <a:ext uri="{FF2B5EF4-FFF2-40B4-BE49-F238E27FC236}">
                      <a16:creationId xmlns:a16="http://schemas.microsoft.com/office/drawing/2014/main" id="{9DF88924-7E6C-16EA-4BB5-80136158DFD0}"/>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8" name="AutoShape 134">
                  <a:extLst>
                    <a:ext uri="{FF2B5EF4-FFF2-40B4-BE49-F238E27FC236}">
                      <a16:creationId xmlns:a16="http://schemas.microsoft.com/office/drawing/2014/main" id="{A7F92500-CCD4-19F5-7030-D3C17723C3E7}"/>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29" name="AutoShape 135">
                  <a:extLst>
                    <a:ext uri="{FF2B5EF4-FFF2-40B4-BE49-F238E27FC236}">
                      <a16:creationId xmlns:a16="http://schemas.microsoft.com/office/drawing/2014/main" id="{73C29802-9793-8292-B204-1ECA03EA7E50}"/>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30" name="AutoShape 136">
                  <a:extLst>
                    <a:ext uri="{FF2B5EF4-FFF2-40B4-BE49-F238E27FC236}">
                      <a16:creationId xmlns:a16="http://schemas.microsoft.com/office/drawing/2014/main" id="{655ACEDB-815E-A2CA-0E3A-23BD9777485A}"/>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19831" name="AutoShape 137">
                  <a:extLst>
                    <a:ext uri="{FF2B5EF4-FFF2-40B4-BE49-F238E27FC236}">
                      <a16:creationId xmlns:a16="http://schemas.microsoft.com/office/drawing/2014/main" id="{8BF5E8B7-DC88-9797-1CA7-84FB28E73075}"/>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19819" name="Rectangle 138">
              <a:extLst>
                <a:ext uri="{FF2B5EF4-FFF2-40B4-BE49-F238E27FC236}">
                  <a16:creationId xmlns:a16="http://schemas.microsoft.com/office/drawing/2014/main" id="{3BAED2F2-5196-326A-ABF4-D39655293CE4}"/>
                </a:ext>
              </a:extLst>
            </p:cNvPr>
            <p:cNvSpPr>
              <a:spLocks noChangeArrowheads="1"/>
            </p:cNvSpPr>
            <p:nvPr/>
          </p:nvSpPr>
          <p:spPr bwMode="auto">
            <a:xfrm>
              <a:off x="3608" y="227"/>
              <a:ext cx="1844"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CONCEPTUAL FLOW</a:t>
              </a:r>
            </a:p>
          </p:txBody>
        </p:sp>
      </p:grpSp>
      <p:sp>
        <p:nvSpPr>
          <p:cNvPr id="119814" name="Freeform 140">
            <a:extLst>
              <a:ext uri="{FF2B5EF4-FFF2-40B4-BE49-F238E27FC236}">
                <a16:creationId xmlns:a16="http://schemas.microsoft.com/office/drawing/2014/main" id="{937B253E-6A4B-E239-A5AA-3D8D27D190DC}"/>
              </a:ext>
            </a:extLst>
          </p:cNvPr>
          <p:cNvSpPr>
            <a:spLocks/>
          </p:cNvSpPr>
          <p:nvPr/>
        </p:nvSpPr>
        <p:spPr bwMode="auto">
          <a:xfrm>
            <a:off x="904875" y="760413"/>
            <a:ext cx="1677988" cy="1428750"/>
          </a:xfrm>
          <a:custGeom>
            <a:avLst/>
            <a:gdLst>
              <a:gd name="T0" fmla="*/ 2147483646 w 1057"/>
              <a:gd name="T1" fmla="*/ 2147483646 h 900"/>
              <a:gd name="T2" fmla="*/ 2147483646 w 1057"/>
              <a:gd name="T3" fmla="*/ 2147483646 h 900"/>
              <a:gd name="T4" fmla="*/ 2147483646 w 1057"/>
              <a:gd name="T5" fmla="*/ 2147483646 h 900"/>
              <a:gd name="T6" fmla="*/ 2147483646 w 1057"/>
              <a:gd name="T7" fmla="*/ 2147483646 h 900"/>
              <a:gd name="T8" fmla="*/ 2147483646 w 1057"/>
              <a:gd name="T9" fmla="*/ 2147483646 h 900"/>
              <a:gd name="T10" fmla="*/ 2147483646 w 1057"/>
              <a:gd name="T11" fmla="*/ 2147483646 h 900"/>
              <a:gd name="T12" fmla="*/ 2147483646 w 1057"/>
              <a:gd name="T13" fmla="*/ 2147483646 h 900"/>
              <a:gd name="T14" fmla="*/ 2147483646 w 1057"/>
              <a:gd name="T15" fmla="*/ 2147483646 h 900"/>
              <a:gd name="T16" fmla="*/ 2147483646 w 1057"/>
              <a:gd name="T17" fmla="*/ 2147483646 h 900"/>
              <a:gd name="T18" fmla="*/ 2147483646 w 1057"/>
              <a:gd name="T19" fmla="*/ 2147483646 h 900"/>
              <a:gd name="T20" fmla="*/ 2147483646 w 1057"/>
              <a:gd name="T21" fmla="*/ 2147483646 h 900"/>
              <a:gd name="T22" fmla="*/ 2147483646 w 1057"/>
              <a:gd name="T23" fmla="*/ 2147483646 h 900"/>
              <a:gd name="T24" fmla="*/ 2147483646 w 1057"/>
              <a:gd name="T25" fmla="*/ 2147483646 h 900"/>
              <a:gd name="T26" fmla="*/ 2147483646 w 1057"/>
              <a:gd name="T27" fmla="*/ 2147483646 h 900"/>
              <a:gd name="T28" fmla="*/ 2147483646 w 1057"/>
              <a:gd name="T29" fmla="*/ 2147483646 h 900"/>
              <a:gd name="T30" fmla="*/ 2147483646 w 1057"/>
              <a:gd name="T31" fmla="*/ 0 h 900"/>
              <a:gd name="T32" fmla="*/ 2147483646 w 1057"/>
              <a:gd name="T33" fmla="*/ 2147483646 h 900"/>
              <a:gd name="T34" fmla="*/ 2147483646 w 1057"/>
              <a:gd name="T35" fmla="*/ 2147483646 h 900"/>
              <a:gd name="T36" fmla="*/ 2147483646 w 1057"/>
              <a:gd name="T37" fmla="*/ 2147483646 h 900"/>
              <a:gd name="T38" fmla="*/ 2147483646 w 1057"/>
              <a:gd name="T39" fmla="*/ 2147483646 h 900"/>
              <a:gd name="T40" fmla="*/ 2147483646 w 1057"/>
              <a:gd name="T41" fmla="*/ 2147483646 h 900"/>
              <a:gd name="T42" fmla="*/ 2147483646 w 1057"/>
              <a:gd name="T43" fmla="*/ 2147483646 h 900"/>
              <a:gd name="T44" fmla="*/ 2147483646 w 1057"/>
              <a:gd name="T45" fmla="*/ 2147483646 h 900"/>
              <a:gd name="T46" fmla="*/ 2147483646 w 1057"/>
              <a:gd name="T47" fmla="*/ 2147483646 h 900"/>
              <a:gd name="T48" fmla="*/ 2147483646 w 1057"/>
              <a:gd name="T49" fmla="*/ 2147483646 h 900"/>
              <a:gd name="T50" fmla="*/ 2147483646 w 1057"/>
              <a:gd name="T51" fmla="*/ 2147483646 h 900"/>
              <a:gd name="T52" fmla="*/ 2147483646 w 1057"/>
              <a:gd name="T53" fmla="*/ 2147483646 h 900"/>
              <a:gd name="T54" fmla="*/ 2147483646 w 1057"/>
              <a:gd name="T55" fmla="*/ 2147483646 h 900"/>
              <a:gd name="T56" fmla="*/ 2147483646 w 1057"/>
              <a:gd name="T57" fmla="*/ 2147483646 h 900"/>
              <a:gd name="T58" fmla="*/ 2147483646 w 1057"/>
              <a:gd name="T59" fmla="*/ 2147483646 h 900"/>
              <a:gd name="T60" fmla="*/ 2147483646 w 1057"/>
              <a:gd name="T61" fmla="*/ 2147483646 h 900"/>
              <a:gd name="T62" fmla="*/ 2147483646 w 1057"/>
              <a:gd name="T63" fmla="*/ 2147483646 h 900"/>
              <a:gd name="T64" fmla="*/ 2147483646 w 1057"/>
              <a:gd name="T65" fmla="*/ 2147483646 h 900"/>
              <a:gd name="T66" fmla="*/ 2147483646 w 1057"/>
              <a:gd name="T67" fmla="*/ 2147483646 h 900"/>
              <a:gd name="T68" fmla="*/ 2147483646 w 1057"/>
              <a:gd name="T69" fmla="*/ 2147483646 h 900"/>
              <a:gd name="T70" fmla="*/ 0 w 1057"/>
              <a:gd name="T71" fmla="*/ 2147483646 h 900"/>
              <a:gd name="T72" fmla="*/ 2147483646 w 1057"/>
              <a:gd name="T73" fmla="*/ 2147483646 h 900"/>
              <a:gd name="T74" fmla="*/ 2147483646 w 1057"/>
              <a:gd name="T75" fmla="*/ 2147483646 h 9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57" h="900">
                <a:moveTo>
                  <a:pt x="455" y="879"/>
                </a:moveTo>
                <a:lnTo>
                  <a:pt x="471" y="838"/>
                </a:lnTo>
                <a:lnTo>
                  <a:pt x="490" y="799"/>
                </a:lnTo>
                <a:lnTo>
                  <a:pt x="514" y="762"/>
                </a:lnTo>
                <a:lnTo>
                  <a:pt x="541" y="728"/>
                </a:lnTo>
                <a:lnTo>
                  <a:pt x="570" y="696"/>
                </a:lnTo>
                <a:lnTo>
                  <a:pt x="603" y="667"/>
                </a:lnTo>
                <a:lnTo>
                  <a:pt x="639" y="642"/>
                </a:lnTo>
                <a:lnTo>
                  <a:pt x="676" y="621"/>
                </a:lnTo>
                <a:lnTo>
                  <a:pt x="713" y="605"/>
                </a:lnTo>
                <a:lnTo>
                  <a:pt x="753" y="591"/>
                </a:lnTo>
                <a:lnTo>
                  <a:pt x="793" y="581"/>
                </a:lnTo>
                <a:lnTo>
                  <a:pt x="834" y="575"/>
                </a:lnTo>
                <a:lnTo>
                  <a:pt x="833" y="711"/>
                </a:lnTo>
                <a:lnTo>
                  <a:pt x="1056" y="374"/>
                </a:lnTo>
                <a:lnTo>
                  <a:pt x="818" y="0"/>
                </a:lnTo>
                <a:lnTo>
                  <a:pt x="819" y="137"/>
                </a:lnTo>
                <a:lnTo>
                  <a:pt x="757" y="143"/>
                </a:lnTo>
                <a:lnTo>
                  <a:pt x="694" y="154"/>
                </a:lnTo>
                <a:lnTo>
                  <a:pt x="634" y="168"/>
                </a:lnTo>
                <a:lnTo>
                  <a:pt x="574" y="188"/>
                </a:lnTo>
                <a:lnTo>
                  <a:pt x="516" y="211"/>
                </a:lnTo>
                <a:lnTo>
                  <a:pt x="460" y="238"/>
                </a:lnTo>
                <a:lnTo>
                  <a:pt x="405" y="270"/>
                </a:lnTo>
                <a:lnTo>
                  <a:pt x="352" y="306"/>
                </a:lnTo>
                <a:lnTo>
                  <a:pt x="302" y="346"/>
                </a:lnTo>
                <a:lnTo>
                  <a:pt x="255" y="390"/>
                </a:lnTo>
                <a:lnTo>
                  <a:pt x="211" y="437"/>
                </a:lnTo>
                <a:lnTo>
                  <a:pt x="170" y="486"/>
                </a:lnTo>
                <a:lnTo>
                  <a:pt x="134" y="539"/>
                </a:lnTo>
                <a:lnTo>
                  <a:pt x="101" y="595"/>
                </a:lnTo>
                <a:lnTo>
                  <a:pt x="72" y="653"/>
                </a:lnTo>
                <a:lnTo>
                  <a:pt x="47" y="711"/>
                </a:lnTo>
                <a:lnTo>
                  <a:pt x="27" y="773"/>
                </a:lnTo>
                <a:lnTo>
                  <a:pt x="11" y="835"/>
                </a:lnTo>
                <a:lnTo>
                  <a:pt x="0" y="899"/>
                </a:lnTo>
                <a:lnTo>
                  <a:pt x="238" y="741"/>
                </a:lnTo>
                <a:lnTo>
                  <a:pt x="455" y="879"/>
                </a:lnTo>
              </a:path>
            </a:pathLst>
          </a:custGeom>
          <a:noFill/>
          <a:ln w="9525" cap="rnd" cmpd="sng">
            <a:solidFill>
              <a:schemeClr val="tx1"/>
            </a:solidFill>
            <a:prstDash val="solid"/>
            <a:round/>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15" name="Freeform 141">
            <a:extLst>
              <a:ext uri="{FF2B5EF4-FFF2-40B4-BE49-F238E27FC236}">
                <a16:creationId xmlns:a16="http://schemas.microsoft.com/office/drawing/2014/main" id="{ACE2BD29-D6D5-9D18-9D4A-E5DD6C126269}"/>
              </a:ext>
            </a:extLst>
          </p:cNvPr>
          <p:cNvSpPr>
            <a:spLocks/>
          </p:cNvSpPr>
          <p:nvPr/>
        </p:nvSpPr>
        <p:spPr bwMode="auto">
          <a:xfrm>
            <a:off x="2027238" y="2546350"/>
            <a:ext cx="1639887" cy="1435100"/>
          </a:xfrm>
          <a:custGeom>
            <a:avLst/>
            <a:gdLst>
              <a:gd name="T0" fmla="*/ 2147483646 w 1033"/>
              <a:gd name="T1" fmla="*/ 2147483646 h 904"/>
              <a:gd name="T2" fmla="*/ 2147483646 w 1033"/>
              <a:gd name="T3" fmla="*/ 2147483646 h 904"/>
              <a:gd name="T4" fmla="*/ 2147483646 w 1033"/>
              <a:gd name="T5" fmla="*/ 2147483646 h 904"/>
              <a:gd name="T6" fmla="*/ 2147483646 w 1033"/>
              <a:gd name="T7" fmla="*/ 2147483646 h 904"/>
              <a:gd name="T8" fmla="*/ 2147483646 w 1033"/>
              <a:gd name="T9" fmla="*/ 2147483646 h 904"/>
              <a:gd name="T10" fmla="*/ 2147483646 w 1033"/>
              <a:gd name="T11" fmla="*/ 2147483646 h 904"/>
              <a:gd name="T12" fmla="*/ 2147483646 w 1033"/>
              <a:gd name="T13" fmla="*/ 2147483646 h 904"/>
              <a:gd name="T14" fmla="*/ 2147483646 w 1033"/>
              <a:gd name="T15" fmla="*/ 2147483646 h 904"/>
              <a:gd name="T16" fmla="*/ 2147483646 w 1033"/>
              <a:gd name="T17" fmla="*/ 2147483646 h 904"/>
              <a:gd name="T18" fmla="*/ 2147483646 w 1033"/>
              <a:gd name="T19" fmla="*/ 2147483646 h 904"/>
              <a:gd name="T20" fmla="*/ 2147483646 w 1033"/>
              <a:gd name="T21" fmla="*/ 2147483646 h 904"/>
              <a:gd name="T22" fmla="*/ 2147483646 w 1033"/>
              <a:gd name="T23" fmla="*/ 2147483646 h 904"/>
              <a:gd name="T24" fmla="*/ 2147483646 w 1033"/>
              <a:gd name="T25" fmla="*/ 2147483646 h 904"/>
              <a:gd name="T26" fmla="*/ 2147483646 w 1033"/>
              <a:gd name="T27" fmla="*/ 2147483646 h 904"/>
              <a:gd name="T28" fmla="*/ 2147483646 w 1033"/>
              <a:gd name="T29" fmla="*/ 2147483646 h 904"/>
              <a:gd name="T30" fmla="*/ 2147483646 w 1033"/>
              <a:gd name="T31" fmla="*/ 2147483646 h 904"/>
              <a:gd name="T32" fmla="*/ 0 w 1033"/>
              <a:gd name="T33" fmla="*/ 2147483646 h 904"/>
              <a:gd name="T34" fmla="*/ 2147483646 w 1033"/>
              <a:gd name="T35" fmla="*/ 2147483646 h 904"/>
              <a:gd name="T36" fmla="*/ 2147483646 w 1033"/>
              <a:gd name="T37" fmla="*/ 2147483646 h 904"/>
              <a:gd name="T38" fmla="*/ 2147483646 w 1033"/>
              <a:gd name="T39" fmla="*/ 2147483646 h 904"/>
              <a:gd name="T40" fmla="*/ 2147483646 w 1033"/>
              <a:gd name="T41" fmla="*/ 2147483646 h 904"/>
              <a:gd name="T42" fmla="*/ 2147483646 w 1033"/>
              <a:gd name="T43" fmla="*/ 2147483646 h 904"/>
              <a:gd name="T44" fmla="*/ 2147483646 w 1033"/>
              <a:gd name="T45" fmla="*/ 2147483646 h 904"/>
              <a:gd name="T46" fmla="*/ 2147483646 w 1033"/>
              <a:gd name="T47" fmla="*/ 2147483646 h 904"/>
              <a:gd name="T48" fmla="*/ 2147483646 w 1033"/>
              <a:gd name="T49" fmla="*/ 2147483646 h 904"/>
              <a:gd name="T50" fmla="*/ 2147483646 w 1033"/>
              <a:gd name="T51" fmla="*/ 2147483646 h 904"/>
              <a:gd name="T52" fmla="*/ 2147483646 w 1033"/>
              <a:gd name="T53" fmla="*/ 2147483646 h 904"/>
              <a:gd name="T54" fmla="*/ 2147483646 w 1033"/>
              <a:gd name="T55" fmla="*/ 2147483646 h 904"/>
              <a:gd name="T56" fmla="*/ 2147483646 w 1033"/>
              <a:gd name="T57" fmla="*/ 2147483646 h 904"/>
              <a:gd name="T58" fmla="*/ 2147483646 w 1033"/>
              <a:gd name="T59" fmla="*/ 2147483646 h 904"/>
              <a:gd name="T60" fmla="*/ 2147483646 w 1033"/>
              <a:gd name="T61" fmla="*/ 2147483646 h 904"/>
              <a:gd name="T62" fmla="*/ 2147483646 w 1033"/>
              <a:gd name="T63" fmla="*/ 2147483646 h 904"/>
              <a:gd name="T64" fmla="*/ 2147483646 w 1033"/>
              <a:gd name="T65" fmla="*/ 2147483646 h 904"/>
              <a:gd name="T66" fmla="*/ 2147483646 w 1033"/>
              <a:gd name="T67" fmla="*/ 2147483646 h 904"/>
              <a:gd name="T68" fmla="*/ 2147483646 w 1033"/>
              <a:gd name="T69" fmla="*/ 2147483646 h 904"/>
              <a:gd name="T70" fmla="*/ 2147483646 w 1033"/>
              <a:gd name="T71" fmla="*/ 2147483646 h 904"/>
              <a:gd name="T72" fmla="*/ 2147483646 w 1033"/>
              <a:gd name="T73" fmla="*/ 2147483646 h 904"/>
              <a:gd name="T74" fmla="*/ 2147483646 w 1033"/>
              <a:gd name="T75" fmla="*/ 2147483646 h 904"/>
              <a:gd name="T76" fmla="*/ 2147483646 w 1033"/>
              <a:gd name="T77" fmla="*/ 0 h 904"/>
              <a:gd name="T78" fmla="*/ 2147483646 w 1033"/>
              <a:gd name="T79" fmla="*/ 2147483646 h 904"/>
              <a:gd name="T80" fmla="*/ 2147483646 w 1033"/>
              <a:gd name="T81" fmla="*/ 2147483646 h 9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33" h="904">
                <a:moveTo>
                  <a:pt x="585" y="1"/>
                </a:moveTo>
                <a:lnTo>
                  <a:pt x="573" y="41"/>
                </a:lnTo>
                <a:lnTo>
                  <a:pt x="556" y="78"/>
                </a:lnTo>
                <a:lnTo>
                  <a:pt x="537" y="116"/>
                </a:lnTo>
                <a:lnTo>
                  <a:pt x="514" y="150"/>
                </a:lnTo>
                <a:lnTo>
                  <a:pt x="488" y="182"/>
                </a:lnTo>
                <a:lnTo>
                  <a:pt x="459" y="212"/>
                </a:lnTo>
                <a:lnTo>
                  <a:pt x="427" y="239"/>
                </a:lnTo>
                <a:lnTo>
                  <a:pt x="393" y="262"/>
                </a:lnTo>
                <a:lnTo>
                  <a:pt x="356" y="283"/>
                </a:lnTo>
                <a:lnTo>
                  <a:pt x="317" y="301"/>
                </a:lnTo>
                <a:lnTo>
                  <a:pt x="277" y="314"/>
                </a:lnTo>
                <a:lnTo>
                  <a:pt x="236" y="323"/>
                </a:lnTo>
                <a:lnTo>
                  <a:pt x="235" y="187"/>
                </a:lnTo>
                <a:lnTo>
                  <a:pt x="159" y="298"/>
                </a:lnTo>
                <a:lnTo>
                  <a:pt x="80" y="409"/>
                </a:lnTo>
                <a:lnTo>
                  <a:pt x="0" y="517"/>
                </a:lnTo>
                <a:lnTo>
                  <a:pt x="236" y="903"/>
                </a:lnTo>
                <a:lnTo>
                  <a:pt x="236" y="766"/>
                </a:lnTo>
                <a:lnTo>
                  <a:pt x="295" y="759"/>
                </a:lnTo>
                <a:lnTo>
                  <a:pt x="353" y="747"/>
                </a:lnTo>
                <a:lnTo>
                  <a:pt x="411" y="733"/>
                </a:lnTo>
                <a:lnTo>
                  <a:pt x="467" y="713"/>
                </a:lnTo>
                <a:lnTo>
                  <a:pt x="522" y="691"/>
                </a:lnTo>
                <a:lnTo>
                  <a:pt x="575" y="665"/>
                </a:lnTo>
                <a:lnTo>
                  <a:pt x="626" y="635"/>
                </a:lnTo>
                <a:lnTo>
                  <a:pt x="676" y="601"/>
                </a:lnTo>
                <a:lnTo>
                  <a:pt x="724" y="564"/>
                </a:lnTo>
                <a:lnTo>
                  <a:pt x="768" y="525"/>
                </a:lnTo>
                <a:lnTo>
                  <a:pt x="811" y="481"/>
                </a:lnTo>
                <a:lnTo>
                  <a:pt x="849" y="435"/>
                </a:lnTo>
                <a:lnTo>
                  <a:pt x="884" y="387"/>
                </a:lnTo>
                <a:lnTo>
                  <a:pt x="916" y="337"/>
                </a:lnTo>
                <a:lnTo>
                  <a:pt x="945" y="284"/>
                </a:lnTo>
                <a:lnTo>
                  <a:pt x="970" y="231"/>
                </a:lnTo>
                <a:lnTo>
                  <a:pt x="991" y="174"/>
                </a:lnTo>
                <a:lnTo>
                  <a:pt x="1009" y="117"/>
                </a:lnTo>
                <a:lnTo>
                  <a:pt x="1023" y="58"/>
                </a:lnTo>
                <a:lnTo>
                  <a:pt x="1032" y="0"/>
                </a:lnTo>
                <a:lnTo>
                  <a:pt x="812" y="132"/>
                </a:lnTo>
                <a:lnTo>
                  <a:pt x="585" y="1"/>
                </a:lnTo>
              </a:path>
            </a:pathLst>
          </a:custGeom>
          <a:noFill/>
          <a:ln w="9525" cap="rnd" cmpd="sng">
            <a:solidFill>
              <a:schemeClr val="tx1"/>
            </a:solidFill>
            <a:prstDash val="solid"/>
            <a:round/>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16" name="Freeform 142">
            <a:extLst>
              <a:ext uri="{FF2B5EF4-FFF2-40B4-BE49-F238E27FC236}">
                <a16:creationId xmlns:a16="http://schemas.microsoft.com/office/drawing/2014/main" id="{C813BD76-5EDF-C453-7639-9229B0B3BA39}"/>
              </a:ext>
            </a:extLst>
          </p:cNvPr>
          <p:cNvSpPr>
            <a:spLocks/>
          </p:cNvSpPr>
          <p:nvPr/>
        </p:nvSpPr>
        <p:spPr bwMode="auto">
          <a:xfrm>
            <a:off x="711200" y="2024063"/>
            <a:ext cx="1476375" cy="1706562"/>
          </a:xfrm>
          <a:custGeom>
            <a:avLst/>
            <a:gdLst>
              <a:gd name="T0" fmla="*/ 2147483646 w 930"/>
              <a:gd name="T1" fmla="*/ 2147483646 h 1075"/>
              <a:gd name="T2" fmla="*/ 2147483646 w 930"/>
              <a:gd name="T3" fmla="*/ 2147483646 h 1075"/>
              <a:gd name="T4" fmla="*/ 2147483646 w 930"/>
              <a:gd name="T5" fmla="*/ 2147483646 h 1075"/>
              <a:gd name="T6" fmla="*/ 2147483646 w 930"/>
              <a:gd name="T7" fmla="*/ 2147483646 h 1075"/>
              <a:gd name="T8" fmla="*/ 2147483646 w 930"/>
              <a:gd name="T9" fmla="*/ 2147483646 h 1075"/>
              <a:gd name="T10" fmla="*/ 2147483646 w 930"/>
              <a:gd name="T11" fmla="*/ 2147483646 h 1075"/>
              <a:gd name="T12" fmla="*/ 2147483646 w 930"/>
              <a:gd name="T13" fmla="*/ 2147483646 h 1075"/>
              <a:gd name="T14" fmla="*/ 2147483646 w 930"/>
              <a:gd name="T15" fmla="*/ 2147483646 h 1075"/>
              <a:gd name="T16" fmla="*/ 2147483646 w 930"/>
              <a:gd name="T17" fmla="*/ 2147483646 h 1075"/>
              <a:gd name="T18" fmla="*/ 2147483646 w 930"/>
              <a:gd name="T19" fmla="*/ 2147483646 h 1075"/>
              <a:gd name="T20" fmla="*/ 2147483646 w 930"/>
              <a:gd name="T21" fmla="*/ 2147483646 h 1075"/>
              <a:gd name="T22" fmla="*/ 2147483646 w 930"/>
              <a:gd name="T23" fmla="*/ 2147483646 h 1075"/>
              <a:gd name="T24" fmla="*/ 2147483646 w 930"/>
              <a:gd name="T25" fmla="*/ 2147483646 h 1075"/>
              <a:gd name="T26" fmla="*/ 2147483646 w 930"/>
              <a:gd name="T27" fmla="*/ 2147483646 h 1075"/>
              <a:gd name="T28" fmla="*/ 2147483646 w 930"/>
              <a:gd name="T29" fmla="*/ 2147483646 h 1075"/>
              <a:gd name="T30" fmla="*/ 2147483646 w 930"/>
              <a:gd name="T31" fmla="*/ 2147483646 h 1075"/>
              <a:gd name="T32" fmla="*/ 2147483646 w 930"/>
              <a:gd name="T33" fmla="*/ 2147483646 h 1075"/>
              <a:gd name="T34" fmla="*/ 2147483646 w 930"/>
              <a:gd name="T35" fmla="*/ 0 h 1075"/>
              <a:gd name="T36" fmla="*/ 0 w 930"/>
              <a:gd name="T37" fmla="*/ 2147483646 h 1075"/>
              <a:gd name="T38" fmla="*/ 2147483646 w 930"/>
              <a:gd name="T39" fmla="*/ 2147483646 h 1075"/>
              <a:gd name="T40" fmla="*/ 2147483646 w 930"/>
              <a:gd name="T41" fmla="*/ 2147483646 h 1075"/>
              <a:gd name="T42" fmla="*/ 2147483646 w 930"/>
              <a:gd name="T43" fmla="*/ 2147483646 h 1075"/>
              <a:gd name="T44" fmla="*/ 2147483646 w 930"/>
              <a:gd name="T45" fmla="*/ 2147483646 h 1075"/>
              <a:gd name="T46" fmla="*/ 2147483646 w 930"/>
              <a:gd name="T47" fmla="*/ 2147483646 h 1075"/>
              <a:gd name="T48" fmla="*/ 2147483646 w 930"/>
              <a:gd name="T49" fmla="*/ 2147483646 h 1075"/>
              <a:gd name="T50" fmla="*/ 2147483646 w 930"/>
              <a:gd name="T51" fmla="*/ 2147483646 h 1075"/>
              <a:gd name="T52" fmla="*/ 2147483646 w 930"/>
              <a:gd name="T53" fmla="*/ 2147483646 h 1075"/>
              <a:gd name="T54" fmla="*/ 2147483646 w 930"/>
              <a:gd name="T55" fmla="*/ 2147483646 h 1075"/>
              <a:gd name="T56" fmla="*/ 2147483646 w 930"/>
              <a:gd name="T57" fmla="*/ 2147483646 h 1075"/>
              <a:gd name="T58" fmla="*/ 2147483646 w 930"/>
              <a:gd name="T59" fmla="*/ 2147483646 h 1075"/>
              <a:gd name="T60" fmla="*/ 2147483646 w 930"/>
              <a:gd name="T61" fmla="*/ 2147483646 h 1075"/>
              <a:gd name="T62" fmla="*/ 2147483646 w 930"/>
              <a:gd name="T63" fmla="*/ 2147483646 h 1075"/>
              <a:gd name="T64" fmla="*/ 2147483646 w 930"/>
              <a:gd name="T65" fmla="*/ 2147483646 h 1075"/>
              <a:gd name="T66" fmla="*/ 2147483646 w 930"/>
              <a:gd name="T67" fmla="*/ 2147483646 h 1075"/>
              <a:gd name="T68" fmla="*/ 2147483646 w 930"/>
              <a:gd name="T69" fmla="*/ 2147483646 h 1075"/>
              <a:gd name="T70" fmla="*/ 2147483646 w 930"/>
              <a:gd name="T71" fmla="*/ 2147483646 h 1075"/>
              <a:gd name="T72" fmla="*/ 2147483646 w 930"/>
              <a:gd name="T73" fmla="*/ 2147483646 h 1075"/>
              <a:gd name="T74" fmla="*/ 2147483646 w 930"/>
              <a:gd name="T75" fmla="*/ 2147483646 h 1075"/>
              <a:gd name="T76" fmla="*/ 2147483646 w 930"/>
              <a:gd name="T77" fmla="*/ 2147483646 h 1075"/>
              <a:gd name="T78" fmla="*/ 2147483646 w 930"/>
              <a:gd name="T79" fmla="*/ 2147483646 h 1075"/>
              <a:gd name="T80" fmla="*/ 2147483646 w 930"/>
              <a:gd name="T81" fmla="*/ 2147483646 h 1075"/>
              <a:gd name="T82" fmla="*/ 2147483646 w 930"/>
              <a:gd name="T83" fmla="*/ 2147483646 h 10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0" h="1075">
                <a:moveTo>
                  <a:pt x="929" y="645"/>
                </a:moveTo>
                <a:lnTo>
                  <a:pt x="887" y="634"/>
                </a:lnTo>
                <a:lnTo>
                  <a:pt x="847" y="620"/>
                </a:lnTo>
                <a:lnTo>
                  <a:pt x="807" y="603"/>
                </a:lnTo>
                <a:lnTo>
                  <a:pt x="771" y="582"/>
                </a:lnTo>
                <a:lnTo>
                  <a:pt x="735" y="557"/>
                </a:lnTo>
                <a:lnTo>
                  <a:pt x="703" y="529"/>
                </a:lnTo>
                <a:lnTo>
                  <a:pt x="673" y="497"/>
                </a:lnTo>
                <a:lnTo>
                  <a:pt x="648" y="465"/>
                </a:lnTo>
                <a:lnTo>
                  <a:pt x="624" y="428"/>
                </a:lnTo>
                <a:lnTo>
                  <a:pt x="607" y="398"/>
                </a:lnTo>
                <a:lnTo>
                  <a:pt x="594" y="366"/>
                </a:lnTo>
                <a:lnTo>
                  <a:pt x="583" y="332"/>
                </a:lnTo>
                <a:lnTo>
                  <a:pt x="577" y="298"/>
                </a:lnTo>
                <a:lnTo>
                  <a:pt x="575" y="264"/>
                </a:lnTo>
                <a:lnTo>
                  <a:pt x="576" y="229"/>
                </a:lnTo>
                <a:lnTo>
                  <a:pt x="748" y="229"/>
                </a:lnTo>
                <a:lnTo>
                  <a:pt x="360" y="0"/>
                </a:lnTo>
                <a:lnTo>
                  <a:pt x="0" y="236"/>
                </a:lnTo>
                <a:lnTo>
                  <a:pt x="136" y="237"/>
                </a:lnTo>
                <a:lnTo>
                  <a:pt x="141" y="299"/>
                </a:lnTo>
                <a:lnTo>
                  <a:pt x="150" y="362"/>
                </a:lnTo>
                <a:lnTo>
                  <a:pt x="165" y="422"/>
                </a:lnTo>
                <a:lnTo>
                  <a:pt x="182" y="483"/>
                </a:lnTo>
                <a:lnTo>
                  <a:pt x="204" y="541"/>
                </a:lnTo>
                <a:lnTo>
                  <a:pt x="231" y="598"/>
                </a:lnTo>
                <a:lnTo>
                  <a:pt x="262" y="653"/>
                </a:lnTo>
                <a:lnTo>
                  <a:pt x="296" y="704"/>
                </a:lnTo>
                <a:lnTo>
                  <a:pt x="333" y="752"/>
                </a:lnTo>
                <a:lnTo>
                  <a:pt x="374" y="797"/>
                </a:lnTo>
                <a:lnTo>
                  <a:pt x="419" y="841"/>
                </a:lnTo>
                <a:lnTo>
                  <a:pt x="465" y="880"/>
                </a:lnTo>
                <a:lnTo>
                  <a:pt x="514" y="917"/>
                </a:lnTo>
                <a:lnTo>
                  <a:pt x="566" y="951"/>
                </a:lnTo>
                <a:lnTo>
                  <a:pt x="620" y="980"/>
                </a:lnTo>
                <a:lnTo>
                  <a:pt x="675" y="1007"/>
                </a:lnTo>
                <a:lnTo>
                  <a:pt x="732" y="1029"/>
                </a:lnTo>
                <a:lnTo>
                  <a:pt x="790" y="1048"/>
                </a:lnTo>
                <a:lnTo>
                  <a:pt x="849" y="1062"/>
                </a:lnTo>
                <a:lnTo>
                  <a:pt x="910" y="1074"/>
                </a:lnTo>
                <a:lnTo>
                  <a:pt x="772" y="845"/>
                </a:lnTo>
                <a:lnTo>
                  <a:pt x="929" y="645"/>
                </a:lnTo>
              </a:path>
            </a:pathLst>
          </a:custGeom>
          <a:noFill/>
          <a:ln w="9525" cap="rnd" cmpd="sng">
            <a:solidFill>
              <a:schemeClr val="tx1"/>
            </a:solidFill>
            <a:prstDash val="solid"/>
            <a:round/>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19817" name="Freeform 143">
            <a:extLst>
              <a:ext uri="{FF2B5EF4-FFF2-40B4-BE49-F238E27FC236}">
                <a16:creationId xmlns:a16="http://schemas.microsoft.com/office/drawing/2014/main" id="{3C97067D-ABFE-49E0-C9D2-A4A3DC8F6D7A}"/>
              </a:ext>
            </a:extLst>
          </p:cNvPr>
          <p:cNvSpPr>
            <a:spLocks/>
          </p:cNvSpPr>
          <p:nvPr/>
        </p:nvSpPr>
        <p:spPr bwMode="auto">
          <a:xfrm>
            <a:off x="2435225" y="985838"/>
            <a:ext cx="1497013" cy="1690687"/>
          </a:xfrm>
          <a:custGeom>
            <a:avLst/>
            <a:gdLst>
              <a:gd name="T0" fmla="*/ 2147483646 w 943"/>
              <a:gd name="T1" fmla="*/ 2147483646 h 1065"/>
              <a:gd name="T2" fmla="*/ 2147483646 w 943"/>
              <a:gd name="T3" fmla="*/ 2147483646 h 1065"/>
              <a:gd name="T4" fmla="*/ 2147483646 w 943"/>
              <a:gd name="T5" fmla="*/ 2147483646 h 1065"/>
              <a:gd name="T6" fmla="*/ 2147483646 w 943"/>
              <a:gd name="T7" fmla="*/ 2147483646 h 1065"/>
              <a:gd name="T8" fmla="*/ 2147483646 w 943"/>
              <a:gd name="T9" fmla="*/ 2147483646 h 1065"/>
              <a:gd name="T10" fmla="*/ 2147483646 w 943"/>
              <a:gd name="T11" fmla="*/ 2147483646 h 1065"/>
              <a:gd name="T12" fmla="*/ 2147483646 w 943"/>
              <a:gd name="T13" fmla="*/ 2147483646 h 1065"/>
              <a:gd name="T14" fmla="*/ 2147483646 w 943"/>
              <a:gd name="T15" fmla="*/ 2147483646 h 1065"/>
              <a:gd name="T16" fmla="*/ 2147483646 w 943"/>
              <a:gd name="T17" fmla="*/ 2147483646 h 1065"/>
              <a:gd name="T18" fmla="*/ 2147483646 w 943"/>
              <a:gd name="T19" fmla="*/ 2147483646 h 1065"/>
              <a:gd name="T20" fmla="*/ 2147483646 w 943"/>
              <a:gd name="T21" fmla="*/ 2147483646 h 1065"/>
              <a:gd name="T22" fmla="*/ 2147483646 w 943"/>
              <a:gd name="T23" fmla="*/ 2147483646 h 1065"/>
              <a:gd name="T24" fmla="*/ 2147483646 w 943"/>
              <a:gd name="T25" fmla="*/ 2147483646 h 1065"/>
              <a:gd name="T26" fmla="*/ 2147483646 w 943"/>
              <a:gd name="T27" fmla="*/ 2147483646 h 1065"/>
              <a:gd name="T28" fmla="*/ 2147483646 w 943"/>
              <a:gd name="T29" fmla="*/ 2147483646 h 1065"/>
              <a:gd name="T30" fmla="*/ 2147483646 w 943"/>
              <a:gd name="T31" fmla="*/ 2147483646 h 1065"/>
              <a:gd name="T32" fmla="*/ 2147483646 w 943"/>
              <a:gd name="T33" fmla="*/ 2147483646 h 1065"/>
              <a:gd name="T34" fmla="*/ 2147483646 w 943"/>
              <a:gd name="T35" fmla="*/ 2147483646 h 1065"/>
              <a:gd name="T36" fmla="*/ 2147483646 w 943"/>
              <a:gd name="T37" fmla="*/ 2147483646 h 1065"/>
              <a:gd name="T38" fmla="*/ 2147483646 w 943"/>
              <a:gd name="T39" fmla="*/ 2147483646 h 1065"/>
              <a:gd name="T40" fmla="*/ 2147483646 w 943"/>
              <a:gd name="T41" fmla="*/ 2147483646 h 1065"/>
              <a:gd name="T42" fmla="*/ 2147483646 w 943"/>
              <a:gd name="T43" fmla="*/ 2147483646 h 1065"/>
              <a:gd name="T44" fmla="*/ 0 w 943"/>
              <a:gd name="T45" fmla="*/ 0 h 1065"/>
              <a:gd name="T46" fmla="*/ 2147483646 w 943"/>
              <a:gd name="T47" fmla="*/ 2147483646 h 1065"/>
              <a:gd name="T48" fmla="*/ 2147483646 w 943"/>
              <a:gd name="T49" fmla="*/ 2147483646 h 1065"/>
              <a:gd name="T50" fmla="*/ 2147483646 w 943"/>
              <a:gd name="T51" fmla="*/ 2147483646 h 1065"/>
              <a:gd name="T52" fmla="*/ 2147483646 w 943"/>
              <a:gd name="T53" fmla="*/ 2147483646 h 1065"/>
              <a:gd name="T54" fmla="*/ 2147483646 w 943"/>
              <a:gd name="T55" fmla="*/ 2147483646 h 1065"/>
              <a:gd name="T56" fmla="*/ 2147483646 w 943"/>
              <a:gd name="T57" fmla="*/ 2147483646 h 1065"/>
              <a:gd name="T58" fmla="*/ 2147483646 w 943"/>
              <a:gd name="T59" fmla="*/ 2147483646 h 1065"/>
              <a:gd name="T60" fmla="*/ 2147483646 w 943"/>
              <a:gd name="T61" fmla="*/ 2147483646 h 1065"/>
              <a:gd name="T62" fmla="*/ 2147483646 w 943"/>
              <a:gd name="T63" fmla="*/ 2147483646 h 1065"/>
              <a:gd name="T64" fmla="*/ 2147483646 w 943"/>
              <a:gd name="T65" fmla="*/ 2147483646 h 1065"/>
              <a:gd name="T66" fmla="*/ 2147483646 w 943"/>
              <a:gd name="T67" fmla="*/ 2147483646 h 1065"/>
              <a:gd name="T68" fmla="*/ 2147483646 w 943"/>
              <a:gd name="T69" fmla="*/ 2147483646 h 1065"/>
              <a:gd name="T70" fmla="*/ 2147483646 w 943"/>
              <a:gd name="T71" fmla="*/ 2147483646 h 1065"/>
              <a:gd name="T72" fmla="*/ 2147483646 w 943"/>
              <a:gd name="T73" fmla="*/ 2147483646 h 1065"/>
              <a:gd name="T74" fmla="*/ 2147483646 w 943"/>
              <a:gd name="T75" fmla="*/ 2147483646 h 1065"/>
              <a:gd name="T76" fmla="*/ 2147483646 w 943"/>
              <a:gd name="T77" fmla="*/ 2147483646 h 106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43" h="1065">
                <a:moveTo>
                  <a:pt x="554" y="1064"/>
                </a:moveTo>
                <a:lnTo>
                  <a:pt x="942" y="840"/>
                </a:lnTo>
                <a:lnTo>
                  <a:pt x="781" y="840"/>
                </a:lnTo>
                <a:lnTo>
                  <a:pt x="776" y="778"/>
                </a:lnTo>
                <a:lnTo>
                  <a:pt x="767" y="716"/>
                </a:lnTo>
                <a:lnTo>
                  <a:pt x="754" y="655"/>
                </a:lnTo>
                <a:lnTo>
                  <a:pt x="737" y="595"/>
                </a:lnTo>
                <a:lnTo>
                  <a:pt x="714" y="536"/>
                </a:lnTo>
                <a:lnTo>
                  <a:pt x="688" y="480"/>
                </a:lnTo>
                <a:lnTo>
                  <a:pt x="658" y="425"/>
                </a:lnTo>
                <a:lnTo>
                  <a:pt x="624" y="372"/>
                </a:lnTo>
                <a:lnTo>
                  <a:pt x="586" y="323"/>
                </a:lnTo>
                <a:lnTo>
                  <a:pt x="547" y="275"/>
                </a:lnTo>
                <a:lnTo>
                  <a:pt x="502" y="232"/>
                </a:lnTo>
                <a:lnTo>
                  <a:pt x="455" y="191"/>
                </a:lnTo>
                <a:lnTo>
                  <a:pt x="405" y="153"/>
                </a:lnTo>
                <a:lnTo>
                  <a:pt x="352" y="120"/>
                </a:lnTo>
                <a:lnTo>
                  <a:pt x="298" y="89"/>
                </a:lnTo>
                <a:lnTo>
                  <a:pt x="241" y="63"/>
                </a:lnTo>
                <a:lnTo>
                  <a:pt x="182" y="41"/>
                </a:lnTo>
                <a:lnTo>
                  <a:pt x="122" y="23"/>
                </a:lnTo>
                <a:lnTo>
                  <a:pt x="61" y="9"/>
                </a:lnTo>
                <a:lnTo>
                  <a:pt x="0" y="0"/>
                </a:lnTo>
                <a:lnTo>
                  <a:pt x="137" y="226"/>
                </a:lnTo>
                <a:lnTo>
                  <a:pt x="5" y="451"/>
                </a:lnTo>
                <a:lnTo>
                  <a:pt x="48" y="465"/>
                </a:lnTo>
                <a:lnTo>
                  <a:pt x="90" y="483"/>
                </a:lnTo>
                <a:lnTo>
                  <a:pt x="130" y="505"/>
                </a:lnTo>
                <a:lnTo>
                  <a:pt x="168" y="531"/>
                </a:lnTo>
                <a:lnTo>
                  <a:pt x="202" y="561"/>
                </a:lnTo>
                <a:lnTo>
                  <a:pt x="233" y="594"/>
                </a:lnTo>
                <a:lnTo>
                  <a:pt x="262" y="629"/>
                </a:lnTo>
                <a:lnTo>
                  <a:pt x="285" y="668"/>
                </a:lnTo>
                <a:lnTo>
                  <a:pt x="305" y="709"/>
                </a:lnTo>
                <a:lnTo>
                  <a:pt x="321" y="751"/>
                </a:lnTo>
                <a:lnTo>
                  <a:pt x="333" y="795"/>
                </a:lnTo>
                <a:lnTo>
                  <a:pt x="340" y="840"/>
                </a:lnTo>
                <a:lnTo>
                  <a:pt x="188" y="841"/>
                </a:lnTo>
                <a:lnTo>
                  <a:pt x="554" y="1064"/>
                </a:lnTo>
              </a:path>
            </a:pathLst>
          </a:custGeom>
          <a:noFill/>
          <a:ln w="9525" cap="rnd" cmpd="sng">
            <a:solidFill>
              <a:schemeClr val="tx1"/>
            </a:solidFill>
            <a:prstDash val="solid"/>
            <a:round/>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Line 2">
            <a:extLst>
              <a:ext uri="{FF2B5EF4-FFF2-40B4-BE49-F238E27FC236}">
                <a16:creationId xmlns:a16="http://schemas.microsoft.com/office/drawing/2014/main" id="{1EB7D577-F86C-1D2D-86F6-D60F7966C265}"/>
              </a:ext>
            </a:extLst>
          </p:cNvPr>
          <p:cNvSpPr>
            <a:spLocks noChangeShapeType="1"/>
          </p:cNvSpPr>
          <p:nvPr/>
        </p:nvSpPr>
        <p:spPr bwMode="auto">
          <a:xfrm>
            <a:off x="1731963" y="3870325"/>
            <a:ext cx="430212" cy="0"/>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58" name="Line 3">
            <a:extLst>
              <a:ext uri="{FF2B5EF4-FFF2-40B4-BE49-F238E27FC236}">
                <a16:creationId xmlns:a16="http://schemas.microsoft.com/office/drawing/2014/main" id="{8DBF5E20-9A07-3FBA-D7C2-4C0250FF8CC6}"/>
              </a:ext>
            </a:extLst>
          </p:cNvPr>
          <p:cNvSpPr>
            <a:spLocks noChangeShapeType="1"/>
          </p:cNvSpPr>
          <p:nvPr/>
        </p:nvSpPr>
        <p:spPr bwMode="auto">
          <a:xfrm>
            <a:off x="3286125" y="3870325"/>
            <a:ext cx="434975" cy="0"/>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59" name="Rectangle 4">
            <a:extLst>
              <a:ext uri="{FF2B5EF4-FFF2-40B4-BE49-F238E27FC236}">
                <a16:creationId xmlns:a16="http://schemas.microsoft.com/office/drawing/2014/main" id="{F0769140-BF36-0479-1E50-C590425B3AD4}"/>
              </a:ext>
            </a:extLst>
          </p:cNvPr>
          <p:cNvSpPr>
            <a:spLocks noChangeArrowheads="1"/>
          </p:cNvSpPr>
          <p:nvPr/>
        </p:nvSpPr>
        <p:spPr bwMode="auto">
          <a:xfrm>
            <a:off x="812800" y="3724275"/>
            <a:ext cx="912813" cy="290513"/>
          </a:xfrm>
          <a:prstGeom prst="rect">
            <a:avLst/>
          </a:prstGeom>
          <a:solidFill>
            <a:srgbClr val="FFFFFF"/>
          </a:solidFill>
          <a:ln w="12699">
            <a:solidFill>
              <a:srgbClr val="000000"/>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60" name="Oval 5">
            <a:extLst>
              <a:ext uri="{FF2B5EF4-FFF2-40B4-BE49-F238E27FC236}">
                <a16:creationId xmlns:a16="http://schemas.microsoft.com/office/drawing/2014/main" id="{9305EA02-C908-8176-3C59-FC056BBEE8C5}"/>
              </a:ext>
            </a:extLst>
          </p:cNvPr>
          <p:cNvSpPr>
            <a:spLocks noChangeArrowheads="1"/>
          </p:cNvSpPr>
          <p:nvPr/>
        </p:nvSpPr>
        <p:spPr bwMode="auto">
          <a:xfrm>
            <a:off x="2151063" y="3259138"/>
            <a:ext cx="1123950" cy="1217612"/>
          </a:xfrm>
          <a:prstGeom prst="ellipse">
            <a:avLst/>
          </a:prstGeom>
          <a:solidFill>
            <a:srgbClr val="FFFFFF"/>
          </a:solidFill>
          <a:ln w="12699">
            <a:solidFill>
              <a:srgbClr val="000000"/>
            </a:solidFill>
            <a:round/>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61" name="Rectangle 6">
            <a:extLst>
              <a:ext uri="{FF2B5EF4-FFF2-40B4-BE49-F238E27FC236}">
                <a16:creationId xmlns:a16="http://schemas.microsoft.com/office/drawing/2014/main" id="{142C1595-AB85-E002-B928-F1CFE41E8465}"/>
              </a:ext>
            </a:extLst>
          </p:cNvPr>
          <p:cNvSpPr>
            <a:spLocks noChangeArrowheads="1"/>
          </p:cNvSpPr>
          <p:nvPr/>
        </p:nvSpPr>
        <p:spPr bwMode="auto">
          <a:xfrm>
            <a:off x="3729038" y="3724275"/>
            <a:ext cx="909637" cy="290513"/>
          </a:xfrm>
          <a:prstGeom prst="rect">
            <a:avLst/>
          </a:prstGeom>
          <a:solidFill>
            <a:srgbClr val="FFFFFF"/>
          </a:solidFill>
          <a:ln w="12699">
            <a:solidFill>
              <a:srgbClr val="000000"/>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62" name="Line 7">
            <a:extLst>
              <a:ext uri="{FF2B5EF4-FFF2-40B4-BE49-F238E27FC236}">
                <a16:creationId xmlns:a16="http://schemas.microsoft.com/office/drawing/2014/main" id="{DBB81FD4-F899-6F5B-46BF-59758A137F2D}"/>
              </a:ext>
            </a:extLst>
          </p:cNvPr>
          <p:cNvSpPr>
            <a:spLocks noChangeShapeType="1"/>
          </p:cNvSpPr>
          <p:nvPr/>
        </p:nvSpPr>
        <p:spPr bwMode="auto">
          <a:xfrm>
            <a:off x="2728913" y="4489450"/>
            <a:ext cx="0" cy="465138"/>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63" name="Line 8">
            <a:extLst>
              <a:ext uri="{FF2B5EF4-FFF2-40B4-BE49-F238E27FC236}">
                <a16:creationId xmlns:a16="http://schemas.microsoft.com/office/drawing/2014/main" id="{3746CC6D-89F6-9E54-67DA-9300C6393A67}"/>
              </a:ext>
            </a:extLst>
          </p:cNvPr>
          <p:cNvSpPr>
            <a:spLocks noChangeShapeType="1"/>
          </p:cNvSpPr>
          <p:nvPr/>
        </p:nvSpPr>
        <p:spPr bwMode="auto">
          <a:xfrm>
            <a:off x="2728913" y="2797175"/>
            <a:ext cx="0" cy="452438"/>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64" name="Arc 9">
            <a:extLst>
              <a:ext uri="{FF2B5EF4-FFF2-40B4-BE49-F238E27FC236}">
                <a16:creationId xmlns:a16="http://schemas.microsoft.com/office/drawing/2014/main" id="{7B7C1EA7-9E9C-D43B-BFCC-31E79B468411}"/>
              </a:ext>
            </a:extLst>
          </p:cNvPr>
          <p:cNvSpPr>
            <a:spLocks/>
          </p:cNvSpPr>
          <p:nvPr/>
        </p:nvSpPr>
        <p:spPr bwMode="auto">
          <a:xfrm>
            <a:off x="3152775" y="2646363"/>
            <a:ext cx="1046163" cy="1069975"/>
          </a:xfrm>
          <a:custGeom>
            <a:avLst/>
            <a:gdLst>
              <a:gd name="T0" fmla="*/ 0 w 21296"/>
              <a:gd name="T1" fmla="*/ 0 h 21600"/>
              <a:gd name="T2" fmla="*/ 2147483646 w 21296"/>
              <a:gd name="T3" fmla="*/ 2147483646 h 21600"/>
              <a:gd name="T4" fmla="*/ 2147483646 w 21296"/>
              <a:gd name="T5" fmla="*/ 2147483646 h 21600"/>
              <a:gd name="T6" fmla="*/ 0 60000 65536"/>
              <a:gd name="T7" fmla="*/ 0 60000 65536"/>
              <a:gd name="T8" fmla="*/ 0 60000 65536"/>
            </a:gdLst>
            <a:ahLst/>
            <a:cxnLst>
              <a:cxn ang="T6">
                <a:pos x="T0" y="T1"/>
              </a:cxn>
              <a:cxn ang="T7">
                <a:pos x="T2" y="T3"/>
              </a:cxn>
              <a:cxn ang="T8">
                <a:pos x="T4" y="T5"/>
              </a:cxn>
            </a:cxnLst>
            <a:rect l="0" t="0" r="r" b="b"/>
            <a:pathLst>
              <a:path w="21296" h="21600" fill="none" extrusionOk="0">
                <a:moveTo>
                  <a:pt x="0" y="0"/>
                </a:moveTo>
                <a:cubicBezTo>
                  <a:pt x="10" y="0"/>
                  <a:pt x="20" y="0"/>
                  <a:pt x="30" y="0"/>
                </a:cubicBezTo>
                <a:cubicBezTo>
                  <a:pt x="10499" y="0"/>
                  <a:pt x="19462" y="7508"/>
                  <a:pt x="21296" y="17816"/>
                </a:cubicBezTo>
              </a:path>
              <a:path w="21296" h="21600" stroke="0" extrusionOk="0">
                <a:moveTo>
                  <a:pt x="0" y="0"/>
                </a:moveTo>
                <a:cubicBezTo>
                  <a:pt x="10" y="0"/>
                  <a:pt x="20" y="0"/>
                  <a:pt x="30" y="0"/>
                </a:cubicBezTo>
                <a:cubicBezTo>
                  <a:pt x="10499" y="0"/>
                  <a:pt x="19462" y="7508"/>
                  <a:pt x="21296" y="17816"/>
                </a:cubicBezTo>
                <a:lnTo>
                  <a:pt x="30" y="21600"/>
                </a:lnTo>
                <a:lnTo>
                  <a:pt x="0" y="0"/>
                </a:lnTo>
                <a:close/>
              </a:path>
            </a:pathLst>
          </a:custGeom>
          <a:noFill/>
          <a:ln w="12699"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65" name="Freeform 10">
            <a:extLst>
              <a:ext uri="{FF2B5EF4-FFF2-40B4-BE49-F238E27FC236}">
                <a16:creationId xmlns:a16="http://schemas.microsoft.com/office/drawing/2014/main" id="{5F32D267-E943-1E40-8E19-508C620373B1}"/>
              </a:ext>
            </a:extLst>
          </p:cNvPr>
          <p:cNvSpPr>
            <a:spLocks/>
          </p:cNvSpPr>
          <p:nvPr/>
        </p:nvSpPr>
        <p:spPr bwMode="auto">
          <a:xfrm>
            <a:off x="4133850" y="3476625"/>
            <a:ext cx="119063" cy="231775"/>
          </a:xfrm>
          <a:custGeom>
            <a:avLst/>
            <a:gdLst>
              <a:gd name="T0" fmla="*/ 2147483646 w 81"/>
              <a:gd name="T1" fmla="*/ 2147483646 h 146"/>
              <a:gd name="T2" fmla="*/ 2147483646 w 81"/>
              <a:gd name="T3" fmla="*/ 0 h 146"/>
              <a:gd name="T4" fmla="*/ 0 w 81"/>
              <a:gd name="T5" fmla="*/ 2147483646 h 146"/>
              <a:gd name="T6" fmla="*/ 2147483646 w 81"/>
              <a:gd name="T7" fmla="*/ 2147483646 h 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 h="146">
                <a:moveTo>
                  <a:pt x="55" y="145"/>
                </a:moveTo>
                <a:lnTo>
                  <a:pt x="80" y="0"/>
                </a:lnTo>
                <a:lnTo>
                  <a:pt x="0" y="8"/>
                </a:lnTo>
                <a:lnTo>
                  <a:pt x="55" y="145"/>
                </a:lnTo>
              </a:path>
            </a:pathLst>
          </a:custGeom>
          <a:solidFill>
            <a:srgbClr val="000000"/>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21866" name="Arc 11">
            <a:extLst>
              <a:ext uri="{FF2B5EF4-FFF2-40B4-BE49-F238E27FC236}">
                <a16:creationId xmlns:a16="http://schemas.microsoft.com/office/drawing/2014/main" id="{C4AA7566-C3DF-3780-75F5-DF083F112F78}"/>
              </a:ext>
            </a:extLst>
          </p:cNvPr>
          <p:cNvSpPr>
            <a:spLocks/>
          </p:cNvSpPr>
          <p:nvPr/>
        </p:nvSpPr>
        <p:spPr bwMode="auto">
          <a:xfrm>
            <a:off x="1239838" y="2663825"/>
            <a:ext cx="990600" cy="1052513"/>
          </a:xfrm>
          <a:custGeom>
            <a:avLst/>
            <a:gdLst>
              <a:gd name="T0" fmla="*/ 0 w 21600"/>
              <a:gd name="T1" fmla="*/ 2147483646 h 21269"/>
              <a:gd name="T2" fmla="*/ 2147483646 w 21600"/>
              <a:gd name="T3" fmla="*/ 0 h 21269"/>
              <a:gd name="T4" fmla="*/ 2147483646 w 21600"/>
              <a:gd name="T5" fmla="*/ 2147483646 h 21269"/>
              <a:gd name="T6" fmla="*/ 0 60000 65536"/>
              <a:gd name="T7" fmla="*/ 0 60000 65536"/>
              <a:gd name="T8" fmla="*/ 0 60000 65536"/>
            </a:gdLst>
            <a:ahLst/>
            <a:cxnLst>
              <a:cxn ang="T6">
                <a:pos x="T0" y="T1"/>
              </a:cxn>
              <a:cxn ang="T7">
                <a:pos x="T2" y="T3"/>
              </a:cxn>
              <a:cxn ang="T8">
                <a:pos x="T4" y="T5"/>
              </a:cxn>
            </a:cxnLst>
            <a:rect l="0" t="0" r="r" b="b"/>
            <a:pathLst>
              <a:path w="21600" h="21269" fill="none" extrusionOk="0">
                <a:moveTo>
                  <a:pt x="0" y="21237"/>
                </a:moveTo>
                <a:cubicBezTo>
                  <a:pt x="15" y="10773"/>
                  <a:pt x="7528" y="1825"/>
                  <a:pt x="17832" y="0"/>
                </a:cubicBezTo>
              </a:path>
              <a:path w="21600" h="21269" stroke="0" extrusionOk="0">
                <a:moveTo>
                  <a:pt x="0" y="21237"/>
                </a:moveTo>
                <a:cubicBezTo>
                  <a:pt x="15" y="10773"/>
                  <a:pt x="7528" y="1825"/>
                  <a:pt x="17832" y="0"/>
                </a:cubicBezTo>
                <a:lnTo>
                  <a:pt x="21600" y="21269"/>
                </a:lnTo>
                <a:lnTo>
                  <a:pt x="0" y="21237"/>
                </a:lnTo>
                <a:close/>
              </a:path>
            </a:pathLst>
          </a:custGeom>
          <a:noFill/>
          <a:ln w="12699"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67" name="Freeform 12">
            <a:extLst>
              <a:ext uri="{FF2B5EF4-FFF2-40B4-BE49-F238E27FC236}">
                <a16:creationId xmlns:a16="http://schemas.microsoft.com/office/drawing/2014/main" id="{E84B4535-1382-14AA-7DC8-156FD9B14487}"/>
              </a:ext>
            </a:extLst>
          </p:cNvPr>
          <p:cNvSpPr>
            <a:spLocks/>
          </p:cNvSpPr>
          <p:nvPr/>
        </p:nvSpPr>
        <p:spPr bwMode="auto">
          <a:xfrm>
            <a:off x="2008188" y="2600325"/>
            <a:ext cx="215900" cy="127000"/>
          </a:xfrm>
          <a:custGeom>
            <a:avLst/>
            <a:gdLst>
              <a:gd name="T0" fmla="*/ 2147483646 w 148"/>
              <a:gd name="T1" fmla="*/ 2147483646 h 80"/>
              <a:gd name="T2" fmla="*/ 0 w 148"/>
              <a:gd name="T3" fmla="*/ 0 h 80"/>
              <a:gd name="T4" fmla="*/ 2147483646 w 148"/>
              <a:gd name="T5" fmla="*/ 2147483646 h 80"/>
              <a:gd name="T6" fmla="*/ 2147483646 w 148"/>
              <a:gd name="T7" fmla="*/ 2147483646 h 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80">
                <a:moveTo>
                  <a:pt x="147" y="23"/>
                </a:moveTo>
                <a:lnTo>
                  <a:pt x="0" y="0"/>
                </a:lnTo>
                <a:lnTo>
                  <a:pt x="9" y="79"/>
                </a:lnTo>
                <a:lnTo>
                  <a:pt x="147" y="23"/>
                </a:lnTo>
              </a:path>
            </a:pathLst>
          </a:custGeom>
          <a:solidFill>
            <a:srgbClr val="000000"/>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21868" name="Arc 13">
            <a:extLst>
              <a:ext uri="{FF2B5EF4-FFF2-40B4-BE49-F238E27FC236}">
                <a16:creationId xmlns:a16="http://schemas.microsoft.com/office/drawing/2014/main" id="{A5DEE703-3035-8ACF-1678-82EF8726344F}"/>
              </a:ext>
            </a:extLst>
          </p:cNvPr>
          <p:cNvSpPr>
            <a:spLocks/>
          </p:cNvSpPr>
          <p:nvPr/>
        </p:nvSpPr>
        <p:spPr bwMode="auto">
          <a:xfrm>
            <a:off x="1255713" y="4021138"/>
            <a:ext cx="990600" cy="1071562"/>
          </a:xfrm>
          <a:custGeom>
            <a:avLst/>
            <a:gdLst>
              <a:gd name="T0" fmla="*/ 2147483646 w 21631"/>
              <a:gd name="T1" fmla="*/ 2147483646 h 21600"/>
              <a:gd name="T2" fmla="*/ 0 w 21631"/>
              <a:gd name="T3" fmla="*/ 2147483646 h 21600"/>
              <a:gd name="T4" fmla="*/ 2147483646 w 21631"/>
              <a:gd name="T5" fmla="*/ 0 h 21600"/>
              <a:gd name="T6" fmla="*/ 0 60000 65536"/>
              <a:gd name="T7" fmla="*/ 0 60000 65536"/>
              <a:gd name="T8" fmla="*/ 0 60000 65536"/>
            </a:gdLst>
            <a:ahLst/>
            <a:cxnLst>
              <a:cxn ang="T6">
                <a:pos x="T0" y="T1"/>
              </a:cxn>
              <a:cxn ang="T7">
                <a:pos x="T2" y="T3"/>
              </a:cxn>
              <a:cxn ang="T8">
                <a:pos x="T4" y="T5"/>
              </a:cxn>
            </a:cxnLst>
            <a:rect l="0" t="0" r="r" b="b"/>
            <a:pathLst>
              <a:path w="21631" h="21600" fill="none" extrusionOk="0">
                <a:moveTo>
                  <a:pt x="21631" y="21597"/>
                </a:moveTo>
                <a:cubicBezTo>
                  <a:pt x="21513" y="21599"/>
                  <a:pt x="21396" y="21600"/>
                  <a:pt x="21279" y="21600"/>
                </a:cubicBezTo>
                <a:cubicBezTo>
                  <a:pt x="10781" y="21600"/>
                  <a:pt x="1804" y="14053"/>
                  <a:pt x="0" y="3711"/>
                </a:cubicBezTo>
              </a:path>
              <a:path w="21631" h="21600" stroke="0" extrusionOk="0">
                <a:moveTo>
                  <a:pt x="21631" y="21597"/>
                </a:moveTo>
                <a:cubicBezTo>
                  <a:pt x="21513" y="21599"/>
                  <a:pt x="21396" y="21600"/>
                  <a:pt x="21279" y="21600"/>
                </a:cubicBezTo>
                <a:cubicBezTo>
                  <a:pt x="10781" y="21600"/>
                  <a:pt x="1804" y="14053"/>
                  <a:pt x="0" y="3711"/>
                </a:cubicBezTo>
                <a:lnTo>
                  <a:pt x="21279" y="0"/>
                </a:lnTo>
                <a:lnTo>
                  <a:pt x="21631" y="21597"/>
                </a:lnTo>
                <a:close/>
              </a:path>
            </a:pathLst>
          </a:custGeom>
          <a:noFill/>
          <a:ln w="12699"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69" name="Freeform 14">
            <a:extLst>
              <a:ext uri="{FF2B5EF4-FFF2-40B4-BE49-F238E27FC236}">
                <a16:creationId xmlns:a16="http://schemas.microsoft.com/office/drawing/2014/main" id="{2EA9D559-85A6-B8AC-D2FE-7F791E16007D}"/>
              </a:ext>
            </a:extLst>
          </p:cNvPr>
          <p:cNvSpPr>
            <a:spLocks/>
          </p:cNvSpPr>
          <p:nvPr/>
        </p:nvSpPr>
        <p:spPr bwMode="auto">
          <a:xfrm>
            <a:off x="1200150" y="4029075"/>
            <a:ext cx="119063" cy="231775"/>
          </a:xfrm>
          <a:custGeom>
            <a:avLst/>
            <a:gdLst>
              <a:gd name="T0" fmla="*/ 2147483646 w 81"/>
              <a:gd name="T1" fmla="*/ 0 h 146"/>
              <a:gd name="T2" fmla="*/ 0 w 81"/>
              <a:gd name="T3" fmla="*/ 2147483646 h 146"/>
              <a:gd name="T4" fmla="*/ 2147483646 w 81"/>
              <a:gd name="T5" fmla="*/ 2147483646 h 146"/>
              <a:gd name="T6" fmla="*/ 2147483646 w 81"/>
              <a:gd name="T7" fmla="*/ 0 h 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 h="146">
                <a:moveTo>
                  <a:pt x="23" y="0"/>
                </a:moveTo>
                <a:lnTo>
                  <a:pt x="0" y="145"/>
                </a:lnTo>
                <a:lnTo>
                  <a:pt x="80" y="135"/>
                </a:lnTo>
                <a:lnTo>
                  <a:pt x="23" y="0"/>
                </a:lnTo>
              </a:path>
            </a:pathLst>
          </a:custGeom>
          <a:solidFill>
            <a:srgbClr val="000000"/>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21870" name="Arc 15">
            <a:extLst>
              <a:ext uri="{FF2B5EF4-FFF2-40B4-BE49-F238E27FC236}">
                <a16:creationId xmlns:a16="http://schemas.microsoft.com/office/drawing/2014/main" id="{DE1E7651-F74A-34F1-2D99-AB9F83F43E6C}"/>
              </a:ext>
            </a:extLst>
          </p:cNvPr>
          <p:cNvSpPr>
            <a:spLocks/>
          </p:cNvSpPr>
          <p:nvPr/>
        </p:nvSpPr>
        <p:spPr bwMode="auto">
          <a:xfrm>
            <a:off x="3152775" y="4021138"/>
            <a:ext cx="1062038" cy="1058862"/>
          </a:xfrm>
          <a:custGeom>
            <a:avLst/>
            <a:gdLst>
              <a:gd name="T0" fmla="*/ 2147483646 w 21600"/>
              <a:gd name="T1" fmla="*/ 0 h 21366"/>
              <a:gd name="T2" fmla="*/ 2147483646 w 21600"/>
              <a:gd name="T3" fmla="*/ 2147483646 h 21366"/>
              <a:gd name="T4" fmla="*/ 0 w 21600"/>
              <a:gd name="T5" fmla="*/ 2147483646 h 21366"/>
              <a:gd name="T6" fmla="*/ 0 60000 65536"/>
              <a:gd name="T7" fmla="*/ 0 60000 65536"/>
              <a:gd name="T8" fmla="*/ 0 60000 65536"/>
            </a:gdLst>
            <a:ahLst/>
            <a:cxnLst>
              <a:cxn ang="T6">
                <a:pos x="T0" y="T1"/>
              </a:cxn>
              <a:cxn ang="T7">
                <a:pos x="T2" y="T3"/>
              </a:cxn>
              <a:cxn ang="T8">
                <a:pos x="T4" y="T5"/>
              </a:cxn>
            </a:cxnLst>
            <a:rect l="0" t="0" r="r" b="b"/>
            <a:pathLst>
              <a:path w="21600" h="21366" fill="none" extrusionOk="0">
                <a:moveTo>
                  <a:pt x="21599" y="0"/>
                </a:moveTo>
                <a:cubicBezTo>
                  <a:pt x="21599" y="10"/>
                  <a:pt x="21600" y="21"/>
                  <a:pt x="21600" y="32"/>
                </a:cubicBezTo>
                <a:cubicBezTo>
                  <a:pt x="21600" y="10657"/>
                  <a:pt x="13872" y="19705"/>
                  <a:pt x="3377" y="21366"/>
                </a:cubicBezTo>
              </a:path>
              <a:path w="21600" h="21366" stroke="0" extrusionOk="0">
                <a:moveTo>
                  <a:pt x="21599" y="0"/>
                </a:moveTo>
                <a:cubicBezTo>
                  <a:pt x="21599" y="10"/>
                  <a:pt x="21600" y="21"/>
                  <a:pt x="21600" y="32"/>
                </a:cubicBezTo>
                <a:cubicBezTo>
                  <a:pt x="21600" y="10657"/>
                  <a:pt x="13872" y="19705"/>
                  <a:pt x="3377" y="21366"/>
                </a:cubicBezTo>
                <a:lnTo>
                  <a:pt x="0" y="32"/>
                </a:lnTo>
                <a:lnTo>
                  <a:pt x="21599" y="0"/>
                </a:lnTo>
                <a:close/>
              </a:path>
            </a:pathLst>
          </a:custGeom>
          <a:noFill/>
          <a:ln w="12699"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71" name="Freeform 16">
            <a:extLst>
              <a:ext uri="{FF2B5EF4-FFF2-40B4-BE49-F238E27FC236}">
                <a16:creationId xmlns:a16="http://schemas.microsoft.com/office/drawing/2014/main" id="{67630318-D5C0-A780-C8FA-40A1F21DD0C8}"/>
              </a:ext>
            </a:extLst>
          </p:cNvPr>
          <p:cNvSpPr>
            <a:spLocks/>
          </p:cNvSpPr>
          <p:nvPr/>
        </p:nvSpPr>
        <p:spPr bwMode="auto">
          <a:xfrm>
            <a:off x="3159125" y="5013325"/>
            <a:ext cx="212725" cy="123825"/>
          </a:xfrm>
          <a:custGeom>
            <a:avLst/>
            <a:gdLst>
              <a:gd name="T0" fmla="*/ 0 w 145"/>
              <a:gd name="T1" fmla="*/ 2147483646 h 78"/>
              <a:gd name="T2" fmla="*/ 2147483646 w 145"/>
              <a:gd name="T3" fmla="*/ 2147483646 h 78"/>
              <a:gd name="T4" fmla="*/ 2147483646 w 145"/>
              <a:gd name="T5" fmla="*/ 0 h 78"/>
              <a:gd name="T6" fmla="*/ 0 w 145"/>
              <a:gd name="T7" fmla="*/ 2147483646 h 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5" h="78">
                <a:moveTo>
                  <a:pt x="0" y="52"/>
                </a:moveTo>
                <a:lnTo>
                  <a:pt x="144" y="77"/>
                </a:lnTo>
                <a:lnTo>
                  <a:pt x="136" y="0"/>
                </a:lnTo>
                <a:lnTo>
                  <a:pt x="0" y="52"/>
                </a:lnTo>
              </a:path>
            </a:pathLst>
          </a:custGeom>
          <a:solidFill>
            <a:srgbClr val="000000"/>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21872" name="Rectangle 17">
            <a:extLst>
              <a:ext uri="{FF2B5EF4-FFF2-40B4-BE49-F238E27FC236}">
                <a16:creationId xmlns:a16="http://schemas.microsoft.com/office/drawing/2014/main" id="{711C4070-D0C5-E271-FE22-CB74968CAD5F}"/>
              </a:ext>
            </a:extLst>
          </p:cNvPr>
          <p:cNvSpPr>
            <a:spLocks noChangeArrowheads="1"/>
          </p:cNvSpPr>
          <p:nvPr/>
        </p:nvSpPr>
        <p:spPr bwMode="auto">
          <a:xfrm>
            <a:off x="2255838" y="4951413"/>
            <a:ext cx="912812" cy="295275"/>
          </a:xfrm>
          <a:prstGeom prst="rect">
            <a:avLst/>
          </a:prstGeom>
          <a:solidFill>
            <a:srgbClr val="FFFFFF"/>
          </a:solidFill>
          <a:ln w="12699">
            <a:solidFill>
              <a:srgbClr val="000000"/>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73" name="Rectangle 18">
            <a:extLst>
              <a:ext uri="{FF2B5EF4-FFF2-40B4-BE49-F238E27FC236}">
                <a16:creationId xmlns:a16="http://schemas.microsoft.com/office/drawing/2014/main" id="{C61713C5-B7B4-1445-CACC-D8E41233D1ED}"/>
              </a:ext>
            </a:extLst>
          </p:cNvPr>
          <p:cNvSpPr>
            <a:spLocks noChangeArrowheads="1"/>
          </p:cNvSpPr>
          <p:nvPr/>
        </p:nvSpPr>
        <p:spPr bwMode="auto">
          <a:xfrm>
            <a:off x="2255838" y="2489200"/>
            <a:ext cx="912812" cy="295275"/>
          </a:xfrm>
          <a:prstGeom prst="rect">
            <a:avLst/>
          </a:prstGeom>
          <a:solidFill>
            <a:srgbClr val="FFFFFF"/>
          </a:solidFill>
          <a:ln w="12699">
            <a:solidFill>
              <a:srgbClr val="000000"/>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21874" name="Group 19">
            <a:extLst>
              <a:ext uri="{FF2B5EF4-FFF2-40B4-BE49-F238E27FC236}">
                <a16:creationId xmlns:a16="http://schemas.microsoft.com/office/drawing/2014/main" id="{AF65597E-3F4F-4920-2E04-E73C7A780BFA}"/>
              </a:ext>
            </a:extLst>
          </p:cNvPr>
          <p:cNvGrpSpPr>
            <a:grpSpLocks/>
          </p:cNvGrpSpPr>
          <p:nvPr/>
        </p:nvGrpSpPr>
        <p:grpSpPr bwMode="auto">
          <a:xfrm>
            <a:off x="4868863" y="2611438"/>
            <a:ext cx="3533775" cy="2547937"/>
            <a:chOff x="3323" y="1645"/>
            <a:chExt cx="2411" cy="1605"/>
          </a:xfrm>
        </p:grpSpPr>
        <p:sp>
          <p:nvSpPr>
            <p:cNvPr id="121890" name="Arc 20">
              <a:extLst>
                <a:ext uri="{FF2B5EF4-FFF2-40B4-BE49-F238E27FC236}">
                  <a16:creationId xmlns:a16="http://schemas.microsoft.com/office/drawing/2014/main" id="{4C598C77-F6A8-6964-D46E-D773E4D8EA28}"/>
                </a:ext>
              </a:extLst>
            </p:cNvPr>
            <p:cNvSpPr>
              <a:spLocks/>
            </p:cNvSpPr>
            <p:nvPr/>
          </p:nvSpPr>
          <p:spPr bwMode="auto">
            <a:xfrm>
              <a:off x="5007" y="2739"/>
              <a:ext cx="192" cy="192"/>
            </a:xfrm>
            <a:custGeom>
              <a:avLst/>
              <a:gdLst>
                <a:gd name="T0" fmla="*/ 0 w 21714"/>
                <a:gd name="T1" fmla="*/ 0 h 21714"/>
                <a:gd name="T2" fmla="*/ 0 w 21714"/>
                <a:gd name="T3" fmla="*/ 0 h 21714"/>
                <a:gd name="T4" fmla="*/ 0 w 21714"/>
                <a:gd name="T5" fmla="*/ 0 h 21714"/>
                <a:gd name="T6" fmla="*/ 0 60000 65536"/>
                <a:gd name="T7" fmla="*/ 0 60000 65536"/>
                <a:gd name="T8" fmla="*/ 0 60000 65536"/>
              </a:gdLst>
              <a:ahLst/>
              <a:cxnLst>
                <a:cxn ang="T6">
                  <a:pos x="T0" y="T1"/>
                </a:cxn>
                <a:cxn ang="T7">
                  <a:pos x="T2" y="T3"/>
                </a:cxn>
                <a:cxn ang="T8">
                  <a:pos x="T4" y="T5"/>
                </a:cxn>
              </a:cxnLst>
              <a:rect l="0" t="0" r="r" b="b"/>
              <a:pathLst>
                <a:path w="21714" h="21714" fill="none" extrusionOk="0">
                  <a:moveTo>
                    <a:pt x="21713" y="0"/>
                  </a:moveTo>
                  <a:cubicBezTo>
                    <a:pt x="21713" y="38"/>
                    <a:pt x="21714" y="76"/>
                    <a:pt x="21714" y="114"/>
                  </a:cubicBezTo>
                  <a:cubicBezTo>
                    <a:pt x="21714" y="12043"/>
                    <a:pt x="12043" y="21714"/>
                    <a:pt x="114" y="21714"/>
                  </a:cubicBezTo>
                  <a:cubicBezTo>
                    <a:pt x="76" y="21714"/>
                    <a:pt x="38" y="21713"/>
                    <a:pt x="0" y="21713"/>
                  </a:cubicBezTo>
                </a:path>
                <a:path w="21714" h="21714" stroke="0" extrusionOk="0">
                  <a:moveTo>
                    <a:pt x="21713" y="0"/>
                  </a:moveTo>
                  <a:cubicBezTo>
                    <a:pt x="21713" y="38"/>
                    <a:pt x="21714" y="76"/>
                    <a:pt x="21714" y="114"/>
                  </a:cubicBezTo>
                  <a:cubicBezTo>
                    <a:pt x="21714" y="12043"/>
                    <a:pt x="12043" y="21714"/>
                    <a:pt x="114" y="21714"/>
                  </a:cubicBezTo>
                  <a:cubicBezTo>
                    <a:pt x="76" y="21714"/>
                    <a:pt x="38" y="21713"/>
                    <a:pt x="0" y="21713"/>
                  </a:cubicBezTo>
                  <a:lnTo>
                    <a:pt x="114" y="114"/>
                  </a:lnTo>
                  <a:lnTo>
                    <a:pt x="21713" y="0"/>
                  </a:lnTo>
                  <a:close/>
                </a:path>
              </a:pathLst>
            </a:custGeom>
            <a:noFill/>
            <a:ln w="12699" cap="rnd">
              <a:solidFill>
                <a:schemeClr val="tx1"/>
              </a:solidFill>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91" name="Arc 21">
              <a:extLst>
                <a:ext uri="{FF2B5EF4-FFF2-40B4-BE49-F238E27FC236}">
                  <a16:creationId xmlns:a16="http://schemas.microsoft.com/office/drawing/2014/main" id="{EC4035DD-7672-9E29-C357-5B0250701800}"/>
                </a:ext>
              </a:extLst>
            </p:cNvPr>
            <p:cNvSpPr>
              <a:spLocks/>
            </p:cNvSpPr>
            <p:nvPr/>
          </p:nvSpPr>
          <p:spPr bwMode="auto">
            <a:xfrm>
              <a:off x="3860" y="2740"/>
              <a:ext cx="191" cy="191"/>
            </a:xfrm>
            <a:custGeom>
              <a:avLst/>
              <a:gdLst>
                <a:gd name="T0" fmla="*/ 0 w 21600"/>
                <a:gd name="T1" fmla="*/ 0 h 21713"/>
                <a:gd name="T2" fmla="*/ 0 w 21600"/>
                <a:gd name="T3" fmla="*/ 0 h 21713"/>
                <a:gd name="T4" fmla="*/ 0 w 21600"/>
                <a:gd name="T5" fmla="*/ 0 h 21713"/>
                <a:gd name="T6" fmla="*/ 0 60000 65536"/>
                <a:gd name="T7" fmla="*/ 0 60000 65536"/>
                <a:gd name="T8" fmla="*/ 0 60000 65536"/>
              </a:gdLst>
              <a:ahLst/>
              <a:cxnLst>
                <a:cxn ang="T6">
                  <a:pos x="T0" y="T1"/>
                </a:cxn>
                <a:cxn ang="T7">
                  <a:pos x="T2" y="T3"/>
                </a:cxn>
                <a:cxn ang="T8">
                  <a:pos x="T4" y="T5"/>
                </a:cxn>
              </a:cxnLst>
              <a:rect l="0" t="0" r="r" b="b"/>
              <a:pathLst>
                <a:path w="21600" h="21713" fill="none" extrusionOk="0">
                  <a:moveTo>
                    <a:pt x="21486" y="21712"/>
                  </a:moveTo>
                  <a:cubicBezTo>
                    <a:pt x="9601" y="21649"/>
                    <a:pt x="0" y="11997"/>
                    <a:pt x="0" y="113"/>
                  </a:cubicBezTo>
                  <a:cubicBezTo>
                    <a:pt x="0" y="75"/>
                    <a:pt x="0" y="37"/>
                    <a:pt x="0" y="0"/>
                  </a:cubicBezTo>
                </a:path>
                <a:path w="21600" h="21713" stroke="0" extrusionOk="0">
                  <a:moveTo>
                    <a:pt x="21486" y="21712"/>
                  </a:moveTo>
                  <a:cubicBezTo>
                    <a:pt x="9601" y="21649"/>
                    <a:pt x="0" y="11997"/>
                    <a:pt x="0" y="113"/>
                  </a:cubicBezTo>
                  <a:cubicBezTo>
                    <a:pt x="0" y="75"/>
                    <a:pt x="0" y="37"/>
                    <a:pt x="0" y="0"/>
                  </a:cubicBezTo>
                  <a:lnTo>
                    <a:pt x="21600" y="113"/>
                  </a:lnTo>
                  <a:lnTo>
                    <a:pt x="21486" y="21712"/>
                  </a:lnTo>
                  <a:close/>
                </a:path>
              </a:pathLst>
            </a:custGeom>
            <a:noFill/>
            <a:ln w="12699" cap="rnd">
              <a:solidFill>
                <a:schemeClr val="tx1"/>
              </a:solidFill>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92" name="Arc 22">
              <a:extLst>
                <a:ext uri="{FF2B5EF4-FFF2-40B4-BE49-F238E27FC236}">
                  <a16:creationId xmlns:a16="http://schemas.microsoft.com/office/drawing/2014/main" id="{77C2AFBA-A21D-13F3-00F3-EF88A1801F22}"/>
                </a:ext>
              </a:extLst>
            </p:cNvPr>
            <p:cNvSpPr>
              <a:spLocks/>
            </p:cNvSpPr>
            <p:nvPr/>
          </p:nvSpPr>
          <p:spPr bwMode="auto">
            <a:xfrm>
              <a:off x="3860" y="1966"/>
              <a:ext cx="191" cy="19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487"/>
                  </a:moveTo>
                  <a:cubicBezTo>
                    <a:pt x="62" y="9645"/>
                    <a:pt x="9645" y="62"/>
                    <a:pt x="21487" y="0"/>
                  </a:cubicBezTo>
                </a:path>
                <a:path w="21600" h="21600" stroke="0" extrusionOk="0">
                  <a:moveTo>
                    <a:pt x="0" y="21487"/>
                  </a:moveTo>
                  <a:cubicBezTo>
                    <a:pt x="62" y="9645"/>
                    <a:pt x="9645" y="62"/>
                    <a:pt x="21487" y="0"/>
                  </a:cubicBezTo>
                  <a:lnTo>
                    <a:pt x="21600" y="21600"/>
                  </a:lnTo>
                  <a:lnTo>
                    <a:pt x="0" y="21487"/>
                  </a:lnTo>
                  <a:close/>
                </a:path>
              </a:pathLst>
            </a:custGeom>
            <a:noFill/>
            <a:ln w="12699" cap="rnd">
              <a:solidFill>
                <a:schemeClr val="tx1"/>
              </a:solidFill>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93" name="Arc 23">
              <a:extLst>
                <a:ext uri="{FF2B5EF4-FFF2-40B4-BE49-F238E27FC236}">
                  <a16:creationId xmlns:a16="http://schemas.microsoft.com/office/drawing/2014/main" id="{DB10B712-BD72-E143-09D8-7A0C8918A878}"/>
                </a:ext>
              </a:extLst>
            </p:cNvPr>
            <p:cNvSpPr>
              <a:spLocks/>
            </p:cNvSpPr>
            <p:nvPr/>
          </p:nvSpPr>
          <p:spPr bwMode="auto">
            <a:xfrm>
              <a:off x="5008" y="1966"/>
              <a:ext cx="191" cy="191"/>
            </a:xfrm>
            <a:custGeom>
              <a:avLst/>
              <a:gdLst>
                <a:gd name="T0" fmla="*/ 0 w 21713"/>
                <a:gd name="T1" fmla="*/ 0 h 21600"/>
                <a:gd name="T2" fmla="*/ 0 w 21713"/>
                <a:gd name="T3" fmla="*/ 0 h 21600"/>
                <a:gd name="T4" fmla="*/ 0 w 21713"/>
                <a:gd name="T5" fmla="*/ 0 h 21600"/>
                <a:gd name="T6" fmla="*/ 0 60000 65536"/>
                <a:gd name="T7" fmla="*/ 0 60000 65536"/>
                <a:gd name="T8" fmla="*/ 0 60000 65536"/>
              </a:gdLst>
              <a:ahLst/>
              <a:cxnLst>
                <a:cxn ang="T6">
                  <a:pos x="T0" y="T1"/>
                </a:cxn>
                <a:cxn ang="T7">
                  <a:pos x="T2" y="T3"/>
                </a:cxn>
                <a:cxn ang="T8">
                  <a:pos x="T4" y="T5"/>
                </a:cxn>
              </a:cxnLst>
              <a:rect l="0" t="0" r="r" b="b"/>
              <a:pathLst>
                <a:path w="21713" h="21600" fill="none" extrusionOk="0">
                  <a:moveTo>
                    <a:pt x="0" y="0"/>
                  </a:moveTo>
                  <a:cubicBezTo>
                    <a:pt x="37" y="0"/>
                    <a:pt x="75" y="0"/>
                    <a:pt x="113" y="0"/>
                  </a:cubicBezTo>
                  <a:cubicBezTo>
                    <a:pt x="11997" y="0"/>
                    <a:pt x="21649" y="9601"/>
                    <a:pt x="21712" y="21486"/>
                  </a:cubicBezTo>
                </a:path>
                <a:path w="21713" h="21600" stroke="0" extrusionOk="0">
                  <a:moveTo>
                    <a:pt x="0" y="0"/>
                  </a:moveTo>
                  <a:cubicBezTo>
                    <a:pt x="37" y="0"/>
                    <a:pt x="75" y="0"/>
                    <a:pt x="113" y="0"/>
                  </a:cubicBezTo>
                  <a:cubicBezTo>
                    <a:pt x="11997" y="0"/>
                    <a:pt x="21649" y="9601"/>
                    <a:pt x="21712" y="21486"/>
                  </a:cubicBezTo>
                  <a:lnTo>
                    <a:pt x="113" y="21600"/>
                  </a:lnTo>
                  <a:lnTo>
                    <a:pt x="0" y="0"/>
                  </a:lnTo>
                  <a:close/>
                </a:path>
              </a:pathLst>
            </a:custGeom>
            <a:noFill/>
            <a:ln w="12699" cap="rnd">
              <a:solidFill>
                <a:schemeClr val="tx1"/>
              </a:solidFill>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21894" name="Oval 24">
              <a:extLst>
                <a:ext uri="{FF2B5EF4-FFF2-40B4-BE49-F238E27FC236}">
                  <a16:creationId xmlns:a16="http://schemas.microsoft.com/office/drawing/2014/main" id="{7D089F0E-7B32-B744-240F-9839DD02D274}"/>
                </a:ext>
              </a:extLst>
            </p:cNvPr>
            <p:cNvSpPr>
              <a:spLocks noChangeArrowheads="1"/>
            </p:cNvSpPr>
            <p:nvPr/>
          </p:nvSpPr>
          <p:spPr bwMode="auto">
            <a:xfrm>
              <a:off x="4820" y="2192"/>
              <a:ext cx="914" cy="511"/>
            </a:xfrm>
            <a:prstGeom prst="ellipse">
              <a:avLst/>
            </a:prstGeom>
            <a:solidFill>
              <a:schemeClr val="bg1"/>
            </a:solidFill>
            <a:ln w="12699">
              <a:solidFill>
                <a:schemeClr val="tx1"/>
              </a:solidFill>
              <a:round/>
              <a:headEnd/>
              <a:tailEnd/>
            </a:ln>
            <a:effectLst>
              <a:outerShdw dist="3592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95" name="Oval 25">
              <a:extLst>
                <a:ext uri="{FF2B5EF4-FFF2-40B4-BE49-F238E27FC236}">
                  <a16:creationId xmlns:a16="http://schemas.microsoft.com/office/drawing/2014/main" id="{5566CC80-5A8B-598F-8C7C-DDEB3D9DC3A7}"/>
                </a:ext>
              </a:extLst>
            </p:cNvPr>
            <p:cNvSpPr>
              <a:spLocks noChangeArrowheads="1"/>
            </p:cNvSpPr>
            <p:nvPr/>
          </p:nvSpPr>
          <p:spPr bwMode="auto">
            <a:xfrm>
              <a:off x="3323" y="2192"/>
              <a:ext cx="914" cy="511"/>
            </a:xfrm>
            <a:prstGeom prst="ellipse">
              <a:avLst/>
            </a:prstGeom>
            <a:solidFill>
              <a:schemeClr val="bg1"/>
            </a:solidFill>
            <a:ln w="12699">
              <a:solidFill>
                <a:schemeClr val="tx1"/>
              </a:solidFill>
              <a:round/>
              <a:headEnd/>
              <a:tailEnd/>
            </a:ln>
            <a:effectLst>
              <a:outerShdw dist="3592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96" name="Oval 26">
              <a:extLst>
                <a:ext uri="{FF2B5EF4-FFF2-40B4-BE49-F238E27FC236}">
                  <a16:creationId xmlns:a16="http://schemas.microsoft.com/office/drawing/2014/main" id="{8C19A2B3-2993-6D03-0E8C-8263C23CB662}"/>
                </a:ext>
              </a:extLst>
            </p:cNvPr>
            <p:cNvSpPr>
              <a:spLocks noChangeArrowheads="1"/>
            </p:cNvSpPr>
            <p:nvPr/>
          </p:nvSpPr>
          <p:spPr bwMode="auto">
            <a:xfrm>
              <a:off x="4072" y="2740"/>
              <a:ext cx="913" cy="510"/>
            </a:xfrm>
            <a:prstGeom prst="ellipse">
              <a:avLst/>
            </a:prstGeom>
            <a:solidFill>
              <a:schemeClr val="bg1"/>
            </a:solidFill>
            <a:ln w="12699">
              <a:solidFill>
                <a:schemeClr val="tx1"/>
              </a:solidFill>
              <a:round/>
              <a:headEnd/>
              <a:tailEnd/>
            </a:ln>
            <a:effectLst>
              <a:outerShdw dist="3592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97" name="Oval 27">
              <a:extLst>
                <a:ext uri="{FF2B5EF4-FFF2-40B4-BE49-F238E27FC236}">
                  <a16:creationId xmlns:a16="http://schemas.microsoft.com/office/drawing/2014/main" id="{273FB8A3-CD43-C0D4-0A85-E71A5B4641B4}"/>
                </a:ext>
              </a:extLst>
            </p:cNvPr>
            <p:cNvSpPr>
              <a:spLocks noChangeArrowheads="1"/>
            </p:cNvSpPr>
            <p:nvPr/>
          </p:nvSpPr>
          <p:spPr bwMode="auto">
            <a:xfrm>
              <a:off x="4072" y="1645"/>
              <a:ext cx="913" cy="510"/>
            </a:xfrm>
            <a:prstGeom prst="ellipse">
              <a:avLst/>
            </a:prstGeom>
            <a:solidFill>
              <a:schemeClr val="bg1"/>
            </a:solidFill>
            <a:ln w="12699">
              <a:solidFill>
                <a:schemeClr val="tx1"/>
              </a:solidFill>
              <a:round/>
              <a:headEnd/>
              <a:tailEnd/>
            </a:ln>
            <a:effectLst>
              <a:outerShdw dist="35921" dir="2700000" algn="ctr" rotWithShape="0">
                <a:schemeClr val="folHlink"/>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21875" name="Group 44">
            <a:extLst>
              <a:ext uri="{FF2B5EF4-FFF2-40B4-BE49-F238E27FC236}">
                <a16:creationId xmlns:a16="http://schemas.microsoft.com/office/drawing/2014/main" id="{3E76CC98-0E36-0927-7858-4814DAEB064B}"/>
              </a:ext>
            </a:extLst>
          </p:cNvPr>
          <p:cNvGrpSpPr>
            <a:grpSpLocks/>
          </p:cNvGrpSpPr>
          <p:nvPr/>
        </p:nvGrpSpPr>
        <p:grpSpPr bwMode="auto">
          <a:xfrm>
            <a:off x="5287963" y="487363"/>
            <a:ext cx="3490912" cy="731837"/>
            <a:chOff x="3608" y="196"/>
            <a:chExt cx="2383" cy="461"/>
          </a:xfrm>
        </p:grpSpPr>
        <p:grpSp>
          <p:nvGrpSpPr>
            <p:cNvPr id="121876" name="Group 45">
              <a:extLst>
                <a:ext uri="{FF2B5EF4-FFF2-40B4-BE49-F238E27FC236}">
                  <a16:creationId xmlns:a16="http://schemas.microsoft.com/office/drawing/2014/main" id="{9AE46DC5-E6A9-4157-7F62-B5778367392C}"/>
                </a:ext>
              </a:extLst>
            </p:cNvPr>
            <p:cNvGrpSpPr>
              <a:grpSpLocks/>
            </p:cNvGrpSpPr>
            <p:nvPr/>
          </p:nvGrpSpPr>
          <p:grpSpPr bwMode="auto">
            <a:xfrm>
              <a:off x="5452" y="196"/>
              <a:ext cx="539" cy="461"/>
              <a:chOff x="5452" y="196"/>
              <a:chExt cx="539" cy="461"/>
            </a:xfrm>
          </p:grpSpPr>
          <p:sp>
            <p:nvSpPr>
              <p:cNvPr id="121878" name="Rectangle 46">
                <a:extLst>
                  <a:ext uri="{FF2B5EF4-FFF2-40B4-BE49-F238E27FC236}">
                    <a16:creationId xmlns:a16="http://schemas.microsoft.com/office/drawing/2014/main" id="{FC56CAAF-0E31-1261-C9EC-27ADE3A235EB}"/>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21879" name="Group 47">
                <a:extLst>
                  <a:ext uri="{FF2B5EF4-FFF2-40B4-BE49-F238E27FC236}">
                    <a16:creationId xmlns:a16="http://schemas.microsoft.com/office/drawing/2014/main" id="{4705195F-CBB3-182B-DF70-8EEFEE2D750C}"/>
                  </a:ext>
                </a:extLst>
              </p:cNvPr>
              <p:cNvGrpSpPr>
                <a:grpSpLocks/>
              </p:cNvGrpSpPr>
              <p:nvPr/>
            </p:nvGrpSpPr>
            <p:grpSpPr bwMode="auto">
              <a:xfrm>
                <a:off x="5509" y="273"/>
                <a:ext cx="423" cy="301"/>
                <a:chOff x="5509" y="273"/>
                <a:chExt cx="423" cy="301"/>
              </a:xfrm>
            </p:grpSpPr>
            <p:sp>
              <p:nvSpPr>
                <p:cNvPr id="121880" name="Oval 48">
                  <a:extLst>
                    <a:ext uri="{FF2B5EF4-FFF2-40B4-BE49-F238E27FC236}">
                      <a16:creationId xmlns:a16="http://schemas.microsoft.com/office/drawing/2014/main" id="{07A05764-C140-D65A-47A7-FA83E29192F9}"/>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1" name="Rectangle 49">
                  <a:extLst>
                    <a:ext uri="{FF2B5EF4-FFF2-40B4-BE49-F238E27FC236}">
                      <a16:creationId xmlns:a16="http://schemas.microsoft.com/office/drawing/2014/main" id="{13BF3F73-F2CF-AF13-D858-3C9146E29FBD}"/>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2" name="Rectangle 50">
                  <a:extLst>
                    <a:ext uri="{FF2B5EF4-FFF2-40B4-BE49-F238E27FC236}">
                      <a16:creationId xmlns:a16="http://schemas.microsoft.com/office/drawing/2014/main" id="{82211902-7377-D60F-475D-789C337FCCBE}"/>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3" name="Rectangle 51">
                  <a:extLst>
                    <a:ext uri="{FF2B5EF4-FFF2-40B4-BE49-F238E27FC236}">
                      <a16:creationId xmlns:a16="http://schemas.microsoft.com/office/drawing/2014/main" id="{099ADA2D-24D5-C65D-F83A-AE3D526EF271}"/>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4" name="Rectangle 52">
                  <a:extLst>
                    <a:ext uri="{FF2B5EF4-FFF2-40B4-BE49-F238E27FC236}">
                      <a16:creationId xmlns:a16="http://schemas.microsoft.com/office/drawing/2014/main" id="{5F9DD798-018C-BE9E-E866-27CAAF7F0593}"/>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5" name="Oval 53">
                  <a:extLst>
                    <a:ext uri="{FF2B5EF4-FFF2-40B4-BE49-F238E27FC236}">
                      <a16:creationId xmlns:a16="http://schemas.microsoft.com/office/drawing/2014/main" id="{B0D3447F-C534-4591-73A6-76A678AC2D37}"/>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6" name="AutoShape 54">
                  <a:extLst>
                    <a:ext uri="{FF2B5EF4-FFF2-40B4-BE49-F238E27FC236}">
                      <a16:creationId xmlns:a16="http://schemas.microsoft.com/office/drawing/2014/main" id="{B9A5FEE1-D07E-1CCB-6B36-B74127AE8FC5}"/>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7" name="AutoShape 55">
                  <a:extLst>
                    <a:ext uri="{FF2B5EF4-FFF2-40B4-BE49-F238E27FC236}">
                      <a16:creationId xmlns:a16="http://schemas.microsoft.com/office/drawing/2014/main" id="{A26E7969-C0FD-7781-F369-78CF765BCE37}"/>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8" name="AutoShape 56">
                  <a:extLst>
                    <a:ext uri="{FF2B5EF4-FFF2-40B4-BE49-F238E27FC236}">
                      <a16:creationId xmlns:a16="http://schemas.microsoft.com/office/drawing/2014/main" id="{23788FEE-2C47-BD57-9759-EC57A5E14E0B}"/>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21889" name="AutoShape 57">
                  <a:extLst>
                    <a:ext uri="{FF2B5EF4-FFF2-40B4-BE49-F238E27FC236}">
                      <a16:creationId xmlns:a16="http://schemas.microsoft.com/office/drawing/2014/main" id="{03D25C3F-CA44-C6C4-6398-77CDBA38C39C}"/>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21877" name="Rectangle 58">
              <a:extLst>
                <a:ext uri="{FF2B5EF4-FFF2-40B4-BE49-F238E27FC236}">
                  <a16:creationId xmlns:a16="http://schemas.microsoft.com/office/drawing/2014/main" id="{A87EDA59-34C9-E548-D23E-50D5F28DAB37}"/>
                </a:ext>
              </a:extLst>
            </p:cNvPr>
            <p:cNvSpPr>
              <a:spLocks noChangeArrowheads="1"/>
            </p:cNvSpPr>
            <p:nvPr/>
          </p:nvSpPr>
          <p:spPr bwMode="auto">
            <a:xfrm>
              <a:off x="3608" y="227"/>
              <a:ext cx="1844"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CONCEPTUAL FLOW</a:t>
              </a: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9" name="바닥글 개체 틀 1">
            <a:extLst>
              <a:ext uri="{FF2B5EF4-FFF2-40B4-BE49-F238E27FC236}">
                <a16:creationId xmlns:a16="http://schemas.microsoft.com/office/drawing/2014/main" id="{62D141EF-5E92-03AE-CF9F-2B8D48454427}"/>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C66138FB-5D73-A24B-8C6D-10E96C8B238C}"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30050" name="슬라이드 번호 개체 틀 2">
            <a:extLst>
              <a:ext uri="{FF2B5EF4-FFF2-40B4-BE49-F238E27FC236}">
                <a16:creationId xmlns:a16="http://schemas.microsoft.com/office/drawing/2014/main" id="{B3530FA9-8A2F-6622-23C6-1ED9FB945D90}"/>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7B5B4807-3E48-8B49-9344-4CA9100EED62}" type="slidenum">
              <a:rPr lang="ko-KR" altLang="en-US">
                <a:solidFill>
                  <a:schemeClr val="bg1"/>
                </a:solidFill>
                <a:ea typeface="굴림" panose="020B0600000101010101" pitchFamily="34" charset="-127"/>
              </a:rPr>
              <a:pPr/>
              <a:t>20</a:t>
            </a:fld>
            <a:endParaRPr lang="en-US" altLang="ko-KR">
              <a:solidFill>
                <a:schemeClr val="bg1"/>
              </a:solidFill>
              <a:ea typeface="굴림" panose="020B0600000101010101" pitchFamily="34" charset="-127"/>
            </a:endParaRPr>
          </a:p>
        </p:txBody>
      </p:sp>
      <p:grpSp>
        <p:nvGrpSpPr>
          <p:cNvPr id="130051" name="Group 3">
            <a:extLst>
              <a:ext uri="{FF2B5EF4-FFF2-40B4-BE49-F238E27FC236}">
                <a16:creationId xmlns:a16="http://schemas.microsoft.com/office/drawing/2014/main" id="{565D9EA0-29D4-F3D5-D65F-25704967B4A3}"/>
              </a:ext>
            </a:extLst>
          </p:cNvPr>
          <p:cNvGrpSpPr>
            <a:grpSpLocks/>
          </p:cNvGrpSpPr>
          <p:nvPr/>
        </p:nvGrpSpPr>
        <p:grpSpPr bwMode="auto">
          <a:xfrm>
            <a:off x="2670175" y="1938338"/>
            <a:ext cx="3857625" cy="1519237"/>
            <a:chOff x="1822" y="1221"/>
            <a:chExt cx="2633" cy="957"/>
          </a:xfrm>
        </p:grpSpPr>
        <p:sp>
          <p:nvSpPr>
            <p:cNvPr id="130073" name="Line 4">
              <a:extLst>
                <a:ext uri="{FF2B5EF4-FFF2-40B4-BE49-F238E27FC236}">
                  <a16:creationId xmlns:a16="http://schemas.microsoft.com/office/drawing/2014/main" id="{45D4DB5E-AEBA-824A-EFD3-E88F528F030F}"/>
                </a:ext>
              </a:extLst>
            </p:cNvPr>
            <p:cNvSpPr>
              <a:spLocks noChangeShapeType="1"/>
            </p:cNvSpPr>
            <p:nvPr/>
          </p:nvSpPr>
          <p:spPr bwMode="auto">
            <a:xfrm>
              <a:off x="1822" y="1692"/>
              <a:ext cx="2633"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0074" name="AutoShape 5">
              <a:extLst>
                <a:ext uri="{FF2B5EF4-FFF2-40B4-BE49-F238E27FC236}">
                  <a16:creationId xmlns:a16="http://schemas.microsoft.com/office/drawing/2014/main" id="{F5204D28-9DD9-9998-EC0E-58BF5D9E5693}"/>
                </a:ext>
              </a:extLst>
            </p:cNvPr>
            <p:cNvSpPr>
              <a:spLocks noChangeArrowheads="1"/>
            </p:cNvSpPr>
            <p:nvPr/>
          </p:nvSpPr>
          <p:spPr bwMode="auto">
            <a:xfrm rot="16200000" flipH="1">
              <a:off x="4006" y="1236"/>
              <a:ext cx="410" cy="380"/>
            </a:xfrm>
            <a:prstGeom prst="rightArrow">
              <a:avLst>
                <a:gd name="adj1" fmla="val 50000"/>
                <a:gd name="adj2" fmla="val 53952"/>
              </a:avLst>
            </a:prstGeom>
            <a:solidFill>
              <a:schemeClr val="tx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75" name="AutoShape 6">
              <a:extLst>
                <a:ext uri="{FF2B5EF4-FFF2-40B4-BE49-F238E27FC236}">
                  <a16:creationId xmlns:a16="http://schemas.microsoft.com/office/drawing/2014/main" id="{83BEED92-7852-D9D4-0BF1-FBE23BDAE586}"/>
                </a:ext>
              </a:extLst>
            </p:cNvPr>
            <p:cNvSpPr>
              <a:spLocks noChangeArrowheads="1"/>
            </p:cNvSpPr>
            <p:nvPr/>
          </p:nvSpPr>
          <p:spPr bwMode="auto">
            <a:xfrm rot="-5400000">
              <a:off x="1818" y="1783"/>
              <a:ext cx="410" cy="380"/>
            </a:xfrm>
            <a:prstGeom prst="rightArrow">
              <a:avLst>
                <a:gd name="adj1" fmla="val 50000"/>
                <a:gd name="adj2" fmla="val 53952"/>
              </a:avLst>
            </a:prstGeom>
            <a:solidFill>
              <a:schemeClr val="tx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30052" name="Group 7">
            <a:extLst>
              <a:ext uri="{FF2B5EF4-FFF2-40B4-BE49-F238E27FC236}">
                <a16:creationId xmlns:a16="http://schemas.microsoft.com/office/drawing/2014/main" id="{4208FD61-1723-BA55-611D-1D30E7F1933F}"/>
              </a:ext>
            </a:extLst>
          </p:cNvPr>
          <p:cNvGrpSpPr>
            <a:grpSpLocks/>
          </p:cNvGrpSpPr>
          <p:nvPr/>
        </p:nvGrpSpPr>
        <p:grpSpPr bwMode="auto">
          <a:xfrm>
            <a:off x="2663825" y="3930650"/>
            <a:ext cx="3956050" cy="2105025"/>
            <a:chOff x="1818" y="2476"/>
            <a:chExt cx="2700" cy="1326"/>
          </a:xfrm>
        </p:grpSpPr>
        <p:sp>
          <p:nvSpPr>
            <p:cNvPr id="130068" name="AutoShape 8">
              <a:extLst>
                <a:ext uri="{FF2B5EF4-FFF2-40B4-BE49-F238E27FC236}">
                  <a16:creationId xmlns:a16="http://schemas.microsoft.com/office/drawing/2014/main" id="{75B97137-DD00-144C-9D33-9F252B83AFB1}"/>
                </a:ext>
              </a:extLst>
            </p:cNvPr>
            <p:cNvSpPr>
              <a:spLocks noChangeArrowheads="1"/>
            </p:cNvSpPr>
            <p:nvPr/>
          </p:nvSpPr>
          <p:spPr bwMode="auto">
            <a:xfrm>
              <a:off x="2855" y="3383"/>
              <a:ext cx="613" cy="419"/>
            </a:xfrm>
            <a:prstGeom prst="triangle">
              <a:avLst>
                <a:gd name="adj" fmla="val 4999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9" name="Rectangle 9">
              <a:extLst>
                <a:ext uri="{FF2B5EF4-FFF2-40B4-BE49-F238E27FC236}">
                  <a16:creationId xmlns:a16="http://schemas.microsoft.com/office/drawing/2014/main" id="{23320844-120D-AD8E-FF96-FB7FA227D15E}"/>
                </a:ext>
              </a:extLst>
            </p:cNvPr>
            <p:cNvSpPr>
              <a:spLocks noChangeArrowheads="1"/>
            </p:cNvSpPr>
            <p:nvPr/>
          </p:nvSpPr>
          <p:spPr bwMode="auto">
            <a:xfrm>
              <a:off x="1818" y="3331"/>
              <a:ext cx="2700" cy="3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70" name="Rectangle 10">
              <a:extLst>
                <a:ext uri="{FF2B5EF4-FFF2-40B4-BE49-F238E27FC236}">
                  <a16:creationId xmlns:a16="http://schemas.microsoft.com/office/drawing/2014/main" id="{401AE797-C29E-ACF7-84BC-8F987792E0BA}"/>
                </a:ext>
              </a:extLst>
            </p:cNvPr>
            <p:cNvSpPr>
              <a:spLocks noChangeArrowheads="1"/>
            </p:cNvSpPr>
            <p:nvPr/>
          </p:nvSpPr>
          <p:spPr bwMode="auto">
            <a:xfrm>
              <a:off x="1818" y="2903"/>
              <a:ext cx="678" cy="36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71" name="Rectangle 11">
              <a:extLst>
                <a:ext uri="{FF2B5EF4-FFF2-40B4-BE49-F238E27FC236}">
                  <a16:creationId xmlns:a16="http://schemas.microsoft.com/office/drawing/2014/main" id="{A2D4C349-5AD3-DF0B-81BF-EAC525AC1AE7}"/>
                </a:ext>
              </a:extLst>
            </p:cNvPr>
            <p:cNvSpPr>
              <a:spLocks noChangeArrowheads="1"/>
            </p:cNvSpPr>
            <p:nvPr/>
          </p:nvSpPr>
          <p:spPr bwMode="auto">
            <a:xfrm>
              <a:off x="3813" y="2903"/>
              <a:ext cx="679" cy="36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72" name="Rectangle 12">
              <a:extLst>
                <a:ext uri="{FF2B5EF4-FFF2-40B4-BE49-F238E27FC236}">
                  <a16:creationId xmlns:a16="http://schemas.microsoft.com/office/drawing/2014/main" id="{362408BD-04BE-7ADE-BB8C-8AD23D2218F0}"/>
                </a:ext>
              </a:extLst>
            </p:cNvPr>
            <p:cNvSpPr>
              <a:spLocks noChangeArrowheads="1"/>
            </p:cNvSpPr>
            <p:nvPr/>
          </p:nvSpPr>
          <p:spPr bwMode="auto">
            <a:xfrm>
              <a:off x="3813" y="2476"/>
              <a:ext cx="679" cy="367"/>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30053" name="Group 13">
            <a:extLst>
              <a:ext uri="{FF2B5EF4-FFF2-40B4-BE49-F238E27FC236}">
                <a16:creationId xmlns:a16="http://schemas.microsoft.com/office/drawing/2014/main" id="{E3903E69-41E5-F4D2-BC8D-F94B362E8238}"/>
              </a:ext>
            </a:extLst>
          </p:cNvPr>
          <p:cNvGrpSpPr>
            <a:grpSpLocks/>
          </p:cNvGrpSpPr>
          <p:nvPr/>
        </p:nvGrpSpPr>
        <p:grpSpPr bwMode="auto">
          <a:xfrm>
            <a:off x="5173663" y="487363"/>
            <a:ext cx="3605212" cy="731837"/>
            <a:chOff x="3531" y="196"/>
            <a:chExt cx="2460" cy="461"/>
          </a:xfrm>
        </p:grpSpPr>
        <p:grpSp>
          <p:nvGrpSpPr>
            <p:cNvPr id="130054" name="Group 14">
              <a:extLst>
                <a:ext uri="{FF2B5EF4-FFF2-40B4-BE49-F238E27FC236}">
                  <a16:creationId xmlns:a16="http://schemas.microsoft.com/office/drawing/2014/main" id="{5B3B398E-7BB0-15E0-5F25-F7D4BB194D6B}"/>
                </a:ext>
              </a:extLst>
            </p:cNvPr>
            <p:cNvGrpSpPr>
              <a:grpSpLocks/>
            </p:cNvGrpSpPr>
            <p:nvPr/>
          </p:nvGrpSpPr>
          <p:grpSpPr bwMode="auto">
            <a:xfrm>
              <a:off x="5452" y="196"/>
              <a:ext cx="539" cy="461"/>
              <a:chOff x="5452" y="196"/>
              <a:chExt cx="539" cy="461"/>
            </a:xfrm>
          </p:grpSpPr>
          <p:sp>
            <p:nvSpPr>
              <p:cNvPr id="130056" name="Rectangle 15">
                <a:extLst>
                  <a:ext uri="{FF2B5EF4-FFF2-40B4-BE49-F238E27FC236}">
                    <a16:creationId xmlns:a16="http://schemas.microsoft.com/office/drawing/2014/main" id="{2C7CC3BC-2220-2DE9-A65B-D8EC10F4D33F}"/>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30057" name="Group 16">
                <a:extLst>
                  <a:ext uri="{FF2B5EF4-FFF2-40B4-BE49-F238E27FC236}">
                    <a16:creationId xmlns:a16="http://schemas.microsoft.com/office/drawing/2014/main" id="{F31B3AE2-0FB6-1B2C-2735-1CC652AD33A3}"/>
                  </a:ext>
                </a:extLst>
              </p:cNvPr>
              <p:cNvGrpSpPr>
                <a:grpSpLocks/>
              </p:cNvGrpSpPr>
              <p:nvPr/>
            </p:nvGrpSpPr>
            <p:grpSpPr bwMode="auto">
              <a:xfrm>
                <a:off x="5509" y="273"/>
                <a:ext cx="424" cy="301"/>
                <a:chOff x="5509" y="273"/>
                <a:chExt cx="424" cy="301"/>
              </a:xfrm>
            </p:grpSpPr>
            <p:sp>
              <p:nvSpPr>
                <p:cNvPr id="130058" name="Oval 17">
                  <a:extLst>
                    <a:ext uri="{FF2B5EF4-FFF2-40B4-BE49-F238E27FC236}">
                      <a16:creationId xmlns:a16="http://schemas.microsoft.com/office/drawing/2014/main" id="{F46EECF7-C60C-CAE2-AAE2-3B06DEC807EE}"/>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59" name="Rectangle 18">
                  <a:extLst>
                    <a:ext uri="{FF2B5EF4-FFF2-40B4-BE49-F238E27FC236}">
                      <a16:creationId xmlns:a16="http://schemas.microsoft.com/office/drawing/2014/main" id="{149F14A8-17E5-804B-3D5D-033B7C61396B}"/>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0" name="Rectangle 19">
                  <a:extLst>
                    <a:ext uri="{FF2B5EF4-FFF2-40B4-BE49-F238E27FC236}">
                      <a16:creationId xmlns:a16="http://schemas.microsoft.com/office/drawing/2014/main" id="{F35AD067-63B8-4FCA-F235-99779C5B6476}"/>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1" name="Rectangle 20">
                  <a:extLst>
                    <a:ext uri="{FF2B5EF4-FFF2-40B4-BE49-F238E27FC236}">
                      <a16:creationId xmlns:a16="http://schemas.microsoft.com/office/drawing/2014/main" id="{9C466AFD-EED3-665F-5C07-87450A93C5C1}"/>
                    </a:ext>
                  </a:extLst>
                </p:cNvPr>
                <p:cNvSpPr>
                  <a:spLocks noChangeArrowheads="1"/>
                </p:cNvSpPr>
                <p:nvPr/>
              </p:nvSpPr>
              <p:spPr bwMode="auto">
                <a:xfrm>
                  <a:off x="5851"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2" name="Rectangle 21">
                  <a:extLst>
                    <a:ext uri="{FF2B5EF4-FFF2-40B4-BE49-F238E27FC236}">
                      <a16:creationId xmlns:a16="http://schemas.microsoft.com/office/drawing/2014/main" id="{4A617A7C-CE96-F337-C3DD-46BC43851A84}"/>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3" name="Oval 22">
                  <a:extLst>
                    <a:ext uri="{FF2B5EF4-FFF2-40B4-BE49-F238E27FC236}">
                      <a16:creationId xmlns:a16="http://schemas.microsoft.com/office/drawing/2014/main" id="{546013EA-9174-508A-AD7D-975E86346E85}"/>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4" name="AutoShape 23">
                  <a:extLst>
                    <a:ext uri="{FF2B5EF4-FFF2-40B4-BE49-F238E27FC236}">
                      <a16:creationId xmlns:a16="http://schemas.microsoft.com/office/drawing/2014/main" id="{70716E31-58E3-295C-A14F-E197C656479E}"/>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5" name="AutoShape 24">
                  <a:extLst>
                    <a:ext uri="{FF2B5EF4-FFF2-40B4-BE49-F238E27FC236}">
                      <a16:creationId xmlns:a16="http://schemas.microsoft.com/office/drawing/2014/main" id="{9F2329EA-8435-E582-7086-6DA899BF8D61}"/>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6" name="AutoShape 25">
                  <a:extLst>
                    <a:ext uri="{FF2B5EF4-FFF2-40B4-BE49-F238E27FC236}">
                      <a16:creationId xmlns:a16="http://schemas.microsoft.com/office/drawing/2014/main" id="{E600B642-7BDF-6559-5809-F27787F6073A}"/>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0067" name="AutoShape 26">
                  <a:extLst>
                    <a:ext uri="{FF2B5EF4-FFF2-40B4-BE49-F238E27FC236}">
                      <a16:creationId xmlns:a16="http://schemas.microsoft.com/office/drawing/2014/main" id="{78621C71-6F86-3F63-E553-13893C08AA8C}"/>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30055" name="Rectangle 27">
              <a:extLst>
                <a:ext uri="{FF2B5EF4-FFF2-40B4-BE49-F238E27FC236}">
                  <a16:creationId xmlns:a16="http://schemas.microsoft.com/office/drawing/2014/main" id="{42FA52E3-0800-976F-DE11-940C7E0209FD}"/>
                </a:ext>
              </a:extLst>
            </p:cNvPr>
            <p:cNvSpPr>
              <a:spLocks noChangeArrowheads="1"/>
            </p:cNvSpPr>
            <p:nvPr/>
          </p:nvSpPr>
          <p:spPr bwMode="auto">
            <a:xfrm>
              <a:off x="3531" y="227"/>
              <a:ext cx="1922"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BALANCE/LEVERAGE</a:t>
              </a: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7" name="바닥글 개체 틀 1">
            <a:extLst>
              <a:ext uri="{FF2B5EF4-FFF2-40B4-BE49-F238E27FC236}">
                <a16:creationId xmlns:a16="http://schemas.microsoft.com/office/drawing/2014/main" id="{D7FE9C45-1E49-D062-0C3D-5543E938EFC8}"/>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391F08DA-132B-0F4D-9D3E-F90D59905700}"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32098" name="슬라이드 번호 개체 틀 2">
            <a:extLst>
              <a:ext uri="{FF2B5EF4-FFF2-40B4-BE49-F238E27FC236}">
                <a16:creationId xmlns:a16="http://schemas.microsoft.com/office/drawing/2014/main" id="{9D63A26E-8C84-376E-D2F8-79B787DEC12C}"/>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86E795C9-EA52-8944-A983-0E7CE56E8489}" type="slidenum">
              <a:rPr lang="ko-KR" altLang="en-US">
                <a:solidFill>
                  <a:schemeClr val="bg1"/>
                </a:solidFill>
                <a:ea typeface="굴림" panose="020B0600000101010101" pitchFamily="34" charset="-127"/>
              </a:rPr>
              <a:pPr/>
              <a:t>21</a:t>
            </a:fld>
            <a:endParaRPr lang="en-US" altLang="ko-KR">
              <a:solidFill>
                <a:schemeClr val="bg1"/>
              </a:solidFill>
              <a:ea typeface="굴림" panose="020B0600000101010101" pitchFamily="34" charset="-127"/>
            </a:endParaRPr>
          </a:p>
        </p:txBody>
      </p:sp>
      <p:grpSp>
        <p:nvGrpSpPr>
          <p:cNvPr id="132099" name="Group 3">
            <a:extLst>
              <a:ext uri="{FF2B5EF4-FFF2-40B4-BE49-F238E27FC236}">
                <a16:creationId xmlns:a16="http://schemas.microsoft.com/office/drawing/2014/main" id="{D66933C6-CB12-9AF8-6B0C-10007B2230A5}"/>
              </a:ext>
            </a:extLst>
          </p:cNvPr>
          <p:cNvGrpSpPr>
            <a:grpSpLocks/>
          </p:cNvGrpSpPr>
          <p:nvPr/>
        </p:nvGrpSpPr>
        <p:grpSpPr bwMode="auto">
          <a:xfrm>
            <a:off x="1485900" y="2541588"/>
            <a:ext cx="2417763" cy="2603500"/>
            <a:chOff x="1014" y="1601"/>
            <a:chExt cx="1650" cy="1640"/>
          </a:xfrm>
        </p:grpSpPr>
        <p:sp>
          <p:nvSpPr>
            <p:cNvPr id="132127" name="Oval 4">
              <a:extLst>
                <a:ext uri="{FF2B5EF4-FFF2-40B4-BE49-F238E27FC236}">
                  <a16:creationId xmlns:a16="http://schemas.microsoft.com/office/drawing/2014/main" id="{B68F1B62-69D2-40F2-14F5-45CEC7215499}"/>
                </a:ext>
              </a:extLst>
            </p:cNvPr>
            <p:cNvSpPr>
              <a:spLocks noChangeArrowheads="1"/>
            </p:cNvSpPr>
            <p:nvPr/>
          </p:nvSpPr>
          <p:spPr bwMode="auto">
            <a:xfrm>
              <a:off x="1406" y="1986"/>
              <a:ext cx="866" cy="866"/>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28" name="Line 5">
              <a:extLst>
                <a:ext uri="{FF2B5EF4-FFF2-40B4-BE49-F238E27FC236}">
                  <a16:creationId xmlns:a16="http://schemas.microsoft.com/office/drawing/2014/main" id="{05F7632A-AFF4-4B04-82DE-1FC8F381B862}"/>
                </a:ext>
              </a:extLst>
            </p:cNvPr>
            <p:cNvSpPr>
              <a:spLocks noChangeShapeType="1"/>
            </p:cNvSpPr>
            <p:nvPr/>
          </p:nvSpPr>
          <p:spPr bwMode="auto">
            <a:xfrm flipV="1">
              <a:off x="1853" y="1601"/>
              <a:ext cx="0" cy="598"/>
            </a:xfrm>
            <a:prstGeom prst="line">
              <a:avLst/>
            </a:prstGeom>
            <a:noFill/>
            <a:ln w="12699">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29" name="Line 6">
              <a:extLst>
                <a:ext uri="{FF2B5EF4-FFF2-40B4-BE49-F238E27FC236}">
                  <a16:creationId xmlns:a16="http://schemas.microsoft.com/office/drawing/2014/main" id="{8B170841-5C35-268D-948B-CBA05C57C1BD}"/>
                </a:ext>
              </a:extLst>
            </p:cNvPr>
            <p:cNvSpPr>
              <a:spLocks noChangeShapeType="1"/>
            </p:cNvSpPr>
            <p:nvPr/>
          </p:nvSpPr>
          <p:spPr bwMode="auto">
            <a:xfrm flipV="1">
              <a:off x="1853" y="2643"/>
              <a:ext cx="0" cy="598"/>
            </a:xfrm>
            <a:prstGeom prst="line">
              <a:avLst/>
            </a:prstGeom>
            <a:noFill/>
            <a:ln w="12699">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30" name="Line 7">
              <a:extLst>
                <a:ext uri="{FF2B5EF4-FFF2-40B4-BE49-F238E27FC236}">
                  <a16:creationId xmlns:a16="http://schemas.microsoft.com/office/drawing/2014/main" id="{4006E191-0031-AE3C-4631-75FEA15F26F4}"/>
                </a:ext>
              </a:extLst>
            </p:cNvPr>
            <p:cNvSpPr>
              <a:spLocks noChangeShapeType="1"/>
            </p:cNvSpPr>
            <p:nvPr/>
          </p:nvSpPr>
          <p:spPr bwMode="auto">
            <a:xfrm flipH="1">
              <a:off x="2065" y="2421"/>
              <a:ext cx="599" cy="0"/>
            </a:xfrm>
            <a:prstGeom prst="line">
              <a:avLst/>
            </a:prstGeom>
            <a:noFill/>
            <a:ln w="12699">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31" name="Line 8">
              <a:extLst>
                <a:ext uri="{FF2B5EF4-FFF2-40B4-BE49-F238E27FC236}">
                  <a16:creationId xmlns:a16="http://schemas.microsoft.com/office/drawing/2014/main" id="{42B4AFA7-7FCB-16E1-DDC2-5C476788DA53}"/>
                </a:ext>
              </a:extLst>
            </p:cNvPr>
            <p:cNvSpPr>
              <a:spLocks noChangeShapeType="1"/>
            </p:cNvSpPr>
            <p:nvPr/>
          </p:nvSpPr>
          <p:spPr bwMode="auto">
            <a:xfrm flipH="1">
              <a:off x="1014" y="2421"/>
              <a:ext cx="599" cy="0"/>
            </a:xfrm>
            <a:prstGeom prst="line">
              <a:avLst/>
            </a:prstGeom>
            <a:noFill/>
            <a:ln w="12699">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32" name="Line 9">
              <a:extLst>
                <a:ext uri="{FF2B5EF4-FFF2-40B4-BE49-F238E27FC236}">
                  <a16:creationId xmlns:a16="http://schemas.microsoft.com/office/drawing/2014/main" id="{7F547361-02D8-3E30-0E7D-8BD9DEFF7363}"/>
                </a:ext>
              </a:extLst>
            </p:cNvPr>
            <p:cNvSpPr>
              <a:spLocks noChangeShapeType="1"/>
            </p:cNvSpPr>
            <p:nvPr/>
          </p:nvSpPr>
          <p:spPr bwMode="auto">
            <a:xfrm flipH="1">
              <a:off x="1248" y="2575"/>
              <a:ext cx="426" cy="410"/>
            </a:xfrm>
            <a:prstGeom prst="line">
              <a:avLst/>
            </a:prstGeom>
            <a:noFill/>
            <a:ln w="12699">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33" name="Line 10">
              <a:extLst>
                <a:ext uri="{FF2B5EF4-FFF2-40B4-BE49-F238E27FC236}">
                  <a16:creationId xmlns:a16="http://schemas.microsoft.com/office/drawing/2014/main" id="{8583DAF6-4BFA-5851-B093-0D23EB55F7EA}"/>
                </a:ext>
              </a:extLst>
            </p:cNvPr>
            <p:cNvSpPr>
              <a:spLocks noChangeShapeType="1"/>
            </p:cNvSpPr>
            <p:nvPr/>
          </p:nvSpPr>
          <p:spPr bwMode="auto">
            <a:xfrm flipH="1">
              <a:off x="1985" y="1838"/>
              <a:ext cx="426" cy="410"/>
            </a:xfrm>
            <a:prstGeom prst="line">
              <a:avLst/>
            </a:prstGeom>
            <a:noFill/>
            <a:ln w="12699">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34" name="Line 11">
              <a:extLst>
                <a:ext uri="{FF2B5EF4-FFF2-40B4-BE49-F238E27FC236}">
                  <a16:creationId xmlns:a16="http://schemas.microsoft.com/office/drawing/2014/main" id="{A0E89E8D-464D-18F1-88A2-D9A967DE14F0}"/>
                </a:ext>
              </a:extLst>
            </p:cNvPr>
            <p:cNvSpPr>
              <a:spLocks noChangeShapeType="1"/>
            </p:cNvSpPr>
            <p:nvPr/>
          </p:nvSpPr>
          <p:spPr bwMode="auto">
            <a:xfrm>
              <a:off x="1262" y="1844"/>
              <a:ext cx="410" cy="410"/>
            </a:xfrm>
            <a:prstGeom prst="line">
              <a:avLst/>
            </a:prstGeom>
            <a:noFill/>
            <a:ln w="12699">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32135" name="Line 12">
              <a:extLst>
                <a:ext uri="{FF2B5EF4-FFF2-40B4-BE49-F238E27FC236}">
                  <a16:creationId xmlns:a16="http://schemas.microsoft.com/office/drawing/2014/main" id="{2AB20DDB-948A-3458-B1A8-57FF40024796}"/>
                </a:ext>
              </a:extLst>
            </p:cNvPr>
            <p:cNvSpPr>
              <a:spLocks noChangeShapeType="1"/>
            </p:cNvSpPr>
            <p:nvPr/>
          </p:nvSpPr>
          <p:spPr bwMode="auto">
            <a:xfrm>
              <a:off x="2006" y="2588"/>
              <a:ext cx="410" cy="410"/>
            </a:xfrm>
            <a:prstGeom prst="line">
              <a:avLst/>
            </a:prstGeom>
            <a:noFill/>
            <a:ln w="12699">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nvGrpSpPr>
          <p:cNvPr id="132100" name="Group 13">
            <a:extLst>
              <a:ext uri="{FF2B5EF4-FFF2-40B4-BE49-F238E27FC236}">
                <a16:creationId xmlns:a16="http://schemas.microsoft.com/office/drawing/2014/main" id="{809EC589-FF12-956E-0CE1-BF4FE4D3A47F}"/>
              </a:ext>
            </a:extLst>
          </p:cNvPr>
          <p:cNvGrpSpPr>
            <a:grpSpLocks/>
          </p:cNvGrpSpPr>
          <p:nvPr/>
        </p:nvGrpSpPr>
        <p:grpSpPr bwMode="auto">
          <a:xfrm>
            <a:off x="4619625" y="2143125"/>
            <a:ext cx="3811588" cy="3417888"/>
            <a:chOff x="3153" y="1350"/>
            <a:chExt cx="2601" cy="2153"/>
          </a:xfrm>
        </p:grpSpPr>
        <p:sp>
          <p:nvSpPr>
            <p:cNvPr id="132116" name="Oval 14">
              <a:extLst>
                <a:ext uri="{FF2B5EF4-FFF2-40B4-BE49-F238E27FC236}">
                  <a16:creationId xmlns:a16="http://schemas.microsoft.com/office/drawing/2014/main" id="{BB42A1DA-265E-7EB7-EED1-19AF630F056D}"/>
                </a:ext>
              </a:extLst>
            </p:cNvPr>
            <p:cNvSpPr>
              <a:spLocks noChangeArrowheads="1"/>
            </p:cNvSpPr>
            <p:nvPr/>
          </p:nvSpPr>
          <p:spPr bwMode="auto">
            <a:xfrm>
              <a:off x="3496" y="1531"/>
              <a:ext cx="1908" cy="1751"/>
            </a:xfrm>
            <a:prstGeom prst="ellipse">
              <a:avLst/>
            </a:prstGeom>
            <a:solidFill>
              <a:schemeClr val="bg1"/>
            </a:solidFill>
            <a:ln w="12699">
              <a:solidFill>
                <a:schemeClr val="tx1"/>
              </a:solidFill>
              <a:round/>
              <a:headEnd/>
              <a:tailEnd/>
            </a:ln>
            <a:effectLst>
              <a:outerShdw dist="35921" dir="2700000" algn="ctr" rotWithShape="0">
                <a:schemeClr val="tx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7" name="Oval 15">
              <a:extLst>
                <a:ext uri="{FF2B5EF4-FFF2-40B4-BE49-F238E27FC236}">
                  <a16:creationId xmlns:a16="http://schemas.microsoft.com/office/drawing/2014/main" id="{4B519D16-D457-A8D4-8D27-FB8432749C4A}"/>
                </a:ext>
              </a:extLst>
            </p:cNvPr>
            <p:cNvSpPr>
              <a:spLocks noChangeArrowheads="1"/>
            </p:cNvSpPr>
            <p:nvPr/>
          </p:nvSpPr>
          <p:spPr bwMode="auto">
            <a:xfrm>
              <a:off x="3913" y="2304"/>
              <a:ext cx="1067" cy="978"/>
            </a:xfrm>
            <a:prstGeom prst="ellipse">
              <a:avLst/>
            </a:prstGeom>
            <a:solidFill>
              <a:schemeClr val="folHlink"/>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8" name="Rectangle 16">
              <a:extLst>
                <a:ext uri="{FF2B5EF4-FFF2-40B4-BE49-F238E27FC236}">
                  <a16:creationId xmlns:a16="http://schemas.microsoft.com/office/drawing/2014/main" id="{03496072-A948-15BD-74A5-6407A5FE3F4B}"/>
                </a:ext>
              </a:extLst>
            </p:cNvPr>
            <p:cNvSpPr>
              <a:spLocks noChangeArrowheads="1"/>
            </p:cNvSpPr>
            <p:nvPr/>
          </p:nvSpPr>
          <p:spPr bwMode="auto">
            <a:xfrm>
              <a:off x="4190" y="1796"/>
              <a:ext cx="546" cy="17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8412" tIns="49205" rIns="98412" bIns="49205">
              <a:spAutoFit/>
            </a:bodyPr>
            <a:lstStyle>
              <a:lvl1pPr marL="206375" indent="-206375" defTabSz="889000">
                <a:defRPr>
                  <a:solidFill>
                    <a:schemeClr val="tx1"/>
                  </a:solidFill>
                  <a:latin typeface="Arial" panose="020B0604020202020204" pitchFamily="34" charset="0"/>
                  <a:cs typeface="Arial" panose="020B0604020202020204" pitchFamily="34" charset="0"/>
                </a:defRPr>
              </a:lvl1pPr>
              <a:lvl2pPr marL="474663" indent="-144463" defTabSz="889000">
                <a:defRPr>
                  <a:solidFill>
                    <a:schemeClr val="tx1"/>
                  </a:solidFill>
                  <a:latin typeface="Arial" panose="020B0604020202020204" pitchFamily="34" charset="0"/>
                  <a:cs typeface="Arial" panose="020B0604020202020204" pitchFamily="34" charset="0"/>
                </a:defRPr>
              </a:lvl2pPr>
              <a:lvl3pPr marL="717550" indent="-119063" defTabSz="889000">
                <a:defRPr>
                  <a:solidFill>
                    <a:schemeClr val="tx1"/>
                  </a:solidFill>
                  <a:latin typeface="Arial" panose="020B0604020202020204" pitchFamily="34" charset="0"/>
                  <a:cs typeface="Arial" panose="020B0604020202020204" pitchFamily="34" charset="0"/>
                </a:defRPr>
              </a:lvl3pPr>
              <a:lvl4pPr marL="1600200" indent="-228600" defTabSz="889000">
                <a:defRPr>
                  <a:solidFill>
                    <a:schemeClr val="tx1"/>
                  </a:solidFill>
                  <a:latin typeface="Arial" panose="020B0604020202020204" pitchFamily="34" charset="0"/>
                  <a:cs typeface="Arial" panose="020B0604020202020204" pitchFamily="34" charset="0"/>
                </a:defRPr>
              </a:lvl4pPr>
              <a:lvl5pPr marL="2057400" indent="-228600" defTabSz="889000">
                <a:defRPr>
                  <a:solidFill>
                    <a:schemeClr val="tx1"/>
                  </a:solidFill>
                  <a:latin typeface="Arial" panose="020B0604020202020204" pitchFamily="34" charset="0"/>
                  <a:cs typeface="Arial" panose="020B0604020202020204" pitchFamily="34" charset="0"/>
                </a:defRPr>
              </a:lvl5pPr>
              <a:lvl6pPr marL="25146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132119" name="Rectangle 17">
              <a:extLst>
                <a:ext uri="{FF2B5EF4-FFF2-40B4-BE49-F238E27FC236}">
                  <a16:creationId xmlns:a16="http://schemas.microsoft.com/office/drawing/2014/main" id="{58D44954-920A-5096-5B75-7412ED8A08C9}"/>
                </a:ext>
              </a:extLst>
            </p:cNvPr>
            <p:cNvSpPr>
              <a:spLocks noChangeArrowheads="1"/>
            </p:cNvSpPr>
            <p:nvPr/>
          </p:nvSpPr>
          <p:spPr bwMode="auto">
            <a:xfrm>
              <a:off x="4190" y="2433"/>
              <a:ext cx="546" cy="17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8412" tIns="49205" rIns="98412" bIns="49205">
              <a:spAutoFit/>
            </a:bodyPr>
            <a:lstStyle>
              <a:lvl1pPr defTabSz="889000">
                <a:defRPr>
                  <a:solidFill>
                    <a:schemeClr val="tx1"/>
                  </a:solidFill>
                  <a:latin typeface="Arial" panose="020B0604020202020204" pitchFamily="34" charset="0"/>
                  <a:cs typeface="Arial" panose="020B0604020202020204" pitchFamily="34" charset="0"/>
                </a:defRPr>
              </a:lvl1pPr>
              <a:lvl2pPr marL="581025" indent="-266700" defTabSz="889000">
                <a:defRPr>
                  <a:solidFill>
                    <a:schemeClr val="tx1"/>
                  </a:solidFill>
                  <a:latin typeface="Arial" panose="020B0604020202020204" pitchFamily="34" charset="0"/>
                  <a:cs typeface="Arial" panose="020B0604020202020204" pitchFamily="34" charset="0"/>
                </a:defRPr>
              </a:lvl2pPr>
              <a:lvl3pPr marL="1028700" indent="-241300" defTabSz="889000">
                <a:defRPr>
                  <a:solidFill>
                    <a:schemeClr val="tx1"/>
                  </a:solidFill>
                  <a:latin typeface="Arial" panose="020B0604020202020204" pitchFamily="34" charset="0"/>
                  <a:cs typeface="Arial" panose="020B0604020202020204" pitchFamily="34" charset="0"/>
                </a:defRPr>
              </a:lvl3pPr>
              <a:lvl4pPr marL="1600200" indent="-228600" defTabSz="889000">
                <a:defRPr>
                  <a:solidFill>
                    <a:schemeClr val="tx1"/>
                  </a:solidFill>
                  <a:latin typeface="Arial" panose="020B0604020202020204" pitchFamily="34" charset="0"/>
                  <a:cs typeface="Arial" panose="020B0604020202020204" pitchFamily="34" charset="0"/>
                </a:defRPr>
              </a:lvl4pPr>
              <a:lvl5pPr marL="2057400" indent="-228600" defTabSz="889000">
                <a:defRPr>
                  <a:solidFill>
                    <a:schemeClr val="tx1"/>
                  </a:solidFill>
                  <a:latin typeface="Arial" panose="020B0604020202020204" pitchFamily="34" charset="0"/>
                  <a:cs typeface="Arial" panose="020B0604020202020204" pitchFamily="34" charset="0"/>
                </a:defRPr>
              </a:lvl5pPr>
              <a:lvl6pPr marL="25146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132120" name="Oval 18">
              <a:extLst>
                <a:ext uri="{FF2B5EF4-FFF2-40B4-BE49-F238E27FC236}">
                  <a16:creationId xmlns:a16="http://schemas.microsoft.com/office/drawing/2014/main" id="{9F2929E9-BD69-387F-886E-6C08787C62D7}"/>
                </a:ext>
              </a:extLst>
            </p:cNvPr>
            <p:cNvSpPr>
              <a:spLocks noChangeArrowheads="1"/>
            </p:cNvSpPr>
            <p:nvPr/>
          </p:nvSpPr>
          <p:spPr bwMode="auto">
            <a:xfrm>
              <a:off x="4207" y="2821"/>
              <a:ext cx="513" cy="470"/>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8412" tIns="49205" rIns="98412" bIns="49205" anchor="ctr"/>
            <a:lstStyle>
              <a:lvl1pPr marL="206375" indent="-206375" defTabSz="889000">
                <a:defRPr>
                  <a:solidFill>
                    <a:schemeClr val="tx1"/>
                  </a:solidFill>
                  <a:latin typeface="Arial" panose="020B0604020202020204" pitchFamily="34" charset="0"/>
                  <a:cs typeface="Arial" panose="020B0604020202020204" pitchFamily="34" charset="0"/>
                </a:defRPr>
              </a:lvl1pPr>
              <a:lvl2pPr marL="474663" indent="-153988" defTabSz="889000">
                <a:defRPr>
                  <a:solidFill>
                    <a:schemeClr val="tx1"/>
                  </a:solidFill>
                  <a:latin typeface="Arial" panose="020B0604020202020204" pitchFamily="34" charset="0"/>
                  <a:cs typeface="Arial" panose="020B0604020202020204" pitchFamily="34" charset="0"/>
                </a:defRPr>
              </a:lvl2pPr>
              <a:lvl3pPr marL="717550" indent="-128588" defTabSz="889000">
                <a:defRPr>
                  <a:solidFill>
                    <a:schemeClr val="tx1"/>
                  </a:solidFill>
                  <a:latin typeface="Arial" panose="020B0604020202020204" pitchFamily="34" charset="0"/>
                  <a:cs typeface="Arial" panose="020B0604020202020204" pitchFamily="34" charset="0"/>
                </a:defRPr>
              </a:lvl3pPr>
              <a:lvl4pPr marL="1600200" indent="-228600" defTabSz="889000">
                <a:defRPr>
                  <a:solidFill>
                    <a:schemeClr val="tx1"/>
                  </a:solidFill>
                  <a:latin typeface="Arial" panose="020B0604020202020204" pitchFamily="34" charset="0"/>
                  <a:cs typeface="Arial" panose="020B0604020202020204" pitchFamily="34" charset="0"/>
                </a:defRPr>
              </a:lvl4pPr>
              <a:lvl5pPr marL="2057400" indent="-228600" defTabSz="889000">
                <a:defRPr>
                  <a:solidFill>
                    <a:schemeClr val="tx1"/>
                  </a:solidFill>
                  <a:latin typeface="Arial" panose="020B0604020202020204" pitchFamily="34" charset="0"/>
                  <a:cs typeface="Arial" panose="020B0604020202020204" pitchFamily="34" charset="0"/>
                </a:defRPr>
              </a:lvl5pPr>
              <a:lvl6pPr marL="25146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89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a:ea typeface="굴림" panose="020B0600000101010101" pitchFamily="34" charset="-127"/>
                </a:rPr>
                <a:t>Insert </a:t>
              </a:r>
            </a:p>
            <a:p>
              <a:pPr algn="ctr"/>
              <a:r>
                <a:rPr kumimoji="1" lang="en-US" altLang="ko-KR" sz="1200">
                  <a:ea typeface="굴림" panose="020B0600000101010101" pitchFamily="34" charset="-127"/>
                </a:rPr>
                <a:t>text</a:t>
              </a:r>
            </a:p>
          </p:txBody>
        </p:sp>
        <p:sp>
          <p:nvSpPr>
            <p:cNvPr id="132121" name="AutoShape 19">
              <a:extLst>
                <a:ext uri="{FF2B5EF4-FFF2-40B4-BE49-F238E27FC236}">
                  <a16:creationId xmlns:a16="http://schemas.microsoft.com/office/drawing/2014/main" id="{4618EA17-85EB-A3B5-9B10-1D7AA08F0BB0}"/>
                </a:ext>
              </a:extLst>
            </p:cNvPr>
            <p:cNvSpPr>
              <a:spLocks noChangeArrowheads="1"/>
            </p:cNvSpPr>
            <p:nvPr/>
          </p:nvSpPr>
          <p:spPr bwMode="auto">
            <a:xfrm flipH="1">
              <a:off x="5548" y="2095"/>
              <a:ext cx="206" cy="527"/>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22" name="AutoShape 20">
              <a:extLst>
                <a:ext uri="{FF2B5EF4-FFF2-40B4-BE49-F238E27FC236}">
                  <a16:creationId xmlns:a16="http://schemas.microsoft.com/office/drawing/2014/main" id="{F8BE0FFC-E708-3626-9D85-0A5EC8539DA2}"/>
                </a:ext>
              </a:extLst>
            </p:cNvPr>
            <p:cNvSpPr>
              <a:spLocks noChangeArrowheads="1"/>
            </p:cNvSpPr>
            <p:nvPr/>
          </p:nvSpPr>
          <p:spPr bwMode="auto">
            <a:xfrm>
              <a:off x="3153" y="2082"/>
              <a:ext cx="206" cy="527"/>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23" name="AutoShape 21">
              <a:extLst>
                <a:ext uri="{FF2B5EF4-FFF2-40B4-BE49-F238E27FC236}">
                  <a16:creationId xmlns:a16="http://schemas.microsoft.com/office/drawing/2014/main" id="{AF7CDCED-25C6-95FB-DEBD-25B008A78466}"/>
                </a:ext>
              </a:extLst>
            </p:cNvPr>
            <p:cNvSpPr>
              <a:spLocks noChangeArrowheads="1"/>
            </p:cNvSpPr>
            <p:nvPr/>
          </p:nvSpPr>
          <p:spPr bwMode="auto">
            <a:xfrm rot="2040000" flipH="1">
              <a:off x="5234" y="2976"/>
              <a:ext cx="206" cy="527"/>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24" name="AutoShape 22">
              <a:extLst>
                <a:ext uri="{FF2B5EF4-FFF2-40B4-BE49-F238E27FC236}">
                  <a16:creationId xmlns:a16="http://schemas.microsoft.com/office/drawing/2014/main" id="{E280DC17-D388-E510-D0DC-1684EA0B3C4F}"/>
                </a:ext>
              </a:extLst>
            </p:cNvPr>
            <p:cNvSpPr>
              <a:spLocks noChangeArrowheads="1"/>
            </p:cNvSpPr>
            <p:nvPr/>
          </p:nvSpPr>
          <p:spPr bwMode="auto">
            <a:xfrm rot="8340000" flipH="1">
              <a:off x="3538" y="2976"/>
              <a:ext cx="207" cy="527"/>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25" name="AutoShape 23">
              <a:extLst>
                <a:ext uri="{FF2B5EF4-FFF2-40B4-BE49-F238E27FC236}">
                  <a16:creationId xmlns:a16="http://schemas.microsoft.com/office/drawing/2014/main" id="{D4C03E2C-BB4B-4DF4-0E9D-7565E3C2A552}"/>
                </a:ext>
              </a:extLst>
            </p:cNvPr>
            <p:cNvSpPr>
              <a:spLocks noChangeArrowheads="1"/>
            </p:cNvSpPr>
            <p:nvPr/>
          </p:nvSpPr>
          <p:spPr bwMode="auto">
            <a:xfrm rot="19200000" flipH="1">
              <a:off x="5152" y="1350"/>
              <a:ext cx="207" cy="527"/>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26" name="AutoShape 24">
              <a:extLst>
                <a:ext uri="{FF2B5EF4-FFF2-40B4-BE49-F238E27FC236}">
                  <a16:creationId xmlns:a16="http://schemas.microsoft.com/office/drawing/2014/main" id="{1DB97C65-2FC7-2C86-E56A-64737617C14B}"/>
                </a:ext>
              </a:extLst>
            </p:cNvPr>
            <p:cNvSpPr>
              <a:spLocks noChangeArrowheads="1"/>
            </p:cNvSpPr>
            <p:nvPr/>
          </p:nvSpPr>
          <p:spPr bwMode="auto">
            <a:xfrm rot="13560000" flipH="1">
              <a:off x="3458" y="1350"/>
              <a:ext cx="205" cy="527"/>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32101" name="Group 25">
            <a:extLst>
              <a:ext uri="{FF2B5EF4-FFF2-40B4-BE49-F238E27FC236}">
                <a16:creationId xmlns:a16="http://schemas.microsoft.com/office/drawing/2014/main" id="{5D7C3952-0FE2-5DAE-D26B-ECCD164DC0C8}"/>
              </a:ext>
            </a:extLst>
          </p:cNvPr>
          <p:cNvGrpSpPr>
            <a:grpSpLocks/>
          </p:cNvGrpSpPr>
          <p:nvPr/>
        </p:nvGrpSpPr>
        <p:grpSpPr bwMode="auto">
          <a:xfrm>
            <a:off x="6632575" y="487363"/>
            <a:ext cx="2146300" cy="731837"/>
            <a:chOff x="4527" y="196"/>
            <a:chExt cx="1464" cy="461"/>
          </a:xfrm>
        </p:grpSpPr>
        <p:grpSp>
          <p:nvGrpSpPr>
            <p:cNvPr id="132102" name="Group 26">
              <a:extLst>
                <a:ext uri="{FF2B5EF4-FFF2-40B4-BE49-F238E27FC236}">
                  <a16:creationId xmlns:a16="http://schemas.microsoft.com/office/drawing/2014/main" id="{BF0E071A-1BAF-4F52-FAEC-477B1B1CFA6D}"/>
                </a:ext>
              </a:extLst>
            </p:cNvPr>
            <p:cNvGrpSpPr>
              <a:grpSpLocks/>
            </p:cNvGrpSpPr>
            <p:nvPr/>
          </p:nvGrpSpPr>
          <p:grpSpPr bwMode="auto">
            <a:xfrm>
              <a:off x="5452" y="196"/>
              <a:ext cx="539" cy="461"/>
              <a:chOff x="5452" y="196"/>
              <a:chExt cx="539" cy="461"/>
            </a:xfrm>
          </p:grpSpPr>
          <p:sp>
            <p:nvSpPr>
              <p:cNvPr id="132104" name="Rectangle 27">
                <a:extLst>
                  <a:ext uri="{FF2B5EF4-FFF2-40B4-BE49-F238E27FC236}">
                    <a16:creationId xmlns:a16="http://schemas.microsoft.com/office/drawing/2014/main" id="{E0706BDA-DE4A-1965-8968-831C851DF1A8}"/>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32105" name="Group 28">
                <a:extLst>
                  <a:ext uri="{FF2B5EF4-FFF2-40B4-BE49-F238E27FC236}">
                    <a16:creationId xmlns:a16="http://schemas.microsoft.com/office/drawing/2014/main" id="{7650D935-77CE-5695-A318-A508FEB9EA43}"/>
                  </a:ext>
                </a:extLst>
              </p:cNvPr>
              <p:cNvGrpSpPr>
                <a:grpSpLocks/>
              </p:cNvGrpSpPr>
              <p:nvPr/>
            </p:nvGrpSpPr>
            <p:grpSpPr bwMode="auto">
              <a:xfrm>
                <a:off x="5509" y="273"/>
                <a:ext cx="423" cy="301"/>
                <a:chOff x="5509" y="273"/>
                <a:chExt cx="423" cy="301"/>
              </a:xfrm>
            </p:grpSpPr>
            <p:sp>
              <p:nvSpPr>
                <p:cNvPr id="132106" name="Oval 29">
                  <a:extLst>
                    <a:ext uri="{FF2B5EF4-FFF2-40B4-BE49-F238E27FC236}">
                      <a16:creationId xmlns:a16="http://schemas.microsoft.com/office/drawing/2014/main" id="{1A48EE03-00E6-D45F-06BA-81B4166D98AC}"/>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07" name="Rectangle 30">
                  <a:extLst>
                    <a:ext uri="{FF2B5EF4-FFF2-40B4-BE49-F238E27FC236}">
                      <a16:creationId xmlns:a16="http://schemas.microsoft.com/office/drawing/2014/main" id="{4CE47EF4-6DD5-2105-C41B-0500E988F4AA}"/>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08" name="Rectangle 31">
                  <a:extLst>
                    <a:ext uri="{FF2B5EF4-FFF2-40B4-BE49-F238E27FC236}">
                      <a16:creationId xmlns:a16="http://schemas.microsoft.com/office/drawing/2014/main" id="{2A311518-0922-8486-C75A-B9610610C973}"/>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09" name="Rectangle 32">
                  <a:extLst>
                    <a:ext uri="{FF2B5EF4-FFF2-40B4-BE49-F238E27FC236}">
                      <a16:creationId xmlns:a16="http://schemas.microsoft.com/office/drawing/2014/main" id="{FA908F08-5159-A951-A43C-4D5E2B73537C}"/>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0" name="Rectangle 33">
                  <a:extLst>
                    <a:ext uri="{FF2B5EF4-FFF2-40B4-BE49-F238E27FC236}">
                      <a16:creationId xmlns:a16="http://schemas.microsoft.com/office/drawing/2014/main" id="{4846A7A4-9B2A-D070-14F3-9CB7CDAB32AF}"/>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1" name="Oval 34">
                  <a:extLst>
                    <a:ext uri="{FF2B5EF4-FFF2-40B4-BE49-F238E27FC236}">
                      <a16:creationId xmlns:a16="http://schemas.microsoft.com/office/drawing/2014/main" id="{34887A9F-7E2E-B5F1-EF25-3A9FD0FF4EFD}"/>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2" name="AutoShape 35">
                  <a:extLst>
                    <a:ext uri="{FF2B5EF4-FFF2-40B4-BE49-F238E27FC236}">
                      <a16:creationId xmlns:a16="http://schemas.microsoft.com/office/drawing/2014/main" id="{2453AFAF-304E-0797-CD63-90AFD7BA87BF}"/>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3" name="AutoShape 36">
                  <a:extLst>
                    <a:ext uri="{FF2B5EF4-FFF2-40B4-BE49-F238E27FC236}">
                      <a16:creationId xmlns:a16="http://schemas.microsoft.com/office/drawing/2014/main" id="{2FF7E2DD-AB22-E2FC-5B0C-53C9D4DD9A0D}"/>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4" name="AutoShape 37">
                  <a:extLst>
                    <a:ext uri="{FF2B5EF4-FFF2-40B4-BE49-F238E27FC236}">
                      <a16:creationId xmlns:a16="http://schemas.microsoft.com/office/drawing/2014/main" id="{C0F45D42-00AE-5295-CB2E-D3678DC5680F}"/>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2115" name="AutoShape 38">
                  <a:extLst>
                    <a:ext uri="{FF2B5EF4-FFF2-40B4-BE49-F238E27FC236}">
                      <a16:creationId xmlns:a16="http://schemas.microsoft.com/office/drawing/2014/main" id="{090FED29-F74A-461B-8C0F-77A19D0C22F9}"/>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32103" name="Rectangle 39">
              <a:extLst>
                <a:ext uri="{FF2B5EF4-FFF2-40B4-BE49-F238E27FC236}">
                  <a16:creationId xmlns:a16="http://schemas.microsoft.com/office/drawing/2014/main" id="{BC97A780-D10F-6483-2D18-708DC282C961}"/>
                </a:ext>
              </a:extLst>
            </p:cNvPr>
            <p:cNvSpPr>
              <a:spLocks noChangeArrowheads="1"/>
            </p:cNvSpPr>
            <p:nvPr/>
          </p:nvSpPr>
          <p:spPr bwMode="auto">
            <a:xfrm>
              <a:off x="4527" y="227"/>
              <a:ext cx="925"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FORCES</a:t>
              </a: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바닥글 개체 틀 1">
            <a:extLst>
              <a:ext uri="{FF2B5EF4-FFF2-40B4-BE49-F238E27FC236}">
                <a16:creationId xmlns:a16="http://schemas.microsoft.com/office/drawing/2014/main" id="{936B4726-ED26-45C1-55D8-882F223C1D9E}"/>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8B1E3032-93C6-5646-ACFD-A60E4E6CBD24}"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34146" name="슬라이드 번호 개체 틀 2">
            <a:extLst>
              <a:ext uri="{FF2B5EF4-FFF2-40B4-BE49-F238E27FC236}">
                <a16:creationId xmlns:a16="http://schemas.microsoft.com/office/drawing/2014/main" id="{4EB2B2AB-76D1-EBDE-DEA5-0503F4EC5EB0}"/>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DF3C5BEC-6931-B64F-96B3-66DCEAEB36EF}" type="slidenum">
              <a:rPr lang="ko-KR" altLang="en-US">
                <a:solidFill>
                  <a:schemeClr val="bg1"/>
                </a:solidFill>
                <a:ea typeface="굴림" panose="020B0600000101010101" pitchFamily="34" charset="-127"/>
              </a:rPr>
              <a:pPr/>
              <a:t>22</a:t>
            </a:fld>
            <a:endParaRPr lang="en-US" altLang="ko-KR">
              <a:solidFill>
                <a:schemeClr val="bg1"/>
              </a:solidFill>
              <a:ea typeface="굴림" panose="020B0600000101010101" pitchFamily="34" charset="-127"/>
            </a:endParaRPr>
          </a:p>
        </p:txBody>
      </p:sp>
      <p:grpSp>
        <p:nvGrpSpPr>
          <p:cNvPr id="134147" name="Group 3">
            <a:extLst>
              <a:ext uri="{FF2B5EF4-FFF2-40B4-BE49-F238E27FC236}">
                <a16:creationId xmlns:a16="http://schemas.microsoft.com/office/drawing/2014/main" id="{853E4228-1B83-FDFD-2925-3D6F4039F334}"/>
              </a:ext>
            </a:extLst>
          </p:cNvPr>
          <p:cNvGrpSpPr>
            <a:grpSpLocks/>
          </p:cNvGrpSpPr>
          <p:nvPr/>
        </p:nvGrpSpPr>
        <p:grpSpPr bwMode="auto">
          <a:xfrm>
            <a:off x="2773363" y="2828925"/>
            <a:ext cx="3805237" cy="2028825"/>
            <a:chOff x="1893" y="1782"/>
            <a:chExt cx="2596" cy="1278"/>
          </a:xfrm>
        </p:grpSpPr>
        <p:sp>
          <p:nvSpPr>
            <p:cNvPr id="134163" name="AutoShape 4">
              <a:extLst>
                <a:ext uri="{FF2B5EF4-FFF2-40B4-BE49-F238E27FC236}">
                  <a16:creationId xmlns:a16="http://schemas.microsoft.com/office/drawing/2014/main" id="{4DE98BC6-4108-B79B-064A-5F6E469B2BE1}"/>
                </a:ext>
              </a:extLst>
            </p:cNvPr>
            <p:cNvSpPr>
              <a:spLocks noChangeArrowheads="1"/>
            </p:cNvSpPr>
            <p:nvPr/>
          </p:nvSpPr>
          <p:spPr bwMode="auto">
            <a:xfrm>
              <a:off x="2097" y="2024"/>
              <a:ext cx="2392" cy="810"/>
            </a:xfrm>
            <a:prstGeom prst="rightArrow">
              <a:avLst>
                <a:gd name="adj1" fmla="val 50000"/>
                <a:gd name="adj2" fmla="val 42122"/>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32" tIns="66666" rIns="133332" bIns="66666" anchor="ctr"/>
            <a:lstStyle>
              <a:lvl1pPr marL="274638" indent="-274638" defTabSz="1579563">
                <a:defRPr>
                  <a:solidFill>
                    <a:schemeClr val="tx1"/>
                  </a:solidFill>
                  <a:latin typeface="Arial" panose="020B0604020202020204" pitchFamily="34" charset="0"/>
                  <a:cs typeface="Arial" panose="020B0604020202020204" pitchFamily="34" charset="0"/>
                </a:defRPr>
              </a:lvl1pPr>
              <a:lvl2pPr marL="631825" indent="-242888" defTabSz="1579563">
                <a:defRPr>
                  <a:solidFill>
                    <a:schemeClr val="tx1"/>
                  </a:solidFill>
                  <a:latin typeface="Arial" panose="020B0604020202020204" pitchFamily="34" charset="0"/>
                  <a:cs typeface="Arial" panose="020B0604020202020204" pitchFamily="34" charset="0"/>
                </a:defRPr>
              </a:lvl2pPr>
              <a:lvl3pPr marL="958850" indent="-212725" defTabSz="1579563">
                <a:defRPr>
                  <a:solidFill>
                    <a:schemeClr val="tx1"/>
                  </a:solidFill>
                  <a:latin typeface="Arial" panose="020B0604020202020204" pitchFamily="34" charset="0"/>
                  <a:cs typeface="Arial" panose="020B0604020202020204" pitchFamily="34" charset="0"/>
                </a:defRPr>
              </a:lvl3pPr>
              <a:lvl4pPr marL="1600200" indent="-228600" defTabSz="1579563">
                <a:defRPr>
                  <a:solidFill>
                    <a:schemeClr val="tx1"/>
                  </a:solidFill>
                  <a:latin typeface="Arial" panose="020B0604020202020204" pitchFamily="34" charset="0"/>
                  <a:cs typeface="Arial" panose="020B0604020202020204" pitchFamily="34" charset="0"/>
                </a:defRPr>
              </a:lvl4pPr>
              <a:lvl5pPr marL="2057400" indent="-228600" defTabSz="1579563">
                <a:defRPr>
                  <a:solidFill>
                    <a:schemeClr val="tx1"/>
                  </a:solidFill>
                  <a:latin typeface="Arial" panose="020B0604020202020204" pitchFamily="34" charset="0"/>
                  <a:cs typeface="Arial" panose="020B0604020202020204" pitchFamily="34" charset="0"/>
                </a:defRPr>
              </a:lvl5pPr>
              <a:lvl6pPr marL="25146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134164" name="AutoShape 5">
              <a:extLst>
                <a:ext uri="{FF2B5EF4-FFF2-40B4-BE49-F238E27FC236}">
                  <a16:creationId xmlns:a16="http://schemas.microsoft.com/office/drawing/2014/main" id="{4E67D693-E8CC-5037-155A-9BF8AF91A798}"/>
                </a:ext>
              </a:extLst>
            </p:cNvPr>
            <p:cNvSpPr>
              <a:spLocks noChangeArrowheads="1"/>
            </p:cNvSpPr>
            <p:nvPr/>
          </p:nvSpPr>
          <p:spPr bwMode="auto">
            <a:xfrm rot="5400000">
              <a:off x="1670" y="2108"/>
              <a:ext cx="1104" cy="658"/>
            </a:xfrm>
            <a:prstGeom prst="triangle">
              <a:avLst>
                <a:gd name="adj" fmla="val 4999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lIns="133332" tIns="66666" rIns="133332" bIns="66666" anchor="ctr"/>
            <a:lstStyle>
              <a:lvl1pPr marL="274638" indent="-274638" defTabSz="1579563">
                <a:defRPr>
                  <a:solidFill>
                    <a:schemeClr val="tx1"/>
                  </a:solidFill>
                  <a:latin typeface="Arial" panose="020B0604020202020204" pitchFamily="34" charset="0"/>
                  <a:cs typeface="Arial" panose="020B0604020202020204" pitchFamily="34" charset="0"/>
                </a:defRPr>
              </a:lvl1pPr>
              <a:lvl2pPr marL="631825" indent="-242888" defTabSz="1579563">
                <a:defRPr>
                  <a:solidFill>
                    <a:schemeClr val="tx1"/>
                  </a:solidFill>
                  <a:latin typeface="Arial" panose="020B0604020202020204" pitchFamily="34" charset="0"/>
                  <a:cs typeface="Arial" panose="020B0604020202020204" pitchFamily="34" charset="0"/>
                </a:defRPr>
              </a:lvl2pPr>
              <a:lvl3pPr marL="958850" indent="-212725" defTabSz="1579563">
                <a:defRPr>
                  <a:solidFill>
                    <a:schemeClr val="tx1"/>
                  </a:solidFill>
                  <a:latin typeface="Arial" panose="020B0604020202020204" pitchFamily="34" charset="0"/>
                  <a:cs typeface="Arial" panose="020B0604020202020204" pitchFamily="34" charset="0"/>
                </a:defRPr>
              </a:lvl3pPr>
              <a:lvl4pPr marL="1600200" indent="-228600" defTabSz="1579563">
                <a:defRPr>
                  <a:solidFill>
                    <a:schemeClr val="tx1"/>
                  </a:solidFill>
                  <a:latin typeface="Arial" panose="020B0604020202020204" pitchFamily="34" charset="0"/>
                  <a:cs typeface="Arial" panose="020B0604020202020204" pitchFamily="34" charset="0"/>
                </a:defRPr>
              </a:lvl4pPr>
              <a:lvl5pPr marL="2057400" indent="-228600" defTabSz="1579563">
                <a:defRPr>
                  <a:solidFill>
                    <a:schemeClr val="tx1"/>
                  </a:solidFill>
                  <a:latin typeface="Arial" panose="020B0604020202020204" pitchFamily="34" charset="0"/>
                  <a:cs typeface="Arial" panose="020B0604020202020204" pitchFamily="34" charset="0"/>
                </a:defRPr>
              </a:lvl5pPr>
              <a:lvl6pPr marL="25146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kumimoji="1" lang="en-US" altLang="ko-KR" sz="1200">
                  <a:ea typeface="굴림" panose="020B0600000101010101" pitchFamily="34" charset="-127"/>
                </a:rPr>
                <a:t>Insert</a:t>
              </a:r>
            </a:p>
            <a:p>
              <a:pPr algn="ctr"/>
              <a:r>
                <a:rPr kumimoji="1" lang="en-US" altLang="ko-KR" sz="1200">
                  <a:ea typeface="굴림" panose="020B0600000101010101" pitchFamily="34" charset="-127"/>
                </a:rPr>
                <a:t>text</a:t>
              </a:r>
            </a:p>
          </p:txBody>
        </p:sp>
        <p:sp>
          <p:nvSpPr>
            <p:cNvPr id="134165" name="AutoShape 6">
              <a:extLst>
                <a:ext uri="{FF2B5EF4-FFF2-40B4-BE49-F238E27FC236}">
                  <a16:creationId xmlns:a16="http://schemas.microsoft.com/office/drawing/2014/main" id="{BA7B4CCE-86A8-6E41-A588-E825984DDF09}"/>
                </a:ext>
              </a:extLst>
            </p:cNvPr>
            <p:cNvSpPr>
              <a:spLocks noChangeArrowheads="1"/>
            </p:cNvSpPr>
            <p:nvPr/>
          </p:nvSpPr>
          <p:spPr bwMode="auto">
            <a:xfrm rot="10800000">
              <a:off x="1984" y="1782"/>
              <a:ext cx="1213" cy="501"/>
            </a:xfrm>
            <a:prstGeom prst="triangle">
              <a:avLst>
                <a:gd name="adj" fmla="val 4999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lIns="133332" tIns="66666" rIns="133332" bIns="66666" anchor="ctr"/>
            <a:lstStyle>
              <a:lvl1pPr marL="274638" indent="-274638" defTabSz="1579563">
                <a:defRPr>
                  <a:solidFill>
                    <a:schemeClr val="tx1"/>
                  </a:solidFill>
                  <a:latin typeface="Arial" panose="020B0604020202020204" pitchFamily="34" charset="0"/>
                  <a:cs typeface="Arial" panose="020B0604020202020204" pitchFamily="34" charset="0"/>
                </a:defRPr>
              </a:lvl1pPr>
              <a:lvl2pPr marL="631825" indent="-242888" defTabSz="1579563">
                <a:defRPr>
                  <a:solidFill>
                    <a:schemeClr val="tx1"/>
                  </a:solidFill>
                  <a:latin typeface="Arial" panose="020B0604020202020204" pitchFamily="34" charset="0"/>
                  <a:cs typeface="Arial" panose="020B0604020202020204" pitchFamily="34" charset="0"/>
                </a:defRPr>
              </a:lvl2pPr>
              <a:lvl3pPr marL="958850" indent="-212725" defTabSz="1579563">
                <a:defRPr>
                  <a:solidFill>
                    <a:schemeClr val="tx1"/>
                  </a:solidFill>
                  <a:latin typeface="Arial" panose="020B0604020202020204" pitchFamily="34" charset="0"/>
                  <a:cs typeface="Arial" panose="020B0604020202020204" pitchFamily="34" charset="0"/>
                </a:defRPr>
              </a:lvl3pPr>
              <a:lvl4pPr marL="1600200" indent="-228600" defTabSz="1579563">
                <a:defRPr>
                  <a:solidFill>
                    <a:schemeClr val="tx1"/>
                  </a:solidFill>
                  <a:latin typeface="Arial" panose="020B0604020202020204" pitchFamily="34" charset="0"/>
                  <a:cs typeface="Arial" panose="020B0604020202020204" pitchFamily="34" charset="0"/>
                </a:defRPr>
              </a:lvl4pPr>
              <a:lvl5pPr marL="2057400" indent="-228600" defTabSz="1579563">
                <a:defRPr>
                  <a:solidFill>
                    <a:schemeClr val="tx1"/>
                  </a:solidFill>
                  <a:latin typeface="Arial" panose="020B0604020202020204" pitchFamily="34" charset="0"/>
                  <a:cs typeface="Arial" panose="020B0604020202020204" pitchFamily="34" charset="0"/>
                </a:defRPr>
              </a:lvl5pPr>
              <a:lvl6pPr marL="25146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sp>
          <p:nvSpPr>
            <p:cNvPr id="134166" name="AutoShape 7">
              <a:extLst>
                <a:ext uri="{FF2B5EF4-FFF2-40B4-BE49-F238E27FC236}">
                  <a16:creationId xmlns:a16="http://schemas.microsoft.com/office/drawing/2014/main" id="{2ECCC6DD-419F-DA4C-55A7-18FAF6B92C13}"/>
                </a:ext>
              </a:extLst>
            </p:cNvPr>
            <p:cNvSpPr>
              <a:spLocks noChangeArrowheads="1"/>
            </p:cNvSpPr>
            <p:nvPr/>
          </p:nvSpPr>
          <p:spPr bwMode="auto">
            <a:xfrm flipH="1">
              <a:off x="1984" y="2559"/>
              <a:ext cx="1213" cy="501"/>
            </a:xfrm>
            <a:prstGeom prst="triangle">
              <a:avLst>
                <a:gd name="adj" fmla="val 4999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32" tIns="66666" rIns="133332" bIns="66666" anchor="ctr"/>
            <a:lstStyle>
              <a:lvl1pPr marL="274638" indent="-274638" defTabSz="1579563">
                <a:defRPr>
                  <a:solidFill>
                    <a:schemeClr val="tx1"/>
                  </a:solidFill>
                  <a:latin typeface="Arial" panose="020B0604020202020204" pitchFamily="34" charset="0"/>
                  <a:cs typeface="Arial" panose="020B0604020202020204" pitchFamily="34" charset="0"/>
                </a:defRPr>
              </a:lvl1pPr>
              <a:lvl2pPr marL="631825" indent="-242888" defTabSz="1579563">
                <a:defRPr>
                  <a:solidFill>
                    <a:schemeClr val="tx1"/>
                  </a:solidFill>
                  <a:latin typeface="Arial" panose="020B0604020202020204" pitchFamily="34" charset="0"/>
                  <a:cs typeface="Arial" panose="020B0604020202020204" pitchFamily="34" charset="0"/>
                </a:defRPr>
              </a:lvl2pPr>
              <a:lvl3pPr marL="958850" indent="-212725" defTabSz="1579563">
                <a:defRPr>
                  <a:solidFill>
                    <a:schemeClr val="tx1"/>
                  </a:solidFill>
                  <a:latin typeface="Arial" panose="020B0604020202020204" pitchFamily="34" charset="0"/>
                  <a:cs typeface="Arial" panose="020B0604020202020204" pitchFamily="34" charset="0"/>
                </a:defRPr>
              </a:lvl3pPr>
              <a:lvl4pPr marL="1600200" indent="-228600" defTabSz="1579563">
                <a:defRPr>
                  <a:solidFill>
                    <a:schemeClr val="tx1"/>
                  </a:solidFill>
                  <a:latin typeface="Arial" panose="020B0604020202020204" pitchFamily="34" charset="0"/>
                  <a:cs typeface="Arial" panose="020B0604020202020204" pitchFamily="34" charset="0"/>
                </a:defRPr>
              </a:lvl4pPr>
              <a:lvl5pPr marL="2057400" indent="-228600" defTabSz="1579563">
                <a:defRPr>
                  <a:solidFill>
                    <a:schemeClr val="tx1"/>
                  </a:solidFill>
                  <a:latin typeface="Arial" panose="020B0604020202020204" pitchFamily="34" charset="0"/>
                  <a:cs typeface="Arial" panose="020B0604020202020204" pitchFamily="34" charset="0"/>
                </a:defRPr>
              </a:lvl5pPr>
              <a:lvl6pPr marL="25146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5795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100000"/>
                </a:spcBef>
              </a:pPr>
              <a:r>
                <a:rPr kumimoji="1" lang="en-US" altLang="ko-KR" sz="1200">
                  <a:ea typeface="굴림" panose="020B0600000101010101" pitchFamily="34" charset="-127"/>
                </a:rPr>
                <a:t>Insert text</a:t>
              </a:r>
            </a:p>
          </p:txBody>
        </p:sp>
      </p:grpSp>
      <p:grpSp>
        <p:nvGrpSpPr>
          <p:cNvPr id="134148" name="Group 8">
            <a:extLst>
              <a:ext uri="{FF2B5EF4-FFF2-40B4-BE49-F238E27FC236}">
                <a16:creationId xmlns:a16="http://schemas.microsoft.com/office/drawing/2014/main" id="{A1C58533-1F59-1D3E-FE96-44205F2E8235}"/>
              </a:ext>
            </a:extLst>
          </p:cNvPr>
          <p:cNvGrpSpPr>
            <a:grpSpLocks/>
          </p:cNvGrpSpPr>
          <p:nvPr/>
        </p:nvGrpSpPr>
        <p:grpSpPr bwMode="auto">
          <a:xfrm>
            <a:off x="6632575" y="487363"/>
            <a:ext cx="2146300" cy="731837"/>
            <a:chOff x="4527" y="196"/>
            <a:chExt cx="1464" cy="461"/>
          </a:xfrm>
        </p:grpSpPr>
        <p:grpSp>
          <p:nvGrpSpPr>
            <p:cNvPr id="134149" name="Group 9">
              <a:extLst>
                <a:ext uri="{FF2B5EF4-FFF2-40B4-BE49-F238E27FC236}">
                  <a16:creationId xmlns:a16="http://schemas.microsoft.com/office/drawing/2014/main" id="{3BE96E2A-AA40-04A6-67CA-DA5BF036287F}"/>
                </a:ext>
              </a:extLst>
            </p:cNvPr>
            <p:cNvGrpSpPr>
              <a:grpSpLocks/>
            </p:cNvGrpSpPr>
            <p:nvPr/>
          </p:nvGrpSpPr>
          <p:grpSpPr bwMode="auto">
            <a:xfrm>
              <a:off x="5452" y="196"/>
              <a:ext cx="539" cy="461"/>
              <a:chOff x="5452" y="196"/>
              <a:chExt cx="539" cy="461"/>
            </a:xfrm>
          </p:grpSpPr>
          <p:sp>
            <p:nvSpPr>
              <p:cNvPr id="134151" name="Rectangle 10">
                <a:extLst>
                  <a:ext uri="{FF2B5EF4-FFF2-40B4-BE49-F238E27FC236}">
                    <a16:creationId xmlns:a16="http://schemas.microsoft.com/office/drawing/2014/main" id="{C33592D5-CF56-716D-DEDD-D51294F94340}"/>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34152" name="Group 11">
                <a:extLst>
                  <a:ext uri="{FF2B5EF4-FFF2-40B4-BE49-F238E27FC236}">
                    <a16:creationId xmlns:a16="http://schemas.microsoft.com/office/drawing/2014/main" id="{782DB7C6-BB0A-70E3-EEC2-D63670576AD0}"/>
                  </a:ext>
                </a:extLst>
              </p:cNvPr>
              <p:cNvGrpSpPr>
                <a:grpSpLocks/>
              </p:cNvGrpSpPr>
              <p:nvPr/>
            </p:nvGrpSpPr>
            <p:grpSpPr bwMode="auto">
              <a:xfrm>
                <a:off x="5509" y="273"/>
                <a:ext cx="423" cy="301"/>
                <a:chOff x="5509" y="273"/>
                <a:chExt cx="423" cy="301"/>
              </a:xfrm>
            </p:grpSpPr>
            <p:sp>
              <p:nvSpPr>
                <p:cNvPr id="134153" name="Oval 12">
                  <a:extLst>
                    <a:ext uri="{FF2B5EF4-FFF2-40B4-BE49-F238E27FC236}">
                      <a16:creationId xmlns:a16="http://schemas.microsoft.com/office/drawing/2014/main" id="{B49913D4-A629-27BE-A638-9F174F761723}"/>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54" name="Rectangle 13">
                  <a:extLst>
                    <a:ext uri="{FF2B5EF4-FFF2-40B4-BE49-F238E27FC236}">
                      <a16:creationId xmlns:a16="http://schemas.microsoft.com/office/drawing/2014/main" id="{0A6EF71A-31CA-EB26-ABA4-24C7C4476044}"/>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55" name="Rectangle 14">
                  <a:extLst>
                    <a:ext uri="{FF2B5EF4-FFF2-40B4-BE49-F238E27FC236}">
                      <a16:creationId xmlns:a16="http://schemas.microsoft.com/office/drawing/2014/main" id="{84B3222D-9CC0-39FC-76CF-9B298A8F583F}"/>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56" name="Rectangle 15">
                  <a:extLst>
                    <a:ext uri="{FF2B5EF4-FFF2-40B4-BE49-F238E27FC236}">
                      <a16:creationId xmlns:a16="http://schemas.microsoft.com/office/drawing/2014/main" id="{F4A9229B-2052-D0E0-E6DB-B0D83F834728}"/>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57" name="Rectangle 16">
                  <a:extLst>
                    <a:ext uri="{FF2B5EF4-FFF2-40B4-BE49-F238E27FC236}">
                      <a16:creationId xmlns:a16="http://schemas.microsoft.com/office/drawing/2014/main" id="{BFECA77F-0434-AD8C-2258-DE6A6494B8AE}"/>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58" name="Oval 17">
                  <a:extLst>
                    <a:ext uri="{FF2B5EF4-FFF2-40B4-BE49-F238E27FC236}">
                      <a16:creationId xmlns:a16="http://schemas.microsoft.com/office/drawing/2014/main" id="{B74F56DE-7F38-8A5C-2828-1F5C0FC7D45B}"/>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59" name="AutoShape 18">
                  <a:extLst>
                    <a:ext uri="{FF2B5EF4-FFF2-40B4-BE49-F238E27FC236}">
                      <a16:creationId xmlns:a16="http://schemas.microsoft.com/office/drawing/2014/main" id="{F26DA342-8D5B-C3CC-E085-6CA582208B21}"/>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60" name="AutoShape 19">
                  <a:extLst>
                    <a:ext uri="{FF2B5EF4-FFF2-40B4-BE49-F238E27FC236}">
                      <a16:creationId xmlns:a16="http://schemas.microsoft.com/office/drawing/2014/main" id="{49099809-CA49-F9B5-CB03-B28A06BF65D3}"/>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61" name="AutoShape 20">
                  <a:extLst>
                    <a:ext uri="{FF2B5EF4-FFF2-40B4-BE49-F238E27FC236}">
                      <a16:creationId xmlns:a16="http://schemas.microsoft.com/office/drawing/2014/main" id="{0155C319-13B8-79AB-B2F8-176A8F8B6812}"/>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4162" name="AutoShape 21">
                  <a:extLst>
                    <a:ext uri="{FF2B5EF4-FFF2-40B4-BE49-F238E27FC236}">
                      <a16:creationId xmlns:a16="http://schemas.microsoft.com/office/drawing/2014/main" id="{62A7DE33-854D-22EC-3484-36C4A91FA818}"/>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34150" name="Rectangle 22">
              <a:extLst>
                <a:ext uri="{FF2B5EF4-FFF2-40B4-BE49-F238E27FC236}">
                  <a16:creationId xmlns:a16="http://schemas.microsoft.com/office/drawing/2014/main" id="{79988E7D-926D-3669-244E-F36421B9B05D}"/>
                </a:ext>
              </a:extLst>
            </p:cNvPr>
            <p:cNvSpPr>
              <a:spLocks noChangeArrowheads="1"/>
            </p:cNvSpPr>
            <p:nvPr/>
          </p:nvSpPr>
          <p:spPr bwMode="auto">
            <a:xfrm>
              <a:off x="4527" y="227"/>
              <a:ext cx="925"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FORCES</a:t>
              </a: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바닥글 개체 틀 1">
            <a:extLst>
              <a:ext uri="{FF2B5EF4-FFF2-40B4-BE49-F238E27FC236}">
                <a16:creationId xmlns:a16="http://schemas.microsoft.com/office/drawing/2014/main" id="{A6C8B8B8-FD62-0D57-8143-1773A30A43D9}"/>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CB28A5EC-4100-8942-AF1C-6767F1ECC62A}"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36194" name="슬라이드 번호 개체 틀 2">
            <a:extLst>
              <a:ext uri="{FF2B5EF4-FFF2-40B4-BE49-F238E27FC236}">
                <a16:creationId xmlns:a16="http://schemas.microsoft.com/office/drawing/2014/main" id="{5924A143-EE52-7C12-15AD-732054E58954}"/>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EB94CB44-692C-1048-958F-4F787319AE1C}" type="slidenum">
              <a:rPr lang="ko-KR" altLang="en-US">
                <a:solidFill>
                  <a:schemeClr val="bg1"/>
                </a:solidFill>
                <a:ea typeface="굴림" panose="020B0600000101010101" pitchFamily="34" charset="-127"/>
              </a:rPr>
              <a:pPr/>
              <a:t>23</a:t>
            </a:fld>
            <a:endParaRPr lang="en-US" altLang="ko-KR">
              <a:solidFill>
                <a:schemeClr val="bg1"/>
              </a:solidFill>
              <a:ea typeface="굴림" panose="020B0600000101010101" pitchFamily="34" charset="-127"/>
            </a:endParaRPr>
          </a:p>
        </p:txBody>
      </p:sp>
      <p:grpSp>
        <p:nvGrpSpPr>
          <p:cNvPr id="136195" name="Group 3">
            <a:extLst>
              <a:ext uri="{FF2B5EF4-FFF2-40B4-BE49-F238E27FC236}">
                <a16:creationId xmlns:a16="http://schemas.microsoft.com/office/drawing/2014/main" id="{B38003F1-A833-4B38-8B9D-43DB23EF564C}"/>
              </a:ext>
            </a:extLst>
          </p:cNvPr>
          <p:cNvGrpSpPr>
            <a:grpSpLocks/>
          </p:cNvGrpSpPr>
          <p:nvPr/>
        </p:nvGrpSpPr>
        <p:grpSpPr bwMode="auto">
          <a:xfrm>
            <a:off x="1593850" y="2157413"/>
            <a:ext cx="6100763" cy="3479800"/>
            <a:chOff x="1088" y="1359"/>
            <a:chExt cx="4163" cy="2192"/>
          </a:xfrm>
        </p:grpSpPr>
        <p:sp>
          <p:nvSpPr>
            <p:cNvPr id="136211" name="Oval 4">
              <a:extLst>
                <a:ext uri="{FF2B5EF4-FFF2-40B4-BE49-F238E27FC236}">
                  <a16:creationId xmlns:a16="http://schemas.microsoft.com/office/drawing/2014/main" id="{36BF2204-7186-DA63-B3FB-D962507F0AD1}"/>
                </a:ext>
              </a:extLst>
            </p:cNvPr>
            <p:cNvSpPr>
              <a:spLocks noChangeArrowheads="1"/>
            </p:cNvSpPr>
            <p:nvPr/>
          </p:nvSpPr>
          <p:spPr bwMode="auto">
            <a:xfrm>
              <a:off x="1422" y="1458"/>
              <a:ext cx="3483" cy="2018"/>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12" name="Rectangle 5">
              <a:extLst>
                <a:ext uri="{FF2B5EF4-FFF2-40B4-BE49-F238E27FC236}">
                  <a16:creationId xmlns:a16="http://schemas.microsoft.com/office/drawing/2014/main" id="{3C041AD3-7670-4F02-5D6B-1811FCD0E98A}"/>
                </a:ext>
              </a:extLst>
            </p:cNvPr>
            <p:cNvSpPr>
              <a:spLocks noChangeArrowheads="1"/>
            </p:cNvSpPr>
            <p:nvPr/>
          </p:nvSpPr>
          <p:spPr bwMode="auto">
            <a:xfrm>
              <a:off x="1520" y="1632"/>
              <a:ext cx="848" cy="240"/>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3" name="Rectangle 6">
              <a:extLst>
                <a:ext uri="{FF2B5EF4-FFF2-40B4-BE49-F238E27FC236}">
                  <a16:creationId xmlns:a16="http://schemas.microsoft.com/office/drawing/2014/main" id="{99FFB486-0DEE-33A1-0AD1-CD90F51B95D3}"/>
                </a:ext>
              </a:extLst>
            </p:cNvPr>
            <p:cNvSpPr>
              <a:spLocks noChangeArrowheads="1"/>
            </p:cNvSpPr>
            <p:nvPr/>
          </p:nvSpPr>
          <p:spPr bwMode="auto">
            <a:xfrm>
              <a:off x="1088" y="2292"/>
              <a:ext cx="851" cy="244"/>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4" name="Rectangle 7">
              <a:extLst>
                <a:ext uri="{FF2B5EF4-FFF2-40B4-BE49-F238E27FC236}">
                  <a16:creationId xmlns:a16="http://schemas.microsoft.com/office/drawing/2014/main" id="{37CB856E-B2B5-55C1-B902-C21F125081EA}"/>
                </a:ext>
              </a:extLst>
            </p:cNvPr>
            <p:cNvSpPr>
              <a:spLocks noChangeArrowheads="1"/>
            </p:cNvSpPr>
            <p:nvPr/>
          </p:nvSpPr>
          <p:spPr bwMode="auto">
            <a:xfrm>
              <a:off x="2758" y="1359"/>
              <a:ext cx="852" cy="243"/>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5" name="Rectangle 8">
              <a:extLst>
                <a:ext uri="{FF2B5EF4-FFF2-40B4-BE49-F238E27FC236}">
                  <a16:creationId xmlns:a16="http://schemas.microsoft.com/office/drawing/2014/main" id="{898FF4E2-FA7F-9DA5-D8BE-9120C28D4D92}"/>
                </a:ext>
              </a:extLst>
            </p:cNvPr>
            <p:cNvSpPr>
              <a:spLocks noChangeArrowheads="1"/>
            </p:cNvSpPr>
            <p:nvPr/>
          </p:nvSpPr>
          <p:spPr bwMode="auto">
            <a:xfrm>
              <a:off x="4400" y="2324"/>
              <a:ext cx="851" cy="241"/>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6" name="Rectangle 9">
              <a:extLst>
                <a:ext uri="{FF2B5EF4-FFF2-40B4-BE49-F238E27FC236}">
                  <a16:creationId xmlns:a16="http://schemas.microsoft.com/office/drawing/2014/main" id="{3EB9F675-88D0-772F-DF4C-801F94642AC6}"/>
                </a:ext>
              </a:extLst>
            </p:cNvPr>
            <p:cNvSpPr>
              <a:spLocks noChangeArrowheads="1"/>
            </p:cNvSpPr>
            <p:nvPr/>
          </p:nvSpPr>
          <p:spPr bwMode="auto">
            <a:xfrm>
              <a:off x="3516" y="3308"/>
              <a:ext cx="850" cy="243"/>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7" name="Rectangle 10">
              <a:extLst>
                <a:ext uri="{FF2B5EF4-FFF2-40B4-BE49-F238E27FC236}">
                  <a16:creationId xmlns:a16="http://schemas.microsoft.com/office/drawing/2014/main" id="{D9E3B820-0AF2-1431-0B10-BBF610CE74B3}"/>
                </a:ext>
              </a:extLst>
            </p:cNvPr>
            <p:cNvSpPr>
              <a:spLocks noChangeArrowheads="1"/>
            </p:cNvSpPr>
            <p:nvPr/>
          </p:nvSpPr>
          <p:spPr bwMode="auto">
            <a:xfrm>
              <a:off x="2026" y="3308"/>
              <a:ext cx="851" cy="243"/>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8" name="Oval 11">
              <a:extLst>
                <a:ext uri="{FF2B5EF4-FFF2-40B4-BE49-F238E27FC236}">
                  <a16:creationId xmlns:a16="http://schemas.microsoft.com/office/drawing/2014/main" id="{281265F6-67A2-8D3C-FFC4-CBB8D61CD678}"/>
                </a:ext>
              </a:extLst>
            </p:cNvPr>
            <p:cNvSpPr>
              <a:spLocks noChangeArrowheads="1"/>
            </p:cNvSpPr>
            <p:nvPr/>
          </p:nvSpPr>
          <p:spPr bwMode="auto">
            <a:xfrm>
              <a:off x="2575" y="2250"/>
              <a:ext cx="1165" cy="492"/>
            </a:xfrm>
            <a:prstGeom prst="ellipse">
              <a:avLst/>
            </a:prstGeom>
            <a:solidFill>
              <a:schemeClr val="bg1"/>
            </a:solidFill>
            <a:ln w="12699">
              <a:solidFill>
                <a:schemeClr val="tx1"/>
              </a:solidFill>
              <a:round/>
              <a:headEnd/>
              <a:tailEnd/>
            </a:ln>
            <a:effectLst>
              <a:outerShdw dist="35921" dir="2700000" algn="ctr" rotWithShape="0">
                <a:schemeClr val="bg2"/>
              </a:outerShdw>
            </a:effectLst>
          </p:spPr>
          <p:txBody>
            <a:bodyPr lIns="74602" tIns="39683" rIns="74602" bIns="39683"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19" name="Rectangle 12">
              <a:extLst>
                <a:ext uri="{FF2B5EF4-FFF2-40B4-BE49-F238E27FC236}">
                  <a16:creationId xmlns:a16="http://schemas.microsoft.com/office/drawing/2014/main" id="{F7D78E63-F2CC-07E6-FAA1-33B42B4CE41B}"/>
                </a:ext>
              </a:extLst>
            </p:cNvPr>
            <p:cNvSpPr>
              <a:spLocks noChangeArrowheads="1"/>
            </p:cNvSpPr>
            <p:nvPr/>
          </p:nvSpPr>
          <p:spPr bwMode="auto">
            <a:xfrm>
              <a:off x="4011" y="1623"/>
              <a:ext cx="848" cy="239"/>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20" name="Rectangle 13">
              <a:extLst>
                <a:ext uri="{FF2B5EF4-FFF2-40B4-BE49-F238E27FC236}">
                  <a16:creationId xmlns:a16="http://schemas.microsoft.com/office/drawing/2014/main" id="{AB117083-9CD7-9FF3-D512-09683BFA8816}"/>
                </a:ext>
              </a:extLst>
            </p:cNvPr>
            <p:cNvSpPr>
              <a:spLocks noChangeArrowheads="1"/>
            </p:cNvSpPr>
            <p:nvPr/>
          </p:nvSpPr>
          <p:spPr bwMode="auto">
            <a:xfrm>
              <a:off x="1342" y="2900"/>
              <a:ext cx="852" cy="241"/>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21" name="AutoShape 14">
              <a:extLst>
                <a:ext uri="{FF2B5EF4-FFF2-40B4-BE49-F238E27FC236}">
                  <a16:creationId xmlns:a16="http://schemas.microsoft.com/office/drawing/2014/main" id="{DBD1E2F6-6797-23FF-7CB3-CBE69C25ABAC}"/>
                </a:ext>
              </a:extLst>
            </p:cNvPr>
            <p:cNvSpPr>
              <a:spLocks noChangeArrowheads="1"/>
            </p:cNvSpPr>
            <p:nvPr/>
          </p:nvSpPr>
          <p:spPr bwMode="auto">
            <a:xfrm flipH="1">
              <a:off x="3816" y="2354"/>
              <a:ext cx="258" cy="283"/>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22" name="Rectangle 15">
              <a:extLst>
                <a:ext uri="{FF2B5EF4-FFF2-40B4-BE49-F238E27FC236}">
                  <a16:creationId xmlns:a16="http://schemas.microsoft.com/office/drawing/2014/main" id="{E3940C7A-AADC-C5B3-7735-742BD676F495}"/>
                </a:ext>
              </a:extLst>
            </p:cNvPr>
            <p:cNvSpPr>
              <a:spLocks noChangeArrowheads="1"/>
            </p:cNvSpPr>
            <p:nvPr/>
          </p:nvSpPr>
          <p:spPr bwMode="auto">
            <a:xfrm>
              <a:off x="4097" y="2896"/>
              <a:ext cx="849" cy="240"/>
            </a:xfrm>
            <a:prstGeom prst="rect">
              <a:avLst/>
            </a:prstGeom>
            <a:solidFill>
              <a:srgbClr val="DADADA"/>
            </a:solidFill>
            <a:ln w="12699">
              <a:solidFill>
                <a:schemeClr val="tx1"/>
              </a:solidFill>
              <a:miter lim="800000"/>
              <a:headEnd/>
              <a:tailEnd/>
            </a:ln>
            <a:effectLst>
              <a:outerShdw dist="35921" dir="2700000" algn="ctr" rotWithShape="0">
                <a:schemeClr val="tx1"/>
              </a:outerShdw>
            </a:effectLst>
          </p:spPr>
          <p:txBody>
            <a:bodyPr lIns="73015" tIns="36507" rIns="73015" bIns="36507" anchor="ctr"/>
            <a:lstStyle>
              <a:lvl1pPr marL="220663" indent="-220663" defTabSz="1023938">
                <a:defRPr>
                  <a:solidFill>
                    <a:schemeClr val="tx1"/>
                  </a:solidFill>
                  <a:latin typeface="Arial" panose="020B0604020202020204" pitchFamily="34" charset="0"/>
                  <a:cs typeface="Arial" panose="020B0604020202020204" pitchFamily="34" charset="0"/>
                </a:defRPr>
              </a:lvl1pPr>
              <a:lvl2pPr marL="508000" indent="-173038" defTabSz="1023938">
                <a:defRPr>
                  <a:solidFill>
                    <a:schemeClr val="tx1"/>
                  </a:solidFill>
                  <a:latin typeface="Arial" panose="020B0604020202020204" pitchFamily="34" charset="0"/>
                  <a:cs typeface="Arial" panose="020B0604020202020204" pitchFamily="34" charset="0"/>
                </a:defRPr>
              </a:lvl2pPr>
              <a:lvl3pPr marL="769938" indent="-147638" defTabSz="1023938">
                <a:defRPr>
                  <a:solidFill>
                    <a:schemeClr val="tx1"/>
                  </a:solidFill>
                  <a:latin typeface="Arial" panose="020B0604020202020204" pitchFamily="34" charset="0"/>
                  <a:cs typeface="Arial" panose="020B0604020202020204" pitchFamily="34" charset="0"/>
                </a:defRPr>
              </a:lvl3pPr>
              <a:lvl4pPr marL="1600200" indent="-228600" defTabSz="1023938">
                <a:defRPr>
                  <a:solidFill>
                    <a:schemeClr val="tx1"/>
                  </a:solidFill>
                  <a:latin typeface="Arial" panose="020B0604020202020204" pitchFamily="34" charset="0"/>
                  <a:cs typeface="Arial" panose="020B0604020202020204" pitchFamily="34" charset="0"/>
                </a:defRPr>
              </a:lvl4pPr>
              <a:lvl5pPr marL="2057400" indent="-228600" defTabSz="1023938">
                <a:defRPr>
                  <a:solidFill>
                    <a:schemeClr val="tx1"/>
                  </a:solidFill>
                  <a:latin typeface="Arial" panose="020B0604020202020204" pitchFamily="34" charset="0"/>
                  <a:cs typeface="Arial" panose="020B0604020202020204" pitchFamily="34" charset="0"/>
                </a:defRPr>
              </a:lvl5pPr>
              <a:lvl6pPr marL="25146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239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a:ea typeface="굴림" panose="020B0600000101010101" pitchFamily="34" charset="-127"/>
                </a:rPr>
                <a:t>Insert text</a:t>
              </a:r>
            </a:p>
          </p:txBody>
        </p:sp>
        <p:sp>
          <p:nvSpPr>
            <p:cNvPr id="136223" name="AutoShape 16">
              <a:extLst>
                <a:ext uri="{FF2B5EF4-FFF2-40B4-BE49-F238E27FC236}">
                  <a16:creationId xmlns:a16="http://schemas.microsoft.com/office/drawing/2014/main" id="{AEF0F68C-5A6B-5A3C-BDE8-FC41E1B12532}"/>
                </a:ext>
              </a:extLst>
            </p:cNvPr>
            <p:cNvSpPr>
              <a:spLocks noChangeArrowheads="1"/>
            </p:cNvSpPr>
            <p:nvPr/>
          </p:nvSpPr>
          <p:spPr bwMode="auto">
            <a:xfrm>
              <a:off x="2253" y="2354"/>
              <a:ext cx="260" cy="283"/>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24" name="AutoShape 17">
              <a:extLst>
                <a:ext uri="{FF2B5EF4-FFF2-40B4-BE49-F238E27FC236}">
                  <a16:creationId xmlns:a16="http://schemas.microsoft.com/office/drawing/2014/main" id="{55FAF175-CE24-F951-F81C-EAB1EFFBE1B4}"/>
                </a:ext>
              </a:extLst>
            </p:cNvPr>
            <p:cNvSpPr>
              <a:spLocks noChangeArrowheads="1"/>
            </p:cNvSpPr>
            <p:nvPr/>
          </p:nvSpPr>
          <p:spPr bwMode="auto">
            <a:xfrm rot="16200000" flipH="1">
              <a:off x="3008" y="1949"/>
              <a:ext cx="260" cy="278"/>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25" name="AutoShape 18">
              <a:extLst>
                <a:ext uri="{FF2B5EF4-FFF2-40B4-BE49-F238E27FC236}">
                  <a16:creationId xmlns:a16="http://schemas.microsoft.com/office/drawing/2014/main" id="{E58E122D-6FBA-C1BE-F846-A7012C001449}"/>
                </a:ext>
              </a:extLst>
            </p:cNvPr>
            <p:cNvSpPr>
              <a:spLocks noChangeArrowheads="1"/>
            </p:cNvSpPr>
            <p:nvPr/>
          </p:nvSpPr>
          <p:spPr bwMode="auto">
            <a:xfrm rot="-5400000">
              <a:off x="3009" y="2830"/>
              <a:ext cx="258" cy="278"/>
            </a:xfrm>
            <a:prstGeom prst="rightArrow">
              <a:avLst>
                <a:gd name="adj1" fmla="val 50000"/>
                <a:gd name="adj2" fmla="val 50005"/>
              </a:avLst>
            </a:prstGeom>
            <a:solidFill>
              <a:schemeClr val="bg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36196" name="Group 19">
            <a:extLst>
              <a:ext uri="{FF2B5EF4-FFF2-40B4-BE49-F238E27FC236}">
                <a16:creationId xmlns:a16="http://schemas.microsoft.com/office/drawing/2014/main" id="{268EEAC3-BA6A-D2DB-F379-C4E142C4D3FF}"/>
              </a:ext>
            </a:extLst>
          </p:cNvPr>
          <p:cNvGrpSpPr>
            <a:grpSpLocks/>
          </p:cNvGrpSpPr>
          <p:nvPr/>
        </p:nvGrpSpPr>
        <p:grpSpPr bwMode="auto">
          <a:xfrm>
            <a:off x="6632575" y="487363"/>
            <a:ext cx="2146300" cy="731837"/>
            <a:chOff x="4527" y="196"/>
            <a:chExt cx="1464" cy="461"/>
          </a:xfrm>
        </p:grpSpPr>
        <p:grpSp>
          <p:nvGrpSpPr>
            <p:cNvPr id="136197" name="Group 20">
              <a:extLst>
                <a:ext uri="{FF2B5EF4-FFF2-40B4-BE49-F238E27FC236}">
                  <a16:creationId xmlns:a16="http://schemas.microsoft.com/office/drawing/2014/main" id="{CE55119C-00B0-CB0F-6040-97CD20740308}"/>
                </a:ext>
              </a:extLst>
            </p:cNvPr>
            <p:cNvGrpSpPr>
              <a:grpSpLocks/>
            </p:cNvGrpSpPr>
            <p:nvPr/>
          </p:nvGrpSpPr>
          <p:grpSpPr bwMode="auto">
            <a:xfrm>
              <a:off x="5452" y="196"/>
              <a:ext cx="539" cy="461"/>
              <a:chOff x="5452" y="196"/>
              <a:chExt cx="539" cy="461"/>
            </a:xfrm>
          </p:grpSpPr>
          <p:sp>
            <p:nvSpPr>
              <p:cNvPr id="136199" name="Rectangle 21">
                <a:extLst>
                  <a:ext uri="{FF2B5EF4-FFF2-40B4-BE49-F238E27FC236}">
                    <a16:creationId xmlns:a16="http://schemas.microsoft.com/office/drawing/2014/main" id="{D26DC11B-FD70-D306-1E2D-B82EA2B23BF0}"/>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36200" name="Group 22">
                <a:extLst>
                  <a:ext uri="{FF2B5EF4-FFF2-40B4-BE49-F238E27FC236}">
                    <a16:creationId xmlns:a16="http://schemas.microsoft.com/office/drawing/2014/main" id="{7E052E9F-CE01-614A-A89A-AFB971972806}"/>
                  </a:ext>
                </a:extLst>
              </p:cNvPr>
              <p:cNvGrpSpPr>
                <a:grpSpLocks/>
              </p:cNvGrpSpPr>
              <p:nvPr/>
            </p:nvGrpSpPr>
            <p:grpSpPr bwMode="auto">
              <a:xfrm>
                <a:off x="5509" y="273"/>
                <a:ext cx="423" cy="301"/>
                <a:chOff x="5509" y="273"/>
                <a:chExt cx="423" cy="301"/>
              </a:xfrm>
            </p:grpSpPr>
            <p:sp>
              <p:nvSpPr>
                <p:cNvPr id="136201" name="Oval 23">
                  <a:extLst>
                    <a:ext uri="{FF2B5EF4-FFF2-40B4-BE49-F238E27FC236}">
                      <a16:creationId xmlns:a16="http://schemas.microsoft.com/office/drawing/2014/main" id="{DBFD1A14-658E-246B-D4EB-88A95E034565}"/>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2" name="Rectangle 24">
                  <a:extLst>
                    <a:ext uri="{FF2B5EF4-FFF2-40B4-BE49-F238E27FC236}">
                      <a16:creationId xmlns:a16="http://schemas.microsoft.com/office/drawing/2014/main" id="{DCD9B6AD-B08E-701F-C048-D09C777791B3}"/>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3" name="Rectangle 25">
                  <a:extLst>
                    <a:ext uri="{FF2B5EF4-FFF2-40B4-BE49-F238E27FC236}">
                      <a16:creationId xmlns:a16="http://schemas.microsoft.com/office/drawing/2014/main" id="{5D38F319-366C-6CCB-1164-28DD73C1448D}"/>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4" name="Rectangle 26">
                  <a:extLst>
                    <a:ext uri="{FF2B5EF4-FFF2-40B4-BE49-F238E27FC236}">
                      <a16:creationId xmlns:a16="http://schemas.microsoft.com/office/drawing/2014/main" id="{BD671E0C-2C91-7F99-2EFD-2E119AAFD795}"/>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5" name="Rectangle 27">
                  <a:extLst>
                    <a:ext uri="{FF2B5EF4-FFF2-40B4-BE49-F238E27FC236}">
                      <a16:creationId xmlns:a16="http://schemas.microsoft.com/office/drawing/2014/main" id="{7DAFE61A-8324-1BAD-7633-0F3AECFDC3C1}"/>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6" name="Oval 28">
                  <a:extLst>
                    <a:ext uri="{FF2B5EF4-FFF2-40B4-BE49-F238E27FC236}">
                      <a16:creationId xmlns:a16="http://schemas.microsoft.com/office/drawing/2014/main" id="{13105B64-4C35-EBA8-0CCD-9F184DF480E3}"/>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7" name="AutoShape 29">
                  <a:extLst>
                    <a:ext uri="{FF2B5EF4-FFF2-40B4-BE49-F238E27FC236}">
                      <a16:creationId xmlns:a16="http://schemas.microsoft.com/office/drawing/2014/main" id="{8B93FD14-5F03-E96B-0379-05F70E8A63B0}"/>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8" name="AutoShape 30">
                  <a:extLst>
                    <a:ext uri="{FF2B5EF4-FFF2-40B4-BE49-F238E27FC236}">
                      <a16:creationId xmlns:a16="http://schemas.microsoft.com/office/drawing/2014/main" id="{948D2989-522B-9FAF-0816-4F5A3888660C}"/>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09" name="AutoShape 31">
                  <a:extLst>
                    <a:ext uri="{FF2B5EF4-FFF2-40B4-BE49-F238E27FC236}">
                      <a16:creationId xmlns:a16="http://schemas.microsoft.com/office/drawing/2014/main" id="{882C1253-C9B1-2A4C-2A4D-D3E4D897E4C1}"/>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6210" name="AutoShape 32">
                  <a:extLst>
                    <a:ext uri="{FF2B5EF4-FFF2-40B4-BE49-F238E27FC236}">
                      <a16:creationId xmlns:a16="http://schemas.microsoft.com/office/drawing/2014/main" id="{5FB99DAE-9AB3-E02A-C0F5-DFA12A1925E8}"/>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36198" name="Rectangle 33">
              <a:extLst>
                <a:ext uri="{FF2B5EF4-FFF2-40B4-BE49-F238E27FC236}">
                  <a16:creationId xmlns:a16="http://schemas.microsoft.com/office/drawing/2014/main" id="{56FF1056-3AB1-9B27-3D3B-0BED7685541E}"/>
                </a:ext>
              </a:extLst>
            </p:cNvPr>
            <p:cNvSpPr>
              <a:spLocks noChangeArrowheads="1"/>
            </p:cNvSpPr>
            <p:nvPr/>
          </p:nvSpPr>
          <p:spPr bwMode="auto">
            <a:xfrm>
              <a:off x="4527" y="227"/>
              <a:ext cx="925"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FORCES</a:t>
              </a: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바닥글 개체 틀 1">
            <a:extLst>
              <a:ext uri="{FF2B5EF4-FFF2-40B4-BE49-F238E27FC236}">
                <a16:creationId xmlns:a16="http://schemas.microsoft.com/office/drawing/2014/main" id="{BF04CBE8-5EE4-EAE6-D98B-DAE4B77069BE}"/>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35B9B133-C427-5147-9E4A-240AED39A7D8}"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38242" name="슬라이드 번호 개체 틀 2">
            <a:extLst>
              <a:ext uri="{FF2B5EF4-FFF2-40B4-BE49-F238E27FC236}">
                <a16:creationId xmlns:a16="http://schemas.microsoft.com/office/drawing/2014/main" id="{3931B72F-A573-E376-94DC-3284E269B2BD}"/>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CE5C78B4-BA15-034C-B20D-4A56B6D5F50A}" type="slidenum">
              <a:rPr lang="ko-KR" altLang="en-US">
                <a:solidFill>
                  <a:schemeClr val="bg1"/>
                </a:solidFill>
                <a:ea typeface="굴림" panose="020B0600000101010101" pitchFamily="34" charset="-127"/>
              </a:rPr>
              <a:pPr/>
              <a:t>24</a:t>
            </a:fld>
            <a:endParaRPr lang="en-US" altLang="ko-KR">
              <a:solidFill>
                <a:schemeClr val="bg1"/>
              </a:solidFill>
              <a:ea typeface="굴림" panose="020B0600000101010101" pitchFamily="34" charset="-127"/>
            </a:endParaRPr>
          </a:p>
        </p:txBody>
      </p:sp>
      <p:grpSp>
        <p:nvGrpSpPr>
          <p:cNvPr id="138243" name="Group 3">
            <a:extLst>
              <a:ext uri="{FF2B5EF4-FFF2-40B4-BE49-F238E27FC236}">
                <a16:creationId xmlns:a16="http://schemas.microsoft.com/office/drawing/2014/main" id="{5A28D171-DB1A-9518-A409-C41CF8F31DCC}"/>
              </a:ext>
            </a:extLst>
          </p:cNvPr>
          <p:cNvGrpSpPr>
            <a:grpSpLocks/>
          </p:cNvGrpSpPr>
          <p:nvPr/>
        </p:nvGrpSpPr>
        <p:grpSpPr bwMode="auto">
          <a:xfrm>
            <a:off x="1073150" y="2155825"/>
            <a:ext cx="3481388" cy="3201988"/>
            <a:chOff x="732" y="1358"/>
            <a:chExt cx="2376" cy="2275"/>
          </a:xfrm>
        </p:grpSpPr>
        <p:sp>
          <p:nvSpPr>
            <p:cNvPr id="138265" name="AutoShape 4">
              <a:extLst>
                <a:ext uri="{FF2B5EF4-FFF2-40B4-BE49-F238E27FC236}">
                  <a16:creationId xmlns:a16="http://schemas.microsoft.com/office/drawing/2014/main" id="{EFB67FC2-8D41-2F5C-3FF0-227AC74530A2}"/>
                </a:ext>
              </a:extLst>
            </p:cNvPr>
            <p:cNvSpPr>
              <a:spLocks noChangeArrowheads="1"/>
            </p:cNvSpPr>
            <p:nvPr/>
          </p:nvSpPr>
          <p:spPr bwMode="auto">
            <a:xfrm rot="16200000" flipH="1">
              <a:off x="1758" y="1372"/>
              <a:ext cx="258" cy="230"/>
            </a:xfrm>
            <a:prstGeom prst="rightArrow">
              <a:avLst>
                <a:gd name="adj1" fmla="val 75000"/>
                <a:gd name="adj2" fmla="val 43628"/>
              </a:avLst>
            </a:pr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a:solidFill>
                    <a:schemeClr val="tx1"/>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6" name="AutoShape 5">
              <a:extLst>
                <a:ext uri="{FF2B5EF4-FFF2-40B4-BE49-F238E27FC236}">
                  <a16:creationId xmlns:a16="http://schemas.microsoft.com/office/drawing/2014/main" id="{6DA47E23-ED55-0583-D6EF-FA973FE4696A}"/>
                </a:ext>
              </a:extLst>
            </p:cNvPr>
            <p:cNvSpPr>
              <a:spLocks noChangeArrowheads="1"/>
            </p:cNvSpPr>
            <p:nvPr/>
          </p:nvSpPr>
          <p:spPr bwMode="auto">
            <a:xfrm rot="-5400000">
              <a:off x="1758" y="3388"/>
              <a:ext cx="258" cy="232"/>
            </a:xfrm>
            <a:prstGeom prst="rightArrow">
              <a:avLst>
                <a:gd name="adj1" fmla="val 75000"/>
                <a:gd name="adj2" fmla="val 43252"/>
              </a:avLst>
            </a:pr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a:solidFill>
                    <a:schemeClr val="tx1"/>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7" name="AutoShape 6">
              <a:extLst>
                <a:ext uri="{FF2B5EF4-FFF2-40B4-BE49-F238E27FC236}">
                  <a16:creationId xmlns:a16="http://schemas.microsoft.com/office/drawing/2014/main" id="{89016469-E58D-0C0C-53F4-D2C82B245C52}"/>
                </a:ext>
              </a:extLst>
            </p:cNvPr>
            <p:cNvSpPr>
              <a:spLocks noChangeArrowheads="1"/>
            </p:cNvSpPr>
            <p:nvPr/>
          </p:nvSpPr>
          <p:spPr bwMode="auto">
            <a:xfrm>
              <a:off x="732" y="2370"/>
              <a:ext cx="258" cy="229"/>
            </a:xfrm>
            <a:prstGeom prst="rightArrow">
              <a:avLst>
                <a:gd name="adj1" fmla="val 75000"/>
                <a:gd name="adj2" fmla="val 43819"/>
              </a:avLst>
            </a:pr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a:solidFill>
                    <a:schemeClr val="tx1"/>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8" name="AutoShape 7">
              <a:extLst>
                <a:ext uri="{FF2B5EF4-FFF2-40B4-BE49-F238E27FC236}">
                  <a16:creationId xmlns:a16="http://schemas.microsoft.com/office/drawing/2014/main" id="{F2F183CE-2FB4-DE88-FB03-D6BEF1D7C2DB}"/>
                </a:ext>
              </a:extLst>
            </p:cNvPr>
            <p:cNvSpPr>
              <a:spLocks noChangeArrowheads="1"/>
            </p:cNvSpPr>
            <p:nvPr/>
          </p:nvSpPr>
          <p:spPr bwMode="auto">
            <a:xfrm flipH="1">
              <a:off x="2849" y="2370"/>
              <a:ext cx="259" cy="229"/>
            </a:xfrm>
            <a:prstGeom prst="rightArrow">
              <a:avLst>
                <a:gd name="adj1" fmla="val 75000"/>
                <a:gd name="adj2" fmla="val 43989"/>
              </a:avLst>
            </a:pr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a:solidFill>
                    <a:schemeClr val="tx1"/>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9" name="Freeform 8">
              <a:extLst>
                <a:ext uri="{FF2B5EF4-FFF2-40B4-BE49-F238E27FC236}">
                  <a16:creationId xmlns:a16="http://schemas.microsoft.com/office/drawing/2014/main" id="{F03DA51F-81B4-7681-F489-60E0F131FED3}"/>
                </a:ext>
              </a:extLst>
            </p:cNvPr>
            <p:cNvSpPr>
              <a:spLocks/>
            </p:cNvSpPr>
            <p:nvPr/>
          </p:nvSpPr>
          <p:spPr bwMode="auto">
            <a:xfrm>
              <a:off x="2598" y="1633"/>
              <a:ext cx="259" cy="251"/>
            </a:xfrm>
            <a:custGeom>
              <a:avLst/>
              <a:gdLst>
                <a:gd name="T0" fmla="*/ 23 w 259"/>
                <a:gd name="T1" fmla="*/ 111 h 251"/>
                <a:gd name="T2" fmla="*/ 0 w 259"/>
                <a:gd name="T3" fmla="*/ 88 h 251"/>
                <a:gd name="T4" fmla="*/ 0 w 259"/>
                <a:gd name="T5" fmla="*/ 250 h 251"/>
                <a:gd name="T6" fmla="*/ 166 w 259"/>
                <a:gd name="T7" fmla="*/ 250 h 251"/>
                <a:gd name="T8" fmla="*/ 150 w 259"/>
                <a:gd name="T9" fmla="*/ 235 h 251"/>
                <a:gd name="T10" fmla="*/ 258 w 259"/>
                <a:gd name="T11" fmla="*/ 123 h 251"/>
                <a:gd name="T12" fmla="*/ 135 w 259"/>
                <a:gd name="T13" fmla="*/ 0 h 251"/>
                <a:gd name="T14" fmla="*/ 23 w 259"/>
                <a:gd name="T15" fmla="*/ 111 h 25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9" h="251">
                  <a:moveTo>
                    <a:pt x="23" y="111"/>
                  </a:moveTo>
                  <a:lnTo>
                    <a:pt x="0" y="88"/>
                  </a:lnTo>
                  <a:lnTo>
                    <a:pt x="0" y="250"/>
                  </a:lnTo>
                  <a:lnTo>
                    <a:pt x="166" y="250"/>
                  </a:lnTo>
                  <a:lnTo>
                    <a:pt x="150" y="235"/>
                  </a:lnTo>
                  <a:lnTo>
                    <a:pt x="258" y="123"/>
                  </a:lnTo>
                  <a:lnTo>
                    <a:pt x="135" y="0"/>
                  </a:lnTo>
                  <a:lnTo>
                    <a:pt x="23" y="111"/>
                  </a:lnTo>
                </a:path>
              </a:pathLst>
            </a:cu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Lst>
          </p:spPr>
          <p:txBody>
            <a:bodyPr/>
            <a:lstStyle/>
            <a:p>
              <a:endParaRPr lang="ko-KR" altLang="en-US"/>
            </a:p>
          </p:txBody>
        </p:sp>
        <p:sp>
          <p:nvSpPr>
            <p:cNvPr id="138270" name="Freeform 9">
              <a:extLst>
                <a:ext uri="{FF2B5EF4-FFF2-40B4-BE49-F238E27FC236}">
                  <a16:creationId xmlns:a16="http://schemas.microsoft.com/office/drawing/2014/main" id="{6C2318EA-6D1F-4F4E-DACF-DF56A69A9209}"/>
                </a:ext>
              </a:extLst>
            </p:cNvPr>
            <p:cNvSpPr>
              <a:spLocks/>
            </p:cNvSpPr>
            <p:nvPr/>
          </p:nvSpPr>
          <p:spPr bwMode="auto">
            <a:xfrm>
              <a:off x="864" y="1647"/>
              <a:ext cx="259" cy="252"/>
            </a:xfrm>
            <a:custGeom>
              <a:avLst/>
              <a:gdLst>
                <a:gd name="T0" fmla="*/ 235 w 259"/>
                <a:gd name="T1" fmla="*/ 112 h 252"/>
                <a:gd name="T2" fmla="*/ 258 w 259"/>
                <a:gd name="T3" fmla="*/ 88 h 252"/>
                <a:gd name="T4" fmla="*/ 258 w 259"/>
                <a:gd name="T5" fmla="*/ 251 h 252"/>
                <a:gd name="T6" fmla="*/ 92 w 259"/>
                <a:gd name="T7" fmla="*/ 251 h 252"/>
                <a:gd name="T8" fmla="*/ 108 w 259"/>
                <a:gd name="T9" fmla="*/ 236 h 252"/>
                <a:gd name="T10" fmla="*/ 0 w 259"/>
                <a:gd name="T11" fmla="*/ 123 h 252"/>
                <a:gd name="T12" fmla="*/ 123 w 259"/>
                <a:gd name="T13" fmla="*/ 0 h 252"/>
                <a:gd name="T14" fmla="*/ 235 w 259"/>
                <a:gd name="T15" fmla="*/ 112 h 2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9" h="252">
                  <a:moveTo>
                    <a:pt x="235" y="112"/>
                  </a:moveTo>
                  <a:lnTo>
                    <a:pt x="258" y="88"/>
                  </a:lnTo>
                  <a:lnTo>
                    <a:pt x="258" y="251"/>
                  </a:lnTo>
                  <a:lnTo>
                    <a:pt x="92" y="251"/>
                  </a:lnTo>
                  <a:lnTo>
                    <a:pt x="108" y="236"/>
                  </a:lnTo>
                  <a:lnTo>
                    <a:pt x="0" y="123"/>
                  </a:lnTo>
                  <a:lnTo>
                    <a:pt x="123" y="0"/>
                  </a:lnTo>
                  <a:lnTo>
                    <a:pt x="235" y="112"/>
                  </a:lnTo>
                </a:path>
              </a:pathLst>
            </a:cu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Lst>
          </p:spPr>
          <p:txBody>
            <a:bodyPr/>
            <a:lstStyle/>
            <a:p>
              <a:endParaRPr lang="ko-KR" altLang="en-US"/>
            </a:p>
          </p:txBody>
        </p:sp>
        <p:sp>
          <p:nvSpPr>
            <p:cNvPr id="138271" name="Freeform 10">
              <a:extLst>
                <a:ext uri="{FF2B5EF4-FFF2-40B4-BE49-F238E27FC236}">
                  <a16:creationId xmlns:a16="http://schemas.microsoft.com/office/drawing/2014/main" id="{771B1879-9EAD-7B5C-264D-C505F0D2B316}"/>
                </a:ext>
              </a:extLst>
            </p:cNvPr>
            <p:cNvSpPr>
              <a:spLocks/>
            </p:cNvSpPr>
            <p:nvPr/>
          </p:nvSpPr>
          <p:spPr bwMode="auto">
            <a:xfrm>
              <a:off x="2598" y="3075"/>
              <a:ext cx="259" cy="251"/>
            </a:xfrm>
            <a:custGeom>
              <a:avLst/>
              <a:gdLst>
                <a:gd name="T0" fmla="*/ 23 w 259"/>
                <a:gd name="T1" fmla="*/ 138 h 251"/>
                <a:gd name="T2" fmla="*/ 0 w 259"/>
                <a:gd name="T3" fmla="*/ 162 h 251"/>
                <a:gd name="T4" fmla="*/ 0 w 259"/>
                <a:gd name="T5" fmla="*/ 0 h 251"/>
                <a:gd name="T6" fmla="*/ 166 w 259"/>
                <a:gd name="T7" fmla="*/ 0 h 251"/>
                <a:gd name="T8" fmla="*/ 150 w 259"/>
                <a:gd name="T9" fmla="*/ 15 h 251"/>
                <a:gd name="T10" fmla="*/ 258 w 259"/>
                <a:gd name="T11" fmla="*/ 127 h 251"/>
                <a:gd name="T12" fmla="*/ 135 w 259"/>
                <a:gd name="T13" fmla="*/ 250 h 251"/>
                <a:gd name="T14" fmla="*/ 23 w 259"/>
                <a:gd name="T15" fmla="*/ 138 h 25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9" h="251">
                  <a:moveTo>
                    <a:pt x="23" y="138"/>
                  </a:moveTo>
                  <a:lnTo>
                    <a:pt x="0" y="162"/>
                  </a:lnTo>
                  <a:lnTo>
                    <a:pt x="0" y="0"/>
                  </a:lnTo>
                  <a:lnTo>
                    <a:pt x="166" y="0"/>
                  </a:lnTo>
                  <a:lnTo>
                    <a:pt x="150" y="15"/>
                  </a:lnTo>
                  <a:lnTo>
                    <a:pt x="258" y="127"/>
                  </a:lnTo>
                  <a:lnTo>
                    <a:pt x="135" y="250"/>
                  </a:lnTo>
                  <a:lnTo>
                    <a:pt x="23" y="138"/>
                  </a:lnTo>
                </a:path>
              </a:pathLst>
            </a:cu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Lst>
          </p:spPr>
          <p:txBody>
            <a:bodyPr/>
            <a:lstStyle/>
            <a:p>
              <a:endParaRPr lang="ko-KR" altLang="en-US"/>
            </a:p>
          </p:txBody>
        </p:sp>
        <p:sp>
          <p:nvSpPr>
            <p:cNvPr id="138272" name="Freeform 11">
              <a:extLst>
                <a:ext uri="{FF2B5EF4-FFF2-40B4-BE49-F238E27FC236}">
                  <a16:creationId xmlns:a16="http://schemas.microsoft.com/office/drawing/2014/main" id="{1C38FF6F-313E-0156-1A3D-ED7373DF4A0A}"/>
                </a:ext>
              </a:extLst>
            </p:cNvPr>
            <p:cNvSpPr>
              <a:spLocks/>
            </p:cNvSpPr>
            <p:nvPr/>
          </p:nvSpPr>
          <p:spPr bwMode="auto">
            <a:xfrm>
              <a:off x="895" y="3075"/>
              <a:ext cx="258" cy="251"/>
            </a:xfrm>
            <a:custGeom>
              <a:avLst/>
              <a:gdLst>
                <a:gd name="T0" fmla="*/ 234 w 258"/>
                <a:gd name="T1" fmla="*/ 138 h 251"/>
                <a:gd name="T2" fmla="*/ 257 w 258"/>
                <a:gd name="T3" fmla="*/ 162 h 251"/>
                <a:gd name="T4" fmla="*/ 257 w 258"/>
                <a:gd name="T5" fmla="*/ 0 h 251"/>
                <a:gd name="T6" fmla="*/ 92 w 258"/>
                <a:gd name="T7" fmla="*/ 0 h 251"/>
                <a:gd name="T8" fmla="*/ 107 w 258"/>
                <a:gd name="T9" fmla="*/ 15 h 251"/>
                <a:gd name="T10" fmla="*/ 0 w 258"/>
                <a:gd name="T11" fmla="*/ 127 h 251"/>
                <a:gd name="T12" fmla="*/ 123 w 258"/>
                <a:gd name="T13" fmla="*/ 250 h 251"/>
                <a:gd name="T14" fmla="*/ 234 w 258"/>
                <a:gd name="T15" fmla="*/ 138 h 25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8" h="251">
                  <a:moveTo>
                    <a:pt x="234" y="138"/>
                  </a:moveTo>
                  <a:lnTo>
                    <a:pt x="257" y="162"/>
                  </a:lnTo>
                  <a:lnTo>
                    <a:pt x="257" y="0"/>
                  </a:lnTo>
                  <a:lnTo>
                    <a:pt x="92" y="0"/>
                  </a:lnTo>
                  <a:lnTo>
                    <a:pt x="107" y="15"/>
                  </a:lnTo>
                  <a:lnTo>
                    <a:pt x="0" y="127"/>
                  </a:lnTo>
                  <a:lnTo>
                    <a:pt x="123" y="250"/>
                  </a:lnTo>
                  <a:lnTo>
                    <a:pt x="234" y="138"/>
                  </a:lnTo>
                </a:path>
              </a:pathLst>
            </a:custGeom>
            <a:solidFill>
              <a:schemeClr val="bg2"/>
            </a:solidFill>
            <a:ln>
              <a:noFill/>
            </a:ln>
            <a:effectLst>
              <a:outerShdw dist="35921" dir="2700000" algn="ctr" rotWithShape="0">
                <a:srgbClr val="000000"/>
              </a:outerShdw>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Lst>
          </p:spPr>
          <p:txBody>
            <a:bodyPr/>
            <a:lstStyle/>
            <a:p>
              <a:endParaRPr lang="ko-KR" altLang="en-US"/>
            </a:p>
          </p:txBody>
        </p:sp>
        <p:sp>
          <p:nvSpPr>
            <p:cNvPr id="138273" name="Oval 12">
              <a:extLst>
                <a:ext uri="{FF2B5EF4-FFF2-40B4-BE49-F238E27FC236}">
                  <a16:creationId xmlns:a16="http://schemas.microsoft.com/office/drawing/2014/main" id="{C0ED41CB-2600-9B40-2BD9-7F449D450DBF}"/>
                </a:ext>
              </a:extLst>
            </p:cNvPr>
            <p:cNvSpPr>
              <a:spLocks noChangeArrowheads="1"/>
            </p:cNvSpPr>
            <p:nvPr/>
          </p:nvSpPr>
          <p:spPr bwMode="auto">
            <a:xfrm>
              <a:off x="1077" y="1687"/>
              <a:ext cx="1612" cy="1635"/>
            </a:xfrm>
            <a:prstGeom prst="ellipse">
              <a:avLst/>
            </a:prstGeom>
            <a:gradFill rotWithShape="0">
              <a:gsLst>
                <a:gs pos="0">
                  <a:srgbClr val="CECECE"/>
                </a:gs>
                <a:gs pos="100000">
                  <a:srgbClr val="D8D8D8"/>
                </a:gs>
              </a:gsLst>
              <a:path path="shape">
                <a:fillToRect l="50000" t="50000" r="50000" b="50000"/>
              </a:path>
            </a:gradFill>
            <a:ln w="12699">
              <a:solidFill>
                <a:srgbClr val="081D58"/>
              </a:solidFill>
              <a:round/>
              <a:headEnd/>
              <a:tailEnd/>
            </a:ln>
            <a:effectLst>
              <a:outerShdw dist="53882" dir="2700000" algn="ctr" rotWithShape="0">
                <a:srgbClr val="000000"/>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38274" name="Group 13">
              <a:extLst>
                <a:ext uri="{FF2B5EF4-FFF2-40B4-BE49-F238E27FC236}">
                  <a16:creationId xmlns:a16="http://schemas.microsoft.com/office/drawing/2014/main" id="{A84FD7B0-2F74-3306-5FD7-4456D934906B}"/>
                </a:ext>
              </a:extLst>
            </p:cNvPr>
            <p:cNvGrpSpPr>
              <a:grpSpLocks/>
            </p:cNvGrpSpPr>
            <p:nvPr/>
          </p:nvGrpSpPr>
          <p:grpSpPr bwMode="auto">
            <a:xfrm>
              <a:off x="1349" y="1682"/>
              <a:ext cx="1320" cy="1600"/>
              <a:chOff x="1349" y="1682"/>
              <a:chExt cx="1320" cy="1600"/>
            </a:xfrm>
          </p:grpSpPr>
          <p:grpSp>
            <p:nvGrpSpPr>
              <p:cNvPr id="138275" name="Group 14">
                <a:extLst>
                  <a:ext uri="{FF2B5EF4-FFF2-40B4-BE49-F238E27FC236}">
                    <a16:creationId xmlns:a16="http://schemas.microsoft.com/office/drawing/2014/main" id="{C86FC698-811E-504B-1CD4-6A7E0BA1AE41}"/>
                  </a:ext>
                </a:extLst>
              </p:cNvPr>
              <p:cNvGrpSpPr>
                <a:grpSpLocks/>
              </p:cNvGrpSpPr>
              <p:nvPr/>
            </p:nvGrpSpPr>
            <p:grpSpPr bwMode="auto">
              <a:xfrm>
                <a:off x="1349" y="1824"/>
                <a:ext cx="625" cy="1458"/>
                <a:chOff x="1349" y="1824"/>
                <a:chExt cx="625" cy="1458"/>
              </a:xfrm>
            </p:grpSpPr>
            <p:grpSp>
              <p:nvGrpSpPr>
                <p:cNvPr id="138290" name="Group 15">
                  <a:extLst>
                    <a:ext uri="{FF2B5EF4-FFF2-40B4-BE49-F238E27FC236}">
                      <a16:creationId xmlns:a16="http://schemas.microsoft.com/office/drawing/2014/main" id="{D0CADD8A-1498-33FC-D25F-E34627DC846A}"/>
                    </a:ext>
                  </a:extLst>
                </p:cNvPr>
                <p:cNvGrpSpPr>
                  <a:grpSpLocks/>
                </p:cNvGrpSpPr>
                <p:nvPr/>
              </p:nvGrpSpPr>
              <p:grpSpPr bwMode="auto">
                <a:xfrm>
                  <a:off x="1529" y="2660"/>
                  <a:ext cx="442" cy="622"/>
                  <a:chOff x="1529" y="2660"/>
                  <a:chExt cx="442" cy="622"/>
                </a:xfrm>
              </p:grpSpPr>
              <p:sp>
                <p:nvSpPr>
                  <p:cNvPr id="138312" name="Freeform 16">
                    <a:extLst>
                      <a:ext uri="{FF2B5EF4-FFF2-40B4-BE49-F238E27FC236}">
                        <a16:creationId xmlns:a16="http://schemas.microsoft.com/office/drawing/2014/main" id="{E0C2FC13-2EEA-B3EE-6BC7-3E26B8673391}"/>
                      </a:ext>
                    </a:extLst>
                  </p:cNvPr>
                  <p:cNvSpPr>
                    <a:spLocks/>
                  </p:cNvSpPr>
                  <p:nvPr/>
                </p:nvSpPr>
                <p:spPr bwMode="auto">
                  <a:xfrm>
                    <a:off x="1529" y="2660"/>
                    <a:ext cx="442" cy="602"/>
                  </a:xfrm>
                  <a:custGeom>
                    <a:avLst/>
                    <a:gdLst>
                      <a:gd name="T0" fmla="*/ 100 w 442"/>
                      <a:gd name="T1" fmla="*/ 0 h 602"/>
                      <a:gd name="T2" fmla="*/ 106 w 442"/>
                      <a:gd name="T3" fmla="*/ 13 h 602"/>
                      <a:gd name="T4" fmla="*/ 117 w 442"/>
                      <a:gd name="T5" fmla="*/ 1 h 602"/>
                      <a:gd name="T6" fmla="*/ 133 w 442"/>
                      <a:gd name="T7" fmla="*/ 12 h 602"/>
                      <a:gd name="T8" fmla="*/ 172 w 442"/>
                      <a:gd name="T9" fmla="*/ 19 h 602"/>
                      <a:gd name="T10" fmla="*/ 190 w 442"/>
                      <a:gd name="T11" fmla="*/ 24 h 602"/>
                      <a:gd name="T12" fmla="*/ 207 w 442"/>
                      <a:gd name="T13" fmla="*/ 40 h 602"/>
                      <a:gd name="T14" fmla="*/ 236 w 442"/>
                      <a:gd name="T15" fmla="*/ 67 h 602"/>
                      <a:gd name="T16" fmla="*/ 264 w 442"/>
                      <a:gd name="T17" fmla="*/ 71 h 602"/>
                      <a:gd name="T18" fmla="*/ 293 w 442"/>
                      <a:gd name="T19" fmla="*/ 98 h 602"/>
                      <a:gd name="T20" fmla="*/ 286 w 442"/>
                      <a:gd name="T21" fmla="*/ 129 h 602"/>
                      <a:gd name="T22" fmla="*/ 308 w 442"/>
                      <a:gd name="T23" fmla="*/ 132 h 602"/>
                      <a:gd name="T24" fmla="*/ 339 w 442"/>
                      <a:gd name="T25" fmla="*/ 132 h 602"/>
                      <a:gd name="T26" fmla="*/ 377 w 442"/>
                      <a:gd name="T27" fmla="*/ 144 h 602"/>
                      <a:gd name="T28" fmla="*/ 423 w 442"/>
                      <a:gd name="T29" fmla="*/ 160 h 602"/>
                      <a:gd name="T30" fmla="*/ 440 w 442"/>
                      <a:gd name="T31" fmla="*/ 189 h 602"/>
                      <a:gd name="T32" fmla="*/ 413 w 442"/>
                      <a:gd name="T33" fmla="*/ 223 h 602"/>
                      <a:gd name="T34" fmla="*/ 406 w 442"/>
                      <a:gd name="T35" fmla="*/ 259 h 602"/>
                      <a:gd name="T36" fmla="*/ 397 w 442"/>
                      <a:gd name="T37" fmla="*/ 303 h 602"/>
                      <a:gd name="T38" fmla="*/ 371 w 442"/>
                      <a:gd name="T39" fmla="*/ 326 h 602"/>
                      <a:gd name="T40" fmla="*/ 324 w 442"/>
                      <a:gd name="T41" fmla="*/ 342 h 602"/>
                      <a:gd name="T42" fmla="*/ 320 w 442"/>
                      <a:gd name="T43" fmla="*/ 365 h 602"/>
                      <a:gd name="T44" fmla="*/ 287 w 442"/>
                      <a:gd name="T45" fmla="*/ 417 h 602"/>
                      <a:gd name="T46" fmla="*/ 237 w 442"/>
                      <a:gd name="T47" fmla="*/ 419 h 602"/>
                      <a:gd name="T48" fmla="*/ 243 w 442"/>
                      <a:gd name="T49" fmla="*/ 461 h 602"/>
                      <a:gd name="T50" fmla="*/ 196 w 442"/>
                      <a:gd name="T51" fmla="*/ 494 h 602"/>
                      <a:gd name="T52" fmla="*/ 184 w 442"/>
                      <a:gd name="T53" fmla="*/ 516 h 602"/>
                      <a:gd name="T54" fmla="*/ 173 w 442"/>
                      <a:gd name="T55" fmla="*/ 567 h 602"/>
                      <a:gd name="T56" fmla="*/ 155 w 442"/>
                      <a:gd name="T57" fmla="*/ 595 h 602"/>
                      <a:gd name="T58" fmla="*/ 117 w 442"/>
                      <a:gd name="T59" fmla="*/ 550 h 602"/>
                      <a:gd name="T60" fmla="*/ 102 w 442"/>
                      <a:gd name="T61" fmla="*/ 448 h 602"/>
                      <a:gd name="T62" fmla="*/ 104 w 442"/>
                      <a:gd name="T63" fmla="*/ 381 h 602"/>
                      <a:gd name="T64" fmla="*/ 101 w 442"/>
                      <a:gd name="T65" fmla="*/ 277 h 602"/>
                      <a:gd name="T66" fmla="*/ 79 w 442"/>
                      <a:gd name="T67" fmla="*/ 252 h 602"/>
                      <a:gd name="T68" fmla="*/ 57 w 442"/>
                      <a:gd name="T69" fmla="*/ 251 h 602"/>
                      <a:gd name="T70" fmla="*/ 46 w 442"/>
                      <a:gd name="T71" fmla="*/ 228 h 602"/>
                      <a:gd name="T72" fmla="*/ 34 w 442"/>
                      <a:gd name="T73" fmla="*/ 201 h 602"/>
                      <a:gd name="T74" fmla="*/ 23 w 442"/>
                      <a:gd name="T75" fmla="*/ 179 h 602"/>
                      <a:gd name="T76" fmla="*/ 12 w 442"/>
                      <a:gd name="T77" fmla="*/ 155 h 602"/>
                      <a:gd name="T78" fmla="*/ 12 w 442"/>
                      <a:gd name="T79" fmla="*/ 129 h 602"/>
                      <a:gd name="T80" fmla="*/ 8 w 442"/>
                      <a:gd name="T81" fmla="*/ 106 h 602"/>
                      <a:gd name="T82" fmla="*/ 32 w 442"/>
                      <a:gd name="T83" fmla="*/ 83 h 602"/>
                      <a:gd name="T84" fmla="*/ 45 w 442"/>
                      <a:gd name="T85" fmla="*/ 51 h 6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42" h="602">
                        <a:moveTo>
                          <a:pt x="52" y="16"/>
                        </a:moveTo>
                        <a:lnTo>
                          <a:pt x="78" y="0"/>
                        </a:lnTo>
                        <a:lnTo>
                          <a:pt x="100" y="0"/>
                        </a:lnTo>
                        <a:lnTo>
                          <a:pt x="106" y="1"/>
                        </a:lnTo>
                        <a:lnTo>
                          <a:pt x="106" y="7"/>
                        </a:lnTo>
                        <a:lnTo>
                          <a:pt x="106" y="13"/>
                        </a:lnTo>
                        <a:lnTo>
                          <a:pt x="111" y="16"/>
                        </a:lnTo>
                        <a:lnTo>
                          <a:pt x="115" y="10"/>
                        </a:lnTo>
                        <a:lnTo>
                          <a:pt x="117" y="1"/>
                        </a:lnTo>
                        <a:lnTo>
                          <a:pt x="123" y="1"/>
                        </a:lnTo>
                        <a:lnTo>
                          <a:pt x="126" y="7"/>
                        </a:lnTo>
                        <a:lnTo>
                          <a:pt x="133" y="12"/>
                        </a:lnTo>
                        <a:lnTo>
                          <a:pt x="141" y="16"/>
                        </a:lnTo>
                        <a:lnTo>
                          <a:pt x="161" y="16"/>
                        </a:lnTo>
                        <a:lnTo>
                          <a:pt x="172" y="19"/>
                        </a:lnTo>
                        <a:lnTo>
                          <a:pt x="176" y="20"/>
                        </a:lnTo>
                        <a:lnTo>
                          <a:pt x="181" y="20"/>
                        </a:lnTo>
                        <a:lnTo>
                          <a:pt x="190" y="24"/>
                        </a:lnTo>
                        <a:lnTo>
                          <a:pt x="193" y="30"/>
                        </a:lnTo>
                        <a:lnTo>
                          <a:pt x="193" y="36"/>
                        </a:lnTo>
                        <a:lnTo>
                          <a:pt x="207" y="40"/>
                        </a:lnTo>
                        <a:lnTo>
                          <a:pt x="216" y="51"/>
                        </a:lnTo>
                        <a:lnTo>
                          <a:pt x="228" y="61"/>
                        </a:lnTo>
                        <a:lnTo>
                          <a:pt x="236" y="67"/>
                        </a:lnTo>
                        <a:lnTo>
                          <a:pt x="242" y="67"/>
                        </a:lnTo>
                        <a:lnTo>
                          <a:pt x="254" y="67"/>
                        </a:lnTo>
                        <a:lnTo>
                          <a:pt x="264" y="71"/>
                        </a:lnTo>
                        <a:lnTo>
                          <a:pt x="272" y="82"/>
                        </a:lnTo>
                        <a:lnTo>
                          <a:pt x="286" y="89"/>
                        </a:lnTo>
                        <a:lnTo>
                          <a:pt x="293" y="98"/>
                        </a:lnTo>
                        <a:lnTo>
                          <a:pt x="297" y="111"/>
                        </a:lnTo>
                        <a:lnTo>
                          <a:pt x="291" y="116"/>
                        </a:lnTo>
                        <a:lnTo>
                          <a:pt x="286" y="129"/>
                        </a:lnTo>
                        <a:lnTo>
                          <a:pt x="293" y="136"/>
                        </a:lnTo>
                        <a:lnTo>
                          <a:pt x="298" y="139"/>
                        </a:lnTo>
                        <a:lnTo>
                          <a:pt x="308" y="132"/>
                        </a:lnTo>
                        <a:lnTo>
                          <a:pt x="320" y="129"/>
                        </a:lnTo>
                        <a:lnTo>
                          <a:pt x="331" y="132"/>
                        </a:lnTo>
                        <a:lnTo>
                          <a:pt x="339" y="132"/>
                        </a:lnTo>
                        <a:lnTo>
                          <a:pt x="352" y="137"/>
                        </a:lnTo>
                        <a:lnTo>
                          <a:pt x="364" y="144"/>
                        </a:lnTo>
                        <a:lnTo>
                          <a:pt x="377" y="144"/>
                        </a:lnTo>
                        <a:lnTo>
                          <a:pt x="392" y="145"/>
                        </a:lnTo>
                        <a:lnTo>
                          <a:pt x="407" y="156"/>
                        </a:lnTo>
                        <a:lnTo>
                          <a:pt x="423" y="160"/>
                        </a:lnTo>
                        <a:lnTo>
                          <a:pt x="434" y="165"/>
                        </a:lnTo>
                        <a:lnTo>
                          <a:pt x="441" y="176"/>
                        </a:lnTo>
                        <a:lnTo>
                          <a:pt x="440" y="189"/>
                        </a:lnTo>
                        <a:lnTo>
                          <a:pt x="431" y="201"/>
                        </a:lnTo>
                        <a:lnTo>
                          <a:pt x="423" y="211"/>
                        </a:lnTo>
                        <a:lnTo>
                          <a:pt x="413" y="223"/>
                        </a:lnTo>
                        <a:lnTo>
                          <a:pt x="409" y="236"/>
                        </a:lnTo>
                        <a:lnTo>
                          <a:pt x="398" y="245"/>
                        </a:lnTo>
                        <a:lnTo>
                          <a:pt x="406" y="259"/>
                        </a:lnTo>
                        <a:lnTo>
                          <a:pt x="405" y="276"/>
                        </a:lnTo>
                        <a:lnTo>
                          <a:pt x="397" y="290"/>
                        </a:lnTo>
                        <a:lnTo>
                          <a:pt x="397" y="303"/>
                        </a:lnTo>
                        <a:lnTo>
                          <a:pt x="390" y="316"/>
                        </a:lnTo>
                        <a:lnTo>
                          <a:pt x="382" y="322"/>
                        </a:lnTo>
                        <a:lnTo>
                          <a:pt x="371" y="326"/>
                        </a:lnTo>
                        <a:lnTo>
                          <a:pt x="359" y="326"/>
                        </a:lnTo>
                        <a:lnTo>
                          <a:pt x="339" y="330"/>
                        </a:lnTo>
                        <a:lnTo>
                          <a:pt x="324" y="342"/>
                        </a:lnTo>
                        <a:lnTo>
                          <a:pt x="316" y="352"/>
                        </a:lnTo>
                        <a:lnTo>
                          <a:pt x="312" y="358"/>
                        </a:lnTo>
                        <a:lnTo>
                          <a:pt x="320" y="365"/>
                        </a:lnTo>
                        <a:lnTo>
                          <a:pt x="320" y="375"/>
                        </a:lnTo>
                        <a:lnTo>
                          <a:pt x="299" y="392"/>
                        </a:lnTo>
                        <a:lnTo>
                          <a:pt x="287" y="417"/>
                        </a:lnTo>
                        <a:lnTo>
                          <a:pt x="269" y="430"/>
                        </a:lnTo>
                        <a:lnTo>
                          <a:pt x="255" y="431"/>
                        </a:lnTo>
                        <a:lnTo>
                          <a:pt x="237" y="419"/>
                        </a:lnTo>
                        <a:lnTo>
                          <a:pt x="236" y="436"/>
                        </a:lnTo>
                        <a:lnTo>
                          <a:pt x="244" y="445"/>
                        </a:lnTo>
                        <a:lnTo>
                          <a:pt x="243" y="461"/>
                        </a:lnTo>
                        <a:lnTo>
                          <a:pt x="218" y="475"/>
                        </a:lnTo>
                        <a:lnTo>
                          <a:pt x="207" y="472"/>
                        </a:lnTo>
                        <a:lnTo>
                          <a:pt x="196" y="494"/>
                        </a:lnTo>
                        <a:lnTo>
                          <a:pt x="184" y="496"/>
                        </a:lnTo>
                        <a:lnTo>
                          <a:pt x="179" y="506"/>
                        </a:lnTo>
                        <a:lnTo>
                          <a:pt x="184" y="516"/>
                        </a:lnTo>
                        <a:lnTo>
                          <a:pt x="174" y="530"/>
                        </a:lnTo>
                        <a:lnTo>
                          <a:pt x="182" y="551"/>
                        </a:lnTo>
                        <a:lnTo>
                          <a:pt x="173" y="567"/>
                        </a:lnTo>
                        <a:lnTo>
                          <a:pt x="165" y="583"/>
                        </a:lnTo>
                        <a:lnTo>
                          <a:pt x="174" y="595"/>
                        </a:lnTo>
                        <a:lnTo>
                          <a:pt x="155" y="595"/>
                        </a:lnTo>
                        <a:lnTo>
                          <a:pt x="140" y="601"/>
                        </a:lnTo>
                        <a:lnTo>
                          <a:pt x="122" y="572"/>
                        </a:lnTo>
                        <a:lnTo>
                          <a:pt x="117" y="550"/>
                        </a:lnTo>
                        <a:lnTo>
                          <a:pt x="117" y="500"/>
                        </a:lnTo>
                        <a:lnTo>
                          <a:pt x="100" y="480"/>
                        </a:lnTo>
                        <a:lnTo>
                          <a:pt x="102" y="448"/>
                        </a:lnTo>
                        <a:lnTo>
                          <a:pt x="110" y="427"/>
                        </a:lnTo>
                        <a:lnTo>
                          <a:pt x="105" y="405"/>
                        </a:lnTo>
                        <a:lnTo>
                          <a:pt x="104" y="381"/>
                        </a:lnTo>
                        <a:lnTo>
                          <a:pt x="106" y="322"/>
                        </a:lnTo>
                        <a:lnTo>
                          <a:pt x="112" y="295"/>
                        </a:lnTo>
                        <a:lnTo>
                          <a:pt x="101" y="277"/>
                        </a:lnTo>
                        <a:lnTo>
                          <a:pt x="89" y="267"/>
                        </a:lnTo>
                        <a:lnTo>
                          <a:pt x="80" y="261"/>
                        </a:lnTo>
                        <a:lnTo>
                          <a:pt x="79" y="252"/>
                        </a:lnTo>
                        <a:lnTo>
                          <a:pt x="71" y="253"/>
                        </a:lnTo>
                        <a:lnTo>
                          <a:pt x="60" y="255"/>
                        </a:lnTo>
                        <a:lnTo>
                          <a:pt x="57" y="251"/>
                        </a:lnTo>
                        <a:lnTo>
                          <a:pt x="49" y="244"/>
                        </a:lnTo>
                        <a:lnTo>
                          <a:pt x="45" y="232"/>
                        </a:lnTo>
                        <a:lnTo>
                          <a:pt x="46" y="228"/>
                        </a:lnTo>
                        <a:lnTo>
                          <a:pt x="42" y="214"/>
                        </a:lnTo>
                        <a:lnTo>
                          <a:pt x="35" y="203"/>
                        </a:lnTo>
                        <a:lnTo>
                          <a:pt x="34" y="201"/>
                        </a:lnTo>
                        <a:lnTo>
                          <a:pt x="34" y="196"/>
                        </a:lnTo>
                        <a:lnTo>
                          <a:pt x="31" y="191"/>
                        </a:lnTo>
                        <a:lnTo>
                          <a:pt x="23" y="179"/>
                        </a:lnTo>
                        <a:lnTo>
                          <a:pt x="22" y="173"/>
                        </a:lnTo>
                        <a:lnTo>
                          <a:pt x="12" y="167"/>
                        </a:lnTo>
                        <a:lnTo>
                          <a:pt x="12" y="155"/>
                        </a:lnTo>
                        <a:lnTo>
                          <a:pt x="6" y="146"/>
                        </a:lnTo>
                        <a:lnTo>
                          <a:pt x="0" y="137"/>
                        </a:lnTo>
                        <a:lnTo>
                          <a:pt x="12" y="129"/>
                        </a:lnTo>
                        <a:lnTo>
                          <a:pt x="21" y="123"/>
                        </a:lnTo>
                        <a:lnTo>
                          <a:pt x="12" y="118"/>
                        </a:lnTo>
                        <a:lnTo>
                          <a:pt x="8" y="106"/>
                        </a:lnTo>
                        <a:lnTo>
                          <a:pt x="11" y="97"/>
                        </a:lnTo>
                        <a:lnTo>
                          <a:pt x="21" y="88"/>
                        </a:lnTo>
                        <a:lnTo>
                          <a:pt x="32" y="83"/>
                        </a:lnTo>
                        <a:lnTo>
                          <a:pt x="41" y="68"/>
                        </a:lnTo>
                        <a:lnTo>
                          <a:pt x="46" y="60"/>
                        </a:lnTo>
                        <a:lnTo>
                          <a:pt x="45" y="51"/>
                        </a:lnTo>
                        <a:lnTo>
                          <a:pt x="45" y="40"/>
                        </a:lnTo>
                        <a:lnTo>
                          <a:pt x="52" y="16"/>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13" name="Freeform 17">
                    <a:extLst>
                      <a:ext uri="{FF2B5EF4-FFF2-40B4-BE49-F238E27FC236}">
                        <a16:creationId xmlns:a16="http://schemas.microsoft.com/office/drawing/2014/main" id="{072637FC-3FEC-A68B-A61E-787B3FE3FBE5}"/>
                      </a:ext>
                    </a:extLst>
                  </p:cNvPr>
                  <p:cNvSpPr>
                    <a:spLocks/>
                  </p:cNvSpPr>
                  <p:nvPr/>
                </p:nvSpPr>
                <p:spPr bwMode="auto">
                  <a:xfrm>
                    <a:off x="1685" y="3263"/>
                    <a:ext cx="50" cy="19"/>
                  </a:xfrm>
                  <a:custGeom>
                    <a:avLst/>
                    <a:gdLst>
                      <a:gd name="T0" fmla="*/ 16 w 50"/>
                      <a:gd name="T1" fmla="*/ 0 h 19"/>
                      <a:gd name="T2" fmla="*/ 0 w 50"/>
                      <a:gd name="T3" fmla="*/ 10 h 19"/>
                      <a:gd name="T4" fmla="*/ 10 w 50"/>
                      <a:gd name="T5" fmla="*/ 18 h 19"/>
                      <a:gd name="T6" fmla="*/ 31 w 50"/>
                      <a:gd name="T7" fmla="*/ 17 h 19"/>
                      <a:gd name="T8" fmla="*/ 49 w 50"/>
                      <a:gd name="T9" fmla="*/ 18 h 19"/>
                      <a:gd name="T10" fmla="*/ 32 w 50"/>
                      <a:gd name="T11" fmla="*/ 8 h 19"/>
                      <a:gd name="T12" fmla="*/ 16 w 5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 h="19">
                        <a:moveTo>
                          <a:pt x="16" y="0"/>
                        </a:moveTo>
                        <a:lnTo>
                          <a:pt x="0" y="10"/>
                        </a:lnTo>
                        <a:lnTo>
                          <a:pt x="10" y="18"/>
                        </a:lnTo>
                        <a:lnTo>
                          <a:pt x="31" y="17"/>
                        </a:lnTo>
                        <a:lnTo>
                          <a:pt x="49" y="18"/>
                        </a:lnTo>
                        <a:lnTo>
                          <a:pt x="32" y="8"/>
                        </a:lnTo>
                        <a:lnTo>
                          <a:pt x="16"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38291" name="Group 18">
                  <a:extLst>
                    <a:ext uri="{FF2B5EF4-FFF2-40B4-BE49-F238E27FC236}">
                      <a16:creationId xmlns:a16="http://schemas.microsoft.com/office/drawing/2014/main" id="{A99AC4A4-EAB7-8620-46C2-42AFC08749ED}"/>
                    </a:ext>
                  </a:extLst>
                </p:cNvPr>
                <p:cNvGrpSpPr>
                  <a:grpSpLocks/>
                </p:cNvGrpSpPr>
                <p:nvPr/>
              </p:nvGrpSpPr>
              <p:grpSpPr bwMode="auto">
                <a:xfrm>
                  <a:off x="1349" y="1883"/>
                  <a:ext cx="625" cy="816"/>
                  <a:chOff x="1349" y="1883"/>
                  <a:chExt cx="625" cy="816"/>
                </a:xfrm>
              </p:grpSpPr>
              <p:sp>
                <p:nvSpPr>
                  <p:cNvPr id="138299" name="Freeform 19">
                    <a:extLst>
                      <a:ext uri="{FF2B5EF4-FFF2-40B4-BE49-F238E27FC236}">
                        <a16:creationId xmlns:a16="http://schemas.microsoft.com/office/drawing/2014/main" id="{1366F3D3-B08C-6E54-815D-48A5D7D327E6}"/>
                      </a:ext>
                    </a:extLst>
                  </p:cNvPr>
                  <p:cNvSpPr>
                    <a:spLocks/>
                  </p:cNvSpPr>
                  <p:nvPr/>
                </p:nvSpPr>
                <p:spPr bwMode="auto">
                  <a:xfrm>
                    <a:off x="1690" y="2157"/>
                    <a:ext cx="19" cy="24"/>
                  </a:xfrm>
                  <a:custGeom>
                    <a:avLst/>
                    <a:gdLst>
                      <a:gd name="T0" fmla="*/ 0 w 19"/>
                      <a:gd name="T1" fmla="*/ 16 h 24"/>
                      <a:gd name="T2" fmla="*/ 18 w 19"/>
                      <a:gd name="T3" fmla="*/ 23 h 24"/>
                      <a:gd name="T4" fmla="*/ 17 w 19"/>
                      <a:gd name="T5" fmla="*/ 15 h 24"/>
                      <a:gd name="T6" fmla="*/ 18 w 19"/>
                      <a:gd name="T7" fmla="*/ 4 h 24"/>
                      <a:gd name="T8" fmla="*/ 9 w 19"/>
                      <a:gd name="T9" fmla="*/ 0 h 24"/>
                      <a:gd name="T10" fmla="*/ 6 w 19"/>
                      <a:gd name="T11" fmla="*/ 8 h 24"/>
                      <a:gd name="T12" fmla="*/ 0 w 19"/>
                      <a:gd name="T13" fmla="*/ 16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24">
                        <a:moveTo>
                          <a:pt x="0" y="16"/>
                        </a:moveTo>
                        <a:lnTo>
                          <a:pt x="18" y="23"/>
                        </a:lnTo>
                        <a:lnTo>
                          <a:pt x="17" y="15"/>
                        </a:lnTo>
                        <a:lnTo>
                          <a:pt x="18" y="4"/>
                        </a:lnTo>
                        <a:lnTo>
                          <a:pt x="9" y="0"/>
                        </a:lnTo>
                        <a:lnTo>
                          <a:pt x="6" y="8"/>
                        </a:lnTo>
                        <a:lnTo>
                          <a:pt x="0" y="16"/>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138300" name="Group 20">
                    <a:extLst>
                      <a:ext uri="{FF2B5EF4-FFF2-40B4-BE49-F238E27FC236}">
                        <a16:creationId xmlns:a16="http://schemas.microsoft.com/office/drawing/2014/main" id="{A8A13FEC-D1DE-3B8C-67A3-7E853B95CFBD}"/>
                      </a:ext>
                    </a:extLst>
                  </p:cNvPr>
                  <p:cNvGrpSpPr>
                    <a:grpSpLocks/>
                  </p:cNvGrpSpPr>
                  <p:nvPr/>
                </p:nvGrpSpPr>
                <p:grpSpPr bwMode="auto">
                  <a:xfrm>
                    <a:off x="1349" y="1883"/>
                    <a:ext cx="625" cy="816"/>
                    <a:chOff x="1349" y="1883"/>
                    <a:chExt cx="625" cy="816"/>
                  </a:xfrm>
                </p:grpSpPr>
                <p:sp>
                  <p:nvSpPr>
                    <p:cNvPr id="138301" name="Freeform 21">
                      <a:extLst>
                        <a:ext uri="{FF2B5EF4-FFF2-40B4-BE49-F238E27FC236}">
                          <a16:creationId xmlns:a16="http://schemas.microsoft.com/office/drawing/2014/main" id="{F3A155BD-4734-CC2F-18E9-8C5BF277A969}"/>
                        </a:ext>
                      </a:extLst>
                    </p:cNvPr>
                    <p:cNvSpPr>
                      <a:spLocks/>
                    </p:cNvSpPr>
                    <p:nvPr/>
                  </p:nvSpPr>
                  <p:spPr bwMode="auto">
                    <a:xfrm>
                      <a:off x="1349" y="1883"/>
                      <a:ext cx="447" cy="816"/>
                    </a:xfrm>
                    <a:custGeom>
                      <a:avLst/>
                      <a:gdLst>
                        <a:gd name="T0" fmla="*/ 195 w 447"/>
                        <a:gd name="T1" fmla="*/ 781 h 816"/>
                        <a:gd name="T2" fmla="*/ 184 w 447"/>
                        <a:gd name="T3" fmla="*/ 742 h 816"/>
                        <a:gd name="T4" fmla="*/ 182 w 447"/>
                        <a:gd name="T5" fmla="*/ 707 h 816"/>
                        <a:gd name="T6" fmla="*/ 153 w 447"/>
                        <a:gd name="T7" fmla="*/ 683 h 816"/>
                        <a:gd name="T8" fmla="*/ 146 w 447"/>
                        <a:gd name="T9" fmla="*/ 646 h 816"/>
                        <a:gd name="T10" fmla="*/ 114 w 447"/>
                        <a:gd name="T11" fmla="*/ 659 h 816"/>
                        <a:gd name="T12" fmla="*/ 96 w 447"/>
                        <a:gd name="T13" fmla="*/ 610 h 816"/>
                        <a:gd name="T14" fmla="*/ 112 w 447"/>
                        <a:gd name="T15" fmla="*/ 579 h 816"/>
                        <a:gd name="T16" fmla="*/ 143 w 447"/>
                        <a:gd name="T17" fmla="*/ 555 h 816"/>
                        <a:gd name="T18" fmla="*/ 171 w 447"/>
                        <a:gd name="T19" fmla="*/ 575 h 816"/>
                        <a:gd name="T20" fmla="*/ 202 w 447"/>
                        <a:gd name="T21" fmla="*/ 575 h 816"/>
                        <a:gd name="T22" fmla="*/ 222 w 447"/>
                        <a:gd name="T23" fmla="*/ 617 h 816"/>
                        <a:gd name="T24" fmla="*/ 237 w 447"/>
                        <a:gd name="T25" fmla="*/ 637 h 816"/>
                        <a:gd name="T26" fmla="*/ 239 w 447"/>
                        <a:gd name="T27" fmla="*/ 602 h 816"/>
                        <a:gd name="T28" fmla="*/ 245 w 447"/>
                        <a:gd name="T29" fmla="*/ 568 h 816"/>
                        <a:gd name="T30" fmla="*/ 272 w 447"/>
                        <a:gd name="T31" fmla="*/ 563 h 816"/>
                        <a:gd name="T32" fmla="*/ 302 w 447"/>
                        <a:gd name="T33" fmla="*/ 540 h 816"/>
                        <a:gd name="T34" fmla="*/ 317 w 447"/>
                        <a:gd name="T35" fmla="*/ 509 h 816"/>
                        <a:gd name="T36" fmla="*/ 340 w 447"/>
                        <a:gd name="T37" fmla="*/ 492 h 816"/>
                        <a:gd name="T38" fmla="*/ 388 w 447"/>
                        <a:gd name="T39" fmla="*/ 474 h 816"/>
                        <a:gd name="T40" fmla="*/ 389 w 447"/>
                        <a:gd name="T41" fmla="*/ 464 h 816"/>
                        <a:gd name="T42" fmla="*/ 378 w 447"/>
                        <a:gd name="T43" fmla="*/ 434 h 816"/>
                        <a:gd name="T44" fmla="*/ 444 w 447"/>
                        <a:gd name="T45" fmla="*/ 409 h 816"/>
                        <a:gd name="T46" fmla="*/ 425 w 447"/>
                        <a:gd name="T47" fmla="*/ 376 h 816"/>
                        <a:gd name="T48" fmla="*/ 407 w 447"/>
                        <a:gd name="T49" fmla="*/ 359 h 816"/>
                        <a:gd name="T50" fmla="*/ 368 w 447"/>
                        <a:gd name="T51" fmla="*/ 311 h 816"/>
                        <a:gd name="T52" fmla="*/ 340 w 447"/>
                        <a:gd name="T53" fmla="*/ 371 h 816"/>
                        <a:gd name="T54" fmla="*/ 322 w 447"/>
                        <a:gd name="T55" fmla="*/ 391 h 816"/>
                        <a:gd name="T56" fmla="*/ 313 w 447"/>
                        <a:gd name="T57" fmla="*/ 372 h 816"/>
                        <a:gd name="T58" fmla="*/ 280 w 447"/>
                        <a:gd name="T59" fmla="*/ 321 h 816"/>
                        <a:gd name="T60" fmla="*/ 321 w 447"/>
                        <a:gd name="T61" fmla="*/ 280 h 816"/>
                        <a:gd name="T62" fmla="*/ 361 w 447"/>
                        <a:gd name="T63" fmla="*/ 269 h 816"/>
                        <a:gd name="T64" fmla="*/ 374 w 447"/>
                        <a:gd name="T65" fmla="*/ 251 h 816"/>
                        <a:gd name="T66" fmla="*/ 347 w 447"/>
                        <a:gd name="T67" fmla="*/ 246 h 816"/>
                        <a:gd name="T68" fmla="*/ 347 w 447"/>
                        <a:gd name="T69" fmla="*/ 221 h 816"/>
                        <a:gd name="T70" fmla="*/ 296 w 447"/>
                        <a:gd name="T71" fmla="*/ 141 h 816"/>
                        <a:gd name="T72" fmla="*/ 287 w 447"/>
                        <a:gd name="T73" fmla="*/ 71 h 816"/>
                        <a:gd name="T74" fmla="*/ 259 w 447"/>
                        <a:gd name="T75" fmla="*/ 20 h 816"/>
                        <a:gd name="T76" fmla="*/ 231 w 447"/>
                        <a:gd name="T77" fmla="*/ 22 h 816"/>
                        <a:gd name="T78" fmla="*/ 200 w 447"/>
                        <a:gd name="T79" fmla="*/ 11 h 816"/>
                        <a:gd name="T80" fmla="*/ 143 w 447"/>
                        <a:gd name="T81" fmla="*/ 42 h 816"/>
                        <a:gd name="T82" fmla="*/ 140 w 447"/>
                        <a:gd name="T83" fmla="*/ 56 h 816"/>
                        <a:gd name="T84" fmla="*/ 171 w 447"/>
                        <a:gd name="T85" fmla="*/ 85 h 816"/>
                        <a:gd name="T86" fmla="*/ 174 w 447"/>
                        <a:gd name="T87" fmla="*/ 130 h 816"/>
                        <a:gd name="T88" fmla="*/ 129 w 447"/>
                        <a:gd name="T89" fmla="*/ 206 h 816"/>
                        <a:gd name="T90" fmla="*/ 92 w 447"/>
                        <a:gd name="T91" fmla="*/ 268 h 816"/>
                        <a:gd name="T92" fmla="*/ 61 w 447"/>
                        <a:gd name="T93" fmla="*/ 300 h 816"/>
                        <a:gd name="T94" fmla="*/ 24 w 447"/>
                        <a:gd name="T95" fmla="*/ 357 h 816"/>
                        <a:gd name="T96" fmla="*/ 8 w 447"/>
                        <a:gd name="T97" fmla="*/ 389 h 816"/>
                        <a:gd name="T98" fmla="*/ 9 w 447"/>
                        <a:gd name="T99" fmla="*/ 438 h 816"/>
                        <a:gd name="T100" fmla="*/ 4 w 447"/>
                        <a:gd name="T101" fmla="*/ 509 h 816"/>
                        <a:gd name="T102" fmla="*/ 13 w 447"/>
                        <a:gd name="T103" fmla="*/ 500 h 816"/>
                        <a:gd name="T104" fmla="*/ 24 w 447"/>
                        <a:gd name="T105" fmla="*/ 470 h 816"/>
                        <a:gd name="T106" fmla="*/ 20 w 447"/>
                        <a:gd name="T107" fmla="*/ 516 h 816"/>
                        <a:gd name="T108" fmla="*/ 31 w 447"/>
                        <a:gd name="T109" fmla="*/ 568 h 816"/>
                        <a:gd name="T110" fmla="*/ 31 w 447"/>
                        <a:gd name="T111" fmla="*/ 612 h 816"/>
                        <a:gd name="T112" fmla="*/ 68 w 447"/>
                        <a:gd name="T113" fmla="*/ 667 h 816"/>
                        <a:gd name="T114" fmla="*/ 99 w 447"/>
                        <a:gd name="T115" fmla="*/ 687 h 816"/>
                        <a:gd name="T116" fmla="*/ 136 w 447"/>
                        <a:gd name="T117" fmla="*/ 725 h 816"/>
                        <a:gd name="T118" fmla="*/ 159 w 447"/>
                        <a:gd name="T119" fmla="*/ 761 h 816"/>
                        <a:gd name="T120" fmla="*/ 201 w 447"/>
                        <a:gd name="T121" fmla="*/ 803 h 816"/>
                        <a:gd name="T122" fmla="*/ 225 w 447"/>
                        <a:gd name="T123" fmla="*/ 815 h 81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47" h="816">
                          <a:moveTo>
                            <a:pt x="230" y="797"/>
                          </a:moveTo>
                          <a:lnTo>
                            <a:pt x="211" y="779"/>
                          </a:lnTo>
                          <a:lnTo>
                            <a:pt x="195" y="781"/>
                          </a:lnTo>
                          <a:lnTo>
                            <a:pt x="179" y="766"/>
                          </a:lnTo>
                          <a:lnTo>
                            <a:pt x="176" y="749"/>
                          </a:lnTo>
                          <a:lnTo>
                            <a:pt x="184" y="742"/>
                          </a:lnTo>
                          <a:lnTo>
                            <a:pt x="184" y="736"/>
                          </a:lnTo>
                          <a:lnTo>
                            <a:pt x="191" y="727"/>
                          </a:lnTo>
                          <a:lnTo>
                            <a:pt x="182" y="707"/>
                          </a:lnTo>
                          <a:lnTo>
                            <a:pt x="170" y="706"/>
                          </a:lnTo>
                          <a:lnTo>
                            <a:pt x="153" y="692"/>
                          </a:lnTo>
                          <a:lnTo>
                            <a:pt x="153" y="683"/>
                          </a:lnTo>
                          <a:lnTo>
                            <a:pt x="169" y="659"/>
                          </a:lnTo>
                          <a:lnTo>
                            <a:pt x="164" y="654"/>
                          </a:lnTo>
                          <a:lnTo>
                            <a:pt x="146" y="646"/>
                          </a:lnTo>
                          <a:lnTo>
                            <a:pt x="136" y="654"/>
                          </a:lnTo>
                          <a:lnTo>
                            <a:pt x="130" y="661"/>
                          </a:lnTo>
                          <a:lnTo>
                            <a:pt x="114" y="659"/>
                          </a:lnTo>
                          <a:lnTo>
                            <a:pt x="102" y="654"/>
                          </a:lnTo>
                          <a:lnTo>
                            <a:pt x="88" y="629"/>
                          </a:lnTo>
                          <a:lnTo>
                            <a:pt x="96" y="610"/>
                          </a:lnTo>
                          <a:lnTo>
                            <a:pt x="99" y="595"/>
                          </a:lnTo>
                          <a:lnTo>
                            <a:pt x="104" y="587"/>
                          </a:lnTo>
                          <a:lnTo>
                            <a:pt x="112" y="579"/>
                          </a:lnTo>
                          <a:lnTo>
                            <a:pt x="118" y="570"/>
                          </a:lnTo>
                          <a:lnTo>
                            <a:pt x="130" y="561"/>
                          </a:lnTo>
                          <a:lnTo>
                            <a:pt x="143" y="555"/>
                          </a:lnTo>
                          <a:lnTo>
                            <a:pt x="153" y="563"/>
                          </a:lnTo>
                          <a:lnTo>
                            <a:pt x="164" y="565"/>
                          </a:lnTo>
                          <a:lnTo>
                            <a:pt x="171" y="575"/>
                          </a:lnTo>
                          <a:lnTo>
                            <a:pt x="180" y="574"/>
                          </a:lnTo>
                          <a:lnTo>
                            <a:pt x="193" y="570"/>
                          </a:lnTo>
                          <a:lnTo>
                            <a:pt x="202" y="575"/>
                          </a:lnTo>
                          <a:lnTo>
                            <a:pt x="222" y="595"/>
                          </a:lnTo>
                          <a:lnTo>
                            <a:pt x="215" y="610"/>
                          </a:lnTo>
                          <a:lnTo>
                            <a:pt x="222" y="617"/>
                          </a:lnTo>
                          <a:lnTo>
                            <a:pt x="222" y="623"/>
                          </a:lnTo>
                          <a:lnTo>
                            <a:pt x="228" y="630"/>
                          </a:lnTo>
                          <a:lnTo>
                            <a:pt x="237" y="637"/>
                          </a:lnTo>
                          <a:lnTo>
                            <a:pt x="240" y="634"/>
                          </a:lnTo>
                          <a:lnTo>
                            <a:pt x="240" y="620"/>
                          </a:lnTo>
                          <a:lnTo>
                            <a:pt x="239" y="602"/>
                          </a:lnTo>
                          <a:lnTo>
                            <a:pt x="239" y="585"/>
                          </a:lnTo>
                          <a:lnTo>
                            <a:pt x="237" y="579"/>
                          </a:lnTo>
                          <a:lnTo>
                            <a:pt x="245" y="568"/>
                          </a:lnTo>
                          <a:lnTo>
                            <a:pt x="258" y="565"/>
                          </a:lnTo>
                          <a:lnTo>
                            <a:pt x="263" y="560"/>
                          </a:lnTo>
                          <a:lnTo>
                            <a:pt x="272" y="563"/>
                          </a:lnTo>
                          <a:lnTo>
                            <a:pt x="281" y="555"/>
                          </a:lnTo>
                          <a:lnTo>
                            <a:pt x="293" y="544"/>
                          </a:lnTo>
                          <a:lnTo>
                            <a:pt x="302" y="540"/>
                          </a:lnTo>
                          <a:lnTo>
                            <a:pt x="298" y="531"/>
                          </a:lnTo>
                          <a:lnTo>
                            <a:pt x="309" y="518"/>
                          </a:lnTo>
                          <a:lnTo>
                            <a:pt x="317" y="509"/>
                          </a:lnTo>
                          <a:lnTo>
                            <a:pt x="325" y="504"/>
                          </a:lnTo>
                          <a:lnTo>
                            <a:pt x="344" y="506"/>
                          </a:lnTo>
                          <a:lnTo>
                            <a:pt x="340" y="492"/>
                          </a:lnTo>
                          <a:lnTo>
                            <a:pt x="358" y="483"/>
                          </a:lnTo>
                          <a:lnTo>
                            <a:pt x="374" y="476"/>
                          </a:lnTo>
                          <a:lnTo>
                            <a:pt x="388" y="474"/>
                          </a:lnTo>
                          <a:lnTo>
                            <a:pt x="383" y="488"/>
                          </a:lnTo>
                          <a:lnTo>
                            <a:pt x="397" y="473"/>
                          </a:lnTo>
                          <a:lnTo>
                            <a:pt x="389" y="464"/>
                          </a:lnTo>
                          <a:lnTo>
                            <a:pt x="388" y="444"/>
                          </a:lnTo>
                          <a:lnTo>
                            <a:pt x="374" y="444"/>
                          </a:lnTo>
                          <a:lnTo>
                            <a:pt x="378" y="434"/>
                          </a:lnTo>
                          <a:lnTo>
                            <a:pt x="422" y="435"/>
                          </a:lnTo>
                          <a:lnTo>
                            <a:pt x="446" y="419"/>
                          </a:lnTo>
                          <a:lnTo>
                            <a:pt x="444" y="409"/>
                          </a:lnTo>
                          <a:lnTo>
                            <a:pt x="433" y="398"/>
                          </a:lnTo>
                          <a:lnTo>
                            <a:pt x="433" y="380"/>
                          </a:lnTo>
                          <a:lnTo>
                            <a:pt x="425" y="376"/>
                          </a:lnTo>
                          <a:lnTo>
                            <a:pt x="421" y="364"/>
                          </a:lnTo>
                          <a:lnTo>
                            <a:pt x="415" y="357"/>
                          </a:lnTo>
                          <a:lnTo>
                            <a:pt x="407" y="359"/>
                          </a:lnTo>
                          <a:lnTo>
                            <a:pt x="389" y="346"/>
                          </a:lnTo>
                          <a:lnTo>
                            <a:pt x="385" y="330"/>
                          </a:lnTo>
                          <a:lnTo>
                            <a:pt x="368" y="311"/>
                          </a:lnTo>
                          <a:lnTo>
                            <a:pt x="345" y="334"/>
                          </a:lnTo>
                          <a:lnTo>
                            <a:pt x="345" y="362"/>
                          </a:lnTo>
                          <a:lnTo>
                            <a:pt x="340" y="371"/>
                          </a:lnTo>
                          <a:lnTo>
                            <a:pt x="330" y="372"/>
                          </a:lnTo>
                          <a:lnTo>
                            <a:pt x="324" y="376"/>
                          </a:lnTo>
                          <a:lnTo>
                            <a:pt x="322" y="391"/>
                          </a:lnTo>
                          <a:lnTo>
                            <a:pt x="314" y="406"/>
                          </a:lnTo>
                          <a:lnTo>
                            <a:pt x="305" y="391"/>
                          </a:lnTo>
                          <a:lnTo>
                            <a:pt x="313" y="372"/>
                          </a:lnTo>
                          <a:lnTo>
                            <a:pt x="310" y="357"/>
                          </a:lnTo>
                          <a:lnTo>
                            <a:pt x="299" y="351"/>
                          </a:lnTo>
                          <a:lnTo>
                            <a:pt x="280" y="321"/>
                          </a:lnTo>
                          <a:lnTo>
                            <a:pt x="282" y="310"/>
                          </a:lnTo>
                          <a:lnTo>
                            <a:pt x="305" y="280"/>
                          </a:lnTo>
                          <a:lnTo>
                            <a:pt x="321" y="280"/>
                          </a:lnTo>
                          <a:lnTo>
                            <a:pt x="336" y="279"/>
                          </a:lnTo>
                          <a:lnTo>
                            <a:pt x="342" y="266"/>
                          </a:lnTo>
                          <a:lnTo>
                            <a:pt x="361" y="269"/>
                          </a:lnTo>
                          <a:lnTo>
                            <a:pt x="366" y="261"/>
                          </a:lnTo>
                          <a:lnTo>
                            <a:pt x="383" y="262"/>
                          </a:lnTo>
                          <a:lnTo>
                            <a:pt x="374" y="251"/>
                          </a:lnTo>
                          <a:lnTo>
                            <a:pt x="371" y="233"/>
                          </a:lnTo>
                          <a:lnTo>
                            <a:pt x="358" y="252"/>
                          </a:lnTo>
                          <a:lnTo>
                            <a:pt x="347" y="246"/>
                          </a:lnTo>
                          <a:lnTo>
                            <a:pt x="361" y="227"/>
                          </a:lnTo>
                          <a:lnTo>
                            <a:pt x="361" y="207"/>
                          </a:lnTo>
                          <a:lnTo>
                            <a:pt x="347" y="221"/>
                          </a:lnTo>
                          <a:lnTo>
                            <a:pt x="335" y="233"/>
                          </a:lnTo>
                          <a:lnTo>
                            <a:pt x="293" y="201"/>
                          </a:lnTo>
                          <a:lnTo>
                            <a:pt x="296" y="141"/>
                          </a:lnTo>
                          <a:lnTo>
                            <a:pt x="277" y="123"/>
                          </a:lnTo>
                          <a:lnTo>
                            <a:pt x="275" y="99"/>
                          </a:lnTo>
                          <a:lnTo>
                            <a:pt x="287" y="71"/>
                          </a:lnTo>
                          <a:lnTo>
                            <a:pt x="292" y="38"/>
                          </a:lnTo>
                          <a:lnTo>
                            <a:pt x="276" y="21"/>
                          </a:lnTo>
                          <a:lnTo>
                            <a:pt x="259" y="20"/>
                          </a:lnTo>
                          <a:lnTo>
                            <a:pt x="248" y="13"/>
                          </a:lnTo>
                          <a:lnTo>
                            <a:pt x="247" y="0"/>
                          </a:lnTo>
                          <a:lnTo>
                            <a:pt x="231" y="22"/>
                          </a:lnTo>
                          <a:lnTo>
                            <a:pt x="217" y="24"/>
                          </a:lnTo>
                          <a:lnTo>
                            <a:pt x="211" y="6"/>
                          </a:lnTo>
                          <a:lnTo>
                            <a:pt x="200" y="11"/>
                          </a:lnTo>
                          <a:lnTo>
                            <a:pt x="187" y="12"/>
                          </a:lnTo>
                          <a:lnTo>
                            <a:pt x="154" y="47"/>
                          </a:lnTo>
                          <a:lnTo>
                            <a:pt x="143" y="42"/>
                          </a:lnTo>
                          <a:lnTo>
                            <a:pt x="129" y="17"/>
                          </a:lnTo>
                          <a:lnTo>
                            <a:pt x="129" y="38"/>
                          </a:lnTo>
                          <a:lnTo>
                            <a:pt x="140" y="56"/>
                          </a:lnTo>
                          <a:lnTo>
                            <a:pt x="158" y="69"/>
                          </a:lnTo>
                          <a:lnTo>
                            <a:pt x="170" y="71"/>
                          </a:lnTo>
                          <a:lnTo>
                            <a:pt x="171" y="85"/>
                          </a:lnTo>
                          <a:lnTo>
                            <a:pt x="178" y="97"/>
                          </a:lnTo>
                          <a:lnTo>
                            <a:pt x="174" y="108"/>
                          </a:lnTo>
                          <a:lnTo>
                            <a:pt x="174" y="130"/>
                          </a:lnTo>
                          <a:lnTo>
                            <a:pt x="164" y="160"/>
                          </a:lnTo>
                          <a:lnTo>
                            <a:pt x="140" y="204"/>
                          </a:lnTo>
                          <a:lnTo>
                            <a:pt x="129" y="206"/>
                          </a:lnTo>
                          <a:lnTo>
                            <a:pt x="110" y="248"/>
                          </a:lnTo>
                          <a:lnTo>
                            <a:pt x="105" y="272"/>
                          </a:lnTo>
                          <a:lnTo>
                            <a:pt x="92" y="268"/>
                          </a:lnTo>
                          <a:lnTo>
                            <a:pt x="92" y="276"/>
                          </a:lnTo>
                          <a:lnTo>
                            <a:pt x="77" y="291"/>
                          </a:lnTo>
                          <a:lnTo>
                            <a:pt x="61" y="300"/>
                          </a:lnTo>
                          <a:lnTo>
                            <a:pt x="39" y="322"/>
                          </a:lnTo>
                          <a:lnTo>
                            <a:pt x="24" y="342"/>
                          </a:lnTo>
                          <a:lnTo>
                            <a:pt x="24" y="357"/>
                          </a:lnTo>
                          <a:lnTo>
                            <a:pt x="18" y="366"/>
                          </a:lnTo>
                          <a:lnTo>
                            <a:pt x="12" y="375"/>
                          </a:lnTo>
                          <a:lnTo>
                            <a:pt x="8" y="389"/>
                          </a:lnTo>
                          <a:lnTo>
                            <a:pt x="12" y="403"/>
                          </a:lnTo>
                          <a:lnTo>
                            <a:pt x="15" y="426"/>
                          </a:lnTo>
                          <a:lnTo>
                            <a:pt x="9" y="438"/>
                          </a:lnTo>
                          <a:lnTo>
                            <a:pt x="3" y="463"/>
                          </a:lnTo>
                          <a:lnTo>
                            <a:pt x="0" y="493"/>
                          </a:lnTo>
                          <a:lnTo>
                            <a:pt x="4" y="509"/>
                          </a:lnTo>
                          <a:lnTo>
                            <a:pt x="0" y="537"/>
                          </a:lnTo>
                          <a:lnTo>
                            <a:pt x="9" y="547"/>
                          </a:lnTo>
                          <a:lnTo>
                            <a:pt x="13" y="500"/>
                          </a:lnTo>
                          <a:lnTo>
                            <a:pt x="13" y="467"/>
                          </a:lnTo>
                          <a:lnTo>
                            <a:pt x="22" y="454"/>
                          </a:lnTo>
                          <a:lnTo>
                            <a:pt x="24" y="470"/>
                          </a:lnTo>
                          <a:lnTo>
                            <a:pt x="21" y="482"/>
                          </a:lnTo>
                          <a:lnTo>
                            <a:pt x="21" y="494"/>
                          </a:lnTo>
                          <a:lnTo>
                            <a:pt x="20" y="516"/>
                          </a:lnTo>
                          <a:lnTo>
                            <a:pt x="27" y="538"/>
                          </a:lnTo>
                          <a:lnTo>
                            <a:pt x="28" y="559"/>
                          </a:lnTo>
                          <a:lnTo>
                            <a:pt x="31" y="568"/>
                          </a:lnTo>
                          <a:lnTo>
                            <a:pt x="35" y="581"/>
                          </a:lnTo>
                          <a:lnTo>
                            <a:pt x="28" y="595"/>
                          </a:lnTo>
                          <a:lnTo>
                            <a:pt x="31" y="612"/>
                          </a:lnTo>
                          <a:lnTo>
                            <a:pt x="38" y="636"/>
                          </a:lnTo>
                          <a:lnTo>
                            <a:pt x="53" y="648"/>
                          </a:lnTo>
                          <a:lnTo>
                            <a:pt x="68" y="667"/>
                          </a:lnTo>
                          <a:lnTo>
                            <a:pt x="81" y="681"/>
                          </a:lnTo>
                          <a:lnTo>
                            <a:pt x="88" y="678"/>
                          </a:lnTo>
                          <a:lnTo>
                            <a:pt x="99" y="687"/>
                          </a:lnTo>
                          <a:lnTo>
                            <a:pt x="107" y="692"/>
                          </a:lnTo>
                          <a:lnTo>
                            <a:pt x="112" y="704"/>
                          </a:lnTo>
                          <a:lnTo>
                            <a:pt x="136" y="725"/>
                          </a:lnTo>
                          <a:lnTo>
                            <a:pt x="143" y="728"/>
                          </a:lnTo>
                          <a:lnTo>
                            <a:pt x="158" y="740"/>
                          </a:lnTo>
                          <a:lnTo>
                            <a:pt x="159" y="761"/>
                          </a:lnTo>
                          <a:lnTo>
                            <a:pt x="177" y="782"/>
                          </a:lnTo>
                          <a:lnTo>
                            <a:pt x="193" y="800"/>
                          </a:lnTo>
                          <a:lnTo>
                            <a:pt x="201" y="803"/>
                          </a:lnTo>
                          <a:lnTo>
                            <a:pt x="208" y="797"/>
                          </a:lnTo>
                          <a:lnTo>
                            <a:pt x="213" y="794"/>
                          </a:lnTo>
                          <a:lnTo>
                            <a:pt x="225" y="815"/>
                          </a:lnTo>
                          <a:lnTo>
                            <a:pt x="230" y="797"/>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2" name="Freeform 22">
                      <a:extLst>
                        <a:ext uri="{FF2B5EF4-FFF2-40B4-BE49-F238E27FC236}">
                          <a16:creationId xmlns:a16="http://schemas.microsoft.com/office/drawing/2014/main" id="{175AF58A-6AB0-EDA5-2204-43F6C5C5427E}"/>
                        </a:ext>
                      </a:extLst>
                    </p:cNvPr>
                    <p:cNvSpPr>
                      <a:spLocks/>
                    </p:cNvSpPr>
                    <p:nvPr/>
                  </p:nvSpPr>
                  <p:spPr bwMode="auto">
                    <a:xfrm>
                      <a:off x="1546" y="2527"/>
                      <a:ext cx="77" cy="52"/>
                    </a:xfrm>
                    <a:custGeom>
                      <a:avLst/>
                      <a:gdLst>
                        <a:gd name="T0" fmla="*/ 2 w 77"/>
                        <a:gd name="T1" fmla="*/ 0 h 52"/>
                        <a:gd name="T2" fmla="*/ 23 w 77"/>
                        <a:gd name="T3" fmla="*/ 4 h 52"/>
                        <a:gd name="T4" fmla="*/ 35 w 77"/>
                        <a:gd name="T5" fmla="*/ 15 h 52"/>
                        <a:gd name="T6" fmla="*/ 43 w 77"/>
                        <a:gd name="T7" fmla="*/ 23 h 52"/>
                        <a:gd name="T8" fmla="*/ 50 w 77"/>
                        <a:gd name="T9" fmla="*/ 25 h 52"/>
                        <a:gd name="T10" fmla="*/ 60 w 77"/>
                        <a:gd name="T11" fmla="*/ 34 h 52"/>
                        <a:gd name="T12" fmla="*/ 68 w 77"/>
                        <a:gd name="T13" fmla="*/ 44 h 52"/>
                        <a:gd name="T14" fmla="*/ 76 w 77"/>
                        <a:gd name="T15" fmla="*/ 51 h 52"/>
                        <a:gd name="T16" fmla="*/ 58 w 77"/>
                        <a:gd name="T17" fmla="*/ 51 h 52"/>
                        <a:gd name="T18" fmla="*/ 48 w 77"/>
                        <a:gd name="T19" fmla="*/ 39 h 52"/>
                        <a:gd name="T20" fmla="*/ 33 w 77"/>
                        <a:gd name="T21" fmla="*/ 35 h 52"/>
                        <a:gd name="T22" fmla="*/ 25 w 77"/>
                        <a:gd name="T23" fmla="*/ 25 h 52"/>
                        <a:gd name="T24" fmla="*/ 10 w 77"/>
                        <a:gd name="T25" fmla="*/ 18 h 52"/>
                        <a:gd name="T26" fmla="*/ 0 w 77"/>
                        <a:gd name="T27" fmla="*/ 13 h 52"/>
                        <a:gd name="T28" fmla="*/ 2 w 77"/>
                        <a:gd name="T29" fmla="*/ 0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7" h="52">
                          <a:moveTo>
                            <a:pt x="2" y="0"/>
                          </a:moveTo>
                          <a:lnTo>
                            <a:pt x="23" y="4"/>
                          </a:lnTo>
                          <a:lnTo>
                            <a:pt x="35" y="15"/>
                          </a:lnTo>
                          <a:lnTo>
                            <a:pt x="43" y="23"/>
                          </a:lnTo>
                          <a:lnTo>
                            <a:pt x="50" y="25"/>
                          </a:lnTo>
                          <a:lnTo>
                            <a:pt x="60" y="34"/>
                          </a:lnTo>
                          <a:lnTo>
                            <a:pt x="68" y="44"/>
                          </a:lnTo>
                          <a:lnTo>
                            <a:pt x="76" y="51"/>
                          </a:lnTo>
                          <a:lnTo>
                            <a:pt x="58" y="51"/>
                          </a:lnTo>
                          <a:lnTo>
                            <a:pt x="48" y="39"/>
                          </a:lnTo>
                          <a:lnTo>
                            <a:pt x="33" y="35"/>
                          </a:lnTo>
                          <a:lnTo>
                            <a:pt x="25" y="25"/>
                          </a:lnTo>
                          <a:lnTo>
                            <a:pt x="10" y="18"/>
                          </a:lnTo>
                          <a:lnTo>
                            <a:pt x="0" y="13"/>
                          </a:lnTo>
                          <a:lnTo>
                            <a:pt x="2"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3" name="Freeform 23">
                      <a:extLst>
                        <a:ext uri="{FF2B5EF4-FFF2-40B4-BE49-F238E27FC236}">
                          <a16:creationId xmlns:a16="http://schemas.microsoft.com/office/drawing/2014/main" id="{9FCA8B1E-6818-8585-5359-0767B5626D80}"/>
                        </a:ext>
                      </a:extLst>
                    </p:cNvPr>
                    <p:cNvSpPr>
                      <a:spLocks/>
                    </p:cNvSpPr>
                    <p:nvPr/>
                  </p:nvSpPr>
                  <p:spPr bwMode="auto">
                    <a:xfrm>
                      <a:off x="1622" y="2581"/>
                      <a:ext cx="45" cy="25"/>
                    </a:xfrm>
                    <a:custGeom>
                      <a:avLst/>
                      <a:gdLst>
                        <a:gd name="T0" fmla="*/ 0 w 45"/>
                        <a:gd name="T1" fmla="*/ 13 h 25"/>
                        <a:gd name="T2" fmla="*/ 13 w 45"/>
                        <a:gd name="T3" fmla="*/ 0 h 25"/>
                        <a:gd name="T4" fmla="*/ 30 w 45"/>
                        <a:gd name="T5" fmla="*/ 3 h 25"/>
                        <a:gd name="T6" fmla="*/ 44 w 45"/>
                        <a:gd name="T7" fmla="*/ 16 h 25"/>
                        <a:gd name="T8" fmla="*/ 44 w 45"/>
                        <a:gd name="T9" fmla="*/ 21 h 25"/>
                        <a:gd name="T10" fmla="*/ 34 w 45"/>
                        <a:gd name="T11" fmla="*/ 24 h 25"/>
                        <a:gd name="T12" fmla="*/ 26 w 45"/>
                        <a:gd name="T13" fmla="*/ 19 h 25"/>
                        <a:gd name="T14" fmla="*/ 13 w 45"/>
                        <a:gd name="T15" fmla="*/ 19 h 25"/>
                        <a:gd name="T16" fmla="*/ 0 w 45"/>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25">
                          <a:moveTo>
                            <a:pt x="0" y="13"/>
                          </a:moveTo>
                          <a:lnTo>
                            <a:pt x="13" y="0"/>
                          </a:lnTo>
                          <a:lnTo>
                            <a:pt x="30" y="3"/>
                          </a:lnTo>
                          <a:lnTo>
                            <a:pt x="44" y="16"/>
                          </a:lnTo>
                          <a:lnTo>
                            <a:pt x="44" y="21"/>
                          </a:lnTo>
                          <a:lnTo>
                            <a:pt x="34" y="24"/>
                          </a:lnTo>
                          <a:lnTo>
                            <a:pt x="26" y="19"/>
                          </a:lnTo>
                          <a:lnTo>
                            <a:pt x="13" y="19"/>
                          </a:lnTo>
                          <a:lnTo>
                            <a:pt x="0" y="13"/>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4" name="Freeform 24">
                      <a:extLst>
                        <a:ext uri="{FF2B5EF4-FFF2-40B4-BE49-F238E27FC236}">
                          <a16:creationId xmlns:a16="http://schemas.microsoft.com/office/drawing/2014/main" id="{7BBBFA00-8713-645B-7F03-8F0A8AF138D7}"/>
                        </a:ext>
                      </a:extLst>
                    </p:cNvPr>
                    <p:cNvSpPr>
                      <a:spLocks/>
                    </p:cNvSpPr>
                    <p:nvPr/>
                  </p:nvSpPr>
                  <p:spPr bwMode="auto">
                    <a:xfrm>
                      <a:off x="1651" y="2036"/>
                      <a:ext cx="44" cy="53"/>
                    </a:xfrm>
                    <a:custGeom>
                      <a:avLst/>
                      <a:gdLst>
                        <a:gd name="T0" fmla="*/ 10 w 44"/>
                        <a:gd name="T1" fmla="*/ 0 h 53"/>
                        <a:gd name="T2" fmla="*/ 21 w 44"/>
                        <a:gd name="T3" fmla="*/ 8 h 53"/>
                        <a:gd name="T4" fmla="*/ 25 w 44"/>
                        <a:gd name="T5" fmla="*/ 8 h 53"/>
                        <a:gd name="T6" fmla="*/ 41 w 44"/>
                        <a:gd name="T7" fmla="*/ 22 h 53"/>
                        <a:gd name="T8" fmla="*/ 43 w 44"/>
                        <a:gd name="T9" fmla="*/ 29 h 53"/>
                        <a:gd name="T10" fmla="*/ 36 w 44"/>
                        <a:gd name="T11" fmla="*/ 34 h 53"/>
                        <a:gd name="T12" fmla="*/ 36 w 44"/>
                        <a:gd name="T13" fmla="*/ 37 h 53"/>
                        <a:gd name="T14" fmla="*/ 32 w 44"/>
                        <a:gd name="T15" fmla="*/ 39 h 53"/>
                        <a:gd name="T16" fmla="*/ 32 w 44"/>
                        <a:gd name="T17" fmla="*/ 41 h 53"/>
                        <a:gd name="T18" fmla="*/ 26 w 44"/>
                        <a:gd name="T19" fmla="*/ 52 h 53"/>
                        <a:gd name="T20" fmla="*/ 18 w 44"/>
                        <a:gd name="T21" fmla="*/ 46 h 53"/>
                        <a:gd name="T22" fmla="*/ 12 w 44"/>
                        <a:gd name="T23" fmla="*/ 48 h 53"/>
                        <a:gd name="T24" fmla="*/ 0 w 44"/>
                        <a:gd name="T25" fmla="*/ 31 h 53"/>
                        <a:gd name="T26" fmla="*/ 8 w 44"/>
                        <a:gd name="T27" fmla="*/ 18 h 53"/>
                        <a:gd name="T28" fmla="*/ 10 w 44"/>
                        <a:gd name="T29" fmla="*/ 0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4" h="53">
                          <a:moveTo>
                            <a:pt x="10" y="0"/>
                          </a:moveTo>
                          <a:lnTo>
                            <a:pt x="21" y="8"/>
                          </a:lnTo>
                          <a:lnTo>
                            <a:pt x="25" y="8"/>
                          </a:lnTo>
                          <a:lnTo>
                            <a:pt x="41" y="22"/>
                          </a:lnTo>
                          <a:lnTo>
                            <a:pt x="43" y="29"/>
                          </a:lnTo>
                          <a:lnTo>
                            <a:pt x="36" y="34"/>
                          </a:lnTo>
                          <a:lnTo>
                            <a:pt x="36" y="37"/>
                          </a:lnTo>
                          <a:lnTo>
                            <a:pt x="32" y="39"/>
                          </a:lnTo>
                          <a:lnTo>
                            <a:pt x="32" y="41"/>
                          </a:lnTo>
                          <a:lnTo>
                            <a:pt x="26" y="52"/>
                          </a:lnTo>
                          <a:lnTo>
                            <a:pt x="18" y="46"/>
                          </a:lnTo>
                          <a:lnTo>
                            <a:pt x="12" y="48"/>
                          </a:lnTo>
                          <a:lnTo>
                            <a:pt x="0" y="31"/>
                          </a:lnTo>
                          <a:lnTo>
                            <a:pt x="8" y="18"/>
                          </a:lnTo>
                          <a:lnTo>
                            <a:pt x="10"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5" name="Freeform 25">
                      <a:extLst>
                        <a:ext uri="{FF2B5EF4-FFF2-40B4-BE49-F238E27FC236}">
                          <a16:creationId xmlns:a16="http://schemas.microsoft.com/office/drawing/2014/main" id="{83B86193-AD2D-9B82-996B-86A9155D8D17}"/>
                        </a:ext>
                      </a:extLst>
                    </p:cNvPr>
                    <p:cNvSpPr>
                      <a:spLocks/>
                    </p:cNvSpPr>
                    <p:nvPr/>
                  </p:nvSpPr>
                  <p:spPr bwMode="auto">
                    <a:xfrm>
                      <a:off x="1694" y="2023"/>
                      <a:ext cx="30" cy="25"/>
                    </a:xfrm>
                    <a:custGeom>
                      <a:avLst/>
                      <a:gdLst>
                        <a:gd name="T0" fmla="*/ 0 w 30"/>
                        <a:gd name="T1" fmla="*/ 13 h 25"/>
                        <a:gd name="T2" fmla="*/ 16 w 30"/>
                        <a:gd name="T3" fmla="*/ 24 h 25"/>
                        <a:gd name="T4" fmla="*/ 20 w 30"/>
                        <a:gd name="T5" fmla="*/ 20 h 25"/>
                        <a:gd name="T6" fmla="*/ 29 w 30"/>
                        <a:gd name="T7" fmla="*/ 10 h 25"/>
                        <a:gd name="T8" fmla="*/ 24 w 30"/>
                        <a:gd name="T9" fmla="*/ 3 h 25"/>
                        <a:gd name="T10" fmla="*/ 19 w 30"/>
                        <a:gd name="T11" fmla="*/ 6 h 25"/>
                        <a:gd name="T12" fmla="*/ 16 w 30"/>
                        <a:gd name="T13" fmla="*/ 0 h 25"/>
                        <a:gd name="T14" fmla="*/ 12 w 30"/>
                        <a:gd name="T15" fmla="*/ 7 h 25"/>
                        <a:gd name="T16" fmla="*/ 0 w 30"/>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 h="25">
                          <a:moveTo>
                            <a:pt x="0" y="13"/>
                          </a:moveTo>
                          <a:lnTo>
                            <a:pt x="16" y="24"/>
                          </a:lnTo>
                          <a:lnTo>
                            <a:pt x="20" y="20"/>
                          </a:lnTo>
                          <a:lnTo>
                            <a:pt x="29" y="10"/>
                          </a:lnTo>
                          <a:lnTo>
                            <a:pt x="24" y="3"/>
                          </a:lnTo>
                          <a:lnTo>
                            <a:pt x="19" y="6"/>
                          </a:lnTo>
                          <a:lnTo>
                            <a:pt x="16" y="0"/>
                          </a:lnTo>
                          <a:lnTo>
                            <a:pt x="12" y="7"/>
                          </a:lnTo>
                          <a:lnTo>
                            <a:pt x="0" y="13"/>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6" name="Freeform 26">
                      <a:extLst>
                        <a:ext uri="{FF2B5EF4-FFF2-40B4-BE49-F238E27FC236}">
                          <a16:creationId xmlns:a16="http://schemas.microsoft.com/office/drawing/2014/main" id="{36B89C1E-3644-03D1-E2D6-0A2B22E66A4B}"/>
                        </a:ext>
                      </a:extLst>
                    </p:cNvPr>
                    <p:cNvSpPr>
                      <a:spLocks/>
                    </p:cNvSpPr>
                    <p:nvPr/>
                  </p:nvSpPr>
                  <p:spPr bwMode="auto">
                    <a:xfrm>
                      <a:off x="1658" y="2013"/>
                      <a:ext cx="29" cy="19"/>
                    </a:xfrm>
                    <a:custGeom>
                      <a:avLst/>
                      <a:gdLst>
                        <a:gd name="T0" fmla="*/ 0 w 29"/>
                        <a:gd name="T1" fmla="*/ 1 h 19"/>
                        <a:gd name="T2" fmla="*/ 14 w 29"/>
                        <a:gd name="T3" fmla="*/ 0 h 19"/>
                        <a:gd name="T4" fmla="*/ 28 w 29"/>
                        <a:gd name="T5" fmla="*/ 17 h 19"/>
                        <a:gd name="T6" fmla="*/ 16 w 29"/>
                        <a:gd name="T7" fmla="*/ 18 h 19"/>
                        <a:gd name="T8" fmla="*/ 15 w 29"/>
                        <a:gd name="T9" fmla="*/ 14 h 19"/>
                        <a:gd name="T10" fmla="*/ 10 w 29"/>
                        <a:gd name="T11" fmla="*/ 18 h 19"/>
                        <a:gd name="T12" fmla="*/ 9 w 29"/>
                        <a:gd name="T13" fmla="*/ 18 h 19"/>
                        <a:gd name="T14" fmla="*/ 5 w 29"/>
                        <a:gd name="T15" fmla="*/ 14 h 19"/>
                        <a:gd name="T16" fmla="*/ 6 w 29"/>
                        <a:gd name="T17" fmla="*/ 10 h 19"/>
                        <a:gd name="T18" fmla="*/ 0 w 29"/>
                        <a:gd name="T19" fmla="*/ 1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 h="19">
                          <a:moveTo>
                            <a:pt x="0" y="1"/>
                          </a:moveTo>
                          <a:lnTo>
                            <a:pt x="14" y="0"/>
                          </a:lnTo>
                          <a:lnTo>
                            <a:pt x="28" y="17"/>
                          </a:lnTo>
                          <a:lnTo>
                            <a:pt x="16" y="18"/>
                          </a:lnTo>
                          <a:lnTo>
                            <a:pt x="15" y="14"/>
                          </a:lnTo>
                          <a:lnTo>
                            <a:pt x="10" y="18"/>
                          </a:lnTo>
                          <a:lnTo>
                            <a:pt x="9" y="18"/>
                          </a:lnTo>
                          <a:lnTo>
                            <a:pt x="5" y="14"/>
                          </a:lnTo>
                          <a:lnTo>
                            <a:pt x="6" y="10"/>
                          </a:lnTo>
                          <a:lnTo>
                            <a:pt x="0" y="1"/>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7" name="Freeform 27">
                      <a:extLst>
                        <a:ext uri="{FF2B5EF4-FFF2-40B4-BE49-F238E27FC236}">
                          <a16:creationId xmlns:a16="http://schemas.microsoft.com/office/drawing/2014/main" id="{61252B79-A724-ED9C-1B4C-0647A0B86AE5}"/>
                        </a:ext>
                      </a:extLst>
                    </p:cNvPr>
                    <p:cNvSpPr>
                      <a:spLocks/>
                    </p:cNvSpPr>
                    <p:nvPr/>
                  </p:nvSpPr>
                  <p:spPr bwMode="auto">
                    <a:xfrm>
                      <a:off x="1721" y="2089"/>
                      <a:ext cx="69" cy="122"/>
                    </a:xfrm>
                    <a:custGeom>
                      <a:avLst/>
                      <a:gdLst>
                        <a:gd name="T0" fmla="*/ 30 w 69"/>
                        <a:gd name="T1" fmla="*/ 67 h 122"/>
                        <a:gd name="T2" fmla="*/ 18 w 69"/>
                        <a:gd name="T3" fmla="*/ 82 h 122"/>
                        <a:gd name="T4" fmla="*/ 13 w 69"/>
                        <a:gd name="T5" fmla="*/ 82 h 122"/>
                        <a:gd name="T6" fmla="*/ 10 w 69"/>
                        <a:gd name="T7" fmla="*/ 85 h 122"/>
                        <a:gd name="T8" fmla="*/ 4 w 69"/>
                        <a:gd name="T9" fmla="*/ 86 h 122"/>
                        <a:gd name="T10" fmla="*/ 3 w 69"/>
                        <a:gd name="T11" fmla="*/ 90 h 122"/>
                        <a:gd name="T12" fmla="*/ 11 w 69"/>
                        <a:gd name="T13" fmla="*/ 91 h 122"/>
                        <a:gd name="T14" fmla="*/ 15 w 69"/>
                        <a:gd name="T15" fmla="*/ 93 h 122"/>
                        <a:gd name="T16" fmla="*/ 19 w 69"/>
                        <a:gd name="T17" fmla="*/ 98 h 122"/>
                        <a:gd name="T18" fmla="*/ 19 w 69"/>
                        <a:gd name="T19" fmla="*/ 100 h 122"/>
                        <a:gd name="T20" fmla="*/ 26 w 69"/>
                        <a:gd name="T21" fmla="*/ 106 h 122"/>
                        <a:gd name="T22" fmla="*/ 26 w 69"/>
                        <a:gd name="T23" fmla="*/ 111 h 122"/>
                        <a:gd name="T24" fmla="*/ 30 w 69"/>
                        <a:gd name="T25" fmla="*/ 111 h 122"/>
                        <a:gd name="T26" fmla="*/ 42 w 69"/>
                        <a:gd name="T27" fmla="*/ 121 h 122"/>
                        <a:gd name="T28" fmla="*/ 39 w 69"/>
                        <a:gd name="T29" fmla="*/ 113 h 122"/>
                        <a:gd name="T30" fmla="*/ 39 w 69"/>
                        <a:gd name="T31" fmla="*/ 106 h 122"/>
                        <a:gd name="T32" fmla="*/ 43 w 69"/>
                        <a:gd name="T33" fmla="*/ 106 h 122"/>
                        <a:gd name="T34" fmla="*/ 47 w 69"/>
                        <a:gd name="T35" fmla="*/ 110 h 122"/>
                        <a:gd name="T36" fmla="*/ 50 w 69"/>
                        <a:gd name="T37" fmla="*/ 110 h 122"/>
                        <a:gd name="T38" fmla="*/ 51 w 69"/>
                        <a:gd name="T39" fmla="*/ 111 h 122"/>
                        <a:gd name="T40" fmla="*/ 54 w 69"/>
                        <a:gd name="T41" fmla="*/ 110 h 122"/>
                        <a:gd name="T42" fmla="*/ 54 w 69"/>
                        <a:gd name="T43" fmla="*/ 103 h 122"/>
                        <a:gd name="T44" fmla="*/ 50 w 69"/>
                        <a:gd name="T45" fmla="*/ 98 h 122"/>
                        <a:gd name="T46" fmla="*/ 48 w 69"/>
                        <a:gd name="T47" fmla="*/ 91 h 122"/>
                        <a:gd name="T48" fmla="*/ 51 w 69"/>
                        <a:gd name="T49" fmla="*/ 83 h 122"/>
                        <a:gd name="T50" fmla="*/ 64 w 69"/>
                        <a:gd name="T51" fmla="*/ 97 h 122"/>
                        <a:gd name="T52" fmla="*/ 64 w 69"/>
                        <a:gd name="T53" fmla="*/ 88 h 122"/>
                        <a:gd name="T54" fmla="*/ 68 w 69"/>
                        <a:gd name="T55" fmla="*/ 78 h 122"/>
                        <a:gd name="T56" fmla="*/ 57 w 69"/>
                        <a:gd name="T57" fmla="*/ 67 h 122"/>
                        <a:gd name="T58" fmla="*/ 57 w 69"/>
                        <a:gd name="T59" fmla="*/ 60 h 122"/>
                        <a:gd name="T60" fmla="*/ 57 w 69"/>
                        <a:gd name="T61" fmla="*/ 45 h 122"/>
                        <a:gd name="T62" fmla="*/ 44 w 69"/>
                        <a:gd name="T63" fmla="*/ 28 h 122"/>
                        <a:gd name="T64" fmla="*/ 32 w 69"/>
                        <a:gd name="T65" fmla="*/ 18 h 122"/>
                        <a:gd name="T66" fmla="*/ 34 w 69"/>
                        <a:gd name="T67" fmla="*/ 12 h 122"/>
                        <a:gd name="T68" fmla="*/ 29 w 69"/>
                        <a:gd name="T69" fmla="*/ 9 h 122"/>
                        <a:gd name="T70" fmla="*/ 29 w 69"/>
                        <a:gd name="T71" fmla="*/ 3 h 122"/>
                        <a:gd name="T72" fmla="*/ 18 w 69"/>
                        <a:gd name="T73" fmla="*/ 12 h 122"/>
                        <a:gd name="T74" fmla="*/ 15 w 69"/>
                        <a:gd name="T75" fmla="*/ 10 h 122"/>
                        <a:gd name="T76" fmla="*/ 19 w 69"/>
                        <a:gd name="T77" fmla="*/ 5 h 122"/>
                        <a:gd name="T78" fmla="*/ 19 w 69"/>
                        <a:gd name="T79" fmla="*/ 0 h 122"/>
                        <a:gd name="T80" fmla="*/ 13 w 69"/>
                        <a:gd name="T81" fmla="*/ 0 h 122"/>
                        <a:gd name="T82" fmla="*/ 8 w 69"/>
                        <a:gd name="T83" fmla="*/ 2 h 122"/>
                        <a:gd name="T84" fmla="*/ 0 w 69"/>
                        <a:gd name="T85" fmla="*/ 4 h 122"/>
                        <a:gd name="T86" fmla="*/ 0 w 69"/>
                        <a:gd name="T87" fmla="*/ 10 h 122"/>
                        <a:gd name="T88" fmla="*/ 0 w 69"/>
                        <a:gd name="T89" fmla="*/ 16 h 122"/>
                        <a:gd name="T90" fmla="*/ 3 w 69"/>
                        <a:gd name="T91" fmla="*/ 19 h 122"/>
                        <a:gd name="T92" fmla="*/ 11 w 69"/>
                        <a:gd name="T93" fmla="*/ 24 h 122"/>
                        <a:gd name="T94" fmla="*/ 10 w 69"/>
                        <a:gd name="T95" fmla="*/ 30 h 122"/>
                        <a:gd name="T96" fmla="*/ 13 w 69"/>
                        <a:gd name="T97" fmla="*/ 33 h 122"/>
                        <a:gd name="T98" fmla="*/ 17 w 69"/>
                        <a:gd name="T99" fmla="*/ 36 h 122"/>
                        <a:gd name="T100" fmla="*/ 24 w 69"/>
                        <a:gd name="T101" fmla="*/ 36 h 122"/>
                        <a:gd name="T102" fmla="*/ 29 w 69"/>
                        <a:gd name="T103" fmla="*/ 41 h 122"/>
                        <a:gd name="T104" fmla="*/ 30 w 69"/>
                        <a:gd name="T105" fmla="*/ 50 h 122"/>
                        <a:gd name="T106" fmla="*/ 29 w 69"/>
                        <a:gd name="T107" fmla="*/ 59 h 122"/>
                        <a:gd name="T108" fmla="*/ 30 w 69"/>
                        <a:gd name="T109" fmla="*/ 67 h 1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9" h="122">
                          <a:moveTo>
                            <a:pt x="30" y="67"/>
                          </a:moveTo>
                          <a:lnTo>
                            <a:pt x="18" y="82"/>
                          </a:lnTo>
                          <a:lnTo>
                            <a:pt x="13" y="82"/>
                          </a:lnTo>
                          <a:lnTo>
                            <a:pt x="10" y="85"/>
                          </a:lnTo>
                          <a:lnTo>
                            <a:pt x="4" y="86"/>
                          </a:lnTo>
                          <a:lnTo>
                            <a:pt x="3" y="90"/>
                          </a:lnTo>
                          <a:lnTo>
                            <a:pt x="11" y="91"/>
                          </a:lnTo>
                          <a:lnTo>
                            <a:pt x="15" y="93"/>
                          </a:lnTo>
                          <a:lnTo>
                            <a:pt x="19" y="98"/>
                          </a:lnTo>
                          <a:lnTo>
                            <a:pt x="19" y="100"/>
                          </a:lnTo>
                          <a:lnTo>
                            <a:pt x="26" y="106"/>
                          </a:lnTo>
                          <a:lnTo>
                            <a:pt x="26" y="111"/>
                          </a:lnTo>
                          <a:lnTo>
                            <a:pt x="30" y="111"/>
                          </a:lnTo>
                          <a:lnTo>
                            <a:pt x="42" y="121"/>
                          </a:lnTo>
                          <a:lnTo>
                            <a:pt x="39" y="113"/>
                          </a:lnTo>
                          <a:lnTo>
                            <a:pt x="39" y="106"/>
                          </a:lnTo>
                          <a:lnTo>
                            <a:pt x="43" y="106"/>
                          </a:lnTo>
                          <a:lnTo>
                            <a:pt x="47" y="110"/>
                          </a:lnTo>
                          <a:lnTo>
                            <a:pt x="50" y="110"/>
                          </a:lnTo>
                          <a:lnTo>
                            <a:pt x="51" y="111"/>
                          </a:lnTo>
                          <a:lnTo>
                            <a:pt x="54" y="110"/>
                          </a:lnTo>
                          <a:lnTo>
                            <a:pt x="54" y="103"/>
                          </a:lnTo>
                          <a:lnTo>
                            <a:pt x="50" y="98"/>
                          </a:lnTo>
                          <a:lnTo>
                            <a:pt x="48" y="91"/>
                          </a:lnTo>
                          <a:lnTo>
                            <a:pt x="51" y="83"/>
                          </a:lnTo>
                          <a:lnTo>
                            <a:pt x="64" y="97"/>
                          </a:lnTo>
                          <a:lnTo>
                            <a:pt x="64" y="88"/>
                          </a:lnTo>
                          <a:lnTo>
                            <a:pt x="68" y="78"/>
                          </a:lnTo>
                          <a:lnTo>
                            <a:pt x="57" y="67"/>
                          </a:lnTo>
                          <a:lnTo>
                            <a:pt x="57" y="60"/>
                          </a:lnTo>
                          <a:lnTo>
                            <a:pt x="57" y="45"/>
                          </a:lnTo>
                          <a:lnTo>
                            <a:pt x="44" y="28"/>
                          </a:lnTo>
                          <a:lnTo>
                            <a:pt x="32" y="18"/>
                          </a:lnTo>
                          <a:lnTo>
                            <a:pt x="34" y="12"/>
                          </a:lnTo>
                          <a:lnTo>
                            <a:pt x="29" y="9"/>
                          </a:lnTo>
                          <a:lnTo>
                            <a:pt x="29" y="3"/>
                          </a:lnTo>
                          <a:lnTo>
                            <a:pt x="18" y="12"/>
                          </a:lnTo>
                          <a:lnTo>
                            <a:pt x="15" y="10"/>
                          </a:lnTo>
                          <a:lnTo>
                            <a:pt x="19" y="5"/>
                          </a:lnTo>
                          <a:lnTo>
                            <a:pt x="19" y="0"/>
                          </a:lnTo>
                          <a:lnTo>
                            <a:pt x="13" y="0"/>
                          </a:lnTo>
                          <a:lnTo>
                            <a:pt x="8" y="2"/>
                          </a:lnTo>
                          <a:lnTo>
                            <a:pt x="0" y="4"/>
                          </a:lnTo>
                          <a:lnTo>
                            <a:pt x="0" y="10"/>
                          </a:lnTo>
                          <a:lnTo>
                            <a:pt x="0" y="16"/>
                          </a:lnTo>
                          <a:lnTo>
                            <a:pt x="3" y="19"/>
                          </a:lnTo>
                          <a:lnTo>
                            <a:pt x="11" y="24"/>
                          </a:lnTo>
                          <a:lnTo>
                            <a:pt x="10" y="30"/>
                          </a:lnTo>
                          <a:lnTo>
                            <a:pt x="13" y="33"/>
                          </a:lnTo>
                          <a:lnTo>
                            <a:pt x="17" y="36"/>
                          </a:lnTo>
                          <a:lnTo>
                            <a:pt x="24" y="36"/>
                          </a:lnTo>
                          <a:lnTo>
                            <a:pt x="29" y="41"/>
                          </a:lnTo>
                          <a:lnTo>
                            <a:pt x="30" y="50"/>
                          </a:lnTo>
                          <a:lnTo>
                            <a:pt x="29" y="59"/>
                          </a:lnTo>
                          <a:lnTo>
                            <a:pt x="30" y="67"/>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8" name="Freeform 28">
                      <a:extLst>
                        <a:ext uri="{FF2B5EF4-FFF2-40B4-BE49-F238E27FC236}">
                          <a16:creationId xmlns:a16="http://schemas.microsoft.com/office/drawing/2014/main" id="{18496B46-90B3-BFD3-3D3B-DB1A34649802}"/>
                        </a:ext>
                      </a:extLst>
                    </p:cNvPr>
                    <p:cNvSpPr>
                      <a:spLocks/>
                    </p:cNvSpPr>
                    <p:nvPr/>
                  </p:nvSpPr>
                  <p:spPr bwMode="auto">
                    <a:xfrm>
                      <a:off x="1756" y="2022"/>
                      <a:ext cx="65" cy="55"/>
                    </a:xfrm>
                    <a:custGeom>
                      <a:avLst/>
                      <a:gdLst>
                        <a:gd name="T0" fmla="*/ 0 w 65"/>
                        <a:gd name="T1" fmla="*/ 40 h 55"/>
                        <a:gd name="T2" fmla="*/ 15 w 65"/>
                        <a:gd name="T3" fmla="*/ 54 h 55"/>
                        <a:gd name="T4" fmla="*/ 24 w 65"/>
                        <a:gd name="T5" fmla="*/ 45 h 55"/>
                        <a:gd name="T6" fmla="*/ 29 w 65"/>
                        <a:gd name="T7" fmla="*/ 45 h 55"/>
                        <a:gd name="T8" fmla="*/ 43 w 65"/>
                        <a:gd name="T9" fmla="*/ 27 h 55"/>
                        <a:gd name="T10" fmla="*/ 50 w 65"/>
                        <a:gd name="T11" fmla="*/ 28 h 55"/>
                        <a:gd name="T12" fmla="*/ 59 w 65"/>
                        <a:gd name="T13" fmla="*/ 16 h 55"/>
                        <a:gd name="T14" fmla="*/ 59 w 65"/>
                        <a:gd name="T15" fmla="*/ 12 h 55"/>
                        <a:gd name="T16" fmla="*/ 64 w 65"/>
                        <a:gd name="T17" fmla="*/ 9 h 55"/>
                        <a:gd name="T18" fmla="*/ 60 w 65"/>
                        <a:gd name="T19" fmla="*/ 5 h 55"/>
                        <a:gd name="T20" fmla="*/ 50 w 65"/>
                        <a:gd name="T21" fmla="*/ 5 h 55"/>
                        <a:gd name="T22" fmla="*/ 43 w 65"/>
                        <a:gd name="T23" fmla="*/ 5 h 55"/>
                        <a:gd name="T24" fmla="*/ 38 w 65"/>
                        <a:gd name="T25" fmla="*/ 0 h 55"/>
                        <a:gd name="T26" fmla="*/ 29 w 65"/>
                        <a:gd name="T27" fmla="*/ 1 h 55"/>
                        <a:gd name="T28" fmla="*/ 26 w 65"/>
                        <a:gd name="T29" fmla="*/ 5 h 55"/>
                        <a:gd name="T30" fmla="*/ 26 w 65"/>
                        <a:gd name="T31" fmla="*/ 10 h 55"/>
                        <a:gd name="T32" fmla="*/ 26 w 65"/>
                        <a:gd name="T33" fmla="*/ 21 h 55"/>
                        <a:gd name="T34" fmla="*/ 22 w 65"/>
                        <a:gd name="T35" fmla="*/ 22 h 55"/>
                        <a:gd name="T36" fmla="*/ 19 w 65"/>
                        <a:gd name="T37" fmla="*/ 27 h 55"/>
                        <a:gd name="T38" fmla="*/ 8 w 65"/>
                        <a:gd name="T39" fmla="*/ 38 h 55"/>
                        <a:gd name="T40" fmla="*/ 0 w 65"/>
                        <a:gd name="T41" fmla="*/ 40 h 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5" h="55">
                          <a:moveTo>
                            <a:pt x="0" y="40"/>
                          </a:moveTo>
                          <a:lnTo>
                            <a:pt x="15" y="54"/>
                          </a:lnTo>
                          <a:lnTo>
                            <a:pt x="24" y="45"/>
                          </a:lnTo>
                          <a:lnTo>
                            <a:pt x="29" y="45"/>
                          </a:lnTo>
                          <a:lnTo>
                            <a:pt x="43" y="27"/>
                          </a:lnTo>
                          <a:lnTo>
                            <a:pt x="50" y="28"/>
                          </a:lnTo>
                          <a:lnTo>
                            <a:pt x="59" y="16"/>
                          </a:lnTo>
                          <a:lnTo>
                            <a:pt x="59" y="12"/>
                          </a:lnTo>
                          <a:lnTo>
                            <a:pt x="64" y="9"/>
                          </a:lnTo>
                          <a:lnTo>
                            <a:pt x="60" y="5"/>
                          </a:lnTo>
                          <a:lnTo>
                            <a:pt x="50" y="5"/>
                          </a:lnTo>
                          <a:lnTo>
                            <a:pt x="43" y="5"/>
                          </a:lnTo>
                          <a:lnTo>
                            <a:pt x="38" y="0"/>
                          </a:lnTo>
                          <a:lnTo>
                            <a:pt x="29" y="1"/>
                          </a:lnTo>
                          <a:lnTo>
                            <a:pt x="26" y="5"/>
                          </a:lnTo>
                          <a:lnTo>
                            <a:pt x="26" y="10"/>
                          </a:lnTo>
                          <a:lnTo>
                            <a:pt x="26" y="21"/>
                          </a:lnTo>
                          <a:lnTo>
                            <a:pt x="22" y="22"/>
                          </a:lnTo>
                          <a:lnTo>
                            <a:pt x="19" y="27"/>
                          </a:lnTo>
                          <a:lnTo>
                            <a:pt x="8" y="38"/>
                          </a:lnTo>
                          <a:lnTo>
                            <a:pt x="0" y="4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09" name="Freeform 29">
                      <a:extLst>
                        <a:ext uri="{FF2B5EF4-FFF2-40B4-BE49-F238E27FC236}">
                          <a16:creationId xmlns:a16="http://schemas.microsoft.com/office/drawing/2014/main" id="{BA8A3D36-89F3-32B5-EEFD-2659FB8B4232}"/>
                        </a:ext>
                      </a:extLst>
                    </p:cNvPr>
                    <p:cNvSpPr>
                      <a:spLocks/>
                    </p:cNvSpPr>
                    <p:nvPr/>
                  </p:nvSpPr>
                  <p:spPr bwMode="auto">
                    <a:xfrm>
                      <a:off x="1938" y="2156"/>
                      <a:ext cx="36" cy="30"/>
                    </a:xfrm>
                    <a:custGeom>
                      <a:avLst/>
                      <a:gdLst>
                        <a:gd name="T0" fmla="*/ 0 w 36"/>
                        <a:gd name="T1" fmla="*/ 16 h 30"/>
                        <a:gd name="T2" fmla="*/ 12 w 36"/>
                        <a:gd name="T3" fmla="*/ 7 h 30"/>
                        <a:gd name="T4" fmla="*/ 17 w 36"/>
                        <a:gd name="T5" fmla="*/ 7 h 30"/>
                        <a:gd name="T6" fmla="*/ 17 w 36"/>
                        <a:gd name="T7" fmla="*/ 3 h 30"/>
                        <a:gd name="T8" fmla="*/ 18 w 36"/>
                        <a:gd name="T9" fmla="*/ 0 h 30"/>
                        <a:gd name="T10" fmla="*/ 23 w 36"/>
                        <a:gd name="T11" fmla="*/ 2 h 30"/>
                        <a:gd name="T12" fmla="*/ 30 w 36"/>
                        <a:gd name="T13" fmla="*/ 7 h 30"/>
                        <a:gd name="T14" fmla="*/ 30 w 36"/>
                        <a:gd name="T15" fmla="*/ 11 h 30"/>
                        <a:gd name="T16" fmla="*/ 35 w 36"/>
                        <a:gd name="T17" fmla="*/ 13 h 30"/>
                        <a:gd name="T18" fmla="*/ 34 w 36"/>
                        <a:gd name="T19" fmla="*/ 19 h 30"/>
                        <a:gd name="T20" fmla="*/ 30 w 36"/>
                        <a:gd name="T21" fmla="*/ 20 h 30"/>
                        <a:gd name="T22" fmla="*/ 30 w 36"/>
                        <a:gd name="T23" fmla="*/ 23 h 30"/>
                        <a:gd name="T24" fmla="*/ 25 w 36"/>
                        <a:gd name="T25" fmla="*/ 29 h 30"/>
                        <a:gd name="T26" fmla="*/ 8 w 36"/>
                        <a:gd name="T27" fmla="*/ 29 h 30"/>
                        <a:gd name="T28" fmla="*/ 7 w 36"/>
                        <a:gd name="T29" fmla="*/ 24 h 30"/>
                        <a:gd name="T30" fmla="*/ 0 w 36"/>
                        <a:gd name="T31" fmla="*/ 16 h 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30">
                          <a:moveTo>
                            <a:pt x="0" y="16"/>
                          </a:moveTo>
                          <a:lnTo>
                            <a:pt x="12" y="7"/>
                          </a:lnTo>
                          <a:lnTo>
                            <a:pt x="17" y="7"/>
                          </a:lnTo>
                          <a:lnTo>
                            <a:pt x="17" y="3"/>
                          </a:lnTo>
                          <a:lnTo>
                            <a:pt x="18" y="0"/>
                          </a:lnTo>
                          <a:lnTo>
                            <a:pt x="23" y="2"/>
                          </a:lnTo>
                          <a:lnTo>
                            <a:pt x="30" y="7"/>
                          </a:lnTo>
                          <a:lnTo>
                            <a:pt x="30" y="11"/>
                          </a:lnTo>
                          <a:lnTo>
                            <a:pt x="35" y="13"/>
                          </a:lnTo>
                          <a:lnTo>
                            <a:pt x="34" y="19"/>
                          </a:lnTo>
                          <a:lnTo>
                            <a:pt x="30" y="20"/>
                          </a:lnTo>
                          <a:lnTo>
                            <a:pt x="30" y="23"/>
                          </a:lnTo>
                          <a:lnTo>
                            <a:pt x="25" y="29"/>
                          </a:lnTo>
                          <a:lnTo>
                            <a:pt x="8" y="29"/>
                          </a:lnTo>
                          <a:lnTo>
                            <a:pt x="7" y="24"/>
                          </a:lnTo>
                          <a:lnTo>
                            <a:pt x="0" y="16"/>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10" name="Freeform 30">
                      <a:extLst>
                        <a:ext uri="{FF2B5EF4-FFF2-40B4-BE49-F238E27FC236}">
                          <a16:creationId xmlns:a16="http://schemas.microsoft.com/office/drawing/2014/main" id="{8A1987D7-9F95-CD37-373C-8B65D297458F}"/>
                        </a:ext>
                      </a:extLst>
                    </p:cNvPr>
                    <p:cNvSpPr>
                      <a:spLocks/>
                    </p:cNvSpPr>
                    <p:nvPr/>
                  </p:nvSpPr>
                  <p:spPr bwMode="auto">
                    <a:xfrm>
                      <a:off x="1801" y="2026"/>
                      <a:ext cx="121" cy="203"/>
                    </a:xfrm>
                    <a:custGeom>
                      <a:avLst/>
                      <a:gdLst>
                        <a:gd name="T0" fmla="*/ 0 w 121"/>
                        <a:gd name="T1" fmla="*/ 43 h 203"/>
                        <a:gd name="T2" fmla="*/ 5 w 121"/>
                        <a:gd name="T3" fmla="*/ 37 h 203"/>
                        <a:gd name="T4" fmla="*/ 25 w 121"/>
                        <a:gd name="T5" fmla="*/ 16 h 203"/>
                        <a:gd name="T6" fmla="*/ 36 w 121"/>
                        <a:gd name="T7" fmla="*/ 8 h 203"/>
                        <a:gd name="T8" fmla="*/ 42 w 121"/>
                        <a:gd name="T9" fmla="*/ 7 h 203"/>
                        <a:gd name="T10" fmla="*/ 53 w 121"/>
                        <a:gd name="T11" fmla="*/ 2 h 203"/>
                        <a:gd name="T12" fmla="*/ 73 w 121"/>
                        <a:gd name="T13" fmla="*/ 9 h 203"/>
                        <a:gd name="T14" fmla="*/ 77 w 121"/>
                        <a:gd name="T15" fmla="*/ 16 h 203"/>
                        <a:gd name="T16" fmla="*/ 88 w 121"/>
                        <a:gd name="T17" fmla="*/ 16 h 203"/>
                        <a:gd name="T18" fmla="*/ 97 w 121"/>
                        <a:gd name="T19" fmla="*/ 48 h 203"/>
                        <a:gd name="T20" fmla="*/ 108 w 121"/>
                        <a:gd name="T21" fmla="*/ 71 h 203"/>
                        <a:gd name="T22" fmla="*/ 114 w 121"/>
                        <a:gd name="T23" fmla="*/ 94 h 203"/>
                        <a:gd name="T24" fmla="*/ 115 w 121"/>
                        <a:gd name="T25" fmla="*/ 120 h 203"/>
                        <a:gd name="T26" fmla="*/ 107 w 121"/>
                        <a:gd name="T27" fmla="*/ 127 h 203"/>
                        <a:gd name="T28" fmla="*/ 94 w 121"/>
                        <a:gd name="T29" fmla="*/ 136 h 203"/>
                        <a:gd name="T30" fmla="*/ 88 w 121"/>
                        <a:gd name="T31" fmla="*/ 149 h 203"/>
                        <a:gd name="T32" fmla="*/ 80 w 121"/>
                        <a:gd name="T33" fmla="*/ 152 h 203"/>
                        <a:gd name="T34" fmla="*/ 74 w 121"/>
                        <a:gd name="T35" fmla="*/ 162 h 203"/>
                        <a:gd name="T36" fmla="*/ 65 w 121"/>
                        <a:gd name="T37" fmla="*/ 176 h 203"/>
                        <a:gd name="T38" fmla="*/ 62 w 121"/>
                        <a:gd name="T39" fmla="*/ 193 h 203"/>
                        <a:gd name="T40" fmla="*/ 58 w 121"/>
                        <a:gd name="T41" fmla="*/ 202 h 203"/>
                        <a:gd name="T42" fmla="*/ 42 w 121"/>
                        <a:gd name="T43" fmla="*/ 201 h 203"/>
                        <a:gd name="T44" fmla="*/ 27 w 121"/>
                        <a:gd name="T45" fmla="*/ 189 h 203"/>
                        <a:gd name="T46" fmla="*/ 26 w 121"/>
                        <a:gd name="T47" fmla="*/ 178 h 203"/>
                        <a:gd name="T48" fmla="*/ 20 w 121"/>
                        <a:gd name="T49" fmla="*/ 163 h 203"/>
                        <a:gd name="T50" fmla="*/ 20 w 121"/>
                        <a:gd name="T51" fmla="*/ 149 h 203"/>
                        <a:gd name="T52" fmla="*/ 22 w 121"/>
                        <a:gd name="T53" fmla="*/ 140 h 203"/>
                        <a:gd name="T54" fmla="*/ 25 w 121"/>
                        <a:gd name="T55" fmla="*/ 129 h 203"/>
                        <a:gd name="T56" fmla="*/ 18 w 121"/>
                        <a:gd name="T57" fmla="*/ 115 h 203"/>
                        <a:gd name="T58" fmla="*/ 19 w 121"/>
                        <a:gd name="T59" fmla="*/ 93 h 203"/>
                        <a:gd name="T60" fmla="*/ 14 w 121"/>
                        <a:gd name="T61" fmla="*/ 71 h 203"/>
                        <a:gd name="T62" fmla="*/ 0 w 121"/>
                        <a:gd name="T63" fmla="*/ 61 h 20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1" h="203">
                          <a:moveTo>
                            <a:pt x="0" y="61"/>
                          </a:moveTo>
                          <a:lnTo>
                            <a:pt x="0" y="43"/>
                          </a:lnTo>
                          <a:lnTo>
                            <a:pt x="5" y="40"/>
                          </a:lnTo>
                          <a:lnTo>
                            <a:pt x="5" y="37"/>
                          </a:lnTo>
                          <a:lnTo>
                            <a:pt x="17" y="21"/>
                          </a:lnTo>
                          <a:lnTo>
                            <a:pt x="25" y="16"/>
                          </a:lnTo>
                          <a:lnTo>
                            <a:pt x="29" y="13"/>
                          </a:lnTo>
                          <a:lnTo>
                            <a:pt x="36" y="8"/>
                          </a:lnTo>
                          <a:lnTo>
                            <a:pt x="38" y="8"/>
                          </a:lnTo>
                          <a:lnTo>
                            <a:pt x="42" y="7"/>
                          </a:lnTo>
                          <a:lnTo>
                            <a:pt x="46" y="2"/>
                          </a:lnTo>
                          <a:lnTo>
                            <a:pt x="53" y="2"/>
                          </a:lnTo>
                          <a:lnTo>
                            <a:pt x="65" y="0"/>
                          </a:lnTo>
                          <a:lnTo>
                            <a:pt x="73" y="9"/>
                          </a:lnTo>
                          <a:lnTo>
                            <a:pt x="72" y="13"/>
                          </a:lnTo>
                          <a:lnTo>
                            <a:pt x="77" y="16"/>
                          </a:lnTo>
                          <a:lnTo>
                            <a:pt x="87" y="4"/>
                          </a:lnTo>
                          <a:lnTo>
                            <a:pt x="88" y="16"/>
                          </a:lnTo>
                          <a:lnTo>
                            <a:pt x="93" y="33"/>
                          </a:lnTo>
                          <a:lnTo>
                            <a:pt x="97" y="48"/>
                          </a:lnTo>
                          <a:lnTo>
                            <a:pt x="108" y="64"/>
                          </a:lnTo>
                          <a:lnTo>
                            <a:pt x="108" y="71"/>
                          </a:lnTo>
                          <a:lnTo>
                            <a:pt x="110" y="87"/>
                          </a:lnTo>
                          <a:lnTo>
                            <a:pt x="114" y="94"/>
                          </a:lnTo>
                          <a:lnTo>
                            <a:pt x="120" y="109"/>
                          </a:lnTo>
                          <a:lnTo>
                            <a:pt x="115" y="120"/>
                          </a:lnTo>
                          <a:lnTo>
                            <a:pt x="114" y="125"/>
                          </a:lnTo>
                          <a:lnTo>
                            <a:pt x="107" y="127"/>
                          </a:lnTo>
                          <a:lnTo>
                            <a:pt x="99" y="132"/>
                          </a:lnTo>
                          <a:lnTo>
                            <a:pt x="94" y="136"/>
                          </a:lnTo>
                          <a:lnTo>
                            <a:pt x="96" y="141"/>
                          </a:lnTo>
                          <a:lnTo>
                            <a:pt x="88" y="149"/>
                          </a:lnTo>
                          <a:lnTo>
                            <a:pt x="83" y="152"/>
                          </a:lnTo>
                          <a:lnTo>
                            <a:pt x="80" y="152"/>
                          </a:lnTo>
                          <a:lnTo>
                            <a:pt x="73" y="157"/>
                          </a:lnTo>
                          <a:lnTo>
                            <a:pt x="74" y="162"/>
                          </a:lnTo>
                          <a:lnTo>
                            <a:pt x="65" y="169"/>
                          </a:lnTo>
                          <a:lnTo>
                            <a:pt x="65" y="176"/>
                          </a:lnTo>
                          <a:lnTo>
                            <a:pt x="62" y="184"/>
                          </a:lnTo>
                          <a:lnTo>
                            <a:pt x="62" y="193"/>
                          </a:lnTo>
                          <a:lnTo>
                            <a:pt x="61" y="198"/>
                          </a:lnTo>
                          <a:lnTo>
                            <a:pt x="58" y="202"/>
                          </a:lnTo>
                          <a:lnTo>
                            <a:pt x="49" y="202"/>
                          </a:lnTo>
                          <a:lnTo>
                            <a:pt x="42" y="201"/>
                          </a:lnTo>
                          <a:lnTo>
                            <a:pt x="32" y="195"/>
                          </a:lnTo>
                          <a:lnTo>
                            <a:pt x="27" y="189"/>
                          </a:lnTo>
                          <a:lnTo>
                            <a:pt x="26" y="184"/>
                          </a:lnTo>
                          <a:lnTo>
                            <a:pt x="26" y="178"/>
                          </a:lnTo>
                          <a:lnTo>
                            <a:pt x="22" y="169"/>
                          </a:lnTo>
                          <a:lnTo>
                            <a:pt x="20" y="163"/>
                          </a:lnTo>
                          <a:lnTo>
                            <a:pt x="21" y="157"/>
                          </a:lnTo>
                          <a:lnTo>
                            <a:pt x="20" y="149"/>
                          </a:lnTo>
                          <a:lnTo>
                            <a:pt x="16" y="146"/>
                          </a:lnTo>
                          <a:lnTo>
                            <a:pt x="22" y="140"/>
                          </a:lnTo>
                          <a:lnTo>
                            <a:pt x="26" y="132"/>
                          </a:lnTo>
                          <a:lnTo>
                            <a:pt x="25" y="129"/>
                          </a:lnTo>
                          <a:lnTo>
                            <a:pt x="23" y="122"/>
                          </a:lnTo>
                          <a:lnTo>
                            <a:pt x="18" y="115"/>
                          </a:lnTo>
                          <a:lnTo>
                            <a:pt x="21" y="104"/>
                          </a:lnTo>
                          <a:lnTo>
                            <a:pt x="19" y="93"/>
                          </a:lnTo>
                          <a:lnTo>
                            <a:pt x="17" y="82"/>
                          </a:lnTo>
                          <a:lnTo>
                            <a:pt x="14" y="71"/>
                          </a:lnTo>
                          <a:lnTo>
                            <a:pt x="8" y="66"/>
                          </a:lnTo>
                          <a:lnTo>
                            <a:pt x="0" y="61"/>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311" name="Freeform 31">
                      <a:extLst>
                        <a:ext uri="{FF2B5EF4-FFF2-40B4-BE49-F238E27FC236}">
                          <a16:creationId xmlns:a16="http://schemas.microsoft.com/office/drawing/2014/main" id="{93C9B449-CEA2-8B3F-E7AB-61FE6C50FDAA}"/>
                        </a:ext>
                      </a:extLst>
                    </p:cNvPr>
                    <p:cNvSpPr>
                      <a:spLocks/>
                    </p:cNvSpPr>
                    <p:nvPr/>
                  </p:nvSpPr>
                  <p:spPr bwMode="auto">
                    <a:xfrm>
                      <a:off x="1771" y="2314"/>
                      <a:ext cx="40" cy="42"/>
                    </a:xfrm>
                    <a:custGeom>
                      <a:avLst/>
                      <a:gdLst>
                        <a:gd name="T0" fmla="*/ 0 w 40"/>
                        <a:gd name="T1" fmla="*/ 29 h 42"/>
                        <a:gd name="T2" fmla="*/ 15 w 40"/>
                        <a:gd name="T3" fmla="*/ 35 h 42"/>
                        <a:gd name="T4" fmla="*/ 24 w 40"/>
                        <a:gd name="T5" fmla="*/ 35 h 42"/>
                        <a:gd name="T6" fmla="*/ 31 w 40"/>
                        <a:gd name="T7" fmla="*/ 38 h 42"/>
                        <a:gd name="T8" fmla="*/ 35 w 40"/>
                        <a:gd name="T9" fmla="*/ 41 h 42"/>
                        <a:gd name="T10" fmla="*/ 39 w 40"/>
                        <a:gd name="T11" fmla="*/ 33 h 42"/>
                        <a:gd name="T12" fmla="*/ 38 w 40"/>
                        <a:gd name="T13" fmla="*/ 28 h 42"/>
                        <a:gd name="T14" fmla="*/ 39 w 40"/>
                        <a:gd name="T15" fmla="*/ 24 h 42"/>
                        <a:gd name="T16" fmla="*/ 37 w 40"/>
                        <a:gd name="T17" fmla="*/ 20 h 42"/>
                        <a:gd name="T18" fmla="*/ 34 w 40"/>
                        <a:gd name="T19" fmla="*/ 22 h 42"/>
                        <a:gd name="T20" fmla="*/ 24 w 40"/>
                        <a:gd name="T21" fmla="*/ 12 h 42"/>
                        <a:gd name="T22" fmla="*/ 24 w 40"/>
                        <a:gd name="T23" fmla="*/ 4 h 42"/>
                        <a:gd name="T24" fmla="*/ 29 w 40"/>
                        <a:gd name="T25" fmla="*/ 1 h 42"/>
                        <a:gd name="T26" fmla="*/ 25 w 40"/>
                        <a:gd name="T27" fmla="*/ 0 h 42"/>
                        <a:gd name="T28" fmla="*/ 15 w 40"/>
                        <a:gd name="T29" fmla="*/ 5 h 42"/>
                        <a:gd name="T30" fmla="*/ 15 w 40"/>
                        <a:gd name="T31" fmla="*/ 11 h 42"/>
                        <a:gd name="T32" fmla="*/ 13 w 40"/>
                        <a:gd name="T33" fmla="*/ 18 h 42"/>
                        <a:gd name="T34" fmla="*/ 8 w 40"/>
                        <a:gd name="T35" fmla="*/ 26 h 42"/>
                        <a:gd name="T36" fmla="*/ 0 w 40"/>
                        <a:gd name="T37" fmla="*/ 29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42">
                          <a:moveTo>
                            <a:pt x="0" y="29"/>
                          </a:moveTo>
                          <a:lnTo>
                            <a:pt x="15" y="35"/>
                          </a:lnTo>
                          <a:lnTo>
                            <a:pt x="24" y="35"/>
                          </a:lnTo>
                          <a:lnTo>
                            <a:pt x="31" y="38"/>
                          </a:lnTo>
                          <a:lnTo>
                            <a:pt x="35" y="41"/>
                          </a:lnTo>
                          <a:lnTo>
                            <a:pt x="39" y="33"/>
                          </a:lnTo>
                          <a:lnTo>
                            <a:pt x="38" y="28"/>
                          </a:lnTo>
                          <a:lnTo>
                            <a:pt x="39" y="24"/>
                          </a:lnTo>
                          <a:lnTo>
                            <a:pt x="37" y="20"/>
                          </a:lnTo>
                          <a:lnTo>
                            <a:pt x="34" y="22"/>
                          </a:lnTo>
                          <a:lnTo>
                            <a:pt x="24" y="12"/>
                          </a:lnTo>
                          <a:lnTo>
                            <a:pt x="24" y="4"/>
                          </a:lnTo>
                          <a:lnTo>
                            <a:pt x="29" y="1"/>
                          </a:lnTo>
                          <a:lnTo>
                            <a:pt x="25" y="0"/>
                          </a:lnTo>
                          <a:lnTo>
                            <a:pt x="15" y="5"/>
                          </a:lnTo>
                          <a:lnTo>
                            <a:pt x="15" y="11"/>
                          </a:lnTo>
                          <a:lnTo>
                            <a:pt x="13" y="18"/>
                          </a:lnTo>
                          <a:lnTo>
                            <a:pt x="8" y="26"/>
                          </a:lnTo>
                          <a:lnTo>
                            <a:pt x="0" y="29"/>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grpSp>
              <p:nvGrpSpPr>
                <p:cNvPr id="138292" name="Group 32">
                  <a:extLst>
                    <a:ext uri="{FF2B5EF4-FFF2-40B4-BE49-F238E27FC236}">
                      <a16:creationId xmlns:a16="http://schemas.microsoft.com/office/drawing/2014/main" id="{4094FF96-032D-5273-B1C6-94B45FB40360}"/>
                    </a:ext>
                  </a:extLst>
                </p:cNvPr>
                <p:cNvGrpSpPr>
                  <a:grpSpLocks/>
                </p:cNvGrpSpPr>
                <p:nvPr/>
              </p:nvGrpSpPr>
              <p:grpSpPr bwMode="auto">
                <a:xfrm>
                  <a:off x="1579" y="2288"/>
                  <a:ext cx="83" cy="86"/>
                  <a:chOff x="1579" y="2288"/>
                  <a:chExt cx="83" cy="86"/>
                </a:xfrm>
              </p:grpSpPr>
              <p:sp>
                <p:nvSpPr>
                  <p:cNvPr id="138296" name="Freeform 33">
                    <a:extLst>
                      <a:ext uri="{FF2B5EF4-FFF2-40B4-BE49-F238E27FC236}">
                        <a16:creationId xmlns:a16="http://schemas.microsoft.com/office/drawing/2014/main" id="{91FFD3BA-37AA-DB1F-2CDB-DD20177C0CDE}"/>
                      </a:ext>
                    </a:extLst>
                  </p:cNvPr>
                  <p:cNvSpPr>
                    <a:spLocks/>
                  </p:cNvSpPr>
                  <p:nvPr/>
                </p:nvSpPr>
                <p:spPr bwMode="auto">
                  <a:xfrm>
                    <a:off x="1579" y="2288"/>
                    <a:ext cx="56" cy="62"/>
                  </a:xfrm>
                  <a:custGeom>
                    <a:avLst/>
                    <a:gdLst>
                      <a:gd name="T0" fmla="*/ 0 w 56"/>
                      <a:gd name="T1" fmla="*/ 6 h 62"/>
                      <a:gd name="T2" fmla="*/ 8 w 56"/>
                      <a:gd name="T3" fmla="*/ 2 h 62"/>
                      <a:gd name="T4" fmla="*/ 10 w 56"/>
                      <a:gd name="T5" fmla="*/ 4 h 62"/>
                      <a:gd name="T6" fmla="*/ 16 w 56"/>
                      <a:gd name="T7" fmla="*/ 2 h 62"/>
                      <a:gd name="T8" fmla="*/ 24 w 56"/>
                      <a:gd name="T9" fmla="*/ 0 h 62"/>
                      <a:gd name="T10" fmla="*/ 29 w 56"/>
                      <a:gd name="T11" fmla="*/ 4 h 62"/>
                      <a:gd name="T12" fmla="*/ 33 w 56"/>
                      <a:gd name="T13" fmla="*/ 4 h 62"/>
                      <a:gd name="T14" fmla="*/ 36 w 56"/>
                      <a:gd name="T15" fmla="*/ 10 h 62"/>
                      <a:gd name="T16" fmla="*/ 40 w 56"/>
                      <a:gd name="T17" fmla="*/ 12 h 62"/>
                      <a:gd name="T18" fmla="*/ 39 w 56"/>
                      <a:gd name="T19" fmla="*/ 17 h 62"/>
                      <a:gd name="T20" fmla="*/ 40 w 56"/>
                      <a:gd name="T21" fmla="*/ 24 h 62"/>
                      <a:gd name="T22" fmla="*/ 41 w 56"/>
                      <a:gd name="T23" fmla="*/ 28 h 62"/>
                      <a:gd name="T24" fmla="*/ 48 w 56"/>
                      <a:gd name="T25" fmla="*/ 37 h 62"/>
                      <a:gd name="T26" fmla="*/ 51 w 56"/>
                      <a:gd name="T27" fmla="*/ 39 h 62"/>
                      <a:gd name="T28" fmla="*/ 54 w 56"/>
                      <a:gd name="T29" fmla="*/ 40 h 62"/>
                      <a:gd name="T30" fmla="*/ 55 w 56"/>
                      <a:gd name="T31" fmla="*/ 45 h 62"/>
                      <a:gd name="T32" fmla="*/ 49 w 56"/>
                      <a:gd name="T33" fmla="*/ 51 h 62"/>
                      <a:gd name="T34" fmla="*/ 41 w 56"/>
                      <a:gd name="T35" fmla="*/ 61 h 62"/>
                      <a:gd name="T36" fmla="*/ 39 w 56"/>
                      <a:gd name="T37" fmla="*/ 61 h 62"/>
                      <a:gd name="T38" fmla="*/ 37 w 56"/>
                      <a:gd name="T39" fmla="*/ 54 h 62"/>
                      <a:gd name="T40" fmla="*/ 38 w 56"/>
                      <a:gd name="T41" fmla="*/ 46 h 62"/>
                      <a:gd name="T42" fmla="*/ 40 w 56"/>
                      <a:gd name="T43" fmla="*/ 43 h 62"/>
                      <a:gd name="T44" fmla="*/ 39 w 56"/>
                      <a:gd name="T45" fmla="*/ 38 h 62"/>
                      <a:gd name="T46" fmla="*/ 26 w 56"/>
                      <a:gd name="T47" fmla="*/ 40 h 62"/>
                      <a:gd name="T48" fmla="*/ 16 w 56"/>
                      <a:gd name="T49" fmla="*/ 49 h 62"/>
                      <a:gd name="T50" fmla="*/ 16 w 56"/>
                      <a:gd name="T51" fmla="*/ 52 h 62"/>
                      <a:gd name="T52" fmla="*/ 13 w 56"/>
                      <a:gd name="T53" fmla="*/ 58 h 62"/>
                      <a:gd name="T54" fmla="*/ 7 w 56"/>
                      <a:gd name="T55" fmla="*/ 59 h 62"/>
                      <a:gd name="T56" fmla="*/ 4 w 56"/>
                      <a:gd name="T57" fmla="*/ 56 h 62"/>
                      <a:gd name="T58" fmla="*/ 7 w 56"/>
                      <a:gd name="T59" fmla="*/ 51 h 62"/>
                      <a:gd name="T60" fmla="*/ 8 w 56"/>
                      <a:gd name="T61" fmla="*/ 46 h 62"/>
                      <a:gd name="T62" fmla="*/ 9 w 56"/>
                      <a:gd name="T63" fmla="*/ 45 h 62"/>
                      <a:gd name="T64" fmla="*/ 9 w 56"/>
                      <a:gd name="T65" fmla="*/ 41 h 62"/>
                      <a:gd name="T66" fmla="*/ 15 w 56"/>
                      <a:gd name="T67" fmla="*/ 32 h 62"/>
                      <a:gd name="T68" fmla="*/ 19 w 56"/>
                      <a:gd name="T69" fmla="*/ 32 h 62"/>
                      <a:gd name="T70" fmla="*/ 24 w 56"/>
                      <a:gd name="T71" fmla="*/ 33 h 62"/>
                      <a:gd name="T72" fmla="*/ 28 w 56"/>
                      <a:gd name="T73" fmla="*/ 30 h 62"/>
                      <a:gd name="T74" fmla="*/ 31 w 56"/>
                      <a:gd name="T75" fmla="*/ 29 h 62"/>
                      <a:gd name="T76" fmla="*/ 32 w 56"/>
                      <a:gd name="T77" fmla="*/ 26 h 62"/>
                      <a:gd name="T78" fmla="*/ 21 w 56"/>
                      <a:gd name="T79" fmla="*/ 24 h 62"/>
                      <a:gd name="T80" fmla="*/ 22 w 56"/>
                      <a:gd name="T81" fmla="*/ 14 h 62"/>
                      <a:gd name="T82" fmla="*/ 18 w 56"/>
                      <a:gd name="T83" fmla="*/ 14 h 62"/>
                      <a:gd name="T84" fmla="*/ 10 w 56"/>
                      <a:gd name="T85" fmla="*/ 14 h 62"/>
                      <a:gd name="T86" fmla="*/ 0 w 56"/>
                      <a:gd name="T87" fmla="*/ 6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6" h="62">
                        <a:moveTo>
                          <a:pt x="0" y="6"/>
                        </a:moveTo>
                        <a:lnTo>
                          <a:pt x="8" y="2"/>
                        </a:lnTo>
                        <a:lnTo>
                          <a:pt x="10" y="4"/>
                        </a:lnTo>
                        <a:lnTo>
                          <a:pt x="16" y="2"/>
                        </a:lnTo>
                        <a:lnTo>
                          <a:pt x="24" y="0"/>
                        </a:lnTo>
                        <a:lnTo>
                          <a:pt x="29" y="4"/>
                        </a:lnTo>
                        <a:lnTo>
                          <a:pt x="33" y="4"/>
                        </a:lnTo>
                        <a:lnTo>
                          <a:pt x="36" y="10"/>
                        </a:lnTo>
                        <a:lnTo>
                          <a:pt x="40" y="12"/>
                        </a:lnTo>
                        <a:lnTo>
                          <a:pt x="39" y="17"/>
                        </a:lnTo>
                        <a:lnTo>
                          <a:pt x="40" y="24"/>
                        </a:lnTo>
                        <a:lnTo>
                          <a:pt x="41" y="28"/>
                        </a:lnTo>
                        <a:lnTo>
                          <a:pt x="48" y="37"/>
                        </a:lnTo>
                        <a:lnTo>
                          <a:pt x="51" y="39"/>
                        </a:lnTo>
                        <a:lnTo>
                          <a:pt x="54" y="40"/>
                        </a:lnTo>
                        <a:lnTo>
                          <a:pt x="55" y="45"/>
                        </a:lnTo>
                        <a:lnTo>
                          <a:pt x="49" y="51"/>
                        </a:lnTo>
                        <a:lnTo>
                          <a:pt x="41" y="61"/>
                        </a:lnTo>
                        <a:lnTo>
                          <a:pt x="39" y="61"/>
                        </a:lnTo>
                        <a:lnTo>
                          <a:pt x="37" y="54"/>
                        </a:lnTo>
                        <a:lnTo>
                          <a:pt x="38" y="46"/>
                        </a:lnTo>
                        <a:lnTo>
                          <a:pt x="40" y="43"/>
                        </a:lnTo>
                        <a:lnTo>
                          <a:pt x="39" y="38"/>
                        </a:lnTo>
                        <a:lnTo>
                          <a:pt x="26" y="40"/>
                        </a:lnTo>
                        <a:lnTo>
                          <a:pt x="16" y="49"/>
                        </a:lnTo>
                        <a:lnTo>
                          <a:pt x="16" y="52"/>
                        </a:lnTo>
                        <a:lnTo>
                          <a:pt x="13" y="58"/>
                        </a:lnTo>
                        <a:lnTo>
                          <a:pt x="7" y="59"/>
                        </a:lnTo>
                        <a:lnTo>
                          <a:pt x="4" y="56"/>
                        </a:lnTo>
                        <a:lnTo>
                          <a:pt x="7" y="51"/>
                        </a:lnTo>
                        <a:lnTo>
                          <a:pt x="8" y="46"/>
                        </a:lnTo>
                        <a:lnTo>
                          <a:pt x="9" y="45"/>
                        </a:lnTo>
                        <a:lnTo>
                          <a:pt x="9" y="41"/>
                        </a:lnTo>
                        <a:lnTo>
                          <a:pt x="15" y="32"/>
                        </a:lnTo>
                        <a:lnTo>
                          <a:pt x="19" y="32"/>
                        </a:lnTo>
                        <a:lnTo>
                          <a:pt x="24" y="33"/>
                        </a:lnTo>
                        <a:lnTo>
                          <a:pt x="28" y="30"/>
                        </a:lnTo>
                        <a:lnTo>
                          <a:pt x="31" y="29"/>
                        </a:lnTo>
                        <a:lnTo>
                          <a:pt x="32" y="26"/>
                        </a:lnTo>
                        <a:lnTo>
                          <a:pt x="21" y="24"/>
                        </a:lnTo>
                        <a:lnTo>
                          <a:pt x="22" y="14"/>
                        </a:lnTo>
                        <a:lnTo>
                          <a:pt x="18" y="14"/>
                        </a:lnTo>
                        <a:lnTo>
                          <a:pt x="10" y="14"/>
                        </a:lnTo>
                        <a:lnTo>
                          <a:pt x="0" y="6"/>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97" name="Freeform 34">
                    <a:extLst>
                      <a:ext uri="{FF2B5EF4-FFF2-40B4-BE49-F238E27FC236}">
                        <a16:creationId xmlns:a16="http://schemas.microsoft.com/office/drawing/2014/main" id="{7784C62D-D0DD-1A7C-F637-C0070E4B4046}"/>
                      </a:ext>
                    </a:extLst>
                  </p:cNvPr>
                  <p:cNvSpPr>
                    <a:spLocks/>
                  </p:cNvSpPr>
                  <p:nvPr/>
                </p:nvSpPr>
                <p:spPr bwMode="auto">
                  <a:xfrm>
                    <a:off x="1610" y="2358"/>
                    <a:ext cx="23" cy="16"/>
                  </a:xfrm>
                  <a:custGeom>
                    <a:avLst/>
                    <a:gdLst>
                      <a:gd name="T0" fmla="*/ 0 w 23"/>
                      <a:gd name="T1" fmla="*/ 9 h 16"/>
                      <a:gd name="T2" fmla="*/ 12 w 23"/>
                      <a:gd name="T3" fmla="*/ 15 h 16"/>
                      <a:gd name="T4" fmla="*/ 22 w 23"/>
                      <a:gd name="T5" fmla="*/ 1 h 16"/>
                      <a:gd name="T6" fmla="*/ 12 w 23"/>
                      <a:gd name="T7" fmla="*/ 0 h 16"/>
                      <a:gd name="T8" fmla="*/ 8 w 23"/>
                      <a:gd name="T9" fmla="*/ 3 h 16"/>
                      <a:gd name="T10" fmla="*/ 0 w 23"/>
                      <a:gd name="T11" fmla="*/ 9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16">
                        <a:moveTo>
                          <a:pt x="0" y="9"/>
                        </a:moveTo>
                        <a:lnTo>
                          <a:pt x="12" y="15"/>
                        </a:lnTo>
                        <a:lnTo>
                          <a:pt x="22" y="1"/>
                        </a:lnTo>
                        <a:lnTo>
                          <a:pt x="12" y="0"/>
                        </a:lnTo>
                        <a:lnTo>
                          <a:pt x="8" y="3"/>
                        </a:lnTo>
                        <a:lnTo>
                          <a:pt x="0" y="9"/>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98" name="Freeform 35">
                    <a:extLst>
                      <a:ext uri="{FF2B5EF4-FFF2-40B4-BE49-F238E27FC236}">
                        <a16:creationId xmlns:a16="http://schemas.microsoft.com/office/drawing/2014/main" id="{3B18FE05-9148-9788-9ED9-E419947045CD}"/>
                      </a:ext>
                    </a:extLst>
                  </p:cNvPr>
                  <p:cNvSpPr>
                    <a:spLocks/>
                  </p:cNvSpPr>
                  <p:nvPr/>
                </p:nvSpPr>
                <p:spPr bwMode="auto">
                  <a:xfrm>
                    <a:off x="1642" y="2353"/>
                    <a:ext cx="20" cy="16"/>
                  </a:xfrm>
                  <a:custGeom>
                    <a:avLst/>
                    <a:gdLst>
                      <a:gd name="T0" fmla="*/ 0 w 20"/>
                      <a:gd name="T1" fmla="*/ 11 h 16"/>
                      <a:gd name="T2" fmla="*/ 11 w 20"/>
                      <a:gd name="T3" fmla="*/ 15 h 16"/>
                      <a:gd name="T4" fmla="*/ 19 w 20"/>
                      <a:gd name="T5" fmla="*/ 2 h 16"/>
                      <a:gd name="T6" fmla="*/ 14 w 20"/>
                      <a:gd name="T7" fmla="*/ 0 h 16"/>
                      <a:gd name="T8" fmla="*/ 0 w 20"/>
                      <a:gd name="T9" fmla="*/ 11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6">
                        <a:moveTo>
                          <a:pt x="0" y="11"/>
                        </a:moveTo>
                        <a:lnTo>
                          <a:pt x="11" y="15"/>
                        </a:lnTo>
                        <a:lnTo>
                          <a:pt x="19" y="2"/>
                        </a:lnTo>
                        <a:lnTo>
                          <a:pt x="14" y="0"/>
                        </a:lnTo>
                        <a:lnTo>
                          <a:pt x="0" y="11"/>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38293" name="Group 36">
                  <a:extLst>
                    <a:ext uri="{FF2B5EF4-FFF2-40B4-BE49-F238E27FC236}">
                      <a16:creationId xmlns:a16="http://schemas.microsoft.com/office/drawing/2014/main" id="{34CC7B80-554E-77C5-D9BE-32F022122FE9}"/>
                    </a:ext>
                  </a:extLst>
                </p:cNvPr>
                <p:cNvGrpSpPr>
                  <a:grpSpLocks/>
                </p:cNvGrpSpPr>
                <p:nvPr/>
              </p:nvGrpSpPr>
              <p:grpSpPr bwMode="auto">
                <a:xfrm>
                  <a:off x="1813" y="1824"/>
                  <a:ext cx="19" cy="31"/>
                  <a:chOff x="1813" y="1824"/>
                  <a:chExt cx="19" cy="31"/>
                </a:xfrm>
              </p:grpSpPr>
              <p:sp>
                <p:nvSpPr>
                  <p:cNvPr id="138294" name="Freeform 37">
                    <a:extLst>
                      <a:ext uri="{FF2B5EF4-FFF2-40B4-BE49-F238E27FC236}">
                        <a16:creationId xmlns:a16="http://schemas.microsoft.com/office/drawing/2014/main" id="{C287E44A-2C07-696E-A311-E2E98498F0AB}"/>
                      </a:ext>
                    </a:extLst>
                  </p:cNvPr>
                  <p:cNvSpPr>
                    <a:spLocks/>
                  </p:cNvSpPr>
                  <p:nvPr/>
                </p:nvSpPr>
                <p:spPr bwMode="auto">
                  <a:xfrm>
                    <a:off x="1813" y="1839"/>
                    <a:ext cx="19" cy="16"/>
                  </a:xfrm>
                  <a:custGeom>
                    <a:avLst/>
                    <a:gdLst>
                      <a:gd name="T0" fmla="*/ 0 w 19"/>
                      <a:gd name="T1" fmla="*/ 10 h 16"/>
                      <a:gd name="T2" fmla="*/ 18 w 19"/>
                      <a:gd name="T3" fmla="*/ 15 h 16"/>
                      <a:gd name="T4" fmla="*/ 17 w 19"/>
                      <a:gd name="T5" fmla="*/ 7 h 16"/>
                      <a:gd name="T6" fmla="*/ 17 w 19"/>
                      <a:gd name="T7" fmla="*/ 0 h 16"/>
                      <a:gd name="T8" fmla="*/ 9 w 19"/>
                      <a:gd name="T9" fmla="*/ 4 h 16"/>
                      <a:gd name="T10" fmla="*/ 0 w 19"/>
                      <a:gd name="T11" fmla="*/ 1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6">
                        <a:moveTo>
                          <a:pt x="0" y="10"/>
                        </a:moveTo>
                        <a:lnTo>
                          <a:pt x="18" y="15"/>
                        </a:lnTo>
                        <a:lnTo>
                          <a:pt x="17" y="7"/>
                        </a:lnTo>
                        <a:lnTo>
                          <a:pt x="17" y="0"/>
                        </a:lnTo>
                        <a:lnTo>
                          <a:pt x="9" y="4"/>
                        </a:lnTo>
                        <a:lnTo>
                          <a:pt x="0" y="1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95" name="Freeform 38">
                    <a:extLst>
                      <a:ext uri="{FF2B5EF4-FFF2-40B4-BE49-F238E27FC236}">
                        <a16:creationId xmlns:a16="http://schemas.microsoft.com/office/drawing/2014/main" id="{648045F4-32D6-B9B3-CB04-9D8C1FEA6D48}"/>
                      </a:ext>
                    </a:extLst>
                  </p:cNvPr>
                  <p:cNvSpPr>
                    <a:spLocks/>
                  </p:cNvSpPr>
                  <p:nvPr/>
                </p:nvSpPr>
                <p:spPr bwMode="auto">
                  <a:xfrm>
                    <a:off x="1813" y="1824"/>
                    <a:ext cx="17" cy="16"/>
                  </a:xfrm>
                  <a:custGeom>
                    <a:avLst/>
                    <a:gdLst>
                      <a:gd name="T0" fmla="*/ 0 w 17"/>
                      <a:gd name="T1" fmla="*/ 9 h 16"/>
                      <a:gd name="T2" fmla="*/ 16 w 17"/>
                      <a:gd name="T3" fmla="*/ 0 h 16"/>
                      <a:gd name="T4" fmla="*/ 14 w 17"/>
                      <a:gd name="T5" fmla="*/ 15 h 16"/>
                      <a:gd name="T6" fmla="*/ 0 w 17"/>
                      <a:gd name="T7" fmla="*/ 9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6">
                        <a:moveTo>
                          <a:pt x="0" y="9"/>
                        </a:moveTo>
                        <a:lnTo>
                          <a:pt x="16" y="0"/>
                        </a:lnTo>
                        <a:lnTo>
                          <a:pt x="14" y="15"/>
                        </a:lnTo>
                        <a:lnTo>
                          <a:pt x="0" y="9"/>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grpSp>
            <p:nvGrpSpPr>
              <p:cNvPr id="138276" name="Group 39">
                <a:extLst>
                  <a:ext uri="{FF2B5EF4-FFF2-40B4-BE49-F238E27FC236}">
                    <a16:creationId xmlns:a16="http://schemas.microsoft.com/office/drawing/2014/main" id="{5104695E-09D2-8C76-8BC7-9D42D3D46E2A}"/>
                  </a:ext>
                </a:extLst>
              </p:cNvPr>
              <p:cNvGrpSpPr>
                <a:grpSpLocks/>
              </p:cNvGrpSpPr>
              <p:nvPr/>
            </p:nvGrpSpPr>
            <p:grpSpPr bwMode="auto">
              <a:xfrm>
                <a:off x="1600" y="1682"/>
                <a:ext cx="1069" cy="1346"/>
                <a:chOff x="1600" y="1682"/>
                <a:chExt cx="1069" cy="1346"/>
              </a:xfrm>
            </p:grpSpPr>
            <p:sp>
              <p:nvSpPr>
                <p:cNvPr id="138277" name="Freeform 40">
                  <a:extLst>
                    <a:ext uri="{FF2B5EF4-FFF2-40B4-BE49-F238E27FC236}">
                      <a16:creationId xmlns:a16="http://schemas.microsoft.com/office/drawing/2014/main" id="{D231AEA1-6D64-41D9-8F8F-43C855090975}"/>
                    </a:ext>
                  </a:extLst>
                </p:cNvPr>
                <p:cNvSpPr>
                  <a:spLocks/>
                </p:cNvSpPr>
                <p:nvPr/>
              </p:nvSpPr>
              <p:spPr bwMode="auto">
                <a:xfrm>
                  <a:off x="2088" y="2275"/>
                  <a:ext cx="581" cy="753"/>
                </a:xfrm>
                <a:custGeom>
                  <a:avLst/>
                  <a:gdLst>
                    <a:gd name="T0" fmla="*/ 82 w 581"/>
                    <a:gd name="T1" fmla="*/ 102 h 753"/>
                    <a:gd name="T2" fmla="*/ 113 w 581"/>
                    <a:gd name="T3" fmla="*/ 70 h 753"/>
                    <a:gd name="T4" fmla="*/ 160 w 581"/>
                    <a:gd name="T5" fmla="*/ 81 h 753"/>
                    <a:gd name="T6" fmla="*/ 181 w 581"/>
                    <a:gd name="T7" fmla="*/ 73 h 753"/>
                    <a:gd name="T8" fmla="*/ 198 w 581"/>
                    <a:gd name="T9" fmla="*/ 68 h 753"/>
                    <a:gd name="T10" fmla="*/ 233 w 581"/>
                    <a:gd name="T11" fmla="*/ 59 h 753"/>
                    <a:gd name="T12" fmla="*/ 238 w 581"/>
                    <a:gd name="T13" fmla="*/ 26 h 753"/>
                    <a:gd name="T14" fmla="*/ 274 w 581"/>
                    <a:gd name="T15" fmla="*/ 5 h 753"/>
                    <a:gd name="T16" fmla="*/ 297 w 581"/>
                    <a:gd name="T17" fmla="*/ 0 h 753"/>
                    <a:gd name="T18" fmla="*/ 332 w 581"/>
                    <a:gd name="T19" fmla="*/ 13 h 753"/>
                    <a:gd name="T20" fmla="*/ 358 w 581"/>
                    <a:gd name="T21" fmla="*/ 24 h 753"/>
                    <a:gd name="T22" fmla="*/ 391 w 581"/>
                    <a:gd name="T23" fmla="*/ 41 h 753"/>
                    <a:gd name="T24" fmla="*/ 420 w 581"/>
                    <a:gd name="T25" fmla="*/ 75 h 753"/>
                    <a:gd name="T26" fmla="*/ 478 w 581"/>
                    <a:gd name="T27" fmla="*/ 78 h 753"/>
                    <a:gd name="T28" fmla="*/ 532 w 581"/>
                    <a:gd name="T29" fmla="*/ 62 h 753"/>
                    <a:gd name="T30" fmla="*/ 542 w 581"/>
                    <a:gd name="T31" fmla="*/ 31 h 753"/>
                    <a:gd name="T32" fmla="*/ 561 w 581"/>
                    <a:gd name="T33" fmla="*/ 47 h 753"/>
                    <a:gd name="T34" fmla="*/ 571 w 581"/>
                    <a:gd name="T35" fmla="*/ 106 h 753"/>
                    <a:gd name="T36" fmla="*/ 558 w 581"/>
                    <a:gd name="T37" fmla="*/ 149 h 753"/>
                    <a:gd name="T38" fmla="*/ 568 w 581"/>
                    <a:gd name="T39" fmla="*/ 176 h 753"/>
                    <a:gd name="T40" fmla="*/ 556 w 581"/>
                    <a:gd name="T41" fmla="*/ 226 h 753"/>
                    <a:gd name="T42" fmla="*/ 540 w 581"/>
                    <a:gd name="T43" fmla="*/ 257 h 753"/>
                    <a:gd name="T44" fmla="*/ 547 w 581"/>
                    <a:gd name="T45" fmla="*/ 299 h 753"/>
                    <a:gd name="T46" fmla="*/ 545 w 581"/>
                    <a:gd name="T47" fmla="*/ 327 h 753"/>
                    <a:gd name="T48" fmla="*/ 558 w 581"/>
                    <a:gd name="T49" fmla="*/ 354 h 753"/>
                    <a:gd name="T50" fmla="*/ 575 w 581"/>
                    <a:gd name="T51" fmla="*/ 398 h 753"/>
                    <a:gd name="T52" fmla="*/ 555 w 581"/>
                    <a:gd name="T53" fmla="*/ 480 h 753"/>
                    <a:gd name="T54" fmla="*/ 530 w 581"/>
                    <a:gd name="T55" fmla="*/ 546 h 753"/>
                    <a:gd name="T56" fmla="*/ 495 w 581"/>
                    <a:gd name="T57" fmla="*/ 620 h 753"/>
                    <a:gd name="T58" fmla="*/ 458 w 581"/>
                    <a:gd name="T59" fmla="*/ 681 h 753"/>
                    <a:gd name="T60" fmla="*/ 414 w 581"/>
                    <a:gd name="T61" fmla="*/ 741 h 753"/>
                    <a:gd name="T62" fmla="*/ 373 w 581"/>
                    <a:gd name="T63" fmla="*/ 746 h 753"/>
                    <a:gd name="T64" fmla="*/ 368 w 581"/>
                    <a:gd name="T65" fmla="*/ 717 h 753"/>
                    <a:gd name="T66" fmla="*/ 363 w 581"/>
                    <a:gd name="T67" fmla="*/ 689 h 753"/>
                    <a:gd name="T68" fmla="*/ 355 w 581"/>
                    <a:gd name="T69" fmla="*/ 666 h 753"/>
                    <a:gd name="T70" fmla="*/ 345 w 581"/>
                    <a:gd name="T71" fmla="*/ 609 h 753"/>
                    <a:gd name="T72" fmla="*/ 329 w 581"/>
                    <a:gd name="T73" fmla="*/ 582 h 753"/>
                    <a:gd name="T74" fmla="*/ 326 w 581"/>
                    <a:gd name="T75" fmla="*/ 544 h 753"/>
                    <a:gd name="T76" fmla="*/ 329 w 581"/>
                    <a:gd name="T77" fmla="*/ 514 h 753"/>
                    <a:gd name="T78" fmla="*/ 335 w 581"/>
                    <a:gd name="T79" fmla="*/ 491 h 753"/>
                    <a:gd name="T80" fmla="*/ 326 w 581"/>
                    <a:gd name="T81" fmla="*/ 450 h 753"/>
                    <a:gd name="T82" fmla="*/ 269 w 581"/>
                    <a:gd name="T83" fmla="*/ 395 h 753"/>
                    <a:gd name="T84" fmla="*/ 261 w 581"/>
                    <a:gd name="T85" fmla="*/ 354 h 753"/>
                    <a:gd name="T86" fmla="*/ 222 w 581"/>
                    <a:gd name="T87" fmla="*/ 364 h 753"/>
                    <a:gd name="T88" fmla="*/ 196 w 581"/>
                    <a:gd name="T89" fmla="*/ 366 h 753"/>
                    <a:gd name="T90" fmla="*/ 170 w 581"/>
                    <a:gd name="T91" fmla="*/ 382 h 753"/>
                    <a:gd name="T92" fmla="*/ 139 w 581"/>
                    <a:gd name="T93" fmla="*/ 392 h 753"/>
                    <a:gd name="T94" fmla="*/ 92 w 581"/>
                    <a:gd name="T95" fmla="*/ 406 h 753"/>
                    <a:gd name="T96" fmla="*/ 30 w 581"/>
                    <a:gd name="T97" fmla="*/ 359 h 753"/>
                    <a:gd name="T98" fmla="*/ 16 w 581"/>
                    <a:gd name="T99" fmla="*/ 296 h 753"/>
                    <a:gd name="T100" fmla="*/ 0 w 581"/>
                    <a:gd name="T101" fmla="*/ 268 h 753"/>
                    <a:gd name="T102" fmla="*/ 14 w 581"/>
                    <a:gd name="T103" fmla="*/ 237 h 753"/>
                    <a:gd name="T104" fmla="*/ 14 w 581"/>
                    <a:gd name="T105" fmla="*/ 203 h 753"/>
                    <a:gd name="T106" fmla="*/ 38 w 581"/>
                    <a:gd name="T107" fmla="*/ 184 h 753"/>
                    <a:gd name="T108" fmla="*/ 27 w 581"/>
                    <a:gd name="T109" fmla="*/ 167 h 753"/>
                    <a:gd name="T110" fmla="*/ 35 w 581"/>
                    <a:gd name="T111" fmla="*/ 146 h 7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81" h="753">
                      <a:moveTo>
                        <a:pt x="48" y="114"/>
                      </a:moveTo>
                      <a:lnTo>
                        <a:pt x="82" y="102"/>
                      </a:lnTo>
                      <a:lnTo>
                        <a:pt x="97" y="75"/>
                      </a:lnTo>
                      <a:lnTo>
                        <a:pt x="113" y="70"/>
                      </a:lnTo>
                      <a:lnTo>
                        <a:pt x="137" y="52"/>
                      </a:lnTo>
                      <a:lnTo>
                        <a:pt x="160" y="81"/>
                      </a:lnTo>
                      <a:lnTo>
                        <a:pt x="172" y="70"/>
                      </a:lnTo>
                      <a:lnTo>
                        <a:pt x="181" y="73"/>
                      </a:lnTo>
                      <a:lnTo>
                        <a:pt x="191" y="68"/>
                      </a:lnTo>
                      <a:lnTo>
                        <a:pt x="198" y="68"/>
                      </a:lnTo>
                      <a:lnTo>
                        <a:pt x="214" y="70"/>
                      </a:lnTo>
                      <a:lnTo>
                        <a:pt x="233" y="59"/>
                      </a:lnTo>
                      <a:lnTo>
                        <a:pt x="219" y="44"/>
                      </a:lnTo>
                      <a:lnTo>
                        <a:pt x="238" y="26"/>
                      </a:lnTo>
                      <a:lnTo>
                        <a:pt x="253" y="26"/>
                      </a:lnTo>
                      <a:lnTo>
                        <a:pt x="274" y="5"/>
                      </a:lnTo>
                      <a:lnTo>
                        <a:pt x="290" y="5"/>
                      </a:lnTo>
                      <a:lnTo>
                        <a:pt x="297" y="0"/>
                      </a:lnTo>
                      <a:lnTo>
                        <a:pt x="321" y="5"/>
                      </a:lnTo>
                      <a:lnTo>
                        <a:pt x="332" y="13"/>
                      </a:lnTo>
                      <a:lnTo>
                        <a:pt x="340" y="15"/>
                      </a:lnTo>
                      <a:lnTo>
                        <a:pt x="358" y="24"/>
                      </a:lnTo>
                      <a:lnTo>
                        <a:pt x="376" y="31"/>
                      </a:lnTo>
                      <a:lnTo>
                        <a:pt x="391" y="41"/>
                      </a:lnTo>
                      <a:lnTo>
                        <a:pt x="413" y="62"/>
                      </a:lnTo>
                      <a:lnTo>
                        <a:pt x="420" y="75"/>
                      </a:lnTo>
                      <a:lnTo>
                        <a:pt x="443" y="73"/>
                      </a:lnTo>
                      <a:lnTo>
                        <a:pt x="478" y="78"/>
                      </a:lnTo>
                      <a:lnTo>
                        <a:pt x="495" y="88"/>
                      </a:lnTo>
                      <a:lnTo>
                        <a:pt x="532" y="62"/>
                      </a:lnTo>
                      <a:lnTo>
                        <a:pt x="530" y="47"/>
                      </a:lnTo>
                      <a:lnTo>
                        <a:pt x="542" y="31"/>
                      </a:lnTo>
                      <a:lnTo>
                        <a:pt x="556" y="26"/>
                      </a:lnTo>
                      <a:lnTo>
                        <a:pt x="561" y="47"/>
                      </a:lnTo>
                      <a:lnTo>
                        <a:pt x="564" y="75"/>
                      </a:lnTo>
                      <a:lnTo>
                        <a:pt x="571" y="106"/>
                      </a:lnTo>
                      <a:lnTo>
                        <a:pt x="571" y="129"/>
                      </a:lnTo>
                      <a:lnTo>
                        <a:pt x="558" y="149"/>
                      </a:lnTo>
                      <a:lnTo>
                        <a:pt x="574" y="153"/>
                      </a:lnTo>
                      <a:lnTo>
                        <a:pt x="568" y="176"/>
                      </a:lnTo>
                      <a:lnTo>
                        <a:pt x="564" y="205"/>
                      </a:lnTo>
                      <a:lnTo>
                        <a:pt x="556" y="226"/>
                      </a:lnTo>
                      <a:lnTo>
                        <a:pt x="545" y="245"/>
                      </a:lnTo>
                      <a:lnTo>
                        <a:pt x="540" y="257"/>
                      </a:lnTo>
                      <a:lnTo>
                        <a:pt x="542" y="275"/>
                      </a:lnTo>
                      <a:lnTo>
                        <a:pt x="547" y="299"/>
                      </a:lnTo>
                      <a:lnTo>
                        <a:pt x="542" y="315"/>
                      </a:lnTo>
                      <a:lnTo>
                        <a:pt x="545" y="327"/>
                      </a:lnTo>
                      <a:lnTo>
                        <a:pt x="550" y="338"/>
                      </a:lnTo>
                      <a:lnTo>
                        <a:pt x="558" y="354"/>
                      </a:lnTo>
                      <a:lnTo>
                        <a:pt x="580" y="377"/>
                      </a:lnTo>
                      <a:lnTo>
                        <a:pt x="575" y="398"/>
                      </a:lnTo>
                      <a:lnTo>
                        <a:pt x="567" y="437"/>
                      </a:lnTo>
                      <a:lnTo>
                        <a:pt x="555" y="480"/>
                      </a:lnTo>
                      <a:lnTo>
                        <a:pt x="544" y="511"/>
                      </a:lnTo>
                      <a:lnTo>
                        <a:pt x="530" y="546"/>
                      </a:lnTo>
                      <a:lnTo>
                        <a:pt x="512" y="588"/>
                      </a:lnTo>
                      <a:lnTo>
                        <a:pt x="495" y="620"/>
                      </a:lnTo>
                      <a:lnTo>
                        <a:pt x="475" y="655"/>
                      </a:lnTo>
                      <a:lnTo>
                        <a:pt x="458" y="681"/>
                      </a:lnTo>
                      <a:lnTo>
                        <a:pt x="440" y="710"/>
                      </a:lnTo>
                      <a:lnTo>
                        <a:pt x="414" y="741"/>
                      </a:lnTo>
                      <a:lnTo>
                        <a:pt x="392" y="752"/>
                      </a:lnTo>
                      <a:lnTo>
                        <a:pt x="373" y="746"/>
                      </a:lnTo>
                      <a:lnTo>
                        <a:pt x="363" y="722"/>
                      </a:lnTo>
                      <a:lnTo>
                        <a:pt x="368" y="717"/>
                      </a:lnTo>
                      <a:lnTo>
                        <a:pt x="373" y="699"/>
                      </a:lnTo>
                      <a:lnTo>
                        <a:pt x="363" y="689"/>
                      </a:lnTo>
                      <a:lnTo>
                        <a:pt x="363" y="676"/>
                      </a:lnTo>
                      <a:lnTo>
                        <a:pt x="355" y="666"/>
                      </a:lnTo>
                      <a:lnTo>
                        <a:pt x="355" y="632"/>
                      </a:lnTo>
                      <a:lnTo>
                        <a:pt x="345" y="609"/>
                      </a:lnTo>
                      <a:lnTo>
                        <a:pt x="340" y="595"/>
                      </a:lnTo>
                      <a:lnTo>
                        <a:pt x="329" y="582"/>
                      </a:lnTo>
                      <a:lnTo>
                        <a:pt x="314" y="567"/>
                      </a:lnTo>
                      <a:lnTo>
                        <a:pt x="326" y="544"/>
                      </a:lnTo>
                      <a:lnTo>
                        <a:pt x="329" y="525"/>
                      </a:lnTo>
                      <a:lnTo>
                        <a:pt x="329" y="514"/>
                      </a:lnTo>
                      <a:lnTo>
                        <a:pt x="340" y="506"/>
                      </a:lnTo>
                      <a:lnTo>
                        <a:pt x="335" y="491"/>
                      </a:lnTo>
                      <a:lnTo>
                        <a:pt x="332" y="470"/>
                      </a:lnTo>
                      <a:lnTo>
                        <a:pt x="326" y="450"/>
                      </a:lnTo>
                      <a:lnTo>
                        <a:pt x="274" y="408"/>
                      </a:lnTo>
                      <a:lnTo>
                        <a:pt x="269" y="395"/>
                      </a:lnTo>
                      <a:lnTo>
                        <a:pt x="274" y="366"/>
                      </a:lnTo>
                      <a:lnTo>
                        <a:pt x="261" y="354"/>
                      </a:lnTo>
                      <a:lnTo>
                        <a:pt x="248" y="361"/>
                      </a:lnTo>
                      <a:lnTo>
                        <a:pt x="222" y="364"/>
                      </a:lnTo>
                      <a:lnTo>
                        <a:pt x="213" y="351"/>
                      </a:lnTo>
                      <a:lnTo>
                        <a:pt x="196" y="366"/>
                      </a:lnTo>
                      <a:lnTo>
                        <a:pt x="189" y="382"/>
                      </a:lnTo>
                      <a:lnTo>
                        <a:pt x="170" y="382"/>
                      </a:lnTo>
                      <a:lnTo>
                        <a:pt x="158" y="392"/>
                      </a:lnTo>
                      <a:lnTo>
                        <a:pt x="139" y="392"/>
                      </a:lnTo>
                      <a:lnTo>
                        <a:pt x="118" y="408"/>
                      </a:lnTo>
                      <a:lnTo>
                        <a:pt x="92" y="406"/>
                      </a:lnTo>
                      <a:lnTo>
                        <a:pt x="59" y="380"/>
                      </a:lnTo>
                      <a:lnTo>
                        <a:pt x="30" y="359"/>
                      </a:lnTo>
                      <a:lnTo>
                        <a:pt x="16" y="343"/>
                      </a:lnTo>
                      <a:lnTo>
                        <a:pt x="16" y="296"/>
                      </a:lnTo>
                      <a:lnTo>
                        <a:pt x="0" y="283"/>
                      </a:lnTo>
                      <a:lnTo>
                        <a:pt x="0" y="268"/>
                      </a:lnTo>
                      <a:lnTo>
                        <a:pt x="4" y="255"/>
                      </a:lnTo>
                      <a:lnTo>
                        <a:pt x="14" y="237"/>
                      </a:lnTo>
                      <a:lnTo>
                        <a:pt x="6" y="221"/>
                      </a:lnTo>
                      <a:lnTo>
                        <a:pt x="14" y="203"/>
                      </a:lnTo>
                      <a:lnTo>
                        <a:pt x="27" y="195"/>
                      </a:lnTo>
                      <a:lnTo>
                        <a:pt x="38" y="184"/>
                      </a:lnTo>
                      <a:lnTo>
                        <a:pt x="38" y="174"/>
                      </a:lnTo>
                      <a:lnTo>
                        <a:pt x="27" y="167"/>
                      </a:lnTo>
                      <a:lnTo>
                        <a:pt x="27" y="153"/>
                      </a:lnTo>
                      <a:lnTo>
                        <a:pt x="35" y="146"/>
                      </a:lnTo>
                      <a:lnTo>
                        <a:pt x="48" y="114"/>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138278" name="Group 41">
                  <a:extLst>
                    <a:ext uri="{FF2B5EF4-FFF2-40B4-BE49-F238E27FC236}">
                      <a16:creationId xmlns:a16="http://schemas.microsoft.com/office/drawing/2014/main" id="{46175626-3D1B-BF32-94A0-96D62B676403}"/>
                    </a:ext>
                  </a:extLst>
                </p:cNvPr>
                <p:cNvGrpSpPr>
                  <a:grpSpLocks/>
                </p:cNvGrpSpPr>
                <p:nvPr/>
              </p:nvGrpSpPr>
              <p:grpSpPr bwMode="auto">
                <a:xfrm>
                  <a:off x="2552" y="2551"/>
                  <a:ext cx="66" cy="160"/>
                  <a:chOff x="2552" y="2551"/>
                  <a:chExt cx="66" cy="160"/>
                </a:xfrm>
              </p:grpSpPr>
              <p:sp>
                <p:nvSpPr>
                  <p:cNvPr id="138288" name="Freeform 42">
                    <a:extLst>
                      <a:ext uri="{FF2B5EF4-FFF2-40B4-BE49-F238E27FC236}">
                        <a16:creationId xmlns:a16="http://schemas.microsoft.com/office/drawing/2014/main" id="{7B1F891F-B024-8AB4-989A-16BD0BB18C2B}"/>
                      </a:ext>
                    </a:extLst>
                  </p:cNvPr>
                  <p:cNvSpPr>
                    <a:spLocks/>
                  </p:cNvSpPr>
                  <p:nvPr/>
                </p:nvSpPr>
                <p:spPr bwMode="auto">
                  <a:xfrm>
                    <a:off x="2552" y="2551"/>
                    <a:ext cx="27" cy="44"/>
                  </a:xfrm>
                  <a:custGeom>
                    <a:avLst/>
                    <a:gdLst>
                      <a:gd name="T0" fmla="*/ 18 w 27"/>
                      <a:gd name="T1" fmla="*/ 0 h 44"/>
                      <a:gd name="T2" fmla="*/ 0 w 27"/>
                      <a:gd name="T3" fmla="*/ 13 h 44"/>
                      <a:gd name="T4" fmla="*/ 8 w 27"/>
                      <a:gd name="T5" fmla="*/ 30 h 44"/>
                      <a:gd name="T6" fmla="*/ 13 w 27"/>
                      <a:gd name="T7" fmla="*/ 43 h 44"/>
                      <a:gd name="T8" fmla="*/ 26 w 27"/>
                      <a:gd name="T9" fmla="*/ 34 h 44"/>
                      <a:gd name="T10" fmla="*/ 18 w 27"/>
                      <a:gd name="T11" fmla="*/ 0 h 4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44">
                        <a:moveTo>
                          <a:pt x="18" y="0"/>
                        </a:moveTo>
                        <a:lnTo>
                          <a:pt x="0" y="13"/>
                        </a:lnTo>
                        <a:lnTo>
                          <a:pt x="8" y="30"/>
                        </a:lnTo>
                        <a:lnTo>
                          <a:pt x="13" y="43"/>
                        </a:lnTo>
                        <a:lnTo>
                          <a:pt x="26" y="34"/>
                        </a:lnTo>
                        <a:lnTo>
                          <a:pt x="18"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89" name="Freeform 43">
                    <a:extLst>
                      <a:ext uri="{FF2B5EF4-FFF2-40B4-BE49-F238E27FC236}">
                        <a16:creationId xmlns:a16="http://schemas.microsoft.com/office/drawing/2014/main" id="{8561816F-A25F-0F05-84B7-75C759E12445}"/>
                      </a:ext>
                    </a:extLst>
                  </p:cNvPr>
                  <p:cNvSpPr>
                    <a:spLocks/>
                  </p:cNvSpPr>
                  <p:nvPr/>
                </p:nvSpPr>
                <p:spPr bwMode="auto">
                  <a:xfrm>
                    <a:off x="2597" y="2666"/>
                    <a:ext cx="21" cy="45"/>
                  </a:xfrm>
                  <a:custGeom>
                    <a:avLst/>
                    <a:gdLst>
                      <a:gd name="T0" fmla="*/ 13 w 21"/>
                      <a:gd name="T1" fmla="*/ 0 h 45"/>
                      <a:gd name="T2" fmla="*/ 0 w 21"/>
                      <a:gd name="T3" fmla="*/ 8 h 45"/>
                      <a:gd name="T4" fmla="*/ 3 w 21"/>
                      <a:gd name="T5" fmla="*/ 23 h 45"/>
                      <a:gd name="T6" fmla="*/ 5 w 21"/>
                      <a:gd name="T7" fmla="*/ 42 h 45"/>
                      <a:gd name="T8" fmla="*/ 20 w 21"/>
                      <a:gd name="T9" fmla="*/ 44 h 45"/>
                      <a:gd name="T10" fmla="*/ 20 w 21"/>
                      <a:gd name="T11" fmla="*/ 30 h 45"/>
                      <a:gd name="T12" fmla="*/ 13 w 21"/>
                      <a:gd name="T13" fmla="*/ 0 h 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45">
                        <a:moveTo>
                          <a:pt x="13" y="0"/>
                        </a:moveTo>
                        <a:lnTo>
                          <a:pt x="0" y="8"/>
                        </a:lnTo>
                        <a:lnTo>
                          <a:pt x="3" y="23"/>
                        </a:lnTo>
                        <a:lnTo>
                          <a:pt x="5" y="42"/>
                        </a:lnTo>
                        <a:lnTo>
                          <a:pt x="20" y="44"/>
                        </a:lnTo>
                        <a:lnTo>
                          <a:pt x="20" y="30"/>
                        </a:lnTo>
                        <a:lnTo>
                          <a:pt x="13"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38279" name="Freeform 44">
                  <a:extLst>
                    <a:ext uri="{FF2B5EF4-FFF2-40B4-BE49-F238E27FC236}">
                      <a16:creationId xmlns:a16="http://schemas.microsoft.com/office/drawing/2014/main" id="{80281C2D-E4D0-F1AF-AF97-4430706F2605}"/>
                    </a:ext>
                  </a:extLst>
                </p:cNvPr>
                <p:cNvSpPr>
                  <a:spLocks/>
                </p:cNvSpPr>
                <p:nvPr/>
              </p:nvSpPr>
              <p:spPr bwMode="auto">
                <a:xfrm>
                  <a:off x="1600" y="1682"/>
                  <a:ext cx="1003" cy="711"/>
                </a:xfrm>
                <a:custGeom>
                  <a:avLst/>
                  <a:gdLst>
                    <a:gd name="T0" fmla="*/ 525 w 1003"/>
                    <a:gd name="T1" fmla="*/ 707 h 711"/>
                    <a:gd name="T2" fmla="*/ 556 w 1003"/>
                    <a:gd name="T3" fmla="*/ 639 h 711"/>
                    <a:gd name="T4" fmla="*/ 579 w 1003"/>
                    <a:gd name="T5" fmla="*/ 605 h 711"/>
                    <a:gd name="T6" fmla="*/ 654 w 1003"/>
                    <a:gd name="T7" fmla="*/ 587 h 711"/>
                    <a:gd name="T8" fmla="*/ 602 w 1003"/>
                    <a:gd name="T9" fmla="*/ 557 h 711"/>
                    <a:gd name="T10" fmla="*/ 670 w 1003"/>
                    <a:gd name="T11" fmla="*/ 580 h 711"/>
                    <a:gd name="T12" fmla="*/ 680 w 1003"/>
                    <a:gd name="T13" fmla="*/ 546 h 711"/>
                    <a:gd name="T14" fmla="*/ 709 w 1003"/>
                    <a:gd name="T15" fmla="*/ 553 h 711"/>
                    <a:gd name="T16" fmla="*/ 746 w 1003"/>
                    <a:gd name="T17" fmla="*/ 535 h 711"/>
                    <a:gd name="T18" fmla="*/ 779 w 1003"/>
                    <a:gd name="T19" fmla="*/ 534 h 711"/>
                    <a:gd name="T20" fmla="*/ 796 w 1003"/>
                    <a:gd name="T21" fmla="*/ 584 h 711"/>
                    <a:gd name="T22" fmla="*/ 874 w 1003"/>
                    <a:gd name="T23" fmla="*/ 600 h 711"/>
                    <a:gd name="T24" fmla="*/ 943 w 1003"/>
                    <a:gd name="T25" fmla="*/ 636 h 711"/>
                    <a:gd name="T26" fmla="*/ 1000 w 1003"/>
                    <a:gd name="T27" fmla="*/ 595 h 711"/>
                    <a:gd name="T28" fmla="*/ 996 w 1003"/>
                    <a:gd name="T29" fmla="*/ 481 h 711"/>
                    <a:gd name="T30" fmla="*/ 961 w 1003"/>
                    <a:gd name="T31" fmla="*/ 435 h 711"/>
                    <a:gd name="T32" fmla="*/ 933 w 1003"/>
                    <a:gd name="T33" fmla="*/ 468 h 711"/>
                    <a:gd name="T34" fmla="*/ 901 w 1003"/>
                    <a:gd name="T35" fmla="*/ 483 h 711"/>
                    <a:gd name="T36" fmla="*/ 877 w 1003"/>
                    <a:gd name="T37" fmla="*/ 463 h 711"/>
                    <a:gd name="T38" fmla="*/ 921 w 1003"/>
                    <a:gd name="T39" fmla="*/ 435 h 711"/>
                    <a:gd name="T40" fmla="*/ 919 w 1003"/>
                    <a:gd name="T41" fmla="*/ 333 h 711"/>
                    <a:gd name="T42" fmla="*/ 765 w 1003"/>
                    <a:gd name="T43" fmla="*/ 173 h 711"/>
                    <a:gd name="T44" fmla="*/ 590 w 1003"/>
                    <a:gd name="T45" fmla="*/ 68 h 711"/>
                    <a:gd name="T46" fmla="*/ 314 w 1003"/>
                    <a:gd name="T47" fmla="*/ 1 h 711"/>
                    <a:gd name="T48" fmla="*/ 145 w 1003"/>
                    <a:gd name="T49" fmla="*/ 20 h 711"/>
                    <a:gd name="T50" fmla="*/ 73 w 1003"/>
                    <a:gd name="T51" fmla="*/ 67 h 711"/>
                    <a:gd name="T52" fmla="*/ 26 w 1003"/>
                    <a:gd name="T53" fmla="*/ 37 h 711"/>
                    <a:gd name="T54" fmla="*/ 16 w 1003"/>
                    <a:gd name="T55" fmla="*/ 102 h 711"/>
                    <a:gd name="T56" fmla="*/ 12 w 1003"/>
                    <a:gd name="T57" fmla="*/ 171 h 711"/>
                    <a:gd name="T58" fmla="*/ 63 w 1003"/>
                    <a:gd name="T59" fmla="*/ 172 h 711"/>
                    <a:gd name="T60" fmla="*/ 134 w 1003"/>
                    <a:gd name="T61" fmla="*/ 132 h 711"/>
                    <a:gd name="T62" fmla="*/ 200 w 1003"/>
                    <a:gd name="T63" fmla="*/ 134 h 711"/>
                    <a:gd name="T64" fmla="*/ 260 w 1003"/>
                    <a:gd name="T65" fmla="*/ 133 h 711"/>
                    <a:gd name="T66" fmla="*/ 320 w 1003"/>
                    <a:gd name="T67" fmla="*/ 150 h 711"/>
                    <a:gd name="T68" fmla="*/ 318 w 1003"/>
                    <a:gd name="T69" fmla="*/ 191 h 711"/>
                    <a:gd name="T70" fmla="*/ 412 w 1003"/>
                    <a:gd name="T71" fmla="*/ 187 h 711"/>
                    <a:gd name="T72" fmla="*/ 448 w 1003"/>
                    <a:gd name="T73" fmla="*/ 196 h 711"/>
                    <a:gd name="T74" fmla="*/ 438 w 1003"/>
                    <a:gd name="T75" fmla="*/ 220 h 711"/>
                    <a:gd name="T76" fmla="*/ 454 w 1003"/>
                    <a:gd name="T77" fmla="*/ 260 h 711"/>
                    <a:gd name="T78" fmla="*/ 480 w 1003"/>
                    <a:gd name="T79" fmla="*/ 311 h 711"/>
                    <a:gd name="T80" fmla="*/ 486 w 1003"/>
                    <a:gd name="T81" fmla="*/ 348 h 711"/>
                    <a:gd name="T82" fmla="*/ 469 w 1003"/>
                    <a:gd name="T83" fmla="*/ 327 h 711"/>
                    <a:gd name="T84" fmla="*/ 433 w 1003"/>
                    <a:gd name="T85" fmla="*/ 364 h 711"/>
                    <a:gd name="T86" fmla="*/ 449 w 1003"/>
                    <a:gd name="T87" fmla="*/ 418 h 711"/>
                    <a:gd name="T88" fmla="*/ 472 w 1003"/>
                    <a:gd name="T89" fmla="*/ 485 h 711"/>
                    <a:gd name="T90" fmla="*/ 521 w 1003"/>
                    <a:gd name="T91" fmla="*/ 481 h 711"/>
                    <a:gd name="T92" fmla="*/ 502 w 1003"/>
                    <a:gd name="T93" fmla="*/ 431 h 711"/>
                    <a:gd name="T94" fmla="*/ 481 w 1003"/>
                    <a:gd name="T95" fmla="*/ 384 h 711"/>
                    <a:gd name="T96" fmla="*/ 516 w 1003"/>
                    <a:gd name="T97" fmla="*/ 415 h 711"/>
                    <a:gd name="T98" fmla="*/ 535 w 1003"/>
                    <a:gd name="T99" fmla="*/ 418 h 711"/>
                    <a:gd name="T100" fmla="*/ 554 w 1003"/>
                    <a:gd name="T101" fmla="*/ 460 h 711"/>
                    <a:gd name="T102" fmla="*/ 530 w 1003"/>
                    <a:gd name="T103" fmla="*/ 505 h 711"/>
                    <a:gd name="T104" fmla="*/ 498 w 1003"/>
                    <a:gd name="T105" fmla="*/ 488 h 711"/>
                    <a:gd name="T106" fmla="*/ 514 w 1003"/>
                    <a:gd name="T107" fmla="*/ 517 h 711"/>
                    <a:gd name="T108" fmla="*/ 498 w 1003"/>
                    <a:gd name="T109" fmla="*/ 588 h 711"/>
                    <a:gd name="T110" fmla="*/ 522 w 1003"/>
                    <a:gd name="T111" fmla="*/ 627 h 7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03" h="711">
                      <a:moveTo>
                        <a:pt x="488" y="660"/>
                      </a:moveTo>
                      <a:lnTo>
                        <a:pt x="502" y="680"/>
                      </a:lnTo>
                      <a:lnTo>
                        <a:pt x="496" y="692"/>
                      </a:lnTo>
                      <a:lnTo>
                        <a:pt x="503" y="700"/>
                      </a:lnTo>
                      <a:lnTo>
                        <a:pt x="512" y="710"/>
                      </a:lnTo>
                      <a:lnTo>
                        <a:pt x="525" y="707"/>
                      </a:lnTo>
                      <a:lnTo>
                        <a:pt x="537" y="692"/>
                      </a:lnTo>
                      <a:lnTo>
                        <a:pt x="554" y="681"/>
                      </a:lnTo>
                      <a:lnTo>
                        <a:pt x="561" y="673"/>
                      </a:lnTo>
                      <a:lnTo>
                        <a:pt x="558" y="662"/>
                      </a:lnTo>
                      <a:lnTo>
                        <a:pt x="556" y="651"/>
                      </a:lnTo>
                      <a:lnTo>
                        <a:pt x="556" y="639"/>
                      </a:lnTo>
                      <a:lnTo>
                        <a:pt x="564" y="634"/>
                      </a:lnTo>
                      <a:lnTo>
                        <a:pt x="564" y="623"/>
                      </a:lnTo>
                      <a:lnTo>
                        <a:pt x="561" y="616"/>
                      </a:lnTo>
                      <a:lnTo>
                        <a:pt x="566" y="610"/>
                      </a:lnTo>
                      <a:lnTo>
                        <a:pt x="576" y="611"/>
                      </a:lnTo>
                      <a:lnTo>
                        <a:pt x="579" y="605"/>
                      </a:lnTo>
                      <a:lnTo>
                        <a:pt x="579" y="597"/>
                      </a:lnTo>
                      <a:lnTo>
                        <a:pt x="582" y="590"/>
                      </a:lnTo>
                      <a:lnTo>
                        <a:pt x="605" y="593"/>
                      </a:lnTo>
                      <a:lnTo>
                        <a:pt x="612" y="600"/>
                      </a:lnTo>
                      <a:lnTo>
                        <a:pt x="653" y="595"/>
                      </a:lnTo>
                      <a:lnTo>
                        <a:pt x="654" y="587"/>
                      </a:lnTo>
                      <a:lnTo>
                        <a:pt x="642" y="578"/>
                      </a:lnTo>
                      <a:lnTo>
                        <a:pt x="615" y="579"/>
                      </a:lnTo>
                      <a:lnTo>
                        <a:pt x="602" y="578"/>
                      </a:lnTo>
                      <a:lnTo>
                        <a:pt x="598" y="572"/>
                      </a:lnTo>
                      <a:lnTo>
                        <a:pt x="598" y="563"/>
                      </a:lnTo>
                      <a:lnTo>
                        <a:pt x="602" y="557"/>
                      </a:lnTo>
                      <a:lnTo>
                        <a:pt x="612" y="566"/>
                      </a:lnTo>
                      <a:lnTo>
                        <a:pt x="629" y="566"/>
                      </a:lnTo>
                      <a:lnTo>
                        <a:pt x="638" y="567"/>
                      </a:lnTo>
                      <a:lnTo>
                        <a:pt x="649" y="567"/>
                      </a:lnTo>
                      <a:lnTo>
                        <a:pt x="656" y="574"/>
                      </a:lnTo>
                      <a:lnTo>
                        <a:pt x="670" y="580"/>
                      </a:lnTo>
                      <a:lnTo>
                        <a:pt x="680" y="581"/>
                      </a:lnTo>
                      <a:lnTo>
                        <a:pt x="680" y="572"/>
                      </a:lnTo>
                      <a:lnTo>
                        <a:pt x="689" y="567"/>
                      </a:lnTo>
                      <a:lnTo>
                        <a:pt x="685" y="559"/>
                      </a:lnTo>
                      <a:lnTo>
                        <a:pt x="679" y="553"/>
                      </a:lnTo>
                      <a:lnTo>
                        <a:pt x="680" y="546"/>
                      </a:lnTo>
                      <a:lnTo>
                        <a:pt x="683" y="540"/>
                      </a:lnTo>
                      <a:lnTo>
                        <a:pt x="693" y="528"/>
                      </a:lnTo>
                      <a:lnTo>
                        <a:pt x="698" y="535"/>
                      </a:lnTo>
                      <a:lnTo>
                        <a:pt x="693" y="546"/>
                      </a:lnTo>
                      <a:lnTo>
                        <a:pt x="701" y="551"/>
                      </a:lnTo>
                      <a:lnTo>
                        <a:pt x="709" y="553"/>
                      </a:lnTo>
                      <a:lnTo>
                        <a:pt x="717" y="557"/>
                      </a:lnTo>
                      <a:lnTo>
                        <a:pt x="728" y="557"/>
                      </a:lnTo>
                      <a:lnTo>
                        <a:pt x="738" y="556"/>
                      </a:lnTo>
                      <a:lnTo>
                        <a:pt x="741" y="549"/>
                      </a:lnTo>
                      <a:lnTo>
                        <a:pt x="741" y="541"/>
                      </a:lnTo>
                      <a:lnTo>
                        <a:pt x="746" y="535"/>
                      </a:lnTo>
                      <a:lnTo>
                        <a:pt x="756" y="530"/>
                      </a:lnTo>
                      <a:lnTo>
                        <a:pt x="761" y="524"/>
                      </a:lnTo>
                      <a:lnTo>
                        <a:pt x="758" y="517"/>
                      </a:lnTo>
                      <a:lnTo>
                        <a:pt x="762" y="509"/>
                      </a:lnTo>
                      <a:lnTo>
                        <a:pt x="774" y="524"/>
                      </a:lnTo>
                      <a:lnTo>
                        <a:pt x="779" y="534"/>
                      </a:lnTo>
                      <a:lnTo>
                        <a:pt x="782" y="539"/>
                      </a:lnTo>
                      <a:lnTo>
                        <a:pt x="787" y="549"/>
                      </a:lnTo>
                      <a:lnTo>
                        <a:pt x="792" y="556"/>
                      </a:lnTo>
                      <a:lnTo>
                        <a:pt x="791" y="566"/>
                      </a:lnTo>
                      <a:lnTo>
                        <a:pt x="790" y="575"/>
                      </a:lnTo>
                      <a:lnTo>
                        <a:pt x="796" y="584"/>
                      </a:lnTo>
                      <a:lnTo>
                        <a:pt x="805" y="590"/>
                      </a:lnTo>
                      <a:lnTo>
                        <a:pt x="815" y="590"/>
                      </a:lnTo>
                      <a:lnTo>
                        <a:pt x="826" y="588"/>
                      </a:lnTo>
                      <a:lnTo>
                        <a:pt x="844" y="590"/>
                      </a:lnTo>
                      <a:lnTo>
                        <a:pt x="864" y="602"/>
                      </a:lnTo>
                      <a:lnTo>
                        <a:pt x="874" y="600"/>
                      </a:lnTo>
                      <a:lnTo>
                        <a:pt x="883" y="609"/>
                      </a:lnTo>
                      <a:lnTo>
                        <a:pt x="891" y="616"/>
                      </a:lnTo>
                      <a:lnTo>
                        <a:pt x="907" y="623"/>
                      </a:lnTo>
                      <a:lnTo>
                        <a:pt x="918" y="623"/>
                      </a:lnTo>
                      <a:lnTo>
                        <a:pt x="930" y="626"/>
                      </a:lnTo>
                      <a:lnTo>
                        <a:pt x="943" y="636"/>
                      </a:lnTo>
                      <a:lnTo>
                        <a:pt x="962" y="654"/>
                      </a:lnTo>
                      <a:lnTo>
                        <a:pt x="976" y="667"/>
                      </a:lnTo>
                      <a:lnTo>
                        <a:pt x="985" y="651"/>
                      </a:lnTo>
                      <a:lnTo>
                        <a:pt x="989" y="637"/>
                      </a:lnTo>
                      <a:lnTo>
                        <a:pt x="996" y="620"/>
                      </a:lnTo>
                      <a:lnTo>
                        <a:pt x="1000" y="595"/>
                      </a:lnTo>
                      <a:lnTo>
                        <a:pt x="1002" y="568"/>
                      </a:lnTo>
                      <a:lnTo>
                        <a:pt x="998" y="564"/>
                      </a:lnTo>
                      <a:lnTo>
                        <a:pt x="1001" y="533"/>
                      </a:lnTo>
                      <a:lnTo>
                        <a:pt x="1000" y="512"/>
                      </a:lnTo>
                      <a:lnTo>
                        <a:pt x="996" y="500"/>
                      </a:lnTo>
                      <a:lnTo>
                        <a:pt x="996" y="481"/>
                      </a:lnTo>
                      <a:lnTo>
                        <a:pt x="988" y="473"/>
                      </a:lnTo>
                      <a:lnTo>
                        <a:pt x="983" y="464"/>
                      </a:lnTo>
                      <a:lnTo>
                        <a:pt x="978" y="452"/>
                      </a:lnTo>
                      <a:lnTo>
                        <a:pt x="978" y="442"/>
                      </a:lnTo>
                      <a:lnTo>
                        <a:pt x="972" y="435"/>
                      </a:lnTo>
                      <a:lnTo>
                        <a:pt x="961" y="435"/>
                      </a:lnTo>
                      <a:lnTo>
                        <a:pt x="952" y="435"/>
                      </a:lnTo>
                      <a:lnTo>
                        <a:pt x="947" y="443"/>
                      </a:lnTo>
                      <a:lnTo>
                        <a:pt x="940" y="445"/>
                      </a:lnTo>
                      <a:lnTo>
                        <a:pt x="929" y="445"/>
                      </a:lnTo>
                      <a:lnTo>
                        <a:pt x="929" y="460"/>
                      </a:lnTo>
                      <a:lnTo>
                        <a:pt x="933" y="468"/>
                      </a:lnTo>
                      <a:lnTo>
                        <a:pt x="931" y="476"/>
                      </a:lnTo>
                      <a:lnTo>
                        <a:pt x="928" y="486"/>
                      </a:lnTo>
                      <a:lnTo>
                        <a:pt x="919" y="489"/>
                      </a:lnTo>
                      <a:lnTo>
                        <a:pt x="912" y="488"/>
                      </a:lnTo>
                      <a:lnTo>
                        <a:pt x="906" y="485"/>
                      </a:lnTo>
                      <a:lnTo>
                        <a:pt x="901" y="483"/>
                      </a:lnTo>
                      <a:lnTo>
                        <a:pt x="895" y="483"/>
                      </a:lnTo>
                      <a:lnTo>
                        <a:pt x="888" y="482"/>
                      </a:lnTo>
                      <a:lnTo>
                        <a:pt x="880" y="481"/>
                      </a:lnTo>
                      <a:lnTo>
                        <a:pt x="872" y="480"/>
                      </a:lnTo>
                      <a:lnTo>
                        <a:pt x="867" y="470"/>
                      </a:lnTo>
                      <a:lnTo>
                        <a:pt x="877" y="463"/>
                      </a:lnTo>
                      <a:lnTo>
                        <a:pt x="883" y="462"/>
                      </a:lnTo>
                      <a:lnTo>
                        <a:pt x="887" y="465"/>
                      </a:lnTo>
                      <a:lnTo>
                        <a:pt x="894" y="464"/>
                      </a:lnTo>
                      <a:lnTo>
                        <a:pt x="907" y="458"/>
                      </a:lnTo>
                      <a:lnTo>
                        <a:pt x="913" y="446"/>
                      </a:lnTo>
                      <a:lnTo>
                        <a:pt x="921" y="435"/>
                      </a:lnTo>
                      <a:lnTo>
                        <a:pt x="929" y="423"/>
                      </a:lnTo>
                      <a:lnTo>
                        <a:pt x="935" y="414"/>
                      </a:lnTo>
                      <a:lnTo>
                        <a:pt x="942" y="408"/>
                      </a:lnTo>
                      <a:lnTo>
                        <a:pt x="943" y="397"/>
                      </a:lnTo>
                      <a:lnTo>
                        <a:pt x="950" y="375"/>
                      </a:lnTo>
                      <a:lnTo>
                        <a:pt x="919" y="333"/>
                      </a:lnTo>
                      <a:lnTo>
                        <a:pt x="891" y="294"/>
                      </a:lnTo>
                      <a:lnTo>
                        <a:pt x="861" y="261"/>
                      </a:lnTo>
                      <a:lnTo>
                        <a:pt x="831" y="231"/>
                      </a:lnTo>
                      <a:lnTo>
                        <a:pt x="809" y="210"/>
                      </a:lnTo>
                      <a:lnTo>
                        <a:pt x="790" y="193"/>
                      </a:lnTo>
                      <a:lnTo>
                        <a:pt x="765" y="173"/>
                      </a:lnTo>
                      <a:lnTo>
                        <a:pt x="739" y="153"/>
                      </a:lnTo>
                      <a:lnTo>
                        <a:pt x="706" y="130"/>
                      </a:lnTo>
                      <a:lnTo>
                        <a:pt x="679" y="111"/>
                      </a:lnTo>
                      <a:lnTo>
                        <a:pt x="653" y="97"/>
                      </a:lnTo>
                      <a:lnTo>
                        <a:pt x="624" y="83"/>
                      </a:lnTo>
                      <a:lnTo>
                        <a:pt x="590" y="68"/>
                      </a:lnTo>
                      <a:lnTo>
                        <a:pt x="542" y="48"/>
                      </a:lnTo>
                      <a:lnTo>
                        <a:pt x="491" y="31"/>
                      </a:lnTo>
                      <a:lnTo>
                        <a:pt x="447" y="20"/>
                      </a:lnTo>
                      <a:lnTo>
                        <a:pt x="415" y="13"/>
                      </a:lnTo>
                      <a:lnTo>
                        <a:pt x="370" y="7"/>
                      </a:lnTo>
                      <a:lnTo>
                        <a:pt x="314" y="1"/>
                      </a:lnTo>
                      <a:lnTo>
                        <a:pt x="241" y="0"/>
                      </a:lnTo>
                      <a:lnTo>
                        <a:pt x="184" y="4"/>
                      </a:lnTo>
                      <a:lnTo>
                        <a:pt x="179" y="13"/>
                      </a:lnTo>
                      <a:lnTo>
                        <a:pt x="168" y="17"/>
                      </a:lnTo>
                      <a:lnTo>
                        <a:pt x="160" y="20"/>
                      </a:lnTo>
                      <a:lnTo>
                        <a:pt x="145" y="20"/>
                      </a:lnTo>
                      <a:lnTo>
                        <a:pt x="131" y="26"/>
                      </a:lnTo>
                      <a:lnTo>
                        <a:pt x="111" y="28"/>
                      </a:lnTo>
                      <a:lnTo>
                        <a:pt x="99" y="42"/>
                      </a:lnTo>
                      <a:lnTo>
                        <a:pt x="97" y="54"/>
                      </a:lnTo>
                      <a:lnTo>
                        <a:pt x="86" y="68"/>
                      </a:lnTo>
                      <a:lnTo>
                        <a:pt x="73" y="67"/>
                      </a:lnTo>
                      <a:lnTo>
                        <a:pt x="61" y="79"/>
                      </a:lnTo>
                      <a:lnTo>
                        <a:pt x="61" y="62"/>
                      </a:lnTo>
                      <a:lnTo>
                        <a:pt x="72" y="36"/>
                      </a:lnTo>
                      <a:lnTo>
                        <a:pt x="73" y="24"/>
                      </a:lnTo>
                      <a:lnTo>
                        <a:pt x="46" y="32"/>
                      </a:lnTo>
                      <a:lnTo>
                        <a:pt x="26" y="37"/>
                      </a:lnTo>
                      <a:lnTo>
                        <a:pt x="27" y="47"/>
                      </a:lnTo>
                      <a:lnTo>
                        <a:pt x="43" y="59"/>
                      </a:lnTo>
                      <a:lnTo>
                        <a:pt x="41" y="68"/>
                      </a:lnTo>
                      <a:lnTo>
                        <a:pt x="38" y="80"/>
                      </a:lnTo>
                      <a:lnTo>
                        <a:pt x="29" y="90"/>
                      </a:lnTo>
                      <a:lnTo>
                        <a:pt x="16" y="102"/>
                      </a:lnTo>
                      <a:lnTo>
                        <a:pt x="15" y="118"/>
                      </a:lnTo>
                      <a:lnTo>
                        <a:pt x="9" y="133"/>
                      </a:lnTo>
                      <a:lnTo>
                        <a:pt x="11" y="146"/>
                      </a:lnTo>
                      <a:lnTo>
                        <a:pt x="27" y="144"/>
                      </a:lnTo>
                      <a:lnTo>
                        <a:pt x="26" y="163"/>
                      </a:lnTo>
                      <a:lnTo>
                        <a:pt x="12" y="171"/>
                      </a:lnTo>
                      <a:lnTo>
                        <a:pt x="0" y="183"/>
                      </a:lnTo>
                      <a:lnTo>
                        <a:pt x="14" y="197"/>
                      </a:lnTo>
                      <a:lnTo>
                        <a:pt x="30" y="181"/>
                      </a:lnTo>
                      <a:lnTo>
                        <a:pt x="38" y="180"/>
                      </a:lnTo>
                      <a:lnTo>
                        <a:pt x="53" y="177"/>
                      </a:lnTo>
                      <a:lnTo>
                        <a:pt x="63" y="172"/>
                      </a:lnTo>
                      <a:lnTo>
                        <a:pt x="73" y="171"/>
                      </a:lnTo>
                      <a:lnTo>
                        <a:pt x="86" y="159"/>
                      </a:lnTo>
                      <a:lnTo>
                        <a:pt x="97" y="143"/>
                      </a:lnTo>
                      <a:lnTo>
                        <a:pt x="108" y="140"/>
                      </a:lnTo>
                      <a:lnTo>
                        <a:pt x="119" y="135"/>
                      </a:lnTo>
                      <a:lnTo>
                        <a:pt x="134" y="132"/>
                      </a:lnTo>
                      <a:lnTo>
                        <a:pt x="139" y="135"/>
                      </a:lnTo>
                      <a:lnTo>
                        <a:pt x="149" y="133"/>
                      </a:lnTo>
                      <a:lnTo>
                        <a:pt x="156" y="130"/>
                      </a:lnTo>
                      <a:lnTo>
                        <a:pt x="175" y="130"/>
                      </a:lnTo>
                      <a:lnTo>
                        <a:pt x="180" y="132"/>
                      </a:lnTo>
                      <a:lnTo>
                        <a:pt x="200" y="134"/>
                      </a:lnTo>
                      <a:lnTo>
                        <a:pt x="212" y="130"/>
                      </a:lnTo>
                      <a:lnTo>
                        <a:pt x="223" y="120"/>
                      </a:lnTo>
                      <a:lnTo>
                        <a:pt x="239" y="122"/>
                      </a:lnTo>
                      <a:lnTo>
                        <a:pt x="253" y="120"/>
                      </a:lnTo>
                      <a:lnTo>
                        <a:pt x="261" y="120"/>
                      </a:lnTo>
                      <a:lnTo>
                        <a:pt x="260" y="133"/>
                      </a:lnTo>
                      <a:lnTo>
                        <a:pt x="265" y="138"/>
                      </a:lnTo>
                      <a:lnTo>
                        <a:pt x="274" y="143"/>
                      </a:lnTo>
                      <a:lnTo>
                        <a:pt x="284" y="136"/>
                      </a:lnTo>
                      <a:lnTo>
                        <a:pt x="295" y="141"/>
                      </a:lnTo>
                      <a:lnTo>
                        <a:pt x="306" y="147"/>
                      </a:lnTo>
                      <a:lnTo>
                        <a:pt x="320" y="150"/>
                      </a:lnTo>
                      <a:lnTo>
                        <a:pt x="342" y="153"/>
                      </a:lnTo>
                      <a:lnTo>
                        <a:pt x="316" y="156"/>
                      </a:lnTo>
                      <a:lnTo>
                        <a:pt x="306" y="159"/>
                      </a:lnTo>
                      <a:lnTo>
                        <a:pt x="301" y="165"/>
                      </a:lnTo>
                      <a:lnTo>
                        <a:pt x="310" y="182"/>
                      </a:lnTo>
                      <a:lnTo>
                        <a:pt x="318" y="191"/>
                      </a:lnTo>
                      <a:lnTo>
                        <a:pt x="335" y="189"/>
                      </a:lnTo>
                      <a:lnTo>
                        <a:pt x="347" y="193"/>
                      </a:lnTo>
                      <a:lnTo>
                        <a:pt x="363" y="200"/>
                      </a:lnTo>
                      <a:lnTo>
                        <a:pt x="379" y="201"/>
                      </a:lnTo>
                      <a:lnTo>
                        <a:pt x="389" y="201"/>
                      </a:lnTo>
                      <a:lnTo>
                        <a:pt x="412" y="187"/>
                      </a:lnTo>
                      <a:lnTo>
                        <a:pt x="418" y="188"/>
                      </a:lnTo>
                      <a:lnTo>
                        <a:pt x="405" y="201"/>
                      </a:lnTo>
                      <a:lnTo>
                        <a:pt x="418" y="216"/>
                      </a:lnTo>
                      <a:lnTo>
                        <a:pt x="444" y="210"/>
                      </a:lnTo>
                      <a:lnTo>
                        <a:pt x="448" y="207"/>
                      </a:lnTo>
                      <a:lnTo>
                        <a:pt x="448" y="196"/>
                      </a:lnTo>
                      <a:lnTo>
                        <a:pt x="458" y="201"/>
                      </a:lnTo>
                      <a:lnTo>
                        <a:pt x="475" y="213"/>
                      </a:lnTo>
                      <a:lnTo>
                        <a:pt x="458" y="211"/>
                      </a:lnTo>
                      <a:lnTo>
                        <a:pt x="454" y="214"/>
                      </a:lnTo>
                      <a:lnTo>
                        <a:pt x="447" y="217"/>
                      </a:lnTo>
                      <a:lnTo>
                        <a:pt x="438" y="220"/>
                      </a:lnTo>
                      <a:lnTo>
                        <a:pt x="428" y="221"/>
                      </a:lnTo>
                      <a:lnTo>
                        <a:pt x="418" y="228"/>
                      </a:lnTo>
                      <a:lnTo>
                        <a:pt x="428" y="234"/>
                      </a:lnTo>
                      <a:lnTo>
                        <a:pt x="461" y="233"/>
                      </a:lnTo>
                      <a:lnTo>
                        <a:pt x="458" y="245"/>
                      </a:lnTo>
                      <a:lnTo>
                        <a:pt x="454" y="260"/>
                      </a:lnTo>
                      <a:lnTo>
                        <a:pt x="464" y="262"/>
                      </a:lnTo>
                      <a:lnTo>
                        <a:pt x="471" y="268"/>
                      </a:lnTo>
                      <a:lnTo>
                        <a:pt x="475" y="284"/>
                      </a:lnTo>
                      <a:lnTo>
                        <a:pt x="481" y="292"/>
                      </a:lnTo>
                      <a:lnTo>
                        <a:pt x="480" y="299"/>
                      </a:lnTo>
                      <a:lnTo>
                        <a:pt x="480" y="311"/>
                      </a:lnTo>
                      <a:lnTo>
                        <a:pt x="511" y="338"/>
                      </a:lnTo>
                      <a:lnTo>
                        <a:pt x="509" y="348"/>
                      </a:lnTo>
                      <a:lnTo>
                        <a:pt x="504" y="353"/>
                      </a:lnTo>
                      <a:lnTo>
                        <a:pt x="498" y="350"/>
                      </a:lnTo>
                      <a:lnTo>
                        <a:pt x="491" y="347"/>
                      </a:lnTo>
                      <a:lnTo>
                        <a:pt x="486" y="348"/>
                      </a:lnTo>
                      <a:lnTo>
                        <a:pt x="482" y="348"/>
                      </a:lnTo>
                      <a:lnTo>
                        <a:pt x="493" y="336"/>
                      </a:lnTo>
                      <a:lnTo>
                        <a:pt x="491" y="327"/>
                      </a:lnTo>
                      <a:lnTo>
                        <a:pt x="481" y="324"/>
                      </a:lnTo>
                      <a:lnTo>
                        <a:pt x="475" y="325"/>
                      </a:lnTo>
                      <a:lnTo>
                        <a:pt x="469" y="327"/>
                      </a:lnTo>
                      <a:lnTo>
                        <a:pt x="459" y="333"/>
                      </a:lnTo>
                      <a:lnTo>
                        <a:pt x="454" y="338"/>
                      </a:lnTo>
                      <a:lnTo>
                        <a:pt x="441" y="340"/>
                      </a:lnTo>
                      <a:lnTo>
                        <a:pt x="431" y="340"/>
                      </a:lnTo>
                      <a:lnTo>
                        <a:pt x="433" y="350"/>
                      </a:lnTo>
                      <a:lnTo>
                        <a:pt x="433" y="364"/>
                      </a:lnTo>
                      <a:lnTo>
                        <a:pt x="431" y="376"/>
                      </a:lnTo>
                      <a:lnTo>
                        <a:pt x="434" y="388"/>
                      </a:lnTo>
                      <a:lnTo>
                        <a:pt x="438" y="397"/>
                      </a:lnTo>
                      <a:lnTo>
                        <a:pt x="437" y="406"/>
                      </a:lnTo>
                      <a:lnTo>
                        <a:pt x="441" y="413"/>
                      </a:lnTo>
                      <a:lnTo>
                        <a:pt x="449" y="418"/>
                      </a:lnTo>
                      <a:lnTo>
                        <a:pt x="448" y="426"/>
                      </a:lnTo>
                      <a:lnTo>
                        <a:pt x="458" y="431"/>
                      </a:lnTo>
                      <a:lnTo>
                        <a:pt x="452" y="443"/>
                      </a:lnTo>
                      <a:lnTo>
                        <a:pt x="454" y="458"/>
                      </a:lnTo>
                      <a:lnTo>
                        <a:pt x="460" y="468"/>
                      </a:lnTo>
                      <a:lnTo>
                        <a:pt x="472" y="485"/>
                      </a:lnTo>
                      <a:lnTo>
                        <a:pt x="478" y="485"/>
                      </a:lnTo>
                      <a:lnTo>
                        <a:pt x="486" y="488"/>
                      </a:lnTo>
                      <a:lnTo>
                        <a:pt x="496" y="476"/>
                      </a:lnTo>
                      <a:lnTo>
                        <a:pt x="504" y="469"/>
                      </a:lnTo>
                      <a:lnTo>
                        <a:pt x="513" y="479"/>
                      </a:lnTo>
                      <a:lnTo>
                        <a:pt x="521" y="481"/>
                      </a:lnTo>
                      <a:lnTo>
                        <a:pt x="532" y="478"/>
                      </a:lnTo>
                      <a:lnTo>
                        <a:pt x="533" y="467"/>
                      </a:lnTo>
                      <a:lnTo>
                        <a:pt x="522" y="456"/>
                      </a:lnTo>
                      <a:lnTo>
                        <a:pt x="513" y="447"/>
                      </a:lnTo>
                      <a:lnTo>
                        <a:pt x="512" y="438"/>
                      </a:lnTo>
                      <a:lnTo>
                        <a:pt x="502" y="431"/>
                      </a:lnTo>
                      <a:lnTo>
                        <a:pt x="493" y="429"/>
                      </a:lnTo>
                      <a:lnTo>
                        <a:pt x="490" y="415"/>
                      </a:lnTo>
                      <a:lnTo>
                        <a:pt x="486" y="408"/>
                      </a:lnTo>
                      <a:lnTo>
                        <a:pt x="480" y="402"/>
                      </a:lnTo>
                      <a:lnTo>
                        <a:pt x="478" y="387"/>
                      </a:lnTo>
                      <a:lnTo>
                        <a:pt x="481" y="384"/>
                      </a:lnTo>
                      <a:lnTo>
                        <a:pt x="490" y="394"/>
                      </a:lnTo>
                      <a:lnTo>
                        <a:pt x="491" y="402"/>
                      </a:lnTo>
                      <a:lnTo>
                        <a:pt x="498" y="411"/>
                      </a:lnTo>
                      <a:lnTo>
                        <a:pt x="506" y="418"/>
                      </a:lnTo>
                      <a:lnTo>
                        <a:pt x="511" y="423"/>
                      </a:lnTo>
                      <a:lnTo>
                        <a:pt x="516" y="415"/>
                      </a:lnTo>
                      <a:lnTo>
                        <a:pt x="521" y="413"/>
                      </a:lnTo>
                      <a:lnTo>
                        <a:pt x="527" y="411"/>
                      </a:lnTo>
                      <a:lnTo>
                        <a:pt x="530" y="405"/>
                      </a:lnTo>
                      <a:lnTo>
                        <a:pt x="537" y="402"/>
                      </a:lnTo>
                      <a:lnTo>
                        <a:pt x="532" y="411"/>
                      </a:lnTo>
                      <a:lnTo>
                        <a:pt x="535" y="418"/>
                      </a:lnTo>
                      <a:lnTo>
                        <a:pt x="543" y="423"/>
                      </a:lnTo>
                      <a:lnTo>
                        <a:pt x="542" y="431"/>
                      </a:lnTo>
                      <a:lnTo>
                        <a:pt x="535" y="438"/>
                      </a:lnTo>
                      <a:lnTo>
                        <a:pt x="537" y="446"/>
                      </a:lnTo>
                      <a:lnTo>
                        <a:pt x="547" y="452"/>
                      </a:lnTo>
                      <a:lnTo>
                        <a:pt x="554" y="460"/>
                      </a:lnTo>
                      <a:lnTo>
                        <a:pt x="547" y="468"/>
                      </a:lnTo>
                      <a:lnTo>
                        <a:pt x="542" y="478"/>
                      </a:lnTo>
                      <a:lnTo>
                        <a:pt x="543" y="484"/>
                      </a:lnTo>
                      <a:lnTo>
                        <a:pt x="539" y="491"/>
                      </a:lnTo>
                      <a:lnTo>
                        <a:pt x="535" y="500"/>
                      </a:lnTo>
                      <a:lnTo>
                        <a:pt x="530" y="505"/>
                      </a:lnTo>
                      <a:lnTo>
                        <a:pt x="524" y="500"/>
                      </a:lnTo>
                      <a:lnTo>
                        <a:pt x="514" y="500"/>
                      </a:lnTo>
                      <a:lnTo>
                        <a:pt x="510" y="493"/>
                      </a:lnTo>
                      <a:lnTo>
                        <a:pt x="507" y="485"/>
                      </a:lnTo>
                      <a:lnTo>
                        <a:pt x="500" y="483"/>
                      </a:lnTo>
                      <a:lnTo>
                        <a:pt x="498" y="488"/>
                      </a:lnTo>
                      <a:lnTo>
                        <a:pt x="502" y="493"/>
                      </a:lnTo>
                      <a:lnTo>
                        <a:pt x="503" y="501"/>
                      </a:lnTo>
                      <a:lnTo>
                        <a:pt x="503" y="507"/>
                      </a:lnTo>
                      <a:lnTo>
                        <a:pt x="510" y="507"/>
                      </a:lnTo>
                      <a:lnTo>
                        <a:pt x="514" y="509"/>
                      </a:lnTo>
                      <a:lnTo>
                        <a:pt x="514" y="517"/>
                      </a:lnTo>
                      <a:lnTo>
                        <a:pt x="509" y="527"/>
                      </a:lnTo>
                      <a:lnTo>
                        <a:pt x="511" y="540"/>
                      </a:lnTo>
                      <a:lnTo>
                        <a:pt x="507" y="556"/>
                      </a:lnTo>
                      <a:lnTo>
                        <a:pt x="510" y="572"/>
                      </a:lnTo>
                      <a:lnTo>
                        <a:pt x="507" y="580"/>
                      </a:lnTo>
                      <a:lnTo>
                        <a:pt x="498" y="588"/>
                      </a:lnTo>
                      <a:lnTo>
                        <a:pt x="498" y="595"/>
                      </a:lnTo>
                      <a:lnTo>
                        <a:pt x="503" y="605"/>
                      </a:lnTo>
                      <a:lnTo>
                        <a:pt x="512" y="607"/>
                      </a:lnTo>
                      <a:lnTo>
                        <a:pt x="522" y="613"/>
                      </a:lnTo>
                      <a:lnTo>
                        <a:pt x="526" y="623"/>
                      </a:lnTo>
                      <a:lnTo>
                        <a:pt x="522" y="627"/>
                      </a:lnTo>
                      <a:lnTo>
                        <a:pt x="511" y="639"/>
                      </a:lnTo>
                      <a:lnTo>
                        <a:pt x="499" y="645"/>
                      </a:lnTo>
                      <a:lnTo>
                        <a:pt x="488" y="66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138280" name="Group 45">
                  <a:extLst>
                    <a:ext uri="{FF2B5EF4-FFF2-40B4-BE49-F238E27FC236}">
                      <a16:creationId xmlns:a16="http://schemas.microsoft.com/office/drawing/2014/main" id="{4A1EFC29-BD7F-4E3E-9B07-2EA7B0F8644D}"/>
                    </a:ext>
                  </a:extLst>
                </p:cNvPr>
                <p:cNvGrpSpPr>
                  <a:grpSpLocks/>
                </p:cNvGrpSpPr>
                <p:nvPr/>
              </p:nvGrpSpPr>
              <p:grpSpPr bwMode="auto">
                <a:xfrm>
                  <a:off x="1973" y="1930"/>
                  <a:ext cx="337" cy="379"/>
                  <a:chOff x="1973" y="1930"/>
                  <a:chExt cx="337" cy="379"/>
                </a:xfrm>
              </p:grpSpPr>
              <p:sp>
                <p:nvSpPr>
                  <p:cNvPr id="138282" name="Freeform 46">
                    <a:extLst>
                      <a:ext uri="{FF2B5EF4-FFF2-40B4-BE49-F238E27FC236}">
                        <a16:creationId xmlns:a16="http://schemas.microsoft.com/office/drawing/2014/main" id="{D69BFC0C-8588-FAA1-04EF-8928E2B01999}"/>
                      </a:ext>
                    </a:extLst>
                  </p:cNvPr>
                  <p:cNvSpPr>
                    <a:spLocks/>
                  </p:cNvSpPr>
                  <p:nvPr/>
                </p:nvSpPr>
                <p:spPr bwMode="auto">
                  <a:xfrm>
                    <a:off x="2040" y="2232"/>
                    <a:ext cx="24" cy="31"/>
                  </a:xfrm>
                  <a:custGeom>
                    <a:avLst/>
                    <a:gdLst>
                      <a:gd name="T0" fmla="*/ 2 w 24"/>
                      <a:gd name="T1" fmla="*/ 0 h 31"/>
                      <a:gd name="T2" fmla="*/ 0 w 24"/>
                      <a:gd name="T3" fmla="*/ 12 h 31"/>
                      <a:gd name="T4" fmla="*/ 2 w 24"/>
                      <a:gd name="T5" fmla="*/ 25 h 31"/>
                      <a:gd name="T6" fmla="*/ 9 w 24"/>
                      <a:gd name="T7" fmla="*/ 25 h 31"/>
                      <a:gd name="T8" fmla="*/ 23 w 24"/>
                      <a:gd name="T9" fmla="*/ 30 h 31"/>
                      <a:gd name="T10" fmla="*/ 18 w 24"/>
                      <a:gd name="T11" fmla="*/ 18 h 31"/>
                      <a:gd name="T12" fmla="*/ 20 w 24"/>
                      <a:gd name="T13" fmla="*/ 12 h 31"/>
                      <a:gd name="T14" fmla="*/ 2 w 24"/>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31">
                        <a:moveTo>
                          <a:pt x="2" y="0"/>
                        </a:moveTo>
                        <a:lnTo>
                          <a:pt x="0" y="12"/>
                        </a:lnTo>
                        <a:lnTo>
                          <a:pt x="2" y="25"/>
                        </a:lnTo>
                        <a:lnTo>
                          <a:pt x="9" y="25"/>
                        </a:lnTo>
                        <a:lnTo>
                          <a:pt x="23" y="30"/>
                        </a:lnTo>
                        <a:lnTo>
                          <a:pt x="18" y="18"/>
                        </a:lnTo>
                        <a:lnTo>
                          <a:pt x="20" y="12"/>
                        </a:lnTo>
                        <a:lnTo>
                          <a:pt x="2"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83" name="Freeform 47">
                    <a:extLst>
                      <a:ext uri="{FF2B5EF4-FFF2-40B4-BE49-F238E27FC236}">
                        <a16:creationId xmlns:a16="http://schemas.microsoft.com/office/drawing/2014/main" id="{746E9F5D-AB1D-21A6-9FB3-3FBFA35AB2A5}"/>
                      </a:ext>
                    </a:extLst>
                  </p:cNvPr>
                  <p:cNvSpPr>
                    <a:spLocks/>
                  </p:cNvSpPr>
                  <p:nvPr/>
                </p:nvSpPr>
                <p:spPr bwMode="auto">
                  <a:xfrm>
                    <a:off x="2041" y="2196"/>
                    <a:ext cx="62" cy="76"/>
                  </a:xfrm>
                  <a:custGeom>
                    <a:avLst/>
                    <a:gdLst>
                      <a:gd name="T0" fmla="*/ 3 w 62"/>
                      <a:gd name="T1" fmla="*/ 0 h 76"/>
                      <a:gd name="T2" fmla="*/ 21 w 62"/>
                      <a:gd name="T3" fmla="*/ 11 h 76"/>
                      <a:gd name="T4" fmla="*/ 28 w 62"/>
                      <a:gd name="T5" fmla="*/ 11 h 76"/>
                      <a:gd name="T6" fmla="*/ 29 w 62"/>
                      <a:gd name="T7" fmla="*/ 21 h 76"/>
                      <a:gd name="T8" fmla="*/ 36 w 62"/>
                      <a:gd name="T9" fmla="*/ 29 h 76"/>
                      <a:gd name="T10" fmla="*/ 42 w 62"/>
                      <a:gd name="T11" fmla="*/ 36 h 76"/>
                      <a:gd name="T12" fmla="*/ 50 w 62"/>
                      <a:gd name="T13" fmla="*/ 35 h 76"/>
                      <a:gd name="T14" fmla="*/ 59 w 62"/>
                      <a:gd name="T15" fmla="*/ 42 h 76"/>
                      <a:gd name="T16" fmla="*/ 57 w 62"/>
                      <a:gd name="T17" fmla="*/ 51 h 76"/>
                      <a:gd name="T18" fmla="*/ 61 w 62"/>
                      <a:gd name="T19" fmla="*/ 56 h 76"/>
                      <a:gd name="T20" fmla="*/ 50 w 62"/>
                      <a:gd name="T21" fmla="*/ 65 h 76"/>
                      <a:gd name="T22" fmla="*/ 42 w 62"/>
                      <a:gd name="T23" fmla="*/ 74 h 76"/>
                      <a:gd name="T24" fmla="*/ 36 w 62"/>
                      <a:gd name="T25" fmla="*/ 75 h 76"/>
                      <a:gd name="T26" fmla="*/ 34 w 62"/>
                      <a:gd name="T27" fmla="*/ 68 h 76"/>
                      <a:gd name="T28" fmla="*/ 37 w 62"/>
                      <a:gd name="T29" fmla="*/ 62 h 76"/>
                      <a:gd name="T30" fmla="*/ 34 w 62"/>
                      <a:gd name="T31" fmla="*/ 54 h 76"/>
                      <a:gd name="T32" fmla="*/ 34 w 62"/>
                      <a:gd name="T33" fmla="*/ 39 h 76"/>
                      <a:gd name="T34" fmla="*/ 24 w 62"/>
                      <a:gd name="T35" fmla="*/ 33 h 76"/>
                      <a:gd name="T36" fmla="*/ 14 w 62"/>
                      <a:gd name="T37" fmla="*/ 32 h 76"/>
                      <a:gd name="T38" fmla="*/ 13 w 62"/>
                      <a:gd name="T39" fmla="*/ 27 h 76"/>
                      <a:gd name="T40" fmla="*/ 8 w 62"/>
                      <a:gd name="T41" fmla="*/ 21 h 76"/>
                      <a:gd name="T42" fmla="*/ 0 w 62"/>
                      <a:gd name="T43" fmla="*/ 16 h 76"/>
                      <a:gd name="T44" fmla="*/ 3 w 62"/>
                      <a:gd name="T45" fmla="*/ 0 h 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2" h="76">
                        <a:moveTo>
                          <a:pt x="3" y="0"/>
                        </a:moveTo>
                        <a:lnTo>
                          <a:pt x="21" y="11"/>
                        </a:lnTo>
                        <a:lnTo>
                          <a:pt x="28" y="11"/>
                        </a:lnTo>
                        <a:lnTo>
                          <a:pt x="29" y="21"/>
                        </a:lnTo>
                        <a:lnTo>
                          <a:pt x="36" y="29"/>
                        </a:lnTo>
                        <a:lnTo>
                          <a:pt x="42" y="36"/>
                        </a:lnTo>
                        <a:lnTo>
                          <a:pt x="50" y="35"/>
                        </a:lnTo>
                        <a:lnTo>
                          <a:pt x="59" y="42"/>
                        </a:lnTo>
                        <a:lnTo>
                          <a:pt x="57" y="51"/>
                        </a:lnTo>
                        <a:lnTo>
                          <a:pt x="61" y="56"/>
                        </a:lnTo>
                        <a:lnTo>
                          <a:pt x="50" y="65"/>
                        </a:lnTo>
                        <a:lnTo>
                          <a:pt x="42" y="74"/>
                        </a:lnTo>
                        <a:lnTo>
                          <a:pt x="36" y="75"/>
                        </a:lnTo>
                        <a:lnTo>
                          <a:pt x="34" y="68"/>
                        </a:lnTo>
                        <a:lnTo>
                          <a:pt x="37" y="62"/>
                        </a:lnTo>
                        <a:lnTo>
                          <a:pt x="34" y="54"/>
                        </a:lnTo>
                        <a:lnTo>
                          <a:pt x="34" y="39"/>
                        </a:lnTo>
                        <a:lnTo>
                          <a:pt x="24" y="33"/>
                        </a:lnTo>
                        <a:lnTo>
                          <a:pt x="14" y="32"/>
                        </a:lnTo>
                        <a:lnTo>
                          <a:pt x="13" y="27"/>
                        </a:lnTo>
                        <a:lnTo>
                          <a:pt x="8" y="21"/>
                        </a:lnTo>
                        <a:lnTo>
                          <a:pt x="0" y="16"/>
                        </a:lnTo>
                        <a:lnTo>
                          <a:pt x="3"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84" name="Freeform 48">
                    <a:extLst>
                      <a:ext uri="{FF2B5EF4-FFF2-40B4-BE49-F238E27FC236}">
                        <a16:creationId xmlns:a16="http://schemas.microsoft.com/office/drawing/2014/main" id="{FB6581E6-F13A-4DAC-29D7-09EEEC08EFC1}"/>
                      </a:ext>
                    </a:extLst>
                  </p:cNvPr>
                  <p:cNvSpPr>
                    <a:spLocks/>
                  </p:cNvSpPr>
                  <p:nvPr/>
                </p:nvSpPr>
                <p:spPr bwMode="auto">
                  <a:xfrm>
                    <a:off x="2192" y="2288"/>
                    <a:ext cx="18" cy="21"/>
                  </a:xfrm>
                  <a:custGeom>
                    <a:avLst/>
                    <a:gdLst>
                      <a:gd name="T0" fmla="*/ 0 w 18"/>
                      <a:gd name="T1" fmla="*/ 0 h 21"/>
                      <a:gd name="T2" fmla="*/ 3 w 18"/>
                      <a:gd name="T3" fmla="*/ 18 h 21"/>
                      <a:gd name="T4" fmla="*/ 17 w 18"/>
                      <a:gd name="T5" fmla="*/ 20 h 21"/>
                      <a:gd name="T6" fmla="*/ 0 w 18"/>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21">
                        <a:moveTo>
                          <a:pt x="0" y="0"/>
                        </a:moveTo>
                        <a:lnTo>
                          <a:pt x="3" y="18"/>
                        </a:lnTo>
                        <a:lnTo>
                          <a:pt x="17" y="20"/>
                        </a:lnTo>
                        <a:lnTo>
                          <a:pt x="0" y="0"/>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85" name="Freeform 49">
                    <a:extLst>
                      <a:ext uri="{FF2B5EF4-FFF2-40B4-BE49-F238E27FC236}">
                        <a16:creationId xmlns:a16="http://schemas.microsoft.com/office/drawing/2014/main" id="{10ECD0B5-055B-6135-1407-F502277F578D}"/>
                      </a:ext>
                    </a:extLst>
                  </p:cNvPr>
                  <p:cNvSpPr>
                    <a:spLocks/>
                  </p:cNvSpPr>
                  <p:nvPr/>
                </p:nvSpPr>
                <p:spPr bwMode="auto">
                  <a:xfrm>
                    <a:off x="2236" y="2292"/>
                    <a:ext cx="22" cy="17"/>
                  </a:xfrm>
                  <a:custGeom>
                    <a:avLst/>
                    <a:gdLst>
                      <a:gd name="T0" fmla="*/ 0 w 22"/>
                      <a:gd name="T1" fmla="*/ 13 h 17"/>
                      <a:gd name="T2" fmla="*/ 11 w 22"/>
                      <a:gd name="T3" fmla="*/ 0 h 17"/>
                      <a:gd name="T4" fmla="*/ 21 w 22"/>
                      <a:gd name="T5" fmla="*/ 3 h 17"/>
                      <a:gd name="T6" fmla="*/ 13 w 22"/>
                      <a:gd name="T7" fmla="*/ 16 h 17"/>
                      <a:gd name="T8" fmla="*/ 0 w 22"/>
                      <a:gd name="T9" fmla="*/ 13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7">
                        <a:moveTo>
                          <a:pt x="0" y="13"/>
                        </a:moveTo>
                        <a:lnTo>
                          <a:pt x="11" y="0"/>
                        </a:lnTo>
                        <a:lnTo>
                          <a:pt x="21" y="3"/>
                        </a:lnTo>
                        <a:lnTo>
                          <a:pt x="13" y="16"/>
                        </a:lnTo>
                        <a:lnTo>
                          <a:pt x="0" y="13"/>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86" name="Freeform 50">
                    <a:extLst>
                      <a:ext uri="{FF2B5EF4-FFF2-40B4-BE49-F238E27FC236}">
                        <a16:creationId xmlns:a16="http://schemas.microsoft.com/office/drawing/2014/main" id="{292B2A89-C34F-1C46-54E0-98142F3311B3}"/>
                      </a:ext>
                    </a:extLst>
                  </p:cNvPr>
                  <p:cNvSpPr>
                    <a:spLocks/>
                  </p:cNvSpPr>
                  <p:nvPr/>
                </p:nvSpPr>
                <p:spPr bwMode="auto">
                  <a:xfrm>
                    <a:off x="2285" y="2260"/>
                    <a:ext cx="25" cy="23"/>
                  </a:xfrm>
                  <a:custGeom>
                    <a:avLst/>
                    <a:gdLst>
                      <a:gd name="T0" fmla="*/ 0 w 25"/>
                      <a:gd name="T1" fmla="*/ 14 h 23"/>
                      <a:gd name="T2" fmla="*/ 24 w 25"/>
                      <a:gd name="T3" fmla="*/ 22 h 23"/>
                      <a:gd name="T4" fmla="*/ 12 w 25"/>
                      <a:gd name="T5" fmla="*/ 0 h 23"/>
                      <a:gd name="T6" fmla="*/ 0 w 25"/>
                      <a:gd name="T7" fmla="*/ 14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 h="23">
                        <a:moveTo>
                          <a:pt x="0" y="14"/>
                        </a:moveTo>
                        <a:lnTo>
                          <a:pt x="24" y="22"/>
                        </a:lnTo>
                        <a:lnTo>
                          <a:pt x="12" y="0"/>
                        </a:lnTo>
                        <a:lnTo>
                          <a:pt x="0" y="14"/>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87" name="Freeform 51">
                    <a:extLst>
                      <a:ext uri="{FF2B5EF4-FFF2-40B4-BE49-F238E27FC236}">
                        <a16:creationId xmlns:a16="http://schemas.microsoft.com/office/drawing/2014/main" id="{F1999246-7D7A-F021-A11A-9FD3FDBF9265}"/>
                      </a:ext>
                    </a:extLst>
                  </p:cNvPr>
                  <p:cNvSpPr>
                    <a:spLocks/>
                  </p:cNvSpPr>
                  <p:nvPr/>
                </p:nvSpPr>
                <p:spPr bwMode="auto">
                  <a:xfrm>
                    <a:off x="1973" y="1930"/>
                    <a:ext cx="74" cy="35"/>
                  </a:xfrm>
                  <a:custGeom>
                    <a:avLst/>
                    <a:gdLst>
                      <a:gd name="T0" fmla="*/ 0 w 74"/>
                      <a:gd name="T1" fmla="*/ 21 h 35"/>
                      <a:gd name="T2" fmla="*/ 34 w 74"/>
                      <a:gd name="T3" fmla="*/ 23 h 35"/>
                      <a:gd name="T4" fmla="*/ 44 w 74"/>
                      <a:gd name="T5" fmla="*/ 32 h 35"/>
                      <a:gd name="T6" fmla="*/ 55 w 74"/>
                      <a:gd name="T7" fmla="*/ 34 h 35"/>
                      <a:gd name="T8" fmla="*/ 73 w 74"/>
                      <a:gd name="T9" fmla="*/ 27 h 35"/>
                      <a:gd name="T10" fmla="*/ 62 w 74"/>
                      <a:gd name="T11" fmla="*/ 17 h 35"/>
                      <a:gd name="T12" fmla="*/ 47 w 74"/>
                      <a:gd name="T13" fmla="*/ 17 h 35"/>
                      <a:gd name="T14" fmla="*/ 41 w 74"/>
                      <a:gd name="T15" fmla="*/ 0 h 35"/>
                      <a:gd name="T16" fmla="*/ 29 w 74"/>
                      <a:gd name="T17" fmla="*/ 3 h 35"/>
                      <a:gd name="T18" fmla="*/ 0 w 74"/>
                      <a:gd name="T19" fmla="*/ 21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35">
                        <a:moveTo>
                          <a:pt x="0" y="21"/>
                        </a:moveTo>
                        <a:lnTo>
                          <a:pt x="34" y="23"/>
                        </a:lnTo>
                        <a:lnTo>
                          <a:pt x="44" y="32"/>
                        </a:lnTo>
                        <a:lnTo>
                          <a:pt x="55" y="34"/>
                        </a:lnTo>
                        <a:lnTo>
                          <a:pt x="73" y="27"/>
                        </a:lnTo>
                        <a:lnTo>
                          <a:pt x="62" y="17"/>
                        </a:lnTo>
                        <a:lnTo>
                          <a:pt x="47" y="17"/>
                        </a:lnTo>
                        <a:lnTo>
                          <a:pt x="41" y="0"/>
                        </a:lnTo>
                        <a:lnTo>
                          <a:pt x="29" y="3"/>
                        </a:lnTo>
                        <a:lnTo>
                          <a:pt x="0" y="21"/>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38281" name="Freeform 52">
                  <a:extLst>
                    <a:ext uri="{FF2B5EF4-FFF2-40B4-BE49-F238E27FC236}">
                      <a16:creationId xmlns:a16="http://schemas.microsoft.com/office/drawing/2014/main" id="{6341A35F-5859-23D8-0B60-FC0C261C0147}"/>
                    </a:ext>
                  </a:extLst>
                </p:cNvPr>
                <p:cNvSpPr>
                  <a:spLocks/>
                </p:cNvSpPr>
                <p:nvPr/>
              </p:nvSpPr>
              <p:spPr bwMode="auto">
                <a:xfrm>
                  <a:off x="2298" y="2018"/>
                  <a:ext cx="116" cy="80"/>
                </a:xfrm>
                <a:custGeom>
                  <a:avLst/>
                  <a:gdLst>
                    <a:gd name="T0" fmla="*/ 111 w 116"/>
                    <a:gd name="T1" fmla="*/ 49 h 80"/>
                    <a:gd name="T2" fmla="*/ 115 w 116"/>
                    <a:gd name="T3" fmla="*/ 72 h 80"/>
                    <a:gd name="T4" fmla="*/ 103 w 116"/>
                    <a:gd name="T5" fmla="*/ 77 h 80"/>
                    <a:gd name="T6" fmla="*/ 88 w 116"/>
                    <a:gd name="T7" fmla="*/ 79 h 80"/>
                    <a:gd name="T8" fmla="*/ 77 w 116"/>
                    <a:gd name="T9" fmla="*/ 72 h 80"/>
                    <a:gd name="T10" fmla="*/ 69 w 116"/>
                    <a:gd name="T11" fmla="*/ 63 h 80"/>
                    <a:gd name="T12" fmla="*/ 63 w 116"/>
                    <a:gd name="T13" fmla="*/ 56 h 80"/>
                    <a:gd name="T14" fmla="*/ 47 w 116"/>
                    <a:gd name="T15" fmla="*/ 59 h 80"/>
                    <a:gd name="T16" fmla="*/ 33 w 116"/>
                    <a:gd name="T17" fmla="*/ 60 h 80"/>
                    <a:gd name="T18" fmla="*/ 22 w 116"/>
                    <a:gd name="T19" fmla="*/ 56 h 80"/>
                    <a:gd name="T20" fmla="*/ 16 w 116"/>
                    <a:gd name="T21" fmla="*/ 46 h 80"/>
                    <a:gd name="T22" fmla="*/ 0 w 116"/>
                    <a:gd name="T23" fmla="*/ 45 h 80"/>
                    <a:gd name="T24" fmla="*/ 1 w 116"/>
                    <a:gd name="T25" fmla="*/ 36 h 80"/>
                    <a:gd name="T26" fmla="*/ 4 w 116"/>
                    <a:gd name="T27" fmla="*/ 28 h 80"/>
                    <a:gd name="T28" fmla="*/ 1 w 116"/>
                    <a:gd name="T29" fmla="*/ 19 h 80"/>
                    <a:gd name="T30" fmla="*/ 3 w 116"/>
                    <a:gd name="T31" fmla="*/ 13 h 80"/>
                    <a:gd name="T32" fmla="*/ 6 w 116"/>
                    <a:gd name="T33" fmla="*/ 7 h 80"/>
                    <a:gd name="T34" fmla="*/ 16 w 116"/>
                    <a:gd name="T35" fmla="*/ 0 h 80"/>
                    <a:gd name="T36" fmla="*/ 27 w 116"/>
                    <a:gd name="T37" fmla="*/ 2 h 80"/>
                    <a:gd name="T38" fmla="*/ 27 w 116"/>
                    <a:gd name="T39" fmla="*/ 12 h 80"/>
                    <a:gd name="T40" fmla="*/ 26 w 116"/>
                    <a:gd name="T41" fmla="*/ 19 h 80"/>
                    <a:gd name="T42" fmla="*/ 30 w 116"/>
                    <a:gd name="T43" fmla="*/ 23 h 80"/>
                    <a:gd name="T44" fmla="*/ 37 w 116"/>
                    <a:gd name="T45" fmla="*/ 25 h 80"/>
                    <a:gd name="T46" fmla="*/ 43 w 116"/>
                    <a:gd name="T47" fmla="*/ 28 h 80"/>
                    <a:gd name="T48" fmla="*/ 50 w 116"/>
                    <a:gd name="T49" fmla="*/ 25 h 80"/>
                    <a:gd name="T50" fmla="*/ 55 w 116"/>
                    <a:gd name="T51" fmla="*/ 25 h 80"/>
                    <a:gd name="T52" fmla="*/ 60 w 116"/>
                    <a:gd name="T53" fmla="*/ 18 h 80"/>
                    <a:gd name="T54" fmla="*/ 66 w 116"/>
                    <a:gd name="T55" fmla="*/ 20 h 80"/>
                    <a:gd name="T56" fmla="*/ 71 w 116"/>
                    <a:gd name="T57" fmla="*/ 28 h 80"/>
                    <a:gd name="T58" fmla="*/ 71 w 116"/>
                    <a:gd name="T59" fmla="*/ 33 h 80"/>
                    <a:gd name="T60" fmla="*/ 81 w 116"/>
                    <a:gd name="T61" fmla="*/ 33 h 80"/>
                    <a:gd name="T62" fmla="*/ 94 w 116"/>
                    <a:gd name="T63" fmla="*/ 31 h 80"/>
                    <a:gd name="T64" fmla="*/ 99 w 116"/>
                    <a:gd name="T65" fmla="*/ 35 h 80"/>
                    <a:gd name="T66" fmla="*/ 111 w 116"/>
                    <a:gd name="T67" fmla="*/ 49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16" h="80">
                      <a:moveTo>
                        <a:pt x="111" y="49"/>
                      </a:moveTo>
                      <a:lnTo>
                        <a:pt x="115" y="72"/>
                      </a:lnTo>
                      <a:lnTo>
                        <a:pt x="103" y="77"/>
                      </a:lnTo>
                      <a:lnTo>
                        <a:pt x="88" y="79"/>
                      </a:lnTo>
                      <a:lnTo>
                        <a:pt x="77" y="72"/>
                      </a:lnTo>
                      <a:lnTo>
                        <a:pt x="69" y="63"/>
                      </a:lnTo>
                      <a:lnTo>
                        <a:pt x="63" y="56"/>
                      </a:lnTo>
                      <a:lnTo>
                        <a:pt x="47" y="59"/>
                      </a:lnTo>
                      <a:lnTo>
                        <a:pt x="33" y="60"/>
                      </a:lnTo>
                      <a:lnTo>
                        <a:pt x="22" y="56"/>
                      </a:lnTo>
                      <a:lnTo>
                        <a:pt x="16" y="46"/>
                      </a:lnTo>
                      <a:lnTo>
                        <a:pt x="0" y="45"/>
                      </a:lnTo>
                      <a:lnTo>
                        <a:pt x="1" y="36"/>
                      </a:lnTo>
                      <a:lnTo>
                        <a:pt x="4" y="28"/>
                      </a:lnTo>
                      <a:lnTo>
                        <a:pt x="1" y="19"/>
                      </a:lnTo>
                      <a:lnTo>
                        <a:pt x="3" y="13"/>
                      </a:lnTo>
                      <a:lnTo>
                        <a:pt x="6" y="7"/>
                      </a:lnTo>
                      <a:lnTo>
                        <a:pt x="16" y="0"/>
                      </a:lnTo>
                      <a:lnTo>
                        <a:pt x="27" y="2"/>
                      </a:lnTo>
                      <a:lnTo>
                        <a:pt x="27" y="12"/>
                      </a:lnTo>
                      <a:lnTo>
                        <a:pt x="26" y="19"/>
                      </a:lnTo>
                      <a:lnTo>
                        <a:pt x="30" y="23"/>
                      </a:lnTo>
                      <a:lnTo>
                        <a:pt x="37" y="25"/>
                      </a:lnTo>
                      <a:lnTo>
                        <a:pt x="43" y="28"/>
                      </a:lnTo>
                      <a:lnTo>
                        <a:pt x="50" y="25"/>
                      </a:lnTo>
                      <a:lnTo>
                        <a:pt x="55" y="25"/>
                      </a:lnTo>
                      <a:lnTo>
                        <a:pt x="60" y="18"/>
                      </a:lnTo>
                      <a:lnTo>
                        <a:pt x="66" y="20"/>
                      </a:lnTo>
                      <a:lnTo>
                        <a:pt x="71" y="28"/>
                      </a:lnTo>
                      <a:lnTo>
                        <a:pt x="71" y="33"/>
                      </a:lnTo>
                      <a:lnTo>
                        <a:pt x="81" y="33"/>
                      </a:lnTo>
                      <a:lnTo>
                        <a:pt x="94" y="31"/>
                      </a:lnTo>
                      <a:lnTo>
                        <a:pt x="99" y="35"/>
                      </a:lnTo>
                      <a:lnTo>
                        <a:pt x="111" y="49"/>
                      </a:lnTo>
                    </a:path>
                  </a:pathLst>
                </a:custGeom>
                <a:solidFill>
                  <a:schemeClr val="bg2"/>
                </a:solidFill>
                <a:ln>
                  <a:noFill/>
                </a:ln>
                <a:effectLst/>
                <a:extLst>
                  <a:ext uri="{91240B29-F687-4F45-9708-019B960494DF}">
                    <a14:hiddenLine xmlns:a14="http://schemas.microsoft.com/office/drawing/2010/main" w="12699"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grpSp>
      <p:sp>
        <p:nvSpPr>
          <p:cNvPr id="138244" name="Freeform 53">
            <a:extLst>
              <a:ext uri="{FF2B5EF4-FFF2-40B4-BE49-F238E27FC236}">
                <a16:creationId xmlns:a16="http://schemas.microsoft.com/office/drawing/2014/main" id="{7A212E9F-3110-9972-3B88-A7AAB74C9F8A}"/>
              </a:ext>
            </a:extLst>
          </p:cNvPr>
          <p:cNvSpPr>
            <a:spLocks/>
          </p:cNvSpPr>
          <p:nvPr/>
        </p:nvSpPr>
        <p:spPr bwMode="auto">
          <a:xfrm>
            <a:off x="5091113" y="3429000"/>
            <a:ext cx="1293812" cy="1144588"/>
          </a:xfrm>
          <a:custGeom>
            <a:avLst/>
            <a:gdLst>
              <a:gd name="T0" fmla="*/ 2147483646 w 883"/>
              <a:gd name="T1" fmla="*/ 0 h 721"/>
              <a:gd name="T2" fmla="*/ 2147483646 w 883"/>
              <a:gd name="T3" fmla="*/ 2147483646 h 721"/>
              <a:gd name="T4" fmla="*/ 0 w 883"/>
              <a:gd name="T5" fmla="*/ 2147483646 h 721"/>
              <a:gd name="T6" fmla="*/ 0 w 883"/>
              <a:gd name="T7" fmla="*/ 2147483646 h 721"/>
              <a:gd name="T8" fmla="*/ 2147483646 w 883"/>
              <a:gd name="T9" fmla="*/ 2147483646 h 721"/>
              <a:gd name="T10" fmla="*/ 2147483646 w 883"/>
              <a:gd name="T11" fmla="*/ 2147483646 h 721"/>
              <a:gd name="T12" fmla="*/ 2147483646 w 883"/>
              <a:gd name="T13" fmla="*/ 2147483646 h 721"/>
              <a:gd name="T14" fmla="*/ 2147483646 w 883"/>
              <a:gd name="T15" fmla="*/ 0 h 72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3" h="721">
                <a:moveTo>
                  <a:pt x="441" y="0"/>
                </a:moveTo>
                <a:lnTo>
                  <a:pt x="441" y="90"/>
                </a:lnTo>
                <a:lnTo>
                  <a:pt x="0" y="90"/>
                </a:lnTo>
                <a:lnTo>
                  <a:pt x="0" y="630"/>
                </a:lnTo>
                <a:lnTo>
                  <a:pt x="441" y="630"/>
                </a:lnTo>
                <a:lnTo>
                  <a:pt x="441" y="720"/>
                </a:lnTo>
                <a:lnTo>
                  <a:pt x="882" y="361"/>
                </a:lnTo>
                <a:lnTo>
                  <a:pt x="441" y="0"/>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45" name="Freeform 54">
            <a:extLst>
              <a:ext uri="{FF2B5EF4-FFF2-40B4-BE49-F238E27FC236}">
                <a16:creationId xmlns:a16="http://schemas.microsoft.com/office/drawing/2014/main" id="{D82D84D7-8219-CCF9-1F62-C4FB715E53C5}"/>
              </a:ext>
            </a:extLst>
          </p:cNvPr>
          <p:cNvSpPr>
            <a:spLocks/>
          </p:cNvSpPr>
          <p:nvPr/>
        </p:nvSpPr>
        <p:spPr bwMode="auto">
          <a:xfrm>
            <a:off x="6837363" y="3429000"/>
            <a:ext cx="1295400" cy="1144588"/>
          </a:xfrm>
          <a:custGeom>
            <a:avLst/>
            <a:gdLst>
              <a:gd name="T0" fmla="*/ 0 w 884"/>
              <a:gd name="T1" fmla="*/ 2147483646 h 721"/>
              <a:gd name="T2" fmla="*/ 2147483646 w 884"/>
              <a:gd name="T3" fmla="*/ 2147483646 h 721"/>
              <a:gd name="T4" fmla="*/ 2147483646 w 884"/>
              <a:gd name="T5" fmla="*/ 2147483646 h 721"/>
              <a:gd name="T6" fmla="*/ 2147483646 w 884"/>
              <a:gd name="T7" fmla="*/ 2147483646 h 721"/>
              <a:gd name="T8" fmla="*/ 2147483646 w 884"/>
              <a:gd name="T9" fmla="*/ 2147483646 h 721"/>
              <a:gd name="T10" fmla="*/ 2147483646 w 884"/>
              <a:gd name="T11" fmla="*/ 2147483646 h 721"/>
              <a:gd name="T12" fmla="*/ 2147483646 w 884"/>
              <a:gd name="T13" fmla="*/ 0 h 721"/>
              <a:gd name="T14" fmla="*/ 0 w 884"/>
              <a:gd name="T15" fmla="*/ 2147483646 h 72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4" h="721">
                <a:moveTo>
                  <a:pt x="0" y="361"/>
                </a:moveTo>
                <a:lnTo>
                  <a:pt x="442" y="720"/>
                </a:lnTo>
                <a:lnTo>
                  <a:pt x="442" y="630"/>
                </a:lnTo>
                <a:lnTo>
                  <a:pt x="883" y="630"/>
                </a:lnTo>
                <a:lnTo>
                  <a:pt x="883" y="90"/>
                </a:lnTo>
                <a:lnTo>
                  <a:pt x="442" y="90"/>
                </a:lnTo>
                <a:lnTo>
                  <a:pt x="442" y="0"/>
                </a:lnTo>
                <a:lnTo>
                  <a:pt x="0" y="361"/>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46" name="Freeform 55">
            <a:extLst>
              <a:ext uri="{FF2B5EF4-FFF2-40B4-BE49-F238E27FC236}">
                <a16:creationId xmlns:a16="http://schemas.microsoft.com/office/drawing/2014/main" id="{DD050A5F-0E8E-3C3D-0947-22B07950E796}"/>
              </a:ext>
            </a:extLst>
          </p:cNvPr>
          <p:cNvSpPr>
            <a:spLocks/>
          </p:cNvSpPr>
          <p:nvPr/>
        </p:nvSpPr>
        <p:spPr bwMode="auto">
          <a:xfrm>
            <a:off x="6731000" y="2781300"/>
            <a:ext cx="269875" cy="750888"/>
          </a:xfrm>
          <a:custGeom>
            <a:avLst/>
            <a:gdLst>
              <a:gd name="T0" fmla="*/ 0 w 184"/>
              <a:gd name="T1" fmla="*/ 2147483646 h 473"/>
              <a:gd name="T2" fmla="*/ 2147483646 w 184"/>
              <a:gd name="T3" fmla="*/ 2147483646 h 473"/>
              <a:gd name="T4" fmla="*/ 2147483646 w 184"/>
              <a:gd name="T5" fmla="*/ 2147483646 h 473"/>
              <a:gd name="T6" fmla="*/ 2147483646 w 184"/>
              <a:gd name="T7" fmla="*/ 0 h 473"/>
              <a:gd name="T8" fmla="*/ 2147483646 w 184"/>
              <a:gd name="T9" fmla="*/ 2147483646 h 473"/>
              <a:gd name="T10" fmla="*/ 2147483646 w 184"/>
              <a:gd name="T11" fmla="*/ 2147483646 h 473"/>
              <a:gd name="T12" fmla="*/ 0 w 184"/>
              <a:gd name="T13" fmla="*/ 2147483646 h 4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473">
                <a:moveTo>
                  <a:pt x="0" y="472"/>
                </a:moveTo>
                <a:lnTo>
                  <a:pt x="55" y="208"/>
                </a:lnTo>
                <a:lnTo>
                  <a:pt x="97" y="236"/>
                </a:lnTo>
                <a:lnTo>
                  <a:pt x="183" y="0"/>
                </a:lnTo>
                <a:lnTo>
                  <a:pt x="117" y="295"/>
                </a:lnTo>
                <a:lnTo>
                  <a:pt x="74" y="257"/>
                </a:lnTo>
                <a:lnTo>
                  <a:pt x="0" y="472"/>
                </a:lnTo>
              </a:path>
            </a:pathLst>
          </a:custGeom>
          <a:solidFill>
            <a:schemeClr val="bg2"/>
          </a:solidFill>
          <a:ln w="12699" cap="rnd" cmpd="sng">
            <a:solidFill>
              <a:schemeClr val="bg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47" name="Freeform 56">
            <a:extLst>
              <a:ext uri="{FF2B5EF4-FFF2-40B4-BE49-F238E27FC236}">
                <a16:creationId xmlns:a16="http://schemas.microsoft.com/office/drawing/2014/main" id="{26758674-B77F-4ACE-6DF0-DC4C82186756}"/>
              </a:ext>
            </a:extLst>
          </p:cNvPr>
          <p:cNvSpPr>
            <a:spLocks/>
          </p:cNvSpPr>
          <p:nvPr/>
        </p:nvSpPr>
        <p:spPr bwMode="auto">
          <a:xfrm>
            <a:off x="6064250" y="2789238"/>
            <a:ext cx="420688" cy="749300"/>
          </a:xfrm>
          <a:custGeom>
            <a:avLst/>
            <a:gdLst>
              <a:gd name="T0" fmla="*/ 2147483646 w 287"/>
              <a:gd name="T1" fmla="*/ 2147483646 h 472"/>
              <a:gd name="T2" fmla="*/ 2147483646 w 287"/>
              <a:gd name="T3" fmla="*/ 2147483646 h 472"/>
              <a:gd name="T4" fmla="*/ 2147483646 w 287"/>
              <a:gd name="T5" fmla="*/ 2147483646 h 472"/>
              <a:gd name="T6" fmla="*/ 2147483646 w 287"/>
              <a:gd name="T7" fmla="*/ 2147483646 h 472"/>
              <a:gd name="T8" fmla="*/ 2147483646 w 287"/>
              <a:gd name="T9" fmla="*/ 2147483646 h 472"/>
              <a:gd name="T10" fmla="*/ 0 w 287"/>
              <a:gd name="T11" fmla="*/ 0 h 472"/>
              <a:gd name="T12" fmla="*/ 2147483646 w 287"/>
              <a:gd name="T13" fmla="*/ 2147483646 h 472"/>
              <a:gd name="T14" fmla="*/ 2147483646 w 287"/>
              <a:gd name="T15" fmla="*/ 2147483646 h 472"/>
              <a:gd name="T16" fmla="*/ 2147483646 w 287"/>
              <a:gd name="T17" fmla="*/ 2147483646 h 472"/>
              <a:gd name="T18" fmla="*/ 2147483646 w 287"/>
              <a:gd name="T19" fmla="*/ 2147483646 h 472"/>
              <a:gd name="T20" fmla="*/ 2147483646 w 287"/>
              <a:gd name="T21" fmla="*/ 2147483646 h 4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7" h="472">
                <a:moveTo>
                  <a:pt x="286" y="471"/>
                </a:moveTo>
                <a:lnTo>
                  <a:pt x="202" y="222"/>
                </a:lnTo>
                <a:lnTo>
                  <a:pt x="181" y="278"/>
                </a:lnTo>
                <a:lnTo>
                  <a:pt x="111" y="127"/>
                </a:lnTo>
                <a:lnTo>
                  <a:pt x="94" y="183"/>
                </a:lnTo>
                <a:lnTo>
                  <a:pt x="0" y="0"/>
                </a:lnTo>
                <a:lnTo>
                  <a:pt x="94" y="246"/>
                </a:lnTo>
                <a:lnTo>
                  <a:pt x="111" y="173"/>
                </a:lnTo>
                <a:lnTo>
                  <a:pt x="178" y="335"/>
                </a:lnTo>
                <a:lnTo>
                  <a:pt x="199" y="275"/>
                </a:lnTo>
                <a:lnTo>
                  <a:pt x="286" y="471"/>
                </a:lnTo>
              </a:path>
            </a:pathLst>
          </a:custGeom>
          <a:solidFill>
            <a:schemeClr val="bg2"/>
          </a:solidFill>
          <a:ln w="12699" cap="rnd" cmpd="sng">
            <a:solidFill>
              <a:schemeClr val="bg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48" name="Freeform 57">
            <a:extLst>
              <a:ext uri="{FF2B5EF4-FFF2-40B4-BE49-F238E27FC236}">
                <a16:creationId xmlns:a16="http://schemas.microsoft.com/office/drawing/2014/main" id="{E9AB88CE-6411-04DF-9699-6F33FCA3D663}"/>
              </a:ext>
            </a:extLst>
          </p:cNvPr>
          <p:cNvSpPr>
            <a:spLocks/>
          </p:cNvSpPr>
          <p:nvPr/>
        </p:nvSpPr>
        <p:spPr bwMode="auto">
          <a:xfrm>
            <a:off x="6715125" y="4348163"/>
            <a:ext cx="228600" cy="842962"/>
          </a:xfrm>
          <a:custGeom>
            <a:avLst/>
            <a:gdLst>
              <a:gd name="T0" fmla="*/ 2147483646 w 155"/>
              <a:gd name="T1" fmla="*/ 2147483646 h 531"/>
              <a:gd name="T2" fmla="*/ 2147483646 w 155"/>
              <a:gd name="T3" fmla="*/ 2147483646 h 531"/>
              <a:gd name="T4" fmla="*/ 2147483646 w 155"/>
              <a:gd name="T5" fmla="*/ 2147483646 h 531"/>
              <a:gd name="T6" fmla="*/ 2147483646 w 155"/>
              <a:gd name="T7" fmla="*/ 2147483646 h 531"/>
              <a:gd name="T8" fmla="*/ 2147483646 w 155"/>
              <a:gd name="T9" fmla="*/ 2147483646 h 531"/>
              <a:gd name="T10" fmla="*/ 0 w 155"/>
              <a:gd name="T11" fmla="*/ 0 h 531"/>
              <a:gd name="T12" fmla="*/ 2147483646 w 155"/>
              <a:gd name="T13" fmla="*/ 2147483646 h 531"/>
              <a:gd name="T14" fmla="*/ 2147483646 w 155"/>
              <a:gd name="T15" fmla="*/ 2147483646 h 531"/>
              <a:gd name="T16" fmla="*/ 2147483646 w 155"/>
              <a:gd name="T17" fmla="*/ 2147483646 h 531"/>
              <a:gd name="T18" fmla="*/ 2147483646 w 155"/>
              <a:gd name="T19" fmla="*/ 2147483646 h 531"/>
              <a:gd name="T20" fmla="*/ 2147483646 w 155"/>
              <a:gd name="T21" fmla="*/ 2147483646 h 5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5" h="531">
                <a:moveTo>
                  <a:pt x="154" y="530"/>
                </a:moveTo>
                <a:lnTo>
                  <a:pt x="136" y="266"/>
                </a:lnTo>
                <a:lnTo>
                  <a:pt x="104" y="317"/>
                </a:lnTo>
                <a:lnTo>
                  <a:pt x="75" y="151"/>
                </a:lnTo>
                <a:lnTo>
                  <a:pt x="45" y="201"/>
                </a:lnTo>
                <a:lnTo>
                  <a:pt x="0" y="0"/>
                </a:lnTo>
                <a:lnTo>
                  <a:pt x="28" y="261"/>
                </a:lnTo>
                <a:lnTo>
                  <a:pt x="63" y="194"/>
                </a:lnTo>
                <a:lnTo>
                  <a:pt x="85" y="369"/>
                </a:lnTo>
                <a:lnTo>
                  <a:pt x="120" y="317"/>
                </a:lnTo>
                <a:lnTo>
                  <a:pt x="154" y="530"/>
                </a:lnTo>
              </a:path>
            </a:pathLst>
          </a:custGeom>
          <a:solidFill>
            <a:schemeClr val="bg2"/>
          </a:solidFill>
          <a:ln w="12699" cap="rnd" cmpd="sng">
            <a:solidFill>
              <a:schemeClr val="bg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38249" name="Freeform 58">
            <a:extLst>
              <a:ext uri="{FF2B5EF4-FFF2-40B4-BE49-F238E27FC236}">
                <a16:creationId xmlns:a16="http://schemas.microsoft.com/office/drawing/2014/main" id="{979ADFA8-620E-2EA3-A36A-64497353ED4B}"/>
              </a:ext>
            </a:extLst>
          </p:cNvPr>
          <p:cNvSpPr>
            <a:spLocks/>
          </p:cNvSpPr>
          <p:nvPr/>
        </p:nvSpPr>
        <p:spPr bwMode="auto">
          <a:xfrm>
            <a:off x="6202363" y="4383088"/>
            <a:ext cx="268287" cy="749300"/>
          </a:xfrm>
          <a:custGeom>
            <a:avLst/>
            <a:gdLst>
              <a:gd name="T0" fmla="*/ 0 w 183"/>
              <a:gd name="T1" fmla="*/ 2147483646 h 472"/>
              <a:gd name="T2" fmla="*/ 2147483646 w 183"/>
              <a:gd name="T3" fmla="*/ 2147483646 h 472"/>
              <a:gd name="T4" fmla="*/ 2147483646 w 183"/>
              <a:gd name="T5" fmla="*/ 2147483646 h 472"/>
              <a:gd name="T6" fmla="*/ 2147483646 w 183"/>
              <a:gd name="T7" fmla="*/ 0 h 472"/>
              <a:gd name="T8" fmla="*/ 2147483646 w 183"/>
              <a:gd name="T9" fmla="*/ 2147483646 h 472"/>
              <a:gd name="T10" fmla="*/ 2147483646 w 183"/>
              <a:gd name="T11" fmla="*/ 2147483646 h 472"/>
              <a:gd name="T12" fmla="*/ 0 w 183"/>
              <a:gd name="T13" fmla="*/ 2147483646 h 4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3" h="472">
                <a:moveTo>
                  <a:pt x="0" y="471"/>
                </a:moveTo>
                <a:lnTo>
                  <a:pt x="54" y="207"/>
                </a:lnTo>
                <a:lnTo>
                  <a:pt x="96" y="235"/>
                </a:lnTo>
                <a:lnTo>
                  <a:pt x="182" y="0"/>
                </a:lnTo>
                <a:lnTo>
                  <a:pt x="116" y="293"/>
                </a:lnTo>
                <a:lnTo>
                  <a:pt x="73" y="256"/>
                </a:lnTo>
                <a:lnTo>
                  <a:pt x="0" y="471"/>
                </a:lnTo>
              </a:path>
            </a:pathLst>
          </a:custGeom>
          <a:solidFill>
            <a:schemeClr val="bg2"/>
          </a:solidFill>
          <a:ln w="12699" cap="rnd" cmpd="sng">
            <a:solidFill>
              <a:schemeClr val="bg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138250" name="Group 74">
            <a:extLst>
              <a:ext uri="{FF2B5EF4-FFF2-40B4-BE49-F238E27FC236}">
                <a16:creationId xmlns:a16="http://schemas.microsoft.com/office/drawing/2014/main" id="{D39016FB-B438-F55F-ADED-63AF74D19954}"/>
              </a:ext>
            </a:extLst>
          </p:cNvPr>
          <p:cNvGrpSpPr>
            <a:grpSpLocks/>
          </p:cNvGrpSpPr>
          <p:nvPr/>
        </p:nvGrpSpPr>
        <p:grpSpPr bwMode="auto">
          <a:xfrm>
            <a:off x="6632575" y="487363"/>
            <a:ext cx="2146300" cy="731837"/>
            <a:chOff x="4527" y="196"/>
            <a:chExt cx="1464" cy="461"/>
          </a:xfrm>
        </p:grpSpPr>
        <p:grpSp>
          <p:nvGrpSpPr>
            <p:cNvPr id="138251" name="Group 75">
              <a:extLst>
                <a:ext uri="{FF2B5EF4-FFF2-40B4-BE49-F238E27FC236}">
                  <a16:creationId xmlns:a16="http://schemas.microsoft.com/office/drawing/2014/main" id="{B0F552AA-A544-4D5E-89C2-A40044D535C0}"/>
                </a:ext>
              </a:extLst>
            </p:cNvPr>
            <p:cNvGrpSpPr>
              <a:grpSpLocks/>
            </p:cNvGrpSpPr>
            <p:nvPr/>
          </p:nvGrpSpPr>
          <p:grpSpPr bwMode="auto">
            <a:xfrm>
              <a:off x="5452" y="196"/>
              <a:ext cx="539" cy="461"/>
              <a:chOff x="5452" y="196"/>
              <a:chExt cx="539" cy="461"/>
            </a:xfrm>
          </p:grpSpPr>
          <p:sp>
            <p:nvSpPr>
              <p:cNvPr id="138253" name="Rectangle 76">
                <a:extLst>
                  <a:ext uri="{FF2B5EF4-FFF2-40B4-BE49-F238E27FC236}">
                    <a16:creationId xmlns:a16="http://schemas.microsoft.com/office/drawing/2014/main" id="{88AABD67-6E9A-8F9E-8CA6-FB6A08551177}"/>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38254" name="Group 77">
                <a:extLst>
                  <a:ext uri="{FF2B5EF4-FFF2-40B4-BE49-F238E27FC236}">
                    <a16:creationId xmlns:a16="http://schemas.microsoft.com/office/drawing/2014/main" id="{D24D886F-1E83-959E-51A6-25FB83666A08}"/>
                  </a:ext>
                </a:extLst>
              </p:cNvPr>
              <p:cNvGrpSpPr>
                <a:grpSpLocks/>
              </p:cNvGrpSpPr>
              <p:nvPr/>
            </p:nvGrpSpPr>
            <p:grpSpPr bwMode="auto">
              <a:xfrm>
                <a:off x="5509" y="273"/>
                <a:ext cx="423" cy="301"/>
                <a:chOff x="5509" y="273"/>
                <a:chExt cx="423" cy="301"/>
              </a:xfrm>
            </p:grpSpPr>
            <p:sp>
              <p:nvSpPr>
                <p:cNvPr id="138255" name="Oval 78">
                  <a:extLst>
                    <a:ext uri="{FF2B5EF4-FFF2-40B4-BE49-F238E27FC236}">
                      <a16:creationId xmlns:a16="http://schemas.microsoft.com/office/drawing/2014/main" id="{86321D24-01C6-7679-614F-BE1AACC71C42}"/>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56" name="Rectangle 79">
                  <a:extLst>
                    <a:ext uri="{FF2B5EF4-FFF2-40B4-BE49-F238E27FC236}">
                      <a16:creationId xmlns:a16="http://schemas.microsoft.com/office/drawing/2014/main" id="{EE9399EA-6CE2-E1EF-20DF-6CF4FFFEC226}"/>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57" name="Rectangle 80">
                  <a:extLst>
                    <a:ext uri="{FF2B5EF4-FFF2-40B4-BE49-F238E27FC236}">
                      <a16:creationId xmlns:a16="http://schemas.microsoft.com/office/drawing/2014/main" id="{D7C4D6FD-399A-B5F0-3809-31AA74E2B8E0}"/>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58" name="Rectangle 81">
                  <a:extLst>
                    <a:ext uri="{FF2B5EF4-FFF2-40B4-BE49-F238E27FC236}">
                      <a16:creationId xmlns:a16="http://schemas.microsoft.com/office/drawing/2014/main" id="{47199EBA-0CD2-8F02-FE61-268A3EE19E6F}"/>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59" name="Rectangle 82">
                  <a:extLst>
                    <a:ext uri="{FF2B5EF4-FFF2-40B4-BE49-F238E27FC236}">
                      <a16:creationId xmlns:a16="http://schemas.microsoft.com/office/drawing/2014/main" id="{41C68A0A-5074-F701-F113-7AFFD82BDC4B}"/>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0" name="Oval 83">
                  <a:extLst>
                    <a:ext uri="{FF2B5EF4-FFF2-40B4-BE49-F238E27FC236}">
                      <a16:creationId xmlns:a16="http://schemas.microsoft.com/office/drawing/2014/main" id="{5B226831-A05E-CCDC-F915-7A7F8EF81854}"/>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1" name="AutoShape 84">
                  <a:extLst>
                    <a:ext uri="{FF2B5EF4-FFF2-40B4-BE49-F238E27FC236}">
                      <a16:creationId xmlns:a16="http://schemas.microsoft.com/office/drawing/2014/main" id="{3F3B9119-3529-8B53-0F48-003F598C5F4F}"/>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2" name="AutoShape 85">
                  <a:extLst>
                    <a:ext uri="{FF2B5EF4-FFF2-40B4-BE49-F238E27FC236}">
                      <a16:creationId xmlns:a16="http://schemas.microsoft.com/office/drawing/2014/main" id="{F40E8B16-9CD6-CA45-641E-E05CFAFC9D60}"/>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3" name="AutoShape 86">
                  <a:extLst>
                    <a:ext uri="{FF2B5EF4-FFF2-40B4-BE49-F238E27FC236}">
                      <a16:creationId xmlns:a16="http://schemas.microsoft.com/office/drawing/2014/main" id="{16BEB552-0BF8-A4B5-29AE-FF073A2EFBD2}"/>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38264" name="AutoShape 87">
                  <a:extLst>
                    <a:ext uri="{FF2B5EF4-FFF2-40B4-BE49-F238E27FC236}">
                      <a16:creationId xmlns:a16="http://schemas.microsoft.com/office/drawing/2014/main" id="{C9865956-E38E-6E60-5FB1-B09657709429}"/>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38252" name="Rectangle 88">
              <a:extLst>
                <a:ext uri="{FF2B5EF4-FFF2-40B4-BE49-F238E27FC236}">
                  <a16:creationId xmlns:a16="http://schemas.microsoft.com/office/drawing/2014/main" id="{874DCDA5-A7F2-1A96-76B6-8F952624EED8}"/>
                </a:ext>
              </a:extLst>
            </p:cNvPr>
            <p:cNvSpPr>
              <a:spLocks noChangeArrowheads="1"/>
            </p:cNvSpPr>
            <p:nvPr/>
          </p:nvSpPr>
          <p:spPr bwMode="auto">
            <a:xfrm>
              <a:off x="4527" y="227"/>
              <a:ext cx="925"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FORCES</a:t>
              </a: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바닥글 개체 틀 3">
            <a:extLst>
              <a:ext uri="{FF2B5EF4-FFF2-40B4-BE49-F238E27FC236}">
                <a16:creationId xmlns:a16="http://schemas.microsoft.com/office/drawing/2014/main" id="{D42D9732-621F-D1BD-4B8C-5D032D49FA7A}"/>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67C029AE-C646-5848-AE2E-7D2132CF24AF}"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40290" name="슬라이드 번호 개체 틀 4">
            <a:extLst>
              <a:ext uri="{FF2B5EF4-FFF2-40B4-BE49-F238E27FC236}">
                <a16:creationId xmlns:a16="http://schemas.microsoft.com/office/drawing/2014/main" id="{A63E51EB-857F-0319-79FF-9A6B5D59B864}"/>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72A47E9A-EF4D-9144-8EDB-2C533F29A95B}" type="slidenum">
              <a:rPr lang="ko-KR" altLang="en-US">
                <a:solidFill>
                  <a:schemeClr val="bg1"/>
                </a:solidFill>
                <a:ea typeface="굴림" panose="020B0600000101010101" pitchFamily="34" charset="-127"/>
              </a:rPr>
              <a:pPr/>
              <a:t>25</a:t>
            </a:fld>
            <a:endParaRPr lang="en-US" altLang="ko-KR">
              <a:solidFill>
                <a:schemeClr val="bg1"/>
              </a:solidFill>
              <a:ea typeface="굴림" panose="020B0600000101010101" pitchFamily="34" charset="-127"/>
            </a:endParaRPr>
          </a:p>
        </p:txBody>
      </p:sp>
      <p:sp>
        <p:nvSpPr>
          <p:cNvPr id="140291" name="Freeform 2">
            <a:extLst>
              <a:ext uri="{FF2B5EF4-FFF2-40B4-BE49-F238E27FC236}">
                <a16:creationId xmlns:a16="http://schemas.microsoft.com/office/drawing/2014/main" id="{C007A4B1-D297-624C-C85F-3A21200B52FC}"/>
              </a:ext>
            </a:extLst>
          </p:cNvPr>
          <p:cNvSpPr>
            <a:spLocks/>
          </p:cNvSpPr>
          <p:nvPr/>
        </p:nvSpPr>
        <p:spPr bwMode="auto">
          <a:xfrm>
            <a:off x="3379788" y="1935163"/>
            <a:ext cx="2395537" cy="1908175"/>
          </a:xfrm>
          <a:custGeom>
            <a:avLst/>
            <a:gdLst>
              <a:gd name="T0" fmla="*/ 2147483646 w 761"/>
              <a:gd name="T1" fmla="*/ 0 h 633"/>
              <a:gd name="T2" fmla="*/ 2147483646 w 761"/>
              <a:gd name="T3" fmla="*/ 2147483646 h 633"/>
              <a:gd name="T4" fmla="*/ 2147483646 w 761"/>
              <a:gd name="T5" fmla="*/ 2147483646 h 633"/>
              <a:gd name="T6" fmla="*/ 2147483646 w 761"/>
              <a:gd name="T7" fmla="*/ 2147483646 h 633"/>
              <a:gd name="T8" fmla="*/ 2147483646 w 761"/>
              <a:gd name="T9" fmla="*/ 2147483646 h 633"/>
              <a:gd name="T10" fmla="*/ 2147483646 w 761"/>
              <a:gd name="T11" fmla="*/ 2147483646 h 633"/>
              <a:gd name="T12" fmla="*/ 2147483646 w 761"/>
              <a:gd name="T13" fmla="*/ 2147483646 h 633"/>
              <a:gd name="T14" fmla="*/ 2147483646 w 761"/>
              <a:gd name="T15" fmla="*/ 2147483646 h 633"/>
              <a:gd name="T16" fmla="*/ 2147483646 w 761"/>
              <a:gd name="T17" fmla="*/ 2147483646 h 633"/>
              <a:gd name="T18" fmla="*/ 2147483646 w 761"/>
              <a:gd name="T19" fmla="*/ 2147483646 h 633"/>
              <a:gd name="T20" fmla="*/ 2147483646 w 761"/>
              <a:gd name="T21" fmla="*/ 2147483646 h 633"/>
              <a:gd name="T22" fmla="*/ 2147483646 w 761"/>
              <a:gd name="T23" fmla="*/ 2147483646 h 633"/>
              <a:gd name="T24" fmla="*/ 2147483646 w 761"/>
              <a:gd name="T25" fmla="*/ 2147483646 h 633"/>
              <a:gd name="T26" fmla="*/ 2147483646 w 761"/>
              <a:gd name="T27" fmla="*/ 2147483646 h 633"/>
              <a:gd name="T28" fmla="*/ 2147483646 w 761"/>
              <a:gd name="T29" fmla="*/ 2147483646 h 633"/>
              <a:gd name="T30" fmla="*/ 2147483646 w 761"/>
              <a:gd name="T31" fmla="*/ 2147483646 h 633"/>
              <a:gd name="T32" fmla="*/ 2147483646 w 761"/>
              <a:gd name="T33" fmla="*/ 2147483646 h 633"/>
              <a:gd name="T34" fmla="*/ 2147483646 w 761"/>
              <a:gd name="T35" fmla="*/ 2147483646 h 633"/>
              <a:gd name="T36" fmla="*/ 2147483646 w 761"/>
              <a:gd name="T37" fmla="*/ 2147483646 h 633"/>
              <a:gd name="T38" fmla="*/ 2147483646 w 761"/>
              <a:gd name="T39" fmla="*/ 2147483646 h 633"/>
              <a:gd name="T40" fmla="*/ 2147483646 w 761"/>
              <a:gd name="T41" fmla="*/ 2147483646 h 633"/>
              <a:gd name="T42" fmla="*/ 2147483646 w 761"/>
              <a:gd name="T43" fmla="*/ 2147483646 h 633"/>
              <a:gd name="T44" fmla="*/ 2147483646 w 761"/>
              <a:gd name="T45" fmla="*/ 2147483646 h 633"/>
              <a:gd name="T46" fmla="*/ 2147483646 w 761"/>
              <a:gd name="T47" fmla="*/ 2147483646 h 633"/>
              <a:gd name="T48" fmla="*/ 2147483646 w 761"/>
              <a:gd name="T49" fmla="*/ 2147483646 h 633"/>
              <a:gd name="T50" fmla="*/ 2147483646 w 761"/>
              <a:gd name="T51" fmla="*/ 2147483646 h 633"/>
              <a:gd name="T52" fmla="*/ 2147483646 w 761"/>
              <a:gd name="T53" fmla="*/ 2147483646 h 633"/>
              <a:gd name="T54" fmla="*/ 2147483646 w 761"/>
              <a:gd name="T55" fmla="*/ 2147483646 h 633"/>
              <a:gd name="T56" fmla="*/ 2147483646 w 761"/>
              <a:gd name="T57" fmla="*/ 2147483646 h 633"/>
              <a:gd name="T58" fmla="*/ 2147483646 w 761"/>
              <a:gd name="T59" fmla="*/ 2147483646 h 633"/>
              <a:gd name="T60" fmla="*/ 2147483646 w 761"/>
              <a:gd name="T61" fmla="*/ 2147483646 h 633"/>
              <a:gd name="T62" fmla="*/ 2147483646 w 761"/>
              <a:gd name="T63" fmla="*/ 2147483646 h 633"/>
              <a:gd name="T64" fmla="*/ 2147483646 w 761"/>
              <a:gd name="T65" fmla="*/ 2147483646 h 633"/>
              <a:gd name="T66" fmla="*/ 2147483646 w 761"/>
              <a:gd name="T67" fmla="*/ 2147483646 h 633"/>
              <a:gd name="T68" fmla="*/ 2147483646 w 761"/>
              <a:gd name="T69" fmla="*/ 2147483646 h 633"/>
              <a:gd name="T70" fmla="*/ 2147483646 w 761"/>
              <a:gd name="T71" fmla="*/ 2147483646 h 633"/>
              <a:gd name="T72" fmla="*/ 2147483646 w 761"/>
              <a:gd name="T73" fmla="*/ 2147483646 h 633"/>
              <a:gd name="T74" fmla="*/ 2147483646 w 761"/>
              <a:gd name="T75" fmla="*/ 2147483646 h 633"/>
              <a:gd name="T76" fmla="*/ 2147483646 w 761"/>
              <a:gd name="T77" fmla="*/ 2147483646 h 633"/>
              <a:gd name="T78" fmla="*/ 2147483646 w 761"/>
              <a:gd name="T79" fmla="*/ 2147483646 h 633"/>
              <a:gd name="T80" fmla="*/ 2147483646 w 761"/>
              <a:gd name="T81" fmla="*/ 2147483646 h 633"/>
              <a:gd name="T82" fmla="*/ 2147483646 w 761"/>
              <a:gd name="T83" fmla="*/ 2147483646 h 633"/>
              <a:gd name="T84" fmla="*/ 2147483646 w 761"/>
              <a:gd name="T85" fmla="*/ 2147483646 h 633"/>
              <a:gd name="T86" fmla="*/ 2147483646 w 761"/>
              <a:gd name="T87" fmla="*/ 2147483646 h 633"/>
              <a:gd name="T88" fmla="*/ 2147483646 w 761"/>
              <a:gd name="T89" fmla="*/ 2147483646 h 633"/>
              <a:gd name="T90" fmla="*/ 2147483646 w 761"/>
              <a:gd name="T91" fmla="*/ 2147483646 h 633"/>
              <a:gd name="T92" fmla="*/ 2147483646 w 761"/>
              <a:gd name="T93" fmla="*/ 2147483646 h 633"/>
              <a:gd name="T94" fmla="*/ 2147483646 w 761"/>
              <a:gd name="T95" fmla="*/ 2147483646 h 633"/>
              <a:gd name="T96" fmla="*/ 0 w 761"/>
              <a:gd name="T97" fmla="*/ 2147483646 h 633"/>
              <a:gd name="T98" fmla="*/ 2147483646 w 761"/>
              <a:gd name="T99" fmla="*/ 2147483646 h 633"/>
              <a:gd name="T100" fmla="*/ 2147483646 w 761"/>
              <a:gd name="T101" fmla="*/ 2147483646 h 633"/>
              <a:gd name="T102" fmla="*/ 2147483646 w 761"/>
              <a:gd name="T103" fmla="*/ 2147483646 h 633"/>
              <a:gd name="T104" fmla="*/ 2147483646 w 761"/>
              <a:gd name="T105" fmla="*/ 2147483646 h 633"/>
              <a:gd name="T106" fmla="*/ 2147483646 w 761"/>
              <a:gd name="T107" fmla="*/ 2147483646 h 633"/>
              <a:gd name="T108" fmla="*/ 2147483646 w 761"/>
              <a:gd name="T109" fmla="*/ 2147483646 h 633"/>
              <a:gd name="T110" fmla="*/ 2147483646 w 761"/>
              <a:gd name="T111" fmla="*/ 2147483646 h 633"/>
              <a:gd name="T112" fmla="*/ 2147483646 w 761"/>
              <a:gd name="T113" fmla="*/ 2147483646 h 633"/>
              <a:gd name="T114" fmla="*/ 2147483646 w 761"/>
              <a:gd name="T115" fmla="*/ 2147483646 h 633"/>
              <a:gd name="T116" fmla="*/ 2147483646 w 761"/>
              <a:gd name="T117" fmla="*/ 2147483646 h 633"/>
              <a:gd name="T118" fmla="*/ 2147483646 w 761"/>
              <a:gd name="T119" fmla="*/ 0 h 63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61" h="633">
                <a:moveTo>
                  <a:pt x="280" y="0"/>
                </a:moveTo>
                <a:lnTo>
                  <a:pt x="344" y="128"/>
                </a:lnTo>
                <a:lnTo>
                  <a:pt x="384" y="56"/>
                </a:lnTo>
                <a:lnTo>
                  <a:pt x="408" y="136"/>
                </a:lnTo>
                <a:lnTo>
                  <a:pt x="432" y="88"/>
                </a:lnTo>
                <a:lnTo>
                  <a:pt x="440" y="128"/>
                </a:lnTo>
                <a:lnTo>
                  <a:pt x="536" y="8"/>
                </a:lnTo>
                <a:lnTo>
                  <a:pt x="496" y="160"/>
                </a:lnTo>
                <a:lnTo>
                  <a:pt x="600" y="88"/>
                </a:lnTo>
                <a:lnTo>
                  <a:pt x="544" y="176"/>
                </a:lnTo>
                <a:lnTo>
                  <a:pt x="712" y="104"/>
                </a:lnTo>
                <a:lnTo>
                  <a:pt x="600" y="200"/>
                </a:lnTo>
                <a:lnTo>
                  <a:pt x="712" y="176"/>
                </a:lnTo>
                <a:lnTo>
                  <a:pt x="624" y="232"/>
                </a:lnTo>
                <a:lnTo>
                  <a:pt x="760" y="216"/>
                </a:lnTo>
                <a:lnTo>
                  <a:pt x="656" y="288"/>
                </a:lnTo>
                <a:lnTo>
                  <a:pt x="760" y="288"/>
                </a:lnTo>
                <a:lnTo>
                  <a:pt x="656" y="320"/>
                </a:lnTo>
                <a:lnTo>
                  <a:pt x="712" y="328"/>
                </a:lnTo>
                <a:lnTo>
                  <a:pt x="624" y="336"/>
                </a:lnTo>
                <a:lnTo>
                  <a:pt x="760" y="400"/>
                </a:lnTo>
                <a:lnTo>
                  <a:pt x="616" y="376"/>
                </a:lnTo>
                <a:lnTo>
                  <a:pt x="688" y="432"/>
                </a:lnTo>
                <a:lnTo>
                  <a:pt x="592" y="416"/>
                </a:lnTo>
                <a:lnTo>
                  <a:pt x="656" y="472"/>
                </a:lnTo>
                <a:lnTo>
                  <a:pt x="568" y="456"/>
                </a:lnTo>
                <a:lnTo>
                  <a:pt x="656" y="568"/>
                </a:lnTo>
                <a:lnTo>
                  <a:pt x="544" y="488"/>
                </a:lnTo>
                <a:lnTo>
                  <a:pt x="568" y="592"/>
                </a:lnTo>
                <a:lnTo>
                  <a:pt x="480" y="520"/>
                </a:lnTo>
                <a:lnTo>
                  <a:pt x="464" y="632"/>
                </a:lnTo>
                <a:lnTo>
                  <a:pt x="408" y="504"/>
                </a:lnTo>
                <a:lnTo>
                  <a:pt x="384" y="552"/>
                </a:lnTo>
                <a:lnTo>
                  <a:pt x="368" y="520"/>
                </a:lnTo>
                <a:lnTo>
                  <a:pt x="296" y="608"/>
                </a:lnTo>
                <a:lnTo>
                  <a:pt x="320" y="520"/>
                </a:lnTo>
                <a:lnTo>
                  <a:pt x="280" y="536"/>
                </a:lnTo>
                <a:lnTo>
                  <a:pt x="296" y="488"/>
                </a:lnTo>
                <a:lnTo>
                  <a:pt x="232" y="520"/>
                </a:lnTo>
                <a:lnTo>
                  <a:pt x="240" y="472"/>
                </a:lnTo>
                <a:lnTo>
                  <a:pt x="152" y="536"/>
                </a:lnTo>
                <a:lnTo>
                  <a:pt x="208" y="440"/>
                </a:lnTo>
                <a:lnTo>
                  <a:pt x="152" y="456"/>
                </a:lnTo>
                <a:lnTo>
                  <a:pt x="176" y="400"/>
                </a:lnTo>
                <a:lnTo>
                  <a:pt x="48" y="416"/>
                </a:lnTo>
                <a:lnTo>
                  <a:pt x="152" y="352"/>
                </a:lnTo>
                <a:lnTo>
                  <a:pt x="96" y="336"/>
                </a:lnTo>
                <a:lnTo>
                  <a:pt x="176" y="320"/>
                </a:lnTo>
                <a:lnTo>
                  <a:pt x="0" y="304"/>
                </a:lnTo>
                <a:lnTo>
                  <a:pt x="160" y="288"/>
                </a:lnTo>
                <a:lnTo>
                  <a:pt x="96" y="248"/>
                </a:lnTo>
                <a:lnTo>
                  <a:pt x="216" y="248"/>
                </a:lnTo>
                <a:lnTo>
                  <a:pt x="96" y="176"/>
                </a:lnTo>
                <a:lnTo>
                  <a:pt x="224" y="200"/>
                </a:lnTo>
                <a:lnTo>
                  <a:pt x="128" y="72"/>
                </a:lnTo>
                <a:lnTo>
                  <a:pt x="264" y="160"/>
                </a:lnTo>
                <a:lnTo>
                  <a:pt x="240" y="88"/>
                </a:lnTo>
                <a:lnTo>
                  <a:pt x="296" y="136"/>
                </a:lnTo>
                <a:lnTo>
                  <a:pt x="280" y="8"/>
                </a:lnTo>
                <a:lnTo>
                  <a:pt x="280" y="0"/>
                </a:lnTo>
                <a:close/>
              </a:path>
            </a:pathLst>
          </a:custGeom>
          <a:solidFill>
            <a:srgbClr val="FFFFFF"/>
          </a:solidFill>
          <a:ln w="12700">
            <a:solidFill>
              <a:schemeClr val="tx1"/>
            </a:solidFill>
            <a:round/>
            <a:headEnd/>
            <a:tailEnd/>
          </a:ln>
          <a:effectLst>
            <a:outerShdw dist="35921" dir="2700000" algn="ctr" rotWithShape="0">
              <a:schemeClr val="bg2"/>
            </a:outerShdw>
          </a:effectLst>
        </p:spPr>
        <p:txBody>
          <a:bodyPr wrap="none" anchor="ctr"/>
          <a:lstStyle/>
          <a:p>
            <a:endParaRPr lang="ko-KR" altLang="en-US"/>
          </a:p>
        </p:txBody>
      </p:sp>
      <p:sp>
        <p:nvSpPr>
          <p:cNvPr id="140292" name="AutoShape 4">
            <a:extLst>
              <a:ext uri="{FF2B5EF4-FFF2-40B4-BE49-F238E27FC236}">
                <a16:creationId xmlns:a16="http://schemas.microsoft.com/office/drawing/2014/main" id="{E3603143-2D8D-BE2F-9609-8FAB3E33E820}"/>
              </a:ext>
            </a:extLst>
          </p:cNvPr>
          <p:cNvSpPr>
            <a:spLocks noChangeArrowheads="1"/>
          </p:cNvSpPr>
          <p:nvPr/>
        </p:nvSpPr>
        <p:spPr bwMode="auto">
          <a:xfrm>
            <a:off x="1143000" y="2122488"/>
            <a:ext cx="2274888" cy="2806700"/>
          </a:xfrm>
          <a:prstGeom prst="rightArrow">
            <a:avLst>
              <a:gd name="adj1" fmla="val 78667"/>
              <a:gd name="adj2" fmla="val 18269"/>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293" name="Rectangle 5">
            <a:extLst>
              <a:ext uri="{FF2B5EF4-FFF2-40B4-BE49-F238E27FC236}">
                <a16:creationId xmlns:a16="http://schemas.microsoft.com/office/drawing/2014/main" id="{58D52FE2-B2FE-6B78-9F5E-9FF8AE2DBF24}"/>
              </a:ext>
            </a:extLst>
          </p:cNvPr>
          <p:cNvSpPr>
            <a:spLocks noChangeArrowheads="1"/>
          </p:cNvSpPr>
          <p:nvPr>
            <p:custDataLst>
              <p:tags r:id="rId1"/>
            </p:custDataLst>
          </p:nvPr>
        </p:nvSpPr>
        <p:spPr bwMode="auto">
          <a:xfrm>
            <a:off x="1236663" y="1905000"/>
            <a:ext cx="1801812" cy="18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b="1">
                <a:ea typeface="굴림" panose="020B0600000101010101" pitchFamily="34" charset="-127"/>
              </a:rPr>
              <a:t>Text</a:t>
            </a:r>
          </a:p>
        </p:txBody>
      </p:sp>
      <p:sp>
        <p:nvSpPr>
          <p:cNvPr id="140294" name="Rectangle 6">
            <a:extLst>
              <a:ext uri="{FF2B5EF4-FFF2-40B4-BE49-F238E27FC236}">
                <a16:creationId xmlns:a16="http://schemas.microsoft.com/office/drawing/2014/main" id="{FC5D84D5-7A0A-BF4E-A64D-E75E56BB0751}"/>
              </a:ext>
            </a:extLst>
          </p:cNvPr>
          <p:cNvSpPr>
            <a:spLocks noChangeArrowheads="1"/>
          </p:cNvSpPr>
          <p:nvPr>
            <p:custDataLst>
              <p:tags r:id="rId2"/>
            </p:custDataLst>
          </p:nvPr>
        </p:nvSpPr>
        <p:spPr bwMode="auto">
          <a:xfrm>
            <a:off x="1236663" y="2540000"/>
            <a:ext cx="1701800" cy="1323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marL="342900" indent="-342900"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lvl="1">
              <a:buFontTx/>
              <a:buChar char="•"/>
            </a:pPr>
            <a:r>
              <a:rPr lang="en-US" altLang="ko-KR" sz="1200">
                <a:ea typeface="굴림" panose="020B0600000101010101" pitchFamily="34" charset="-127"/>
              </a:rPr>
              <a:t>Text</a:t>
            </a:r>
          </a:p>
        </p:txBody>
      </p:sp>
      <p:sp>
        <p:nvSpPr>
          <p:cNvPr id="140295" name="Rectangle 7">
            <a:extLst>
              <a:ext uri="{FF2B5EF4-FFF2-40B4-BE49-F238E27FC236}">
                <a16:creationId xmlns:a16="http://schemas.microsoft.com/office/drawing/2014/main" id="{928D6396-76EC-BD44-D55C-DF582427CCD8}"/>
              </a:ext>
            </a:extLst>
          </p:cNvPr>
          <p:cNvSpPr>
            <a:spLocks noChangeArrowheads="1"/>
          </p:cNvSpPr>
          <p:nvPr>
            <p:custDataLst>
              <p:tags r:id="rId3"/>
            </p:custDataLst>
          </p:nvPr>
        </p:nvSpPr>
        <p:spPr bwMode="auto">
          <a:xfrm>
            <a:off x="4051300" y="2474913"/>
            <a:ext cx="1147763"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lnSpc>
                <a:spcPct val="104000"/>
              </a:lnSpc>
              <a:spcBef>
                <a:spcPct val="20000"/>
              </a:spcBef>
              <a:buClr>
                <a:schemeClr val="accent1"/>
              </a:buClr>
              <a:buFont typeface="Wingdings" pitchFamily="2" charset="2"/>
              <a:buNone/>
            </a:pPr>
            <a:r>
              <a:rPr lang="en-US" altLang="ko-KR" sz="1200" b="1">
                <a:ea typeface="굴림" panose="020B0600000101010101" pitchFamily="34" charset="-127"/>
              </a:rPr>
              <a:t>Text</a:t>
            </a:r>
          </a:p>
        </p:txBody>
      </p:sp>
      <p:sp>
        <p:nvSpPr>
          <p:cNvPr id="140296" name="AutoShape 8">
            <a:extLst>
              <a:ext uri="{FF2B5EF4-FFF2-40B4-BE49-F238E27FC236}">
                <a16:creationId xmlns:a16="http://schemas.microsoft.com/office/drawing/2014/main" id="{4B18BFC3-6DC8-CF79-87BA-4E474D818464}"/>
              </a:ext>
            </a:extLst>
          </p:cNvPr>
          <p:cNvSpPr>
            <a:spLocks noChangeArrowheads="1"/>
          </p:cNvSpPr>
          <p:nvPr/>
        </p:nvSpPr>
        <p:spPr bwMode="auto">
          <a:xfrm rot="10800000">
            <a:off x="5810250" y="2132013"/>
            <a:ext cx="2271713" cy="2806700"/>
          </a:xfrm>
          <a:prstGeom prst="rightArrow">
            <a:avLst>
              <a:gd name="adj1" fmla="val 78667"/>
              <a:gd name="adj2" fmla="val 18269"/>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297" name="Rectangle 9">
            <a:extLst>
              <a:ext uri="{FF2B5EF4-FFF2-40B4-BE49-F238E27FC236}">
                <a16:creationId xmlns:a16="http://schemas.microsoft.com/office/drawing/2014/main" id="{E552E454-9678-96B4-FEA5-6E0F9F373B45}"/>
              </a:ext>
            </a:extLst>
          </p:cNvPr>
          <p:cNvSpPr>
            <a:spLocks noChangeArrowheads="1"/>
          </p:cNvSpPr>
          <p:nvPr>
            <p:custDataLst>
              <p:tags r:id="rId4"/>
            </p:custDataLst>
          </p:nvPr>
        </p:nvSpPr>
        <p:spPr bwMode="auto">
          <a:xfrm>
            <a:off x="6342063" y="1905000"/>
            <a:ext cx="1966912" cy="18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b="1">
                <a:ea typeface="굴림" panose="020B0600000101010101" pitchFamily="34" charset="-127"/>
              </a:rPr>
              <a:t>Text</a:t>
            </a:r>
          </a:p>
        </p:txBody>
      </p:sp>
      <p:sp>
        <p:nvSpPr>
          <p:cNvPr id="140298" name="Rectangle 10">
            <a:extLst>
              <a:ext uri="{FF2B5EF4-FFF2-40B4-BE49-F238E27FC236}">
                <a16:creationId xmlns:a16="http://schemas.microsoft.com/office/drawing/2014/main" id="{EA1B44DC-2D08-D921-4CBE-3E1A092259ED}"/>
              </a:ext>
            </a:extLst>
          </p:cNvPr>
          <p:cNvSpPr>
            <a:spLocks noChangeArrowheads="1"/>
          </p:cNvSpPr>
          <p:nvPr>
            <p:custDataLst>
              <p:tags r:id="rId5"/>
            </p:custDataLst>
          </p:nvPr>
        </p:nvSpPr>
        <p:spPr bwMode="auto">
          <a:xfrm>
            <a:off x="6342063" y="2540000"/>
            <a:ext cx="1695450" cy="307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marL="342900" indent="-342900"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lvl="1">
              <a:buFontTx/>
              <a:buChar char="•"/>
            </a:pPr>
            <a:r>
              <a:rPr lang="en-US" altLang="ko-KR" sz="1200">
                <a:ea typeface="굴림" panose="020B0600000101010101" pitchFamily="34" charset="-127"/>
              </a:rPr>
              <a:t>Text</a:t>
            </a:r>
          </a:p>
        </p:txBody>
      </p:sp>
      <p:sp>
        <p:nvSpPr>
          <p:cNvPr id="140299" name="AutoShape 11">
            <a:extLst>
              <a:ext uri="{FF2B5EF4-FFF2-40B4-BE49-F238E27FC236}">
                <a16:creationId xmlns:a16="http://schemas.microsoft.com/office/drawing/2014/main" id="{DD8809B9-A60A-954E-9A9A-EB15FD558C38}"/>
              </a:ext>
            </a:extLst>
          </p:cNvPr>
          <p:cNvSpPr>
            <a:spLocks noChangeArrowheads="1"/>
          </p:cNvSpPr>
          <p:nvPr/>
        </p:nvSpPr>
        <p:spPr bwMode="auto">
          <a:xfrm rot="-5400000">
            <a:off x="3856832" y="3594894"/>
            <a:ext cx="1525587" cy="2663825"/>
          </a:xfrm>
          <a:prstGeom prst="rightArrow">
            <a:avLst>
              <a:gd name="adj1" fmla="val 78667"/>
              <a:gd name="adj2" fmla="val 18269"/>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00" name="Rectangle 12">
            <a:extLst>
              <a:ext uri="{FF2B5EF4-FFF2-40B4-BE49-F238E27FC236}">
                <a16:creationId xmlns:a16="http://schemas.microsoft.com/office/drawing/2014/main" id="{7C75452F-FD95-87E6-DB2A-5B8AFE63E5FF}"/>
              </a:ext>
            </a:extLst>
          </p:cNvPr>
          <p:cNvSpPr>
            <a:spLocks noChangeArrowheads="1"/>
          </p:cNvSpPr>
          <p:nvPr>
            <p:custDataLst>
              <p:tags r:id="rId6"/>
            </p:custDataLst>
          </p:nvPr>
        </p:nvSpPr>
        <p:spPr bwMode="auto">
          <a:xfrm>
            <a:off x="3711575" y="4565650"/>
            <a:ext cx="1858963" cy="159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marL="342900" indent="-342900"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lvl="1">
              <a:buFontTx/>
              <a:buChar char="•"/>
            </a:pPr>
            <a:r>
              <a:rPr lang="en-US" altLang="ko-KR" sz="1200">
                <a:ea typeface="굴림" panose="020B0600000101010101" pitchFamily="34" charset="-127"/>
              </a:rPr>
              <a:t>Text</a:t>
            </a:r>
          </a:p>
        </p:txBody>
      </p:sp>
      <p:sp>
        <p:nvSpPr>
          <p:cNvPr id="140301" name="Rectangle 13">
            <a:extLst>
              <a:ext uri="{FF2B5EF4-FFF2-40B4-BE49-F238E27FC236}">
                <a16:creationId xmlns:a16="http://schemas.microsoft.com/office/drawing/2014/main" id="{B2980D42-46F9-CA37-3C0B-D585A61577EB}"/>
              </a:ext>
            </a:extLst>
          </p:cNvPr>
          <p:cNvSpPr>
            <a:spLocks noChangeArrowheads="1"/>
          </p:cNvSpPr>
          <p:nvPr>
            <p:custDataLst>
              <p:tags r:id="rId7"/>
            </p:custDataLst>
          </p:nvPr>
        </p:nvSpPr>
        <p:spPr bwMode="auto">
          <a:xfrm>
            <a:off x="3629025" y="5726113"/>
            <a:ext cx="2024063" cy="182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a:defRPr>
                <a:solidFill>
                  <a:schemeClr val="tx1"/>
                </a:solidFill>
                <a:latin typeface="Arial" panose="020B0604020202020204" pitchFamily="34" charset="0"/>
                <a:cs typeface="Arial" panose="020B0604020202020204" pitchFamily="34" charset="0"/>
              </a:defRPr>
            </a:lvl1pPr>
            <a:lvl2pPr marL="114300" indent="-112713" defTabSz="1019175">
              <a:defRPr>
                <a:solidFill>
                  <a:schemeClr val="tx1"/>
                </a:solidFill>
                <a:latin typeface="Arial" panose="020B0604020202020204" pitchFamily="34" charset="0"/>
                <a:cs typeface="Arial" panose="020B0604020202020204" pitchFamily="34" charset="0"/>
              </a:defRPr>
            </a:lvl2pPr>
            <a:lvl3pPr marL="228600" indent="-112713" defTabSz="1019175">
              <a:defRPr>
                <a:solidFill>
                  <a:schemeClr val="tx1"/>
                </a:solidFill>
                <a:latin typeface="Arial" panose="020B0604020202020204" pitchFamily="34" charset="0"/>
                <a:cs typeface="Arial" panose="020B0604020202020204" pitchFamily="34" charset="0"/>
              </a:defRPr>
            </a:lvl3pPr>
            <a:lvl4pPr marL="342900" indent="-112713" defTabSz="1019175">
              <a:defRPr>
                <a:solidFill>
                  <a:schemeClr val="tx1"/>
                </a:solidFill>
                <a:latin typeface="Arial" panose="020B0604020202020204" pitchFamily="34" charset="0"/>
                <a:cs typeface="Arial" panose="020B0604020202020204" pitchFamily="34" charset="0"/>
              </a:defRPr>
            </a:lvl4pPr>
            <a:lvl5pPr marL="457200" indent="-106363" defTabSz="1019175">
              <a:defRPr>
                <a:solidFill>
                  <a:schemeClr val="tx1"/>
                </a:solidFill>
                <a:latin typeface="Arial" panose="020B0604020202020204" pitchFamily="34" charset="0"/>
                <a:cs typeface="Arial" panose="020B0604020202020204" pitchFamily="34" charset="0"/>
              </a:defRPr>
            </a:lvl5pPr>
            <a:lvl6pPr marL="9144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13716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18288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2286000" indent="-106363" defTabSz="1019175"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b="1">
                <a:ea typeface="굴림" panose="020B0600000101010101" pitchFamily="34" charset="-127"/>
              </a:rPr>
              <a:t>Text</a:t>
            </a:r>
          </a:p>
        </p:txBody>
      </p:sp>
      <p:grpSp>
        <p:nvGrpSpPr>
          <p:cNvPr id="140302" name="Group 15">
            <a:extLst>
              <a:ext uri="{FF2B5EF4-FFF2-40B4-BE49-F238E27FC236}">
                <a16:creationId xmlns:a16="http://schemas.microsoft.com/office/drawing/2014/main" id="{9C249D84-5E24-C2B7-A346-3F9203580B5B}"/>
              </a:ext>
            </a:extLst>
          </p:cNvPr>
          <p:cNvGrpSpPr>
            <a:grpSpLocks/>
          </p:cNvGrpSpPr>
          <p:nvPr/>
        </p:nvGrpSpPr>
        <p:grpSpPr bwMode="auto">
          <a:xfrm>
            <a:off x="6632575" y="487363"/>
            <a:ext cx="2146300" cy="731837"/>
            <a:chOff x="4527" y="196"/>
            <a:chExt cx="1464" cy="461"/>
          </a:xfrm>
        </p:grpSpPr>
        <p:grpSp>
          <p:nvGrpSpPr>
            <p:cNvPr id="140303" name="Group 16">
              <a:extLst>
                <a:ext uri="{FF2B5EF4-FFF2-40B4-BE49-F238E27FC236}">
                  <a16:creationId xmlns:a16="http://schemas.microsoft.com/office/drawing/2014/main" id="{D59B9817-54A8-F8FF-359E-599EA4B07A63}"/>
                </a:ext>
              </a:extLst>
            </p:cNvPr>
            <p:cNvGrpSpPr>
              <a:grpSpLocks/>
            </p:cNvGrpSpPr>
            <p:nvPr/>
          </p:nvGrpSpPr>
          <p:grpSpPr bwMode="auto">
            <a:xfrm>
              <a:off x="5452" y="196"/>
              <a:ext cx="539" cy="461"/>
              <a:chOff x="5452" y="196"/>
              <a:chExt cx="539" cy="461"/>
            </a:xfrm>
          </p:grpSpPr>
          <p:sp>
            <p:nvSpPr>
              <p:cNvPr id="140305" name="Rectangle 17">
                <a:extLst>
                  <a:ext uri="{FF2B5EF4-FFF2-40B4-BE49-F238E27FC236}">
                    <a16:creationId xmlns:a16="http://schemas.microsoft.com/office/drawing/2014/main" id="{25DF7B22-D967-26A6-81FA-57748FA0066D}"/>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40306" name="Group 18">
                <a:extLst>
                  <a:ext uri="{FF2B5EF4-FFF2-40B4-BE49-F238E27FC236}">
                    <a16:creationId xmlns:a16="http://schemas.microsoft.com/office/drawing/2014/main" id="{CC7CA1B1-3FA1-29E6-6E1D-7C623CFBE931}"/>
                  </a:ext>
                </a:extLst>
              </p:cNvPr>
              <p:cNvGrpSpPr>
                <a:grpSpLocks/>
              </p:cNvGrpSpPr>
              <p:nvPr/>
            </p:nvGrpSpPr>
            <p:grpSpPr bwMode="auto">
              <a:xfrm>
                <a:off x="5509" y="273"/>
                <a:ext cx="423" cy="301"/>
                <a:chOff x="5509" y="273"/>
                <a:chExt cx="423" cy="301"/>
              </a:xfrm>
            </p:grpSpPr>
            <p:sp>
              <p:nvSpPr>
                <p:cNvPr id="140307" name="Oval 19">
                  <a:extLst>
                    <a:ext uri="{FF2B5EF4-FFF2-40B4-BE49-F238E27FC236}">
                      <a16:creationId xmlns:a16="http://schemas.microsoft.com/office/drawing/2014/main" id="{883B4EBE-D9A5-0501-5797-EFA50592CA0F}"/>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08" name="Rectangle 20">
                  <a:extLst>
                    <a:ext uri="{FF2B5EF4-FFF2-40B4-BE49-F238E27FC236}">
                      <a16:creationId xmlns:a16="http://schemas.microsoft.com/office/drawing/2014/main" id="{623BD420-0716-D783-1EF5-1B53B3F4F403}"/>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09" name="Rectangle 21">
                  <a:extLst>
                    <a:ext uri="{FF2B5EF4-FFF2-40B4-BE49-F238E27FC236}">
                      <a16:creationId xmlns:a16="http://schemas.microsoft.com/office/drawing/2014/main" id="{D739BAD2-FF63-A63A-40B6-92A4AB1B4AD5}"/>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0" name="Rectangle 22">
                  <a:extLst>
                    <a:ext uri="{FF2B5EF4-FFF2-40B4-BE49-F238E27FC236}">
                      <a16:creationId xmlns:a16="http://schemas.microsoft.com/office/drawing/2014/main" id="{6412424C-0747-7BE3-2EC4-D6F0F8FC18AE}"/>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1" name="Rectangle 23">
                  <a:extLst>
                    <a:ext uri="{FF2B5EF4-FFF2-40B4-BE49-F238E27FC236}">
                      <a16:creationId xmlns:a16="http://schemas.microsoft.com/office/drawing/2014/main" id="{91263108-A456-1393-9FE0-6AEEA6A6A00C}"/>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2" name="Oval 24">
                  <a:extLst>
                    <a:ext uri="{FF2B5EF4-FFF2-40B4-BE49-F238E27FC236}">
                      <a16:creationId xmlns:a16="http://schemas.microsoft.com/office/drawing/2014/main" id="{34DD6FD9-C758-A4C2-6D0F-78CDFC69B7BD}"/>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3" name="AutoShape 25">
                  <a:extLst>
                    <a:ext uri="{FF2B5EF4-FFF2-40B4-BE49-F238E27FC236}">
                      <a16:creationId xmlns:a16="http://schemas.microsoft.com/office/drawing/2014/main" id="{30625D62-C789-05FF-F714-6DEA18506CBF}"/>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4" name="AutoShape 26">
                  <a:extLst>
                    <a:ext uri="{FF2B5EF4-FFF2-40B4-BE49-F238E27FC236}">
                      <a16:creationId xmlns:a16="http://schemas.microsoft.com/office/drawing/2014/main" id="{88527636-5E10-FDFC-5570-57254C7107AD}"/>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5" name="AutoShape 27">
                  <a:extLst>
                    <a:ext uri="{FF2B5EF4-FFF2-40B4-BE49-F238E27FC236}">
                      <a16:creationId xmlns:a16="http://schemas.microsoft.com/office/drawing/2014/main" id="{8E09BF3F-01DB-5CE8-4593-18B4BC5ABA9C}"/>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40316" name="AutoShape 28">
                  <a:extLst>
                    <a:ext uri="{FF2B5EF4-FFF2-40B4-BE49-F238E27FC236}">
                      <a16:creationId xmlns:a16="http://schemas.microsoft.com/office/drawing/2014/main" id="{A9F10269-56BE-0C8D-AD31-F883D87F33FE}"/>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40304" name="Rectangle 29">
              <a:extLst>
                <a:ext uri="{FF2B5EF4-FFF2-40B4-BE49-F238E27FC236}">
                  <a16:creationId xmlns:a16="http://schemas.microsoft.com/office/drawing/2014/main" id="{EC2E50CD-E1BB-015C-F534-DC1CEF6D86A7}"/>
                </a:ext>
              </a:extLst>
            </p:cNvPr>
            <p:cNvSpPr>
              <a:spLocks noChangeArrowheads="1"/>
            </p:cNvSpPr>
            <p:nvPr/>
          </p:nvSpPr>
          <p:spPr bwMode="auto">
            <a:xfrm>
              <a:off x="4527" y="227"/>
              <a:ext cx="925" cy="4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CONCEPT</a:t>
              </a:r>
            </a:p>
            <a:p>
              <a:pPr algn="r"/>
              <a:r>
                <a:rPr kumimoji="1" lang="en-US" altLang="ko-KR" b="1">
                  <a:ea typeface="굴림" panose="020B0600000101010101" pitchFamily="34" charset="-127"/>
                </a:rPr>
                <a:t>- FORCES</a:t>
              </a: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바닥글 개체 틀 3">
            <a:extLst>
              <a:ext uri="{FF2B5EF4-FFF2-40B4-BE49-F238E27FC236}">
                <a16:creationId xmlns:a16="http://schemas.microsoft.com/office/drawing/2014/main" id="{043C68D5-8709-A62D-8531-F9DA0B167390}"/>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AA8298A1-145C-D042-8F24-58A3B5E1536D}"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50530" name="슬라이드 번호 개체 틀 4">
            <a:extLst>
              <a:ext uri="{FF2B5EF4-FFF2-40B4-BE49-F238E27FC236}">
                <a16:creationId xmlns:a16="http://schemas.microsoft.com/office/drawing/2014/main" id="{6FBA82E8-F6F6-49DA-1926-2893149798AC}"/>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0F152FB4-8F9C-2240-BBF4-7A190D89F804}" type="slidenum">
              <a:rPr lang="ko-KR" altLang="en-US">
                <a:solidFill>
                  <a:schemeClr val="bg1"/>
                </a:solidFill>
                <a:ea typeface="굴림" panose="020B0600000101010101" pitchFamily="34" charset="-127"/>
              </a:rPr>
              <a:pPr/>
              <a:t>26</a:t>
            </a:fld>
            <a:endParaRPr lang="en-US" altLang="ko-KR">
              <a:solidFill>
                <a:schemeClr val="bg1"/>
              </a:solidFill>
              <a:ea typeface="굴림" panose="020B0600000101010101" pitchFamily="34" charset="-127"/>
            </a:endParaRPr>
          </a:p>
        </p:txBody>
      </p:sp>
      <p:sp>
        <p:nvSpPr>
          <p:cNvPr id="150531" name="Rectangle 2">
            <a:extLst>
              <a:ext uri="{FF2B5EF4-FFF2-40B4-BE49-F238E27FC236}">
                <a16:creationId xmlns:a16="http://schemas.microsoft.com/office/drawing/2014/main" id="{70B594A6-F482-E676-9362-17E0474938D4}"/>
              </a:ext>
            </a:extLst>
          </p:cNvPr>
          <p:cNvSpPr>
            <a:spLocks noChangeArrowheads="1"/>
          </p:cNvSpPr>
          <p:nvPr/>
        </p:nvSpPr>
        <p:spPr bwMode="auto">
          <a:xfrm>
            <a:off x="1192213" y="1601788"/>
            <a:ext cx="67627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1">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accent1"/>
                </a:solidFill>
                <a:ea typeface="굴림" panose="020B0600000101010101" pitchFamily="34" charset="-127"/>
              </a:rPr>
              <a:t>Initial Project Timeline (In Weeks)</a:t>
            </a:r>
          </a:p>
        </p:txBody>
      </p:sp>
      <p:sp>
        <p:nvSpPr>
          <p:cNvPr id="150532" name="Rectangle 4">
            <a:extLst>
              <a:ext uri="{FF2B5EF4-FFF2-40B4-BE49-F238E27FC236}">
                <a16:creationId xmlns:a16="http://schemas.microsoft.com/office/drawing/2014/main" id="{701316C5-E734-BC64-43CB-61C5F4E0D03C}"/>
              </a:ext>
            </a:extLst>
          </p:cNvPr>
          <p:cNvSpPr>
            <a:spLocks noChangeArrowheads="1"/>
          </p:cNvSpPr>
          <p:nvPr/>
        </p:nvSpPr>
        <p:spPr bwMode="auto">
          <a:xfrm>
            <a:off x="628650" y="2090738"/>
            <a:ext cx="2511425"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Activities</a:t>
            </a:r>
          </a:p>
        </p:txBody>
      </p:sp>
      <p:sp>
        <p:nvSpPr>
          <p:cNvPr id="150533" name="Rectangle 5">
            <a:extLst>
              <a:ext uri="{FF2B5EF4-FFF2-40B4-BE49-F238E27FC236}">
                <a16:creationId xmlns:a16="http://schemas.microsoft.com/office/drawing/2014/main" id="{BBE759EB-0E68-2557-449D-04A6D8B9E17C}"/>
              </a:ext>
            </a:extLst>
          </p:cNvPr>
          <p:cNvSpPr>
            <a:spLocks noChangeArrowheads="1"/>
          </p:cNvSpPr>
          <p:nvPr/>
        </p:nvSpPr>
        <p:spPr bwMode="auto">
          <a:xfrm>
            <a:off x="3133725" y="2090738"/>
            <a:ext cx="674688"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1</a:t>
            </a:r>
          </a:p>
        </p:txBody>
      </p:sp>
      <p:sp>
        <p:nvSpPr>
          <p:cNvPr id="150534" name="Rectangle 6">
            <a:extLst>
              <a:ext uri="{FF2B5EF4-FFF2-40B4-BE49-F238E27FC236}">
                <a16:creationId xmlns:a16="http://schemas.microsoft.com/office/drawing/2014/main" id="{CCD5BA88-A5C4-F5FB-15A6-A721CBC5B5B5}"/>
              </a:ext>
            </a:extLst>
          </p:cNvPr>
          <p:cNvSpPr>
            <a:spLocks noChangeArrowheads="1"/>
          </p:cNvSpPr>
          <p:nvPr/>
        </p:nvSpPr>
        <p:spPr bwMode="auto">
          <a:xfrm>
            <a:off x="3806825" y="2090738"/>
            <a:ext cx="674688"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2</a:t>
            </a:r>
          </a:p>
        </p:txBody>
      </p:sp>
      <p:sp>
        <p:nvSpPr>
          <p:cNvPr id="150535" name="Rectangle 7">
            <a:extLst>
              <a:ext uri="{FF2B5EF4-FFF2-40B4-BE49-F238E27FC236}">
                <a16:creationId xmlns:a16="http://schemas.microsoft.com/office/drawing/2014/main" id="{5C00A4C8-EBB1-C312-C188-7EAD7576A738}"/>
              </a:ext>
            </a:extLst>
          </p:cNvPr>
          <p:cNvSpPr>
            <a:spLocks noChangeArrowheads="1"/>
          </p:cNvSpPr>
          <p:nvPr/>
        </p:nvSpPr>
        <p:spPr bwMode="auto">
          <a:xfrm>
            <a:off x="4479925" y="2090738"/>
            <a:ext cx="673100"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3</a:t>
            </a:r>
          </a:p>
        </p:txBody>
      </p:sp>
      <p:sp>
        <p:nvSpPr>
          <p:cNvPr id="150536" name="Rectangle 8">
            <a:extLst>
              <a:ext uri="{FF2B5EF4-FFF2-40B4-BE49-F238E27FC236}">
                <a16:creationId xmlns:a16="http://schemas.microsoft.com/office/drawing/2014/main" id="{22D25565-9F5C-2D00-8BA5-441144D087BA}"/>
              </a:ext>
            </a:extLst>
          </p:cNvPr>
          <p:cNvSpPr>
            <a:spLocks noChangeArrowheads="1"/>
          </p:cNvSpPr>
          <p:nvPr/>
        </p:nvSpPr>
        <p:spPr bwMode="auto">
          <a:xfrm>
            <a:off x="5153025" y="2090738"/>
            <a:ext cx="671513"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4</a:t>
            </a:r>
          </a:p>
        </p:txBody>
      </p:sp>
      <p:sp>
        <p:nvSpPr>
          <p:cNvPr id="150537" name="Rectangle 9">
            <a:extLst>
              <a:ext uri="{FF2B5EF4-FFF2-40B4-BE49-F238E27FC236}">
                <a16:creationId xmlns:a16="http://schemas.microsoft.com/office/drawing/2014/main" id="{D5D8C59A-F984-20EF-C643-BA78CB38068C}"/>
              </a:ext>
            </a:extLst>
          </p:cNvPr>
          <p:cNvSpPr>
            <a:spLocks noChangeArrowheads="1"/>
          </p:cNvSpPr>
          <p:nvPr/>
        </p:nvSpPr>
        <p:spPr bwMode="auto">
          <a:xfrm>
            <a:off x="5821363" y="2090738"/>
            <a:ext cx="671512"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5</a:t>
            </a:r>
          </a:p>
        </p:txBody>
      </p:sp>
      <p:sp>
        <p:nvSpPr>
          <p:cNvPr id="150538" name="Rectangle 10">
            <a:extLst>
              <a:ext uri="{FF2B5EF4-FFF2-40B4-BE49-F238E27FC236}">
                <a16:creationId xmlns:a16="http://schemas.microsoft.com/office/drawing/2014/main" id="{E569EE3B-3929-4F8A-84B4-02D082E57F14}"/>
              </a:ext>
            </a:extLst>
          </p:cNvPr>
          <p:cNvSpPr>
            <a:spLocks noChangeArrowheads="1"/>
          </p:cNvSpPr>
          <p:nvPr/>
        </p:nvSpPr>
        <p:spPr bwMode="auto">
          <a:xfrm>
            <a:off x="6494463" y="2090738"/>
            <a:ext cx="671512"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6</a:t>
            </a:r>
          </a:p>
        </p:txBody>
      </p:sp>
      <p:sp>
        <p:nvSpPr>
          <p:cNvPr id="150539" name="Rectangle 11">
            <a:extLst>
              <a:ext uri="{FF2B5EF4-FFF2-40B4-BE49-F238E27FC236}">
                <a16:creationId xmlns:a16="http://schemas.microsoft.com/office/drawing/2014/main" id="{AE3B83CD-36C1-E803-DC77-8340690EB02F}"/>
              </a:ext>
            </a:extLst>
          </p:cNvPr>
          <p:cNvSpPr>
            <a:spLocks noChangeArrowheads="1"/>
          </p:cNvSpPr>
          <p:nvPr/>
        </p:nvSpPr>
        <p:spPr bwMode="auto">
          <a:xfrm>
            <a:off x="7161213" y="2090738"/>
            <a:ext cx="673100"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7</a:t>
            </a:r>
          </a:p>
        </p:txBody>
      </p:sp>
      <p:sp>
        <p:nvSpPr>
          <p:cNvPr id="150540" name="Rectangle 12">
            <a:extLst>
              <a:ext uri="{FF2B5EF4-FFF2-40B4-BE49-F238E27FC236}">
                <a16:creationId xmlns:a16="http://schemas.microsoft.com/office/drawing/2014/main" id="{865D58F2-7183-4BAA-12FD-AD492E042C1E}"/>
              </a:ext>
            </a:extLst>
          </p:cNvPr>
          <p:cNvSpPr>
            <a:spLocks noChangeArrowheads="1"/>
          </p:cNvSpPr>
          <p:nvPr/>
        </p:nvSpPr>
        <p:spPr bwMode="auto">
          <a:xfrm>
            <a:off x="7834313" y="2090738"/>
            <a:ext cx="673100" cy="4841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b="1">
                <a:solidFill>
                  <a:schemeClr val="accent1"/>
                </a:solidFill>
                <a:ea typeface="굴림" panose="020B0600000101010101" pitchFamily="34" charset="-127"/>
              </a:rPr>
              <a:t>8</a:t>
            </a:r>
          </a:p>
        </p:txBody>
      </p:sp>
      <p:sp>
        <p:nvSpPr>
          <p:cNvPr id="150541" name="Rectangle 13">
            <a:extLst>
              <a:ext uri="{FF2B5EF4-FFF2-40B4-BE49-F238E27FC236}">
                <a16:creationId xmlns:a16="http://schemas.microsoft.com/office/drawing/2014/main" id="{88B09B70-3C39-9B8B-9ABD-158DF4711BF5}"/>
              </a:ext>
            </a:extLst>
          </p:cNvPr>
          <p:cNvSpPr>
            <a:spLocks noChangeArrowheads="1"/>
          </p:cNvSpPr>
          <p:nvPr/>
        </p:nvSpPr>
        <p:spPr bwMode="auto">
          <a:xfrm>
            <a:off x="628650" y="2578100"/>
            <a:ext cx="2511425"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nSpc>
                <a:spcPct val="115000"/>
              </a:lnSpc>
            </a:pPr>
            <a:r>
              <a:rPr lang="en-US" altLang="ko-KR" sz="1200">
                <a:ea typeface="굴림" panose="020B0600000101010101" pitchFamily="34" charset="-127"/>
              </a:rPr>
              <a:t>Refine Approach</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Develop Hypotheses</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Conduct Marketscape Scans</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Interviews &amp; Internal Assessment</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Identify Business Model Opportunities</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Develop Opportunity Profiles</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Develop Path Forward</a:t>
            </a:r>
          </a:p>
          <a:p>
            <a:pPr>
              <a:lnSpc>
                <a:spcPct val="115000"/>
              </a:lnSpc>
            </a:pPr>
            <a:endParaRPr lang="en-US" altLang="ko-KR" sz="1200">
              <a:ea typeface="굴림" panose="020B0600000101010101" pitchFamily="34" charset="-127"/>
            </a:endParaRPr>
          </a:p>
          <a:p>
            <a:pPr>
              <a:lnSpc>
                <a:spcPct val="115000"/>
              </a:lnSpc>
            </a:pPr>
            <a:r>
              <a:rPr lang="en-US" altLang="ko-KR" sz="1200">
                <a:ea typeface="굴림" panose="020B0600000101010101" pitchFamily="34" charset="-127"/>
              </a:rPr>
              <a:t>Key Milestones</a:t>
            </a:r>
          </a:p>
        </p:txBody>
      </p:sp>
      <p:sp>
        <p:nvSpPr>
          <p:cNvPr id="150542" name="Rectangle 14">
            <a:extLst>
              <a:ext uri="{FF2B5EF4-FFF2-40B4-BE49-F238E27FC236}">
                <a16:creationId xmlns:a16="http://schemas.microsoft.com/office/drawing/2014/main" id="{E0671153-46A8-31DF-4424-CFC6A4619BA1}"/>
              </a:ext>
            </a:extLst>
          </p:cNvPr>
          <p:cNvSpPr>
            <a:spLocks noChangeArrowheads="1"/>
          </p:cNvSpPr>
          <p:nvPr/>
        </p:nvSpPr>
        <p:spPr bwMode="auto">
          <a:xfrm>
            <a:off x="3133725" y="2578100"/>
            <a:ext cx="674688"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3" name="Rectangle 15">
            <a:extLst>
              <a:ext uri="{FF2B5EF4-FFF2-40B4-BE49-F238E27FC236}">
                <a16:creationId xmlns:a16="http://schemas.microsoft.com/office/drawing/2014/main" id="{8BA0595A-5129-0CB5-93AF-42E931DC36D5}"/>
              </a:ext>
            </a:extLst>
          </p:cNvPr>
          <p:cNvSpPr>
            <a:spLocks noChangeArrowheads="1"/>
          </p:cNvSpPr>
          <p:nvPr/>
        </p:nvSpPr>
        <p:spPr bwMode="auto">
          <a:xfrm>
            <a:off x="3806825" y="2578100"/>
            <a:ext cx="674688"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4" name="Rectangle 16">
            <a:extLst>
              <a:ext uri="{FF2B5EF4-FFF2-40B4-BE49-F238E27FC236}">
                <a16:creationId xmlns:a16="http://schemas.microsoft.com/office/drawing/2014/main" id="{0F6118BF-C574-863F-3C4F-D0EE1AC5E32D}"/>
              </a:ext>
            </a:extLst>
          </p:cNvPr>
          <p:cNvSpPr>
            <a:spLocks noChangeArrowheads="1"/>
          </p:cNvSpPr>
          <p:nvPr/>
        </p:nvSpPr>
        <p:spPr bwMode="auto">
          <a:xfrm>
            <a:off x="4479925" y="2578100"/>
            <a:ext cx="673100"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5" name="Rectangle 17">
            <a:extLst>
              <a:ext uri="{FF2B5EF4-FFF2-40B4-BE49-F238E27FC236}">
                <a16:creationId xmlns:a16="http://schemas.microsoft.com/office/drawing/2014/main" id="{1808DC36-748C-5307-E2F4-0E90B52BCFE3}"/>
              </a:ext>
            </a:extLst>
          </p:cNvPr>
          <p:cNvSpPr>
            <a:spLocks noChangeArrowheads="1"/>
          </p:cNvSpPr>
          <p:nvPr/>
        </p:nvSpPr>
        <p:spPr bwMode="auto">
          <a:xfrm>
            <a:off x="5153025" y="2578100"/>
            <a:ext cx="671513"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6" name="Rectangle 18">
            <a:extLst>
              <a:ext uri="{FF2B5EF4-FFF2-40B4-BE49-F238E27FC236}">
                <a16:creationId xmlns:a16="http://schemas.microsoft.com/office/drawing/2014/main" id="{D4693BD0-7AF1-7332-B5EB-E59BD5C26571}"/>
              </a:ext>
            </a:extLst>
          </p:cNvPr>
          <p:cNvSpPr>
            <a:spLocks noChangeArrowheads="1"/>
          </p:cNvSpPr>
          <p:nvPr/>
        </p:nvSpPr>
        <p:spPr bwMode="auto">
          <a:xfrm>
            <a:off x="5821363" y="2578100"/>
            <a:ext cx="671512"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7" name="Rectangle 19">
            <a:extLst>
              <a:ext uri="{FF2B5EF4-FFF2-40B4-BE49-F238E27FC236}">
                <a16:creationId xmlns:a16="http://schemas.microsoft.com/office/drawing/2014/main" id="{7F5E7B33-814A-8E61-CCB4-8E9FEF6F5D4F}"/>
              </a:ext>
            </a:extLst>
          </p:cNvPr>
          <p:cNvSpPr>
            <a:spLocks noChangeArrowheads="1"/>
          </p:cNvSpPr>
          <p:nvPr/>
        </p:nvSpPr>
        <p:spPr bwMode="auto">
          <a:xfrm>
            <a:off x="6494463" y="2578100"/>
            <a:ext cx="671512"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8" name="Rectangle 20">
            <a:extLst>
              <a:ext uri="{FF2B5EF4-FFF2-40B4-BE49-F238E27FC236}">
                <a16:creationId xmlns:a16="http://schemas.microsoft.com/office/drawing/2014/main" id="{BDBA31BF-7C52-2DDD-93A7-7AC31B006641}"/>
              </a:ext>
            </a:extLst>
          </p:cNvPr>
          <p:cNvSpPr>
            <a:spLocks noChangeArrowheads="1"/>
          </p:cNvSpPr>
          <p:nvPr/>
        </p:nvSpPr>
        <p:spPr bwMode="auto">
          <a:xfrm>
            <a:off x="7161213" y="2578100"/>
            <a:ext cx="673100"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49" name="Rectangle 21">
            <a:extLst>
              <a:ext uri="{FF2B5EF4-FFF2-40B4-BE49-F238E27FC236}">
                <a16:creationId xmlns:a16="http://schemas.microsoft.com/office/drawing/2014/main" id="{40E6F7AE-114D-3A31-BB9B-65BEB0A964E8}"/>
              </a:ext>
            </a:extLst>
          </p:cNvPr>
          <p:cNvSpPr>
            <a:spLocks noChangeArrowheads="1"/>
          </p:cNvSpPr>
          <p:nvPr/>
        </p:nvSpPr>
        <p:spPr bwMode="auto">
          <a:xfrm>
            <a:off x="7834313" y="2578100"/>
            <a:ext cx="673100" cy="365125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endParaRPr lang="ko-KR" altLang="en-US">
              <a:solidFill>
                <a:srgbClr val="6699FF"/>
              </a:solidFill>
              <a:ea typeface="굴림" panose="020B0600000101010101" pitchFamily="34" charset="-127"/>
            </a:endParaRPr>
          </a:p>
        </p:txBody>
      </p:sp>
      <p:sp>
        <p:nvSpPr>
          <p:cNvPr id="150550" name="Rectangle 22">
            <a:extLst>
              <a:ext uri="{FF2B5EF4-FFF2-40B4-BE49-F238E27FC236}">
                <a16:creationId xmlns:a16="http://schemas.microsoft.com/office/drawing/2014/main" id="{106DDA41-A930-73A3-8135-F98632EDBE21}"/>
              </a:ext>
            </a:extLst>
          </p:cNvPr>
          <p:cNvSpPr>
            <a:spLocks noChangeArrowheads="1"/>
          </p:cNvSpPr>
          <p:nvPr/>
        </p:nvSpPr>
        <p:spPr bwMode="auto">
          <a:xfrm>
            <a:off x="3132138" y="2665413"/>
            <a:ext cx="676275" cy="249237"/>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1" name="Rectangle 23">
            <a:extLst>
              <a:ext uri="{FF2B5EF4-FFF2-40B4-BE49-F238E27FC236}">
                <a16:creationId xmlns:a16="http://schemas.microsoft.com/office/drawing/2014/main" id="{6EB4FB58-9215-99C3-8603-7D8B472D595A}"/>
              </a:ext>
            </a:extLst>
          </p:cNvPr>
          <p:cNvSpPr>
            <a:spLocks noChangeArrowheads="1"/>
          </p:cNvSpPr>
          <p:nvPr/>
        </p:nvSpPr>
        <p:spPr bwMode="auto">
          <a:xfrm>
            <a:off x="3470275" y="3087688"/>
            <a:ext cx="1014413" cy="250825"/>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2" name="Rectangle 24">
            <a:extLst>
              <a:ext uri="{FF2B5EF4-FFF2-40B4-BE49-F238E27FC236}">
                <a16:creationId xmlns:a16="http://schemas.microsoft.com/office/drawing/2014/main" id="{DBDBA6F6-2D36-253B-73BA-30EE79639FA4}"/>
              </a:ext>
            </a:extLst>
          </p:cNvPr>
          <p:cNvSpPr>
            <a:spLocks noChangeArrowheads="1"/>
          </p:cNvSpPr>
          <p:nvPr/>
        </p:nvSpPr>
        <p:spPr bwMode="auto">
          <a:xfrm>
            <a:off x="3132138" y="3511550"/>
            <a:ext cx="3367087" cy="249238"/>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3" name="Rectangle 25">
            <a:extLst>
              <a:ext uri="{FF2B5EF4-FFF2-40B4-BE49-F238E27FC236}">
                <a16:creationId xmlns:a16="http://schemas.microsoft.com/office/drawing/2014/main" id="{C72BA848-1BF4-D03A-E565-728EB61C1D40}"/>
              </a:ext>
            </a:extLst>
          </p:cNvPr>
          <p:cNvSpPr>
            <a:spLocks noChangeArrowheads="1"/>
          </p:cNvSpPr>
          <p:nvPr/>
        </p:nvSpPr>
        <p:spPr bwMode="auto">
          <a:xfrm>
            <a:off x="3130550" y="3924300"/>
            <a:ext cx="2703513" cy="250825"/>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4" name="Rectangle 26">
            <a:extLst>
              <a:ext uri="{FF2B5EF4-FFF2-40B4-BE49-F238E27FC236}">
                <a16:creationId xmlns:a16="http://schemas.microsoft.com/office/drawing/2014/main" id="{F7C2117D-CC74-0DB8-D6A9-5B3388D198F6}"/>
              </a:ext>
            </a:extLst>
          </p:cNvPr>
          <p:cNvSpPr>
            <a:spLocks noChangeArrowheads="1"/>
          </p:cNvSpPr>
          <p:nvPr/>
        </p:nvSpPr>
        <p:spPr bwMode="auto">
          <a:xfrm>
            <a:off x="4484688" y="4351338"/>
            <a:ext cx="1349375" cy="250825"/>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5" name="Rectangle 27">
            <a:extLst>
              <a:ext uri="{FF2B5EF4-FFF2-40B4-BE49-F238E27FC236}">
                <a16:creationId xmlns:a16="http://schemas.microsoft.com/office/drawing/2014/main" id="{2A374B53-F267-FF2D-DC58-F27A4BCADF89}"/>
              </a:ext>
            </a:extLst>
          </p:cNvPr>
          <p:cNvSpPr>
            <a:spLocks noChangeArrowheads="1"/>
          </p:cNvSpPr>
          <p:nvPr/>
        </p:nvSpPr>
        <p:spPr bwMode="auto">
          <a:xfrm>
            <a:off x="5159375" y="4973638"/>
            <a:ext cx="2378075" cy="249237"/>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6" name="Rectangle 28">
            <a:extLst>
              <a:ext uri="{FF2B5EF4-FFF2-40B4-BE49-F238E27FC236}">
                <a16:creationId xmlns:a16="http://schemas.microsoft.com/office/drawing/2014/main" id="{27856428-43E0-12D5-9D00-CF349E7AD6FE}"/>
              </a:ext>
            </a:extLst>
          </p:cNvPr>
          <p:cNvSpPr>
            <a:spLocks noChangeArrowheads="1"/>
          </p:cNvSpPr>
          <p:nvPr/>
        </p:nvSpPr>
        <p:spPr bwMode="auto">
          <a:xfrm>
            <a:off x="6499225" y="5392738"/>
            <a:ext cx="2008188" cy="249237"/>
          </a:xfrm>
          <a:prstGeom prst="rect">
            <a:avLst/>
          </a:prstGeom>
          <a:solidFill>
            <a:srgbClr val="66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7" name="AutoShape 29">
            <a:extLst>
              <a:ext uri="{FF2B5EF4-FFF2-40B4-BE49-F238E27FC236}">
                <a16:creationId xmlns:a16="http://schemas.microsoft.com/office/drawing/2014/main" id="{300E9C16-3ADD-002B-C2DD-44DB32C4024B}"/>
              </a:ext>
            </a:extLst>
          </p:cNvPr>
          <p:cNvSpPr>
            <a:spLocks noChangeArrowheads="1"/>
          </p:cNvSpPr>
          <p:nvPr/>
        </p:nvSpPr>
        <p:spPr bwMode="auto">
          <a:xfrm>
            <a:off x="3352800" y="5884863"/>
            <a:ext cx="227013" cy="241300"/>
          </a:xfrm>
          <a:prstGeom prst="diamond">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8" name="AutoShape 30">
            <a:extLst>
              <a:ext uri="{FF2B5EF4-FFF2-40B4-BE49-F238E27FC236}">
                <a16:creationId xmlns:a16="http://schemas.microsoft.com/office/drawing/2014/main" id="{6C004CEC-A1A8-055F-3EA6-3A23D5C35777}"/>
              </a:ext>
            </a:extLst>
          </p:cNvPr>
          <p:cNvSpPr>
            <a:spLocks noChangeArrowheads="1"/>
          </p:cNvSpPr>
          <p:nvPr/>
        </p:nvSpPr>
        <p:spPr bwMode="auto">
          <a:xfrm>
            <a:off x="5372100" y="5884863"/>
            <a:ext cx="227013" cy="241300"/>
          </a:xfrm>
          <a:prstGeom prst="diamond">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59" name="AutoShape 31">
            <a:extLst>
              <a:ext uri="{FF2B5EF4-FFF2-40B4-BE49-F238E27FC236}">
                <a16:creationId xmlns:a16="http://schemas.microsoft.com/office/drawing/2014/main" id="{B16C97EE-213D-1138-7658-E130616C4C47}"/>
              </a:ext>
            </a:extLst>
          </p:cNvPr>
          <p:cNvSpPr>
            <a:spLocks noChangeArrowheads="1"/>
          </p:cNvSpPr>
          <p:nvPr/>
        </p:nvSpPr>
        <p:spPr bwMode="auto">
          <a:xfrm>
            <a:off x="8042275" y="5884863"/>
            <a:ext cx="227013" cy="241300"/>
          </a:xfrm>
          <a:prstGeom prst="diamond">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0560" name="Rectangle 36">
            <a:extLst>
              <a:ext uri="{FF2B5EF4-FFF2-40B4-BE49-F238E27FC236}">
                <a16:creationId xmlns:a16="http://schemas.microsoft.com/office/drawing/2014/main" id="{532F44B8-7C46-150E-DCA4-5CE5D86421BA}"/>
              </a:ext>
            </a:extLst>
          </p:cNvPr>
          <p:cNvSpPr>
            <a:spLocks noChangeArrowheads="1"/>
          </p:cNvSpPr>
          <p:nvPr/>
        </p:nvSpPr>
        <p:spPr bwMode="auto">
          <a:xfrm>
            <a:off x="5275263" y="477838"/>
            <a:ext cx="35083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A Gantt chart/timeline diagram</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7" name="바닥글 개체 틀 1">
            <a:extLst>
              <a:ext uri="{FF2B5EF4-FFF2-40B4-BE49-F238E27FC236}">
                <a16:creationId xmlns:a16="http://schemas.microsoft.com/office/drawing/2014/main" id="{E1013605-4DE5-6EE4-28BC-76BFC95C000C}"/>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53BE033D-B79E-6B47-963A-82D55EB3606C}"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52578" name="슬라이드 번호 개체 틀 2">
            <a:extLst>
              <a:ext uri="{FF2B5EF4-FFF2-40B4-BE49-F238E27FC236}">
                <a16:creationId xmlns:a16="http://schemas.microsoft.com/office/drawing/2014/main" id="{F850290F-3FA9-6087-979B-C3F60272A34D}"/>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23BEDF93-C04E-6B40-B156-589A5EB2776C}" type="slidenum">
              <a:rPr lang="ko-KR" altLang="en-US">
                <a:solidFill>
                  <a:schemeClr val="bg1"/>
                </a:solidFill>
                <a:ea typeface="굴림" panose="020B0600000101010101" pitchFamily="34" charset="-127"/>
              </a:rPr>
              <a:pPr/>
              <a:t>27</a:t>
            </a:fld>
            <a:endParaRPr lang="en-US" altLang="ko-KR">
              <a:solidFill>
                <a:schemeClr val="bg1"/>
              </a:solidFill>
              <a:ea typeface="굴림" panose="020B0600000101010101" pitchFamily="34" charset="-127"/>
            </a:endParaRPr>
          </a:p>
        </p:txBody>
      </p:sp>
      <p:grpSp>
        <p:nvGrpSpPr>
          <p:cNvPr id="152579" name="Group 3">
            <a:extLst>
              <a:ext uri="{FF2B5EF4-FFF2-40B4-BE49-F238E27FC236}">
                <a16:creationId xmlns:a16="http://schemas.microsoft.com/office/drawing/2014/main" id="{855327C9-6D64-1BA0-F46F-82D1502CA1D3}"/>
              </a:ext>
            </a:extLst>
          </p:cNvPr>
          <p:cNvGrpSpPr>
            <a:grpSpLocks/>
          </p:cNvGrpSpPr>
          <p:nvPr/>
        </p:nvGrpSpPr>
        <p:grpSpPr bwMode="auto">
          <a:xfrm>
            <a:off x="1552575" y="1935163"/>
            <a:ext cx="6305550" cy="3875087"/>
            <a:chOff x="1060" y="1219"/>
            <a:chExt cx="4303" cy="2441"/>
          </a:xfrm>
        </p:grpSpPr>
        <p:sp>
          <p:nvSpPr>
            <p:cNvPr id="152614" name="Rectangle 4">
              <a:extLst>
                <a:ext uri="{FF2B5EF4-FFF2-40B4-BE49-F238E27FC236}">
                  <a16:creationId xmlns:a16="http://schemas.microsoft.com/office/drawing/2014/main" id="{6943A41F-EC00-1DA0-201F-F5CF7FEC0324}"/>
                </a:ext>
              </a:extLst>
            </p:cNvPr>
            <p:cNvSpPr>
              <a:spLocks noChangeArrowheads="1"/>
            </p:cNvSpPr>
            <p:nvPr/>
          </p:nvSpPr>
          <p:spPr bwMode="auto">
            <a:xfrm>
              <a:off x="1060" y="1510"/>
              <a:ext cx="572" cy="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7619" rIns="90476" bIns="47619">
              <a:spAutoFit/>
            </a:bodyPr>
            <a:lstStyle>
              <a:lvl1pPr defTabSz="754063">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54063">
                <a:tabLst>
                  <a:tab pos="381000" algn="l"/>
                </a:tabLst>
                <a:defRPr>
                  <a:solidFill>
                    <a:schemeClr val="tx1"/>
                  </a:solidFill>
                  <a:latin typeface="Arial" panose="020B0604020202020204" pitchFamily="34" charset="0"/>
                  <a:cs typeface="Arial" panose="020B0604020202020204" pitchFamily="34" charset="0"/>
                </a:defRPr>
              </a:lvl2pPr>
              <a:lvl3pPr marL="952500" indent="185738" defTabSz="754063">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54063">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54063">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b="1">
                  <a:ea typeface="굴림" panose="020B0600000101010101" pitchFamily="34" charset="-127"/>
                </a:rPr>
                <a:t>Insert text</a:t>
              </a:r>
            </a:p>
          </p:txBody>
        </p:sp>
        <p:sp>
          <p:nvSpPr>
            <p:cNvPr id="152615" name="Rectangle 5">
              <a:extLst>
                <a:ext uri="{FF2B5EF4-FFF2-40B4-BE49-F238E27FC236}">
                  <a16:creationId xmlns:a16="http://schemas.microsoft.com/office/drawing/2014/main" id="{9181D714-06B0-AA8E-80D9-003E524A45E9}"/>
                </a:ext>
              </a:extLst>
            </p:cNvPr>
            <p:cNvSpPr>
              <a:spLocks noChangeArrowheads="1"/>
            </p:cNvSpPr>
            <p:nvPr/>
          </p:nvSpPr>
          <p:spPr bwMode="auto">
            <a:xfrm>
              <a:off x="1060" y="1472"/>
              <a:ext cx="4303" cy="2188"/>
            </a:xfrm>
            <a:prstGeom prst="rect">
              <a:avLst/>
            </a:prstGeom>
            <a:noFill/>
            <a:ln w="12699">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16" name="Rectangle 6">
              <a:extLst>
                <a:ext uri="{FF2B5EF4-FFF2-40B4-BE49-F238E27FC236}">
                  <a16:creationId xmlns:a16="http://schemas.microsoft.com/office/drawing/2014/main" id="{331E6E24-72C1-AC3C-30C9-4929AB424EAF}"/>
                </a:ext>
              </a:extLst>
            </p:cNvPr>
            <p:cNvSpPr>
              <a:spLocks noChangeArrowheads="1"/>
            </p:cNvSpPr>
            <p:nvPr/>
          </p:nvSpPr>
          <p:spPr bwMode="auto">
            <a:xfrm>
              <a:off x="1060" y="1219"/>
              <a:ext cx="4303" cy="245"/>
            </a:xfrm>
            <a:prstGeom prst="rect">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17" name="Rectangle 7">
              <a:extLst>
                <a:ext uri="{FF2B5EF4-FFF2-40B4-BE49-F238E27FC236}">
                  <a16:creationId xmlns:a16="http://schemas.microsoft.com/office/drawing/2014/main" id="{11492FBC-24C7-EB29-5F15-1936EB123C1A}"/>
                </a:ext>
              </a:extLst>
            </p:cNvPr>
            <p:cNvSpPr>
              <a:spLocks noChangeArrowheads="1"/>
            </p:cNvSpPr>
            <p:nvPr/>
          </p:nvSpPr>
          <p:spPr bwMode="auto">
            <a:xfrm>
              <a:off x="1192" y="1255"/>
              <a:ext cx="332" cy="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7619" rIns="90476" bIns="47619">
              <a:spAutoFit/>
            </a:bodyPr>
            <a:lstStyle>
              <a:lvl1pPr marL="188913" indent="-188913" defTabSz="754063">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54063">
                <a:tabLst>
                  <a:tab pos="381000" algn="l"/>
                </a:tabLst>
                <a:defRPr>
                  <a:solidFill>
                    <a:schemeClr val="tx1"/>
                  </a:solidFill>
                  <a:latin typeface="Arial" panose="020B0604020202020204" pitchFamily="34" charset="0"/>
                  <a:cs typeface="Arial" panose="020B0604020202020204" pitchFamily="34" charset="0"/>
                </a:defRPr>
              </a:lvl2pPr>
              <a:lvl3pPr marL="952500" indent="185738" defTabSz="754063">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54063">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54063">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b="1">
                  <a:ea typeface="굴림" panose="020B0600000101010101" pitchFamily="34" charset="-127"/>
                </a:rPr>
                <a:t>Task</a:t>
              </a:r>
            </a:p>
          </p:txBody>
        </p:sp>
        <p:sp>
          <p:nvSpPr>
            <p:cNvPr id="152618" name="Line 8">
              <a:extLst>
                <a:ext uri="{FF2B5EF4-FFF2-40B4-BE49-F238E27FC236}">
                  <a16:creationId xmlns:a16="http://schemas.microsoft.com/office/drawing/2014/main" id="{911323C5-D8EB-3755-F75B-7C89BFE53594}"/>
                </a:ext>
              </a:extLst>
            </p:cNvPr>
            <p:cNvSpPr>
              <a:spLocks noChangeShapeType="1"/>
            </p:cNvSpPr>
            <p:nvPr/>
          </p:nvSpPr>
          <p:spPr bwMode="auto">
            <a:xfrm>
              <a:off x="3018" y="1219"/>
              <a:ext cx="0" cy="243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19" name="Rectangle 9">
              <a:extLst>
                <a:ext uri="{FF2B5EF4-FFF2-40B4-BE49-F238E27FC236}">
                  <a16:creationId xmlns:a16="http://schemas.microsoft.com/office/drawing/2014/main" id="{E91B7CAB-C256-BAAE-35EB-9B52E9CF1868}"/>
                </a:ext>
              </a:extLst>
            </p:cNvPr>
            <p:cNvSpPr>
              <a:spLocks noChangeArrowheads="1"/>
            </p:cNvSpPr>
            <p:nvPr/>
          </p:nvSpPr>
          <p:spPr bwMode="auto">
            <a:xfrm>
              <a:off x="3027" y="2562"/>
              <a:ext cx="870" cy="109"/>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20" name="Rectangle 10">
              <a:extLst>
                <a:ext uri="{FF2B5EF4-FFF2-40B4-BE49-F238E27FC236}">
                  <a16:creationId xmlns:a16="http://schemas.microsoft.com/office/drawing/2014/main" id="{4C3C29A7-3CFF-0558-C5F8-BEFB851A7A82}"/>
                </a:ext>
              </a:extLst>
            </p:cNvPr>
            <p:cNvSpPr>
              <a:spLocks noChangeArrowheads="1"/>
            </p:cNvSpPr>
            <p:nvPr/>
          </p:nvSpPr>
          <p:spPr bwMode="auto">
            <a:xfrm>
              <a:off x="4058" y="2912"/>
              <a:ext cx="287" cy="105"/>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21" name="Rectangle 11">
              <a:extLst>
                <a:ext uri="{FF2B5EF4-FFF2-40B4-BE49-F238E27FC236}">
                  <a16:creationId xmlns:a16="http://schemas.microsoft.com/office/drawing/2014/main" id="{0627C006-A6D6-5F46-0352-B0F180817B6D}"/>
                </a:ext>
              </a:extLst>
            </p:cNvPr>
            <p:cNvSpPr>
              <a:spLocks noChangeArrowheads="1"/>
            </p:cNvSpPr>
            <p:nvPr/>
          </p:nvSpPr>
          <p:spPr bwMode="auto">
            <a:xfrm>
              <a:off x="3108" y="1265"/>
              <a:ext cx="428" cy="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7619" rIns="90476" bIns="47619">
              <a:spAutoFit/>
            </a:bodyPr>
            <a:lstStyle>
              <a:lvl1pPr marL="188913" indent="-188913" defTabSz="754063">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54063">
                <a:tabLst>
                  <a:tab pos="381000" algn="l"/>
                </a:tabLst>
                <a:defRPr>
                  <a:solidFill>
                    <a:schemeClr val="tx1"/>
                  </a:solidFill>
                  <a:latin typeface="Arial" panose="020B0604020202020204" pitchFamily="34" charset="0"/>
                  <a:cs typeface="Arial" panose="020B0604020202020204" pitchFamily="34" charset="0"/>
                </a:defRPr>
              </a:lvl2pPr>
              <a:lvl3pPr marL="952500" indent="185738" defTabSz="754063">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54063">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54063">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b="1">
                  <a:ea typeface="굴림" panose="020B0600000101010101" pitchFamily="34" charset="-127"/>
                </a:rPr>
                <a:t>Year 1 </a:t>
              </a:r>
            </a:p>
          </p:txBody>
        </p:sp>
        <p:sp>
          <p:nvSpPr>
            <p:cNvPr id="152622" name="Rectangle 12">
              <a:extLst>
                <a:ext uri="{FF2B5EF4-FFF2-40B4-BE49-F238E27FC236}">
                  <a16:creationId xmlns:a16="http://schemas.microsoft.com/office/drawing/2014/main" id="{0E1D3228-D75D-4EA8-9E00-E5ED5A7339F2}"/>
                </a:ext>
              </a:extLst>
            </p:cNvPr>
            <p:cNvSpPr>
              <a:spLocks noChangeArrowheads="1"/>
            </p:cNvSpPr>
            <p:nvPr/>
          </p:nvSpPr>
          <p:spPr bwMode="auto">
            <a:xfrm>
              <a:off x="3694" y="1265"/>
              <a:ext cx="428" cy="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7619" rIns="90476" bIns="47619">
              <a:spAutoFit/>
            </a:bodyPr>
            <a:lstStyle>
              <a:lvl1pPr marL="188913" indent="-188913" defTabSz="754063">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54063">
                <a:tabLst>
                  <a:tab pos="381000" algn="l"/>
                </a:tabLst>
                <a:defRPr>
                  <a:solidFill>
                    <a:schemeClr val="tx1"/>
                  </a:solidFill>
                  <a:latin typeface="Arial" panose="020B0604020202020204" pitchFamily="34" charset="0"/>
                  <a:cs typeface="Arial" panose="020B0604020202020204" pitchFamily="34" charset="0"/>
                </a:defRPr>
              </a:lvl2pPr>
              <a:lvl3pPr marL="952500" indent="185738" defTabSz="754063">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54063">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54063">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b="1">
                  <a:ea typeface="굴림" panose="020B0600000101010101" pitchFamily="34" charset="-127"/>
                </a:rPr>
                <a:t>Year 2 </a:t>
              </a:r>
            </a:p>
          </p:txBody>
        </p:sp>
        <p:sp>
          <p:nvSpPr>
            <p:cNvPr id="152623" name="Rectangle 13">
              <a:extLst>
                <a:ext uri="{FF2B5EF4-FFF2-40B4-BE49-F238E27FC236}">
                  <a16:creationId xmlns:a16="http://schemas.microsoft.com/office/drawing/2014/main" id="{F04C8D6E-2510-855F-6714-FD2A96B4B70B}"/>
                </a:ext>
              </a:extLst>
            </p:cNvPr>
            <p:cNvSpPr>
              <a:spLocks noChangeArrowheads="1"/>
            </p:cNvSpPr>
            <p:nvPr/>
          </p:nvSpPr>
          <p:spPr bwMode="auto">
            <a:xfrm>
              <a:off x="4298" y="1265"/>
              <a:ext cx="401" cy="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7619" rIns="90476" bIns="47619">
              <a:spAutoFit/>
            </a:bodyPr>
            <a:lstStyle>
              <a:lvl1pPr marL="188913" indent="-188913" defTabSz="754063">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54063">
                <a:tabLst>
                  <a:tab pos="381000" algn="l"/>
                </a:tabLst>
                <a:defRPr>
                  <a:solidFill>
                    <a:schemeClr val="tx1"/>
                  </a:solidFill>
                  <a:latin typeface="Arial" panose="020B0604020202020204" pitchFamily="34" charset="0"/>
                  <a:cs typeface="Arial" panose="020B0604020202020204" pitchFamily="34" charset="0"/>
                </a:defRPr>
              </a:lvl2pPr>
              <a:lvl3pPr marL="952500" indent="185738" defTabSz="754063">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54063">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54063">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b="1">
                  <a:ea typeface="굴림" panose="020B0600000101010101" pitchFamily="34" charset="-127"/>
                </a:rPr>
                <a:t>Year 3</a:t>
              </a:r>
            </a:p>
          </p:txBody>
        </p:sp>
        <p:sp>
          <p:nvSpPr>
            <p:cNvPr id="152624" name="Rectangle 14">
              <a:extLst>
                <a:ext uri="{FF2B5EF4-FFF2-40B4-BE49-F238E27FC236}">
                  <a16:creationId xmlns:a16="http://schemas.microsoft.com/office/drawing/2014/main" id="{7682DC48-6749-6EE9-D972-DBEA925F368D}"/>
                </a:ext>
              </a:extLst>
            </p:cNvPr>
            <p:cNvSpPr>
              <a:spLocks noChangeArrowheads="1"/>
            </p:cNvSpPr>
            <p:nvPr/>
          </p:nvSpPr>
          <p:spPr bwMode="auto">
            <a:xfrm>
              <a:off x="4897" y="1265"/>
              <a:ext cx="401" cy="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7619" rIns="90476" bIns="47619">
              <a:spAutoFit/>
            </a:bodyPr>
            <a:lstStyle>
              <a:lvl1pPr marL="188913" indent="-188913" defTabSz="754063">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54063">
                <a:tabLst>
                  <a:tab pos="381000" algn="l"/>
                </a:tabLst>
                <a:defRPr>
                  <a:solidFill>
                    <a:schemeClr val="tx1"/>
                  </a:solidFill>
                  <a:latin typeface="Arial" panose="020B0604020202020204" pitchFamily="34" charset="0"/>
                  <a:cs typeface="Arial" panose="020B0604020202020204" pitchFamily="34" charset="0"/>
                </a:defRPr>
              </a:lvl2pPr>
              <a:lvl3pPr marL="952500" indent="185738" defTabSz="754063">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54063">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54063">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54063"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200" b="1">
                  <a:ea typeface="굴림" panose="020B0600000101010101" pitchFamily="34" charset="-127"/>
                </a:rPr>
                <a:t>Year 4</a:t>
              </a:r>
            </a:p>
          </p:txBody>
        </p:sp>
        <p:sp>
          <p:nvSpPr>
            <p:cNvPr id="152625" name="Line 15">
              <a:extLst>
                <a:ext uri="{FF2B5EF4-FFF2-40B4-BE49-F238E27FC236}">
                  <a16:creationId xmlns:a16="http://schemas.microsoft.com/office/drawing/2014/main" id="{F95BF9E7-F754-EA6C-16ED-489479B92ADE}"/>
                </a:ext>
              </a:extLst>
            </p:cNvPr>
            <p:cNvSpPr>
              <a:spLocks noChangeShapeType="1"/>
            </p:cNvSpPr>
            <p:nvPr/>
          </p:nvSpPr>
          <p:spPr bwMode="auto">
            <a:xfrm>
              <a:off x="3607" y="1219"/>
              <a:ext cx="0" cy="243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26" name="Line 16">
              <a:extLst>
                <a:ext uri="{FF2B5EF4-FFF2-40B4-BE49-F238E27FC236}">
                  <a16:creationId xmlns:a16="http://schemas.microsoft.com/office/drawing/2014/main" id="{2DBAB59A-A4B9-2629-65ED-C164B26E9A67}"/>
                </a:ext>
              </a:extLst>
            </p:cNvPr>
            <p:cNvSpPr>
              <a:spLocks noChangeShapeType="1"/>
            </p:cNvSpPr>
            <p:nvPr/>
          </p:nvSpPr>
          <p:spPr bwMode="auto">
            <a:xfrm>
              <a:off x="4193" y="1219"/>
              <a:ext cx="0" cy="243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27" name="Line 17">
              <a:extLst>
                <a:ext uri="{FF2B5EF4-FFF2-40B4-BE49-F238E27FC236}">
                  <a16:creationId xmlns:a16="http://schemas.microsoft.com/office/drawing/2014/main" id="{2C6B8304-BA43-8947-E9E0-527F1E3C2BD8}"/>
                </a:ext>
              </a:extLst>
            </p:cNvPr>
            <p:cNvSpPr>
              <a:spLocks noChangeShapeType="1"/>
            </p:cNvSpPr>
            <p:nvPr/>
          </p:nvSpPr>
          <p:spPr bwMode="auto">
            <a:xfrm>
              <a:off x="4781" y="1219"/>
              <a:ext cx="0" cy="243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28" name="Rectangle 18">
              <a:extLst>
                <a:ext uri="{FF2B5EF4-FFF2-40B4-BE49-F238E27FC236}">
                  <a16:creationId xmlns:a16="http://schemas.microsoft.com/office/drawing/2014/main" id="{0108B82F-DFC6-915A-6EB5-14372BA29B65}"/>
                </a:ext>
              </a:extLst>
            </p:cNvPr>
            <p:cNvSpPr>
              <a:spLocks noChangeArrowheads="1"/>
            </p:cNvSpPr>
            <p:nvPr/>
          </p:nvSpPr>
          <p:spPr bwMode="auto">
            <a:xfrm>
              <a:off x="3470" y="2231"/>
              <a:ext cx="1881" cy="109"/>
            </a:xfrm>
            <a:prstGeom prst="rect">
              <a:avLst/>
            </a:prstGeom>
            <a:noFill/>
            <a:ln w="12699">
              <a:solidFill>
                <a:schemeClr val="tx1"/>
              </a:solidFill>
              <a:prstDash val="dash"/>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29" name="Rectangle 19">
              <a:extLst>
                <a:ext uri="{FF2B5EF4-FFF2-40B4-BE49-F238E27FC236}">
                  <a16:creationId xmlns:a16="http://schemas.microsoft.com/office/drawing/2014/main" id="{1D862C68-F14F-48AE-602E-3BBC48BD8A78}"/>
                </a:ext>
              </a:extLst>
            </p:cNvPr>
            <p:cNvSpPr>
              <a:spLocks noChangeArrowheads="1"/>
            </p:cNvSpPr>
            <p:nvPr/>
          </p:nvSpPr>
          <p:spPr bwMode="auto">
            <a:xfrm>
              <a:off x="3027" y="1888"/>
              <a:ext cx="145" cy="10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52630" name="Group 20">
              <a:extLst>
                <a:ext uri="{FF2B5EF4-FFF2-40B4-BE49-F238E27FC236}">
                  <a16:creationId xmlns:a16="http://schemas.microsoft.com/office/drawing/2014/main" id="{A8F35C57-FACA-A265-AE87-8FA724B8F675}"/>
                </a:ext>
              </a:extLst>
            </p:cNvPr>
            <p:cNvGrpSpPr>
              <a:grpSpLocks/>
            </p:cNvGrpSpPr>
            <p:nvPr/>
          </p:nvGrpSpPr>
          <p:grpSpPr bwMode="auto">
            <a:xfrm>
              <a:off x="3174" y="2055"/>
              <a:ext cx="291" cy="108"/>
              <a:chOff x="3174" y="2055"/>
              <a:chExt cx="291" cy="108"/>
            </a:xfrm>
          </p:grpSpPr>
          <p:sp>
            <p:nvSpPr>
              <p:cNvPr id="152641" name="Rectangle 21">
                <a:extLst>
                  <a:ext uri="{FF2B5EF4-FFF2-40B4-BE49-F238E27FC236}">
                    <a16:creationId xmlns:a16="http://schemas.microsoft.com/office/drawing/2014/main" id="{CAB396E1-D02F-6ACD-62BA-D4E99F320756}"/>
                  </a:ext>
                </a:extLst>
              </p:cNvPr>
              <p:cNvSpPr>
                <a:spLocks noChangeArrowheads="1"/>
              </p:cNvSpPr>
              <p:nvPr/>
            </p:nvSpPr>
            <p:spPr bwMode="auto">
              <a:xfrm>
                <a:off x="3174" y="2055"/>
                <a:ext cx="96" cy="10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42" name="Rectangle 22">
                <a:extLst>
                  <a:ext uri="{FF2B5EF4-FFF2-40B4-BE49-F238E27FC236}">
                    <a16:creationId xmlns:a16="http://schemas.microsoft.com/office/drawing/2014/main" id="{F052CF13-4286-14BE-7F3D-0F1D6937D7E6}"/>
                  </a:ext>
                </a:extLst>
              </p:cNvPr>
              <p:cNvSpPr>
                <a:spLocks noChangeArrowheads="1"/>
              </p:cNvSpPr>
              <p:nvPr/>
            </p:nvSpPr>
            <p:spPr bwMode="auto">
              <a:xfrm>
                <a:off x="3272" y="2055"/>
                <a:ext cx="94" cy="10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43" name="Rectangle 23">
                <a:extLst>
                  <a:ext uri="{FF2B5EF4-FFF2-40B4-BE49-F238E27FC236}">
                    <a16:creationId xmlns:a16="http://schemas.microsoft.com/office/drawing/2014/main" id="{880FE28B-3D2E-0A19-7BF1-8B33345332AC}"/>
                  </a:ext>
                </a:extLst>
              </p:cNvPr>
              <p:cNvSpPr>
                <a:spLocks noChangeArrowheads="1"/>
              </p:cNvSpPr>
              <p:nvPr/>
            </p:nvSpPr>
            <p:spPr bwMode="auto">
              <a:xfrm>
                <a:off x="3372" y="2055"/>
                <a:ext cx="93" cy="10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52631" name="Group 24">
              <a:extLst>
                <a:ext uri="{FF2B5EF4-FFF2-40B4-BE49-F238E27FC236}">
                  <a16:creationId xmlns:a16="http://schemas.microsoft.com/office/drawing/2014/main" id="{6BF33164-C2E7-66DC-A3C4-45F60EC990C8}"/>
                </a:ext>
              </a:extLst>
            </p:cNvPr>
            <p:cNvGrpSpPr>
              <a:grpSpLocks/>
            </p:cNvGrpSpPr>
            <p:nvPr/>
          </p:nvGrpSpPr>
          <p:grpSpPr bwMode="auto">
            <a:xfrm>
              <a:off x="3027" y="2231"/>
              <a:ext cx="438" cy="109"/>
              <a:chOff x="3027" y="2231"/>
              <a:chExt cx="438" cy="109"/>
            </a:xfrm>
          </p:grpSpPr>
          <p:sp>
            <p:nvSpPr>
              <p:cNvPr id="152638" name="Rectangle 25">
                <a:extLst>
                  <a:ext uri="{FF2B5EF4-FFF2-40B4-BE49-F238E27FC236}">
                    <a16:creationId xmlns:a16="http://schemas.microsoft.com/office/drawing/2014/main" id="{E9BA4B77-2897-BE34-32E6-A756E91860D4}"/>
                  </a:ext>
                </a:extLst>
              </p:cNvPr>
              <p:cNvSpPr>
                <a:spLocks noChangeArrowheads="1"/>
              </p:cNvSpPr>
              <p:nvPr/>
            </p:nvSpPr>
            <p:spPr bwMode="auto">
              <a:xfrm>
                <a:off x="3027" y="2231"/>
                <a:ext cx="145" cy="109"/>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39" name="Rectangle 26">
                <a:extLst>
                  <a:ext uri="{FF2B5EF4-FFF2-40B4-BE49-F238E27FC236}">
                    <a16:creationId xmlns:a16="http://schemas.microsoft.com/office/drawing/2014/main" id="{31DB4195-E7BF-E2C0-C154-4EBD515AB43F}"/>
                  </a:ext>
                </a:extLst>
              </p:cNvPr>
              <p:cNvSpPr>
                <a:spLocks noChangeArrowheads="1"/>
              </p:cNvSpPr>
              <p:nvPr/>
            </p:nvSpPr>
            <p:spPr bwMode="auto">
              <a:xfrm>
                <a:off x="3173" y="2231"/>
                <a:ext cx="145" cy="109"/>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40" name="Rectangle 27">
                <a:extLst>
                  <a:ext uri="{FF2B5EF4-FFF2-40B4-BE49-F238E27FC236}">
                    <a16:creationId xmlns:a16="http://schemas.microsoft.com/office/drawing/2014/main" id="{60E5A367-832E-950B-46E5-15314F790BB8}"/>
                  </a:ext>
                </a:extLst>
              </p:cNvPr>
              <p:cNvSpPr>
                <a:spLocks noChangeArrowheads="1"/>
              </p:cNvSpPr>
              <p:nvPr/>
            </p:nvSpPr>
            <p:spPr bwMode="auto">
              <a:xfrm>
                <a:off x="3321" y="2231"/>
                <a:ext cx="144" cy="109"/>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152632" name="Rectangle 28">
              <a:extLst>
                <a:ext uri="{FF2B5EF4-FFF2-40B4-BE49-F238E27FC236}">
                  <a16:creationId xmlns:a16="http://schemas.microsoft.com/office/drawing/2014/main" id="{43957EAC-5234-65D4-7E1E-DD568F030467}"/>
                </a:ext>
              </a:extLst>
            </p:cNvPr>
            <p:cNvSpPr>
              <a:spLocks noChangeArrowheads="1"/>
            </p:cNvSpPr>
            <p:nvPr/>
          </p:nvSpPr>
          <p:spPr bwMode="auto">
            <a:xfrm>
              <a:off x="3901" y="2739"/>
              <a:ext cx="145" cy="111"/>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33" name="Rectangle 29">
              <a:extLst>
                <a:ext uri="{FF2B5EF4-FFF2-40B4-BE49-F238E27FC236}">
                  <a16:creationId xmlns:a16="http://schemas.microsoft.com/office/drawing/2014/main" id="{87A48BEA-B194-C87B-7F06-105C7BA558DB}"/>
                </a:ext>
              </a:extLst>
            </p:cNvPr>
            <p:cNvSpPr>
              <a:spLocks noChangeArrowheads="1"/>
            </p:cNvSpPr>
            <p:nvPr/>
          </p:nvSpPr>
          <p:spPr bwMode="auto">
            <a:xfrm>
              <a:off x="4340" y="3274"/>
              <a:ext cx="145" cy="10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34" name="Rectangle 30">
              <a:extLst>
                <a:ext uri="{FF2B5EF4-FFF2-40B4-BE49-F238E27FC236}">
                  <a16:creationId xmlns:a16="http://schemas.microsoft.com/office/drawing/2014/main" id="{EF7D6EDB-6DDE-8A4F-A25E-E2C13CA290FD}"/>
                </a:ext>
              </a:extLst>
            </p:cNvPr>
            <p:cNvSpPr>
              <a:spLocks noChangeArrowheads="1"/>
            </p:cNvSpPr>
            <p:nvPr/>
          </p:nvSpPr>
          <p:spPr bwMode="auto">
            <a:xfrm>
              <a:off x="4493" y="3446"/>
              <a:ext cx="278" cy="109"/>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35" name="Line 31">
              <a:extLst>
                <a:ext uri="{FF2B5EF4-FFF2-40B4-BE49-F238E27FC236}">
                  <a16:creationId xmlns:a16="http://schemas.microsoft.com/office/drawing/2014/main" id="{2D1A22B8-E9DA-FFB9-E8D5-0619478DE003}"/>
                </a:ext>
              </a:extLst>
            </p:cNvPr>
            <p:cNvSpPr>
              <a:spLocks noChangeShapeType="1"/>
            </p:cNvSpPr>
            <p:nvPr/>
          </p:nvSpPr>
          <p:spPr bwMode="auto">
            <a:xfrm>
              <a:off x="1060" y="2389"/>
              <a:ext cx="4303" cy="0"/>
            </a:xfrm>
            <a:prstGeom prst="line">
              <a:avLst/>
            </a:prstGeom>
            <a:noFill/>
            <a:ln w="12699">
              <a:solidFill>
                <a:schemeClr val="bg2"/>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36" name="Line 32">
              <a:extLst>
                <a:ext uri="{FF2B5EF4-FFF2-40B4-BE49-F238E27FC236}">
                  <a16:creationId xmlns:a16="http://schemas.microsoft.com/office/drawing/2014/main" id="{BFD014B8-90B7-2407-B735-9B921E3426DA}"/>
                </a:ext>
              </a:extLst>
            </p:cNvPr>
            <p:cNvSpPr>
              <a:spLocks noChangeShapeType="1"/>
            </p:cNvSpPr>
            <p:nvPr/>
          </p:nvSpPr>
          <p:spPr bwMode="auto">
            <a:xfrm>
              <a:off x="1060" y="3064"/>
              <a:ext cx="4303" cy="0"/>
            </a:xfrm>
            <a:prstGeom prst="line">
              <a:avLst/>
            </a:prstGeom>
            <a:noFill/>
            <a:ln w="12699">
              <a:solidFill>
                <a:schemeClr val="bg2"/>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37" name="Rectangle 33">
              <a:extLst>
                <a:ext uri="{FF2B5EF4-FFF2-40B4-BE49-F238E27FC236}">
                  <a16:creationId xmlns:a16="http://schemas.microsoft.com/office/drawing/2014/main" id="{01284C81-D270-FCD6-B871-AE351EBC7AB5}"/>
                </a:ext>
              </a:extLst>
            </p:cNvPr>
            <p:cNvSpPr>
              <a:spLocks noChangeArrowheads="1"/>
            </p:cNvSpPr>
            <p:nvPr/>
          </p:nvSpPr>
          <p:spPr bwMode="auto">
            <a:xfrm>
              <a:off x="3027" y="1711"/>
              <a:ext cx="145" cy="10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52580" name="Group 34">
            <a:extLst>
              <a:ext uri="{FF2B5EF4-FFF2-40B4-BE49-F238E27FC236}">
                <a16:creationId xmlns:a16="http://schemas.microsoft.com/office/drawing/2014/main" id="{9270D53A-32FD-3BBB-091A-1F65DD1EACDD}"/>
              </a:ext>
            </a:extLst>
          </p:cNvPr>
          <p:cNvGrpSpPr>
            <a:grpSpLocks/>
          </p:cNvGrpSpPr>
          <p:nvPr/>
        </p:nvGrpSpPr>
        <p:grpSpPr bwMode="auto">
          <a:xfrm>
            <a:off x="6927850" y="519113"/>
            <a:ext cx="1851025" cy="700087"/>
            <a:chOff x="4728" y="196"/>
            <a:chExt cx="1263" cy="441"/>
          </a:xfrm>
        </p:grpSpPr>
        <p:sp>
          <p:nvSpPr>
            <p:cNvPr id="152581" name="Rectangle 35">
              <a:extLst>
                <a:ext uri="{FF2B5EF4-FFF2-40B4-BE49-F238E27FC236}">
                  <a16:creationId xmlns:a16="http://schemas.microsoft.com/office/drawing/2014/main" id="{640E30CE-5DE7-C0B2-E2B3-ED5D54CC00DB}"/>
                </a:ext>
              </a:extLst>
            </p:cNvPr>
            <p:cNvSpPr>
              <a:spLocks noChangeArrowheads="1"/>
            </p:cNvSpPr>
            <p:nvPr/>
          </p:nvSpPr>
          <p:spPr bwMode="auto">
            <a:xfrm>
              <a:off x="4728" y="322"/>
              <a:ext cx="708" cy="24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TIMING</a:t>
              </a:r>
            </a:p>
          </p:txBody>
        </p:sp>
        <p:grpSp>
          <p:nvGrpSpPr>
            <p:cNvPr id="152582" name="Group 36">
              <a:extLst>
                <a:ext uri="{FF2B5EF4-FFF2-40B4-BE49-F238E27FC236}">
                  <a16:creationId xmlns:a16="http://schemas.microsoft.com/office/drawing/2014/main" id="{23666DFA-DA70-60F4-744F-8146D62D037C}"/>
                </a:ext>
              </a:extLst>
            </p:cNvPr>
            <p:cNvGrpSpPr>
              <a:grpSpLocks/>
            </p:cNvGrpSpPr>
            <p:nvPr/>
          </p:nvGrpSpPr>
          <p:grpSpPr bwMode="auto">
            <a:xfrm>
              <a:off x="5475" y="196"/>
              <a:ext cx="516" cy="441"/>
              <a:chOff x="5475" y="196"/>
              <a:chExt cx="516" cy="441"/>
            </a:xfrm>
          </p:grpSpPr>
          <p:sp>
            <p:nvSpPr>
              <p:cNvPr id="152583" name="Rectangle 37">
                <a:extLst>
                  <a:ext uri="{FF2B5EF4-FFF2-40B4-BE49-F238E27FC236}">
                    <a16:creationId xmlns:a16="http://schemas.microsoft.com/office/drawing/2014/main" id="{2C0551A0-8C36-0B1D-8968-0845D0ABE297}"/>
                  </a:ext>
                </a:extLst>
              </p:cNvPr>
              <p:cNvSpPr>
                <a:spLocks noChangeArrowheads="1"/>
              </p:cNvSpPr>
              <p:nvPr/>
            </p:nvSpPr>
            <p:spPr bwMode="auto">
              <a:xfrm>
                <a:off x="5475" y="196"/>
                <a:ext cx="516" cy="44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84" name="Rectangle 38">
                <a:extLst>
                  <a:ext uri="{FF2B5EF4-FFF2-40B4-BE49-F238E27FC236}">
                    <a16:creationId xmlns:a16="http://schemas.microsoft.com/office/drawing/2014/main" id="{22361837-DDC3-8828-FADA-847A58B8B4A6}"/>
                  </a:ext>
                </a:extLst>
              </p:cNvPr>
              <p:cNvSpPr>
                <a:spLocks noChangeArrowheads="1"/>
              </p:cNvSpPr>
              <p:nvPr/>
            </p:nvSpPr>
            <p:spPr bwMode="auto">
              <a:xfrm>
                <a:off x="5540" y="299"/>
                <a:ext cx="57" cy="1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85" name="Rectangle 39">
                <a:extLst>
                  <a:ext uri="{FF2B5EF4-FFF2-40B4-BE49-F238E27FC236}">
                    <a16:creationId xmlns:a16="http://schemas.microsoft.com/office/drawing/2014/main" id="{7D36AB6F-EDF5-ABF9-C288-B5D262EB0C06}"/>
                  </a:ext>
                </a:extLst>
              </p:cNvPr>
              <p:cNvSpPr>
                <a:spLocks noChangeArrowheads="1"/>
              </p:cNvSpPr>
              <p:nvPr/>
            </p:nvSpPr>
            <p:spPr bwMode="auto">
              <a:xfrm>
                <a:off x="5552" y="269"/>
                <a:ext cx="34" cy="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86" name="Line 40">
                <a:extLst>
                  <a:ext uri="{FF2B5EF4-FFF2-40B4-BE49-F238E27FC236}">
                    <a16:creationId xmlns:a16="http://schemas.microsoft.com/office/drawing/2014/main" id="{5F77CCEF-9184-5BBD-56D8-3D133E7B2387}"/>
                  </a:ext>
                </a:extLst>
              </p:cNvPr>
              <p:cNvSpPr>
                <a:spLocks noChangeShapeType="1"/>
              </p:cNvSpPr>
              <p:nvPr/>
            </p:nvSpPr>
            <p:spPr bwMode="auto">
              <a:xfrm>
                <a:off x="5718" y="266"/>
                <a:ext cx="0" cy="31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587" name="Rectangle 41">
                <a:extLst>
                  <a:ext uri="{FF2B5EF4-FFF2-40B4-BE49-F238E27FC236}">
                    <a16:creationId xmlns:a16="http://schemas.microsoft.com/office/drawing/2014/main" id="{F21DACA5-B4C7-7C1E-D5AE-D29348244FC5}"/>
                  </a:ext>
                </a:extLst>
              </p:cNvPr>
              <p:cNvSpPr>
                <a:spLocks noChangeArrowheads="1"/>
              </p:cNvSpPr>
              <p:nvPr/>
            </p:nvSpPr>
            <p:spPr bwMode="auto">
              <a:xfrm>
                <a:off x="5722" y="443"/>
                <a:ext cx="70" cy="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88" name="Rectangle 42">
                <a:extLst>
                  <a:ext uri="{FF2B5EF4-FFF2-40B4-BE49-F238E27FC236}">
                    <a16:creationId xmlns:a16="http://schemas.microsoft.com/office/drawing/2014/main" id="{8505D5FA-FCFB-AFA1-E33A-3DE07CB585E0}"/>
                  </a:ext>
                </a:extLst>
              </p:cNvPr>
              <p:cNvSpPr>
                <a:spLocks noChangeArrowheads="1"/>
              </p:cNvSpPr>
              <p:nvPr/>
            </p:nvSpPr>
            <p:spPr bwMode="auto">
              <a:xfrm>
                <a:off x="5816" y="489"/>
                <a:ext cx="18" cy="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89" name="Rectangle 43">
                <a:extLst>
                  <a:ext uri="{FF2B5EF4-FFF2-40B4-BE49-F238E27FC236}">
                    <a16:creationId xmlns:a16="http://schemas.microsoft.com/office/drawing/2014/main" id="{EFFD2E78-A318-4324-FCB7-252FEEDC27DE}"/>
                  </a:ext>
                </a:extLst>
              </p:cNvPr>
              <p:cNvSpPr>
                <a:spLocks noChangeArrowheads="1"/>
              </p:cNvSpPr>
              <p:nvPr/>
            </p:nvSpPr>
            <p:spPr bwMode="auto">
              <a:xfrm>
                <a:off x="5723" y="270"/>
                <a:ext cx="45" cy="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90" name="Rectangle 44">
                <a:extLst>
                  <a:ext uri="{FF2B5EF4-FFF2-40B4-BE49-F238E27FC236}">
                    <a16:creationId xmlns:a16="http://schemas.microsoft.com/office/drawing/2014/main" id="{5D641B80-B290-F9DD-8FBB-52C0570F5BB6}"/>
                  </a:ext>
                </a:extLst>
              </p:cNvPr>
              <p:cNvSpPr>
                <a:spLocks noChangeArrowheads="1"/>
              </p:cNvSpPr>
              <p:nvPr/>
            </p:nvSpPr>
            <p:spPr bwMode="auto">
              <a:xfrm>
                <a:off x="5778" y="270"/>
                <a:ext cx="43" cy="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91" name="Rectangle 45">
                <a:extLst>
                  <a:ext uri="{FF2B5EF4-FFF2-40B4-BE49-F238E27FC236}">
                    <a16:creationId xmlns:a16="http://schemas.microsoft.com/office/drawing/2014/main" id="{989C9491-DE1B-FC0B-21DD-CC4171A29C6E}"/>
                  </a:ext>
                </a:extLst>
              </p:cNvPr>
              <p:cNvSpPr>
                <a:spLocks noChangeArrowheads="1"/>
              </p:cNvSpPr>
              <p:nvPr/>
            </p:nvSpPr>
            <p:spPr bwMode="auto">
              <a:xfrm>
                <a:off x="5830" y="270"/>
                <a:ext cx="42" cy="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92" name="Rectangle 46">
                <a:extLst>
                  <a:ext uri="{FF2B5EF4-FFF2-40B4-BE49-F238E27FC236}">
                    <a16:creationId xmlns:a16="http://schemas.microsoft.com/office/drawing/2014/main" id="{FAA88486-41BA-C539-1857-F358A3AE017E}"/>
                  </a:ext>
                </a:extLst>
              </p:cNvPr>
              <p:cNvSpPr>
                <a:spLocks noChangeArrowheads="1"/>
              </p:cNvSpPr>
              <p:nvPr/>
            </p:nvSpPr>
            <p:spPr bwMode="auto">
              <a:xfrm>
                <a:off x="5885" y="270"/>
                <a:ext cx="41" cy="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93" name="Line 47">
                <a:extLst>
                  <a:ext uri="{FF2B5EF4-FFF2-40B4-BE49-F238E27FC236}">
                    <a16:creationId xmlns:a16="http://schemas.microsoft.com/office/drawing/2014/main" id="{77136A4C-E556-9834-5DBE-BA1DDE788285}"/>
                  </a:ext>
                </a:extLst>
              </p:cNvPr>
              <p:cNvSpPr>
                <a:spLocks noChangeShapeType="1"/>
              </p:cNvSpPr>
              <p:nvPr/>
            </p:nvSpPr>
            <p:spPr bwMode="auto">
              <a:xfrm>
                <a:off x="5771" y="266"/>
                <a:ext cx="0" cy="31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594" name="Line 48">
                <a:extLst>
                  <a:ext uri="{FF2B5EF4-FFF2-40B4-BE49-F238E27FC236}">
                    <a16:creationId xmlns:a16="http://schemas.microsoft.com/office/drawing/2014/main" id="{4CDA61F2-828A-A473-8A9C-0E73EB395F90}"/>
                  </a:ext>
                </a:extLst>
              </p:cNvPr>
              <p:cNvSpPr>
                <a:spLocks noChangeShapeType="1"/>
              </p:cNvSpPr>
              <p:nvPr/>
            </p:nvSpPr>
            <p:spPr bwMode="auto">
              <a:xfrm>
                <a:off x="5822" y="266"/>
                <a:ext cx="0" cy="31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595" name="Line 49">
                <a:extLst>
                  <a:ext uri="{FF2B5EF4-FFF2-40B4-BE49-F238E27FC236}">
                    <a16:creationId xmlns:a16="http://schemas.microsoft.com/office/drawing/2014/main" id="{877D48A4-8D17-905D-B9ED-2731D0084452}"/>
                  </a:ext>
                </a:extLst>
              </p:cNvPr>
              <p:cNvSpPr>
                <a:spLocks noChangeShapeType="1"/>
              </p:cNvSpPr>
              <p:nvPr/>
            </p:nvSpPr>
            <p:spPr bwMode="auto">
              <a:xfrm>
                <a:off x="5877" y="266"/>
                <a:ext cx="0" cy="314"/>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596" name="Rectangle 50">
                <a:extLst>
                  <a:ext uri="{FF2B5EF4-FFF2-40B4-BE49-F238E27FC236}">
                    <a16:creationId xmlns:a16="http://schemas.microsoft.com/office/drawing/2014/main" id="{D9820D31-FC6B-C7ED-44BA-96C97C8ACF90}"/>
                  </a:ext>
                </a:extLst>
              </p:cNvPr>
              <p:cNvSpPr>
                <a:spLocks noChangeArrowheads="1"/>
              </p:cNvSpPr>
              <p:nvPr/>
            </p:nvSpPr>
            <p:spPr bwMode="auto">
              <a:xfrm>
                <a:off x="5761" y="399"/>
                <a:ext cx="162" cy="6"/>
              </a:xfrm>
              <a:prstGeom prst="rect">
                <a:avLst/>
              </a:prstGeom>
              <a:noFill/>
              <a:ln w="12699">
                <a:solidFill>
                  <a:schemeClr val="tx1"/>
                </a:solidFill>
                <a:prstDash val="dash"/>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597" name="Rectangle 51">
                <a:extLst>
                  <a:ext uri="{FF2B5EF4-FFF2-40B4-BE49-F238E27FC236}">
                    <a16:creationId xmlns:a16="http://schemas.microsoft.com/office/drawing/2014/main" id="{02340E4A-412F-AE39-D157-0FD55DE4ADD2}"/>
                  </a:ext>
                </a:extLst>
              </p:cNvPr>
              <p:cNvSpPr>
                <a:spLocks noChangeArrowheads="1"/>
              </p:cNvSpPr>
              <p:nvPr/>
            </p:nvSpPr>
            <p:spPr bwMode="auto">
              <a:xfrm>
                <a:off x="5722" y="353"/>
                <a:ext cx="8" cy="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52598" name="Group 52">
                <a:extLst>
                  <a:ext uri="{FF2B5EF4-FFF2-40B4-BE49-F238E27FC236}">
                    <a16:creationId xmlns:a16="http://schemas.microsoft.com/office/drawing/2014/main" id="{226A3921-6957-E107-CA88-ABA9FF2C17A9}"/>
                  </a:ext>
                </a:extLst>
              </p:cNvPr>
              <p:cNvGrpSpPr>
                <a:grpSpLocks/>
              </p:cNvGrpSpPr>
              <p:nvPr/>
            </p:nvGrpSpPr>
            <p:grpSpPr bwMode="auto">
              <a:xfrm>
                <a:off x="5734" y="374"/>
                <a:ext cx="20" cy="7"/>
                <a:chOff x="5734" y="374"/>
                <a:chExt cx="20" cy="7"/>
              </a:xfrm>
            </p:grpSpPr>
            <p:sp>
              <p:nvSpPr>
                <p:cNvPr id="152611" name="Rectangle 53">
                  <a:extLst>
                    <a:ext uri="{FF2B5EF4-FFF2-40B4-BE49-F238E27FC236}">
                      <a16:creationId xmlns:a16="http://schemas.microsoft.com/office/drawing/2014/main" id="{18E86F2D-115B-EDAF-6C20-1502D0C52E8A}"/>
                    </a:ext>
                  </a:extLst>
                </p:cNvPr>
                <p:cNvSpPr>
                  <a:spLocks noChangeArrowheads="1"/>
                </p:cNvSpPr>
                <p:nvPr/>
              </p:nvSpPr>
              <p:spPr bwMode="auto">
                <a:xfrm>
                  <a:off x="5734" y="374"/>
                  <a:ext cx="5" cy="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12" name="Rectangle 54">
                  <a:extLst>
                    <a:ext uri="{FF2B5EF4-FFF2-40B4-BE49-F238E27FC236}">
                      <a16:creationId xmlns:a16="http://schemas.microsoft.com/office/drawing/2014/main" id="{B90710BF-A54E-D0A4-C224-93AA4CC2B87B}"/>
                    </a:ext>
                  </a:extLst>
                </p:cNvPr>
                <p:cNvSpPr>
                  <a:spLocks noChangeArrowheads="1"/>
                </p:cNvSpPr>
                <p:nvPr/>
              </p:nvSpPr>
              <p:spPr bwMode="auto">
                <a:xfrm>
                  <a:off x="5743" y="374"/>
                  <a:ext cx="2" cy="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13" name="Rectangle 55">
                  <a:extLst>
                    <a:ext uri="{FF2B5EF4-FFF2-40B4-BE49-F238E27FC236}">
                      <a16:creationId xmlns:a16="http://schemas.microsoft.com/office/drawing/2014/main" id="{94F508D9-8423-370F-41EE-38BDAEAD35CC}"/>
                    </a:ext>
                  </a:extLst>
                </p:cNvPr>
                <p:cNvSpPr>
                  <a:spLocks noChangeArrowheads="1"/>
                </p:cNvSpPr>
                <p:nvPr/>
              </p:nvSpPr>
              <p:spPr bwMode="auto">
                <a:xfrm>
                  <a:off x="5753" y="374"/>
                  <a:ext cx="1" cy="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52599" name="Group 56">
                <a:extLst>
                  <a:ext uri="{FF2B5EF4-FFF2-40B4-BE49-F238E27FC236}">
                    <a16:creationId xmlns:a16="http://schemas.microsoft.com/office/drawing/2014/main" id="{1C11E1D4-EC76-399D-B6B1-452B94CFDE6B}"/>
                  </a:ext>
                </a:extLst>
              </p:cNvPr>
              <p:cNvGrpSpPr>
                <a:grpSpLocks/>
              </p:cNvGrpSpPr>
              <p:nvPr/>
            </p:nvGrpSpPr>
            <p:grpSpPr bwMode="auto">
              <a:xfrm>
                <a:off x="5722" y="399"/>
                <a:ext cx="31" cy="6"/>
                <a:chOff x="5722" y="399"/>
                <a:chExt cx="31" cy="6"/>
              </a:xfrm>
            </p:grpSpPr>
            <p:sp>
              <p:nvSpPr>
                <p:cNvPr id="152608" name="Rectangle 57">
                  <a:extLst>
                    <a:ext uri="{FF2B5EF4-FFF2-40B4-BE49-F238E27FC236}">
                      <a16:creationId xmlns:a16="http://schemas.microsoft.com/office/drawing/2014/main" id="{868CF7FC-5EDB-9D54-D9F4-B471B95EF61D}"/>
                    </a:ext>
                  </a:extLst>
                </p:cNvPr>
                <p:cNvSpPr>
                  <a:spLocks noChangeArrowheads="1"/>
                </p:cNvSpPr>
                <p:nvPr/>
              </p:nvSpPr>
              <p:spPr bwMode="auto">
                <a:xfrm>
                  <a:off x="5722" y="399"/>
                  <a:ext cx="8" cy="6"/>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09" name="Rectangle 58">
                  <a:extLst>
                    <a:ext uri="{FF2B5EF4-FFF2-40B4-BE49-F238E27FC236}">
                      <a16:creationId xmlns:a16="http://schemas.microsoft.com/office/drawing/2014/main" id="{D15EA821-636B-01C0-615C-75CB8D60BF20}"/>
                    </a:ext>
                  </a:extLst>
                </p:cNvPr>
                <p:cNvSpPr>
                  <a:spLocks noChangeArrowheads="1"/>
                </p:cNvSpPr>
                <p:nvPr/>
              </p:nvSpPr>
              <p:spPr bwMode="auto">
                <a:xfrm>
                  <a:off x="5738" y="399"/>
                  <a:ext cx="2" cy="6"/>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10" name="Rectangle 59">
                  <a:extLst>
                    <a:ext uri="{FF2B5EF4-FFF2-40B4-BE49-F238E27FC236}">
                      <a16:creationId xmlns:a16="http://schemas.microsoft.com/office/drawing/2014/main" id="{798308E5-92F7-6AA0-957E-6390E0587839}"/>
                    </a:ext>
                  </a:extLst>
                </p:cNvPr>
                <p:cNvSpPr>
                  <a:spLocks noChangeArrowheads="1"/>
                </p:cNvSpPr>
                <p:nvPr/>
              </p:nvSpPr>
              <p:spPr bwMode="auto">
                <a:xfrm>
                  <a:off x="5748" y="399"/>
                  <a:ext cx="5" cy="6"/>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152600" name="Rectangle 60">
                <a:extLst>
                  <a:ext uri="{FF2B5EF4-FFF2-40B4-BE49-F238E27FC236}">
                    <a16:creationId xmlns:a16="http://schemas.microsoft.com/office/drawing/2014/main" id="{2905E560-B63F-BE17-A7DA-7B678D39BEA0}"/>
                  </a:ext>
                </a:extLst>
              </p:cNvPr>
              <p:cNvSpPr>
                <a:spLocks noChangeArrowheads="1"/>
              </p:cNvSpPr>
              <p:nvPr/>
            </p:nvSpPr>
            <p:spPr bwMode="auto">
              <a:xfrm>
                <a:off x="5800" y="469"/>
                <a:ext cx="8" cy="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01" name="Rectangle 61">
                <a:extLst>
                  <a:ext uri="{FF2B5EF4-FFF2-40B4-BE49-F238E27FC236}">
                    <a16:creationId xmlns:a16="http://schemas.microsoft.com/office/drawing/2014/main" id="{26C0AAF5-C436-5465-EB72-6B82B16F67FA}"/>
                  </a:ext>
                </a:extLst>
              </p:cNvPr>
              <p:cNvSpPr>
                <a:spLocks noChangeArrowheads="1"/>
              </p:cNvSpPr>
              <p:nvPr/>
            </p:nvSpPr>
            <p:spPr bwMode="auto">
              <a:xfrm>
                <a:off x="5840" y="538"/>
                <a:ext cx="7" cy="8"/>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02" name="Line 62">
                <a:extLst>
                  <a:ext uri="{FF2B5EF4-FFF2-40B4-BE49-F238E27FC236}">
                    <a16:creationId xmlns:a16="http://schemas.microsoft.com/office/drawing/2014/main" id="{CB1E3F7B-7373-BF0D-A297-C19B41382ECA}"/>
                  </a:ext>
                </a:extLst>
              </p:cNvPr>
              <p:cNvSpPr>
                <a:spLocks noChangeShapeType="1"/>
              </p:cNvSpPr>
              <p:nvPr/>
            </p:nvSpPr>
            <p:spPr bwMode="auto">
              <a:xfrm>
                <a:off x="5547" y="417"/>
                <a:ext cx="376" cy="0"/>
              </a:xfrm>
              <a:prstGeom prst="line">
                <a:avLst/>
              </a:prstGeom>
              <a:noFill/>
              <a:ln w="12699">
                <a:solidFill>
                  <a:schemeClr val="bg2"/>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03" name="Line 63">
                <a:extLst>
                  <a:ext uri="{FF2B5EF4-FFF2-40B4-BE49-F238E27FC236}">
                    <a16:creationId xmlns:a16="http://schemas.microsoft.com/office/drawing/2014/main" id="{C8038151-B198-760E-1C6C-AE97C63C9FC6}"/>
                  </a:ext>
                </a:extLst>
              </p:cNvPr>
              <p:cNvSpPr>
                <a:spLocks noChangeShapeType="1"/>
              </p:cNvSpPr>
              <p:nvPr/>
            </p:nvSpPr>
            <p:spPr bwMode="auto">
              <a:xfrm>
                <a:off x="5547" y="506"/>
                <a:ext cx="376" cy="0"/>
              </a:xfrm>
              <a:prstGeom prst="line">
                <a:avLst/>
              </a:prstGeom>
              <a:noFill/>
              <a:ln w="12699">
                <a:solidFill>
                  <a:schemeClr val="bg2"/>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2604" name="Rectangle 64">
                <a:extLst>
                  <a:ext uri="{FF2B5EF4-FFF2-40B4-BE49-F238E27FC236}">
                    <a16:creationId xmlns:a16="http://schemas.microsoft.com/office/drawing/2014/main" id="{0935EA79-D099-0C83-88D3-B9B74F272EDA}"/>
                  </a:ext>
                </a:extLst>
              </p:cNvPr>
              <p:cNvSpPr>
                <a:spLocks noChangeArrowheads="1"/>
              </p:cNvSpPr>
              <p:nvPr/>
            </p:nvSpPr>
            <p:spPr bwMode="auto">
              <a:xfrm>
                <a:off x="5855" y="560"/>
                <a:ext cx="18" cy="5"/>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05" name="Rectangle 65">
                <a:extLst>
                  <a:ext uri="{FF2B5EF4-FFF2-40B4-BE49-F238E27FC236}">
                    <a16:creationId xmlns:a16="http://schemas.microsoft.com/office/drawing/2014/main" id="{D3DE37CA-3202-9905-0BF0-2DA8F07D6AAF}"/>
                  </a:ext>
                </a:extLst>
              </p:cNvPr>
              <p:cNvSpPr>
                <a:spLocks noChangeArrowheads="1"/>
              </p:cNvSpPr>
              <p:nvPr/>
            </p:nvSpPr>
            <p:spPr bwMode="auto">
              <a:xfrm>
                <a:off x="5722" y="331"/>
                <a:ext cx="8" cy="7"/>
              </a:xfrm>
              <a:prstGeom prst="rect">
                <a:avLst/>
              </a:prstGeom>
              <a:solidFill>
                <a:schemeClr val="tx2"/>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06" name="Rectangle 66">
                <a:extLst>
                  <a:ext uri="{FF2B5EF4-FFF2-40B4-BE49-F238E27FC236}">
                    <a16:creationId xmlns:a16="http://schemas.microsoft.com/office/drawing/2014/main" id="{0B04CFC0-3A8E-1E86-4E7B-5F3B7364CF47}"/>
                  </a:ext>
                </a:extLst>
              </p:cNvPr>
              <p:cNvSpPr>
                <a:spLocks noChangeArrowheads="1"/>
              </p:cNvSpPr>
              <p:nvPr/>
            </p:nvSpPr>
            <p:spPr bwMode="auto">
              <a:xfrm>
                <a:off x="5547" y="299"/>
                <a:ext cx="376" cy="282"/>
              </a:xfrm>
              <a:prstGeom prst="rect">
                <a:avLst/>
              </a:prstGeom>
              <a:noFill/>
              <a:ln w="12699">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2607" name="Rectangle 67">
                <a:extLst>
                  <a:ext uri="{FF2B5EF4-FFF2-40B4-BE49-F238E27FC236}">
                    <a16:creationId xmlns:a16="http://schemas.microsoft.com/office/drawing/2014/main" id="{0F6A63A5-E2ED-9706-8709-FC7B5DAF5EC3}"/>
                  </a:ext>
                </a:extLst>
              </p:cNvPr>
              <p:cNvSpPr>
                <a:spLocks noChangeArrowheads="1"/>
              </p:cNvSpPr>
              <p:nvPr/>
            </p:nvSpPr>
            <p:spPr bwMode="auto">
              <a:xfrm>
                <a:off x="5547" y="257"/>
                <a:ext cx="376" cy="40"/>
              </a:xfrm>
              <a:prstGeom prst="rect">
                <a:avLst/>
              </a:prstGeom>
              <a:solidFill>
                <a:schemeClr val="folHlink"/>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바닥글 개체 틀 1">
            <a:extLst>
              <a:ext uri="{FF2B5EF4-FFF2-40B4-BE49-F238E27FC236}">
                <a16:creationId xmlns:a16="http://schemas.microsoft.com/office/drawing/2014/main" id="{284CCDD7-95F3-B5F5-D86D-3952E57A602A}"/>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4195D295-AA62-2B48-B12F-5ACC36F7BF06}"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56674" name="슬라이드 번호 개체 틀 2">
            <a:extLst>
              <a:ext uri="{FF2B5EF4-FFF2-40B4-BE49-F238E27FC236}">
                <a16:creationId xmlns:a16="http://schemas.microsoft.com/office/drawing/2014/main" id="{8E4EAFB3-680B-AD3F-3604-4CD692809C7D}"/>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13B038BA-EDAF-AD4E-BAD3-051C4690536F}" type="slidenum">
              <a:rPr lang="ko-KR" altLang="en-US">
                <a:solidFill>
                  <a:schemeClr val="bg1"/>
                </a:solidFill>
                <a:ea typeface="굴림" panose="020B0600000101010101" pitchFamily="34" charset="-127"/>
              </a:rPr>
              <a:pPr/>
              <a:t>28</a:t>
            </a:fld>
            <a:endParaRPr lang="en-US" altLang="ko-KR">
              <a:solidFill>
                <a:schemeClr val="bg1"/>
              </a:solidFill>
              <a:ea typeface="굴림" panose="020B0600000101010101" pitchFamily="34" charset="-127"/>
            </a:endParaRPr>
          </a:p>
        </p:txBody>
      </p:sp>
      <p:grpSp>
        <p:nvGrpSpPr>
          <p:cNvPr id="156675" name="Group 3">
            <a:extLst>
              <a:ext uri="{FF2B5EF4-FFF2-40B4-BE49-F238E27FC236}">
                <a16:creationId xmlns:a16="http://schemas.microsoft.com/office/drawing/2014/main" id="{D0E227F7-713B-6690-C73B-7511892B77AA}"/>
              </a:ext>
            </a:extLst>
          </p:cNvPr>
          <p:cNvGrpSpPr>
            <a:grpSpLocks/>
          </p:cNvGrpSpPr>
          <p:nvPr/>
        </p:nvGrpSpPr>
        <p:grpSpPr bwMode="auto">
          <a:xfrm>
            <a:off x="955675" y="2217738"/>
            <a:ext cx="7373938" cy="3300412"/>
            <a:chOff x="652" y="1397"/>
            <a:chExt cx="5032" cy="2079"/>
          </a:xfrm>
        </p:grpSpPr>
        <p:sp>
          <p:nvSpPr>
            <p:cNvPr id="156689" name="Line 4">
              <a:extLst>
                <a:ext uri="{FF2B5EF4-FFF2-40B4-BE49-F238E27FC236}">
                  <a16:creationId xmlns:a16="http://schemas.microsoft.com/office/drawing/2014/main" id="{5401E93A-C305-96B4-0554-B7FA00EECA28}"/>
                </a:ext>
              </a:extLst>
            </p:cNvPr>
            <p:cNvSpPr>
              <a:spLocks noChangeShapeType="1"/>
            </p:cNvSpPr>
            <p:nvPr/>
          </p:nvSpPr>
          <p:spPr bwMode="auto">
            <a:xfrm>
              <a:off x="652" y="1397"/>
              <a:ext cx="5032"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6690" name="Line 5">
              <a:extLst>
                <a:ext uri="{FF2B5EF4-FFF2-40B4-BE49-F238E27FC236}">
                  <a16:creationId xmlns:a16="http://schemas.microsoft.com/office/drawing/2014/main" id="{5D751DA4-93BD-D05B-1249-442A064719B5}"/>
                </a:ext>
              </a:extLst>
            </p:cNvPr>
            <p:cNvSpPr>
              <a:spLocks noChangeShapeType="1"/>
            </p:cNvSpPr>
            <p:nvPr/>
          </p:nvSpPr>
          <p:spPr bwMode="auto">
            <a:xfrm>
              <a:off x="652" y="1758"/>
              <a:ext cx="5032"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6691" name="Line 6">
              <a:extLst>
                <a:ext uri="{FF2B5EF4-FFF2-40B4-BE49-F238E27FC236}">
                  <a16:creationId xmlns:a16="http://schemas.microsoft.com/office/drawing/2014/main" id="{8552299E-F6E2-C5F2-EE7A-14815FBEC466}"/>
                </a:ext>
              </a:extLst>
            </p:cNvPr>
            <p:cNvSpPr>
              <a:spLocks noChangeShapeType="1"/>
            </p:cNvSpPr>
            <p:nvPr/>
          </p:nvSpPr>
          <p:spPr bwMode="auto">
            <a:xfrm>
              <a:off x="652" y="1817"/>
              <a:ext cx="5032"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6692" name="Line 7">
              <a:extLst>
                <a:ext uri="{FF2B5EF4-FFF2-40B4-BE49-F238E27FC236}">
                  <a16:creationId xmlns:a16="http://schemas.microsoft.com/office/drawing/2014/main" id="{81F87FCF-D627-39D8-2CD7-6A5AC2258D05}"/>
                </a:ext>
              </a:extLst>
            </p:cNvPr>
            <p:cNvSpPr>
              <a:spLocks noChangeShapeType="1"/>
            </p:cNvSpPr>
            <p:nvPr/>
          </p:nvSpPr>
          <p:spPr bwMode="auto">
            <a:xfrm>
              <a:off x="652" y="3476"/>
              <a:ext cx="5032"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6693" name="Rectangle 8">
              <a:extLst>
                <a:ext uri="{FF2B5EF4-FFF2-40B4-BE49-F238E27FC236}">
                  <a16:creationId xmlns:a16="http://schemas.microsoft.com/office/drawing/2014/main" id="{1FB55EFF-B68B-7026-71F8-764F2DE60FD1}"/>
                </a:ext>
              </a:extLst>
            </p:cNvPr>
            <p:cNvSpPr>
              <a:spLocks noChangeArrowheads="1"/>
            </p:cNvSpPr>
            <p:nvPr/>
          </p:nvSpPr>
          <p:spPr bwMode="auto">
            <a:xfrm>
              <a:off x="792" y="1493"/>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694" name="Rectangle 9">
              <a:extLst>
                <a:ext uri="{FF2B5EF4-FFF2-40B4-BE49-F238E27FC236}">
                  <a16:creationId xmlns:a16="http://schemas.microsoft.com/office/drawing/2014/main" id="{81FE9C05-F736-C1C7-33AD-045A51D4C90D}"/>
                </a:ext>
              </a:extLst>
            </p:cNvPr>
            <p:cNvSpPr>
              <a:spLocks noChangeArrowheads="1"/>
            </p:cNvSpPr>
            <p:nvPr/>
          </p:nvSpPr>
          <p:spPr bwMode="auto">
            <a:xfrm>
              <a:off x="1697" y="1493"/>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695" name="Rectangle 10">
              <a:extLst>
                <a:ext uri="{FF2B5EF4-FFF2-40B4-BE49-F238E27FC236}">
                  <a16:creationId xmlns:a16="http://schemas.microsoft.com/office/drawing/2014/main" id="{05BCB244-BC49-017C-92F9-07D8ECC19D6F}"/>
                </a:ext>
              </a:extLst>
            </p:cNvPr>
            <p:cNvSpPr>
              <a:spLocks noChangeArrowheads="1"/>
            </p:cNvSpPr>
            <p:nvPr/>
          </p:nvSpPr>
          <p:spPr bwMode="auto">
            <a:xfrm>
              <a:off x="792" y="1917"/>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696" name="Rectangle 11">
              <a:extLst>
                <a:ext uri="{FF2B5EF4-FFF2-40B4-BE49-F238E27FC236}">
                  <a16:creationId xmlns:a16="http://schemas.microsoft.com/office/drawing/2014/main" id="{6953E612-2A56-2911-EE97-99AF5EB1AC66}"/>
                </a:ext>
              </a:extLst>
            </p:cNvPr>
            <p:cNvSpPr>
              <a:spLocks noChangeArrowheads="1"/>
            </p:cNvSpPr>
            <p:nvPr/>
          </p:nvSpPr>
          <p:spPr bwMode="auto">
            <a:xfrm>
              <a:off x="792" y="2240"/>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697" name="Rectangle 12">
              <a:extLst>
                <a:ext uri="{FF2B5EF4-FFF2-40B4-BE49-F238E27FC236}">
                  <a16:creationId xmlns:a16="http://schemas.microsoft.com/office/drawing/2014/main" id="{85F79BEC-0C80-282F-6FB8-8E1E0C28898A}"/>
                </a:ext>
              </a:extLst>
            </p:cNvPr>
            <p:cNvSpPr>
              <a:spLocks noChangeArrowheads="1"/>
            </p:cNvSpPr>
            <p:nvPr/>
          </p:nvSpPr>
          <p:spPr bwMode="auto">
            <a:xfrm>
              <a:off x="792" y="2564"/>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698" name="Rectangle 13">
              <a:extLst>
                <a:ext uri="{FF2B5EF4-FFF2-40B4-BE49-F238E27FC236}">
                  <a16:creationId xmlns:a16="http://schemas.microsoft.com/office/drawing/2014/main" id="{DE76C0C4-2B1D-7195-A062-E21E2D68C85A}"/>
                </a:ext>
              </a:extLst>
            </p:cNvPr>
            <p:cNvSpPr>
              <a:spLocks noChangeArrowheads="1"/>
            </p:cNvSpPr>
            <p:nvPr/>
          </p:nvSpPr>
          <p:spPr bwMode="auto">
            <a:xfrm>
              <a:off x="792" y="2887"/>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699" name="Rectangle 14">
              <a:extLst>
                <a:ext uri="{FF2B5EF4-FFF2-40B4-BE49-F238E27FC236}">
                  <a16:creationId xmlns:a16="http://schemas.microsoft.com/office/drawing/2014/main" id="{47923154-E8BC-D9EA-2975-1E1E60251411}"/>
                </a:ext>
              </a:extLst>
            </p:cNvPr>
            <p:cNvSpPr>
              <a:spLocks noChangeArrowheads="1"/>
            </p:cNvSpPr>
            <p:nvPr/>
          </p:nvSpPr>
          <p:spPr bwMode="auto">
            <a:xfrm>
              <a:off x="792" y="3210"/>
              <a:ext cx="58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700" name="Rectangle 15">
              <a:extLst>
                <a:ext uri="{FF2B5EF4-FFF2-40B4-BE49-F238E27FC236}">
                  <a16:creationId xmlns:a16="http://schemas.microsoft.com/office/drawing/2014/main" id="{E24EA96A-1729-E5E2-18C0-D1028E4FC160}"/>
                </a:ext>
              </a:extLst>
            </p:cNvPr>
            <p:cNvSpPr>
              <a:spLocks noChangeArrowheads="1"/>
            </p:cNvSpPr>
            <p:nvPr/>
          </p:nvSpPr>
          <p:spPr bwMode="auto">
            <a:xfrm>
              <a:off x="1697" y="1902"/>
              <a:ext cx="3575"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701" name="Rectangle 16">
              <a:extLst>
                <a:ext uri="{FF2B5EF4-FFF2-40B4-BE49-F238E27FC236}">
                  <a16:creationId xmlns:a16="http://schemas.microsoft.com/office/drawing/2014/main" id="{9513436A-9252-785B-CF0A-D71440D5412B}"/>
                </a:ext>
              </a:extLst>
            </p:cNvPr>
            <p:cNvSpPr>
              <a:spLocks noChangeArrowheads="1"/>
            </p:cNvSpPr>
            <p:nvPr/>
          </p:nvSpPr>
          <p:spPr bwMode="auto">
            <a:xfrm>
              <a:off x="1697" y="2225"/>
              <a:ext cx="357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702" name="Rectangle 17">
              <a:extLst>
                <a:ext uri="{FF2B5EF4-FFF2-40B4-BE49-F238E27FC236}">
                  <a16:creationId xmlns:a16="http://schemas.microsoft.com/office/drawing/2014/main" id="{3B211329-C0DA-2F89-2252-4A3437C8C4A3}"/>
                </a:ext>
              </a:extLst>
            </p:cNvPr>
            <p:cNvSpPr>
              <a:spLocks noChangeArrowheads="1"/>
            </p:cNvSpPr>
            <p:nvPr/>
          </p:nvSpPr>
          <p:spPr bwMode="auto">
            <a:xfrm>
              <a:off x="1697" y="2549"/>
              <a:ext cx="357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703" name="Rectangle 18">
              <a:extLst>
                <a:ext uri="{FF2B5EF4-FFF2-40B4-BE49-F238E27FC236}">
                  <a16:creationId xmlns:a16="http://schemas.microsoft.com/office/drawing/2014/main" id="{2D600E92-BF80-B5A1-A498-68258F1441EC}"/>
                </a:ext>
              </a:extLst>
            </p:cNvPr>
            <p:cNvSpPr>
              <a:spLocks noChangeArrowheads="1"/>
            </p:cNvSpPr>
            <p:nvPr/>
          </p:nvSpPr>
          <p:spPr bwMode="auto">
            <a:xfrm>
              <a:off x="1697" y="2872"/>
              <a:ext cx="357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sp>
          <p:nvSpPr>
            <p:cNvPr id="156704" name="Rectangle 19">
              <a:extLst>
                <a:ext uri="{FF2B5EF4-FFF2-40B4-BE49-F238E27FC236}">
                  <a16:creationId xmlns:a16="http://schemas.microsoft.com/office/drawing/2014/main" id="{F2CDF035-E04A-5DE6-61BF-4BD47045169D}"/>
                </a:ext>
              </a:extLst>
            </p:cNvPr>
            <p:cNvSpPr>
              <a:spLocks noChangeArrowheads="1"/>
            </p:cNvSpPr>
            <p:nvPr/>
          </p:nvSpPr>
          <p:spPr bwMode="auto">
            <a:xfrm>
              <a:off x="1697" y="3196"/>
              <a:ext cx="3574" cy="1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8570" tIns="65079" rIns="128570" bIns="65079">
              <a:spAutoFit/>
            </a:bodyPr>
            <a:lstStyle>
              <a:lvl1pPr marL="266700" indent="-266700" defTabSz="1493838">
                <a:defRPr>
                  <a:solidFill>
                    <a:schemeClr val="tx1"/>
                  </a:solidFill>
                  <a:latin typeface="Arial" panose="020B0604020202020204" pitchFamily="34" charset="0"/>
                  <a:cs typeface="Arial" panose="020B0604020202020204" pitchFamily="34" charset="0"/>
                </a:defRPr>
              </a:lvl1pPr>
              <a:lvl2pPr marL="615950" indent="-234950" defTabSz="1493838">
                <a:defRPr>
                  <a:solidFill>
                    <a:schemeClr val="tx1"/>
                  </a:solidFill>
                  <a:latin typeface="Arial" panose="020B0604020202020204" pitchFamily="34" charset="0"/>
                  <a:cs typeface="Arial" panose="020B0604020202020204" pitchFamily="34" charset="0"/>
                </a:defRPr>
              </a:lvl2pPr>
              <a:lvl3pPr marL="931863" indent="-201613" defTabSz="1493838">
                <a:defRPr>
                  <a:solidFill>
                    <a:schemeClr val="tx1"/>
                  </a:solidFill>
                  <a:latin typeface="Arial" panose="020B0604020202020204" pitchFamily="34" charset="0"/>
                  <a:cs typeface="Arial" panose="020B0604020202020204" pitchFamily="34" charset="0"/>
                </a:defRPr>
              </a:lvl3pPr>
              <a:lvl4pPr marL="1600200" indent="-228600" defTabSz="1493838">
                <a:defRPr>
                  <a:solidFill>
                    <a:schemeClr val="tx1"/>
                  </a:solidFill>
                  <a:latin typeface="Arial" panose="020B0604020202020204" pitchFamily="34" charset="0"/>
                  <a:cs typeface="Arial" panose="020B0604020202020204" pitchFamily="34" charset="0"/>
                </a:defRPr>
              </a:lvl4pPr>
              <a:lvl5pPr marL="2057400" indent="-228600" defTabSz="1493838">
                <a:defRPr>
                  <a:solidFill>
                    <a:schemeClr val="tx1"/>
                  </a:solidFill>
                  <a:latin typeface="Arial" panose="020B0604020202020204" pitchFamily="34" charset="0"/>
                  <a:cs typeface="Arial" panose="020B0604020202020204" pitchFamily="34" charset="0"/>
                </a:defRPr>
              </a:lvl5pPr>
              <a:lvl6pPr marL="25146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4938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100000"/>
                </a:spcBef>
              </a:pPr>
              <a:r>
                <a:rPr kumimoji="1" lang="en-US" altLang="ko-KR" sz="1200">
                  <a:ea typeface="굴림" panose="020B0600000101010101" pitchFamily="34" charset="-127"/>
                </a:rPr>
                <a:t>Insert text</a:t>
              </a:r>
            </a:p>
          </p:txBody>
        </p:sp>
      </p:grpSp>
      <p:grpSp>
        <p:nvGrpSpPr>
          <p:cNvPr id="156676" name="Group 20">
            <a:extLst>
              <a:ext uri="{FF2B5EF4-FFF2-40B4-BE49-F238E27FC236}">
                <a16:creationId xmlns:a16="http://schemas.microsoft.com/office/drawing/2014/main" id="{8FB66A86-8AAB-4357-3CC6-FDA052BC0101}"/>
              </a:ext>
            </a:extLst>
          </p:cNvPr>
          <p:cNvGrpSpPr>
            <a:grpSpLocks/>
          </p:cNvGrpSpPr>
          <p:nvPr/>
        </p:nvGrpSpPr>
        <p:grpSpPr bwMode="auto">
          <a:xfrm>
            <a:off x="6194425" y="519113"/>
            <a:ext cx="2584450" cy="700087"/>
            <a:chOff x="4228" y="196"/>
            <a:chExt cx="1763" cy="441"/>
          </a:xfrm>
        </p:grpSpPr>
        <p:grpSp>
          <p:nvGrpSpPr>
            <p:cNvPr id="156677" name="Group 21">
              <a:extLst>
                <a:ext uri="{FF2B5EF4-FFF2-40B4-BE49-F238E27FC236}">
                  <a16:creationId xmlns:a16="http://schemas.microsoft.com/office/drawing/2014/main" id="{D41DFA32-1610-ECC1-9E10-8B13B2F5BC6A}"/>
                </a:ext>
              </a:extLst>
            </p:cNvPr>
            <p:cNvGrpSpPr>
              <a:grpSpLocks/>
            </p:cNvGrpSpPr>
            <p:nvPr/>
          </p:nvGrpSpPr>
          <p:grpSpPr bwMode="auto">
            <a:xfrm>
              <a:off x="5475" y="196"/>
              <a:ext cx="516" cy="441"/>
              <a:chOff x="5475" y="196"/>
              <a:chExt cx="516" cy="441"/>
            </a:xfrm>
          </p:grpSpPr>
          <p:sp>
            <p:nvSpPr>
              <p:cNvPr id="156679" name="Rectangle 22">
                <a:extLst>
                  <a:ext uri="{FF2B5EF4-FFF2-40B4-BE49-F238E27FC236}">
                    <a16:creationId xmlns:a16="http://schemas.microsoft.com/office/drawing/2014/main" id="{C54F847F-4062-1A3B-E692-7B02EF5B27D2}"/>
                  </a:ext>
                </a:extLst>
              </p:cNvPr>
              <p:cNvSpPr>
                <a:spLocks noChangeArrowheads="1"/>
              </p:cNvSpPr>
              <p:nvPr/>
            </p:nvSpPr>
            <p:spPr bwMode="auto">
              <a:xfrm>
                <a:off x="5475" y="196"/>
                <a:ext cx="516" cy="44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56680" name="Group 23">
                <a:extLst>
                  <a:ext uri="{FF2B5EF4-FFF2-40B4-BE49-F238E27FC236}">
                    <a16:creationId xmlns:a16="http://schemas.microsoft.com/office/drawing/2014/main" id="{48EFBDC8-D2C4-59D9-47CC-E6917FED5FDD}"/>
                  </a:ext>
                </a:extLst>
              </p:cNvPr>
              <p:cNvGrpSpPr>
                <a:grpSpLocks/>
              </p:cNvGrpSpPr>
              <p:nvPr/>
            </p:nvGrpSpPr>
            <p:grpSpPr bwMode="auto">
              <a:xfrm>
                <a:off x="5536" y="273"/>
                <a:ext cx="400" cy="295"/>
                <a:chOff x="5536" y="273"/>
                <a:chExt cx="400" cy="295"/>
              </a:xfrm>
            </p:grpSpPr>
            <p:sp>
              <p:nvSpPr>
                <p:cNvPr id="156681" name="Line 24">
                  <a:extLst>
                    <a:ext uri="{FF2B5EF4-FFF2-40B4-BE49-F238E27FC236}">
                      <a16:creationId xmlns:a16="http://schemas.microsoft.com/office/drawing/2014/main" id="{EAD42EC7-1724-B64E-1EE5-81967702C611}"/>
                    </a:ext>
                  </a:extLst>
                </p:cNvPr>
                <p:cNvSpPr>
                  <a:spLocks noChangeShapeType="1"/>
                </p:cNvSpPr>
                <p:nvPr/>
              </p:nvSpPr>
              <p:spPr bwMode="auto">
                <a:xfrm>
                  <a:off x="5537" y="333"/>
                  <a:ext cx="399"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6682" name="Line 25">
                  <a:extLst>
                    <a:ext uri="{FF2B5EF4-FFF2-40B4-BE49-F238E27FC236}">
                      <a16:creationId xmlns:a16="http://schemas.microsoft.com/office/drawing/2014/main" id="{7C5ED665-C68B-6DC1-FE9E-1828926B4555}"/>
                    </a:ext>
                  </a:extLst>
                </p:cNvPr>
                <p:cNvSpPr>
                  <a:spLocks noChangeShapeType="1"/>
                </p:cNvSpPr>
                <p:nvPr/>
              </p:nvSpPr>
              <p:spPr bwMode="auto">
                <a:xfrm>
                  <a:off x="5536" y="568"/>
                  <a:ext cx="398"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56683" name="Rectangle 26">
                  <a:extLst>
                    <a:ext uri="{FF2B5EF4-FFF2-40B4-BE49-F238E27FC236}">
                      <a16:creationId xmlns:a16="http://schemas.microsoft.com/office/drawing/2014/main" id="{7F0B4EBD-C609-4568-7E20-E8C72A92F8D9}"/>
                    </a:ext>
                  </a:extLst>
                </p:cNvPr>
                <p:cNvSpPr>
                  <a:spLocks noChangeArrowheads="1"/>
                </p:cNvSpPr>
                <p:nvPr/>
              </p:nvSpPr>
              <p:spPr bwMode="auto">
                <a:xfrm>
                  <a:off x="5537" y="273"/>
                  <a:ext cx="187" cy="40"/>
                </a:xfrm>
                <a:prstGeom prst="rect">
                  <a:avLst/>
                </a:prstGeom>
                <a:solidFill>
                  <a:schemeClr val="folHlink"/>
                </a:solidFill>
                <a:ln w="12699">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6684" name="Rectangle 27">
                  <a:extLst>
                    <a:ext uri="{FF2B5EF4-FFF2-40B4-BE49-F238E27FC236}">
                      <a16:creationId xmlns:a16="http://schemas.microsoft.com/office/drawing/2014/main" id="{FE704099-2EDA-3661-8C71-03CDE13FE2C4}"/>
                    </a:ext>
                  </a:extLst>
                </p:cNvPr>
                <p:cNvSpPr>
                  <a:spLocks noChangeArrowheads="1"/>
                </p:cNvSpPr>
                <p:nvPr/>
              </p:nvSpPr>
              <p:spPr bwMode="auto">
                <a:xfrm>
                  <a:off x="5747" y="273"/>
                  <a:ext cx="188" cy="40"/>
                </a:xfrm>
                <a:prstGeom prst="rect">
                  <a:avLst/>
                </a:prstGeom>
                <a:solidFill>
                  <a:schemeClr val="folHlink"/>
                </a:solidFill>
                <a:ln w="12699">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6685" name="Rectangle 28">
                  <a:extLst>
                    <a:ext uri="{FF2B5EF4-FFF2-40B4-BE49-F238E27FC236}">
                      <a16:creationId xmlns:a16="http://schemas.microsoft.com/office/drawing/2014/main" id="{E9039D1D-2C3C-6CE1-9098-3176766D13B7}"/>
                    </a:ext>
                  </a:extLst>
                </p:cNvPr>
                <p:cNvSpPr>
                  <a:spLocks noChangeArrowheads="1"/>
                </p:cNvSpPr>
                <p:nvPr/>
              </p:nvSpPr>
              <p:spPr bwMode="auto">
                <a:xfrm>
                  <a:off x="5536" y="355"/>
                  <a:ext cx="186" cy="8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6686" name="Rectangle 29">
                  <a:extLst>
                    <a:ext uri="{FF2B5EF4-FFF2-40B4-BE49-F238E27FC236}">
                      <a16:creationId xmlns:a16="http://schemas.microsoft.com/office/drawing/2014/main" id="{E7A3D01D-E6D6-6730-FBE3-0B2F74E982D2}"/>
                    </a:ext>
                  </a:extLst>
                </p:cNvPr>
                <p:cNvSpPr>
                  <a:spLocks noChangeArrowheads="1"/>
                </p:cNvSpPr>
                <p:nvPr/>
              </p:nvSpPr>
              <p:spPr bwMode="auto">
                <a:xfrm>
                  <a:off x="5536" y="463"/>
                  <a:ext cx="186" cy="8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6687" name="Rectangle 30">
                  <a:extLst>
                    <a:ext uri="{FF2B5EF4-FFF2-40B4-BE49-F238E27FC236}">
                      <a16:creationId xmlns:a16="http://schemas.microsoft.com/office/drawing/2014/main" id="{C63BFA19-00B8-F4C3-0708-08D3B7C6126A}"/>
                    </a:ext>
                  </a:extLst>
                </p:cNvPr>
                <p:cNvSpPr>
                  <a:spLocks noChangeArrowheads="1"/>
                </p:cNvSpPr>
                <p:nvPr/>
              </p:nvSpPr>
              <p:spPr bwMode="auto">
                <a:xfrm>
                  <a:off x="5745" y="355"/>
                  <a:ext cx="186" cy="8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56688" name="Rectangle 31">
                  <a:extLst>
                    <a:ext uri="{FF2B5EF4-FFF2-40B4-BE49-F238E27FC236}">
                      <a16:creationId xmlns:a16="http://schemas.microsoft.com/office/drawing/2014/main" id="{2D265D6E-DD26-745D-3838-9A4C38562DDD}"/>
                    </a:ext>
                  </a:extLst>
                </p:cNvPr>
                <p:cNvSpPr>
                  <a:spLocks noChangeArrowheads="1"/>
                </p:cNvSpPr>
                <p:nvPr/>
              </p:nvSpPr>
              <p:spPr bwMode="auto">
                <a:xfrm>
                  <a:off x="5745" y="463"/>
                  <a:ext cx="186" cy="82"/>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sp>
          <p:nvSpPr>
            <p:cNvPr id="156678" name="Rectangle 32">
              <a:extLst>
                <a:ext uri="{FF2B5EF4-FFF2-40B4-BE49-F238E27FC236}">
                  <a16:creationId xmlns:a16="http://schemas.microsoft.com/office/drawing/2014/main" id="{B45D3E85-2AF3-5E10-09D4-DFEC2AEB495D}"/>
                </a:ext>
              </a:extLst>
            </p:cNvPr>
            <p:cNvSpPr>
              <a:spLocks noChangeArrowheads="1"/>
            </p:cNvSpPr>
            <p:nvPr/>
          </p:nvSpPr>
          <p:spPr bwMode="auto">
            <a:xfrm>
              <a:off x="4228" y="295"/>
              <a:ext cx="1237" cy="24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9046" tIns="60317" rIns="119046" bIns="60317">
              <a:spAutoFit/>
            </a:bodyPr>
            <a:lstStyle>
              <a:lvl1pPr marL="247650" indent="-247650" defTabSz="1287463">
                <a:defRPr>
                  <a:solidFill>
                    <a:schemeClr val="tx1"/>
                  </a:solidFill>
                  <a:latin typeface="Arial" panose="020B0604020202020204" pitchFamily="34" charset="0"/>
                  <a:cs typeface="Arial" panose="020B0604020202020204" pitchFamily="34" charset="0"/>
                </a:defRPr>
              </a:lvl1pPr>
              <a:lvl2pPr marL="571500" indent="-209550" defTabSz="1287463">
                <a:defRPr>
                  <a:solidFill>
                    <a:schemeClr val="tx1"/>
                  </a:solidFill>
                  <a:latin typeface="Arial" panose="020B0604020202020204" pitchFamily="34" charset="0"/>
                  <a:cs typeface="Arial" panose="020B0604020202020204" pitchFamily="34" charset="0"/>
                </a:defRPr>
              </a:lvl2pPr>
              <a:lvl3pPr marL="865188" indent="-179388" defTabSz="1287463">
                <a:defRPr>
                  <a:solidFill>
                    <a:schemeClr val="tx1"/>
                  </a:solidFill>
                  <a:latin typeface="Arial" panose="020B0604020202020204" pitchFamily="34" charset="0"/>
                  <a:cs typeface="Arial" panose="020B0604020202020204" pitchFamily="34" charset="0"/>
                </a:defRPr>
              </a:lvl3pPr>
              <a:lvl4pPr marL="1600200" indent="-228600" defTabSz="1287463">
                <a:defRPr>
                  <a:solidFill>
                    <a:schemeClr val="tx1"/>
                  </a:solidFill>
                  <a:latin typeface="Arial" panose="020B0604020202020204" pitchFamily="34" charset="0"/>
                  <a:cs typeface="Arial" panose="020B0604020202020204" pitchFamily="34" charset="0"/>
                </a:defRPr>
              </a:lvl4pPr>
              <a:lvl5pPr marL="2057400" indent="-228600" defTabSz="1287463">
                <a:defRPr>
                  <a:solidFill>
                    <a:schemeClr val="tx1"/>
                  </a:solidFill>
                  <a:latin typeface="Arial" panose="020B0604020202020204" pitchFamily="34" charset="0"/>
                  <a:cs typeface="Arial" panose="020B0604020202020204" pitchFamily="34" charset="0"/>
                </a:defRPr>
              </a:lvl5pPr>
              <a:lvl6pPr marL="25146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2874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COMPARISON</a:t>
              </a: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바닥글 개체 틀 1">
            <a:extLst>
              <a:ext uri="{FF2B5EF4-FFF2-40B4-BE49-F238E27FC236}">
                <a16:creationId xmlns:a16="http://schemas.microsoft.com/office/drawing/2014/main" id="{8F2AFFC7-01FC-4B25-AAEC-3FBC4722715A}"/>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A6779537-9E75-EC4C-9FC0-4EE509D996CA}"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60770" name="슬라이드 번호 개체 틀 2">
            <a:extLst>
              <a:ext uri="{FF2B5EF4-FFF2-40B4-BE49-F238E27FC236}">
                <a16:creationId xmlns:a16="http://schemas.microsoft.com/office/drawing/2014/main" id="{07CF39F5-CBED-DB48-4177-E3D6F21DF850}"/>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B0347E31-21D7-514C-A7B2-968DAEA566F1}" type="slidenum">
              <a:rPr lang="ko-KR" altLang="en-US">
                <a:solidFill>
                  <a:schemeClr val="bg1"/>
                </a:solidFill>
                <a:ea typeface="굴림" panose="020B0600000101010101" pitchFamily="34" charset="-127"/>
              </a:rPr>
              <a:pPr/>
              <a:t>29</a:t>
            </a:fld>
            <a:endParaRPr lang="en-US" altLang="ko-KR">
              <a:solidFill>
                <a:schemeClr val="bg1"/>
              </a:solidFill>
              <a:ea typeface="굴림" panose="020B0600000101010101" pitchFamily="34" charset="-127"/>
            </a:endParaRPr>
          </a:p>
        </p:txBody>
      </p:sp>
      <p:grpSp>
        <p:nvGrpSpPr>
          <p:cNvPr id="160771" name="Group 3">
            <a:extLst>
              <a:ext uri="{FF2B5EF4-FFF2-40B4-BE49-F238E27FC236}">
                <a16:creationId xmlns:a16="http://schemas.microsoft.com/office/drawing/2014/main" id="{EE90B179-2945-EA0C-62B2-3FDDD32D5EF2}"/>
              </a:ext>
            </a:extLst>
          </p:cNvPr>
          <p:cNvGrpSpPr>
            <a:grpSpLocks/>
          </p:cNvGrpSpPr>
          <p:nvPr/>
        </p:nvGrpSpPr>
        <p:grpSpPr bwMode="auto">
          <a:xfrm>
            <a:off x="7264400" y="4394200"/>
            <a:ext cx="77788" cy="993775"/>
            <a:chOff x="4957" y="2768"/>
            <a:chExt cx="53" cy="626"/>
          </a:xfrm>
        </p:grpSpPr>
        <p:sp>
          <p:nvSpPr>
            <p:cNvPr id="160944" name="Freeform 4">
              <a:extLst>
                <a:ext uri="{FF2B5EF4-FFF2-40B4-BE49-F238E27FC236}">
                  <a16:creationId xmlns:a16="http://schemas.microsoft.com/office/drawing/2014/main" id="{D2EE860F-A289-9368-A244-A816652C0947}"/>
                </a:ext>
              </a:extLst>
            </p:cNvPr>
            <p:cNvSpPr>
              <a:spLocks/>
            </p:cNvSpPr>
            <p:nvPr/>
          </p:nvSpPr>
          <p:spPr bwMode="auto">
            <a:xfrm>
              <a:off x="4957" y="2768"/>
              <a:ext cx="53" cy="315"/>
            </a:xfrm>
            <a:custGeom>
              <a:avLst/>
              <a:gdLst>
                <a:gd name="T0" fmla="*/ 0 w 53"/>
                <a:gd name="T1" fmla="*/ 0 h 315"/>
                <a:gd name="T2" fmla="*/ 26 w 53"/>
                <a:gd name="T3" fmla="*/ 24 h 315"/>
                <a:gd name="T4" fmla="*/ 26 w 53"/>
                <a:gd name="T5" fmla="*/ 290 h 315"/>
                <a:gd name="T6" fmla="*/ 52 w 53"/>
                <a:gd name="T7" fmla="*/ 314 h 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3" h="315">
                  <a:moveTo>
                    <a:pt x="0" y="0"/>
                  </a:moveTo>
                  <a:lnTo>
                    <a:pt x="26" y="24"/>
                  </a:lnTo>
                  <a:lnTo>
                    <a:pt x="26" y="290"/>
                  </a:lnTo>
                  <a:lnTo>
                    <a:pt x="52" y="314"/>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45" name="Freeform 5">
              <a:extLst>
                <a:ext uri="{FF2B5EF4-FFF2-40B4-BE49-F238E27FC236}">
                  <a16:creationId xmlns:a16="http://schemas.microsoft.com/office/drawing/2014/main" id="{A33B73C1-9F6B-175A-188A-905E1E0BDCA0}"/>
                </a:ext>
              </a:extLst>
            </p:cNvPr>
            <p:cNvSpPr>
              <a:spLocks/>
            </p:cNvSpPr>
            <p:nvPr/>
          </p:nvSpPr>
          <p:spPr bwMode="auto">
            <a:xfrm>
              <a:off x="4957" y="3082"/>
              <a:ext cx="53" cy="312"/>
            </a:xfrm>
            <a:custGeom>
              <a:avLst/>
              <a:gdLst>
                <a:gd name="T0" fmla="*/ 0 w 53"/>
                <a:gd name="T1" fmla="*/ 311 h 312"/>
                <a:gd name="T2" fmla="*/ 26 w 53"/>
                <a:gd name="T3" fmla="*/ 287 h 312"/>
                <a:gd name="T4" fmla="*/ 26 w 53"/>
                <a:gd name="T5" fmla="*/ 24 h 312"/>
                <a:gd name="T6" fmla="*/ 52 w 53"/>
                <a:gd name="T7" fmla="*/ 0 h 3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3" h="312">
                  <a:moveTo>
                    <a:pt x="0" y="311"/>
                  </a:moveTo>
                  <a:lnTo>
                    <a:pt x="26" y="287"/>
                  </a:lnTo>
                  <a:lnTo>
                    <a:pt x="26" y="24"/>
                  </a:lnTo>
                  <a:lnTo>
                    <a:pt x="52"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0772" name="Group 6">
            <a:extLst>
              <a:ext uri="{FF2B5EF4-FFF2-40B4-BE49-F238E27FC236}">
                <a16:creationId xmlns:a16="http://schemas.microsoft.com/office/drawing/2014/main" id="{07E85D2E-7597-5B84-6722-6C4EED66543A}"/>
              </a:ext>
            </a:extLst>
          </p:cNvPr>
          <p:cNvGrpSpPr>
            <a:grpSpLocks/>
          </p:cNvGrpSpPr>
          <p:nvPr/>
        </p:nvGrpSpPr>
        <p:grpSpPr bwMode="auto">
          <a:xfrm>
            <a:off x="2365375" y="1998663"/>
            <a:ext cx="1370013" cy="1166812"/>
            <a:chOff x="1614" y="1259"/>
            <a:chExt cx="935" cy="735"/>
          </a:xfrm>
        </p:grpSpPr>
        <p:sp>
          <p:nvSpPr>
            <p:cNvPr id="160942" name="Freeform 7">
              <a:extLst>
                <a:ext uri="{FF2B5EF4-FFF2-40B4-BE49-F238E27FC236}">
                  <a16:creationId xmlns:a16="http://schemas.microsoft.com/office/drawing/2014/main" id="{8E29D059-FB18-BA02-0796-D0A63E820318}"/>
                </a:ext>
              </a:extLst>
            </p:cNvPr>
            <p:cNvSpPr>
              <a:spLocks/>
            </p:cNvSpPr>
            <p:nvPr/>
          </p:nvSpPr>
          <p:spPr bwMode="auto">
            <a:xfrm>
              <a:off x="1695" y="1502"/>
              <a:ext cx="85" cy="492"/>
            </a:xfrm>
            <a:custGeom>
              <a:avLst/>
              <a:gdLst>
                <a:gd name="T0" fmla="*/ 13 w 85"/>
                <a:gd name="T1" fmla="*/ 0 h 492"/>
                <a:gd name="T2" fmla="*/ 84 w 85"/>
                <a:gd name="T3" fmla="*/ 6 h 492"/>
                <a:gd name="T4" fmla="*/ 0 w 85"/>
                <a:gd name="T5" fmla="*/ 491 h 492"/>
                <a:gd name="T6" fmla="*/ 13 w 85"/>
                <a:gd name="T7" fmla="*/ 0 h 4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5" h="492">
                  <a:moveTo>
                    <a:pt x="13" y="0"/>
                  </a:moveTo>
                  <a:lnTo>
                    <a:pt x="84" y="6"/>
                  </a:lnTo>
                  <a:lnTo>
                    <a:pt x="0" y="491"/>
                  </a:lnTo>
                  <a:lnTo>
                    <a:pt x="13" y="0"/>
                  </a:lnTo>
                </a:path>
              </a:pathLst>
            </a:custGeom>
            <a:solidFill>
              <a:schemeClr val="tx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43" name="Rectangle 8">
              <a:extLst>
                <a:ext uri="{FF2B5EF4-FFF2-40B4-BE49-F238E27FC236}">
                  <a16:creationId xmlns:a16="http://schemas.microsoft.com/office/drawing/2014/main" id="{3A3CE11B-4B29-9988-49ED-8F88D2B3A679}"/>
                </a:ext>
              </a:extLst>
            </p:cNvPr>
            <p:cNvSpPr>
              <a:spLocks noChangeArrowheads="1"/>
            </p:cNvSpPr>
            <p:nvPr/>
          </p:nvSpPr>
          <p:spPr bwMode="auto">
            <a:xfrm>
              <a:off x="1614" y="1259"/>
              <a:ext cx="935" cy="37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26984" tIns="34920" rIns="26984" bIns="34920"/>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a:ea typeface="굴림" panose="020B0600000101010101" pitchFamily="34" charset="-127"/>
                </a:rPr>
                <a:t>12 point box</a:t>
              </a:r>
            </a:p>
            <a:p>
              <a:pPr eaLnBrk="1" hangingPunct="1"/>
              <a:endParaRPr kumimoji="1" lang="ko-KR" altLang="en-US" sz="1200">
                <a:ea typeface="굴림" panose="020B0600000101010101" pitchFamily="34" charset="-127"/>
              </a:endParaRPr>
            </a:p>
          </p:txBody>
        </p:sp>
      </p:grpSp>
      <p:grpSp>
        <p:nvGrpSpPr>
          <p:cNvPr id="160773" name="Group 9">
            <a:extLst>
              <a:ext uri="{FF2B5EF4-FFF2-40B4-BE49-F238E27FC236}">
                <a16:creationId xmlns:a16="http://schemas.microsoft.com/office/drawing/2014/main" id="{5E801F25-DD27-664F-14F7-4F5426576C92}"/>
              </a:ext>
            </a:extLst>
          </p:cNvPr>
          <p:cNvGrpSpPr>
            <a:grpSpLocks/>
          </p:cNvGrpSpPr>
          <p:nvPr/>
        </p:nvGrpSpPr>
        <p:grpSpPr bwMode="auto">
          <a:xfrm>
            <a:off x="3976688" y="1998663"/>
            <a:ext cx="1328737" cy="1166812"/>
            <a:chOff x="2714" y="1259"/>
            <a:chExt cx="906" cy="735"/>
          </a:xfrm>
        </p:grpSpPr>
        <p:sp>
          <p:nvSpPr>
            <p:cNvPr id="160940" name="Freeform 10">
              <a:extLst>
                <a:ext uri="{FF2B5EF4-FFF2-40B4-BE49-F238E27FC236}">
                  <a16:creationId xmlns:a16="http://schemas.microsoft.com/office/drawing/2014/main" id="{79D60E32-9DEF-EF78-A362-2D5E886E7464}"/>
                </a:ext>
              </a:extLst>
            </p:cNvPr>
            <p:cNvSpPr>
              <a:spLocks/>
            </p:cNvSpPr>
            <p:nvPr/>
          </p:nvSpPr>
          <p:spPr bwMode="auto">
            <a:xfrm>
              <a:off x="2792" y="1502"/>
              <a:ext cx="83" cy="492"/>
            </a:xfrm>
            <a:custGeom>
              <a:avLst/>
              <a:gdLst>
                <a:gd name="T0" fmla="*/ 13 w 83"/>
                <a:gd name="T1" fmla="*/ 0 h 492"/>
                <a:gd name="T2" fmla="*/ 82 w 83"/>
                <a:gd name="T3" fmla="*/ 6 h 492"/>
                <a:gd name="T4" fmla="*/ 0 w 83"/>
                <a:gd name="T5" fmla="*/ 491 h 492"/>
                <a:gd name="T6" fmla="*/ 13 w 83"/>
                <a:gd name="T7" fmla="*/ 0 h 4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3" h="492">
                  <a:moveTo>
                    <a:pt x="13" y="0"/>
                  </a:moveTo>
                  <a:lnTo>
                    <a:pt x="82" y="6"/>
                  </a:lnTo>
                  <a:lnTo>
                    <a:pt x="0" y="491"/>
                  </a:lnTo>
                  <a:lnTo>
                    <a:pt x="13" y="0"/>
                  </a:lnTo>
                </a:path>
              </a:pathLst>
            </a:custGeom>
            <a:solidFill>
              <a:schemeClr val="tx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41" name="Rectangle 11">
              <a:extLst>
                <a:ext uri="{FF2B5EF4-FFF2-40B4-BE49-F238E27FC236}">
                  <a16:creationId xmlns:a16="http://schemas.microsoft.com/office/drawing/2014/main" id="{EA1D4F79-BFEC-3DE5-05A2-A72E8ADD4391}"/>
                </a:ext>
              </a:extLst>
            </p:cNvPr>
            <p:cNvSpPr>
              <a:spLocks noChangeArrowheads="1"/>
            </p:cNvSpPr>
            <p:nvPr/>
          </p:nvSpPr>
          <p:spPr bwMode="auto">
            <a:xfrm>
              <a:off x="2714" y="1259"/>
              <a:ext cx="906" cy="375"/>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26984" tIns="34920" rIns="26984" bIns="34920"/>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000">
                  <a:ea typeface="굴림" panose="020B0600000101010101" pitchFamily="34" charset="-127"/>
                </a:rPr>
                <a:t>10 point box</a:t>
              </a:r>
            </a:p>
            <a:p>
              <a:pPr eaLnBrk="1" hangingPunct="1"/>
              <a:endParaRPr kumimoji="1" lang="ko-KR" altLang="en-US" sz="1000">
                <a:ea typeface="굴림" panose="020B0600000101010101" pitchFamily="34" charset="-127"/>
              </a:endParaRPr>
            </a:p>
          </p:txBody>
        </p:sp>
      </p:grpSp>
      <p:grpSp>
        <p:nvGrpSpPr>
          <p:cNvPr id="160774" name="Group 12">
            <a:extLst>
              <a:ext uri="{FF2B5EF4-FFF2-40B4-BE49-F238E27FC236}">
                <a16:creationId xmlns:a16="http://schemas.microsoft.com/office/drawing/2014/main" id="{246D28AC-1465-E162-F84C-DC9CA69952A8}"/>
              </a:ext>
            </a:extLst>
          </p:cNvPr>
          <p:cNvGrpSpPr>
            <a:grpSpLocks/>
          </p:cNvGrpSpPr>
          <p:nvPr/>
        </p:nvGrpSpPr>
        <p:grpSpPr bwMode="auto">
          <a:xfrm>
            <a:off x="2605088" y="3000375"/>
            <a:ext cx="1382712" cy="858838"/>
            <a:chOff x="1778" y="1890"/>
            <a:chExt cx="943" cy="541"/>
          </a:xfrm>
        </p:grpSpPr>
        <p:sp>
          <p:nvSpPr>
            <p:cNvPr id="160938" name="Freeform 13">
              <a:extLst>
                <a:ext uri="{FF2B5EF4-FFF2-40B4-BE49-F238E27FC236}">
                  <a16:creationId xmlns:a16="http://schemas.microsoft.com/office/drawing/2014/main" id="{D758A269-DA0D-1188-6EF5-09A851A3974A}"/>
                </a:ext>
              </a:extLst>
            </p:cNvPr>
            <p:cNvSpPr>
              <a:spLocks/>
            </p:cNvSpPr>
            <p:nvPr/>
          </p:nvSpPr>
          <p:spPr bwMode="auto">
            <a:xfrm>
              <a:off x="1778" y="1890"/>
              <a:ext cx="943" cy="541"/>
            </a:xfrm>
            <a:custGeom>
              <a:avLst/>
              <a:gdLst>
                <a:gd name="T0" fmla="*/ 0 w 943"/>
                <a:gd name="T1" fmla="*/ 0 h 541"/>
                <a:gd name="T2" fmla="*/ 0 w 943"/>
                <a:gd name="T3" fmla="*/ 384 h 541"/>
                <a:gd name="T4" fmla="*/ 318 w 943"/>
                <a:gd name="T5" fmla="*/ 384 h 541"/>
                <a:gd name="T6" fmla="*/ 266 w 943"/>
                <a:gd name="T7" fmla="*/ 540 h 541"/>
                <a:gd name="T8" fmla="*/ 624 w 943"/>
                <a:gd name="T9" fmla="*/ 384 h 541"/>
                <a:gd name="T10" fmla="*/ 942 w 943"/>
                <a:gd name="T11" fmla="*/ 384 h 541"/>
                <a:gd name="T12" fmla="*/ 942 w 943"/>
                <a:gd name="T13" fmla="*/ 0 h 541"/>
                <a:gd name="T14" fmla="*/ 0 w 943"/>
                <a:gd name="T15" fmla="*/ 0 h 54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43" h="541">
                  <a:moveTo>
                    <a:pt x="0" y="0"/>
                  </a:moveTo>
                  <a:lnTo>
                    <a:pt x="0" y="384"/>
                  </a:lnTo>
                  <a:lnTo>
                    <a:pt x="318" y="384"/>
                  </a:lnTo>
                  <a:lnTo>
                    <a:pt x="266" y="540"/>
                  </a:lnTo>
                  <a:lnTo>
                    <a:pt x="624" y="384"/>
                  </a:lnTo>
                  <a:lnTo>
                    <a:pt x="942" y="384"/>
                  </a:lnTo>
                  <a:lnTo>
                    <a:pt x="942" y="0"/>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160939" name="Rectangle 14">
              <a:extLst>
                <a:ext uri="{FF2B5EF4-FFF2-40B4-BE49-F238E27FC236}">
                  <a16:creationId xmlns:a16="http://schemas.microsoft.com/office/drawing/2014/main" id="{30AA5534-8DB4-B47C-209A-47150981715E}"/>
                </a:ext>
              </a:extLst>
            </p:cNvPr>
            <p:cNvSpPr>
              <a:spLocks noChangeArrowheads="1"/>
            </p:cNvSpPr>
            <p:nvPr/>
          </p:nvSpPr>
          <p:spPr bwMode="auto">
            <a:xfrm>
              <a:off x="1786" y="1907"/>
              <a:ext cx="871" cy="265"/>
            </a:xfrm>
            <a:prstGeom prst="rect">
              <a:avLst/>
            </a:prstGeom>
            <a:solidFill>
              <a:schemeClr val="bg1"/>
            </a:solidFill>
            <a:ln>
              <a:noFill/>
            </a:ln>
            <a:effectLst/>
            <a:extLs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26984" tIns="34920" rIns="26984" bIns="34920"/>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a:ea typeface="굴림" panose="020B0600000101010101" pitchFamily="34" charset="-127"/>
                </a:rPr>
                <a:t>12 point box</a:t>
              </a:r>
            </a:p>
            <a:p>
              <a:pPr eaLnBrk="1" hangingPunct="1"/>
              <a:endParaRPr kumimoji="1" lang="ko-KR" altLang="en-US" sz="1200">
                <a:ea typeface="굴림" panose="020B0600000101010101" pitchFamily="34" charset="-127"/>
              </a:endParaRPr>
            </a:p>
          </p:txBody>
        </p:sp>
      </p:grpSp>
      <p:sp>
        <p:nvSpPr>
          <p:cNvPr id="160775" name="Freeform 15">
            <a:extLst>
              <a:ext uri="{FF2B5EF4-FFF2-40B4-BE49-F238E27FC236}">
                <a16:creationId xmlns:a16="http://schemas.microsoft.com/office/drawing/2014/main" id="{02028B7E-EC22-D63C-AF24-5D405123EA4D}"/>
              </a:ext>
            </a:extLst>
          </p:cNvPr>
          <p:cNvSpPr>
            <a:spLocks/>
          </p:cNvSpPr>
          <p:nvPr/>
        </p:nvSpPr>
        <p:spPr bwMode="auto">
          <a:xfrm>
            <a:off x="4240213" y="3000375"/>
            <a:ext cx="1382712" cy="858838"/>
          </a:xfrm>
          <a:custGeom>
            <a:avLst/>
            <a:gdLst>
              <a:gd name="T0" fmla="*/ 0 w 943"/>
              <a:gd name="T1" fmla="*/ 0 h 541"/>
              <a:gd name="T2" fmla="*/ 0 w 943"/>
              <a:gd name="T3" fmla="*/ 2147483646 h 541"/>
              <a:gd name="T4" fmla="*/ 2147483646 w 943"/>
              <a:gd name="T5" fmla="*/ 2147483646 h 541"/>
              <a:gd name="T6" fmla="*/ 2147483646 w 943"/>
              <a:gd name="T7" fmla="*/ 2147483646 h 541"/>
              <a:gd name="T8" fmla="*/ 2147483646 w 943"/>
              <a:gd name="T9" fmla="*/ 2147483646 h 541"/>
              <a:gd name="T10" fmla="*/ 2147483646 w 943"/>
              <a:gd name="T11" fmla="*/ 2147483646 h 541"/>
              <a:gd name="T12" fmla="*/ 2147483646 w 943"/>
              <a:gd name="T13" fmla="*/ 0 h 541"/>
              <a:gd name="T14" fmla="*/ 0 w 943"/>
              <a:gd name="T15" fmla="*/ 0 h 54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43" h="541">
                <a:moveTo>
                  <a:pt x="0" y="0"/>
                </a:moveTo>
                <a:lnTo>
                  <a:pt x="0" y="384"/>
                </a:lnTo>
                <a:lnTo>
                  <a:pt x="318" y="384"/>
                </a:lnTo>
                <a:lnTo>
                  <a:pt x="266" y="540"/>
                </a:lnTo>
                <a:lnTo>
                  <a:pt x="624" y="384"/>
                </a:lnTo>
                <a:lnTo>
                  <a:pt x="942" y="384"/>
                </a:lnTo>
                <a:lnTo>
                  <a:pt x="942" y="0"/>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160776" name="Rectangle 16">
            <a:extLst>
              <a:ext uri="{FF2B5EF4-FFF2-40B4-BE49-F238E27FC236}">
                <a16:creationId xmlns:a16="http://schemas.microsoft.com/office/drawing/2014/main" id="{6605D874-4DC4-4004-32FA-089030639371}"/>
              </a:ext>
            </a:extLst>
          </p:cNvPr>
          <p:cNvSpPr>
            <a:spLocks noChangeArrowheads="1"/>
          </p:cNvSpPr>
          <p:nvPr/>
        </p:nvSpPr>
        <p:spPr bwMode="auto">
          <a:xfrm>
            <a:off x="4278313" y="3027363"/>
            <a:ext cx="1285875" cy="476250"/>
          </a:xfrm>
          <a:prstGeom prst="rect">
            <a:avLst/>
          </a:prstGeom>
          <a:solidFill>
            <a:schemeClr val="bg1"/>
          </a:solidFill>
          <a:ln>
            <a:noFill/>
          </a:ln>
          <a:effectLst/>
          <a:extLs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26984" tIns="34920" rIns="26984" bIns="34920"/>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000">
                <a:ea typeface="굴림" panose="020B0600000101010101" pitchFamily="34" charset="-127"/>
              </a:rPr>
              <a:t>10 point</a:t>
            </a:r>
          </a:p>
        </p:txBody>
      </p:sp>
      <p:grpSp>
        <p:nvGrpSpPr>
          <p:cNvPr id="160777" name="Group 17">
            <a:extLst>
              <a:ext uri="{FF2B5EF4-FFF2-40B4-BE49-F238E27FC236}">
                <a16:creationId xmlns:a16="http://schemas.microsoft.com/office/drawing/2014/main" id="{B32B7BAD-009B-8ECA-12AE-76DEB4B5856F}"/>
              </a:ext>
            </a:extLst>
          </p:cNvPr>
          <p:cNvGrpSpPr>
            <a:grpSpLocks/>
          </p:cNvGrpSpPr>
          <p:nvPr/>
        </p:nvGrpSpPr>
        <p:grpSpPr bwMode="auto">
          <a:xfrm>
            <a:off x="5470525" y="1992313"/>
            <a:ext cx="1646238" cy="588962"/>
            <a:chOff x="3733" y="1255"/>
            <a:chExt cx="1124" cy="371"/>
          </a:xfrm>
        </p:grpSpPr>
        <p:sp>
          <p:nvSpPr>
            <p:cNvPr id="160936" name="Freeform 18">
              <a:extLst>
                <a:ext uri="{FF2B5EF4-FFF2-40B4-BE49-F238E27FC236}">
                  <a16:creationId xmlns:a16="http://schemas.microsoft.com/office/drawing/2014/main" id="{79C4912D-4B19-9B06-59A0-8C569398EEED}"/>
                </a:ext>
              </a:extLst>
            </p:cNvPr>
            <p:cNvSpPr>
              <a:spLocks/>
            </p:cNvSpPr>
            <p:nvPr/>
          </p:nvSpPr>
          <p:spPr bwMode="auto">
            <a:xfrm>
              <a:off x="3733" y="1255"/>
              <a:ext cx="1124" cy="371"/>
            </a:xfrm>
            <a:custGeom>
              <a:avLst/>
              <a:gdLst>
                <a:gd name="T0" fmla="*/ 1123 w 1124"/>
                <a:gd name="T1" fmla="*/ 0 h 371"/>
                <a:gd name="T2" fmla="*/ 186 w 1124"/>
                <a:gd name="T3" fmla="*/ 0 h 371"/>
                <a:gd name="T4" fmla="*/ 186 w 1124"/>
                <a:gd name="T5" fmla="*/ 97 h 371"/>
                <a:gd name="T6" fmla="*/ 0 w 1124"/>
                <a:gd name="T7" fmla="*/ 190 h 371"/>
                <a:gd name="T8" fmla="*/ 186 w 1124"/>
                <a:gd name="T9" fmla="*/ 221 h 371"/>
                <a:gd name="T10" fmla="*/ 186 w 1124"/>
                <a:gd name="T11" fmla="*/ 370 h 371"/>
                <a:gd name="T12" fmla="*/ 1123 w 1124"/>
                <a:gd name="T13" fmla="*/ 370 h 371"/>
                <a:gd name="T14" fmla="*/ 1123 w 1124"/>
                <a:gd name="T15" fmla="*/ 0 h 37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24" h="371">
                  <a:moveTo>
                    <a:pt x="1123" y="0"/>
                  </a:moveTo>
                  <a:lnTo>
                    <a:pt x="186" y="0"/>
                  </a:lnTo>
                  <a:lnTo>
                    <a:pt x="186" y="97"/>
                  </a:lnTo>
                  <a:lnTo>
                    <a:pt x="0" y="190"/>
                  </a:lnTo>
                  <a:lnTo>
                    <a:pt x="186" y="221"/>
                  </a:lnTo>
                  <a:lnTo>
                    <a:pt x="186" y="370"/>
                  </a:lnTo>
                  <a:lnTo>
                    <a:pt x="1123" y="370"/>
                  </a:lnTo>
                  <a:lnTo>
                    <a:pt x="1123"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160937" name="Rectangle 19">
              <a:extLst>
                <a:ext uri="{FF2B5EF4-FFF2-40B4-BE49-F238E27FC236}">
                  <a16:creationId xmlns:a16="http://schemas.microsoft.com/office/drawing/2014/main" id="{946A37A7-C924-0AA9-8CF4-B1E021BFED8F}"/>
                </a:ext>
              </a:extLst>
            </p:cNvPr>
            <p:cNvSpPr>
              <a:spLocks noChangeArrowheads="1"/>
            </p:cNvSpPr>
            <p:nvPr/>
          </p:nvSpPr>
          <p:spPr bwMode="auto">
            <a:xfrm>
              <a:off x="3940" y="1271"/>
              <a:ext cx="871" cy="2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26984" tIns="34920" rIns="26984" bIns="34920"/>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a:ea typeface="굴림" panose="020B0600000101010101" pitchFamily="34" charset="-127"/>
                </a:rPr>
                <a:t>12 point box</a:t>
              </a:r>
            </a:p>
            <a:p>
              <a:pPr eaLnBrk="1" hangingPunct="1"/>
              <a:endParaRPr kumimoji="1" lang="ko-KR" altLang="en-US" sz="1200">
                <a:ea typeface="굴림" panose="020B0600000101010101" pitchFamily="34" charset="-127"/>
              </a:endParaRPr>
            </a:p>
          </p:txBody>
        </p:sp>
      </p:grpSp>
      <p:grpSp>
        <p:nvGrpSpPr>
          <p:cNvPr id="160778" name="Group 20">
            <a:extLst>
              <a:ext uri="{FF2B5EF4-FFF2-40B4-BE49-F238E27FC236}">
                <a16:creationId xmlns:a16="http://schemas.microsoft.com/office/drawing/2014/main" id="{024BFC72-97C3-0A16-0062-3791087FD299}"/>
              </a:ext>
            </a:extLst>
          </p:cNvPr>
          <p:cNvGrpSpPr>
            <a:grpSpLocks/>
          </p:cNvGrpSpPr>
          <p:nvPr/>
        </p:nvGrpSpPr>
        <p:grpSpPr bwMode="auto">
          <a:xfrm>
            <a:off x="5699125" y="3000375"/>
            <a:ext cx="1646238" cy="593725"/>
            <a:chOff x="3889" y="1890"/>
            <a:chExt cx="1124" cy="374"/>
          </a:xfrm>
        </p:grpSpPr>
        <p:sp>
          <p:nvSpPr>
            <p:cNvPr id="160934" name="Freeform 21">
              <a:extLst>
                <a:ext uri="{FF2B5EF4-FFF2-40B4-BE49-F238E27FC236}">
                  <a16:creationId xmlns:a16="http://schemas.microsoft.com/office/drawing/2014/main" id="{BDD7AE5C-9DA3-8677-FF36-1D324E4913C6}"/>
                </a:ext>
              </a:extLst>
            </p:cNvPr>
            <p:cNvSpPr>
              <a:spLocks/>
            </p:cNvSpPr>
            <p:nvPr/>
          </p:nvSpPr>
          <p:spPr bwMode="auto">
            <a:xfrm>
              <a:off x="3889" y="1890"/>
              <a:ext cx="1124" cy="374"/>
            </a:xfrm>
            <a:custGeom>
              <a:avLst/>
              <a:gdLst>
                <a:gd name="T0" fmla="*/ 1123 w 1124"/>
                <a:gd name="T1" fmla="*/ 0 h 374"/>
                <a:gd name="T2" fmla="*/ 186 w 1124"/>
                <a:gd name="T3" fmla="*/ 0 h 374"/>
                <a:gd name="T4" fmla="*/ 186 w 1124"/>
                <a:gd name="T5" fmla="*/ 97 h 374"/>
                <a:gd name="T6" fmla="*/ 0 w 1124"/>
                <a:gd name="T7" fmla="*/ 192 h 374"/>
                <a:gd name="T8" fmla="*/ 186 w 1124"/>
                <a:gd name="T9" fmla="*/ 223 h 374"/>
                <a:gd name="T10" fmla="*/ 186 w 1124"/>
                <a:gd name="T11" fmla="*/ 373 h 374"/>
                <a:gd name="T12" fmla="*/ 1123 w 1124"/>
                <a:gd name="T13" fmla="*/ 373 h 374"/>
                <a:gd name="T14" fmla="*/ 1123 w 1124"/>
                <a:gd name="T15" fmla="*/ 0 h 3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24" h="374">
                  <a:moveTo>
                    <a:pt x="1123" y="0"/>
                  </a:moveTo>
                  <a:lnTo>
                    <a:pt x="186" y="0"/>
                  </a:lnTo>
                  <a:lnTo>
                    <a:pt x="186" y="97"/>
                  </a:lnTo>
                  <a:lnTo>
                    <a:pt x="0" y="192"/>
                  </a:lnTo>
                  <a:lnTo>
                    <a:pt x="186" y="223"/>
                  </a:lnTo>
                  <a:lnTo>
                    <a:pt x="186" y="373"/>
                  </a:lnTo>
                  <a:lnTo>
                    <a:pt x="1123" y="373"/>
                  </a:lnTo>
                  <a:lnTo>
                    <a:pt x="1123"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160935" name="Rectangle 22">
              <a:extLst>
                <a:ext uri="{FF2B5EF4-FFF2-40B4-BE49-F238E27FC236}">
                  <a16:creationId xmlns:a16="http://schemas.microsoft.com/office/drawing/2014/main" id="{3C5248EF-F1E1-F68A-135A-8B53F530B1A6}"/>
                </a:ext>
              </a:extLst>
            </p:cNvPr>
            <p:cNvSpPr>
              <a:spLocks noChangeArrowheads="1"/>
            </p:cNvSpPr>
            <p:nvPr/>
          </p:nvSpPr>
          <p:spPr bwMode="auto">
            <a:xfrm>
              <a:off x="4102" y="1921"/>
              <a:ext cx="871" cy="2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26984" tIns="34920" rIns="26984" bIns="34920"/>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000">
                  <a:ea typeface="굴림" panose="020B0600000101010101" pitchFamily="34" charset="-127"/>
                </a:rPr>
                <a:t>10 point box</a:t>
              </a:r>
            </a:p>
          </p:txBody>
        </p:sp>
      </p:grpSp>
      <p:grpSp>
        <p:nvGrpSpPr>
          <p:cNvPr id="160779" name="Group 23">
            <a:extLst>
              <a:ext uri="{FF2B5EF4-FFF2-40B4-BE49-F238E27FC236}">
                <a16:creationId xmlns:a16="http://schemas.microsoft.com/office/drawing/2014/main" id="{0E234717-A371-E3DD-03CE-96B09B283280}"/>
              </a:ext>
            </a:extLst>
          </p:cNvPr>
          <p:cNvGrpSpPr>
            <a:grpSpLocks/>
          </p:cNvGrpSpPr>
          <p:nvPr/>
        </p:nvGrpSpPr>
        <p:grpSpPr bwMode="auto">
          <a:xfrm>
            <a:off x="1333500" y="3986213"/>
            <a:ext cx="5341938" cy="693737"/>
            <a:chOff x="910" y="2511"/>
            <a:chExt cx="3645" cy="437"/>
          </a:xfrm>
        </p:grpSpPr>
        <p:sp>
          <p:nvSpPr>
            <p:cNvPr id="160930" name="AutoShape 24">
              <a:extLst>
                <a:ext uri="{FF2B5EF4-FFF2-40B4-BE49-F238E27FC236}">
                  <a16:creationId xmlns:a16="http://schemas.microsoft.com/office/drawing/2014/main" id="{94DD5533-B07C-D4FC-8309-7A34D409C672}"/>
                </a:ext>
              </a:extLst>
            </p:cNvPr>
            <p:cNvSpPr>
              <a:spLocks noChangeArrowheads="1"/>
            </p:cNvSpPr>
            <p:nvPr/>
          </p:nvSpPr>
          <p:spPr bwMode="auto">
            <a:xfrm>
              <a:off x="3537" y="2511"/>
              <a:ext cx="1018" cy="437"/>
            </a:xfrm>
            <a:prstGeom prst="homePlate">
              <a:avLst>
                <a:gd name="adj" fmla="val 32268"/>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04759" tIns="33333" rIns="304759" bIns="33333" anchor="ctr"/>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sp>
          <p:nvSpPr>
            <p:cNvPr id="160931" name="AutoShape 25">
              <a:extLst>
                <a:ext uri="{FF2B5EF4-FFF2-40B4-BE49-F238E27FC236}">
                  <a16:creationId xmlns:a16="http://schemas.microsoft.com/office/drawing/2014/main" id="{CBADA9F9-4E70-7B6A-79B0-3D08C93287E0}"/>
                </a:ext>
              </a:extLst>
            </p:cNvPr>
            <p:cNvSpPr>
              <a:spLocks noChangeArrowheads="1"/>
            </p:cNvSpPr>
            <p:nvPr/>
          </p:nvSpPr>
          <p:spPr bwMode="auto">
            <a:xfrm>
              <a:off x="2661" y="2511"/>
              <a:ext cx="1019" cy="437"/>
            </a:xfrm>
            <a:prstGeom prst="homePlate">
              <a:avLst>
                <a:gd name="adj" fmla="val 32300"/>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04759" tIns="33333" rIns="304759" bIns="33333" anchor="ctr"/>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sp>
          <p:nvSpPr>
            <p:cNvPr id="160932" name="AutoShape 26">
              <a:extLst>
                <a:ext uri="{FF2B5EF4-FFF2-40B4-BE49-F238E27FC236}">
                  <a16:creationId xmlns:a16="http://schemas.microsoft.com/office/drawing/2014/main" id="{2E9FF806-DC90-B5ED-66B3-BEC207AD9E3C}"/>
                </a:ext>
              </a:extLst>
            </p:cNvPr>
            <p:cNvSpPr>
              <a:spLocks noChangeArrowheads="1"/>
            </p:cNvSpPr>
            <p:nvPr/>
          </p:nvSpPr>
          <p:spPr bwMode="auto">
            <a:xfrm>
              <a:off x="1784" y="2511"/>
              <a:ext cx="1019" cy="437"/>
            </a:xfrm>
            <a:prstGeom prst="homePlate">
              <a:avLst>
                <a:gd name="adj" fmla="val 32300"/>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04759" tIns="33333" rIns="304759" bIns="33333" anchor="ctr"/>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sp>
          <p:nvSpPr>
            <p:cNvPr id="160933" name="AutoShape 27">
              <a:extLst>
                <a:ext uri="{FF2B5EF4-FFF2-40B4-BE49-F238E27FC236}">
                  <a16:creationId xmlns:a16="http://schemas.microsoft.com/office/drawing/2014/main" id="{9755F1CE-ED54-3637-8B76-1EB3A6C42B0C}"/>
                </a:ext>
              </a:extLst>
            </p:cNvPr>
            <p:cNvSpPr>
              <a:spLocks noChangeArrowheads="1"/>
            </p:cNvSpPr>
            <p:nvPr/>
          </p:nvSpPr>
          <p:spPr bwMode="auto">
            <a:xfrm>
              <a:off x="910" y="2511"/>
              <a:ext cx="1017" cy="437"/>
            </a:xfrm>
            <a:prstGeom prst="homePlate">
              <a:avLst>
                <a:gd name="adj" fmla="val 3223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52379" tIns="33333" rIns="152379" bIns="33333" anchor="ctr"/>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b="1">
                  <a:ea typeface="굴림" panose="020B0600000101010101" pitchFamily="34" charset="-127"/>
                </a:rPr>
                <a:t>Insert Text</a:t>
              </a:r>
            </a:p>
          </p:txBody>
        </p:sp>
      </p:grpSp>
      <p:grpSp>
        <p:nvGrpSpPr>
          <p:cNvPr id="160780" name="Group 28">
            <a:extLst>
              <a:ext uri="{FF2B5EF4-FFF2-40B4-BE49-F238E27FC236}">
                <a16:creationId xmlns:a16="http://schemas.microsoft.com/office/drawing/2014/main" id="{7F098064-03F5-2B04-36BD-C573CE22589B}"/>
              </a:ext>
            </a:extLst>
          </p:cNvPr>
          <p:cNvGrpSpPr>
            <a:grpSpLocks/>
          </p:cNvGrpSpPr>
          <p:nvPr/>
        </p:nvGrpSpPr>
        <p:grpSpPr bwMode="auto">
          <a:xfrm>
            <a:off x="7735888" y="4781550"/>
            <a:ext cx="487362" cy="239713"/>
            <a:chOff x="5279" y="3012"/>
            <a:chExt cx="333" cy="151"/>
          </a:xfrm>
        </p:grpSpPr>
        <p:sp>
          <p:nvSpPr>
            <p:cNvPr id="160927" name="Freeform 29">
              <a:extLst>
                <a:ext uri="{FF2B5EF4-FFF2-40B4-BE49-F238E27FC236}">
                  <a16:creationId xmlns:a16="http://schemas.microsoft.com/office/drawing/2014/main" id="{0429D546-D218-104F-76BB-EC0D7FC8D587}"/>
                </a:ext>
              </a:extLst>
            </p:cNvPr>
            <p:cNvSpPr>
              <a:spLocks/>
            </p:cNvSpPr>
            <p:nvPr/>
          </p:nvSpPr>
          <p:spPr bwMode="auto">
            <a:xfrm>
              <a:off x="5279" y="3014"/>
              <a:ext cx="331" cy="149"/>
            </a:xfrm>
            <a:custGeom>
              <a:avLst/>
              <a:gdLst>
                <a:gd name="T0" fmla="*/ 37 w 331"/>
                <a:gd name="T1" fmla="*/ 103 h 149"/>
                <a:gd name="T2" fmla="*/ 205 w 331"/>
                <a:gd name="T3" fmla="*/ 34 h 149"/>
                <a:gd name="T4" fmla="*/ 178 w 331"/>
                <a:gd name="T5" fmla="*/ 62 h 149"/>
                <a:gd name="T6" fmla="*/ 330 w 331"/>
                <a:gd name="T7" fmla="*/ 0 h 149"/>
                <a:gd name="T8" fmla="*/ 295 w 331"/>
                <a:gd name="T9" fmla="*/ 42 h 149"/>
                <a:gd name="T10" fmla="*/ 147 w 331"/>
                <a:gd name="T11" fmla="*/ 102 h 149"/>
                <a:gd name="T12" fmla="*/ 175 w 331"/>
                <a:gd name="T13" fmla="*/ 77 h 149"/>
                <a:gd name="T14" fmla="*/ 0 w 331"/>
                <a:gd name="T15" fmla="*/ 148 h 149"/>
                <a:gd name="T16" fmla="*/ 37 w 331"/>
                <a:gd name="T17" fmla="*/ 103 h 1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1" h="149">
                  <a:moveTo>
                    <a:pt x="37" y="103"/>
                  </a:moveTo>
                  <a:lnTo>
                    <a:pt x="205" y="34"/>
                  </a:lnTo>
                  <a:lnTo>
                    <a:pt x="178" y="62"/>
                  </a:lnTo>
                  <a:lnTo>
                    <a:pt x="330" y="0"/>
                  </a:lnTo>
                  <a:lnTo>
                    <a:pt x="295" y="42"/>
                  </a:lnTo>
                  <a:lnTo>
                    <a:pt x="147" y="102"/>
                  </a:lnTo>
                  <a:lnTo>
                    <a:pt x="175" y="77"/>
                  </a:lnTo>
                  <a:lnTo>
                    <a:pt x="0" y="148"/>
                  </a:lnTo>
                  <a:lnTo>
                    <a:pt x="37" y="103"/>
                  </a:lnTo>
                </a:path>
              </a:pathLst>
            </a:custGeom>
            <a:solidFill>
              <a:schemeClr val="bg1"/>
            </a:solidFill>
            <a:ln w="12699" cap="rnd"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28" name="Freeform 30">
              <a:extLst>
                <a:ext uri="{FF2B5EF4-FFF2-40B4-BE49-F238E27FC236}">
                  <a16:creationId xmlns:a16="http://schemas.microsoft.com/office/drawing/2014/main" id="{3594B2B7-C970-B69E-6C5B-BA40EF6A61C7}"/>
                </a:ext>
              </a:extLst>
            </p:cNvPr>
            <p:cNvSpPr>
              <a:spLocks/>
            </p:cNvSpPr>
            <p:nvPr/>
          </p:nvSpPr>
          <p:spPr bwMode="auto">
            <a:xfrm>
              <a:off x="5283" y="3060"/>
              <a:ext cx="290" cy="103"/>
            </a:xfrm>
            <a:custGeom>
              <a:avLst/>
              <a:gdLst>
                <a:gd name="T0" fmla="*/ 0 w 290"/>
                <a:gd name="T1" fmla="*/ 102 h 103"/>
                <a:gd name="T2" fmla="*/ 164 w 290"/>
                <a:gd name="T3" fmla="*/ 35 h 103"/>
                <a:gd name="T4" fmla="*/ 135 w 290"/>
                <a:gd name="T5" fmla="*/ 63 h 103"/>
                <a:gd name="T6" fmla="*/ 289 w 290"/>
                <a:gd name="T7" fmla="*/ 0 h 1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0" h="103">
                  <a:moveTo>
                    <a:pt x="0" y="102"/>
                  </a:moveTo>
                  <a:lnTo>
                    <a:pt x="164" y="35"/>
                  </a:lnTo>
                  <a:lnTo>
                    <a:pt x="135" y="63"/>
                  </a:lnTo>
                  <a:lnTo>
                    <a:pt x="289"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29" name="Freeform 31">
              <a:extLst>
                <a:ext uri="{FF2B5EF4-FFF2-40B4-BE49-F238E27FC236}">
                  <a16:creationId xmlns:a16="http://schemas.microsoft.com/office/drawing/2014/main" id="{CC7886AB-339B-8864-B5FF-A5D8EAB2DFAA}"/>
                </a:ext>
              </a:extLst>
            </p:cNvPr>
            <p:cNvSpPr>
              <a:spLocks/>
            </p:cNvSpPr>
            <p:nvPr/>
          </p:nvSpPr>
          <p:spPr bwMode="auto">
            <a:xfrm>
              <a:off x="5321" y="3012"/>
              <a:ext cx="291" cy="103"/>
            </a:xfrm>
            <a:custGeom>
              <a:avLst/>
              <a:gdLst>
                <a:gd name="T0" fmla="*/ 0 w 291"/>
                <a:gd name="T1" fmla="*/ 102 h 103"/>
                <a:gd name="T2" fmla="*/ 164 w 291"/>
                <a:gd name="T3" fmla="*/ 36 h 103"/>
                <a:gd name="T4" fmla="*/ 136 w 291"/>
                <a:gd name="T5" fmla="*/ 62 h 103"/>
                <a:gd name="T6" fmla="*/ 290 w 291"/>
                <a:gd name="T7" fmla="*/ 0 h 1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1" h="103">
                  <a:moveTo>
                    <a:pt x="0" y="102"/>
                  </a:moveTo>
                  <a:lnTo>
                    <a:pt x="164" y="36"/>
                  </a:lnTo>
                  <a:lnTo>
                    <a:pt x="136" y="62"/>
                  </a:lnTo>
                  <a:lnTo>
                    <a:pt x="290"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0781" name="Group 32">
            <a:extLst>
              <a:ext uri="{FF2B5EF4-FFF2-40B4-BE49-F238E27FC236}">
                <a16:creationId xmlns:a16="http://schemas.microsoft.com/office/drawing/2014/main" id="{264AB7CB-EA9C-2386-0773-813320CBAF20}"/>
              </a:ext>
            </a:extLst>
          </p:cNvPr>
          <p:cNvGrpSpPr>
            <a:grpSpLocks/>
          </p:cNvGrpSpPr>
          <p:nvPr/>
        </p:nvGrpSpPr>
        <p:grpSpPr bwMode="auto">
          <a:xfrm>
            <a:off x="6391275" y="5081588"/>
            <a:ext cx="287338" cy="839787"/>
            <a:chOff x="4361" y="3201"/>
            <a:chExt cx="197" cy="529"/>
          </a:xfrm>
        </p:grpSpPr>
        <p:sp>
          <p:nvSpPr>
            <p:cNvPr id="160925" name="Freeform 33">
              <a:extLst>
                <a:ext uri="{FF2B5EF4-FFF2-40B4-BE49-F238E27FC236}">
                  <a16:creationId xmlns:a16="http://schemas.microsoft.com/office/drawing/2014/main" id="{C356EFD0-9491-51B0-174C-A010ADD50C75}"/>
                </a:ext>
              </a:extLst>
            </p:cNvPr>
            <p:cNvSpPr>
              <a:spLocks/>
            </p:cNvSpPr>
            <p:nvPr/>
          </p:nvSpPr>
          <p:spPr bwMode="auto">
            <a:xfrm>
              <a:off x="4361" y="3201"/>
              <a:ext cx="197" cy="529"/>
            </a:xfrm>
            <a:custGeom>
              <a:avLst/>
              <a:gdLst>
                <a:gd name="T0" fmla="*/ 196 w 197"/>
                <a:gd name="T1" fmla="*/ 0 h 529"/>
                <a:gd name="T2" fmla="*/ 0 w 197"/>
                <a:gd name="T3" fmla="*/ 0 h 529"/>
                <a:gd name="T4" fmla="*/ 0 w 197"/>
                <a:gd name="T5" fmla="*/ 528 h 529"/>
                <a:gd name="T6" fmla="*/ 196 w 197"/>
                <a:gd name="T7" fmla="*/ 528 h 5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7" h="529">
                  <a:moveTo>
                    <a:pt x="196" y="0"/>
                  </a:moveTo>
                  <a:lnTo>
                    <a:pt x="0" y="0"/>
                  </a:lnTo>
                  <a:lnTo>
                    <a:pt x="0" y="528"/>
                  </a:lnTo>
                  <a:lnTo>
                    <a:pt x="196" y="528"/>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26" name="Line 34">
              <a:extLst>
                <a:ext uri="{FF2B5EF4-FFF2-40B4-BE49-F238E27FC236}">
                  <a16:creationId xmlns:a16="http://schemas.microsoft.com/office/drawing/2014/main" id="{75A022AA-6869-4942-8AD7-AE682B4711D6}"/>
                </a:ext>
              </a:extLst>
            </p:cNvPr>
            <p:cNvSpPr>
              <a:spLocks noChangeShapeType="1"/>
            </p:cNvSpPr>
            <p:nvPr/>
          </p:nvSpPr>
          <p:spPr bwMode="auto">
            <a:xfrm>
              <a:off x="4365" y="3465"/>
              <a:ext cx="189"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nvGrpSpPr>
          <p:cNvPr id="160782" name="Group 35">
            <a:extLst>
              <a:ext uri="{FF2B5EF4-FFF2-40B4-BE49-F238E27FC236}">
                <a16:creationId xmlns:a16="http://schemas.microsoft.com/office/drawing/2014/main" id="{61627C8B-09E6-73B5-5BF9-D4D21C993611}"/>
              </a:ext>
            </a:extLst>
          </p:cNvPr>
          <p:cNvGrpSpPr>
            <a:grpSpLocks/>
          </p:cNvGrpSpPr>
          <p:nvPr/>
        </p:nvGrpSpPr>
        <p:grpSpPr bwMode="auto">
          <a:xfrm>
            <a:off x="2179638" y="4954588"/>
            <a:ext cx="1233487" cy="982662"/>
            <a:chOff x="1487" y="3121"/>
            <a:chExt cx="842" cy="619"/>
          </a:xfrm>
        </p:grpSpPr>
        <p:sp>
          <p:nvSpPr>
            <p:cNvPr id="160865" name="Line 36">
              <a:extLst>
                <a:ext uri="{FF2B5EF4-FFF2-40B4-BE49-F238E27FC236}">
                  <a16:creationId xmlns:a16="http://schemas.microsoft.com/office/drawing/2014/main" id="{C197C482-8C9F-C21D-E5AC-7EF8B729DEA3}"/>
                </a:ext>
              </a:extLst>
            </p:cNvPr>
            <p:cNvSpPr>
              <a:spLocks noChangeShapeType="1"/>
            </p:cNvSpPr>
            <p:nvPr/>
          </p:nvSpPr>
          <p:spPr bwMode="auto">
            <a:xfrm flipV="1">
              <a:off x="1487" y="3729"/>
              <a:ext cx="7" cy="11"/>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66" name="Line 37">
              <a:extLst>
                <a:ext uri="{FF2B5EF4-FFF2-40B4-BE49-F238E27FC236}">
                  <a16:creationId xmlns:a16="http://schemas.microsoft.com/office/drawing/2014/main" id="{DBAFE538-318C-B7EB-38B4-FA8FAB121C17}"/>
                </a:ext>
              </a:extLst>
            </p:cNvPr>
            <p:cNvSpPr>
              <a:spLocks noChangeShapeType="1"/>
            </p:cNvSpPr>
            <p:nvPr/>
          </p:nvSpPr>
          <p:spPr bwMode="auto">
            <a:xfrm flipV="1">
              <a:off x="1502" y="3725"/>
              <a:ext cx="5" cy="12"/>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67" name="Freeform 38">
              <a:extLst>
                <a:ext uri="{FF2B5EF4-FFF2-40B4-BE49-F238E27FC236}">
                  <a16:creationId xmlns:a16="http://schemas.microsoft.com/office/drawing/2014/main" id="{54F12056-2586-1DF3-3E43-8AF78DD0744B}"/>
                </a:ext>
              </a:extLst>
            </p:cNvPr>
            <p:cNvSpPr>
              <a:spLocks/>
            </p:cNvSpPr>
            <p:nvPr/>
          </p:nvSpPr>
          <p:spPr bwMode="auto">
            <a:xfrm>
              <a:off x="1511" y="3725"/>
              <a:ext cx="16" cy="5"/>
            </a:xfrm>
            <a:custGeom>
              <a:avLst/>
              <a:gdLst>
                <a:gd name="T0" fmla="*/ 0 w 16"/>
                <a:gd name="T1" fmla="*/ 4 h 5"/>
                <a:gd name="T2" fmla="*/ 7 w 16"/>
                <a:gd name="T3" fmla="*/ 2 h 5"/>
                <a:gd name="T4" fmla="*/ 15 w 16"/>
                <a:gd name="T5" fmla="*/ 0 h 5"/>
                <a:gd name="T6" fmla="*/ 0 60000 65536"/>
                <a:gd name="T7" fmla="*/ 0 60000 65536"/>
                <a:gd name="T8" fmla="*/ 0 60000 65536"/>
              </a:gdLst>
              <a:ahLst/>
              <a:cxnLst>
                <a:cxn ang="T6">
                  <a:pos x="T0" y="T1"/>
                </a:cxn>
                <a:cxn ang="T7">
                  <a:pos x="T2" y="T3"/>
                </a:cxn>
                <a:cxn ang="T8">
                  <a:pos x="T4" y="T5"/>
                </a:cxn>
              </a:cxnLst>
              <a:rect l="0" t="0" r="r" b="b"/>
              <a:pathLst>
                <a:path w="16" h="5">
                  <a:moveTo>
                    <a:pt x="0" y="4"/>
                  </a:moveTo>
                  <a:lnTo>
                    <a:pt x="7" y="2"/>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8" name="Freeform 39">
              <a:extLst>
                <a:ext uri="{FF2B5EF4-FFF2-40B4-BE49-F238E27FC236}">
                  <a16:creationId xmlns:a16="http://schemas.microsoft.com/office/drawing/2014/main" id="{8044DABC-9DFA-D42B-C1AC-8570B3F496A7}"/>
                </a:ext>
              </a:extLst>
            </p:cNvPr>
            <p:cNvSpPr>
              <a:spLocks/>
            </p:cNvSpPr>
            <p:nvPr/>
          </p:nvSpPr>
          <p:spPr bwMode="auto">
            <a:xfrm>
              <a:off x="1526" y="3720"/>
              <a:ext cx="15" cy="6"/>
            </a:xfrm>
            <a:custGeom>
              <a:avLst/>
              <a:gdLst>
                <a:gd name="T0" fmla="*/ 0 w 15"/>
                <a:gd name="T1" fmla="*/ 5 h 6"/>
                <a:gd name="T2" fmla="*/ 7 w 15"/>
                <a:gd name="T3" fmla="*/ 2 h 6"/>
                <a:gd name="T4" fmla="*/ 14 w 15"/>
                <a:gd name="T5" fmla="*/ 0 h 6"/>
                <a:gd name="T6" fmla="*/ 0 60000 65536"/>
                <a:gd name="T7" fmla="*/ 0 60000 65536"/>
                <a:gd name="T8" fmla="*/ 0 60000 65536"/>
              </a:gdLst>
              <a:ahLst/>
              <a:cxnLst>
                <a:cxn ang="T6">
                  <a:pos x="T0" y="T1"/>
                </a:cxn>
                <a:cxn ang="T7">
                  <a:pos x="T2" y="T3"/>
                </a:cxn>
                <a:cxn ang="T8">
                  <a:pos x="T4" y="T5"/>
                </a:cxn>
              </a:cxnLst>
              <a:rect l="0" t="0" r="r" b="b"/>
              <a:pathLst>
                <a:path w="15" h="6">
                  <a:moveTo>
                    <a:pt x="0" y="5"/>
                  </a:moveTo>
                  <a:lnTo>
                    <a:pt x="7" y="2"/>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9" name="Freeform 40">
              <a:extLst>
                <a:ext uri="{FF2B5EF4-FFF2-40B4-BE49-F238E27FC236}">
                  <a16:creationId xmlns:a16="http://schemas.microsoft.com/office/drawing/2014/main" id="{B5F0EC58-4439-6778-F71E-D5F625DE898E}"/>
                </a:ext>
              </a:extLst>
            </p:cNvPr>
            <p:cNvSpPr>
              <a:spLocks/>
            </p:cNvSpPr>
            <p:nvPr/>
          </p:nvSpPr>
          <p:spPr bwMode="auto">
            <a:xfrm>
              <a:off x="1540" y="3713"/>
              <a:ext cx="15" cy="8"/>
            </a:xfrm>
            <a:custGeom>
              <a:avLst/>
              <a:gdLst>
                <a:gd name="T0" fmla="*/ 0 w 15"/>
                <a:gd name="T1" fmla="*/ 7 h 8"/>
                <a:gd name="T2" fmla="*/ 6 w 15"/>
                <a:gd name="T3" fmla="*/ 4 h 8"/>
                <a:gd name="T4" fmla="*/ 14 w 15"/>
                <a:gd name="T5" fmla="*/ 0 h 8"/>
                <a:gd name="T6" fmla="*/ 0 60000 65536"/>
                <a:gd name="T7" fmla="*/ 0 60000 65536"/>
                <a:gd name="T8" fmla="*/ 0 60000 65536"/>
              </a:gdLst>
              <a:ahLst/>
              <a:cxnLst>
                <a:cxn ang="T6">
                  <a:pos x="T0" y="T1"/>
                </a:cxn>
                <a:cxn ang="T7">
                  <a:pos x="T2" y="T3"/>
                </a:cxn>
                <a:cxn ang="T8">
                  <a:pos x="T4" y="T5"/>
                </a:cxn>
              </a:cxnLst>
              <a:rect l="0" t="0" r="r" b="b"/>
              <a:pathLst>
                <a:path w="15" h="8">
                  <a:moveTo>
                    <a:pt x="0" y="7"/>
                  </a:moveTo>
                  <a:lnTo>
                    <a:pt x="6" y="4"/>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0" name="Line 41">
              <a:extLst>
                <a:ext uri="{FF2B5EF4-FFF2-40B4-BE49-F238E27FC236}">
                  <a16:creationId xmlns:a16="http://schemas.microsoft.com/office/drawing/2014/main" id="{0AB61F59-617F-EB85-1360-A42C1B212E8B}"/>
                </a:ext>
              </a:extLst>
            </p:cNvPr>
            <p:cNvSpPr>
              <a:spLocks noChangeShapeType="1"/>
            </p:cNvSpPr>
            <p:nvPr/>
          </p:nvSpPr>
          <p:spPr bwMode="auto">
            <a:xfrm flipV="1">
              <a:off x="1558" y="3700"/>
              <a:ext cx="6" cy="1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71" name="Freeform 42">
              <a:extLst>
                <a:ext uri="{FF2B5EF4-FFF2-40B4-BE49-F238E27FC236}">
                  <a16:creationId xmlns:a16="http://schemas.microsoft.com/office/drawing/2014/main" id="{4A6ACC52-13BA-01D7-E6B8-F3E48EAE15C9}"/>
                </a:ext>
              </a:extLst>
            </p:cNvPr>
            <p:cNvSpPr>
              <a:spLocks/>
            </p:cNvSpPr>
            <p:nvPr/>
          </p:nvSpPr>
          <p:spPr bwMode="auto">
            <a:xfrm>
              <a:off x="1568" y="3694"/>
              <a:ext cx="15" cy="11"/>
            </a:xfrm>
            <a:custGeom>
              <a:avLst/>
              <a:gdLst>
                <a:gd name="T0" fmla="*/ 0 w 15"/>
                <a:gd name="T1" fmla="*/ 10 h 11"/>
                <a:gd name="T2" fmla="*/ 7 w 15"/>
                <a:gd name="T3" fmla="*/ 5 h 11"/>
                <a:gd name="T4" fmla="*/ 14 w 15"/>
                <a:gd name="T5" fmla="*/ 0 h 11"/>
                <a:gd name="T6" fmla="*/ 0 60000 65536"/>
                <a:gd name="T7" fmla="*/ 0 60000 65536"/>
                <a:gd name="T8" fmla="*/ 0 60000 65536"/>
              </a:gdLst>
              <a:ahLst/>
              <a:cxnLst>
                <a:cxn ang="T6">
                  <a:pos x="T0" y="T1"/>
                </a:cxn>
                <a:cxn ang="T7">
                  <a:pos x="T2" y="T3"/>
                </a:cxn>
                <a:cxn ang="T8">
                  <a:pos x="T4" y="T5"/>
                </a:cxn>
              </a:cxnLst>
              <a:rect l="0" t="0" r="r" b="b"/>
              <a:pathLst>
                <a:path w="15" h="11">
                  <a:moveTo>
                    <a:pt x="0" y="10"/>
                  </a:moveTo>
                  <a:lnTo>
                    <a:pt x="7" y="5"/>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2" name="Freeform 43">
              <a:extLst>
                <a:ext uri="{FF2B5EF4-FFF2-40B4-BE49-F238E27FC236}">
                  <a16:creationId xmlns:a16="http://schemas.microsoft.com/office/drawing/2014/main" id="{84500BC4-FEDC-8175-B5C8-C39B16B07D2B}"/>
                </a:ext>
              </a:extLst>
            </p:cNvPr>
            <p:cNvSpPr>
              <a:spLocks/>
            </p:cNvSpPr>
            <p:nvPr/>
          </p:nvSpPr>
          <p:spPr bwMode="auto">
            <a:xfrm>
              <a:off x="1582" y="3682"/>
              <a:ext cx="16" cy="13"/>
            </a:xfrm>
            <a:custGeom>
              <a:avLst/>
              <a:gdLst>
                <a:gd name="T0" fmla="*/ 0 w 16"/>
                <a:gd name="T1" fmla="*/ 12 h 13"/>
                <a:gd name="T2" fmla="*/ 8 w 16"/>
                <a:gd name="T3" fmla="*/ 6 h 13"/>
                <a:gd name="T4" fmla="*/ 15 w 16"/>
                <a:gd name="T5" fmla="*/ 0 h 13"/>
                <a:gd name="T6" fmla="*/ 0 60000 65536"/>
                <a:gd name="T7" fmla="*/ 0 60000 65536"/>
                <a:gd name="T8" fmla="*/ 0 60000 65536"/>
              </a:gdLst>
              <a:ahLst/>
              <a:cxnLst>
                <a:cxn ang="T6">
                  <a:pos x="T0" y="T1"/>
                </a:cxn>
                <a:cxn ang="T7">
                  <a:pos x="T2" y="T3"/>
                </a:cxn>
                <a:cxn ang="T8">
                  <a:pos x="T4" y="T5"/>
                </a:cxn>
              </a:cxnLst>
              <a:rect l="0" t="0" r="r" b="b"/>
              <a:pathLst>
                <a:path w="16" h="13">
                  <a:moveTo>
                    <a:pt x="0" y="12"/>
                  </a:moveTo>
                  <a:lnTo>
                    <a:pt x="8" y="6"/>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3" name="Freeform 44">
              <a:extLst>
                <a:ext uri="{FF2B5EF4-FFF2-40B4-BE49-F238E27FC236}">
                  <a16:creationId xmlns:a16="http://schemas.microsoft.com/office/drawing/2014/main" id="{8A14DF54-7AC7-4AEB-6F9B-C2BE1B436695}"/>
                </a:ext>
              </a:extLst>
            </p:cNvPr>
            <p:cNvSpPr>
              <a:spLocks/>
            </p:cNvSpPr>
            <p:nvPr/>
          </p:nvSpPr>
          <p:spPr bwMode="auto">
            <a:xfrm>
              <a:off x="1597" y="3667"/>
              <a:ext cx="15" cy="16"/>
            </a:xfrm>
            <a:custGeom>
              <a:avLst/>
              <a:gdLst>
                <a:gd name="T0" fmla="*/ 0 w 15"/>
                <a:gd name="T1" fmla="*/ 15 h 16"/>
                <a:gd name="T2" fmla="*/ 7 w 15"/>
                <a:gd name="T3" fmla="*/ 7 h 16"/>
                <a:gd name="T4" fmla="*/ 14 w 15"/>
                <a:gd name="T5" fmla="*/ 0 h 16"/>
                <a:gd name="T6" fmla="*/ 0 60000 65536"/>
                <a:gd name="T7" fmla="*/ 0 60000 65536"/>
                <a:gd name="T8" fmla="*/ 0 60000 65536"/>
              </a:gdLst>
              <a:ahLst/>
              <a:cxnLst>
                <a:cxn ang="T6">
                  <a:pos x="T0" y="T1"/>
                </a:cxn>
                <a:cxn ang="T7">
                  <a:pos x="T2" y="T3"/>
                </a:cxn>
                <a:cxn ang="T8">
                  <a:pos x="T4" y="T5"/>
                </a:cxn>
              </a:cxnLst>
              <a:rect l="0" t="0" r="r" b="b"/>
              <a:pathLst>
                <a:path w="15" h="16">
                  <a:moveTo>
                    <a:pt x="0" y="15"/>
                  </a:moveTo>
                  <a:lnTo>
                    <a:pt x="7" y="7"/>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4" name="Freeform 45">
              <a:extLst>
                <a:ext uri="{FF2B5EF4-FFF2-40B4-BE49-F238E27FC236}">
                  <a16:creationId xmlns:a16="http://schemas.microsoft.com/office/drawing/2014/main" id="{DB5C7C93-9A68-AAF9-E3C2-6D8A9595616F}"/>
                </a:ext>
              </a:extLst>
            </p:cNvPr>
            <p:cNvSpPr>
              <a:spLocks/>
            </p:cNvSpPr>
            <p:nvPr/>
          </p:nvSpPr>
          <p:spPr bwMode="auto">
            <a:xfrm>
              <a:off x="1611" y="3650"/>
              <a:ext cx="15" cy="18"/>
            </a:xfrm>
            <a:custGeom>
              <a:avLst/>
              <a:gdLst>
                <a:gd name="T0" fmla="*/ 0 w 15"/>
                <a:gd name="T1" fmla="*/ 17 h 18"/>
                <a:gd name="T2" fmla="*/ 6 w 15"/>
                <a:gd name="T3" fmla="*/ 9 h 18"/>
                <a:gd name="T4" fmla="*/ 14 w 15"/>
                <a:gd name="T5" fmla="*/ 0 h 18"/>
                <a:gd name="T6" fmla="*/ 0 60000 65536"/>
                <a:gd name="T7" fmla="*/ 0 60000 65536"/>
                <a:gd name="T8" fmla="*/ 0 60000 65536"/>
              </a:gdLst>
              <a:ahLst/>
              <a:cxnLst>
                <a:cxn ang="T6">
                  <a:pos x="T0" y="T1"/>
                </a:cxn>
                <a:cxn ang="T7">
                  <a:pos x="T2" y="T3"/>
                </a:cxn>
                <a:cxn ang="T8">
                  <a:pos x="T4" y="T5"/>
                </a:cxn>
              </a:cxnLst>
              <a:rect l="0" t="0" r="r" b="b"/>
              <a:pathLst>
                <a:path w="15" h="18">
                  <a:moveTo>
                    <a:pt x="0" y="17"/>
                  </a:moveTo>
                  <a:lnTo>
                    <a:pt x="6" y="9"/>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5" name="Freeform 46">
              <a:extLst>
                <a:ext uri="{FF2B5EF4-FFF2-40B4-BE49-F238E27FC236}">
                  <a16:creationId xmlns:a16="http://schemas.microsoft.com/office/drawing/2014/main" id="{6C89ADB3-BA2B-C502-8623-8FAF689ED8E6}"/>
                </a:ext>
              </a:extLst>
            </p:cNvPr>
            <p:cNvSpPr>
              <a:spLocks/>
            </p:cNvSpPr>
            <p:nvPr/>
          </p:nvSpPr>
          <p:spPr bwMode="auto">
            <a:xfrm>
              <a:off x="1625" y="3631"/>
              <a:ext cx="15" cy="20"/>
            </a:xfrm>
            <a:custGeom>
              <a:avLst/>
              <a:gdLst>
                <a:gd name="T0" fmla="*/ 0 w 15"/>
                <a:gd name="T1" fmla="*/ 19 h 20"/>
                <a:gd name="T2" fmla="*/ 7 w 15"/>
                <a:gd name="T3" fmla="*/ 10 h 20"/>
                <a:gd name="T4" fmla="*/ 14 w 15"/>
                <a:gd name="T5" fmla="*/ 0 h 20"/>
                <a:gd name="T6" fmla="*/ 0 60000 65536"/>
                <a:gd name="T7" fmla="*/ 0 60000 65536"/>
                <a:gd name="T8" fmla="*/ 0 60000 65536"/>
              </a:gdLst>
              <a:ahLst/>
              <a:cxnLst>
                <a:cxn ang="T6">
                  <a:pos x="T0" y="T1"/>
                </a:cxn>
                <a:cxn ang="T7">
                  <a:pos x="T2" y="T3"/>
                </a:cxn>
                <a:cxn ang="T8">
                  <a:pos x="T4" y="T5"/>
                </a:cxn>
              </a:cxnLst>
              <a:rect l="0" t="0" r="r" b="b"/>
              <a:pathLst>
                <a:path w="15" h="20">
                  <a:moveTo>
                    <a:pt x="0" y="19"/>
                  </a:moveTo>
                  <a:lnTo>
                    <a:pt x="7" y="10"/>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6" name="Freeform 47">
              <a:extLst>
                <a:ext uri="{FF2B5EF4-FFF2-40B4-BE49-F238E27FC236}">
                  <a16:creationId xmlns:a16="http://schemas.microsoft.com/office/drawing/2014/main" id="{AEBAC47D-7DB4-3E8E-9002-E4130D1537E2}"/>
                </a:ext>
              </a:extLst>
            </p:cNvPr>
            <p:cNvSpPr>
              <a:spLocks/>
            </p:cNvSpPr>
            <p:nvPr/>
          </p:nvSpPr>
          <p:spPr bwMode="auto">
            <a:xfrm>
              <a:off x="1639" y="3608"/>
              <a:ext cx="15" cy="24"/>
            </a:xfrm>
            <a:custGeom>
              <a:avLst/>
              <a:gdLst>
                <a:gd name="T0" fmla="*/ 0 w 15"/>
                <a:gd name="T1" fmla="*/ 23 h 24"/>
                <a:gd name="T2" fmla="*/ 7 w 15"/>
                <a:gd name="T3" fmla="*/ 12 h 24"/>
                <a:gd name="T4" fmla="*/ 14 w 15"/>
                <a:gd name="T5" fmla="*/ 0 h 24"/>
                <a:gd name="T6" fmla="*/ 0 60000 65536"/>
                <a:gd name="T7" fmla="*/ 0 60000 65536"/>
                <a:gd name="T8" fmla="*/ 0 60000 65536"/>
              </a:gdLst>
              <a:ahLst/>
              <a:cxnLst>
                <a:cxn ang="T6">
                  <a:pos x="T0" y="T1"/>
                </a:cxn>
                <a:cxn ang="T7">
                  <a:pos x="T2" y="T3"/>
                </a:cxn>
                <a:cxn ang="T8">
                  <a:pos x="T4" y="T5"/>
                </a:cxn>
              </a:cxnLst>
              <a:rect l="0" t="0" r="r" b="b"/>
              <a:pathLst>
                <a:path w="15" h="24">
                  <a:moveTo>
                    <a:pt x="0" y="23"/>
                  </a:moveTo>
                  <a:lnTo>
                    <a:pt x="7" y="12"/>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7" name="Line 48">
              <a:extLst>
                <a:ext uri="{FF2B5EF4-FFF2-40B4-BE49-F238E27FC236}">
                  <a16:creationId xmlns:a16="http://schemas.microsoft.com/office/drawing/2014/main" id="{75C0951E-5BE8-4CAE-39B8-6E8EED9D4DDE}"/>
                </a:ext>
              </a:extLst>
            </p:cNvPr>
            <p:cNvSpPr>
              <a:spLocks noChangeShapeType="1"/>
            </p:cNvSpPr>
            <p:nvPr/>
          </p:nvSpPr>
          <p:spPr bwMode="auto">
            <a:xfrm flipV="1">
              <a:off x="1657" y="3579"/>
              <a:ext cx="6" cy="33"/>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78" name="Freeform 49">
              <a:extLst>
                <a:ext uri="{FF2B5EF4-FFF2-40B4-BE49-F238E27FC236}">
                  <a16:creationId xmlns:a16="http://schemas.microsoft.com/office/drawing/2014/main" id="{B8CFB710-2F40-C1B0-4868-2D4B23BD7EE4}"/>
                </a:ext>
              </a:extLst>
            </p:cNvPr>
            <p:cNvSpPr>
              <a:spLocks/>
            </p:cNvSpPr>
            <p:nvPr/>
          </p:nvSpPr>
          <p:spPr bwMode="auto">
            <a:xfrm>
              <a:off x="1667" y="3556"/>
              <a:ext cx="16" cy="28"/>
            </a:xfrm>
            <a:custGeom>
              <a:avLst/>
              <a:gdLst>
                <a:gd name="T0" fmla="*/ 0 w 16"/>
                <a:gd name="T1" fmla="*/ 27 h 28"/>
                <a:gd name="T2" fmla="*/ 7 w 16"/>
                <a:gd name="T3" fmla="*/ 14 h 28"/>
                <a:gd name="T4" fmla="*/ 15 w 16"/>
                <a:gd name="T5" fmla="*/ 0 h 28"/>
                <a:gd name="T6" fmla="*/ 0 60000 65536"/>
                <a:gd name="T7" fmla="*/ 0 60000 65536"/>
                <a:gd name="T8" fmla="*/ 0 60000 65536"/>
              </a:gdLst>
              <a:ahLst/>
              <a:cxnLst>
                <a:cxn ang="T6">
                  <a:pos x="T0" y="T1"/>
                </a:cxn>
                <a:cxn ang="T7">
                  <a:pos x="T2" y="T3"/>
                </a:cxn>
                <a:cxn ang="T8">
                  <a:pos x="T4" y="T5"/>
                </a:cxn>
              </a:cxnLst>
              <a:rect l="0" t="0" r="r" b="b"/>
              <a:pathLst>
                <a:path w="16" h="28">
                  <a:moveTo>
                    <a:pt x="0" y="27"/>
                  </a:moveTo>
                  <a:lnTo>
                    <a:pt x="7" y="14"/>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79" name="Freeform 50">
              <a:extLst>
                <a:ext uri="{FF2B5EF4-FFF2-40B4-BE49-F238E27FC236}">
                  <a16:creationId xmlns:a16="http://schemas.microsoft.com/office/drawing/2014/main" id="{A75FAB86-5C9A-B2AA-144F-B98864019390}"/>
                </a:ext>
              </a:extLst>
            </p:cNvPr>
            <p:cNvSpPr>
              <a:spLocks/>
            </p:cNvSpPr>
            <p:nvPr/>
          </p:nvSpPr>
          <p:spPr bwMode="auto">
            <a:xfrm>
              <a:off x="1682" y="3526"/>
              <a:ext cx="15" cy="31"/>
            </a:xfrm>
            <a:custGeom>
              <a:avLst/>
              <a:gdLst>
                <a:gd name="T0" fmla="*/ 0 w 15"/>
                <a:gd name="T1" fmla="*/ 30 h 31"/>
                <a:gd name="T2" fmla="*/ 7 w 15"/>
                <a:gd name="T3" fmla="*/ 15 h 31"/>
                <a:gd name="T4" fmla="*/ 14 w 15"/>
                <a:gd name="T5" fmla="*/ 0 h 31"/>
                <a:gd name="T6" fmla="*/ 0 60000 65536"/>
                <a:gd name="T7" fmla="*/ 0 60000 65536"/>
                <a:gd name="T8" fmla="*/ 0 60000 65536"/>
              </a:gdLst>
              <a:ahLst/>
              <a:cxnLst>
                <a:cxn ang="T6">
                  <a:pos x="T0" y="T1"/>
                </a:cxn>
                <a:cxn ang="T7">
                  <a:pos x="T2" y="T3"/>
                </a:cxn>
                <a:cxn ang="T8">
                  <a:pos x="T4" y="T5"/>
                </a:cxn>
              </a:cxnLst>
              <a:rect l="0" t="0" r="r" b="b"/>
              <a:pathLst>
                <a:path w="15" h="31">
                  <a:moveTo>
                    <a:pt x="0" y="30"/>
                  </a:moveTo>
                  <a:lnTo>
                    <a:pt x="7" y="15"/>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0" name="Line 51">
              <a:extLst>
                <a:ext uri="{FF2B5EF4-FFF2-40B4-BE49-F238E27FC236}">
                  <a16:creationId xmlns:a16="http://schemas.microsoft.com/office/drawing/2014/main" id="{3315A621-2891-FF91-3DE8-C63EF9C6DBF5}"/>
                </a:ext>
              </a:extLst>
            </p:cNvPr>
            <p:cNvSpPr>
              <a:spLocks noChangeShapeType="1"/>
            </p:cNvSpPr>
            <p:nvPr/>
          </p:nvSpPr>
          <p:spPr bwMode="auto">
            <a:xfrm flipV="1">
              <a:off x="1700" y="3489"/>
              <a:ext cx="6" cy="41"/>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81" name="Freeform 52">
              <a:extLst>
                <a:ext uri="{FF2B5EF4-FFF2-40B4-BE49-F238E27FC236}">
                  <a16:creationId xmlns:a16="http://schemas.microsoft.com/office/drawing/2014/main" id="{35FFFDF3-371A-3056-62B3-21EAB50EC7A1}"/>
                </a:ext>
              </a:extLst>
            </p:cNvPr>
            <p:cNvSpPr>
              <a:spLocks/>
            </p:cNvSpPr>
            <p:nvPr/>
          </p:nvSpPr>
          <p:spPr bwMode="auto">
            <a:xfrm>
              <a:off x="1710" y="3459"/>
              <a:ext cx="15" cy="35"/>
            </a:xfrm>
            <a:custGeom>
              <a:avLst/>
              <a:gdLst>
                <a:gd name="T0" fmla="*/ 0 w 15"/>
                <a:gd name="T1" fmla="*/ 34 h 35"/>
                <a:gd name="T2" fmla="*/ 7 w 15"/>
                <a:gd name="T3" fmla="*/ 17 h 35"/>
                <a:gd name="T4" fmla="*/ 14 w 15"/>
                <a:gd name="T5" fmla="*/ 0 h 35"/>
                <a:gd name="T6" fmla="*/ 0 60000 65536"/>
                <a:gd name="T7" fmla="*/ 0 60000 65536"/>
                <a:gd name="T8" fmla="*/ 0 60000 65536"/>
              </a:gdLst>
              <a:ahLst/>
              <a:cxnLst>
                <a:cxn ang="T6">
                  <a:pos x="T0" y="T1"/>
                </a:cxn>
                <a:cxn ang="T7">
                  <a:pos x="T2" y="T3"/>
                </a:cxn>
                <a:cxn ang="T8">
                  <a:pos x="T4" y="T5"/>
                </a:cxn>
              </a:cxnLst>
              <a:rect l="0" t="0" r="r" b="b"/>
              <a:pathLst>
                <a:path w="15" h="35">
                  <a:moveTo>
                    <a:pt x="0" y="34"/>
                  </a:moveTo>
                  <a:lnTo>
                    <a:pt x="7" y="17"/>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2" name="Freeform 53">
              <a:extLst>
                <a:ext uri="{FF2B5EF4-FFF2-40B4-BE49-F238E27FC236}">
                  <a16:creationId xmlns:a16="http://schemas.microsoft.com/office/drawing/2014/main" id="{C7ED13E9-6610-C883-3DC3-E64A0D87D6C6}"/>
                </a:ext>
              </a:extLst>
            </p:cNvPr>
            <p:cNvSpPr>
              <a:spLocks/>
            </p:cNvSpPr>
            <p:nvPr/>
          </p:nvSpPr>
          <p:spPr bwMode="auto">
            <a:xfrm>
              <a:off x="1724" y="3422"/>
              <a:ext cx="15" cy="38"/>
            </a:xfrm>
            <a:custGeom>
              <a:avLst/>
              <a:gdLst>
                <a:gd name="T0" fmla="*/ 0 w 15"/>
                <a:gd name="T1" fmla="*/ 37 h 38"/>
                <a:gd name="T2" fmla="*/ 7 w 15"/>
                <a:gd name="T3" fmla="*/ 18 h 38"/>
                <a:gd name="T4" fmla="*/ 14 w 15"/>
                <a:gd name="T5" fmla="*/ 0 h 38"/>
                <a:gd name="T6" fmla="*/ 0 60000 65536"/>
                <a:gd name="T7" fmla="*/ 0 60000 65536"/>
                <a:gd name="T8" fmla="*/ 0 60000 65536"/>
              </a:gdLst>
              <a:ahLst/>
              <a:cxnLst>
                <a:cxn ang="T6">
                  <a:pos x="T0" y="T1"/>
                </a:cxn>
                <a:cxn ang="T7">
                  <a:pos x="T2" y="T3"/>
                </a:cxn>
                <a:cxn ang="T8">
                  <a:pos x="T4" y="T5"/>
                </a:cxn>
              </a:cxnLst>
              <a:rect l="0" t="0" r="r" b="b"/>
              <a:pathLst>
                <a:path w="15" h="38">
                  <a:moveTo>
                    <a:pt x="0" y="37"/>
                  </a:moveTo>
                  <a:lnTo>
                    <a:pt x="7" y="18"/>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3" name="Freeform 54">
              <a:extLst>
                <a:ext uri="{FF2B5EF4-FFF2-40B4-BE49-F238E27FC236}">
                  <a16:creationId xmlns:a16="http://schemas.microsoft.com/office/drawing/2014/main" id="{DDD1EB44-F2FF-42A1-AE42-326EBAA0C1EB}"/>
                </a:ext>
              </a:extLst>
            </p:cNvPr>
            <p:cNvSpPr>
              <a:spLocks/>
            </p:cNvSpPr>
            <p:nvPr/>
          </p:nvSpPr>
          <p:spPr bwMode="auto">
            <a:xfrm>
              <a:off x="1738" y="3385"/>
              <a:ext cx="16" cy="38"/>
            </a:xfrm>
            <a:custGeom>
              <a:avLst/>
              <a:gdLst>
                <a:gd name="T0" fmla="*/ 0 w 16"/>
                <a:gd name="T1" fmla="*/ 37 h 38"/>
                <a:gd name="T2" fmla="*/ 7 w 16"/>
                <a:gd name="T3" fmla="*/ 19 h 38"/>
                <a:gd name="T4" fmla="*/ 15 w 16"/>
                <a:gd name="T5" fmla="*/ 0 h 38"/>
                <a:gd name="T6" fmla="*/ 0 60000 65536"/>
                <a:gd name="T7" fmla="*/ 0 60000 65536"/>
                <a:gd name="T8" fmla="*/ 0 60000 65536"/>
              </a:gdLst>
              <a:ahLst/>
              <a:cxnLst>
                <a:cxn ang="T6">
                  <a:pos x="T0" y="T1"/>
                </a:cxn>
                <a:cxn ang="T7">
                  <a:pos x="T2" y="T3"/>
                </a:cxn>
                <a:cxn ang="T8">
                  <a:pos x="T4" y="T5"/>
                </a:cxn>
              </a:cxnLst>
              <a:rect l="0" t="0" r="r" b="b"/>
              <a:pathLst>
                <a:path w="16" h="38">
                  <a:moveTo>
                    <a:pt x="0" y="37"/>
                  </a:moveTo>
                  <a:lnTo>
                    <a:pt x="7" y="19"/>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4" name="Line 55">
              <a:extLst>
                <a:ext uri="{FF2B5EF4-FFF2-40B4-BE49-F238E27FC236}">
                  <a16:creationId xmlns:a16="http://schemas.microsoft.com/office/drawing/2014/main" id="{65B1DF78-B37F-DC2B-C6B7-1C1795674931}"/>
                </a:ext>
              </a:extLst>
            </p:cNvPr>
            <p:cNvSpPr>
              <a:spLocks noChangeShapeType="1"/>
            </p:cNvSpPr>
            <p:nvPr/>
          </p:nvSpPr>
          <p:spPr bwMode="auto">
            <a:xfrm flipV="1">
              <a:off x="1757" y="3343"/>
              <a:ext cx="5" cy="46"/>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85" name="Freeform 56">
              <a:extLst>
                <a:ext uri="{FF2B5EF4-FFF2-40B4-BE49-F238E27FC236}">
                  <a16:creationId xmlns:a16="http://schemas.microsoft.com/office/drawing/2014/main" id="{9CE9B682-9F9A-6A80-6A69-65BD04A098A1}"/>
                </a:ext>
              </a:extLst>
            </p:cNvPr>
            <p:cNvSpPr>
              <a:spLocks/>
            </p:cNvSpPr>
            <p:nvPr/>
          </p:nvSpPr>
          <p:spPr bwMode="auto">
            <a:xfrm>
              <a:off x="1766" y="3310"/>
              <a:ext cx="16" cy="38"/>
            </a:xfrm>
            <a:custGeom>
              <a:avLst/>
              <a:gdLst>
                <a:gd name="T0" fmla="*/ 0 w 16"/>
                <a:gd name="T1" fmla="*/ 37 h 38"/>
                <a:gd name="T2" fmla="*/ 7 w 16"/>
                <a:gd name="T3" fmla="*/ 18 h 38"/>
                <a:gd name="T4" fmla="*/ 15 w 16"/>
                <a:gd name="T5" fmla="*/ 0 h 38"/>
                <a:gd name="T6" fmla="*/ 0 60000 65536"/>
                <a:gd name="T7" fmla="*/ 0 60000 65536"/>
                <a:gd name="T8" fmla="*/ 0 60000 65536"/>
              </a:gdLst>
              <a:ahLst/>
              <a:cxnLst>
                <a:cxn ang="T6">
                  <a:pos x="T0" y="T1"/>
                </a:cxn>
                <a:cxn ang="T7">
                  <a:pos x="T2" y="T3"/>
                </a:cxn>
                <a:cxn ang="T8">
                  <a:pos x="T4" y="T5"/>
                </a:cxn>
              </a:cxnLst>
              <a:rect l="0" t="0" r="r" b="b"/>
              <a:pathLst>
                <a:path w="16" h="38">
                  <a:moveTo>
                    <a:pt x="0" y="37"/>
                  </a:moveTo>
                  <a:lnTo>
                    <a:pt x="7" y="18"/>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6" name="Freeform 57">
              <a:extLst>
                <a:ext uri="{FF2B5EF4-FFF2-40B4-BE49-F238E27FC236}">
                  <a16:creationId xmlns:a16="http://schemas.microsoft.com/office/drawing/2014/main" id="{A27ADD07-C2B9-5217-A097-7DADA6F158BC}"/>
                </a:ext>
              </a:extLst>
            </p:cNvPr>
            <p:cNvSpPr>
              <a:spLocks/>
            </p:cNvSpPr>
            <p:nvPr/>
          </p:nvSpPr>
          <p:spPr bwMode="auto">
            <a:xfrm>
              <a:off x="1781" y="3274"/>
              <a:ext cx="15" cy="37"/>
            </a:xfrm>
            <a:custGeom>
              <a:avLst/>
              <a:gdLst>
                <a:gd name="T0" fmla="*/ 0 w 15"/>
                <a:gd name="T1" fmla="*/ 36 h 37"/>
                <a:gd name="T2" fmla="*/ 7 w 15"/>
                <a:gd name="T3" fmla="*/ 18 h 37"/>
                <a:gd name="T4" fmla="*/ 14 w 15"/>
                <a:gd name="T5" fmla="*/ 0 h 37"/>
                <a:gd name="T6" fmla="*/ 0 60000 65536"/>
                <a:gd name="T7" fmla="*/ 0 60000 65536"/>
                <a:gd name="T8" fmla="*/ 0 60000 65536"/>
              </a:gdLst>
              <a:ahLst/>
              <a:cxnLst>
                <a:cxn ang="T6">
                  <a:pos x="T0" y="T1"/>
                </a:cxn>
                <a:cxn ang="T7">
                  <a:pos x="T2" y="T3"/>
                </a:cxn>
                <a:cxn ang="T8">
                  <a:pos x="T4" y="T5"/>
                </a:cxn>
              </a:cxnLst>
              <a:rect l="0" t="0" r="r" b="b"/>
              <a:pathLst>
                <a:path w="15" h="37">
                  <a:moveTo>
                    <a:pt x="0" y="36"/>
                  </a:moveTo>
                  <a:lnTo>
                    <a:pt x="7" y="18"/>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7" name="Freeform 58">
              <a:extLst>
                <a:ext uri="{FF2B5EF4-FFF2-40B4-BE49-F238E27FC236}">
                  <a16:creationId xmlns:a16="http://schemas.microsoft.com/office/drawing/2014/main" id="{C67E6397-6243-89BA-09C5-6C3D9F32FFCD}"/>
                </a:ext>
              </a:extLst>
            </p:cNvPr>
            <p:cNvSpPr>
              <a:spLocks/>
            </p:cNvSpPr>
            <p:nvPr/>
          </p:nvSpPr>
          <p:spPr bwMode="auto">
            <a:xfrm>
              <a:off x="1795" y="3239"/>
              <a:ext cx="15" cy="36"/>
            </a:xfrm>
            <a:custGeom>
              <a:avLst/>
              <a:gdLst>
                <a:gd name="T0" fmla="*/ 0 w 15"/>
                <a:gd name="T1" fmla="*/ 35 h 36"/>
                <a:gd name="T2" fmla="*/ 6 w 15"/>
                <a:gd name="T3" fmla="*/ 17 h 36"/>
                <a:gd name="T4" fmla="*/ 14 w 15"/>
                <a:gd name="T5" fmla="*/ 0 h 36"/>
                <a:gd name="T6" fmla="*/ 0 60000 65536"/>
                <a:gd name="T7" fmla="*/ 0 60000 65536"/>
                <a:gd name="T8" fmla="*/ 0 60000 65536"/>
              </a:gdLst>
              <a:ahLst/>
              <a:cxnLst>
                <a:cxn ang="T6">
                  <a:pos x="T0" y="T1"/>
                </a:cxn>
                <a:cxn ang="T7">
                  <a:pos x="T2" y="T3"/>
                </a:cxn>
                <a:cxn ang="T8">
                  <a:pos x="T4" y="T5"/>
                </a:cxn>
              </a:cxnLst>
              <a:rect l="0" t="0" r="r" b="b"/>
              <a:pathLst>
                <a:path w="15" h="36">
                  <a:moveTo>
                    <a:pt x="0" y="35"/>
                  </a:moveTo>
                  <a:lnTo>
                    <a:pt x="6" y="17"/>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8" name="Freeform 59">
              <a:extLst>
                <a:ext uri="{FF2B5EF4-FFF2-40B4-BE49-F238E27FC236}">
                  <a16:creationId xmlns:a16="http://schemas.microsoft.com/office/drawing/2014/main" id="{5587F033-DBA1-AA67-60F8-591D3D9B6ACD}"/>
                </a:ext>
              </a:extLst>
            </p:cNvPr>
            <p:cNvSpPr>
              <a:spLocks/>
            </p:cNvSpPr>
            <p:nvPr/>
          </p:nvSpPr>
          <p:spPr bwMode="auto">
            <a:xfrm>
              <a:off x="1809" y="3208"/>
              <a:ext cx="16" cy="32"/>
            </a:xfrm>
            <a:custGeom>
              <a:avLst/>
              <a:gdLst>
                <a:gd name="T0" fmla="*/ 0 w 16"/>
                <a:gd name="T1" fmla="*/ 31 h 32"/>
                <a:gd name="T2" fmla="*/ 8 w 16"/>
                <a:gd name="T3" fmla="*/ 16 h 32"/>
                <a:gd name="T4" fmla="*/ 15 w 16"/>
                <a:gd name="T5" fmla="*/ 0 h 32"/>
                <a:gd name="T6" fmla="*/ 0 60000 65536"/>
                <a:gd name="T7" fmla="*/ 0 60000 65536"/>
                <a:gd name="T8" fmla="*/ 0 60000 65536"/>
              </a:gdLst>
              <a:ahLst/>
              <a:cxnLst>
                <a:cxn ang="T6">
                  <a:pos x="T0" y="T1"/>
                </a:cxn>
                <a:cxn ang="T7">
                  <a:pos x="T2" y="T3"/>
                </a:cxn>
                <a:cxn ang="T8">
                  <a:pos x="T4" y="T5"/>
                </a:cxn>
              </a:cxnLst>
              <a:rect l="0" t="0" r="r" b="b"/>
              <a:pathLst>
                <a:path w="16" h="32">
                  <a:moveTo>
                    <a:pt x="0" y="31"/>
                  </a:moveTo>
                  <a:lnTo>
                    <a:pt x="8" y="16"/>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89" name="Freeform 60">
              <a:extLst>
                <a:ext uri="{FF2B5EF4-FFF2-40B4-BE49-F238E27FC236}">
                  <a16:creationId xmlns:a16="http://schemas.microsoft.com/office/drawing/2014/main" id="{D983007F-3825-EC3C-F377-F6A2BB67CAB3}"/>
                </a:ext>
              </a:extLst>
            </p:cNvPr>
            <p:cNvSpPr>
              <a:spLocks/>
            </p:cNvSpPr>
            <p:nvPr/>
          </p:nvSpPr>
          <p:spPr bwMode="auto">
            <a:xfrm>
              <a:off x="1824" y="3181"/>
              <a:ext cx="14" cy="28"/>
            </a:xfrm>
            <a:custGeom>
              <a:avLst/>
              <a:gdLst>
                <a:gd name="T0" fmla="*/ 0 w 14"/>
                <a:gd name="T1" fmla="*/ 27 h 28"/>
                <a:gd name="T2" fmla="*/ 6 w 14"/>
                <a:gd name="T3" fmla="*/ 13 h 28"/>
                <a:gd name="T4" fmla="*/ 13 w 14"/>
                <a:gd name="T5" fmla="*/ 0 h 28"/>
                <a:gd name="T6" fmla="*/ 0 60000 65536"/>
                <a:gd name="T7" fmla="*/ 0 60000 65536"/>
                <a:gd name="T8" fmla="*/ 0 60000 65536"/>
              </a:gdLst>
              <a:ahLst/>
              <a:cxnLst>
                <a:cxn ang="T6">
                  <a:pos x="T0" y="T1"/>
                </a:cxn>
                <a:cxn ang="T7">
                  <a:pos x="T2" y="T3"/>
                </a:cxn>
                <a:cxn ang="T8">
                  <a:pos x="T4" y="T5"/>
                </a:cxn>
              </a:cxnLst>
              <a:rect l="0" t="0" r="r" b="b"/>
              <a:pathLst>
                <a:path w="14" h="28">
                  <a:moveTo>
                    <a:pt x="0" y="27"/>
                  </a:moveTo>
                  <a:lnTo>
                    <a:pt x="6" y="13"/>
                  </a:lnTo>
                  <a:lnTo>
                    <a:pt x="13"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0" name="Freeform 61">
              <a:extLst>
                <a:ext uri="{FF2B5EF4-FFF2-40B4-BE49-F238E27FC236}">
                  <a16:creationId xmlns:a16="http://schemas.microsoft.com/office/drawing/2014/main" id="{9DA4AC41-A284-FB71-682F-C6E0FD9B06FE}"/>
                </a:ext>
              </a:extLst>
            </p:cNvPr>
            <p:cNvSpPr>
              <a:spLocks/>
            </p:cNvSpPr>
            <p:nvPr/>
          </p:nvSpPr>
          <p:spPr bwMode="auto">
            <a:xfrm>
              <a:off x="1837" y="3158"/>
              <a:ext cx="16" cy="24"/>
            </a:xfrm>
            <a:custGeom>
              <a:avLst/>
              <a:gdLst>
                <a:gd name="T0" fmla="*/ 0 w 16"/>
                <a:gd name="T1" fmla="*/ 23 h 24"/>
                <a:gd name="T2" fmla="*/ 7 w 16"/>
                <a:gd name="T3" fmla="*/ 11 h 24"/>
                <a:gd name="T4" fmla="*/ 15 w 16"/>
                <a:gd name="T5" fmla="*/ 0 h 24"/>
                <a:gd name="T6" fmla="*/ 0 60000 65536"/>
                <a:gd name="T7" fmla="*/ 0 60000 65536"/>
                <a:gd name="T8" fmla="*/ 0 60000 65536"/>
              </a:gdLst>
              <a:ahLst/>
              <a:cxnLst>
                <a:cxn ang="T6">
                  <a:pos x="T0" y="T1"/>
                </a:cxn>
                <a:cxn ang="T7">
                  <a:pos x="T2" y="T3"/>
                </a:cxn>
                <a:cxn ang="T8">
                  <a:pos x="T4" y="T5"/>
                </a:cxn>
              </a:cxnLst>
              <a:rect l="0" t="0" r="r" b="b"/>
              <a:pathLst>
                <a:path w="16" h="24">
                  <a:moveTo>
                    <a:pt x="0" y="23"/>
                  </a:moveTo>
                  <a:lnTo>
                    <a:pt x="7" y="11"/>
                  </a:lnTo>
                  <a:lnTo>
                    <a:pt x="15"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1" name="Freeform 62">
              <a:extLst>
                <a:ext uri="{FF2B5EF4-FFF2-40B4-BE49-F238E27FC236}">
                  <a16:creationId xmlns:a16="http://schemas.microsoft.com/office/drawing/2014/main" id="{6EB8EE36-9F6D-6959-6426-75097DDB1DC0}"/>
                </a:ext>
              </a:extLst>
            </p:cNvPr>
            <p:cNvSpPr>
              <a:spLocks/>
            </p:cNvSpPr>
            <p:nvPr/>
          </p:nvSpPr>
          <p:spPr bwMode="auto">
            <a:xfrm>
              <a:off x="1852" y="3140"/>
              <a:ext cx="15" cy="19"/>
            </a:xfrm>
            <a:custGeom>
              <a:avLst/>
              <a:gdLst>
                <a:gd name="T0" fmla="*/ 0 w 15"/>
                <a:gd name="T1" fmla="*/ 18 h 19"/>
                <a:gd name="T2" fmla="*/ 7 w 15"/>
                <a:gd name="T3" fmla="*/ 9 h 19"/>
                <a:gd name="T4" fmla="*/ 14 w 15"/>
                <a:gd name="T5" fmla="*/ 0 h 19"/>
                <a:gd name="T6" fmla="*/ 0 60000 65536"/>
                <a:gd name="T7" fmla="*/ 0 60000 65536"/>
                <a:gd name="T8" fmla="*/ 0 60000 65536"/>
              </a:gdLst>
              <a:ahLst/>
              <a:cxnLst>
                <a:cxn ang="T6">
                  <a:pos x="T0" y="T1"/>
                </a:cxn>
                <a:cxn ang="T7">
                  <a:pos x="T2" y="T3"/>
                </a:cxn>
                <a:cxn ang="T8">
                  <a:pos x="T4" y="T5"/>
                </a:cxn>
              </a:cxnLst>
              <a:rect l="0" t="0" r="r" b="b"/>
              <a:pathLst>
                <a:path w="15" h="19">
                  <a:moveTo>
                    <a:pt x="0" y="18"/>
                  </a:moveTo>
                  <a:lnTo>
                    <a:pt x="7" y="9"/>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2" name="Freeform 63">
              <a:extLst>
                <a:ext uri="{FF2B5EF4-FFF2-40B4-BE49-F238E27FC236}">
                  <a16:creationId xmlns:a16="http://schemas.microsoft.com/office/drawing/2014/main" id="{0DA1ADA0-8827-E3F7-5120-B92F34D3B3F2}"/>
                </a:ext>
              </a:extLst>
            </p:cNvPr>
            <p:cNvSpPr>
              <a:spLocks/>
            </p:cNvSpPr>
            <p:nvPr/>
          </p:nvSpPr>
          <p:spPr bwMode="auto">
            <a:xfrm>
              <a:off x="1866" y="3128"/>
              <a:ext cx="15" cy="13"/>
            </a:xfrm>
            <a:custGeom>
              <a:avLst/>
              <a:gdLst>
                <a:gd name="T0" fmla="*/ 0 w 15"/>
                <a:gd name="T1" fmla="*/ 12 h 13"/>
                <a:gd name="T2" fmla="*/ 6 w 15"/>
                <a:gd name="T3" fmla="*/ 6 h 13"/>
                <a:gd name="T4" fmla="*/ 14 w 15"/>
                <a:gd name="T5" fmla="*/ 0 h 13"/>
                <a:gd name="T6" fmla="*/ 0 60000 65536"/>
                <a:gd name="T7" fmla="*/ 0 60000 65536"/>
                <a:gd name="T8" fmla="*/ 0 60000 65536"/>
              </a:gdLst>
              <a:ahLst/>
              <a:cxnLst>
                <a:cxn ang="T6">
                  <a:pos x="T0" y="T1"/>
                </a:cxn>
                <a:cxn ang="T7">
                  <a:pos x="T2" y="T3"/>
                </a:cxn>
                <a:cxn ang="T8">
                  <a:pos x="T4" y="T5"/>
                </a:cxn>
              </a:cxnLst>
              <a:rect l="0" t="0" r="r" b="b"/>
              <a:pathLst>
                <a:path w="15" h="13">
                  <a:moveTo>
                    <a:pt x="0" y="12"/>
                  </a:moveTo>
                  <a:lnTo>
                    <a:pt x="6" y="6"/>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3" name="Freeform 64">
              <a:extLst>
                <a:ext uri="{FF2B5EF4-FFF2-40B4-BE49-F238E27FC236}">
                  <a16:creationId xmlns:a16="http://schemas.microsoft.com/office/drawing/2014/main" id="{85136F73-8038-B0B0-404D-8CD7F4A3819E}"/>
                </a:ext>
              </a:extLst>
            </p:cNvPr>
            <p:cNvSpPr>
              <a:spLocks/>
            </p:cNvSpPr>
            <p:nvPr/>
          </p:nvSpPr>
          <p:spPr bwMode="auto">
            <a:xfrm>
              <a:off x="1880" y="3122"/>
              <a:ext cx="15" cy="7"/>
            </a:xfrm>
            <a:custGeom>
              <a:avLst/>
              <a:gdLst>
                <a:gd name="T0" fmla="*/ 0 w 15"/>
                <a:gd name="T1" fmla="*/ 6 h 7"/>
                <a:gd name="T2" fmla="*/ 7 w 15"/>
                <a:gd name="T3" fmla="*/ 2 h 7"/>
                <a:gd name="T4" fmla="*/ 14 w 15"/>
                <a:gd name="T5" fmla="*/ 0 h 7"/>
                <a:gd name="T6" fmla="*/ 0 60000 65536"/>
                <a:gd name="T7" fmla="*/ 0 60000 65536"/>
                <a:gd name="T8" fmla="*/ 0 60000 65536"/>
              </a:gdLst>
              <a:ahLst/>
              <a:cxnLst>
                <a:cxn ang="T6">
                  <a:pos x="T0" y="T1"/>
                </a:cxn>
                <a:cxn ang="T7">
                  <a:pos x="T2" y="T3"/>
                </a:cxn>
                <a:cxn ang="T8">
                  <a:pos x="T4" y="T5"/>
                </a:cxn>
              </a:cxnLst>
              <a:rect l="0" t="0" r="r" b="b"/>
              <a:pathLst>
                <a:path w="15" h="7">
                  <a:moveTo>
                    <a:pt x="0" y="6"/>
                  </a:moveTo>
                  <a:lnTo>
                    <a:pt x="7" y="2"/>
                  </a:lnTo>
                  <a:lnTo>
                    <a:pt x="14" y="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4" name="Freeform 65">
              <a:extLst>
                <a:ext uri="{FF2B5EF4-FFF2-40B4-BE49-F238E27FC236}">
                  <a16:creationId xmlns:a16="http://schemas.microsoft.com/office/drawing/2014/main" id="{69DC6AAF-C550-6BC5-C622-1346FACD1D31}"/>
                </a:ext>
              </a:extLst>
            </p:cNvPr>
            <p:cNvSpPr>
              <a:spLocks/>
            </p:cNvSpPr>
            <p:nvPr/>
          </p:nvSpPr>
          <p:spPr bwMode="auto">
            <a:xfrm>
              <a:off x="1894" y="3121"/>
              <a:ext cx="15" cy="2"/>
            </a:xfrm>
            <a:custGeom>
              <a:avLst/>
              <a:gdLst>
                <a:gd name="T0" fmla="*/ 0 w 15"/>
                <a:gd name="T1" fmla="*/ 1 h 2"/>
                <a:gd name="T2" fmla="*/ 7 w 15"/>
                <a:gd name="T3" fmla="*/ 0 h 2"/>
                <a:gd name="T4" fmla="*/ 14 w 15"/>
                <a:gd name="T5" fmla="*/ 1 h 2"/>
                <a:gd name="T6" fmla="*/ 0 60000 65536"/>
                <a:gd name="T7" fmla="*/ 0 60000 65536"/>
                <a:gd name="T8" fmla="*/ 0 60000 65536"/>
              </a:gdLst>
              <a:ahLst/>
              <a:cxnLst>
                <a:cxn ang="T6">
                  <a:pos x="T0" y="T1"/>
                </a:cxn>
                <a:cxn ang="T7">
                  <a:pos x="T2" y="T3"/>
                </a:cxn>
                <a:cxn ang="T8">
                  <a:pos x="T4" y="T5"/>
                </a:cxn>
              </a:cxnLst>
              <a:rect l="0" t="0" r="r" b="b"/>
              <a:pathLst>
                <a:path w="15" h="2">
                  <a:moveTo>
                    <a:pt x="0" y="1"/>
                  </a:moveTo>
                  <a:lnTo>
                    <a:pt x="7" y="0"/>
                  </a:lnTo>
                  <a:lnTo>
                    <a:pt x="14" y="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5" name="Freeform 66">
              <a:extLst>
                <a:ext uri="{FF2B5EF4-FFF2-40B4-BE49-F238E27FC236}">
                  <a16:creationId xmlns:a16="http://schemas.microsoft.com/office/drawing/2014/main" id="{C3BB69E0-5720-8161-78FF-86C68AB550AF}"/>
                </a:ext>
              </a:extLst>
            </p:cNvPr>
            <p:cNvSpPr>
              <a:spLocks/>
            </p:cNvSpPr>
            <p:nvPr/>
          </p:nvSpPr>
          <p:spPr bwMode="auto">
            <a:xfrm>
              <a:off x="1908" y="3122"/>
              <a:ext cx="16" cy="7"/>
            </a:xfrm>
            <a:custGeom>
              <a:avLst/>
              <a:gdLst>
                <a:gd name="T0" fmla="*/ 0 w 16"/>
                <a:gd name="T1" fmla="*/ 0 h 7"/>
                <a:gd name="T2" fmla="*/ 8 w 16"/>
                <a:gd name="T3" fmla="*/ 2 h 7"/>
                <a:gd name="T4" fmla="*/ 15 w 16"/>
                <a:gd name="T5" fmla="*/ 6 h 7"/>
                <a:gd name="T6" fmla="*/ 0 60000 65536"/>
                <a:gd name="T7" fmla="*/ 0 60000 65536"/>
                <a:gd name="T8" fmla="*/ 0 60000 65536"/>
              </a:gdLst>
              <a:ahLst/>
              <a:cxnLst>
                <a:cxn ang="T6">
                  <a:pos x="T0" y="T1"/>
                </a:cxn>
                <a:cxn ang="T7">
                  <a:pos x="T2" y="T3"/>
                </a:cxn>
                <a:cxn ang="T8">
                  <a:pos x="T4" y="T5"/>
                </a:cxn>
              </a:cxnLst>
              <a:rect l="0" t="0" r="r" b="b"/>
              <a:pathLst>
                <a:path w="16" h="7">
                  <a:moveTo>
                    <a:pt x="0" y="0"/>
                  </a:moveTo>
                  <a:lnTo>
                    <a:pt x="8" y="2"/>
                  </a:lnTo>
                  <a:lnTo>
                    <a:pt x="15" y="6"/>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6" name="Freeform 67">
              <a:extLst>
                <a:ext uri="{FF2B5EF4-FFF2-40B4-BE49-F238E27FC236}">
                  <a16:creationId xmlns:a16="http://schemas.microsoft.com/office/drawing/2014/main" id="{8C54779B-9A5A-C810-A21F-4B72D6318EA2}"/>
                </a:ext>
              </a:extLst>
            </p:cNvPr>
            <p:cNvSpPr>
              <a:spLocks/>
            </p:cNvSpPr>
            <p:nvPr/>
          </p:nvSpPr>
          <p:spPr bwMode="auto">
            <a:xfrm>
              <a:off x="1923" y="3128"/>
              <a:ext cx="15" cy="13"/>
            </a:xfrm>
            <a:custGeom>
              <a:avLst/>
              <a:gdLst>
                <a:gd name="T0" fmla="*/ 0 w 15"/>
                <a:gd name="T1" fmla="*/ 0 h 13"/>
                <a:gd name="T2" fmla="*/ 7 w 15"/>
                <a:gd name="T3" fmla="*/ 6 h 13"/>
                <a:gd name="T4" fmla="*/ 14 w 15"/>
                <a:gd name="T5" fmla="*/ 12 h 13"/>
                <a:gd name="T6" fmla="*/ 0 60000 65536"/>
                <a:gd name="T7" fmla="*/ 0 60000 65536"/>
                <a:gd name="T8" fmla="*/ 0 60000 65536"/>
              </a:gdLst>
              <a:ahLst/>
              <a:cxnLst>
                <a:cxn ang="T6">
                  <a:pos x="T0" y="T1"/>
                </a:cxn>
                <a:cxn ang="T7">
                  <a:pos x="T2" y="T3"/>
                </a:cxn>
                <a:cxn ang="T8">
                  <a:pos x="T4" y="T5"/>
                </a:cxn>
              </a:cxnLst>
              <a:rect l="0" t="0" r="r" b="b"/>
              <a:pathLst>
                <a:path w="15" h="13">
                  <a:moveTo>
                    <a:pt x="0" y="0"/>
                  </a:moveTo>
                  <a:lnTo>
                    <a:pt x="7" y="6"/>
                  </a:lnTo>
                  <a:lnTo>
                    <a:pt x="14" y="12"/>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7" name="Freeform 68">
              <a:extLst>
                <a:ext uri="{FF2B5EF4-FFF2-40B4-BE49-F238E27FC236}">
                  <a16:creationId xmlns:a16="http://schemas.microsoft.com/office/drawing/2014/main" id="{E2156B2C-9E58-AEF2-9BCC-2A47A025423F}"/>
                </a:ext>
              </a:extLst>
            </p:cNvPr>
            <p:cNvSpPr>
              <a:spLocks/>
            </p:cNvSpPr>
            <p:nvPr/>
          </p:nvSpPr>
          <p:spPr bwMode="auto">
            <a:xfrm>
              <a:off x="1937" y="3140"/>
              <a:ext cx="15" cy="19"/>
            </a:xfrm>
            <a:custGeom>
              <a:avLst/>
              <a:gdLst>
                <a:gd name="T0" fmla="*/ 0 w 15"/>
                <a:gd name="T1" fmla="*/ 0 h 19"/>
                <a:gd name="T2" fmla="*/ 6 w 15"/>
                <a:gd name="T3" fmla="*/ 9 h 19"/>
                <a:gd name="T4" fmla="*/ 14 w 15"/>
                <a:gd name="T5" fmla="*/ 18 h 19"/>
                <a:gd name="T6" fmla="*/ 0 60000 65536"/>
                <a:gd name="T7" fmla="*/ 0 60000 65536"/>
                <a:gd name="T8" fmla="*/ 0 60000 65536"/>
              </a:gdLst>
              <a:ahLst/>
              <a:cxnLst>
                <a:cxn ang="T6">
                  <a:pos x="T0" y="T1"/>
                </a:cxn>
                <a:cxn ang="T7">
                  <a:pos x="T2" y="T3"/>
                </a:cxn>
                <a:cxn ang="T8">
                  <a:pos x="T4" y="T5"/>
                </a:cxn>
              </a:cxnLst>
              <a:rect l="0" t="0" r="r" b="b"/>
              <a:pathLst>
                <a:path w="15" h="19">
                  <a:moveTo>
                    <a:pt x="0" y="0"/>
                  </a:moveTo>
                  <a:lnTo>
                    <a:pt x="6" y="9"/>
                  </a:lnTo>
                  <a:lnTo>
                    <a:pt x="14" y="18"/>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8" name="Freeform 69">
              <a:extLst>
                <a:ext uri="{FF2B5EF4-FFF2-40B4-BE49-F238E27FC236}">
                  <a16:creationId xmlns:a16="http://schemas.microsoft.com/office/drawing/2014/main" id="{234E9F58-84B3-8705-3A32-541B5BCFBA8D}"/>
                </a:ext>
              </a:extLst>
            </p:cNvPr>
            <p:cNvSpPr>
              <a:spLocks/>
            </p:cNvSpPr>
            <p:nvPr/>
          </p:nvSpPr>
          <p:spPr bwMode="auto">
            <a:xfrm>
              <a:off x="1951" y="3158"/>
              <a:ext cx="15" cy="24"/>
            </a:xfrm>
            <a:custGeom>
              <a:avLst/>
              <a:gdLst>
                <a:gd name="T0" fmla="*/ 0 w 15"/>
                <a:gd name="T1" fmla="*/ 0 h 24"/>
                <a:gd name="T2" fmla="*/ 7 w 15"/>
                <a:gd name="T3" fmla="*/ 11 h 24"/>
                <a:gd name="T4" fmla="*/ 14 w 15"/>
                <a:gd name="T5" fmla="*/ 23 h 24"/>
                <a:gd name="T6" fmla="*/ 0 60000 65536"/>
                <a:gd name="T7" fmla="*/ 0 60000 65536"/>
                <a:gd name="T8" fmla="*/ 0 60000 65536"/>
              </a:gdLst>
              <a:ahLst/>
              <a:cxnLst>
                <a:cxn ang="T6">
                  <a:pos x="T0" y="T1"/>
                </a:cxn>
                <a:cxn ang="T7">
                  <a:pos x="T2" y="T3"/>
                </a:cxn>
                <a:cxn ang="T8">
                  <a:pos x="T4" y="T5"/>
                </a:cxn>
              </a:cxnLst>
              <a:rect l="0" t="0" r="r" b="b"/>
              <a:pathLst>
                <a:path w="15" h="24">
                  <a:moveTo>
                    <a:pt x="0" y="0"/>
                  </a:moveTo>
                  <a:lnTo>
                    <a:pt x="7" y="11"/>
                  </a:lnTo>
                  <a:lnTo>
                    <a:pt x="14" y="23"/>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99" name="Freeform 70">
              <a:extLst>
                <a:ext uri="{FF2B5EF4-FFF2-40B4-BE49-F238E27FC236}">
                  <a16:creationId xmlns:a16="http://schemas.microsoft.com/office/drawing/2014/main" id="{8A3CD084-77AA-7A05-AACE-ED05DCD5EF90}"/>
                </a:ext>
              </a:extLst>
            </p:cNvPr>
            <p:cNvSpPr>
              <a:spLocks/>
            </p:cNvSpPr>
            <p:nvPr/>
          </p:nvSpPr>
          <p:spPr bwMode="auto">
            <a:xfrm>
              <a:off x="1965" y="3181"/>
              <a:ext cx="15" cy="28"/>
            </a:xfrm>
            <a:custGeom>
              <a:avLst/>
              <a:gdLst>
                <a:gd name="T0" fmla="*/ 0 w 15"/>
                <a:gd name="T1" fmla="*/ 0 h 28"/>
                <a:gd name="T2" fmla="*/ 7 w 15"/>
                <a:gd name="T3" fmla="*/ 13 h 28"/>
                <a:gd name="T4" fmla="*/ 14 w 15"/>
                <a:gd name="T5" fmla="*/ 27 h 28"/>
                <a:gd name="T6" fmla="*/ 0 60000 65536"/>
                <a:gd name="T7" fmla="*/ 0 60000 65536"/>
                <a:gd name="T8" fmla="*/ 0 60000 65536"/>
              </a:gdLst>
              <a:ahLst/>
              <a:cxnLst>
                <a:cxn ang="T6">
                  <a:pos x="T0" y="T1"/>
                </a:cxn>
                <a:cxn ang="T7">
                  <a:pos x="T2" y="T3"/>
                </a:cxn>
                <a:cxn ang="T8">
                  <a:pos x="T4" y="T5"/>
                </a:cxn>
              </a:cxnLst>
              <a:rect l="0" t="0" r="r" b="b"/>
              <a:pathLst>
                <a:path w="15" h="28">
                  <a:moveTo>
                    <a:pt x="0" y="0"/>
                  </a:moveTo>
                  <a:lnTo>
                    <a:pt x="7" y="13"/>
                  </a:lnTo>
                  <a:lnTo>
                    <a:pt x="14" y="27"/>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00" name="Freeform 71">
              <a:extLst>
                <a:ext uri="{FF2B5EF4-FFF2-40B4-BE49-F238E27FC236}">
                  <a16:creationId xmlns:a16="http://schemas.microsoft.com/office/drawing/2014/main" id="{A6A09CE6-D180-3075-A9AF-571D27277D36}"/>
                </a:ext>
              </a:extLst>
            </p:cNvPr>
            <p:cNvSpPr>
              <a:spLocks/>
            </p:cNvSpPr>
            <p:nvPr/>
          </p:nvSpPr>
          <p:spPr bwMode="auto">
            <a:xfrm>
              <a:off x="1979" y="3208"/>
              <a:ext cx="15" cy="32"/>
            </a:xfrm>
            <a:custGeom>
              <a:avLst/>
              <a:gdLst>
                <a:gd name="T0" fmla="*/ 0 w 15"/>
                <a:gd name="T1" fmla="*/ 0 h 32"/>
                <a:gd name="T2" fmla="*/ 7 w 15"/>
                <a:gd name="T3" fmla="*/ 16 h 32"/>
                <a:gd name="T4" fmla="*/ 14 w 15"/>
                <a:gd name="T5" fmla="*/ 31 h 32"/>
                <a:gd name="T6" fmla="*/ 0 60000 65536"/>
                <a:gd name="T7" fmla="*/ 0 60000 65536"/>
                <a:gd name="T8" fmla="*/ 0 60000 65536"/>
              </a:gdLst>
              <a:ahLst/>
              <a:cxnLst>
                <a:cxn ang="T6">
                  <a:pos x="T0" y="T1"/>
                </a:cxn>
                <a:cxn ang="T7">
                  <a:pos x="T2" y="T3"/>
                </a:cxn>
                <a:cxn ang="T8">
                  <a:pos x="T4" y="T5"/>
                </a:cxn>
              </a:cxnLst>
              <a:rect l="0" t="0" r="r" b="b"/>
              <a:pathLst>
                <a:path w="15" h="32">
                  <a:moveTo>
                    <a:pt x="0" y="0"/>
                  </a:moveTo>
                  <a:lnTo>
                    <a:pt x="7" y="16"/>
                  </a:lnTo>
                  <a:lnTo>
                    <a:pt x="14" y="31"/>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01" name="Freeform 72">
              <a:extLst>
                <a:ext uri="{FF2B5EF4-FFF2-40B4-BE49-F238E27FC236}">
                  <a16:creationId xmlns:a16="http://schemas.microsoft.com/office/drawing/2014/main" id="{F109AC26-D9D4-9341-D580-554548630882}"/>
                </a:ext>
              </a:extLst>
            </p:cNvPr>
            <p:cNvSpPr>
              <a:spLocks/>
            </p:cNvSpPr>
            <p:nvPr/>
          </p:nvSpPr>
          <p:spPr bwMode="auto">
            <a:xfrm>
              <a:off x="1993" y="3239"/>
              <a:ext cx="16" cy="36"/>
            </a:xfrm>
            <a:custGeom>
              <a:avLst/>
              <a:gdLst>
                <a:gd name="T0" fmla="*/ 0 w 16"/>
                <a:gd name="T1" fmla="*/ 0 h 36"/>
                <a:gd name="T2" fmla="*/ 7 w 16"/>
                <a:gd name="T3" fmla="*/ 17 h 36"/>
                <a:gd name="T4" fmla="*/ 15 w 16"/>
                <a:gd name="T5" fmla="*/ 35 h 36"/>
                <a:gd name="T6" fmla="*/ 0 60000 65536"/>
                <a:gd name="T7" fmla="*/ 0 60000 65536"/>
                <a:gd name="T8" fmla="*/ 0 60000 65536"/>
              </a:gdLst>
              <a:ahLst/>
              <a:cxnLst>
                <a:cxn ang="T6">
                  <a:pos x="T0" y="T1"/>
                </a:cxn>
                <a:cxn ang="T7">
                  <a:pos x="T2" y="T3"/>
                </a:cxn>
                <a:cxn ang="T8">
                  <a:pos x="T4" y="T5"/>
                </a:cxn>
              </a:cxnLst>
              <a:rect l="0" t="0" r="r" b="b"/>
              <a:pathLst>
                <a:path w="16" h="36">
                  <a:moveTo>
                    <a:pt x="0" y="0"/>
                  </a:moveTo>
                  <a:lnTo>
                    <a:pt x="7" y="17"/>
                  </a:lnTo>
                  <a:lnTo>
                    <a:pt x="15" y="3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02" name="Freeform 73">
              <a:extLst>
                <a:ext uri="{FF2B5EF4-FFF2-40B4-BE49-F238E27FC236}">
                  <a16:creationId xmlns:a16="http://schemas.microsoft.com/office/drawing/2014/main" id="{8E11DC65-E4AF-C29F-3370-886C9B5044B0}"/>
                </a:ext>
              </a:extLst>
            </p:cNvPr>
            <p:cNvSpPr>
              <a:spLocks/>
            </p:cNvSpPr>
            <p:nvPr/>
          </p:nvSpPr>
          <p:spPr bwMode="auto">
            <a:xfrm>
              <a:off x="2008" y="3274"/>
              <a:ext cx="15" cy="37"/>
            </a:xfrm>
            <a:custGeom>
              <a:avLst/>
              <a:gdLst>
                <a:gd name="T0" fmla="*/ 0 w 15"/>
                <a:gd name="T1" fmla="*/ 0 h 37"/>
                <a:gd name="T2" fmla="*/ 7 w 15"/>
                <a:gd name="T3" fmla="*/ 18 h 37"/>
                <a:gd name="T4" fmla="*/ 14 w 15"/>
                <a:gd name="T5" fmla="*/ 36 h 37"/>
                <a:gd name="T6" fmla="*/ 0 60000 65536"/>
                <a:gd name="T7" fmla="*/ 0 60000 65536"/>
                <a:gd name="T8" fmla="*/ 0 60000 65536"/>
              </a:gdLst>
              <a:ahLst/>
              <a:cxnLst>
                <a:cxn ang="T6">
                  <a:pos x="T0" y="T1"/>
                </a:cxn>
                <a:cxn ang="T7">
                  <a:pos x="T2" y="T3"/>
                </a:cxn>
                <a:cxn ang="T8">
                  <a:pos x="T4" y="T5"/>
                </a:cxn>
              </a:cxnLst>
              <a:rect l="0" t="0" r="r" b="b"/>
              <a:pathLst>
                <a:path w="15" h="37">
                  <a:moveTo>
                    <a:pt x="0" y="0"/>
                  </a:moveTo>
                  <a:lnTo>
                    <a:pt x="7" y="18"/>
                  </a:lnTo>
                  <a:lnTo>
                    <a:pt x="14" y="36"/>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03" name="Line 74">
              <a:extLst>
                <a:ext uri="{FF2B5EF4-FFF2-40B4-BE49-F238E27FC236}">
                  <a16:creationId xmlns:a16="http://schemas.microsoft.com/office/drawing/2014/main" id="{70316118-BD93-90E7-DF4B-AB7B7011CA1C}"/>
                </a:ext>
              </a:extLst>
            </p:cNvPr>
            <p:cNvSpPr>
              <a:spLocks noChangeShapeType="1"/>
            </p:cNvSpPr>
            <p:nvPr/>
          </p:nvSpPr>
          <p:spPr bwMode="auto">
            <a:xfrm>
              <a:off x="2026" y="3314"/>
              <a:ext cx="6" cy="29"/>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04" name="Freeform 75">
              <a:extLst>
                <a:ext uri="{FF2B5EF4-FFF2-40B4-BE49-F238E27FC236}">
                  <a16:creationId xmlns:a16="http://schemas.microsoft.com/office/drawing/2014/main" id="{4B7DCD45-B546-C63D-D51C-2E791339A5B4}"/>
                </a:ext>
              </a:extLst>
            </p:cNvPr>
            <p:cNvSpPr>
              <a:spLocks/>
            </p:cNvSpPr>
            <p:nvPr/>
          </p:nvSpPr>
          <p:spPr bwMode="auto">
            <a:xfrm>
              <a:off x="2036" y="3347"/>
              <a:ext cx="15" cy="39"/>
            </a:xfrm>
            <a:custGeom>
              <a:avLst/>
              <a:gdLst>
                <a:gd name="T0" fmla="*/ 0 w 15"/>
                <a:gd name="T1" fmla="*/ 0 h 39"/>
                <a:gd name="T2" fmla="*/ 7 w 15"/>
                <a:gd name="T3" fmla="*/ 19 h 39"/>
                <a:gd name="T4" fmla="*/ 14 w 15"/>
                <a:gd name="T5" fmla="*/ 38 h 39"/>
                <a:gd name="T6" fmla="*/ 0 60000 65536"/>
                <a:gd name="T7" fmla="*/ 0 60000 65536"/>
                <a:gd name="T8" fmla="*/ 0 60000 65536"/>
              </a:gdLst>
              <a:ahLst/>
              <a:cxnLst>
                <a:cxn ang="T6">
                  <a:pos x="T0" y="T1"/>
                </a:cxn>
                <a:cxn ang="T7">
                  <a:pos x="T2" y="T3"/>
                </a:cxn>
                <a:cxn ang="T8">
                  <a:pos x="T4" y="T5"/>
                </a:cxn>
              </a:cxnLst>
              <a:rect l="0" t="0" r="r" b="b"/>
              <a:pathLst>
                <a:path w="15" h="39">
                  <a:moveTo>
                    <a:pt x="0" y="0"/>
                  </a:moveTo>
                  <a:lnTo>
                    <a:pt x="7" y="19"/>
                  </a:lnTo>
                  <a:lnTo>
                    <a:pt x="14" y="38"/>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05" name="Line 76">
              <a:extLst>
                <a:ext uri="{FF2B5EF4-FFF2-40B4-BE49-F238E27FC236}">
                  <a16:creationId xmlns:a16="http://schemas.microsoft.com/office/drawing/2014/main" id="{17DF6F5B-65DF-C892-1E80-D45E9026DEFB}"/>
                </a:ext>
              </a:extLst>
            </p:cNvPr>
            <p:cNvSpPr>
              <a:spLocks noChangeShapeType="1"/>
            </p:cNvSpPr>
            <p:nvPr/>
          </p:nvSpPr>
          <p:spPr bwMode="auto">
            <a:xfrm>
              <a:off x="2054" y="3389"/>
              <a:ext cx="6" cy="29"/>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06" name="Freeform 77">
              <a:extLst>
                <a:ext uri="{FF2B5EF4-FFF2-40B4-BE49-F238E27FC236}">
                  <a16:creationId xmlns:a16="http://schemas.microsoft.com/office/drawing/2014/main" id="{8F5BEBC4-7A67-482A-6DAD-B78E01227CF9}"/>
                </a:ext>
              </a:extLst>
            </p:cNvPr>
            <p:cNvSpPr>
              <a:spLocks/>
            </p:cNvSpPr>
            <p:nvPr/>
          </p:nvSpPr>
          <p:spPr bwMode="auto">
            <a:xfrm>
              <a:off x="2064" y="3422"/>
              <a:ext cx="16" cy="38"/>
            </a:xfrm>
            <a:custGeom>
              <a:avLst/>
              <a:gdLst>
                <a:gd name="T0" fmla="*/ 0 w 16"/>
                <a:gd name="T1" fmla="*/ 0 h 38"/>
                <a:gd name="T2" fmla="*/ 7 w 16"/>
                <a:gd name="T3" fmla="*/ 18 h 38"/>
                <a:gd name="T4" fmla="*/ 15 w 16"/>
                <a:gd name="T5" fmla="*/ 37 h 38"/>
                <a:gd name="T6" fmla="*/ 0 60000 65536"/>
                <a:gd name="T7" fmla="*/ 0 60000 65536"/>
                <a:gd name="T8" fmla="*/ 0 60000 65536"/>
              </a:gdLst>
              <a:ahLst/>
              <a:cxnLst>
                <a:cxn ang="T6">
                  <a:pos x="T0" y="T1"/>
                </a:cxn>
                <a:cxn ang="T7">
                  <a:pos x="T2" y="T3"/>
                </a:cxn>
                <a:cxn ang="T8">
                  <a:pos x="T4" y="T5"/>
                </a:cxn>
              </a:cxnLst>
              <a:rect l="0" t="0" r="r" b="b"/>
              <a:pathLst>
                <a:path w="16" h="38">
                  <a:moveTo>
                    <a:pt x="0" y="0"/>
                  </a:moveTo>
                  <a:lnTo>
                    <a:pt x="7" y="18"/>
                  </a:lnTo>
                  <a:lnTo>
                    <a:pt x="15" y="37"/>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07" name="Line 78">
              <a:extLst>
                <a:ext uri="{FF2B5EF4-FFF2-40B4-BE49-F238E27FC236}">
                  <a16:creationId xmlns:a16="http://schemas.microsoft.com/office/drawing/2014/main" id="{DC3A57F5-6406-64D5-B41A-AE846D0496AB}"/>
                </a:ext>
              </a:extLst>
            </p:cNvPr>
            <p:cNvSpPr>
              <a:spLocks noChangeShapeType="1"/>
            </p:cNvSpPr>
            <p:nvPr/>
          </p:nvSpPr>
          <p:spPr bwMode="auto">
            <a:xfrm>
              <a:off x="2083" y="3463"/>
              <a:ext cx="5" cy="26"/>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08" name="Line 79">
              <a:extLst>
                <a:ext uri="{FF2B5EF4-FFF2-40B4-BE49-F238E27FC236}">
                  <a16:creationId xmlns:a16="http://schemas.microsoft.com/office/drawing/2014/main" id="{89337FC0-2D77-4A7F-29F2-358715EC2429}"/>
                </a:ext>
              </a:extLst>
            </p:cNvPr>
            <p:cNvSpPr>
              <a:spLocks noChangeShapeType="1"/>
            </p:cNvSpPr>
            <p:nvPr/>
          </p:nvSpPr>
          <p:spPr bwMode="auto">
            <a:xfrm>
              <a:off x="2096" y="3497"/>
              <a:ext cx="7" cy="25"/>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09" name="Freeform 80">
              <a:extLst>
                <a:ext uri="{FF2B5EF4-FFF2-40B4-BE49-F238E27FC236}">
                  <a16:creationId xmlns:a16="http://schemas.microsoft.com/office/drawing/2014/main" id="{6097664A-8540-010C-CCE1-5C4AEF852D3C}"/>
                </a:ext>
              </a:extLst>
            </p:cNvPr>
            <p:cNvSpPr>
              <a:spLocks/>
            </p:cNvSpPr>
            <p:nvPr/>
          </p:nvSpPr>
          <p:spPr bwMode="auto">
            <a:xfrm>
              <a:off x="2107" y="3526"/>
              <a:ext cx="15" cy="31"/>
            </a:xfrm>
            <a:custGeom>
              <a:avLst/>
              <a:gdLst>
                <a:gd name="T0" fmla="*/ 0 w 15"/>
                <a:gd name="T1" fmla="*/ 0 h 31"/>
                <a:gd name="T2" fmla="*/ 7 w 15"/>
                <a:gd name="T3" fmla="*/ 15 h 31"/>
                <a:gd name="T4" fmla="*/ 14 w 15"/>
                <a:gd name="T5" fmla="*/ 30 h 31"/>
                <a:gd name="T6" fmla="*/ 0 60000 65536"/>
                <a:gd name="T7" fmla="*/ 0 60000 65536"/>
                <a:gd name="T8" fmla="*/ 0 60000 65536"/>
              </a:gdLst>
              <a:ahLst/>
              <a:cxnLst>
                <a:cxn ang="T6">
                  <a:pos x="T0" y="T1"/>
                </a:cxn>
                <a:cxn ang="T7">
                  <a:pos x="T2" y="T3"/>
                </a:cxn>
                <a:cxn ang="T8">
                  <a:pos x="T4" y="T5"/>
                </a:cxn>
              </a:cxnLst>
              <a:rect l="0" t="0" r="r" b="b"/>
              <a:pathLst>
                <a:path w="15" h="31">
                  <a:moveTo>
                    <a:pt x="0" y="0"/>
                  </a:moveTo>
                  <a:lnTo>
                    <a:pt x="7" y="15"/>
                  </a:lnTo>
                  <a:lnTo>
                    <a:pt x="14" y="3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0" name="Freeform 81">
              <a:extLst>
                <a:ext uri="{FF2B5EF4-FFF2-40B4-BE49-F238E27FC236}">
                  <a16:creationId xmlns:a16="http://schemas.microsoft.com/office/drawing/2014/main" id="{3DCCCC3C-500B-CECC-6A7F-F8D5453C7793}"/>
                </a:ext>
              </a:extLst>
            </p:cNvPr>
            <p:cNvSpPr>
              <a:spLocks/>
            </p:cNvSpPr>
            <p:nvPr/>
          </p:nvSpPr>
          <p:spPr bwMode="auto">
            <a:xfrm>
              <a:off x="2121" y="3556"/>
              <a:ext cx="15" cy="28"/>
            </a:xfrm>
            <a:custGeom>
              <a:avLst/>
              <a:gdLst>
                <a:gd name="T0" fmla="*/ 0 w 15"/>
                <a:gd name="T1" fmla="*/ 0 h 28"/>
                <a:gd name="T2" fmla="*/ 7 w 15"/>
                <a:gd name="T3" fmla="*/ 14 h 28"/>
                <a:gd name="T4" fmla="*/ 14 w 15"/>
                <a:gd name="T5" fmla="*/ 27 h 28"/>
                <a:gd name="T6" fmla="*/ 0 60000 65536"/>
                <a:gd name="T7" fmla="*/ 0 60000 65536"/>
                <a:gd name="T8" fmla="*/ 0 60000 65536"/>
              </a:gdLst>
              <a:ahLst/>
              <a:cxnLst>
                <a:cxn ang="T6">
                  <a:pos x="T0" y="T1"/>
                </a:cxn>
                <a:cxn ang="T7">
                  <a:pos x="T2" y="T3"/>
                </a:cxn>
                <a:cxn ang="T8">
                  <a:pos x="T4" y="T5"/>
                </a:cxn>
              </a:cxnLst>
              <a:rect l="0" t="0" r="r" b="b"/>
              <a:pathLst>
                <a:path w="15" h="28">
                  <a:moveTo>
                    <a:pt x="0" y="0"/>
                  </a:moveTo>
                  <a:lnTo>
                    <a:pt x="7" y="14"/>
                  </a:lnTo>
                  <a:lnTo>
                    <a:pt x="14" y="27"/>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1" name="Freeform 82">
              <a:extLst>
                <a:ext uri="{FF2B5EF4-FFF2-40B4-BE49-F238E27FC236}">
                  <a16:creationId xmlns:a16="http://schemas.microsoft.com/office/drawing/2014/main" id="{2FDBA2B2-CDB4-627B-1EA7-92C66F49EC08}"/>
                </a:ext>
              </a:extLst>
            </p:cNvPr>
            <p:cNvSpPr>
              <a:spLocks/>
            </p:cNvSpPr>
            <p:nvPr/>
          </p:nvSpPr>
          <p:spPr bwMode="auto">
            <a:xfrm>
              <a:off x="2135" y="3583"/>
              <a:ext cx="16" cy="26"/>
            </a:xfrm>
            <a:custGeom>
              <a:avLst/>
              <a:gdLst>
                <a:gd name="T0" fmla="*/ 0 w 16"/>
                <a:gd name="T1" fmla="*/ 0 h 26"/>
                <a:gd name="T2" fmla="*/ 7 w 16"/>
                <a:gd name="T3" fmla="*/ 13 h 26"/>
                <a:gd name="T4" fmla="*/ 15 w 16"/>
                <a:gd name="T5" fmla="*/ 25 h 26"/>
                <a:gd name="T6" fmla="*/ 0 60000 65536"/>
                <a:gd name="T7" fmla="*/ 0 60000 65536"/>
                <a:gd name="T8" fmla="*/ 0 60000 65536"/>
              </a:gdLst>
              <a:ahLst/>
              <a:cxnLst>
                <a:cxn ang="T6">
                  <a:pos x="T0" y="T1"/>
                </a:cxn>
                <a:cxn ang="T7">
                  <a:pos x="T2" y="T3"/>
                </a:cxn>
                <a:cxn ang="T8">
                  <a:pos x="T4" y="T5"/>
                </a:cxn>
              </a:cxnLst>
              <a:rect l="0" t="0" r="r" b="b"/>
              <a:pathLst>
                <a:path w="16" h="26">
                  <a:moveTo>
                    <a:pt x="0" y="0"/>
                  </a:moveTo>
                  <a:lnTo>
                    <a:pt x="7" y="13"/>
                  </a:lnTo>
                  <a:lnTo>
                    <a:pt x="15" y="2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2" name="Freeform 83">
              <a:extLst>
                <a:ext uri="{FF2B5EF4-FFF2-40B4-BE49-F238E27FC236}">
                  <a16:creationId xmlns:a16="http://schemas.microsoft.com/office/drawing/2014/main" id="{C3967DD5-8B22-8588-7553-660280DAADBA}"/>
                </a:ext>
              </a:extLst>
            </p:cNvPr>
            <p:cNvSpPr>
              <a:spLocks/>
            </p:cNvSpPr>
            <p:nvPr/>
          </p:nvSpPr>
          <p:spPr bwMode="auto">
            <a:xfrm>
              <a:off x="2150" y="3608"/>
              <a:ext cx="14" cy="24"/>
            </a:xfrm>
            <a:custGeom>
              <a:avLst/>
              <a:gdLst>
                <a:gd name="T0" fmla="*/ 0 w 14"/>
                <a:gd name="T1" fmla="*/ 0 h 24"/>
                <a:gd name="T2" fmla="*/ 6 w 14"/>
                <a:gd name="T3" fmla="*/ 12 h 24"/>
                <a:gd name="T4" fmla="*/ 13 w 14"/>
                <a:gd name="T5" fmla="*/ 23 h 24"/>
                <a:gd name="T6" fmla="*/ 0 60000 65536"/>
                <a:gd name="T7" fmla="*/ 0 60000 65536"/>
                <a:gd name="T8" fmla="*/ 0 60000 65536"/>
              </a:gdLst>
              <a:ahLst/>
              <a:cxnLst>
                <a:cxn ang="T6">
                  <a:pos x="T0" y="T1"/>
                </a:cxn>
                <a:cxn ang="T7">
                  <a:pos x="T2" y="T3"/>
                </a:cxn>
                <a:cxn ang="T8">
                  <a:pos x="T4" y="T5"/>
                </a:cxn>
              </a:cxnLst>
              <a:rect l="0" t="0" r="r" b="b"/>
              <a:pathLst>
                <a:path w="14" h="24">
                  <a:moveTo>
                    <a:pt x="0" y="0"/>
                  </a:moveTo>
                  <a:lnTo>
                    <a:pt x="6" y="12"/>
                  </a:lnTo>
                  <a:lnTo>
                    <a:pt x="13" y="23"/>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3" name="Freeform 84">
              <a:extLst>
                <a:ext uri="{FF2B5EF4-FFF2-40B4-BE49-F238E27FC236}">
                  <a16:creationId xmlns:a16="http://schemas.microsoft.com/office/drawing/2014/main" id="{4F95B613-AF0E-8CF4-CBA5-57611EF0CEB1}"/>
                </a:ext>
              </a:extLst>
            </p:cNvPr>
            <p:cNvSpPr>
              <a:spLocks/>
            </p:cNvSpPr>
            <p:nvPr/>
          </p:nvSpPr>
          <p:spPr bwMode="auto">
            <a:xfrm>
              <a:off x="2163" y="3631"/>
              <a:ext cx="16" cy="20"/>
            </a:xfrm>
            <a:custGeom>
              <a:avLst/>
              <a:gdLst>
                <a:gd name="T0" fmla="*/ 0 w 16"/>
                <a:gd name="T1" fmla="*/ 0 h 20"/>
                <a:gd name="T2" fmla="*/ 7 w 16"/>
                <a:gd name="T3" fmla="*/ 10 h 20"/>
                <a:gd name="T4" fmla="*/ 15 w 16"/>
                <a:gd name="T5" fmla="*/ 19 h 20"/>
                <a:gd name="T6" fmla="*/ 0 60000 65536"/>
                <a:gd name="T7" fmla="*/ 0 60000 65536"/>
                <a:gd name="T8" fmla="*/ 0 60000 65536"/>
              </a:gdLst>
              <a:ahLst/>
              <a:cxnLst>
                <a:cxn ang="T6">
                  <a:pos x="T0" y="T1"/>
                </a:cxn>
                <a:cxn ang="T7">
                  <a:pos x="T2" y="T3"/>
                </a:cxn>
                <a:cxn ang="T8">
                  <a:pos x="T4" y="T5"/>
                </a:cxn>
              </a:cxnLst>
              <a:rect l="0" t="0" r="r" b="b"/>
              <a:pathLst>
                <a:path w="16" h="20">
                  <a:moveTo>
                    <a:pt x="0" y="0"/>
                  </a:moveTo>
                  <a:lnTo>
                    <a:pt x="7" y="10"/>
                  </a:lnTo>
                  <a:lnTo>
                    <a:pt x="15" y="19"/>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4" name="Freeform 85">
              <a:extLst>
                <a:ext uri="{FF2B5EF4-FFF2-40B4-BE49-F238E27FC236}">
                  <a16:creationId xmlns:a16="http://schemas.microsoft.com/office/drawing/2014/main" id="{9DF5375C-0F44-D696-D234-9AF4D2C3523F}"/>
                </a:ext>
              </a:extLst>
            </p:cNvPr>
            <p:cNvSpPr>
              <a:spLocks/>
            </p:cNvSpPr>
            <p:nvPr/>
          </p:nvSpPr>
          <p:spPr bwMode="auto">
            <a:xfrm>
              <a:off x="2178" y="3650"/>
              <a:ext cx="14" cy="18"/>
            </a:xfrm>
            <a:custGeom>
              <a:avLst/>
              <a:gdLst>
                <a:gd name="T0" fmla="*/ 0 w 14"/>
                <a:gd name="T1" fmla="*/ 0 h 18"/>
                <a:gd name="T2" fmla="*/ 7 w 14"/>
                <a:gd name="T3" fmla="*/ 9 h 18"/>
                <a:gd name="T4" fmla="*/ 13 w 14"/>
                <a:gd name="T5" fmla="*/ 17 h 18"/>
                <a:gd name="T6" fmla="*/ 0 60000 65536"/>
                <a:gd name="T7" fmla="*/ 0 60000 65536"/>
                <a:gd name="T8" fmla="*/ 0 60000 65536"/>
              </a:gdLst>
              <a:ahLst/>
              <a:cxnLst>
                <a:cxn ang="T6">
                  <a:pos x="T0" y="T1"/>
                </a:cxn>
                <a:cxn ang="T7">
                  <a:pos x="T2" y="T3"/>
                </a:cxn>
                <a:cxn ang="T8">
                  <a:pos x="T4" y="T5"/>
                </a:cxn>
              </a:cxnLst>
              <a:rect l="0" t="0" r="r" b="b"/>
              <a:pathLst>
                <a:path w="14" h="18">
                  <a:moveTo>
                    <a:pt x="0" y="0"/>
                  </a:moveTo>
                  <a:lnTo>
                    <a:pt x="7" y="9"/>
                  </a:lnTo>
                  <a:lnTo>
                    <a:pt x="13" y="17"/>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5" name="Freeform 86">
              <a:extLst>
                <a:ext uri="{FF2B5EF4-FFF2-40B4-BE49-F238E27FC236}">
                  <a16:creationId xmlns:a16="http://schemas.microsoft.com/office/drawing/2014/main" id="{F0E04CDE-8D75-442A-B571-41524AD908AB}"/>
                </a:ext>
              </a:extLst>
            </p:cNvPr>
            <p:cNvSpPr>
              <a:spLocks/>
            </p:cNvSpPr>
            <p:nvPr/>
          </p:nvSpPr>
          <p:spPr bwMode="auto">
            <a:xfrm>
              <a:off x="2191" y="3667"/>
              <a:ext cx="16" cy="16"/>
            </a:xfrm>
            <a:custGeom>
              <a:avLst/>
              <a:gdLst>
                <a:gd name="T0" fmla="*/ 0 w 16"/>
                <a:gd name="T1" fmla="*/ 0 h 16"/>
                <a:gd name="T2" fmla="*/ 7 w 16"/>
                <a:gd name="T3" fmla="*/ 7 h 16"/>
                <a:gd name="T4" fmla="*/ 15 w 16"/>
                <a:gd name="T5" fmla="*/ 15 h 16"/>
                <a:gd name="T6" fmla="*/ 0 60000 65536"/>
                <a:gd name="T7" fmla="*/ 0 60000 65536"/>
                <a:gd name="T8" fmla="*/ 0 60000 65536"/>
              </a:gdLst>
              <a:ahLst/>
              <a:cxnLst>
                <a:cxn ang="T6">
                  <a:pos x="T0" y="T1"/>
                </a:cxn>
                <a:cxn ang="T7">
                  <a:pos x="T2" y="T3"/>
                </a:cxn>
                <a:cxn ang="T8">
                  <a:pos x="T4" y="T5"/>
                </a:cxn>
              </a:cxnLst>
              <a:rect l="0" t="0" r="r" b="b"/>
              <a:pathLst>
                <a:path w="16" h="16">
                  <a:moveTo>
                    <a:pt x="0" y="0"/>
                  </a:moveTo>
                  <a:lnTo>
                    <a:pt x="7" y="7"/>
                  </a:lnTo>
                  <a:lnTo>
                    <a:pt x="15" y="1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6" name="Freeform 87">
              <a:extLst>
                <a:ext uri="{FF2B5EF4-FFF2-40B4-BE49-F238E27FC236}">
                  <a16:creationId xmlns:a16="http://schemas.microsoft.com/office/drawing/2014/main" id="{53676A58-C3F2-5E95-C789-1079D4496F88}"/>
                </a:ext>
              </a:extLst>
            </p:cNvPr>
            <p:cNvSpPr>
              <a:spLocks/>
            </p:cNvSpPr>
            <p:nvPr/>
          </p:nvSpPr>
          <p:spPr bwMode="auto">
            <a:xfrm>
              <a:off x="2206" y="3682"/>
              <a:ext cx="15" cy="13"/>
            </a:xfrm>
            <a:custGeom>
              <a:avLst/>
              <a:gdLst>
                <a:gd name="T0" fmla="*/ 0 w 15"/>
                <a:gd name="T1" fmla="*/ 0 h 13"/>
                <a:gd name="T2" fmla="*/ 7 w 15"/>
                <a:gd name="T3" fmla="*/ 6 h 13"/>
                <a:gd name="T4" fmla="*/ 14 w 15"/>
                <a:gd name="T5" fmla="*/ 12 h 13"/>
                <a:gd name="T6" fmla="*/ 0 60000 65536"/>
                <a:gd name="T7" fmla="*/ 0 60000 65536"/>
                <a:gd name="T8" fmla="*/ 0 60000 65536"/>
              </a:gdLst>
              <a:ahLst/>
              <a:cxnLst>
                <a:cxn ang="T6">
                  <a:pos x="T0" y="T1"/>
                </a:cxn>
                <a:cxn ang="T7">
                  <a:pos x="T2" y="T3"/>
                </a:cxn>
                <a:cxn ang="T8">
                  <a:pos x="T4" y="T5"/>
                </a:cxn>
              </a:cxnLst>
              <a:rect l="0" t="0" r="r" b="b"/>
              <a:pathLst>
                <a:path w="15" h="13">
                  <a:moveTo>
                    <a:pt x="0" y="0"/>
                  </a:moveTo>
                  <a:lnTo>
                    <a:pt x="7" y="6"/>
                  </a:lnTo>
                  <a:lnTo>
                    <a:pt x="14" y="12"/>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7" name="Freeform 88">
              <a:extLst>
                <a:ext uri="{FF2B5EF4-FFF2-40B4-BE49-F238E27FC236}">
                  <a16:creationId xmlns:a16="http://schemas.microsoft.com/office/drawing/2014/main" id="{67B8637B-829E-2B3B-6F2C-553762971CFB}"/>
                </a:ext>
              </a:extLst>
            </p:cNvPr>
            <p:cNvSpPr>
              <a:spLocks/>
            </p:cNvSpPr>
            <p:nvPr/>
          </p:nvSpPr>
          <p:spPr bwMode="auto">
            <a:xfrm>
              <a:off x="2220" y="3694"/>
              <a:ext cx="15" cy="11"/>
            </a:xfrm>
            <a:custGeom>
              <a:avLst/>
              <a:gdLst>
                <a:gd name="T0" fmla="*/ 0 w 15"/>
                <a:gd name="T1" fmla="*/ 0 h 11"/>
                <a:gd name="T2" fmla="*/ 7 w 15"/>
                <a:gd name="T3" fmla="*/ 5 h 11"/>
                <a:gd name="T4" fmla="*/ 14 w 15"/>
                <a:gd name="T5" fmla="*/ 10 h 11"/>
                <a:gd name="T6" fmla="*/ 0 60000 65536"/>
                <a:gd name="T7" fmla="*/ 0 60000 65536"/>
                <a:gd name="T8" fmla="*/ 0 60000 65536"/>
              </a:gdLst>
              <a:ahLst/>
              <a:cxnLst>
                <a:cxn ang="T6">
                  <a:pos x="T0" y="T1"/>
                </a:cxn>
                <a:cxn ang="T7">
                  <a:pos x="T2" y="T3"/>
                </a:cxn>
                <a:cxn ang="T8">
                  <a:pos x="T4" y="T5"/>
                </a:cxn>
              </a:cxnLst>
              <a:rect l="0" t="0" r="r" b="b"/>
              <a:pathLst>
                <a:path w="15" h="11">
                  <a:moveTo>
                    <a:pt x="0" y="0"/>
                  </a:moveTo>
                  <a:lnTo>
                    <a:pt x="7" y="5"/>
                  </a:lnTo>
                  <a:lnTo>
                    <a:pt x="14" y="10"/>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18" name="Line 89">
              <a:extLst>
                <a:ext uri="{FF2B5EF4-FFF2-40B4-BE49-F238E27FC236}">
                  <a16:creationId xmlns:a16="http://schemas.microsoft.com/office/drawing/2014/main" id="{6F72FCA9-8C2D-15D3-88C6-299AA7AFB194}"/>
                </a:ext>
              </a:extLst>
            </p:cNvPr>
            <p:cNvSpPr>
              <a:spLocks noChangeShapeType="1"/>
            </p:cNvSpPr>
            <p:nvPr/>
          </p:nvSpPr>
          <p:spPr bwMode="auto">
            <a:xfrm>
              <a:off x="2238" y="3708"/>
              <a:ext cx="7" cy="1"/>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19" name="Line 90">
              <a:extLst>
                <a:ext uri="{FF2B5EF4-FFF2-40B4-BE49-F238E27FC236}">
                  <a16:creationId xmlns:a16="http://schemas.microsoft.com/office/drawing/2014/main" id="{890CA247-66E0-56E7-20A9-3034EB537BA0}"/>
                </a:ext>
              </a:extLst>
            </p:cNvPr>
            <p:cNvSpPr>
              <a:spLocks noChangeShapeType="1"/>
            </p:cNvSpPr>
            <p:nvPr/>
          </p:nvSpPr>
          <p:spPr bwMode="auto">
            <a:xfrm>
              <a:off x="2253" y="3713"/>
              <a:ext cx="5" cy="7"/>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20" name="Freeform 91">
              <a:extLst>
                <a:ext uri="{FF2B5EF4-FFF2-40B4-BE49-F238E27FC236}">
                  <a16:creationId xmlns:a16="http://schemas.microsoft.com/office/drawing/2014/main" id="{A37AEA24-55CB-851D-8F5C-261B44F5D04B}"/>
                </a:ext>
              </a:extLst>
            </p:cNvPr>
            <p:cNvSpPr>
              <a:spLocks/>
            </p:cNvSpPr>
            <p:nvPr/>
          </p:nvSpPr>
          <p:spPr bwMode="auto">
            <a:xfrm>
              <a:off x="2262" y="3720"/>
              <a:ext cx="16" cy="6"/>
            </a:xfrm>
            <a:custGeom>
              <a:avLst/>
              <a:gdLst>
                <a:gd name="T0" fmla="*/ 0 w 16"/>
                <a:gd name="T1" fmla="*/ 0 h 6"/>
                <a:gd name="T2" fmla="*/ 7 w 16"/>
                <a:gd name="T3" fmla="*/ 2 h 6"/>
                <a:gd name="T4" fmla="*/ 15 w 16"/>
                <a:gd name="T5" fmla="*/ 5 h 6"/>
                <a:gd name="T6" fmla="*/ 0 60000 65536"/>
                <a:gd name="T7" fmla="*/ 0 60000 65536"/>
                <a:gd name="T8" fmla="*/ 0 60000 65536"/>
              </a:gdLst>
              <a:ahLst/>
              <a:cxnLst>
                <a:cxn ang="T6">
                  <a:pos x="T0" y="T1"/>
                </a:cxn>
                <a:cxn ang="T7">
                  <a:pos x="T2" y="T3"/>
                </a:cxn>
                <a:cxn ang="T8">
                  <a:pos x="T4" y="T5"/>
                </a:cxn>
              </a:cxnLst>
              <a:rect l="0" t="0" r="r" b="b"/>
              <a:pathLst>
                <a:path w="16" h="6">
                  <a:moveTo>
                    <a:pt x="0" y="0"/>
                  </a:moveTo>
                  <a:lnTo>
                    <a:pt x="7" y="2"/>
                  </a:lnTo>
                  <a:lnTo>
                    <a:pt x="15" y="5"/>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21" name="Freeform 92">
              <a:extLst>
                <a:ext uri="{FF2B5EF4-FFF2-40B4-BE49-F238E27FC236}">
                  <a16:creationId xmlns:a16="http://schemas.microsoft.com/office/drawing/2014/main" id="{BA5D2AFA-CF95-B07B-66E0-A40BE6D02565}"/>
                </a:ext>
              </a:extLst>
            </p:cNvPr>
            <p:cNvSpPr>
              <a:spLocks/>
            </p:cNvSpPr>
            <p:nvPr/>
          </p:nvSpPr>
          <p:spPr bwMode="auto">
            <a:xfrm>
              <a:off x="2277" y="3725"/>
              <a:ext cx="15" cy="5"/>
            </a:xfrm>
            <a:custGeom>
              <a:avLst/>
              <a:gdLst>
                <a:gd name="T0" fmla="*/ 0 w 15"/>
                <a:gd name="T1" fmla="*/ 0 h 5"/>
                <a:gd name="T2" fmla="*/ 7 w 15"/>
                <a:gd name="T3" fmla="*/ 2 h 5"/>
                <a:gd name="T4" fmla="*/ 14 w 15"/>
                <a:gd name="T5" fmla="*/ 4 h 5"/>
                <a:gd name="T6" fmla="*/ 0 60000 65536"/>
                <a:gd name="T7" fmla="*/ 0 60000 65536"/>
                <a:gd name="T8" fmla="*/ 0 60000 65536"/>
              </a:gdLst>
              <a:ahLst/>
              <a:cxnLst>
                <a:cxn ang="T6">
                  <a:pos x="T0" y="T1"/>
                </a:cxn>
                <a:cxn ang="T7">
                  <a:pos x="T2" y="T3"/>
                </a:cxn>
                <a:cxn ang="T8">
                  <a:pos x="T4" y="T5"/>
                </a:cxn>
              </a:cxnLst>
              <a:rect l="0" t="0" r="r" b="b"/>
              <a:pathLst>
                <a:path w="15" h="5">
                  <a:moveTo>
                    <a:pt x="0" y="0"/>
                  </a:moveTo>
                  <a:lnTo>
                    <a:pt x="7" y="2"/>
                  </a:lnTo>
                  <a:lnTo>
                    <a:pt x="14" y="4"/>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22" name="Freeform 93">
              <a:extLst>
                <a:ext uri="{FF2B5EF4-FFF2-40B4-BE49-F238E27FC236}">
                  <a16:creationId xmlns:a16="http://schemas.microsoft.com/office/drawing/2014/main" id="{2C28F869-0AE7-F7A8-56A5-2D4369324BE8}"/>
                </a:ext>
              </a:extLst>
            </p:cNvPr>
            <p:cNvSpPr>
              <a:spLocks/>
            </p:cNvSpPr>
            <p:nvPr/>
          </p:nvSpPr>
          <p:spPr bwMode="auto">
            <a:xfrm>
              <a:off x="2291" y="3729"/>
              <a:ext cx="15" cy="5"/>
            </a:xfrm>
            <a:custGeom>
              <a:avLst/>
              <a:gdLst>
                <a:gd name="T0" fmla="*/ 0 w 15"/>
                <a:gd name="T1" fmla="*/ 0 h 5"/>
                <a:gd name="T2" fmla="*/ 7 w 15"/>
                <a:gd name="T3" fmla="*/ 2 h 5"/>
                <a:gd name="T4" fmla="*/ 14 w 15"/>
                <a:gd name="T5" fmla="*/ 4 h 5"/>
                <a:gd name="T6" fmla="*/ 0 60000 65536"/>
                <a:gd name="T7" fmla="*/ 0 60000 65536"/>
                <a:gd name="T8" fmla="*/ 0 60000 65536"/>
              </a:gdLst>
              <a:ahLst/>
              <a:cxnLst>
                <a:cxn ang="T6">
                  <a:pos x="T0" y="T1"/>
                </a:cxn>
                <a:cxn ang="T7">
                  <a:pos x="T2" y="T3"/>
                </a:cxn>
                <a:cxn ang="T8">
                  <a:pos x="T4" y="T5"/>
                </a:cxn>
              </a:cxnLst>
              <a:rect l="0" t="0" r="r" b="b"/>
              <a:pathLst>
                <a:path w="15" h="5">
                  <a:moveTo>
                    <a:pt x="0" y="0"/>
                  </a:moveTo>
                  <a:lnTo>
                    <a:pt x="7" y="2"/>
                  </a:lnTo>
                  <a:lnTo>
                    <a:pt x="14" y="4"/>
                  </a:lnTo>
                </a:path>
              </a:pathLst>
            </a:custGeom>
            <a:noFill/>
            <a:ln w="12699"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923" name="Line 94">
              <a:extLst>
                <a:ext uri="{FF2B5EF4-FFF2-40B4-BE49-F238E27FC236}">
                  <a16:creationId xmlns:a16="http://schemas.microsoft.com/office/drawing/2014/main" id="{859CF7AD-FDB2-45CF-8A61-2E9536B0077A}"/>
                </a:ext>
              </a:extLst>
            </p:cNvPr>
            <p:cNvSpPr>
              <a:spLocks noChangeShapeType="1"/>
            </p:cNvSpPr>
            <p:nvPr/>
          </p:nvSpPr>
          <p:spPr bwMode="auto">
            <a:xfrm>
              <a:off x="2309" y="3733"/>
              <a:ext cx="6" cy="3"/>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924" name="Line 95">
              <a:extLst>
                <a:ext uri="{FF2B5EF4-FFF2-40B4-BE49-F238E27FC236}">
                  <a16:creationId xmlns:a16="http://schemas.microsoft.com/office/drawing/2014/main" id="{04CBFED4-3B0B-CF86-D05D-DFE46E0437B4}"/>
                </a:ext>
              </a:extLst>
            </p:cNvPr>
            <p:cNvSpPr>
              <a:spLocks noChangeShapeType="1"/>
            </p:cNvSpPr>
            <p:nvPr/>
          </p:nvSpPr>
          <p:spPr bwMode="auto">
            <a:xfrm>
              <a:off x="2323" y="3736"/>
              <a:ext cx="6" cy="2"/>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nvGrpSpPr>
          <p:cNvPr id="160783" name="Group 96">
            <a:extLst>
              <a:ext uri="{FF2B5EF4-FFF2-40B4-BE49-F238E27FC236}">
                <a16:creationId xmlns:a16="http://schemas.microsoft.com/office/drawing/2014/main" id="{DE6B1AC2-EC0F-0496-483D-08F4D5C68F29}"/>
              </a:ext>
            </a:extLst>
          </p:cNvPr>
          <p:cNvGrpSpPr>
            <a:grpSpLocks/>
          </p:cNvGrpSpPr>
          <p:nvPr/>
        </p:nvGrpSpPr>
        <p:grpSpPr bwMode="auto">
          <a:xfrm>
            <a:off x="3573463" y="5095875"/>
            <a:ext cx="1289050" cy="862013"/>
            <a:chOff x="2439" y="3210"/>
            <a:chExt cx="879" cy="543"/>
          </a:xfrm>
        </p:grpSpPr>
        <p:sp>
          <p:nvSpPr>
            <p:cNvPr id="160825" name="Line 97">
              <a:extLst>
                <a:ext uri="{FF2B5EF4-FFF2-40B4-BE49-F238E27FC236}">
                  <a16:creationId xmlns:a16="http://schemas.microsoft.com/office/drawing/2014/main" id="{A487E4C7-89AB-CC15-C6A1-22DEDE5DAED2}"/>
                </a:ext>
              </a:extLst>
            </p:cNvPr>
            <p:cNvSpPr>
              <a:spLocks noChangeShapeType="1"/>
            </p:cNvSpPr>
            <p:nvPr/>
          </p:nvSpPr>
          <p:spPr bwMode="auto">
            <a:xfrm flipV="1">
              <a:off x="2439" y="3744"/>
              <a:ext cx="14" cy="9"/>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26" name="Line 98">
              <a:extLst>
                <a:ext uri="{FF2B5EF4-FFF2-40B4-BE49-F238E27FC236}">
                  <a16:creationId xmlns:a16="http://schemas.microsoft.com/office/drawing/2014/main" id="{3EBF1C67-4848-9395-35B5-91E837AB0978}"/>
                </a:ext>
              </a:extLst>
            </p:cNvPr>
            <p:cNvSpPr>
              <a:spLocks noChangeShapeType="1"/>
            </p:cNvSpPr>
            <p:nvPr/>
          </p:nvSpPr>
          <p:spPr bwMode="auto">
            <a:xfrm flipV="1">
              <a:off x="2461" y="3743"/>
              <a:ext cx="14" cy="9"/>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27" name="Freeform 99">
              <a:extLst>
                <a:ext uri="{FF2B5EF4-FFF2-40B4-BE49-F238E27FC236}">
                  <a16:creationId xmlns:a16="http://schemas.microsoft.com/office/drawing/2014/main" id="{BF7180BA-C52A-2531-65A8-DF0498A930A6}"/>
                </a:ext>
              </a:extLst>
            </p:cNvPr>
            <p:cNvSpPr>
              <a:spLocks/>
            </p:cNvSpPr>
            <p:nvPr/>
          </p:nvSpPr>
          <p:spPr bwMode="auto">
            <a:xfrm>
              <a:off x="2479" y="3746"/>
              <a:ext cx="23" cy="2"/>
            </a:xfrm>
            <a:custGeom>
              <a:avLst/>
              <a:gdLst>
                <a:gd name="T0" fmla="*/ 0 w 23"/>
                <a:gd name="T1" fmla="*/ 1 h 2"/>
                <a:gd name="T2" fmla="*/ 11 w 23"/>
                <a:gd name="T3" fmla="*/ 0 h 2"/>
                <a:gd name="T4" fmla="*/ 22 w 23"/>
                <a:gd name="T5" fmla="*/ 0 h 2"/>
                <a:gd name="T6" fmla="*/ 0 60000 65536"/>
                <a:gd name="T7" fmla="*/ 0 60000 65536"/>
                <a:gd name="T8" fmla="*/ 0 60000 65536"/>
              </a:gdLst>
              <a:ahLst/>
              <a:cxnLst>
                <a:cxn ang="T6">
                  <a:pos x="T0" y="T1"/>
                </a:cxn>
                <a:cxn ang="T7">
                  <a:pos x="T2" y="T3"/>
                </a:cxn>
                <a:cxn ang="T8">
                  <a:pos x="T4" y="T5"/>
                </a:cxn>
              </a:cxnLst>
              <a:rect l="0" t="0" r="r" b="b"/>
              <a:pathLst>
                <a:path w="23" h="2">
                  <a:moveTo>
                    <a:pt x="0" y="1"/>
                  </a:moveTo>
                  <a:lnTo>
                    <a:pt x="11" y="0"/>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28" name="Freeform 100">
              <a:extLst>
                <a:ext uri="{FF2B5EF4-FFF2-40B4-BE49-F238E27FC236}">
                  <a16:creationId xmlns:a16="http://schemas.microsoft.com/office/drawing/2014/main" id="{0463A38A-0D36-BFFE-5625-D690B5051184}"/>
                </a:ext>
              </a:extLst>
            </p:cNvPr>
            <p:cNvSpPr>
              <a:spLocks/>
            </p:cNvSpPr>
            <p:nvPr/>
          </p:nvSpPr>
          <p:spPr bwMode="auto">
            <a:xfrm>
              <a:off x="2501" y="3744"/>
              <a:ext cx="23" cy="3"/>
            </a:xfrm>
            <a:custGeom>
              <a:avLst/>
              <a:gdLst>
                <a:gd name="T0" fmla="*/ 0 w 23"/>
                <a:gd name="T1" fmla="*/ 2 h 3"/>
                <a:gd name="T2" fmla="*/ 11 w 23"/>
                <a:gd name="T3" fmla="*/ 0 h 3"/>
                <a:gd name="T4" fmla="*/ 22 w 23"/>
                <a:gd name="T5" fmla="*/ 0 h 3"/>
                <a:gd name="T6" fmla="*/ 0 60000 65536"/>
                <a:gd name="T7" fmla="*/ 0 60000 65536"/>
                <a:gd name="T8" fmla="*/ 0 60000 65536"/>
              </a:gdLst>
              <a:ahLst/>
              <a:cxnLst>
                <a:cxn ang="T6">
                  <a:pos x="T0" y="T1"/>
                </a:cxn>
                <a:cxn ang="T7">
                  <a:pos x="T2" y="T3"/>
                </a:cxn>
                <a:cxn ang="T8">
                  <a:pos x="T4" y="T5"/>
                </a:cxn>
              </a:cxnLst>
              <a:rect l="0" t="0" r="r" b="b"/>
              <a:pathLst>
                <a:path w="23" h="3">
                  <a:moveTo>
                    <a:pt x="0" y="2"/>
                  </a:moveTo>
                  <a:lnTo>
                    <a:pt x="11" y="0"/>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29" name="Line 101">
              <a:extLst>
                <a:ext uri="{FF2B5EF4-FFF2-40B4-BE49-F238E27FC236}">
                  <a16:creationId xmlns:a16="http://schemas.microsoft.com/office/drawing/2014/main" id="{D04ACC4F-6FF3-7AF5-A376-56E3B5D3ECB3}"/>
                </a:ext>
              </a:extLst>
            </p:cNvPr>
            <p:cNvSpPr>
              <a:spLocks noChangeShapeType="1"/>
            </p:cNvSpPr>
            <p:nvPr/>
          </p:nvSpPr>
          <p:spPr bwMode="auto">
            <a:xfrm flipV="1">
              <a:off x="2527" y="3739"/>
              <a:ext cx="14" cy="9"/>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0" name="Line 102">
              <a:extLst>
                <a:ext uri="{FF2B5EF4-FFF2-40B4-BE49-F238E27FC236}">
                  <a16:creationId xmlns:a16="http://schemas.microsoft.com/office/drawing/2014/main" id="{C10CBDA1-867F-59C0-3DA9-1F6F88BC995C}"/>
                </a:ext>
              </a:extLst>
            </p:cNvPr>
            <p:cNvSpPr>
              <a:spLocks noChangeShapeType="1"/>
            </p:cNvSpPr>
            <p:nvPr/>
          </p:nvSpPr>
          <p:spPr bwMode="auto">
            <a:xfrm flipV="1">
              <a:off x="2549" y="3737"/>
              <a:ext cx="14" cy="10"/>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1" name="Freeform 103">
              <a:extLst>
                <a:ext uri="{FF2B5EF4-FFF2-40B4-BE49-F238E27FC236}">
                  <a16:creationId xmlns:a16="http://schemas.microsoft.com/office/drawing/2014/main" id="{9F86535E-7010-70EC-CB74-94AA40137E08}"/>
                </a:ext>
              </a:extLst>
            </p:cNvPr>
            <p:cNvSpPr>
              <a:spLocks/>
            </p:cNvSpPr>
            <p:nvPr/>
          </p:nvSpPr>
          <p:spPr bwMode="auto">
            <a:xfrm>
              <a:off x="2567" y="3739"/>
              <a:ext cx="23" cy="3"/>
            </a:xfrm>
            <a:custGeom>
              <a:avLst/>
              <a:gdLst>
                <a:gd name="T0" fmla="*/ 0 w 23"/>
                <a:gd name="T1" fmla="*/ 2 h 3"/>
                <a:gd name="T2" fmla="*/ 11 w 23"/>
                <a:gd name="T3" fmla="*/ 1 h 3"/>
                <a:gd name="T4" fmla="*/ 22 w 23"/>
                <a:gd name="T5" fmla="*/ 0 h 3"/>
                <a:gd name="T6" fmla="*/ 0 60000 65536"/>
                <a:gd name="T7" fmla="*/ 0 60000 65536"/>
                <a:gd name="T8" fmla="*/ 0 60000 65536"/>
              </a:gdLst>
              <a:ahLst/>
              <a:cxnLst>
                <a:cxn ang="T6">
                  <a:pos x="T0" y="T1"/>
                </a:cxn>
                <a:cxn ang="T7">
                  <a:pos x="T2" y="T3"/>
                </a:cxn>
                <a:cxn ang="T8">
                  <a:pos x="T4" y="T5"/>
                </a:cxn>
              </a:cxnLst>
              <a:rect l="0" t="0" r="r" b="b"/>
              <a:pathLst>
                <a:path w="23" h="3">
                  <a:moveTo>
                    <a:pt x="0" y="2"/>
                  </a:moveTo>
                  <a:lnTo>
                    <a:pt x="11" y="1"/>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32" name="Line 104">
              <a:extLst>
                <a:ext uri="{FF2B5EF4-FFF2-40B4-BE49-F238E27FC236}">
                  <a16:creationId xmlns:a16="http://schemas.microsoft.com/office/drawing/2014/main" id="{33D1D5CA-F3A9-ADB8-6BCB-696E3A019ECC}"/>
                </a:ext>
              </a:extLst>
            </p:cNvPr>
            <p:cNvSpPr>
              <a:spLocks noChangeShapeType="1"/>
            </p:cNvSpPr>
            <p:nvPr/>
          </p:nvSpPr>
          <p:spPr bwMode="auto">
            <a:xfrm flipV="1">
              <a:off x="2593" y="3733"/>
              <a:ext cx="14" cy="10"/>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3" name="Freeform 105">
              <a:extLst>
                <a:ext uri="{FF2B5EF4-FFF2-40B4-BE49-F238E27FC236}">
                  <a16:creationId xmlns:a16="http://schemas.microsoft.com/office/drawing/2014/main" id="{A456F4AD-3379-8E97-D48A-778AFE975354}"/>
                </a:ext>
              </a:extLst>
            </p:cNvPr>
            <p:cNvSpPr>
              <a:spLocks/>
            </p:cNvSpPr>
            <p:nvPr/>
          </p:nvSpPr>
          <p:spPr bwMode="auto">
            <a:xfrm>
              <a:off x="2611" y="3734"/>
              <a:ext cx="24" cy="4"/>
            </a:xfrm>
            <a:custGeom>
              <a:avLst/>
              <a:gdLst>
                <a:gd name="T0" fmla="*/ 0 w 24"/>
                <a:gd name="T1" fmla="*/ 3 h 4"/>
                <a:gd name="T2" fmla="*/ 11 w 24"/>
                <a:gd name="T3" fmla="*/ 2 h 4"/>
                <a:gd name="T4" fmla="*/ 23 w 24"/>
                <a:gd name="T5" fmla="*/ 0 h 4"/>
                <a:gd name="T6" fmla="*/ 0 60000 65536"/>
                <a:gd name="T7" fmla="*/ 0 60000 65536"/>
                <a:gd name="T8" fmla="*/ 0 60000 65536"/>
              </a:gdLst>
              <a:ahLst/>
              <a:cxnLst>
                <a:cxn ang="T6">
                  <a:pos x="T0" y="T1"/>
                </a:cxn>
                <a:cxn ang="T7">
                  <a:pos x="T2" y="T3"/>
                </a:cxn>
                <a:cxn ang="T8">
                  <a:pos x="T4" y="T5"/>
                </a:cxn>
              </a:cxnLst>
              <a:rect l="0" t="0" r="r" b="b"/>
              <a:pathLst>
                <a:path w="24" h="4">
                  <a:moveTo>
                    <a:pt x="0" y="3"/>
                  </a:moveTo>
                  <a:lnTo>
                    <a:pt x="11" y="2"/>
                  </a:lnTo>
                  <a:lnTo>
                    <a:pt x="23"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34" name="Line 106">
              <a:extLst>
                <a:ext uri="{FF2B5EF4-FFF2-40B4-BE49-F238E27FC236}">
                  <a16:creationId xmlns:a16="http://schemas.microsoft.com/office/drawing/2014/main" id="{ED5F8E2B-0DD8-DC6B-1E79-6937E5B5B56A}"/>
                </a:ext>
              </a:extLst>
            </p:cNvPr>
            <p:cNvSpPr>
              <a:spLocks noChangeShapeType="1"/>
            </p:cNvSpPr>
            <p:nvPr/>
          </p:nvSpPr>
          <p:spPr bwMode="auto">
            <a:xfrm flipV="1">
              <a:off x="2638" y="3728"/>
              <a:ext cx="14" cy="10"/>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5" name="Line 107">
              <a:extLst>
                <a:ext uri="{FF2B5EF4-FFF2-40B4-BE49-F238E27FC236}">
                  <a16:creationId xmlns:a16="http://schemas.microsoft.com/office/drawing/2014/main" id="{02DDC172-E721-FC84-A91C-A81931DEB82D}"/>
                </a:ext>
              </a:extLst>
            </p:cNvPr>
            <p:cNvSpPr>
              <a:spLocks noChangeShapeType="1"/>
            </p:cNvSpPr>
            <p:nvPr/>
          </p:nvSpPr>
          <p:spPr bwMode="auto">
            <a:xfrm flipV="1">
              <a:off x="2660" y="3725"/>
              <a:ext cx="13" cy="11"/>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6" name="Line 108">
              <a:extLst>
                <a:ext uri="{FF2B5EF4-FFF2-40B4-BE49-F238E27FC236}">
                  <a16:creationId xmlns:a16="http://schemas.microsoft.com/office/drawing/2014/main" id="{D5E91ED1-390F-F7C9-978B-1F609BD71FC4}"/>
                </a:ext>
              </a:extLst>
            </p:cNvPr>
            <p:cNvSpPr>
              <a:spLocks noChangeShapeType="1"/>
            </p:cNvSpPr>
            <p:nvPr/>
          </p:nvSpPr>
          <p:spPr bwMode="auto">
            <a:xfrm flipV="1">
              <a:off x="2681" y="3722"/>
              <a:ext cx="14" cy="11"/>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7" name="Line 109">
              <a:extLst>
                <a:ext uri="{FF2B5EF4-FFF2-40B4-BE49-F238E27FC236}">
                  <a16:creationId xmlns:a16="http://schemas.microsoft.com/office/drawing/2014/main" id="{0AB4AE2F-A754-0FFA-80D2-560EB82E06E3}"/>
                </a:ext>
              </a:extLst>
            </p:cNvPr>
            <p:cNvSpPr>
              <a:spLocks noChangeShapeType="1"/>
            </p:cNvSpPr>
            <p:nvPr/>
          </p:nvSpPr>
          <p:spPr bwMode="auto">
            <a:xfrm flipV="1">
              <a:off x="2703" y="3718"/>
              <a:ext cx="14" cy="12"/>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8" name="Line 110">
              <a:extLst>
                <a:ext uri="{FF2B5EF4-FFF2-40B4-BE49-F238E27FC236}">
                  <a16:creationId xmlns:a16="http://schemas.microsoft.com/office/drawing/2014/main" id="{11535376-13A1-9C78-23E6-D659AB51ACD8}"/>
                </a:ext>
              </a:extLst>
            </p:cNvPr>
            <p:cNvSpPr>
              <a:spLocks noChangeShapeType="1"/>
            </p:cNvSpPr>
            <p:nvPr/>
          </p:nvSpPr>
          <p:spPr bwMode="auto">
            <a:xfrm flipV="1">
              <a:off x="2725" y="3714"/>
              <a:ext cx="14" cy="12"/>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39" name="Freeform 111">
              <a:extLst>
                <a:ext uri="{FF2B5EF4-FFF2-40B4-BE49-F238E27FC236}">
                  <a16:creationId xmlns:a16="http://schemas.microsoft.com/office/drawing/2014/main" id="{20765564-99CF-7214-DF56-FEDD206D2CF3}"/>
                </a:ext>
              </a:extLst>
            </p:cNvPr>
            <p:cNvSpPr>
              <a:spLocks/>
            </p:cNvSpPr>
            <p:nvPr/>
          </p:nvSpPr>
          <p:spPr bwMode="auto">
            <a:xfrm>
              <a:off x="2743" y="3714"/>
              <a:ext cx="24" cy="5"/>
            </a:xfrm>
            <a:custGeom>
              <a:avLst/>
              <a:gdLst>
                <a:gd name="T0" fmla="*/ 0 w 24"/>
                <a:gd name="T1" fmla="*/ 4 h 5"/>
                <a:gd name="T2" fmla="*/ 12 w 24"/>
                <a:gd name="T3" fmla="*/ 2 h 5"/>
                <a:gd name="T4" fmla="*/ 23 w 24"/>
                <a:gd name="T5" fmla="*/ 0 h 5"/>
                <a:gd name="T6" fmla="*/ 0 60000 65536"/>
                <a:gd name="T7" fmla="*/ 0 60000 65536"/>
                <a:gd name="T8" fmla="*/ 0 60000 65536"/>
              </a:gdLst>
              <a:ahLst/>
              <a:cxnLst>
                <a:cxn ang="T6">
                  <a:pos x="T0" y="T1"/>
                </a:cxn>
                <a:cxn ang="T7">
                  <a:pos x="T2" y="T3"/>
                </a:cxn>
                <a:cxn ang="T8">
                  <a:pos x="T4" y="T5"/>
                </a:cxn>
              </a:cxnLst>
              <a:rect l="0" t="0" r="r" b="b"/>
              <a:pathLst>
                <a:path w="24" h="5">
                  <a:moveTo>
                    <a:pt x="0" y="4"/>
                  </a:moveTo>
                  <a:lnTo>
                    <a:pt x="12" y="2"/>
                  </a:lnTo>
                  <a:lnTo>
                    <a:pt x="23"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40" name="Line 112">
              <a:extLst>
                <a:ext uri="{FF2B5EF4-FFF2-40B4-BE49-F238E27FC236}">
                  <a16:creationId xmlns:a16="http://schemas.microsoft.com/office/drawing/2014/main" id="{60157922-B686-E758-923A-42988898509D}"/>
                </a:ext>
              </a:extLst>
            </p:cNvPr>
            <p:cNvSpPr>
              <a:spLocks noChangeShapeType="1"/>
            </p:cNvSpPr>
            <p:nvPr/>
          </p:nvSpPr>
          <p:spPr bwMode="auto">
            <a:xfrm flipV="1">
              <a:off x="2770" y="3705"/>
              <a:ext cx="14" cy="13"/>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1" name="Line 113">
              <a:extLst>
                <a:ext uri="{FF2B5EF4-FFF2-40B4-BE49-F238E27FC236}">
                  <a16:creationId xmlns:a16="http://schemas.microsoft.com/office/drawing/2014/main" id="{F09B92C6-89A7-7CE2-5013-09C93AC410AE}"/>
                </a:ext>
              </a:extLst>
            </p:cNvPr>
            <p:cNvSpPr>
              <a:spLocks noChangeShapeType="1"/>
            </p:cNvSpPr>
            <p:nvPr/>
          </p:nvSpPr>
          <p:spPr bwMode="auto">
            <a:xfrm flipV="1">
              <a:off x="2792" y="3700"/>
              <a:ext cx="14" cy="13"/>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2" name="Line 114">
              <a:extLst>
                <a:ext uri="{FF2B5EF4-FFF2-40B4-BE49-F238E27FC236}">
                  <a16:creationId xmlns:a16="http://schemas.microsoft.com/office/drawing/2014/main" id="{D2408294-53A9-6E05-DA67-9ADE786C964D}"/>
                </a:ext>
              </a:extLst>
            </p:cNvPr>
            <p:cNvSpPr>
              <a:spLocks noChangeShapeType="1"/>
            </p:cNvSpPr>
            <p:nvPr/>
          </p:nvSpPr>
          <p:spPr bwMode="auto">
            <a:xfrm flipV="1">
              <a:off x="2814" y="3694"/>
              <a:ext cx="14" cy="14"/>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3" name="Line 115">
              <a:extLst>
                <a:ext uri="{FF2B5EF4-FFF2-40B4-BE49-F238E27FC236}">
                  <a16:creationId xmlns:a16="http://schemas.microsoft.com/office/drawing/2014/main" id="{C19BD90B-288C-B484-6944-ADC73F8E5664}"/>
                </a:ext>
              </a:extLst>
            </p:cNvPr>
            <p:cNvSpPr>
              <a:spLocks noChangeShapeType="1"/>
            </p:cNvSpPr>
            <p:nvPr/>
          </p:nvSpPr>
          <p:spPr bwMode="auto">
            <a:xfrm flipV="1">
              <a:off x="2836" y="3688"/>
              <a:ext cx="14" cy="14"/>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4" name="Freeform 116">
              <a:extLst>
                <a:ext uri="{FF2B5EF4-FFF2-40B4-BE49-F238E27FC236}">
                  <a16:creationId xmlns:a16="http://schemas.microsoft.com/office/drawing/2014/main" id="{E22E4536-92DD-B9DE-85E1-EB60654F977B}"/>
                </a:ext>
              </a:extLst>
            </p:cNvPr>
            <p:cNvSpPr>
              <a:spLocks/>
            </p:cNvSpPr>
            <p:nvPr/>
          </p:nvSpPr>
          <p:spPr bwMode="auto">
            <a:xfrm>
              <a:off x="2854" y="3685"/>
              <a:ext cx="23" cy="8"/>
            </a:xfrm>
            <a:custGeom>
              <a:avLst/>
              <a:gdLst>
                <a:gd name="T0" fmla="*/ 0 w 23"/>
                <a:gd name="T1" fmla="*/ 7 h 8"/>
                <a:gd name="T2" fmla="*/ 11 w 23"/>
                <a:gd name="T3" fmla="*/ 3 h 8"/>
                <a:gd name="T4" fmla="*/ 22 w 23"/>
                <a:gd name="T5" fmla="*/ 0 h 8"/>
                <a:gd name="T6" fmla="*/ 0 60000 65536"/>
                <a:gd name="T7" fmla="*/ 0 60000 65536"/>
                <a:gd name="T8" fmla="*/ 0 60000 65536"/>
              </a:gdLst>
              <a:ahLst/>
              <a:cxnLst>
                <a:cxn ang="T6">
                  <a:pos x="T0" y="T1"/>
                </a:cxn>
                <a:cxn ang="T7">
                  <a:pos x="T2" y="T3"/>
                </a:cxn>
                <a:cxn ang="T8">
                  <a:pos x="T4" y="T5"/>
                </a:cxn>
              </a:cxnLst>
              <a:rect l="0" t="0" r="r" b="b"/>
              <a:pathLst>
                <a:path w="23" h="8">
                  <a:moveTo>
                    <a:pt x="0" y="7"/>
                  </a:moveTo>
                  <a:lnTo>
                    <a:pt x="11" y="3"/>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45" name="Line 117">
              <a:extLst>
                <a:ext uri="{FF2B5EF4-FFF2-40B4-BE49-F238E27FC236}">
                  <a16:creationId xmlns:a16="http://schemas.microsoft.com/office/drawing/2014/main" id="{DC6E7B29-D937-3B2A-9054-C122BB6C9480}"/>
                </a:ext>
              </a:extLst>
            </p:cNvPr>
            <p:cNvSpPr>
              <a:spLocks noChangeShapeType="1"/>
            </p:cNvSpPr>
            <p:nvPr/>
          </p:nvSpPr>
          <p:spPr bwMode="auto">
            <a:xfrm flipV="1">
              <a:off x="2880" y="3673"/>
              <a:ext cx="14" cy="16"/>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6" name="Line 118">
              <a:extLst>
                <a:ext uri="{FF2B5EF4-FFF2-40B4-BE49-F238E27FC236}">
                  <a16:creationId xmlns:a16="http://schemas.microsoft.com/office/drawing/2014/main" id="{564217EA-7D73-EFEC-886F-041E2E3E3999}"/>
                </a:ext>
              </a:extLst>
            </p:cNvPr>
            <p:cNvSpPr>
              <a:spLocks noChangeShapeType="1"/>
            </p:cNvSpPr>
            <p:nvPr/>
          </p:nvSpPr>
          <p:spPr bwMode="auto">
            <a:xfrm flipV="1">
              <a:off x="2902" y="3664"/>
              <a:ext cx="14" cy="17"/>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7" name="Freeform 119">
              <a:extLst>
                <a:ext uri="{FF2B5EF4-FFF2-40B4-BE49-F238E27FC236}">
                  <a16:creationId xmlns:a16="http://schemas.microsoft.com/office/drawing/2014/main" id="{C23CDA32-49E2-5CD3-8672-8F92BAEBC759}"/>
                </a:ext>
              </a:extLst>
            </p:cNvPr>
            <p:cNvSpPr>
              <a:spLocks/>
            </p:cNvSpPr>
            <p:nvPr/>
          </p:nvSpPr>
          <p:spPr bwMode="auto">
            <a:xfrm>
              <a:off x="2920" y="3658"/>
              <a:ext cx="23" cy="11"/>
            </a:xfrm>
            <a:custGeom>
              <a:avLst/>
              <a:gdLst>
                <a:gd name="T0" fmla="*/ 0 w 23"/>
                <a:gd name="T1" fmla="*/ 10 h 11"/>
                <a:gd name="T2" fmla="*/ 11 w 23"/>
                <a:gd name="T3" fmla="*/ 6 h 11"/>
                <a:gd name="T4" fmla="*/ 22 w 23"/>
                <a:gd name="T5" fmla="*/ 0 h 11"/>
                <a:gd name="T6" fmla="*/ 0 60000 65536"/>
                <a:gd name="T7" fmla="*/ 0 60000 65536"/>
                <a:gd name="T8" fmla="*/ 0 60000 65536"/>
              </a:gdLst>
              <a:ahLst/>
              <a:cxnLst>
                <a:cxn ang="T6">
                  <a:pos x="T0" y="T1"/>
                </a:cxn>
                <a:cxn ang="T7">
                  <a:pos x="T2" y="T3"/>
                </a:cxn>
                <a:cxn ang="T8">
                  <a:pos x="T4" y="T5"/>
                </a:cxn>
              </a:cxnLst>
              <a:rect l="0" t="0" r="r" b="b"/>
              <a:pathLst>
                <a:path w="23" h="11">
                  <a:moveTo>
                    <a:pt x="0" y="10"/>
                  </a:moveTo>
                  <a:lnTo>
                    <a:pt x="11" y="6"/>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48" name="Line 120">
              <a:extLst>
                <a:ext uri="{FF2B5EF4-FFF2-40B4-BE49-F238E27FC236}">
                  <a16:creationId xmlns:a16="http://schemas.microsoft.com/office/drawing/2014/main" id="{524D9E8F-AD0C-85FF-0080-05DA0CB0DE3D}"/>
                </a:ext>
              </a:extLst>
            </p:cNvPr>
            <p:cNvSpPr>
              <a:spLocks noChangeShapeType="1"/>
            </p:cNvSpPr>
            <p:nvPr/>
          </p:nvSpPr>
          <p:spPr bwMode="auto">
            <a:xfrm flipV="1">
              <a:off x="2946" y="3644"/>
              <a:ext cx="14" cy="18"/>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49" name="Line 121">
              <a:extLst>
                <a:ext uri="{FF2B5EF4-FFF2-40B4-BE49-F238E27FC236}">
                  <a16:creationId xmlns:a16="http://schemas.microsoft.com/office/drawing/2014/main" id="{3D85550C-82E4-1EDE-729D-D3760DB7A821}"/>
                </a:ext>
              </a:extLst>
            </p:cNvPr>
            <p:cNvSpPr>
              <a:spLocks noChangeShapeType="1"/>
            </p:cNvSpPr>
            <p:nvPr/>
          </p:nvSpPr>
          <p:spPr bwMode="auto">
            <a:xfrm flipV="1">
              <a:off x="2968" y="3632"/>
              <a:ext cx="14" cy="20"/>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50" name="Freeform 122">
              <a:extLst>
                <a:ext uri="{FF2B5EF4-FFF2-40B4-BE49-F238E27FC236}">
                  <a16:creationId xmlns:a16="http://schemas.microsoft.com/office/drawing/2014/main" id="{33BC2D8C-8777-2A75-A087-B87846EEC8F4}"/>
                </a:ext>
              </a:extLst>
            </p:cNvPr>
            <p:cNvSpPr>
              <a:spLocks/>
            </p:cNvSpPr>
            <p:nvPr/>
          </p:nvSpPr>
          <p:spPr bwMode="auto">
            <a:xfrm>
              <a:off x="2986" y="3623"/>
              <a:ext cx="24" cy="14"/>
            </a:xfrm>
            <a:custGeom>
              <a:avLst/>
              <a:gdLst>
                <a:gd name="T0" fmla="*/ 0 w 24"/>
                <a:gd name="T1" fmla="*/ 13 h 14"/>
                <a:gd name="T2" fmla="*/ 11 w 24"/>
                <a:gd name="T3" fmla="*/ 7 h 14"/>
                <a:gd name="T4" fmla="*/ 23 w 24"/>
                <a:gd name="T5" fmla="*/ 0 h 14"/>
                <a:gd name="T6" fmla="*/ 0 60000 65536"/>
                <a:gd name="T7" fmla="*/ 0 60000 65536"/>
                <a:gd name="T8" fmla="*/ 0 60000 65536"/>
              </a:gdLst>
              <a:ahLst/>
              <a:cxnLst>
                <a:cxn ang="T6">
                  <a:pos x="T0" y="T1"/>
                </a:cxn>
                <a:cxn ang="T7">
                  <a:pos x="T2" y="T3"/>
                </a:cxn>
                <a:cxn ang="T8">
                  <a:pos x="T4" y="T5"/>
                </a:cxn>
              </a:cxnLst>
              <a:rect l="0" t="0" r="r" b="b"/>
              <a:pathLst>
                <a:path w="24" h="14">
                  <a:moveTo>
                    <a:pt x="0" y="13"/>
                  </a:moveTo>
                  <a:lnTo>
                    <a:pt x="11" y="7"/>
                  </a:lnTo>
                  <a:lnTo>
                    <a:pt x="23"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1" name="Freeform 123">
              <a:extLst>
                <a:ext uri="{FF2B5EF4-FFF2-40B4-BE49-F238E27FC236}">
                  <a16:creationId xmlns:a16="http://schemas.microsoft.com/office/drawing/2014/main" id="{895F16DB-FA03-BA92-5D72-1DD8289FE24E}"/>
                </a:ext>
              </a:extLst>
            </p:cNvPr>
            <p:cNvSpPr>
              <a:spLocks/>
            </p:cNvSpPr>
            <p:nvPr/>
          </p:nvSpPr>
          <p:spPr bwMode="auto">
            <a:xfrm>
              <a:off x="3009" y="3609"/>
              <a:ext cx="23" cy="15"/>
            </a:xfrm>
            <a:custGeom>
              <a:avLst/>
              <a:gdLst>
                <a:gd name="T0" fmla="*/ 0 w 23"/>
                <a:gd name="T1" fmla="*/ 14 h 15"/>
                <a:gd name="T2" fmla="*/ 11 w 23"/>
                <a:gd name="T3" fmla="*/ 7 h 15"/>
                <a:gd name="T4" fmla="*/ 22 w 23"/>
                <a:gd name="T5" fmla="*/ 0 h 15"/>
                <a:gd name="T6" fmla="*/ 0 60000 65536"/>
                <a:gd name="T7" fmla="*/ 0 60000 65536"/>
                <a:gd name="T8" fmla="*/ 0 60000 65536"/>
              </a:gdLst>
              <a:ahLst/>
              <a:cxnLst>
                <a:cxn ang="T6">
                  <a:pos x="T0" y="T1"/>
                </a:cxn>
                <a:cxn ang="T7">
                  <a:pos x="T2" y="T3"/>
                </a:cxn>
                <a:cxn ang="T8">
                  <a:pos x="T4" y="T5"/>
                </a:cxn>
              </a:cxnLst>
              <a:rect l="0" t="0" r="r" b="b"/>
              <a:pathLst>
                <a:path w="23" h="15">
                  <a:moveTo>
                    <a:pt x="0" y="14"/>
                  </a:moveTo>
                  <a:lnTo>
                    <a:pt x="11" y="7"/>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2" name="Line 124">
              <a:extLst>
                <a:ext uri="{FF2B5EF4-FFF2-40B4-BE49-F238E27FC236}">
                  <a16:creationId xmlns:a16="http://schemas.microsoft.com/office/drawing/2014/main" id="{57A321E1-5FC8-A7ED-4BC5-3DC74654D54C}"/>
                </a:ext>
              </a:extLst>
            </p:cNvPr>
            <p:cNvSpPr>
              <a:spLocks noChangeShapeType="1"/>
            </p:cNvSpPr>
            <p:nvPr/>
          </p:nvSpPr>
          <p:spPr bwMode="auto">
            <a:xfrm flipV="1">
              <a:off x="3035" y="3590"/>
              <a:ext cx="14" cy="23"/>
            </a:xfrm>
            <a:prstGeom prst="line">
              <a:avLst/>
            </a:prstGeom>
            <a:noFill/>
            <a:ln w="12699">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53" name="Freeform 125">
              <a:extLst>
                <a:ext uri="{FF2B5EF4-FFF2-40B4-BE49-F238E27FC236}">
                  <a16:creationId xmlns:a16="http://schemas.microsoft.com/office/drawing/2014/main" id="{0B7E4F47-D98C-D93A-4251-D20983E453C6}"/>
                </a:ext>
              </a:extLst>
            </p:cNvPr>
            <p:cNvSpPr>
              <a:spLocks/>
            </p:cNvSpPr>
            <p:nvPr/>
          </p:nvSpPr>
          <p:spPr bwMode="auto">
            <a:xfrm>
              <a:off x="3053" y="3576"/>
              <a:ext cx="23" cy="19"/>
            </a:xfrm>
            <a:custGeom>
              <a:avLst/>
              <a:gdLst>
                <a:gd name="T0" fmla="*/ 0 w 23"/>
                <a:gd name="T1" fmla="*/ 18 h 19"/>
                <a:gd name="T2" fmla="*/ 10 w 23"/>
                <a:gd name="T3" fmla="*/ 9 h 19"/>
                <a:gd name="T4" fmla="*/ 22 w 23"/>
                <a:gd name="T5" fmla="*/ 0 h 19"/>
                <a:gd name="T6" fmla="*/ 0 60000 65536"/>
                <a:gd name="T7" fmla="*/ 0 60000 65536"/>
                <a:gd name="T8" fmla="*/ 0 60000 65536"/>
              </a:gdLst>
              <a:ahLst/>
              <a:cxnLst>
                <a:cxn ang="T6">
                  <a:pos x="T0" y="T1"/>
                </a:cxn>
                <a:cxn ang="T7">
                  <a:pos x="T2" y="T3"/>
                </a:cxn>
                <a:cxn ang="T8">
                  <a:pos x="T4" y="T5"/>
                </a:cxn>
              </a:cxnLst>
              <a:rect l="0" t="0" r="r" b="b"/>
              <a:pathLst>
                <a:path w="23" h="19">
                  <a:moveTo>
                    <a:pt x="0" y="18"/>
                  </a:moveTo>
                  <a:lnTo>
                    <a:pt x="10" y="9"/>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4" name="Freeform 126">
              <a:extLst>
                <a:ext uri="{FF2B5EF4-FFF2-40B4-BE49-F238E27FC236}">
                  <a16:creationId xmlns:a16="http://schemas.microsoft.com/office/drawing/2014/main" id="{1105EC7C-D40E-E6BC-EDEC-CB0C332120D3}"/>
                </a:ext>
              </a:extLst>
            </p:cNvPr>
            <p:cNvSpPr>
              <a:spLocks/>
            </p:cNvSpPr>
            <p:nvPr/>
          </p:nvSpPr>
          <p:spPr bwMode="auto">
            <a:xfrm>
              <a:off x="3075" y="3557"/>
              <a:ext cx="23" cy="20"/>
            </a:xfrm>
            <a:custGeom>
              <a:avLst/>
              <a:gdLst>
                <a:gd name="T0" fmla="*/ 0 w 23"/>
                <a:gd name="T1" fmla="*/ 19 h 20"/>
                <a:gd name="T2" fmla="*/ 10 w 23"/>
                <a:gd name="T3" fmla="*/ 10 h 20"/>
                <a:gd name="T4" fmla="*/ 22 w 23"/>
                <a:gd name="T5" fmla="*/ 0 h 20"/>
                <a:gd name="T6" fmla="*/ 0 60000 65536"/>
                <a:gd name="T7" fmla="*/ 0 60000 65536"/>
                <a:gd name="T8" fmla="*/ 0 60000 65536"/>
              </a:gdLst>
              <a:ahLst/>
              <a:cxnLst>
                <a:cxn ang="T6">
                  <a:pos x="T0" y="T1"/>
                </a:cxn>
                <a:cxn ang="T7">
                  <a:pos x="T2" y="T3"/>
                </a:cxn>
                <a:cxn ang="T8">
                  <a:pos x="T4" y="T5"/>
                </a:cxn>
              </a:cxnLst>
              <a:rect l="0" t="0" r="r" b="b"/>
              <a:pathLst>
                <a:path w="23" h="20">
                  <a:moveTo>
                    <a:pt x="0" y="19"/>
                  </a:moveTo>
                  <a:lnTo>
                    <a:pt x="10" y="10"/>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5" name="Freeform 127">
              <a:extLst>
                <a:ext uri="{FF2B5EF4-FFF2-40B4-BE49-F238E27FC236}">
                  <a16:creationId xmlns:a16="http://schemas.microsoft.com/office/drawing/2014/main" id="{25761364-D655-E0FB-07BF-D840D69E6167}"/>
                </a:ext>
              </a:extLst>
            </p:cNvPr>
            <p:cNvSpPr>
              <a:spLocks/>
            </p:cNvSpPr>
            <p:nvPr/>
          </p:nvSpPr>
          <p:spPr bwMode="auto">
            <a:xfrm>
              <a:off x="3097" y="3536"/>
              <a:ext cx="23" cy="22"/>
            </a:xfrm>
            <a:custGeom>
              <a:avLst/>
              <a:gdLst>
                <a:gd name="T0" fmla="*/ 0 w 23"/>
                <a:gd name="T1" fmla="*/ 21 h 22"/>
                <a:gd name="T2" fmla="*/ 10 w 23"/>
                <a:gd name="T3" fmla="*/ 11 h 22"/>
                <a:gd name="T4" fmla="*/ 22 w 23"/>
                <a:gd name="T5" fmla="*/ 0 h 22"/>
                <a:gd name="T6" fmla="*/ 0 60000 65536"/>
                <a:gd name="T7" fmla="*/ 0 60000 65536"/>
                <a:gd name="T8" fmla="*/ 0 60000 65536"/>
              </a:gdLst>
              <a:ahLst/>
              <a:cxnLst>
                <a:cxn ang="T6">
                  <a:pos x="T0" y="T1"/>
                </a:cxn>
                <a:cxn ang="T7">
                  <a:pos x="T2" y="T3"/>
                </a:cxn>
                <a:cxn ang="T8">
                  <a:pos x="T4" y="T5"/>
                </a:cxn>
              </a:cxnLst>
              <a:rect l="0" t="0" r="r" b="b"/>
              <a:pathLst>
                <a:path w="23" h="22">
                  <a:moveTo>
                    <a:pt x="0" y="21"/>
                  </a:moveTo>
                  <a:lnTo>
                    <a:pt x="10" y="11"/>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6" name="Freeform 128">
              <a:extLst>
                <a:ext uri="{FF2B5EF4-FFF2-40B4-BE49-F238E27FC236}">
                  <a16:creationId xmlns:a16="http://schemas.microsoft.com/office/drawing/2014/main" id="{BF369A4D-35EB-A993-4174-C44900DE441B}"/>
                </a:ext>
              </a:extLst>
            </p:cNvPr>
            <p:cNvSpPr>
              <a:spLocks/>
            </p:cNvSpPr>
            <p:nvPr/>
          </p:nvSpPr>
          <p:spPr bwMode="auto">
            <a:xfrm>
              <a:off x="3119" y="3512"/>
              <a:ext cx="23" cy="25"/>
            </a:xfrm>
            <a:custGeom>
              <a:avLst/>
              <a:gdLst>
                <a:gd name="T0" fmla="*/ 0 w 23"/>
                <a:gd name="T1" fmla="*/ 24 h 25"/>
                <a:gd name="T2" fmla="*/ 11 w 23"/>
                <a:gd name="T3" fmla="*/ 12 h 25"/>
                <a:gd name="T4" fmla="*/ 22 w 23"/>
                <a:gd name="T5" fmla="*/ 0 h 25"/>
                <a:gd name="T6" fmla="*/ 0 60000 65536"/>
                <a:gd name="T7" fmla="*/ 0 60000 65536"/>
                <a:gd name="T8" fmla="*/ 0 60000 65536"/>
              </a:gdLst>
              <a:ahLst/>
              <a:cxnLst>
                <a:cxn ang="T6">
                  <a:pos x="T0" y="T1"/>
                </a:cxn>
                <a:cxn ang="T7">
                  <a:pos x="T2" y="T3"/>
                </a:cxn>
                <a:cxn ang="T8">
                  <a:pos x="T4" y="T5"/>
                </a:cxn>
              </a:cxnLst>
              <a:rect l="0" t="0" r="r" b="b"/>
              <a:pathLst>
                <a:path w="23" h="25">
                  <a:moveTo>
                    <a:pt x="0" y="24"/>
                  </a:moveTo>
                  <a:lnTo>
                    <a:pt x="11" y="12"/>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7" name="Freeform 129">
              <a:extLst>
                <a:ext uri="{FF2B5EF4-FFF2-40B4-BE49-F238E27FC236}">
                  <a16:creationId xmlns:a16="http://schemas.microsoft.com/office/drawing/2014/main" id="{2EDEA123-6C63-35E6-5BCA-3BF882921B02}"/>
                </a:ext>
              </a:extLst>
            </p:cNvPr>
            <p:cNvSpPr>
              <a:spLocks/>
            </p:cNvSpPr>
            <p:nvPr/>
          </p:nvSpPr>
          <p:spPr bwMode="auto">
            <a:xfrm>
              <a:off x="3141" y="3487"/>
              <a:ext cx="23" cy="26"/>
            </a:xfrm>
            <a:custGeom>
              <a:avLst/>
              <a:gdLst>
                <a:gd name="T0" fmla="*/ 0 w 23"/>
                <a:gd name="T1" fmla="*/ 25 h 26"/>
                <a:gd name="T2" fmla="*/ 11 w 23"/>
                <a:gd name="T3" fmla="*/ 13 h 26"/>
                <a:gd name="T4" fmla="*/ 22 w 23"/>
                <a:gd name="T5" fmla="*/ 0 h 26"/>
                <a:gd name="T6" fmla="*/ 0 60000 65536"/>
                <a:gd name="T7" fmla="*/ 0 60000 65536"/>
                <a:gd name="T8" fmla="*/ 0 60000 65536"/>
              </a:gdLst>
              <a:ahLst/>
              <a:cxnLst>
                <a:cxn ang="T6">
                  <a:pos x="T0" y="T1"/>
                </a:cxn>
                <a:cxn ang="T7">
                  <a:pos x="T2" y="T3"/>
                </a:cxn>
                <a:cxn ang="T8">
                  <a:pos x="T4" y="T5"/>
                </a:cxn>
              </a:cxnLst>
              <a:rect l="0" t="0" r="r" b="b"/>
              <a:pathLst>
                <a:path w="23" h="26">
                  <a:moveTo>
                    <a:pt x="0" y="25"/>
                  </a:moveTo>
                  <a:lnTo>
                    <a:pt x="11" y="13"/>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8" name="Freeform 130">
              <a:extLst>
                <a:ext uri="{FF2B5EF4-FFF2-40B4-BE49-F238E27FC236}">
                  <a16:creationId xmlns:a16="http://schemas.microsoft.com/office/drawing/2014/main" id="{8A96793A-3FAD-F0AA-2412-692B198077B5}"/>
                </a:ext>
              </a:extLst>
            </p:cNvPr>
            <p:cNvSpPr>
              <a:spLocks/>
            </p:cNvSpPr>
            <p:nvPr/>
          </p:nvSpPr>
          <p:spPr bwMode="auto">
            <a:xfrm>
              <a:off x="3163" y="3458"/>
              <a:ext cx="23" cy="30"/>
            </a:xfrm>
            <a:custGeom>
              <a:avLst/>
              <a:gdLst>
                <a:gd name="T0" fmla="*/ 0 w 23"/>
                <a:gd name="T1" fmla="*/ 29 h 30"/>
                <a:gd name="T2" fmla="*/ 11 w 23"/>
                <a:gd name="T3" fmla="*/ 15 h 30"/>
                <a:gd name="T4" fmla="*/ 22 w 23"/>
                <a:gd name="T5" fmla="*/ 0 h 30"/>
                <a:gd name="T6" fmla="*/ 0 60000 65536"/>
                <a:gd name="T7" fmla="*/ 0 60000 65536"/>
                <a:gd name="T8" fmla="*/ 0 60000 65536"/>
              </a:gdLst>
              <a:ahLst/>
              <a:cxnLst>
                <a:cxn ang="T6">
                  <a:pos x="T0" y="T1"/>
                </a:cxn>
                <a:cxn ang="T7">
                  <a:pos x="T2" y="T3"/>
                </a:cxn>
                <a:cxn ang="T8">
                  <a:pos x="T4" y="T5"/>
                </a:cxn>
              </a:cxnLst>
              <a:rect l="0" t="0" r="r" b="b"/>
              <a:pathLst>
                <a:path w="23" h="30">
                  <a:moveTo>
                    <a:pt x="0" y="29"/>
                  </a:moveTo>
                  <a:lnTo>
                    <a:pt x="11" y="15"/>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59" name="Freeform 131">
              <a:extLst>
                <a:ext uri="{FF2B5EF4-FFF2-40B4-BE49-F238E27FC236}">
                  <a16:creationId xmlns:a16="http://schemas.microsoft.com/office/drawing/2014/main" id="{86D43D36-87A6-BAF5-309C-139C9E89412B}"/>
                </a:ext>
              </a:extLst>
            </p:cNvPr>
            <p:cNvSpPr>
              <a:spLocks/>
            </p:cNvSpPr>
            <p:nvPr/>
          </p:nvSpPr>
          <p:spPr bwMode="auto">
            <a:xfrm>
              <a:off x="3185" y="3426"/>
              <a:ext cx="23" cy="33"/>
            </a:xfrm>
            <a:custGeom>
              <a:avLst/>
              <a:gdLst>
                <a:gd name="T0" fmla="*/ 0 w 23"/>
                <a:gd name="T1" fmla="*/ 32 h 33"/>
                <a:gd name="T2" fmla="*/ 11 w 23"/>
                <a:gd name="T3" fmla="*/ 16 h 33"/>
                <a:gd name="T4" fmla="*/ 22 w 23"/>
                <a:gd name="T5" fmla="*/ 0 h 33"/>
                <a:gd name="T6" fmla="*/ 0 60000 65536"/>
                <a:gd name="T7" fmla="*/ 0 60000 65536"/>
                <a:gd name="T8" fmla="*/ 0 60000 65536"/>
              </a:gdLst>
              <a:ahLst/>
              <a:cxnLst>
                <a:cxn ang="T6">
                  <a:pos x="T0" y="T1"/>
                </a:cxn>
                <a:cxn ang="T7">
                  <a:pos x="T2" y="T3"/>
                </a:cxn>
                <a:cxn ang="T8">
                  <a:pos x="T4" y="T5"/>
                </a:cxn>
              </a:cxnLst>
              <a:rect l="0" t="0" r="r" b="b"/>
              <a:pathLst>
                <a:path w="23" h="33">
                  <a:moveTo>
                    <a:pt x="0" y="32"/>
                  </a:moveTo>
                  <a:lnTo>
                    <a:pt x="11" y="16"/>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0" name="Freeform 132">
              <a:extLst>
                <a:ext uri="{FF2B5EF4-FFF2-40B4-BE49-F238E27FC236}">
                  <a16:creationId xmlns:a16="http://schemas.microsoft.com/office/drawing/2014/main" id="{D8E14058-FD38-5FE1-03EE-55B5D699F265}"/>
                </a:ext>
              </a:extLst>
            </p:cNvPr>
            <p:cNvSpPr>
              <a:spLocks/>
            </p:cNvSpPr>
            <p:nvPr/>
          </p:nvSpPr>
          <p:spPr bwMode="auto">
            <a:xfrm>
              <a:off x="3207" y="3391"/>
              <a:ext cx="23" cy="36"/>
            </a:xfrm>
            <a:custGeom>
              <a:avLst/>
              <a:gdLst>
                <a:gd name="T0" fmla="*/ 0 w 23"/>
                <a:gd name="T1" fmla="*/ 35 h 36"/>
                <a:gd name="T2" fmla="*/ 11 w 23"/>
                <a:gd name="T3" fmla="*/ 18 h 36"/>
                <a:gd name="T4" fmla="*/ 22 w 23"/>
                <a:gd name="T5" fmla="*/ 0 h 36"/>
                <a:gd name="T6" fmla="*/ 0 60000 65536"/>
                <a:gd name="T7" fmla="*/ 0 60000 65536"/>
                <a:gd name="T8" fmla="*/ 0 60000 65536"/>
              </a:gdLst>
              <a:ahLst/>
              <a:cxnLst>
                <a:cxn ang="T6">
                  <a:pos x="T0" y="T1"/>
                </a:cxn>
                <a:cxn ang="T7">
                  <a:pos x="T2" y="T3"/>
                </a:cxn>
                <a:cxn ang="T8">
                  <a:pos x="T4" y="T5"/>
                </a:cxn>
              </a:cxnLst>
              <a:rect l="0" t="0" r="r" b="b"/>
              <a:pathLst>
                <a:path w="23" h="36">
                  <a:moveTo>
                    <a:pt x="0" y="35"/>
                  </a:moveTo>
                  <a:lnTo>
                    <a:pt x="11" y="18"/>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1" name="Freeform 133">
              <a:extLst>
                <a:ext uri="{FF2B5EF4-FFF2-40B4-BE49-F238E27FC236}">
                  <a16:creationId xmlns:a16="http://schemas.microsoft.com/office/drawing/2014/main" id="{C8692368-BB44-EC49-63DA-181A373C93E3}"/>
                </a:ext>
              </a:extLst>
            </p:cNvPr>
            <p:cNvSpPr>
              <a:spLocks/>
            </p:cNvSpPr>
            <p:nvPr/>
          </p:nvSpPr>
          <p:spPr bwMode="auto">
            <a:xfrm>
              <a:off x="3229" y="3352"/>
              <a:ext cx="23" cy="40"/>
            </a:xfrm>
            <a:custGeom>
              <a:avLst/>
              <a:gdLst>
                <a:gd name="T0" fmla="*/ 0 w 23"/>
                <a:gd name="T1" fmla="*/ 39 h 40"/>
                <a:gd name="T2" fmla="*/ 11 w 23"/>
                <a:gd name="T3" fmla="*/ 20 h 40"/>
                <a:gd name="T4" fmla="*/ 22 w 23"/>
                <a:gd name="T5" fmla="*/ 0 h 40"/>
                <a:gd name="T6" fmla="*/ 0 60000 65536"/>
                <a:gd name="T7" fmla="*/ 0 60000 65536"/>
                <a:gd name="T8" fmla="*/ 0 60000 65536"/>
              </a:gdLst>
              <a:ahLst/>
              <a:cxnLst>
                <a:cxn ang="T6">
                  <a:pos x="T0" y="T1"/>
                </a:cxn>
                <a:cxn ang="T7">
                  <a:pos x="T2" y="T3"/>
                </a:cxn>
                <a:cxn ang="T8">
                  <a:pos x="T4" y="T5"/>
                </a:cxn>
              </a:cxnLst>
              <a:rect l="0" t="0" r="r" b="b"/>
              <a:pathLst>
                <a:path w="23" h="40">
                  <a:moveTo>
                    <a:pt x="0" y="39"/>
                  </a:moveTo>
                  <a:lnTo>
                    <a:pt x="11" y="20"/>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2" name="Freeform 134">
              <a:extLst>
                <a:ext uri="{FF2B5EF4-FFF2-40B4-BE49-F238E27FC236}">
                  <a16:creationId xmlns:a16="http://schemas.microsoft.com/office/drawing/2014/main" id="{823441C5-99FA-8390-1374-16E0281C7A82}"/>
                </a:ext>
              </a:extLst>
            </p:cNvPr>
            <p:cNvSpPr>
              <a:spLocks/>
            </p:cNvSpPr>
            <p:nvPr/>
          </p:nvSpPr>
          <p:spPr bwMode="auto">
            <a:xfrm>
              <a:off x="3251" y="3309"/>
              <a:ext cx="23" cy="44"/>
            </a:xfrm>
            <a:custGeom>
              <a:avLst/>
              <a:gdLst>
                <a:gd name="T0" fmla="*/ 0 w 23"/>
                <a:gd name="T1" fmla="*/ 43 h 44"/>
                <a:gd name="T2" fmla="*/ 11 w 23"/>
                <a:gd name="T3" fmla="*/ 22 h 44"/>
                <a:gd name="T4" fmla="*/ 22 w 23"/>
                <a:gd name="T5" fmla="*/ 0 h 44"/>
                <a:gd name="T6" fmla="*/ 0 60000 65536"/>
                <a:gd name="T7" fmla="*/ 0 60000 65536"/>
                <a:gd name="T8" fmla="*/ 0 60000 65536"/>
              </a:gdLst>
              <a:ahLst/>
              <a:cxnLst>
                <a:cxn ang="T6">
                  <a:pos x="T0" y="T1"/>
                </a:cxn>
                <a:cxn ang="T7">
                  <a:pos x="T2" y="T3"/>
                </a:cxn>
                <a:cxn ang="T8">
                  <a:pos x="T4" y="T5"/>
                </a:cxn>
              </a:cxnLst>
              <a:rect l="0" t="0" r="r" b="b"/>
              <a:pathLst>
                <a:path w="23" h="44">
                  <a:moveTo>
                    <a:pt x="0" y="43"/>
                  </a:moveTo>
                  <a:lnTo>
                    <a:pt x="11" y="22"/>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3" name="Freeform 135">
              <a:extLst>
                <a:ext uri="{FF2B5EF4-FFF2-40B4-BE49-F238E27FC236}">
                  <a16:creationId xmlns:a16="http://schemas.microsoft.com/office/drawing/2014/main" id="{9958DC96-7982-AD7B-3269-DFB668D6960A}"/>
                </a:ext>
              </a:extLst>
            </p:cNvPr>
            <p:cNvSpPr>
              <a:spLocks/>
            </p:cNvSpPr>
            <p:nvPr/>
          </p:nvSpPr>
          <p:spPr bwMode="auto">
            <a:xfrm>
              <a:off x="3273" y="3262"/>
              <a:ext cx="23" cy="48"/>
            </a:xfrm>
            <a:custGeom>
              <a:avLst/>
              <a:gdLst>
                <a:gd name="T0" fmla="*/ 0 w 23"/>
                <a:gd name="T1" fmla="*/ 47 h 48"/>
                <a:gd name="T2" fmla="*/ 12 w 23"/>
                <a:gd name="T3" fmla="*/ 25 h 48"/>
                <a:gd name="T4" fmla="*/ 22 w 23"/>
                <a:gd name="T5" fmla="*/ 0 h 48"/>
                <a:gd name="T6" fmla="*/ 0 60000 65536"/>
                <a:gd name="T7" fmla="*/ 0 60000 65536"/>
                <a:gd name="T8" fmla="*/ 0 60000 65536"/>
              </a:gdLst>
              <a:ahLst/>
              <a:cxnLst>
                <a:cxn ang="T6">
                  <a:pos x="T0" y="T1"/>
                </a:cxn>
                <a:cxn ang="T7">
                  <a:pos x="T2" y="T3"/>
                </a:cxn>
                <a:cxn ang="T8">
                  <a:pos x="T4" y="T5"/>
                </a:cxn>
              </a:cxnLst>
              <a:rect l="0" t="0" r="r" b="b"/>
              <a:pathLst>
                <a:path w="23" h="48">
                  <a:moveTo>
                    <a:pt x="0" y="47"/>
                  </a:moveTo>
                  <a:lnTo>
                    <a:pt x="12" y="25"/>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0864" name="Freeform 136">
              <a:extLst>
                <a:ext uri="{FF2B5EF4-FFF2-40B4-BE49-F238E27FC236}">
                  <a16:creationId xmlns:a16="http://schemas.microsoft.com/office/drawing/2014/main" id="{0C987F2A-3BCF-0052-CC27-71992C0C7AA6}"/>
                </a:ext>
              </a:extLst>
            </p:cNvPr>
            <p:cNvSpPr>
              <a:spLocks/>
            </p:cNvSpPr>
            <p:nvPr/>
          </p:nvSpPr>
          <p:spPr bwMode="auto">
            <a:xfrm>
              <a:off x="3295" y="3210"/>
              <a:ext cx="23" cy="53"/>
            </a:xfrm>
            <a:custGeom>
              <a:avLst/>
              <a:gdLst>
                <a:gd name="T0" fmla="*/ 0 w 23"/>
                <a:gd name="T1" fmla="*/ 52 h 53"/>
                <a:gd name="T2" fmla="*/ 6 w 23"/>
                <a:gd name="T3" fmla="*/ 39 h 53"/>
                <a:gd name="T4" fmla="*/ 11 w 23"/>
                <a:gd name="T5" fmla="*/ 26 h 53"/>
                <a:gd name="T6" fmla="*/ 22 w 23"/>
                <a:gd name="T7" fmla="*/ 0 h 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53">
                  <a:moveTo>
                    <a:pt x="0" y="52"/>
                  </a:moveTo>
                  <a:lnTo>
                    <a:pt x="6" y="39"/>
                  </a:lnTo>
                  <a:lnTo>
                    <a:pt x="11" y="26"/>
                  </a:lnTo>
                  <a:lnTo>
                    <a:pt x="22" y="0"/>
                  </a:lnTo>
                </a:path>
              </a:pathLst>
            </a:custGeom>
            <a:noFill/>
            <a:ln w="12699" cap="rnd"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0784" name="Freeform 137">
            <a:extLst>
              <a:ext uri="{FF2B5EF4-FFF2-40B4-BE49-F238E27FC236}">
                <a16:creationId xmlns:a16="http://schemas.microsoft.com/office/drawing/2014/main" id="{C7BDABEA-38CB-AAA1-0E6C-9755B59A2ED7}"/>
              </a:ext>
            </a:extLst>
          </p:cNvPr>
          <p:cNvSpPr>
            <a:spLocks/>
          </p:cNvSpPr>
          <p:nvPr/>
        </p:nvSpPr>
        <p:spPr bwMode="auto">
          <a:xfrm>
            <a:off x="873125" y="5222875"/>
            <a:ext cx="1047750" cy="550863"/>
          </a:xfrm>
          <a:custGeom>
            <a:avLst/>
            <a:gdLst>
              <a:gd name="T0" fmla="*/ 0 w 715"/>
              <a:gd name="T1" fmla="*/ 2147483646 h 347"/>
              <a:gd name="T2" fmla="*/ 2147483646 w 715"/>
              <a:gd name="T3" fmla="*/ 2147483646 h 347"/>
              <a:gd name="T4" fmla="*/ 2147483646 w 715"/>
              <a:gd name="T5" fmla="*/ 2147483646 h 347"/>
              <a:gd name="T6" fmla="*/ 2147483646 w 715"/>
              <a:gd name="T7" fmla="*/ 2147483646 h 347"/>
              <a:gd name="T8" fmla="*/ 2147483646 w 715"/>
              <a:gd name="T9" fmla="*/ 0 h 347"/>
              <a:gd name="T10" fmla="*/ 2147483646 w 715"/>
              <a:gd name="T11" fmla="*/ 2147483646 h 347"/>
              <a:gd name="T12" fmla="*/ 2147483646 w 715"/>
              <a:gd name="T13" fmla="*/ 2147483646 h 347"/>
              <a:gd name="T14" fmla="*/ 2147483646 w 715"/>
              <a:gd name="T15" fmla="*/ 2147483646 h 347"/>
              <a:gd name="T16" fmla="*/ 2147483646 w 715"/>
              <a:gd name="T17" fmla="*/ 2147483646 h 347"/>
              <a:gd name="T18" fmla="*/ 2147483646 w 715"/>
              <a:gd name="T19" fmla="*/ 2147483646 h 347"/>
              <a:gd name="T20" fmla="*/ 0 w 715"/>
              <a:gd name="T21" fmla="*/ 2147483646 h 3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15" h="347">
                <a:moveTo>
                  <a:pt x="0" y="173"/>
                </a:moveTo>
                <a:lnTo>
                  <a:pt x="234" y="5"/>
                </a:lnTo>
                <a:lnTo>
                  <a:pt x="234" y="89"/>
                </a:lnTo>
                <a:lnTo>
                  <a:pt x="484" y="89"/>
                </a:lnTo>
                <a:lnTo>
                  <a:pt x="484" y="0"/>
                </a:lnTo>
                <a:lnTo>
                  <a:pt x="714" y="173"/>
                </a:lnTo>
                <a:lnTo>
                  <a:pt x="480" y="346"/>
                </a:lnTo>
                <a:lnTo>
                  <a:pt x="480" y="257"/>
                </a:lnTo>
                <a:lnTo>
                  <a:pt x="232" y="257"/>
                </a:lnTo>
                <a:lnTo>
                  <a:pt x="232" y="343"/>
                </a:lnTo>
                <a:lnTo>
                  <a:pt x="0" y="173"/>
                </a:lnTo>
              </a:path>
            </a:pathLst>
          </a:custGeom>
          <a:solidFill>
            <a:schemeClr val="bg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nvGrpSpPr>
          <p:cNvPr id="160785" name="Group 138">
            <a:extLst>
              <a:ext uri="{FF2B5EF4-FFF2-40B4-BE49-F238E27FC236}">
                <a16:creationId xmlns:a16="http://schemas.microsoft.com/office/drawing/2014/main" id="{6026DC44-39B3-8733-1F39-CE55581A51AF}"/>
              </a:ext>
            </a:extLst>
          </p:cNvPr>
          <p:cNvGrpSpPr>
            <a:grpSpLocks/>
          </p:cNvGrpSpPr>
          <p:nvPr/>
        </p:nvGrpSpPr>
        <p:grpSpPr bwMode="auto">
          <a:xfrm>
            <a:off x="5267325" y="5054600"/>
            <a:ext cx="661988" cy="815975"/>
            <a:chOff x="3595" y="3184"/>
            <a:chExt cx="451" cy="514"/>
          </a:xfrm>
        </p:grpSpPr>
        <p:sp>
          <p:nvSpPr>
            <p:cNvPr id="160821" name="Oval 139">
              <a:extLst>
                <a:ext uri="{FF2B5EF4-FFF2-40B4-BE49-F238E27FC236}">
                  <a16:creationId xmlns:a16="http://schemas.microsoft.com/office/drawing/2014/main" id="{3D396223-48E3-F144-BCD1-85A1F2CC54E9}"/>
                </a:ext>
              </a:extLst>
            </p:cNvPr>
            <p:cNvSpPr>
              <a:spLocks noChangeArrowheads="1"/>
            </p:cNvSpPr>
            <p:nvPr/>
          </p:nvSpPr>
          <p:spPr bwMode="auto">
            <a:xfrm>
              <a:off x="3595" y="3603"/>
              <a:ext cx="451" cy="95"/>
            </a:xfrm>
            <a:prstGeom prst="ellipse">
              <a:avLst/>
            </a:prstGeom>
            <a:solidFill>
              <a:schemeClr val="bg1"/>
            </a:solidFill>
            <a:ln w="12699">
              <a:solidFill>
                <a:schemeClr val="tx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0822" name="Rectangle 140">
              <a:extLst>
                <a:ext uri="{FF2B5EF4-FFF2-40B4-BE49-F238E27FC236}">
                  <a16:creationId xmlns:a16="http://schemas.microsoft.com/office/drawing/2014/main" id="{231F20CC-9433-F913-DAD0-6803B715AE76}"/>
                </a:ext>
              </a:extLst>
            </p:cNvPr>
            <p:cNvSpPr>
              <a:spLocks noChangeArrowheads="1"/>
            </p:cNvSpPr>
            <p:nvPr/>
          </p:nvSpPr>
          <p:spPr bwMode="auto">
            <a:xfrm>
              <a:off x="3595" y="3231"/>
              <a:ext cx="451" cy="419"/>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0823" name="Oval 141">
              <a:extLst>
                <a:ext uri="{FF2B5EF4-FFF2-40B4-BE49-F238E27FC236}">
                  <a16:creationId xmlns:a16="http://schemas.microsoft.com/office/drawing/2014/main" id="{7C533741-10B9-25B4-2627-37CFD8B62C2A}"/>
                </a:ext>
              </a:extLst>
            </p:cNvPr>
            <p:cNvSpPr>
              <a:spLocks noChangeArrowheads="1"/>
            </p:cNvSpPr>
            <p:nvPr/>
          </p:nvSpPr>
          <p:spPr bwMode="auto">
            <a:xfrm>
              <a:off x="3595" y="3184"/>
              <a:ext cx="451" cy="95"/>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0824" name="Oval 142">
              <a:extLst>
                <a:ext uri="{FF2B5EF4-FFF2-40B4-BE49-F238E27FC236}">
                  <a16:creationId xmlns:a16="http://schemas.microsoft.com/office/drawing/2014/main" id="{7F4045DF-45E7-1BE4-9369-E62797F0D6E5}"/>
                </a:ext>
              </a:extLst>
            </p:cNvPr>
            <p:cNvSpPr>
              <a:spLocks noChangeArrowheads="1"/>
            </p:cNvSpPr>
            <p:nvPr/>
          </p:nvSpPr>
          <p:spPr bwMode="auto">
            <a:xfrm>
              <a:off x="3601" y="3624"/>
              <a:ext cx="439" cy="52"/>
            </a:xfrm>
            <a:prstGeom prst="ellipse">
              <a:avLst/>
            </a:prstGeom>
            <a:solidFill>
              <a:schemeClr val="bg1"/>
            </a:solidFill>
            <a:ln>
              <a:noFill/>
            </a:ln>
            <a:effectLst/>
            <a:extLst>
              <a:ext uri="{91240B29-F687-4F45-9708-019B960494DF}">
                <a14:hiddenLine xmlns:a14="http://schemas.microsoft.com/office/drawing/2010/main" w="12699">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60786" name="Group 143">
            <a:extLst>
              <a:ext uri="{FF2B5EF4-FFF2-40B4-BE49-F238E27FC236}">
                <a16:creationId xmlns:a16="http://schemas.microsoft.com/office/drawing/2014/main" id="{C29D5FBD-EFED-D9A0-EAB4-67FBF627B5E6}"/>
              </a:ext>
            </a:extLst>
          </p:cNvPr>
          <p:cNvGrpSpPr>
            <a:grpSpLocks/>
          </p:cNvGrpSpPr>
          <p:nvPr/>
        </p:nvGrpSpPr>
        <p:grpSpPr bwMode="auto">
          <a:xfrm>
            <a:off x="838200" y="1609725"/>
            <a:ext cx="3527425" cy="271463"/>
            <a:chOff x="572" y="1014"/>
            <a:chExt cx="2407" cy="171"/>
          </a:xfrm>
        </p:grpSpPr>
        <p:sp>
          <p:nvSpPr>
            <p:cNvPr id="160818" name="Rectangle 144">
              <a:extLst>
                <a:ext uri="{FF2B5EF4-FFF2-40B4-BE49-F238E27FC236}">
                  <a16:creationId xmlns:a16="http://schemas.microsoft.com/office/drawing/2014/main" id="{B91D66A9-9BC4-85D8-F3C4-81D3318FCF78}"/>
                </a:ext>
              </a:extLst>
            </p:cNvPr>
            <p:cNvSpPr>
              <a:spLocks noChangeArrowheads="1"/>
            </p:cNvSpPr>
            <p:nvPr/>
          </p:nvSpPr>
          <p:spPr bwMode="auto">
            <a:xfrm>
              <a:off x="572" y="1034"/>
              <a:ext cx="2407" cy="1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554038">
                <a:defRPr>
                  <a:solidFill>
                    <a:schemeClr val="tx1"/>
                  </a:solidFill>
                  <a:latin typeface="Arial" panose="020B0604020202020204" pitchFamily="34" charset="0"/>
                  <a:cs typeface="Arial" panose="020B0604020202020204" pitchFamily="34" charset="0"/>
                </a:defRPr>
              </a:lvl1pPr>
              <a:lvl2pPr marL="742950" indent="-285750" defTabSz="554038">
                <a:defRPr>
                  <a:solidFill>
                    <a:schemeClr val="tx1"/>
                  </a:solidFill>
                  <a:latin typeface="Arial" panose="020B0604020202020204" pitchFamily="34" charset="0"/>
                  <a:cs typeface="Arial" panose="020B0604020202020204" pitchFamily="34" charset="0"/>
                </a:defRPr>
              </a:lvl2pPr>
              <a:lvl3pPr marL="1143000" indent="-228600" defTabSz="554038">
                <a:defRPr>
                  <a:solidFill>
                    <a:schemeClr val="tx1"/>
                  </a:solidFill>
                  <a:latin typeface="Arial" panose="020B0604020202020204" pitchFamily="34" charset="0"/>
                  <a:cs typeface="Arial" panose="020B0604020202020204" pitchFamily="34" charset="0"/>
                </a:defRPr>
              </a:lvl3pPr>
              <a:lvl4pPr marL="1600200" indent="-228600" defTabSz="554038">
                <a:defRPr>
                  <a:solidFill>
                    <a:schemeClr val="tx1"/>
                  </a:solidFill>
                  <a:latin typeface="Arial" panose="020B0604020202020204" pitchFamily="34" charset="0"/>
                  <a:cs typeface="Arial" panose="020B0604020202020204" pitchFamily="34" charset="0"/>
                </a:defRPr>
              </a:lvl4pPr>
              <a:lvl5pPr marL="2057400" indent="-228600" defTabSz="554038">
                <a:defRPr>
                  <a:solidFill>
                    <a:schemeClr val="tx1"/>
                  </a:solidFill>
                  <a:latin typeface="Arial" panose="020B0604020202020204" pitchFamily="34" charset="0"/>
                  <a:cs typeface="Arial" panose="020B0604020202020204" pitchFamily="34" charset="0"/>
                </a:defRPr>
              </a:lvl5pPr>
              <a:lvl6pPr marL="25146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554038"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50000"/>
                </a:spcBef>
              </a:pPr>
              <a:r>
                <a:rPr kumimoji="1" lang="en-US" altLang="ko-KR" sz="1400" b="1">
                  <a:ea typeface="굴림" panose="020B0600000101010101" pitchFamily="34" charset="-127"/>
                </a:rPr>
                <a:t>Exhibit Heading (Arial 14pt bold)</a:t>
              </a:r>
            </a:p>
          </p:txBody>
        </p:sp>
        <p:sp>
          <p:nvSpPr>
            <p:cNvPr id="160819" name="Line 145">
              <a:extLst>
                <a:ext uri="{FF2B5EF4-FFF2-40B4-BE49-F238E27FC236}">
                  <a16:creationId xmlns:a16="http://schemas.microsoft.com/office/drawing/2014/main" id="{90EA6710-6C1F-FCAC-5F56-01BA7F37A888}"/>
                </a:ext>
              </a:extLst>
            </p:cNvPr>
            <p:cNvSpPr>
              <a:spLocks noChangeShapeType="1"/>
            </p:cNvSpPr>
            <p:nvPr/>
          </p:nvSpPr>
          <p:spPr bwMode="auto">
            <a:xfrm>
              <a:off x="577" y="1014"/>
              <a:ext cx="1721" cy="0"/>
            </a:xfrm>
            <a:prstGeom prst="line">
              <a:avLst/>
            </a:prstGeom>
            <a:noFill/>
            <a:ln w="126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20" name="Line 146">
              <a:extLst>
                <a:ext uri="{FF2B5EF4-FFF2-40B4-BE49-F238E27FC236}">
                  <a16:creationId xmlns:a16="http://schemas.microsoft.com/office/drawing/2014/main" id="{8AA84A6C-BB21-C266-3170-E5117DCF223C}"/>
                </a:ext>
              </a:extLst>
            </p:cNvPr>
            <p:cNvSpPr>
              <a:spLocks noChangeShapeType="1"/>
            </p:cNvSpPr>
            <p:nvPr/>
          </p:nvSpPr>
          <p:spPr bwMode="auto">
            <a:xfrm>
              <a:off x="581" y="1185"/>
              <a:ext cx="1713" cy="0"/>
            </a:xfrm>
            <a:prstGeom prst="line">
              <a:avLst/>
            </a:prstGeom>
            <a:noFill/>
            <a:ln w="25399">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160787" name="Rectangle 147">
            <a:extLst>
              <a:ext uri="{FF2B5EF4-FFF2-40B4-BE49-F238E27FC236}">
                <a16:creationId xmlns:a16="http://schemas.microsoft.com/office/drawing/2014/main" id="{72D1B396-DCC7-D909-AD43-FF445CFD13F2}"/>
              </a:ext>
            </a:extLst>
          </p:cNvPr>
          <p:cNvSpPr>
            <a:spLocks noChangeArrowheads="1"/>
          </p:cNvSpPr>
          <p:nvPr/>
        </p:nvSpPr>
        <p:spPr bwMode="auto">
          <a:xfrm>
            <a:off x="7346950" y="2173288"/>
            <a:ext cx="1062038" cy="25400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wrap="none" lIns="90476" tIns="44444" rIns="90476" bIns="44444" anchor="ctr"/>
          <a:lstStyle>
            <a:lvl1pPr marL="190500" indent="-190500" defTabSz="762000">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62000">
              <a:tabLst>
                <a:tab pos="381000" algn="l"/>
              </a:tabLst>
              <a:defRPr>
                <a:solidFill>
                  <a:schemeClr val="tx1"/>
                </a:solidFill>
                <a:latin typeface="Arial" panose="020B0604020202020204" pitchFamily="34" charset="0"/>
                <a:cs typeface="Arial" panose="020B0604020202020204" pitchFamily="34" charset="0"/>
              </a:defRPr>
            </a:lvl2pPr>
            <a:lvl3pPr marL="952500" indent="190500" defTabSz="762000">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62000">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62000">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i="1">
                <a:ea typeface="굴림" panose="020B0600000101010101" pitchFamily="34" charset="-127"/>
              </a:rPr>
              <a:t>PRELIMINARY</a:t>
            </a:r>
          </a:p>
        </p:txBody>
      </p:sp>
      <p:sp>
        <p:nvSpPr>
          <p:cNvPr id="160788" name="Rectangle 148">
            <a:extLst>
              <a:ext uri="{FF2B5EF4-FFF2-40B4-BE49-F238E27FC236}">
                <a16:creationId xmlns:a16="http://schemas.microsoft.com/office/drawing/2014/main" id="{5619983E-4422-C910-10D8-F327262264EB}"/>
              </a:ext>
            </a:extLst>
          </p:cNvPr>
          <p:cNvSpPr>
            <a:spLocks noChangeArrowheads="1"/>
          </p:cNvSpPr>
          <p:nvPr/>
        </p:nvSpPr>
        <p:spPr bwMode="auto">
          <a:xfrm>
            <a:off x="7346950" y="1616075"/>
            <a:ext cx="1062038" cy="25400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wrap="none" lIns="90476" tIns="44444" rIns="90476" bIns="44444" anchor="ctr"/>
          <a:lstStyle>
            <a:lvl1pPr marL="190500" indent="-190500" defTabSz="762000">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62000">
              <a:tabLst>
                <a:tab pos="381000" algn="l"/>
              </a:tabLst>
              <a:defRPr>
                <a:solidFill>
                  <a:schemeClr val="tx1"/>
                </a:solidFill>
                <a:latin typeface="Arial" panose="020B0604020202020204" pitchFamily="34" charset="0"/>
                <a:cs typeface="Arial" panose="020B0604020202020204" pitchFamily="34" charset="0"/>
              </a:defRPr>
            </a:lvl2pPr>
            <a:lvl3pPr marL="952500" indent="190500" defTabSz="762000">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62000">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62000">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lgn="ctr"/>
            <a:r>
              <a:rPr kumimoji="1" lang="en-US" altLang="ko-KR" sz="1200" i="1">
                <a:ea typeface="굴림" panose="020B0600000101010101" pitchFamily="34" charset="-127"/>
              </a:rPr>
              <a:t>ILLUSTRATIVE</a:t>
            </a:r>
          </a:p>
        </p:txBody>
      </p:sp>
      <p:sp>
        <p:nvSpPr>
          <p:cNvPr id="160789" name="Rectangle 149">
            <a:extLst>
              <a:ext uri="{FF2B5EF4-FFF2-40B4-BE49-F238E27FC236}">
                <a16:creationId xmlns:a16="http://schemas.microsoft.com/office/drawing/2014/main" id="{E27BE0EC-8BA5-9222-1DD1-B3FE7F982619}"/>
              </a:ext>
            </a:extLst>
          </p:cNvPr>
          <p:cNvSpPr>
            <a:spLocks noChangeArrowheads="1"/>
          </p:cNvSpPr>
          <p:nvPr/>
        </p:nvSpPr>
        <p:spPr bwMode="auto">
          <a:xfrm>
            <a:off x="7615238" y="2692400"/>
            <a:ext cx="793750" cy="25400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wrap="none" lIns="90476" tIns="44444" rIns="90476" bIns="44444" anchor="ctr"/>
          <a:lstStyle>
            <a:lvl1pPr marL="190500" indent="-190500" defTabSz="762000">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62000">
              <a:tabLst>
                <a:tab pos="381000" algn="l"/>
              </a:tabLst>
              <a:defRPr>
                <a:solidFill>
                  <a:schemeClr val="tx1"/>
                </a:solidFill>
                <a:latin typeface="Arial" panose="020B0604020202020204" pitchFamily="34" charset="0"/>
                <a:cs typeface="Arial" panose="020B0604020202020204" pitchFamily="34" charset="0"/>
              </a:defRPr>
            </a:lvl2pPr>
            <a:lvl3pPr marL="952500" indent="190500" defTabSz="762000">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62000">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62000">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i="1">
                <a:ea typeface="굴림" panose="020B0600000101010101" pitchFamily="34" charset="-127"/>
              </a:rPr>
              <a:t>EXAMPLE</a:t>
            </a:r>
          </a:p>
        </p:txBody>
      </p:sp>
      <p:sp>
        <p:nvSpPr>
          <p:cNvPr id="160790" name="Rectangle 150">
            <a:extLst>
              <a:ext uri="{FF2B5EF4-FFF2-40B4-BE49-F238E27FC236}">
                <a16:creationId xmlns:a16="http://schemas.microsoft.com/office/drawing/2014/main" id="{14F29990-2858-F086-FC03-25C345AB61E0}"/>
              </a:ext>
            </a:extLst>
          </p:cNvPr>
          <p:cNvSpPr>
            <a:spLocks noChangeArrowheads="1"/>
          </p:cNvSpPr>
          <p:nvPr/>
        </p:nvSpPr>
        <p:spPr bwMode="auto">
          <a:xfrm>
            <a:off x="7562850" y="3201988"/>
            <a:ext cx="846138" cy="25400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wrap="none" lIns="90476" tIns="44444" rIns="90476" bIns="44444" anchor="ctr"/>
          <a:lstStyle>
            <a:lvl1pPr marL="190500" indent="-190500" defTabSz="762000">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62000">
              <a:tabLst>
                <a:tab pos="381000" algn="l"/>
              </a:tabLst>
              <a:defRPr>
                <a:solidFill>
                  <a:schemeClr val="tx1"/>
                </a:solidFill>
                <a:latin typeface="Arial" panose="020B0604020202020204" pitchFamily="34" charset="0"/>
                <a:cs typeface="Arial" panose="020B0604020202020204" pitchFamily="34" charset="0"/>
              </a:defRPr>
            </a:lvl2pPr>
            <a:lvl3pPr marL="952500" indent="190500" defTabSz="762000">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62000">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62000">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i="1">
                <a:ea typeface="굴림" panose="020B0600000101010101" pitchFamily="34" charset="-127"/>
              </a:rPr>
              <a:t>ESTIMATE</a:t>
            </a:r>
          </a:p>
        </p:txBody>
      </p:sp>
      <p:sp>
        <p:nvSpPr>
          <p:cNvPr id="160791" name="Rectangle 151">
            <a:extLst>
              <a:ext uri="{FF2B5EF4-FFF2-40B4-BE49-F238E27FC236}">
                <a16:creationId xmlns:a16="http://schemas.microsoft.com/office/drawing/2014/main" id="{BC2D32E0-CCDA-D13A-86F1-E4DC079CE304}"/>
              </a:ext>
            </a:extLst>
          </p:cNvPr>
          <p:cNvSpPr>
            <a:spLocks noChangeArrowheads="1"/>
          </p:cNvSpPr>
          <p:nvPr/>
        </p:nvSpPr>
        <p:spPr bwMode="auto">
          <a:xfrm>
            <a:off x="7813675" y="3711575"/>
            <a:ext cx="595313" cy="254000"/>
          </a:xfrm>
          <a:prstGeom prst="rect">
            <a:avLst/>
          </a:prstGeom>
          <a:solidFill>
            <a:schemeClr val="bg1"/>
          </a:solidFill>
          <a:ln w="12699">
            <a:solidFill>
              <a:schemeClr val="tx1"/>
            </a:solidFill>
            <a:miter lim="800000"/>
            <a:headEnd/>
            <a:tailEnd/>
          </a:ln>
          <a:effectLst>
            <a:outerShdw dist="35921" dir="2700000" algn="ctr" rotWithShape="0">
              <a:schemeClr val="bg2"/>
            </a:outerShdw>
          </a:effectLst>
        </p:spPr>
        <p:txBody>
          <a:bodyPr wrap="none" lIns="90476" tIns="44444" rIns="90476" bIns="44444" anchor="ctr"/>
          <a:lstStyle>
            <a:lvl1pPr marL="190500" indent="-190500" defTabSz="762000">
              <a:tabLst>
                <a:tab pos="381000" algn="l"/>
              </a:tabLst>
              <a:defRPr>
                <a:solidFill>
                  <a:schemeClr val="tx1"/>
                </a:solidFill>
                <a:latin typeface="Arial" panose="020B0604020202020204" pitchFamily="34" charset="0"/>
                <a:cs typeface="Arial" panose="020B0604020202020204" pitchFamily="34" charset="0"/>
              </a:defRPr>
            </a:lvl1pPr>
            <a:lvl2pPr marL="742950" indent="-285750" defTabSz="762000">
              <a:tabLst>
                <a:tab pos="381000" algn="l"/>
              </a:tabLst>
              <a:defRPr>
                <a:solidFill>
                  <a:schemeClr val="tx1"/>
                </a:solidFill>
                <a:latin typeface="Arial" panose="020B0604020202020204" pitchFamily="34" charset="0"/>
                <a:cs typeface="Arial" panose="020B0604020202020204" pitchFamily="34" charset="0"/>
              </a:defRPr>
            </a:lvl2pPr>
            <a:lvl3pPr marL="952500" indent="190500" defTabSz="762000">
              <a:tabLst>
                <a:tab pos="381000" algn="l"/>
              </a:tabLst>
              <a:defRPr>
                <a:solidFill>
                  <a:schemeClr val="tx1"/>
                </a:solidFill>
                <a:latin typeface="Arial" panose="020B0604020202020204" pitchFamily="34" charset="0"/>
                <a:cs typeface="Arial" panose="020B0604020202020204" pitchFamily="34" charset="0"/>
              </a:defRPr>
            </a:lvl3pPr>
            <a:lvl4pPr marL="1600200" indent="-228600" defTabSz="762000">
              <a:tabLst>
                <a:tab pos="381000" algn="l"/>
              </a:tabLst>
              <a:defRPr>
                <a:solidFill>
                  <a:schemeClr val="tx1"/>
                </a:solidFill>
                <a:latin typeface="Arial" panose="020B0604020202020204" pitchFamily="34" charset="0"/>
                <a:cs typeface="Arial" panose="020B0604020202020204" pitchFamily="34" charset="0"/>
              </a:defRPr>
            </a:lvl4pPr>
            <a:lvl5pPr marL="2057400" indent="-228600" defTabSz="762000">
              <a:tabLst>
                <a:tab pos="381000" algn="l"/>
              </a:tabLst>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tabLst>
                <a:tab pos="381000" algn="l"/>
              </a:tabLst>
              <a:defRPr>
                <a:solidFill>
                  <a:schemeClr val="tx1"/>
                </a:solidFill>
                <a:latin typeface="Arial" panose="020B0604020202020204" pitchFamily="34" charset="0"/>
                <a:cs typeface="Arial" panose="020B0604020202020204" pitchFamily="34" charset="0"/>
              </a:defRPr>
            </a:lvl9pPr>
          </a:lstStyle>
          <a:p>
            <a:pPr algn="ctr">
              <a:spcBef>
                <a:spcPct val="50000"/>
              </a:spcBef>
            </a:pPr>
            <a:r>
              <a:rPr kumimoji="1" lang="en-US" altLang="ko-KR" sz="1200" i="1">
                <a:ea typeface="굴림" panose="020B0600000101010101" pitchFamily="34" charset="-127"/>
              </a:rPr>
              <a:t>FINAL</a:t>
            </a:r>
          </a:p>
        </p:txBody>
      </p:sp>
      <p:sp>
        <p:nvSpPr>
          <p:cNvPr id="160792" name="Freeform 152">
            <a:extLst>
              <a:ext uri="{FF2B5EF4-FFF2-40B4-BE49-F238E27FC236}">
                <a16:creationId xmlns:a16="http://schemas.microsoft.com/office/drawing/2014/main" id="{411D22C4-69FA-1B37-EE1B-00F950DF12F6}"/>
              </a:ext>
            </a:extLst>
          </p:cNvPr>
          <p:cNvSpPr>
            <a:spLocks/>
          </p:cNvSpPr>
          <p:nvPr/>
        </p:nvSpPr>
        <p:spPr bwMode="auto">
          <a:xfrm>
            <a:off x="1154113" y="2671763"/>
            <a:ext cx="1201737" cy="666750"/>
          </a:xfrm>
          <a:custGeom>
            <a:avLst/>
            <a:gdLst>
              <a:gd name="T0" fmla="*/ 0 w 820"/>
              <a:gd name="T1" fmla="*/ 0 h 420"/>
              <a:gd name="T2" fmla="*/ 2147483646 w 820"/>
              <a:gd name="T3" fmla="*/ 0 h 420"/>
              <a:gd name="T4" fmla="*/ 2147483646 w 820"/>
              <a:gd name="T5" fmla="*/ 2147483646 h 420"/>
              <a:gd name="T6" fmla="*/ 2147483646 w 820"/>
              <a:gd name="T7" fmla="*/ 2147483646 h 420"/>
              <a:gd name="T8" fmla="*/ 2147483646 w 820"/>
              <a:gd name="T9" fmla="*/ 2147483646 h 420"/>
              <a:gd name="T10" fmla="*/ 2147483646 w 820"/>
              <a:gd name="T11" fmla="*/ 2147483646 h 420"/>
              <a:gd name="T12" fmla="*/ 2147483646 w 820"/>
              <a:gd name="T13" fmla="*/ 2147483646 h 420"/>
              <a:gd name="T14" fmla="*/ 2147483646 w 820"/>
              <a:gd name="T15" fmla="*/ 2147483646 h 420"/>
              <a:gd name="T16" fmla="*/ 2147483646 w 820"/>
              <a:gd name="T17" fmla="*/ 2147483646 h 420"/>
              <a:gd name="T18" fmla="*/ 2147483646 w 820"/>
              <a:gd name="T19" fmla="*/ 2147483646 h 420"/>
              <a:gd name="T20" fmla="*/ 0 w 820"/>
              <a:gd name="T21" fmla="*/ 2147483646 h 420"/>
              <a:gd name="T22" fmla="*/ 0 w 820"/>
              <a:gd name="T23" fmla="*/ 0 h 4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20" h="420">
                <a:moveTo>
                  <a:pt x="0" y="0"/>
                </a:moveTo>
                <a:lnTo>
                  <a:pt x="669" y="0"/>
                </a:lnTo>
                <a:lnTo>
                  <a:pt x="669" y="109"/>
                </a:lnTo>
                <a:lnTo>
                  <a:pt x="722" y="109"/>
                </a:lnTo>
                <a:lnTo>
                  <a:pt x="722" y="4"/>
                </a:lnTo>
                <a:lnTo>
                  <a:pt x="819" y="212"/>
                </a:lnTo>
                <a:lnTo>
                  <a:pt x="722" y="419"/>
                </a:lnTo>
                <a:lnTo>
                  <a:pt x="722" y="312"/>
                </a:lnTo>
                <a:lnTo>
                  <a:pt x="667" y="312"/>
                </a:lnTo>
                <a:lnTo>
                  <a:pt x="667" y="419"/>
                </a:lnTo>
                <a:lnTo>
                  <a:pt x="0" y="419"/>
                </a:lnTo>
                <a:lnTo>
                  <a:pt x="0" y="0"/>
                </a:lnTo>
              </a:path>
            </a:pathLst>
          </a:custGeom>
          <a:solidFill>
            <a:schemeClr val="bg1"/>
          </a:solidFill>
          <a:ln w="12699" cap="rnd" cmpd="sng">
            <a:solidFill>
              <a:schemeClr val="tx1"/>
            </a:solidFill>
            <a:prstDash val="solid"/>
            <a:round/>
            <a:headEnd type="none" w="med" len="med"/>
            <a:tailEnd type="none" w="med" len="med"/>
          </a:ln>
          <a:effectLst>
            <a:outerShdw dist="35921" dir="2700000" algn="ctr" rotWithShape="0">
              <a:schemeClr val="bg2"/>
            </a:outerShdw>
          </a:effectLst>
        </p:spPr>
        <p:txBody>
          <a:bodyPr/>
          <a:lstStyle/>
          <a:p>
            <a:endParaRPr lang="ko-KR" altLang="en-US"/>
          </a:p>
        </p:txBody>
      </p:sp>
      <p:sp>
        <p:nvSpPr>
          <p:cNvPr id="160793" name="Rectangle 153">
            <a:extLst>
              <a:ext uri="{FF2B5EF4-FFF2-40B4-BE49-F238E27FC236}">
                <a16:creationId xmlns:a16="http://schemas.microsoft.com/office/drawing/2014/main" id="{C53D0DF3-B80B-6A8D-C906-7AC36D9CAB10}"/>
              </a:ext>
            </a:extLst>
          </p:cNvPr>
          <p:cNvSpPr>
            <a:spLocks noChangeArrowheads="1"/>
          </p:cNvSpPr>
          <p:nvPr/>
        </p:nvSpPr>
        <p:spPr bwMode="auto">
          <a:xfrm>
            <a:off x="1200150" y="2689225"/>
            <a:ext cx="812800" cy="61753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26984" tIns="34920" rIns="26984" bIns="34920">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kumimoji="1" lang="en-US" altLang="ko-KR" sz="1200">
                <a:ea typeface="굴림" panose="020B0600000101010101" pitchFamily="34" charset="-127"/>
              </a:rPr>
              <a:t>12 point box</a:t>
            </a:r>
          </a:p>
          <a:p>
            <a:endParaRPr kumimoji="1" lang="en-US" altLang="ko-KR" sz="1200">
              <a:ea typeface="굴림" panose="020B0600000101010101" pitchFamily="34" charset="-127"/>
            </a:endParaRPr>
          </a:p>
          <a:p>
            <a:pPr latinLnBrk="1"/>
            <a:endParaRPr kumimoji="1" lang="ko-KR" altLang="en-US" sz="1200">
              <a:ea typeface="굴림" panose="020B0600000101010101" pitchFamily="34" charset="-127"/>
            </a:endParaRPr>
          </a:p>
        </p:txBody>
      </p:sp>
      <p:sp>
        <p:nvSpPr>
          <p:cNvPr id="160794" name="Rectangle 154">
            <a:extLst>
              <a:ext uri="{FF2B5EF4-FFF2-40B4-BE49-F238E27FC236}">
                <a16:creationId xmlns:a16="http://schemas.microsoft.com/office/drawing/2014/main" id="{2C0CF497-6AEE-7F4A-B4AB-6E899CF2B93C}"/>
              </a:ext>
            </a:extLst>
          </p:cNvPr>
          <p:cNvSpPr>
            <a:spLocks noChangeArrowheads="1"/>
          </p:cNvSpPr>
          <p:nvPr/>
        </p:nvSpPr>
        <p:spPr bwMode="auto">
          <a:xfrm>
            <a:off x="6529388" y="477838"/>
            <a:ext cx="2254250"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COMMON SYMBOLS</a:t>
            </a:r>
          </a:p>
        </p:txBody>
      </p:sp>
      <p:grpSp>
        <p:nvGrpSpPr>
          <p:cNvPr id="160795" name="Group 156">
            <a:extLst>
              <a:ext uri="{FF2B5EF4-FFF2-40B4-BE49-F238E27FC236}">
                <a16:creationId xmlns:a16="http://schemas.microsoft.com/office/drawing/2014/main" id="{6C35DC63-4F26-C844-3886-31C89D6BCC88}"/>
              </a:ext>
            </a:extLst>
          </p:cNvPr>
          <p:cNvGrpSpPr>
            <a:grpSpLocks/>
          </p:cNvGrpSpPr>
          <p:nvPr/>
        </p:nvGrpSpPr>
        <p:grpSpPr bwMode="auto">
          <a:xfrm>
            <a:off x="841375" y="2357438"/>
            <a:ext cx="220663" cy="222250"/>
            <a:chOff x="574" y="1485"/>
            <a:chExt cx="151" cy="140"/>
          </a:xfrm>
        </p:grpSpPr>
        <p:sp>
          <p:nvSpPr>
            <p:cNvPr id="160816" name="Arc 157">
              <a:extLst>
                <a:ext uri="{FF2B5EF4-FFF2-40B4-BE49-F238E27FC236}">
                  <a16:creationId xmlns:a16="http://schemas.microsoft.com/office/drawing/2014/main" id="{AF845F97-ADD6-4258-319A-E5762D7B8181}"/>
                </a:ext>
              </a:extLst>
            </p:cNvPr>
            <p:cNvSpPr>
              <a:spLocks/>
            </p:cNvSpPr>
            <p:nvPr/>
          </p:nvSpPr>
          <p:spPr bwMode="auto">
            <a:xfrm>
              <a:off x="648" y="1490"/>
              <a:ext cx="48" cy="66"/>
            </a:xfrm>
            <a:custGeom>
              <a:avLst/>
              <a:gdLst>
                <a:gd name="T0" fmla="*/ 0 w 14430"/>
                <a:gd name="T1" fmla="*/ 0 h 21600"/>
                <a:gd name="T2" fmla="*/ 0 w 14430"/>
                <a:gd name="T3" fmla="*/ 0 h 21600"/>
                <a:gd name="T4" fmla="*/ 0 w 14430"/>
                <a:gd name="T5" fmla="*/ 0 h 21600"/>
                <a:gd name="T6" fmla="*/ 0 60000 65536"/>
                <a:gd name="T7" fmla="*/ 0 60000 65536"/>
                <a:gd name="T8" fmla="*/ 0 60000 65536"/>
              </a:gdLst>
              <a:ahLst/>
              <a:cxnLst>
                <a:cxn ang="T6">
                  <a:pos x="T0" y="T1"/>
                </a:cxn>
                <a:cxn ang="T7">
                  <a:pos x="T2" y="T3"/>
                </a:cxn>
                <a:cxn ang="T8">
                  <a:pos x="T4" y="T5"/>
                </a:cxn>
              </a:cxnLst>
              <a:rect l="0" t="0" r="r" b="b"/>
              <a:pathLst>
                <a:path w="14430" h="21600" fill="none" extrusionOk="0">
                  <a:moveTo>
                    <a:pt x="0" y="33"/>
                  </a:moveTo>
                  <a:cubicBezTo>
                    <a:pt x="398" y="11"/>
                    <a:pt x="797" y="0"/>
                    <a:pt x="1197" y="0"/>
                  </a:cubicBezTo>
                  <a:cubicBezTo>
                    <a:pt x="5988" y="0"/>
                    <a:pt x="10643" y="1592"/>
                    <a:pt x="14429" y="4528"/>
                  </a:cubicBezTo>
                </a:path>
                <a:path w="14430" h="21600" stroke="0" extrusionOk="0">
                  <a:moveTo>
                    <a:pt x="0" y="33"/>
                  </a:moveTo>
                  <a:cubicBezTo>
                    <a:pt x="398" y="11"/>
                    <a:pt x="797" y="0"/>
                    <a:pt x="1197" y="0"/>
                  </a:cubicBezTo>
                  <a:cubicBezTo>
                    <a:pt x="5988" y="0"/>
                    <a:pt x="10643" y="1592"/>
                    <a:pt x="14429" y="4528"/>
                  </a:cubicBezTo>
                  <a:lnTo>
                    <a:pt x="1197" y="21600"/>
                  </a:lnTo>
                  <a:lnTo>
                    <a:pt x="0"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17" name="Oval 158">
              <a:extLst>
                <a:ext uri="{FF2B5EF4-FFF2-40B4-BE49-F238E27FC236}">
                  <a16:creationId xmlns:a16="http://schemas.microsoft.com/office/drawing/2014/main" id="{FA283C1E-8546-2131-C86A-396686D5295D}"/>
                </a:ext>
              </a:extLst>
            </p:cNvPr>
            <p:cNvSpPr>
              <a:spLocks noChangeArrowheads="1"/>
            </p:cNvSpPr>
            <p:nvPr/>
          </p:nvSpPr>
          <p:spPr bwMode="auto">
            <a:xfrm>
              <a:off x="574" y="1485"/>
              <a:ext cx="151" cy="140"/>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160796" name="Oval 159">
            <a:extLst>
              <a:ext uri="{FF2B5EF4-FFF2-40B4-BE49-F238E27FC236}">
                <a16:creationId xmlns:a16="http://schemas.microsoft.com/office/drawing/2014/main" id="{F9CEBD70-91AA-9F6D-316A-49541489DE5B}"/>
              </a:ext>
            </a:extLst>
          </p:cNvPr>
          <p:cNvSpPr>
            <a:spLocks noChangeArrowheads="1"/>
          </p:cNvSpPr>
          <p:nvPr/>
        </p:nvSpPr>
        <p:spPr bwMode="auto">
          <a:xfrm>
            <a:off x="841375" y="2092325"/>
            <a:ext cx="220663" cy="222250"/>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0797" name="Group 160">
            <a:extLst>
              <a:ext uri="{FF2B5EF4-FFF2-40B4-BE49-F238E27FC236}">
                <a16:creationId xmlns:a16="http://schemas.microsoft.com/office/drawing/2014/main" id="{CFD9F2D5-695A-9E96-6F56-8C0235D6418E}"/>
              </a:ext>
            </a:extLst>
          </p:cNvPr>
          <p:cNvGrpSpPr>
            <a:grpSpLocks/>
          </p:cNvGrpSpPr>
          <p:nvPr/>
        </p:nvGrpSpPr>
        <p:grpSpPr bwMode="auto">
          <a:xfrm>
            <a:off x="841375" y="2641600"/>
            <a:ext cx="220663" cy="220663"/>
            <a:chOff x="574" y="1664"/>
            <a:chExt cx="151" cy="139"/>
          </a:xfrm>
        </p:grpSpPr>
        <p:sp>
          <p:nvSpPr>
            <p:cNvPr id="160814" name="Arc 161">
              <a:extLst>
                <a:ext uri="{FF2B5EF4-FFF2-40B4-BE49-F238E27FC236}">
                  <a16:creationId xmlns:a16="http://schemas.microsoft.com/office/drawing/2014/main" id="{DD30D605-E606-7159-DD14-F26429DFACA0}"/>
                </a:ext>
              </a:extLst>
            </p:cNvPr>
            <p:cNvSpPr>
              <a:spLocks/>
            </p:cNvSpPr>
            <p:nvPr/>
          </p:nvSpPr>
          <p:spPr bwMode="auto">
            <a:xfrm>
              <a:off x="648" y="1668"/>
              <a:ext cx="75" cy="66"/>
            </a:xfrm>
            <a:custGeom>
              <a:avLst/>
              <a:gdLst>
                <a:gd name="T0" fmla="*/ 0 w 22787"/>
                <a:gd name="T1" fmla="*/ 0 h 21600"/>
                <a:gd name="T2" fmla="*/ 0 w 22787"/>
                <a:gd name="T3" fmla="*/ 0 h 21600"/>
                <a:gd name="T4" fmla="*/ 0 w 22787"/>
                <a:gd name="T5" fmla="*/ 0 h 21600"/>
                <a:gd name="T6" fmla="*/ 0 60000 65536"/>
                <a:gd name="T7" fmla="*/ 0 60000 65536"/>
                <a:gd name="T8" fmla="*/ 0 60000 65536"/>
              </a:gdLst>
              <a:ahLst/>
              <a:cxnLst>
                <a:cxn ang="T6">
                  <a:pos x="T0" y="T1"/>
                </a:cxn>
                <a:cxn ang="T7">
                  <a:pos x="T2" y="T3"/>
                </a:cxn>
                <a:cxn ang="T8">
                  <a:pos x="T4" y="T5"/>
                </a:cxn>
              </a:cxnLst>
              <a:rect l="0" t="0" r="r" b="b"/>
              <a:pathLst>
                <a:path w="22787" h="21600" fill="none" extrusionOk="0">
                  <a:moveTo>
                    <a:pt x="0" y="33"/>
                  </a:moveTo>
                  <a:cubicBezTo>
                    <a:pt x="398" y="11"/>
                    <a:pt x="797" y="0"/>
                    <a:pt x="1197" y="0"/>
                  </a:cubicBezTo>
                  <a:cubicBezTo>
                    <a:pt x="12864" y="0"/>
                    <a:pt x="22422" y="9265"/>
                    <a:pt x="22786" y="20927"/>
                  </a:cubicBezTo>
                </a:path>
                <a:path w="22787" h="21600" stroke="0" extrusionOk="0">
                  <a:moveTo>
                    <a:pt x="0" y="33"/>
                  </a:moveTo>
                  <a:cubicBezTo>
                    <a:pt x="398" y="11"/>
                    <a:pt x="797" y="0"/>
                    <a:pt x="1197" y="0"/>
                  </a:cubicBezTo>
                  <a:cubicBezTo>
                    <a:pt x="12864" y="0"/>
                    <a:pt x="22422" y="9265"/>
                    <a:pt x="22786" y="20927"/>
                  </a:cubicBezTo>
                  <a:lnTo>
                    <a:pt x="1197" y="21600"/>
                  </a:lnTo>
                  <a:lnTo>
                    <a:pt x="0"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15" name="Oval 162">
              <a:extLst>
                <a:ext uri="{FF2B5EF4-FFF2-40B4-BE49-F238E27FC236}">
                  <a16:creationId xmlns:a16="http://schemas.microsoft.com/office/drawing/2014/main" id="{6942327D-79FE-F806-FAA9-D23FB0BE16A3}"/>
                </a:ext>
              </a:extLst>
            </p:cNvPr>
            <p:cNvSpPr>
              <a:spLocks noChangeArrowheads="1"/>
            </p:cNvSpPr>
            <p:nvPr/>
          </p:nvSpPr>
          <p:spPr bwMode="auto">
            <a:xfrm>
              <a:off x="574" y="1664"/>
              <a:ext cx="151" cy="139"/>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60798" name="Group 163">
            <a:extLst>
              <a:ext uri="{FF2B5EF4-FFF2-40B4-BE49-F238E27FC236}">
                <a16:creationId xmlns:a16="http://schemas.microsoft.com/office/drawing/2014/main" id="{8D13B496-7469-1829-A9C1-0C825DAE9F44}"/>
              </a:ext>
            </a:extLst>
          </p:cNvPr>
          <p:cNvGrpSpPr>
            <a:grpSpLocks/>
          </p:cNvGrpSpPr>
          <p:nvPr/>
        </p:nvGrpSpPr>
        <p:grpSpPr bwMode="auto">
          <a:xfrm>
            <a:off x="841375" y="2955925"/>
            <a:ext cx="220663" cy="220663"/>
            <a:chOff x="574" y="1862"/>
            <a:chExt cx="151" cy="139"/>
          </a:xfrm>
        </p:grpSpPr>
        <p:sp>
          <p:nvSpPr>
            <p:cNvPr id="160812" name="Arc 164">
              <a:extLst>
                <a:ext uri="{FF2B5EF4-FFF2-40B4-BE49-F238E27FC236}">
                  <a16:creationId xmlns:a16="http://schemas.microsoft.com/office/drawing/2014/main" id="{9F066EA4-BD39-C956-4761-F5B12D9A7276}"/>
                </a:ext>
              </a:extLst>
            </p:cNvPr>
            <p:cNvSpPr>
              <a:spLocks/>
            </p:cNvSpPr>
            <p:nvPr/>
          </p:nvSpPr>
          <p:spPr bwMode="auto">
            <a:xfrm>
              <a:off x="648" y="1866"/>
              <a:ext cx="75" cy="115"/>
            </a:xfrm>
            <a:custGeom>
              <a:avLst/>
              <a:gdLst>
                <a:gd name="T0" fmla="*/ 0 w 22797"/>
                <a:gd name="T1" fmla="*/ 0 h 37832"/>
                <a:gd name="T2" fmla="*/ 0 w 22797"/>
                <a:gd name="T3" fmla="*/ 0 h 37832"/>
                <a:gd name="T4" fmla="*/ 0 w 22797"/>
                <a:gd name="T5" fmla="*/ 0 h 37832"/>
                <a:gd name="T6" fmla="*/ 0 60000 65536"/>
                <a:gd name="T7" fmla="*/ 0 60000 65536"/>
                <a:gd name="T8" fmla="*/ 0 60000 65536"/>
              </a:gdLst>
              <a:ahLst/>
              <a:cxnLst>
                <a:cxn ang="T6">
                  <a:pos x="T0" y="T1"/>
                </a:cxn>
                <a:cxn ang="T7">
                  <a:pos x="T2" y="T3"/>
                </a:cxn>
                <a:cxn ang="T8">
                  <a:pos x="T4" y="T5"/>
                </a:cxn>
              </a:cxnLst>
              <a:rect l="0" t="0" r="r" b="b"/>
              <a:pathLst>
                <a:path w="22797" h="37832" fill="none" extrusionOk="0">
                  <a:moveTo>
                    <a:pt x="0" y="33"/>
                  </a:moveTo>
                  <a:cubicBezTo>
                    <a:pt x="398" y="11"/>
                    <a:pt x="797" y="0"/>
                    <a:pt x="1197" y="0"/>
                  </a:cubicBezTo>
                  <a:cubicBezTo>
                    <a:pt x="13126" y="0"/>
                    <a:pt x="22797" y="9670"/>
                    <a:pt x="22797" y="21600"/>
                  </a:cubicBezTo>
                  <a:cubicBezTo>
                    <a:pt x="22797" y="27816"/>
                    <a:pt x="20118" y="33731"/>
                    <a:pt x="15447" y="37832"/>
                  </a:cubicBezTo>
                </a:path>
                <a:path w="22797" h="37832" stroke="0" extrusionOk="0">
                  <a:moveTo>
                    <a:pt x="0" y="33"/>
                  </a:moveTo>
                  <a:cubicBezTo>
                    <a:pt x="398" y="11"/>
                    <a:pt x="797" y="0"/>
                    <a:pt x="1197" y="0"/>
                  </a:cubicBezTo>
                  <a:cubicBezTo>
                    <a:pt x="13126" y="0"/>
                    <a:pt x="22797" y="9670"/>
                    <a:pt x="22797" y="21600"/>
                  </a:cubicBezTo>
                  <a:cubicBezTo>
                    <a:pt x="22797" y="27816"/>
                    <a:pt x="20118" y="33731"/>
                    <a:pt x="15447" y="37832"/>
                  </a:cubicBezTo>
                  <a:lnTo>
                    <a:pt x="1197" y="21600"/>
                  </a:lnTo>
                  <a:lnTo>
                    <a:pt x="0"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13" name="Oval 165">
              <a:extLst>
                <a:ext uri="{FF2B5EF4-FFF2-40B4-BE49-F238E27FC236}">
                  <a16:creationId xmlns:a16="http://schemas.microsoft.com/office/drawing/2014/main" id="{E2B62C98-56D8-C07E-4C4E-E9C3CA99C577}"/>
                </a:ext>
              </a:extLst>
            </p:cNvPr>
            <p:cNvSpPr>
              <a:spLocks noChangeArrowheads="1"/>
            </p:cNvSpPr>
            <p:nvPr/>
          </p:nvSpPr>
          <p:spPr bwMode="auto">
            <a:xfrm>
              <a:off x="574" y="1862"/>
              <a:ext cx="151" cy="139"/>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60799" name="Group 166">
            <a:extLst>
              <a:ext uri="{FF2B5EF4-FFF2-40B4-BE49-F238E27FC236}">
                <a16:creationId xmlns:a16="http://schemas.microsoft.com/office/drawing/2014/main" id="{08E5422A-F519-448D-EAE5-3EE79191DA0C}"/>
              </a:ext>
            </a:extLst>
          </p:cNvPr>
          <p:cNvGrpSpPr>
            <a:grpSpLocks/>
          </p:cNvGrpSpPr>
          <p:nvPr/>
        </p:nvGrpSpPr>
        <p:grpSpPr bwMode="auto">
          <a:xfrm>
            <a:off x="841375" y="3257550"/>
            <a:ext cx="220663" cy="225425"/>
            <a:chOff x="574" y="2052"/>
            <a:chExt cx="151" cy="142"/>
          </a:xfrm>
        </p:grpSpPr>
        <p:sp>
          <p:nvSpPr>
            <p:cNvPr id="160810" name="Arc 167">
              <a:extLst>
                <a:ext uri="{FF2B5EF4-FFF2-40B4-BE49-F238E27FC236}">
                  <a16:creationId xmlns:a16="http://schemas.microsoft.com/office/drawing/2014/main" id="{E32A756F-903A-B913-356E-EA784C33E7BB}"/>
                </a:ext>
              </a:extLst>
            </p:cNvPr>
            <p:cNvSpPr>
              <a:spLocks/>
            </p:cNvSpPr>
            <p:nvPr/>
          </p:nvSpPr>
          <p:spPr bwMode="auto">
            <a:xfrm>
              <a:off x="648" y="2058"/>
              <a:ext cx="75" cy="130"/>
            </a:xfrm>
            <a:custGeom>
              <a:avLst/>
              <a:gdLst>
                <a:gd name="T0" fmla="*/ 0 w 22807"/>
                <a:gd name="T1" fmla="*/ 0 h 43198"/>
                <a:gd name="T2" fmla="*/ 0 w 22807"/>
                <a:gd name="T3" fmla="*/ 0 h 43198"/>
                <a:gd name="T4" fmla="*/ 0 w 22807"/>
                <a:gd name="T5" fmla="*/ 0 h 43198"/>
                <a:gd name="T6" fmla="*/ 0 60000 65536"/>
                <a:gd name="T7" fmla="*/ 0 60000 65536"/>
                <a:gd name="T8" fmla="*/ 0 60000 65536"/>
              </a:gdLst>
              <a:ahLst/>
              <a:cxnLst>
                <a:cxn ang="T6">
                  <a:pos x="T0" y="T1"/>
                </a:cxn>
                <a:cxn ang="T7">
                  <a:pos x="T2" y="T3"/>
                </a:cxn>
                <a:cxn ang="T8">
                  <a:pos x="T4" y="T5"/>
                </a:cxn>
              </a:cxnLst>
              <a:rect l="0" t="0" r="r" b="b"/>
              <a:pathLst>
                <a:path w="22807" h="43198" fill="none" extrusionOk="0">
                  <a:moveTo>
                    <a:pt x="-1" y="33"/>
                  </a:moveTo>
                  <a:cubicBezTo>
                    <a:pt x="401" y="11"/>
                    <a:pt x="804" y="0"/>
                    <a:pt x="1207" y="0"/>
                  </a:cubicBezTo>
                  <a:cubicBezTo>
                    <a:pt x="13136" y="0"/>
                    <a:pt x="22807" y="9670"/>
                    <a:pt x="22807" y="21600"/>
                  </a:cubicBezTo>
                  <a:cubicBezTo>
                    <a:pt x="22807" y="33409"/>
                    <a:pt x="13322" y="43029"/>
                    <a:pt x="1513" y="43197"/>
                  </a:cubicBezTo>
                </a:path>
                <a:path w="22807" h="43198" stroke="0" extrusionOk="0">
                  <a:moveTo>
                    <a:pt x="-1" y="33"/>
                  </a:moveTo>
                  <a:cubicBezTo>
                    <a:pt x="401" y="11"/>
                    <a:pt x="804" y="0"/>
                    <a:pt x="1207" y="0"/>
                  </a:cubicBezTo>
                  <a:cubicBezTo>
                    <a:pt x="13136" y="0"/>
                    <a:pt x="22807" y="9670"/>
                    <a:pt x="22807" y="21600"/>
                  </a:cubicBezTo>
                  <a:cubicBezTo>
                    <a:pt x="22807" y="33409"/>
                    <a:pt x="13322" y="43029"/>
                    <a:pt x="1513" y="43197"/>
                  </a:cubicBezTo>
                  <a:lnTo>
                    <a:pt x="1207" y="21600"/>
                  </a:lnTo>
                  <a:lnTo>
                    <a:pt x="-1"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11" name="Oval 168">
              <a:extLst>
                <a:ext uri="{FF2B5EF4-FFF2-40B4-BE49-F238E27FC236}">
                  <a16:creationId xmlns:a16="http://schemas.microsoft.com/office/drawing/2014/main" id="{431B505A-AD4F-7F42-FF2E-0F6B36F856E0}"/>
                </a:ext>
              </a:extLst>
            </p:cNvPr>
            <p:cNvSpPr>
              <a:spLocks noChangeArrowheads="1"/>
            </p:cNvSpPr>
            <p:nvPr/>
          </p:nvSpPr>
          <p:spPr bwMode="auto">
            <a:xfrm>
              <a:off x="574" y="2052"/>
              <a:ext cx="151" cy="142"/>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60800" name="Group 169">
            <a:extLst>
              <a:ext uri="{FF2B5EF4-FFF2-40B4-BE49-F238E27FC236}">
                <a16:creationId xmlns:a16="http://schemas.microsoft.com/office/drawing/2014/main" id="{CFCB87E5-00EF-FBB5-9250-580DB7C1D0AC}"/>
              </a:ext>
            </a:extLst>
          </p:cNvPr>
          <p:cNvGrpSpPr>
            <a:grpSpLocks/>
          </p:cNvGrpSpPr>
          <p:nvPr/>
        </p:nvGrpSpPr>
        <p:grpSpPr bwMode="auto">
          <a:xfrm>
            <a:off x="841375" y="3552825"/>
            <a:ext cx="220663" cy="222250"/>
            <a:chOff x="574" y="2238"/>
            <a:chExt cx="151" cy="140"/>
          </a:xfrm>
        </p:grpSpPr>
        <p:sp>
          <p:nvSpPr>
            <p:cNvPr id="160808" name="Arc 170">
              <a:extLst>
                <a:ext uri="{FF2B5EF4-FFF2-40B4-BE49-F238E27FC236}">
                  <a16:creationId xmlns:a16="http://schemas.microsoft.com/office/drawing/2014/main" id="{703179C9-6AA2-E252-439A-3209F8EE49C6}"/>
                </a:ext>
              </a:extLst>
            </p:cNvPr>
            <p:cNvSpPr>
              <a:spLocks/>
            </p:cNvSpPr>
            <p:nvPr/>
          </p:nvSpPr>
          <p:spPr bwMode="auto">
            <a:xfrm>
              <a:off x="603" y="2243"/>
              <a:ext cx="120" cy="131"/>
            </a:xfrm>
            <a:custGeom>
              <a:avLst/>
              <a:gdLst>
                <a:gd name="T0" fmla="*/ 0 w 36191"/>
                <a:gd name="T1" fmla="*/ 0 h 43200"/>
                <a:gd name="T2" fmla="*/ 0 w 36191"/>
                <a:gd name="T3" fmla="*/ 0 h 43200"/>
                <a:gd name="T4" fmla="*/ 0 w 36191"/>
                <a:gd name="T5" fmla="*/ 0 h 43200"/>
                <a:gd name="T6" fmla="*/ 0 60000 65536"/>
                <a:gd name="T7" fmla="*/ 0 60000 65536"/>
                <a:gd name="T8" fmla="*/ 0 60000 65536"/>
              </a:gdLst>
              <a:ahLst/>
              <a:cxnLst>
                <a:cxn ang="T6">
                  <a:pos x="T0" y="T1"/>
                </a:cxn>
                <a:cxn ang="T7">
                  <a:pos x="T2" y="T3"/>
                </a:cxn>
                <a:cxn ang="T8">
                  <a:pos x="T4" y="T5"/>
                </a:cxn>
              </a:cxnLst>
              <a:rect l="0" t="0" r="r" b="b"/>
              <a:pathLst>
                <a:path w="36191" h="43200" fill="none" extrusionOk="0">
                  <a:moveTo>
                    <a:pt x="13394" y="33"/>
                  </a:moveTo>
                  <a:cubicBezTo>
                    <a:pt x="13792" y="11"/>
                    <a:pt x="14191" y="0"/>
                    <a:pt x="14591" y="0"/>
                  </a:cubicBezTo>
                  <a:cubicBezTo>
                    <a:pt x="26520" y="0"/>
                    <a:pt x="36191" y="9670"/>
                    <a:pt x="36191" y="21600"/>
                  </a:cubicBezTo>
                  <a:cubicBezTo>
                    <a:pt x="36191" y="33529"/>
                    <a:pt x="26520" y="43200"/>
                    <a:pt x="14591" y="43200"/>
                  </a:cubicBezTo>
                  <a:cubicBezTo>
                    <a:pt x="9189" y="43200"/>
                    <a:pt x="3983" y="41175"/>
                    <a:pt x="0" y="37526"/>
                  </a:cubicBezTo>
                </a:path>
                <a:path w="36191" h="43200" stroke="0" extrusionOk="0">
                  <a:moveTo>
                    <a:pt x="13394" y="33"/>
                  </a:moveTo>
                  <a:cubicBezTo>
                    <a:pt x="13792" y="11"/>
                    <a:pt x="14191" y="0"/>
                    <a:pt x="14591" y="0"/>
                  </a:cubicBezTo>
                  <a:cubicBezTo>
                    <a:pt x="26520" y="0"/>
                    <a:pt x="36191" y="9670"/>
                    <a:pt x="36191" y="21600"/>
                  </a:cubicBezTo>
                  <a:cubicBezTo>
                    <a:pt x="36191" y="33529"/>
                    <a:pt x="26520" y="43200"/>
                    <a:pt x="14591" y="43200"/>
                  </a:cubicBezTo>
                  <a:cubicBezTo>
                    <a:pt x="9189" y="43200"/>
                    <a:pt x="3983" y="41175"/>
                    <a:pt x="0" y="37526"/>
                  </a:cubicBezTo>
                  <a:lnTo>
                    <a:pt x="14591" y="21600"/>
                  </a:lnTo>
                  <a:lnTo>
                    <a:pt x="13394"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09" name="Oval 171">
              <a:extLst>
                <a:ext uri="{FF2B5EF4-FFF2-40B4-BE49-F238E27FC236}">
                  <a16:creationId xmlns:a16="http://schemas.microsoft.com/office/drawing/2014/main" id="{8A031801-1B18-A83F-DD5E-222726F6B045}"/>
                </a:ext>
              </a:extLst>
            </p:cNvPr>
            <p:cNvSpPr>
              <a:spLocks noChangeArrowheads="1"/>
            </p:cNvSpPr>
            <p:nvPr/>
          </p:nvSpPr>
          <p:spPr bwMode="auto">
            <a:xfrm>
              <a:off x="574" y="2238"/>
              <a:ext cx="151" cy="140"/>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60801" name="Group 172">
            <a:extLst>
              <a:ext uri="{FF2B5EF4-FFF2-40B4-BE49-F238E27FC236}">
                <a16:creationId xmlns:a16="http://schemas.microsoft.com/office/drawing/2014/main" id="{5BA2E3C3-08F5-E33C-DCEA-E1A745FE364A}"/>
              </a:ext>
            </a:extLst>
          </p:cNvPr>
          <p:cNvGrpSpPr>
            <a:grpSpLocks/>
          </p:cNvGrpSpPr>
          <p:nvPr/>
        </p:nvGrpSpPr>
        <p:grpSpPr bwMode="auto">
          <a:xfrm>
            <a:off x="841375" y="3833813"/>
            <a:ext cx="220663" cy="220662"/>
            <a:chOff x="574" y="2415"/>
            <a:chExt cx="151" cy="139"/>
          </a:xfrm>
        </p:grpSpPr>
        <p:sp>
          <p:nvSpPr>
            <p:cNvPr id="160806" name="Arc 173">
              <a:extLst>
                <a:ext uri="{FF2B5EF4-FFF2-40B4-BE49-F238E27FC236}">
                  <a16:creationId xmlns:a16="http://schemas.microsoft.com/office/drawing/2014/main" id="{77DE549D-C6BA-6757-F56E-30A18D710A8A}"/>
                </a:ext>
              </a:extLst>
            </p:cNvPr>
            <p:cNvSpPr>
              <a:spLocks/>
            </p:cNvSpPr>
            <p:nvPr/>
          </p:nvSpPr>
          <p:spPr bwMode="auto">
            <a:xfrm>
              <a:off x="580" y="2419"/>
              <a:ext cx="143" cy="13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0402" y="33"/>
                  </a:moveTo>
                  <a:cubicBezTo>
                    <a:pt x="20800" y="11"/>
                    <a:pt x="21200" y="0"/>
                    <a:pt x="21600" y="0"/>
                  </a:cubicBezTo>
                  <a:cubicBezTo>
                    <a:pt x="33529" y="0"/>
                    <a:pt x="43200" y="9670"/>
                    <a:pt x="43200" y="21600"/>
                  </a:cubicBezTo>
                  <a:cubicBezTo>
                    <a:pt x="43200" y="33529"/>
                    <a:pt x="33529" y="43200"/>
                    <a:pt x="21600" y="43200"/>
                  </a:cubicBezTo>
                  <a:cubicBezTo>
                    <a:pt x="9670" y="43200"/>
                    <a:pt x="0" y="33529"/>
                    <a:pt x="0" y="21600"/>
                  </a:cubicBezTo>
                  <a:cubicBezTo>
                    <a:pt x="0" y="21492"/>
                    <a:pt x="0" y="21384"/>
                    <a:pt x="2" y="21277"/>
                  </a:cubicBezTo>
                </a:path>
                <a:path w="43200" h="43200" stroke="0" extrusionOk="0">
                  <a:moveTo>
                    <a:pt x="20402" y="33"/>
                  </a:moveTo>
                  <a:cubicBezTo>
                    <a:pt x="20800" y="11"/>
                    <a:pt x="21200" y="0"/>
                    <a:pt x="21600" y="0"/>
                  </a:cubicBezTo>
                  <a:cubicBezTo>
                    <a:pt x="33529" y="0"/>
                    <a:pt x="43200" y="9670"/>
                    <a:pt x="43200" y="21600"/>
                  </a:cubicBezTo>
                  <a:cubicBezTo>
                    <a:pt x="43200" y="33529"/>
                    <a:pt x="33529" y="43200"/>
                    <a:pt x="21600" y="43200"/>
                  </a:cubicBezTo>
                  <a:cubicBezTo>
                    <a:pt x="9670" y="43200"/>
                    <a:pt x="0" y="33529"/>
                    <a:pt x="0" y="21600"/>
                  </a:cubicBezTo>
                  <a:cubicBezTo>
                    <a:pt x="0" y="21492"/>
                    <a:pt x="0" y="21384"/>
                    <a:pt x="2" y="21277"/>
                  </a:cubicBezTo>
                  <a:lnTo>
                    <a:pt x="21600" y="21600"/>
                  </a:lnTo>
                  <a:lnTo>
                    <a:pt x="20402"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07" name="Oval 174">
              <a:extLst>
                <a:ext uri="{FF2B5EF4-FFF2-40B4-BE49-F238E27FC236}">
                  <a16:creationId xmlns:a16="http://schemas.microsoft.com/office/drawing/2014/main" id="{834A5C34-99B3-967B-0164-8FDD166D7A33}"/>
                </a:ext>
              </a:extLst>
            </p:cNvPr>
            <p:cNvSpPr>
              <a:spLocks noChangeArrowheads="1"/>
            </p:cNvSpPr>
            <p:nvPr/>
          </p:nvSpPr>
          <p:spPr bwMode="auto">
            <a:xfrm>
              <a:off x="574" y="2415"/>
              <a:ext cx="151" cy="139"/>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pSp>
        <p:nvGrpSpPr>
          <p:cNvPr id="160802" name="Group 175">
            <a:extLst>
              <a:ext uri="{FF2B5EF4-FFF2-40B4-BE49-F238E27FC236}">
                <a16:creationId xmlns:a16="http://schemas.microsoft.com/office/drawing/2014/main" id="{4821C440-A9FE-928E-F32F-E4458414C042}"/>
              </a:ext>
            </a:extLst>
          </p:cNvPr>
          <p:cNvGrpSpPr>
            <a:grpSpLocks/>
          </p:cNvGrpSpPr>
          <p:nvPr/>
        </p:nvGrpSpPr>
        <p:grpSpPr bwMode="auto">
          <a:xfrm>
            <a:off x="841375" y="4119563"/>
            <a:ext cx="220663" cy="220662"/>
            <a:chOff x="574" y="2595"/>
            <a:chExt cx="151" cy="139"/>
          </a:xfrm>
        </p:grpSpPr>
        <p:sp>
          <p:nvSpPr>
            <p:cNvPr id="160804" name="Arc 176">
              <a:extLst>
                <a:ext uri="{FF2B5EF4-FFF2-40B4-BE49-F238E27FC236}">
                  <a16:creationId xmlns:a16="http://schemas.microsoft.com/office/drawing/2014/main" id="{BB09D7E7-36F4-8A3F-2306-7972BC117AB7}"/>
                </a:ext>
              </a:extLst>
            </p:cNvPr>
            <p:cNvSpPr>
              <a:spLocks/>
            </p:cNvSpPr>
            <p:nvPr/>
          </p:nvSpPr>
          <p:spPr bwMode="auto">
            <a:xfrm>
              <a:off x="580" y="2599"/>
              <a:ext cx="143" cy="133"/>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0402" y="33"/>
                  </a:moveTo>
                  <a:cubicBezTo>
                    <a:pt x="20800" y="11"/>
                    <a:pt x="21200" y="0"/>
                    <a:pt x="21600" y="0"/>
                  </a:cubicBezTo>
                  <a:cubicBezTo>
                    <a:pt x="33529" y="0"/>
                    <a:pt x="43200" y="9670"/>
                    <a:pt x="43200" y="21600"/>
                  </a:cubicBezTo>
                  <a:cubicBezTo>
                    <a:pt x="43200" y="33529"/>
                    <a:pt x="33529" y="43200"/>
                    <a:pt x="21600" y="43200"/>
                  </a:cubicBezTo>
                  <a:cubicBezTo>
                    <a:pt x="9670" y="43200"/>
                    <a:pt x="0" y="33529"/>
                    <a:pt x="0" y="21600"/>
                  </a:cubicBezTo>
                  <a:cubicBezTo>
                    <a:pt x="0" y="16199"/>
                    <a:pt x="2023" y="10994"/>
                    <a:pt x="5671" y="7011"/>
                  </a:cubicBezTo>
                </a:path>
                <a:path w="43200" h="43200" stroke="0" extrusionOk="0">
                  <a:moveTo>
                    <a:pt x="20402" y="33"/>
                  </a:moveTo>
                  <a:cubicBezTo>
                    <a:pt x="20800" y="11"/>
                    <a:pt x="21200" y="0"/>
                    <a:pt x="21600" y="0"/>
                  </a:cubicBezTo>
                  <a:cubicBezTo>
                    <a:pt x="33529" y="0"/>
                    <a:pt x="43200" y="9670"/>
                    <a:pt x="43200" y="21600"/>
                  </a:cubicBezTo>
                  <a:cubicBezTo>
                    <a:pt x="43200" y="33529"/>
                    <a:pt x="33529" y="43200"/>
                    <a:pt x="21600" y="43200"/>
                  </a:cubicBezTo>
                  <a:cubicBezTo>
                    <a:pt x="9670" y="43200"/>
                    <a:pt x="0" y="33529"/>
                    <a:pt x="0" y="21600"/>
                  </a:cubicBezTo>
                  <a:cubicBezTo>
                    <a:pt x="0" y="16199"/>
                    <a:pt x="2023" y="10994"/>
                    <a:pt x="5671" y="7011"/>
                  </a:cubicBezTo>
                  <a:lnTo>
                    <a:pt x="21600" y="21600"/>
                  </a:lnTo>
                  <a:lnTo>
                    <a:pt x="20402" y="33"/>
                  </a:lnTo>
                  <a:close/>
                </a:path>
              </a:pathLst>
            </a:custGeom>
            <a:solidFill>
              <a:schemeClr val="tx1"/>
            </a:solidFill>
            <a:ln w="12699"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160805" name="Oval 177">
              <a:extLst>
                <a:ext uri="{FF2B5EF4-FFF2-40B4-BE49-F238E27FC236}">
                  <a16:creationId xmlns:a16="http://schemas.microsoft.com/office/drawing/2014/main" id="{9AC3A594-DD5C-4D0E-373D-71DF0453BCD9}"/>
                </a:ext>
              </a:extLst>
            </p:cNvPr>
            <p:cNvSpPr>
              <a:spLocks noChangeArrowheads="1"/>
            </p:cNvSpPr>
            <p:nvPr/>
          </p:nvSpPr>
          <p:spPr bwMode="auto">
            <a:xfrm>
              <a:off x="574" y="2595"/>
              <a:ext cx="151" cy="139"/>
            </a:xfrm>
            <a:prstGeom prst="ellipse">
              <a:avLst/>
            </a:prstGeom>
            <a:noFill/>
            <a:ln w="12699">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160803" name="Oval 178">
            <a:extLst>
              <a:ext uri="{FF2B5EF4-FFF2-40B4-BE49-F238E27FC236}">
                <a16:creationId xmlns:a16="http://schemas.microsoft.com/office/drawing/2014/main" id="{BE59FCB8-BF9B-E08E-11A0-81C021A88380}"/>
              </a:ext>
            </a:extLst>
          </p:cNvPr>
          <p:cNvSpPr>
            <a:spLocks noChangeArrowheads="1"/>
          </p:cNvSpPr>
          <p:nvPr/>
        </p:nvSpPr>
        <p:spPr bwMode="auto">
          <a:xfrm>
            <a:off x="841375" y="4410075"/>
            <a:ext cx="220663" cy="222250"/>
          </a:xfrm>
          <a:prstGeom prst="ellipse">
            <a:avLst/>
          </a:prstGeom>
          <a:solidFill>
            <a:schemeClr val="tx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바닥글 개체 틀 2">
            <a:extLst>
              <a:ext uri="{FF2B5EF4-FFF2-40B4-BE49-F238E27FC236}">
                <a16:creationId xmlns:a16="http://schemas.microsoft.com/office/drawing/2014/main" id="{1BF29C3D-E060-DCCA-8814-9AE70D3320A0}"/>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3A3658F7-896F-FB4A-9F25-609C7F34DDD0}"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62818" name="슬라이드 번호 개체 틀 3">
            <a:extLst>
              <a:ext uri="{FF2B5EF4-FFF2-40B4-BE49-F238E27FC236}">
                <a16:creationId xmlns:a16="http://schemas.microsoft.com/office/drawing/2014/main" id="{46EBF609-5097-7528-7542-145F1B8A456D}"/>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08DD1874-A9D6-2940-A928-BC10E85CCBE1}" type="slidenum">
              <a:rPr lang="ko-KR" altLang="en-US">
                <a:solidFill>
                  <a:schemeClr val="bg1"/>
                </a:solidFill>
                <a:ea typeface="굴림" panose="020B0600000101010101" pitchFamily="34" charset="-127"/>
              </a:rPr>
              <a:pPr/>
              <a:t>30</a:t>
            </a:fld>
            <a:endParaRPr lang="en-US" altLang="ko-KR">
              <a:solidFill>
                <a:schemeClr val="bg1"/>
              </a:solidFill>
              <a:ea typeface="굴림" panose="020B0600000101010101" pitchFamily="34" charset="-127"/>
            </a:endParaRPr>
          </a:p>
        </p:txBody>
      </p:sp>
      <p:sp>
        <p:nvSpPr>
          <p:cNvPr id="162819" name="Rectangle 4">
            <a:extLst>
              <a:ext uri="{FF2B5EF4-FFF2-40B4-BE49-F238E27FC236}">
                <a16:creationId xmlns:a16="http://schemas.microsoft.com/office/drawing/2014/main" id="{BC08C00D-4D31-4F1C-2958-FF2C7C05E888}"/>
              </a:ext>
            </a:extLst>
          </p:cNvPr>
          <p:cNvSpPr>
            <a:spLocks noChangeArrowheads="1"/>
          </p:cNvSpPr>
          <p:nvPr/>
        </p:nvSpPr>
        <p:spPr bwMode="auto">
          <a:xfrm rot="-5400000">
            <a:off x="608012" y="3797301"/>
            <a:ext cx="152876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6825" tIns="47619" rIns="96825" bIns="47619" anchor="ctr">
            <a:spAutoFit/>
          </a:bodyPr>
          <a:lstStyle>
            <a:lvl1pPr defTabSz="1008063">
              <a:defRPr>
                <a:solidFill>
                  <a:schemeClr val="tx1"/>
                </a:solidFill>
                <a:latin typeface="Arial" panose="020B0604020202020204" pitchFamily="34" charset="0"/>
                <a:cs typeface="Arial" panose="020B0604020202020204" pitchFamily="34" charset="0"/>
              </a:defRPr>
            </a:lvl1pPr>
            <a:lvl2pPr marL="742950" indent="-285750" defTabSz="1008063">
              <a:defRPr>
                <a:solidFill>
                  <a:schemeClr val="tx1"/>
                </a:solidFill>
                <a:latin typeface="Arial" panose="020B0604020202020204" pitchFamily="34" charset="0"/>
                <a:cs typeface="Arial" panose="020B0604020202020204" pitchFamily="34" charset="0"/>
              </a:defRPr>
            </a:lvl2pPr>
            <a:lvl3pPr marL="1143000" indent="-228600" defTabSz="1008063">
              <a:defRPr>
                <a:solidFill>
                  <a:schemeClr val="tx1"/>
                </a:solidFill>
                <a:latin typeface="Arial" panose="020B0604020202020204" pitchFamily="34" charset="0"/>
                <a:cs typeface="Arial" panose="020B0604020202020204" pitchFamily="34" charset="0"/>
              </a:defRPr>
            </a:lvl3pPr>
            <a:lvl4pPr marL="1600200" indent="-228600" defTabSz="1008063">
              <a:defRPr>
                <a:solidFill>
                  <a:schemeClr val="tx1"/>
                </a:solidFill>
                <a:latin typeface="Arial" panose="020B0604020202020204" pitchFamily="34" charset="0"/>
                <a:cs typeface="Arial" panose="020B0604020202020204" pitchFamily="34" charset="0"/>
              </a:defRPr>
            </a:lvl4pPr>
            <a:lvl5pPr marL="2057400" indent="-228600" defTabSz="1008063">
              <a:defRPr>
                <a:solidFill>
                  <a:schemeClr val="tx1"/>
                </a:solidFill>
                <a:latin typeface="Arial" panose="020B0604020202020204" pitchFamily="34" charset="0"/>
                <a:cs typeface="Arial" panose="020B0604020202020204" pitchFamily="34" charset="0"/>
              </a:defRPr>
            </a:lvl5pPr>
            <a:lvl6pPr marL="25146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ea typeface="굴림" panose="020B0600000101010101" pitchFamily="34" charset="-127"/>
              </a:rPr>
              <a:t>Strength of Solution</a:t>
            </a:r>
          </a:p>
        </p:txBody>
      </p:sp>
      <p:sp>
        <p:nvSpPr>
          <p:cNvPr id="162820" name="Rectangle 5">
            <a:extLst>
              <a:ext uri="{FF2B5EF4-FFF2-40B4-BE49-F238E27FC236}">
                <a16:creationId xmlns:a16="http://schemas.microsoft.com/office/drawing/2014/main" id="{ACCA6002-FCF7-EDB0-A85B-77F84C0013DF}"/>
              </a:ext>
            </a:extLst>
          </p:cNvPr>
          <p:cNvSpPr>
            <a:spLocks noChangeArrowheads="1"/>
          </p:cNvSpPr>
          <p:nvPr/>
        </p:nvSpPr>
        <p:spPr bwMode="auto">
          <a:xfrm>
            <a:off x="3754438" y="5984875"/>
            <a:ext cx="163036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6825" tIns="47619" rIns="96825" bIns="47619" anchor="ctr">
            <a:spAutoFit/>
          </a:bodyPr>
          <a:lstStyle>
            <a:lvl1pPr defTabSz="1008063">
              <a:defRPr>
                <a:solidFill>
                  <a:schemeClr val="tx1"/>
                </a:solidFill>
                <a:latin typeface="Arial" panose="020B0604020202020204" pitchFamily="34" charset="0"/>
                <a:cs typeface="Arial" panose="020B0604020202020204" pitchFamily="34" charset="0"/>
              </a:defRPr>
            </a:lvl1pPr>
            <a:lvl2pPr marL="742950" indent="-285750" defTabSz="1008063">
              <a:defRPr>
                <a:solidFill>
                  <a:schemeClr val="tx1"/>
                </a:solidFill>
                <a:latin typeface="Arial" panose="020B0604020202020204" pitchFamily="34" charset="0"/>
                <a:cs typeface="Arial" panose="020B0604020202020204" pitchFamily="34" charset="0"/>
              </a:defRPr>
            </a:lvl2pPr>
            <a:lvl3pPr marL="1143000" indent="-228600" defTabSz="1008063">
              <a:defRPr>
                <a:solidFill>
                  <a:schemeClr val="tx1"/>
                </a:solidFill>
                <a:latin typeface="Arial" panose="020B0604020202020204" pitchFamily="34" charset="0"/>
                <a:cs typeface="Arial" panose="020B0604020202020204" pitchFamily="34" charset="0"/>
              </a:defRPr>
            </a:lvl3pPr>
            <a:lvl4pPr marL="1600200" indent="-228600" defTabSz="1008063">
              <a:defRPr>
                <a:solidFill>
                  <a:schemeClr val="tx1"/>
                </a:solidFill>
                <a:latin typeface="Arial" panose="020B0604020202020204" pitchFamily="34" charset="0"/>
                <a:cs typeface="Arial" panose="020B0604020202020204" pitchFamily="34" charset="0"/>
              </a:defRPr>
            </a:lvl4pPr>
            <a:lvl5pPr marL="2057400" indent="-228600" defTabSz="1008063">
              <a:defRPr>
                <a:solidFill>
                  <a:schemeClr val="tx1"/>
                </a:solidFill>
                <a:latin typeface="Arial" panose="020B0604020202020204" pitchFamily="34" charset="0"/>
                <a:cs typeface="Arial" panose="020B0604020202020204" pitchFamily="34" charset="0"/>
              </a:defRPr>
            </a:lvl5pPr>
            <a:lvl6pPr marL="25146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10080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ea typeface="굴림" panose="020B0600000101010101" pitchFamily="34" charset="-127"/>
              </a:rPr>
              <a:t>Strength of Company</a:t>
            </a:r>
          </a:p>
        </p:txBody>
      </p:sp>
      <p:sp>
        <p:nvSpPr>
          <p:cNvPr id="162821" name="Rectangle 6">
            <a:extLst>
              <a:ext uri="{FF2B5EF4-FFF2-40B4-BE49-F238E27FC236}">
                <a16:creationId xmlns:a16="http://schemas.microsoft.com/office/drawing/2014/main" id="{4AB8A8DB-2185-AB42-C80E-0F55534E31EB}"/>
              </a:ext>
            </a:extLst>
          </p:cNvPr>
          <p:cNvSpPr>
            <a:spLocks noChangeArrowheads="1"/>
          </p:cNvSpPr>
          <p:nvPr/>
        </p:nvSpPr>
        <p:spPr bwMode="auto">
          <a:xfrm>
            <a:off x="1382713" y="5484813"/>
            <a:ext cx="4619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46032" rIns="9206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ea typeface="굴림" panose="020B0600000101010101" pitchFamily="34" charset="-127"/>
              </a:rPr>
              <a:t>Low</a:t>
            </a:r>
          </a:p>
        </p:txBody>
      </p:sp>
      <p:sp>
        <p:nvSpPr>
          <p:cNvPr id="162822" name="Rectangle 7">
            <a:extLst>
              <a:ext uri="{FF2B5EF4-FFF2-40B4-BE49-F238E27FC236}">
                <a16:creationId xmlns:a16="http://schemas.microsoft.com/office/drawing/2014/main" id="{B7691644-9618-EFCB-8555-BAD4110DFA0F}"/>
              </a:ext>
            </a:extLst>
          </p:cNvPr>
          <p:cNvSpPr>
            <a:spLocks noChangeArrowheads="1"/>
          </p:cNvSpPr>
          <p:nvPr/>
        </p:nvSpPr>
        <p:spPr bwMode="auto">
          <a:xfrm>
            <a:off x="1382713" y="2152650"/>
            <a:ext cx="4953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46032" rIns="9206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ea typeface="굴림" panose="020B0600000101010101" pitchFamily="34" charset="-127"/>
              </a:rPr>
              <a:t>High</a:t>
            </a:r>
          </a:p>
        </p:txBody>
      </p:sp>
      <p:sp>
        <p:nvSpPr>
          <p:cNvPr id="162823" name="Rectangle 8">
            <a:extLst>
              <a:ext uri="{FF2B5EF4-FFF2-40B4-BE49-F238E27FC236}">
                <a16:creationId xmlns:a16="http://schemas.microsoft.com/office/drawing/2014/main" id="{95569D82-1FD5-657B-22E9-FD9C31FCB72E}"/>
              </a:ext>
            </a:extLst>
          </p:cNvPr>
          <p:cNvSpPr>
            <a:spLocks noChangeArrowheads="1"/>
          </p:cNvSpPr>
          <p:nvPr/>
        </p:nvSpPr>
        <p:spPr bwMode="auto">
          <a:xfrm>
            <a:off x="1925638" y="5783263"/>
            <a:ext cx="4619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46032" rIns="9206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ea typeface="굴림" panose="020B0600000101010101" pitchFamily="34" charset="-127"/>
              </a:rPr>
              <a:t>Low</a:t>
            </a:r>
          </a:p>
        </p:txBody>
      </p:sp>
      <p:sp>
        <p:nvSpPr>
          <p:cNvPr id="162824" name="Rectangle 9">
            <a:extLst>
              <a:ext uri="{FF2B5EF4-FFF2-40B4-BE49-F238E27FC236}">
                <a16:creationId xmlns:a16="http://schemas.microsoft.com/office/drawing/2014/main" id="{96D93750-6D3F-23F7-2871-B4E47E6BA928}"/>
              </a:ext>
            </a:extLst>
          </p:cNvPr>
          <p:cNvSpPr>
            <a:spLocks noChangeArrowheads="1"/>
          </p:cNvSpPr>
          <p:nvPr/>
        </p:nvSpPr>
        <p:spPr bwMode="auto">
          <a:xfrm>
            <a:off x="6759575" y="5783263"/>
            <a:ext cx="4953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46032" rIns="9206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ea typeface="굴림" panose="020B0600000101010101" pitchFamily="34" charset="-127"/>
              </a:rPr>
              <a:t>High</a:t>
            </a:r>
          </a:p>
        </p:txBody>
      </p:sp>
      <p:sp>
        <p:nvSpPr>
          <p:cNvPr id="162825" name="Line 10">
            <a:extLst>
              <a:ext uri="{FF2B5EF4-FFF2-40B4-BE49-F238E27FC236}">
                <a16:creationId xmlns:a16="http://schemas.microsoft.com/office/drawing/2014/main" id="{169DDCE6-004B-5E00-8977-EC2F3F6B73F6}"/>
              </a:ext>
            </a:extLst>
          </p:cNvPr>
          <p:cNvSpPr>
            <a:spLocks noChangeShapeType="1"/>
          </p:cNvSpPr>
          <p:nvPr/>
        </p:nvSpPr>
        <p:spPr bwMode="auto">
          <a:xfrm flipV="1">
            <a:off x="4570413" y="2152650"/>
            <a:ext cx="0" cy="3581400"/>
          </a:xfrm>
          <a:prstGeom prst="line">
            <a:avLst/>
          </a:prstGeom>
          <a:noFill/>
          <a:ln w="12700">
            <a:solidFill>
              <a:schemeClr val="bg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2826" name="Line 11">
            <a:extLst>
              <a:ext uri="{FF2B5EF4-FFF2-40B4-BE49-F238E27FC236}">
                <a16:creationId xmlns:a16="http://schemas.microsoft.com/office/drawing/2014/main" id="{B4CC6201-A6B7-AF29-C09A-C2E923512B4C}"/>
              </a:ext>
            </a:extLst>
          </p:cNvPr>
          <p:cNvSpPr>
            <a:spLocks noChangeShapeType="1"/>
          </p:cNvSpPr>
          <p:nvPr/>
        </p:nvSpPr>
        <p:spPr bwMode="auto">
          <a:xfrm flipH="1">
            <a:off x="1890713" y="3943350"/>
            <a:ext cx="5376862" cy="0"/>
          </a:xfrm>
          <a:prstGeom prst="line">
            <a:avLst/>
          </a:prstGeom>
          <a:noFill/>
          <a:ln w="12700">
            <a:solidFill>
              <a:schemeClr val="bg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2827" name="Rectangle 12">
            <a:extLst>
              <a:ext uri="{FF2B5EF4-FFF2-40B4-BE49-F238E27FC236}">
                <a16:creationId xmlns:a16="http://schemas.microsoft.com/office/drawing/2014/main" id="{3C5E392D-928E-2AC1-A55A-7AA22AB02F34}"/>
              </a:ext>
            </a:extLst>
          </p:cNvPr>
          <p:cNvSpPr>
            <a:spLocks noChangeArrowheads="1"/>
          </p:cNvSpPr>
          <p:nvPr/>
        </p:nvSpPr>
        <p:spPr bwMode="auto">
          <a:xfrm>
            <a:off x="6134100" y="2865438"/>
            <a:ext cx="11350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b="1">
                <a:ea typeface="굴림" panose="020B0600000101010101" pitchFamily="34" charset="-127"/>
              </a:rPr>
              <a:t>AC Nielsen</a:t>
            </a:r>
          </a:p>
        </p:txBody>
      </p:sp>
      <p:sp>
        <p:nvSpPr>
          <p:cNvPr id="162828" name="Rectangle 13">
            <a:extLst>
              <a:ext uri="{FF2B5EF4-FFF2-40B4-BE49-F238E27FC236}">
                <a16:creationId xmlns:a16="http://schemas.microsoft.com/office/drawing/2014/main" id="{DE1D9B5C-2EBA-390C-73BE-F84EE47F7B1D}"/>
              </a:ext>
            </a:extLst>
          </p:cNvPr>
          <p:cNvSpPr>
            <a:spLocks noChangeArrowheads="1"/>
          </p:cNvSpPr>
          <p:nvPr/>
        </p:nvSpPr>
        <p:spPr bwMode="auto">
          <a:xfrm>
            <a:off x="2609850" y="5151438"/>
            <a:ext cx="1119188"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a:ea typeface="굴림" panose="020B0600000101010101" pitchFamily="34" charset="-127"/>
              </a:rPr>
              <a:t>Kenosia</a:t>
            </a:r>
          </a:p>
        </p:txBody>
      </p:sp>
      <p:sp>
        <p:nvSpPr>
          <p:cNvPr id="162829" name="Rectangle 14">
            <a:extLst>
              <a:ext uri="{FF2B5EF4-FFF2-40B4-BE49-F238E27FC236}">
                <a16:creationId xmlns:a16="http://schemas.microsoft.com/office/drawing/2014/main" id="{A2BC019F-C297-EF4E-CDFB-58BCC4A28258}"/>
              </a:ext>
            </a:extLst>
          </p:cNvPr>
          <p:cNvSpPr>
            <a:spLocks noChangeArrowheads="1"/>
          </p:cNvSpPr>
          <p:nvPr/>
        </p:nvSpPr>
        <p:spPr bwMode="auto">
          <a:xfrm>
            <a:off x="3756025" y="4127500"/>
            <a:ext cx="1049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a:ea typeface="굴림" panose="020B0600000101010101" pitchFamily="34" charset="-127"/>
              </a:rPr>
              <a:t>Mercari</a:t>
            </a:r>
          </a:p>
        </p:txBody>
      </p:sp>
      <p:sp>
        <p:nvSpPr>
          <p:cNvPr id="162830" name="Rectangle 15">
            <a:extLst>
              <a:ext uri="{FF2B5EF4-FFF2-40B4-BE49-F238E27FC236}">
                <a16:creationId xmlns:a16="http://schemas.microsoft.com/office/drawing/2014/main" id="{5181DB98-63F4-90D1-7189-949A71B19852}"/>
              </a:ext>
            </a:extLst>
          </p:cNvPr>
          <p:cNvSpPr>
            <a:spLocks noChangeArrowheads="1"/>
          </p:cNvSpPr>
          <p:nvPr/>
        </p:nvSpPr>
        <p:spPr bwMode="auto">
          <a:xfrm>
            <a:off x="5286375" y="2332038"/>
            <a:ext cx="2038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b="1">
                <a:ea typeface="굴림" panose="020B0600000101010101" pitchFamily="34" charset="-127"/>
              </a:rPr>
              <a:t>Information </a:t>
            </a:r>
            <a:br>
              <a:rPr lang="en-US" altLang="ko-KR" sz="1200" b="1">
                <a:ea typeface="굴림" panose="020B0600000101010101" pitchFamily="34" charset="-127"/>
              </a:rPr>
            </a:br>
            <a:r>
              <a:rPr lang="en-US" altLang="ko-KR" sz="1200" b="1">
                <a:ea typeface="굴림" panose="020B0600000101010101" pitchFamily="34" charset="-127"/>
              </a:rPr>
              <a:t>Resources, Inc. (IRI)</a:t>
            </a:r>
          </a:p>
        </p:txBody>
      </p:sp>
      <p:sp>
        <p:nvSpPr>
          <p:cNvPr id="162831" name="Rectangle 16">
            <a:extLst>
              <a:ext uri="{FF2B5EF4-FFF2-40B4-BE49-F238E27FC236}">
                <a16:creationId xmlns:a16="http://schemas.microsoft.com/office/drawing/2014/main" id="{3C1225EC-572F-0C96-EAD5-F81F23ACDB25}"/>
              </a:ext>
            </a:extLst>
          </p:cNvPr>
          <p:cNvSpPr>
            <a:spLocks noChangeArrowheads="1"/>
          </p:cNvSpPr>
          <p:nvPr/>
        </p:nvSpPr>
        <p:spPr bwMode="auto">
          <a:xfrm>
            <a:off x="4768850" y="3975100"/>
            <a:ext cx="171767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a:ea typeface="굴림" panose="020B0600000101010101" pitchFamily="34" charset="-127"/>
              </a:rPr>
              <a:t>Interactive Edge</a:t>
            </a:r>
          </a:p>
        </p:txBody>
      </p:sp>
      <p:sp>
        <p:nvSpPr>
          <p:cNvPr id="162832" name="Rectangle 17">
            <a:extLst>
              <a:ext uri="{FF2B5EF4-FFF2-40B4-BE49-F238E27FC236}">
                <a16:creationId xmlns:a16="http://schemas.microsoft.com/office/drawing/2014/main" id="{2ACB9A8F-14CE-97A4-9B75-2DF90FDAF5B2}"/>
              </a:ext>
            </a:extLst>
          </p:cNvPr>
          <p:cNvSpPr>
            <a:spLocks noChangeArrowheads="1"/>
          </p:cNvSpPr>
          <p:nvPr/>
        </p:nvSpPr>
        <p:spPr bwMode="auto">
          <a:xfrm>
            <a:off x="4570413" y="3367088"/>
            <a:ext cx="126365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a:ea typeface="굴림" panose="020B0600000101010101" pitchFamily="34" charset="-127"/>
              </a:rPr>
              <a:t>Demantra</a:t>
            </a:r>
          </a:p>
        </p:txBody>
      </p:sp>
      <p:sp>
        <p:nvSpPr>
          <p:cNvPr id="162833" name="Rectangle 18">
            <a:extLst>
              <a:ext uri="{FF2B5EF4-FFF2-40B4-BE49-F238E27FC236}">
                <a16:creationId xmlns:a16="http://schemas.microsoft.com/office/drawing/2014/main" id="{B0A5824D-02E4-7112-07DC-53754E0C666A}"/>
              </a:ext>
            </a:extLst>
          </p:cNvPr>
          <p:cNvSpPr>
            <a:spLocks noChangeArrowheads="1"/>
          </p:cNvSpPr>
          <p:nvPr/>
        </p:nvSpPr>
        <p:spPr bwMode="auto">
          <a:xfrm>
            <a:off x="2125663" y="4819650"/>
            <a:ext cx="220186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marL="177800" indent="-177800">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buClr>
                <a:srgbClr val="5E27D9"/>
              </a:buClr>
              <a:buSzPct val="150000"/>
              <a:buFont typeface="Wingdings" pitchFamily="2" charset="2"/>
              <a:buChar char="¬"/>
            </a:pPr>
            <a:r>
              <a:rPr lang="en-US" altLang="ko-KR" sz="1200">
                <a:ea typeface="굴림" panose="020B0600000101010101" pitchFamily="34" charset="-127"/>
              </a:rPr>
              <a:t>RW3 Technologies</a:t>
            </a:r>
          </a:p>
        </p:txBody>
      </p:sp>
      <p:sp>
        <p:nvSpPr>
          <p:cNvPr id="162834" name="Rectangle 19">
            <a:extLst>
              <a:ext uri="{FF2B5EF4-FFF2-40B4-BE49-F238E27FC236}">
                <a16:creationId xmlns:a16="http://schemas.microsoft.com/office/drawing/2014/main" id="{02A76394-6CE6-4AF5-DB82-ADDB706674F5}"/>
              </a:ext>
            </a:extLst>
          </p:cNvPr>
          <p:cNvSpPr>
            <a:spLocks noChangeArrowheads="1"/>
          </p:cNvSpPr>
          <p:nvPr/>
        </p:nvSpPr>
        <p:spPr bwMode="auto">
          <a:xfrm>
            <a:off x="1890713" y="2151063"/>
            <a:ext cx="5392737" cy="3578225"/>
          </a:xfrm>
          <a:prstGeom prst="rect">
            <a:avLst/>
          </a:prstGeom>
          <a:noFill/>
          <a:ln w="12700">
            <a:solidFill>
              <a:schemeClr val="bg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2835" name="Rectangle 20">
            <a:extLst>
              <a:ext uri="{FF2B5EF4-FFF2-40B4-BE49-F238E27FC236}">
                <a16:creationId xmlns:a16="http://schemas.microsoft.com/office/drawing/2014/main" id="{6C10901D-ED12-F85A-753B-1DD77C0E76FF}"/>
              </a:ext>
            </a:extLst>
          </p:cNvPr>
          <p:cNvSpPr>
            <a:spLocks noChangeArrowheads="1"/>
          </p:cNvSpPr>
          <p:nvPr/>
        </p:nvSpPr>
        <p:spPr bwMode="auto">
          <a:xfrm>
            <a:off x="427038" y="1612900"/>
            <a:ext cx="82708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nchorCtr="1">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600" b="1">
                <a:solidFill>
                  <a:schemeClr val="accent1"/>
                </a:solidFill>
                <a:ea typeface="굴림" panose="020B0600000101010101" pitchFamily="34" charset="-127"/>
              </a:rPr>
              <a:t>Category Management Solution Vendors: Overall Positioning</a:t>
            </a:r>
          </a:p>
        </p:txBody>
      </p:sp>
      <p:sp>
        <p:nvSpPr>
          <p:cNvPr id="162836" name="Rectangle 29">
            <a:extLst>
              <a:ext uri="{FF2B5EF4-FFF2-40B4-BE49-F238E27FC236}">
                <a16:creationId xmlns:a16="http://schemas.microsoft.com/office/drawing/2014/main" id="{53F3B7D4-E61C-22AC-2645-1DADD121DDAB}"/>
              </a:ext>
            </a:extLst>
          </p:cNvPr>
          <p:cNvSpPr>
            <a:spLocks noChangeArrowheads="1"/>
          </p:cNvSpPr>
          <p:nvPr/>
        </p:nvSpPr>
        <p:spPr bwMode="auto">
          <a:xfrm>
            <a:off x="7929563" y="477838"/>
            <a:ext cx="8540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Matrix</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바닥글 개체 틀 2">
            <a:extLst>
              <a:ext uri="{FF2B5EF4-FFF2-40B4-BE49-F238E27FC236}">
                <a16:creationId xmlns:a16="http://schemas.microsoft.com/office/drawing/2014/main" id="{38869397-EE54-6B01-51DA-FD1B340F8CB7}"/>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5AA82BAC-6336-6A4B-948C-01B346B6BA37}"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64866" name="슬라이드 번호 개체 틀 3">
            <a:extLst>
              <a:ext uri="{FF2B5EF4-FFF2-40B4-BE49-F238E27FC236}">
                <a16:creationId xmlns:a16="http://schemas.microsoft.com/office/drawing/2014/main" id="{931D17AD-431E-3871-9342-8DA4A74E7E4C}"/>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56B260BC-3BAC-C342-8592-0F0C8568D542}" type="slidenum">
              <a:rPr lang="ko-KR" altLang="en-US">
                <a:solidFill>
                  <a:schemeClr val="bg1"/>
                </a:solidFill>
                <a:ea typeface="굴림" panose="020B0600000101010101" pitchFamily="34" charset="-127"/>
              </a:rPr>
              <a:pPr/>
              <a:t>31</a:t>
            </a:fld>
            <a:endParaRPr lang="en-US" altLang="ko-KR">
              <a:solidFill>
                <a:schemeClr val="bg1"/>
              </a:solidFill>
              <a:ea typeface="굴림" panose="020B0600000101010101" pitchFamily="34" charset="-127"/>
            </a:endParaRPr>
          </a:p>
        </p:txBody>
      </p:sp>
      <p:sp>
        <p:nvSpPr>
          <p:cNvPr id="164867" name="Rectangle 4">
            <a:extLst>
              <a:ext uri="{FF2B5EF4-FFF2-40B4-BE49-F238E27FC236}">
                <a16:creationId xmlns:a16="http://schemas.microsoft.com/office/drawing/2014/main" id="{9F6D0D46-7823-3E1C-E26C-6D8C5EF2A1ED}"/>
              </a:ext>
            </a:extLst>
          </p:cNvPr>
          <p:cNvSpPr>
            <a:spLocks noChangeArrowheads="1"/>
          </p:cNvSpPr>
          <p:nvPr/>
        </p:nvSpPr>
        <p:spPr bwMode="auto">
          <a:xfrm>
            <a:off x="2549525" y="2098675"/>
            <a:ext cx="1749425" cy="5318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Label</a:t>
            </a:r>
          </a:p>
        </p:txBody>
      </p:sp>
      <p:sp>
        <p:nvSpPr>
          <p:cNvPr id="164868" name="Rectangle 5">
            <a:extLst>
              <a:ext uri="{FF2B5EF4-FFF2-40B4-BE49-F238E27FC236}">
                <a16:creationId xmlns:a16="http://schemas.microsoft.com/office/drawing/2014/main" id="{A9C27F20-3063-B536-97C9-0E0A99A52A9E}"/>
              </a:ext>
            </a:extLst>
          </p:cNvPr>
          <p:cNvSpPr>
            <a:spLocks noChangeArrowheads="1"/>
          </p:cNvSpPr>
          <p:nvPr/>
        </p:nvSpPr>
        <p:spPr bwMode="auto">
          <a:xfrm>
            <a:off x="4302125" y="2098675"/>
            <a:ext cx="1752600" cy="5318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Label</a:t>
            </a:r>
          </a:p>
        </p:txBody>
      </p:sp>
      <p:sp>
        <p:nvSpPr>
          <p:cNvPr id="164869" name="Rectangle 6">
            <a:extLst>
              <a:ext uri="{FF2B5EF4-FFF2-40B4-BE49-F238E27FC236}">
                <a16:creationId xmlns:a16="http://schemas.microsoft.com/office/drawing/2014/main" id="{8E704FC9-2D4C-642E-A83E-F119BC17F044}"/>
              </a:ext>
            </a:extLst>
          </p:cNvPr>
          <p:cNvSpPr>
            <a:spLocks noChangeArrowheads="1"/>
          </p:cNvSpPr>
          <p:nvPr/>
        </p:nvSpPr>
        <p:spPr bwMode="auto">
          <a:xfrm>
            <a:off x="1312863" y="2622550"/>
            <a:ext cx="1233487" cy="942975"/>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Label</a:t>
            </a:r>
          </a:p>
        </p:txBody>
      </p:sp>
      <p:sp>
        <p:nvSpPr>
          <p:cNvPr id="164870" name="Rectangle 7">
            <a:extLst>
              <a:ext uri="{FF2B5EF4-FFF2-40B4-BE49-F238E27FC236}">
                <a16:creationId xmlns:a16="http://schemas.microsoft.com/office/drawing/2014/main" id="{DF6AC2D0-95B3-F4A9-7EDA-CA0BA7DBB8F1}"/>
              </a:ext>
            </a:extLst>
          </p:cNvPr>
          <p:cNvSpPr>
            <a:spLocks noChangeArrowheads="1"/>
          </p:cNvSpPr>
          <p:nvPr/>
        </p:nvSpPr>
        <p:spPr bwMode="auto">
          <a:xfrm>
            <a:off x="2549525" y="2622550"/>
            <a:ext cx="1749425"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71" name="Rectangle 8">
            <a:extLst>
              <a:ext uri="{FF2B5EF4-FFF2-40B4-BE49-F238E27FC236}">
                <a16:creationId xmlns:a16="http://schemas.microsoft.com/office/drawing/2014/main" id="{8FE37A04-DF2A-6E7D-21E1-928376365C40}"/>
              </a:ext>
            </a:extLst>
          </p:cNvPr>
          <p:cNvSpPr>
            <a:spLocks noChangeArrowheads="1"/>
          </p:cNvSpPr>
          <p:nvPr/>
        </p:nvSpPr>
        <p:spPr bwMode="auto">
          <a:xfrm>
            <a:off x="4302125" y="2622550"/>
            <a:ext cx="1752600"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72" name="Rectangle 9">
            <a:extLst>
              <a:ext uri="{FF2B5EF4-FFF2-40B4-BE49-F238E27FC236}">
                <a16:creationId xmlns:a16="http://schemas.microsoft.com/office/drawing/2014/main" id="{A82F2243-B3BB-4411-E64A-2B06CDE7CC39}"/>
              </a:ext>
            </a:extLst>
          </p:cNvPr>
          <p:cNvSpPr>
            <a:spLocks noChangeArrowheads="1"/>
          </p:cNvSpPr>
          <p:nvPr/>
        </p:nvSpPr>
        <p:spPr bwMode="auto">
          <a:xfrm>
            <a:off x="1312863" y="3562350"/>
            <a:ext cx="1233487" cy="942975"/>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Label</a:t>
            </a:r>
          </a:p>
        </p:txBody>
      </p:sp>
      <p:sp>
        <p:nvSpPr>
          <p:cNvPr id="164873" name="Rectangle 10">
            <a:extLst>
              <a:ext uri="{FF2B5EF4-FFF2-40B4-BE49-F238E27FC236}">
                <a16:creationId xmlns:a16="http://schemas.microsoft.com/office/drawing/2014/main" id="{C45AF490-A595-03E8-E5F1-60E31B64FFCC}"/>
              </a:ext>
            </a:extLst>
          </p:cNvPr>
          <p:cNvSpPr>
            <a:spLocks noChangeArrowheads="1"/>
          </p:cNvSpPr>
          <p:nvPr/>
        </p:nvSpPr>
        <p:spPr bwMode="auto">
          <a:xfrm>
            <a:off x="2549525" y="3562350"/>
            <a:ext cx="1749425"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74" name="Rectangle 11">
            <a:extLst>
              <a:ext uri="{FF2B5EF4-FFF2-40B4-BE49-F238E27FC236}">
                <a16:creationId xmlns:a16="http://schemas.microsoft.com/office/drawing/2014/main" id="{9A7A2397-B5E2-FE26-0DCB-4F89DFAF505A}"/>
              </a:ext>
            </a:extLst>
          </p:cNvPr>
          <p:cNvSpPr>
            <a:spLocks noChangeArrowheads="1"/>
          </p:cNvSpPr>
          <p:nvPr/>
        </p:nvSpPr>
        <p:spPr bwMode="auto">
          <a:xfrm>
            <a:off x="4302125" y="3562350"/>
            <a:ext cx="1752600"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75" name="Rectangle 12">
            <a:extLst>
              <a:ext uri="{FF2B5EF4-FFF2-40B4-BE49-F238E27FC236}">
                <a16:creationId xmlns:a16="http://schemas.microsoft.com/office/drawing/2014/main" id="{AFC35E30-18C8-DD9F-EF59-0A49554A8815}"/>
              </a:ext>
            </a:extLst>
          </p:cNvPr>
          <p:cNvSpPr>
            <a:spLocks noChangeArrowheads="1"/>
          </p:cNvSpPr>
          <p:nvPr/>
        </p:nvSpPr>
        <p:spPr bwMode="auto">
          <a:xfrm>
            <a:off x="1312863" y="4500563"/>
            <a:ext cx="1233487" cy="942975"/>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Label</a:t>
            </a:r>
          </a:p>
        </p:txBody>
      </p:sp>
      <p:sp>
        <p:nvSpPr>
          <p:cNvPr id="164876" name="Rectangle 13">
            <a:extLst>
              <a:ext uri="{FF2B5EF4-FFF2-40B4-BE49-F238E27FC236}">
                <a16:creationId xmlns:a16="http://schemas.microsoft.com/office/drawing/2014/main" id="{764FD4CC-0CBF-4F8D-B5FA-03055812C3A0}"/>
              </a:ext>
            </a:extLst>
          </p:cNvPr>
          <p:cNvSpPr>
            <a:spLocks noChangeArrowheads="1"/>
          </p:cNvSpPr>
          <p:nvPr/>
        </p:nvSpPr>
        <p:spPr bwMode="auto">
          <a:xfrm>
            <a:off x="2549525" y="4500563"/>
            <a:ext cx="1749425"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77" name="Rectangle 14">
            <a:extLst>
              <a:ext uri="{FF2B5EF4-FFF2-40B4-BE49-F238E27FC236}">
                <a16:creationId xmlns:a16="http://schemas.microsoft.com/office/drawing/2014/main" id="{916DC99B-C427-3204-2A50-87E20361AB3F}"/>
              </a:ext>
            </a:extLst>
          </p:cNvPr>
          <p:cNvSpPr>
            <a:spLocks noChangeArrowheads="1"/>
          </p:cNvSpPr>
          <p:nvPr/>
        </p:nvSpPr>
        <p:spPr bwMode="auto">
          <a:xfrm>
            <a:off x="4302125" y="4500563"/>
            <a:ext cx="1752600"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78" name="Rectangle 15">
            <a:extLst>
              <a:ext uri="{FF2B5EF4-FFF2-40B4-BE49-F238E27FC236}">
                <a16:creationId xmlns:a16="http://schemas.microsoft.com/office/drawing/2014/main" id="{2E195311-2FD7-1BB2-888C-1B5EE2A72E94}"/>
              </a:ext>
            </a:extLst>
          </p:cNvPr>
          <p:cNvSpPr>
            <a:spLocks noChangeArrowheads="1"/>
          </p:cNvSpPr>
          <p:nvPr/>
        </p:nvSpPr>
        <p:spPr bwMode="auto">
          <a:xfrm>
            <a:off x="6054725" y="2098675"/>
            <a:ext cx="1752600" cy="5318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Label</a:t>
            </a:r>
          </a:p>
        </p:txBody>
      </p:sp>
      <p:sp>
        <p:nvSpPr>
          <p:cNvPr id="164879" name="Rectangle 16">
            <a:extLst>
              <a:ext uri="{FF2B5EF4-FFF2-40B4-BE49-F238E27FC236}">
                <a16:creationId xmlns:a16="http://schemas.microsoft.com/office/drawing/2014/main" id="{DE47F3A6-F5AE-C99C-5002-C8F366BE7E90}"/>
              </a:ext>
            </a:extLst>
          </p:cNvPr>
          <p:cNvSpPr>
            <a:spLocks noChangeArrowheads="1"/>
          </p:cNvSpPr>
          <p:nvPr/>
        </p:nvSpPr>
        <p:spPr bwMode="auto">
          <a:xfrm>
            <a:off x="6054725" y="2622550"/>
            <a:ext cx="1752600"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80" name="Rectangle 17">
            <a:extLst>
              <a:ext uri="{FF2B5EF4-FFF2-40B4-BE49-F238E27FC236}">
                <a16:creationId xmlns:a16="http://schemas.microsoft.com/office/drawing/2014/main" id="{B62B9AFE-A704-9EA3-EE73-FEC2C1FF7C3E}"/>
              </a:ext>
            </a:extLst>
          </p:cNvPr>
          <p:cNvSpPr>
            <a:spLocks noChangeArrowheads="1"/>
          </p:cNvSpPr>
          <p:nvPr/>
        </p:nvSpPr>
        <p:spPr bwMode="auto">
          <a:xfrm>
            <a:off x="6054725" y="3562350"/>
            <a:ext cx="1752600"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81" name="Rectangle 18">
            <a:extLst>
              <a:ext uri="{FF2B5EF4-FFF2-40B4-BE49-F238E27FC236}">
                <a16:creationId xmlns:a16="http://schemas.microsoft.com/office/drawing/2014/main" id="{157844F9-3EF5-0A40-3390-7CFE4D8AF0CF}"/>
              </a:ext>
            </a:extLst>
          </p:cNvPr>
          <p:cNvSpPr>
            <a:spLocks noChangeArrowheads="1"/>
          </p:cNvSpPr>
          <p:nvPr/>
        </p:nvSpPr>
        <p:spPr bwMode="auto">
          <a:xfrm>
            <a:off x="6054725" y="4500563"/>
            <a:ext cx="1752600" cy="942975"/>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37142" tIns="137142" rIns="45714" bIns="45714" anchor="ctr"/>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Tx/>
              <a:buChar char="•"/>
            </a:pPr>
            <a:r>
              <a:rPr lang="en-US" altLang="ko-KR" sz="1200">
                <a:ea typeface="굴림" panose="020B0600000101010101" pitchFamily="34" charset="-127"/>
              </a:rPr>
              <a:t>Text goes here</a:t>
            </a:r>
          </a:p>
          <a:p>
            <a:pPr eaLnBrk="1" hangingPunct="1">
              <a:lnSpc>
                <a:spcPct val="104000"/>
              </a:lnSpc>
              <a:spcBef>
                <a:spcPct val="20000"/>
              </a:spcBef>
              <a:buClr>
                <a:schemeClr val="accent1"/>
              </a:buClr>
              <a:buFontTx/>
              <a:buChar char="•"/>
            </a:pPr>
            <a:r>
              <a:rPr lang="en-US" altLang="ko-KR" sz="1200">
                <a:ea typeface="굴림" panose="020B0600000101010101" pitchFamily="34" charset="-127"/>
              </a:rPr>
              <a:t>Bulleted if necessary</a:t>
            </a:r>
          </a:p>
        </p:txBody>
      </p:sp>
      <p:sp>
        <p:nvSpPr>
          <p:cNvPr id="164882" name="Rectangle 19">
            <a:extLst>
              <a:ext uri="{FF2B5EF4-FFF2-40B4-BE49-F238E27FC236}">
                <a16:creationId xmlns:a16="http://schemas.microsoft.com/office/drawing/2014/main" id="{53E9B611-A00E-4705-286F-031E6B269FF1}"/>
              </a:ext>
            </a:extLst>
          </p:cNvPr>
          <p:cNvSpPr>
            <a:spLocks noChangeArrowheads="1"/>
          </p:cNvSpPr>
          <p:nvPr/>
        </p:nvSpPr>
        <p:spPr bwMode="auto">
          <a:xfrm>
            <a:off x="244475" y="1612900"/>
            <a:ext cx="86518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accent1"/>
                </a:solidFill>
                <a:ea typeface="굴림" panose="020B0600000101010101" pitchFamily="34" charset="-127"/>
              </a:rPr>
              <a:t>Chart Title</a:t>
            </a:r>
          </a:p>
        </p:txBody>
      </p:sp>
      <p:sp>
        <p:nvSpPr>
          <p:cNvPr id="164883" name="Rectangle 23">
            <a:extLst>
              <a:ext uri="{FF2B5EF4-FFF2-40B4-BE49-F238E27FC236}">
                <a16:creationId xmlns:a16="http://schemas.microsoft.com/office/drawing/2014/main" id="{6B7B2C83-2287-AD62-7F46-A34568CB559A}"/>
              </a:ext>
            </a:extLst>
          </p:cNvPr>
          <p:cNvSpPr>
            <a:spLocks noChangeArrowheads="1"/>
          </p:cNvSpPr>
          <p:nvPr/>
        </p:nvSpPr>
        <p:spPr bwMode="auto">
          <a:xfrm>
            <a:off x="7942263" y="477838"/>
            <a:ext cx="8413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Chart </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3" name="바닥글 개체 틀 3">
            <a:extLst>
              <a:ext uri="{FF2B5EF4-FFF2-40B4-BE49-F238E27FC236}">
                <a16:creationId xmlns:a16="http://schemas.microsoft.com/office/drawing/2014/main" id="{37298A8B-6BC1-09F9-47BE-374E78730E01}"/>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4D958E9C-DC8B-2B42-BAB8-E383B6781AB2}"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66914" name="슬라이드 번호 개체 틀 4">
            <a:extLst>
              <a:ext uri="{FF2B5EF4-FFF2-40B4-BE49-F238E27FC236}">
                <a16:creationId xmlns:a16="http://schemas.microsoft.com/office/drawing/2014/main" id="{18CD9641-CDDC-42E0-DE4F-4DA0B0FF5D48}"/>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C9848B7F-AE4A-2E4B-96C3-ACD02DB14B04}" type="slidenum">
              <a:rPr lang="ko-KR" altLang="en-US">
                <a:solidFill>
                  <a:schemeClr val="bg1"/>
                </a:solidFill>
                <a:ea typeface="굴림" panose="020B0600000101010101" pitchFamily="34" charset="-127"/>
              </a:rPr>
              <a:pPr/>
              <a:t>32</a:t>
            </a:fld>
            <a:endParaRPr lang="en-US" altLang="ko-KR">
              <a:solidFill>
                <a:schemeClr val="bg1"/>
              </a:solidFill>
              <a:ea typeface="굴림" panose="020B0600000101010101" pitchFamily="34" charset="-127"/>
            </a:endParaRPr>
          </a:p>
        </p:txBody>
      </p:sp>
      <p:sp>
        <p:nvSpPr>
          <p:cNvPr id="166915" name="Rectangle 3">
            <a:extLst>
              <a:ext uri="{FF2B5EF4-FFF2-40B4-BE49-F238E27FC236}">
                <a16:creationId xmlns:a16="http://schemas.microsoft.com/office/drawing/2014/main" id="{A70A2D40-F83E-A537-1B9A-E3CA304F24B4}"/>
              </a:ext>
            </a:extLst>
          </p:cNvPr>
          <p:cNvSpPr>
            <a:spLocks noChangeArrowheads="1"/>
          </p:cNvSpPr>
          <p:nvPr/>
        </p:nvSpPr>
        <p:spPr bwMode="auto">
          <a:xfrm>
            <a:off x="436563" y="2589213"/>
            <a:ext cx="160813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200">
                <a:ea typeface="굴림" panose="020B0600000101010101" pitchFamily="34" charset="-127"/>
              </a:rPr>
              <a:t>Breadth and Depth of Functionality</a:t>
            </a:r>
          </a:p>
        </p:txBody>
      </p:sp>
      <p:sp>
        <p:nvSpPr>
          <p:cNvPr id="166916" name="Rectangle 4">
            <a:extLst>
              <a:ext uri="{FF2B5EF4-FFF2-40B4-BE49-F238E27FC236}">
                <a16:creationId xmlns:a16="http://schemas.microsoft.com/office/drawing/2014/main" id="{B36D0E5D-5AD4-2982-4934-A5C32A74ED76}"/>
              </a:ext>
            </a:extLst>
          </p:cNvPr>
          <p:cNvSpPr>
            <a:spLocks noChangeArrowheads="1"/>
          </p:cNvSpPr>
          <p:nvPr/>
        </p:nvSpPr>
        <p:spPr bwMode="auto">
          <a:xfrm>
            <a:off x="603250" y="3316288"/>
            <a:ext cx="14414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200">
                <a:ea typeface="굴림" panose="020B0600000101010101" pitchFamily="34" charset="-127"/>
              </a:rPr>
              <a:t>Strength of Architecture</a:t>
            </a:r>
          </a:p>
        </p:txBody>
      </p:sp>
      <p:sp>
        <p:nvSpPr>
          <p:cNvPr id="166917" name="Rectangle 5">
            <a:extLst>
              <a:ext uri="{FF2B5EF4-FFF2-40B4-BE49-F238E27FC236}">
                <a16:creationId xmlns:a16="http://schemas.microsoft.com/office/drawing/2014/main" id="{82DA22D0-27F2-DC0B-0F0B-A0A1443F3BE2}"/>
              </a:ext>
            </a:extLst>
          </p:cNvPr>
          <p:cNvSpPr>
            <a:spLocks noChangeArrowheads="1"/>
          </p:cNvSpPr>
          <p:nvPr/>
        </p:nvSpPr>
        <p:spPr bwMode="auto">
          <a:xfrm>
            <a:off x="603250" y="4043363"/>
            <a:ext cx="14414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200">
                <a:ea typeface="굴림" panose="020B0600000101010101" pitchFamily="34" charset="-127"/>
              </a:rPr>
              <a:t>Ability to Support</a:t>
            </a:r>
          </a:p>
        </p:txBody>
      </p:sp>
      <p:sp>
        <p:nvSpPr>
          <p:cNvPr id="166918" name="Rectangle 6">
            <a:extLst>
              <a:ext uri="{FF2B5EF4-FFF2-40B4-BE49-F238E27FC236}">
                <a16:creationId xmlns:a16="http://schemas.microsoft.com/office/drawing/2014/main" id="{2A1DE52E-C262-8F2B-73AE-0167F55F90D9}"/>
              </a:ext>
            </a:extLst>
          </p:cNvPr>
          <p:cNvSpPr>
            <a:spLocks noChangeArrowheads="1"/>
          </p:cNvSpPr>
          <p:nvPr/>
        </p:nvSpPr>
        <p:spPr bwMode="auto">
          <a:xfrm>
            <a:off x="603250" y="4768850"/>
            <a:ext cx="14414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200">
                <a:ea typeface="굴림" panose="020B0600000101010101" pitchFamily="34" charset="-127"/>
              </a:rPr>
              <a:t>Ease of Implementation</a:t>
            </a:r>
          </a:p>
        </p:txBody>
      </p:sp>
      <p:sp>
        <p:nvSpPr>
          <p:cNvPr id="166919" name="Rectangle 7">
            <a:extLst>
              <a:ext uri="{FF2B5EF4-FFF2-40B4-BE49-F238E27FC236}">
                <a16:creationId xmlns:a16="http://schemas.microsoft.com/office/drawing/2014/main" id="{0168C56E-D498-F32D-3D78-ABC481BAB418}"/>
              </a:ext>
            </a:extLst>
          </p:cNvPr>
          <p:cNvSpPr>
            <a:spLocks noChangeArrowheads="1"/>
          </p:cNvSpPr>
          <p:nvPr/>
        </p:nvSpPr>
        <p:spPr bwMode="auto">
          <a:xfrm>
            <a:off x="603250" y="5497513"/>
            <a:ext cx="1441450"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200">
                <a:ea typeface="굴림" panose="020B0600000101010101" pitchFamily="34" charset="-127"/>
              </a:rPr>
              <a:t>Overall Strength </a:t>
            </a:r>
            <a:br>
              <a:rPr lang="en-US" altLang="ko-KR" sz="1200">
                <a:ea typeface="굴림" panose="020B0600000101010101" pitchFamily="34" charset="-127"/>
              </a:rPr>
            </a:br>
            <a:r>
              <a:rPr lang="en-US" altLang="ko-KR" sz="1200">
                <a:ea typeface="굴림" panose="020B0600000101010101" pitchFamily="34" charset="-127"/>
              </a:rPr>
              <a:t>of Solution</a:t>
            </a:r>
          </a:p>
        </p:txBody>
      </p:sp>
      <p:sp>
        <p:nvSpPr>
          <p:cNvPr id="166920" name="Rectangle 8">
            <a:extLst>
              <a:ext uri="{FF2B5EF4-FFF2-40B4-BE49-F238E27FC236}">
                <a16:creationId xmlns:a16="http://schemas.microsoft.com/office/drawing/2014/main" id="{12C174AD-3ADC-FF5A-CEE9-991FB5DBB33B}"/>
              </a:ext>
            </a:extLst>
          </p:cNvPr>
          <p:cNvSpPr>
            <a:spLocks noChangeArrowheads="1"/>
          </p:cNvSpPr>
          <p:nvPr/>
        </p:nvSpPr>
        <p:spPr bwMode="auto">
          <a:xfrm>
            <a:off x="2044700" y="2165350"/>
            <a:ext cx="869950"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ACNielsen</a:t>
            </a:r>
          </a:p>
        </p:txBody>
      </p:sp>
      <p:sp>
        <p:nvSpPr>
          <p:cNvPr id="166921" name="Rectangle 9">
            <a:extLst>
              <a:ext uri="{FF2B5EF4-FFF2-40B4-BE49-F238E27FC236}">
                <a16:creationId xmlns:a16="http://schemas.microsoft.com/office/drawing/2014/main" id="{0AA2881F-46F9-3B14-1D79-4C70BA5739CF}"/>
              </a:ext>
            </a:extLst>
          </p:cNvPr>
          <p:cNvSpPr>
            <a:spLocks noChangeArrowheads="1"/>
          </p:cNvSpPr>
          <p:nvPr/>
        </p:nvSpPr>
        <p:spPr bwMode="auto">
          <a:xfrm>
            <a:off x="3654425" y="2165350"/>
            <a:ext cx="1092200"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Information Resources, Inc.</a:t>
            </a:r>
          </a:p>
        </p:txBody>
      </p:sp>
      <p:sp>
        <p:nvSpPr>
          <p:cNvPr id="166922" name="Rectangle 10">
            <a:extLst>
              <a:ext uri="{FF2B5EF4-FFF2-40B4-BE49-F238E27FC236}">
                <a16:creationId xmlns:a16="http://schemas.microsoft.com/office/drawing/2014/main" id="{9E33DF29-5DB1-1FCA-0DEF-BCF51325C3B5}"/>
              </a:ext>
            </a:extLst>
          </p:cNvPr>
          <p:cNvSpPr>
            <a:spLocks noChangeArrowheads="1"/>
          </p:cNvSpPr>
          <p:nvPr/>
        </p:nvSpPr>
        <p:spPr bwMode="auto">
          <a:xfrm>
            <a:off x="5484813" y="2165350"/>
            <a:ext cx="871537"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Kenosia</a:t>
            </a:r>
          </a:p>
        </p:txBody>
      </p:sp>
      <p:sp>
        <p:nvSpPr>
          <p:cNvPr id="166923" name="Rectangle 11">
            <a:extLst>
              <a:ext uri="{FF2B5EF4-FFF2-40B4-BE49-F238E27FC236}">
                <a16:creationId xmlns:a16="http://schemas.microsoft.com/office/drawing/2014/main" id="{E3E3F2B4-2A73-C079-CF26-E10E41F2288C}"/>
              </a:ext>
            </a:extLst>
          </p:cNvPr>
          <p:cNvSpPr>
            <a:spLocks noChangeArrowheads="1"/>
          </p:cNvSpPr>
          <p:nvPr/>
        </p:nvSpPr>
        <p:spPr bwMode="auto">
          <a:xfrm>
            <a:off x="4624388" y="2165350"/>
            <a:ext cx="871537"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Interactive Edge</a:t>
            </a:r>
          </a:p>
        </p:txBody>
      </p:sp>
      <p:sp>
        <p:nvSpPr>
          <p:cNvPr id="166924" name="Rectangle 12">
            <a:extLst>
              <a:ext uri="{FF2B5EF4-FFF2-40B4-BE49-F238E27FC236}">
                <a16:creationId xmlns:a16="http://schemas.microsoft.com/office/drawing/2014/main" id="{439F39E6-9AD3-8EE7-7C1B-40E0AE187088}"/>
              </a:ext>
            </a:extLst>
          </p:cNvPr>
          <p:cNvSpPr>
            <a:spLocks noChangeArrowheads="1"/>
          </p:cNvSpPr>
          <p:nvPr/>
        </p:nvSpPr>
        <p:spPr bwMode="auto">
          <a:xfrm>
            <a:off x="2905125" y="2165350"/>
            <a:ext cx="869950"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Demantra</a:t>
            </a:r>
          </a:p>
        </p:txBody>
      </p:sp>
      <p:sp>
        <p:nvSpPr>
          <p:cNvPr id="166925" name="Rectangle 13">
            <a:extLst>
              <a:ext uri="{FF2B5EF4-FFF2-40B4-BE49-F238E27FC236}">
                <a16:creationId xmlns:a16="http://schemas.microsoft.com/office/drawing/2014/main" id="{9171E7A9-9932-A086-31E0-DE63172AF710}"/>
              </a:ext>
            </a:extLst>
          </p:cNvPr>
          <p:cNvSpPr>
            <a:spLocks noChangeArrowheads="1"/>
          </p:cNvSpPr>
          <p:nvPr/>
        </p:nvSpPr>
        <p:spPr bwMode="auto">
          <a:xfrm>
            <a:off x="6345238" y="2165350"/>
            <a:ext cx="871537"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Mercari</a:t>
            </a:r>
          </a:p>
        </p:txBody>
      </p:sp>
      <p:sp>
        <p:nvSpPr>
          <p:cNvPr id="166926" name="Rectangle 14">
            <a:extLst>
              <a:ext uri="{FF2B5EF4-FFF2-40B4-BE49-F238E27FC236}">
                <a16:creationId xmlns:a16="http://schemas.microsoft.com/office/drawing/2014/main" id="{BADC0F93-01F3-4DD8-B672-C9FF5C83687C}"/>
              </a:ext>
            </a:extLst>
          </p:cNvPr>
          <p:cNvSpPr>
            <a:spLocks noChangeArrowheads="1"/>
          </p:cNvSpPr>
          <p:nvPr/>
        </p:nvSpPr>
        <p:spPr bwMode="auto">
          <a:xfrm>
            <a:off x="7204075" y="2165350"/>
            <a:ext cx="871538" cy="506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ea typeface="굴림" panose="020B0600000101010101" pitchFamily="34" charset="-127"/>
              </a:rPr>
              <a:t>RW3 Tech</a:t>
            </a:r>
          </a:p>
        </p:txBody>
      </p:sp>
      <p:sp>
        <p:nvSpPr>
          <p:cNvPr id="166927" name="Rectangle 15">
            <a:extLst>
              <a:ext uri="{FF2B5EF4-FFF2-40B4-BE49-F238E27FC236}">
                <a16:creationId xmlns:a16="http://schemas.microsoft.com/office/drawing/2014/main" id="{5B3EEA68-4A67-2D97-C13C-34E1FE236869}"/>
              </a:ext>
            </a:extLst>
          </p:cNvPr>
          <p:cNvSpPr>
            <a:spLocks noChangeArrowheads="1"/>
          </p:cNvSpPr>
          <p:nvPr/>
        </p:nvSpPr>
        <p:spPr bwMode="auto">
          <a:xfrm>
            <a:off x="436563" y="1601788"/>
            <a:ext cx="8274050"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46032" rIns="92062" bIns="46032" anchor="ct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accent1"/>
                </a:solidFill>
                <a:ea typeface="굴림" panose="020B0600000101010101" pitchFamily="34" charset="-127"/>
              </a:rPr>
              <a:t>Graph Title, Time Period</a:t>
            </a:r>
          </a:p>
          <a:p>
            <a:pPr algn="ctr"/>
            <a:r>
              <a:rPr lang="en-US" altLang="ko-KR" sz="1400" i="1">
                <a:solidFill>
                  <a:schemeClr val="accent1"/>
                </a:solidFill>
                <a:ea typeface="굴림" panose="020B0600000101010101" pitchFamily="34" charset="-127"/>
              </a:rPr>
              <a:t>Subtitle</a:t>
            </a:r>
          </a:p>
        </p:txBody>
      </p:sp>
      <p:sp>
        <p:nvSpPr>
          <p:cNvPr id="166928" name="Oval 17">
            <a:extLst>
              <a:ext uri="{FF2B5EF4-FFF2-40B4-BE49-F238E27FC236}">
                <a16:creationId xmlns:a16="http://schemas.microsoft.com/office/drawing/2014/main" id="{DD41CCCA-5059-FD60-1347-EC3D51FE7615}"/>
              </a:ext>
            </a:extLst>
          </p:cNvPr>
          <p:cNvSpPr>
            <a:spLocks noChangeArrowheads="1"/>
          </p:cNvSpPr>
          <p:nvPr/>
        </p:nvSpPr>
        <p:spPr bwMode="auto">
          <a:xfrm>
            <a:off x="2379663" y="2738438"/>
            <a:ext cx="188912"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29" name="Oval 18">
            <a:extLst>
              <a:ext uri="{FF2B5EF4-FFF2-40B4-BE49-F238E27FC236}">
                <a16:creationId xmlns:a16="http://schemas.microsoft.com/office/drawing/2014/main" id="{2B58106F-91DA-21BE-DF28-4305C5927AB0}"/>
              </a:ext>
            </a:extLst>
          </p:cNvPr>
          <p:cNvSpPr>
            <a:spLocks noChangeArrowheads="1"/>
          </p:cNvSpPr>
          <p:nvPr/>
        </p:nvSpPr>
        <p:spPr bwMode="auto">
          <a:xfrm>
            <a:off x="2379663" y="5656263"/>
            <a:ext cx="188912"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30" name="Group 19">
            <a:extLst>
              <a:ext uri="{FF2B5EF4-FFF2-40B4-BE49-F238E27FC236}">
                <a16:creationId xmlns:a16="http://schemas.microsoft.com/office/drawing/2014/main" id="{2998F44A-FC06-FF0E-44A9-B746C75F095C}"/>
              </a:ext>
            </a:extLst>
          </p:cNvPr>
          <p:cNvGrpSpPr>
            <a:grpSpLocks/>
          </p:cNvGrpSpPr>
          <p:nvPr/>
        </p:nvGrpSpPr>
        <p:grpSpPr bwMode="auto">
          <a:xfrm>
            <a:off x="2378075" y="4927600"/>
            <a:ext cx="188913" cy="196850"/>
            <a:chOff x="1498" y="3152"/>
            <a:chExt cx="119" cy="124"/>
          </a:xfrm>
        </p:grpSpPr>
        <p:sp>
          <p:nvSpPr>
            <p:cNvPr id="167012" name="Oval 20">
              <a:extLst>
                <a:ext uri="{FF2B5EF4-FFF2-40B4-BE49-F238E27FC236}">
                  <a16:creationId xmlns:a16="http://schemas.microsoft.com/office/drawing/2014/main" id="{72F8ED00-C3BA-40A0-C0BB-852422F152B0}"/>
                </a:ext>
              </a:extLst>
            </p:cNvPr>
            <p:cNvSpPr>
              <a:spLocks noChangeArrowheads="1"/>
            </p:cNvSpPr>
            <p:nvPr/>
          </p:nvSpPr>
          <p:spPr bwMode="auto">
            <a:xfrm>
              <a:off x="1499"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13" name="Freeform 21">
              <a:extLst>
                <a:ext uri="{FF2B5EF4-FFF2-40B4-BE49-F238E27FC236}">
                  <a16:creationId xmlns:a16="http://schemas.microsoft.com/office/drawing/2014/main" id="{8FEFA4C5-B892-D1D0-4BA7-18660DD891D0}"/>
                </a:ext>
              </a:extLst>
            </p:cNvPr>
            <p:cNvSpPr>
              <a:spLocks/>
            </p:cNvSpPr>
            <p:nvPr/>
          </p:nvSpPr>
          <p:spPr bwMode="auto">
            <a:xfrm>
              <a:off x="1498"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31" name="Group 22">
            <a:extLst>
              <a:ext uri="{FF2B5EF4-FFF2-40B4-BE49-F238E27FC236}">
                <a16:creationId xmlns:a16="http://schemas.microsoft.com/office/drawing/2014/main" id="{229227D5-A5B4-7CEC-4C69-95EB866DAE90}"/>
              </a:ext>
            </a:extLst>
          </p:cNvPr>
          <p:cNvGrpSpPr>
            <a:grpSpLocks/>
          </p:cNvGrpSpPr>
          <p:nvPr/>
        </p:nvGrpSpPr>
        <p:grpSpPr bwMode="auto">
          <a:xfrm>
            <a:off x="2379663" y="3473450"/>
            <a:ext cx="192087" cy="198438"/>
            <a:chOff x="1499" y="2236"/>
            <a:chExt cx="121" cy="125"/>
          </a:xfrm>
        </p:grpSpPr>
        <p:sp>
          <p:nvSpPr>
            <p:cNvPr id="167010" name="Oval 23">
              <a:extLst>
                <a:ext uri="{FF2B5EF4-FFF2-40B4-BE49-F238E27FC236}">
                  <a16:creationId xmlns:a16="http://schemas.microsoft.com/office/drawing/2014/main" id="{F548AF91-613A-74A7-D631-818F5BA2E054}"/>
                </a:ext>
              </a:extLst>
            </p:cNvPr>
            <p:cNvSpPr>
              <a:spLocks noChangeArrowheads="1"/>
            </p:cNvSpPr>
            <p:nvPr/>
          </p:nvSpPr>
          <p:spPr bwMode="auto">
            <a:xfrm>
              <a:off x="1499"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11" name="Freeform 24">
              <a:extLst>
                <a:ext uri="{FF2B5EF4-FFF2-40B4-BE49-F238E27FC236}">
                  <a16:creationId xmlns:a16="http://schemas.microsoft.com/office/drawing/2014/main" id="{79F8B8D1-34D4-55C1-E69C-FB25D315863F}"/>
                </a:ext>
              </a:extLst>
            </p:cNvPr>
            <p:cNvSpPr>
              <a:spLocks/>
            </p:cNvSpPr>
            <p:nvPr/>
          </p:nvSpPr>
          <p:spPr bwMode="auto">
            <a:xfrm>
              <a:off x="1557"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32" name="Group 25">
            <a:extLst>
              <a:ext uri="{FF2B5EF4-FFF2-40B4-BE49-F238E27FC236}">
                <a16:creationId xmlns:a16="http://schemas.microsoft.com/office/drawing/2014/main" id="{71110339-C36F-2115-1360-2C894F15E4C5}"/>
              </a:ext>
            </a:extLst>
          </p:cNvPr>
          <p:cNvGrpSpPr>
            <a:grpSpLocks/>
          </p:cNvGrpSpPr>
          <p:nvPr/>
        </p:nvGrpSpPr>
        <p:grpSpPr bwMode="auto">
          <a:xfrm>
            <a:off x="2378075" y="4195763"/>
            <a:ext cx="193675" cy="207962"/>
            <a:chOff x="1498" y="2691"/>
            <a:chExt cx="122" cy="131"/>
          </a:xfrm>
        </p:grpSpPr>
        <p:sp>
          <p:nvSpPr>
            <p:cNvPr id="167008" name="Oval 26">
              <a:extLst>
                <a:ext uri="{FF2B5EF4-FFF2-40B4-BE49-F238E27FC236}">
                  <a16:creationId xmlns:a16="http://schemas.microsoft.com/office/drawing/2014/main" id="{B0382E34-AF7B-6D69-B02C-9BECD9EBCCB6}"/>
                </a:ext>
              </a:extLst>
            </p:cNvPr>
            <p:cNvSpPr>
              <a:spLocks noChangeArrowheads="1"/>
            </p:cNvSpPr>
            <p:nvPr/>
          </p:nvSpPr>
          <p:spPr bwMode="auto">
            <a:xfrm>
              <a:off x="1498"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09" name="Freeform 27">
              <a:extLst>
                <a:ext uri="{FF2B5EF4-FFF2-40B4-BE49-F238E27FC236}">
                  <a16:creationId xmlns:a16="http://schemas.microsoft.com/office/drawing/2014/main" id="{381E2967-3B86-B5FA-E8AC-BDAB631DD1BA}"/>
                </a:ext>
              </a:extLst>
            </p:cNvPr>
            <p:cNvSpPr>
              <a:spLocks/>
            </p:cNvSpPr>
            <p:nvPr/>
          </p:nvSpPr>
          <p:spPr bwMode="auto">
            <a:xfrm>
              <a:off x="1555"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6933" name="Oval 28">
            <a:extLst>
              <a:ext uri="{FF2B5EF4-FFF2-40B4-BE49-F238E27FC236}">
                <a16:creationId xmlns:a16="http://schemas.microsoft.com/office/drawing/2014/main" id="{3219B319-E95C-BBF7-0351-BC57A6C06FD9}"/>
              </a:ext>
            </a:extLst>
          </p:cNvPr>
          <p:cNvSpPr>
            <a:spLocks noChangeArrowheads="1"/>
          </p:cNvSpPr>
          <p:nvPr/>
        </p:nvSpPr>
        <p:spPr bwMode="auto">
          <a:xfrm>
            <a:off x="7540625" y="2738438"/>
            <a:ext cx="188913"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34" name="Oval 29">
            <a:extLst>
              <a:ext uri="{FF2B5EF4-FFF2-40B4-BE49-F238E27FC236}">
                <a16:creationId xmlns:a16="http://schemas.microsoft.com/office/drawing/2014/main" id="{86CAE3D1-E594-39AB-BAD0-CEEED2D98569}"/>
              </a:ext>
            </a:extLst>
          </p:cNvPr>
          <p:cNvSpPr>
            <a:spLocks noChangeArrowheads="1"/>
          </p:cNvSpPr>
          <p:nvPr/>
        </p:nvSpPr>
        <p:spPr bwMode="auto">
          <a:xfrm>
            <a:off x="7540625" y="5656263"/>
            <a:ext cx="188913"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35" name="Group 30">
            <a:extLst>
              <a:ext uri="{FF2B5EF4-FFF2-40B4-BE49-F238E27FC236}">
                <a16:creationId xmlns:a16="http://schemas.microsoft.com/office/drawing/2014/main" id="{CCB20B40-26DF-D759-0575-978DA1144D21}"/>
              </a:ext>
            </a:extLst>
          </p:cNvPr>
          <p:cNvGrpSpPr>
            <a:grpSpLocks/>
          </p:cNvGrpSpPr>
          <p:nvPr/>
        </p:nvGrpSpPr>
        <p:grpSpPr bwMode="auto">
          <a:xfrm>
            <a:off x="7539038" y="4927600"/>
            <a:ext cx="188912" cy="196850"/>
            <a:chOff x="4749" y="3152"/>
            <a:chExt cx="119" cy="124"/>
          </a:xfrm>
        </p:grpSpPr>
        <p:sp>
          <p:nvSpPr>
            <p:cNvPr id="167006" name="Oval 31">
              <a:extLst>
                <a:ext uri="{FF2B5EF4-FFF2-40B4-BE49-F238E27FC236}">
                  <a16:creationId xmlns:a16="http://schemas.microsoft.com/office/drawing/2014/main" id="{092E1F3E-2495-2703-838B-5B062D834F40}"/>
                </a:ext>
              </a:extLst>
            </p:cNvPr>
            <p:cNvSpPr>
              <a:spLocks noChangeArrowheads="1"/>
            </p:cNvSpPr>
            <p:nvPr/>
          </p:nvSpPr>
          <p:spPr bwMode="auto">
            <a:xfrm>
              <a:off x="4750"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07" name="Freeform 32">
              <a:extLst>
                <a:ext uri="{FF2B5EF4-FFF2-40B4-BE49-F238E27FC236}">
                  <a16:creationId xmlns:a16="http://schemas.microsoft.com/office/drawing/2014/main" id="{AA6B7178-9FEE-D797-88EE-D3D93921EB96}"/>
                </a:ext>
              </a:extLst>
            </p:cNvPr>
            <p:cNvSpPr>
              <a:spLocks/>
            </p:cNvSpPr>
            <p:nvPr/>
          </p:nvSpPr>
          <p:spPr bwMode="auto">
            <a:xfrm>
              <a:off x="4749"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36" name="Group 33">
            <a:extLst>
              <a:ext uri="{FF2B5EF4-FFF2-40B4-BE49-F238E27FC236}">
                <a16:creationId xmlns:a16="http://schemas.microsoft.com/office/drawing/2014/main" id="{539E7284-BBEF-8FFF-8428-933352B3422D}"/>
              </a:ext>
            </a:extLst>
          </p:cNvPr>
          <p:cNvGrpSpPr>
            <a:grpSpLocks/>
          </p:cNvGrpSpPr>
          <p:nvPr/>
        </p:nvGrpSpPr>
        <p:grpSpPr bwMode="auto">
          <a:xfrm>
            <a:off x="7540625" y="3473450"/>
            <a:ext cx="192088" cy="198438"/>
            <a:chOff x="4750" y="2236"/>
            <a:chExt cx="121" cy="125"/>
          </a:xfrm>
        </p:grpSpPr>
        <p:sp>
          <p:nvSpPr>
            <p:cNvPr id="167004" name="Oval 34">
              <a:extLst>
                <a:ext uri="{FF2B5EF4-FFF2-40B4-BE49-F238E27FC236}">
                  <a16:creationId xmlns:a16="http://schemas.microsoft.com/office/drawing/2014/main" id="{F5F25449-7D11-A7BA-2076-7E2817556AC2}"/>
                </a:ext>
              </a:extLst>
            </p:cNvPr>
            <p:cNvSpPr>
              <a:spLocks noChangeArrowheads="1"/>
            </p:cNvSpPr>
            <p:nvPr/>
          </p:nvSpPr>
          <p:spPr bwMode="auto">
            <a:xfrm>
              <a:off x="4750"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05" name="Freeform 35">
              <a:extLst>
                <a:ext uri="{FF2B5EF4-FFF2-40B4-BE49-F238E27FC236}">
                  <a16:creationId xmlns:a16="http://schemas.microsoft.com/office/drawing/2014/main" id="{8E536A60-5930-8B6A-B9F5-779791BE951C}"/>
                </a:ext>
              </a:extLst>
            </p:cNvPr>
            <p:cNvSpPr>
              <a:spLocks/>
            </p:cNvSpPr>
            <p:nvPr/>
          </p:nvSpPr>
          <p:spPr bwMode="auto">
            <a:xfrm>
              <a:off x="4808"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37" name="Group 36">
            <a:extLst>
              <a:ext uri="{FF2B5EF4-FFF2-40B4-BE49-F238E27FC236}">
                <a16:creationId xmlns:a16="http://schemas.microsoft.com/office/drawing/2014/main" id="{3AC1226B-A162-C4DE-BDDE-A6A2AAE6A6D0}"/>
              </a:ext>
            </a:extLst>
          </p:cNvPr>
          <p:cNvGrpSpPr>
            <a:grpSpLocks/>
          </p:cNvGrpSpPr>
          <p:nvPr/>
        </p:nvGrpSpPr>
        <p:grpSpPr bwMode="auto">
          <a:xfrm>
            <a:off x="7539038" y="4195763"/>
            <a:ext cx="193675" cy="207962"/>
            <a:chOff x="4749" y="2691"/>
            <a:chExt cx="122" cy="131"/>
          </a:xfrm>
        </p:grpSpPr>
        <p:sp>
          <p:nvSpPr>
            <p:cNvPr id="167002" name="Oval 37">
              <a:extLst>
                <a:ext uri="{FF2B5EF4-FFF2-40B4-BE49-F238E27FC236}">
                  <a16:creationId xmlns:a16="http://schemas.microsoft.com/office/drawing/2014/main" id="{422D371C-280E-4786-5A1E-618F98F31C8A}"/>
                </a:ext>
              </a:extLst>
            </p:cNvPr>
            <p:cNvSpPr>
              <a:spLocks noChangeArrowheads="1"/>
            </p:cNvSpPr>
            <p:nvPr/>
          </p:nvSpPr>
          <p:spPr bwMode="auto">
            <a:xfrm>
              <a:off x="4749"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03" name="Freeform 38">
              <a:extLst>
                <a:ext uri="{FF2B5EF4-FFF2-40B4-BE49-F238E27FC236}">
                  <a16:creationId xmlns:a16="http://schemas.microsoft.com/office/drawing/2014/main" id="{DA4F7C31-A55C-BA6C-9A26-026F866AF6CD}"/>
                </a:ext>
              </a:extLst>
            </p:cNvPr>
            <p:cNvSpPr>
              <a:spLocks/>
            </p:cNvSpPr>
            <p:nvPr/>
          </p:nvSpPr>
          <p:spPr bwMode="auto">
            <a:xfrm>
              <a:off x="4806"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6938" name="Oval 39">
            <a:extLst>
              <a:ext uri="{FF2B5EF4-FFF2-40B4-BE49-F238E27FC236}">
                <a16:creationId xmlns:a16="http://schemas.microsoft.com/office/drawing/2014/main" id="{2F113E0E-4DB1-FE4E-391F-2C5633197B56}"/>
              </a:ext>
            </a:extLst>
          </p:cNvPr>
          <p:cNvSpPr>
            <a:spLocks noChangeArrowheads="1"/>
          </p:cNvSpPr>
          <p:nvPr/>
        </p:nvSpPr>
        <p:spPr bwMode="auto">
          <a:xfrm>
            <a:off x="6680200" y="2738438"/>
            <a:ext cx="188913"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39" name="Oval 40">
            <a:extLst>
              <a:ext uri="{FF2B5EF4-FFF2-40B4-BE49-F238E27FC236}">
                <a16:creationId xmlns:a16="http://schemas.microsoft.com/office/drawing/2014/main" id="{D264A6CC-07DC-676C-0278-608EC3858A48}"/>
              </a:ext>
            </a:extLst>
          </p:cNvPr>
          <p:cNvSpPr>
            <a:spLocks noChangeArrowheads="1"/>
          </p:cNvSpPr>
          <p:nvPr/>
        </p:nvSpPr>
        <p:spPr bwMode="auto">
          <a:xfrm>
            <a:off x="6680200" y="5656263"/>
            <a:ext cx="188913"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40" name="Group 41">
            <a:extLst>
              <a:ext uri="{FF2B5EF4-FFF2-40B4-BE49-F238E27FC236}">
                <a16:creationId xmlns:a16="http://schemas.microsoft.com/office/drawing/2014/main" id="{8DF6D46D-43B8-CE80-FA9C-FEEB6B41B130}"/>
              </a:ext>
            </a:extLst>
          </p:cNvPr>
          <p:cNvGrpSpPr>
            <a:grpSpLocks/>
          </p:cNvGrpSpPr>
          <p:nvPr/>
        </p:nvGrpSpPr>
        <p:grpSpPr bwMode="auto">
          <a:xfrm>
            <a:off x="6678613" y="4927600"/>
            <a:ext cx="188912" cy="196850"/>
            <a:chOff x="4207" y="3152"/>
            <a:chExt cx="119" cy="124"/>
          </a:xfrm>
        </p:grpSpPr>
        <p:sp>
          <p:nvSpPr>
            <p:cNvPr id="167000" name="Oval 42">
              <a:extLst>
                <a:ext uri="{FF2B5EF4-FFF2-40B4-BE49-F238E27FC236}">
                  <a16:creationId xmlns:a16="http://schemas.microsoft.com/office/drawing/2014/main" id="{D10E10F2-E2A6-2B65-2369-B25256911284}"/>
                </a:ext>
              </a:extLst>
            </p:cNvPr>
            <p:cNvSpPr>
              <a:spLocks noChangeArrowheads="1"/>
            </p:cNvSpPr>
            <p:nvPr/>
          </p:nvSpPr>
          <p:spPr bwMode="auto">
            <a:xfrm>
              <a:off x="4208"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7001" name="Freeform 43">
              <a:extLst>
                <a:ext uri="{FF2B5EF4-FFF2-40B4-BE49-F238E27FC236}">
                  <a16:creationId xmlns:a16="http://schemas.microsoft.com/office/drawing/2014/main" id="{5C58F193-387F-C53A-4C27-86EAEC0AF265}"/>
                </a:ext>
              </a:extLst>
            </p:cNvPr>
            <p:cNvSpPr>
              <a:spLocks/>
            </p:cNvSpPr>
            <p:nvPr/>
          </p:nvSpPr>
          <p:spPr bwMode="auto">
            <a:xfrm>
              <a:off x="4207"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41" name="Group 44">
            <a:extLst>
              <a:ext uri="{FF2B5EF4-FFF2-40B4-BE49-F238E27FC236}">
                <a16:creationId xmlns:a16="http://schemas.microsoft.com/office/drawing/2014/main" id="{CFC4C016-382B-773A-11CB-B9F424E1B1D9}"/>
              </a:ext>
            </a:extLst>
          </p:cNvPr>
          <p:cNvGrpSpPr>
            <a:grpSpLocks/>
          </p:cNvGrpSpPr>
          <p:nvPr/>
        </p:nvGrpSpPr>
        <p:grpSpPr bwMode="auto">
          <a:xfrm>
            <a:off x="6680200" y="3473450"/>
            <a:ext cx="192088" cy="198438"/>
            <a:chOff x="4208" y="2236"/>
            <a:chExt cx="121" cy="125"/>
          </a:xfrm>
        </p:grpSpPr>
        <p:sp>
          <p:nvSpPr>
            <p:cNvPr id="166998" name="Oval 45">
              <a:extLst>
                <a:ext uri="{FF2B5EF4-FFF2-40B4-BE49-F238E27FC236}">
                  <a16:creationId xmlns:a16="http://schemas.microsoft.com/office/drawing/2014/main" id="{491616DE-6A3A-A518-971A-A910FD89B980}"/>
                </a:ext>
              </a:extLst>
            </p:cNvPr>
            <p:cNvSpPr>
              <a:spLocks noChangeArrowheads="1"/>
            </p:cNvSpPr>
            <p:nvPr/>
          </p:nvSpPr>
          <p:spPr bwMode="auto">
            <a:xfrm>
              <a:off x="4208"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99" name="Freeform 46">
              <a:extLst>
                <a:ext uri="{FF2B5EF4-FFF2-40B4-BE49-F238E27FC236}">
                  <a16:creationId xmlns:a16="http://schemas.microsoft.com/office/drawing/2014/main" id="{03DABFBA-B68B-6C08-DB6B-D09FEF4B4B74}"/>
                </a:ext>
              </a:extLst>
            </p:cNvPr>
            <p:cNvSpPr>
              <a:spLocks/>
            </p:cNvSpPr>
            <p:nvPr/>
          </p:nvSpPr>
          <p:spPr bwMode="auto">
            <a:xfrm>
              <a:off x="4266"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42" name="Group 47">
            <a:extLst>
              <a:ext uri="{FF2B5EF4-FFF2-40B4-BE49-F238E27FC236}">
                <a16:creationId xmlns:a16="http://schemas.microsoft.com/office/drawing/2014/main" id="{B6DF575F-9A58-5BC5-E2CF-C61DEF54CD8F}"/>
              </a:ext>
            </a:extLst>
          </p:cNvPr>
          <p:cNvGrpSpPr>
            <a:grpSpLocks/>
          </p:cNvGrpSpPr>
          <p:nvPr/>
        </p:nvGrpSpPr>
        <p:grpSpPr bwMode="auto">
          <a:xfrm>
            <a:off x="6678613" y="4195763"/>
            <a:ext cx="193675" cy="207962"/>
            <a:chOff x="4207" y="2691"/>
            <a:chExt cx="122" cy="131"/>
          </a:xfrm>
        </p:grpSpPr>
        <p:sp>
          <p:nvSpPr>
            <p:cNvPr id="166996" name="Oval 48">
              <a:extLst>
                <a:ext uri="{FF2B5EF4-FFF2-40B4-BE49-F238E27FC236}">
                  <a16:creationId xmlns:a16="http://schemas.microsoft.com/office/drawing/2014/main" id="{904D0AFA-2E43-E62D-4C1D-5285862BD64F}"/>
                </a:ext>
              </a:extLst>
            </p:cNvPr>
            <p:cNvSpPr>
              <a:spLocks noChangeArrowheads="1"/>
            </p:cNvSpPr>
            <p:nvPr/>
          </p:nvSpPr>
          <p:spPr bwMode="auto">
            <a:xfrm>
              <a:off x="4207"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97" name="Freeform 49">
              <a:extLst>
                <a:ext uri="{FF2B5EF4-FFF2-40B4-BE49-F238E27FC236}">
                  <a16:creationId xmlns:a16="http://schemas.microsoft.com/office/drawing/2014/main" id="{57AF30BB-7CF2-7DD3-1A4A-C8C9434D21A0}"/>
                </a:ext>
              </a:extLst>
            </p:cNvPr>
            <p:cNvSpPr>
              <a:spLocks/>
            </p:cNvSpPr>
            <p:nvPr/>
          </p:nvSpPr>
          <p:spPr bwMode="auto">
            <a:xfrm>
              <a:off x="4264"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6943" name="Oval 50">
            <a:extLst>
              <a:ext uri="{FF2B5EF4-FFF2-40B4-BE49-F238E27FC236}">
                <a16:creationId xmlns:a16="http://schemas.microsoft.com/office/drawing/2014/main" id="{F5C0840C-1F75-FA3C-7C19-DD2AEF5ACFF8}"/>
              </a:ext>
            </a:extLst>
          </p:cNvPr>
          <p:cNvSpPr>
            <a:spLocks noChangeArrowheads="1"/>
          </p:cNvSpPr>
          <p:nvPr/>
        </p:nvSpPr>
        <p:spPr bwMode="auto">
          <a:xfrm>
            <a:off x="5819775" y="2738438"/>
            <a:ext cx="188913"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44" name="Oval 51">
            <a:extLst>
              <a:ext uri="{FF2B5EF4-FFF2-40B4-BE49-F238E27FC236}">
                <a16:creationId xmlns:a16="http://schemas.microsoft.com/office/drawing/2014/main" id="{C5CB8135-CB4D-11CA-A71D-EBCB1E70D247}"/>
              </a:ext>
            </a:extLst>
          </p:cNvPr>
          <p:cNvSpPr>
            <a:spLocks noChangeArrowheads="1"/>
          </p:cNvSpPr>
          <p:nvPr/>
        </p:nvSpPr>
        <p:spPr bwMode="auto">
          <a:xfrm>
            <a:off x="5819775" y="5656263"/>
            <a:ext cx="188913"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45" name="Group 52">
            <a:extLst>
              <a:ext uri="{FF2B5EF4-FFF2-40B4-BE49-F238E27FC236}">
                <a16:creationId xmlns:a16="http://schemas.microsoft.com/office/drawing/2014/main" id="{4D803329-7477-90B3-6A04-14A1C4FC8013}"/>
              </a:ext>
            </a:extLst>
          </p:cNvPr>
          <p:cNvGrpSpPr>
            <a:grpSpLocks/>
          </p:cNvGrpSpPr>
          <p:nvPr/>
        </p:nvGrpSpPr>
        <p:grpSpPr bwMode="auto">
          <a:xfrm>
            <a:off x="5818188" y="4927600"/>
            <a:ext cx="188912" cy="196850"/>
            <a:chOff x="3665" y="3152"/>
            <a:chExt cx="119" cy="124"/>
          </a:xfrm>
        </p:grpSpPr>
        <p:sp>
          <p:nvSpPr>
            <p:cNvPr id="166994" name="Oval 53">
              <a:extLst>
                <a:ext uri="{FF2B5EF4-FFF2-40B4-BE49-F238E27FC236}">
                  <a16:creationId xmlns:a16="http://schemas.microsoft.com/office/drawing/2014/main" id="{7ADA6384-E08A-ED95-ADBF-655941746BA6}"/>
                </a:ext>
              </a:extLst>
            </p:cNvPr>
            <p:cNvSpPr>
              <a:spLocks noChangeArrowheads="1"/>
            </p:cNvSpPr>
            <p:nvPr/>
          </p:nvSpPr>
          <p:spPr bwMode="auto">
            <a:xfrm>
              <a:off x="3666"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95" name="Freeform 54">
              <a:extLst>
                <a:ext uri="{FF2B5EF4-FFF2-40B4-BE49-F238E27FC236}">
                  <a16:creationId xmlns:a16="http://schemas.microsoft.com/office/drawing/2014/main" id="{2914ED23-CC74-2856-6B8A-B7051A88588F}"/>
                </a:ext>
              </a:extLst>
            </p:cNvPr>
            <p:cNvSpPr>
              <a:spLocks/>
            </p:cNvSpPr>
            <p:nvPr/>
          </p:nvSpPr>
          <p:spPr bwMode="auto">
            <a:xfrm>
              <a:off x="3665"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46" name="Group 55">
            <a:extLst>
              <a:ext uri="{FF2B5EF4-FFF2-40B4-BE49-F238E27FC236}">
                <a16:creationId xmlns:a16="http://schemas.microsoft.com/office/drawing/2014/main" id="{5D236C7F-1830-94D2-F8C9-F15BEBEEDDD8}"/>
              </a:ext>
            </a:extLst>
          </p:cNvPr>
          <p:cNvGrpSpPr>
            <a:grpSpLocks/>
          </p:cNvGrpSpPr>
          <p:nvPr/>
        </p:nvGrpSpPr>
        <p:grpSpPr bwMode="auto">
          <a:xfrm>
            <a:off x="5819775" y="3473450"/>
            <a:ext cx="192088" cy="198438"/>
            <a:chOff x="3666" y="2236"/>
            <a:chExt cx="121" cy="125"/>
          </a:xfrm>
        </p:grpSpPr>
        <p:sp>
          <p:nvSpPr>
            <p:cNvPr id="166992" name="Oval 56">
              <a:extLst>
                <a:ext uri="{FF2B5EF4-FFF2-40B4-BE49-F238E27FC236}">
                  <a16:creationId xmlns:a16="http://schemas.microsoft.com/office/drawing/2014/main" id="{4A340586-AA89-B5B3-860A-1CBF622D89FD}"/>
                </a:ext>
              </a:extLst>
            </p:cNvPr>
            <p:cNvSpPr>
              <a:spLocks noChangeArrowheads="1"/>
            </p:cNvSpPr>
            <p:nvPr/>
          </p:nvSpPr>
          <p:spPr bwMode="auto">
            <a:xfrm>
              <a:off x="3666"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93" name="Freeform 57">
              <a:extLst>
                <a:ext uri="{FF2B5EF4-FFF2-40B4-BE49-F238E27FC236}">
                  <a16:creationId xmlns:a16="http://schemas.microsoft.com/office/drawing/2014/main" id="{8183DBDF-E1E1-C816-0B40-012CB01CF894}"/>
                </a:ext>
              </a:extLst>
            </p:cNvPr>
            <p:cNvSpPr>
              <a:spLocks/>
            </p:cNvSpPr>
            <p:nvPr/>
          </p:nvSpPr>
          <p:spPr bwMode="auto">
            <a:xfrm>
              <a:off x="3724"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47" name="Group 58">
            <a:extLst>
              <a:ext uri="{FF2B5EF4-FFF2-40B4-BE49-F238E27FC236}">
                <a16:creationId xmlns:a16="http://schemas.microsoft.com/office/drawing/2014/main" id="{75798081-9166-A498-A2BC-78D06B44D8FE}"/>
              </a:ext>
            </a:extLst>
          </p:cNvPr>
          <p:cNvGrpSpPr>
            <a:grpSpLocks/>
          </p:cNvGrpSpPr>
          <p:nvPr/>
        </p:nvGrpSpPr>
        <p:grpSpPr bwMode="auto">
          <a:xfrm>
            <a:off x="5818188" y="4195763"/>
            <a:ext cx="193675" cy="207962"/>
            <a:chOff x="3665" y="2691"/>
            <a:chExt cx="122" cy="131"/>
          </a:xfrm>
        </p:grpSpPr>
        <p:sp>
          <p:nvSpPr>
            <p:cNvPr id="166990" name="Oval 59">
              <a:extLst>
                <a:ext uri="{FF2B5EF4-FFF2-40B4-BE49-F238E27FC236}">
                  <a16:creationId xmlns:a16="http://schemas.microsoft.com/office/drawing/2014/main" id="{79B42A27-516A-9960-680E-70C127BFF57F}"/>
                </a:ext>
              </a:extLst>
            </p:cNvPr>
            <p:cNvSpPr>
              <a:spLocks noChangeArrowheads="1"/>
            </p:cNvSpPr>
            <p:nvPr/>
          </p:nvSpPr>
          <p:spPr bwMode="auto">
            <a:xfrm>
              <a:off x="3665"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91" name="Freeform 60">
              <a:extLst>
                <a:ext uri="{FF2B5EF4-FFF2-40B4-BE49-F238E27FC236}">
                  <a16:creationId xmlns:a16="http://schemas.microsoft.com/office/drawing/2014/main" id="{AB28B939-5270-C6CC-F7A9-1C70BDBB9F9B}"/>
                </a:ext>
              </a:extLst>
            </p:cNvPr>
            <p:cNvSpPr>
              <a:spLocks/>
            </p:cNvSpPr>
            <p:nvPr/>
          </p:nvSpPr>
          <p:spPr bwMode="auto">
            <a:xfrm>
              <a:off x="3722"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6948" name="Oval 61">
            <a:extLst>
              <a:ext uri="{FF2B5EF4-FFF2-40B4-BE49-F238E27FC236}">
                <a16:creationId xmlns:a16="http://schemas.microsoft.com/office/drawing/2014/main" id="{F3D8BE56-75E3-E85F-9C8F-3C37FA57CEA6}"/>
              </a:ext>
            </a:extLst>
          </p:cNvPr>
          <p:cNvSpPr>
            <a:spLocks noChangeArrowheads="1"/>
          </p:cNvSpPr>
          <p:nvPr/>
        </p:nvSpPr>
        <p:spPr bwMode="auto">
          <a:xfrm>
            <a:off x="4959350" y="2738438"/>
            <a:ext cx="188913"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49" name="Oval 62">
            <a:extLst>
              <a:ext uri="{FF2B5EF4-FFF2-40B4-BE49-F238E27FC236}">
                <a16:creationId xmlns:a16="http://schemas.microsoft.com/office/drawing/2014/main" id="{0A5E2C6B-2268-8491-BC97-A1426DB4BD3E}"/>
              </a:ext>
            </a:extLst>
          </p:cNvPr>
          <p:cNvSpPr>
            <a:spLocks noChangeArrowheads="1"/>
          </p:cNvSpPr>
          <p:nvPr/>
        </p:nvSpPr>
        <p:spPr bwMode="auto">
          <a:xfrm>
            <a:off x="4959350" y="5656263"/>
            <a:ext cx="188913"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50" name="Group 63">
            <a:extLst>
              <a:ext uri="{FF2B5EF4-FFF2-40B4-BE49-F238E27FC236}">
                <a16:creationId xmlns:a16="http://schemas.microsoft.com/office/drawing/2014/main" id="{60C3C493-11E3-9B71-03E3-51483413D949}"/>
              </a:ext>
            </a:extLst>
          </p:cNvPr>
          <p:cNvGrpSpPr>
            <a:grpSpLocks/>
          </p:cNvGrpSpPr>
          <p:nvPr/>
        </p:nvGrpSpPr>
        <p:grpSpPr bwMode="auto">
          <a:xfrm>
            <a:off x="4957763" y="4927600"/>
            <a:ext cx="188912" cy="196850"/>
            <a:chOff x="3123" y="3152"/>
            <a:chExt cx="119" cy="124"/>
          </a:xfrm>
        </p:grpSpPr>
        <p:sp>
          <p:nvSpPr>
            <p:cNvPr id="166988" name="Oval 64">
              <a:extLst>
                <a:ext uri="{FF2B5EF4-FFF2-40B4-BE49-F238E27FC236}">
                  <a16:creationId xmlns:a16="http://schemas.microsoft.com/office/drawing/2014/main" id="{A0BCD3B7-FD59-9D17-0DEA-3F5034C4CCC1}"/>
                </a:ext>
              </a:extLst>
            </p:cNvPr>
            <p:cNvSpPr>
              <a:spLocks noChangeArrowheads="1"/>
            </p:cNvSpPr>
            <p:nvPr/>
          </p:nvSpPr>
          <p:spPr bwMode="auto">
            <a:xfrm>
              <a:off x="3124"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89" name="Freeform 65">
              <a:extLst>
                <a:ext uri="{FF2B5EF4-FFF2-40B4-BE49-F238E27FC236}">
                  <a16:creationId xmlns:a16="http://schemas.microsoft.com/office/drawing/2014/main" id="{FF04D38E-1520-EE05-FF68-8EEEF68FF707}"/>
                </a:ext>
              </a:extLst>
            </p:cNvPr>
            <p:cNvSpPr>
              <a:spLocks/>
            </p:cNvSpPr>
            <p:nvPr/>
          </p:nvSpPr>
          <p:spPr bwMode="auto">
            <a:xfrm>
              <a:off x="3123"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51" name="Group 66">
            <a:extLst>
              <a:ext uri="{FF2B5EF4-FFF2-40B4-BE49-F238E27FC236}">
                <a16:creationId xmlns:a16="http://schemas.microsoft.com/office/drawing/2014/main" id="{C0C5B2B4-5A4E-7F6A-5B95-6B7E888465AC}"/>
              </a:ext>
            </a:extLst>
          </p:cNvPr>
          <p:cNvGrpSpPr>
            <a:grpSpLocks/>
          </p:cNvGrpSpPr>
          <p:nvPr/>
        </p:nvGrpSpPr>
        <p:grpSpPr bwMode="auto">
          <a:xfrm>
            <a:off x="4959350" y="3473450"/>
            <a:ext cx="192088" cy="198438"/>
            <a:chOff x="3124" y="2236"/>
            <a:chExt cx="121" cy="125"/>
          </a:xfrm>
        </p:grpSpPr>
        <p:sp>
          <p:nvSpPr>
            <p:cNvPr id="166986" name="Oval 67">
              <a:extLst>
                <a:ext uri="{FF2B5EF4-FFF2-40B4-BE49-F238E27FC236}">
                  <a16:creationId xmlns:a16="http://schemas.microsoft.com/office/drawing/2014/main" id="{61442EC0-8831-253F-0C03-DC83EF2CA252}"/>
                </a:ext>
              </a:extLst>
            </p:cNvPr>
            <p:cNvSpPr>
              <a:spLocks noChangeArrowheads="1"/>
            </p:cNvSpPr>
            <p:nvPr/>
          </p:nvSpPr>
          <p:spPr bwMode="auto">
            <a:xfrm>
              <a:off x="3124"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87" name="Freeform 68">
              <a:extLst>
                <a:ext uri="{FF2B5EF4-FFF2-40B4-BE49-F238E27FC236}">
                  <a16:creationId xmlns:a16="http://schemas.microsoft.com/office/drawing/2014/main" id="{C3D01EEE-8D70-8E27-569A-EE9AE9A77C6E}"/>
                </a:ext>
              </a:extLst>
            </p:cNvPr>
            <p:cNvSpPr>
              <a:spLocks/>
            </p:cNvSpPr>
            <p:nvPr/>
          </p:nvSpPr>
          <p:spPr bwMode="auto">
            <a:xfrm>
              <a:off x="3182"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52" name="Group 69">
            <a:extLst>
              <a:ext uri="{FF2B5EF4-FFF2-40B4-BE49-F238E27FC236}">
                <a16:creationId xmlns:a16="http://schemas.microsoft.com/office/drawing/2014/main" id="{32F2C01A-CE82-1A64-F2D3-2C4A4B24AD93}"/>
              </a:ext>
            </a:extLst>
          </p:cNvPr>
          <p:cNvGrpSpPr>
            <a:grpSpLocks/>
          </p:cNvGrpSpPr>
          <p:nvPr/>
        </p:nvGrpSpPr>
        <p:grpSpPr bwMode="auto">
          <a:xfrm>
            <a:off x="4957763" y="4195763"/>
            <a:ext cx="193675" cy="207962"/>
            <a:chOff x="3123" y="2691"/>
            <a:chExt cx="122" cy="131"/>
          </a:xfrm>
        </p:grpSpPr>
        <p:sp>
          <p:nvSpPr>
            <p:cNvPr id="166984" name="Oval 70">
              <a:extLst>
                <a:ext uri="{FF2B5EF4-FFF2-40B4-BE49-F238E27FC236}">
                  <a16:creationId xmlns:a16="http://schemas.microsoft.com/office/drawing/2014/main" id="{77C21AF8-2FBA-5E79-261A-8D70B6BC62BB}"/>
                </a:ext>
              </a:extLst>
            </p:cNvPr>
            <p:cNvSpPr>
              <a:spLocks noChangeArrowheads="1"/>
            </p:cNvSpPr>
            <p:nvPr/>
          </p:nvSpPr>
          <p:spPr bwMode="auto">
            <a:xfrm>
              <a:off x="3123"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85" name="Freeform 71">
              <a:extLst>
                <a:ext uri="{FF2B5EF4-FFF2-40B4-BE49-F238E27FC236}">
                  <a16:creationId xmlns:a16="http://schemas.microsoft.com/office/drawing/2014/main" id="{AB0E4B33-52BE-6BCA-B0AA-6257D088A854}"/>
                </a:ext>
              </a:extLst>
            </p:cNvPr>
            <p:cNvSpPr>
              <a:spLocks/>
            </p:cNvSpPr>
            <p:nvPr/>
          </p:nvSpPr>
          <p:spPr bwMode="auto">
            <a:xfrm>
              <a:off x="3180"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6953" name="Oval 72">
            <a:extLst>
              <a:ext uri="{FF2B5EF4-FFF2-40B4-BE49-F238E27FC236}">
                <a16:creationId xmlns:a16="http://schemas.microsoft.com/office/drawing/2014/main" id="{29C934BE-4200-C0EE-F16A-DF8F5978570C}"/>
              </a:ext>
            </a:extLst>
          </p:cNvPr>
          <p:cNvSpPr>
            <a:spLocks noChangeArrowheads="1"/>
          </p:cNvSpPr>
          <p:nvPr/>
        </p:nvSpPr>
        <p:spPr bwMode="auto">
          <a:xfrm>
            <a:off x="4098925" y="2738438"/>
            <a:ext cx="188913"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54" name="Oval 73">
            <a:extLst>
              <a:ext uri="{FF2B5EF4-FFF2-40B4-BE49-F238E27FC236}">
                <a16:creationId xmlns:a16="http://schemas.microsoft.com/office/drawing/2014/main" id="{6EAE4D04-86EC-6BCE-5006-9D493DF54DD6}"/>
              </a:ext>
            </a:extLst>
          </p:cNvPr>
          <p:cNvSpPr>
            <a:spLocks noChangeArrowheads="1"/>
          </p:cNvSpPr>
          <p:nvPr/>
        </p:nvSpPr>
        <p:spPr bwMode="auto">
          <a:xfrm>
            <a:off x="4098925" y="5656263"/>
            <a:ext cx="188913"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55" name="Group 74">
            <a:extLst>
              <a:ext uri="{FF2B5EF4-FFF2-40B4-BE49-F238E27FC236}">
                <a16:creationId xmlns:a16="http://schemas.microsoft.com/office/drawing/2014/main" id="{FC58B0DA-FBC5-7E9A-4330-03510B240C7D}"/>
              </a:ext>
            </a:extLst>
          </p:cNvPr>
          <p:cNvGrpSpPr>
            <a:grpSpLocks/>
          </p:cNvGrpSpPr>
          <p:nvPr/>
        </p:nvGrpSpPr>
        <p:grpSpPr bwMode="auto">
          <a:xfrm>
            <a:off x="4097338" y="4927600"/>
            <a:ext cx="188912" cy="196850"/>
            <a:chOff x="2581" y="3152"/>
            <a:chExt cx="119" cy="124"/>
          </a:xfrm>
        </p:grpSpPr>
        <p:sp>
          <p:nvSpPr>
            <p:cNvPr id="166982" name="Oval 75">
              <a:extLst>
                <a:ext uri="{FF2B5EF4-FFF2-40B4-BE49-F238E27FC236}">
                  <a16:creationId xmlns:a16="http://schemas.microsoft.com/office/drawing/2014/main" id="{9BDA8118-2555-202A-1DCF-17BB69C1F955}"/>
                </a:ext>
              </a:extLst>
            </p:cNvPr>
            <p:cNvSpPr>
              <a:spLocks noChangeArrowheads="1"/>
            </p:cNvSpPr>
            <p:nvPr/>
          </p:nvSpPr>
          <p:spPr bwMode="auto">
            <a:xfrm>
              <a:off x="2582"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83" name="Freeform 76">
              <a:extLst>
                <a:ext uri="{FF2B5EF4-FFF2-40B4-BE49-F238E27FC236}">
                  <a16:creationId xmlns:a16="http://schemas.microsoft.com/office/drawing/2014/main" id="{A68D827A-F67C-F062-814D-6E8C9F36A809}"/>
                </a:ext>
              </a:extLst>
            </p:cNvPr>
            <p:cNvSpPr>
              <a:spLocks/>
            </p:cNvSpPr>
            <p:nvPr/>
          </p:nvSpPr>
          <p:spPr bwMode="auto">
            <a:xfrm>
              <a:off x="2581"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56" name="Group 77">
            <a:extLst>
              <a:ext uri="{FF2B5EF4-FFF2-40B4-BE49-F238E27FC236}">
                <a16:creationId xmlns:a16="http://schemas.microsoft.com/office/drawing/2014/main" id="{83D2C0AA-2CC2-77D6-7566-A8805E0174A1}"/>
              </a:ext>
            </a:extLst>
          </p:cNvPr>
          <p:cNvGrpSpPr>
            <a:grpSpLocks/>
          </p:cNvGrpSpPr>
          <p:nvPr/>
        </p:nvGrpSpPr>
        <p:grpSpPr bwMode="auto">
          <a:xfrm>
            <a:off x="4098925" y="3473450"/>
            <a:ext cx="192088" cy="198438"/>
            <a:chOff x="2582" y="2236"/>
            <a:chExt cx="121" cy="125"/>
          </a:xfrm>
        </p:grpSpPr>
        <p:sp>
          <p:nvSpPr>
            <p:cNvPr id="166980" name="Oval 78">
              <a:extLst>
                <a:ext uri="{FF2B5EF4-FFF2-40B4-BE49-F238E27FC236}">
                  <a16:creationId xmlns:a16="http://schemas.microsoft.com/office/drawing/2014/main" id="{9A4BF85F-834C-1B8D-7D12-004EF84085C8}"/>
                </a:ext>
              </a:extLst>
            </p:cNvPr>
            <p:cNvSpPr>
              <a:spLocks noChangeArrowheads="1"/>
            </p:cNvSpPr>
            <p:nvPr/>
          </p:nvSpPr>
          <p:spPr bwMode="auto">
            <a:xfrm>
              <a:off x="2582"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81" name="Freeform 79">
              <a:extLst>
                <a:ext uri="{FF2B5EF4-FFF2-40B4-BE49-F238E27FC236}">
                  <a16:creationId xmlns:a16="http://schemas.microsoft.com/office/drawing/2014/main" id="{9FDB824F-EFD3-1EED-BC60-CC93858829DB}"/>
                </a:ext>
              </a:extLst>
            </p:cNvPr>
            <p:cNvSpPr>
              <a:spLocks/>
            </p:cNvSpPr>
            <p:nvPr/>
          </p:nvSpPr>
          <p:spPr bwMode="auto">
            <a:xfrm>
              <a:off x="2640"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57" name="Group 80">
            <a:extLst>
              <a:ext uri="{FF2B5EF4-FFF2-40B4-BE49-F238E27FC236}">
                <a16:creationId xmlns:a16="http://schemas.microsoft.com/office/drawing/2014/main" id="{5C1A9CCD-A64E-4C75-6556-7C6E2134A355}"/>
              </a:ext>
            </a:extLst>
          </p:cNvPr>
          <p:cNvGrpSpPr>
            <a:grpSpLocks/>
          </p:cNvGrpSpPr>
          <p:nvPr/>
        </p:nvGrpSpPr>
        <p:grpSpPr bwMode="auto">
          <a:xfrm>
            <a:off x="4097338" y="4195763"/>
            <a:ext cx="193675" cy="207962"/>
            <a:chOff x="2581" y="2691"/>
            <a:chExt cx="122" cy="131"/>
          </a:xfrm>
        </p:grpSpPr>
        <p:sp>
          <p:nvSpPr>
            <p:cNvPr id="166978" name="Oval 81">
              <a:extLst>
                <a:ext uri="{FF2B5EF4-FFF2-40B4-BE49-F238E27FC236}">
                  <a16:creationId xmlns:a16="http://schemas.microsoft.com/office/drawing/2014/main" id="{91B3A674-54C5-958B-E5B1-5BD0B053C0F6}"/>
                </a:ext>
              </a:extLst>
            </p:cNvPr>
            <p:cNvSpPr>
              <a:spLocks noChangeArrowheads="1"/>
            </p:cNvSpPr>
            <p:nvPr/>
          </p:nvSpPr>
          <p:spPr bwMode="auto">
            <a:xfrm>
              <a:off x="2581"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79" name="Freeform 82">
              <a:extLst>
                <a:ext uri="{FF2B5EF4-FFF2-40B4-BE49-F238E27FC236}">
                  <a16:creationId xmlns:a16="http://schemas.microsoft.com/office/drawing/2014/main" id="{4CCA0E22-02C8-4670-F951-57FDADCEC3F3}"/>
                </a:ext>
              </a:extLst>
            </p:cNvPr>
            <p:cNvSpPr>
              <a:spLocks/>
            </p:cNvSpPr>
            <p:nvPr/>
          </p:nvSpPr>
          <p:spPr bwMode="auto">
            <a:xfrm>
              <a:off x="2638"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166958" name="Oval 83">
            <a:extLst>
              <a:ext uri="{FF2B5EF4-FFF2-40B4-BE49-F238E27FC236}">
                <a16:creationId xmlns:a16="http://schemas.microsoft.com/office/drawing/2014/main" id="{5703AFF1-7475-3E39-E2E1-91D801AE832E}"/>
              </a:ext>
            </a:extLst>
          </p:cNvPr>
          <p:cNvSpPr>
            <a:spLocks noChangeArrowheads="1"/>
          </p:cNvSpPr>
          <p:nvPr/>
        </p:nvSpPr>
        <p:spPr bwMode="auto">
          <a:xfrm>
            <a:off x="3238500" y="2738438"/>
            <a:ext cx="188913" cy="198437"/>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59" name="Oval 84">
            <a:extLst>
              <a:ext uri="{FF2B5EF4-FFF2-40B4-BE49-F238E27FC236}">
                <a16:creationId xmlns:a16="http://schemas.microsoft.com/office/drawing/2014/main" id="{4EAEEB26-CC44-095F-E915-4FFDCC87AB37}"/>
              </a:ext>
            </a:extLst>
          </p:cNvPr>
          <p:cNvSpPr>
            <a:spLocks noChangeArrowheads="1"/>
          </p:cNvSpPr>
          <p:nvPr/>
        </p:nvSpPr>
        <p:spPr bwMode="auto">
          <a:xfrm>
            <a:off x="3238500" y="5656263"/>
            <a:ext cx="188913" cy="198437"/>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nvGrpSpPr>
          <p:cNvPr id="166960" name="Group 85">
            <a:extLst>
              <a:ext uri="{FF2B5EF4-FFF2-40B4-BE49-F238E27FC236}">
                <a16:creationId xmlns:a16="http://schemas.microsoft.com/office/drawing/2014/main" id="{93B4C60D-CD07-7EEF-005B-5F239CCE5A18}"/>
              </a:ext>
            </a:extLst>
          </p:cNvPr>
          <p:cNvGrpSpPr>
            <a:grpSpLocks/>
          </p:cNvGrpSpPr>
          <p:nvPr/>
        </p:nvGrpSpPr>
        <p:grpSpPr bwMode="auto">
          <a:xfrm>
            <a:off x="3236913" y="4927600"/>
            <a:ext cx="188912" cy="196850"/>
            <a:chOff x="2039" y="3152"/>
            <a:chExt cx="119" cy="124"/>
          </a:xfrm>
        </p:grpSpPr>
        <p:sp>
          <p:nvSpPr>
            <p:cNvPr id="166976" name="Oval 86">
              <a:extLst>
                <a:ext uri="{FF2B5EF4-FFF2-40B4-BE49-F238E27FC236}">
                  <a16:creationId xmlns:a16="http://schemas.microsoft.com/office/drawing/2014/main" id="{EAF9AD25-C626-2326-6BE1-8DDE05317912}"/>
                </a:ext>
              </a:extLst>
            </p:cNvPr>
            <p:cNvSpPr>
              <a:spLocks noChangeArrowheads="1"/>
            </p:cNvSpPr>
            <p:nvPr/>
          </p:nvSpPr>
          <p:spPr bwMode="auto">
            <a:xfrm>
              <a:off x="2040" y="3152"/>
              <a:ext cx="118" cy="124"/>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77" name="Freeform 87">
              <a:extLst>
                <a:ext uri="{FF2B5EF4-FFF2-40B4-BE49-F238E27FC236}">
                  <a16:creationId xmlns:a16="http://schemas.microsoft.com/office/drawing/2014/main" id="{25E34162-DC94-BCDA-D632-8511E52FE49C}"/>
                </a:ext>
              </a:extLst>
            </p:cNvPr>
            <p:cNvSpPr>
              <a:spLocks/>
            </p:cNvSpPr>
            <p:nvPr/>
          </p:nvSpPr>
          <p:spPr bwMode="auto">
            <a:xfrm>
              <a:off x="2039" y="3153"/>
              <a:ext cx="63" cy="66"/>
            </a:xfrm>
            <a:custGeom>
              <a:avLst/>
              <a:gdLst>
                <a:gd name="T0" fmla="*/ 62 w 63"/>
                <a:gd name="T1" fmla="*/ 0 h 66"/>
                <a:gd name="T2" fmla="*/ 62 w 63"/>
                <a:gd name="T3" fmla="*/ 24 h 66"/>
                <a:gd name="T4" fmla="*/ 62 w 63"/>
                <a:gd name="T5" fmla="*/ 35 h 66"/>
                <a:gd name="T6" fmla="*/ 62 w 63"/>
                <a:gd name="T7" fmla="*/ 45 h 66"/>
                <a:gd name="T8" fmla="*/ 62 w 63"/>
                <a:gd name="T9" fmla="*/ 53 h 66"/>
                <a:gd name="T10" fmla="*/ 62 w 63"/>
                <a:gd name="T11" fmla="*/ 59 h 66"/>
                <a:gd name="T12" fmla="*/ 62 w 63"/>
                <a:gd name="T13" fmla="*/ 63 h 66"/>
                <a:gd name="T14" fmla="*/ 62 w 63"/>
                <a:gd name="T15" fmla="*/ 65 h 66"/>
                <a:gd name="T16" fmla="*/ 60 w 63"/>
                <a:gd name="T17" fmla="*/ 65 h 66"/>
                <a:gd name="T18" fmla="*/ 55 w 63"/>
                <a:gd name="T19" fmla="*/ 65 h 66"/>
                <a:gd name="T20" fmla="*/ 48 w 63"/>
                <a:gd name="T21" fmla="*/ 65 h 66"/>
                <a:gd name="T22" fmla="*/ 39 w 63"/>
                <a:gd name="T23" fmla="*/ 65 h 66"/>
                <a:gd name="T24" fmla="*/ 18 w 63"/>
                <a:gd name="T25" fmla="*/ 65 h 66"/>
                <a:gd name="T26" fmla="*/ 9 w 63"/>
                <a:gd name="T27" fmla="*/ 65 h 66"/>
                <a:gd name="T28" fmla="*/ 0 w 63"/>
                <a:gd name="T29" fmla="*/ 65 h 66"/>
                <a:gd name="T30" fmla="*/ 2 w 63"/>
                <a:gd name="T31" fmla="*/ 51 h 66"/>
                <a:gd name="T32" fmla="*/ 6 w 63"/>
                <a:gd name="T33" fmla="*/ 39 h 66"/>
                <a:gd name="T34" fmla="*/ 11 w 63"/>
                <a:gd name="T35" fmla="*/ 29 h 66"/>
                <a:gd name="T36" fmla="*/ 18 w 63"/>
                <a:gd name="T37" fmla="*/ 21 h 66"/>
                <a:gd name="T38" fmla="*/ 25 w 63"/>
                <a:gd name="T39" fmla="*/ 14 h 66"/>
                <a:gd name="T40" fmla="*/ 33 w 63"/>
                <a:gd name="T41" fmla="*/ 8 h 66"/>
                <a:gd name="T42" fmla="*/ 38 w 63"/>
                <a:gd name="T43" fmla="*/ 6 h 66"/>
                <a:gd name="T44" fmla="*/ 45 w 63"/>
                <a:gd name="T45" fmla="*/ 4 h 66"/>
                <a:gd name="T46" fmla="*/ 52 w 63"/>
                <a:gd name="T47" fmla="*/ 2 h 66"/>
                <a:gd name="T48" fmla="*/ 62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62" y="0"/>
                  </a:moveTo>
                  <a:lnTo>
                    <a:pt x="62" y="24"/>
                  </a:lnTo>
                  <a:lnTo>
                    <a:pt x="62" y="35"/>
                  </a:lnTo>
                  <a:lnTo>
                    <a:pt x="62" y="45"/>
                  </a:lnTo>
                  <a:lnTo>
                    <a:pt x="62" y="53"/>
                  </a:lnTo>
                  <a:lnTo>
                    <a:pt x="62" y="59"/>
                  </a:lnTo>
                  <a:lnTo>
                    <a:pt x="62" y="63"/>
                  </a:lnTo>
                  <a:lnTo>
                    <a:pt x="62" y="65"/>
                  </a:lnTo>
                  <a:lnTo>
                    <a:pt x="60" y="65"/>
                  </a:lnTo>
                  <a:lnTo>
                    <a:pt x="55" y="65"/>
                  </a:lnTo>
                  <a:lnTo>
                    <a:pt x="48" y="65"/>
                  </a:lnTo>
                  <a:lnTo>
                    <a:pt x="39" y="65"/>
                  </a:lnTo>
                  <a:lnTo>
                    <a:pt x="18" y="65"/>
                  </a:lnTo>
                  <a:lnTo>
                    <a:pt x="9" y="65"/>
                  </a:lnTo>
                  <a:lnTo>
                    <a:pt x="0" y="65"/>
                  </a:lnTo>
                  <a:lnTo>
                    <a:pt x="2" y="51"/>
                  </a:lnTo>
                  <a:lnTo>
                    <a:pt x="6" y="39"/>
                  </a:lnTo>
                  <a:lnTo>
                    <a:pt x="11" y="29"/>
                  </a:lnTo>
                  <a:lnTo>
                    <a:pt x="18" y="21"/>
                  </a:lnTo>
                  <a:lnTo>
                    <a:pt x="25" y="14"/>
                  </a:lnTo>
                  <a:lnTo>
                    <a:pt x="33" y="8"/>
                  </a:lnTo>
                  <a:lnTo>
                    <a:pt x="38" y="6"/>
                  </a:lnTo>
                  <a:lnTo>
                    <a:pt x="45" y="4"/>
                  </a:lnTo>
                  <a:lnTo>
                    <a:pt x="52" y="2"/>
                  </a:lnTo>
                  <a:lnTo>
                    <a:pt x="62" y="0"/>
                  </a:lnTo>
                </a:path>
              </a:pathLst>
            </a:custGeom>
            <a:solidFill>
              <a:srgbClr val="FFFFFF"/>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61" name="Group 88">
            <a:extLst>
              <a:ext uri="{FF2B5EF4-FFF2-40B4-BE49-F238E27FC236}">
                <a16:creationId xmlns:a16="http://schemas.microsoft.com/office/drawing/2014/main" id="{DD646513-A1B5-F6D7-B66B-F3098F1CE3FA}"/>
              </a:ext>
            </a:extLst>
          </p:cNvPr>
          <p:cNvGrpSpPr>
            <a:grpSpLocks/>
          </p:cNvGrpSpPr>
          <p:nvPr/>
        </p:nvGrpSpPr>
        <p:grpSpPr bwMode="auto">
          <a:xfrm>
            <a:off x="3238500" y="3473450"/>
            <a:ext cx="192088" cy="198438"/>
            <a:chOff x="2040" y="2236"/>
            <a:chExt cx="121" cy="125"/>
          </a:xfrm>
        </p:grpSpPr>
        <p:sp>
          <p:nvSpPr>
            <p:cNvPr id="166974" name="Oval 89">
              <a:extLst>
                <a:ext uri="{FF2B5EF4-FFF2-40B4-BE49-F238E27FC236}">
                  <a16:creationId xmlns:a16="http://schemas.microsoft.com/office/drawing/2014/main" id="{3F0E923A-5685-95E4-AE63-EC21ED1B905E}"/>
                </a:ext>
              </a:extLst>
            </p:cNvPr>
            <p:cNvSpPr>
              <a:spLocks noChangeArrowheads="1"/>
            </p:cNvSpPr>
            <p:nvPr/>
          </p:nvSpPr>
          <p:spPr bwMode="auto">
            <a:xfrm>
              <a:off x="2040" y="2237"/>
              <a:ext cx="119" cy="124"/>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75" name="Freeform 90">
              <a:extLst>
                <a:ext uri="{FF2B5EF4-FFF2-40B4-BE49-F238E27FC236}">
                  <a16:creationId xmlns:a16="http://schemas.microsoft.com/office/drawing/2014/main" id="{7BAED4EB-336E-1FB3-341D-A8F97D1F9948}"/>
                </a:ext>
              </a:extLst>
            </p:cNvPr>
            <p:cNvSpPr>
              <a:spLocks/>
            </p:cNvSpPr>
            <p:nvPr/>
          </p:nvSpPr>
          <p:spPr bwMode="auto">
            <a:xfrm>
              <a:off x="2098" y="2236"/>
              <a:ext cx="63" cy="66"/>
            </a:xfrm>
            <a:custGeom>
              <a:avLst/>
              <a:gdLst>
                <a:gd name="T0" fmla="*/ 0 w 63"/>
                <a:gd name="T1" fmla="*/ 0 h 66"/>
                <a:gd name="T2" fmla="*/ 0 w 63"/>
                <a:gd name="T3" fmla="*/ 24 h 66"/>
                <a:gd name="T4" fmla="*/ 0 w 63"/>
                <a:gd name="T5" fmla="*/ 35 h 66"/>
                <a:gd name="T6" fmla="*/ 0 w 63"/>
                <a:gd name="T7" fmla="*/ 45 h 66"/>
                <a:gd name="T8" fmla="*/ 0 w 63"/>
                <a:gd name="T9" fmla="*/ 53 h 66"/>
                <a:gd name="T10" fmla="*/ 0 w 63"/>
                <a:gd name="T11" fmla="*/ 59 h 66"/>
                <a:gd name="T12" fmla="*/ 0 w 63"/>
                <a:gd name="T13" fmla="*/ 63 h 66"/>
                <a:gd name="T14" fmla="*/ 0 w 63"/>
                <a:gd name="T15" fmla="*/ 65 h 66"/>
                <a:gd name="T16" fmla="*/ 2 w 63"/>
                <a:gd name="T17" fmla="*/ 65 h 66"/>
                <a:gd name="T18" fmla="*/ 7 w 63"/>
                <a:gd name="T19" fmla="*/ 65 h 66"/>
                <a:gd name="T20" fmla="*/ 15 w 63"/>
                <a:gd name="T21" fmla="*/ 65 h 66"/>
                <a:gd name="T22" fmla="*/ 24 w 63"/>
                <a:gd name="T23" fmla="*/ 65 h 66"/>
                <a:gd name="T24" fmla="*/ 44 w 63"/>
                <a:gd name="T25" fmla="*/ 65 h 66"/>
                <a:gd name="T26" fmla="*/ 54 w 63"/>
                <a:gd name="T27" fmla="*/ 65 h 66"/>
                <a:gd name="T28" fmla="*/ 62 w 63"/>
                <a:gd name="T29" fmla="*/ 65 h 66"/>
                <a:gd name="T30" fmla="*/ 60 w 63"/>
                <a:gd name="T31" fmla="*/ 51 h 66"/>
                <a:gd name="T32" fmla="*/ 56 w 63"/>
                <a:gd name="T33" fmla="*/ 39 h 66"/>
                <a:gd name="T34" fmla="*/ 51 w 63"/>
                <a:gd name="T35" fmla="*/ 29 h 66"/>
                <a:gd name="T36" fmla="*/ 44 w 63"/>
                <a:gd name="T37" fmla="*/ 21 h 66"/>
                <a:gd name="T38" fmla="*/ 37 w 63"/>
                <a:gd name="T39" fmla="*/ 14 h 66"/>
                <a:gd name="T40" fmla="*/ 29 w 63"/>
                <a:gd name="T41" fmla="*/ 8 h 66"/>
                <a:gd name="T42" fmla="*/ 24 w 63"/>
                <a:gd name="T43" fmla="*/ 6 h 66"/>
                <a:gd name="T44" fmla="*/ 18 w 63"/>
                <a:gd name="T45" fmla="*/ 4 h 66"/>
                <a:gd name="T46" fmla="*/ 10 w 63"/>
                <a:gd name="T47" fmla="*/ 2 h 66"/>
                <a:gd name="T48" fmla="*/ 0 w 63"/>
                <a:gd name="T49" fmla="*/ 0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66">
                  <a:moveTo>
                    <a:pt x="0" y="0"/>
                  </a:moveTo>
                  <a:lnTo>
                    <a:pt x="0" y="24"/>
                  </a:lnTo>
                  <a:lnTo>
                    <a:pt x="0" y="35"/>
                  </a:lnTo>
                  <a:lnTo>
                    <a:pt x="0" y="45"/>
                  </a:lnTo>
                  <a:lnTo>
                    <a:pt x="0" y="53"/>
                  </a:lnTo>
                  <a:lnTo>
                    <a:pt x="0" y="59"/>
                  </a:lnTo>
                  <a:lnTo>
                    <a:pt x="0" y="63"/>
                  </a:lnTo>
                  <a:lnTo>
                    <a:pt x="0" y="65"/>
                  </a:lnTo>
                  <a:lnTo>
                    <a:pt x="2" y="65"/>
                  </a:lnTo>
                  <a:lnTo>
                    <a:pt x="7" y="65"/>
                  </a:lnTo>
                  <a:lnTo>
                    <a:pt x="15" y="65"/>
                  </a:lnTo>
                  <a:lnTo>
                    <a:pt x="24" y="65"/>
                  </a:lnTo>
                  <a:lnTo>
                    <a:pt x="44" y="65"/>
                  </a:lnTo>
                  <a:lnTo>
                    <a:pt x="54" y="65"/>
                  </a:lnTo>
                  <a:lnTo>
                    <a:pt x="62" y="65"/>
                  </a:lnTo>
                  <a:lnTo>
                    <a:pt x="60" y="51"/>
                  </a:lnTo>
                  <a:lnTo>
                    <a:pt x="56" y="39"/>
                  </a:lnTo>
                  <a:lnTo>
                    <a:pt x="51" y="29"/>
                  </a:lnTo>
                  <a:lnTo>
                    <a:pt x="44" y="21"/>
                  </a:lnTo>
                  <a:lnTo>
                    <a:pt x="37" y="14"/>
                  </a:lnTo>
                  <a:lnTo>
                    <a:pt x="29" y="8"/>
                  </a:lnTo>
                  <a:lnTo>
                    <a:pt x="24" y="6"/>
                  </a:lnTo>
                  <a:lnTo>
                    <a:pt x="18" y="4"/>
                  </a:lnTo>
                  <a:lnTo>
                    <a:pt x="10"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62" name="Group 91">
            <a:extLst>
              <a:ext uri="{FF2B5EF4-FFF2-40B4-BE49-F238E27FC236}">
                <a16:creationId xmlns:a16="http://schemas.microsoft.com/office/drawing/2014/main" id="{21E3DEBF-8289-655D-874F-CC2B2F97414A}"/>
              </a:ext>
            </a:extLst>
          </p:cNvPr>
          <p:cNvGrpSpPr>
            <a:grpSpLocks/>
          </p:cNvGrpSpPr>
          <p:nvPr/>
        </p:nvGrpSpPr>
        <p:grpSpPr bwMode="auto">
          <a:xfrm>
            <a:off x="3236913" y="4195763"/>
            <a:ext cx="193675" cy="207962"/>
            <a:chOff x="2039" y="2691"/>
            <a:chExt cx="122" cy="131"/>
          </a:xfrm>
        </p:grpSpPr>
        <p:sp>
          <p:nvSpPr>
            <p:cNvPr id="166972" name="Oval 92">
              <a:extLst>
                <a:ext uri="{FF2B5EF4-FFF2-40B4-BE49-F238E27FC236}">
                  <a16:creationId xmlns:a16="http://schemas.microsoft.com/office/drawing/2014/main" id="{F4BEF907-0843-392E-15C1-8637BCB8EA9E}"/>
                </a:ext>
              </a:extLst>
            </p:cNvPr>
            <p:cNvSpPr>
              <a:spLocks noChangeArrowheads="1"/>
            </p:cNvSpPr>
            <p:nvPr/>
          </p:nvSpPr>
          <p:spPr bwMode="auto">
            <a:xfrm>
              <a:off x="2039" y="2694"/>
              <a:ext cx="119" cy="125"/>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73" name="Freeform 93">
              <a:extLst>
                <a:ext uri="{FF2B5EF4-FFF2-40B4-BE49-F238E27FC236}">
                  <a16:creationId xmlns:a16="http://schemas.microsoft.com/office/drawing/2014/main" id="{1889F7FA-0741-2664-CD95-DB87DA6457C5}"/>
                </a:ext>
              </a:extLst>
            </p:cNvPr>
            <p:cNvSpPr>
              <a:spLocks/>
            </p:cNvSpPr>
            <p:nvPr/>
          </p:nvSpPr>
          <p:spPr bwMode="auto">
            <a:xfrm>
              <a:off x="2096" y="2691"/>
              <a:ext cx="65" cy="131"/>
            </a:xfrm>
            <a:custGeom>
              <a:avLst/>
              <a:gdLst>
                <a:gd name="T0" fmla="*/ 0 w 65"/>
                <a:gd name="T1" fmla="*/ 0 h 131"/>
                <a:gd name="T2" fmla="*/ 0 w 65"/>
                <a:gd name="T3" fmla="*/ 24 h 131"/>
                <a:gd name="T4" fmla="*/ 0 w 65"/>
                <a:gd name="T5" fmla="*/ 35 h 131"/>
                <a:gd name="T6" fmla="*/ 0 w 65"/>
                <a:gd name="T7" fmla="*/ 45 h 131"/>
                <a:gd name="T8" fmla="*/ 0 w 65"/>
                <a:gd name="T9" fmla="*/ 54 h 131"/>
                <a:gd name="T10" fmla="*/ 0 w 65"/>
                <a:gd name="T11" fmla="*/ 60 h 131"/>
                <a:gd name="T12" fmla="*/ 0 w 65"/>
                <a:gd name="T13" fmla="*/ 64 h 131"/>
                <a:gd name="T14" fmla="*/ 0 w 65"/>
                <a:gd name="T15" fmla="*/ 66 h 131"/>
                <a:gd name="T16" fmla="*/ 0 w 65"/>
                <a:gd name="T17" fmla="*/ 73 h 131"/>
                <a:gd name="T18" fmla="*/ 0 w 65"/>
                <a:gd name="T19" fmla="*/ 79 h 131"/>
                <a:gd name="T20" fmla="*/ 1 w 65"/>
                <a:gd name="T21" fmla="*/ 90 h 131"/>
                <a:gd name="T22" fmla="*/ 1 w 65"/>
                <a:gd name="T23" fmla="*/ 97 h 131"/>
                <a:gd name="T24" fmla="*/ 1 w 65"/>
                <a:gd name="T25" fmla="*/ 105 h 131"/>
                <a:gd name="T26" fmla="*/ 1 w 65"/>
                <a:gd name="T27" fmla="*/ 116 h 131"/>
                <a:gd name="T28" fmla="*/ 1 w 65"/>
                <a:gd name="T29" fmla="*/ 130 h 131"/>
                <a:gd name="T30" fmla="*/ 11 w 65"/>
                <a:gd name="T31" fmla="*/ 129 h 131"/>
                <a:gd name="T32" fmla="*/ 21 w 65"/>
                <a:gd name="T33" fmla="*/ 126 h 131"/>
                <a:gd name="T34" fmla="*/ 32 w 65"/>
                <a:gd name="T35" fmla="*/ 121 h 131"/>
                <a:gd name="T36" fmla="*/ 42 w 65"/>
                <a:gd name="T37" fmla="*/ 114 h 131"/>
                <a:gd name="T38" fmla="*/ 51 w 65"/>
                <a:gd name="T39" fmla="*/ 105 h 131"/>
                <a:gd name="T40" fmla="*/ 58 w 65"/>
                <a:gd name="T41" fmla="*/ 94 h 131"/>
                <a:gd name="T42" fmla="*/ 62 w 65"/>
                <a:gd name="T43" fmla="*/ 81 h 131"/>
                <a:gd name="T44" fmla="*/ 64 w 65"/>
                <a:gd name="T45" fmla="*/ 66 h 131"/>
                <a:gd name="T46" fmla="*/ 62 w 65"/>
                <a:gd name="T47" fmla="*/ 51 h 131"/>
                <a:gd name="T48" fmla="*/ 58 w 65"/>
                <a:gd name="T49" fmla="*/ 38 h 131"/>
                <a:gd name="T50" fmla="*/ 51 w 65"/>
                <a:gd name="T51" fmla="*/ 28 h 131"/>
                <a:gd name="T52" fmla="*/ 43 w 65"/>
                <a:gd name="T53" fmla="*/ 19 h 131"/>
                <a:gd name="T54" fmla="*/ 33 w 65"/>
                <a:gd name="T55" fmla="*/ 12 h 131"/>
                <a:gd name="T56" fmla="*/ 22 w 65"/>
                <a:gd name="T57" fmla="*/ 6 h 131"/>
                <a:gd name="T58" fmla="*/ 11 w 65"/>
                <a:gd name="T59" fmla="*/ 2 h 131"/>
                <a:gd name="T60" fmla="*/ 0 w 65"/>
                <a:gd name="T61" fmla="*/ 0 h 1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5" h="131">
                  <a:moveTo>
                    <a:pt x="0" y="0"/>
                  </a:moveTo>
                  <a:lnTo>
                    <a:pt x="0" y="24"/>
                  </a:lnTo>
                  <a:lnTo>
                    <a:pt x="0" y="35"/>
                  </a:lnTo>
                  <a:lnTo>
                    <a:pt x="0" y="45"/>
                  </a:lnTo>
                  <a:lnTo>
                    <a:pt x="0" y="54"/>
                  </a:lnTo>
                  <a:lnTo>
                    <a:pt x="0" y="60"/>
                  </a:lnTo>
                  <a:lnTo>
                    <a:pt x="0" y="64"/>
                  </a:lnTo>
                  <a:lnTo>
                    <a:pt x="0" y="66"/>
                  </a:lnTo>
                  <a:lnTo>
                    <a:pt x="0" y="73"/>
                  </a:lnTo>
                  <a:lnTo>
                    <a:pt x="0" y="79"/>
                  </a:lnTo>
                  <a:lnTo>
                    <a:pt x="1" y="90"/>
                  </a:lnTo>
                  <a:lnTo>
                    <a:pt x="1" y="97"/>
                  </a:lnTo>
                  <a:lnTo>
                    <a:pt x="1" y="105"/>
                  </a:lnTo>
                  <a:lnTo>
                    <a:pt x="1" y="116"/>
                  </a:lnTo>
                  <a:lnTo>
                    <a:pt x="1" y="130"/>
                  </a:lnTo>
                  <a:lnTo>
                    <a:pt x="11" y="129"/>
                  </a:lnTo>
                  <a:lnTo>
                    <a:pt x="21" y="126"/>
                  </a:lnTo>
                  <a:lnTo>
                    <a:pt x="32" y="121"/>
                  </a:lnTo>
                  <a:lnTo>
                    <a:pt x="42" y="114"/>
                  </a:lnTo>
                  <a:lnTo>
                    <a:pt x="51" y="105"/>
                  </a:lnTo>
                  <a:lnTo>
                    <a:pt x="58" y="94"/>
                  </a:lnTo>
                  <a:lnTo>
                    <a:pt x="62" y="81"/>
                  </a:lnTo>
                  <a:lnTo>
                    <a:pt x="64" y="66"/>
                  </a:lnTo>
                  <a:lnTo>
                    <a:pt x="62" y="51"/>
                  </a:lnTo>
                  <a:lnTo>
                    <a:pt x="58" y="38"/>
                  </a:lnTo>
                  <a:lnTo>
                    <a:pt x="51" y="28"/>
                  </a:lnTo>
                  <a:lnTo>
                    <a:pt x="43" y="19"/>
                  </a:lnTo>
                  <a:lnTo>
                    <a:pt x="33" y="12"/>
                  </a:lnTo>
                  <a:lnTo>
                    <a:pt x="22" y="6"/>
                  </a:lnTo>
                  <a:lnTo>
                    <a:pt x="11" y="2"/>
                  </a:lnTo>
                  <a:lnTo>
                    <a:pt x="0" y="0"/>
                  </a:lnTo>
                </a:path>
              </a:pathLst>
            </a:custGeom>
            <a:solidFill>
              <a:srgbClr val="005BA0"/>
            </a:solidFill>
            <a:ln w="12700" cap="rnd" cmpd="sng">
              <a:solidFill>
                <a:srgbClr val="005BA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166963" name="Group 94">
            <a:extLst>
              <a:ext uri="{FF2B5EF4-FFF2-40B4-BE49-F238E27FC236}">
                <a16:creationId xmlns:a16="http://schemas.microsoft.com/office/drawing/2014/main" id="{E5338BA7-CA6E-4568-EDC7-0E80A4CE39AC}"/>
              </a:ext>
            </a:extLst>
          </p:cNvPr>
          <p:cNvGrpSpPr>
            <a:grpSpLocks/>
          </p:cNvGrpSpPr>
          <p:nvPr/>
        </p:nvGrpSpPr>
        <p:grpSpPr bwMode="auto">
          <a:xfrm>
            <a:off x="7216775" y="5889625"/>
            <a:ext cx="1727200" cy="444500"/>
            <a:chOff x="3781" y="3860"/>
            <a:chExt cx="1088" cy="280"/>
          </a:xfrm>
        </p:grpSpPr>
        <p:sp>
          <p:nvSpPr>
            <p:cNvPr id="166965" name="Rectangle 95">
              <a:extLst>
                <a:ext uri="{FF2B5EF4-FFF2-40B4-BE49-F238E27FC236}">
                  <a16:creationId xmlns:a16="http://schemas.microsoft.com/office/drawing/2014/main" id="{7161EFC8-59AF-EC6A-6352-F0F6E39D1A2B}"/>
                </a:ext>
              </a:extLst>
            </p:cNvPr>
            <p:cNvSpPr>
              <a:spLocks noChangeArrowheads="1"/>
            </p:cNvSpPr>
            <p:nvPr/>
          </p:nvSpPr>
          <p:spPr bwMode="auto">
            <a:xfrm>
              <a:off x="3781" y="3974"/>
              <a:ext cx="1087" cy="166"/>
            </a:xfrm>
            <a:prstGeom prst="rect">
              <a:avLst/>
            </a:prstGeom>
            <a:noFill/>
            <a:ln w="12700">
              <a:solidFill>
                <a:srgbClr val="B2B2B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66" name="Rectangle 96">
              <a:extLst>
                <a:ext uri="{FF2B5EF4-FFF2-40B4-BE49-F238E27FC236}">
                  <a16:creationId xmlns:a16="http://schemas.microsoft.com/office/drawing/2014/main" id="{4FDF8A60-6FE3-3506-F040-1C6AD51ED6C2}"/>
                </a:ext>
              </a:extLst>
            </p:cNvPr>
            <p:cNvSpPr>
              <a:spLocks noChangeArrowheads="1"/>
            </p:cNvSpPr>
            <p:nvPr/>
          </p:nvSpPr>
          <p:spPr bwMode="auto">
            <a:xfrm>
              <a:off x="4621" y="3991"/>
              <a:ext cx="248" cy="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46032" rIns="9206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800">
                  <a:solidFill>
                    <a:srgbClr val="000000"/>
                  </a:solidFill>
                  <a:ea typeface="굴림" panose="020B0600000101010101" pitchFamily="34" charset="-127"/>
                </a:rPr>
                <a:t>High</a:t>
              </a:r>
            </a:p>
          </p:txBody>
        </p:sp>
        <p:sp>
          <p:nvSpPr>
            <p:cNvPr id="166967" name="Rectangle 97">
              <a:extLst>
                <a:ext uri="{FF2B5EF4-FFF2-40B4-BE49-F238E27FC236}">
                  <a16:creationId xmlns:a16="http://schemas.microsoft.com/office/drawing/2014/main" id="{6785DB16-38B0-2072-C30A-AB3DB754DDAD}"/>
                </a:ext>
              </a:extLst>
            </p:cNvPr>
            <p:cNvSpPr>
              <a:spLocks noChangeArrowheads="1"/>
            </p:cNvSpPr>
            <p:nvPr/>
          </p:nvSpPr>
          <p:spPr bwMode="auto">
            <a:xfrm>
              <a:off x="3908" y="3991"/>
              <a:ext cx="234" cy="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62" tIns="46032" rIns="9206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800">
                  <a:solidFill>
                    <a:srgbClr val="000000"/>
                  </a:solidFill>
                  <a:ea typeface="굴림" panose="020B0600000101010101" pitchFamily="34" charset="-127"/>
                </a:rPr>
                <a:t>Low</a:t>
              </a:r>
            </a:p>
          </p:txBody>
        </p:sp>
        <p:sp>
          <p:nvSpPr>
            <p:cNvPr id="166968" name="Line 98">
              <a:extLst>
                <a:ext uri="{FF2B5EF4-FFF2-40B4-BE49-F238E27FC236}">
                  <a16:creationId xmlns:a16="http://schemas.microsoft.com/office/drawing/2014/main" id="{D0BD6D31-0F90-E770-3120-0721CFA4F6BB}"/>
                </a:ext>
              </a:extLst>
            </p:cNvPr>
            <p:cNvSpPr>
              <a:spLocks noChangeShapeType="1"/>
            </p:cNvSpPr>
            <p:nvPr/>
          </p:nvSpPr>
          <p:spPr bwMode="auto">
            <a:xfrm>
              <a:off x="4121" y="4058"/>
              <a:ext cx="386" cy="0"/>
            </a:xfrm>
            <a:prstGeom prst="line">
              <a:avLst/>
            </a:prstGeom>
            <a:noFill/>
            <a:ln w="12700">
              <a:solidFill>
                <a:srgbClr val="005BA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6969" name="Rectangle 99">
              <a:extLst>
                <a:ext uri="{FF2B5EF4-FFF2-40B4-BE49-F238E27FC236}">
                  <a16:creationId xmlns:a16="http://schemas.microsoft.com/office/drawing/2014/main" id="{8FA55909-B56C-A935-9A33-16565EF8DB82}"/>
                </a:ext>
              </a:extLst>
            </p:cNvPr>
            <p:cNvSpPr>
              <a:spLocks noChangeArrowheads="1"/>
            </p:cNvSpPr>
            <p:nvPr/>
          </p:nvSpPr>
          <p:spPr bwMode="auto">
            <a:xfrm>
              <a:off x="4216" y="3860"/>
              <a:ext cx="217" cy="154"/>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6032" tIns="46032" rIns="46032" bIns="4603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solidFill>
                    <a:srgbClr val="000000"/>
                  </a:solidFill>
                  <a:ea typeface="굴림" panose="020B0600000101010101" pitchFamily="34" charset="-127"/>
                </a:rPr>
                <a:t>Key:</a:t>
              </a:r>
            </a:p>
          </p:txBody>
        </p:sp>
        <p:sp>
          <p:nvSpPr>
            <p:cNvPr id="166970" name="Oval 100">
              <a:extLst>
                <a:ext uri="{FF2B5EF4-FFF2-40B4-BE49-F238E27FC236}">
                  <a16:creationId xmlns:a16="http://schemas.microsoft.com/office/drawing/2014/main" id="{16CFEA18-3E36-EA0A-A22F-78866750F3F6}"/>
                </a:ext>
              </a:extLst>
            </p:cNvPr>
            <p:cNvSpPr>
              <a:spLocks noChangeArrowheads="1"/>
            </p:cNvSpPr>
            <p:nvPr/>
          </p:nvSpPr>
          <p:spPr bwMode="auto">
            <a:xfrm>
              <a:off x="3838" y="4010"/>
              <a:ext cx="91" cy="92"/>
            </a:xfrm>
            <a:prstGeom prst="ellipse">
              <a:avLst/>
            </a:prstGeom>
            <a:solidFill>
              <a:srgbClr val="FFFFFF"/>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166971" name="Oval 101">
              <a:extLst>
                <a:ext uri="{FF2B5EF4-FFF2-40B4-BE49-F238E27FC236}">
                  <a16:creationId xmlns:a16="http://schemas.microsoft.com/office/drawing/2014/main" id="{E1BF1844-41D0-8A09-8F09-FFD4E62AC959}"/>
                </a:ext>
              </a:extLst>
            </p:cNvPr>
            <p:cNvSpPr>
              <a:spLocks noChangeArrowheads="1"/>
            </p:cNvSpPr>
            <p:nvPr/>
          </p:nvSpPr>
          <p:spPr bwMode="auto">
            <a:xfrm>
              <a:off x="4553" y="4014"/>
              <a:ext cx="89" cy="92"/>
            </a:xfrm>
            <a:prstGeom prst="ellipse">
              <a:avLst/>
            </a:prstGeom>
            <a:solidFill>
              <a:srgbClr val="005BA0"/>
            </a:solidFill>
            <a:ln w="12700">
              <a:solidFill>
                <a:srgbClr val="005BA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
        <p:nvSpPr>
          <p:cNvPr id="166964" name="Rectangle 106">
            <a:extLst>
              <a:ext uri="{FF2B5EF4-FFF2-40B4-BE49-F238E27FC236}">
                <a16:creationId xmlns:a16="http://schemas.microsoft.com/office/drawing/2014/main" id="{B88E4B93-EBD1-F368-D16C-8D7CBD822539}"/>
              </a:ext>
            </a:extLst>
          </p:cNvPr>
          <p:cNvSpPr>
            <a:spLocks noChangeArrowheads="1"/>
          </p:cNvSpPr>
          <p:nvPr/>
        </p:nvSpPr>
        <p:spPr bwMode="auto">
          <a:xfrm>
            <a:off x="7942263" y="477838"/>
            <a:ext cx="8413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Chart </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1" name="바닥글 개체 틀 3">
            <a:extLst>
              <a:ext uri="{FF2B5EF4-FFF2-40B4-BE49-F238E27FC236}">
                <a16:creationId xmlns:a16="http://schemas.microsoft.com/office/drawing/2014/main" id="{785B3963-13D6-31D2-47F2-9AF3E28267E0}"/>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9E01C47D-C002-8B42-A765-92EFC3BB2EEE}"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68962" name="슬라이드 번호 개체 틀 4">
            <a:extLst>
              <a:ext uri="{FF2B5EF4-FFF2-40B4-BE49-F238E27FC236}">
                <a16:creationId xmlns:a16="http://schemas.microsoft.com/office/drawing/2014/main" id="{B6972615-6581-A862-FBB4-D5572DB0630C}"/>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34918AC1-67E5-5140-87D1-1567E832ABDD}" type="slidenum">
              <a:rPr lang="ko-KR" altLang="en-US">
                <a:solidFill>
                  <a:schemeClr val="bg1"/>
                </a:solidFill>
                <a:ea typeface="굴림" panose="020B0600000101010101" pitchFamily="34" charset="-127"/>
              </a:rPr>
              <a:pPr/>
              <a:t>33</a:t>
            </a:fld>
            <a:endParaRPr lang="en-US" altLang="ko-KR">
              <a:solidFill>
                <a:schemeClr val="bg1"/>
              </a:solidFill>
              <a:ea typeface="굴림" panose="020B0600000101010101" pitchFamily="34" charset="-127"/>
            </a:endParaRPr>
          </a:p>
        </p:txBody>
      </p:sp>
      <p:sp>
        <p:nvSpPr>
          <p:cNvPr id="168963" name="Rectangle 3">
            <a:extLst>
              <a:ext uri="{FF2B5EF4-FFF2-40B4-BE49-F238E27FC236}">
                <a16:creationId xmlns:a16="http://schemas.microsoft.com/office/drawing/2014/main" id="{1A367BBF-BAEB-AD38-63B4-0EB3CC794587}"/>
              </a:ext>
            </a:extLst>
          </p:cNvPr>
          <p:cNvSpPr>
            <a:spLocks noChangeArrowheads="1"/>
          </p:cNvSpPr>
          <p:nvPr/>
        </p:nvSpPr>
        <p:spPr bwMode="auto">
          <a:xfrm>
            <a:off x="527050" y="2576513"/>
            <a:ext cx="1662113" cy="406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Division A</a:t>
            </a:r>
          </a:p>
        </p:txBody>
      </p:sp>
      <p:sp>
        <p:nvSpPr>
          <p:cNvPr id="168964" name="Rectangle 4">
            <a:extLst>
              <a:ext uri="{FF2B5EF4-FFF2-40B4-BE49-F238E27FC236}">
                <a16:creationId xmlns:a16="http://schemas.microsoft.com/office/drawing/2014/main" id="{7EA78979-8A2D-BEF1-32D1-950A23D4F3BA}"/>
              </a:ext>
            </a:extLst>
          </p:cNvPr>
          <p:cNvSpPr>
            <a:spLocks noChangeArrowheads="1"/>
          </p:cNvSpPr>
          <p:nvPr/>
        </p:nvSpPr>
        <p:spPr bwMode="auto">
          <a:xfrm>
            <a:off x="6964363" y="2576513"/>
            <a:ext cx="1662112" cy="406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Division D</a:t>
            </a:r>
          </a:p>
        </p:txBody>
      </p:sp>
      <p:sp>
        <p:nvSpPr>
          <p:cNvPr id="168965" name="Rectangle 5">
            <a:extLst>
              <a:ext uri="{FF2B5EF4-FFF2-40B4-BE49-F238E27FC236}">
                <a16:creationId xmlns:a16="http://schemas.microsoft.com/office/drawing/2014/main" id="{2618AC15-D405-82C8-EBAD-B0A6E01B1EA9}"/>
              </a:ext>
            </a:extLst>
          </p:cNvPr>
          <p:cNvSpPr>
            <a:spLocks noChangeArrowheads="1"/>
          </p:cNvSpPr>
          <p:nvPr/>
        </p:nvSpPr>
        <p:spPr bwMode="auto">
          <a:xfrm>
            <a:off x="4818063" y="2576513"/>
            <a:ext cx="1662112" cy="406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Division C</a:t>
            </a:r>
          </a:p>
        </p:txBody>
      </p:sp>
      <p:sp>
        <p:nvSpPr>
          <p:cNvPr id="168966" name="Rectangle 6">
            <a:extLst>
              <a:ext uri="{FF2B5EF4-FFF2-40B4-BE49-F238E27FC236}">
                <a16:creationId xmlns:a16="http://schemas.microsoft.com/office/drawing/2014/main" id="{CA5B7075-6DDC-A372-069E-AE4143970D49}"/>
              </a:ext>
            </a:extLst>
          </p:cNvPr>
          <p:cNvSpPr>
            <a:spLocks noChangeArrowheads="1"/>
          </p:cNvSpPr>
          <p:nvPr/>
        </p:nvSpPr>
        <p:spPr bwMode="auto">
          <a:xfrm>
            <a:off x="2041525" y="1603375"/>
            <a:ext cx="5064125" cy="406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600" b="1">
                <a:solidFill>
                  <a:schemeClr val="accent1"/>
                </a:solidFill>
                <a:ea typeface="굴림" panose="020B0600000101010101" pitchFamily="34" charset="-127"/>
              </a:rPr>
              <a:t>Big Honcho (resize box if needed)</a:t>
            </a:r>
          </a:p>
        </p:txBody>
      </p:sp>
      <p:sp>
        <p:nvSpPr>
          <p:cNvPr id="168967" name="Freeform 8">
            <a:extLst>
              <a:ext uri="{FF2B5EF4-FFF2-40B4-BE49-F238E27FC236}">
                <a16:creationId xmlns:a16="http://schemas.microsoft.com/office/drawing/2014/main" id="{23938798-EF1C-AC2A-717B-E5EB32BEB108}"/>
              </a:ext>
            </a:extLst>
          </p:cNvPr>
          <p:cNvSpPr>
            <a:spLocks/>
          </p:cNvSpPr>
          <p:nvPr/>
        </p:nvSpPr>
        <p:spPr bwMode="auto">
          <a:xfrm>
            <a:off x="1358900" y="2011363"/>
            <a:ext cx="3216275" cy="565150"/>
          </a:xfrm>
          <a:custGeom>
            <a:avLst/>
            <a:gdLst>
              <a:gd name="T0" fmla="*/ 0 w 2026"/>
              <a:gd name="T1" fmla="*/ 2147483646 h 356"/>
              <a:gd name="T2" fmla="*/ 0 w 2026"/>
              <a:gd name="T3" fmla="*/ 2147483646 h 356"/>
              <a:gd name="T4" fmla="*/ 2147483646 w 2026"/>
              <a:gd name="T5" fmla="*/ 2147483646 h 356"/>
              <a:gd name="T6" fmla="*/ 2147483646 w 2026"/>
              <a:gd name="T7" fmla="*/ 0 h 35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26" h="356">
                <a:moveTo>
                  <a:pt x="0" y="355"/>
                </a:moveTo>
                <a:lnTo>
                  <a:pt x="0" y="178"/>
                </a:lnTo>
                <a:lnTo>
                  <a:pt x="2025" y="178"/>
                </a:lnTo>
                <a:lnTo>
                  <a:pt x="2025" y="0"/>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8968" name="Freeform 9">
            <a:extLst>
              <a:ext uri="{FF2B5EF4-FFF2-40B4-BE49-F238E27FC236}">
                <a16:creationId xmlns:a16="http://schemas.microsoft.com/office/drawing/2014/main" id="{9B938F64-8857-E1C0-B989-A7B9D5E7B7B7}"/>
              </a:ext>
            </a:extLst>
          </p:cNvPr>
          <p:cNvSpPr>
            <a:spLocks/>
          </p:cNvSpPr>
          <p:nvPr/>
        </p:nvSpPr>
        <p:spPr bwMode="auto">
          <a:xfrm>
            <a:off x="3502025" y="2011363"/>
            <a:ext cx="1073150" cy="565150"/>
          </a:xfrm>
          <a:custGeom>
            <a:avLst/>
            <a:gdLst>
              <a:gd name="T0" fmla="*/ 0 w 676"/>
              <a:gd name="T1" fmla="*/ 2147483646 h 356"/>
              <a:gd name="T2" fmla="*/ 0 w 676"/>
              <a:gd name="T3" fmla="*/ 2147483646 h 356"/>
              <a:gd name="T4" fmla="*/ 2147483646 w 676"/>
              <a:gd name="T5" fmla="*/ 2147483646 h 356"/>
              <a:gd name="T6" fmla="*/ 2147483646 w 676"/>
              <a:gd name="T7" fmla="*/ 0 h 35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76" h="356">
                <a:moveTo>
                  <a:pt x="0" y="355"/>
                </a:moveTo>
                <a:lnTo>
                  <a:pt x="0" y="178"/>
                </a:lnTo>
                <a:lnTo>
                  <a:pt x="675" y="178"/>
                </a:lnTo>
                <a:lnTo>
                  <a:pt x="675" y="0"/>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8969" name="Freeform 10">
            <a:extLst>
              <a:ext uri="{FF2B5EF4-FFF2-40B4-BE49-F238E27FC236}">
                <a16:creationId xmlns:a16="http://schemas.microsoft.com/office/drawing/2014/main" id="{A44FA473-9762-D338-5F9C-BB1D05BB53B9}"/>
              </a:ext>
            </a:extLst>
          </p:cNvPr>
          <p:cNvSpPr>
            <a:spLocks/>
          </p:cNvSpPr>
          <p:nvPr/>
        </p:nvSpPr>
        <p:spPr bwMode="auto">
          <a:xfrm>
            <a:off x="4573588" y="2011363"/>
            <a:ext cx="3224212" cy="565150"/>
          </a:xfrm>
          <a:custGeom>
            <a:avLst/>
            <a:gdLst>
              <a:gd name="T0" fmla="*/ 2147483646 w 2031"/>
              <a:gd name="T1" fmla="*/ 2147483646 h 356"/>
              <a:gd name="T2" fmla="*/ 2147483646 w 2031"/>
              <a:gd name="T3" fmla="*/ 2147483646 h 356"/>
              <a:gd name="T4" fmla="*/ 0 w 2031"/>
              <a:gd name="T5" fmla="*/ 2147483646 h 356"/>
              <a:gd name="T6" fmla="*/ 0 w 2031"/>
              <a:gd name="T7" fmla="*/ 0 h 35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31" h="356">
                <a:moveTo>
                  <a:pt x="2030" y="355"/>
                </a:moveTo>
                <a:lnTo>
                  <a:pt x="2030" y="178"/>
                </a:lnTo>
                <a:lnTo>
                  <a:pt x="0" y="178"/>
                </a:lnTo>
                <a:lnTo>
                  <a:pt x="0" y="0"/>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8970" name="Freeform 11">
            <a:extLst>
              <a:ext uri="{FF2B5EF4-FFF2-40B4-BE49-F238E27FC236}">
                <a16:creationId xmlns:a16="http://schemas.microsoft.com/office/drawing/2014/main" id="{D7C8ED8C-ACD8-7051-35C4-1012E109B9E5}"/>
              </a:ext>
            </a:extLst>
          </p:cNvPr>
          <p:cNvSpPr>
            <a:spLocks/>
          </p:cNvSpPr>
          <p:nvPr/>
        </p:nvSpPr>
        <p:spPr bwMode="auto">
          <a:xfrm>
            <a:off x="4573588" y="2011363"/>
            <a:ext cx="1077912" cy="565150"/>
          </a:xfrm>
          <a:custGeom>
            <a:avLst/>
            <a:gdLst>
              <a:gd name="T0" fmla="*/ 2147483646 w 679"/>
              <a:gd name="T1" fmla="*/ 2147483646 h 356"/>
              <a:gd name="T2" fmla="*/ 2147483646 w 679"/>
              <a:gd name="T3" fmla="*/ 2147483646 h 356"/>
              <a:gd name="T4" fmla="*/ 0 w 679"/>
              <a:gd name="T5" fmla="*/ 2147483646 h 356"/>
              <a:gd name="T6" fmla="*/ 0 w 679"/>
              <a:gd name="T7" fmla="*/ 0 h 35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79" h="356">
                <a:moveTo>
                  <a:pt x="678" y="355"/>
                </a:moveTo>
                <a:lnTo>
                  <a:pt x="678" y="178"/>
                </a:lnTo>
                <a:lnTo>
                  <a:pt x="0" y="178"/>
                </a:lnTo>
                <a:lnTo>
                  <a:pt x="0" y="0"/>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68971" name="Rectangle 12">
            <a:extLst>
              <a:ext uri="{FF2B5EF4-FFF2-40B4-BE49-F238E27FC236}">
                <a16:creationId xmlns:a16="http://schemas.microsoft.com/office/drawing/2014/main" id="{C7777CAF-28E8-DAF5-B9B4-BF02ACB1DE51}"/>
              </a:ext>
            </a:extLst>
          </p:cNvPr>
          <p:cNvSpPr>
            <a:spLocks noChangeArrowheads="1"/>
          </p:cNvSpPr>
          <p:nvPr/>
        </p:nvSpPr>
        <p:spPr bwMode="auto">
          <a:xfrm>
            <a:off x="2684463" y="2576513"/>
            <a:ext cx="1662112" cy="406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2" tIns="92062" rIns="92062" bIns="92062"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ea typeface="굴림" panose="020B0600000101010101" pitchFamily="34" charset="-127"/>
              </a:rPr>
              <a:t>Division B</a:t>
            </a:r>
          </a:p>
        </p:txBody>
      </p:sp>
      <p:sp>
        <p:nvSpPr>
          <p:cNvPr id="168972" name="Rectangle 19">
            <a:extLst>
              <a:ext uri="{FF2B5EF4-FFF2-40B4-BE49-F238E27FC236}">
                <a16:creationId xmlns:a16="http://schemas.microsoft.com/office/drawing/2014/main" id="{8B1D6D76-929C-D82E-29FB-2138B7F2D4FF}"/>
              </a:ext>
            </a:extLst>
          </p:cNvPr>
          <p:cNvSpPr>
            <a:spLocks noChangeArrowheads="1"/>
          </p:cNvSpPr>
          <p:nvPr/>
        </p:nvSpPr>
        <p:spPr bwMode="auto">
          <a:xfrm>
            <a:off x="679450" y="3243263"/>
            <a:ext cx="135890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14" tIns="45714" rIns="45714" bIns="45714"/>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 </a:t>
            </a:r>
            <a:br>
              <a:rPr lang="en-US" altLang="ko-KR" sz="1200">
                <a:ea typeface="굴림" panose="020B0600000101010101" pitchFamily="34" charset="-127"/>
              </a:rPr>
            </a:br>
            <a:endParaRPr lang="en-US" altLang="ko-KR" sz="1200">
              <a:ea typeface="굴림" panose="020B0600000101010101" pitchFamily="34" charset="-127"/>
            </a:endParaRPr>
          </a:p>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p:txBody>
      </p:sp>
      <p:sp>
        <p:nvSpPr>
          <p:cNvPr id="168973" name="Rectangle 20">
            <a:extLst>
              <a:ext uri="{FF2B5EF4-FFF2-40B4-BE49-F238E27FC236}">
                <a16:creationId xmlns:a16="http://schemas.microsoft.com/office/drawing/2014/main" id="{3E228B7E-2691-22AA-B95A-58FC3C25B826}"/>
              </a:ext>
            </a:extLst>
          </p:cNvPr>
          <p:cNvSpPr>
            <a:spLocks noChangeArrowheads="1"/>
          </p:cNvSpPr>
          <p:nvPr/>
        </p:nvSpPr>
        <p:spPr bwMode="auto">
          <a:xfrm>
            <a:off x="2822575" y="3243263"/>
            <a:ext cx="135890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14" tIns="45714" rIns="45714" bIns="45714"/>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 </a:t>
            </a:r>
            <a:br>
              <a:rPr lang="en-US" altLang="ko-KR" sz="1200">
                <a:ea typeface="굴림" panose="020B0600000101010101" pitchFamily="34" charset="-127"/>
              </a:rPr>
            </a:br>
            <a:endParaRPr lang="en-US" altLang="ko-KR" sz="1200">
              <a:ea typeface="굴림" panose="020B0600000101010101" pitchFamily="34" charset="-127"/>
            </a:endParaRPr>
          </a:p>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p:txBody>
      </p:sp>
      <p:sp>
        <p:nvSpPr>
          <p:cNvPr id="168974" name="Rectangle 21">
            <a:extLst>
              <a:ext uri="{FF2B5EF4-FFF2-40B4-BE49-F238E27FC236}">
                <a16:creationId xmlns:a16="http://schemas.microsoft.com/office/drawing/2014/main" id="{152D796B-1D8C-7D38-D256-3ED5DC48CA8B}"/>
              </a:ext>
            </a:extLst>
          </p:cNvPr>
          <p:cNvSpPr>
            <a:spLocks noChangeArrowheads="1"/>
          </p:cNvSpPr>
          <p:nvPr/>
        </p:nvSpPr>
        <p:spPr bwMode="auto">
          <a:xfrm>
            <a:off x="4972050" y="3243263"/>
            <a:ext cx="135890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14" tIns="45714" rIns="45714" bIns="45714"/>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 </a:t>
            </a:r>
            <a:br>
              <a:rPr lang="en-US" altLang="ko-KR" sz="1200">
                <a:ea typeface="굴림" panose="020B0600000101010101" pitchFamily="34" charset="-127"/>
              </a:rPr>
            </a:br>
            <a:endParaRPr lang="en-US" altLang="ko-KR" sz="1200">
              <a:ea typeface="굴림" panose="020B0600000101010101" pitchFamily="34" charset="-127"/>
            </a:endParaRPr>
          </a:p>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p:txBody>
      </p:sp>
      <p:sp>
        <p:nvSpPr>
          <p:cNvPr id="168975" name="Rectangle 23">
            <a:extLst>
              <a:ext uri="{FF2B5EF4-FFF2-40B4-BE49-F238E27FC236}">
                <a16:creationId xmlns:a16="http://schemas.microsoft.com/office/drawing/2014/main" id="{7F5EBCD8-FED0-ABDB-E06A-F1736EED05AF}"/>
              </a:ext>
            </a:extLst>
          </p:cNvPr>
          <p:cNvSpPr>
            <a:spLocks noChangeArrowheads="1"/>
          </p:cNvSpPr>
          <p:nvPr/>
        </p:nvSpPr>
        <p:spPr bwMode="auto">
          <a:xfrm>
            <a:off x="7105650" y="3243263"/>
            <a:ext cx="135890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14" tIns="45714" rIns="45714" bIns="45714"/>
          <a:lstStyle>
            <a:lvl1pPr marL="192088" indent="-192088">
              <a:defRPr>
                <a:solidFill>
                  <a:schemeClr val="tx1"/>
                </a:solidFill>
                <a:latin typeface="Arial" panose="020B0604020202020204" pitchFamily="34" charset="0"/>
                <a:cs typeface="Arial" panose="020B0604020202020204" pitchFamily="34" charset="0"/>
              </a:defRPr>
            </a:lvl1pPr>
            <a:lvl2pPr marL="463550" indent="-185738">
              <a:defRPr>
                <a:solidFill>
                  <a:schemeClr val="tx1"/>
                </a:solidFill>
                <a:latin typeface="Arial" panose="020B0604020202020204" pitchFamily="34" charset="0"/>
                <a:cs typeface="Arial" panose="020B0604020202020204" pitchFamily="34" charset="0"/>
              </a:defRPr>
            </a:lvl2pPr>
            <a:lvl3pPr marL="768350" indent="-193675">
              <a:defRPr>
                <a:solidFill>
                  <a:schemeClr val="tx1"/>
                </a:solidFill>
                <a:latin typeface="Arial" panose="020B0604020202020204" pitchFamily="34" charset="0"/>
                <a:cs typeface="Arial" panose="020B0604020202020204" pitchFamily="34" charset="0"/>
              </a:defRPr>
            </a:lvl3pPr>
            <a:lvl4pPr marL="1052513" indent="-180975">
              <a:defRPr>
                <a:solidFill>
                  <a:schemeClr val="tx1"/>
                </a:solidFill>
                <a:latin typeface="Arial" panose="020B0604020202020204" pitchFamily="34" charset="0"/>
                <a:cs typeface="Arial" panose="020B0604020202020204" pitchFamily="34" charset="0"/>
              </a:defRPr>
            </a:lvl4pPr>
            <a:lvl5pPr marL="1381125" indent="-146050">
              <a:defRPr>
                <a:solidFill>
                  <a:schemeClr val="tx1"/>
                </a:solidFill>
                <a:latin typeface="Arial" panose="020B0604020202020204" pitchFamily="34" charset="0"/>
                <a:cs typeface="Arial" panose="020B0604020202020204" pitchFamily="34" charset="0"/>
              </a:defRPr>
            </a:lvl5pPr>
            <a:lvl6pPr marL="18383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2955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27527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209925" indent="-14605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 </a:t>
            </a:r>
            <a:br>
              <a:rPr lang="en-US" altLang="ko-KR" sz="1200">
                <a:ea typeface="굴림" panose="020B0600000101010101" pitchFamily="34" charset="-127"/>
              </a:rPr>
            </a:br>
            <a:endParaRPr lang="en-US" altLang="ko-KR" sz="1200">
              <a:ea typeface="굴림" panose="020B0600000101010101" pitchFamily="34" charset="-127"/>
            </a:endParaRPr>
          </a:p>
          <a:p>
            <a:pPr eaLnBrk="1" hangingPunct="1">
              <a:lnSpc>
                <a:spcPct val="104000"/>
              </a:lnSpc>
              <a:spcBef>
                <a:spcPct val="20000"/>
              </a:spcBef>
              <a:buClr>
                <a:schemeClr val="accent1"/>
              </a:buClr>
              <a:buFont typeface="Wingdings" pitchFamily="2" charset="2"/>
              <a:buChar char="§"/>
            </a:pPr>
            <a:r>
              <a:rPr lang="en-US" altLang="ko-KR" sz="1400">
                <a:ea typeface="굴림" panose="020B0600000101010101" pitchFamily="34" charset="-127"/>
              </a:rPr>
              <a:t>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a:p>
            <a:pPr lvl="1" eaLnBrk="1" hangingPunct="1">
              <a:lnSpc>
                <a:spcPct val="104000"/>
              </a:lnSpc>
              <a:spcBef>
                <a:spcPct val="20000"/>
              </a:spcBef>
              <a:buClr>
                <a:schemeClr val="accent1"/>
              </a:buClr>
              <a:buFont typeface="Arial" panose="020B0604020202020204" pitchFamily="34" charset="0"/>
              <a:buChar char="-"/>
            </a:pPr>
            <a:r>
              <a:rPr lang="en-US" altLang="ko-KR" sz="1200">
                <a:ea typeface="굴림" panose="020B0600000101010101" pitchFamily="34" charset="-127"/>
              </a:rPr>
              <a:t>Sub-bullet</a:t>
            </a:r>
          </a:p>
        </p:txBody>
      </p:sp>
      <p:sp>
        <p:nvSpPr>
          <p:cNvPr id="168976" name="Rectangle 25">
            <a:extLst>
              <a:ext uri="{FF2B5EF4-FFF2-40B4-BE49-F238E27FC236}">
                <a16:creationId xmlns:a16="http://schemas.microsoft.com/office/drawing/2014/main" id="{3A6A48CB-71BB-C097-0B9B-1F1BF65DE657}"/>
              </a:ext>
            </a:extLst>
          </p:cNvPr>
          <p:cNvSpPr>
            <a:spLocks noChangeArrowheads="1"/>
          </p:cNvSpPr>
          <p:nvPr/>
        </p:nvSpPr>
        <p:spPr bwMode="auto">
          <a:xfrm>
            <a:off x="6481763" y="477838"/>
            <a:ext cx="2301875" cy="3635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76" tIns="44444" rIns="90476" bIns="44444">
            <a:spAutoFit/>
          </a:bodyPr>
          <a:lstStyle>
            <a:lvl1pPr marL="190500" indent="-190500" defTabSz="762000">
              <a:defRPr>
                <a:solidFill>
                  <a:schemeClr val="tx1"/>
                </a:solidFill>
                <a:latin typeface="Arial" panose="020B0604020202020204" pitchFamily="34" charset="0"/>
                <a:cs typeface="Arial" panose="020B0604020202020204" pitchFamily="34" charset="0"/>
              </a:defRPr>
            </a:lvl1pPr>
            <a:lvl2pPr marL="439738" indent="-134938" defTabSz="762000">
              <a:defRPr>
                <a:solidFill>
                  <a:schemeClr val="tx1"/>
                </a:solidFill>
                <a:latin typeface="Arial" panose="020B0604020202020204" pitchFamily="34" charset="0"/>
                <a:cs typeface="Arial" panose="020B0604020202020204" pitchFamily="34" charset="0"/>
              </a:defRPr>
            </a:lvl2pPr>
            <a:lvl3pPr marL="665163" indent="-111125" defTabSz="762000">
              <a:defRPr>
                <a:solidFill>
                  <a:schemeClr val="tx1"/>
                </a:solidFill>
                <a:latin typeface="Arial" panose="020B0604020202020204" pitchFamily="34" charset="0"/>
                <a:cs typeface="Arial" panose="020B0604020202020204" pitchFamily="34" charset="0"/>
              </a:defRPr>
            </a:lvl3pPr>
            <a:lvl4pPr marL="1600200" indent="-228600" defTabSz="762000">
              <a:defRPr>
                <a:solidFill>
                  <a:schemeClr val="tx1"/>
                </a:solidFill>
                <a:latin typeface="Arial" panose="020B0604020202020204" pitchFamily="34" charset="0"/>
                <a:cs typeface="Arial" panose="020B0604020202020204" pitchFamily="34" charset="0"/>
              </a:defRPr>
            </a:lvl4pPr>
            <a:lvl5pPr marL="2057400" indent="-228600" defTabSz="762000">
              <a:defRPr>
                <a:solidFill>
                  <a:schemeClr val="tx1"/>
                </a:solidFill>
                <a:latin typeface="Arial" panose="020B0604020202020204" pitchFamily="34" charset="0"/>
                <a:cs typeface="Arial" panose="020B0604020202020204" pitchFamily="34" charset="0"/>
              </a:defRPr>
            </a:lvl5pPr>
            <a:lvl6pPr marL="25146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7620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spcBef>
                <a:spcPct val="100000"/>
              </a:spcBef>
            </a:pPr>
            <a:r>
              <a:rPr kumimoji="1" lang="en-US" altLang="ko-KR" b="1">
                <a:ea typeface="굴림" panose="020B0600000101010101" pitchFamily="34" charset="-127"/>
              </a:rPr>
              <a:t>Organization Chart </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09" name="바닥글 개체 틀 3">
            <a:extLst>
              <a:ext uri="{FF2B5EF4-FFF2-40B4-BE49-F238E27FC236}">
                <a16:creationId xmlns:a16="http://schemas.microsoft.com/office/drawing/2014/main" id="{82AB56E7-94D5-C2EA-7C5C-1983CB1311D2}"/>
              </a:ext>
            </a:extLst>
          </p:cNvPr>
          <p:cNvSpPr>
            <a:spLocks noGrp="1"/>
          </p:cNvSpPr>
          <p:nvPr>
            <p:ph type="ftr" sz="quarter" idx="10"/>
          </p:nvPr>
        </p:nvSpPr>
        <p:spPr bwMode="auto">
          <a:xfrm>
            <a:off x="0" y="6534150"/>
            <a:ext cx="54864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a:solidFill>
                  <a:schemeClr val="bg1"/>
                </a:solidFill>
                <a:ea typeface="굴림" panose="020B0600000101010101" pitchFamily="34" charset="-127"/>
              </a:rPr>
              <a:t>Presentation Title  |  Confidential  | Document Id </a:t>
            </a:r>
            <a:r>
              <a:rPr lang="en-US" altLang="ko-KR">
                <a:solidFill>
                  <a:schemeClr val="bg1"/>
                </a:solidFill>
                <a:ea typeface="굴림" panose="020B0600000101010101" pitchFamily="34" charset="-127"/>
              </a:rPr>
              <a:t>  |  </a:t>
            </a:r>
            <a:fld id="{2420AAA7-1682-8848-AD8D-E6FBD550CEA1}" type="datetime5">
              <a:rPr lang="en-US" altLang="ko-KR">
                <a:solidFill>
                  <a:schemeClr val="bg1"/>
                </a:solidFill>
                <a:ea typeface="굴림" panose="020B0600000101010101" pitchFamily="34" charset="-127"/>
              </a:rPr>
              <a:pPr/>
              <a:t>23-Dec-23</a:t>
            </a:fld>
            <a:r>
              <a:rPr lang="en-US" altLang="ko-KR">
                <a:solidFill>
                  <a:schemeClr val="bg1"/>
                </a:solidFill>
                <a:ea typeface="굴림" panose="020B0600000101010101" pitchFamily="34" charset="-127"/>
              </a:rPr>
              <a:t>  | </a:t>
            </a:r>
          </a:p>
        </p:txBody>
      </p:sp>
      <p:sp>
        <p:nvSpPr>
          <p:cNvPr id="171010" name="슬라이드 번호 개체 틀 4">
            <a:extLst>
              <a:ext uri="{FF2B5EF4-FFF2-40B4-BE49-F238E27FC236}">
                <a16:creationId xmlns:a16="http://schemas.microsoft.com/office/drawing/2014/main" id="{B179699D-8ADB-3B83-68C2-9D4AAE1F7AD9}"/>
              </a:ext>
            </a:extLst>
          </p:cNvPr>
          <p:cNvSpPr>
            <a:spLocks noGrp="1"/>
          </p:cNvSpPr>
          <p:nvPr>
            <p:ph type="sldNum" sz="quarter" idx="11"/>
          </p:nvPr>
        </p:nvSpPr>
        <p:spPr bwMode="auto">
          <a:xfrm>
            <a:off x="304800" y="6534150"/>
            <a:ext cx="1219200" cy="323850"/>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9B1D6899-5F31-0C4C-AD0D-773B50332482}" type="slidenum">
              <a:rPr lang="ko-KR" altLang="en-US">
                <a:solidFill>
                  <a:schemeClr val="bg1"/>
                </a:solidFill>
                <a:ea typeface="굴림" panose="020B0600000101010101" pitchFamily="34" charset="-127"/>
              </a:rPr>
              <a:pPr/>
              <a:t>34</a:t>
            </a:fld>
            <a:endParaRPr lang="en-US" altLang="ko-KR">
              <a:solidFill>
                <a:schemeClr val="bg1"/>
              </a:solidFill>
              <a:ea typeface="굴림" panose="020B0600000101010101" pitchFamily="34" charset="-127"/>
            </a:endParaRPr>
          </a:p>
        </p:txBody>
      </p:sp>
      <p:grpSp>
        <p:nvGrpSpPr>
          <p:cNvPr id="171011" name="Group 4">
            <a:extLst>
              <a:ext uri="{FF2B5EF4-FFF2-40B4-BE49-F238E27FC236}">
                <a16:creationId xmlns:a16="http://schemas.microsoft.com/office/drawing/2014/main" id="{24F014E3-AE6F-2D95-22A8-C817FC7A4512}"/>
              </a:ext>
            </a:extLst>
          </p:cNvPr>
          <p:cNvGrpSpPr>
            <a:grpSpLocks/>
          </p:cNvGrpSpPr>
          <p:nvPr/>
        </p:nvGrpSpPr>
        <p:grpSpPr bwMode="auto">
          <a:xfrm>
            <a:off x="2563813" y="2357438"/>
            <a:ext cx="4724400" cy="3200400"/>
            <a:chOff x="1874" y="1104"/>
            <a:chExt cx="2590" cy="1584"/>
          </a:xfrm>
        </p:grpSpPr>
        <p:sp>
          <p:nvSpPr>
            <p:cNvPr id="171013" name="Freeform 5">
              <a:extLst>
                <a:ext uri="{FF2B5EF4-FFF2-40B4-BE49-F238E27FC236}">
                  <a16:creationId xmlns:a16="http://schemas.microsoft.com/office/drawing/2014/main" id="{DC8182DB-9588-B137-FB87-41B3D85C64BC}"/>
                </a:ext>
              </a:extLst>
            </p:cNvPr>
            <p:cNvSpPr>
              <a:spLocks/>
            </p:cNvSpPr>
            <p:nvPr/>
          </p:nvSpPr>
          <p:spPr bwMode="auto">
            <a:xfrm>
              <a:off x="1874" y="1104"/>
              <a:ext cx="2587" cy="1567"/>
            </a:xfrm>
            <a:custGeom>
              <a:avLst/>
              <a:gdLst>
                <a:gd name="T0" fmla="*/ 5 w 4011"/>
                <a:gd name="T1" fmla="*/ 0 h 2769"/>
                <a:gd name="T2" fmla="*/ 120 w 4011"/>
                <a:gd name="T3" fmla="*/ 2 h 2769"/>
                <a:gd name="T4" fmla="*/ 115 w 4011"/>
                <a:gd name="T5" fmla="*/ 29 h 2769"/>
                <a:gd name="T6" fmla="*/ 0 w 4011"/>
                <a:gd name="T7" fmla="*/ 27 h 2769"/>
                <a:gd name="T8" fmla="*/ 5 w 4011"/>
                <a:gd name="T9" fmla="*/ 0 h 27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1" h="2769">
                  <a:moveTo>
                    <a:pt x="168" y="0"/>
                  </a:moveTo>
                  <a:lnTo>
                    <a:pt x="4011" y="191"/>
                  </a:lnTo>
                  <a:lnTo>
                    <a:pt x="3833" y="2769"/>
                  </a:lnTo>
                  <a:lnTo>
                    <a:pt x="0" y="2567"/>
                  </a:lnTo>
                  <a:lnTo>
                    <a:pt x="168" y="0"/>
                  </a:lnTo>
                  <a:close/>
                </a:path>
              </a:pathLst>
            </a:custGeom>
            <a:solidFill>
              <a:srgbClr val="B2B2B2"/>
            </a:solidFill>
            <a:ln w="6350">
              <a:solidFill>
                <a:srgbClr val="000000"/>
              </a:solidFill>
              <a:prstDash val="solid"/>
              <a:round/>
              <a:headEnd/>
              <a:tailEnd/>
            </a:ln>
          </p:spPr>
          <p:txBody>
            <a:bodyPr/>
            <a:lstStyle/>
            <a:p>
              <a:endParaRPr lang="ko-KR" altLang="en-US"/>
            </a:p>
          </p:txBody>
        </p:sp>
        <p:sp>
          <p:nvSpPr>
            <p:cNvPr id="171014" name="Freeform 6">
              <a:extLst>
                <a:ext uri="{FF2B5EF4-FFF2-40B4-BE49-F238E27FC236}">
                  <a16:creationId xmlns:a16="http://schemas.microsoft.com/office/drawing/2014/main" id="{1FF13A25-025F-6701-2C54-2BBD8E5CB9C4}"/>
                </a:ext>
              </a:extLst>
            </p:cNvPr>
            <p:cNvSpPr>
              <a:spLocks/>
            </p:cNvSpPr>
            <p:nvPr/>
          </p:nvSpPr>
          <p:spPr bwMode="auto">
            <a:xfrm>
              <a:off x="1877" y="1121"/>
              <a:ext cx="2587" cy="1567"/>
            </a:xfrm>
            <a:custGeom>
              <a:avLst/>
              <a:gdLst>
                <a:gd name="T0" fmla="*/ 115 w 4011"/>
                <a:gd name="T1" fmla="*/ 0 h 2770"/>
                <a:gd name="T2" fmla="*/ 0 w 4011"/>
                <a:gd name="T3" fmla="*/ 2 h 2770"/>
                <a:gd name="T4" fmla="*/ 5 w 4011"/>
                <a:gd name="T5" fmla="*/ 29 h 2770"/>
                <a:gd name="T6" fmla="*/ 120 w 4011"/>
                <a:gd name="T7" fmla="*/ 27 h 2770"/>
                <a:gd name="T8" fmla="*/ 115 w 4011"/>
                <a:gd name="T9" fmla="*/ 0 h 27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1" h="2770">
                  <a:moveTo>
                    <a:pt x="3843" y="0"/>
                  </a:moveTo>
                  <a:lnTo>
                    <a:pt x="0" y="191"/>
                  </a:lnTo>
                  <a:lnTo>
                    <a:pt x="178" y="2770"/>
                  </a:lnTo>
                  <a:lnTo>
                    <a:pt x="4011" y="2567"/>
                  </a:lnTo>
                  <a:lnTo>
                    <a:pt x="3843" y="0"/>
                  </a:lnTo>
                  <a:close/>
                </a:path>
              </a:pathLst>
            </a:custGeom>
            <a:solidFill>
              <a:srgbClr val="E0DDC2"/>
            </a:solidFill>
            <a:ln w="6350">
              <a:solidFill>
                <a:srgbClr val="000000"/>
              </a:solidFill>
              <a:prstDash val="solid"/>
              <a:round/>
              <a:headEnd/>
              <a:tailEnd/>
            </a:ln>
          </p:spPr>
          <p:txBody>
            <a:bodyPr/>
            <a:lstStyle/>
            <a:p>
              <a:endParaRPr lang="ko-KR" altLang="en-US"/>
            </a:p>
          </p:txBody>
        </p:sp>
        <p:sp>
          <p:nvSpPr>
            <p:cNvPr id="171015" name="Rectangle 7">
              <a:extLst>
                <a:ext uri="{FF2B5EF4-FFF2-40B4-BE49-F238E27FC236}">
                  <a16:creationId xmlns:a16="http://schemas.microsoft.com/office/drawing/2014/main" id="{E2761F72-CCBB-4D68-724B-2ADFE984A02D}"/>
                </a:ext>
              </a:extLst>
            </p:cNvPr>
            <p:cNvSpPr>
              <a:spLocks noChangeArrowheads="1"/>
            </p:cNvSpPr>
            <p:nvPr/>
          </p:nvSpPr>
          <p:spPr bwMode="auto">
            <a:xfrm>
              <a:off x="1939" y="1179"/>
              <a:ext cx="2469" cy="1458"/>
            </a:xfrm>
            <a:prstGeom prst="rect">
              <a:avLst/>
            </a:prstGeom>
            <a:solidFill>
              <a:srgbClr val="FFFFFF"/>
            </a:solidFill>
            <a:ln w="6350">
              <a:solidFill>
                <a:srgbClr val="000000"/>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graphicFrame>
        <p:nvGraphicFramePr>
          <p:cNvPr id="171012" name="Object 8">
            <a:extLst>
              <a:ext uri="{FF2B5EF4-FFF2-40B4-BE49-F238E27FC236}">
                <a16:creationId xmlns:a16="http://schemas.microsoft.com/office/drawing/2014/main" id="{8FB54B5C-63F5-A0F1-E2AA-E4D5C5181AA3}"/>
              </a:ext>
            </a:extLst>
          </p:cNvPr>
          <p:cNvGraphicFramePr>
            <a:graphicFrameLocks noChangeAspect="1"/>
          </p:cNvGraphicFramePr>
          <p:nvPr/>
        </p:nvGraphicFramePr>
        <p:xfrm>
          <a:off x="4719638" y="2647950"/>
          <a:ext cx="384175" cy="358775"/>
        </p:xfrm>
        <a:graphic>
          <a:graphicData uri="http://schemas.openxmlformats.org/presentationml/2006/ole">
            <mc:AlternateContent xmlns:mc="http://schemas.openxmlformats.org/markup-compatibility/2006">
              <mc:Choice xmlns:v="urn:schemas-microsoft-com:vml" Requires="v">
                <p:oleObj name="클립" r:id="rId3" imgW="8242300" imgH="7658100" progId="MS_ClipArt_Gallery.2">
                  <p:embed/>
                </p:oleObj>
              </mc:Choice>
              <mc:Fallback>
                <p:oleObj name="클립" r:id="rId3" imgW="8242300" imgH="7658100" progId="MS_ClipArt_Gallery.2">
                  <p:embed/>
                  <p:pic>
                    <p:nvPicPr>
                      <p:cNvPr id="171012" name="Object 8">
                        <a:extLst>
                          <a:ext uri="{FF2B5EF4-FFF2-40B4-BE49-F238E27FC236}">
                            <a16:creationId xmlns:a16="http://schemas.microsoft.com/office/drawing/2014/main" id="{8FB54B5C-63F5-A0F1-E2AA-E4D5C5181AA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19638" y="2647950"/>
                        <a:ext cx="384175" cy="358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5" name="Rectangle 2">
            <a:extLst>
              <a:ext uri="{FF2B5EF4-FFF2-40B4-BE49-F238E27FC236}">
                <a16:creationId xmlns:a16="http://schemas.microsoft.com/office/drawing/2014/main" id="{929EE61A-A770-4A88-DFEB-D08BE7F88CF7}"/>
              </a:ext>
            </a:extLst>
          </p:cNvPr>
          <p:cNvSpPr>
            <a:spLocks noGrp="1" noChangeArrowheads="1"/>
          </p:cNvSpPr>
          <p:nvPr>
            <p:ph type="title"/>
          </p:nvPr>
        </p:nvSpPr>
        <p:spPr/>
        <p:txBody>
          <a:bodyPr/>
          <a:lstStyle/>
          <a:p>
            <a:pPr eaLnBrk="1" hangingPunct="1"/>
            <a:r>
              <a:rPr lang="en-US" altLang="ko-KR"/>
              <a:t>If there are multiple data sources on a page,</a:t>
            </a:r>
            <a:br>
              <a:rPr lang="en-US" altLang="ko-KR"/>
            </a:br>
            <a:r>
              <a:rPr lang="en-US" altLang="ko-KR"/>
              <a:t>source each one separately</a:t>
            </a:r>
          </a:p>
        </p:txBody>
      </p:sp>
      <p:sp>
        <p:nvSpPr>
          <p:cNvPr id="177154" name="슬라이드 번호 개체 틀 4">
            <a:extLst>
              <a:ext uri="{FF2B5EF4-FFF2-40B4-BE49-F238E27FC236}">
                <a16:creationId xmlns:a16="http://schemas.microsoft.com/office/drawing/2014/main" id="{0C2AE8A0-2639-DA2A-86B9-F8D10261C893}"/>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C13E4D33-EEA8-BF43-95C0-A223CF9C93F7}" type="slidenum">
              <a:rPr lang="en-US" altLang="en-US" smtClean="0">
                <a:solidFill>
                  <a:schemeClr val="bg1"/>
                </a:solidFill>
              </a:rPr>
              <a:pPr/>
              <a:t>35</a:t>
            </a:fld>
            <a:r>
              <a:rPr lang="en-US" altLang="en-US">
                <a:solidFill>
                  <a:schemeClr val="bg1"/>
                </a:solidFill>
              </a:rPr>
              <a:t> </a:t>
            </a:r>
          </a:p>
        </p:txBody>
      </p:sp>
      <p:sp>
        <p:nvSpPr>
          <p:cNvPr id="177153" name="날짜 개체 틀 3">
            <a:extLst>
              <a:ext uri="{FF2B5EF4-FFF2-40B4-BE49-F238E27FC236}">
                <a16:creationId xmlns:a16="http://schemas.microsoft.com/office/drawing/2014/main" id="{5EAC457B-804D-7C7C-CCC3-D1346B5C812D}"/>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D082EF56-9763-6A42-9064-65C764A250E5}"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3">
            <a:extLst>
              <a:ext uri="{FF2B5EF4-FFF2-40B4-BE49-F238E27FC236}">
                <a16:creationId xmlns:a16="http://schemas.microsoft.com/office/drawing/2014/main" id="{CD9B093C-8CD4-4677-BE83-9A5035CA14E4}"/>
              </a:ext>
            </a:extLst>
          </p:cNvPr>
          <p:cNvGraphicFramePr>
            <a:graphicFrameLocks noChangeAspect="1"/>
          </p:cNvGraphicFramePr>
          <p:nvPr/>
        </p:nvGraphicFramePr>
        <p:xfrm>
          <a:off x="857250" y="2181225"/>
          <a:ext cx="3279775" cy="3289300"/>
        </p:xfrm>
        <a:graphic>
          <a:graphicData uri="http://schemas.openxmlformats.org/drawingml/2006/chart">
            <c:chart xmlns:c="http://schemas.openxmlformats.org/drawingml/2006/chart" xmlns:r="http://schemas.openxmlformats.org/officeDocument/2006/relationships" r:id="rId3"/>
          </a:graphicData>
        </a:graphic>
      </p:graphicFrame>
      <p:sp>
        <p:nvSpPr>
          <p:cNvPr id="177157" name="Text Box 4">
            <a:extLst>
              <a:ext uri="{FF2B5EF4-FFF2-40B4-BE49-F238E27FC236}">
                <a16:creationId xmlns:a16="http://schemas.microsoft.com/office/drawing/2014/main" id="{4BEA044A-C81E-D21D-6874-C05D6D810FA1}"/>
              </a:ext>
            </a:extLst>
          </p:cNvPr>
          <p:cNvSpPr txBox="1">
            <a:spLocks noChangeArrowheads="1"/>
          </p:cNvSpPr>
          <p:nvPr/>
        </p:nvSpPr>
        <p:spPr bwMode="auto">
          <a:xfrm>
            <a:off x="574675" y="1601788"/>
            <a:ext cx="384810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WWW Users, 1995-2002</a:t>
            </a:r>
            <a:r>
              <a:rPr lang="en-US" altLang="ko-KR" sz="1600" b="1" baseline="30000">
                <a:solidFill>
                  <a:schemeClr val="tx2"/>
                </a:solidFill>
              </a:rPr>
              <a:t>a</a:t>
            </a:r>
            <a:endParaRPr lang="en-US" altLang="ko-KR" sz="1600">
              <a:solidFill>
                <a:schemeClr val="tx2"/>
              </a:solidFill>
            </a:endParaRPr>
          </a:p>
          <a:p>
            <a:pPr algn="ctr"/>
            <a:r>
              <a:rPr lang="en-US" altLang="ko-KR" sz="1400" i="1">
                <a:solidFill>
                  <a:schemeClr val="tx2"/>
                </a:solidFill>
              </a:rPr>
              <a:t>In Millions</a:t>
            </a:r>
            <a:endParaRPr lang="en-US" altLang="ko-KR" sz="1600">
              <a:solidFill>
                <a:schemeClr val="tx2"/>
              </a:solidFill>
            </a:endParaRPr>
          </a:p>
        </p:txBody>
      </p:sp>
      <p:sp>
        <p:nvSpPr>
          <p:cNvPr id="177158" name="Text Box 5">
            <a:extLst>
              <a:ext uri="{FF2B5EF4-FFF2-40B4-BE49-F238E27FC236}">
                <a16:creationId xmlns:a16="http://schemas.microsoft.com/office/drawing/2014/main" id="{AC90F1CA-C993-CCBF-8331-AB79948EEC26}"/>
              </a:ext>
            </a:extLst>
          </p:cNvPr>
          <p:cNvSpPr txBox="1">
            <a:spLocks noChangeArrowheads="1"/>
          </p:cNvSpPr>
          <p:nvPr/>
        </p:nvSpPr>
        <p:spPr bwMode="auto">
          <a:xfrm>
            <a:off x="4751388"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Internet Computer Hosts, 1995-2000</a:t>
            </a:r>
            <a:r>
              <a:rPr lang="en-US" altLang="ko-KR" sz="1600" b="1" baseline="30000">
                <a:solidFill>
                  <a:schemeClr val="tx2"/>
                </a:solidFill>
              </a:rPr>
              <a:t>b</a:t>
            </a:r>
            <a:endParaRPr lang="en-US" altLang="ko-KR" sz="1600">
              <a:solidFill>
                <a:schemeClr val="tx2"/>
              </a:solidFill>
            </a:endParaRPr>
          </a:p>
          <a:p>
            <a:pPr algn="ctr"/>
            <a:r>
              <a:rPr lang="en-US" altLang="ko-KR" sz="1400" i="1">
                <a:solidFill>
                  <a:schemeClr val="tx2"/>
                </a:solidFill>
              </a:rPr>
              <a:t>In Millions</a:t>
            </a:r>
          </a:p>
        </p:txBody>
      </p:sp>
      <p:graphicFrame>
        <p:nvGraphicFramePr>
          <p:cNvPr id="3" name="Object 6">
            <a:extLst>
              <a:ext uri="{FF2B5EF4-FFF2-40B4-BE49-F238E27FC236}">
                <a16:creationId xmlns:a16="http://schemas.microsoft.com/office/drawing/2014/main" id="{39A82D12-7C08-1FD2-2420-00314FFF6C39}"/>
              </a:ext>
            </a:extLst>
          </p:cNvPr>
          <p:cNvGraphicFramePr>
            <a:graphicFrameLocks noChangeAspect="1"/>
          </p:cNvGraphicFramePr>
          <p:nvPr/>
        </p:nvGraphicFramePr>
        <p:xfrm>
          <a:off x="5133975" y="2092325"/>
          <a:ext cx="3268663" cy="3378200"/>
        </p:xfrm>
        <a:graphic>
          <a:graphicData uri="http://schemas.openxmlformats.org/drawingml/2006/chart">
            <c:chart xmlns:c="http://schemas.openxmlformats.org/drawingml/2006/chart" xmlns:r="http://schemas.openxmlformats.org/officeDocument/2006/relationships" r:id="rId4"/>
          </a:graphicData>
        </a:graphic>
      </p:graphicFrame>
      <p:sp>
        <p:nvSpPr>
          <p:cNvPr id="177160" name="Oval 7">
            <a:extLst>
              <a:ext uri="{FF2B5EF4-FFF2-40B4-BE49-F238E27FC236}">
                <a16:creationId xmlns:a16="http://schemas.microsoft.com/office/drawing/2014/main" id="{08A22C64-4568-2A7F-5801-2F84073D8A0F}"/>
              </a:ext>
            </a:extLst>
          </p:cNvPr>
          <p:cNvSpPr>
            <a:spLocks noChangeArrowheads="1"/>
          </p:cNvSpPr>
          <p:nvPr/>
        </p:nvSpPr>
        <p:spPr bwMode="auto">
          <a:xfrm>
            <a:off x="3394075" y="1477963"/>
            <a:ext cx="446088" cy="376237"/>
          </a:xfrm>
          <a:prstGeom prst="ellipse">
            <a:avLst/>
          </a:pr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77161" name="Oval 8">
            <a:extLst>
              <a:ext uri="{FF2B5EF4-FFF2-40B4-BE49-F238E27FC236}">
                <a16:creationId xmlns:a16="http://schemas.microsoft.com/office/drawing/2014/main" id="{1084900B-867A-8BD8-3B90-F6AB1C1ECB24}"/>
              </a:ext>
            </a:extLst>
          </p:cNvPr>
          <p:cNvSpPr>
            <a:spLocks noChangeArrowheads="1"/>
          </p:cNvSpPr>
          <p:nvPr/>
        </p:nvSpPr>
        <p:spPr bwMode="auto">
          <a:xfrm>
            <a:off x="8243888" y="1477963"/>
            <a:ext cx="446087" cy="376237"/>
          </a:xfrm>
          <a:prstGeom prst="ellipse">
            <a:avLst/>
          </a:pr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77162" name="Oval 9">
            <a:extLst>
              <a:ext uri="{FF2B5EF4-FFF2-40B4-BE49-F238E27FC236}">
                <a16:creationId xmlns:a16="http://schemas.microsoft.com/office/drawing/2014/main" id="{9621D388-0BCF-42BC-64F3-4859372FC92F}"/>
              </a:ext>
            </a:extLst>
          </p:cNvPr>
          <p:cNvSpPr>
            <a:spLocks noChangeArrowheads="1"/>
          </p:cNvSpPr>
          <p:nvPr/>
        </p:nvSpPr>
        <p:spPr bwMode="auto">
          <a:xfrm>
            <a:off x="733425" y="6318250"/>
            <a:ext cx="303213" cy="365125"/>
          </a:xfrm>
          <a:prstGeom prst="ellipse">
            <a:avLst/>
          </a:pr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77163" name="Text Box 10">
            <a:extLst>
              <a:ext uri="{FF2B5EF4-FFF2-40B4-BE49-F238E27FC236}">
                <a16:creationId xmlns:a16="http://schemas.microsoft.com/office/drawing/2014/main" id="{E06559A1-5CD0-2CA8-FE15-4ACF3A011F9C}"/>
              </a:ext>
            </a:extLst>
          </p:cNvPr>
          <p:cNvSpPr txBox="1">
            <a:spLocks noChangeArrowheads="1"/>
          </p:cNvSpPr>
          <p:nvPr/>
        </p:nvSpPr>
        <p:spPr bwMode="auto">
          <a:xfrm>
            <a:off x="3276600" y="3802063"/>
            <a:ext cx="6302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Series B</a:t>
            </a:r>
          </a:p>
        </p:txBody>
      </p:sp>
      <p:sp>
        <p:nvSpPr>
          <p:cNvPr id="177164" name="Text Box 11">
            <a:extLst>
              <a:ext uri="{FF2B5EF4-FFF2-40B4-BE49-F238E27FC236}">
                <a16:creationId xmlns:a16="http://schemas.microsoft.com/office/drawing/2014/main" id="{A279E1D9-7579-E3CE-3D0C-141BEB0691D0}"/>
              </a:ext>
            </a:extLst>
          </p:cNvPr>
          <p:cNvSpPr txBox="1">
            <a:spLocks noChangeArrowheads="1"/>
          </p:cNvSpPr>
          <p:nvPr/>
        </p:nvSpPr>
        <p:spPr bwMode="auto">
          <a:xfrm>
            <a:off x="2386013" y="3222625"/>
            <a:ext cx="63023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Series A</a:t>
            </a:r>
          </a:p>
        </p:txBody>
      </p:sp>
      <p:sp>
        <p:nvSpPr>
          <p:cNvPr id="177165" name="Line 12">
            <a:extLst>
              <a:ext uri="{FF2B5EF4-FFF2-40B4-BE49-F238E27FC236}">
                <a16:creationId xmlns:a16="http://schemas.microsoft.com/office/drawing/2014/main" id="{01268F97-6075-FC1C-5BEF-8CDE092B37A8}"/>
              </a:ext>
            </a:extLst>
          </p:cNvPr>
          <p:cNvSpPr>
            <a:spLocks noChangeShapeType="1"/>
          </p:cNvSpPr>
          <p:nvPr/>
        </p:nvSpPr>
        <p:spPr bwMode="auto">
          <a:xfrm>
            <a:off x="2990850" y="3467100"/>
            <a:ext cx="260350" cy="236538"/>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77166" name="Line 13">
            <a:extLst>
              <a:ext uri="{FF2B5EF4-FFF2-40B4-BE49-F238E27FC236}">
                <a16:creationId xmlns:a16="http://schemas.microsoft.com/office/drawing/2014/main" id="{D599560B-9FF6-82AA-260A-D6A34B700840}"/>
              </a:ext>
            </a:extLst>
          </p:cNvPr>
          <p:cNvSpPr>
            <a:spLocks noChangeShapeType="1"/>
          </p:cNvSpPr>
          <p:nvPr/>
        </p:nvSpPr>
        <p:spPr bwMode="auto">
          <a:xfrm>
            <a:off x="3621088" y="4057650"/>
            <a:ext cx="119062" cy="166688"/>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77167" name="Text Box 14">
            <a:extLst>
              <a:ext uri="{FF2B5EF4-FFF2-40B4-BE49-F238E27FC236}">
                <a16:creationId xmlns:a16="http://schemas.microsoft.com/office/drawing/2014/main" id="{EAFC0C05-C449-A9F9-F984-88E5977DB02D}"/>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177168" name="Rectangle 15">
            <a:extLst>
              <a:ext uri="{FF2B5EF4-FFF2-40B4-BE49-F238E27FC236}">
                <a16:creationId xmlns:a16="http://schemas.microsoft.com/office/drawing/2014/main" id="{ADF8837F-E117-0C56-F385-FD83EE530133}"/>
              </a:ext>
            </a:extLst>
          </p:cNvPr>
          <p:cNvSpPr>
            <a:spLocks noChangeArrowheads="1"/>
          </p:cNvSpPr>
          <p:nvPr/>
        </p:nvSpPr>
        <p:spPr bwMode="auto">
          <a:xfrm>
            <a:off x="417513" y="6318250"/>
            <a:ext cx="7194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(a) International Data Corp.</a:t>
            </a:r>
          </a:p>
          <a:p>
            <a:pPr latinLnBrk="0">
              <a:spcBef>
                <a:spcPct val="0"/>
              </a:spcBef>
              <a:buClrTx/>
              <a:buFontTx/>
              <a:buNone/>
            </a:pPr>
            <a:r>
              <a:rPr kumimoji="0" lang="en-US" altLang="ko-KR" sz="800">
                <a:solidFill>
                  <a:schemeClr val="hlink"/>
                </a:solidFill>
                <a:latin typeface="Arial" panose="020B0604020202020204" pitchFamily="34" charset="0"/>
              </a:rPr>
              <a:t>	(b) www.e-stats.com</a:t>
            </a:r>
          </a:p>
        </p:txBody>
      </p:sp>
      <p:grpSp>
        <p:nvGrpSpPr>
          <p:cNvPr id="177169" name="Group 16">
            <a:extLst>
              <a:ext uri="{FF2B5EF4-FFF2-40B4-BE49-F238E27FC236}">
                <a16:creationId xmlns:a16="http://schemas.microsoft.com/office/drawing/2014/main" id="{968184BF-3CB0-1EC0-34DF-023FA51668A3}"/>
              </a:ext>
            </a:extLst>
          </p:cNvPr>
          <p:cNvGrpSpPr>
            <a:grpSpLocks/>
          </p:cNvGrpSpPr>
          <p:nvPr/>
        </p:nvGrpSpPr>
        <p:grpSpPr bwMode="auto">
          <a:xfrm>
            <a:off x="3527425" y="5910263"/>
            <a:ext cx="5616575" cy="660400"/>
            <a:chOff x="2343" y="3543"/>
            <a:chExt cx="3407" cy="416"/>
          </a:xfrm>
        </p:grpSpPr>
        <p:sp>
          <p:nvSpPr>
            <p:cNvPr id="177170" name="Rectangle 17">
              <a:extLst>
                <a:ext uri="{FF2B5EF4-FFF2-40B4-BE49-F238E27FC236}">
                  <a16:creationId xmlns:a16="http://schemas.microsoft.com/office/drawing/2014/main" id="{1F8784C5-A31B-CF19-29C7-445CD0885DD1}"/>
                </a:ext>
              </a:extLst>
            </p:cNvPr>
            <p:cNvSpPr>
              <a:spLocks noChangeArrowheads="1"/>
            </p:cNvSpPr>
            <p:nvPr/>
          </p:nvSpPr>
          <p:spPr bwMode="auto">
            <a:xfrm>
              <a:off x="2622" y="3543"/>
              <a:ext cx="3128" cy="416"/>
            </a:xfrm>
            <a:prstGeom prst="rect">
              <a:avLst/>
            </a:prstGeom>
            <a:noFill/>
            <a:ln>
              <a:noFill/>
            </a:ln>
            <a:effectLst/>
            <a:extLst>
              <a:ext uri="{909E8E84-426E-40DD-AFC4-6F175D3DCCD1}">
                <a14:hiddenFill xmlns:a14="http://schemas.microsoft.com/office/drawing/2010/main">
                  <a:gradFill rotWithShape="0">
                    <a:gsLst>
                      <a:gs pos="0">
                        <a:srgbClr val="38667D"/>
                      </a:gs>
                      <a:gs pos="50000">
                        <a:srgbClr val="4985A3"/>
                      </a:gs>
                      <a:gs pos="100000">
                        <a:srgbClr val="38667D"/>
                      </a:gs>
                    </a:gsLst>
                    <a:lin ang="18900000" scaled="1"/>
                  </a:gra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lIns="92058" rIns="92058" bIns="91424"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nSpc>
                  <a:spcPct val="90000"/>
                </a:lnSpc>
                <a:spcBef>
                  <a:spcPct val="30000"/>
                </a:spcBef>
              </a:pPr>
              <a:r>
                <a:rPr lang="en-US" altLang="ko-KR" sz="1400" b="1" i="1">
                  <a:solidFill>
                    <a:schemeClr val="folHlink"/>
                  </a:solidFill>
                </a:rPr>
                <a:t>Note that each source should be placed on a different line, provided that you have enough room to do so.</a:t>
              </a:r>
            </a:p>
          </p:txBody>
        </p:sp>
        <p:sp>
          <p:nvSpPr>
            <p:cNvPr id="177171" name="Line 18">
              <a:extLst>
                <a:ext uri="{FF2B5EF4-FFF2-40B4-BE49-F238E27FC236}">
                  <a16:creationId xmlns:a16="http://schemas.microsoft.com/office/drawing/2014/main" id="{B00BB875-DC33-B2A2-C48C-5E02C0D64CF5}"/>
                </a:ext>
              </a:extLst>
            </p:cNvPr>
            <p:cNvSpPr>
              <a:spLocks noChangeShapeType="1"/>
            </p:cNvSpPr>
            <p:nvPr/>
          </p:nvSpPr>
          <p:spPr bwMode="auto">
            <a:xfrm>
              <a:off x="2610" y="3568"/>
              <a:ext cx="0" cy="357"/>
            </a:xfrm>
            <a:prstGeom prst="line">
              <a:avLst/>
            </a:prstGeom>
            <a:noFill/>
            <a:ln w="4445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177172" name="Group 19">
              <a:extLst>
                <a:ext uri="{FF2B5EF4-FFF2-40B4-BE49-F238E27FC236}">
                  <a16:creationId xmlns:a16="http://schemas.microsoft.com/office/drawing/2014/main" id="{DD8BAAD7-38D5-D4F4-F786-DC283BA5E5B2}"/>
                </a:ext>
              </a:extLst>
            </p:cNvPr>
            <p:cNvGrpSpPr>
              <a:grpSpLocks/>
            </p:cNvGrpSpPr>
            <p:nvPr/>
          </p:nvGrpSpPr>
          <p:grpSpPr bwMode="auto">
            <a:xfrm>
              <a:off x="2343" y="3576"/>
              <a:ext cx="202" cy="138"/>
              <a:chOff x="5190" y="559"/>
              <a:chExt cx="127" cy="86"/>
            </a:xfrm>
          </p:grpSpPr>
          <p:sp>
            <p:nvSpPr>
              <p:cNvPr id="177173" name="Rectangle 20">
                <a:extLst>
                  <a:ext uri="{FF2B5EF4-FFF2-40B4-BE49-F238E27FC236}">
                    <a16:creationId xmlns:a16="http://schemas.microsoft.com/office/drawing/2014/main" id="{0C35CC12-E0EE-E3E4-9872-7289D46B8D32}"/>
                  </a:ext>
                </a:extLst>
              </p:cNvPr>
              <p:cNvSpPr>
                <a:spLocks noChangeArrowheads="1"/>
              </p:cNvSpPr>
              <p:nvPr/>
            </p:nvSpPr>
            <p:spPr bwMode="auto">
              <a:xfrm>
                <a:off x="5282" y="611"/>
                <a:ext cx="17"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74" name="Rectangle 21">
                <a:extLst>
                  <a:ext uri="{FF2B5EF4-FFF2-40B4-BE49-F238E27FC236}">
                    <a16:creationId xmlns:a16="http://schemas.microsoft.com/office/drawing/2014/main" id="{C44F3628-E1AB-6FF9-E4EE-EDC42EEE9853}"/>
                  </a:ext>
                </a:extLst>
              </p:cNvPr>
              <p:cNvSpPr>
                <a:spLocks noChangeArrowheads="1"/>
              </p:cNvSpPr>
              <p:nvPr/>
            </p:nvSpPr>
            <p:spPr bwMode="auto">
              <a:xfrm>
                <a:off x="5281" y="577"/>
                <a:ext cx="18"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75" name="Rectangle 22">
                <a:extLst>
                  <a:ext uri="{FF2B5EF4-FFF2-40B4-BE49-F238E27FC236}">
                    <a16:creationId xmlns:a16="http://schemas.microsoft.com/office/drawing/2014/main" id="{4EDC12AE-BE37-E0F8-E6F8-64FC4835F010}"/>
                  </a:ext>
                </a:extLst>
              </p:cNvPr>
              <p:cNvSpPr>
                <a:spLocks noChangeArrowheads="1"/>
              </p:cNvSpPr>
              <p:nvPr/>
            </p:nvSpPr>
            <p:spPr bwMode="auto">
              <a:xfrm>
                <a:off x="5299" y="594"/>
                <a:ext cx="18"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76" name="Rectangle 23">
                <a:extLst>
                  <a:ext uri="{FF2B5EF4-FFF2-40B4-BE49-F238E27FC236}">
                    <a16:creationId xmlns:a16="http://schemas.microsoft.com/office/drawing/2014/main" id="{9D48E5F1-E3DC-D070-EFE6-D16ACDF49CCE}"/>
                  </a:ext>
                </a:extLst>
              </p:cNvPr>
              <p:cNvSpPr>
                <a:spLocks noChangeArrowheads="1"/>
              </p:cNvSpPr>
              <p:nvPr/>
            </p:nvSpPr>
            <p:spPr bwMode="auto">
              <a:xfrm>
                <a:off x="5264" y="559"/>
                <a:ext cx="17"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77" name="Rectangle 24">
                <a:extLst>
                  <a:ext uri="{FF2B5EF4-FFF2-40B4-BE49-F238E27FC236}">
                    <a16:creationId xmlns:a16="http://schemas.microsoft.com/office/drawing/2014/main" id="{8513C246-43DD-D95E-61FE-E758576BDD66}"/>
                  </a:ext>
                </a:extLst>
              </p:cNvPr>
              <p:cNvSpPr>
                <a:spLocks noChangeArrowheads="1"/>
              </p:cNvSpPr>
              <p:nvPr/>
            </p:nvSpPr>
            <p:spPr bwMode="auto">
              <a:xfrm>
                <a:off x="5263" y="628"/>
                <a:ext cx="18"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78" name="Rectangle 25">
                <a:extLst>
                  <a:ext uri="{FF2B5EF4-FFF2-40B4-BE49-F238E27FC236}">
                    <a16:creationId xmlns:a16="http://schemas.microsoft.com/office/drawing/2014/main" id="{CB5755BE-FC71-65C7-48AD-9B7E9337B4D4}"/>
                  </a:ext>
                </a:extLst>
              </p:cNvPr>
              <p:cNvSpPr>
                <a:spLocks noChangeArrowheads="1"/>
              </p:cNvSpPr>
              <p:nvPr/>
            </p:nvSpPr>
            <p:spPr bwMode="auto">
              <a:xfrm>
                <a:off x="5264" y="594"/>
                <a:ext cx="18"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79" name="Rectangle 26">
                <a:extLst>
                  <a:ext uri="{FF2B5EF4-FFF2-40B4-BE49-F238E27FC236}">
                    <a16:creationId xmlns:a16="http://schemas.microsoft.com/office/drawing/2014/main" id="{EE252CF5-A898-A0DB-97FC-8DC48B5DB918}"/>
                  </a:ext>
                </a:extLst>
              </p:cNvPr>
              <p:cNvSpPr>
                <a:spLocks noChangeArrowheads="1"/>
              </p:cNvSpPr>
              <p:nvPr/>
            </p:nvSpPr>
            <p:spPr bwMode="auto">
              <a:xfrm>
                <a:off x="5227" y="594"/>
                <a:ext cx="18"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sp>
            <p:nvSpPr>
              <p:cNvPr id="177180" name="Rectangle 27">
                <a:extLst>
                  <a:ext uri="{FF2B5EF4-FFF2-40B4-BE49-F238E27FC236}">
                    <a16:creationId xmlns:a16="http://schemas.microsoft.com/office/drawing/2014/main" id="{3980A750-0F95-AE0E-DC66-DD54F4422ABF}"/>
                  </a:ext>
                </a:extLst>
              </p:cNvPr>
              <p:cNvSpPr>
                <a:spLocks noChangeArrowheads="1"/>
              </p:cNvSpPr>
              <p:nvPr/>
            </p:nvSpPr>
            <p:spPr bwMode="auto">
              <a:xfrm>
                <a:off x="5190" y="594"/>
                <a:ext cx="18" cy="17"/>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1"/>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9" name="Rectangle 2">
            <a:extLst>
              <a:ext uri="{FF2B5EF4-FFF2-40B4-BE49-F238E27FC236}">
                <a16:creationId xmlns:a16="http://schemas.microsoft.com/office/drawing/2014/main" id="{B6EE3F3A-A639-A696-7876-C27CDB8AC203}"/>
              </a:ext>
            </a:extLst>
          </p:cNvPr>
          <p:cNvSpPr>
            <a:spLocks noGrp="1" noChangeArrowheads="1"/>
          </p:cNvSpPr>
          <p:nvPr>
            <p:ph type="title"/>
          </p:nvPr>
        </p:nvSpPr>
        <p:spPr/>
        <p:txBody>
          <a:bodyPr/>
          <a:lstStyle/>
          <a:p>
            <a:pPr eaLnBrk="1" hangingPunct="1"/>
            <a:r>
              <a:rPr lang="en-US" altLang="en-US" dirty="0"/>
              <a:t>In all graphs, the colors must alternate dark and light</a:t>
            </a:r>
            <a:br>
              <a:rPr lang="en-US" altLang="en-US" dirty="0"/>
            </a:br>
            <a:r>
              <a:rPr lang="en-US" altLang="en-US" dirty="0"/>
              <a:t>to ensure readability when printing in black and white</a:t>
            </a:r>
          </a:p>
        </p:txBody>
      </p:sp>
      <p:sp>
        <p:nvSpPr>
          <p:cNvPr id="183298" name="슬라이드 번호 개체 틀 3">
            <a:extLst>
              <a:ext uri="{FF2B5EF4-FFF2-40B4-BE49-F238E27FC236}">
                <a16:creationId xmlns:a16="http://schemas.microsoft.com/office/drawing/2014/main" id="{FF5FB2D3-856D-2F4F-2566-76913586E350}"/>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2739AF4E-1CA0-8549-8558-A59082E38207}" type="slidenum">
              <a:rPr lang="en-US" altLang="en-US" smtClean="0">
                <a:solidFill>
                  <a:schemeClr val="bg1"/>
                </a:solidFill>
              </a:rPr>
              <a:pPr/>
              <a:t>36</a:t>
            </a:fld>
            <a:r>
              <a:rPr lang="en-US" altLang="en-US">
                <a:solidFill>
                  <a:schemeClr val="bg1"/>
                </a:solidFill>
              </a:rPr>
              <a:t> </a:t>
            </a:r>
          </a:p>
        </p:txBody>
      </p:sp>
      <p:sp>
        <p:nvSpPr>
          <p:cNvPr id="183297" name="날짜 개체 틀 2">
            <a:extLst>
              <a:ext uri="{FF2B5EF4-FFF2-40B4-BE49-F238E27FC236}">
                <a16:creationId xmlns:a16="http://schemas.microsoft.com/office/drawing/2014/main" id="{ED83605C-DC87-DC10-A148-D215CEF417F5}"/>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E71BA1A5-9B78-154C-B2B4-FB88A45593E2}"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3">
            <a:extLst>
              <a:ext uri="{FF2B5EF4-FFF2-40B4-BE49-F238E27FC236}">
                <a16:creationId xmlns:a16="http://schemas.microsoft.com/office/drawing/2014/main" id="{A515F073-000A-399F-E4B9-481F557EE731}"/>
              </a:ext>
            </a:extLst>
          </p:cNvPr>
          <p:cNvGraphicFramePr>
            <a:graphicFrameLocks noChangeAspect="1"/>
          </p:cNvGraphicFramePr>
          <p:nvPr>
            <p:extLst>
              <p:ext uri="{D42A27DB-BD31-4B8C-83A1-F6EECF244321}">
                <p14:modId xmlns:p14="http://schemas.microsoft.com/office/powerpoint/2010/main" val="1761809649"/>
              </p:ext>
            </p:extLst>
          </p:nvPr>
        </p:nvGraphicFramePr>
        <p:xfrm>
          <a:off x="974725" y="2771775"/>
          <a:ext cx="7245350" cy="3125788"/>
        </p:xfrm>
        <a:graphic>
          <a:graphicData uri="http://schemas.openxmlformats.org/drawingml/2006/chart">
            <c:chart xmlns:c="http://schemas.openxmlformats.org/drawingml/2006/chart" xmlns:r="http://schemas.openxmlformats.org/officeDocument/2006/relationships" r:id="rId3"/>
          </a:graphicData>
        </a:graphic>
      </p:graphicFrame>
      <p:sp>
        <p:nvSpPr>
          <p:cNvPr id="183301" name="Text Box 4">
            <a:extLst>
              <a:ext uri="{FF2B5EF4-FFF2-40B4-BE49-F238E27FC236}">
                <a16:creationId xmlns:a16="http://schemas.microsoft.com/office/drawing/2014/main" id="{B5766C3F-78C9-D126-95B8-F3B5016FC629}"/>
              </a:ext>
            </a:extLst>
          </p:cNvPr>
          <p:cNvSpPr txBox="1">
            <a:spLocks noChangeArrowheads="1"/>
          </p:cNvSpPr>
          <p:nvPr/>
        </p:nvSpPr>
        <p:spPr bwMode="auto">
          <a:xfrm>
            <a:off x="337557" y="1017587"/>
            <a:ext cx="8274050" cy="58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en-US" sz="1600" b="1" dirty="0">
                <a:solidFill>
                  <a:schemeClr val="tx2"/>
                </a:solidFill>
              </a:rPr>
              <a:t>Graph Title</a:t>
            </a:r>
          </a:p>
          <a:p>
            <a:pPr algn="ctr"/>
            <a:r>
              <a:rPr lang="en-US" altLang="en-US" sz="1600" i="1" dirty="0">
                <a:solidFill>
                  <a:schemeClr val="tx2"/>
                </a:solidFill>
              </a:rPr>
              <a:t>Subtitle</a:t>
            </a:r>
            <a:endParaRPr lang="en-US" altLang="en-US" sz="1600" b="1" dirty="0">
              <a:solidFill>
                <a:schemeClr val="tx2"/>
              </a:solidFill>
            </a:endParaRPr>
          </a:p>
        </p:txBody>
      </p:sp>
      <p:sp>
        <p:nvSpPr>
          <p:cNvPr id="183302" name="Text Box 5">
            <a:extLst>
              <a:ext uri="{FF2B5EF4-FFF2-40B4-BE49-F238E27FC236}">
                <a16:creationId xmlns:a16="http://schemas.microsoft.com/office/drawing/2014/main" id="{32863DBC-BE71-9A89-C23E-9DC96AB55BFD}"/>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183303" name="Text Box 6">
            <a:extLst>
              <a:ext uri="{FF2B5EF4-FFF2-40B4-BE49-F238E27FC236}">
                <a16:creationId xmlns:a16="http://schemas.microsoft.com/office/drawing/2014/main" id="{3D608310-0A62-3AD8-6E8E-099B61A1AAC0}"/>
              </a:ext>
            </a:extLst>
          </p:cNvPr>
          <p:cNvSpPr txBox="1">
            <a:spLocks noChangeArrowheads="1"/>
          </p:cNvSpPr>
          <p:nvPr/>
        </p:nvSpPr>
        <p:spPr bwMode="auto">
          <a:xfrm rot="-5400000">
            <a:off x="144463" y="3260725"/>
            <a:ext cx="1003300" cy="28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en-US" sz="1400"/>
              <a:t>Axis Label</a:t>
            </a:r>
          </a:p>
        </p:txBody>
      </p:sp>
      <p:grpSp>
        <p:nvGrpSpPr>
          <p:cNvPr id="183304" name="Group 7">
            <a:extLst>
              <a:ext uri="{FF2B5EF4-FFF2-40B4-BE49-F238E27FC236}">
                <a16:creationId xmlns:a16="http://schemas.microsoft.com/office/drawing/2014/main" id="{32DB16D4-E42C-7F51-E99F-A0708CC38128}"/>
              </a:ext>
            </a:extLst>
          </p:cNvPr>
          <p:cNvGrpSpPr>
            <a:grpSpLocks/>
          </p:cNvGrpSpPr>
          <p:nvPr/>
        </p:nvGrpSpPr>
        <p:grpSpPr bwMode="auto">
          <a:xfrm>
            <a:off x="7288213" y="5322888"/>
            <a:ext cx="931862" cy="1157287"/>
            <a:chOff x="4821" y="3353"/>
            <a:chExt cx="615" cy="729"/>
          </a:xfrm>
        </p:grpSpPr>
        <p:sp>
          <p:nvSpPr>
            <p:cNvPr id="183306" name="Rectangle 8">
              <a:extLst>
                <a:ext uri="{FF2B5EF4-FFF2-40B4-BE49-F238E27FC236}">
                  <a16:creationId xmlns:a16="http://schemas.microsoft.com/office/drawing/2014/main" id="{00159D18-604C-4BDD-A5C5-91CD98F9B791}"/>
                </a:ext>
              </a:extLst>
            </p:cNvPr>
            <p:cNvSpPr>
              <a:spLocks noChangeArrowheads="1"/>
            </p:cNvSpPr>
            <p:nvPr/>
          </p:nvSpPr>
          <p:spPr bwMode="auto">
            <a:xfrm>
              <a:off x="4821" y="3407"/>
              <a:ext cx="615" cy="675"/>
            </a:xfrm>
            <a:prstGeom prst="rect">
              <a:avLst/>
            </a:prstGeom>
            <a:noFill/>
            <a:ln w="9525">
              <a:solidFill>
                <a:schemeClr val="bg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07" name="Text Box 9">
              <a:extLst>
                <a:ext uri="{FF2B5EF4-FFF2-40B4-BE49-F238E27FC236}">
                  <a16:creationId xmlns:a16="http://schemas.microsoft.com/office/drawing/2014/main" id="{3280CF1C-4EBF-DCEA-6162-35419BBCA863}"/>
                </a:ext>
              </a:extLst>
            </p:cNvPr>
            <p:cNvSpPr txBox="1">
              <a:spLocks noChangeArrowheads="1"/>
            </p:cNvSpPr>
            <p:nvPr/>
          </p:nvSpPr>
          <p:spPr bwMode="auto">
            <a:xfrm>
              <a:off x="4947" y="3436"/>
              <a:ext cx="457"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Column 1</a:t>
              </a:r>
            </a:p>
            <a:p>
              <a:pPr eaLnBrk="1" hangingPunct="1"/>
              <a:r>
                <a:rPr lang="en-US" altLang="ko-KR" sz="1000"/>
                <a:t>Column 2</a:t>
              </a:r>
            </a:p>
            <a:p>
              <a:pPr eaLnBrk="1" hangingPunct="1"/>
              <a:r>
                <a:rPr lang="en-US" altLang="ko-KR" sz="1000"/>
                <a:t>Column 3</a:t>
              </a:r>
            </a:p>
            <a:p>
              <a:pPr eaLnBrk="1" hangingPunct="1"/>
              <a:r>
                <a:rPr lang="en-US" altLang="ko-KR" sz="1000"/>
                <a:t>Column 4</a:t>
              </a:r>
            </a:p>
            <a:p>
              <a:pPr eaLnBrk="1" hangingPunct="1"/>
              <a:r>
                <a:rPr lang="en-US" altLang="ko-KR" sz="1000"/>
                <a:t>Column 5</a:t>
              </a:r>
            </a:p>
            <a:p>
              <a:pPr eaLnBrk="1" hangingPunct="1"/>
              <a:r>
                <a:rPr lang="en-US" altLang="ko-KR" sz="1000"/>
                <a:t>Column 6</a:t>
              </a:r>
            </a:p>
          </p:txBody>
        </p:sp>
        <p:sp>
          <p:nvSpPr>
            <p:cNvPr id="183308" name="Rectangle 10">
              <a:extLst>
                <a:ext uri="{FF2B5EF4-FFF2-40B4-BE49-F238E27FC236}">
                  <a16:creationId xmlns:a16="http://schemas.microsoft.com/office/drawing/2014/main" id="{1F48D67E-5D6B-A948-9E73-B79A9F5DDA61}"/>
                </a:ext>
              </a:extLst>
            </p:cNvPr>
            <p:cNvSpPr>
              <a:spLocks noChangeArrowheads="1"/>
            </p:cNvSpPr>
            <p:nvPr/>
          </p:nvSpPr>
          <p:spPr bwMode="auto">
            <a:xfrm>
              <a:off x="4891" y="3483"/>
              <a:ext cx="56" cy="56"/>
            </a:xfrm>
            <a:prstGeom prst="rect">
              <a:avLst/>
            </a:prstGeom>
            <a:solidFill>
              <a:srgbClr val="777777"/>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09" name="Rectangle 11">
              <a:extLst>
                <a:ext uri="{FF2B5EF4-FFF2-40B4-BE49-F238E27FC236}">
                  <a16:creationId xmlns:a16="http://schemas.microsoft.com/office/drawing/2014/main" id="{C1310ABF-3C86-3675-5AFA-A493E086DAC0}"/>
                </a:ext>
              </a:extLst>
            </p:cNvPr>
            <p:cNvSpPr>
              <a:spLocks noChangeArrowheads="1"/>
            </p:cNvSpPr>
            <p:nvPr/>
          </p:nvSpPr>
          <p:spPr bwMode="auto">
            <a:xfrm>
              <a:off x="4891" y="3577"/>
              <a:ext cx="56" cy="56"/>
            </a:xfrm>
            <a:prstGeom prst="rect">
              <a:avLst/>
            </a:prstGeom>
            <a:solidFill>
              <a:schemeClr val="accent2"/>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10" name="Rectangle 12">
              <a:extLst>
                <a:ext uri="{FF2B5EF4-FFF2-40B4-BE49-F238E27FC236}">
                  <a16:creationId xmlns:a16="http://schemas.microsoft.com/office/drawing/2014/main" id="{896B97FF-C2AE-36C5-D566-F11A882FEB7D}"/>
                </a:ext>
              </a:extLst>
            </p:cNvPr>
            <p:cNvSpPr>
              <a:spLocks noChangeArrowheads="1"/>
            </p:cNvSpPr>
            <p:nvPr/>
          </p:nvSpPr>
          <p:spPr bwMode="auto">
            <a:xfrm>
              <a:off x="4891" y="3672"/>
              <a:ext cx="56" cy="56"/>
            </a:xfrm>
            <a:prstGeom prst="rect">
              <a:avLst/>
            </a:prstGeom>
            <a:solidFill>
              <a:schemeClr val="accent1"/>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11" name="Rectangle 13">
              <a:extLst>
                <a:ext uri="{FF2B5EF4-FFF2-40B4-BE49-F238E27FC236}">
                  <a16:creationId xmlns:a16="http://schemas.microsoft.com/office/drawing/2014/main" id="{FA54DACA-73A9-1FC2-ABFB-09190EC504BD}"/>
                </a:ext>
              </a:extLst>
            </p:cNvPr>
            <p:cNvSpPr>
              <a:spLocks noChangeArrowheads="1"/>
            </p:cNvSpPr>
            <p:nvPr/>
          </p:nvSpPr>
          <p:spPr bwMode="auto">
            <a:xfrm>
              <a:off x="4891" y="3765"/>
              <a:ext cx="56" cy="56"/>
            </a:xfrm>
            <a:prstGeom prst="rect">
              <a:avLst/>
            </a:prstGeom>
            <a:solidFill>
              <a:srgbClr val="B2B2B2"/>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12" name="Rectangle 14">
              <a:extLst>
                <a:ext uri="{FF2B5EF4-FFF2-40B4-BE49-F238E27FC236}">
                  <a16:creationId xmlns:a16="http://schemas.microsoft.com/office/drawing/2014/main" id="{73906307-4366-52C7-B9B8-103BB158A8AB}"/>
                </a:ext>
              </a:extLst>
            </p:cNvPr>
            <p:cNvSpPr>
              <a:spLocks noChangeArrowheads="1"/>
            </p:cNvSpPr>
            <p:nvPr/>
          </p:nvSpPr>
          <p:spPr bwMode="auto">
            <a:xfrm>
              <a:off x="4891" y="3860"/>
              <a:ext cx="56" cy="56"/>
            </a:xfrm>
            <a:prstGeom prst="rect">
              <a:avLst/>
            </a:prstGeom>
            <a:solidFill>
              <a:schemeClr val="folHlink"/>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13" name="Rectangle 15">
              <a:extLst>
                <a:ext uri="{FF2B5EF4-FFF2-40B4-BE49-F238E27FC236}">
                  <a16:creationId xmlns:a16="http://schemas.microsoft.com/office/drawing/2014/main" id="{8D89F5BB-FED6-BDC4-F640-D196DD381B1D}"/>
                </a:ext>
              </a:extLst>
            </p:cNvPr>
            <p:cNvSpPr>
              <a:spLocks noChangeArrowheads="1"/>
            </p:cNvSpPr>
            <p:nvPr/>
          </p:nvSpPr>
          <p:spPr bwMode="auto">
            <a:xfrm>
              <a:off x="4891" y="3952"/>
              <a:ext cx="56" cy="56"/>
            </a:xfrm>
            <a:prstGeom prst="rect">
              <a:avLst/>
            </a:prstGeom>
            <a:solidFill>
              <a:schemeClr val="tx2"/>
            </a:solidFill>
            <a:ln w="9525">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183314" name="Text Box 16">
              <a:extLst>
                <a:ext uri="{FF2B5EF4-FFF2-40B4-BE49-F238E27FC236}">
                  <a16:creationId xmlns:a16="http://schemas.microsoft.com/office/drawing/2014/main" id="{624541EC-5178-3C17-5915-F825DFD7172C}"/>
                </a:ext>
              </a:extLst>
            </p:cNvPr>
            <p:cNvSpPr txBox="1">
              <a:spLocks noChangeArrowheads="1"/>
            </p:cNvSpPr>
            <p:nvPr/>
          </p:nvSpPr>
          <p:spPr bwMode="auto">
            <a:xfrm>
              <a:off x="5026" y="3353"/>
              <a:ext cx="204" cy="9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5720" tIns="0" rIns="45720" bIns="0">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altLang="ko-KR" sz="1000" b="1"/>
                <a:t>Key</a:t>
              </a:r>
            </a:p>
          </p:txBody>
        </p:sp>
      </p:grpSp>
      <p:sp>
        <p:nvSpPr>
          <p:cNvPr id="183305" name="Rectangle 17">
            <a:extLst>
              <a:ext uri="{FF2B5EF4-FFF2-40B4-BE49-F238E27FC236}">
                <a16:creationId xmlns:a16="http://schemas.microsoft.com/office/drawing/2014/main" id="{FBB65459-F694-FC6C-8996-989CA5544DB6}"/>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7" name="Rectangle 2">
            <a:extLst>
              <a:ext uri="{FF2B5EF4-FFF2-40B4-BE49-F238E27FC236}">
                <a16:creationId xmlns:a16="http://schemas.microsoft.com/office/drawing/2014/main" id="{CB2F6828-141B-CB60-499C-F2A0CAD53D57}"/>
              </a:ext>
            </a:extLst>
          </p:cNvPr>
          <p:cNvSpPr>
            <a:spLocks noGrp="1" noChangeArrowheads="1"/>
          </p:cNvSpPr>
          <p:nvPr>
            <p:ph type="title"/>
          </p:nvPr>
        </p:nvSpPr>
        <p:spPr/>
        <p:txBody>
          <a:bodyPr/>
          <a:lstStyle/>
          <a:p>
            <a:pPr eaLnBrk="1" hangingPunct="1"/>
            <a:br>
              <a:rPr lang="ko-KR" altLang="en-US"/>
            </a:br>
            <a:r>
              <a:rPr lang="en-US" altLang="ko-KR"/>
              <a:t>Bar graph, 1 data series</a:t>
            </a:r>
          </a:p>
        </p:txBody>
      </p:sp>
      <p:graphicFrame>
        <p:nvGraphicFramePr>
          <p:cNvPr id="2" name="Object 3">
            <a:extLst>
              <a:ext uri="{FF2B5EF4-FFF2-40B4-BE49-F238E27FC236}">
                <a16:creationId xmlns:a16="http://schemas.microsoft.com/office/drawing/2014/main" id="{182E42BD-13E9-262B-C44A-F01ECEC8F14A}"/>
              </a:ext>
            </a:extLst>
          </p:cNvPr>
          <p:cNvGraphicFramePr>
            <a:graphicFrameLocks noGrp="1" noChangeAspect="1"/>
          </p:cNvGraphicFramePr>
          <p:nvPr>
            <p:ph type="chart" idx="1"/>
          </p:nvPr>
        </p:nvGraphicFramePr>
        <p:xfrm>
          <a:off x="1177925" y="2125663"/>
          <a:ext cx="6699250" cy="3900487"/>
        </p:xfrm>
        <a:graphic>
          <a:graphicData uri="http://schemas.openxmlformats.org/drawingml/2006/chart">
            <c:chart xmlns:c="http://schemas.openxmlformats.org/drawingml/2006/chart" xmlns:r="http://schemas.openxmlformats.org/officeDocument/2006/relationships" r:id="rId3"/>
          </a:graphicData>
        </a:graphic>
      </p:graphicFrame>
      <p:sp>
        <p:nvSpPr>
          <p:cNvPr id="185345" name="날짜 개체 틀 3">
            <a:extLst>
              <a:ext uri="{FF2B5EF4-FFF2-40B4-BE49-F238E27FC236}">
                <a16:creationId xmlns:a16="http://schemas.microsoft.com/office/drawing/2014/main" id="{8BCC20C4-EBA4-36AB-0AB4-824587DD73F3}"/>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37160C09-F419-A34E-A8E8-462984C6BDF9}"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185346" name="슬라이드 번호 개체 틀 4">
            <a:extLst>
              <a:ext uri="{FF2B5EF4-FFF2-40B4-BE49-F238E27FC236}">
                <a16:creationId xmlns:a16="http://schemas.microsoft.com/office/drawing/2014/main" id="{70AAAE50-84E0-94D0-C1D0-0A028824CDA4}"/>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3F21E744-E208-A542-ABB2-B705964672E4}" type="slidenum">
              <a:rPr lang="en-US" altLang="en-US" smtClean="0">
                <a:solidFill>
                  <a:schemeClr val="bg1"/>
                </a:solidFill>
              </a:rPr>
              <a:pPr/>
              <a:t>37</a:t>
            </a:fld>
            <a:r>
              <a:rPr lang="en-US" altLang="en-US">
                <a:solidFill>
                  <a:schemeClr val="bg1"/>
                </a:solidFill>
              </a:rPr>
              <a:t> </a:t>
            </a:r>
          </a:p>
        </p:txBody>
      </p:sp>
      <p:sp>
        <p:nvSpPr>
          <p:cNvPr id="185349" name="Text Box 4">
            <a:extLst>
              <a:ext uri="{FF2B5EF4-FFF2-40B4-BE49-F238E27FC236}">
                <a16:creationId xmlns:a16="http://schemas.microsoft.com/office/drawing/2014/main" id="{2E204B67-35EE-FB77-7086-A1CE3BC96473}"/>
              </a:ext>
            </a:extLst>
          </p:cNvPr>
          <p:cNvSpPr txBox="1">
            <a:spLocks noChangeArrowheads="1"/>
          </p:cNvSpPr>
          <p:nvPr/>
        </p:nvSpPr>
        <p:spPr bwMode="auto">
          <a:xfrm rot="-5400000">
            <a:off x="410369" y="3744119"/>
            <a:ext cx="904875"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85350" name="Text Box 5">
            <a:extLst>
              <a:ext uri="{FF2B5EF4-FFF2-40B4-BE49-F238E27FC236}">
                <a16:creationId xmlns:a16="http://schemas.microsoft.com/office/drawing/2014/main" id="{04051856-6F2E-F9DC-2EF3-2774F8D00DC3}"/>
              </a:ext>
            </a:extLst>
          </p:cNvPr>
          <p:cNvSpPr txBox="1">
            <a:spLocks noChangeArrowheads="1"/>
          </p:cNvSpPr>
          <p:nvPr/>
        </p:nvSpPr>
        <p:spPr bwMode="auto">
          <a:xfrm>
            <a:off x="4533900" y="5999163"/>
            <a:ext cx="8620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85351" name="Text Box 6">
            <a:extLst>
              <a:ext uri="{FF2B5EF4-FFF2-40B4-BE49-F238E27FC236}">
                <a16:creationId xmlns:a16="http://schemas.microsoft.com/office/drawing/2014/main" id="{D1CD6A33-CFF2-1971-3519-AAC0FC3CBB82}"/>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185352" name="Rectangle 7">
            <a:extLst>
              <a:ext uri="{FF2B5EF4-FFF2-40B4-BE49-F238E27FC236}">
                <a16:creationId xmlns:a16="http://schemas.microsoft.com/office/drawing/2014/main" id="{F346BE8C-9454-EF1B-7E34-AA0C418FA95F}"/>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185353" name="Text Box 8">
            <a:extLst>
              <a:ext uri="{FF2B5EF4-FFF2-40B4-BE49-F238E27FC236}">
                <a16:creationId xmlns:a16="http://schemas.microsoft.com/office/drawing/2014/main" id="{D840E6A4-BA71-617B-6AC4-8FFF7716E72D}"/>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5" name="Rectangle 2">
            <a:extLst>
              <a:ext uri="{FF2B5EF4-FFF2-40B4-BE49-F238E27FC236}">
                <a16:creationId xmlns:a16="http://schemas.microsoft.com/office/drawing/2014/main" id="{2588DACD-A579-097A-3480-AB6F702972CF}"/>
              </a:ext>
            </a:extLst>
          </p:cNvPr>
          <p:cNvSpPr>
            <a:spLocks noGrp="1" noChangeArrowheads="1"/>
          </p:cNvSpPr>
          <p:nvPr>
            <p:ph type="title"/>
          </p:nvPr>
        </p:nvSpPr>
        <p:spPr/>
        <p:txBody>
          <a:bodyPr/>
          <a:lstStyle/>
          <a:p>
            <a:pPr eaLnBrk="1" hangingPunct="1"/>
            <a:br>
              <a:rPr lang="ko-KR" altLang="en-US"/>
            </a:br>
            <a:r>
              <a:rPr lang="en-US" altLang="ko-KR"/>
              <a:t>Bar graph, 2 data series</a:t>
            </a:r>
          </a:p>
        </p:txBody>
      </p:sp>
      <p:graphicFrame>
        <p:nvGraphicFramePr>
          <p:cNvPr id="2" name="Object 3">
            <a:extLst>
              <a:ext uri="{FF2B5EF4-FFF2-40B4-BE49-F238E27FC236}">
                <a16:creationId xmlns:a16="http://schemas.microsoft.com/office/drawing/2014/main" id="{EA81BC46-0182-2BD2-42C2-5225941563F3}"/>
              </a:ext>
            </a:extLst>
          </p:cNvPr>
          <p:cNvGraphicFramePr>
            <a:graphicFrameLocks noGrp="1" noChangeAspect="1"/>
          </p:cNvGraphicFramePr>
          <p:nvPr>
            <p:ph type="chart" idx="1"/>
          </p:nvPr>
        </p:nvGraphicFramePr>
        <p:xfrm>
          <a:off x="1477963" y="2149475"/>
          <a:ext cx="6192837" cy="3640138"/>
        </p:xfrm>
        <a:graphic>
          <a:graphicData uri="http://schemas.openxmlformats.org/drawingml/2006/chart">
            <c:chart xmlns:c="http://schemas.openxmlformats.org/drawingml/2006/chart" xmlns:r="http://schemas.openxmlformats.org/officeDocument/2006/relationships" r:id="rId3"/>
          </a:graphicData>
        </a:graphic>
      </p:graphicFrame>
      <p:sp>
        <p:nvSpPr>
          <p:cNvPr id="187393" name="날짜 개체 틀 3">
            <a:extLst>
              <a:ext uri="{FF2B5EF4-FFF2-40B4-BE49-F238E27FC236}">
                <a16:creationId xmlns:a16="http://schemas.microsoft.com/office/drawing/2014/main" id="{C91A9137-6AC3-7D00-754A-F60E19CF41C5}"/>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DA938053-0744-C842-925E-0D4B45BF9D12}"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187394" name="슬라이드 번호 개체 틀 4">
            <a:extLst>
              <a:ext uri="{FF2B5EF4-FFF2-40B4-BE49-F238E27FC236}">
                <a16:creationId xmlns:a16="http://schemas.microsoft.com/office/drawing/2014/main" id="{4C44EB38-7DAC-31C0-3B84-ABA1CF1495C9}"/>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DA4168AC-BFA7-3540-8338-358442BB65AD}" type="slidenum">
              <a:rPr lang="en-US" altLang="en-US" smtClean="0">
                <a:solidFill>
                  <a:schemeClr val="bg1"/>
                </a:solidFill>
              </a:rPr>
              <a:pPr/>
              <a:t>38</a:t>
            </a:fld>
            <a:r>
              <a:rPr lang="en-US" altLang="en-US">
                <a:solidFill>
                  <a:schemeClr val="bg1"/>
                </a:solidFill>
              </a:rPr>
              <a:t> </a:t>
            </a:r>
          </a:p>
        </p:txBody>
      </p:sp>
      <p:sp>
        <p:nvSpPr>
          <p:cNvPr id="187397" name="Text Box 4">
            <a:extLst>
              <a:ext uri="{FF2B5EF4-FFF2-40B4-BE49-F238E27FC236}">
                <a16:creationId xmlns:a16="http://schemas.microsoft.com/office/drawing/2014/main" id="{4D0AC535-E44F-DC26-C2A4-6F0026A7C0C8}"/>
              </a:ext>
            </a:extLst>
          </p:cNvPr>
          <p:cNvSpPr txBox="1">
            <a:spLocks noChangeArrowheads="1"/>
          </p:cNvSpPr>
          <p:nvPr/>
        </p:nvSpPr>
        <p:spPr bwMode="auto">
          <a:xfrm rot="-5400000">
            <a:off x="754856" y="3744120"/>
            <a:ext cx="904875"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87398" name="Text Box 5">
            <a:extLst>
              <a:ext uri="{FF2B5EF4-FFF2-40B4-BE49-F238E27FC236}">
                <a16:creationId xmlns:a16="http://schemas.microsoft.com/office/drawing/2014/main" id="{A9AC18BC-7C5C-973F-9DB4-BA4F75E3A133}"/>
              </a:ext>
            </a:extLst>
          </p:cNvPr>
          <p:cNvSpPr txBox="1">
            <a:spLocks noChangeArrowheads="1"/>
          </p:cNvSpPr>
          <p:nvPr/>
        </p:nvSpPr>
        <p:spPr bwMode="auto">
          <a:xfrm>
            <a:off x="4527550" y="5848350"/>
            <a:ext cx="8620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87399" name="Text Box 6">
            <a:extLst>
              <a:ext uri="{FF2B5EF4-FFF2-40B4-BE49-F238E27FC236}">
                <a16:creationId xmlns:a16="http://schemas.microsoft.com/office/drawing/2014/main" id="{76993D08-019E-598A-B695-D20C4A443C0D}"/>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187400" name="Text Box 7">
            <a:extLst>
              <a:ext uri="{FF2B5EF4-FFF2-40B4-BE49-F238E27FC236}">
                <a16:creationId xmlns:a16="http://schemas.microsoft.com/office/drawing/2014/main" id="{12B2445F-7516-8528-9F0C-752F35EDC294}"/>
              </a:ext>
            </a:extLst>
          </p:cNvPr>
          <p:cNvSpPr txBox="1">
            <a:spLocks noChangeArrowheads="1"/>
          </p:cNvSpPr>
          <p:nvPr/>
        </p:nvSpPr>
        <p:spPr bwMode="auto">
          <a:xfrm>
            <a:off x="3533775" y="2357438"/>
            <a:ext cx="128428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 Series Label</a:t>
            </a:r>
          </a:p>
        </p:txBody>
      </p:sp>
      <p:sp>
        <p:nvSpPr>
          <p:cNvPr id="187401" name="Line 8">
            <a:extLst>
              <a:ext uri="{FF2B5EF4-FFF2-40B4-BE49-F238E27FC236}">
                <a16:creationId xmlns:a16="http://schemas.microsoft.com/office/drawing/2014/main" id="{C4D4EF5D-73B3-9BD9-0833-A24E64EAAD6B}"/>
              </a:ext>
            </a:extLst>
          </p:cNvPr>
          <p:cNvSpPr>
            <a:spLocks noChangeShapeType="1"/>
          </p:cNvSpPr>
          <p:nvPr/>
        </p:nvSpPr>
        <p:spPr bwMode="auto">
          <a:xfrm>
            <a:off x="3367088" y="2495550"/>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87402" name="Text Box 9">
            <a:extLst>
              <a:ext uri="{FF2B5EF4-FFF2-40B4-BE49-F238E27FC236}">
                <a16:creationId xmlns:a16="http://schemas.microsoft.com/office/drawing/2014/main" id="{B6271F9A-B825-EB51-747A-57D649D1CAFE}"/>
              </a:ext>
            </a:extLst>
          </p:cNvPr>
          <p:cNvSpPr txBox="1">
            <a:spLocks noChangeArrowheads="1"/>
          </p:cNvSpPr>
          <p:nvPr/>
        </p:nvSpPr>
        <p:spPr bwMode="auto">
          <a:xfrm>
            <a:off x="4529138" y="2559050"/>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 Series Label</a:t>
            </a:r>
          </a:p>
        </p:txBody>
      </p:sp>
      <p:sp>
        <p:nvSpPr>
          <p:cNvPr id="187403" name="Line 10">
            <a:extLst>
              <a:ext uri="{FF2B5EF4-FFF2-40B4-BE49-F238E27FC236}">
                <a16:creationId xmlns:a16="http://schemas.microsoft.com/office/drawing/2014/main" id="{FFF68050-05E3-F25E-83D5-28F205B2E5E5}"/>
              </a:ext>
            </a:extLst>
          </p:cNvPr>
          <p:cNvSpPr>
            <a:spLocks noChangeShapeType="1"/>
          </p:cNvSpPr>
          <p:nvPr/>
        </p:nvSpPr>
        <p:spPr bwMode="auto">
          <a:xfrm>
            <a:off x="4362450" y="2697163"/>
            <a:ext cx="160338"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87404" name="Rectangle 11">
            <a:extLst>
              <a:ext uri="{FF2B5EF4-FFF2-40B4-BE49-F238E27FC236}">
                <a16:creationId xmlns:a16="http://schemas.microsoft.com/office/drawing/2014/main" id="{5BDA09F4-3229-E250-C635-68CDBF51F0E4}"/>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187405" name="Text Box 12">
            <a:extLst>
              <a:ext uri="{FF2B5EF4-FFF2-40B4-BE49-F238E27FC236}">
                <a16:creationId xmlns:a16="http://schemas.microsoft.com/office/drawing/2014/main" id="{F0AFE00E-AF93-F273-E99B-DDC2BBB36F89}"/>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3" name="Rectangle 2">
            <a:extLst>
              <a:ext uri="{FF2B5EF4-FFF2-40B4-BE49-F238E27FC236}">
                <a16:creationId xmlns:a16="http://schemas.microsoft.com/office/drawing/2014/main" id="{D4D4678F-BF6D-5EE7-3DCF-FCAC8F6D9C9D}"/>
              </a:ext>
            </a:extLst>
          </p:cNvPr>
          <p:cNvSpPr>
            <a:spLocks noGrp="1" noChangeArrowheads="1"/>
          </p:cNvSpPr>
          <p:nvPr>
            <p:ph type="title"/>
          </p:nvPr>
        </p:nvSpPr>
        <p:spPr/>
        <p:txBody>
          <a:bodyPr/>
          <a:lstStyle/>
          <a:p>
            <a:pPr eaLnBrk="1" hangingPunct="1"/>
            <a:br>
              <a:rPr lang="ko-KR" altLang="en-US"/>
            </a:br>
            <a:r>
              <a:rPr lang="en-US" altLang="ko-KR"/>
              <a:t>Column graph, 1 data series</a:t>
            </a:r>
          </a:p>
        </p:txBody>
      </p:sp>
      <p:graphicFrame>
        <p:nvGraphicFramePr>
          <p:cNvPr id="2" name="Object 7">
            <a:extLst>
              <a:ext uri="{FF2B5EF4-FFF2-40B4-BE49-F238E27FC236}">
                <a16:creationId xmlns:a16="http://schemas.microsoft.com/office/drawing/2014/main" id="{7EE0A6BA-1B29-8007-A234-CAE2930A0DCA}"/>
              </a:ext>
            </a:extLst>
          </p:cNvPr>
          <p:cNvGraphicFramePr>
            <a:graphicFrameLocks noGrp="1" noChangeAspect="1"/>
          </p:cNvGraphicFramePr>
          <p:nvPr>
            <p:ph type="chart" idx="1"/>
          </p:nvPr>
        </p:nvGraphicFramePr>
        <p:xfrm>
          <a:off x="1228725" y="2154238"/>
          <a:ext cx="6473825" cy="3517900"/>
        </p:xfrm>
        <a:graphic>
          <a:graphicData uri="http://schemas.openxmlformats.org/drawingml/2006/chart">
            <c:chart xmlns:c="http://schemas.openxmlformats.org/drawingml/2006/chart" xmlns:r="http://schemas.openxmlformats.org/officeDocument/2006/relationships" r:id="rId3"/>
          </a:graphicData>
        </a:graphic>
      </p:graphicFrame>
      <p:sp>
        <p:nvSpPr>
          <p:cNvPr id="189441" name="날짜 개체 틀 3">
            <a:extLst>
              <a:ext uri="{FF2B5EF4-FFF2-40B4-BE49-F238E27FC236}">
                <a16:creationId xmlns:a16="http://schemas.microsoft.com/office/drawing/2014/main" id="{4CDE3038-D73E-DEC6-4C1A-0451EB5A16BF}"/>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C38ED881-245E-564F-BDD5-30E2B954B042}"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189442" name="슬라이드 번호 개체 틀 4">
            <a:extLst>
              <a:ext uri="{FF2B5EF4-FFF2-40B4-BE49-F238E27FC236}">
                <a16:creationId xmlns:a16="http://schemas.microsoft.com/office/drawing/2014/main" id="{CB8BA620-D518-9428-50EE-5DF23B06E984}"/>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164E07ED-5C21-D44F-B87E-91BC5D3579CA}" type="slidenum">
              <a:rPr lang="en-US" altLang="en-US" smtClean="0">
                <a:solidFill>
                  <a:schemeClr val="bg1"/>
                </a:solidFill>
              </a:rPr>
              <a:pPr/>
              <a:t>39</a:t>
            </a:fld>
            <a:r>
              <a:rPr lang="en-US" altLang="en-US">
                <a:solidFill>
                  <a:schemeClr val="bg1"/>
                </a:solidFill>
              </a:rPr>
              <a:t> </a:t>
            </a:r>
          </a:p>
        </p:txBody>
      </p:sp>
      <p:sp>
        <p:nvSpPr>
          <p:cNvPr id="189444" name="Text Box 3">
            <a:extLst>
              <a:ext uri="{FF2B5EF4-FFF2-40B4-BE49-F238E27FC236}">
                <a16:creationId xmlns:a16="http://schemas.microsoft.com/office/drawing/2014/main" id="{430C9653-2BEE-85B4-A9DC-87ACDAAF7E34}"/>
              </a:ext>
            </a:extLst>
          </p:cNvPr>
          <p:cNvSpPr txBox="1">
            <a:spLocks noChangeArrowheads="1"/>
          </p:cNvSpPr>
          <p:nvPr/>
        </p:nvSpPr>
        <p:spPr bwMode="auto">
          <a:xfrm>
            <a:off x="7754938" y="2085975"/>
            <a:ext cx="8651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b="1"/>
              <a:t>CAGR</a:t>
            </a:r>
          </a:p>
          <a:p>
            <a:pPr algn="ctr"/>
            <a:r>
              <a:rPr lang="en-US" altLang="ko-KR" sz="1200" b="1"/>
              <a:t>1995-1999</a:t>
            </a:r>
          </a:p>
          <a:p>
            <a:pPr algn="ctr"/>
            <a:endParaRPr lang="en-US" altLang="ko-KR" sz="1200"/>
          </a:p>
          <a:p>
            <a:pPr algn="ctr"/>
            <a:r>
              <a:rPr lang="en-US" altLang="ko-KR" sz="1200"/>
              <a:t>xx%</a:t>
            </a:r>
          </a:p>
        </p:txBody>
      </p:sp>
      <p:sp>
        <p:nvSpPr>
          <p:cNvPr id="189445" name="Text Box 4">
            <a:extLst>
              <a:ext uri="{FF2B5EF4-FFF2-40B4-BE49-F238E27FC236}">
                <a16:creationId xmlns:a16="http://schemas.microsoft.com/office/drawing/2014/main" id="{A074B89B-1283-3FB8-DD23-8F2F0A956F2B}"/>
              </a:ext>
            </a:extLst>
          </p:cNvPr>
          <p:cNvSpPr txBox="1">
            <a:spLocks noChangeArrowheads="1"/>
          </p:cNvSpPr>
          <p:nvPr/>
        </p:nvSpPr>
        <p:spPr bwMode="auto">
          <a:xfrm rot="-5400000">
            <a:off x="656431" y="3698082"/>
            <a:ext cx="904875"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89446" name="Text Box 5">
            <a:extLst>
              <a:ext uri="{FF2B5EF4-FFF2-40B4-BE49-F238E27FC236}">
                <a16:creationId xmlns:a16="http://schemas.microsoft.com/office/drawing/2014/main" id="{C15B1145-33C1-4B86-3AB9-707E0387D576}"/>
              </a:ext>
            </a:extLst>
          </p:cNvPr>
          <p:cNvSpPr txBox="1">
            <a:spLocks noChangeArrowheads="1"/>
          </p:cNvSpPr>
          <p:nvPr/>
        </p:nvSpPr>
        <p:spPr bwMode="auto">
          <a:xfrm>
            <a:off x="4230688" y="5668963"/>
            <a:ext cx="862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89447" name="Text Box 6">
            <a:extLst>
              <a:ext uri="{FF2B5EF4-FFF2-40B4-BE49-F238E27FC236}">
                <a16:creationId xmlns:a16="http://schemas.microsoft.com/office/drawing/2014/main" id="{11AFD09D-0A4E-805C-D23B-831CA0B2FEA1}"/>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189449" name="Rectangle 8">
            <a:extLst>
              <a:ext uri="{FF2B5EF4-FFF2-40B4-BE49-F238E27FC236}">
                <a16:creationId xmlns:a16="http://schemas.microsoft.com/office/drawing/2014/main" id="{671BF321-D928-B970-EC97-6FA3C0D2AEE3}"/>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189450" name="Text Box 9">
            <a:extLst>
              <a:ext uri="{FF2B5EF4-FFF2-40B4-BE49-F238E27FC236}">
                <a16:creationId xmlns:a16="http://schemas.microsoft.com/office/drawing/2014/main" id="{C2FCA078-18E2-7405-9B46-9031EF85B094}"/>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1" name="Rectangle 2">
            <a:extLst>
              <a:ext uri="{FF2B5EF4-FFF2-40B4-BE49-F238E27FC236}">
                <a16:creationId xmlns:a16="http://schemas.microsoft.com/office/drawing/2014/main" id="{11FDB39E-481F-8745-2351-000BD720B35D}"/>
              </a:ext>
            </a:extLst>
          </p:cNvPr>
          <p:cNvSpPr>
            <a:spLocks noGrp="1" noChangeArrowheads="1"/>
          </p:cNvSpPr>
          <p:nvPr>
            <p:ph type="title"/>
          </p:nvPr>
        </p:nvSpPr>
        <p:spPr/>
        <p:txBody>
          <a:bodyPr/>
          <a:lstStyle/>
          <a:p>
            <a:pPr eaLnBrk="1" hangingPunct="1"/>
            <a:br>
              <a:rPr lang="ko-KR" altLang="en-US"/>
            </a:br>
            <a:r>
              <a:rPr lang="en-US" altLang="ko-KR"/>
              <a:t>Column graph, 2 data series</a:t>
            </a:r>
          </a:p>
        </p:txBody>
      </p:sp>
      <p:graphicFrame>
        <p:nvGraphicFramePr>
          <p:cNvPr id="2" name="Object 6">
            <a:extLst>
              <a:ext uri="{FF2B5EF4-FFF2-40B4-BE49-F238E27FC236}">
                <a16:creationId xmlns:a16="http://schemas.microsoft.com/office/drawing/2014/main" id="{8E56E54A-5734-50FD-B453-910FEE8AAA33}"/>
              </a:ext>
            </a:extLst>
          </p:cNvPr>
          <p:cNvGraphicFramePr>
            <a:graphicFrameLocks noGrp="1" noChangeAspect="1"/>
          </p:cNvGraphicFramePr>
          <p:nvPr>
            <p:ph type="chart" idx="1"/>
          </p:nvPr>
        </p:nvGraphicFramePr>
        <p:xfrm>
          <a:off x="947738" y="2139950"/>
          <a:ext cx="6696075" cy="3563938"/>
        </p:xfrm>
        <a:graphic>
          <a:graphicData uri="http://schemas.openxmlformats.org/drawingml/2006/chart">
            <c:chart xmlns:c="http://schemas.openxmlformats.org/drawingml/2006/chart" xmlns:r="http://schemas.openxmlformats.org/officeDocument/2006/relationships" r:id="rId3"/>
          </a:graphicData>
        </a:graphic>
      </p:graphicFrame>
      <p:sp>
        <p:nvSpPr>
          <p:cNvPr id="191489" name="날짜 개체 틀 3">
            <a:extLst>
              <a:ext uri="{FF2B5EF4-FFF2-40B4-BE49-F238E27FC236}">
                <a16:creationId xmlns:a16="http://schemas.microsoft.com/office/drawing/2014/main" id="{8CE68998-B8A1-B5D8-BBF9-ED41C54838C5}"/>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48DDA09B-AD14-2C43-ABB1-E55EB1A5505F}"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191490" name="슬라이드 번호 개체 틀 4">
            <a:extLst>
              <a:ext uri="{FF2B5EF4-FFF2-40B4-BE49-F238E27FC236}">
                <a16:creationId xmlns:a16="http://schemas.microsoft.com/office/drawing/2014/main" id="{71687993-5741-3A13-5A41-D51E09FA9C80}"/>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AF4DFFC8-AF28-DD4D-8706-FE3FD95D8C39}" type="slidenum">
              <a:rPr lang="en-US" altLang="en-US" smtClean="0">
                <a:solidFill>
                  <a:schemeClr val="bg1"/>
                </a:solidFill>
              </a:rPr>
              <a:pPr/>
              <a:t>40</a:t>
            </a:fld>
            <a:r>
              <a:rPr lang="en-US" altLang="en-US">
                <a:solidFill>
                  <a:schemeClr val="bg1"/>
                </a:solidFill>
              </a:rPr>
              <a:t> </a:t>
            </a:r>
          </a:p>
        </p:txBody>
      </p:sp>
      <p:sp>
        <p:nvSpPr>
          <p:cNvPr id="191492" name="Text Box 3">
            <a:extLst>
              <a:ext uri="{FF2B5EF4-FFF2-40B4-BE49-F238E27FC236}">
                <a16:creationId xmlns:a16="http://schemas.microsoft.com/office/drawing/2014/main" id="{02710480-E90B-B9AB-8354-062415B59C38}"/>
              </a:ext>
            </a:extLst>
          </p:cNvPr>
          <p:cNvSpPr txBox="1">
            <a:spLocks noChangeArrowheads="1"/>
          </p:cNvSpPr>
          <p:nvPr/>
        </p:nvSpPr>
        <p:spPr bwMode="auto">
          <a:xfrm rot="-5400000">
            <a:off x="359569" y="3710781"/>
            <a:ext cx="904875"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91493" name="Text Box 4">
            <a:extLst>
              <a:ext uri="{FF2B5EF4-FFF2-40B4-BE49-F238E27FC236}">
                <a16:creationId xmlns:a16="http://schemas.microsoft.com/office/drawing/2014/main" id="{55499D2F-2ED4-5A4F-B8E1-553D42A0F462}"/>
              </a:ext>
            </a:extLst>
          </p:cNvPr>
          <p:cNvSpPr txBox="1">
            <a:spLocks noChangeArrowheads="1"/>
          </p:cNvSpPr>
          <p:nvPr/>
        </p:nvSpPr>
        <p:spPr bwMode="auto">
          <a:xfrm>
            <a:off x="4108450" y="5638800"/>
            <a:ext cx="8620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191494" name="Text Box 5">
            <a:extLst>
              <a:ext uri="{FF2B5EF4-FFF2-40B4-BE49-F238E27FC236}">
                <a16:creationId xmlns:a16="http://schemas.microsoft.com/office/drawing/2014/main" id="{C82B8514-4265-961D-132E-B6C6354AF03D}"/>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191496" name="Text Box 7">
            <a:extLst>
              <a:ext uri="{FF2B5EF4-FFF2-40B4-BE49-F238E27FC236}">
                <a16:creationId xmlns:a16="http://schemas.microsoft.com/office/drawing/2014/main" id="{4B7EE97A-F619-1ED5-C35D-A4F4832CE2E6}"/>
              </a:ext>
            </a:extLst>
          </p:cNvPr>
          <p:cNvSpPr txBox="1">
            <a:spLocks noChangeArrowheads="1"/>
          </p:cNvSpPr>
          <p:nvPr/>
        </p:nvSpPr>
        <p:spPr bwMode="auto">
          <a:xfrm>
            <a:off x="1824038" y="4430713"/>
            <a:ext cx="11318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Data Series Label</a:t>
            </a:r>
          </a:p>
          <a:p>
            <a:pPr eaLnBrk="1" hangingPunct="1"/>
            <a:endParaRPr lang="ko-KR" altLang="en-US" sz="1000"/>
          </a:p>
        </p:txBody>
      </p:sp>
      <p:sp>
        <p:nvSpPr>
          <p:cNvPr id="191497" name="Text Box 8">
            <a:extLst>
              <a:ext uri="{FF2B5EF4-FFF2-40B4-BE49-F238E27FC236}">
                <a16:creationId xmlns:a16="http://schemas.microsoft.com/office/drawing/2014/main" id="{CB86AD1A-D67D-60BA-BA6E-9080D2B69560}"/>
              </a:ext>
            </a:extLst>
          </p:cNvPr>
          <p:cNvSpPr txBox="1">
            <a:spLocks noChangeArrowheads="1"/>
          </p:cNvSpPr>
          <p:nvPr/>
        </p:nvSpPr>
        <p:spPr bwMode="auto">
          <a:xfrm>
            <a:off x="2228850" y="4703763"/>
            <a:ext cx="113188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000"/>
              <a:t>Data Series Label</a:t>
            </a:r>
          </a:p>
        </p:txBody>
      </p:sp>
      <p:sp>
        <p:nvSpPr>
          <p:cNvPr id="191498" name="Line 9">
            <a:extLst>
              <a:ext uri="{FF2B5EF4-FFF2-40B4-BE49-F238E27FC236}">
                <a16:creationId xmlns:a16="http://schemas.microsoft.com/office/drawing/2014/main" id="{CF208181-C987-94D6-8BF3-249D009128EE}"/>
              </a:ext>
            </a:extLst>
          </p:cNvPr>
          <p:cNvSpPr>
            <a:spLocks noChangeShapeType="1"/>
          </p:cNvSpPr>
          <p:nvPr/>
        </p:nvSpPr>
        <p:spPr bwMode="auto">
          <a:xfrm flipH="1">
            <a:off x="1916113" y="4654550"/>
            <a:ext cx="147637" cy="53975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1499" name="Line 10">
            <a:extLst>
              <a:ext uri="{FF2B5EF4-FFF2-40B4-BE49-F238E27FC236}">
                <a16:creationId xmlns:a16="http://schemas.microsoft.com/office/drawing/2014/main" id="{80072389-4AA7-B7A6-CF6E-D942D15683FC}"/>
              </a:ext>
            </a:extLst>
          </p:cNvPr>
          <p:cNvSpPr>
            <a:spLocks noChangeShapeType="1"/>
          </p:cNvSpPr>
          <p:nvPr/>
        </p:nvSpPr>
        <p:spPr bwMode="auto">
          <a:xfrm flipH="1">
            <a:off x="2228850" y="4940300"/>
            <a:ext cx="139700" cy="29845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191500" name="Rectangle 11">
            <a:extLst>
              <a:ext uri="{FF2B5EF4-FFF2-40B4-BE49-F238E27FC236}">
                <a16:creationId xmlns:a16="http://schemas.microsoft.com/office/drawing/2014/main" id="{7CE09BE4-D1F0-1CD3-252E-20B95B294945}"/>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191501" name="Text Box 12">
            <a:extLst>
              <a:ext uri="{FF2B5EF4-FFF2-40B4-BE49-F238E27FC236}">
                <a16:creationId xmlns:a16="http://schemas.microsoft.com/office/drawing/2014/main" id="{40550C9E-0D3D-4431-7282-AE7919D25725}"/>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1" name="Rectangle 2">
            <a:extLst>
              <a:ext uri="{FF2B5EF4-FFF2-40B4-BE49-F238E27FC236}">
                <a16:creationId xmlns:a16="http://schemas.microsoft.com/office/drawing/2014/main" id="{479F8DAF-3E73-3BF0-11C0-97DB8D7D38C3}"/>
              </a:ext>
            </a:extLst>
          </p:cNvPr>
          <p:cNvSpPr>
            <a:spLocks noGrp="1" noChangeArrowheads="1"/>
          </p:cNvSpPr>
          <p:nvPr>
            <p:ph type="title"/>
          </p:nvPr>
        </p:nvSpPr>
        <p:spPr>
          <a:xfrm>
            <a:off x="352425" y="819150"/>
            <a:ext cx="7404100" cy="727075"/>
          </a:xfrm>
        </p:spPr>
        <p:txBody>
          <a:bodyPr/>
          <a:lstStyle/>
          <a:p>
            <a:pPr eaLnBrk="1" hangingPunct="1"/>
            <a:br>
              <a:rPr lang="ko-KR" altLang="en-US"/>
            </a:br>
            <a:r>
              <a:rPr lang="en-US" altLang="ko-KR"/>
              <a:t>Stacked column graph</a:t>
            </a:r>
          </a:p>
        </p:txBody>
      </p:sp>
      <p:graphicFrame>
        <p:nvGraphicFramePr>
          <p:cNvPr id="2" name="Object 3">
            <a:extLst>
              <a:ext uri="{FF2B5EF4-FFF2-40B4-BE49-F238E27FC236}">
                <a16:creationId xmlns:a16="http://schemas.microsoft.com/office/drawing/2014/main" id="{16E45595-AC06-77AE-5167-8A7CE7FDA105}"/>
              </a:ext>
            </a:extLst>
          </p:cNvPr>
          <p:cNvGraphicFramePr>
            <a:graphicFrameLocks noGrp="1" noChangeAspect="1"/>
          </p:cNvGraphicFramePr>
          <p:nvPr>
            <p:ph type="chart" idx="1"/>
          </p:nvPr>
        </p:nvGraphicFramePr>
        <p:xfrm>
          <a:off x="1020763" y="2354263"/>
          <a:ext cx="7013575" cy="3522662"/>
        </p:xfrm>
        <a:graphic>
          <a:graphicData uri="http://schemas.openxmlformats.org/drawingml/2006/chart">
            <c:chart xmlns:c="http://schemas.openxmlformats.org/drawingml/2006/chart" xmlns:r="http://schemas.openxmlformats.org/officeDocument/2006/relationships" r:id="rId3"/>
          </a:graphicData>
        </a:graphic>
      </p:graphicFrame>
      <p:sp>
        <p:nvSpPr>
          <p:cNvPr id="201729" name="날짜 개체 틀 3">
            <a:extLst>
              <a:ext uri="{FF2B5EF4-FFF2-40B4-BE49-F238E27FC236}">
                <a16:creationId xmlns:a16="http://schemas.microsoft.com/office/drawing/2014/main" id="{5F373696-FE35-1011-6403-E32D22530E8F}"/>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0E4A6FC3-1B63-7548-9A12-837F69AD8C22}"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01730" name="슬라이드 번호 개체 틀 4">
            <a:extLst>
              <a:ext uri="{FF2B5EF4-FFF2-40B4-BE49-F238E27FC236}">
                <a16:creationId xmlns:a16="http://schemas.microsoft.com/office/drawing/2014/main" id="{F55AF5B8-F405-43D7-0B9E-186BC70A3E50}"/>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F542E2CA-C31D-8940-921E-65B8507C69FE}" type="slidenum">
              <a:rPr lang="en-US" altLang="en-US" smtClean="0">
                <a:solidFill>
                  <a:schemeClr val="bg1"/>
                </a:solidFill>
              </a:rPr>
              <a:pPr/>
              <a:t>41</a:t>
            </a:fld>
            <a:r>
              <a:rPr lang="en-US" altLang="en-US">
                <a:solidFill>
                  <a:schemeClr val="bg1"/>
                </a:solidFill>
              </a:rPr>
              <a:t> </a:t>
            </a:r>
          </a:p>
        </p:txBody>
      </p:sp>
      <p:sp>
        <p:nvSpPr>
          <p:cNvPr id="201733" name="Text Box 4">
            <a:extLst>
              <a:ext uri="{FF2B5EF4-FFF2-40B4-BE49-F238E27FC236}">
                <a16:creationId xmlns:a16="http://schemas.microsoft.com/office/drawing/2014/main" id="{D97CFDA4-58FB-A613-B85B-D109683816AE}"/>
              </a:ext>
            </a:extLst>
          </p:cNvPr>
          <p:cNvSpPr txBox="1">
            <a:spLocks noChangeArrowheads="1"/>
          </p:cNvSpPr>
          <p:nvPr/>
        </p:nvSpPr>
        <p:spPr bwMode="auto">
          <a:xfrm>
            <a:off x="1776413" y="4524375"/>
            <a:ext cx="24606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5720" rIns="45720">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sz="1200" b="1"/>
              <a:t>21</a:t>
            </a:r>
          </a:p>
        </p:txBody>
      </p:sp>
      <p:sp>
        <p:nvSpPr>
          <p:cNvPr id="201734" name="Text Box 5">
            <a:extLst>
              <a:ext uri="{FF2B5EF4-FFF2-40B4-BE49-F238E27FC236}">
                <a16:creationId xmlns:a16="http://schemas.microsoft.com/office/drawing/2014/main" id="{9AE0B51F-7734-27BE-0A44-C582B8990A31}"/>
              </a:ext>
            </a:extLst>
          </p:cNvPr>
          <p:cNvSpPr txBox="1">
            <a:spLocks noChangeArrowheads="1"/>
          </p:cNvSpPr>
          <p:nvPr/>
        </p:nvSpPr>
        <p:spPr bwMode="auto">
          <a:xfrm>
            <a:off x="2962275" y="4043363"/>
            <a:ext cx="24765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5720" rIns="45720">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sz="1200" b="1"/>
              <a:t>35</a:t>
            </a:r>
          </a:p>
        </p:txBody>
      </p:sp>
      <p:sp>
        <p:nvSpPr>
          <p:cNvPr id="201735" name="Text Box 6">
            <a:extLst>
              <a:ext uri="{FF2B5EF4-FFF2-40B4-BE49-F238E27FC236}">
                <a16:creationId xmlns:a16="http://schemas.microsoft.com/office/drawing/2014/main" id="{6F7E5967-40CB-C4A5-D81D-F0700E430EE2}"/>
              </a:ext>
            </a:extLst>
          </p:cNvPr>
          <p:cNvSpPr txBox="1">
            <a:spLocks noChangeArrowheads="1"/>
          </p:cNvSpPr>
          <p:nvPr/>
        </p:nvSpPr>
        <p:spPr bwMode="auto">
          <a:xfrm>
            <a:off x="4135438" y="3868738"/>
            <a:ext cx="2460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5720" rIns="45720">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sz="1200" b="1"/>
              <a:t>40</a:t>
            </a:r>
          </a:p>
        </p:txBody>
      </p:sp>
      <p:sp>
        <p:nvSpPr>
          <p:cNvPr id="201736" name="Text Box 7">
            <a:extLst>
              <a:ext uri="{FF2B5EF4-FFF2-40B4-BE49-F238E27FC236}">
                <a16:creationId xmlns:a16="http://schemas.microsoft.com/office/drawing/2014/main" id="{CBFF0FF0-DE52-D314-BBDB-9FC0666B53A6}"/>
              </a:ext>
            </a:extLst>
          </p:cNvPr>
          <p:cNvSpPr txBox="1">
            <a:spLocks noChangeArrowheads="1"/>
          </p:cNvSpPr>
          <p:nvPr/>
        </p:nvSpPr>
        <p:spPr bwMode="auto">
          <a:xfrm>
            <a:off x="6497638" y="2349500"/>
            <a:ext cx="2492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5720" rIns="45720">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sz="1200" b="1"/>
              <a:t>84</a:t>
            </a:r>
          </a:p>
        </p:txBody>
      </p:sp>
      <p:sp>
        <p:nvSpPr>
          <p:cNvPr id="201737" name="Text Box 8">
            <a:extLst>
              <a:ext uri="{FF2B5EF4-FFF2-40B4-BE49-F238E27FC236}">
                <a16:creationId xmlns:a16="http://schemas.microsoft.com/office/drawing/2014/main" id="{DE2F54FC-5634-EF52-E3DB-3E950F02ED8A}"/>
              </a:ext>
            </a:extLst>
          </p:cNvPr>
          <p:cNvSpPr txBox="1">
            <a:spLocks noChangeArrowheads="1"/>
          </p:cNvSpPr>
          <p:nvPr/>
        </p:nvSpPr>
        <p:spPr bwMode="auto">
          <a:xfrm>
            <a:off x="5313363" y="3371850"/>
            <a:ext cx="2476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45720" rIns="45720">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ko-KR" altLang="en-US" sz="1200" b="1"/>
              <a:t>54</a:t>
            </a:r>
          </a:p>
        </p:txBody>
      </p:sp>
      <p:sp>
        <p:nvSpPr>
          <p:cNvPr id="201738" name="Text Box 9">
            <a:extLst>
              <a:ext uri="{FF2B5EF4-FFF2-40B4-BE49-F238E27FC236}">
                <a16:creationId xmlns:a16="http://schemas.microsoft.com/office/drawing/2014/main" id="{BD0090FA-A795-3519-9C83-E96EF4ACD199}"/>
              </a:ext>
            </a:extLst>
          </p:cNvPr>
          <p:cNvSpPr txBox="1">
            <a:spLocks noChangeArrowheads="1"/>
          </p:cNvSpPr>
          <p:nvPr/>
        </p:nvSpPr>
        <p:spPr bwMode="auto">
          <a:xfrm>
            <a:off x="7727950" y="2016125"/>
            <a:ext cx="7493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b="1"/>
              <a:t>CAGR</a:t>
            </a:r>
          </a:p>
          <a:p>
            <a:pPr algn="ctr"/>
            <a:r>
              <a:rPr lang="en-US" altLang="ko-KR" sz="1000" b="1"/>
              <a:t>1995-1999</a:t>
            </a:r>
          </a:p>
        </p:txBody>
      </p:sp>
      <p:sp>
        <p:nvSpPr>
          <p:cNvPr id="201739" name="Text Box 10">
            <a:extLst>
              <a:ext uri="{FF2B5EF4-FFF2-40B4-BE49-F238E27FC236}">
                <a16:creationId xmlns:a16="http://schemas.microsoft.com/office/drawing/2014/main" id="{8743987D-02BB-151A-7428-BCEDFCD5343B}"/>
              </a:ext>
            </a:extLst>
          </p:cNvPr>
          <p:cNvSpPr txBox="1">
            <a:spLocks noChangeArrowheads="1"/>
          </p:cNvSpPr>
          <p:nvPr/>
        </p:nvSpPr>
        <p:spPr bwMode="auto">
          <a:xfrm>
            <a:off x="7046913" y="2406650"/>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Total	 xx%</a:t>
            </a:r>
          </a:p>
        </p:txBody>
      </p:sp>
      <p:sp>
        <p:nvSpPr>
          <p:cNvPr id="201740" name="Text Box 11">
            <a:extLst>
              <a:ext uri="{FF2B5EF4-FFF2-40B4-BE49-F238E27FC236}">
                <a16:creationId xmlns:a16="http://schemas.microsoft.com/office/drawing/2014/main" id="{9D9F5BB2-265C-D9B5-595C-EBA76515699E}"/>
              </a:ext>
            </a:extLst>
          </p:cNvPr>
          <p:cNvSpPr txBox="1">
            <a:spLocks noChangeArrowheads="1"/>
          </p:cNvSpPr>
          <p:nvPr/>
        </p:nvSpPr>
        <p:spPr bwMode="auto">
          <a:xfrm rot="-5400000">
            <a:off x="192882" y="3801268"/>
            <a:ext cx="1003300"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Label</a:t>
            </a:r>
          </a:p>
        </p:txBody>
      </p:sp>
      <p:sp>
        <p:nvSpPr>
          <p:cNvPr id="201741" name="Text Box 12">
            <a:extLst>
              <a:ext uri="{FF2B5EF4-FFF2-40B4-BE49-F238E27FC236}">
                <a16:creationId xmlns:a16="http://schemas.microsoft.com/office/drawing/2014/main" id="{979EEC27-0E29-79BC-4F5A-35258EDBA21F}"/>
              </a:ext>
            </a:extLst>
          </p:cNvPr>
          <p:cNvSpPr txBox="1">
            <a:spLocks noChangeArrowheads="1"/>
          </p:cNvSpPr>
          <p:nvPr/>
        </p:nvSpPr>
        <p:spPr bwMode="auto">
          <a:xfrm>
            <a:off x="3781425" y="5945188"/>
            <a:ext cx="9540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Label</a:t>
            </a:r>
          </a:p>
        </p:txBody>
      </p:sp>
      <p:sp>
        <p:nvSpPr>
          <p:cNvPr id="201742" name="Text Box 13">
            <a:extLst>
              <a:ext uri="{FF2B5EF4-FFF2-40B4-BE49-F238E27FC236}">
                <a16:creationId xmlns:a16="http://schemas.microsoft.com/office/drawing/2014/main" id="{CD42E208-7E02-5CAE-36C7-9E6B569656D5}"/>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01743" name="Text Box 14">
            <a:extLst>
              <a:ext uri="{FF2B5EF4-FFF2-40B4-BE49-F238E27FC236}">
                <a16:creationId xmlns:a16="http://schemas.microsoft.com/office/drawing/2014/main" id="{91D058F0-74D9-4B03-BD7A-CBDD9206EDB2}"/>
              </a:ext>
            </a:extLst>
          </p:cNvPr>
          <p:cNvSpPr txBox="1">
            <a:spLocks noChangeArrowheads="1"/>
          </p:cNvSpPr>
          <p:nvPr/>
        </p:nvSpPr>
        <p:spPr bwMode="auto">
          <a:xfrm>
            <a:off x="7046913" y="2724150"/>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Dataset 5 	xx%</a:t>
            </a:r>
          </a:p>
        </p:txBody>
      </p:sp>
      <p:sp>
        <p:nvSpPr>
          <p:cNvPr id="201744" name="Text Box 15">
            <a:extLst>
              <a:ext uri="{FF2B5EF4-FFF2-40B4-BE49-F238E27FC236}">
                <a16:creationId xmlns:a16="http://schemas.microsoft.com/office/drawing/2014/main" id="{BD3F5DE2-FEAD-4E65-0A43-5D08F5CB8362}"/>
              </a:ext>
            </a:extLst>
          </p:cNvPr>
          <p:cNvSpPr txBox="1">
            <a:spLocks noChangeArrowheads="1"/>
          </p:cNvSpPr>
          <p:nvPr/>
        </p:nvSpPr>
        <p:spPr bwMode="auto">
          <a:xfrm>
            <a:off x="7046913" y="3125788"/>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Dataset 4 	xx%</a:t>
            </a:r>
          </a:p>
        </p:txBody>
      </p:sp>
      <p:sp>
        <p:nvSpPr>
          <p:cNvPr id="201745" name="Text Box 16">
            <a:extLst>
              <a:ext uri="{FF2B5EF4-FFF2-40B4-BE49-F238E27FC236}">
                <a16:creationId xmlns:a16="http://schemas.microsoft.com/office/drawing/2014/main" id="{9D56A021-872C-73DC-26DB-8551D1394BCF}"/>
              </a:ext>
            </a:extLst>
          </p:cNvPr>
          <p:cNvSpPr txBox="1">
            <a:spLocks noChangeArrowheads="1"/>
          </p:cNvSpPr>
          <p:nvPr/>
        </p:nvSpPr>
        <p:spPr bwMode="auto">
          <a:xfrm>
            <a:off x="7046913" y="3578225"/>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Dataset 3	 xx%</a:t>
            </a:r>
          </a:p>
        </p:txBody>
      </p:sp>
      <p:sp>
        <p:nvSpPr>
          <p:cNvPr id="201746" name="Text Box 17">
            <a:extLst>
              <a:ext uri="{FF2B5EF4-FFF2-40B4-BE49-F238E27FC236}">
                <a16:creationId xmlns:a16="http://schemas.microsoft.com/office/drawing/2014/main" id="{49F0BB74-E543-DD49-958C-EFCDA6653374}"/>
              </a:ext>
            </a:extLst>
          </p:cNvPr>
          <p:cNvSpPr txBox="1">
            <a:spLocks noChangeArrowheads="1"/>
          </p:cNvSpPr>
          <p:nvPr/>
        </p:nvSpPr>
        <p:spPr bwMode="auto">
          <a:xfrm>
            <a:off x="7046913" y="4213225"/>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Dataset 2 	xx%</a:t>
            </a:r>
          </a:p>
        </p:txBody>
      </p:sp>
      <p:sp>
        <p:nvSpPr>
          <p:cNvPr id="201747" name="Text Box 18">
            <a:extLst>
              <a:ext uri="{FF2B5EF4-FFF2-40B4-BE49-F238E27FC236}">
                <a16:creationId xmlns:a16="http://schemas.microsoft.com/office/drawing/2014/main" id="{1AD6EA93-1CE9-F51F-3CDA-F612F384226A}"/>
              </a:ext>
            </a:extLst>
          </p:cNvPr>
          <p:cNvSpPr txBox="1">
            <a:spLocks noChangeArrowheads="1"/>
          </p:cNvSpPr>
          <p:nvPr/>
        </p:nvSpPr>
        <p:spPr bwMode="auto">
          <a:xfrm>
            <a:off x="7046913" y="5033963"/>
            <a:ext cx="12842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Dataset 1	xx%</a:t>
            </a:r>
          </a:p>
        </p:txBody>
      </p:sp>
      <p:sp>
        <p:nvSpPr>
          <p:cNvPr id="201748" name="Line 19">
            <a:extLst>
              <a:ext uri="{FF2B5EF4-FFF2-40B4-BE49-F238E27FC236}">
                <a16:creationId xmlns:a16="http://schemas.microsoft.com/office/drawing/2014/main" id="{109F4C2B-AA39-4557-098F-2540B632B747}"/>
              </a:ext>
            </a:extLst>
          </p:cNvPr>
          <p:cNvSpPr>
            <a:spLocks noChangeShapeType="1"/>
          </p:cNvSpPr>
          <p:nvPr/>
        </p:nvSpPr>
        <p:spPr bwMode="auto">
          <a:xfrm>
            <a:off x="6878638" y="5159375"/>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1749" name="Line 20">
            <a:extLst>
              <a:ext uri="{FF2B5EF4-FFF2-40B4-BE49-F238E27FC236}">
                <a16:creationId xmlns:a16="http://schemas.microsoft.com/office/drawing/2014/main" id="{9613F327-C136-ECBB-EA9E-0027F918CB38}"/>
              </a:ext>
            </a:extLst>
          </p:cNvPr>
          <p:cNvSpPr>
            <a:spLocks noChangeShapeType="1"/>
          </p:cNvSpPr>
          <p:nvPr/>
        </p:nvSpPr>
        <p:spPr bwMode="auto">
          <a:xfrm>
            <a:off x="6878638" y="4324350"/>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1750" name="Line 21">
            <a:extLst>
              <a:ext uri="{FF2B5EF4-FFF2-40B4-BE49-F238E27FC236}">
                <a16:creationId xmlns:a16="http://schemas.microsoft.com/office/drawing/2014/main" id="{9823283E-2237-8A86-2796-A631FD3CF139}"/>
              </a:ext>
            </a:extLst>
          </p:cNvPr>
          <p:cNvSpPr>
            <a:spLocks noChangeShapeType="1"/>
          </p:cNvSpPr>
          <p:nvPr/>
        </p:nvSpPr>
        <p:spPr bwMode="auto">
          <a:xfrm>
            <a:off x="6878638" y="3686175"/>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1751" name="Line 22">
            <a:extLst>
              <a:ext uri="{FF2B5EF4-FFF2-40B4-BE49-F238E27FC236}">
                <a16:creationId xmlns:a16="http://schemas.microsoft.com/office/drawing/2014/main" id="{CB4EAC17-131E-25DE-ADFF-57ADA6CCC615}"/>
              </a:ext>
            </a:extLst>
          </p:cNvPr>
          <p:cNvSpPr>
            <a:spLocks noChangeShapeType="1"/>
          </p:cNvSpPr>
          <p:nvPr/>
        </p:nvSpPr>
        <p:spPr bwMode="auto">
          <a:xfrm>
            <a:off x="6878638" y="3246438"/>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1752" name="Line 23">
            <a:extLst>
              <a:ext uri="{FF2B5EF4-FFF2-40B4-BE49-F238E27FC236}">
                <a16:creationId xmlns:a16="http://schemas.microsoft.com/office/drawing/2014/main" id="{209B303B-218C-58CA-0A9C-C26BCBC27E0E}"/>
              </a:ext>
            </a:extLst>
          </p:cNvPr>
          <p:cNvSpPr>
            <a:spLocks noChangeShapeType="1"/>
          </p:cNvSpPr>
          <p:nvPr/>
        </p:nvSpPr>
        <p:spPr bwMode="auto">
          <a:xfrm>
            <a:off x="6878638" y="2832100"/>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1753" name="Line 24">
            <a:extLst>
              <a:ext uri="{FF2B5EF4-FFF2-40B4-BE49-F238E27FC236}">
                <a16:creationId xmlns:a16="http://schemas.microsoft.com/office/drawing/2014/main" id="{BFF49867-48AE-33B9-EE93-0202686A8158}"/>
              </a:ext>
            </a:extLst>
          </p:cNvPr>
          <p:cNvSpPr>
            <a:spLocks noChangeShapeType="1"/>
          </p:cNvSpPr>
          <p:nvPr/>
        </p:nvSpPr>
        <p:spPr bwMode="auto">
          <a:xfrm>
            <a:off x="6878638" y="2532063"/>
            <a:ext cx="160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1754" name="Rectangle 25">
            <a:extLst>
              <a:ext uri="{FF2B5EF4-FFF2-40B4-BE49-F238E27FC236}">
                <a16:creationId xmlns:a16="http://schemas.microsoft.com/office/drawing/2014/main" id="{24B72751-B5F1-9065-B16D-49356BBCDD54}"/>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201755" name="Text Box 26">
            <a:extLst>
              <a:ext uri="{FF2B5EF4-FFF2-40B4-BE49-F238E27FC236}">
                <a16:creationId xmlns:a16="http://schemas.microsoft.com/office/drawing/2014/main" id="{809A69D6-737B-ED33-A502-1DF63BF3D0A1}"/>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7" name="Rectangle 2">
            <a:extLst>
              <a:ext uri="{FF2B5EF4-FFF2-40B4-BE49-F238E27FC236}">
                <a16:creationId xmlns:a16="http://schemas.microsoft.com/office/drawing/2014/main" id="{70724AB2-8783-A858-D37C-A990C97905E9}"/>
              </a:ext>
            </a:extLst>
          </p:cNvPr>
          <p:cNvSpPr>
            <a:spLocks noGrp="1" noChangeArrowheads="1"/>
          </p:cNvSpPr>
          <p:nvPr>
            <p:ph type="title"/>
          </p:nvPr>
        </p:nvSpPr>
        <p:spPr/>
        <p:txBody>
          <a:bodyPr/>
          <a:lstStyle/>
          <a:p>
            <a:pPr eaLnBrk="1" hangingPunct="1"/>
            <a:br>
              <a:rPr lang="ko-KR" altLang="en-US"/>
            </a:br>
            <a:r>
              <a:rPr lang="en-US" altLang="ko-KR"/>
              <a:t>Waterfall chart, single step</a:t>
            </a:r>
          </a:p>
        </p:txBody>
      </p:sp>
      <p:sp>
        <p:nvSpPr>
          <p:cNvPr id="205826" name="슬라이드 번호 개체 틀 3">
            <a:extLst>
              <a:ext uri="{FF2B5EF4-FFF2-40B4-BE49-F238E27FC236}">
                <a16:creationId xmlns:a16="http://schemas.microsoft.com/office/drawing/2014/main" id="{D473A446-A81E-BB0F-A196-6E67EBEDD055}"/>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58927E15-EE24-5A48-ADA4-994FF0E00CD0}" type="slidenum">
              <a:rPr lang="en-US" altLang="en-US" smtClean="0">
                <a:solidFill>
                  <a:schemeClr val="bg1"/>
                </a:solidFill>
              </a:rPr>
              <a:pPr/>
              <a:t>42</a:t>
            </a:fld>
            <a:r>
              <a:rPr lang="en-US" altLang="en-US">
                <a:solidFill>
                  <a:schemeClr val="bg1"/>
                </a:solidFill>
              </a:rPr>
              <a:t> </a:t>
            </a:r>
          </a:p>
        </p:txBody>
      </p:sp>
      <p:sp>
        <p:nvSpPr>
          <p:cNvPr id="205825" name="날짜 개체 틀 2">
            <a:extLst>
              <a:ext uri="{FF2B5EF4-FFF2-40B4-BE49-F238E27FC236}">
                <a16:creationId xmlns:a16="http://schemas.microsoft.com/office/drawing/2014/main" id="{74EBFBCF-5D04-34AD-975E-17C03E817DB7}"/>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B680702B-8EC9-C04C-9C39-7C3599FC238A}"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3">
            <a:extLst>
              <a:ext uri="{FF2B5EF4-FFF2-40B4-BE49-F238E27FC236}">
                <a16:creationId xmlns:a16="http://schemas.microsoft.com/office/drawing/2014/main" id="{E7A9B848-941E-D24A-2DD5-07689D0EE65B}"/>
              </a:ext>
            </a:extLst>
          </p:cNvPr>
          <p:cNvGraphicFramePr>
            <a:graphicFrameLocks noChangeAspect="1"/>
          </p:cNvGraphicFramePr>
          <p:nvPr/>
        </p:nvGraphicFramePr>
        <p:xfrm>
          <a:off x="1652588" y="2259013"/>
          <a:ext cx="5837237" cy="3348037"/>
        </p:xfrm>
        <a:graphic>
          <a:graphicData uri="http://schemas.openxmlformats.org/drawingml/2006/chart">
            <c:chart xmlns:c="http://schemas.openxmlformats.org/drawingml/2006/chart" xmlns:r="http://schemas.openxmlformats.org/officeDocument/2006/relationships" r:id="rId3"/>
          </a:graphicData>
        </a:graphic>
      </p:graphicFrame>
      <p:sp>
        <p:nvSpPr>
          <p:cNvPr id="205829" name="Text Box 4">
            <a:extLst>
              <a:ext uri="{FF2B5EF4-FFF2-40B4-BE49-F238E27FC236}">
                <a16:creationId xmlns:a16="http://schemas.microsoft.com/office/drawing/2014/main" id="{6447E36E-A2B6-6754-B7DE-9B742CB4C3F8}"/>
              </a:ext>
            </a:extLst>
          </p:cNvPr>
          <p:cNvSpPr txBox="1">
            <a:spLocks noChangeArrowheads="1"/>
          </p:cNvSpPr>
          <p:nvPr/>
        </p:nvSpPr>
        <p:spPr bwMode="auto">
          <a:xfrm rot="-5400000">
            <a:off x="863600" y="3524250"/>
            <a:ext cx="904875" cy="28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05830" name="Text Box 5">
            <a:extLst>
              <a:ext uri="{FF2B5EF4-FFF2-40B4-BE49-F238E27FC236}">
                <a16:creationId xmlns:a16="http://schemas.microsoft.com/office/drawing/2014/main" id="{1BB3AB8A-EAB2-6969-DB39-01A4AC55ADFF}"/>
              </a:ext>
            </a:extLst>
          </p:cNvPr>
          <p:cNvSpPr txBox="1">
            <a:spLocks noChangeArrowheads="1"/>
          </p:cNvSpPr>
          <p:nvPr/>
        </p:nvSpPr>
        <p:spPr bwMode="auto">
          <a:xfrm>
            <a:off x="4333875" y="5689600"/>
            <a:ext cx="8604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05831" name="Text Box 6">
            <a:extLst>
              <a:ext uri="{FF2B5EF4-FFF2-40B4-BE49-F238E27FC236}">
                <a16:creationId xmlns:a16="http://schemas.microsoft.com/office/drawing/2014/main" id="{87F16AE3-7C35-B8F2-F870-7360CD67BCCD}"/>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
        <p:nvSpPr>
          <p:cNvPr id="205832" name="Text Box 7">
            <a:extLst>
              <a:ext uri="{FF2B5EF4-FFF2-40B4-BE49-F238E27FC236}">
                <a16:creationId xmlns:a16="http://schemas.microsoft.com/office/drawing/2014/main" id="{4678303C-2FC2-60F8-8A48-42EE7BFCB26E}"/>
              </a:ext>
            </a:extLst>
          </p:cNvPr>
          <p:cNvSpPr txBox="1">
            <a:spLocks noChangeArrowheads="1"/>
          </p:cNvSpPr>
          <p:nvPr/>
        </p:nvSpPr>
        <p:spPr bwMode="auto">
          <a:xfrm>
            <a:off x="2717800" y="3724275"/>
            <a:ext cx="690563"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Dataset 1</a:t>
            </a:r>
          </a:p>
        </p:txBody>
      </p:sp>
      <p:sp>
        <p:nvSpPr>
          <p:cNvPr id="205833" name="Text Box 8">
            <a:extLst>
              <a:ext uri="{FF2B5EF4-FFF2-40B4-BE49-F238E27FC236}">
                <a16:creationId xmlns:a16="http://schemas.microsoft.com/office/drawing/2014/main" id="{3A28B0CF-53A6-A933-773A-0F205FF7CA3B}"/>
              </a:ext>
            </a:extLst>
          </p:cNvPr>
          <p:cNvSpPr txBox="1">
            <a:spLocks noChangeArrowheads="1"/>
          </p:cNvSpPr>
          <p:nvPr/>
        </p:nvSpPr>
        <p:spPr bwMode="auto">
          <a:xfrm>
            <a:off x="3471863" y="2465388"/>
            <a:ext cx="68897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Dataset 2</a:t>
            </a:r>
          </a:p>
        </p:txBody>
      </p:sp>
      <p:sp>
        <p:nvSpPr>
          <p:cNvPr id="205834" name="Line 9">
            <a:extLst>
              <a:ext uri="{FF2B5EF4-FFF2-40B4-BE49-F238E27FC236}">
                <a16:creationId xmlns:a16="http://schemas.microsoft.com/office/drawing/2014/main" id="{5E706078-C69D-180B-E099-DF1D87B24CD3}"/>
              </a:ext>
            </a:extLst>
          </p:cNvPr>
          <p:cNvSpPr>
            <a:spLocks noChangeShapeType="1"/>
          </p:cNvSpPr>
          <p:nvPr/>
        </p:nvSpPr>
        <p:spPr bwMode="auto">
          <a:xfrm rot="5400000">
            <a:off x="2630488" y="3738563"/>
            <a:ext cx="0" cy="19685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835" name="Line 10">
            <a:extLst>
              <a:ext uri="{FF2B5EF4-FFF2-40B4-BE49-F238E27FC236}">
                <a16:creationId xmlns:a16="http://schemas.microsoft.com/office/drawing/2014/main" id="{0F072B32-6233-2600-B428-97AEB98DE6A9}"/>
              </a:ext>
            </a:extLst>
          </p:cNvPr>
          <p:cNvSpPr>
            <a:spLocks noChangeShapeType="1"/>
          </p:cNvSpPr>
          <p:nvPr/>
        </p:nvSpPr>
        <p:spPr bwMode="auto">
          <a:xfrm rot="5400000">
            <a:off x="3362326" y="2478087"/>
            <a:ext cx="0" cy="219075"/>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5836" name="Text Box 11">
            <a:extLst>
              <a:ext uri="{FF2B5EF4-FFF2-40B4-BE49-F238E27FC236}">
                <a16:creationId xmlns:a16="http://schemas.microsoft.com/office/drawing/2014/main" id="{92B23371-50AC-1A32-6BFD-1F565361606B}"/>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05837" name="Rectangle 12">
            <a:extLst>
              <a:ext uri="{FF2B5EF4-FFF2-40B4-BE49-F238E27FC236}">
                <a16:creationId xmlns:a16="http://schemas.microsoft.com/office/drawing/2014/main" id="{9293D9D9-4CF7-DF8D-DF61-4CF15628DAB0}"/>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5" name="Rectangle 2">
            <a:extLst>
              <a:ext uri="{FF2B5EF4-FFF2-40B4-BE49-F238E27FC236}">
                <a16:creationId xmlns:a16="http://schemas.microsoft.com/office/drawing/2014/main" id="{E7968D74-99C4-46D3-3451-A890FB99951C}"/>
              </a:ext>
            </a:extLst>
          </p:cNvPr>
          <p:cNvSpPr>
            <a:spLocks noGrp="1" noChangeArrowheads="1"/>
          </p:cNvSpPr>
          <p:nvPr>
            <p:ph type="title"/>
          </p:nvPr>
        </p:nvSpPr>
        <p:spPr/>
        <p:txBody>
          <a:bodyPr/>
          <a:lstStyle/>
          <a:p>
            <a:pPr eaLnBrk="1" hangingPunct="1"/>
            <a:br>
              <a:rPr lang="ko-KR" altLang="en-US"/>
            </a:br>
            <a:r>
              <a:rPr lang="en-US" altLang="ko-KR"/>
              <a:t>Waterfall chart, double step</a:t>
            </a:r>
          </a:p>
        </p:txBody>
      </p:sp>
      <p:graphicFrame>
        <p:nvGraphicFramePr>
          <p:cNvPr id="2" name="Object 3">
            <a:extLst>
              <a:ext uri="{FF2B5EF4-FFF2-40B4-BE49-F238E27FC236}">
                <a16:creationId xmlns:a16="http://schemas.microsoft.com/office/drawing/2014/main" id="{8468B03F-DE36-F4D7-C06E-5A1B6DEB0DF5}"/>
              </a:ext>
            </a:extLst>
          </p:cNvPr>
          <p:cNvGraphicFramePr>
            <a:graphicFrameLocks noGrp="1" noChangeAspect="1"/>
          </p:cNvGraphicFramePr>
          <p:nvPr>
            <p:ph type="chart" idx="1"/>
          </p:nvPr>
        </p:nvGraphicFramePr>
        <p:xfrm>
          <a:off x="1093788" y="2141538"/>
          <a:ext cx="6886575" cy="3990975"/>
        </p:xfrm>
        <a:graphic>
          <a:graphicData uri="http://schemas.openxmlformats.org/drawingml/2006/chart">
            <c:chart xmlns:c="http://schemas.openxmlformats.org/drawingml/2006/chart" xmlns:r="http://schemas.openxmlformats.org/officeDocument/2006/relationships" r:id="rId3"/>
          </a:graphicData>
        </a:graphic>
      </p:graphicFrame>
      <p:sp>
        <p:nvSpPr>
          <p:cNvPr id="207873" name="날짜 개체 틀 3">
            <a:extLst>
              <a:ext uri="{FF2B5EF4-FFF2-40B4-BE49-F238E27FC236}">
                <a16:creationId xmlns:a16="http://schemas.microsoft.com/office/drawing/2014/main" id="{FEA4C408-5C38-06AB-0169-752D358AE178}"/>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2BE65CAB-312E-9B40-9343-880364C02F69}"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07874" name="슬라이드 번호 개체 틀 4">
            <a:extLst>
              <a:ext uri="{FF2B5EF4-FFF2-40B4-BE49-F238E27FC236}">
                <a16:creationId xmlns:a16="http://schemas.microsoft.com/office/drawing/2014/main" id="{9498E6D7-783E-6E50-DABC-7A0C2CF17D9F}"/>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94C7B86C-DDA4-EE4F-B523-1E8AE93D0526}" type="slidenum">
              <a:rPr lang="en-US" altLang="en-US" smtClean="0">
                <a:solidFill>
                  <a:schemeClr val="bg1"/>
                </a:solidFill>
              </a:rPr>
              <a:pPr/>
              <a:t>43</a:t>
            </a:fld>
            <a:r>
              <a:rPr lang="en-US" altLang="en-US">
                <a:solidFill>
                  <a:schemeClr val="bg1"/>
                </a:solidFill>
              </a:rPr>
              <a:t> </a:t>
            </a:r>
          </a:p>
        </p:txBody>
      </p:sp>
      <p:sp>
        <p:nvSpPr>
          <p:cNvPr id="207877" name="Text Box 4">
            <a:extLst>
              <a:ext uri="{FF2B5EF4-FFF2-40B4-BE49-F238E27FC236}">
                <a16:creationId xmlns:a16="http://schemas.microsoft.com/office/drawing/2014/main" id="{0B32DB66-CBFC-149B-A3DE-F458CA767484}"/>
              </a:ext>
            </a:extLst>
          </p:cNvPr>
          <p:cNvSpPr txBox="1">
            <a:spLocks noChangeArrowheads="1"/>
          </p:cNvSpPr>
          <p:nvPr/>
        </p:nvSpPr>
        <p:spPr bwMode="auto">
          <a:xfrm rot="-5400000">
            <a:off x="448469" y="3596481"/>
            <a:ext cx="904875"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07878" name="Text Box 5">
            <a:extLst>
              <a:ext uri="{FF2B5EF4-FFF2-40B4-BE49-F238E27FC236}">
                <a16:creationId xmlns:a16="http://schemas.microsoft.com/office/drawing/2014/main" id="{30EE59EF-5128-E221-CDA4-6E92402BEED8}"/>
              </a:ext>
            </a:extLst>
          </p:cNvPr>
          <p:cNvSpPr txBox="1">
            <a:spLocks noChangeArrowheads="1"/>
          </p:cNvSpPr>
          <p:nvPr/>
        </p:nvSpPr>
        <p:spPr bwMode="auto">
          <a:xfrm>
            <a:off x="4383088" y="6132513"/>
            <a:ext cx="862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07879" name="Text Box 6">
            <a:extLst>
              <a:ext uri="{FF2B5EF4-FFF2-40B4-BE49-F238E27FC236}">
                <a16:creationId xmlns:a16="http://schemas.microsoft.com/office/drawing/2014/main" id="{20B49302-9455-BDC2-6239-355627B07A86}"/>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
        <p:nvSpPr>
          <p:cNvPr id="207880" name="Text Box 7">
            <a:extLst>
              <a:ext uri="{FF2B5EF4-FFF2-40B4-BE49-F238E27FC236}">
                <a16:creationId xmlns:a16="http://schemas.microsoft.com/office/drawing/2014/main" id="{D589B282-C315-799B-3307-7FFDD7862B78}"/>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07881" name="Text Box 8">
            <a:extLst>
              <a:ext uri="{FF2B5EF4-FFF2-40B4-BE49-F238E27FC236}">
                <a16:creationId xmlns:a16="http://schemas.microsoft.com/office/drawing/2014/main" id="{A7FC9B0F-5C71-4DE5-0E94-E92285EF0996}"/>
              </a:ext>
            </a:extLst>
          </p:cNvPr>
          <p:cNvSpPr txBox="1">
            <a:spLocks noChangeArrowheads="1"/>
          </p:cNvSpPr>
          <p:nvPr/>
        </p:nvSpPr>
        <p:spPr bwMode="auto">
          <a:xfrm>
            <a:off x="2352675" y="3921125"/>
            <a:ext cx="68897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Dataset 1</a:t>
            </a:r>
          </a:p>
        </p:txBody>
      </p:sp>
      <p:sp>
        <p:nvSpPr>
          <p:cNvPr id="207882" name="Text Box 9">
            <a:extLst>
              <a:ext uri="{FF2B5EF4-FFF2-40B4-BE49-F238E27FC236}">
                <a16:creationId xmlns:a16="http://schemas.microsoft.com/office/drawing/2014/main" id="{F62C0A55-79BF-2563-6DCD-ACE78E49C890}"/>
              </a:ext>
            </a:extLst>
          </p:cNvPr>
          <p:cNvSpPr txBox="1">
            <a:spLocks noChangeArrowheads="1"/>
          </p:cNvSpPr>
          <p:nvPr/>
        </p:nvSpPr>
        <p:spPr bwMode="auto">
          <a:xfrm>
            <a:off x="3105150" y="2420938"/>
            <a:ext cx="690563"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Dataset 2</a:t>
            </a:r>
          </a:p>
        </p:txBody>
      </p:sp>
      <p:sp>
        <p:nvSpPr>
          <p:cNvPr id="207883" name="Line 10">
            <a:extLst>
              <a:ext uri="{FF2B5EF4-FFF2-40B4-BE49-F238E27FC236}">
                <a16:creationId xmlns:a16="http://schemas.microsoft.com/office/drawing/2014/main" id="{3AA19722-A119-2D99-37FD-04AE6FD2FE20}"/>
              </a:ext>
            </a:extLst>
          </p:cNvPr>
          <p:cNvSpPr>
            <a:spLocks noChangeShapeType="1"/>
          </p:cNvSpPr>
          <p:nvPr/>
        </p:nvSpPr>
        <p:spPr bwMode="auto">
          <a:xfrm rot="5400000">
            <a:off x="2264569" y="3934619"/>
            <a:ext cx="0" cy="198438"/>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7884" name="Line 11">
            <a:extLst>
              <a:ext uri="{FF2B5EF4-FFF2-40B4-BE49-F238E27FC236}">
                <a16:creationId xmlns:a16="http://schemas.microsoft.com/office/drawing/2014/main" id="{A0CA3C13-2D3A-3150-7E04-343B2D5E4476}"/>
              </a:ext>
            </a:extLst>
          </p:cNvPr>
          <p:cNvSpPr>
            <a:spLocks noChangeShapeType="1"/>
          </p:cNvSpPr>
          <p:nvPr/>
        </p:nvSpPr>
        <p:spPr bwMode="auto">
          <a:xfrm rot="5400000">
            <a:off x="2996407" y="2434431"/>
            <a:ext cx="0" cy="217487"/>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07885" name="Rectangle 12">
            <a:extLst>
              <a:ext uri="{FF2B5EF4-FFF2-40B4-BE49-F238E27FC236}">
                <a16:creationId xmlns:a16="http://schemas.microsoft.com/office/drawing/2014/main" id="{54291E90-39CA-9FAC-05C7-B3A9AC199D77}"/>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3" name="Rectangle 2">
            <a:extLst>
              <a:ext uri="{FF2B5EF4-FFF2-40B4-BE49-F238E27FC236}">
                <a16:creationId xmlns:a16="http://schemas.microsoft.com/office/drawing/2014/main" id="{20FC1B69-0B4B-BC6E-DE8F-9934CB90E475}"/>
              </a:ext>
            </a:extLst>
          </p:cNvPr>
          <p:cNvSpPr>
            <a:spLocks noGrp="1" noChangeArrowheads="1"/>
          </p:cNvSpPr>
          <p:nvPr>
            <p:ph type="title"/>
          </p:nvPr>
        </p:nvSpPr>
        <p:spPr/>
        <p:txBody>
          <a:bodyPr/>
          <a:lstStyle/>
          <a:p>
            <a:pPr eaLnBrk="1" hangingPunct="1"/>
            <a:br>
              <a:rPr lang="ko-KR" altLang="en-US"/>
            </a:br>
            <a:r>
              <a:rPr lang="en-US" altLang="ko-KR"/>
              <a:t>Tornado chart:  back-to-back bar graphs</a:t>
            </a:r>
          </a:p>
        </p:txBody>
      </p:sp>
      <p:sp>
        <p:nvSpPr>
          <p:cNvPr id="209922" name="슬라이드 번호 개체 틀 3">
            <a:extLst>
              <a:ext uri="{FF2B5EF4-FFF2-40B4-BE49-F238E27FC236}">
                <a16:creationId xmlns:a16="http://schemas.microsoft.com/office/drawing/2014/main" id="{A8E65757-EBD1-30ED-F1F1-F1F4584B6617}"/>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EAC00465-3EF2-544F-8E83-52A1716C67C2}" type="slidenum">
              <a:rPr lang="en-US" altLang="en-US" smtClean="0">
                <a:solidFill>
                  <a:schemeClr val="bg1"/>
                </a:solidFill>
              </a:rPr>
              <a:pPr/>
              <a:t>44</a:t>
            </a:fld>
            <a:r>
              <a:rPr lang="en-US" altLang="en-US">
                <a:solidFill>
                  <a:schemeClr val="bg1"/>
                </a:solidFill>
              </a:rPr>
              <a:t> </a:t>
            </a:r>
          </a:p>
        </p:txBody>
      </p:sp>
      <p:sp>
        <p:nvSpPr>
          <p:cNvPr id="209921" name="날짜 개체 틀 2">
            <a:extLst>
              <a:ext uri="{FF2B5EF4-FFF2-40B4-BE49-F238E27FC236}">
                <a16:creationId xmlns:a16="http://schemas.microsoft.com/office/drawing/2014/main" id="{5BDA7E6E-639B-F655-C192-35357A985EEB}"/>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5F0AE9D1-37BA-A340-9BA1-97B013C5E79B}"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09924" name="Text Box 3">
            <a:extLst>
              <a:ext uri="{FF2B5EF4-FFF2-40B4-BE49-F238E27FC236}">
                <a16:creationId xmlns:a16="http://schemas.microsoft.com/office/drawing/2014/main" id="{CBB78355-0CA8-5D3E-7760-8C633093AF64}"/>
              </a:ext>
            </a:extLst>
          </p:cNvPr>
          <p:cNvSpPr txBox="1">
            <a:spLocks noChangeArrowheads="1"/>
          </p:cNvSpPr>
          <p:nvPr/>
        </p:nvSpPr>
        <p:spPr bwMode="auto">
          <a:xfrm>
            <a:off x="1765300" y="5481638"/>
            <a:ext cx="8620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graphicFrame>
        <p:nvGraphicFramePr>
          <p:cNvPr id="2" name="Object 4">
            <a:hlinkClick r:id="" action="ppaction://ole?verb=0"/>
            <a:extLst>
              <a:ext uri="{FF2B5EF4-FFF2-40B4-BE49-F238E27FC236}">
                <a16:creationId xmlns:a16="http://schemas.microsoft.com/office/drawing/2014/main" id="{7B17FBB8-61DD-58CD-707B-76B13E3915A9}"/>
              </a:ext>
            </a:extLst>
          </p:cNvPr>
          <p:cNvGraphicFramePr>
            <a:graphicFrameLocks/>
          </p:cNvGraphicFramePr>
          <p:nvPr/>
        </p:nvGraphicFramePr>
        <p:xfrm>
          <a:off x="488950" y="2297113"/>
          <a:ext cx="3402013" cy="3159125"/>
        </p:xfrm>
        <a:graphic>
          <a:graphicData uri="http://schemas.openxmlformats.org/drawingml/2006/chart">
            <c:chart xmlns:c="http://schemas.openxmlformats.org/drawingml/2006/chart" xmlns:r="http://schemas.openxmlformats.org/officeDocument/2006/relationships" r:id="rId3"/>
          </a:graphicData>
        </a:graphic>
      </p:graphicFrame>
      <p:sp>
        <p:nvSpPr>
          <p:cNvPr id="209926" name="Text Box 5">
            <a:extLst>
              <a:ext uri="{FF2B5EF4-FFF2-40B4-BE49-F238E27FC236}">
                <a16:creationId xmlns:a16="http://schemas.microsoft.com/office/drawing/2014/main" id="{93495A56-A6A7-6CAC-4B98-E866B26D7195}"/>
              </a:ext>
            </a:extLst>
          </p:cNvPr>
          <p:cNvSpPr txBox="1">
            <a:spLocks noChangeArrowheads="1"/>
          </p:cNvSpPr>
          <p:nvPr/>
        </p:nvSpPr>
        <p:spPr bwMode="auto">
          <a:xfrm>
            <a:off x="4084638" y="2400300"/>
            <a:ext cx="8985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Category A</a:t>
            </a:r>
          </a:p>
        </p:txBody>
      </p:sp>
      <p:sp>
        <p:nvSpPr>
          <p:cNvPr id="209927" name="Text Box 6">
            <a:extLst>
              <a:ext uri="{FF2B5EF4-FFF2-40B4-BE49-F238E27FC236}">
                <a16:creationId xmlns:a16="http://schemas.microsoft.com/office/drawing/2014/main" id="{3EDB34A7-6997-B6A3-2B76-632C5A9265CB}"/>
              </a:ext>
            </a:extLst>
          </p:cNvPr>
          <p:cNvSpPr txBox="1">
            <a:spLocks noChangeArrowheads="1"/>
          </p:cNvSpPr>
          <p:nvPr/>
        </p:nvSpPr>
        <p:spPr bwMode="auto">
          <a:xfrm>
            <a:off x="4084638" y="2857500"/>
            <a:ext cx="8985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Category B</a:t>
            </a:r>
          </a:p>
        </p:txBody>
      </p:sp>
      <p:sp>
        <p:nvSpPr>
          <p:cNvPr id="209928" name="Text Box 7">
            <a:extLst>
              <a:ext uri="{FF2B5EF4-FFF2-40B4-BE49-F238E27FC236}">
                <a16:creationId xmlns:a16="http://schemas.microsoft.com/office/drawing/2014/main" id="{969D4EE1-31EC-17E2-698E-5993DB29441F}"/>
              </a:ext>
            </a:extLst>
          </p:cNvPr>
          <p:cNvSpPr txBox="1">
            <a:spLocks noChangeArrowheads="1"/>
          </p:cNvSpPr>
          <p:nvPr/>
        </p:nvSpPr>
        <p:spPr bwMode="auto">
          <a:xfrm>
            <a:off x="4084638" y="3316288"/>
            <a:ext cx="9064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Category C</a:t>
            </a:r>
          </a:p>
        </p:txBody>
      </p:sp>
      <p:sp>
        <p:nvSpPr>
          <p:cNvPr id="209929" name="Text Box 8">
            <a:extLst>
              <a:ext uri="{FF2B5EF4-FFF2-40B4-BE49-F238E27FC236}">
                <a16:creationId xmlns:a16="http://schemas.microsoft.com/office/drawing/2014/main" id="{E9945585-06F2-A4C7-803D-5782A0D91781}"/>
              </a:ext>
            </a:extLst>
          </p:cNvPr>
          <p:cNvSpPr txBox="1">
            <a:spLocks noChangeArrowheads="1"/>
          </p:cNvSpPr>
          <p:nvPr/>
        </p:nvSpPr>
        <p:spPr bwMode="auto">
          <a:xfrm>
            <a:off x="4084638" y="3773488"/>
            <a:ext cx="9064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Category D</a:t>
            </a:r>
          </a:p>
        </p:txBody>
      </p:sp>
      <p:sp>
        <p:nvSpPr>
          <p:cNvPr id="209930" name="Text Box 9">
            <a:extLst>
              <a:ext uri="{FF2B5EF4-FFF2-40B4-BE49-F238E27FC236}">
                <a16:creationId xmlns:a16="http://schemas.microsoft.com/office/drawing/2014/main" id="{87F6ECAF-B373-3738-1575-480BFE0CA61E}"/>
              </a:ext>
            </a:extLst>
          </p:cNvPr>
          <p:cNvSpPr txBox="1">
            <a:spLocks noChangeArrowheads="1"/>
          </p:cNvSpPr>
          <p:nvPr/>
        </p:nvSpPr>
        <p:spPr bwMode="auto">
          <a:xfrm>
            <a:off x="4090988" y="4691063"/>
            <a:ext cx="89217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Category F</a:t>
            </a:r>
          </a:p>
        </p:txBody>
      </p:sp>
      <p:sp>
        <p:nvSpPr>
          <p:cNvPr id="209931" name="Text Box 10">
            <a:extLst>
              <a:ext uri="{FF2B5EF4-FFF2-40B4-BE49-F238E27FC236}">
                <a16:creationId xmlns:a16="http://schemas.microsoft.com/office/drawing/2014/main" id="{5AD15A18-0A45-AB05-D22D-6A93105A9DF0}"/>
              </a:ext>
            </a:extLst>
          </p:cNvPr>
          <p:cNvSpPr txBox="1">
            <a:spLocks noChangeArrowheads="1"/>
          </p:cNvSpPr>
          <p:nvPr/>
        </p:nvSpPr>
        <p:spPr bwMode="auto">
          <a:xfrm>
            <a:off x="6570663" y="5481638"/>
            <a:ext cx="862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09932" name="Text Box 11">
            <a:extLst>
              <a:ext uri="{FF2B5EF4-FFF2-40B4-BE49-F238E27FC236}">
                <a16:creationId xmlns:a16="http://schemas.microsoft.com/office/drawing/2014/main" id="{315EDA3A-1192-0B85-C807-CEB71263329E}"/>
              </a:ext>
            </a:extLst>
          </p:cNvPr>
          <p:cNvSpPr txBox="1">
            <a:spLocks noChangeArrowheads="1"/>
          </p:cNvSpPr>
          <p:nvPr/>
        </p:nvSpPr>
        <p:spPr bwMode="auto">
          <a:xfrm>
            <a:off x="4086225" y="4232275"/>
            <a:ext cx="90011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Category E</a:t>
            </a:r>
          </a:p>
        </p:txBody>
      </p:sp>
      <p:graphicFrame>
        <p:nvGraphicFramePr>
          <p:cNvPr id="3" name="Object 12">
            <a:hlinkClick r:id="" action="ppaction://ole?verb=0"/>
            <a:extLst>
              <a:ext uri="{FF2B5EF4-FFF2-40B4-BE49-F238E27FC236}">
                <a16:creationId xmlns:a16="http://schemas.microsoft.com/office/drawing/2014/main" id="{0A1B4F0C-2B49-FF3A-4196-30D6DE74AB1B}"/>
              </a:ext>
            </a:extLst>
          </p:cNvPr>
          <p:cNvGraphicFramePr>
            <a:graphicFrameLocks/>
          </p:cNvGraphicFramePr>
          <p:nvPr/>
        </p:nvGraphicFramePr>
        <p:xfrm>
          <a:off x="5253038" y="2297113"/>
          <a:ext cx="3402012" cy="3159125"/>
        </p:xfrm>
        <a:graphic>
          <a:graphicData uri="http://schemas.openxmlformats.org/drawingml/2006/chart">
            <c:chart xmlns:c="http://schemas.openxmlformats.org/drawingml/2006/chart" xmlns:r="http://schemas.openxmlformats.org/officeDocument/2006/relationships" r:id="rId4"/>
          </a:graphicData>
        </a:graphic>
      </p:graphicFrame>
      <p:sp>
        <p:nvSpPr>
          <p:cNvPr id="209934" name="Text Box 13">
            <a:extLst>
              <a:ext uri="{FF2B5EF4-FFF2-40B4-BE49-F238E27FC236}">
                <a16:creationId xmlns:a16="http://schemas.microsoft.com/office/drawing/2014/main" id="{563D922C-4E70-EBCF-D2F9-79EB56C96703}"/>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09935" name="Rectangle 14">
            <a:extLst>
              <a:ext uri="{FF2B5EF4-FFF2-40B4-BE49-F238E27FC236}">
                <a16:creationId xmlns:a16="http://schemas.microsoft.com/office/drawing/2014/main" id="{3FB46B3D-A906-96CD-A441-46D75A40B67B}"/>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209936" name="Text Box 15">
            <a:extLst>
              <a:ext uri="{FF2B5EF4-FFF2-40B4-BE49-F238E27FC236}">
                <a16:creationId xmlns:a16="http://schemas.microsoft.com/office/drawing/2014/main" id="{C0C2BB44-7F06-0DEE-654D-E40C1670112B}"/>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1" name="Rectangle 2">
            <a:extLst>
              <a:ext uri="{FF2B5EF4-FFF2-40B4-BE49-F238E27FC236}">
                <a16:creationId xmlns:a16="http://schemas.microsoft.com/office/drawing/2014/main" id="{C9E2D48B-0FB4-A572-B36C-70BE90402090}"/>
              </a:ext>
            </a:extLst>
          </p:cNvPr>
          <p:cNvSpPr>
            <a:spLocks noGrp="1" noChangeArrowheads="1"/>
          </p:cNvSpPr>
          <p:nvPr>
            <p:ph type="title"/>
          </p:nvPr>
        </p:nvSpPr>
        <p:spPr/>
        <p:txBody>
          <a:bodyPr/>
          <a:lstStyle/>
          <a:p>
            <a:pPr eaLnBrk="1" hangingPunct="1"/>
            <a:br>
              <a:rPr lang="ko-KR" altLang="en-US"/>
            </a:br>
            <a:r>
              <a:rPr lang="en-US" altLang="ko-KR"/>
              <a:t>Tornado chart:  horizontal stacked chart</a:t>
            </a:r>
          </a:p>
        </p:txBody>
      </p:sp>
      <p:sp>
        <p:nvSpPr>
          <p:cNvPr id="211970" name="슬라이드 번호 개체 틀 3">
            <a:extLst>
              <a:ext uri="{FF2B5EF4-FFF2-40B4-BE49-F238E27FC236}">
                <a16:creationId xmlns:a16="http://schemas.microsoft.com/office/drawing/2014/main" id="{10E317D5-3EE7-476B-FD11-1160F763A9E6}"/>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A1442B61-275E-2746-8B7B-CE256A5B3248}" type="slidenum">
              <a:rPr lang="en-US" altLang="en-US" smtClean="0">
                <a:solidFill>
                  <a:schemeClr val="bg1"/>
                </a:solidFill>
              </a:rPr>
              <a:pPr/>
              <a:t>45</a:t>
            </a:fld>
            <a:r>
              <a:rPr lang="en-US" altLang="en-US">
                <a:solidFill>
                  <a:schemeClr val="bg1"/>
                </a:solidFill>
              </a:rPr>
              <a:t> </a:t>
            </a:r>
          </a:p>
        </p:txBody>
      </p:sp>
      <p:sp>
        <p:nvSpPr>
          <p:cNvPr id="211969" name="날짜 개체 틀 2">
            <a:extLst>
              <a:ext uri="{FF2B5EF4-FFF2-40B4-BE49-F238E27FC236}">
                <a16:creationId xmlns:a16="http://schemas.microsoft.com/office/drawing/2014/main" id="{14B7D2D1-7209-B78D-CD8A-A852CE7CD6C8}"/>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00E9582B-99B8-3E44-94C2-B3D241D2054D}"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11972" name="Text Box 3">
            <a:extLst>
              <a:ext uri="{FF2B5EF4-FFF2-40B4-BE49-F238E27FC236}">
                <a16:creationId xmlns:a16="http://schemas.microsoft.com/office/drawing/2014/main" id="{68D0B30A-2246-92DC-2004-C0B48ED0B581}"/>
              </a:ext>
            </a:extLst>
          </p:cNvPr>
          <p:cNvSpPr txBox="1">
            <a:spLocks noChangeArrowheads="1"/>
          </p:cNvSpPr>
          <p:nvPr/>
        </p:nvSpPr>
        <p:spPr bwMode="auto">
          <a:xfrm>
            <a:off x="4149725" y="5541963"/>
            <a:ext cx="8620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graphicFrame>
        <p:nvGraphicFramePr>
          <p:cNvPr id="2" name="Object 4">
            <a:extLst>
              <a:ext uri="{FF2B5EF4-FFF2-40B4-BE49-F238E27FC236}">
                <a16:creationId xmlns:a16="http://schemas.microsoft.com/office/drawing/2014/main" id="{C2C04C89-2C85-9098-5AD0-47675F6F4A63}"/>
              </a:ext>
            </a:extLst>
          </p:cNvPr>
          <p:cNvGraphicFramePr>
            <a:graphicFrameLocks noChangeAspect="1"/>
          </p:cNvGraphicFramePr>
          <p:nvPr/>
        </p:nvGraphicFramePr>
        <p:xfrm>
          <a:off x="1397000" y="2263775"/>
          <a:ext cx="6356350" cy="3130550"/>
        </p:xfrm>
        <a:graphic>
          <a:graphicData uri="http://schemas.openxmlformats.org/drawingml/2006/chart">
            <c:chart xmlns:c="http://schemas.openxmlformats.org/drawingml/2006/chart" xmlns:r="http://schemas.openxmlformats.org/officeDocument/2006/relationships" r:id="rId3"/>
          </a:graphicData>
        </a:graphic>
      </p:graphicFrame>
      <p:sp>
        <p:nvSpPr>
          <p:cNvPr id="211974" name="Line 5">
            <a:extLst>
              <a:ext uri="{FF2B5EF4-FFF2-40B4-BE49-F238E27FC236}">
                <a16:creationId xmlns:a16="http://schemas.microsoft.com/office/drawing/2014/main" id="{727D534B-54D5-BF1E-8B41-80E9DFF222EE}"/>
              </a:ext>
            </a:extLst>
          </p:cNvPr>
          <p:cNvSpPr>
            <a:spLocks noChangeShapeType="1"/>
          </p:cNvSpPr>
          <p:nvPr/>
        </p:nvSpPr>
        <p:spPr bwMode="auto">
          <a:xfrm>
            <a:off x="4572000" y="2306638"/>
            <a:ext cx="0" cy="27352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11975" name="Rectangle 6">
            <a:extLst>
              <a:ext uri="{FF2B5EF4-FFF2-40B4-BE49-F238E27FC236}">
                <a16:creationId xmlns:a16="http://schemas.microsoft.com/office/drawing/2014/main" id="{DE68822C-462E-D4AF-BA0B-C5CD2D8C3C73}"/>
              </a:ext>
            </a:extLst>
          </p:cNvPr>
          <p:cNvSpPr>
            <a:spLocks noChangeArrowheads="1"/>
          </p:cNvSpPr>
          <p:nvPr/>
        </p:nvSpPr>
        <p:spPr bwMode="auto">
          <a:xfrm>
            <a:off x="266700" y="2387600"/>
            <a:ext cx="1263650" cy="2714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A</a:t>
            </a:r>
          </a:p>
        </p:txBody>
      </p:sp>
      <p:sp>
        <p:nvSpPr>
          <p:cNvPr id="211976" name="Rectangle 7">
            <a:extLst>
              <a:ext uri="{FF2B5EF4-FFF2-40B4-BE49-F238E27FC236}">
                <a16:creationId xmlns:a16="http://schemas.microsoft.com/office/drawing/2014/main" id="{FEDCAA84-41CC-2E96-1F3C-38C775F6D727}"/>
              </a:ext>
            </a:extLst>
          </p:cNvPr>
          <p:cNvSpPr>
            <a:spLocks noChangeArrowheads="1"/>
          </p:cNvSpPr>
          <p:nvPr/>
        </p:nvSpPr>
        <p:spPr bwMode="auto">
          <a:xfrm>
            <a:off x="266700" y="2717800"/>
            <a:ext cx="1263650" cy="2714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B</a:t>
            </a:r>
          </a:p>
        </p:txBody>
      </p:sp>
      <p:sp>
        <p:nvSpPr>
          <p:cNvPr id="211977" name="Rectangle 8">
            <a:extLst>
              <a:ext uri="{FF2B5EF4-FFF2-40B4-BE49-F238E27FC236}">
                <a16:creationId xmlns:a16="http://schemas.microsoft.com/office/drawing/2014/main" id="{AE5E36B0-87ED-FC47-7341-2DE23A6DDBC2}"/>
              </a:ext>
            </a:extLst>
          </p:cNvPr>
          <p:cNvSpPr>
            <a:spLocks noChangeArrowheads="1"/>
          </p:cNvSpPr>
          <p:nvPr/>
        </p:nvSpPr>
        <p:spPr bwMode="auto">
          <a:xfrm>
            <a:off x="266700" y="3049588"/>
            <a:ext cx="1263650" cy="2714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C</a:t>
            </a:r>
          </a:p>
        </p:txBody>
      </p:sp>
      <p:sp>
        <p:nvSpPr>
          <p:cNvPr id="211978" name="Rectangle 9">
            <a:extLst>
              <a:ext uri="{FF2B5EF4-FFF2-40B4-BE49-F238E27FC236}">
                <a16:creationId xmlns:a16="http://schemas.microsoft.com/office/drawing/2014/main" id="{EA6EB28B-8900-479E-68BE-61AD23FBC8EF}"/>
              </a:ext>
            </a:extLst>
          </p:cNvPr>
          <p:cNvSpPr>
            <a:spLocks noChangeArrowheads="1"/>
          </p:cNvSpPr>
          <p:nvPr/>
        </p:nvSpPr>
        <p:spPr bwMode="auto">
          <a:xfrm>
            <a:off x="266700" y="3381375"/>
            <a:ext cx="1263650" cy="2714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D</a:t>
            </a:r>
          </a:p>
        </p:txBody>
      </p:sp>
      <p:sp>
        <p:nvSpPr>
          <p:cNvPr id="211979" name="Rectangle 10">
            <a:extLst>
              <a:ext uri="{FF2B5EF4-FFF2-40B4-BE49-F238E27FC236}">
                <a16:creationId xmlns:a16="http://schemas.microsoft.com/office/drawing/2014/main" id="{79586B6F-6E58-1323-C341-3532DDFBDCF0}"/>
              </a:ext>
            </a:extLst>
          </p:cNvPr>
          <p:cNvSpPr>
            <a:spLocks noChangeArrowheads="1"/>
          </p:cNvSpPr>
          <p:nvPr/>
        </p:nvSpPr>
        <p:spPr bwMode="auto">
          <a:xfrm>
            <a:off x="266700" y="3711575"/>
            <a:ext cx="1263650" cy="2714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E</a:t>
            </a:r>
          </a:p>
        </p:txBody>
      </p:sp>
      <p:sp>
        <p:nvSpPr>
          <p:cNvPr id="211980" name="Rectangle 11">
            <a:extLst>
              <a:ext uri="{FF2B5EF4-FFF2-40B4-BE49-F238E27FC236}">
                <a16:creationId xmlns:a16="http://schemas.microsoft.com/office/drawing/2014/main" id="{8D391D97-B4CD-26AD-1067-23F0A4582356}"/>
              </a:ext>
            </a:extLst>
          </p:cNvPr>
          <p:cNvSpPr>
            <a:spLocks noChangeArrowheads="1"/>
          </p:cNvSpPr>
          <p:nvPr/>
        </p:nvSpPr>
        <p:spPr bwMode="auto">
          <a:xfrm>
            <a:off x="266700" y="4043363"/>
            <a:ext cx="1263650" cy="2714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F</a:t>
            </a:r>
          </a:p>
        </p:txBody>
      </p:sp>
      <p:sp>
        <p:nvSpPr>
          <p:cNvPr id="211981" name="Rectangle 12">
            <a:extLst>
              <a:ext uri="{FF2B5EF4-FFF2-40B4-BE49-F238E27FC236}">
                <a16:creationId xmlns:a16="http://schemas.microsoft.com/office/drawing/2014/main" id="{ACCDE9F8-7312-1E8E-8711-1D79585C5F4B}"/>
              </a:ext>
            </a:extLst>
          </p:cNvPr>
          <p:cNvSpPr>
            <a:spLocks noChangeArrowheads="1"/>
          </p:cNvSpPr>
          <p:nvPr/>
        </p:nvSpPr>
        <p:spPr bwMode="auto">
          <a:xfrm>
            <a:off x="266700" y="4375150"/>
            <a:ext cx="1263650" cy="2714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G</a:t>
            </a:r>
          </a:p>
        </p:txBody>
      </p:sp>
      <p:sp>
        <p:nvSpPr>
          <p:cNvPr id="211982" name="Rectangle 13">
            <a:extLst>
              <a:ext uri="{FF2B5EF4-FFF2-40B4-BE49-F238E27FC236}">
                <a16:creationId xmlns:a16="http://schemas.microsoft.com/office/drawing/2014/main" id="{65FBD7EC-2226-96CC-2958-9FD5AD74A18A}"/>
              </a:ext>
            </a:extLst>
          </p:cNvPr>
          <p:cNvSpPr>
            <a:spLocks noChangeArrowheads="1"/>
          </p:cNvSpPr>
          <p:nvPr/>
        </p:nvSpPr>
        <p:spPr bwMode="auto">
          <a:xfrm>
            <a:off x="266700" y="4706938"/>
            <a:ext cx="1263650" cy="2714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
            <a:spAutoFit/>
          </a:bodyPr>
          <a:lstStyle>
            <a:lvl1pPr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342900" indent="-1143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571500" indent="-1143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800100" indent="-11430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028700" indent="-11430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14859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19431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24003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2857500" indent="-11430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200">
                <a:latin typeface="Arial" panose="020B0604020202020204" pitchFamily="34" charset="0"/>
              </a:rPr>
              <a:t>Category H</a:t>
            </a:r>
          </a:p>
        </p:txBody>
      </p:sp>
      <p:sp>
        <p:nvSpPr>
          <p:cNvPr id="211983" name="Text Box 14">
            <a:extLst>
              <a:ext uri="{FF2B5EF4-FFF2-40B4-BE49-F238E27FC236}">
                <a16:creationId xmlns:a16="http://schemas.microsoft.com/office/drawing/2014/main" id="{03F6ED87-0B25-7A02-F630-E26BC15BD6F0}"/>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11984" name="Rectangle 15">
            <a:extLst>
              <a:ext uri="{FF2B5EF4-FFF2-40B4-BE49-F238E27FC236}">
                <a16:creationId xmlns:a16="http://schemas.microsoft.com/office/drawing/2014/main" id="{8DF82155-707D-CD6F-CAFD-ABB12FB74102}"/>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211985" name="Text Box 16">
            <a:extLst>
              <a:ext uri="{FF2B5EF4-FFF2-40B4-BE49-F238E27FC236}">
                <a16:creationId xmlns:a16="http://schemas.microsoft.com/office/drawing/2014/main" id="{557E775B-6886-B4FB-A2A3-90A795CA4DF4}"/>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1" name="Rectangle 2">
            <a:extLst>
              <a:ext uri="{FF2B5EF4-FFF2-40B4-BE49-F238E27FC236}">
                <a16:creationId xmlns:a16="http://schemas.microsoft.com/office/drawing/2014/main" id="{998CDECB-04A9-1AEC-DB57-03D7EFB3DF77}"/>
              </a:ext>
            </a:extLst>
          </p:cNvPr>
          <p:cNvSpPr>
            <a:spLocks noGrp="1" noChangeArrowheads="1"/>
          </p:cNvSpPr>
          <p:nvPr>
            <p:ph type="title"/>
          </p:nvPr>
        </p:nvSpPr>
        <p:spPr/>
        <p:txBody>
          <a:bodyPr/>
          <a:lstStyle/>
          <a:p>
            <a:pPr eaLnBrk="1" hangingPunct="1"/>
            <a:br>
              <a:rPr lang="ko-KR" altLang="en-US"/>
            </a:br>
            <a:r>
              <a:rPr lang="en-US" altLang="ko-KR"/>
              <a:t>Area graph: data labels inside</a:t>
            </a:r>
          </a:p>
        </p:txBody>
      </p:sp>
      <p:sp>
        <p:nvSpPr>
          <p:cNvPr id="222210" name="슬라이드 번호 개체 틀 4">
            <a:extLst>
              <a:ext uri="{FF2B5EF4-FFF2-40B4-BE49-F238E27FC236}">
                <a16:creationId xmlns:a16="http://schemas.microsoft.com/office/drawing/2014/main" id="{0995FC63-BFCF-A33A-45D3-13030B2E0F47}"/>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98E2A6B4-D65A-0346-BDE9-D795EB92361F}" type="slidenum">
              <a:rPr lang="en-US" altLang="en-US" smtClean="0">
                <a:solidFill>
                  <a:schemeClr val="bg1"/>
                </a:solidFill>
              </a:rPr>
              <a:pPr/>
              <a:t>46</a:t>
            </a:fld>
            <a:r>
              <a:rPr lang="en-US" altLang="en-US">
                <a:solidFill>
                  <a:schemeClr val="bg1"/>
                </a:solidFill>
              </a:rPr>
              <a:t> </a:t>
            </a:r>
          </a:p>
        </p:txBody>
      </p:sp>
      <p:sp>
        <p:nvSpPr>
          <p:cNvPr id="222209" name="날짜 개체 틀 3">
            <a:extLst>
              <a:ext uri="{FF2B5EF4-FFF2-40B4-BE49-F238E27FC236}">
                <a16:creationId xmlns:a16="http://schemas.microsoft.com/office/drawing/2014/main" id="{2C51B597-7F23-6CC3-7B82-316F6853EDF1}"/>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7F92321D-71A4-6F4E-845A-355EB97EF842}"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3">
            <a:extLst>
              <a:ext uri="{FF2B5EF4-FFF2-40B4-BE49-F238E27FC236}">
                <a16:creationId xmlns:a16="http://schemas.microsoft.com/office/drawing/2014/main" id="{9ED263E9-CFF2-34EB-1B09-A78BA09ECD32}"/>
              </a:ext>
            </a:extLst>
          </p:cNvPr>
          <p:cNvGraphicFramePr>
            <a:graphicFrameLocks noChangeAspect="1"/>
          </p:cNvGraphicFramePr>
          <p:nvPr/>
        </p:nvGraphicFramePr>
        <p:xfrm>
          <a:off x="1152525" y="2241550"/>
          <a:ext cx="6870700" cy="3346450"/>
        </p:xfrm>
        <a:graphic>
          <a:graphicData uri="http://schemas.openxmlformats.org/drawingml/2006/chart">
            <c:chart xmlns:c="http://schemas.openxmlformats.org/drawingml/2006/chart" xmlns:r="http://schemas.openxmlformats.org/officeDocument/2006/relationships" r:id="rId3"/>
          </a:graphicData>
        </a:graphic>
      </p:graphicFrame>
      <p:sp>
        <p:nvSpPr>
          <p:cNvPr id="222213" name="Text Box 4">
            <a:extLst>
              <a:ext uri="{FF2B5EF4-FFF2-40B4-BE49-F238E27FC236}">
                <a16:creationId xmlns:a16="http://schemas.microsoft.com/office/drawing/2014/main" id="{519357EA-481B-B19A-A6B5-BBE8325BC411}"/>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22214" name="Text Box 5">
            <a:extLst>
              <a:ext uri="{FF2B5EF4-FFF2-40B4-BE49-F238E27FC236}">
                <a16:creationId xmlns:a16="http://schemas.microsoft.com/office/drawing/2014/main" id="{BE3EC260-8C63-99ED-EC5D-50A070F9D587}"/>
              </a:ext>
            </a:extLst>
          </p:cNvPr>
          <p:cNvSpPr txBox="1">
            <a:spLocks noChangeArrowheads="1"/>
          </p:cNvSpPr>
          <p:nvPr/>
        </p:nvSpPr>
        <p:spPr bwMode="auto">
          <a:xfrm>
            <a:off x="4197350" y="5670550"/>
            <a:ext cx="9556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Label</a:t>
            </a:r>
          </a:p>
        </p:txBody>
      </p:sp>
      <p:sp>
        <p:nvSpPr>
          <p:cNvPr id="222215" name="Text Box 6">
            <a:extLst>
              <a:ext uri="{FF2B5EF4-FFF2-40B4-BE49-F238E27FC236}">
                <a16:creationId xmlns:a16="http://schemas.microsoft.com/office/drawing/2014/main" id="{5662FA61-7E58-5BF9-201A-49A50B0712CE}"/>
              </a:ext>
            </a:extLst>
          </p:cNvPr>
          <p:cNvSpPr txBox="1">
            <a:spLocks noChangeArrowheads="1"/>
          </p:cNvSpPr>
          <p:nvPr/>
        </p:nvSpPr>
        <p:spPr bwMode="auto">
          <a:xfrm rot="-5400000">
            <a:off x="227807" y="3671093"/>
            <a:ext cx="1003300" cy="290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Label</a:t>
            </a:r>
          </a:p>
        </p:txBody>
      </p:sp>
      <p:sp>
        <p:nvSpPr>
          <p:cNvPr id="222216" name="Rectangle 7">
            <a:extLst>
              <a:ext uri="{FF2B5EF4-FFF2-40B4-BE49-F238E27FC236}">
                <a16:creationId xmlns:a16="http://schemas.microsoft.com/office/drawing/2014/main" id="{410C0CEC-0EC0-4357-D921-A2F016E72070}"/>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222217" name="Text Box 8">
            <a:extLst>
              <a:ext uri="{FF2B5EF4-FFF2-40B4-BE49-F238E27FC236}">
                <a16:creationId xmlns:a16="http://schemas.microsoft.com/office/drawing/2014/main" id="{78A037DB-1399-27DC-9CD8-717B025B2873}"/>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1" name="Rectangle 2">
            <a:extLst>
              <a:ext uri="{FF2B5EF4-FFF2-40B4-BE49-F238E27FC236}">
                <a16:creationId xmlns:a16="http://schemas.microsoft.com/office/drawing/2014/main" id="{038F021C-A62F-5F0C-1C92-807B0D399C90}"/>
              </a:ext>
            </a:extLst>
          </p:cNvPr>
          <p:cNvSpPr>
            <a:spLocks noGrp="1" noChangeArrowheads="1"/>
          </p:cNvSpPr>
          <p:nvPr>
            <p:ph type="title"/>
          </p:nvPr>
        </p:nvSpPr>
        <p:spPr/>
        <p:txBody>
          <a:bodyPr/>
          <a:lstStyle/>
          <a:p>
            <a:pPr eaLnBrk="1" hangingPunct="1"/>
            <a:br>
              <a:rPr lang="ko-KR" altLang="en-US"/>
            </a:br>
            <a:r>
              <a:rPr lang="en-US" altLang="ko-KR"/>
              <a:t>Scatter plot with four quadrants </a:t>
            </a:r>
          </a:p>
        </p:txBody>
      </p:sp>
      <p:sp>
        <p:nvSpPr>
          <p:cNvPr id="232450" name="슬라이드 번호 개체 틀 4">
            <a:extLst>
              <a:ext uri="{FF2B5EF4-FFF2-40B4-BE49-F238E27FC236}">
                <a16:creationId xmlns:a16="http://schemas.microsoft.com/office/drawing/2014/main" id="{3BC92617-99F1-1B78-F5ED-8CA1AFC178D9}"/>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2DB3D051-CE8E-D942-B740-3350E4E4D09A}" type="slidenum">
              <a:rPr lang="en-US" altLang="en-US" smtClean="0">
                <a:solidFill>
                  <a:schemeClr val="bg1"/>
                </a:solidFill>
              </a:rPr>
              <a:pPr/>
              <a:t>47</a:t>
            </a:fld>
            <a:r>
              <a:rPr lang="en-US" altLang="en-US">
                <a:solidFill>
                  <a:schemeClr val="bg1"/>
                </a:solidFill>
              </a:rPr>
              <a:t> </a:t>
            </a:r>
          </a:p>
        </p:txBody>
      </p:sp>
      <p:sp>
        <p:nvSpPr>
          <p:cNvPr id="232449" name="날짜 개체 틀 3">
            <a:extLst>
              <a:ext uri="{FF2B5EF4-FFF2-40B4-BE49-F238E27FC236}">
                <a16:creationId xmlns:a16="http://schemas.microsoft.com/office/drawing/2014/main" id="{C1E1F415-0C80-ED38-68D8-541CF351FAB0}"/>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E45D4816-5610-C648-82CE-78492015E1E5}"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3">
            <a:extLst>
              <a:ext uri="{FF2B5EF4-FFF2-40B4-BE49-F238E27FC236}">
                <a16:creationId xmlns:a16="http://schemas.microsoft.com/office/drawing/2014/main" id="{8353D560-108C-36CC-940E-7021B8418437}"/>
              </a:ext>
            </a:extLst>
          </p:cNvPr>
          <p:cNvGraphicFramePr>
            <a:graphicFrameLocks noChangeAspect="1"/>
          </p:cNvGraphicFramePr>
          <p:nvPr/>
        </p:nvGraphicFramePr>
        <p:xfrm>
          <a:off x="1836738" y="2322513"/>
          <a:ext cx="5810250" cy="3608387"/>
        </p:xfrm>
        <a:graphic>
          <a:graphicData uri="http://schemas.openxmlformats.org/drawingml/2006/chart">
            <c:chart xmlns:c="http://schemas.openxmlformats.org/drawingml/2006/chart" xmlns:r="http://schemas.openxmlformats.org/officeDocument/2006/relationships" r:id="rId3"/>
          </a:graphicData>
        </a:graphic>
      </p:graphicFrame>
      <p:sp>
        <p:nvSpPr>
          <p:cNvPr id="232453" name="Text Box 4">
            <a:extLst>
              <a:ext uri="{FF2B5EF4-FFF2-40B4-BE49-F238E27FC236}">
                <a16:creationId xmlns:a16="http://schemas.microsoft.com/office/drawing/2014/main" id="{0FCC26D0-2F25-B207-1287-EB0A6B90116A}"/>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32454" name="Text Box 5">
            <a:extLst>
              <a:ext uri="{FF2B5EF4-FFF2-40B4-BE49-F238E27FC236}">
                <a16:creationId xmlns:a16="http://schemas.microsoft.com/office/drawing/2014/main" id="{52D54629-179A-8450-1111-EC5BFC268CDB}"/>
              </a:ext>
            </a:extLst>
          </p:cNvPr>
          <p:cNvSpPr txBox="1">
            <a:spLocks noChangeArrowheads="1"/>
          </p:cNvSpPr>
          <p:nvPr/>
        </p:nvSpPr>
        <p:spPr bwMode="auto">
          <a:xfrm>
            <a:off x="4100513" y="6038850"/>
            <a:ext cx="9556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Label</a:t>
            </a:r>
          </a:p>
        </p:txBody>
      </p:sp>
      <p:sp>
        <p:nvSpPr>
          <p:cNvPr id="232455" name="Text Box 6">
            <a:extLst>
              <a:ext uri="{FF2B5EF4-FFF2-40B4-BE49-F238E27FC236}">
                <a16:creationId xmlns:a16="http://schemas.microsoft.com/office/drawing/2014/main" id="{A15E111E-89FF-F191-C4E5-0B28F0EE5B64}"/>
              </a:ext>
            </a:extLst>
          </p:cNvPr>
          <p:cNvSpPr txBox="1">
            <a:spLocks noChangeArrowheads="1"/>
          </p:cNvSpPr>
          <p:nvPr/>
        </p:nvSpPr>
        <p:spPr bwMode="auto">
          <a:xfrm rot="-5400000">
            <a:off x="861219" y="4079082"/>
            <a:ext cx="1003300"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Label</a:t>
            </a:r>
          </a:p>
        </p:txBody>
      </p:sp>
      <p:sp>
        <p:nvSpPr>
          <p:cNvPr id="232456" name="AutoShape 7">
            <a:extLst>
              <a:ext uri="{FF2B5EF4-FFF2-40B4-BE49-F238E27FC236}">
                <a16:creationId xmlns:a16="http://schemas.microsoft.com/office/drawing/2014/main" id="{F06A2702-42DB-8161-37F5-C6DF45F295EA}"/>
              </a:ext>
            </a:extLst>
          </p:cNvPr>
          <p:cNvSpPr>
            <a:spLocks/>
          </p:cNvSpPr>
          <p:nvPr/>
        </p:nvSpPr>
        <p:spPr bwMode="auto">
          <a:xfrm flipH="1">
            <a:off x="7200900" y="2590800"/>
            <a:ext cx="1503363" cy="917575"/>
          </a:xfrm>
          <a:prstGeom prst="borderCallout1">
            <a:avLst>
              <a:gd name="adj1" fmla="val 6519"/>
              <a:gd name="adj2" fmla="val 105065"/>
              <a:gd name="adj3" fmla="val 25630"/>
              <a:gd name="adj4" fmla="val 250894"/>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nSpc>
                <a:spcPct val="90000"/>
              </a:lnSpc>
            </a:pPr>
            <a:r>
              <a:rPr lang="en-US" altLang="ko-KR" sz="1200">
                <a:solidFill>
                  <a:srgbClr val="FF9933"/>
                </a:solidFill>
              </a:rPr>
              <a:t>Use white “foreground” on markers to delineate overlapping data points.</a:t>
            </a:r>
          </a:p>
        </p:txBody>
      </p:sp>
      <p:sp>
        <p:nvSpPr>
          <p:cNvPr id="232457" name="Line 8">
            <a:extLst>
              <a:ext uri="{FF2B5EF4-FFF2-40B4-BE49-F238E27FC236}">
                <a16:creationId xmlns:a16="http://schemas.microsoft.com/office/drawing/2014/main" id="{0007D716-BE05-8E35-0094-19F57FB2247D}"/>
              </a:ext>
            </a:extLst>
          </p:cNvPr>
          <p:cNvSpPr>
            <a:spLocks noChangeShapeType="1"/>
          </p:cNvSpPr>
          <p:nvPr/>
        </p:nvSpPr>
        <p:spPr bwMode="auto">
          <a:xfrm flipH="1">
            <a:off x="5775325" y="3003550"/>
            <a:ext cx="1423988" cy="1206500"/>
          </a:xfrm>
          <a:prstGeom prst="line">
            <a:avLst/>
          </a:prstGeom>
          <a:noFill/>
          <a:ln w="19050">
            <a:solidFill>
              <a:srgbClr val="FF9933"/>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2458" name="Line 9">
            <a:extLst>
              <a:ext uri="{FF2B5EF4-FFF2-40B4-BE49-F238E27FC236}">
                <a16:creationId xmlns:a16="http://schemas.microsoft.com/office/drawing/2014/main" id="{1B81AB49-BEC3-056B-2B24-6AA9AC259C7D}"/>
              </a:ext>
            </a:extLst>
          </p:cNvPr>
          <p:cNvSpPr>
            <a:spLocks noChangeShapeType="1"/>
          </p:cNvSpPr>
          <p:nvPr/>
        </p:nvSpPr>
        <p:spPr bwMode="auto">
          <a:xfrm>
            <a:off x="7199313" y="2635250"/>
            <a:ext cx="0" cy="863600"/>
          </a:xfrm>
          <a:prstGeom prst="line">
            <a:avLst/>
          </a:prstGeom>
          <a:noFill/>
          <a:ln w="19050">
            <a:solidFill>
              <a:srgbClr val="FF99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2459" name="Rectangle 10">
            <a:extLst>
              <a:ext uri="{FF2B5EF4-FFF2-40B4-BE49-F238E27FC236}">
                <a16:creationId xmlns:a16="http://schemas.microsoft.com/office/drawing/2014/main" id="{F97BC3F1-C868-1AB9-05EB-7C403576CB13}"/>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232460" name="Text Box 11">
            <a:extLst>
              <a:ext uri="{FF2B5EF4-FFF2-40B4-BE49-F238E27FC236}">
                <a16:creationId xmlns:a16="http://schemas.microsoft.com/office/drawing/2014/main" id="{26758590-3EEC-D21A-9BCC-BAF4EB45DFB1}"/>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9" name="Rectangle 2">
            <a:extLst>
              <a:ext uri="{FF2B5EF4-FFF2-40B4-BE49-F238E27FC236}">
                <a16:creationId xmlns:a16="http://schemas.microsoft.com/office/drawing/2014/main" id="{47D6B0F3-F0CB-7A78-540A-950D6BB888B3}"/>
              </a:ext>
            </a:extLst>
          </p:cNvPr>
          <p:cNvSpPr>
            <a:spLocks noGrp="1" noChangeArrowheads="1"/>
          </p:cNvSpPr>
          <p:nvPr>
            <p:ph type="title"/>
          </p:nvPr>
        </p:nvSpPr>
        <p:spPr/>
        <p:txBody>
          <a:bodyPr/>
          <a:lstStyle/>
          <a:p>
            <a:pPr eaLnBrk="1" hangingPunct="1"/>
            <a:br>
              <a:rPr lang="ko-KR" altLang="en-US"/>
            </a:br>
            <a:r>
              <a:rPr lang="en-US" altLang="ko-KR"/>
              <a:t>Scatter plot with trendlines</a:t>
            </a:r>
          </a:p>
        </p:txBody>
      </p:sp>
      <p:sp>
        <p:nvSpPr>
          <p:cNvPr id="234498" name="슬라이드 번호 개체 틀 4">
            <a:extLst>
              <a:ext uri="{FF2B5EF4-FFF2-40B4-BE49-F238E27FC236}">
                <a16:creationId xmlns:a16="http://schemas.microsoft.com/office/drawing/2014/main" id="{67843C38-E145-4035-78C5-14C98D3456A9}"/>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7969A5E7-967C-1149-8AF1-661D75AFE0C2}" type="slidenum">
              <a:rPr lang="en-US" altLang="en-US" smtClean="0">
                <a:solidFill>
                  <a:schemeClr val="bg1"/>
                </a:solidFill>
              </a:rPr>
              <a:pPr/>
              <a:t>48</a:t>
            </a:fld>
            <a:r>
              <a:rPr lang="en-US" altLang="en-US">
                <a:solidFill>
                  <a:schemeClr val="bg1"/>
                </a:solidFill>
              </a:rPr>
              <a:t> </a:t>
            </a:r>
          </a:p>
        </p:txBody>
      </p:sp>
      <p:sp>
        <p:nvSpPr>
          <p:cNvPr id="234497" name="날짜 개체 틀 3">
            <a:extLst>
              <a:ext uri="{FF2B5EF4-FFF2-40B4-BE49-F238E27FC236}">
                <a16:creationId xmlns:a16="http://schemas.microsoft.com/office/drawing/2014/main" id="{1820571D-4CC5-DE22-9331-308E7F35AC05}"/>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43C77A9C-98BF-CC48-8F6E-C7A6D90B63CE}"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3">
            <a:extLst>
              <a:ext uri="{FF2B5EF4-FFF2-40B4-BE49-F238E27FC236}">
                <a16:creationId xmlns:a16="http://schemas.microsoft.com/office/drawing/2014/main" id="{00B1CE43-0280-18E4-6A47-AF4F09E705F3}"/>
              </a:ext>
            </a:extLst>
          </p:cNvPr>
          <p:cNvGraphicFramePr>
            <a:graphicFrameLocks noChangeAspect="1"/>
          </p:cNvGraphicFramePr>
          <p:nvPr/>
        </p:nvGraphicFramePr>
        <p:xfrm>
          <a:off x="1601788" y="2432050"/>
          <a:ext cx="5957887" cy="3519488"/>
        </p:xfrm>
        <a:graphic>
          <a:graphicData uri="http://schemas.openxmlformats.org/drawingml/2006/chart">
            <c:chart xmlns:c="http://schemas.openxmlformats.org/drawingml/2006/chart" xmlns:r="http://schemas.openxmlformats.org/officeDocument/2006/relationships" r:id="rId3"/>
          </a:graphicData>
        </a:graphic>
      </p:graphicFrame>
      <p:sp>
        <p:nvSpPr>
          <p:cNvPr id="234501" name="AutoShape 4">
            <a:extLst>
              <a:ext uri="{FF2B5EF4-FFF2-40B4-BE49-F238E27FC236}">
                <a16:creationId xmlns:a16="http://schemas.microsoft.com/office/drawing/2014/main" id="{916E4745-71B8-BD01-201A-AFE8846F06E4}"/>
              </a:ext>
            </a:extLst>
          </p:cNvPr>
          <p:cNvSpPr>
            <a:spLocks/>
          </p:cNvSpPr>
          <p:nvPr/>
        </p:nvSpPr>
        <p:spPr bwMode="auto">
          <a:xfrm flipH="1">
            <a:off x="6734175" y="1744663"/>
            <a:ext cx="2038350" cy="587375"/>
          </a:xfrm>
          <a:prstGeom prst="borderCallout1">
            <a:avLst>
              <a:gd name="adj1" fmla="val 19148"/>
              <a:gd name="adj2" fmla="val 103741"/>
              <a:gd name="adj3" fmla="val 278454"/>
              <a:gd name="adj4" fmla="val 124472"/>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nSpc>
                <a:spcPct val="90000"/>
              </a:lnSpc>
            </a:pPr>
            <a:r>
              <a:rPr lang="en-US" altLang="ko-KR" sz="1200">
                <a:solidFill>
                  <a:srgbClr val="FF9933"/>
                </a:solidFill>
              </a:rPr>
              <a:t>Trendlines can be created and modified under the “Chart” menu.</a:t>
            </a:r>
          </a:p>
        </p:txBody>
      </p:sp>
      <p:sp>
        <p:nvSpPr>
          <p:cNvPr id="234502" name="Text Box 5">
            <a:extLst>
              <a:ext uri="{FF2B5EF4-FFF2-40B4-BE49-F238E27FC236}">
                <a16:creationId xmlns:a16="http://schemas.microsoft.com/office/drawing/2014/main" id="{13E8D52A-EFC2-6344-2231-CB9838DDC8E1}"/>
              </a:ext>
            </a:extLst>
          </p:cNvPr>
          <p:cNvSpPr txBox="1">
            <a:spLocks noChangeArrowheads="1"/>
          </p:cNvSpPr>
          <p:nvPr/>
        </p:nvSpPr>
        <p:spPr bwMode="auto">
          <a:xfrm rot="-5400000">
            <a:off x="780256" y="3801270"/>
            <a:ext cx="904875"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34503" name="Text Box 6">
            <a:extLst>
              <a:ext uri="{FF2B5EF4-FFF2-40B4-BE49-F238E27FC236}">
                <a16:creationId xmlns:a16="http://schemas.microsoft.com/office/drawing/2014/main" id="{7DD1A051-AA48-D0A4-6D03-D1FE7C53879D}"/>
              </a:ext>
            </a:extLst>
          </p:cNvPr>
          <p:cNvSpPr txBox="1">
            <a:spLocks noChangeArrowheads="1"/>
          </p:cNvSpPr>
          <p:nvPr/>
        </p:nvSpPr>
        <p:spPr bwMode="auto">
          <a:xfrm>
            <a:off x="4287838" y="5799138"/>
            <a:ext cx="862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400"/>
              <a:t>Axis Title</a:t>
            </a:r>
          </a:p>
        </p:txBody>
      </p:sp>
      <p:sp>
        <p:nvSpPr>
          <p:cNvPr id="234504" name="Text Box 7">
            <a:extLst>
              <a:ext uri="{FF2B5EF4-FFF2-40B4-BE49-F238E27FC236}">
                <a16:creationId xmlns:a16="http://schemas.microsoft.com/office/drawing/2014/main" id="{2233AEED-EB80-71BC-7E39-AB1169CED84B}"/>
              </a:ext>
            </a:extLst>
          </p:cNvPr>
          <p:cNvSpPr txBox="1">
            <a:spLocks noChangeArrowheads="1"/>
          </p:cNvSpPr>
          <p:nvPr/>
        </p:nvSpPr>
        <p:spPr bwMode="auto">
          <a:xfrm>
            <a:off x="7534275" y="3581400"/>
            <a:ext cx="6159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Series 2</a:t>
            </a:r>
          </a:p>
        </p:txBody>
      </p:sp>
      <p:sp>
        <p:nvSpPr>
          <p:cNvPr id="234505" name="Text Box 8">
            <a:extLst>
              <a:ext uri="{FF2B5EF4-FFF2-40B4-BE49-F238E27FC236}">
                <a16:creationId xmlns:a16="http://schemas.microsoft.com/office/drawing/2014/main" id="{C7E5F62C-3675-3B57-AFC9-017C5A468339}"/>
              </a:ext>
            </a:extLst>
          </p:cNvPr>
          <p:cNvSpPr txBox="1">
            <a:spLocks noChangeArrowheads="1"/>
          </p:cNvSpPr>
          <p:nvPr/>
        </p:nvSpPr>
        <p:spPr bwMode="auto">
          <a:xfrm>
            <a:off x="7534275" y="2784475"/>
            <a:ext cx="6159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Series 1</a:t>
            </a:r>
          </a:p>
        </p:txBody>
      </p:sp>
      <p:sp>
        <p:nvSpPr>
          <p:cNvPr id="234506" name="Line 9">
            <a:extLst>
              <a:ext uri="{FF2B5EF4-FFF2-40B4-BE49-F238E27FC236}">
                <a16:creationId xmlns:a16="http://schemas.microsoft.com/office/drawing/2014/main" id="{FB9707AE-3558-390C-BF85-EF3935D0BE3F}"/>
              </a:ext>
            </a:extLst>
          </p:cNvPr>
          <p:cNvSpPr>
            <a:spLocks noChangeShapeType="1"/>
          </p:cNvSpPr>
          <p:nvPr/>
        </p:nvSpPr>
        <p:spPr bwMode="auto">
          <a:xfrm flipH="1">
            <a:off x="7165975" y="2895600"/>
            <a:ext cx="377825" cy="13335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4507" name="Text Box 10">
            <a:extLst>
              <a:ext uri="{FF2B5EF4-FFF2-40B4-BE49-F238E27FC236}">
                <a16:creationId xmlns:a16="http://schemas.microsoft.com/office/drawing/2014/main" id="{A833433B-448F-C737-B455-A854FA25CEF3}"/>
              </a:ext>
            </a:extLst>
          </p:cNvPr>
          <p:cNvSpPr txBox="1">
            <a:spLocks noChangeArrowheads="1"/>
          </p:cNvSpPr>
          <p:nvPr/>
        </p:nvSpPr>
        <p:spPr bwMode="auto">
          <a:xfrm>
            <a:off x="7534275" y="4327525"/>
            <a:ext cx="6159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ko-KR" sz="1000"/>
              <a:t>Series 3</a:t>
            </a:r>
          </a:p>
        </p:txBody>
      </p:sp>
      <p:sp>
        <p:nvSpPr>
          <p:cNvPr id="234508" name="Line 11">
            <a:extLst>
              <a:ext uri="{FF2B5EF4-FFF2-40B4-BE49-F238E27FC236}">
                <a16:creationId xmlns:a16="http://schemas.microsoft.com/office/drawing/2014/main" id="{0220695F-1547-3199-C3FA-B495A51D077A}"/>
              </a:ext>
            </a:extLst>
          </p:cNvPr>
          <p:cNvSpPr>
            <a:spLocks noChangeShapeType="1"/>
          </p:cNvSpPr>
          <p:nvPr/>
        </p:nvSpPr>
        <p:spPr bwMode="auto">
          <a:xfrm flipH="1">
            <a:off x="7239000" y="3727450"/>
            <a:ext cx="304800" cy="6350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4509" name="Line 12">
            <a:extLst>
              <a:ext uri="{FF2B5EF4-FFF2-40B4-BE49-F238E27FC236}">
                <a16:creationId xmlns:a16="http://schemas.microsoft.com/office/drawing/2014/main" id="{D405815F-DD7F-A100-3563-194E61919C5A}"/>
              </a:ext>
            </a:extLst>
          </p:cNvPr>
          <p:cNvSpPr>
            <a:spLocks noChangeShapeType="1"/>
          </p:cNvSpPr>
          <p:nvPr/>
        </p:nvSpPr>
        <p:spPr bwMode="auto">
          <a:xfrm flipH="1">
            <a:off x="7165975" y="4451350"/>
            <a:ext cx="377825" cy="73025"/>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4510" name="Text Box 13">
            <a:extLst>
              <a:ext uri="{FF2B5EF4-FFF2-40B4-BE49-F238E27FC236}">
                <a16:creationId xmlns:a16="http://schemas.microsoft.com/office/drawing/2014/main" id="{B94DC32B-E096-E07F-C3A9-C473FE4F73E2}"/>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34511" name="Line 14">
            <a:extLst>
              <a:ext uri="{FF2B5EF4-FFF2-40B4-BE49-F238E27FC236}">
                <a16:creationId xmlns:a16="http://schemas.microsoft.com/office/drawing/2014/main" id="{F54C62B6-A888-447F-7F01-85143D78F0FE}"/>
              </a:ext>
            </a:extLst>
          </p:cNvPr>
          <p:cNvSpPr>
            <a:spLocks noChangeShapeType="1"/>
          </p:cNvSpPr>
          <p:nvPr/>
        </p:nvSpPr>
        <p:spPr bwMode="auto">
          <a:xfrm flipH="1">
            <a:off x="5962650" y="1943100"/>
            <a:ext cx="771525" cy="1574800"/>
          </a:xfrm>
          <a:prstGeom prst="line">
            <a:avLst/>
          </a:prstGeom>
          <a:noFill/>
          <a:ln w="19050">
            <a:solidFill>
              <a:srgbClr val="FF9933"/>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4512" name="Line 15">
            <a:extLst>
              <a:ext uri="{FF2B5EF4-FFF2-40B4-BE49-F238E27FC236}">
                <a16:creationId xmlns:a16="http://schemas.microsoft.com/office/drawing/2014/main" id="{B60D9403-56C2-F894-2832-4D6B42B95B87}"/>
              </a:ext>
            </a:extLst>
          </p:cNvPr>
          <p:cNvSpPr>
            <a:spLocks noChangeShapeType="1"/>
          </p:cNvSpPr>
          <p:nvPr/>
        </p:nvSpPr>
        <p:spPr bwMode="auto">
          <a:xfrm>
            <a:off x="6732588" y="1733550"/>
            <a:ext cx="0" cy="544513"/>
          </a:xfrm>
          <a:prstGeom prst="line">
            <a:avLst/>
          </a:prstGeom>
          <a:noFill/>
          <a:ln w="19050">
            <a:solidFill>
              <a:srgbClr val="FF99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234513" name="Rectangle 16">
            <a:extLst>
              <a:ext uri="{FF2B5EF4-FFF2-40B4-BE49-F238E27FC236}">
                <a16:creationId xmlns:a16="http://schemas.microsoft.com/office/drawing/2014/main" id="{5175E9F9-9739-50FF-2C64-0BCF56912F38}"/>
              </a:ext>
            </a:extLst>
          </p:cNvPr>
          <p:cNvSpPr>
            <a:spLocks noChangeArrowheads="1"/>
          </p:cNvSpPr>
          <p:nvPr/>
        </p:nvSpPr>
        <p:spPr bwMode="auto">
          <a:xfrm>
            <a:off x="417513" y="6440488"/>
            <a:ext cx="71945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Source:	What’s the source?</a:t>
            </a:r>
          </a:p>
        </p:txBody>
      </p:sp>
      <p:sp>
        <p:nvSpPr>
          <p:cNvPr id="234514" name="Text Box 17">
            <a:extLst>
              <a:ext uri="{FF2B5EF4-FFF2-40B4-BE49-F238E27FC236}">
                <a16:creationId xmlns:a16="http://schemas.microsoft.com/office/drawing/2014/main" id="{BF8B66DA-CE01-AC48-1977-1A8B49D67508}"/>
              </a:ext>
            </a:extLst>
          </p:cNvPr>
          <p:cNvSpPr txBox="1">
            <a:spLocks noChangeArrowheads="1"/>
          </p:cNvSpPr>
          <p:nvPr/>
        </p:nvSpPr>
        <p:spPr bwMode="auto">
          <a:xfrm>
            <a:off x="2563813" y="1601788"/>
            <a:ext cx="4019550" cy="5492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Title, Time Period</a:t>
            </a:r>
            <a:endParaRPr lang="en-US" altLang="ko-KR" sz="1600">
              <a:solidFill>
                <a:schemeClr val="tx2"/>
              </a:solidFill>
            </a:endParaRPr>
          </a:p>
          <a:p>
            <a:pPr algn="ctr"/>
            <a:r>
              <a:rPr lang="en-US" altLang="ko-KR" sz="1400" i="1">
                <a:solidFill>
                  <a:schemeClr val="tx2"/>
                </a:solidFill>
              </a:rPr>
              <a:t>Subtitle</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6" name="Rectangle 3">
            <a:extLst>
              <a:ext uri="{FF2B5EF4-FFF2-40B4-BE49-F238E27FC236}">
                <a16:creationId xmlns:a16="http://schemas.microsoft.com/office/drawing/2014/main" id="{DC38BC5D-57B3-BA00-5315-D0457567E908}"/>
              </a:ext>
            </a:extLst>
          </p:cNvPr>
          <p:cNvSpPr>
            <a:spLocks noGrp="1" noChangeArrowheads="1"/>
          </p:cNvSpPr>
          <p:nvPr>
            <p:ph type="title"/>
          </p:nvPr>
        </p:nvSpPr>
        <p:spPr>
          <a:xfrm>
            <a:off x="352425" y="819150"/>
            <a:ext cx="6591300" cy="727075"/>
          </a:xfrm>
        </p:spPr>
        <p:txBody>
          <a:bodyPr/>
          <a:lstStyle/>
          <a:p>
            <a:pPr eaLnBrk="1" hangingPunct="1"/>
            <a:r>
              <a:rPr lang="en-US" altLang="ko-KR"/>
              <a:t>Bubble chart</a:t>
            </a:r>
          </a:p>
        </p:txBody>
      </p:sp>
      <p:sp>
        <p:nvSpPr>
          <p:cNvPr id="238594" name="슬라이드 번호 개체 틀 3">
            <a:extLst>
              <a:ext uri="{FF2B5EF4-FFF2-40B4-BE49-F238E27FC236}">
                <a16:creationId xmlns:a16="http://schemas.microsoft.com/office/drawing/2014/main" id="{2259FD8A-CA44-2779-7BEC-649D1FD55E75}"/>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4B5C554C-AE5D-904A-9D6F-178AF54ECFBD}" type="slidenum">
              <a:rPr lang="en-US" altLang="en-US" smtClean="0">
                <a:solidFill>
                  <a:schemeClr val="bg1"/>
                </a:solidFill>
              </a:rPr>
              <a:pPr/>
              <a:t>49</a:t>
            </a:fld>
            <a:r>
              <a:rPr lang="en-US" altLang="en-US">
                <a:solidFill>
                  <a:schemeClr val="bg1"/>
                </a:solidFill>
              </a:rPr>
              <a:t> </a:t>
            </a:r>
          </a:p>
        </p:txBody>
      </p:sp>
      <p:sp>
        <p:nvSpPr>
          <p:cNvPr id="238593" name="날짜 개체 틀 2">
            <a:extLst>
              <a:ext uri="{FF2B5EF4-FFF2-40B4-BE49-F238E27FC236}">
                <a16:creationId xmlns:a16="http://schemas.microsoft.com/office/drawing/2014/main" id="{DA8F9523-9610-DC8F-2F58-AF25D7A8D422}"/>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DC5A8B4C-7FC4-9D4A-AE67-930920FA4FD9}"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graphicFrame>
        <p:nvGraphicFramePr>
          <p:cNvPr id="2" name="Object 2">
            <a:extLst>
              <a:ext uri="{FF2B5EF4-FFF2-40B4-BE49-F238E27FC236}">
                <a16:creationId xmlns:a16="http://schemas.microsoft.com/office/drawing/2014/main" id="{482A4AB7-420E-BA1C-9BB3-C58CFB23CF33}"/>
              </a:ext>
            </a:extLst>
          </p:cNvPr>
          <p:cNvGraphicFramePr>
            <a:graphicFrameLocks noChangeAspect="1"/>
          </p:cNvGraphicFramePr>
          <p:nvPr/>
        </p:nvGraphicFramePr>
        <p:xfrm>
          <a:off x="590550" y="2139950"/>
          <a:ext cx="7913688" cy="4011613"/>
        </p:xfrm>
        <a:graphic>
          <a:graphicData uri="http://schemas.openxmlformats.org/drawingml/2006/chart">
            <c:chart xmlns:c="http://schemas.openxmlformats.org/drawingml/2006/chart" xmlns:r="http://schemas.openxmlformats.org/officeDocument/2006/relationships" r:id="rId3"/>
          </a:graphicData>
        </a:graphic>
      </p:graphicFrame>
      <p:sp>
        <p:nvSpPr>
          <p:cNvPr id="238597" name="Rectangle 4">
            <a:extLst>
              <a:ext uri="{FF2B5EF4-FFF2-40B4-BE49-F238E27FC236}">
                <a16:creationId xmlns:a16="http://schemas.microsoft.com/office/drawing/2014/main" id="{63829A61-E80C-CF00-CBB4-134CD705C4C2}"/>
              </a:ext>
            </a:extLst>
          </p:cNvPr>
          <p:cNvSpPr>
            <a:spLocks noChangeArrowheads="1"/>
          </p:cNvSpPr>
          <p:nvPr/>
        </p:nvSpPr>
        <p:spPr bwMode="auto">
          <a:xfrm>
            <a:off x="225425" y="519113"/>
            <a:ext cx="8686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br>
              <a:rPr lang="ko-KR" altLang="en-US" sz="2400">
                <a:latin typeface="Times New Roman" panose="02020603050405020304" pitchFamily="18" charset="0"/>
              </a:rPr>
            </a:br>
            <a:endParaRPr lang="ko-KR" altLang="en-US" sz="2400">
              <a:latin typeface="Times New Roman" panose="02020603050405020304" pitchFamily="18" charset="0"/>
            </a:endParaRPr>
          </a:p>
        </p:txBody>
      </p:sp>
      <p:sp>
        <p:nvSpPr>
          <p:cNvPr id="238598" name="Text Box 5">
            <a:extLst>
              <a:ext uri="{FF2B5EF4-FFF2-40B4-BE49-F238E27FC236}">
                <a16:creationId xmlns:a16="http://schemas.microsoft.com/office/drawing/2014/main" id="{530E4B68-7DE4-44F0-51D7-36A7705CD68A}"/>
              </a:ext>
            </a:extLst>
          </p:cNvPr>
          <p:cNvSpPr txBox="1">
            <a:spLocks noChangeArrowheads="1"/>
          </p:cNvSpPr>
          <p:nvPr/>
        </p:nvSpPr>
        <p:spPr bwMode="auto">
          <a:xfrm>
            <a:off x="560388" y="1601788"/>
            <a:ext cx="8023225" cy="336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Financial Performance of Health Product and CPG Distributors, 1999</a:t>
            </a:r>
          </a:p>
        </p:txBody>
      </p:sp>
      <p:sp>
        <p:nvSpPr>
          <p:cNvPr id="238599" name="Rectangle 6">
            <a:extLst>
              <a:ext uri="{FF2B5EF4-FFF2-40B4-BE49-F238E27FC236}">
                <a16:creationId xmlns:a16="http://schemas.microsoft.com/office/drawing/2014/main" id="{2A306606-3DBE-D318-BDF6-FB3FD2AF1F4F}"/>
              </a:ext>
            </a:extLst>
          </p:cNvPr>
          <p:cNvSpPr>
            <a:spLocks noChangeArrowheads="1"/>
          </p:cNvSpPr>
          <p:nvPr/>
        </p:nvSpPr>
        <p:spPr bwMode="auto">
          <a:xfrm>
            <a:off x="409575" y="6350000"/>
            <a:ext cx="7196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nchor="b">
            <a:spAutoFit/>
          </a:bodyPr>
          <a:lstStyle>
            <a:lvl1pPr marL="400050" indent="-4000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57150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800">
                <a:solidFill>
                  <a:schemeClr val="hlink"/>
                </a:solidFill>
                <a:latin typeface="Arial" panose="020B0604020202020204" pitchFamily="34" charset="0"/>
              </a:rPr>
              <a:t>Note: Area of circles reflects FY 1999 revenues</a:t>
            </a:r>
          </a:p>
          <a:p>
            <a:pPr latinLnBrk="0">
              <a:spcBef>
                <a:spcPct val="0"/>
              </a:spcBef>
              <a:buClrTx/>
              <a:buFontTx/>
              <a:buNone/>
            </a:pPr>
            <a:r>
              <a:rPr kumimoji="0" lang="en-US" altLang="ko-KR" sz="800">
                <a:solidFill>
                  <a:schemeClr val="hlink"/>
                </a:solidFill>
                <a:latin typeface="Arial" panose="020B0604020202020204" pitchFamily="34" charset="0"/>
              </a:rPr>
              <a:t>Source: 	Company Press Releases and 10-Ks; Yahoo! Finance</a:t>
            </a:r>
          </a:p>
        </p:txBody>
      </p:sp>
      <p:sp>
        <p:nvSpPr>
          <p:cNvPr id="238600" name="Text Box 7">
            <a:extLst>
              <a:ext uri="{FF2B5EF4-FFF2-40B4-BE49-F238E27FC236}">
                <a16:creationId xmlns:a16="http://schemas.microsoft.com/office/drawing/2014/main" id="{A2DA6F65-3A2B-420F-4301-97DEBBB0D0EA}"/>
              </a:ext>
            </a:extLst>
          </p:cNvPr>
          <p:cNvSpPr txBox="1">
            <a:spLocks noChangeArrowheads="1"/>
          </p:cNvSpPr>
          <p:nvPr/>
        </p:nvSpPr>
        <p:spPr bwMode="auto">
          <a:xfrm>
            <a:off x="3706813" y="5957888"/>
            <a:ext cx="1754187"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200"/>
              <a:t>Operating Margin (EBIT)</a:t>
            </a:r>
          </a:p>
        </p:txBody>
      </p:sp>
      <p:sp>
        <p:nvSpPr>
          <p:cNvPr id="238601" name="Text Box 8">
            <a:extLst>
              <a:ext uri="{FF2B5EF4-FFF2-40B4-BE49-F238E27FC236}">
                <a16:creationId xmlns:a16="http://schemas.microsoft.com/office/drawing/2014/main" id="{674E7A17-27DB-67D1-2A80-82243DCD7386}"/>
              </a:ext>
            </a:extLst>
          </p:cNvPr>
          <p:cNvSpPr txBox="1">
            <a:spLocks noChangeArrowheads="1"/>
          </p:cNvSpPr>
          <p:nvPr/>
        </p:nvSpPr>
        <p:spPr bwMode="auto">
          <a:xfrm rot="-5400000">
            <a:off x="-254794" y="3786982"/>
            <a:ext cx="1804987"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200"/>
              <a:t>Market Value/Revenues</a:t>
            </a:r>
          </a:p>
        </p:txBody>
      </p:sp>
      <p:sp>
        <p:nvSpPr>
          <p:cNvPr id="238602" name="Text Box 9">
            <a:extLst>
              <a:ext uri="{FF2B5EF4-FFF2-40B4-BE49-F238E27FC236}">
                <a16:creationId xmlns:a16="http://schemas.microsoft.com/office/drawing/2014/main" id="{7B7C32EF-9173-EE8C-840E-76A12D24B392}"/>
              </a:ext>
            </a:extLst>
          </p:cNvPr>
          <p:cNvSpPr txBox="1">
            <a:spLocks noChangeArrowheads="1"/>
          </p:cNvSpPr>
          <p:nvPr/>
        </p:nvSpPr>
        <p:spPr bwMode="auto">
          <a:xfrm>
            <a:off x="1755775" y="3919538"/>
            <a:ext cx="111918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000"/>
              <a:t>McKesson HBOC</a:t>
            </a:r>
          </a:p>
        </p:txBody>
      </p:sp>
      <p:sp>
        <p:nvSpPr>
          <p:cNvPr id="238603" name="Text Box 10">
            <a:extLst>
              <a:ext uri="{FF2B5EF4-FFF2-40B4-BE49-F238E27FC236}">
                <a16:creationId xmlns:a16="http://schemas.microsoft.com/office/drawing/2014/main" id="{3FE77F2E-F34D-1BBD-E939-5A780C5752EF}"/>
              </a:ext>
            </a:extLst>
          </p:cNvPr>
          <p:cNvSpPr txBox="1">
            <a:spLocks noChangeArrowheads="1"/>
          </p:cNvSpPr>
          <p:nvPr/>
        </p:nvSpPr>
        <p:spPr bwMode="auto">
          <a:xfrm>
            <a:off x="7053263" y="3630613"/>
            <a:ext cx="12319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000"/>
              <a:t>Cardinal Health Inc.</a:t>
            </a:r>
          </a:p>
        </p:txBody>
      </p:sp>
      <p:sp>
        <p:nvSpPr>
          <p:cNvPr id="238604" name="Text Box 11">
            <a:extLst>
              <a:ext uri="{FF2B5EF4-FFF2-40B4-BE49-F238E27FC236}">
                <a16:creationId xmlns:a16="http://schemas.microsoft.com/office/drawing/2014/main" id="{BE268015-E9DA-49E9-C2D3-C9720FC76E63}"/>
              </a:ext>
            </a:extLst>
          </p:cNvPr>
          <p:cNvSpPr txBox="1">
            <a:spLocks noChangeArrowheads="1"/>
          </p:cNvSpPr>
          <p:nvPr/>
        </p:nvSpPr>
        <p:spPr bwMode="auto">
          <a:xfrm>
            <a:off x="5146675" y="4406900"/>
            <a:ext cx="715963"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000"/>
              <a:t>Supervalu</a:t>
            </a:r>
          </a:p>
        </p:txBody>
      </p:sp>
      <p:sp>
        <p:nvSpPr>
          <p:cNvPr id="238605" name="Text Box 12">
            <a:extLst>
              <a:ext uri="{FF2B5EF4-FFF2-40B4-BE49-F238E27FC236}">
                <a16:creationId xmlns:a16="http://schemas.microsoft.com/office/drawing/2014/main" id="{65520447-E025-198E-EA88-D4AB75D888F5}"/>
              </a:ext>
            </a:extLst>
          </p:cNvPr>
          <p:cNvSpPr txBox="1">
            <a:spLocks noChangeArrowheads="1"/>
          </p:cNvSpPr>
          <p:nvPr/>
        </p:nvSpPr>
        <p:spPr bwMode="auto">
          <a:xfrm>
            <a:off x="3370263" y="5357813"/>
            <a:ext cx="6032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000"/>
              <a:t>Fleming</a:t>
            </a:r>
          </a:p>
        </p:txBody>
      </p:sp>
      <p:sp>
        <p:nvSpPr>
          <p:cNvPr id="238606" name="Text Box 13">
            <a:extLst>
              <a:ext uri="{FF2B5EF4-FFF2-40B4-BE49-F238E27FC236}">
                <a16:creationId xmlns:a16="http://schemas.microsoft.com/office/drawing/2014/main" id="{AB453129-F011-CC9D-54F2-0E7BF68C985C}"/>
              </a:ext>
            </a:extLst>
          </p:cNvPr>
          <p:cNvSpPr txBox="1">
            <a:spLocks noChangeArrowheads="1"/>
          </p:cNvSpPr>
          <p:nvPr/>
        </p:nvSpPr>
        <p:spPr bwMode="auto">
          <a:xfrm>
            <a:off x="3838575" y="4770438"/>
            <a:ext cx="854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t>Amerisource</a:t>
            </a:r>
          </a:p>
          <a:p>
            <a:pPr algn="ctr"/>
            <a:r>
              <a:rPr lang="en-US" altLang="ko-KR" sz="1000"/>
              <a:t>Health Corp.</a:t>
            </a:r>
          </a:p>
        </p:txBody>
      </p:sp>
      <p:sp>
        <p:nvSpPr>
          <p:cNvPr id="238607" name="Text Box 14">
            <a:extLst>
              <a:ext uri="{FF2B5EF4-FFF2-40B4-BE49-F238E27FC236}">
                <a16:creationId xmlns:a16="http://schemas.microsoft.com/office/drawing/2014/main" id="{A0D1C77F-84C2-A1AC-6C83-24965F3FB13B}"/>
              </a:ext>
            </a:extLst>
          </p:cNvPr>
          <p:cNvSpPr txBox="1">
            <a:spLocks noChangeArrowheads="1"/>
          </p:cNvSpPr>
          <p:nvPr/>
        </p:nvSpPr>
        <p:spPr bwMode="auto">
          <a:xfrm>
            <a:off x="3154363" y="4529138"/>
            <a:ext cx="9382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t>Bergen Brunswig</a:t>
            </a:r>
          </a:p>
        </p:txBody>
      </p:sp>
      <p:sp>
        <p:nvSpPr>
          <p:cNvPr id="238608" name="Text Box 15">
            <a:extLst>
              <a:ext uri="{FF2B5EF4-FFF2-40B4-BE49-F238E27FC236}">
                <a16:creationId xmlns:a16="http://schemas.microsoft.com/office/drawing/2014/main" id="{5C0783B1-854C-0105-D530-DB3BD15176AA}"/>
              </a:ext>
            </a:extLst>
          </p:cNvPr>
          <p:cNvSpPr txBox="1">
            <a:spLocks noChangeArrowheads="1"/>
          </p:cNvSpPr>
          <p:nvPr/>
        </p:nvSpPr>
        <p:spPr bwMode="auto">
          <a:xfrm>
            <a:off x="1755775" y="4602163"/>
            <a:ext cx="938213"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t>Bindley Western Industries</a:t>
            </a:r>
          </a:p>
        </p:txBody>
      </p:sp>
      <p:sp>
        <p:nvSpPr>
          <p:cNvPr id="238609" name="Text Box 16">
            <a:extLst>
              <a:ext uri="{FF2B5EF4-FFF2-40B4-BE49-F238E27FC236}">
                <a16:creationId xmlns:a16="http://schemas.microsoft.com/office/drawing/2014/main" id="{5673E2AB-71C3-7A0B-1B28-B6306D93CE9D}"/>
              </a:ext>
            </a:extLst>
          </p:cNvPr>
          <p:cNvSpPr txBox="1">
            <a:spLocks noChangeArrowheads="1"/>
          </p:cNvSpPr>
          <p:nvPr/>
        </p:nvSpPr>
        <p:spPr bwMode="auto">
          <a:xfrm>
            <a:off x="1604963" y="5343525"/>
            <a:ext cx="9366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000"/>
              <a:t>Nash Finch</a:t>
            </a:r>
          </a:p>
        </p:txBody>
      </p:sp>
      <p:sp>
        <p:nvSpPr>
          <p:cNvPr id="238610" name="Line 17">
            <a:extLst>
              <a:ext uri="{FF2B5EF4-FFF2-40B4-BE49-F238E27FC236}">
                <a16:creationId xmlns:a16="http://schemas.microsoft.com/office/drawing/2014/main" id="{351C2B06-EDFE-C66C-B691-F385B70F9A7D}"/>
              </a:ext>
            </a:extLst>
          </p:cNvPr>
          <p:cNvSpPr>
            <a:spLocks noChangeShapeType="1"/>
          </p:cNvSpPr>
          <p:nvPr/>
        </p:nvSpPr>
        <p:spPr bwMode="auto">
          <a:xfrm rot="-1001460" flipH="1" flipV="1">
            <a:off x="3152775" y="5441950"/>
            <a:ext cx="247650" cy="77788"/>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1" name="Line 18">
            <a:extLst>
              <a:ext uri="{FF2B5EF4-FFF2-40B4-BE49-F238E27FC236}">
                <a16:creationId xmlns:a16="http://schemas.microsoft.com/office/drawing/2014/main" id="{0716818B-2D23-473B-5CE5-DED7ED06EC5F}"/>
              </a:ext>
            </a:extLst>
          </p:cNvPr>
          <p:cNvSpPr>
            <a:spLocks noChangeShapeType="1"/>
          </p:cNvSpPr>
          <p:nvPr/>
        </p:nvSpPr>
        <p:spPr bwMode="auto">
          <a:xfrm flipH="1" flipV="1">
            <a:off x="2362200" y="5094288"/>
            <a:ext cx="263525" cy="142875"/>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2" name="Line 19">
            <a:extLst>
              <a:ext uri="{FF2B5EF4-FFF2-40B4-BE49-F238E27FC236}">
                <a16:creationId xmlns:a16="http://schemas.microsoft.com/office/drawing/2014/main" id="{46F42986-BB7D-5529-7233-1B3188B848D5}"/>
              </a:ext>
            </a:extLst>
          </p:cNvPr>
          <p:cNvSpPr>
            <a:spLocks noChangeShapeType="1"/>
          </p:cNvSpPr>
          <p:nvPr/>
        </p:nvSpPr>
        <p:spPr bwMode="auto">
          <a:xfrm flipV="1">
            <a:off x="3675063" y="5057775"/>
            <a:ext cx="228600" cy="12700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3" name="Line 20">
            <a:extLst>
              <a:ext uri="{FF2B5EF4-FFF2-40B4-BE49-F238E27FC236}">
                <a16:creationId xmlns:a16="http://schemas.microsoft.com/office/drawing/2014/main" id="{29B9429D-6DD1-709A-7B6D-8E12D6605C68}"/>
              </a:ext>
            </a:extLst>
          </p:cNvPr>
          <p:cNvSpPr>
            <a:spLocks noChangeShapeType="1"/>
          </p:cNvSpPr>
          <p:nvPr/>
        </p:nvSpPr>
        <p:spPr bwMode="auto">
          <a:xfrm flipH="1">
            <a:off x="5291138" y="4632325"/>
            <a:ext cx="166687" cy="166688"/>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4" name="Line 21">
            <a:extLst>
              <a:ext uri="{FF2B5EF4-FFF2-40B4-BE49-F238E27FC236}">
                <a16:creationId xmlns:a16="http://schemas.microsoft.com/office/drawing/2014/main" id="{B7CA9123-AF49-8877-F84F-C836DEB49FEE}"/>
              </a:ext>
            </a:extLst>
          </p:cNvPr>
          <p:cNvSpPr>
            <a:spLocks noChangeShapeType="1"/>
          </p:cNvSpPr>
          <p:nvPr/>
        </p:nvSpPr>
        <p:spPr bwMode="auto">
          <a:xfrm>
            <a:off x="7470775" y="3397250"/>
            <a:ext cx="152400" cy="22860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5" name="Oval 22">
            <a:extLst>
              <a:ext uri="{FF2B5EF4-FFF2-40B4-BE49-F238E27FC236}">
                <a16:creationId xmlns:a16="http://schemas.microsoft.com/office/drawing/2014/main" id="{19971629-AB71-D77B-B07F-00A27F51A227}"/>
              </a:ext>
            </a:extLst>
          </p:cNvPr>
          <p:cNvSpPr>
            <a:spLocks noChangeArrowheads="1"/>
          </p:cNvSpPr>
          <p:nvPr/>
        </p:nvSpPr>
        <p:spPr bwMode="auto">
          <a:xfrm>
            <a:off x="1397000" y="2570163"/>
            <a:ext cx="128588" cy="128587"/>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238616" name="Oval 23">
            <a:extLst>
              <a:ext uri="{FF2B5EF4-FFF2-40B4-BE49-F238E27FC236}">
                <a16:creationId xmlns:a16="http://schemas.microsoft.com/office/drawing/2014/main" id="{10E6D045-BFFB-DA89-ABF7-654A46E9E5F7}"/>
              </a:ext>
            </a:extLst>
          </p:cNvPr>
          <p:cNvSpPr>
            <a:spLocks noChangeArrowheads="1"/>
          </p:cNvSpPr>
          <p:nvPr/>
        </p:nvSpPr>
        <p:spPr bwMode="auto">
          <a:xfrm>
            <a:off x="1397000" y="2871788"/>
            <a:ext cx="128588" cy="128587"/>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238617" name="Line 24">
            <a:extLst>
              <a:ext uri="{FF2B5EF4-FFF2-40B4-BE49-F238E27FC236}">
                <a16:creationId xmlns:a16="http://schemas.microsoft.com/office/drawing/2014/main" id="{C867BD2B-7C3D-50D2-7F42-E3904CA9F815}"/>
              </a:ext>
            </a:extLst>
          </p:cNvPr>
          <p:cNvSpPr>
            <a:spLocks noChangeShapeType="1"/>
          </p:cNvSpPr>
          <p:nvPr/>
        </p:nvSpPr>
        <p:spPr bwMode="auto">
          <a:xfrm flipH="1">
            <a:off x="3176588" y="4881563"/>
            <a:ext cx="263525" cy="35560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8" name="Line 25">
            <a:extLst>
              <a:ext uri="{FF2B5EF4-FFF2-40B4-BE49-F238E27FC236}">
                <a16:creationId xmlns:a16="http://schemas.microsoft.com/office/drawing/2014/main" id="{BBCA6C2E-5DC5-709F-D064-D2B19C760D2B}"/>
              </a:ext>
            </a:extLst>
          </p:cNvPr>
          <p:cNvSpPr>
            <a:spLocks noChangeShapeType="1"/>
          </p:cNvSpPr>
          <p:nvPr/>
        </p:nvSpPr>
        <p:spPr bwMode="auto">
          <a:xfrm flipH="1" flipV="1">
            <a:off x="2387600" y="4164013"/>
            <a:ext cx="152400" cy="242887"/>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19" name="Line 26">
            <a:extLst>
              <a:ext uri="{FF2B5EF4-FFF2-40B4-BE49-F238E27FC236}">
                <a16:creationId xmlns:a16="http://schemas.microsoft.com/office/drawing/2014/main" id="{3210C248-EA54-3FB6-2AC3-82A8845BF23C}"/>
              </a:ext>
            </a:extLst>
          </p:cNvPr>
          <p:cNvSpPr>
            <a:spLocks noChangeShapeType="1"/>
          </p:cNvSpPr>
          <p:nvPr/>
        </p:nvSpPr>
        <p:spPr bwMode="auto">
          <a:xfrm flipH="1">
            <a:off x="2424113" y="5480050"/>
            <a:ext cx="414337"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238620" name="Text Box 27">
            <a:extLst>
              <a:ext uri="{FF2B5EF4-FFF2-40B4-BE49-F238E27FC236}">
                <a16:creationId xmlns:a16="http://schemas.microsoft.com/office/drawing/2014/main" id="{4AD2927D-5572-FAB6-E2BD-8126537D391E}"/>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38621" name="Text Box 28">
            <a:extLst>
              <a:ext uri="{FF2B5EF4-FFF2-40B4-BE49-F238E27FC236}">
                <a16:creationId xmlns:a16="http://schemas.microsoft.com/office/drawing/2014/main" id="{9F996DEA-E1AD-3A56-14A2-C2EAF57B319E}"/>
              </a:ext>
            </a:extLst>
          </p:cNvPr>
          <p:cNvSpPr txBox="1">
            <a:spLocks noChangeArrowheads="1"/>
          </p:cNvSpPr>
          <p:nvPr/>
        </p:nvSpPr>
        <p:spPr bwMode="auto">
          <a:xfrm>
            <a:off x="1576388" y="2506663"/>
            <a:ext cx="2397125"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5720" rIns="45720">
            <a:spAutoFit/>
          </a:bodyPr>
          <a:lstStyle>
            <a:lvl1pPr latinLnBrk="1">
              <a:spcBef>
                <a:spcPct val="20000"/>
              </a:spcBef>
              <a:buClr>
                <a:schemeClr val="tx2"/>
              </a:buClr>
              <a:buFont typeface="Wingdings" pitchFamily="2" charset="2"/>
              <a:buChar char="§"/>
              <a:tabLst>
                <a:tab pos="1200150" algn="r"/>
              </a:tabLst>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tabLst>
                <a:tab pos="1200150" algn="r"/>
              </a:tabLst>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tabLst>
                <a:tab pos="1200150" algn="r"/>
              </a:tabLst>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tabLst>
                <a:tab pos="1200150" algn="r"/>
              </a:tabLst>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None/>
            </a:pPr>
            <a:r>
              <a:rPr kumimoji="0" lang="en-US" altLang="ko-KR" sz="1000">
                <a:latin typeface="Arial" panose="020B0604020202020204" pitchFamily="34" charset="0"/>
              </a:rPr>
              <a:t>CPG Distributors</a:t>
            </a:r>
            <a:br>
              <a:rPr kumimoji="0" lang="en-US" altLang="ko-KR" sz="1000">
                <a:latin typeface="Arial" panose="020B0604020202020204" pitchFamily="34" charset="0"/>
              </a:rPr>
            </a:br>
            <a:endParaRPr kumimoji="0" lang="en-US" altLang="ko-KR" sz="1000">
              <a:latin typeface="Arial" panose="020B0604020202020204" pitchFamily="34" charset="0"/>
            </a:endParaRPr>
          </a:p>
          <a:p>
            <a:pPr latinLnBrk="0">
              <a:spcBef>
                <a:spcPct val="0"/>
              </a:spcBef>
              <a:buClrTx/>
              <a:buFontTx/>
              <a:buNone/>
            </a:pPr>
            <a:r>
              <a:rPr kumimoji="0" lang="en-US" altLang="ko-KR" sz="1000">
                <a:latin typeface="Arial" panose="020B0604020202020204" pitchFamily="34" charset="0"/>
              </a:rPr>
              <a:t>Prescription and OTC Drug Distributors</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1" name="Rectangle 2">
            <a:extLst>
              <a:ext uri="{FF2B5EF4-FFF2-40B4-BE49-F238E27FC236}">
                <a16:creationId xmlns:a16="http://schemas.microsoft.com/office/drawing/2014/main" id="{198535E3-925D-E838-209D-B98A4AB3E6C4}"/>
              </a:ext>
            </a:extLst>
          </p:cNvPr>
          <p:cNvSpPr>
            <a:spLocks noGrp="1" noChangeArrowheads="1"/>
          </p:cNvSpPr>
          <p:nvPr>
            <p:ph type="title"/>
          </p:nvPr>
        </p:nvSpPr>
        <p:spPr/>
        <p:txBody>
          <a:bodyPr/>
          <a:lstStyle/>
          <a:p>
            <a:pPr eaLnBrk="1" hangingPunct="1"/>
            <a:br>
              <a:rPr lang="ko-KR" altLang="en-US"/>
            </a:br>
            <a:r>
              <a:rPr lang="en-US" altLang="ko-KR"/>
              <a:t>Doughnut graph</a:t>
            </a:r>
          </a:p>
        </p:txBody>
      </p:sp>
      <p:graphicFrame>
        <p:nvGraphicFramePr>
          <p:cNvPr id="2" name="Object 3">
            <a:extLst>
              <a:ext uri="{FF2B5EF4-FFF2-40B4-BE49-F238E27FC236}">
                <a16:creationId xmlns:a16="http://schemas.microsoft.com/office/drawing/2014/main" id="{26664E63-0C5F-99E5-3350-B319391693FF}"/>
              </a:ext>
            </a:extLst>
          </p:cNvPr>
          <p:cNvGraphicFramePr>
            <a:graphicFrameLocks noGrp="1" noChangeAspect="1"/>
          </p:cNvGraphicFramePr>
          <p:nvPr>
            <p:ph type="chart" idx="1"/>
          </p:nvPr>
        </p:nvGraphicFramePr>
        <p:xfrm>
          <a:off x="1677988" y="2141538"/>
          <a:ext cx="5718175" cy="3990975"/>
        </p:xfrm>
        <a:graphic>
          <a:graphicData uri="http://schemas.openxmlformats.org/drawingml/2006/chart">
            <c:chart xmlns:c="http://schemas.openxmlformats.org/drawingml/2006/chart" xmlns:r="http://schemas.openxmlformats.org/officeDocument/2006/relationships" r:id="rId3"/>
          </a:graphicData>
        </a:graphic>
      </p:graphicFrame>
      <p:sp>
        <p:nvSpPr>
          <p:cNvPr id="242689" name="날짜 개체 틀 3">
            <a:extLst>
              <a:ext uri="{FF2B5EF4-FFF2-40B4-BE49-F238E27FC236}">
                <a16:creationId xmlns:a16="http://schemas.microsoft.com/office/drawing/2014/main" id="{59DA37C4-A30E-9779-F5B7-0C661B19C62F}"/>
              </a:ext>
            </a:extLst>
          </p:cNvPr>
          <p:cNvSpPr>
            <a:spLocks noGrp="1"/>
          </p:cNvSpPr>
          <p:nvPr>
            <p:ph type="dt" sz="half" idx="10"/>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7C395D40-05BB-3D40-B3C0-CD5A83F92FDC}"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42690" name="슬라이드 번호 개체 틀 4">
            <a:extLst>
              <a:ext uri="{FF2B5EF4-FFF2-40B4-BE49-F238E27FC236}">
                <a16:creationId xmlns:a16="http://schemas.microsoft.com/office/drawing/2014/main" id="{283E6819-312E-E847-E681-7FDD65E9913B}"/>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E799352F-ABBA-3B4F-89B6-321FD8ADD258}" type="slidenum">
              <a:rPr lang="en-US" altLang="en-US" smtClean="0">
                <a:solidFill>
                  <a:schemeClr val="bg1"/>
                </a:solidFill>
              </a:rPr>
              <a:pPr/>
              <a:t>50</a:t>
            </a:fld>
            <a:r>
              <a:rPr lang="en-US" altLang="en-US">
                <a:solidFill>
                  <a:schemeClr val="bg1"/>
                </a:solidFill>
              </a:rPr>
              <a:t> </a:t>
            </a:r>
          </a:p>
        </p:txBody>
      </p:sp>
      <p:sp>
        <p:nvSpPr>
          <p:cNvPr id="242693" name="Text Box 4">
            <a:extLst>
              <a:ext uri="{FF2B5EF4-FFF2-40B4-BE49-F238E27FC236}">
                <a16:creationId xmlns:a16="http://schemas.microsoft.com/office/drawing/2014/main" id="{19454081-E930-2F3A-F6D4-747FCAAF0818}"/>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graphs</a:t>
            </a:r>
          </a:p>
        </p:txBody>
      </p:sp>
      <p:sp>
        <p:nvSpPr>
          <p:cNvPr id="242694" name="Text Box 5">
            <a:extLst>
              <a:ext uri="{FF2B5EF4-FFF2-40B4-BE49-F238E27FC236}">
                <a16:creationId xmlns:a16="http://schemas.microsoft.com/office/drawing/2014/main" id="{41B88D7D-6C3A-E200-EEC3-D83678183F07}"/>
              </a:ext>
            </a:extLst>
          </p:cNvPr>
          <p:cNvSpPr txBox="1">
            <a:spLocks noChangeArrowheads="1"/>
          </p:cNvSpPr>
          <p:nvPr/>
        </p:nvSpPr>
        <p:spPr bwMode="auto">
          <a:xfrm>
            <a:off x="2128838" y="2573338"/>
            <a:ext cx="99218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400"/>
              <a:t>Data Label</a:t>
            </a:r>
          </a:p>
        </p:txBody>
      </p:sp>
      <p:sp>
        <p:nvSpPr>
          <p:cNvPr id="242695" name="Text Box 6">
            <a:extLst>
              <a:ext uri="{FF2B5EF4-FFF2-40B4-BE49-F238E27FC236}">
                <a16:creationId xmlns:a16="http://schemas.microsoft.com/office/drawing/2014/main" id="{38432872-0502-0604-0D06-4E94877DBF55}"/>
              </a:ext>
            </a:extLst>
          </p:cNvPr>
          <p:cNvSpPr txBox="1">
            <a:spLocks noChangeArrowheads="1"/>
          </p:cNvSpPr>
          <p:nvPr/>
        </p:nvSpPr>
        <p:spPr bwMode="auto">
          <a:xfrm>
            <a:off x="6022975" y="2573338"/>
            <a:ext cx="9921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a:t>Data Label</a:t>
            </a:r>
          </a:p>
        </p:txBody>
      </p:sp>
      <p:sp>
        <p:nvSpPr>
          <p:cNvPr id="242696" name="Text Box 7">
            <a:extLst>
              <a:ext uri="{FF2B5EF4-FFF2-40B4-BE49-F238E27FC236}">
                <a16:creationId xmlns:a16="http://schemas.microsoft.com/office/drawing/2014/main" id="{EF7B940C-EC64-A0CE-6CA9-3662C418BD23}"/>
              </a:ext>
            </a:extLst>
          </p:cNvPr>
          <p:cNvSpPr txBox="1">
            <a:spLocks noChangeArrowheads="1"/>
          </p:cNvSpPr>
          <p:nvPr/>
        </p:nvSpPr>
        <p:spPr bwMode="auto">
          <a:xfrm>
            <a:off x="2128838" y="5634038"/>
            <a:ext cx="99218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a:r>
              <a:rPr lang="en-US" altLang="ko-KR" sz="1400"/>
              <a:t>Data Label</a:t>
            </a:r>
          </a:p>
        </p:txBody>
      </p:sp>
      <p:sp>
        <p:nvSpPr>
          <p:cNvPr id="242697" name="Text Box 8">
            <a:extLst>
              <a:ext uri="{FF2B5EF4-FFF2-40B4-BE49-F238E27FC236}">
                <a16:creationId xmlns:a16="http://schemas.microsoft.com/office/drawing/2014/main" id="{2CABCF24-5ECB-9DA0-8A14-75A799D7C153}"/>
              </a:ext>
            </a:extLst>
          </p:cNvPr>
          <p:cNvSpPr txBox="1">
            <a:spLocks noChangeArrowheads="1"/>
          </p:cNvSpPr>
          <p:nvPr/>
        </p:nvSpPr>
        <p:spPr bwMode="auto">
          <a:xfrm>
            <a:off x="6022975" y="5634038"/>
            <a:ext cx="9921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a:t>Data Label</a:t>
            </a:r>
          </a:p>
        </p:txBody>
      </p:sp>
      <p:sp>
        <p:nvSpPr>
          <p:cNvPr id="242698" name="Rectangle 9">
            <a:extLst>
              <a:ext uri="{FF2B5EF4-FFF2-40B4-BE49-F238E27FC236}">
                <a16:creationId xmlns:a16="http://schemas.microsoft.com/office/drawing/2014/main" id="{F2E279EE-8797-97B2-6D7C-C67374E91BFE}"/>
              </a:ext>
            </a:extLst>
          </p:cNvPr>
          <p:cNvSpPr>
            <a:spLocks noChangeArrowheads="1"/>
          </p:cNvSpPr>
          <p:nvPr/>
        </p:nvSpPr>
        <p:spPr bwMode="auto">
          <a:xfrm>
            <a:off x="244475" y="1612900"/>
            <a:ext cx="86518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Chart Title</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1" name="Rectangle 2">
            <a:extLst>
              <a:ext uri="{FF2B5EF4-FFF2-40B4-BE49-F238E27FC236}">
                <a16:creationId xmlns:a16="http://schemas.microsoft.com/office/drawing/2014/main" id="{B772B8E2-DF73-2266-C10B-F59DAC63DCE0}"/>
              </a:ext>
            </a:extLst>
          </p:cNvPr>
          <p:cNvSpPr>
            <a:spLocks noGrp="1" noChangeArrowheads="1"/>
          </p:cNvSpPr>
          <p:nvPr>
            <p:ph type="title"/>
          </p:nvPr>
        </p:nvSpPr>
        <p:spPr/>
        <p:txBody>
          <a:bodyPr/>
          <a:lstStyle/>
          <a:p>
            <a:pPr eaLnBrk="1" hangingPunct="1"/>
            <a:br>
              <a:rPr lang="ko-KR" altLang="en-US"/>
            </a:br>
            <a:r>
              <a:rPr lang="en-US" altLang="ko-KR"/>
              <a:t>Four diagonal boxes</a:t>
            </a:r>
          </a:p>
        </p:txBody>
      </p:sp>
      <p:sp>
        <p:nvSpPr>
          <p:cNvPr id="283650" name="슬라이드 번호 개체 틀 4">
            <a:extLst>
              <a:ext uri="{FF2B5EF4-FFF2-40B4-BE49-F238E27FC236}">
                <a16:creationId xmlns:a16="http://schemas.microsoft.com/office/drawing/2014/main" id="{9FD544FC-22CD-75DD-765E-F0597EA67119}"/>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51A8E03B-BBA2-B94B-882C-7AE040C2AB54}" type="slidenum">
              <a:rPr lang="en-US" altLang="en-US" smtClean="0">
                <a:solidFill>
                  <a:schemeClr val="bg1"/>
                </a:solidFill>
              </a:rPr>
              <a:pPr/>
              <a:t>51</a:t>
            </a:fld>
            <a:r>
              <a:rPr lang="en-US" altLang="en-US">
                <a:solidFill>
                  <a:schemeClr val="bg1"/>
                </a:solidFill>
              </a:rPr>
              <a:t> </a:t>
            </a:r>
          </a:p>
        </p:txBody>
      </p:sp>
      <p:sp>
        <p:nvSpPr>
          <p:cNvPr id="283649" name="날짜 개체 틀 3">
            <a:extLst>
              <a:ext uri="{FF2B5EF4-FFF2-40B4-BE49-F238E27FC236}">
                <a16:creationId xmlns:a16="http://schemas.microsoft.com/office/drawing/2014/main" id="{86FD3AE6-7A7D-DEC5-E0A6-6DE9CE00729A}"/>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BFA0186C-C7AB-FD4B-9DFB-672C0CEF77FF}"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useBgFill="1">
        <p:nvSpPr>
          <p:cNvPr id="283652" name="Rectangle 3">
            <a:extLst>
              <a:ext uri="{FF2B5EF4-FFF2-40B4-BE49-F238E27FC236}">
                <a16:creationId xmlns:a16="http://schemas.microsoft.com/office/drawing/2014/main" id="{C4CE59EA-0662-6B68-42FD-7844A0C25B60}"/>
              </a:ext>
            </a:extLst>
          </p:cNvPr>
          <p:cNvSpPr>
            <a:spLocks noChangeArrowheads="1"/>
          </p:cNvSpPr>
          <p:nvPr/>
        </p:nvSpPr>
        <p:spPr bwMode="auto">
          <a:xfrm>
            <a:off x="534988" y="3368675"/>
            <a:ext cx="1876425" cy="477838"/>
          </a:xfrm>
          <a:prstGeom prst="rect">
            <a:avLst/>
          </a:prstGeom>
          <a:ln w="12700">
            <a:solidFill>
              <a:schemeClr val="bg2"/>
            </a:solidFill>
            <a:miter lim="800000"/>
            <a:headEnd/>
            <a:tailEnd/>
          </a:ln>
          <a:effectLst/>
          <a:extLst>
            <a:ext uri="{AF507438-7753-43E0-B8FC-AC1667EBCBE1}">
              <a14:hiddenEffects xmlns:a14="http://schemas.microsoft.com/office/drawing/2010/main">
                <a:effectLst>
                  <a:outerShdw dist="81320" dir="3080412"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Step 1</a:t>
            </a:r>
          </a:p>
        </p:txBody>
      </p:sp>
      <p:sp useBgFill="1">
        <p:nvSpPr>
          <p:cNvPr id="283653" name="Rectangle 4">
            <a:extLst>
              <a:ext uri="{FF2B5EF4-FFF2-40B4-BE49-F238E27FC236}">
                <a16:creationId xmlns:a16="http://schemas.microsoft.com/office/drawing/2014/main" id="{C1315CF7-EDCC-E04A-AF06-E3E17CA1EBF9}"/>
              </a:ext>
            </a:extLst>
          </p:cNvPr>
          <p:cNvSpPr>
            <a:spLocks noChangeArrowheads="1"/>
          </p:cNvSpPr>
          <p:nvPr/>
        </p:nvSpPr>
        <p:spPr bwMode="auto">
          <a:xfrm>
            <a:off x="2620963" y="2951163"/>
            <a:ext cx="1876425" cy="477837"/>
          </a:xfrm>
          <a:prstGeom prst="rect">
            <a:avLst/>
          </a:prstGeom>
          <a:ln w="12700">
            <a:solidFill>
              <a:schemeClr val="bg2"/>
            </a:solidFill>
            <a:miter lim="800000"/>
            <a:headEnd/>
            <a:tailEnd/>
          </a:ln>
          <a:effectLst/>
          <a:extLst>
            <a:ext uri="{AF507438-7753-43E0-B8FC-AC1667EBCBE1}">
              <a14:hiddenEffects xmlns:a14="http://schemas.microsoft.com/office/drawing/2010/main">
                <a:effectLst>
                  <a:outerShdw dist="81320" dir="3080412"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Step 2</a:t>
            </a:r>
          </a:p>
        </p:txBody>
      </p:sp>
      <p:sp useBgFill="1">
        <p:nvSpPr>
          <p:cNvPr id="283654" name="Rectangle 5">
            <a:extLst>
              <a:ext uri="{FF2B5EF4-FFF2-40B4-BE49-F238E27FC236}">
                <a16:creationId xmlns:a16="http://schemas.microsoft.com/office/drawing/2014/main" id="{1E2B21EB-6911-8DB0-9E37-526B0984CE7E}"/>
              </a:ext>
            </a:extLst>
          </p:cNvPr>
          <p:cNvSpPr>
            <a:spLocks noChangeArrowheads="1"/>
          </p:cNvSpPr>
          <p:nvPr/>
        </p:nvSpPr>
        <p:spPr bwMode="auto">
          <a:xfrm>
            <a:off x="4708525" y="2532063"/>
            <a:ext cx="1874838" cy="477837"/>
          </a:xfrm>
          <a:prstGeom prst="rect">
            <a:avLst/>
          </a:prstGeom>
          <a:ln w="12700">
            <a:solidFill>
              <a:schemeClr val="bg2"/>
            </a:solidFill>
            <a:miter lim="800000"/>
            <a:headEnd/>
            <a:tailEnd/>
          </a:ln>
          <a:effectLst/>
          <a:extLst>
            <a:ext uri="{AF507438-7753-43E0-B8FC-AC1667EBCBE1}">
              <a14:hiddenEffects xmlns:a14="http://schemas.microsoft.com/office/drawing/2010/main">
                <a:effectLst>
                  <a:outerShdw dist="81320" dir="3080412"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Step 3</a:t>
            </a:r>
          </a:p>
        </p:txBody>
      </p:sp>
      <p:sp>
        <p:nvSpPr>
          <p:cNvPr id="283655" name="Rectangle 6">
            <a:extLst>
              <a:ext uri="{FF2B5EF4-FFF2-40B4-BE49-F238E27FC236}">
                <a16:creationId xmlns:a16="http://schemas.microsoft.com/office/drawing/2014/main" id="{4B227A71-3589-14C2-EA0F-EAB14B2BC999}"/>
              </a:ext>
            </a:extLst>
          </p:cNvPr>
          <p:cNvSpPr>
            <a:spLocks noChangeArrowheads="1"/>
          </p:cNvSpPr>
          <p:nvPr/>
        </p:nvSpPr>
        <p:spPr bwMode="auto">
          <a:xfrm>
            <a:off x="534988" y="3952875"/>
            <a:ext cx="193675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 </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cxnSp>
        <p:nvCxnSpPr>
          <p:cNvPr id="283656" name="AutoShape 7">
            <a:extLst>
              <a:ext uri="{FF2B5EF4-FFF2-40B4-BE49-F238E27FC236}">
                <a16:creationId xmlns:a16="http://schemas.microsoft.com/office/drawing/2014/main" id="{3C46DB89-850F-5B67-02BD-E25DDEE9F889}"/>
              </a:ext>
            </a:extLst>
          </p:cNvPr>
          <p:cNvCxnSpPr>
            <a:cxnSpLocks noChangeShapeType="1"/>
            <a:stCxn id="283652" idx="0"/>
            <a:endCxn id="283653" idx="1"/>
          </p:cNvCxnSpPr>
          <p:nvPr/>
        </p:nvCxnSpPr>
        <p:spPr bwMode="auto">
          <a:xfrm rot="-5400000">
            <a:off x="2129632" y="2658268"/>
            <a:ext cx="177800" cy="1243013"/>
          </a:xfrm>
          <a:prstGeom prst="bentConnector2">
            <a:avLst/>
          </a:prstGeom>
          <a:noFill/>
          <a:ln w="12700">
            <a:solidFill>
              <a:schemeClr val="bg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3657" name="AutoShape 8">
            <a:extLst>
              <a:ext uri="{FF2B5EF4-FFF2-40B4-BE49-F238E27FC236}">
                <a16:creationId xmlns:a16="http://schemas.microsoft.com/office/drawing/2014/main" id="{F68AD707-7115-BC12-0669-DC0525495731}"/>
              </a:ext>
            </a:extLst>
          </p:cNvPr>
          <p:cNvCxnSpPr>
            <a:cxnSpLocks noChangeShapeType="1"/>
            <a:stCxn id="283653" idx="0"/>
            <a:endCxn id="283654" idx="1"/>
          </p:cNvCxnSpPr>
          <p:nvPr/>
        </p:nvCxnSpPr>
        <p:spPr bwMode="auto">
          <a:xfrm rot="-5400000">
            <a:off x="4388644" y="2239169"/>
            <a:ext cx="179388" cy="1244600"/>
          </a:xfrm>
          <a:prstGeom prst="bentConnector2">
            <a:avLst/>
          </a:prstGeom>
          <a:noFill/>
          <a:ln w="12700">
            <a:solidFill>
              <a:schemeClr val="bg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useBgFill="1">
        <p:nvSpPr>
          <p:cNvPr id="283658" name="Rectangle 9">
            <a:extLst>
              <a:ext uri="{FF2B5EF4-FFF2-40B4-BE49-F238E27FC236}">
                <a16:creationId xmlns:a16="http://schemas.microsoft.com/office/drawing/2014/main" id="{6C54E0CD-B739-071A-6390-09BCB21CFBA3}"/>
              </a:ext>
            </a:extLst>
          </p:cNvPr>
          <p:cNvSpPr>
            <a:spLocks noChangeArrowheads="1"/>
          </p:cNvSpPr>
          <p:nvPr/>
        </p:nvSpPr>
        <p:spPr bwMode="auto">
          <a:xfrm>
            <a:off x="6796088" y="2112963"/>
            <a:ext cx="1876425" cy="477837"/>
          </a:xfrm>
          <a:prstGeom prst="rect">
            <a:avLst/>
          </a:prstGeom>
          <a:ln w="12700">
            <a:solidFill>
              <a:schemeClr val="bg2"/>
            </a:solidFill>
            <a:miter lim="800000"/>
            <a:headEnd/>
            <a:tailEnd/>
          </a:ln>
          <a:effectLst/>
          <a:extLst>
            <a:ext uri="{AF507438-7753-43E0-B8FC-AC1667EBCBE1}">
              <a14:hiddenEffects xmlns:a14="http://schemas.microsoft.com/office/drawing/2010/main">
                <a:effectLst>
                  <a:outerShdw dist="81320" dir="3080412"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Step 4</a:t>
            </a:r>
          </a:p>
        </p:txBody>
      </p:sp>
      <p:cxnSp>
        <p:nvCxnSpPr>
          <p:cNvPr id="283659" name="AutoShape 10">
            <a:extLst>
              <a:ext uri="{FF2B5EF4-FFF2-40B4-BE49-F238E27FC236}">
                <a16:creationId xmlns:a16="http://schemas.microsoft.com/office/drawing/2014/main" id="{BDEBB3BD-5163-DD17-5408-C162FC0513D0}"/>
              </a:ext>
            </a:extLst>
          </p:cNvPr>
          <p:cNvCxnSpPr>
            <a:cxnSpLocks noChangeShapeType="1"/>
            <a:stCxn id="283654" idx="0"/>
            <a:endCxn id="283658" idx="1"/>
          </p:cNvCxnSpPr>
          <p:nvPr/>
        </p:nvCxnSpPr>
        <p:spPr bwMode="auto">
          <a:xfrm rot="-5400000">
            <a:off x="6650038" y="1819275"/>
            <a:ext cx="179388" cy="1246187"/>
          </a:xfrm>
          <a:prstGeom prst="bentConnector2">
            <a:avLst/>
          </a:prstGeom>
          <a:noFill/>
          <a:ln w="12700">
            <a:solidFill>
              <a:schemeClr val="bg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3660" name="Text Box 11">
            <a:extLst>
              <a:ext uri="{FF2B5EF4-FFF2-40B4-BE49-F238E27FC236}">
                <a16:creationId xmlns:a16="http://schemas.microsoft.com/office/drawing/2014/main" id="{3DD0E7C0-4293-4D12-1BAF-422107614CB4}"/>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diagrams</a:t>
            </a:r>
          </a:p>
        </p:txBody>
      </p:sp>
      <p:sp>
        <p:nvSpPr>
          <p:cNvPr id="283661" name="Rectangle 12">
            <a:extLst>
              <a:ext uri="{FF2B5EF4-FFF2-40B4-BE49-F238E27FC236}">
                <a16:creationId xmlns:a16="http://schemas.microsoft.com/office/drawing/2014/main" id="{EC1A6D1B-DF90-3667-A980-7814514E971E}"/>
              </a:ext>
            </a:extLst>
          </p:cNvPr>
          <p:cNvSpPr>
            <a:spLocks noChangeArrowheads="1"/>
          </p:cNvSpPr>
          <p:nvPr/>
        </p:nvSpPr>
        <p:spPr bwMode="auto">
          <a:xfrm>
            <a:off x="2620963" y="3521075"/>
            <a:ext cx="1938337"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 </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sp>
        <p:nvSpPr>
          <p:cNvPr id="283662" name="Rectangle 13">
            <a:extLst>
              <a:ext uri="{FF2B5EF4-FFF2-40B4-BE49-F238E27FC236}">
                <a16:creationId xmlns:a16="http://schemas.microsoft.com/office/drawing/2014/main" id="{D6702BFC-2578-D16D-3F60-2FC6336E327B}"/>
              </a:ext>
            </a:extLst>
          </p:cNvPr>
          <p:cNvSpPr>
            <a:spLocks noChangeArrowheads="1"/>
          </p:cNvSpPr>
          <p:nvPr/>
        </p:nvSpPr>
        <p:spPr bwMode="auto">
          <a:xfrm>
            <a:off x="4708525" y="3101975"/>
            <a:ext cx="193675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 </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sp>
        <p:nvSpPr>
          <p:cNvPr id="283663" name="Rectangle 14">
            <a:extLst>
              <a:ext uri="{FF2B5EF4-FFF2-40B4-BE49-F238E27FC236}">
                <a16:creationId xmlns:a16="http://schemas.microsoft.com/office/drawing/2014/main" id="{F295AC69-E74F-9E2F-3A85-051F3E31A975}"/>
              </a:ext>
            </a:extLst>
          </p:cNvPr>
          <p:cNvSpPr>
            <a:spLocks noChangeArrowheads="1"/>
          </p:cNvSpPr>
          <p:nvPr/>
        </p:nvSpPr>
        <p:spPr bwMode="auto">
          <a:xfrm>
            <a:off x="6796088" y="2682875"/>
            <a:ext cx="1936750" cy="170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 </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sp>
        <p:nvSpPr>
          <p:cNvPr id="283664" name="Rectangle 15">
            <a:extLst>
              <a:ext uri="{FF2B5EF4-FFF2-40B4-BE49-F238E27FC236}">
                <a16:creationId xmlns:a16="http://schemas.microsoft.com/office/drawing/2014/main" id="{2CEA7BB0-D255-90EA-1B2D-EE05FAE6BA94}"/>
              </a:ext>
            </a:extLst>
          </p:cNvPr>
          <p:cNvSpPr>
            <a:spLocks noChangeArrowheads="1"/>
          </p:cNvSpPr>
          <p:nvPr/>
        </p:nvSpPr>
        <p:spPr bwMode="auto">
          <a:xfrm>
            <a:off x="244475" y="1612900"/>
            <a:ext cx="86518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r>
              <a:rPr lang="en-US" altLang="ko-KR" sz="1600" b="1">
                <a:solidFill>
                  <a:schemeClr val="tx2"/>
                </a:solidFill>
              </a:rPr>
              <a:t>Chart Title</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7" name="Rectangle 2">
            <a:extLst>
              <a:ext uri="{FF2B5EF4-FFF2-40B4-BE49-F238E27FC236}">
                <a16:creationId xmlns:a16="http://schemas.microsoft.com/office/drawing/2014/main" id="{44045853-3CE1-47B7-2610-63A9D5C1EB66}"/>
              </a:ext>
            </a:extLst>
          </p:cNvPr>
          <p:cNvSpPr>
            <a:spLocks noGrp="1" noChangeArrowheads="1"/>
          </p:cNvSpPr>
          <p:nvPr>
            <p:ph type="title"/>
          </p:nvPr>
        </p:nvSpPr>
        <p:spPr/>
        <p:txBody>
          <a:bodyPr/>
          <a:lstStyle/>
          <a:p>
            <a:pPr eaLnBrk="1" hangingPunct="1"/>
            <a:br>
              <a:rPr lang="ko-KR" altLang="en-US"/>
            </a:br>
            <a:r>
              <a:rPr lang="en-US" altLang="ko-KR"/>
              <a:t>Three-part org chart</a:t>
            </a:r>
          </a:p>
        </p:txBody>
      </p:sp>
      <p:sp>
        <p:nvSpPr>
          <p:cNvPr id="287746" name="슬라이드 번호 개체 틀 4">
            <a:extLst>
              <a:ext uri="{FF2B5EF4-FFF2-40B4-BE49-F238E27FC236}">
                <a16:creationId xmlns:a16="http://schemas.microsoft.com/office/drawing/2014/main" id="{10DCE067-F815-65AD-B46C-E2B7BFE12C6A}"/>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F1CC86D9-019D-234F-B003-7BC761A2985F}" type="slidenum">
              <a:rPr lang="en-US" altLang="en-US" smtClean="0">
                <a:solidFill>
                  <a:schemeClr val="bg1"/>
                </a:solidFill>
              </a:rPr>
              <a:pPr/>
              <a:t>52</a:t>
            </a:fld>
            <a:r>
              <a:rPr lang="en-US" altLang="en-US">
                <a:solidFill>
                  <a:schemeClr val="bg1"/>
                </a:solidFill>
              </a:rPr>
              <a:t> </a:t>
            </a:r>
          </a:p>
        </p:txBody>
      </p:sp>
      <p:sp>
        <p:nvSpPr>
          <p:cNvPr id="287745" name="날짜 개체 틀 3">
            <a:extLst>
              <a:ext uri="{FF2B5EF4-FFF2-40B4-BE49-F238E27FC236}">
                <a16:creationId xmlns:a16="http://schemas.microsoft.com/office/drawing/2014/main" id="{128503D2-C8E3-B1D2-C603-1D73947FFBF1}"/>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B9CC2C06-4A47-4949-B5D0-DDB5C9D1CDC0}"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87748" name="Rectangle 3">
            <a:extLst>
              <a:ext uri="{FF2B5EF4-FFF2-40B4-BE49-F238E27FC236}">
                <a16:creationId xmlns:a16="http://schemas.microsoft.com/office/drawing/2014/main" id="{3E683A04-33DA-DCC7-BFC0-CA8132976F26}"/>
              </a:ext>
            </a:extLst>
          </p:cNvPr>
          <p:cNvSpPr>
            <a:spLocks noChangeArrowheads="1"/>
          </p:cNvSpPr>
          <p:nvPr/>
        </p:nvSpPr>
        <p:spPr bwMode="auto">
          <a:xfrm>
            <a:off x="2857500" y="2089150"/>
            <a:ext cx="3433763" cy="409575"/>
          </a:xfrm>
          <a:prstGeom prst="rect">
            <a:avLst/>
          </a:prstGeom>
          <a:solidFill>
            <a:schemeClr val="bg1"/>
          </a:solidFill>
          <a:ln w="12700">
            <a:solidFill>
              <a:srgbClr val="C0C0C0"/>
            </a:solidFill>
            <a:miter lim="800000"/>
            <a:headEnd/>
            <a:tailEnd/>
          </a:ln>
          <a:effectLst/>
          <a:extLst>
            <a:ext uri="{AF507438-7753-43E0-B8FC-AC1667EBCBE1}">
              <a14:hiddenEffects xmlns:a14="http://schemas.microsoft.com/office/drawing/2010/main">
                <a:effectLst>
                  <a:outerShdw dist="81320" dir="2319588"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tx2"/>
                </a:solidFill>
              </a:rPr>
              <a:t>Big Honcho (resize box if needed)</a:t>
            </a:r>
          </a:p>
        </p:txBody>
      </p:sp>
      <p:sp>
        <p:nvSpPr>
          <p:cNvPr id="287749" name="Rectangle 4">
            <a:extLst>
              <a:ext uri="{FF2B5EF4-FFF2-40B4-BE49-F238E27FC236}">
                <a16:creationId xmlns:a16="http://schemas.microsoft.com/office/drawing/2014/main" id="{67936327-DEE8-0931-6E4E-DDAB2ACF23C0}"/>
              </a:ext>
            </a:extLst>
          </p:cNvPr>
          <p:cNvSpPr>
            <a:spLocks noChangeArrowheads="1"/>
          </p:cNvSpPr>
          <p:nvPr/>
        </p:nvSpPr>
        <p:spPr bwMode="auto">
          <a:xfrm>
            <a:off x="787400" y="3062288"/>
            <a:ext cx="2182813" cy="409575"/>
          </a:xfrm>
          <a:prstGeom prst="rect">
            <a:avLst/>
          </a:prstGeom>
          <a:solidFill>
            <a:schemeClr val="bg1"/>
          </a:solidFill>
          <a:ln w="12700">
            <a:solidFill>
              <a:schemeClr val="bg2"/>
            </a:solidFill>
            <a:miter lim="800000"/>
            <a:headEnd/>
            <a:tailEnd/>
          </a:ln>
          <a:effectLst/>
          <a:extLs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Sub-Division</a:t>
            </a:r>
          </a:p>
        </p:txBody>
      </p:sp>
      <p:sp>
        <p:nvSpPr>
          <p:cNvPr id="287750" name="Rectangle 5">
            <a:extLst>
              <a:ext uri="{FF2B5EF4-FFF2-40B4-BE49-F238E27FC236}">
                <a16:creationId xmlns:a16="http://schemas.microsoft.com/office/drawing/2014/main" id="{4490E054-8104-7CE3-2369-231A520C9BE3}"/>
              </a:ext>
            </a:extLst>
          </p:cNvPr>
          <p:cNvSpPr>
            <a:spLocks noChangeArrowheads="1"/>
          </p:cNvSpPr>
          <p:nvPr/>
        </p:nvSpPr>
        <p:spPr bwMode="auto">
          <a:xfrm>
            <a:off x="6183313" y="3062288"/>
            <a:ext cx="2185987" cy="409575"/>
          </a:xfrm>
          <a:prstGeom prst="rect">
            <a:avLst/>
          </a:prstGeom>
          <a:solidFill>
            <a:schemeClr val="bg1"/>
          </a:solidFill>
          <a:ln w="12700">
            <a:solidFill>
              <a:srgbClr val="C0C0C0"/>
            </a:solidFill>
            <a:miter lim="800000"/>
            <a:headEnd/>
            <a:tailEnd/>
          </a:ln>
          <a:effectLst/>
          <a:extLs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Sub-Division</a:t>
            </a:r>
          </a:p>
        </p:txBody>
      </p:sp>
      <p:sp>
        <p:nvSpPr>
          <p:cNvPr id="287751" name="Rectangle 6">
            <a:extLst>
              <a:ext uri="{FF2B5EF4-FFF2-40B4-BE49-F238E27FC236}">
                <a16:creationId xmlns:a16="http://schemas.microsoft.com/office/drawing/2014/main" id="{A574F44A-2249-3BF3-532C-C30F24467BE5}"/>
              </a:ext>
            </a:extLst>
          </p:cNvPr>
          <p:cNvSpPr>
            <a:spLocks noChangeArrowheads="1"/>
          </p:cNvSpPr>
          <p:nvPr/>
        </p:nvSpPr>
        <p:spPr bwMode="auto">
          <a:xfrm>
            <a:off x="3482975" y="3062288"/>
            <a:ext cx="2184400" cy="409575"/>
          </a:xfrm>
          <a:prstGeom prst="rect">
            <a:avLst/>
          </a:prstGeom>
          <a:solidFill>
            <a:schemeClr val="bg1"/>
          </a:solidFill>
          <a:ln w="12700">
            <a:solidFill>
              <a:srgbClr val="C0C0C0"/>
            </a:solidFill>
            <a:miter lim="800000"/>
            <a:headEnd/>
            <a:tailEnd/>
          </a:ln>
          <a:effectLst/>
          <a:extLs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ko-KR" sz="1400" b="1">
                <a:solidFill>
                  <a:schemeClr val="accent1"/>
                </a:solidFill>
              </a:rPr>
              <a:t>Sub-Division</a:t>
            </a:r>
          </a:p>
        </p:txBody>
      </p:sp>
      <p:cxnSp>
        <p:nvCxnSpPr>
          <p:cNvPr id="287752" name="AutoShape 7">
            <a:extLst>
              <a:ext uri="{FF2B5EF4-FFF2-40B4-BE49-F238E27FC236}">
                <a16:creationId xmlns:a16="http://schemas.microsoft.com/office/drawing/2014/main" id="{69F41B1E-D6EB-8643-6A90-9E7F1913557C}"/>
              </a:ext>
            </a:extLst>
          </p:cNvPr>
          <p:cNvCxnSpPr>
            <a:cxnSpLocks noChangeShapeType="1"/>
            <a:stCxn id="287749" idx="0"/>
            <a:endCxn id="287748" idx="2"/>
          </p:cNvCxnSpPr>
          <p:nvPr/>
        </p:nvCxnSpPr>
        <p:spPr bwMode="auto">
          <a:xfrm rot="-5400000">
            <a:off x="3213893" y="1320007"/>
            <a:ext cx="563563" cy="2921000"/>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7753" name="AutoShape 8">
            <a:extLst>
              <a:ext uri="{FF2B5EF4-FFF2-40B4-BE49-F238E27FC236}">
                <a16:creationId xmlns:a16="http://schemas.microsoft.com/office/drawing/2014/main" id="{2BF032E8-7803-BC36-48E6-4245C94CAFD0}"/>
              </a:ext>
            </a:extLst>
          </p:cNvPr>
          <p:cNvCxnSpPr>
            <a:cxnSpLocks noChangeShapeType="1"/>
            <a:stCxn id="287748" idx="2"/>
            <a:endCxn id="287750" idx="0"/>
          </p:cNvCxnSpPr>
          <p:nvPr/>
        </p:nvCxnSpPr>
        <p:spPr bwMode="auto">
          <a:xfrm rot="16200000" flipH="1">
            <a:off x="6138068" y="1316832"/>
            <a:ext cx="563563" cy="2927350"/>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7754" name="AutoShape 9">
            <a:extLst>
              <a:ext uri="{FF2B5EF4-FFF2-40B4-BE49-F238E27FC236}">
                <a16:creationId xmlns:a16="http://schemas.microsoft.com/office/drawing/2014/main" id="{8DB3A93B-E767-D1ED-F2C1-3326FFBE3740}"/>
              </a:ext>
            </a:extLst>
          </p:cNvPr>
          <p:cNvCxnSpPr>
            <a:cxnSpLocks noChangeShapeType="1"/>
            <a:stCxn id="287748" idx="2"/>
            <a:endCxn id="287751" idx="0"/>
          </p:cNvCxnSpPr>
          <p:nvPr/>
        </p:nvCxnSpPr>
        <p:spPr bwMode="auto">
          <a:xfrm rot="16200000" flipH="1">
            <a:off x="4675187" y="2779713"/>
            <a:ext cx="563563" cy="1588"/>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7755" name="Rectangle 10">
            <a:extLst>
              <a:ext uri="{FF2B5EF4-FFF2-40B4-BE49-F238E27FC236}">
                <a16:creationId xmlns:a16="http://schemas.microsoft.com/office/drawing/2014/main" id="{C9D9ECAD-3113-402E-12CE-E49ED7EA9226}"/>
              </a:ext>
            </a:extLst>
          </p:cNvPr>
          <p:cNvSpPr>
            <a:spLocks noChangeArrowheads="1"/>
          </p:cNvSpPr>
          <p:nvPr/>
        </p:nvSpPr>
        <p:spPr bwMode="auto">
          <a:xfrm>
            <a:off x="815975" y="3571875"/>
            <a:ext cx="2154238"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sp>
        <p:nvSpPr>
          <p:cNvPr id="287756" name="Rectangle 11">
            <a:extLst>
              <a:ext uri="{FF2B5EF4-FFF2-40B4-BE49-F238E27FC236}">
                <a16:creationId xmlns:a16="http://schemas.microsoft.com/office/drawing/2014/main" id="{6B8F479A-4BAC-CA10-FF4F-4F8903905DB2}"/>
              </a:ext>
            </a:extLst>
          </p:cNvPr>
          <p:cNvSpPr>
            <a:spLocks noChangeArrowheads="1"/>
          </p:cNvSpPr>
          <p:nvPr/>
        </p:nvSpPr>
        <p:spPr bwMode="auto">
          <a:xfrm>
            <a:off x="3479800" y="3571875"/>
            <a:ext cx="215265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sp>
        <p:nvSpPr>
          <p:cNvPr id="287757" name="Rectangle 12">
            <a:extLst>
              <a:ext uri="{FF2B5EF4-FFF2-40B4-BE49-F238E27FC236}">
                <a16:creationId xmlns:a16="http://schemas.microsoft.com/office/drawing/2014/main" id="{BC2B206B-A125-0291-C4F5-FE145931FEA1}"/>
              </a:ext>
            </a:extLst>
          </p:cNvPr>
          <p:cNvSpPr>
            <a:spLocks noChangeArrowheads="1"/>
          </p:cNvSpPr>
          <p:nvPr/>
        </p:nvSpPr>
        <p:spPr bwMode="auto">
          <a:xfrm>
            <a:off x="6183313" y="3571875"/>
            <a:ext cx="21542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br>
              <a:rPr kumimoji="0" lang="en-US" altLang="ko-KR" sz="1200">
                <a:latin typeface="Arial" panose="020B0604020202020204" pitchFamily="34" charset="0"/>
              </a:rPr>
            </a:br>
            <a:endParaRPr kumimoji="0" lang="en-US" altLang="ko-KR" sz="1200">
              <a:latin typeface="Arial" panose="020B0604020202020204" pitchFamily="34" charset="0"/>
            </a:endParaRPr>
          </a:p>
          <a:p>
            <a:pPr latinLnBrk="0"/>
            <a:r>
              <a:rPr kumimoji="0" lang="en-US" altLang="ko-KR" sz="1400">
                <a:latin typeface="Arial" panose="020B0604020202020204" pitchFamily="34" charset="0"/>
              </a:rPr>
              <a:t>Bullet</a:t>
            </a:r>
          </a:p>
          <a:p>
            <a:pPr lvl="1" latinLnBrk="0">
              <a:buFontTx/>
              <a:buChar char="–"/>
            </a:pPr>
            <a:r>
              <a:rPr kumimoji="0" lang="en-US" altLang="ko-KR" sz="1200">
                <a:latin typeface="Arial" panose="020B0604020202020204" pitchFamily="34" charset="0"/>
              </a:rPr>
              <a:t>Sub-bullet</a:t>
            </a:r>
          </a:p>
          <a:p>
            <a:pPr lvl="1" latinLnBrk="0">
              <a:buFontTx/>
              <a:buChar char="–"/>
            </a:pPr>
            <a:r>
              <a:rPr kumimoji="0" lang="en-US" altLang="ko-KR" sz="1200">
                <a:latin typeface="Arial" panose="020B0604020202020204" pitchFamily="34" charset="0"/>
              </a:rPr>
              <a:t>Sub-bullet</a:t>
            </a:r>
          </a:p>
        </p:txBody>
      </p:sp>
      <p:sp>
        <p:nvSpPr>
          <p:cNvPr id="287758" name="Text Box 13">
            <a:extLst>
              <a:ext uri="{FF2B5EF4-FFF2-40B4-BE49-F238E27FC236}">
                <a16:creationId xmlns:a16="http://schemas.microsoft.com/office/drawing/2014/main" id="{34EE6796-B5DB-FB0F-ADAF-57A870F4A1E6}"/>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diagrams</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5" name="Rectangle 2">
            <a:extLst>
              <a:ext uri="{FF2B5EF4-FFF2-40B4-BE49-F238E27FC236}">
                <a16:creationId xmlns:a16="http://schemas.microsoft.com/office/drawing/2014/main" id="{767982FF-83F8-3F79-372A-DD55A61E8E70}"/>
              </a:ext>
            </a:extLst>
          </p:cNvPr>
          <p:cNvSpPr>
            <a:spLocks noGrp="1" noChangeArrowheads="1"/>
          </p:cNvSpPr>
          <p:nvPr>
            <p:ph type="title"/>
          </p:nvPr>
        </p:nvSpPr>
        <p:spPr/>
        <p:txBody>
          <a:bodyPr/>
          <a:lstStyle/>
          <a:p>
            <a:pPr eaLnBrk="1" hangingPunct="1"/>
            <a:br>
              <a:rPr lang="en-US" altLang="en-US"/>
            </a:br>
            <a:r>
              <a:rPr lang="en-US" altLang="en-US"/>
              <a:t>Four-part org chart</a:t>
            </a:r>
          </a:p>
        </p:txBody>
      </p:sp>
      <p:sp>
        <p:nvSpPr>
          <p:cNvPr id="289794" name="슬라이드 번호 개체 틀 4">
            <a:extLst>
              <a:ext uri="{FF2B5EF4-FFF2-40B4-BE49-F238E27FC236}">
                <a16:creationId xmlns:a16="http://schemas.microsoft.com/office/drawing/2014/main" id="{AA8D4B4A-77B8-29E5-2A0D-4E9CFDD7176E}"/>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CF9A2435-8A78-B541-A54A-2ADF228D76E6}" type="slidenum">
              <a:rPr lang="en-US" altLang="en-US" smtClean="0">
                <a:solidFill>
                  <a:schemeClr val="bg1"/>
                </a:solidFill>
              </a:rPr>
              <a:pPr/>
              <a:t>53</a:t>
            </a:fld>
            <a:r>
              <a:rPr lang="en-US" altLang="en-US">
                <a:solidFill>
                  <a:schemeClr val="bg1"/>
                </a:solidFill>
              </a:rPr>
              <a:t> </a:t>
            </a:r>
          </a:p>
        </p:txBody>
      </p:sp>
      <p:sp>
        <p:nvSpPr>
          <p:cNvPr id="289793" name="날짜 개체 틀 3">
            <a:extLst>
              <a:ext uri="{FF2B5EF4-FFF2-40B4-BE49-F238E27FC236}">
                <a16:creationId xmlns:a16="http://schemas.microsoft.com/office/drawing/2014/main" id="{6D0F1389-1A42-034A-8EA9-BE0F058DC935}"/>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E010E894-7379-6C41-B9A6-30FD5AEB4298}"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289796" name="Rectangle 3">
            <a:extLst>
              <a:ext uri="{FF2B5EF4-FFF2-40B4-BE49-F238E27FC236}">
                <a16:creationId xmlns:a16="http://schemas.microsoft.com/office/drawing/2014/main" id="{65C82EC2-F4F4-A80B-4DBE-5517953B81DD}"/>
              </a:ext>
            </a:extLst>
          </p:cNvPr>
          <p:cNvSpPr>
            <a:spLocks noChangeArrowheads="1"/>
          </p:cNvSpPr>
          <p:nvPr/>
        </p:nvSpPr>
        <p:spPr bwMode="auto">
          <a:xfrm>
            <a:off x="525463" y="2574925"/>
            <a:ext cx="1665287" cy="409575"/>
          </a:xfrm>
          <a:prstGeom prst="rect">
            <a:avLst/>
          </a:prstGeom>
          <a:noFill/>
          <a:ln w="9525">
            <a:solidFill>
              <a:srgbClr val="C0C0C0"/>
            </a:solidFill>
            <a:miter lim="800000"/>
            <a:headEnd/>
            <a:tailEnd/>
          </a:ln>
          <a:effectLst/>
          <a:extLst>
            <a:ext uri="{909E8E84-426E-40DD-AFC4-6F175D3DCCD1}">
              <a14:hiddenFill xmlns:a14="http://schemas.microsoft.com/office/drawing/2010/main">
                <a:solidFill>
                  <a:srgbClr val="FFFEF3"/>
                </a:solidFill>
              </a14:hiddenFill>
            </a:ex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400" b="1">
                <a:solidFill>
                  <a:schemeClr val="accent1"/>
                </a:solidFill>
              </a:rPr>
              <a:t>Division A</a:t>
            </a:r>
          </a:p>
        </p:txBody>
      </p:sp>
      <p:sp>
        <p:nvSpPr>
          <p:cNvPr id="289797" name="Rectangle 4">
            <a:extLst>
              <a:ext uri="{FF2B5EF4-FFF2-40B4-BE49-F238E27FC236}">
                <a16:creationId xmlns:a16="http://schemas.microsoft.com/office/drawing/2014/main" id="{7E7E0FF4-B848-5AFA-9D08-6B9F0FB54DAA}"/>
              </a:ext>
            </a:extLst>
          </p:cNvPr>
          <p:cNvSpPr>
            <a:spLocks noChangeArrowheads="1"/>
          </p:cNvSpPr>
          <p:nvPr/>
        </p:nvSpPr>
        <p:spPr bwMode="auto">
          <a:xfrm>
            <a:off x="6962775" y="2574925"/>
            <a:ext cx="1665288" cy="409575"/>
          </a:xfrm>
          <a:prstGeom prst="rect">
            <a:avLst/>
          </a:prstGeom>
          <a:noFill/>
          <a:ln w="9525">
            <a:solidFill>
              <a:srgbClr val="C0C0C0"/>
            </a:solidFill>
            <a:miter lim="800000"/>
            <a:headEnd/>
            <a:tailEnd/>
          </a:ln>
          <a:effectLst/>
          <a:extLst>
            <a:ext uri="{909E8E84-426E-40DD-AFC4-6F175D3DCCD1}">
              <a14:hiddenFill xmlns:a14="http://schemas.microsoft.com/office/drawing/2010/main">
                <a:solidFill>
                  <a:srgbClr val="FFFEF3"/>
                </a:solidFill>
              </a14:hiddenFill>
            </a:ex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400" b="1">
                <a:solidFill>
                  <a:schemeClr val="accent1"/>
                </a:solidFill>
              </a:rPr>
              <a:t>Division D</a:t>
            </a:r>
          </a:p>
        </p:txBody>
      </p:sp>
      <p:sp>
        <p:nvSpPr>
          <p:cNvPr id="289798" name="Rectangle 5">
            <a:extLst>
              <a:ext uri="{FF2B5EF4-FFF2-40B4-BE49-F238E27FC236}">
                <a16:creationId xmlns:a16="http://schemas.microsoft.com/office/drawing/2014/main" id="{AB9A0869-9591-C7F0-0419-9AFF44521191}"/>
              </a:ext>
            </a:extLst>
          </p:cNvPr>
          <p:cNvSpPr>
            <a:spLocks noChangeArrowheads="1"/>
          </p:cNvSpPr>
          <p:nvPr/>
        </p:nvSpPr>
        <p:spPr bwMode="auto">
          <a:xfrm>
            <a:off x="4816475" y="2574925"/>
            <a:ext cx="1665288" cy="409575"/>
          </a:xfrm>
          <a:prstGeom prst="rect">
            <a:avLst/>
          </a:prstGeom>
          <a:noFill/>
          <a:ln w="9525">
            <a:solidFill>
              <a:srgbClr val="C0C0C0"/>
            </a:solidFill>
            <a:miter lim="800000"/>
            <a:headEnd/>
            <a:tailEnd/>
          </a:ln>
          <a:effectLst/>
          <a:extLst>
            <a:ext uri="{909E8E84-426E-40DD-AFC4-6F175D3DCCD1}">
              <a14:hiddenFill xmlns:a14="http://schemas.microsoft.com/office/drawing/2010/main">
                <a:solidFill>
                  <a:srgbClr val="FFFEF3"/>
                </a:solidFill>
              </a14:hiddenFill>
            </a:ex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400" b="1">
                <a:solidFill>
                  <a:schemeClr val="accent1"/>
                </a:solidFill>
              </a:rPr>
              <a:t>Division C</a:t>
            </a:r>
          </a:p>
        </p:txBody>
      </p:sp>
      <p:sp>
        <p:nvSpPr>
          <p:cNvPr id="289799" name="Rectangle 6">
            <a:extLst>
              <a:ext uri="{FF2B5EF4-FFF2-40B4-BE49-F238E27FC236}">
                <a16:creationId xmlns:a16="http://schemas.microsoft.com/office/drawing/2014/main" id="{76E60175-D724-E54E-5D0D-C5F22D933F87}"/>
              </a:ext>
            </a:extLst>
          </p:cNvPr>
          <p:cNvSpPr>
            <a:spLocks noChangeArrowheads="1"/>
          </p:cNvSpPr>
          <p:nvPr/>
        </p:nvSpPr>
        <p:spPr bwMode="auto">
          <a:xfrm>
            <a:off x="2039938" y="1601788"/>
            <a:ext cx="5067300" cy="409575"/>
          </a:xfrm>
          <a:prstGeom prst="rect">
            <a:avLst/>
          </a:prstGeom>
          <a:noFill/>
          <a:ln w="9525">
            <a:solidFill>
              <a:srgbClr val="C0C0C0"/>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600" b="1">
                <a:solidFill>
                  <a:schemeClr val="tx2"/>
                </a:solidFill>
              </a:rPr>
              <a:t>Big Honcho (resize box if needed)</a:t>
            </a:r>
          </a:p>
        </p:txBody>
      </p:sp>
      <p:sp>
        <p:nvSpPr>
          <p:cNvPr id="289800" name="Rectangle 7">
            <a:extLst>
              <a:ext uri="{FF2B5EF4-FFF2-40B4-BE49-F238E27FC236}">
                <a16:creationId xmlns:a16="http://schemas.microsoft.com/office/drawing/2014/main" id="{B7D6A123-5C3E-192E-C482-FD4349DF68DE}"/>
              </a:ext>
            </a:extLst>
          </p:cNvPr>
          <p:cNvSpPr>
            <a:spLocks noChangeArrowheads="1"/>
          </p:cNvSpPr>
          <p:nvPr/>
        </p:nvSpPr>
        <p:spPr bwMode="auto">
          <a:xfrm>
            <a:off x="611188" y="3086100"/>
            <a:ext cx="1792287" cy="24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p:txBody>
      </p:sp>
      <p:cxnSp>
        <p:nvCxnSpPr>
          <p:cNvPr id="289801" name="AutoShape 8">
            <a:extLst>
              <a:ext uri="{FF2B5EF4-FFF2-40B4-BE49-F238E27FC236}">
                <a16:creationId xmlns:a16="http://schemas.microsoft.com/office/drawing/2014/main" id="{6A42E66E-289C-8490-7609-943B2843DED6}"/>
              </a:ext>
            </a:extLst>
          </p:cNvPr>
          <p:cNvCxnSpPr>
            <a:cxnSpLocks noChangeShapeType="1"/>
            <a:stCxn id="289796" idx="0"/>
            <a:endCxn id="289799" idx="2"/>
          </p:cNvCxnSpPr>
          <p:nvPr/>
        </p:nvCxnSpPr>
        <p:spPr bwMode="auto">
          <a:xfrm rot="-5400000">
            <a:off x="2931320" y="551656"/>
            <a:ext cx="563562" cy="3482975"/>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802" name="AutoShape 9">
            <a:extLst>
              <a:ext uri="{FF2B5EF4-FFF2-40B4-BE49-F238E27FC236}">
                <a16:creationId xmlns:a16="http://schemas.microsoft.com/office/drawing/2014/main" id="{463A76FE-575A-3468-BAA8-A31FDC0C967D}"/>
              </a:ext>
            </a:extLst>
          </p:cNvPr>
          <p:cNvCxnSpPr>
            <a:cxnSpLocks noChangeShapeType="1"/>
            <a:endCxn id="289799" idx="2"/>
          </p:cNvCxnSpPr>
          <p:nvPr/>
        </p:nvCxnSpPr>
        <p:spPr bwMode="auto">
          <a:xfrm rot="-5400000">
            <a:off x="4137026" y="1757362"/>
            <a:ext cx="563562" cy="1071563"/>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803" name="AutoShape 10">
            <a:extLst>
              <a:ext uri="{FF2B5EF4-FFF2-40B4-BE49-F238E27FC236}">
                <a16:creationId xmlns:a16="http://schemas.microsoft.com/office/drawing/2014/main" id="{3A05EE7E-FEF6-3240-7B32-C9FD8D837601}"/>
              </a:ext>
            </a:extLst>
          </p:cNvPr>
          <p:cNvCxnSpPr>
            <a:cxnSpLocks noChangeShapeType="1"/>
            <a:stCxn id="289797" idx="0"/>
            <a:endCxn id="289799" idx="2"/>
          </p:cNvCxnSpPr>
          <p:nvPr/>
        </p:nvCxnSpPr>
        <p:spPr bwMode="auto">
          <a:xfrm rot="5400000" flipH="1">
            <a:off x="6418263" y="547688"/>
            <a:ext cx="563562" cy="3490912"/>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804" name="AutoShape 11">
            <a:extLst>
              <a:ext uri="{FF2B5EF4-FFF2-40B4-BE49-F238E27FC236}">
                <a16:creationId xmlns:a16="http://schemas.microsoft.com/office/drawing/2014/main" id="{0D8E8F16-1510-F904-31BF-A91D22C22FE9}"/>
              </a:ext>
            </a:extLst>
          </p:cNvPr>
          <p:cNvCxnSpPr>
            <a:cxnSpLocks noChangeShapeType="1"/>
            <a:stCxn id="289798" idx="0"/>
            <a:endCxn id="289799" idx="2"/>
          </p:cNvCxnSpPr>
          <p:nvPr/>
        </p:nvCxnSpPr>
        <p:spPr bwMode="auto">
          <a:xfrm rot="5400000" flipH="1">
            <a:off x="5255420" y="1710531"/>
            <a:ext cx="563562" cy="1165225"/>
          </a:xfrm>
          <a:prstGeom prst="bentConnector3">
            <a:avLst>
              <a:gd name="adj1" fmla="val 49861"/>
            </a:avLst>
          </a:prstGeom>
          <a:noFill/>
          <a:ln w="9525">
            <a:solidFill>
              <a:srgbClr val="C0C0C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9805" name="Rectangle 12">
            <a:extLst>
              <a:ext uri="{FF2B5EF4-FFF2-40B4-BE49-F238E27FC236}">
                <a16:creationId xmlns:a16="http://schemas.microsoft.com/office/drawing/2014/main" id="{CBB1F37D-5CDE-B00B-02C9-08B4857A9C73}"/>
              </a:ext>
            </a:extLst>
          </p:cNvPr>
          <p:cNvSpPr>
            <a:spLocks noChangeArrowheads="1"/>
          </p:cNvSpPr>
          <p:nvPr/>
        </p:nvSpPr>
        <p:spPr bwMode="auto">
          <a:xfrm>
            <a:off x="2681288" y="2574925"/>
            <a:ext cx="1666875" cy="409575"/>
          </a:xfrm>
          <a:prstGeom prst="rect">
            <a:avLst/>
          </a:prstGeom>
          <a:noFill/>
          <a:ln w="9525">
            <a:solidFill>
              <a:srgbClr val="C0C0C0"/>
            </a:solidFill>
            <a:miter lim="800000"/>
            <a:headEnd/>
            <a:tailEnd/>
          </a:ln>
          <a:effectLst/>
          <a:extLst>
            <a:ext uri="{909E8E84-426E-40DD-AFC4-6F175D3DCCD1}">
              <a14:hiddenFill xmlns:a14="http://schemas.microsoft.com/office/drawing/2010/main">
                <a:solidFill>
                  <a:srgbClr val="FFFEF3"/>
                </a:solidFill>
              </a14:hiddenFill>
            </a:ext>
            <a:ext uri="{AF507438-7753-43E0-B8FC-AC1667EBCBE1}">
              <a14:hiddenEffects xmlns:a14="http://schemas.microsoft.com/office/drawing/2010/main">
                <a:effectLst>
                  <a:outerShdw dist="89803" dir="2700000" algn="ctr" rotWithShape="0">
                    <a:schemeClr val="bg2"/>
                  </a:outerShdw>
                </a:effectLst>
              </a14:hiddenEffects>
            </a:ext>
          </a:extLst>
        </p:spPr>
        <p:txBody>
          <a:bodyPr tIns="92075" bIns="92075" anchor="ctr" anchorCtr="1"/>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400" b="1">
                <a:solidFill>
                  <a:schemeClr val="accent1"/>
                </a:solidFill>
              </a:rPr>
              <a:t>Division B</a:t>
            </a:r>
          </a:p>
        </p:txBody>
      </p:sp>
      <p:sp>
        <p:nvSpPr>
          <p:cNvPr id="289806" name="Text Box 13">
            <a:extLst>
              <a:ext uri="{FF2B5EF4-FFF2-40B4-BE49-F238E27FC236}">
                <a16:creationId xmlns:a16="http://schemas.microsoft.com/office/drawing/2014/main" id="{CB94A305-5431-65F2-2B9C-0F99E7E76D23}"/>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diagrams</a:t>
            </a:r>
          </a:p>
        </p:txBody>
      </p:sp>
      <p:sp>
        <p:nvSpPr>
          <p:cNvPr id="289807" name="Rectangle 14">
            <a:extLst>
              <a:ext uri="{FF2B5EF4-FFF2-40B4-BE49-F238E27FC236}">
                <a16:creationId xmlns:a16="http://schemas.microsoft.com/office/drawing/2014/main" id="{C2130A59-A935-A5DE-19C5-55C23BF4921C}"/>
              </a:ext>
            </a:extLst>
          </p:cNvPr>
          <p:cNvSpPr>
            <a:spLocks noChangeArrowheads="1"/>
          </p:cNvSpPr>
          <p:nvPr/>
        </p:nvSpPr>
        <p:spPr bwMode="auto">
          <a:xfrm>
            <a:off x="2681288" y="3086100"/>
            <a:ext cx="1793875" cy="24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p:txBody>
      </p:sp>
      <p:sp>
        <p:nvSpPr>
          <p:cNvPr id="289808" name="Rectangle 15">
            <a:extLst>
              <a:ext uri="{FF2B5EF4-FFF2-40B4-BE49-F238E27FC236}">
                <a16:creationId xmlns:a16="http://schemas.microsoft.com/office/drawing/2014/main" id="{C57FEF81-26B5-BF69-7BFE-7BC3A14DCE32}"/>
              </a:ext>
            </a:extLst>
          </p:cNvPr>
          <p:cNvSpPr>
            <a:spLocks noChangeArrowheads="1"/>
          </p:cNvSpPr>
          <p:nvPr/>
        </p:nvSpPr>
        <p:spPr bwMode="auto">
          <a:xfrm>
            <a:off x="4816475" y="3086100"/>
            <a:ext cx="1793875" cy="24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p:txBody>
      </p:sp>
      <p:sp>
        <p:nvSpPr>
          <p:cNvPr id="289809" name="Rectangle 16">
            <a:extLst>
              <a:ext uri="{FF2B5EF4-FFF2-40B4-BE49-F238E27FC236}">
                <a16:creationId xmlns:a16="http://schemas.microsoft.com/office/drawing/2014/main" id="{42189F4D-0228-36E0-C1DA-1E399BC0AB34}"/>
              </a:ext>
            </a:extLst>
          </p:cNvPr>
          <p:cNvSpPr>
            <a:spLocks noChangeArrowheads="1"/>
          </p:cNvSpPr>
          <p:nvPr/>
        </p:nvSpPr>
        <p:spPr bwMode="auto">
          <a:xfrm>
            <a:off x="6962775" y="3086100"/>
            <a:ext cx="1792288" cy="24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169863" indent="-169863"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indent="-17303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143000" indent="-22860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a:t>
            </a:r>
          </a:p>
          <a:p>
            <a:pPr lvl="1" latinLnBrk="0">
              <a:buFontTx/>
              <a:buChar char="–"/>
            </a:pPr>
            <a:r>
              <a:rPr kumimoji="0" lang="en-US" altLang="en-US" sz="1200">
                <a:latin typeface="Arial" panose="020B0604020202020204" pitchFamily="34" charset="0"/>
              </a:rPr>
              <a:t>Sub-bullet </a:t>
            </a:r>
            <a:br>
              <a:rPr kumimoji="0" lang="en-US" altLang="en-US" sz="1200">
                <a:latin typeface="Arial" panose="020B0604020202020204" pitchFamily="34" charset="0"/>
              </a:rPr>
            </a:br>
            <a:endParaRPr kumimoji="0" lang="en-US" altLang="en-US" sz="1200">
              <a:latin typeface="Arial" panose="020B0604020202020204" pitchFamily="34" charset="0"/>
            </a:endParaRPr>
          </a:p>
          <a:p>
            <a:pPr latinLnBrk="0"/>
            <a:r>
              <a:rPr kumimoji="0" lang="en-US" altLang="en-US" sz="1400">
                <a:latin typeface="Arial" panose="020B0604020202020204" pitchFamily="34" charset="0"/>
              </a:rPr>
              <a:t>Bullet</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5" name="Rectangle 2">
            <a:extLst>
              <a:ext uri="{FF2B5EF4-FFF2-40B4-BE49-F238E27FC236}">
                <a16:creationId xmlns:a16="http://schemas.microsoft.com/office/drawing/2014/main" id="{DC14D80A-3842-EA1B-2818-67DE8BD541ED}"/>
              </a:ext>
            </a:extLst>
          </p:cNvPr>
          <p:cNvSpPr>
            <a:spLocks noGrp="1" noChangeArrowheads="1"/>
          </p:cNvSpPr>
          <p:nvPr>
            <p:ph type="title"/>
          </p:nvPr>
        </p:nvSpPr>
        <p:spPr/>
        <p:txBody>
          <a:bodyPr/>
          <a:lstStyle/>
          <a:p>
            <a:pPr eaLnBrk="1" hangingPunct="1"/>
            <a:endParaRPr lang="ko-KR" altLang="en-US"/>
          </a:p>
        </p:txBody>
      </p:sp>
      <p:sp>
        <p:nvSpPr>
          <p:cNvPr id="310274" name="슬라이드 번호 개체 틀 3">
            <a:extLst>
              <a:ext uri="{FF2B5EF4-FFF2-40B4-BE49-F238E27FC236}">
                <a16:creationId xmlns:a16="http://schemas.microsoft.com/office/drawing/2014/main" id="{A1DE3E05-94D6-2D28-B0D2-B8B6B1B8CC19}"/>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5B30BD69-3FFA-2243-BE82-4013D9F28C17}" type="slidenum">
              <a:rPr lang="en-US" altLang="en-US" smtClean="0">
                <a:solidFill>
                  <a:schemeClr val="bg1"/>
                </a:solidFill>
              </a:rPr>
              <a:pPr/>
              <a:t>54</a:t>
            </a:fld>
            <a:r>
              <a:rPr lang="en-US" altLang="en-US">
                <a:solidFill>
                  <a:schemeClr val="bg1"/>
                </a:solidFill>
              </a:rPr>
              <a:t> </a:t>
            </a:r>
          </a:p>
        </p:txBody>
      </p:sp>
      <p:sp>
        <p:nvSpPr>
          <p:cNvPr id="310273" name="날짜 개체 틀 2">
            <a:extLst>
              <a:ext uri="{FF2B5EF4-FFF2-40B4-BE49-F238E27FC236}">
                <a16:creationId xmlns:a16="http://schemas.microsoft.com/office/drawing/2014/main" id="{0141C514-9092-D64D-7D36-6A33017C8C9F}"/>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BAD564FD-AA01-2045-8D86-69F009118B60}"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310276" name="AutoShape 3">
            <a:extLst>
              <a:ext uri="{FF2B5EF4-FFF2-40B4-BE49-F238E27FC236}">
                <a16:creationId xmlns:a16="http://schemas.microsoft.com/office/drawing/2014/main" id="{E242276C-77DD-5CD5-1A51-C65E97028F24}"/>
              </a:ext>
            </a:extLst>
          </p:cNvPr>
          <p:cNvSpPr>
            <a:spLocks noChangeArrowheads="1"/>
          </p:cNvSpPr>
          <p:nvPr/>
        </p:nvSpPr>
        <p:spPr bwMode="auto">
          <a:xfrm>
            <a:off x="371475" y="1631950"/>
            <a:ext cx="8467725" cy="3511550"/>
          </a:xfrm>
          <a:prstGeom prst="downArrowCallout">
            <a:avLst>
              <a:gd name="adj1" fmla="val 149640"/>
              <a:gd name="adj2" fmla="val 82278"/>
              <a:gd name="adj3" fmla="val 9204"/>
              <a:gd name="adj4" fmla="val 55333"/>
            </a:avLst>
          </a:prstGeom>
          <a:solidFill>
            <a:schemeClr val="bg1"/>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0277" name="Rectangle 4">
            <a:extLst>
              <a:ext uri="{FF2B5EF4-FFF2-40B4-BE49-F238E27FC236}">
                <a16:creationId xmlns:a16="http://schemas.microsoft.com/office/drawing/2014/main" id="{BFBFCC08-B653-E5C0-3A6D-0935EBFCF275}"/>
              </a:ext>
            </a:extLst>
          </p:cNvPr>
          <p:cNvSpPr>
            <a:spLocks noChangeArrowheads="1"/>
          </p:cNvSpPr>
          <p:nvPr/>
        </p:nvSpPr>
        <p:spPr bwMode="auto">
          <a:xfrm>
            <a:off x="2676525" y="3806825"/>
            <a:ext cx="3741738" cy="514350"/>
          </a:xfrm>
          <a:prstGeom prst="rect">
            <a:avLst/>
          </a:prstGeom>
          <a:noFill/>
          <a:ln>
            <a:noFill/>
          </a:ln>
          <a:effectLst/>
          <a:extLst>
            <a:ext uri="{909E8E84-426E-40DD-AFC4-6F175D3DCCD1}">
              <a14:hiddenFill xmlns:a14="http://schemas.microsoft.com/office/drawing/2010/main">
                <a:gradFill rotWithShape="0">
                  <a:gsLst>
                    <a:gs pos="0">
                      <a:srgbClr val="438EB4"/>
                    </a:gs>
                    <a:gs pos="100000">
                      <a:schemeClr val="accent1"/>
                    </a:gs>
                  </a:gsLst>
                  <a:lin ang="5400000" scaled="1"/>
                </a:gradFill>
              </a14:hiddenFill>
            </a:ext>
            <a:ext uri="{91240B29-F687-4F45-9708-019B960494DF}">
              <a14:hiddenLine xmlns:a14="http://schemas.microsoft.com/office/drawing/2010/main" w="25400">
                <a:solidFill>
                  <a:srgbClr val="FFFEF3"/>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nchor="ctr"/>
          <a:lstStyle>
            <a:lvl1pPr defTabSz="966788"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482600" indent="-171450" defTabSz="96678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966788" indent="-171450" defTabSz="966788"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449388" indent="-171450" defTabSz="966788"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933575" indent="-171450" defTabSz="966788"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3907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8479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051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7623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algn="ctr" latinLnBrk="0">
              <a:spcBef>
                <a:spcPct val="0"/>
              </a:spcBef>
              <a:buClrTx/>
              <a:buFontTx/>
              <a:buNone/>
            </a:pPr>
            <a:r>
              <a:rPr kumimoji="0" lang="en-US" altLang="ko-KR" b="1">
                <a:solidFill>
                  <a:schemeClr val="accent1"/>
                </a:solidFill>
                <a:latin typeface="Arial" panose="020B0604020202020204" pitchFamily="34" charset="0"/>
              </a:rPr>
              <a:t>Commercializing the </a:t>
            </a:r>
            <a:br>
              <a:rPr kumimoji="0" lang="en-US" altLang="ko-KR" b="1">
                <a:solidFill>
                  <a:schemeClr val="accent1"/>
                </a:solidFill>
                <a:latin typeface="Arial" panose="020B0604020202020204" pitchFamily="34" charset="0"/>
              </a:rPr>
            </a:br>
            <a:r>
              <a:rPr kumimoji="0" lang="en-US" altLang="ko-KR" b="1">
                <a:solidFill>
                  <a:schemeClr val="accent1"/>
                </a:solidFill>
                <a:latin typeface="Arial" panose="020B0604020202020204" pitchFamily="34" charset="0"/>
              </a:rPr>
              <a:t>Business Plan</a:t>
            </a:r>
          </a:p>
        </p:txBody>
      </p:sp>
      <p:sp>
        <p:nvSpPr>
          <p:cNvPr id="310278" name="Rectangle 5">
            <a:extLst>
              <a:ext uri="{FF2B5EF4-FFF2-40B4-BE49-F238E27FC236}">
                <a16:creationId xmlns:a16="http://schemas.microsoft.com/office/drawing/2014/main" id="{2A3A6753-D962-D307-D9F1-2376AEEC7A54}"/>
              </a:ext>
            </a:extLst>
          </p:cNvPr>
          <p:cNvSpPr>
            <a:spLocks noChangeArrowheads="1"/>
          </p:cNvSpPr>
          <p:nvPr/>
        </p:nvSpPr>
        <p:spPr bwMode="auto">
          <a:xfrm>
            <a:off x="2144713" y="4414838"/>
            <a:ext cx="4759325" cy="728662"/>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9525">
                <a:solidFill>
                  <a:schemeClr val="accent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defTabSz="966788"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962025" indent="-355600" defTabSz="96678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443038" indent="-238125" defTabSz="966788"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938338" indent="-179388" defTabSz="966788"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409825" indent="-122238" defTabSz="966788"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867025" indent="-122238"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3324225" indent="-122238"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781425" indent="-122238"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4238625" indent="-122238"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algn="ctr" latinLnBrk="0">
              <a:spcBef>
                <a:spcPct val="0"/>
              </a:spcBef>
              <a:buClrTx/>
              <a:buFontTx/>
              <a:buNone/>
            </a:pPr>
            <a:r>
              <a:rPr kumimoji="0" lang="en-US" altLang="ko-KR" sz="1200">
                <a:solidFill>
                  <a:schemeClr val="accent1"/>
                </a:solidFill>
                <a:latin typeface="Arial" panose="020B0604020202020204" pitchFamily="34" charset="0"/>
              </a:rPr>
              <a:t>Strategy Enablers</a:t>
            </a:r>
          </a:p>
          <a:p>
            <a:pPr algn="ctr" latinLnBrk="0">
              <a:spcBef>
                <a:spcPct val="0"/>
              </a:spcBef>
              <a:buClrTx/>
              <a:buFontTx/>
              <a:buNone/>
            </a:pPr>
            <a:r>
              <a:rPr kumimoji="0" lang="en-US" altLang="ko-KR" sz="1200">
                <a:solidFill>
                  <a:schemeClr val="accent1"/>
                </a:solidFill>
                <a:latin typeface="Arial" panose="020B0604020202020204" pitchFamily="34" charset="0"/>
              </a:rPr>
              <a:t>Marketing Program</a:t>
            </a:r>
          </a:p>
          <a:p>
            <a:pPr algn="ctr" latinLnBrk="0">
              <a:spcBef>
                <a:spcPct val="0"/>
              </a:spcBef>
              <a:buClrTx/>
              <a:buFontTx/>
              <a:buNone/>
            </a:pPr>
            <a:r>
              <a:rPr kumimoji="0" lang="en-US" altLang="ko-KR" sz="1200">
                <a:solidFill>
                  <a:schemeClr val="accent1"/>
                </a:solidFill>
                <a:latin typeface="Arial" panose="020B0604020202020204" pitchFamily="34" charset="0"/>
              </a:rPr>
              <a:t>Partnerships and Alliances</a:t>
            </a:r>
          </a:p>
          <a:p>
            <a:pPr algn="ctr" latinLnBrk="0">
              <a:spcBef>
                <a:spcPct val="0"/>
              </a:spcBef>
              <a:buClrTx/>
              <a:buFontTx/>
              <a:buNone/>
            </a:pPr>
            <a:r>
              <a:rPr kumimoji="0" lang="en-US" altLang="ko-KR" sz="1200">
                <a:solidFill>
                  <a:schemeClr val="accent1"/>
                </a:solidFill>
                <a:latin typeface="Arial" panose="020B0604020202020204" pitchFamily="34" charset="0"/>
              </a:rPr>
              <a:t>Financial Planning</a:t>
            </a:r>
          </a:p>
          <a:p>
            <a:pPr algn="ctr" latinLnBrk="0">
              <a:spcBef>
                <a:spcPct val="0"/>
              </a:spcBef>
              <a:buClrTx/>
              <a:buFontTx/>
              <a:buNone/>
            </a:pPr>
            <a:r>
              <a:rPr kumimoji="0" lang="en-US" altLang="ko-KR" sz="1200">
                <a:solidFill>
                  <a:schemeClr val="accent1"/>
                </a:solidFill>
                <a:latin typeface="Arial" panose="020B0604020202020204" pitchFamily="34" charset="0"/>
              </a:rPr>
              <a:t>Organization</a:t>
            </a:r>
          </a:p>
          <a:p>
            <a:pPr algn="ctr" latinLnBrk="0">
              <a:spcBef>
                <a:spcPct val="0"/>
              </a:spcBef>
              <a:buClrTx/>
              <a:buFontTx/>
              <a:buNone/>
            </a:pPr>
            <a:r>
              <a:rPr kumimoji="0" lang="en-US" altLang="ko-KR" sz="1200">
                <a:solidFill>
                  <a:schemeClr val="accent1"/>
                </a:solidFill>
                <a:latin typeface="Arial" panose="020B0604020202020204" pitchFamily="34" charset="0"/>
              </a:rPr>
              <a:t>Program Management</a:t>
            </a:r>
          </a:p>
        </p:txBody>
      </p:sp>
      <p:sp>
        <p:nvSpPr>
          <p:cNvPr id="310279" name="Rectangle 6">
            <a:extLst>
              <a:ext uri="{FF2B5EF4-FFF2-40B4-BE49-F238E27FC236}">
                <a16:creationId xmlns:a16="http://schemas.microsoft.com/office/drawing/2014/main" id="{66647B17-6C82-339E-7D1F-6C4FD24DDD26}"/>
              </a:ext>
            </a:extLst>
          </p:cNvPr>
          <p:cNvSpPr>
            <a:spLocks noChangeArrowheads="1"/>
          </p:cNvSpPr>
          <p:nvPr/>
        </p:nvSpPr>
        <p:spPr bwMode="auto">
          <a:xfrm>
            <a:off x="573088" y="1800225"/>
            <a:ext cx="2530475" cy="1627188"/>
          </a:xfrm>
          <a:prstGeom prst="rect">
            <a:avLst/>
          </a:prstGeom>
          <a:solidFill>
            <a:srgbClr val="B2B2B2"/>
          </a:solidFill>
          <a:ln>
            <a:noFill/>
          </a:ln>
          <a:effectLst/>
          <a:extLst>
            <a:ext uri="{91240B29-F687-4F45-9708-019B960494DF}">
              <a14:hiddenLine xmlns:a14="http://schemas.microsoft.com/office/drawing/2010/main" w="38100">
                <a:solidFill>
                  <a:srgbClr val="00808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defTabSz="966788"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482600" indent="-171450" defTabSz="96678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966788" indent="-171450" defTabSz="966788"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449388" indent="-171450" defTabSz="966788"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933575" indent="-171450" defTabSz="966788"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3907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8479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051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7623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algn="ctr" latinLnBrk="0">
              <a:spcBef>
                <a:spcPct val="0"/>
              </a:spcBef>
              <a:buClrTx/>
              <a:buFontTx/>
              <a:buNone/>
            </a:pPr>
            <a:r>
              <a:rPr kumimoji="0" lang="en-US" altLang="ko-KR" sz="1400" b="1">
                <a:solidFill>
                  <a:schemeClr val="bg1"/>
                </a:solidFill>
                <a:latin typeface="Arial" panose="020B0604020202020204" pitchFamily="34" charset="0"/>
              </a:rPr>
              <a:t>Building the </a:t>
            </a:r>
          </a:p>
          <a:p>
            <a:pPr algn="ctr" latinLnBrk="0">
              <a:spcBef>
                <a:spcPct val="0"/>
              </a:spcBef>
              <a:buClrTx/>
              <a:buFontTx/>
              <a:buNone/>
            </a:pPr>
            <a:r>
              <a:rPr kumimoji="0" lang="en-US" altLang="ko-KR" sz="1400" b="1">
                <a:solidFill>
                  <a:schemeClr val="bg1"/>
                </a:solidFill>
                <a:latin typeface="Arial" panose="020B0604020202020204" pitchFamily="34" charset="0"/>
              </a:rPr>
              <a:t>Business Model</a:t>
            </a:r>
          </a:p>
          <a:p>
            <a:pPr algn="ctr" latinLnBrk="0">
              <a:spcBef>
                <a:spcPct val="0"/>
              </a:spcBef>
              <a:buClrTx/>
              <a:buFontTx/>
              <a:buNone/>
            </a:pPr>
            <a:endParaRPr kumimoji="0" lang="ko-KR" altLang="en-US" sz="1400" b="1">
              <a:solidFill>
                <a:schemeClr val="bg1"/>
              </a:solidFill>
              <a:latin typeface="Arial" panose="020B0604020202020204" pitchFamily="34" charset="0"/>
            </a:endParaRPr>
          </a:p>
        </p:txBody>
      </p:sp>
      <p:sp>
        <p:nvSpPr>
          <p:cNvPr id="310280" name="Rectangle 7">
            <a:extLst>
              <a:ext uri="{FF2B5EF4-FFF2-40B4-BE49-F238E27FC236}">
                <a16:creationId xmlns:a16="http://schemas.microsoft.com/office/drawing/2014/main" id="{91BB9792-D889-2E84-1F0E-DCF90324F09D}"/>
              </a:ext>
            </a:extLst>
          </p:cNvPr>
          <p:cNvSpPr>
            <a:spLocks noChangeArrowheads="1"/>
          </p:cNvSpPr>
          <p:nvPr/>
        </p:nvSpPr>
        <p:spPr bwMode="auto">
          <a:xfrm>
            <a:off x="762000" y="2384425"/>
            <a:ext cx="2127250" cy="892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marL="171450" indent="-1714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962025" indent="-3556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Char char="•"/>
            </a:pPr>
            <a:r>
              <a:rPr kumimoji="0" lang="en-US" altLang="ko-KR" sz="1200">
                <a:solidFill>
                  <a:schemeClr val="bg1"/>
                </a:solidFill>
                <a:latin typeface="Arial" panose="020B0604020202020204" pitchFamily="34" charset="0"/>
              </a:rPr>
              <a:t>Market Opportunity</a:t>
            </a:r>
          </a:p>
          <a:p>
            <a:pPr latinLnBrk="0">
              <a:spcBef>
                <a:spcPct val="0"/>
              </a:spcBef>
              <a:buClrTx/>
              <a:buFontTx/>
              <a:buChar char="•"/>
            </a:pPr>
            <a:r>
              <a:rPr kumimoji="0" lang="en-US" altLang="ko-KR" sz="1200">
                <a:solidFill>
                  <a:schemeClr val="bg1"/>
                </a:solidFill>
                <a:latin typeface="Arial" panose="020B0604020202020204" pitchFamily="34" charset="0"/>
              </a:rPr>
              <a:t>Value Proposition</a:t>
            </a:r>
          </a:p>
          <a:p>
            <a:pPr latinLnBrk="0">
              <a:spcBef>
                <a:spcPct val="0"/>
              </a:spcBef>
              <a:buClrTx/>
              <a:buFontTx/>
              <a:buChar char="•"/>
            </a:pPr>
            <a:r>
              <a:rPr kumimoji="0" lang="en-US" altLang="ko-KR" sz="1200">
                <a:solidFill>
                  <a:schemeClr val="bg1"/>
                </a:solidFill>
                <a:latin typeface="Arial" panose="020B0604020202020204" pitchFamily="34" charset="0"/>
              </a:rPr>
              <a:t>Operational Model</a:t>
            </a:r>
          </a:p>
          <a:p>
            <a:pPr latinLnBrk="0">
              <a:spcBef>
                <a:spcPct val="0"/>
              </a:spcBef>
              <a:buClrTx/>
              <a:buFontTx/>
              <a:buChar char="•"/>
            </a:pPr>
            <a:r>
              <a:rPr kumimoji="0" lang="en-US" altLang="ko-KR" sz="1200">
                <a:solidFill>
                  <a:schemeClr val="bg1"/>
                </a:solidFill>
                <a:latin typeface="Arial" panose="020B0604020202020204" pitchFamily="34" charset="0"/>
              </a:rPr>
              <a:t>Profit Mechanism</a:t>
            </a:r>
          </a:p>
        </p:txBody>
      </p:sp>
      <p:sp>
        <p:nvSpPr>
          <p:cNvPr id="310281" name="Rectangle 8">
            <a:extLst>
              <a:ext uri="{FF2B5EF4-FFF2-40B4-BE49-F238E27FC236}">
                <a16:creationId xmlns:a16="http://schemas.microsoft.com/office/drawing/2014/main" id="{784A8981-0D24-A7E9-EECB-63F3B210B1BC}"/>
              </a:ext>
            </a:extLst>
          </p:cNvPr>
          <p:cNvSpPr>
            <a:spLocks noChangeArrowheads="1"/>
          </p:cNvSpPr>
          <p:nvPr/>
        </p:nvSpPr>
        <p:spPr bwMode="auto">
          <a:xfrm>
            <a:off x="6089650" y="1800225"/>
            <a:ext cx="2532063" cy="1627188"/>
          </a:xfrm>
          <a:prstGeom prst="rect">
            <a:avLst/>
          </a:prstGeom>
          <a:solidFill>
            <a:srgbClr val="B2B2B2"/>
          </a:solidFill>
          <a:ln>
            <a:noFill/>
          </a:ln>
          <a:effectLst/>
          <a:extLst>
            <a:ext uri="{91240B29-F687-4F45-9708-019B960494DF}">
              <a14:hiddenLine xmlns:a14="http://schemas.microsoft.com/office/drawing/2010/main" w="38100">
                <a:solidFill>
                  <a:srgbClr val="00808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defTabSz="966788"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482600" indent="-171450" defTabSz="96678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966788" indent="-171450" defTabSz="966788"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449388" indent="-171450" defTabSz="966788"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933575" indent="-171450" defTabSz="966788"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3907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8479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051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7623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algn="ctr" latinLnBrk="0">
              <a:spcBef>
                <a:spcPct val="0"/>
              </a:spcBef>
              <a:buClrTx/>
              <a:buFontTx/>
              <a:buNone/>
            </a:pPr>
            <a:r>
              <a:rPr kumimoji="0" lang="en-US" altLang="ko-KR" sz="1400" b="1">
                <a:solidFill>
                  <a:schemeClr val="bg1"/>
                </a:solidFill>
                <a:latin typeface="Arial" panose="020B0604020202020204" pitchFamily="34" charset="0"/>
              </a:rPr>
              <a:t>Defining the </a:t>
            </a:r>
            <a:br>
              <a:rPr kumimoji="0" lang="en-US" altLang="ko-KR" sz="1400" b="1">
                <a:solidFill>
                  <a:schemeClr val="bg1"/>
                </a:solidFill>
                <a:latin typeface="Arial" panose="020B0604020202020204" pitchFamily="34" charset="0"/>
              </a:rPr>
            </a:br>
            <a:r>
              <a:rPr kumimoji="0" lang="en-US" altLang="ko-KR" sz="1400" b="1">
                <a:solidFill>
                  <a:schemeClr val="bg1"/>
                </a:solidFill>
                <a:latin typeface="Arial" panose="020B0604020202020204" pitchFamily="34" charset="0"/>
              </a:rPr>
              <a:t>Solution Architecture</a:t>
            </a:r>
          </a:p>
          <a:p>
            <a:pPr algn="ctr" latinLnBrk="0">
              <a:spcBef>
                <a:spcPct val="0"/>
              </a:spcBef>
              <a:buClrTx/>
              <a:buFontTx/>
              <a:buNone/>
            </a:pPr>
            <a:endParaRPr kumimoji="0" lang="ko-KR" altLang="en-US" sz="1400" b="1">
              <a:solidFill>
                <a:schemeClr val="bg1"/>
              </a:solidFill>
              <a:latin typeface="Arial" panose="020B0604020202020204" pitchFamily="34" charset="0"/>
            </a:endParaRPr>
          </a:p>
        </p:txBody>
      </p:sp>
      <p:sp>
        <p:nvSpPr>
          <p:cNvPr id="310282" name="Rectangle 9">
            <a:extLst>
              <a:ext uri="{FF2B5EF4-FFF2-40B4-BE49-F238E27FC236}">
                <a16:creationId xmlns:a16="http://schemas.microsoft.com/office/drawing/2014/main" id="{573B1202-035D-C3A8-6B80-CC40A5F9E338}"/>
              </a:ext>
            </a:extLst>
          </p:cNvPr>
          <p:cNvSpPr>
            <a:spLocks noChangeArrowheads="1"/>
          </p:cNvSpPr>
          <p:nvPr/>
        </p:nvSpPr>
        <p:spPr bwMode="auto">
          <a:xfrm>
            <a:off x="6288088" y="2384425"/>
            <a:ext cx="2170112" cy="81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marL="171450" indent="-1714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962025" indent="-3556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Char char="•"/>
            </a:pPr>
            <a:r>
              <a:rPr kumimoji="0" lang="en-US" altLang="ko-KR" sz="1200">
                <a:solidFill>
                  <a:schemeClr val="bg1"/>
                </a:solidFill>
                <a:latin typeface="Arial" panose="020B0604020202020204" pitchFamily="34" charset="0"/>
              </a:rPr>
              <a:t>Assessment</a:t>
            </a:r>
          </a:p>
          <a:p>
            <a:pPr latinLnBrk="0">
              <a:spcBef>
                <a:spcPct val="0"/>
              </a:spcBef>
              <a:buClrTx/>
              <a:buFontTx/>
              <a:buChar char="•"/>
            </a:pPr>
            <a:r>
              <a:rPr kumimoji="0" lang="en-US" altLang="ko-KR" sz="1200">
                <a:solidFill>
                  <a:schemeClr val="bg1"/>
                </a:solidFill>
                <a:latin typeface="Arial" panose="020B0604020202020204" pitchFamily="34" charset="0"/>
              </a:rPr>
              <a:t>Strategy</a:t>
            </a:r>
          </a:p>
          <a:p>
            <a:pPr latinLnBrk="0">
              <a:spcBef>
                <a:spcPct val="0"/>
              </a:spcBef>
              <a:buClrTx/>
              <a:buFontTx/>
              <a:buChar char="•"/>
            </a:pPr>
            <a:r>
              <a:rPr kumimoji="0" lang="en-US" altLang="ko-KR" sz="1200">
                <a:solidFill>
                  <a:schemeClr val="bg1"/>
                </a:solidFill>
                <a:latin typeface="Arial" panose="020B0604020202020204" pitchFamily="34" charset="0"/>
              </a:rPr>
              <a:t>Architecture</a:t>
            </a:r>
          </a:p>
          <a:p>
            <a:pPr latinLnBrk="0">
              <a:spcBef>
                <a:spcPct val="0"/>
              </a:spcBef>
              <a:buClrTx/>
              <a:buFontTx/>
              <a:buChar char="•"/>
            </a:pPr>
            <a:r>
              <a:rPr kumimoji="0" lang="en-US" altLang="ko-KR" sz="1200">
                <a:solidFill>
                  <a:schemeClr val="bg1"/>
                </a:solidFill>
                <a:latin typeface="Arial" panose="020B0604020202020204" pitchFamily="34" charset="0"/>
              </a:rPr>
              <a:t>Planning</a:t>
            </a:r>
          </a:p>
        </p:txBody>
      </p:sp>
      <p:sp>
        <p:nvSpPr>
          <p:cNvPr id="310283" name="Rectangle 10">
            <a:extLst>
              <a:ext uri="{FF2B5EF4-FFF2-40B4-BE49-F238E27FC236}">
                <a16:creationId xmlns:a16="http://schemas.microsoft.com/office/drawing/2014/main" id="{91C1123A-11C4-E6CF-2B28-280588BE9379}"/>
              </a:ext>
            </a:extLst>
          </p:cNvPr>
          <p:cNvSpPr>
            <a:spLocks noChangeArrowheads="1"/>
          </p:cNvSpPr>
          <p:nvPr/>
        </p:nvSpPr>
        <p:spPr bwMode="auto">
          <a:xfrm>
            <a:off x="3333750" y="1800225"/>
            <a:ext cx="2532063" cy="1627188"/>
          </a:xfrm>
          <a:prstGeom prst="rect">
            <a:avLst/>
          </a:prstGeom>
          <a:solidFill>
            <a:srgbClr val="B2B2B2"/>
          </a:solidFill>
          <a:ln>
            <a:noFill/>
          </a:ln>
          <a:effectLst/>
          <a:extLst>
            <a:ext uri="{91240B29-F687-4F45-9708-019B960494DF}">
              <a14:hiddenLine xmlns:a14="http://schemas.microsoft.com/office/drawing/2010/main" w="38100">
                <a:solidFill>
                  <a:srgbClr val="00808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defTabSz="966788"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482600" indent="-171450" defTabSz="96678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966788" indent="-171450" defTabSz="966788"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449388" indent="-171450" defTabSz="966788"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933575" indent="-171450" defTabSz="966788"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3907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8479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051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7623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algn="ctr" latinLnBrk="0">
              <a:spcBef>
                <a:spcPct val="0"/>
              </a:spcBef>
              <a:buClrTx/>
              <a:buFontTx/>
              <a:buNone/>
            </a:pPr>
            <a:r>
              <a:rPr kumimoji="0" lang="en-US" altLang="ko-KR" sz="1400" b="1">
                <a:solidFill>
                  <a:schemeClr val="bg1"/>
                </a:solidFill>
                <a:latin typeface="Arial" panose="020B0604020202020204" pitchFamily="34" charset="0"/>
              </a:rPr>
              <a:t>Creating the </a:t>
            </a:r>
            <a:br>
              <a:rPr kumimoji="0" lang="en-US" altLang="ko-KR" sz="1400" b="1">
                <a:solidFill>
                  <a:schemeClr val="bg1"/>
                </a:solidFill>
                <a:latin typeface="Arial" panose="020B0604020202020204" pitchFamily="34" charset="0"/>
              </a:rPr>
            </a:br>
            <a:r>
              <a:rPr kumimoji="0" lang="en-US" altLang="ko-KR" sz="1400" b="1">
                <a:solidFill>
                  <a:schemeClr val="bg1"/>
                </a:solidFill>
                <a:latin typeface="Arial" panose="020B0604020202020204" pitchFamily="34" charset="0"/>
              </a:rPr>
              <a:t>Customer Experience</a:t>
            </a:r>
          </a:p>
          <a:p>
            <a:pPr latinLnBrk="0">
              <a:spcBef>
                <a:spcPct val="0"/>
              </a:spcBef>
              <a:buClrTx/>
              <a:buFontTx/>
              <a:buNone/>
            </a:pPr>
            <a:endParaRPr kumimoji="0" lang="ko-KR" altLang="en-US" sz="1400" b="1">
              <a:solidFill>
                <a:schemeClr val="bg1"/>
              </a:solidFill>
              <a:latin typeface="Arial" panose="020B0604020202020204" pitchFamily="34" charset="0"/>
            </a:endParaRPr>
          </a:p>
        </p:txBody>
      </p:sp>
      <p:sp>
        <p:nvSpPr>
          <p:cNvPr id="310284" name="Rectangle 11">
            <a:extLst>
              <a:ext uri="{FF2B5EF4-FFF2-40B4-BE49-F238E27FC236}">
                <a16:creationId xmlns:a16="http://schemas.microsoft.com/office/drawing/2014/main" id="{377FD4E0-BB02-21EF-1D32-BA51C90C3FB4}"/>
              </a:ext>
            </a:extLst>
          </p:cNvPr>
          <p:cNvSpPr>
            <a:spLocks noChangeArrowheads="1"/>
          </p:cNvSpPr>
          <p:nvPr/>
        </p:nvSpPr>
        <p:spPr bwMode="auto">
          <a:xfrm>
            <a:off x="3589338" y="1841500"/>
            <a:ext cx="1957387" cy="512763"/>
          </a:xfrm>
          <a:prstGeom prst="rect">
            <a:avLst/>
          </a:prstGeom>
          <a:noFill/>
          <a:ln>
            <a:noFill/>
          </a:ln>
          <a:effectLst/>
          <a:extLst>
            <a:ext uri="{909E8E84-426E-40DD-AFC4-6F175D3DCCD1}">
              <a14:hiddenFill xmlns:a14="http://schemas.microsoft.com/office/drawing/2010/main">
                <a:gradFill rotWithShape="0">
                  <a:gsLst>
                    <a:gs pos="0">
                      <a:srgbClr val="438EB4"/>
                    </a:gs>
                    <a:gs pos="100000">
                      <a:schemeClr val="accent1"/>
                    </a:gs>
                  </a:gsLst>
                  <a:lin ang="5400000" scaled="1"/>
                </a:gradFill>
              </a14:hiddenFill>
            </a:ext>
            <a:ext uri="{91240B29-F687-4F45-9708-019B960494DF}">
              <a14:hiddenLine xmlns:a14="http://schemas.microsoft.com/office/drawing/2010/main" w="25400">
                <a:solidFill>
                  <a:srgbClr val="FFFEF3"/>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nchor="ctr"/>
          <a:lstStyle>
            <a:lvl1pPr defTabSz="966788"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482600" indent="-171450" defTabSz="966788"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966788" indent="-171450" defTabSz="966788"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449388" indent="-171450" defTabSz="966788"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1933575" indent="-171450" defTabSz="966788"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3907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8479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051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762375" indent="-171450" defTabSz="966788"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algn="ctr" latinLnBrk="0">
              <a:spcBef>
                <a:spcPct val="0"/>
              </a:spcBef>
              <a:buClrTx/>
              <a:buFontTx/>
              <a:buNone/>
            </a:pPr>
            <a:endParaRPr kumimoji="0" lang="ko-KR" altLang="en-US" b="1">
              <a:solidFill>
                <a:schemeClr val="bg1"/>
              </a:solidFill>
              <a:latin typeface="Arial" panose="020B0604020202020204" pitchFamily="34" charset="0"/>
            </a:endParaRPr>
          </a:p>
        </p:txBody>
      </p:sp>
      <p:sp>
        <p:nvSpPr>
          <p:cNvPr id="310285" name="AutoShape 12">
            <a:extLst>
              <a:ext uri="{FF2B5EF4-FFF2-40B4-BE49-F238E27FC236}">
                <a16:creationId xmlns:a16="http://schemas.microsoft.com/office/drawing/2014/main" id="{BCA1601D-447C-B53A-BEF8-06734C9BA77A}"/>
              </a:ext>
            </a:extLst>
          </p:cNvPr>
          <p:cNvSpPr>
            <a:spLocks noChangeArrowheads="1"/>
          </p:cNvSpPr>
          <p:nvPr/>
        </p:nvSpPr>
        <p:spPr bwMode="auto">
          <a:xfrm>
            <a:off x="5651500" y="2292350"/>
            <a:ext cx="636588" cy="658813"/>
          </a:xfrm>
          <a:prstGeom prst="plus">
            <a:avLst>
              <a:gd name="adj" fmla="val 41440"/>
            </a:avLst>
          </a:prstGeom>
          <a:solidFill>
            <a:schemeClr val="folHlink"/>
          </a:solidFill>
          <a:ln>
            <a:noFill/>
          </a:ln>
          <a:effectLst/>
          <a:extLst>
            <a:ext uri="{91240B29-F687-4F45-9708-019B960494DF}">
              <a14:hiddenLine xmlns:a14="http://schemas.microsoft.com/office/drawing/2010/main" w="9525">
                <a:solidFill>
                  <a:schemeClr val="accent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0286" name="Rectangle 13">
            <a:extLst>
              <a:ext uri="{FF2B5EF4-FFF2-40B4-BE49-F238E27FC236}">
                <a16:creationId xmlns:a16="http://schemas.microsoft.com/office/drawing/2014/main" id="{FD0D88F0-3436-4DC4-C156-5C0551A61CAC}"/>
              </a:ext>
            </a:extLst>
          </p:cNvPr>
          <p:cNvSpPr>
            <a:spLocks noChangeArrowheads="1"/>
          </p:cNvSpPr>
          <p:nvPr/>
        </p:nvSpPr>
        <p:spPr bwMode="auto">
          <a:xfrm>
            <a:off x="3527425" y="2381250"/>
            <a:ext cx="2124075"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6661" tIns="48331" rIns="96661" bIns="48331"/>
          <a:lstStyle>
            <a:lvl1pPr marL="171450" indent="-17145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962025" indent="-35560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Tx/>
              <a:buFontTx/>
              <a:buChar char="•"/>
            </a:pPr>
            <a:r>
              <a:rPr kumimoji="0" lang="en-US" altLang="ko-KR" sz="1200">
                <a:solidFill>
                  <a:schemeClr val="bg1"/>
                </a:solidFill>
                <a:latin typeface="Arial" panose="020B0604020202020204" pitchFamily="34" charset="0"/>
              </a:rPr>
              <a:t>Experience Design</a:t>
            </a:r>
          </a:p>
          <a:p>
            <a:pPr latinLnBrk="0">
              <a:spcBef>
                <a:spcPct val="0"/>
              </a:spcBef>
              <a:buClrTx/>
              <a:buFontTx/>
              <a:buChar char="•"/>
            </a:pPr>
            <a:r>
              <a:rPr kumimoji="0" lang="en-US" altLang="ko-KR" sz="1200">
                <a:solidFill>
                  <a:schemeClr val="bg1"/>
                </a:solidFill>
                <a:latin typeface="Arial" panose="020B0604020202020204" pitchFamily="34" charset="0"/>
              </a:rPr>
              <a:t>Brand Strategy</a:t>
            </a:r>
          </a:p>
          <a:p>
            <a:pPr latinLnBrk="0">
              <a:spcBef>
                <a:spcPct val="0"/>
              </a:spcBef>
              <a:buClrTx/>
              <a:buFontTx/>
              <a:buChar char="•"/>
            </a:pPr>
            <a:r>
              <a:rPr kumimoji="0" lang="en-US" altLang="ko-KR" sz="1200">
                <a:solidFill>
                  <a:schemeClr val="bg1"/>
                </a:solidFill>
                <a:latin typeface="Arial" panose="020B0604020202020204" pitchFamily="34" charset="0"/>
              </a:rPr>
              <a:t>Online Visualization</a:t>
            </a:r>
          </a:p>
          <a:p>
            <a:pPr latinLnBrk="0">
              <a:spcBef>
                <a:spcPct val="0"/>
              </a:spcBef>
              <a:buClrTx/>
              <a:buFontTx/>
              <a:buChar char="•"/>
            </a:pPr>
            <a:r>
              <a:rPr kumimoji="0" lang="en-US" altLang="ko-KR" sz="1200">
                <a:solidFill>
                  <a:schemeClr val="bg1"/>
                </a:solidFill>
                <a:latin typeface="Arial" panose="020B0604020202020204" pitchFamily="34" charset="0"/>
              </a:rPr>
              <a:t>CRM</a:t>
            </a:r>
          </a:p>
        </p:txBody>
      </p:sp>
      <p:sp>
        <p:nvSpPr>
          <p:cNvPr id="310287" name="AutoShape 14">
            <a:extLst>
              <a:ext uri="{FF2B5EF4-FFF2-40B4-BE49-F238E27FC236}">
                <a16:creationId xmlns:a16="http://schemas.microsoft.com/office/drawing/2014/main" id="{0B5FC55D-09DE-07F7-BCB0-70E6F7B3FD39}"/>
              </a:ext>
            </a:extLst>
          </p:cNvPr>
          <p:cNvSpPr>
            <a:spLocks noChangeArrowheads="1"/>
          </p:cNvSpPr>
          <p:nvPr/>
        </p:nvSpPr>
        <p:spPr bwMode="auto">
          <a:xfrm>
            <a:off x="2889250" y="2292350"/>
            <a:ext cx="638175" cy="658813"/>
          </a:xfrm>
          <a:prstGeom prst="plus">
            <a:avLst>
              <a:gd name="adj" fmla="val 41440"/>
            </a:avLst>
          </a:prstGeom>
          <a:solidFill>
            <a:schemeClr val="folHlink"/>
          </a:solidFill>
          <a:ln>
            <a:noFill/>
          </a:ln>
          <a:effectLst/>
          <a:extLst>
            <a:ext uri="{91240B29-F687-4F45-9708-019B960494DF}">
              <a14:hiddenLine xmlns:a14="http://schemas.microsoft.com/office/drawing/2010/main" w="9525">
                <a:solidFill>
                  <a:schemeClr val="accent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0288" name="Text Box 15">
            <a:extLst>
              <a:ext uri="{FF2B5EF4-FFF2-40B4-BE49-F238E27FC236}">
                <a16:creationId xmlns:a16="http://schemas.microsoft.com/office/drawing/2014/main" id="{83D4F732-1837-6D31-3A7B-4F8B0EA7BF07}"/>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diagrams</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5" name="Rectangle 4">
            <a:extLst>
              <a:ext uri="{FF2B5EF4-FFF2-40B4-BE49-F238E27FC236}">
                <a16:creationId xmlns:a16="http://schemas.microsoft.com/office/drawing/2014/main" id="{6C458677-AE55-B92D-E36A-FD68C222232A}"/>
              </a:ext>
            </a:extLst>
          </p:cNvPr>
          <p:cNvSpPr>
            <a:spLocks noGrp="1" noChangeArrowheads="1"/>
          </p:cNvSpPr>
          <p:nvPr>
            <p:ph type="title"/>
          </p:nvPr>
        </p:nvSpPr>
        <p:spPr/>
        <p:txBody>
          <a:bodyPr/>
          <a:lstStyle/>
          <a:p>
            <a:pPr eaLnBrk="1" hangingPunct="1"/>
            <a:endParaRPr lang="ko-KR" altLang="en-US"/>
          </a:p>
        </p:txBody>
      </p:sp>
      <p:sp>
        <p:nvSpPr>
          <p:cNvPr id="312322" name="슬라이드 번호 개체 틀 3">
            <a:extLst>
              <a:ext uri="{FF2B5EF4-FFF2-40B4-BE49-F238E27FC236}">
                <a16:creationId xmlns:a16="http://schemas.microsoft.com/office/drawing/2014/main" id="{7A34E1D1-ED37-10BB-8E02-567BEE8DC03E}"/>
              </a:ext>
            </a:extLst>
          </p:cNvPr>
          <p:cNvSpPr>
            <a:spLocks noGrp="1"/>
          </p:cNvSpPr>
          <p:nvPr>
            <p:ph type="sldNum" sz="quarter" idx="11"/>
          </p:nvPr>
        </p:nvSpPr>
        <p:spPr bwMode="auto">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a:solidFill>
                  <a:schemeClr val="bg1"/>
                </a:solidFill>
              </a:rPr>
              <a:t> </a:t>
            </a:r>
            <a:fld id="{E378FB16-E217-484F-8E54-977E48C64B0D}" type="slidenum">
              <a:rPr lang="en-US" altLang="en-US" smtClean="0">
                <a:solidFill>
                  <a:schemeClr val="bg1"/>
                </a:solidFill>
              </a:rPr>
              <a:pPr/>
              <a:t>55</a:t>
            </a:fld>
            <a:r>
              <a:rPr lang="en-US" altLang="en-US">
                <a:solidFill>
                  <a:schemeClr val="bg1"/>
                </a:solidFill>
              </a:rPr>
              <a:t> </a:t>
            </a:r>
          </a:p>
        </p:txBody>
      </p:sp>
      <p:sp>
        <p:nvSpPr>
          <p:cNvPr id="312321" name="날짜 개체 틀 2">
            <a:extLst>
              <a:ext uri="{FF2B5EF4-FFF2-40B4-BE49-F238E27FC236}">
                <a16:creationId xmlns:a16="http://schemas.microsoft.com/office/drawing/2014/main" id="{DDB0DF12-DA21-3BE8-7245-A16933BC60CC}"/>
              </a:ext>
            </a:extLst>
          </p:cNvPr>
          <p:cNvSpPr>
            <a:spLocks noGrp="1"/>
          </p:cNvSpPr>
          <p:nvPr>
            <p:ph type="dt" sz="quarter" idx="4294967295"/>
          </p:nvPr>
        </p:nvSpPr>
        <p:spPr bwMode="auto">
          <a:xfrm>
            <a:off x="0" y="6569075"/>
            <a:ext cx="2260600" cy="244475"/>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4EAFEB35-C449-7944-81EF-AE4D9ED31885}" type="datetime1">
              <a:rPr lang="ko-KR" altLang="en-US" smtClean="0">
                <a:solidFill>
                  <a:schemeClr val="bg1"/>
                </a:solidFill>
              </a:rPr>
              <a:pPr/>
              <a:t>2023. 12. 23.</a:t>
            </a:fld>
            <a:r>
              <a:rPr lang="en-US" altLang="ko-KR">
                <a:solidFill>
                  <a:schemeClr val="bg1"/>
                </a:solidFill>
              </a:rPr>
              <a:t> </a:t>
            </a:r>
            <a:endParaRPr lang="en-US" altLang="en-US">
              <a:solidFill>
                <a:schemeClr val="bg1"/>
              </a:solidFill>
            </a:endParaRPr>
          </a:p>
        </p:txBody>
      </p:sp>
      <p:sp>
        <p:nvSpPr>
          <p:cNvPr id="312323" name="AutoShape 2">
            <a:extLst>
              <a:ext uri="{FF2B5EF4-FFF2-40B4-BE49-F238E27FC236}">
                <a16:creationId xmlns:a16="http://schemas.microsoft.com/office/drawing/2014/main" id="{AB9742CD-CBAF-A4F1-F7F7-2D4138496DDF}"/>
              </a:ext>
            </a:extLst>
          </p:cNvPr>
          <p:cNvSpPr>
            <a:spLocks noChangeArrowheads="1"/>
          </p:cNvSpPr>
          <p:nvPr/>
        </p:nvSpPr>
        <p:spPr bwMode="auto">
          <a:xfrm>
            <a:off x="371475" y="5651500"/>
            <a:ext cx="1611313" cy="914400"/>
          </a:xfrm>
          <a:prstGeom prst="homePlate">
            <a:avLst>
              <a:gd name="adj" fmla="val 44054"/>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altLang="ko-KR" sz="1400" b="1">
                <a:solidFill>
                  <a:schemeClr val="bg1"/>
                </a:solidFill>
              </a:rPr>
              <a:t>Result</a:t>
            </a:r>
          </a:p>
        </p:txBody>
      </p:sp>
      <p:sp>
        <p:nvSpPr>
          <p:cNvPr id="312324" name="AutoShape 3">
            <a:extLst>
              <a:ext uri="{FF2B5EF4-FFF2-40B4-BE49-F238E27FC236}">
                <a16:creationId xmlns:a16="http://schemas.microsoft.com/office/drawing/2014/main" id="{F05970C3-33CE-F65C-662D-F1D2286A1DD8}"/>
              </a:ext>
            </a:extLst>
          </p:cNvPr>
          <p:cNvSpPr>
            <a:spLocks noChangeArrowheads="1"/>
          </p:cNvSpPr>
          <p:nvPr/>
        </p:nvSpPr>
        <p:spPr bwMode="auto">
          <a:xfrm>
            <a:off x="1638300" y="5651500"/>
            <a:ext cx="7391400" cy="914400"/>
          </a:xfrm>
          <a:prstGeom prst="chevron">
            <a:avLst>
              <a:gd name="adj" fmla="val 43747"/>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2326" name="AutoShape 5">
            <a:extLst>
              <a:ext uri="{FF2B5EF4-FFF2-40B4-BE49-F238E27FC236}">
                <a16:creationId xmlns:a16="http://schemas.microsoft.com/office/drawing/2014/main" id="{CCC09D5A-3401-15A2-B640-1D0E82C38DD0}"/>
              </a:ext>
            </a:extLst>
          </p:cNvPr>
          <p:cNvSpPr>
            <a:spLocks noChangeArrowheads="1"/>
          </p:cNvSpPr>
          <p:nvPr/>
        </p:nvSpPr>
        <p:spPr bwMode="auto">
          <a:xfrm>
            <a:off x="371475" y="4621213"/>
            <a:ext cx="1611313" cy="914400"/>
          </a:xfrm>
          <a:prstGeom prst="homePlate">
            <a:avLst>
              <a:gd name="adj" fmla="val 44054"/>
            </a:avLst>
          </a:prstGeom>
          <a:noFill/>
          <a:ln w="9525">
            <a:solidFill>
              <a:srgbClr val="B2B2B2"/>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altLang="ko-KR" sz="1400" b="1">
                <a:solidFill>
                  <a:schemeClr val="accent1"/>
                </a:solidFill>
              </a:rPr>
              <a:t>Capabilities</a:t>
            </a:r>
          </a:p>
        </p:txBody>
      </p:sp>
      <p:sp>
        <p:nvSpPr>
          <p:cNvPr id="312327" name="AutoShape 6">
            <a:extLst>
              <a:ext uri="{FF2B5EF4-FFF2-40B4-BE49-F238E27FC236}">
                <a16:creationId xmlns:a16="http://schemas.microsoft.com/office/drawing/2014/main" id="{77862F14-2115-766A-15EB-8A327563C028}"/>
              </a:ext>
            </a:extLst>
          </p:cNvPr>
          <p:cNvSpPr>
            <a:spLocks noChangeArrowheads="1"/>
          </p:cNvSpPr>
          <p:nvPr/>
        </p:nvSpPr>
        <p:spPr bwMode="auto">
          <a:xfrm>
            <a:off x="371475" y="3594100"/>
            <a:ext cx="1611313" cy="914400"/>
          </a:xfrm>
          <a:prstGeom prst="homePlate">
            <a:avLst>
              <a:gd name="adj" fmla="val 44054"/>
            </a:avLst>
          </a:prstGeom>
          <a:noFill/>
          <a:ln w="9525">
            <a:solidFill>
              <a:srgbClr val="B2B2B2"/>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altLang="ko-KR" sz="1400" b="1">
                <a:solidFill>
                  <a:schemeClr val="accent1"/>
                </a:solidFill>
              </a:rPr>
              <a:t>Vision</a:t>
            </a:r>
          </a:p>
        </p:txBody>
      </p:sp>
      <p:sp>
        <p:nvSpPr>
          <p:cNvPr id="312328" name="AutoShape 7">
            <a:extLst>
              <a:ext uri="{FF2B5EF4-FFF2-40B4-BE49-F238E27FC236}">
                <a16:creationId xmlns:a16="http://schemas.microsoft.com/office/drawing/2014/main" id="{B492D687-D65C-8AA9-3EB3-4B348C1EB572}"/>
              </a:ext>
            </a:extLst>
          </p:cNvPr>
          <p:cNvSpPr>
            <a:spLocks noChangeArrowheads="1"/>
          </p:cNvSpPr>
          <p:nvPr/>
        </p:nvSpPr>
        <p:spPr bwMode="auto">
          <a:xfrm>
            <a:off x="371475" y="2565400"/>
            <a:ext cx="1611313" cy="914400"/>
          </a:xfrm>
          <a:prstGeom prst="homePlate">
            <a:avLst>
              <a:gd name="adj" fmla="val 44054"/>
            </a:avLst>
          </a:prstGeom>
          <a:noFill/>
          <a:ln w="9525">
            <a:solidFill>
              <a:srgbClr val="B2B2B2"/>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altLang="ko-KR" sz="1400" b="1">
                <a:solidFill>
                  <a:schemeClr val="accent1"/>
                </a:solidFill>
              </a:rPr>
              <a:t>Reason</a:t>
            </a:r>
          </a:p>
        </p:txBody>
      </p:sp>
      <p:sp>
        <p:nvSpPr>
          <p:cNvPr id="312329" name="AutoShape 8">
            <a:extLst>
              <a:ext uri="{FF2B5EF4-FFF2-40B4-BE49-F238E27FC236}">
                <a16:creationId xmlns:a16="http://schemas.microsoft.com/office/drawing/2014/main" id="{3A0E012F-300C-5E4F-0C2B-9CD6807F5BD3}"/>
              </a:ext>
            </a:extLst>
          </p:cNvPr>
          <p:cNvSpPr>
            <a:spLocks noChangeArrowheads="1"/>
          </p:cNvSpPr>
          <p:nvPr/>
        </p:nvSpPr>
        <p:spPr bwMode="auto">
          <a:xfrm>
            <a:off x="371475" y="1538288"/>
            <a:ext cx="1611313" cy="914400"/>
          </a:xfrm>
          <a:prstGeom prst="homePlate">
            <a:avLst>
              <a:gd name="adj" fmla="val 44054"/>
            </a:avLst>
          </a:prstGeom>
          <a:noFill/>
          <a:ln w="9525">
            <a:solidFill>
              <a:srgbClr val="B2B2B2"/>
            </a:solidFill>
            <a:miter lim="800000"/>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altLang="ko-KR" sz="1400" b="1">
                <a:solidFill>
                  <a:schemeClr val="accent1"/>
                </a:solidFill>
              </a:rPr>
              <a:t>Challenge</a:t>
            </a:r>
          </a:p>
        </p:txBody>
      </p:sp>
      <p:sp>
        <p:nvSpPr>
          <p:cNvPr id="312330" name="Rectangle 9">
            <a:extLst>
              <a:ext uri="{FF2B5EF4-FFF2-40B4-BE49-F238E27FC236}">
                <a16:creationId xmlns:a16="http://schemas.microsoft.com/office/drawing/2014/main" id="{423CEC66-7E12-B0EE-8EF1-96BD48E94C20}"/>
              </a:ext>
            </a:extLst>
          </p:cNvPr>
          <p:cNvSpPr>
            <a:spLocks noChangeArrowheads="1"/>
          </p:cNvSpPr>
          <p:nvPr/>
        </p:nvSpPr>
        <p:spPr bwMode="auto">
          <a:xfrm>
            <a:off x="2070100" y="1512888"/>
            <a:ext cx="6781800" cy="965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rgbClr val="969696"/>
                </a:solidFill>
                <a:miter lim="800000"/>
                <a:headEnd/>
                <a:tailEn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lIns="92075" tIns="91440" rIns="92075" bIns="91440" anchor="ctr"/>
          <a:lstStyle>
            <a:lvl1pPr marL="114300" indent="-11430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pPr>
            <a:r>
              <a:rPr kumimoji="0" lang="en-US" altLang="ko-KR" sz="1000">
                <a:latin typeface="Arial" panose="020B0604020202020204" pitchFamily="34" charset="0"/>
              </a:rPr>
              <a:t>text</a:t>
            </a:r>
          </a:p>
        </p:txBody>
      </p:sp>
      <p:sp>
        <p:nvSpPr>
          <p:cNvPr id="312331" name="Rectangle 10">
            <a:extLst>
              <a:ext uri="{FF2B5EF4-FFF2-40B4-BE49-F238E27FC236}">
                <a16:creationId xmlns:a16="http://schemas.microsoft.com/office/drawing/2014/main" id="{DD7435A0-9FF6-FC84-7B16-CE4ABC6EE0E1}"/>
              </a:ext>
            </a:extLst>
          </p:cNvPr>
          <p:cNvSpPr>
            <a:spLocks noChangeArrowheads="1"/>
          </p:cNvSpPr>
          <p:nvPr/>
        </p:nvSpPr>
        <p:spPr bwMode="auto">
          <a:xfrm>
            <a:off x="2070100" y="2540000"/>
            <a:ext cx="6781800" cy="965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rgbClr val="969696"/>
                </a:solidFill>
                <a:miter lim="800000"/>
                <a:headEnd/>
                <a:tailEn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lIns="92075" tIns="91440" rIns="92075" bIns="91440" anchor="ctr"/>
          <a:lstStyle>
            <a:lvl1pPr marL="114300" indent="-11430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pPr>
            <a:r>
              <a:rPr kumimoji="0" lang="en-US" altLang="ko-KR" sz="1000">
                <a:latin typeface="Arial" panose="020B0604020202020204" pitchFamily="34" charset="0"/>
              </a:rPr>
              <a:t>text</a:t>
            </a:r>
          </a:p>
        </p:txBody>
      </p:sp>
      <p:sp>
        <p:nvSpPr>
          <p:cNvPr id="312332" name="Rectangle 11">
            <a:extLst>
              <a:ext uri="{FF2B5EF4-FFF2-40B4-BE49-F238E27FC236}">
                <a16:creationId xmlns:a16="http://schemas.microsoft.com/office/drawing/2014/main" id="{5DCE2D43-2B52-5334-DAE5-AEC2C30068FA}"/>
              </a:ext>
            </a:extLst>
          </p:cNvPr>
          <p:cNvSpPr>
            <a:spLocks noChangeArrowheads="1"/>
          </p:cNvSpPr>
          <p:nvPr/>
        </p:nvSpPr>
        <p:spPr bwMode="auto">
          <a:xfrm>
            <a:off x="2070100" y="3568700"/>
            <a:ext cx="6781800" cy="965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rgbClr val="969696"/>
                </a:solidFill>
                <a:miter lim="800000"/>
                <a:headEnd/>
                <a:tailEn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lIns="92075" tIns="91440" rIns="92075" bIns="91440" anchor="ctr"/>
          <a:lstStyle>
            <a:lvl1pPr marL="114300" indent="-11430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pPr>
            <a:r>
              <a:rPr kumimoji="0" lang="en-US" altLang="ko-KR" sz="1000">
                <a:latin typeface="Arial" panose="020B0604020202020204" pitchFamily="34" charset="0"/>
              </a:rPr>
              <a:t>text</a:t>
            </a:r>
          </a:p>
        </p:txBody>
      </p:sp>
      <p:sp>
        <p:nvSpPr>
          <p:cNvPr id="312333" name="Rectangle 12">
            <a:extLst>
              <a:ext uri="{FF2B5EF4-FFF2-40B4-BE49-F238E27FC236}">
                <a16:creationId xmlns:a16="http://schemas.microsoft.com/office/drawing/2014/main" id="{7AD6D839-3917-4487-533A-A543855C8D60}"/>
              </a:ext>
            </a:extLst>
          </p:cNvPr>
          <p:cNvSpPr>
            <a:spLocks noChangeArrowheads="1"/>
          </p:cNvSpPr>
          <p:nvPr/>
        </p:nvSpPr>
        <p:spPr bwMode="auto">
          <a:xfrm>
            <a:off x="2070100" y="4595813"/>
            <a:ext cx="6781800" cy="965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rgbClr val="969696"/>
                </a:solidFill>
                <a:miter lim="800000"/>
                <a:headEnd/>
                <a:tailEn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lIns="92075" tIns="91440" rIns="92075" bIns="91440" anchor="ctr"/>
          <a:lstStyle>
            <a:lvl1pPr marL="114300" indent="-11430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pPr>
            <a:r>
              <a:rPr kumimoji="0" lang="en-US" altLang="ko-KR" sz="1000">
                <a:latin typeface="Arial" panose="020B0604020202020204" pitchFamily="34" charset="0"/>
              </a:rPr>
              <a:t>text</a:t>
            </a:r>
          </a:p>
        </p:txBody>
      </p:sp>
      <p:sp>
        <p:nvSpPr>
          <p:cNvPr id="312334" name="Text Box 13">
            <a:extLst>
              <a:ext uri="{FF2B5EF4-FFF2-40B4-BE49-F238E27FC236}">
                <a16:creationId xmlns:a16="http://schemas.microsoft.com/office/drawing/2014/main" id="{7FC7DCD2-4E35-80C8-FFA4-F82E74E07E83}"/>
              </a:ext>
            </a:extLst>
          </p:cNvPr>
          <p:cNvSpPr txBox="1">
            <a:spLocks noChangeArrowheads="1"/>
          </p:cNvSpPr>
          <p:nvPr/>
        </p:nvSpPr>
        <p:spPr bwMode="auto">
          <a:xfrm>
            <a:off x="2066925" y="5624513"/>
            <a:ext cx="6784975" cy="9683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rgbClr val="969696"/>
                </a:solidFill>
                <a:miter lim="800000"/>
                <a:headEnd/>
                <a:tailEnd/>
              </a14:hiddenLine>
            </a:ext>
            <a:ext uri="{AF507438-7753-43E0-B8FC-AC1667EBCBE1}">
              <a14:hiddenEffects xmlns:a14="http://schemas.microsoft.com/office/drawing/2010/main">
                <a:effectLst>
                  <a:outerShdw dist="89803" dir="2700000" algn="ctr" rotWithShape="0">
                    <a:schemeClr val="bg2"/>
                  </a:outerShdw>
                </a:effectLst>
              </a14:hiddenEffects>
            </a:ext>
          </a:extLst>
        </p:spPr>
        <p:txBody>
          <a:bodyPr lIns="92075" tIns="91440" rIns="92075" bIns="91440" anchor="ctr"/>
          <a:lstStyle>
            <a:lvl1pPr marL="114300" indent="-114300" latinLnBrk="1">
              <a:spcBef>
                <a:spcPct val="20000"/>
              </a:spcBef>
              <a:buClr>
                <a:schemeClr val="tx2"/>
              </a:buClr>
              <a:buFont typeface="Wingdings" pitchFamily="2" charset="2"/>
              <a:buChar char="§"/>
              <a:defRPr kumimoji="1" sz="1600">
                <a:solidFill>
                  <a:schemeClr val="tx1"/>
                </a:solidFill>
                <a:latin typeface="굴림" panose="020B0600000101010101" pitchFamily="34" charset="-127"/>
                <a:ea typeface="굴림" panose="020B0600000101010101" pitchFamily="34" charset="-127"/>
              </a:defRPr>
            </a:lvl1pPr>
            <a:lvl2pPr marL="628650" indent="-171450" latinLnBrk="1">
              <a:spcBef>
                <a:spcPct val="20000"/>
              </a:spcBef>
              <a:buClr>
                <a:schemeClr val="tx1"/>
              </a:buClr>
              <a:buFont typeface="Arial" panose="020B0604020202020204" pitchFamily="34" charset="0"/>
              <a:buChar char="–"/>
              <a:defRPr kumimoji="1" sz="1400">
                <a:solidFill>
                  <a:schemeClr val="tx1"/>
                </a:solidFill>
                <a:latin typeface="굴림" panose="020B0600000101010101" pitchFamily="34" charset="-127"/>
                <a:ea typeface="굴림" panose="020B0600000101010101" pitchFamily="34" charset="-127"/>
              </a:defRPr>
            </a:lvl2pPr>
            <a:lvl3pPr marL="1085850" indent="-171450" latinLnBrk="1">
              <a:spcBef>
                <a:spcPct val="20000"/>
              </a:spcBef>
              <a:buClr>
                <a:schemeClr val="tx2"/>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3pPr>
            <a:lvl4pPr marL="1543050" indent="-171450" latinLnBrk="1">
              <a:spcBef>
                <a:spcPct val="20000"/>
              </a:spcBef>
              <a:buClr>
                <a:schemeClr val="tx1"/>
              </a:buClr>
              <a:buFont typeface="Arial" panose="020B0604020202020204" pitchFamily="34" charset="0"/>
              <a:buChar char="–"/>
              <a:defRPr kumimoji="1" sz="1200">
                <a:solidFill>
                  <a:schemeClr val="tx1"/>
                </a:solidFill>
                <a:latin typeface="굴림" panose="020B0600000101010101" pitchFamily="34" charset="-127"/>
                <a:ea typeface="굴림" panose="020B0600000101010101" pitchFamily="34" charset="-127"/>
              </a:defRPr>
            </a:lvl4pPr>
            <a:lvl5pPr marL="2000250" indent="-171450" latinLnBrk="1">
              <a:spcBef>
                <a:spcPct val="20000"/>
              </a:spcBef>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5pPr>
            <a:lvl6pPr marL="24574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6pPr>
            <a:lvl7pPr marL="29146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7pPr>
            <a:lvl8pPr marL="33718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8pPr>
            <a:lvl9pPr marL="3829050" indent="-171450" eaLnBrk="0" fontAlgn="base" hangingPunct="0">
              <a:spcBef>
                <a:spcPct val="20000"/>
              </a:spcBef>
              <a:spcAft>
                <a:spcPct val="0"/>
              </a:spcAft>
              <a:buClr>
                <a:schemeClr val="accent1"/>
              </a:buClr>
              <a:buFont typeface="Wingdings" pitchFamily="2" charset="2"/>
              <a:buChar char="§"/>
              <a:defRPr kumimoji="1" sz="1200">
                <a:solidFill>
                  <a:schemeClr val="tx1"/>
                </a:solidFill>
                <a:latin typeface="굴림" panose="020B0600000101010101" pitchFamily="34" charset="-127"/>
                <a:ea typeface="굴림" panose="020B0600000101010101" pitchFamily="34" charset="-127"/>
              </a:defRPr>
            </a:lvl9pPr>
          </a:lstStyle>
          <a:p>
            <a:pPr latinLnBrk="0">
              <a:spcBef>
                <a:spcPct val="0"/>
              </a:spcBef>
              <a:buClr>
                <a:schemeClr val="bg1"/>
              </a:buClr>
            </a:pPr>
            <a:r>
              <a:rPr kumimoji="0" lang="en-US" altLang="ko-KR" sz="1000">
                <a:solidFill>
                  <a:schemeClr val="bg1"/>
                </a:solidFill>
                <a:latin typeface="Arial" panose="020B0604020202020204" pitchFamily="34" charset="0"/>
              </a:rPr>
              <a:t>text</a:t>
            </a:r>
          </a:p>
        </p:txBody>
      </p:sp>
      <p:sp>
        <p:nvSpPr>
          <p:cNvPr id="312335" name="AutoShape 14">
            <a:extLst>
              <a:ext uri="{FF2B5EF4-FFF2-40B4-BE49-F238E27FC236}">
                <a16:creationId xmlns:a16="http://schemas.microsoft.com/office/drawing/2014/main" id="{500499B0-828C-21D7-CE50-08BBE8598E0C}"/>
              </a:ext>
            </a:extLst>
          </p:cNvPr>
          <p:cNvSpPr>
            <a:spLocks noChangeArrowheads="1"/>
          </p:cNvSpPr>
          <p:nvPr/>
        </p:nvSpPr>
        <p:spPr bwMode="auto">
          <a:xfrm>
            <a:off x="1638300" y="3594100"/>
            <a:ext cx="7391400" cy="914400"/>
          </a:xfrm>
          <a:prstGeom prst="chevron">
            <a:avLst>
              <a:gd name="adj" fmla="val 43747"/>
            </a:avLst>
          </a:prstGeom>
          <a:noFill/>
          <a:ln w="9525">
            <a:solidFill>
              <a:srgbClr val="B2B2B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2336" name="AutoShape 15">
            <a:extLst>
              <a:ext uri="{FF2B5EF4-FFF2-40B4-BE49-F238E27FC236}">
                <a16:creationId xmlns:a16="http://schemas.microsoft.com/office/drawing/2014/main" id="{63C52218-A217-285A-6EC0-86518707D639}"/>
              </a:ext>
            </a:extLst>
          </p:cNvPr>
          <p:cNvSpPr>
            <a:spLocks noChangeArrowheads="1"/>
          </p:cNvSpPr>
          <p:nvPr/>
        </p:nvSpPr>
        <p:spPr bwMode="auto">
          <a:xfrm>
            <a:off x="1638300" y="2565400"/>
            <a:ext cx="7391400" cy="914400"/>
          </a:xfrm>
          <a:prstGeom prst="chevron">
            <a:avLst>
              <a:gd name="adj" fmla="val 43747"/>
            </a:avLst>
          </a:prstGeom>
          <a:noFill/>
          <a:ln w="9525">
            <a:solidFill>
              <a:srgbClr val="B2B2B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2337" name="AutoShape 16">
            <a:extLst>
              <a:ext uri="{FF2B5EF4-FFF2-40B4-BE49-F238E27FC236}">
                <a16:creationId xmlns:a16="http://schemas.microsoft.com/office/drawing/2014/main" id="{77FED0A2-86EA-63D6-2DC8-FFBDAB7C5B56}"/>
              </a:ext>
            </a:extLst>
          </p:cNvPr>
          <p:cNvSpPr>
            <a:spLocks noChangeArrowheads="1"/>
          </p:cNvSpPr>
          <p:nvPr/>
        </p:nvSpPr>
        <p:spPr bwMode="auto">
          <a:xfrm>
            <a:off x="1638300" y="1538288"/>
            <a:ext cx="7391400" cy="914400"/>
          </a:xfrm>
          <a:prstGeom prst="chevron">
            <a:avLst>
              <a:gd name="adj" fmla="val 43747"/>
            </a:avLst>
          </a:prstGeom>
          <a:noFill/>
          <a:ln w="9525">
            <a:solidFill>
              <a:srgbClr val="B2B2B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2338" name="AutoShape 17">
            <a:extLst>
              <a:ext uri="{FF2B5EF4-FFF2-40B4-BE49-F238E27FC236}">
                <a16:creationId xmlns:a16="http://schemas.microsoft.com/office/drawing/2014/main" id="{414379C9-0095-FF22-23CA-0BEFDF4EF68C}"/>
              </a:ext>
            </a:extLst>
          </p:cNvPr>
          <p:cNvSpPr>
            <a:spLocks noChangeArrowheads="1"/>
          </p:cNvSpPr>
          <p:nvPr/>
        </p:nvSpPr>
        <p:spPr bwMode="auto">
          <a:xfrm>
            <a:off x="1638300" y="4621213"/>
            <a:ext cx="7391400" cy="914400"/>
          </a:xfrm>
          <a:prstGeom prst="chevron">
            <a:avLst>
              <a:gd name="adj" fmla="val 43747"/>
            </a:avLst>
          </a:prstGeom>
          <a:noFill/>
          <a:ln w="9525">
            <a:solidFill>
              <a:srgbClr val="B2B2B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12339" name="Text Box 18">
            <a:extLst>
              <a:ext uri="{FF2B5EF4-FFF2-40B4-BE49-F238E27FC236}">
                <a16:creationId xmlns:a16="http://schemas.microsoft.com/office/drawing/2014/main" id="{7AEB8675-1EBC-8945-2EB4-D26AA0EA8475}"/>
              </a:ext>
            </a:extLst>
          </p:cNvPr>
          <p:cNvSpPr txBox="1">
            <a:spLocks noChangeArrowheads="1"/>
          </p:cNvSpPr>
          <p:nvPr/>
        </p:nvSpPr>
        <p:spPr bwMode="auto">
          <a:xfrm>
            <a:off x="352425" y="303213"/>
            <a:ext cx="5189538" cy="214312"/>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1200">
                <a:solidFill>
                  <a:srgbClr val="B2B2B2"/>
                </a:solidFill>
              </a:rPr>
              <a:t>graphic layouts &gt; diagrams</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3" name="바닥글 개체 틀 2">
            <a:extLst>
              <a:ext uri="{FF2B5EF4-FFF2-40B4-BE49-F238E27FC236}">
                <a16:creationId xmlns:a16="http://schemas.microsoft.com/office/drawing/2014/main" id="{DB842EE2-1438-D27D-22C1-54AE7299C399}"/>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20514" name="슬라이드 번호 개체 틀 3">
            <a:extLst>
              <a:ext uri="{FF2B5EF4-FFF2-40B4-BE49-F238E27FC236}">
                <a16:creationId xmlns:a16="http://schemas.microsoft.com/office/drawing/2014/main" id="{E943B997-F923-94FB-EEAC-776288BA28F4}"/>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D1675951-7574-B64E-8037-8A57E90D5FC6}" type="slidenum">
              <a:rPr kumimoji="0" lang="ko-KR" altLang="en-US" smtClean="0">
                <a:latin typeface="Arial" panose="020B0604020202020204" pitchFamily="34" charset="0"/>
              </a:rPr>
              <a:pPr latinLnBrk="0"/>
              <a:t>56</a:t>
            </a:fld>
            <a:endParaRPr kumimoji="0" lang="en-US" altLang="ko-KR">
              <a:latin typeface="Arial" panose="020B0604020202020204" pitchFamily="34" charset="0"/>
            </a:endParaRPr>
          </a:p>
        </p:txBody>
      </p:sp>
      <p:sp>
        <p:nvSpPr>
          <p:cNvPr id="320515" name="Rectangle 2">
            <a:extLst>
              <a:ext uri="{FF2B5EF4-FFF2-40B4-BE49-F238E27FC236}">
                <a16:creationId xmlns:a16="http://schemas.microsoft.com/office/drawing/2014/main" id="{1A8822AF-3A48-22DD-5B4F-41BADEA44A1C}"/>
              </a:ext>
            </a:extLst>
          </p:cNvPr>
          <p:cNvSpPr>
            <a:spLocks noGrp="1" noChangeArrowheads="1"/>
          </p:cNvSpPr>
          <p:nvPr>
            <p:ph type="title"/>
          </p:nvPr>
        </p:nvSpPr>
        <p:spPr/>
        <p:txBody>
          <a:bodyPr/>
          <a:lstStyle/>
          <a:p>
            <a:pPr defTabSz="1019175" eaLnBrk="1" hangingPunct="1"/>
            <a:r>
              <a:rPr lang="ko-KR" altLang="en-US"/>
              <a:t>3</a:t>
            </a:r>
            <a:r>
              <a:rPr lang="en-US" altLang="ko-KR"/>
              <a:t>Cs TRIANGLE</a:t>
            </a:r>
          </a:p>
        </p:txBody>
      </p:sp>
      <p:sp>
        <p:nvSpPr>
          <p:cNvPr id="320516" name="Line 3">
            <a:extLst>
              <a:ext uri="{FF2B5EF4-FFF2-40B4-BE49-F238E27FC236}">
                <a16:creationId xmlns:a16="http://schemas.microsoft.com/office/drawing/2014/main" id="{FD03772C-E89F-51EC-D2FE-2CCA1719663F}"/>
              </a:ext>
            </a:extLst>
          </p:cNvPr>
          <p:cNvSpPr>
            <a:spLocks noChangeShapeType="1"/>
          </p:cNvSpPr>
          <p:nvPr/>
        </p:nvSpPr>
        <p:spPr bwMode="auto">
          <a:xfrm flipH="1" flipV="1">
            <a:off x="4010025" y="5275263"/>
            <a:ext cx="817563" cy="415925"/>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17" name="Line 4">
            <a:extLst>
              <a:ext uri="{FF2B5EF4-FFF2-40B4-BE49-F238E27FC236}">
                <a16:creationId xmlns:a16="http://schemas.microsoft.com/office/drawing/2014/main" id="{637BDEDD-78BF-E85A-511B-78BA8C0543FE}"/>
              </a:ext>
            </a:extLst>
          </p:cNvPr>
          <p:cNvSpPr>
            <a:spLocks noChangeShapeType="1"/>
          </p:cNvSpPr>
          <p:nvPr/>
        </p:nvSpPr>
        <p:spPr bwMode="auto">
          <a:xfrm flipV="1">
            <a:off x="3565525" y="4430713"/>
            <a:ext cx="965200" cy="561975"/>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18" name="Line 5">
            <a:extLst>
              <a:ext uri="{FF2B5EF4-FFF2-40B4-BE49-F238E27FC236}">
                <a16:creationId xmlns:a16="http://schemas.microsoft.com/office/drawing/2014/main" id="{125B8BFD-22DC-50B4-E15F-46C9ED548BF7}"/>
              </a:ext>
            </a:extLst>
          </p:cNvPr>
          <p:cNvSpPr>
            <a:spLocks noChangeShapeType="1"/>
          </p:cNvSpPr>
          <p:nvPr/>
        </p:nvSpPr>
        <p:spPr bwMode="auto">
          <a:xfrm flipV="1">
            <a:off x="4967288" y="5275263"/>
            <a:ext cx="925512" cy="4318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19" name="Line 6">
            <a:extLst>
              <a:ext uri="{FF2B5EF4-FFF2-40B4-BE49-F238E27FC236}">
                <a16:creationId xmlns:a16="http://schemas.microsoft.com/office/drawing/2014/main" id="{8C733582-3E98-3312-3D1C-C3C5863203E7}"/>
              </a:ext>
            </a:extLst>
          </p:cNvPr>
          <p:cNvSpPr>
            <a:spLocks noChangeShapeType="1"/>
          </p:cNvSpPr>
          <p:nvPr/>
        </p:nvSpPr>
        <p:spPr bwMode="auto">
          <a:xfrm flipH="1" flipV="1">
            <a:off x="5424488" y="4430713"/>
            <a:ext cx="965200" cy="561975"/>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20" name="Line 7">
            <a:extLst>
              <a:ext uri="{FF2B5EF4-FFF2-40B4-BE49-F238E27FC236}">
                <a16:creationId xmlns:a16="http://schemas.microsoft.com/office/drawing/2014/main" id="{0A6E4E90-41C1-BA0D-8A25-F64878C11671}"/>
              </a:ext>
            </a:extLst>
          </p:cNvPr>
          <p:cNvSpPr>
            <a:spLocks noChangeShapeType="1"/>
          </p:cNvSpPr>
          <p:nvPr/>
        </p:nvSpPr>
        <p:spPr bwMode="auto">
          <a:xfrm>
            <a:off x="4976813" y="3062288"/>
            <a:ext cx="0" cy="11382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21" name="Oval 8">
            <a:extLst>
              <a:ext uri="{FF2B5EF4-FFF2-40B4-BE49-F238E27FC236}">
                <a16:creationId xmlns:a16="http://schemas.microsoft.com/office/drawing/2014/main" id="{BFE00715-1CD7-08D7-1077-503060F7F7EF}"/>
              </a:ext>
            </a:extLst>
          </p:cNvPr>
          <p:cNvSpPr>
            <a:spLocks noChangeArrowheads="1"/>
          </p:cNvSpPr>
          <p:nvPr/>
        </p:nvSpPr>
        <p:spPr bwMode="auto">
          <a:xfrm>
            <a:off x="4535488" y="2620963"/>
            <a:ext cx="863600" cy="9001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latin typeface="Arial" panose="020B0604020202020204" pitchFamily="34" charset="0"/>
              </a:rPr>
              <a:t>Customer</a:t>
            </a:r>
          </a:p>
        </p:txBody>
      </p:sp>
      <p:sp>
        <p:nvSpPr>
          <p:cNvPr id="320522" name="Oval 9">
            <a:extLst>
              <a:ext uri="{FF2B5EF4-FFF2-40B4-BE49-F238E27FC236}">
                <a16:creationId xmlns:a16="http://schemas.microsoft.com/office/drawing/2014/main" id="{E5C0657A-D0E5-A8DD-ACBE-97C82B66ED60}"/>
              </a:ext>
            </a:extLst>
          </p:cNvPr>
          <p:cNvSpPr>
            <a:spLocks noChangeArrowheads="1"/>
          </p:cNvSpPr>
          <p:nvPr/>
        </p:nvSpPr>
        <p:spPr bwMode="auto">
          <a:xfrm>
            <a:off x="3201988" y="4554538"/>
            <a:ext cx="850900" cy="9001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latin typeface="Arial" panose="020B0604020202020204" pitchFamily="34" charset="0"/>
              </a:rPr>
              <a:t>Clients</a:t>
            </a:r>
          </a:p>
        </p:txBody>
      </p:sp>
      <p:sp>
        <p:nvSpPr>
          <p:cNvPr id="320523" name="Line 10">
            <a:extLst>
              <a:ext uri="{FF2B5EF4-FFF2-40B4-BE49-F238E27FC236}">
                <a16:creationId xmlns:a16="http://schemas.microsoft.com/office/drawing/2014/main" id="{5FC46551-C8CC-0D97-089B-1E68E8DC8690}"/>
              </a:ext>
            </a:extLst>
          </p:cNvPr>
          <p:cNvSpPr>
            <a:spLocks noChangeShapeType="1"/>
          </p:cNvSpPr>
          <p:nvPr/>
        </p:nvSpPr>
        <p:spPr bwMode="auto">
          <a:xfrm>
            <a:off x="4113213" y="4997450"/>
            <a:ext cx="1674812" cy="0"/>
          </a:xfrm>
          <a:prstGeom prst="line">
            <a:avLst/>
          </a:prstGeom>
          <a:noFill/>
          <a:ln w="25400">
            <a:solidFill>
              <a:srgbClr val="0000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24" name="Line 11">
            <a:extLst>
              <a:ext uri="{FF2B5EF4-FFF2-40B4-BE49-F238E27FC236}">
                <a16:creationId xmlns:a16="http://schemas.microsoft.com/office/drawing/2014/main" id="{0873C1A1-B902-955C-9B1A-16136BFCA8BC}"/>
              </a:ext>
            </a:extLst>
          </p:cNvPr>
          <p:cNvSpPr>
            <a:spLocks noChangeShapeType="1"/>
          </p:cNvSpPr>
          <p:nvPr/>
        </p:nvSpPr>
        <p:spPr bwMode="auto">
          <a:xfrm flipH="1">
            <a:off x="3819525" y="3421063"/>
            <a:ext cx="765175" cy="1116012"/>
          </a:xfrm>
          <a:prstGeom prst="line">
            <a:avLst/>
          </a:prstGeom>
          <a:noFill/>
          <a:ln w="25400">
            <a:solidFill>
              <a:srgbClr val="0000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25" name="Line 12">
            <a:extLst>
              <a:ext uri="{FF2B5EF4-FFF2-40B4-BE49-F238E27FC236}">
                <a16:creationId xmlns:a16="http://schemas.microsoft.com/office/drawing/2014/main" id="{D0371FFC-72E4-6B7D-599B-F93C99461B35}"/>
              </a:ext>
            </a:extLst>
          </p:cNvPr>
          <p:cNvSpPr>
            <a:spLocks noChangeShapeType="1"/>
          </p:cNvSpPr>
          <p:nvPr/>
        </p:nvSpPr>
        <p:spPr bwMode="auto">
          <a:xfrm>
            <a:off x="5302250" y="3444875"/>
            <a:ext cx="774700" cy="1127125"/>
          </a:xfrm>
          <a:prstGeom prst="line">
            <a:avLst/>
          </a:prstGeom>
          <a:noFill/>
          <a:ln w="25400">
            <a:solidFill>
              <a:srgbClr val="0000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0526" name="Oval 13">
            <a:extLst>
              <a:ext uri="{FF2B5EF4-FFF2-40B4-BE49-F238E27FC236}">
                <a16:creationId xmlns:a16="http://schemas.microsoft.com/office/drawing/2014/main" id="{21A4F9F3-64FE-7573-AFCB-C9258E6EF54A}"/>
              </a:ext>
            </a:extLst>
          </p:cNvPr>
          <p:cNvSpPr>
            <a:spLocks noChangeArrowheads="1"/>
          </p:cNvSpPr>
          <p:nvPr/>
        </p:nvSpPr>
        <p:spPr bwMode="auto">
          <a:xfrm>
            <a:off x="4557713" y="3863975"/>
            <a:ext cx="862012" cy="90170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Distributors</a:t>
            </a:r>
          </a:p>
        </p:txBody>
      </p:sp>
      <p:sp>
        <p:nvSpPr>
          <p:cNvPr id="320527" name="Oval 14">
            <a:extLst>
              <a:ext uri="{FF2B5EF4-FFF2-40B4-BE49-F238E27FC236}">
                <a16:creationId xmlns:a16="http://schemas.microsoft.com/office/drawing/2014/main" id="{3E1ABFA2-7D96-A9D3-BC98-EEEF16057685}"/>
              </a:ext>
            </a:extLst>
          </p:cNvPr>
          <p:cNvSpPr>
            <a:spLocks noChangeArrowheads="1"/>
          </p:cNvSpPr>
          <p:nvPr/>
        </p:nvSpPr>
        <p:spPr bwMode="auto">
          <a:xfrm>
            <a:off x="5876925" y="4554538"/>
            <a:ext cx="849313" cy="9001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Competitors</a:t>
            </a:r>
          </a:p>
        </p:txBody>
      </p:sp>
      <p:sp>
        <p:nvSpPr>
          <p:cNvPr id="320528" name="Oval 15">
            <a:extLst>
              <a:ext uri="{FF2B5EF4-FFF2-40B4-BE49-F238E27FC236}">
                <a16:creationId xmlns:a16="http://schemas.microsoft.com/office/drawing/2014/main" id="{8997A63D-AF4E-B8E7-37D9-40F07ED0C6DE}"/>
              </a:ext>
            </a:extLst>
          </p:cNvPr>
          <p:cNvSpPr>
            <a:spLocks noChangeArrowheads="1"/>
          </p:cNvSpPr>
          <p:nvPr/>
        </p:nvSpPr>
        <p:spPr bwMode="auto">
          <a:xfrm>
            <a:off x="4495800" y="5221288"/>
            <a:ext cx="862013" cy="9001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latin typeface="Arial" panose="020B0604020202020204" pitchFamily="34" charset="0"/>
              </a:rPr>
              <a:t>Suppliers</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1" name="바닥글 개체 틀 2">
            <a:extLst>
              <a:ext uri="{FF2B5EF4-FFF2-40B4-BE49-F238E27FC236}">
                <a16:creationId xmlns:a16="http://schemas.microsoft.com/office/drawing/2014/main" id="{1CC4DC9C-0936-572E-2332-F87072571C4E}"/>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22562" name="슬라이드 번호 개체 틀 3">
            <a:extLst>
              <a:ext uri="{FF2B5EF4-FFF2-40B4-BE49-F238E27FC236}">
                <a16:creationId xmlns:a16="http://schemas.microsoft.com/office/drawing/2014/main" id="{A38AB55B-8E42-D489-4011-66401EA68EF4}"/>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15923BF5-A439-8D44-8337-47249FE8484C}" type="slidenum">
              <a:rPr kumimoji="0" lang="ko-KR" altLang="en-US" smtClean="0">
                <a:latin typeface="Arial" panose="020B0604020202020204" pitchFamily="34" charset="0"/>
              </a:rPr>
              <a:pPr latinLnBrk="0"/>
              <a:t>57</a:t>
            </a:fld>
            <a:endParaRPr kumimoji="0" lang="en-US" altLang="ko-KR">
              <a:latin typeface="Arial" panose="020B0604020202020204" pitchFamily="34" charset="0"/>
            </a:endParaRPr>
          </a:p>
        </p:txBody>
      </p:sp>
      <p:sp>
        <p:nvSpPr>
          <p:cNvPr id="322563" name="Rectangle 2">
            <a:extLst>
              <a:ext uri="{FF2B5EF4-FFF2-40B4-BE49-F238E27FC236}">
                <a16:creationId xmlns:a16="http://schemas.microsoft.com/office/drawing/2014/main" id="{22A495AD-56C3-9ED0-AF3A-808D51197E70}"/>
              </a:ext>
            </a:extLst>
          </p:cNvPr>
          <p:cNvSpPr>
            <a:spLocks noGrp="1" noChangeArrowheads="1"/>
          </p:cNvSpPr>
          <p:nvPr>
            <p:ph type="title"/>
          </p:nvPr>
        </p:nvSpPr>
        <p:spPr/>
        <p:txBody>
          <a:bodyPr/>
          <a:lstStyle/>
          <a:p>
            <a:pPr defTabSz="1019175" eaLnBrk="1" hangingPunct="1"/>
            <a:r>
              <a:rPr lang="ko-KR" altLang="en-US"/>
              <a:t>3</a:t>
            </a:r>
            <a:r>
              <a:rPr lang="en-US" altLang="ko-KR"/>
              <a:t>S-4S</a:t>
            </a:r>
          </a:p>
        </p:txBody>
      </p:sp>
      <p:grpSp>
        <p:nvGrpSpPr>
          <p:cNvPr id="322564" name="Group 3">
            <a:extLst>
              <a:ext uri="{FF2B5EF4-FFF2-40B4-BE49-F238E27FC236}">
                <a16:creationId xmlns:a16="http://schemas.microsoft.com/office/drawing/2014/main" id="{FB907677-9456-B1D0-0F86-E3F9A6A6FA96}"/>
              </a:ext>
            </a:extLst>
          </p:cNvPr>
          <p:cNvGrpSpPr>
            <a:grpSpLocks/>
          </p:cNvGrpSpPr>
          <p:nvPr/>
        </p:nvGrpSpPr>
        <p:grpSpPr bwMode="auto">
          <a:xfrm>
            <a:off x="3067050" y="2970213"/>
            <a:ext cx="3844925" cy="3062287"/>
            <a:chOff x="1970" y="2063"/>
            <a:chExt cx="2831" cy="2128"/>
          </a:xfrm>
        </p:grpSpPr>
        <p:sp>
          <p:nvSpPr>
            <p:cNvPr id="322572" name="Line 4">
              <a:extLst>
                <a:ext uri="{FF2B5EF4-FFF2-40B4-BE49-F238E27FC236}">
                  <a16:creationId xmlns:a16="http://schemas.microsoft.com/office/drawing/2014/main" id="{30B75072-D421-5BB6-8D0D-3157C7BBF622}"/>
                </a:ext>
              </a:extLst>
            </p:cNvPr>
            <p:cNvSpPr>
              <a:spLocks noChangeShapeType="1"/>
            </p:cNvSpPr>
            <p:nvPr/>
          </p:nvSpPr>
          <p:spPr bwMode="auto">
            <a:xfrm flipH="1" flipV="1">
              <a:off x="3894" y="2499"/>
              <a:ext cx="480" cy="48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2573" name="Line 5">
              <a:extLst>
                <a:ext uri="{FF2B5EF4-FFF2-40B4-BE49-F238E27FC236}">
                  <a16:creationId xmlns:a16="http://schemas.microsoft.com/office/drawing/2014/main" id="{37D3C8EC-3C39-337F-DD2C-87641DBF1F15}"/>
                </a:ext>
              </a:extLst>
            </p:cNvPr>
            <p:cNvSpPr>
              <a:spLocks noChangeShapeType="1"/>
            </p:cNvSpPr>
            <p:nvPr/>
          </p:nvSpPr>
          <p:spPr bwMode="auto">
            <a:xfrm flipV="1">
              <a:off x="3832" y="3303"/>
              <a:ext cx="506" cy="410"/>
            </a:xfrm>
            <a:prstGeom prst="line">
              <a:avLst/>
            </a:prstGeom>
            <a:noFill/>
            <a:ln w="25400">
              <a:solidFill>
                <a:srgbClr val="000000"/>
              </a:solidFill>
              <a:round/>
              <a:headEnd type="triangle"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2574" name="Line 6">
              <a:extLst>
                <a:ext uri="{FF2B5EF4-FFF2-40B4-BE49-F238E27FC236}">
                  <a16:creationId xmlns:a16="http://schemas.microsoft.com/office/drawing/2014/main" id="{5D521106-F34B-30D7-E315-5C63FA480444}"/>
                </a:ext>
              </a:extLst>
            </p:cNvPr>
            <p:cNvSpPr>
              <a:spLocks noChangeShapeType="1"/>
            </p:cNvSpPr>
            <p:nvPr/>
          </p:nvSpPr>
          <p:spPr bwMode="auto">
            <a:xfrm flipH="1">
              <a:off x="3599" y="2635"/>
              <a:ext cx="4" cy="984"/>
            </a:xfrm>
            <a:prstGeom prst="line">
              <a:avLst/>
            </a:prstGeom>
            <a:noFill/>
            <a:ln w="25400">
              <a:solidFill>
                <a:srgbClr val="0000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2575" name="Freeform 7">
              <a:extLst>
                <a:ext uri="{FF2B5EF4-FFF2-40B4-BE49-F238E27FC236}">
                  <a16:creationId xmlns:a16="http://schemas.microsoft.com/office/drawing/2014/main" id="{4144498E-2C76-5B5F-C8CC-D809C6C8D011}"/>
                </a:ext>
              </a:extLst>
            </p:cNvPr>
            <p:cNvSpPr>
              <a:spLocks/>
            </p:cNvSpPr>
            <p:nvPr/>
          </p:nvSpPr>
          <p:spPr bwMode="auto">
            <a:xfrm>
              <a:off x="3836" y="2614"/>
              <a:ext cx="620" cy="380"/>
            </a:xfrm>
            <a:custGeom>
              <a:avLst/>
              <a:gdLst>
                <a:gd name="T0" fmla="*/ 312 w 684"/>
                <a:gd name="T1" fmla="*/ 0 h 362"/>
                <a:gd name="T2" fmla="*/ 129 w 684"/>
                <a:gd name="T3" fmla="*/ 2 h 362"/>
                <a:gd name="T4" fmla="*/ 0 w 684"/>
                <a:gd name="T5" fmla="*/ 534 h 362"/>
                <a:gd name="T6" fmla="*/ 0 60000 65536"/>
                <a:gd name="T7" fmla="*/ 0 60000 65536"/>
                <a:gd name="T8" fmla="*/ 0 60000 65536"/>
              </a:gdLst>
              <a:ahLst/>
              <a:cxnLst>
                <a:cxn ang="T6">
                  <a:pos x="T0" y="T1"/>
                </a:cxn>
                <a:cxn ang="T7">
                  <a:pos x="T2" y="T3"/>
                </a:cxn>
                <a:cxn ang="T8">
                  <a:pos x="T4" y="T5"/>
                </a:cxn>
              </a:cxnLst>
              <a:rect l="0" t="0" r="r" b="b"/>
              <a:pathLst>
                <a:path w="684" h="362">
                  <a:moveTo>
                    <a:pt x="684" y="0"/>
                  </a:moveTo>
                  <a:lnTo>
                    <a:pt x="283" y="2"/>
                  </a:lnTo>
                  <a:lnTo>
                    <a:pt x="0" y="362"/>
                  </a:lnTo>
                </a:path>
              </a:pathLst>
            </a:custGeom>
            <a:noFill/>
            <a:ln w="952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22576" name="Oval 8">
              <a:extLst>
                <a:ext uri="{FF2B5EF4-FFF2-40B4-BE49-F238E27FC236}">
                  <a16:creationId xmlns:a16="http://schemas.microsoft.com/office/drawing/2014/main" id="{CA85E4BC-715B-5DA6-3CD2-04B276F2AB79}"/>
                </a:ext>
              </a:extLst>
            </p:cNvPr>
            <p:cNvSpPr>
              <a:spLocks noChangeArrowheads="1"/>
            </p:cNvSpPr>
            <p:nvPr/>
          </p:nvSpPr>
          <p:spPr bwMode="auto">
            <a:xfrm>
              <a:off x="1970" y="2846"/>
              <a:ext cx="554" cy="554"/>
            </a:xfrm>
            <a:prstGeom prst="ellipse">
              <a:avLst/>
            </a:prstGeom>
            <a:noFill/>
            <a:ln w="952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Skills</a:t>
              </a:r>
            </a:p>
          </p:txBody>
        </p:sp>
        <p:sp>
          <p:nvSpPr>
            <p:cNvPr id="322577" name="Oval 9">
              <a:extLst>
                <a:ext uri="{FF2B5EF4-FFF2-40B4-BE49-F238E27FC236}">
                  <a16:creationId xmlns:a16="http://schemas.microsoft.com/office/drawing/2014/main" id="{14BEE5C6-A4C8-AECE-3276-C2FC1FC85314}"/>
                </a:ext>
              </a:extLst>
            </p:cNvPr>
            <p:cNvSpPr>
              <a:spLocks noChangeArrowheads="1"/>
            </p:cNvSpPr>
            <p:nvPr/>
          </p:nvSpPr>
          <p:spPr bwMode="auto">
            <a:xfrm>
              <a:off x="2389" y="3082"/>
              <a:ext cx="554" cy="554"/>
            </a:xfrm>
            <a:prstGeom prst="ellipse">
              <a:avLst/>
            </a:prstGeom>
            <a:noFill/>
            <a:ln w="952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nchorCtr="1"/>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lnSpc>
                  <a:spcPct val="75000"/>
                </a:lnSpc>
              </a:pPr>
              <a:r>
                <a:rPr kumimoji="0" lang="en-US" altLang="ko-KR" b="1">
                  <a:solidFill>
                    <a:srgbClr val="000000"/>
                  </a:solidFill>
                  <a:latin typeface="Arial" panose="020B0604020202020204" pitchFamily="34" charset="0"/>
                </a:rPr>
                <a:t>Shared</a:t>
              </a:r>
            </a:p>
            <a:p>
              <a:pPr algn="ctr" latinLnBrk="0">
                <a:lnSpc>
                  <a:spcPct val="75000"/>
                </a:lnSpc>
              </a:pPr>
              <a:r>
                <a:rPr kumimoji="0" lang="en-US" altLang="ko-KR" b="1">
                  <a:solidFill>
                    <a:srgbClr val="000000"/>
                  </a:solidFill>
                  <a:latin typeface="Arial" panose="020B0604020202020204" pitchFamily="34" charset="0"/>
                </a:rPr>
                <a:t>values</a:t>
              </a:r>
            </a:p>
          </p:txBody>
        </p:sp>
        <p:sp>
          <p:nvSpPr>
            <p:cNvPr id="322578" name="Oval 10">
              <a:extLst>
                <a:ext uri="{FF2B5EF4-FFF2-40B4-BE49-F238E27FC236}">
                  <a16:creationId xmlns:a16="http://schemas.microsoft.com/office/drawing/2014/main" id="{586BF7FD-CD7D-9810-8CB7-6531A5B3A1EE}"/>
                </a:ext>
              </a:extLst>
            </p:cNvPr>
            <p:cNvSpPr>
              <a:spLocks noChangeArrowheads="1"/>
            </p:cNvSpPr>
            <p:nvPr/>
          </p:nvSpPr>
          <p:spPr bwMode="auto">
            <a:xfrm>
              <a:off x="2378" y="2600"/>
              <a:ext cx="554" cy="554"/>
            </a:xfrm>
            <a:prstGeom prst="ellipse">
              <a:avLst/>
            </a:prstGeom>
            <a:noFill/>
            <a:ln w="952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nchorCtr="1"/>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Strategy</a:t>
              </a:r>
            </a:p>
          </p:txBody>
        </p:sp>
        <p:sp>
          <p:nvSpPr>
            <p:cNvPr id="322579" name="Oval 11">
              <a:extLst>
                <a:ext uri="{FF2B5EF4-FFF2-40B4-BE49-F238E27FC236}">
                  <a16:creationId xmlns:a16="http://schemas.microsoft.com/office/drawing/2014/main" id="{592DCE53-DED6-6C53-77C9-DBF49E61D910}"/>
                </a:ext>
              </a:extLst>
            </p:cNvPr>
            <p:cNvSpPr>
              <a:spLocks noChangeArrowheads="1"/>
            </p:cNvSpPr>
            <p:nvPr/>
          </p:nvSpPr>
          <p:spPr bwMode="auto">
            <a:xfrm>
              <a:off x="3320" y="2846"/>
              <a:ext cx="562" cy="554"/>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Staff</a:t>
              </a:r>
            </a:p>
          </p:txBody>
        </p:sp>
        <p:sp>
          <p:nvSpPr>
            <p:cNvPr id="322580" name="Oval 12">
              <a:extLst>
                <a:ext uri="{FF2B5EF4-FFF2-40B4-BE49-F238E27FC236}">
                  <a16:creationId xmlns:a16="http://schemas.microsoft.com/office/drawing/2014/main" id="{3723A7A1-FE59-FBA4-797B-F91811748CD7}"/>
                </a:ext>
              </a:extLst>
            </p:cNvPr>
            <p:cNvSpPr>
              <a:spLocks noChangeArrowheads="1"/>
            </p:cNvSpPr>
            <p:nvPr/>
          </p:nvSpPr>
          <p:spPr bwMode="auto">
            <a:xfrm>
              <a:off x="3321" y="2063"/>
              <a:ext cx="561" cy="561"/>
            </a:xfrm>
            <a:prstGeom prst="ellipse">
              <a:avLst/>
            </a:prstGeom>
            <a:noFill/>
            <a:ln w="952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Structure</a:t>
              </a:r>
            </a:p>
          </p:txBody>
        </p:sp>
        <p:sp>
          <p:nvSpPr>
            <p:cNvPr id="322581" name="Oval 13">
              <a:extLst>
                <a:ext uri="{FF2B5EF4-FFF2-40B4-BE49-F238E27FC236}">
                  <a16:creationId xmlns:a16="http://schemas.microsoft.com/office/drawing/2014/main" id="{BC62F79D-07A8-3224-2A96-4C076984C659}"/>
                </a:ext>
              </a:extLst>
            </p:cNvPr>
            <p:cNvSpPr>
              <a:spLocks noChangeArrowheads="1"/>
            </p:cNvSpPr>
            <p:nvPr/>
          </p:nvSpPr>
          <p:spPr bwMode="auto">
            <a:xfrm>
              <a:off x="3320" y="3630"/>
              <a:ext cx="562" cy="561"/>
            </a:xfrm>
            <a:prstGeom prst="ellipse">
              <a:avLst/>
            </a:prstGeom>
            <a:noFill/>
            <a:ln w="952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Systems</a:t>
              </a:r>
            </a:p>
          </p:txBody>
        </p:sp>
        <p:sp>
          <p:nvSpPr>
            <p:cNvPr id="322582" name="Freeform 14">
              <a:extLst>
                <a:ext uri="{FF2B5EF4-FFF2-40B4-BE49-F238E27FC236}">
                  <a16:creationId xmlns:a16="http://schemas.microsoft.com/office/drawing/2014/main" id="{630AA666-1E71-C743-E1B9-24B2E6279885}"/>
                </a:ext>
              </a:extLst>
            </p:cNvPr>
            <p:cNvSpPr>
              <a:spLocks/>
            </p:cNvSpPr>
            <p:nvPr/>
          </p:nvSpPr>
          <p:spPr bwMode="auto">
            <a:xfrm>
              <a:off x="2914" y="3039"/>
              <a:ext cx="353" cy="177"/>
            </a:xfrm>
            <a:custGeom>
              <a:avLst/>
              <a:gdLst>
                <a:gd name="T0" fmla="*/ 88 w 353"/>
                <a:gd name="T1" fmla="*/ 32 h 177"/>
                <a:gd name="T2" fmla="*/ 264 w 353"/>
                <a:gd name="T3" fmla="*/ 32 h 177"/>
                <a:gd name="T4" fmla="*/ 264 w 353"/>
                <a:gd name="T5" fmla="*/ 0 h 177"/>
                <a:gd name="T6" fmla="*/ 352 w 353"/>
                <a:gd name="T7" fmla="*/ 88 h 177"/>
                <a:gd name="T8" fmla="*/ 264 w 353"/>
                <a:gd name="T9" fmla="*/ 176 h 177"/>
                <a:gd name="T10" fmla="*/ 264 w 353"/>
                <a:gd name="T11" fmla="*/ 144 h 177"/>
                <a:gd name="T12" fmla="*/ 88 w 353"/>
                <a:gd name="T13" fmla="*/ 144 h 177"/>
                <a:gd name="T14" fmla="*/ 88 w 353"/>
                <a:gd name="T15" fmla="*/ 176 h 177"/>
                <a:gd name="T16" fmla="*/ 0 w 353"/>
                <a:gd name="T17" fmla="*/ 88 h 177"/>
                <a:gd name="T18" fmla="*/ 88 w 353"/>
                <a:gd name="T19" fmla="*/ 0 h 177"/>
                <a:gd name="T20" fmla="*/ 88 w 353"/>
                <a:gd name="T21" fmla="*/ 32 h 1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77">
                  <a:moveTo>
                    <a:pt x="88" y="32"/>
                  </a:moveTo>
                  <a:lnTo>
                    <a:pt x="264" y="32"/>
                  </a:lnTo>
                  <a:lnTo>
                    <a:pt x="264" y="0"/>
                  </a:lnTo>
                  <a:lnTo>
                    <a:pt x="352" y="88"/>
                  </a:lnTo>
                  <a:lnTo>
                    <a:pt x="264" y="176"/>
                  </a:lnTo>
                  <a:lnTo>
                    <a:pt x="264" y="144"/>
                  </a:lnTo>
                  <a:lnTo>
                    <a:pt x="88" y="144"/>
                  </a:lnTo>
                  <a:lnTo>
                    <a:pt x="88" y="176"/>
                  </a:lnTo>
                  <a:lnTo>
                    <a:pt x="0" y="88"/>
                  </a:lnTo>
                  <a:lnTo>
                    <a:pt x="88" y="0"/>
                  </a:lnTo>
                  <a:lnTo>
                    <a:pt x="88" y="32"/>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22583" name="Line 15">
              <a:extLst>
                <a:ext uri="{FF2B5EF4-FFF2-40B4-BE49-F238E27FC236}">
                  <a16:creationId xmlns:a16="http://schemas.microsoft.com/office/drawing/2014/main" id="{07380D02-EA94-1BFD-B5E3-ABCD04D27E0D}"/>
                </a:ext>
              </a:extLst>
            </p:cNvPr>
            <p:cNvSpPr>
              <a:spLocks noChangeShapeType="1"/>
            </p:cNvSpPr>
            <p:nvPr/>
          </p:nvSpPr>
          <p:spPr bwMode="auto">
            <a:xfrm>
              <a:off x="3890" y="3127"/>
              <a:ext cx="334" cy="0"/>
            </a:xfrm>
            <a:prstGeom prst="line">
              <a:avLst/>
            </a:prstGeom>
            <a:noFill/>
            <a:ln w="25400">
              <a:solidFill>
                <a:srgbClr val="0000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22584" name="Oval 16">
              <a:extLst>
                <a:ext uri="{FF2B5EF4-FFF2-40B4-BE49-F238E27FC236}">
                  <a16:creationId xmlns:a16="http://schemas.microsoft.com/office/drawing/2014/main" id="{DD0CECFB-A6B7-951F-24FF-D11367A8B6AC}"/>
                </a:ext>
              </a:extLst>
            </p:cNvPr>
            <p:cNvSpPr>
              <a:spLocks noChangeArrowheads="1"/>
            </p:cNvSpPr>
            <p:nvPr/>
          </p:nvSpPr>
          <p:spPr bwMode="auto">
            <a:xfrm>
              <a:off x="4240" y="2846"/>
              <a:ext cx="561" cy="554"/>
            </a:xfrm>
            <a:prstGeom prst="ellipse">
              <a:avLst/>
            </a:prstGeom>
            <a:solidFill>
              <a:schemeClr val="bg1"/>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Style</a:t>
              </a:r>
            </a:p>
          </p:txBody>
        </p:sp>
      </p:grpSp>
      <p:sp>
        <p:nvSpPr>
          <p:cNvPr id="322565" name="Rectangle 17">
            <a:extLst>
              <a:ext uri="{FF2B5EF4-FFF2-40B4-BE49-F238E27FC236}">
                <a16:creationId xmlns:a16="http://schemas.microsoft.com/office/drawing/2014/main" id="{8A3B0A10-D2C6-F240-838E-E2F55BD632AA}"/>
              </a:ext>
            </a:extLst>
          </p:cNvPr>
          <p:cNvSpPr>
            <a:spLocks noChangeArrowheads="1"/>
          </p:cNvSpPr>
          <p:nvPr/>
        </p:nvSpPr>
        <p:spPr bwMode="auto">
          <a:xfrm>
            <a:off x="4740275" y="2122488"/>
            <a:ext cx="2149475" cy="661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marL="342900" indent="-342900" defTabSz="871538" latinLnBrk="1">
              <a:defRPr kumimoji="1" sz="1100">
                <a:solidFill>
                  <a:schemeClr val="tx1"/>
                </a:solidFill>
                <a:latin typeface="굴림" panose="020B0600000101010101" pitchFamily="34" charset="-127"/>
                <a:ea typeface="굴림" panose="020B0600000101010101" pitchFamily="34" charset="-127"/>
              </a:defRPr>
            </a:lvl1pPr>
            <a:lvl2pPr marL="1588"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430213"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712788" indent="-182563"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957263"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4144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8716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3288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7860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vl="1" latinLnBrk="0">
              <a:buFontTx/>
              <a:buNone/>
            </a:pPr>
            <a:r>
              <a:rPr kumimoji="0" lang="en-US" altLang="ko-KR">
                <a:latin typeface="Arial" panose="020B0604020202020204" pitchFamily="34" charset="0"/>
              </a:rPr>
              <a:t>The organization chart and accompanying baggage that show who reports to whom and how tasks are both divided up and integrated </a:t>
            </a:r>
          </a:p>
        </p:txBody>
      </p:sp>
      <p:sp>
        <p:nvSpPr>
          <p:cNvPr id="322566" name="Rectangle 18">
            <a:extLst>
              <a:ext uri="{FF2B5EF4-FFF2-40B4-BE49-F238E27FC236}">
                <a16:creationId xmlns:a16="http://schemas.microsoft.com/office/drawing/2014/main" id="{EE9530A7-6C60-A6D4-3AF3-C66DDE97BB4F}"/>
              </a:ext>
            </a:extLst>
          </p:cNvPr>
          <p:cNvSpPr>
            <a:spLocks noChangeArrowheads="1"/>
          </p:cNvSpPr>
          <p:nvPr/>
        </p:nvSpPr>
        <p:spPr bwMode="auto">
          <a:xfrm>
            <a:off x="6429375" y="3259138"/>
            <a:ext cx="1627188" cy="827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marL="342900" indent="-342900" defTabSz="871538" latinLnBrk="1">
              <a:defRPr kumimoji="1" sz="1100">
                <a:solidFill>
                  <a:schemeClr val="tx1"/>
                </a:solidFill>
                <a:latin typeface="굴림" panose="020B0600000101010101" pitchFamily="34" charset="-127"/>
                <a:ea typeface="굴림" panose="020B0600000101010101" pitchFamily="34" charset="-127"/>
              </a:defRPr>
            </a:lvl1pPr>
            <a:lvl2pPr marL="1588"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354013"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536575" indent="-18097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682625"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139825"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597025"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054225"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511425"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vl="1" latinLnBrk="0">
              <a:buFontTx/>
              <a:buNone/>
            </a:pPr>
            <a:r>
              <a:rPr kumimoji="0" lang="en-US" altLang="ko-KR">
                <a:latin typeface="Arial" panose="020B0604020202020204" pitchFamily="34" charset="0"/>
              </a:rPr>
              <a:t>The people in the organization, considered in terms of corporate demographics, not individual personalities</a:t>
            </a:r>
          </a:p>
        </p:txBody>
      </p:sp>
      <p:sp>
        <p:nvSpPr>
          <p:cNvPr id="322567" name="Rectangle 19">
            <a:extLst>
              <a:ext uri="{FF2B5EF4-FFF2-40B4-BE49-F238E27FC236}">
                <a16:creationId xmlns:a16="http://schemas.microsoft.com/office/drawing/2014/main" id="{B243BA77-CAA9-F646-67B5-920E5659C634}"/>
              </a:ext>
            </a:extLst>
          </p:cNvPr>
          <p:cNvSpPr>
            <a:spLocks noChangeArrowheads="1"/>
          </p:cNvSpPr>
          <p:nvPr/>
        </p:nvSpPr>
        <p:spPr bwMode="auto">
          <a:xfrm>
            <a:off x="6983413" y="4321175"/>
            <a:ext cx="1130300" cy="993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marL="342900" indent="-342900" defTabSz="871538" latinLnBrk="1">
              <a:defRPr kumimoji="1" sz="1100">
                <a:solidFill>
                  <a:schemeClr val="tx1"/>
                </a:solidFill>
                <a:latin typeface="굴림" panose="020B0600000101010101" pitchFamily="34" charset="-127"/>
                <a:ea typeface="굴림" panose="020B0600000101010101" pitchFamily="34" charset="-127"/>
              </a:defRPr>
            </a:lvl1pPr>
            <a:lvl2pPr marL="1588"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338138"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522288" indent="-182563"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668338"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1255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5827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0399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4971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vl="1" latinLnBrk="0">
              <a:buFontTx/>
              <a:buNone/>
            </a:pPr>
            <a:r>
              <a:rPr kumimoji="0" lang="en-US" altLang="ko-KR">
                <a:latin typeface="Arial" panose="020B0604020202020204" pitchFamily="34" charset="0"/>
              </a:rPr>
              <a:t>The way managers collectively behave with respect to use of time, attention and symbolic actions </a:t>
            </a:r>
          </a:p>
        </p:txBody>
      </p:sp>
      <p:sp>
        <p:nvSpPr>
          <p:cNvPr id="322568" name="Rectangle 20">
            <a:extLst>
              <a:ext uri="{FF2B5EF4-FFF2-40B4-BE49-F238E27FC236}">
                <a16:creationId xmlns:a16="http://schemas.microsoft.com/office/drawing/2014/main" id="{8D0EF18A-E483-3DCF-9B3B-8D92B9C0962F}"/>
              </a:ext>
            </a:extLst>
          </p:cNvPr>
          <p:cNvSpPr>
            <a:spLocks noChangeArrowheads="1"/>
          </p:cNvSpPr>
          <p:nvPr/>
        </p:nvSpPr>
        <p:spPr bwMode="auto">
          <a:xfrm>
            <a:off x="5722938" y="5399088"/>
            <a:ext cx="1362075" cy="663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marL="342900" indent="-342900" defTabSz="871538" latinLnBrk="1">
              <a:defRPr kumimoji="1" sz="1100">
                <a:solidFill>
                  <a:schemeClr val="tx1"/>
                </a:solidFill>
                <a:latin typeface="굴림" panose="020B0600000101010101" pitchFamily="34" charset="-127"/>
                <a:ea typeface="굴림" panose="020B0600000101010101" pitchFamily="34" charset="-127"/>
              </a:defRPr>
            </a:lvl1pPr>
            <a:lvl2pPr marL="1588"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338138"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522288" indent="-182563"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668338"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1255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5827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0399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4971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vl="1" latinLnBrk="0">
              <a:buFontTx/>
              <a:buNone/>
            </a:pPr>
            <a:r>
              <a:rPr kumimoji="0" lang="en-US" altLang="ko-KR">
                <a:latin typeface="Arial" panose="020B0604020202020204" pitchFamily="34" charset="0"/>
              </a:rPr>
              <a:t>The processes and procedures through which things get done from day to day </a:t>
            </a:r>
          </a:p>
        </p:txBody>
      </p:sp>
      <p:sp>
        <p:nvSpPr>
          <p:cNvPr id="322569" name="Rectangle 21">
            <a:extLst>
              <a:ext uri="{FF2B5EF4-FFF2-40B4-BE49-F238E27FC236}">
                <a16:creationId xmlns:a16="http://schemas.microsoft.com/office/drawing/2014/main" id="{07C29DE7-81E3-85E3-DD6A-CDD357787E97}"/>
              </a:ext>
            </a:extLst>
          </p:cNvPr>
          <p:cNvSpPr>
            <a:spLocks noChangeArrowheads="1"/>
          </p:cNvSpPr>
          <p:nvPr/>
        </p:nvSpPr>
        <p:spPr bwMode="auto">
          <a:xfrm>
            <a:off x="3471863" y="2844800"/>
            <a:ext cx="1243012" cy="827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marL="342900" indent="-342900" defTabSz="871538" latinLnBrk="1">
              <a:defRPr kumimoji="1" sz="1100">
                <a:solidFill>
                  <a:schemeClr val="tx1"/>
                </a:solidFill>
                <a:latin typeface="굴림" panose="020B0600000101010101" pitchFamily="34" charset="-127"/>
                <a:ea typeface="굴림" panose="020B0600000101010101" pitchFamily="34" charset="-127"/>
              </a:defRPr>
            </a:lvl1pPr>
            <a:lvl2pPr marL="1588"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430213"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712788" indent="-182563"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957263"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4144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8716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3288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78606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vl="1" latinLnBrk="0">
              <a:buFontTx/>
              <a:buNone/>
            </a:pPr>
            <a:r>
              <a:rPr kumimoji="0" lang="en-US" altLang="ko-KR">
                <a:latin typeface="Arial" panose="020B0604020202020204" pitchFamily="34" charset="0"/>
              </a:rPr>
              <a:t>A coherent set of actions aimed at gaining a sustainable advantage over competition </a:t>
            </a:r>
          </a:p>
        </p:txBody>
      </p:sp>
      <p:sp>
        <p:nvSpPr>
          <p:cNvPr id="322570" name="Rectangle 22">
            <a:extLst>
              <a:ext uri="{FF2B5EF4-FFF2-40B4-BE49-F238E27FC236}">
                <a16:creationId xmlns:a16="http://schemas.microsoft.com/office/drawing/2014/main" id="{F589E00D-D064-D419-1002-E14B8DD160F1}"/>
              </a:ext>
            </a:extLst>
          </p:cNvPr>
          <p:cNvSpPr>
            <a:spLocks noChangeArrowheads="1"/>
          </p:cNvSpPr>
          <p:nvPr/>
        </p:nvSpPr>
        <p:spPr bwMode="auto">
          <a:xfrm>
            <a:off x="1836738" y="3690938"/>
            <a:ext cx="1168400" cy="1490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63513" indent="-1619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338138"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522288" indent="-182563"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668338"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1255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5827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0399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497138"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a:latin typeface="Arial" panose="020B0604020202020204" pitchFamily="34" charset="0"/>
              </a:rPr>
              <a:t>Capabilities possessed by the organization as a whole as distinct from the individuals.  Some companies perform extraordinary feats with ordinary people </a:t>
            </a:r>
          </a:p>
        </p:txBody>
      </p:sp>
      <p:sp>
        <p:nvSpPr>
          <p:cNvPr id="322571" name="Rectangle 23">
            <a:extLst>
              <a:ext uri="{FF2B5EF4-FFF2-40B4-BE49-F238E27FC236}">
                <a16:creationId xmlns:a16="http://schemas.microsoft.com/office/drawing/2014/main" id="{48FDE755-A657-7CDB-524C-827BC1E3ABC8}"/>
              </a:ext>
            </a:extLst>
          </p:cNvPr>
          <p:cNvSpPr>
            <a:spLocks noChangeArrowheads="1"/>
          </p:cNvSpPr>
          <p:nvPr/>
        </p:nvSpPr>
        <p:spPr bwMode="auto">
          <a:xfrm>
            <a:off x="3214688" y="5283200"/>
            <a:ext cx="1643062" cy="993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marL="342900" indent="-342900" defTabSz="871538" latinLnBrk="1">
              <a:defRPr kumimoji="1" sz="1100">
                <a:solidFill>
                  <a:schemeClr val="tx1"/>
                </a:solidFill>
                <a:latin typeface="굴림" panose="020B0600000101010101" pitchFamily="34" charset="-127"/>
                <a:ea typeface="굴림" panose="020B0600000101010101" pitchFamily="34" charset="-127"/>
              </a:defRPr>
            </a:lvl1pPr>
            <a:lvl2pPr marL="1588"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342900" indent="-174625"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525463" indent="-18097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671513" indent="-144463" defTabSz="871538" latinLnBrk="1">
              <a:defRPr kumimoji="1" sz="1100">
                <a:solidFill>
                  <a:schemeClr val="tx1"/>
                </a:solidFill>
                <a:latin typeface="굴림" panose="020B0600000101010101" pitchFamily="34" charset="-127"/>
                <a:ea typeface="굴림" panose="020B0600000101010101" pitchFamily="34" charset="-127"/>
              </a:defRPr>
            </a:lvl5pPr>
            <a:lvl6pPr marL="112871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58591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04311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500313" indent="-144463"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vl="1" latinLnBrk="0">
              <a:buFontTx/>
              <a:buNone/>
            </a:pPr>
            <a:r>
              <a:rPr kumimoji="0" lang="en-US" altLang="ko-KR">
                <a:latin typeface="Arial" panose="020B0604020202020204" pitchFamily="34" charset="0"/>
              </a:rPr>
              <a:t>Those ideas of what is right and desirable (in corporate and/or individual behavior) which are typical of the organization and common to most of its members </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7" name="바닥글 개체 틀 2">
            <a:extLst>
              <a:ext uri="{FF2B5EF4-FFF2-40B4-BE49-F238E27FC236}">
                <a16:creationId xmlns:a16="http://schemas.microsoft.com/office/drawing/2014/main" id="{643C9EE7-AAAD-4E53-6942-7BAFA96D4D3E}"/>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26658" name="슬라이드 번호 개체 틀 3">
            <a:extLst>
              <a:ext uri="{FF2B5EF4-FFF2-40B4-BE49-F238E27FC236}">
                <a16:creationId xmlns:a16="http://schemas.microsoft.com/office/drawing/2014/main" id="{9AEFD541-6CA1-C00E-4FFF-4D61247138F1}"/>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2D234E17-4AE6-1B42-8BE9-95FF4513F983}" type="slidenum">
              <a:rPr kumimoji="0" lang="ko-KR" altLang="en-US" smtClean="0">
                <a:latin typeface="Arial" panose="020B0604020202020204" pitchFamily="34" charset="0"/>
              </a:rPr>
              <a:pPr latinLnBrk="0"/>
              <a:t>58</a:t>
            </a:fld>
            <a:endParaRPr kumimoji="0" lang="en-US" altLang="ko-KR">
              <a:latin typeface="Arial" panose="020B0604020202020204" pitchFamily="34" charset="0"/>
            </a:endParaRPr>
          </a:p>
        </p:txBody>
      </p:sp>
      <p:sp>
        <p:nvSpPr>
          <p:cNvPr id="326659" name="Rectangle 2">
            <a:extLst>
              <a:ext uri="{FF2B5EF4-FFF2-40B4-BE49-F238E27FC236}">
                <a16:creationId xmlns:a16="http://schemas.microsoft.com/office/drawing/2014/main" id="{2D00BF5B-6AED-751F-6AAD-B73AFCECC9AB}"/>
              </a:ext>
            </a:extLst>
          </p:cNvPr>
          <p:cNvSpPr>
            <a:spLocks noGrp="1" noChangeArrowheads="1"/>
          </p:cNvSpPr>
          <p:nvPr>
            <p:ph type="title"/>
          </p:nvPr>
        </p:nvSpPr>
        <p:spPr/>
        <p:txBody>
          <a:bodyPr/>
          <a:lstStyle/>
          <a:p>
            <a:pPr defTabSz="1019175" eaLnBrk="1" hangingPunct="1"/>
            <a:r>
              <a:rPr lang="en-US" altLang="ko-KR"/>
              <a:t>BUSS PORTFOLIO</a:t>
            </a:r>
          </a:p>
        </p:txBody>
      </p:sp>
      <p:sp>
        <p:nvSpPr>
          <p:cNvPr id="326660" name="Line 3">
            <a:extLst>
              <a:ext uri="{FF2B5EF4-FFF2-40B4-BE49-F238E27FC236}">
                <a16:creationId xmlns:a16="http://schemas.microsoft.com/office/drawing/2014/main" id="{C781920B-B3AA-910D-4679-A985B7216B67}"/>
              </a:ext>
            </a:extLst>
          </p:cNvPr>
          <p:cNvSpPr>
            <a:spLocks noChangeShapeType="1"/>
          </p:cNvSpPr>
          <p:nvPr/>
        </p:nvSpPr>
        <p:spPr bwMode="auto">
          <a:xfrm>
            <a:off x="3581400" y="2544763"/>
            <a:ext cx="0" cy="2898775"/>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326661" name="Group 4">
            <a:extLst>
              <a:ext uri="{FF2B5EF4-FFF2-40B4-BE49-F238E27FC236}">
                <a16:creationId xmlns:a16="http://schemas.microsoft.com/office/drawing/2014/main" id="{1B1F8C49-6C98-A827-7109-92F7B408D66E}"/>
              </a:ext>
            </a:extLst>
          </p:cNvPr>
          <p:cNvGrpSpPr>
            <a:grpSpLocks/>
          </p:cNvGrpSpPr>
          <p:nvPr/>
        </p:nvGrpSpPr>
        <p:grpSpPr bwMode="auto">
          <a:xfrm>
            <a:off x="3884613" y="2565400"/>
            <a:ext cx="2708275" cy="2860675"/>
            <a:chOff x="2240" y="1782"/>
            <a:chExt cx="1993" cy="1987"/>
          </a:xfrm>
        </p:grpSpPr>
        <p:sp>
          <p:nvSpPr>
            <p:cNvPr id="326671" name="Rectangle 5">
              <a:extLst>
                <a:ext uri="{FF2B5EF4-FFF2-40B4-BE49-F238E27FC236}">
                  <a16:creationId xmlns:a16="http://schemas.microsoft.com/office/drawing/2014/main" id="{583B53B3-A932-A59A-B651-910221D7DC77}"/>
                </a:ext>
              </a:extLst>
            </p:cNvPr>
            <p:cNvSpPr>
              <a:spLocks noChangeArrowheads="1"/>
            </p:cNvSpPr>
            <p:nvPr/>
          </p:nvSpPr>
          <p:spPr bwMode="auto">
            <a:xfrm>
              <a:off x="2904" y="2443"/>
              <a:ext cx="664" cy="665"/>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2" name="Rectangle 6">
              <a:extLst>
                <a:ext uri="{FF2B5EF4-FFF2-40B4-BE49-F238E27FC236}">
                  <a16:creationId xmlns:a16="http://schemas.microsoft.com/office/drawing/2014/main" id="{73BA8558-A0BC-99C5-A187-4BAD531405A4}"/>
                </a:ext>
              </a:extLst>
            </p:cNvPr>
            <p:cNvSpPr>
              <a:spLocks noChangeArrowheads="1"/>
            </p:cNvSpPr>
            <p:nvPr/>
          </p:nvSpPr>
          <p:spPr bwMode="auto">
            <a:xfrm>
              <a:off x="2240" y="1782"/>
              <a:ext cx="664" cy="66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3" name="Rectangle 7">
              <a:extLst>
                <a:ext uri="{FF2B5EF4-FFF2-40B4-BE49-F238E27FC236}">
                  <a16:creationId xmlns:a16="http://schemas.microsoft.com/office/drawing/2014/main" id="{1C0DF9F3-4D90-04F8-D287-31C06EBA52CD}"/>
                </a:ext>
              </a:extLst>
            </p:cNvPr>
            <p:cNvSpPr>
              <a:spLocks noChangeArrowheads="1"/>
            </p:cNvSpPr>
            <p:nvPr/>
          </p:nvSpPr>
          <p:spPr bwMode="auto">
            <a:xfrm>
              <a:off x="2904" y="1782"/>
              <a:ext cx="664" cy="664"/>
            </a:xfrm>
            <a:prstGeom prst="rect">
              <a:avLst/>
            </a:prstGeom>
            <a:solidFill>
              <a:schemeClr val="folHlink"/>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4" name="Rectangle 8">
              <a:extLst>
                <a:ext uri="{FF2B5EF4-FFF2-40B4-BE49-F238E27FC236}">
                  <a16:creationId xmlns:a16="http://schemas.microsoft.com/office/drawing/2014/main" id="{E0DD6774-7A2D-14AB-A914-61C676EF5A2D}"/>
                </a:ext>
              </a:extLst>
            </p:cNvPr>
            <p:cNvSpPr>
              <a:spLocks noChangeArrowheads="1"/>
            </p:cNvSpPr>
            <p:nvPr/>
          </p:nvSpPr>
          <p:spPr bwMode="auto">
            <a:xfrm>
              <a:off x="2240" y="2443"/>
              <a:ext cx="664" cy="665"/>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5" name="Rectangle 9">
              <a:extLst>
                <a:ext uri="{FF2B5EF4-FFF2-40B4-BE49-F238E27FC236}">
                  <a16:creationId xmlns:a16="http://schemas.microsoft.com/office/drawing/2014/main" id="{305E7CFE-4549-8A34-5468-ADC8922FE76F}"/>
                </a:ext>
              </a:extLst>
            </p:cNvPr>
            <p:cNvSpPr>
              <a:spLocks noChangeArrowheads="1"/>
            </p:cNvSpPr>
            <p:nvPr/>
          </p:nvSpPr>
          <p:spPr bwMode="auto">
            <a:xfrm>
              <a:off x="3568" y="2443"/>
              <a:ext cx="665" cy="665"/>
            </a:xfrm>
            <a:prstGeom prst="rect">
              <a:avLst/>
            </a:prstGeom>
            <a:solidFill>
              <a:schemeClr val="folHlink"/>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6" name="Rectangle 10">
              <a:extLst>
                <a:ext uri="{FF2B5EF4-FFF2-40B4-BE49-F238E27FC236}">
                  <a16:creationId xmlns:a16="http://schemas.microsoft.com/office/drawing/2014/main" id="{BAF3BC80-73C2-EFDB-6893-1479DA4A7EEE}"/>
                </a:ext>
              </a:extLst>
            </p:cNvPr>
            <p:cNvSpPr>
              <a:spLocks noChangeArrowheads="1"/>
            </p:cNvSpPr>
            <p:nvPr/>
          </p:nvSpPr>
          <p:spPr bwMode="auto">
            <a:xfrm>
              <a:off x="2240" y="3105"/>
              <a:ext cx="664" cy="664"/>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7" name="Rectangle 11">
              <a:extLst>
                <a:ext uri="{FF2B5EF4-FFF2-40B4-BE49-F238E27FC236}">
                  <a16:creationId xmlns:a16="http://schemas.microsoft.com/office/drawing/2014/main" id="{F1C1A57A-83E7-4040-2D9E-4BBEE68EAD0E}"/>
                </a:ext>
              </a:extLst>
            </p:cNvPr>
            <p:cNvSpPr>
              <a:spLocks noChangeArrowheads="1"/>
            </p:cNvSpPr>
            <p:nvPr/>
          </p:nvSpPr>
          <p:spPr bwMode="auto">
            <a:xfrm>
              <a:off x="2904" y="3105"/>
              <a:ext cx="664" cy="664"/>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8" name="Rectangle 12">
              <a:extLst>
                <a:ext uri="{FF2B5EF4-FFF2-40B4-BE49-F238E27FC236}">
                  <a16:creationId xmlns:a16="http://schemas.microsoft.com/office/drawing/2014/main" id="{EF19BB03-F266-17E9-C15D-1105D2B346EA}"/>
                </a:ext>
              </a:extLst>
            </p:cNvPr>
            <p:cNvSpPr>
              <a:spLocks noChangeArrowheads="1"/>
            </p:cNvSpPr>
            <p:nvPr/>
          </p:nvSpPr>
          <p:spPr bwMode="auto">
            <a:xfrm>
              <a:off x="3568" y="3105"/>
              <a:ext cx="665" cy="664"/>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26679" name="Rectangle 13">
              <a:extLst>
                <a:ext uri="{FF2B5EF4-FFF2-40B4-BE49-F238E27FC236}">
                  <a16:creationId xmlns:a16="http://schemas.microsoft.com/office/drawing/2014/main" id="{8AF5C6EE-7E3B-6EEA-9E46-9BD030CD6169}"/>
                </a:ext>
              </a:extLst>
            </p:cNvPr>
            <p:cNvSpPr>
              <a:spLocks noChangeArrowheads="1"/>
            </p:cNvSpPr>
            <p:nvPr/>
          </p:nvSpPr>
          <p:spPr bwMode="auto">
            <a:xfrm>
              <a:off x="3568" y="1782"/>
              <a:ext cx="665" cy="664"/>
            </a:xfrm>
            <a:prstGeom prst="rect">
              <a:avLst/>
            </a:prstGeom>
            <a:solidFill>
              <a:schemeClr val="folHlink"/>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grpSp>
      <p:sp>
        <p:nvSpPr>
          <p:cNvPr id="326662" name="Rectangle 14">
            <a:extLst>
              <a:ext uri="{FF2B5EF4-FFF2-40B4-BE49-F238E27FC236}">
                <a16:creationId xmlns:a16="http://schemas.microsoft.com/office/drawing/2014/main" id="{840C2541-F1E1-9952-0A2C-DE00FFB62E80}"/>
              </a:ext>
            </a:extLst>
          </p:cNvPr>
          <p:cNvSpPr>
            <a:spLocks noChangeArrowheads="1"/>
          </p:cNvSpPr>
          <p:nvPr/>
        </p:nvSpPr>
        <p:spPr bwMode="auto">
          <a:xfrm rot="-5400000">
            <a:off x="2504282" y="3913981"/>
            <a:ext cx="1782762" cy="15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nchorCtr="1">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Competitive position</a:t>
            </a:r>
          </a:p>
        </p:txBody>
      </p:sp>
      <p:sp>
        <p:nvSpPr>
          <p:cNvPr id="326663" name="Rectangle 15">
            <a:extLst>
              <a:ext uri="{FF2B5EF4-FFF2-40B4-BE49-F238E27FC236}">
                <a16:creationId xmlns:a16="http://schemas.microsoft.com/office/drawing/2014/main" id="{E3B62A7E-268B-4963-70AD-9663C74B43CA}"/>
              </a:ext>
            </a:extLst>
          </p:cNvPr>
          <p:cNvSpPr>
            <a:spLocks noChangeArrowheads="1"/>
          </p:cNvSpPr>
          <p:nvPr/>
        </p:nvSpPr>
        <p:spPr bwMode="auto">
          <a:xfrm rot="-5400000">
            <a:off x="3416300" y="4873625"/>
            <a:ext cx="606425" cy="15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Low</a:t>
            </a:r>
          </a:p>
        </p:txBody>
      </p:sp>
      <p:sp>
        <p:nvSpPr>
          <p:cNvPr id="326664" name="Rectangle 16">
            <a:extLst>
              <a:ext uri="{FF2B5EF4-FFF2-40B4-BE49-F238E27FC236}">
                <a16:creationId xmlns:a16="http://schemas.microsoft.com/office/drawing/2014/main" id="{4CC599C9-A885-6B0C-047E-E4AC421F1363}"/>
              </a:ext>
            </a:extLst>
          </p:cNvPr>
          <p:cNvSpPr>
            <a:spLocks noChangeArrowheads="1"/>
          </p:cNvSpPr>
          <p:nvPr/>
        </p:nvSpPr>
        <p:spPr bwMode="auto">
          <a:xfrm rot="-5400000">
            <a:off x="3260725" y="3930650"/>
            <a:ext cx="917575" cy="15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Medium</a:t>
            </a:r>
          </a:p>
        </p:txBody>
      </p:sp>
      <p:sp>
        <p:nvSpPr>
          <p:cNvPr id="326665" name="Rectangle 17">
            <a:extLst>
              <a:ext uri="{FF2B5EF4-FFF2-40B4-BE49-F238E27FC236}">
                <a16:creationId xmlns:a16="http://schemas.microsoft.com/office/drawing/2014/main" id="{E1C5AB67-5288-6FF4-5FE5-D71A1DD522D0}"/>
              </a:ext>
            </a:extLst>
          </p:cNvPr>
          <p:cNvSpPr>
            <a:spLocks noChangeArrowheads="1"/>
          </p:cNvSpPr>
          <p:nvPr/>
        </p:nvSpPr>
        <p:spPr bwMode="auto">
          <a:xfrm rot="-5400000">
            <a:off x="3409951" y="2971800"/>
            <a:ext cx="635000" cy="15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High</a:t>
            </a:r>
          </a:p>
        </p:txBody>
      </p:sp>
      <p:sp>
        <p:nvSpPr>
          <p:cNvPr id="326666" name="Rectangle 18">
            <a:extLst>
              <a:ext uri="{FF2B5EF4-FFF2-40B4-BE49-F238E27FC236}">
                <a16:creationId xmlns:a16="http://schemas.microsoft.com/office/drawing/2014/main" id="{39656FD3-DD64-7EE5-FEA7-AEC12B1043EB}"/>
              </a:ext>
            </a:extLst>
          </p:cNvPr>
          <p:cNvSpPr>
            <a:spLocks noChangeArrowheads="1"/>
          </p:cNvSpPr>
          <p:nvPr/>
        </p:nvSpPr>
        <p:spPr bwMode="auto">
          <a:xfrm>
            <a:off x="4070350" y="5808663"/>
            <a:ext cx="2312988"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nchorCtr="1">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Product/market attractiveness</a:t>
            </a:r>
          </a:p>
        </p:txBody>
      </p:sp>
      <p:sp>
        <p:nvSpPr>
          <p:cNvPr id="326667" name="Rectangle 19">
            <a:extLst>
              <a:ext uri="{FF2B5EF4-FFF2-40B4-BE49-F238E27FC236}">
                <a16:creationId xmlns:a16="http://schemas.microsoft.com/office/drawing/2014/main" id="{EFD98122-05AD-4987-08DE-C7FF0FDAAB64}"/>
              </a:ext>
            </a:extLst>
          </p:cNvPr>
          <p:cNvSpPr>
            <a:spLocks noChangeArrowheads="1"/>
          </p:cNvSpPr>
          <p:nvPr/>
        </p:nvSpPr>
        <p:spPr bwMode="auto">
          <a:xfrm>
            <a:off x="4044950" y="5500688"/>
            <a:ext cx="5746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Low</a:t>
            </a:r>
          </a:p>
        </p:txBody>
      </p:sp>
      <p:sp>
        <p:nvSpPr>
          <p:cNvPr id="326668" name="Rectangle 20">
            <a:extLst>
              <a:ext uri="{FF2B5EF4-FFF2-40B4-BE49-F238E27FC236}">
                <a16:creationId xmlns:a16="http://schemas.microsoft.com/office/drawing/2014/main" id="{A757FFD6-CF11-8156-F0C8-2C38679300D3}"/>
              </a:ext>
            </a:extLst>
          </p:cNvPr>
          <p:cNvSpPr>
            <a:spLocks noChangeArrowheads="1"/>
          </p:cNvSpPr>
          <p:nvPr/>
        </p:nvSpPr>
        <p:spPr bwMode="auto">
          <a:xfrm>
            <a:off x="4808538" y="5500688"/>
            <a:ext cx="865187"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Medium</a:t>
            </a:r>
          </a:p>
        </p:txBody>
      </p:sp>
      <p:sp>
        <p:nvSpPr>
          <p:cNvPr id="326669" name="Rectangle 21">
            <a:extLst>
              <a:ext uri="{FF2B5EF4-FFF2-40B4-BE49-F238E27FC236}">
                <a16:creationId xmlns:a16="http://schemas.microsoft.com/office/drawing/2014/main" id="{B4B2A4FA-97FB-F975-9919-486C991AB5D2}"/>
              </a:ext>
            </a:extLst>
          </p:cNvPr>
          <p:cNvSpPr>
            <a:spLocks noChangeArrowheads="1"/>
          </p:cNvSpPr>
          <p:nvPr/>
        </p:nvSpPr>
        <p:spPr bwMode="auto">
          <a:xfrm>
            <a:off x="5884863" y="5500688"/>
            <a:ext cx="601662"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71538" latinLnBrk="1">
              <a:defRPr kumimoji="1" sz="1100">
                <a:solidFill>
                  <a:schemeClr val="tx1"/>
                </a:solidFill>
                <a:latin typeface="굴림" panose="020B0600000101010101" pitchFamily="34" charset="-127"/>
                <a:ea typeface="굴림" panose="020B0600000101010101" pitchFamily="34" charset="-127"/>
              </a:defRPr>
            </a:lvl1pPr>
            <a:lvl2pPr marL="100013" indent="-98425" defTabSz="871538" latinLnBrk="1">
              <a:buChar char="•"/>
              <a:defRPr kumimoji="1" sz="1100">
                <a:solidFill>
                  <a:schemeClr val="tx1"/>
                </a:solidFill>
                <a:latin typeface="굴림" panose="020B0600000101010101" pitchFamily="34" charset="-127"/>
                <a:ea typeface="굴림" panose="020B0600000101010101" pitchFamily="34" charset="-127"/>
              </a:defRPr>
            </a:lvl2pPr>
            <a:lvl3pPr marL="201613" indent="-1588" defTabSz="871538" latinLnBrk="1">
              <a:buChar char="–"/>
              <a:defRPr kumimoji="1" sz="1100">
                <a:solidFill>
                  <a:schemeClr val="tx1"/>
                </a:solidFill>
                <a:latin typeface="굴림" panose="020B0600000101010101" pitchFamily="34" charset="-127"/>
                <a:ea typeface="굴림" panose="020B0600000101010101" pitchFamily="34" charset="-127"/>
              </a:defRPr>
            </a:lvl3pPr>
            <a:lvl4pPr marL="301625" indent="-98425" defTabSz="871538" latinLnBrk="1">
              <a:buChar char="·"/>
              <a:defRPr kumimoji="1" sz="1100">
                <a:solidFill>
                  <a:schemeClr val="tx1"/>
                </a:solidFill>
                <a:latin typeface="굴림" panose="020B0600000101010101" pitchFamily="34" charset="-127"/>
                <a:ea typeface="굴림" panose="020B0600000101010101" pitchFamily="34" charset="-127"/>
              </a:defRPr>
            </a:lvl4pPr>
            <a:lvl5pPr marL="401638" indent="-92075" defTabSz="871538" latinLnBrk="1">
              <a:defRPr kumimoji="1" sz="1100">
                <a:solidFill>
                  <a:schemeClr val="tx1"/>
                </a:solidFill>
                <a:latin typeface="굴림" panose="020B0600000101010101" pitchFamily="34" charset="-127"/>
                <a:ea typeface="굴림" panose="020B0600000101010101" pitchFamily="34" charset="-127"/>
              </a:defRPr>
            </a:lvl5pPr>
            <a:lvl6pPr marL="8588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160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7732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30438" indent="-92075" defTabSz="87153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High</a:t>
            </a:r>
          </a:p>
        </p:txBody>
      </p:sp>
      <p:sp>
        <p:nvSpPr>
          <p:cNvPr id="326670" name="Line 22">
            <a:extLst>
              <a:ext uri="{FF2B5EF4-FFF2-40B4-BE49-F238E27FC236}">
                <a16:creationId xmlns:a16="http://schemas.microsoft.com/office/drawing/2014/main" id="{D57EFBCE-D779-0E00-F38C-7A17810E1A03}"/>
              </a:ext>
            </a:extLst>
          </p:cNvPr>
          <p:cNvSpPr>
            <a:spLocks noChangeShapeType="1"/>
          </p:cNvSpPr>
          <p:nvPr/>
        </p:nvSpPr>
        <p:spPr bwMode="auto">
          <a:xfrm>
            <a:off x="3862388" y="5722938"/>
            <a:ext cx="2749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spAutoFit/>
          </a:bodyPr>
          <a:lstStyle/>
          <a:p>
            <a:endParaRPr lang="ko-KR" alt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49" name="바닥글 개체 틀 2">
            <a:extLst>
              <a:ext uri="{FF2B5EF4-FFF2-40B4-BE49-F238E27FC236}">
                <a16:creationId xmlns:a16="http://schemas.microsoft.com/office/drawing/2014/main" id="{9C8D4FED-67CB-5309-0B67-73B390EC67C8}"/>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34850" name="슬라이드 번호 개체 틀 3">
            <a:extLst>
              <a:ext uri="{FF2B5EF4-FFF2-40B4-BE49-F238E27FC236}">
                <a16:creationId xmlns:a16="http://schemas.microsoft.com/office/drawing/2014/main" id="{795C9E28-6DA0-1BE9-EBD8-07F5A0C6B712}"/>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FA5BC42E-5C7A-F44B-B4C6-072E049F0041}" type="slidenum">
              <a:rPr kumimoji="0" lang="ko-KR" altLang="en-US" smtClean="0">
                <a:latin typeface="Arial" panose="020B0604020202020204" pitchFamily="34" charset="0"/>
              </a:rPr>
              <a:pPr latinLnBrk="0"/>
              <a:t>59</a:t>
            </a:fld>
            <a:endParaRPr kumimoji="0" lang="en-US" altLang="ko-KR">
              <a:latin typeface="Arial" panose="020B0604020202020204" pitchFamily="34" charset="0"/>
            </a:endParaRPr>
          </a:p>
        </p:txBody>
      </p:sp>
      <p:sp>
        <p:nvSpPr>
          <p:cNvPr id="334851" name="Rectangle 2">
            <a:extLst>
              <a:ext uri="{FF2B5EF4-FFF2-40B4-BE49-F238E27FC236}">
                <a16:creationId xmlns:a16="http://schemas.microsoft.com/office/drawing/2014/main" id="{042196F1-1D98-0874-4316-FDAD2478903E}"/>
              </a:ext>
            </a:extLst>
          </p:cNvPr>
          <p:cNvSpPr>
            <a:spLocks noGrp="1" noChangeArrowheads="1"/>
          </p:cNvSpPr>
          <p:nvPr>
            <p:ph type="title"/>
          </p:nvPr>
        </p:nvSpPr>
        <p:spPr/>
        <p:txBody>
          <a:bodyPr/>
          <a:lstStyle/>
          <a:p>
            <a:pPr defTabSz="1019175" eaLnBrk="1" hangingPunct="1"/>
            <a:r>
              <a:rPr lang="en-US" altLang="ko-KR"/>
              <a:t>PRICE BENEFIT</a:t>
            </a:r>
          </a:p>
        </p:txBody>
      </p:sp>
      <p:sp>
        <p:nvSpPr>
          <p:cNvPr id="334852" name="Rectangle 3">
            <a:extLst>
              <a:ext uri="{FF2B5EF4-FFF2-40B4-BE49-F238E27FC236}">
                <a16:creationId xmlns:a16="http://schemas.microsoft.com/office/drawing/2014/main" id="{ABEF5507-91E3-9FF8-F1E8-B06CFF6145F9}"/>
              </a:ext>
            </a:extLst>
          </p:cNvPr>
          <p:cNvSpPr>
            <a:spLocks noChangeArrowheads="1"/>
          </p:cNvSpPr>
          <p:nvPr/>
        </p:nvSpPr>
        <p:spPr bwMode="auto">
          <a:xfrm rot="-5400000">
            <a:off x="3179762" y="3038476"/>
            <a:ext cx="836613" cy="157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Benefit </a:t>
            </a:r>
          </a:p>
        </p:txBody>
      </p:sp>
      <p:sp>
        <p:nvSpPr>
          <p:cNvPr id="334853" name="Rectangle 4">
            <a:extLst>
              <a:ext uri="{FF2B5EF4-FFF2-40B4-BE49-F238E27FC236}">
                <a16:creationId xmlns:a16="http://schemas.microsoft.com/office/drawing/2014/main" id="{74D5C381-4C04-DC1F-6C17-2B76504D2E2C}"/>
              </a:ext>
            </a:extLst>
          </p:cNvPr>
          <p:cNvSpPr>
            <a:spLocks noChangeArrowheads="1"/>
          </p:cNvSpPr>
          <p:nvPr/>
        </p:nvSpPr>
        <p:spPr bwMode="auto">
          <a:xfrm>
            <a:off x="5675313" y="5480050"/>
            <a:ext cx="735012"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r>
              <a:rPr kumimoji="0" lang="en-US" altLang="ko-KR" b="1">
                <a:solidFill>
                  <a:srgbClr val="000000"/>
                </a:solidFill>
                <a:latin typeface="Arial" panose="020B0604020202020204" pitchFamily="34" charset="0"/>
              </a:rPr>
              <a:t>Price </a:t>
            </a:r>
          </a:p>
        </p:txBody>
      </p:sp>
      <p:sp>
        <p:nvSpPr>
          <p:cNvPr id="334854" name="Rectangle 5">
            <a:extLst>
              <a:ext uri="{FF2B5EF4-FFF2-40B4-BE49-F238E27FC236}">
                <a16:creationId xmlns:a16="http://schemas.microsoft.com/office/drawing/2014/main" id="{58385CC3-B26E-2405-6350-81FD77803DF6}"/>
              </a:ext>
            </a:extLst>
          </p:cNvPr>
          <p:cNvSpPr>
            <a:spLocks noChangeArrowheads="1"/>
          </p:cNvSpPr>
          <p:nvPr/>
        </p:nvSpPr>
        <p:spPr bwMode="auto">
          <a:xfrm>
            <a:off x="3733800" y="2795588"/>
            <a:ext cx="2449513" cy="25955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34855" name="Freeform 6">
            <a:extLst>
              <a:ext uri="{FF2B5EF4-FFF2-40B4-BE49-F238E27FC236}">
                <a16:creationId xmlns:a16="http://schemas.microsoft.com/office/drawing/2014/main" id="{69B1F189-C840-7705-0E69-4493D1C181A2}"/>
              </a:ext>
            </a:extLst>
          </p:cNvPr>
          <p:cNvSpPr>
            <a:spLocks/>
          </p:cNvSpPr>
          <p:nvPr/>
        </p:nvSpPr>
        <p:spPr bwMode="auto">
          <a:xfrm>
            <a:off x="3727450" y="2803525"/>
            <a:ext cx="2462213" cy="2614613"/>
          </a:xfrm>
          <a:custGeom>
            <a:avLst/>
            <a:gdLst>
              <a:gd name="T0" fmla="*/ 0 w 1812"/>
              <a:gd name="T1" fmla="*/ 2147483646 h 1817"/>
              <a:gd name="T2" fmla="*/ 2147483646 w 1812"/>
              <a:gd name="T3" fmla="*/ 2147483646 h 1817"/>
              <a:gd name="T4" fmla="*/ 2147483646 w 1812"/>
              <a:gd name="T5" fmla="*/ 0 h 1817"/>
              <a:gd name="T6" fmla="*/ 0 w 1812"/>
              <a:gd name="T7" fmla="*/ 2147483646 h 18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12" h="1817">
                <a:moveTo>
                  <a:pt x="0" y="1816"/>
                </a:moveTo>
                <a:lnTo>
                  <a:pt x="1811" y="1816"/>
                </a:lnTo>
                <a:lnTo>
                  <a:pt x="1811" y="0"/>
                </a:lnTo>
                <a:lnTo>
                  <a:pt x="0" y="1816"/>
                </a:lnTo>
              </a:path>
            </a:pathLst>
          </a:custGeom>
          <a:solidFill>
            <a:srgbClr val="FFFFFF"/>
          </a:solidFill>
          <a:ln w="9525"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34856" name="Rectangle 7">
            <a:extLst>
              <a:ext uri="{FF2B5EF4-FFF2-40B4-BE49-F238E27FC236}">
                <a16:creationId xmlns:a16="http://schemas.microsoft.com/office/drawing/2014/main" id="{5314CC89-01C8-9900-C10C-4F196DF91DE5}"/>
              </a:ext>
            </a:extLst>
          </p:cNvPr>
          <p:cNvSpPr>
            <a:spLocks noChangeArrowheads="1"/>
          </p:cNvSpPr>
          <p:nvPr/>
        </p:nvSpPr>
        <p:spPr bwMode="auto">
          <a:xfrm>
            <a:off x="5222875" y="4819650"/>
            <a:ext cx="822325" cy="331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a:solidFill>
                  <a:srgbClr val="000000"/>
                </a:solidFill>
                <a:latin typeface="Arial" panose="020B0604020202020204" pitchFamily="34" charset="0"/>
              </a:rPr>
              <a:t>Competitive</a:t>
            </a:r>
            <a:br>
              <a:rPr kumimoji="0" lang="en-US" altLang="ko-KR">
                <a:solidFill>
                  <a:srgbClr val="000000"/>
                </a:solidFill>
                <a:latin typeface="Arial" panose="020B0604020202020204" pitchFamily="34" charset="0"/>
              </a:rPr>
            </a:br>
            <a:r>
              <a:rPr kumimoji="0" lang="en-US" altLang="ko-KR">
                <a:solidFill>
                  <a:srgbClr val="000000"/>
                </a:solidFill>
                <a:latin typeface="Arial" panose="020B0604020202020204" pitchFamily="34" charset="0"/>
              </a:rPr>
              <a:t>disadvantage </a:t>
            </a:r>
          </a:p>
        </p:txBody>
      </p:sp>
      <p:sp>
        <p:nvSpPr>
          <p:cNvPr id="334857" name="Rectangle 8">
            <a:extLst>
              <a:ext uri="{FF2B5EF4-FFF2-40B4-BE49-F238E27FC236}">
                <a16:creationId xmlns:a16="http://schemas.microsoft.com/office/drawing/2014/main" id="{BB28A3E7-5119-87BE-4A49-2800619A4DAC}"/>
              </a:ext>
            </a:extLst>
          </p:cNvPr>
          <p:cNvSpPr>
            <a:spLocks noChangeArrowheads="1"/>
          </p:cNvSpPr>
          <p:nvPr/>
        </p:nvSpPr>
        <p:spPr bwMode="auto">
          <a:xfrm>
            <a:off x="3944938" y="3081338"/>
            <a:ext cx="766762" cy="330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a:solidFill>
                  <a:srgbClr val="000000"/>
                </a:solidFill>
                <a:latin typeface="Arial" panose="020B0604020202020204" pitchFamily="34" charset="0"/>
              </a:rPr>
              <a:t>Competitive</a:t>
            </a:r>
            <a:br>
              <a:rPr kumimoji="0" lang="en-US" altLang="ko-KR">
                <a:solidFill>
                  <a:srgbClr val="000000"/>
                </a:solidFill>
                <a:latin typeface="Arial" panose="020B0604020202020204" pitchFamily="34" charset="0"/>
              </a:rPr>
            </a:br>
            <a:r>
              <a:rPr kumimoji="0" lang="en-US" altLang="ko-KR">
                <a:solidFill>
                  <a:srgbClr val="000000"/>
                </a:solidFill>
                <a:latin typeface="Arial" panose="020B0604020202020204" pitchFamily="34" charset="0"/>
              </a:rPr>
              <a:t>advantage </a:t>
            </a:r>
          </a:p>
        </p:txBody>
      </p:sp>
      <p:sp>
        <p:nvSpPr>
          <p:cNvPr id="334858" name="Line 9">
            <a:extLst>
              <a:ext uri="{FF2B5EF4-FFF2-40B4-BE49-F238E27FC236}">
                <a16:creationId xmlns:a16="http://schemas.microsoft.com/office/drawing/2014/main" id="{2D204925-A635-32C5-A56A-56A1F4681954}"/>
              </a:ext>
            </a:extLst>
          </p:cNvPr>
          <p:cNvSpPr>
            <a:spLocks noChangeShapeType="1"/>
          </p:cNvSpPr>
          <p:nvPr/>
        </p:nvSpPr>
        <p:spPr bwMode="auto">
          <a:xfrm>
            <a:off x="4652963" y="3683000"/>
            <a:ext cx="671512" cy="763588"/>
          </a:xfrm>
          <a:prstGeom prst="line">
            <a:avLst/>
          </a:prstGeom>
          <a:noFill/>
          <a:ln w="76200">
            <a:solidFill>
              <a:schemeClr val="tx1"/>
            </a:solidFill>
            <a:round/>
            <a:headEnd type="triangle" w="med" len="me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34859" name="Line 10">
            <a:extLst>
              <a:ext uri="{FF2B5EF4-FFF2-40B4-BE49-F238E27FC236}">
                <a16:creationId xmlns:a16="http://schemas.microsoft.com/office/drawing/2014/main" id="{5769A12F-862C-C595-A29E-7BCF2A23E696}"/>
              </a:ext>
            </a:extLst>
          </p:cNvPr>
          <p:cNvSpPr>
            <a:spLocks noChangeShapeType="1"/>
          </p:cNvSpPr>
          <p:nvPr/>
        </p:nvSpPr>
        <p:spPr bwMode="auto">
          <a:xfrm>
            <a:off x="3722688" y="5413375"/>
            <a:ext cx="2465387" cy="3175"/>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34860" name="Line 11">
            <a:extLst>
              <a:ext uri="{FF2B5EF4-FFF2-40B4-BE49-F238E27FC236}">
                <a16:creationId xmlns:a16="http://schemas.microsoft.com/office/drawing/2014/main" id="{CD560C61-453D-BAAB-634C-17F00327CAA0}"/>
              </a:ext>
            </a:extLst>
          </p:cNvPr>
          <p:cNvSpPr>
            <a:spLocks noChangeShapeType="1"/>
          </p:cNvSpPr>
          <p:nvPr/>
        </p:nvSpPr>
        <p:spPr bwMode="auto">
          <a:xfrm flipV="1">
            <a:off x="3727450" y="2794000"/>
            <a:ext cx="0" cy="2633663"/>
          </a:xfrm>
          <a:prstGeom prst="line">
            <a:avLst/>
          </a:prstGeom>
          <a:noFill/>
          <a:ln w="28575">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34861" name="Line 12">
            <a:extLst>
              <a:ext uri="{FF2B5EF4-FFF2-40B4-BE49-F238E27FC236}">
                <a16:creationId xmlns:a16="http://schemas.microsoft.com/office/drawing/2014/main" id="{580B292C-A8A0-A2F4-4EA7-07643FA0803F}"/>
              </a:ext>
            </a:extLst>
          </p:cNvPr>
          <p:cNvSpPr>
            <a:spLocks noChangeShapeType="1"/>
          </p:cNvSpPr>
          <p:nvPr/>
        </p:nvSpPr>
        <p:spPr bwMode="auto">
          <a:xfrm flipV="1">
            <a:off x="3730625" y="2801938"/>
            <a:ext cx="2454275" cy="259873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9" name="바닥글 개체 틀 2">
            <a:extLst>
              <a:ext uri="{FF2B5EF4-FFF2-40B4-BE49-F238E27FC236}">
                <a16:creationId xmlns:a16="http://schemas.microsoft.com/office/drawing/2014/main" id="{35EEF762-6908-A19B-B0B9-780D58EDFA02}"/>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45090" name="슬라이드 번호 개체 틀 3">
            <a:extLst>
              <a:ext uri="{FF2B5EF4-FFF2-40B4-BE49-F238E27FC236}">
                <a16:creationId xmlns:a16="http://schemas.microsoft.com/office/drawing/2014/main" id="{2EBE5190-732D-9C03-3924-568838DA4812}"/>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2F9BADCE-1EA1-1B47-8395-A7E692B5F93E}" type="slidenum">
              <a:rPr kumimoji="0" lang="ko-KR" altLang="en-US" smtClean="0">
                <a:latin typeface="Arial" panose="020B0604020202020204" pitchFamily="34" charset="0"/>
              </a:rPr>
              <a:pPr latinLnBrk="0"/>
              <a:t>60</a:t>
            </a:fld>
            <a:endParaRPr kumimoji="0" lang="en-US" altLang="ko-KR">
              <a:latin typeface="Arial" panose="020B0604020202020204" pitchFamily="34" charset="0"/>
            </a:endParaRPr>
          </a:p>
        </p:txBody>
      </p:sp>
      <p:sp>
        <p:nvSpPr>
          <p:cNvPr id="345091" name="Rectangle 2">
            <a:extLst>
              <a:ext uri="{FF2B5EF4-FFF2-40B4-BE49-F238E27FC236}">
                <a16:creationId xmlns:a16="http://schemas.microsoft.com/office/drawing/2014/main" id="{828B65EA-9E15-3A35-BD75-26BAB3E24560}"/>
              </a:ext>
            </a:extLst>
          </p:cNvPr>
          <p:cNvSpPr>
            <a:spLocks noGrp="1" noChangeArrowheads="1"/>
          </p:cNvSpPr>
          <p:nvPr>
            <p:ph type="title"/>
          </p:nvPr>
        </p:nvSpPr>
        <p:spPr/>
        <p:txBody>
          <a:bodyPr/>
          <a:lstStyle/>
          <a:p>
            <a:pPr defTabSz="1019175" eaLnBrk="1" hangingPunct="1"/>
            <a:r>
              <a:rPr lang="en-US" altLang="ko-KR"/>
              <a:t>TREE PRODUCTIVITY</a:t>
            </a:r>
          </a:p>
        </p:txBody>
      </p:sp>
      <p:sp>
        <p:nvSpPr>
          <p:cNvPr id="345092" name="Freeform 3">
            <a:extLst>
              <a:ext uri="{FF2B5EF4-FFF2-40B4-BE49-F238E27FC236}">
                <a16:creationId xmlns:a16="http://schemas.microsoft.com/office/drawing/2014/main" id="{9D2A569A-E68C-DFFC-5804-3B79A1537758}"/>
              </a:ext>
            </a:extLst>
          </p:cNvPr>
          <p:cNvSpPr>
            <a:spLocks/>
          </p:cNvSpPr>
          <p:nvPr/>
        </p:nvSpPr>
        <p:spPr bwMode="auto">
          <a:xfrm>
            <a:off x="5999163" y="4332288"/>
            <a:ext cx="292100" cy="1520825"/>
          </a:xfrm>
          <a:custGeom>
            <a:avLst/>
            <a:gdLst>
              <a:gd name="T0" fmla="*/ 2147483646 w 216"/>
              <a:gd name="T1" fmla="*/ 0 h 1057"/>
              <a:gd name="T2" fmla="*/ 0 w 216"/>
              <a:gd name="T3" fmla="*/ 0 h 1057"/>
              <a:gd name="T4" fmla="*/ 0 w 216"/>
              <a:gd name="T5" fmla="*/ 2147483646 h 1057"/>
              <a:gd name="T6" fmla="*/ 2147483646 w 216"/>
              <a:gd name="T7" fmla="*/ 2147483646 h 10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57">
                <a:moveTo>
                  <a:pt x="213" y="0"/>
                </a:moveTo>
                <a:lnTo>
                  <a:pt x="0" y="0"/>
                </a:lnTo>
                <a:lnTo>
                  <a:pt x="0" y="1056"/>
                </a:lnTo>
                <a:lnTo>
                  <a:pt x="215" y="1056"/>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45093" name="Freeform 4">
            <a:extLst>
              <a:ext uri="{FF2B5EF4-FFF2-40B4-BE49-F238E27FC236}">
                <a16:creationId xmlns:a16="http://schemas.microsoft.com/office/drawing/2014/main" id="{D4C540AB-086D-ECA6-983F-1BE672314525}"/>
              </a:ext>
            </a:extLst>
          </p:cNvPr>
          <p:cNvSpPr>
            <a:spLocks/>
          </p:cNvSpPr>
          <p:nvPr/>
        </p:nvSpPr>
        <p:spPr bwMode="auto">
          <a:xfrm>
            <a:off x="6007100" y="2794000"/>
            <a:ext cx="284163" cy="819150"/>
          </a:xfrm>
          <a:custGeom>
            <a:avLst/>
            <a:gdLst>
              <a:gd name="T0" fmla="*/ 2147483646 w 210"/>
              <a:gd name="T1" fmla="*/ 0 h 569"/>
              <a:gd name="T2" fmla="*/ 0 w 210"/>
              <a:gd name="T3" fmla="*/ 0 h 569"/>
              <a:gd name="T4" fmla="*/ 0 w 210"/>
              <a:gd name="T5" fmla="*/ 2147483646 h 569"/>
              <a:gd name="T6" fmla="*/ 2147483646 w 210"/>
              <a:gd name="T7" fmla="*/ 2147483646 h 5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 h="569">
                <a:moveTo>
                  <a:pt x="209" y="0"/>
                </a:moveTo>
                <a:lnTo>
                  <a:pt x="0" y="0"/>
                </a:lnTo>
                <a:lnTo>
                  <a:pt x="0" y="568"/>
                </a:lnTo>
                <a:lnTo>
                  <a:pt x="207" y="568"/>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45094" name="Freeform 5">
            <a:extLst>
              <a:ext uri="{FF2B5EF4-FFF2-40B4-BE49-F238E27FC236}">
                <a16:creationId xmlns:a16="http://schemas.microsoft.com/office/drawing/2014/main" id="{BB4776D5-731D-8716-5504-D2EEFB529EF2}"/>
              </a:ext>
            </a:extLst>
          </p:cNvPr>
          <p:cNvSpPr>
            <a:spLocks/>
          </p:cNvSpPr>
          <p:nvPr/>
        </p:nvSpPr>
        <p:spPr bwMode="auto">
          <a:xfrm>
            <a:off x="3886200" y="3208338"/>
            <a:ext cx="2400300" cy="1911350"/>
          </a:xfrm>
          <a:custGeom>
            <a:avLst/>
            <a:gdLst>
              <a:gd name="T0" fmla="*/ 2147483646 w 1766"/>
              <a:gd name="T1" fmla="*/ 0 h 1327"/>
              <a:gd name="T2" fmla="*/ 0 w 1766"/>
              <a:gd name="T3" fmla="*/ 0 h 1327"/>
              <a:gd name="T4" fmla="*/ 0 w 1766"/>
              <a:gd name="T5" fmla="*/ 2147483646 h 1327"/>
              <a:gd name="T6" fmla="*/ 2147483646 w 1766"/>
              <a:gd name="T7" fmla="*/ 2147483646 h 13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66" h="1327">
                <a:moveTo>
                  <a:pt x="1560" y="0"/>
                </a:moveTo>
                <a:lnTo>
                  <a:pt x="0" y="0"/>
                </a:lnTo>
                <a:lnTo>
                  <a:pt x="0" y="1320"/>
                </a:lnTo>
                <a:lnTo>
                  <a:pt x="1765" y="1326"/>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45095" name="Rectangle 6">
            <a:extLst>
              <a:ext uri="{FF2B5EF4-FFF2-40B4-BE49-F238E27FC236}">
                <a16:creationId xmlns:a16="http://schemas.microsoft.com/office/drawing/2014/main" id="{1A972B05-57F9-3BC0-C266-FD5207A2C4D3}"/>
              </a:ext>
            </a:extLst>
          </p:cNvPr>
          <p:cNvSpPr>
            <a:spLocks noChangeArrowheads="1"/>
          </p:cNvSpPr>
          <p:nvPr/>
        </p:nvSpPr>
        <p:spPr bwMode="auto">
          <a:xfrm>
            <a:off x="6291263" y="4059238"/>
            <a:ext cx="1598612" cy="579437"/>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096" name="Line 7">
            <a:extLst>
              <a:ext uri="{FF2B5EF4-FFF2-40B4-BE49-F238E27FC236}">
                <a16:creationId xmlns:a16="http://schemas.microsoft.com/office/drawing/2014/main" id="{D6C52315-E183-7A0D-EC4E-3DD80B95A32B}"/>
              </a:ext>
            </a:extLst>
          </p:cNvPr>
          <p:cNvSpPr>
            <a:spLocks noChangeShapeType="1"/>
          </p:cNvSpPr>
          <p:nvPr/>
        </p:nvSpPr>
        <p:spPr bwMode="auto">
          <a:xfrm>
            <a:off x="3622675" y="4146550"/>
            <a:ext cx="26035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097" name="Rectangle 8">
            <a:extLst>
              <a:ext uri="{FF2B5EF4-FFF2-40B4-BE49-F238E27FC236}">
                <a16:creationId xmlns:a16="http://schemas.microsoft.com/office/drawing/2014/main" id="{5E679173-39B4-3F97-FA73-92329FCF0DEB}"/>
              </a:ext>
            </a:extLst>
          </p:cNvPr>
          <p:cNvSpPr>
            <a:spLocks noChangeArrowheads="1"/>
          </p:cNvSpPr>
          <p:nvPr/>
        </p:nvSpPr>
        <p:spPr bwMode="auto">
          <a:xfrm>
            <a:off x="2032000" y="3852863"/>
            <a:ext cx="1598613" cy="588962"/>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098" name="Rectangle 9">
            <a:extLst>
              <a:ext uri="{FF2B5EF4-FFF2-40B4-BE49-F238E27FC236}">
                <a16:creationId xmlns:a16="http://schemas.microsoft.com/office/drawing/2014/main" id="{C7079093-A4EA-9989-138D-2A8690CB8CE5}"/>
              </a:ext>
            </a:extLst>
          </p:cNvPr>
          <p:cNvSpPr>
            <a:spLocks noChangeArrowheads="1"/>
          </p:cNvSpPr>
          <p:nvPr/>
        </p:nvSpPr>
        <p:spPr bwMode="auto">
          <a:xfrm>
            <a:off x="2222500" y="3906838"/>
            <a:ext cx="10112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sz="900" b="1">
                <a:solidFill>
                  <a:srgbClr val="000000"/>
                </a:solidFill>
                <a:latin typeface="Arial" panose="020B0604020202020204" pitchFamily="34" charset="0"/>
              </a:rPr>
              <a:t>Productivity </a:t>
            </a:r>
          </a:p>
          <a:p>
            <a:pPr latinLnBrk="0">
              <a:lnSpc>
                <a:spcPct val="120000"/>
              </a:lnSpc>
            </a:pPr>
            <a:r>
              <a:rPr kumimoji="0" lang="en-US" altLang="ko-KR" sz="900">
                <a:solidFill>
                  <a:srgbClr val="000000"/>
                </a:solidFill>
                <a:latin typeface="Arial" panose="020B0604020202020204" pitchFamily="34" charset="0"/>
              </a:rPr>
              <a:t>Contribution</a:t>
            </a:r>
          </a:p>
          <a:p>
            <a:pPr latinLnBrk="0">
              <a:lnSpc>
                <a:spcPct val="120000"/>
              </a:lnSpc>
            </a:pPr>
            <a:r>
              <a:rPr kumimoji="0" lang="en-US" altLang="ko-KR" sz="900">
                <a:solidFill>
                  <a:srgbClr val="000000"/>
                </a:solidFill>
                <a:latin typeface="Arial" panose="020B0604020202020204" pitchFamily="34" charset="0"/>
              </a:rPr>
              <a:t>Total selling costs</a:t>
            </a:r>
          </a:p>
        </p:txBody>
      </p:sp>
      <p:sp>
        <p:nvSpPr>
          <p:cNvPr id="345099" name="Line 10">
            <a:extLst>
              <a:ext uri="{FF2B5EF4-FFF2-40B4-BE49-F238E27FC236}">
                <a16:creationId xmlns:a16="http://schemas.microsoft.com/office/drawing/2014/main" id="{FE4D2B3E-71A0-27D4-CB6C-7B8477F5DE6C}"/>
              </a:ext>
            </a:extLst>
          </p:cNvPr>
          <p:cNvSpPr>
            <a:spLocks noChangeShapeType="1"/>
          </p:cNvSpPr>
          <p:nvPr/>
        </p:nvSpPr>
        <p:spPr bwMode="auto">
          <a:xfrm>
            <a:off x="2189163" y="4221163"/>
            <a:ext cx="109696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00" name="Rectangle 11">
            <a:extLst>
              <a:ext uri="{FF2B5EF4-FFF2-40B4-BE49-F238E27FC236}">
                <a16:creationId xmlns:a16="http://schemas.microsoft.com/office/drawing/2014/main" id="{71D3BF93-7D36-0FB8-336C-03A04EDE4D7B}"/>
              </a:ext>
            </a:extLst>
          </p:cNvPr>
          <p:cNvSpPr>
            <a:spLocks noChangeArrowheads="1"/>
          </p:cNvSpPr>
          <p:nvPr/>
        </p:nvSpPr>
        <p:spPr bwMode="auto">
          <a:xfrm>
            <a:off x="6291263" y="2541588"/>
            <a:ext cx="1598612" cy="588962"/>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01" name="Rectangle 12">
            <a:extLst>
              <a:ext uri="{FF2B5EF4-FFF2-40B4-BE49-F238E27FC236}">
                <a16:creationId xmlns:a16="http://schemas.microsoft.com/office/drawing/2014/main" id="{433E805F-E645-0E93-1412-B39266BF0C08}"/>
              </a:ext>
            </a:extLst>
          </p:cNvPr>
          <p:cNvSpPr>
            <a:spLocks noChangeArrowheads="1"/>
          </p:cNvSpPr>
          <p:nvPr/>
        </p:nvSpPr>
        <p:spPr bwMode="auto">
          <a:xfrm>
            <a:off x="6480175" y="2597150"/>
            <a:ext cx="904875" cy="484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sz="900" b="1">
                <a:solidFill>
                  <a:srgbClr val="000000"/>
                </a:solidFill>
                <a:latin typeface="Arial" panose="020B0604020202020204" pitchFamily="34" charset="0"/>
              </a:rPr>
              <a:t>Selling margin </a:t>
            </a:r>
          </a:p>
          <a:p>
            <a:pPr latinLnBrk="0">
              <a:lnSpc>
                <a:spcPct val="125000"/>
              </a:lnSpc>
            </a:pPr>
            <a:r>
              <a:rPr kumimoji="0" lang="en-US" altLang="ko-KR" sz="900">
                <a:solidFill>
                  <a:srgbClr val="000000"/>
                </a:solidFill>
                <a:latin typeface="Arial" panose="020B0604020202020204" pitchFamily="34" charset="0"/>
              </a:rPr>
              <a:t>Contribution</a:t>
            </a:r>
          </a:p>
          <a:p>
            <a:pPr latinLnBrk="0">
              <a:lnSpc>
                <a:spcPct val="125000"/>
              </a:lnSpc>
            </a:pPr>
            <a:r>
              <a:rPr kumimoji="0" lang="en-US" altLang="ko-KR" sz="900">
                <a:solidFill>
                  <a:srgbClr val="000000"/>
                </a:solidFill>
                <a:latin typeface="Arial" panose="020B0604020202020204" pitchFamily="34" charset="0"/>
              </a:rPr>
              <a:t>Sales</a:t>
            </a:r>
          </a:p>
        </p:txBody>
      </p:sp>
      <p:sp>
        <p:nvSpPr>
          <p:cNvPr id="345102" name="Line 13">
            <a:extLst>
              <a:ext uri="{FF2B5EF4-FFF2-40B4-BE49-F238E27FC236}">
                <a16:creationId xmlns:a16="http://schemas.microsoft.com/office/drawing/2014/main" id="{C3462D63-00B0-5446-ED9B-B1B018604145}"/>
              </a:ext>
            </a:extLst>
          </p:cNvPr>
          <p:cNvSpPr>
            <a:spLocks noChangeShapeType="1"/>
          </p:cNvSpPr>
          <p:nvPr/>
        </p:nvSpPr>
        <p:spPr bwMode="auto">
          <a:xfrm>
            <a:off x="6462713" y="2921000"/>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03" name="Rectangle 14">
            <a:extLst>
              <a:ext uri="{FF2B5EF4-FFF2-40B4-BE49-F238E27FC236}">
                <a16:creationId xmlns:a16="http://schemas.microsoft.com/office/drawing/2014/main" id="{93D5F964-7944-A35C-1E40-D6A5C4951AC9}"/>
              </a:ext>
            </a:extLst>
          </p:cNvPr>
          <p:cNvSpPr>
            <a:spLocks noChangeArrowheads="1"/>
          </p:cNvSpPr>
          <p:nvPr/>
        </p:nvSpPr>
        <p:spPr bwMode="auto">
          <a:xfrm>
            <a:off x="6291263" y="3300413"/>
            <a:ext cx="1598612" cy="577850"/>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04" name="Rectangle 15">
            <a:extLst>
              <a:ext uri="{FF2B5EF4-FFF2-40B4-BE49-F238E27FC236}">
                <a16:creationId xmlns:a16="http://schemas.microsoft.com/office/drawing/2014/main" id="{CA391C10-F07F-12D0-1F8A-4B87D998D1FC}"/>
              </a:ext>
            </a:extLst>
          </p:cNvPr>
          <p:cNvSpPr>
            <a:spLocks noChangeArrowheads="1"/>
          </p:cNvSpPr>
          <p:nvPr/>
        </p:nvSpPr>
        <p:spPr bwMode="auto">
          <a:xfrm>
            <a:off x="6480175" y="3343275"/>
            <a:ext cx="1016000" cy="468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lnSpc>
                <a:spcPct val="110000"/>
              </a:lnSpc>
            </a:pPr>
            <a:r>
              <a:rPr kumimoji="0" lang="en-US" altLang="ko-KR" sz="900" b="1">
                <a:solidFill>
                  <a:srgbClr val="000000"/>
                </a:solidFill>
                <a:latin typeface="Arial" panose="020B0604020202020204" pitchFamily="34" charset="0"/>
              </a:rPr>
              <a:t>Selling rate</a:t>
            </a:r>
          </a:p>
          <a:p>
            <a:pPr latinLnBrk="0">
              <a:lnSpc>
                <a:spcPct val="115000"/>
              </a:lnSpc>
            </a:pPr>
            <a:r>
              <a:rPr kumimoji="0" lang="en-US" altLang="ko-KR" sz="900">
                <a:solidFill>
                  <a:srgbClr val="000000"/>
                </a:solidFill>
                <a:latin typeface="Arial" panose="020B0604020202020204" pitchFamily="34" charset="0"/>
              </a:rPr>
              <a:t>Sales</a:t>
            </a:r>
          </a:p>
          <a:p>
            <a:pPr latinLnBrk="0">
              <a:lnSpc>
                <a:spcPct val="115000"/>
              </a:lnSpc>
            </a:pPr>
            <a:r>
              <a:rPr kumimoji="0" lang="en-US" altLang="ko-KR" sz="900">
                <a:solidFill>
                  <a:srgbClr val="000000"/>
                </a:solidFill>
                <a:latin typeface="Arial" panose="020B0604020202020204" pitchFamily="34" charset="0"/>
              </a:rPr>
              <a:t>Available selling time</a:t>
            </a:r>
            <a:r>
              <a:rPr kumimoji="0" lang="en-US" altLang="ko-KR" sz="900" b="1">
                <a:solidFill>
                  <a:srgbClr val="000000"/>
                </a:solidFill>
                <a:latin typeface="Arial" panose="020B0604020202020204" pitchFamily="34" charset="0"/>
              </a:rPr>
              <a:t> </a:t>
            </a:r>
          </a:p>
        </p:txBody>
      </p:sp>
      <p:sp>
        <p:nvSpPr>
          <p:cNvPr id="345105" name="Rectangle 16">
            <a:extLst>
              <a:ext uri="{FF2B5EF4-FFF2-40B4-BE49-F238E27FC236}">
                <a16:creationId xmlns:a16="http://schemas.microsoft.com/office/drawing/2014/main" id="{CBD9C680-4F31-61A8-A467-45AF69FCB83F}"/>
              </a:ext>
            </a:extLst>
          </p:cNvPr>
          <p:cNvSpPr>
            <a:spLocks noChangeArrowheads="1"/>
          </p:cNvSpPr>
          <p:nvPr/>
        </p:nvSpPr>
        <p:spPr bwMode="auto">
          <a:xfrm>
            <a:off x="6411913" y="3516313"/>
            <a:ext cx="458787" cy="222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06" name="Line 17">
            <a:extLst>
              <a:ext uri="{FF2B5EF4-FFF2-40B4-BE49-F238E27FC236}">
                <a16:creationId xmlns:a16="http://schemas.microsoft.com/office/drawing/2014/main" id="{18ACFA6A-5617-0E66-7C76-302C488F2E43}"/>
              </a:ext>
            </a:extLst>
          </p:cNvPr>
          <p:cNvSpPr>
            <a:spLocks noChangeShapeType="1"/>
          </p:cNvSpPr>
          <p:nvPr/>
        </p:nvSpPr>
        <p:spPr bwMode="auto">
          <a:xfrm>
            <a:off x="6462713" y="3652838"/>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07" name="Rectangle 18">
            <a:extLst>
              <a:ext uri="{FF2B5EF4-FFF2-40B4-BE49-F238E27FC236}">
                <a16:creationId xmlns:a16="http://schemas.microsoft.com/office/drawing/2014/main" id="{5C367B59-9E31-170A-36CA-BBD4B11D705A}"/>
              </a:ext>
            </a:extLst>
          </p:cNvPr>
          <p:cNvSpPr>
            <a:spLocks noChangeArrowheads="1"/>
          </p:cNvSpPr>
          <p:nvPr/>
        </p:nvSpPr>
        <p:spPr bwMode="auto">
          <a:xfrm>
            <a:off x="6400800" y="3678238"/>
            <a:ext cx="1201738" cy="222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08" name="Rectangle 19">
            <a:extLst>
              <a:ext uri="{FF2B5EF4-FFF2-40B4-BE49-F238E27FC236}">
                <a16:creationId xmlns:a16="http://schemas.microsoft.com/office/drawing/2014/main" id="{BF465026-12CC-0C2F-CCFB-7A698C24A63C}"/>
              </a:ext>
            </a:extLst>
          </p:cNvPr>
          <p:cNvSpPr>
            <a:spLocks noChangeArrowheads="1"/>
          </p:cNvSpPr>
          <p:nvPr/>
        </p:nvSpPr>
        <p:spPr bwMode="auto">
          <a:xfrm>
            <a:off x="6480175" y="4100513"/>
            <a:ext cx="1176338"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lnSpc>
                <a:spcPct val="110000"/>
              </a:lnSpc>
            </a:pPr>
            <a:r>
              <a:rPr kumimoji="0" lang="en-US" altLang="ko-KR" sz="900" b="1">
                <a:solidFill>
                  <a:srgbClr val="000000"/>
                </a:solidFill>
                <a:latin typeface="Arial" panose="020B0604020202020204" pitchFamily="34" charset="0"/>
              </a:rPr>
              <a:t>Utilization</a:t>
            </a:r>
          </a:p>
          <a:p>
            <a:pPr latinLnBrk="0">
              <a:lnSpc>
                <a:spcPct val="120000"/>
              </a:lnSpc>
            </a:pPr>
            <a:r>
              <a:rPr kumimoji="0" lang="en-US" altLang="ko-KR" sz="900">
                <a:solidFill>
                  <a:srgbClr val="000000"/>
                </a:solidFill>
                <a:latin typeface="Arial" panose="020B0604020202020204" pitchFamily="34" charset="0"/>
              </a:rPr>
              <a:t>Available selling time</a:t>
            </a:r>
          </a:p>
          <a:p>
            <a:pPr latinLnBrk="0">
              <a:lnSpc>
                <a:spcPct val="120000"/>
              </a:lnSpc>
            </a:pPr>
            <a:r>
              <a:rPr kumimoji="0" lang="en-US" altLang="ko-KR" sz="900">
                <a:solidFill>
                  <a:srgbClr val="000000"/>
                </a:solidFill>
                <a:latin typeface="Arial" panose="020B0604020202020204" pitchFamily="34" charset="0"/>
              </a:rPr>
              <a:t>Total sales time</a:t>
            </a:r>
            <a:r>
              <a:rPr kumimoji="0" lang="en-US" altLang="ko-KR" sz="900" b="1">
                <a:solidFill>
                  <a:srgbClr val="000000"/>
                </a:solidFill>
                <a:latin typeface="Arial" panose="020B0604020202020204" pitchFamily="34" charset="0"/>
              </a:rPr>
              <a:t> </a:t>
            </a:r>
          </a:p>
        </p:txBody>
      </p:sp>
      <p:sp>
        <p:nvSpPr>
          <p:cNvPr id="345109" name="Line 20">
            <a:extLst>
              <a:ext uri="{FF2B5EF4-FFF2-40B4-BE49-F238E27FC236}">
                <a16:creationId xmlns:a16="http://schemas.microsoft.com/office/drawing/2014/main" id="{FF50B289-8E86-2D1F-EFA6-CD3273517296}"/>
              </a:ext>
            </a:extLst>
          </p:cNvPr>
          <p:cNvSpPr>
            <a:spLocks noChangeShapeType="1"/>
          </p:cNvSpPr>
          <p:nvPr/>
        </p:nvSpPr>
        <p:spPr bwMode="auto">
          <a:xfrm>
            <a:off x="6462713" y="4422775"/>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10" name="Rectangle 21">
            <a:extLst>
              <a:ext uri="{FF2B5EF4-FFF2-40B4-BE49-F238E27FC236}">
                <a16:creationId xmlns:a16="http://schemas.microsoft.com/office/drawing/2014/main" id="{4AB21FA5-3DAC-6335-8AD7-B157D26D0BD7}"/>
              </a:ext>
            </a:extLst>
          </p:cNvPr>
          <p:cNvSpPr>
            <a:spLocks noChangeArrowheads="1"/>
          </p:cNvSpPr>
          <p:nvPr/>
        </p:nvSpPr>
        <p:spPr bwMode="auto">
          <a:xfrm>
            <a:off x="6291263" y="4819650"/>
            <a:ext cx="1598612" cy="577850"/>
          </a:xfrm>
          <a:prstGeom prst="rect">
            <a:avLst/>
          </a:prstGeom>
          <a:solidFill>
            <a:schemeClr val="bg1"/>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11" name="Line 22">
            <a:extLst>
              <a:ext uri="{FF2B5EF4-FFF2-40B4-BE49-F238E27FC236}">
                <a16:creationId xmlns:a16="http://schemas.microsoft.com/office/drawing/2014/main" id="{954B0D65-E433-5ED5-13AA-E786F23250D3}"/>
              </a:ext>
            </a:extLst>
          </p:cNvPr>
          <p:cNvSpPr>
            <a:spLocks noChangeShapeType="1"/>
          </p:cNvSpPr>
          <p:nvPr/>
        </p:nvSpPr>
        <p:spPr bwMode="auto">
          <a:xfrm>
            <a:off x="6462713" y="5199063"/>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12" name="Rectangle 23">
            <a:extLst>
              <a:ext uri="{FF2B5EF4-FFF2-40B4-BE49-F238E27FC236}">
                <a16:creationId xmlns:a16="http://schemas.microsoft.com/office/drawing/2014/main" id="{8BBA2B9E-BA62-6257-B90A-32C2A6DABE63}"/>
              </a:ext>
            </a:extLst>
          </p:cNvPr>
          <p:cNvSpPr>
            <a:spLocks noChangeArrowheads="1"/>
          </p:cNvSpPr>
          <p:nvPr/>
        </p:nvSpPr>
        <p:spPr bwMode="auto">
          <a:xfrm>
            <a:off x="6291263" y="5567363"/>
            <a:ext cx="1598612" cy="588962"/>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13" name="Rectangle 24">
            <a:extLst>
              <a:ext uri="{FF2B5EF4-FFF2-40B4-BE49-F238E27FC236}">
                <a16:creationId xmlns:a16="http://schemas.microsoft.com/office/drawing/2014/main" id="{1922B65C-E99F-F7B0-7A33-77AEEEEE0830}"/>
              </a:ext>
            </a:extLst>
          </p:cNvPr>
          <p:cNvSpPr>
            <a:spLocks noChangeArrowheads="1"/>
          </p:cNvSpPr>
          <p:nvPr/>
        </p:nvSpPr>
        <p:spPr bwMode="auto">
          <a:xfrm>
            <a:off x="6480175" y="5619750"/>
            <a:ext cx="1038225" cy="49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lnSpc>
                <a:spcPct val="110000"/>
              </a:lnSpc>
            </a:pPr>
            <a:r>
              <a:rPr kumimoji="0" lang="en-US" altLang="ko-KR" sz="900" b="1">
                <a:solidFill>
                  <a:srgbClr val="000000"/>
                </a:solidFill>
                <a:latin typeface="Arial" panose="020B0604020202020204" pitchFamily="34" charset="0"/>
              </a:rPr>
              <a:t>Support intensity</a:t>
            </a:r>
          </a:p>
          <a:p>
            <a:pPr latinLnBrk="0">
              <a:lnSpc>
                <a:spcPct val="125000"/>
              </a:lnSpc>
            </a:pPr>
            <a:r>
              <a:rPr kumimoji="0" lang="en-US" altLang="ko-KR" sz="900">
                <a:solidFill>
                  <a:srgbClr val="000000"/>
                </a:solidFill>
                <a:latin typeface="Arial" panose="020B0604020202020204" pitchFamily="34" charset="0"/>
              </a:rPr>
              <a:t>Support costs</a:t>
            </a:r>
          </a:p>
          <a:p>
            <a:pPr latinLnBrk="0">
              <a:lnSpc>
                <a:spcPct val="125000"/>
              </a:lnSpc>
            </a:pPr>
            <a:r>
              <a:rPr kumimoji="0" lang="en-US" altLang="ko-KR" sz="900">
                <a:solidFill>
                  <a:srgbClr val="000000"/>
                </a:solidFill>
                <a:latin typeface="Arial" panose="020B0604020202020204" pitchFamily="34" charset="0"/>
              </a:rPr>
              <a:t>Total selling costs</a:t>
            </a:r>
          </a:p>
        </p:txBody>
      </p:sp>
      <p:sp>
        <p:nvSpPr>
          <p:cNvPr id="345114" name="Rectangle 25">
            <a:extLst>
              <a:ext uri="{FF2B5EF4-FFF2-40B4-BE49-F238E27FC236}">
                <a16:creationId xmlns:a16="http://schemas.microsoft.com/office/drawing/2014/main" id="{8A351554-DE63-657E-9F2D-87A16190A8FE}"/>
              </a:ext>
            </a:extLst>
          </p:cNvPr>
          <p:cNvSpPr>
            <a:spLocks noChangeArrowheads="1"/>
          </p:cNvSpPr>
          <p:nvPr/>
        </p:nvSpPr>
        <p:spPr bwMode="auto">
          <a:xfrm>
            <a:off x="6411913" y="5795963"/>
            <a:ext cx="850900" cy="220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15" name="Line 26">
            <a:extLst>
              <a:ext uri="{FF2B5EF4-FFF2-40B4-BE49-F238E27FC236}">
                <a16:creationId xmlns:a16="http://schemas.microsoft.com/office/drawing/2014/main" id="{FD4DA294-68C2-A711-02CA-5BE93CEE9A09}"/>
              </a:ext>
            </a:extLst>
          </p:cNvPr>
          <p:cNvSpPr>
            <a:spLocks noChangeShapeType="1"/>
          </p:cNvSpPr>
          <p:nvPr/>
        </p:nvSpPr>
        <p:spPr bwMode="auto">
          <a:xfrm>
            <a:off x="6462713" y="5957888"/>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16" name="Rectangle 27">
            <a:extLst>
              <a:ext uri="{FF2B5EF4-FFF2-40B4-BE49-F238E27FC236}">
                <a16:creationId xmlns:a16="http://schemas.microsoft.com/office/drawing/2014/main" id="{451B08B6-1541-E6AC-DA01-7E763F053D4C}"/>
              </a:ext>
            </a:extLst>
          </p:cNvPr>
          <p:cNvSpPr>
            <a:spLocks noChangeArrowheads="1"/>
          </p:cNvSpPr>
          <p:nvPr/>
        </p:nvSpPr>
        <p:spPr bwMode="auto">
          <a:xfrm>
            <a:off x="4159250" y="2921000"/>
            <a:ext cx="1601788" cy="588963"/>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17" name="Rectangle 28">
            <a:extLst>
              <a:ext uri="{FF2B5EF4-FFF2-40B4-BE49-F238E27FC236}">
                <a16:creationId xmlns:a16="http://schemas.microsoft.com/office/drawing/2014/main" id="{EA6892B0-BCD0-CF44-CF1A-A661DE5DCF32}"/>
              </a:ext>
            </a:extLst>
          </p:cNvPr>
          <p:cNvSpPr>
            <a:spLocks noChangeArrowheads="1"/>
          </p:cNvSpPr>
          <p:nvPr/>
        </p:nvSpPr>
        <p:spPr bwMode="auto">
          <a:xfrm>
            <a:off x="4271963" y="3127375"/>
            <a:ext cx="774700" cy="220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18" name="Line 29">
            <a:extLst>
              <a:ext uri="{FF2B5EF4-FFF2-40B4-BE49-F238E27FC236}">
                <a16:creationId xmlns:a16="http://schemas.microsoft.com/office/drawing/2014/main" id="{5D8F70D6-C460-82B2-D635-B1F928C231B0}"/>
              </a:ext>
            </a:extLst>
          </p:cNvPr>
          <p:cNvSpPr>
            <a:spLocks noChangeShapeType="1"/>
          </p:cNvSpPr>
          <p:nvPr/>
        </p:nvSpPr>
        <p:spPr bwMode="auto">
          <a:xfrm>
            <a:off x="4306888" y="3289300"/>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19" name="Rectangle 30">
            <a:extLst>
              <a:ext uri="{FF2B5EF4-FFF2-40B4-BE49-F238E27FC236}">
                <a16:creationId xmlns:a16="http://schemas.microsoft.com/office/drawing/2014/main" id="{8F326855-E901-F3C9-4244-A149D50B8D13}"/>
              </a:ext>
            </a:extLst>
          </p:cNvPr>
          <p:cNvSpPr>
            <a:spLocks noChangeArrowheads="1"/>
          </p:cNvSpPr>
          <p:nvPr/>
        </p:nvSpPr>
        <p:spPr bwMode="auto">
          <a:xfrm>
            <a:off x="4338638" y="2976563"/>
            <a:ext cx="10191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sz="900" b="1">
                <a:solidFill>
                  <a:srgbClr val="000000"/>
                </a:solidFill>
                <a:latin typeface="Arial" panose="020B0604020202020204" pitchFamily="34" charset="0"/>
              </a:rPr>
              <a:t>Effectiveness</a:t>
            </a:r>
          </a:p>
          <a:p>
            <a:pPr latinLnBrk="0">
              <a:lnSpc>
                <a:spcPct val="120000"/>
              </a:lnSpc>
            </a:pPr>
            <a:r>
              <a:rPr kumimoji="0" lang="en-US" altLang="ko-KR" sz="900">
                <a:solidFill>
                  <a:srgbClr val="000000"/>
                </a:solidFill>
                <a:latin typeface="Arial" panose="020B0604020202020204" pitchFamily="34" charset="0"/>
              </a:rPr>
              <a:t>Contribution</a:t>
            </a:r>
          </a:p>
          <a:p>
            <a:pPr latinLnBrk="0">
              <a:lnSpc>
                <a:spcPct val="120000"/>
              </a:lnSpc>
            </a:pPr>
            <a:r>
              <a:rPr kumimoji="0" lang="en-US" altLang="ko-KR" sz="900">
                <a:solidFill>
                  <a:srgbClr val="000000"/>
                </a:solidFill>
                <a:latin typeface="Arial" panose="020B0604020202020204" pitchFamily="34" charset="0"/>
              </a:rPr>
              <a:t>Available selling time</a:t>
            </a:r>
            <a:r>
              <a:rPr kumimoji="0" lang="en-US" altLang="ko-KR" sz="900" b="1">
                <a:solidFill>
                  <a:srgbClr val="000000"/>
                </a:solidFill>
                <a:latin typeface="Arial" panose="020B0604020202020204" pitchFamily="34" charset="0"/>
              </a:rPr>
              <a:t> </a:t>
            </a:r>
          </a:p>
        </p:txBody>
      </p:sp>
      <p:sp>
        <p:nvSpPr>
          <p:cNvPr id="345120" name="Rectangle 31">
            <a:extLst>
              <a:ext uri="{FF2B5EF4-FFF2-40B4-BE49-F238E27FC236}">
                <a16:creationId xmlns:a16="http://schemas.microsoft.com/office/drawing/2014/main" id="{1F600DCB-2365-0DE7-A76E-3E0A05D5847A}"/>
              </a:ext>
            </a:extLst>
          </p:cNvPr>
          <p:cNvSpPr>
            <a:spLocks noChangeArrowheads="1"/>
          </p:cNvSpPr>
          <p:nvPr/>
        </p:nvSpPr>
        <p:spPr bwMode="auto">
          <a:xfrm>
            <a:off x="4159250" y="4819650"/>
            <a:ext cx="1601788" cy="577850"/>
          </a:xfrm>
          <a:prstGeom prst="rect">
            <a:avLst/>
          </a:prstGeom>
          <a:solidFill>
            <a:srgbClr val="FFFFFF"/>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21" name="Rectangle 32">
            <a:extLst>
              <a:ext uri="{FF2B5EF4-FFF2-40B4-BE49-F238E27FC236}">
                <a16:creationId xmlns:a16="http://schemas.microsoft.com/office/drawing/2014/main" id="{D0337FC4-6FAC-94C7-18D7-BED21E5C3D01}"/>
              </a:ext>
            </a:extLst>
          </p:cNvPr>
          <p:cNvSpPr>
            <a:spLocks noChangeArrowheads="1"/>
          </p:cNvSpPr>
          <p:nvPr/>
        </p:nvSpPr>
        <p:spPr bwMode="auto">
          <a:xfrm>
            <a:off x="4322763" y="4883150"/>
            <a:ext cx="1135062" cy="468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sz="900" b="1">
                <a:solidFill>
                  <a:srgbClr val="000000"/>
                </a:solidFill>
                <a:latin typeface="Arial" panose="020B0604020202020204" pitchFamily="34" charset="0"/>
              </a:rPr>
              <a:t>Efficiency </a:t>
            </a:r>
          </a:p>
          <a:p>
            <a:pPr latinLnBrk="0">
              <a:lnSpc>
                <a:spcPct val="120000"/>
              </a:lnSpc>
            </a:pPr>
            <a:r>
              <a:rPr kumimoji="0" lang="en-US" altLang="ko-KR" sz="900">
                <a:solidFill>
                  <a:srgbClr val="000000"/>
                </a:solidFill>
                <a:latin typeface="Arial" panose="020B0604020202020204" pitchFamily="34" charset="0"/>
              </a:rPr>
              <a:t>Available selling time</a:t>
            </a:r>
          </a:p>
          <a:p>
            <a:pPr latinLnBrk="0">
              <a:lnSpc>
                <a:spcPct val="120000"/>
              </a:lnSpc>
            </a:pPr>
            <a:r>
              <a:rPr kumimoji="0" lang="en-US" altLang="ko-KR" sz="900">
                <a:solidFill>
                  <a:srgbClr val="000000"/>
                </a:solidFill>
                <a:latin typeface="Arial" panose="020B0604020202020204" pitchFamily="34" charset="0"/>
              </a:rPr>
              <a:t>Total selling costs</a:t>
            </a:r>
          </a:p>
        </p:txBody>
      </p:sp>
      <p:sp>
        <p:nvSpPr>
          <p:cNvPr id="345122" name="Rectangle 33">
            <a:extLst>
              <a:ext uri="{FF2B5EF4-FFF2-40B4-BE49-F238E27FC236}">
                <a16:creationId xmlns:a16="http://schemas.microsoft.com/office/drawing/2014/main" id="{B3729B3C-0675-48B4-DD0D-445278F64981}"/>
              </a:ext>
            </a:extLst>
          </p:cNvPr>
          <p:cNvSpPr>
            <a:spLocks noChangeArrowheads="1"/>
          </p:cNvSpPr>
          <p:nvPr/>
        </p:nvSpPr>
        <p:spPr bwMode="auto">
          <a:xfrm>
            <a:off x="4271963" y="5026025"/>
            <a:ext cx="1201737" cy="220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45123" name="Line 34">
            <a:extLst>
              <a:ext uri="{FF2B5EF4-FFF2-40B4-BE49-F238E27FC236}">
                <a16:creationId xmlns:a16="http://schemas.microsoft.com/office/drawing/2014/main" id="{8BF3BD87-3195-1E13-016A-E4160585E1BA}"/>
              </a:ext>
            </a:extLst>
          </p:cNvPr>
          <p:cNvSpPr>
            <a:spLocks noChangeShapeType="1"/>
          </p:cNvSpPr>
          <p:nvPr/>
        </p:nvSpPr>
        <p:spPr bwMode="auto">
          <a:xfrm>
            <a:off x="4306888" y="5197475"/>
            <a:ext cx="10985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45124" name="Rectangle 35">
            <a:extLst>
              <a:ext uri="{FF2B5EF4-FFF2-40B4-BE49-F238E27FC236}">
                <a16:creationId xmlns:a16="http://schemas.microsoft.com/office/drawing/2014/main" id="{9E1C2BAA-A374-D55B-563A-7D5FF2B73C35}"/>
              </a:ext>
            </a:extLst>
          </p:cNvPr>
          <p:cNvSpPr>
            <a:spLocks noChangeArrowheads="1"/>
          </p:cNvSpPr>
          <p:nvPr/>
        </p:nvSpPr>
        <p:spPr bwMode="auto">
          <a:xfrm>
            <a:off x="6480175" y="4860925"/>
            <a:ext cx="1031875" cy="49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lnSpc>
                <a:spcPct val="110000"/>
              </a:lnSpc>
            </a:pPr>
            <a:r>
              <a:rPr kumimoji="0" lang="en-US" altLang="ko-KR" sz="900" b="1">
                <a:solidFill>
                  <a:srgbClr val="000000"/>
                </a:solidFill>
                <a:latin typeface="Arial" panose="020B0604020202020204" pitchFamily="34" charset="0"/>
              </a:rPr>
              <a:t>Support leverage</a:t>
            </a:r>
          </a:p>
          <a:p>
            <a:pPr latinLnBrk="0">
              <a:lnSpc>
                <a:spcPct val="125000"/>
              </a:lnSpc>
            </a:pPr>
            <a:r>
              <a:rPr kumimoji="0" lang="en-US" altLang="ko-KR" sz="900">
                <a:solidFill>
                  <a:srgbClr val="000000"/>
                </a:solidFill>
                <a:latin typeface="Arial" panose="020B0604020202020204" pitchFamily="34" charset="0"/>
              </a:rPr>
              <a:t>Total sales time</a:t>
            </a:r>
          </a:p>
          <a:p>
            <a:pPr latinLnBrk="0">
              <a:lnSpc>
                <a:spcPct val="125000"/>
              </a:lnSpc>
            </a:pPr>
            <a:r>
              <a:rPr kumimoji="0" lang="en-US" altLang="ko-KR" sz="900">
                <a:solidFill>
                  <a:srgbClr val="000000"/>
                </a:solidFill>
                <a:latin typeface="Arial" panose="020B0604020202020204" pitchFamily="34" charset="0"/>
              </a:rPr>
              <a:t>Support costs</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7" name="바닥글 개체 틀 2">
            <a:extLst>
              <a:ext uri="{FF2B5EF4-FFF2-40B4-BE49-F238E27FC236}">
                <a16:creationId xmlns:a16="http://schemas.microsoft.com/office/drawing/2014/main" id="{B7070709-6FF1-304E-574F-801A6CF87C75}"/>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57378" name="슬라이드 번호 개체 틀 3">
            <a:extLst>
              <a:ext uri="{FF2B5EF4-FFF2-40B4-BE49-F238E27FC236}">
                <a16:creationId xmlns:a16="http://schemas.microsoft.com/office/drawing/2014/main" id="{4A0AF5BE-AEE7-9DAC-5007-A63AEEAD39F5}"/>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2CBE7ECA-2B41-FC48-9AA4-4F8901D46F40}" type="slidenum">
              <a:rPr kumimoji="0" lang="ko-KR" altLang="en-US" smtClean="0">
                <a:latin typeface="Arial" panose="020B0604020202020204" pitchFamily="34" charset="0"/>
              </a:rPr>
              <a:pPr latinLnBrk="0"/>
              <a:t>61</a:t>
            </a:fld>
            <a:endParaRPr kumimoji="0" lang="en-US" altLang="ko-KR">
              <a:latin typeface="Arial" panose="020B0604020202020204" pitchFamily="34" charset="0"/>
            </a:endParaRPr>
          </a:p>
        </p:txBody>
      </p:sp>
      <p:sp>
        <p:nvSpPr>
          <p:cNvPr id="357379" name="Rectangle 2">
            <a:extLst>
              <a:ext uri="{FF2B5EF4-FFF2-40B4-BE49-F238E27FC236}">
                <a16:creationId xmlns:a16="http://schemas.microsoft.com/office/drawing/2014/main" id="{94496F5F-A9F9-B320-F339-932E98E48AD0}"/>
              </a:ext>
            </a:extLst>
          </p:cNvPr>
          <p:cNvSpPr>
            <a:spLocks noGrp="1" noChangeArrowheads="1"/>
          </p:cNvSpPr>
          <p:nvPr>
            <p:ph type="title"/>
          </p:nvPr>
        </p:nvSpPr>
        <p:spPr/>
        <p:txBody>
          <a:bodyPr/>
          <a:lstStyle/>
          <a:p>
            <a:pPr defTabSz="1019175" eaLnBrk="1" hangingPunct="1"/>
            <a:r>
              <a:rPr lang="en-US" altLang="ko-KR"/>
              <a:t>VALUE SOURCES</a:t>
            </a:r>
          </a:p>
        </p:txBody>
      </p:sp>
      <p:sp>
        <p:nvSpPr>
          <p:cNvPr id="357380" name="Rectangle 3">
            <a:extLst>
              <a:ext uri="{FF2B5EF4-FFF2-40B4-BE49-F238E27FC236}">
                <a16:creationId xmlns:a16="http://schemas.microsoft.com/office/drawing/2014/main" id="{F2131405-2E71-C63A-46F4-AB1C08737C2A}"/>
              </a:ext>
            </a:extLst>
          </p:cNvPr>
          <p:cNvSpPr>
            <a:spLocks noChangeArrowheads="1"/>
          </p:cNvSpPr>
          <p:nvPr/>
        </p:nvSpPr>
        <p:spPr bwMode="auto">
          <a:xfrm>
            <a:off x="4699000" y="4367213"/>
            <a:ext cx="295275" cy="166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a:solidFill>
                  <a:srgbClr val="000000"/>
                </a:solidFill>
                <a:latin typeface="Arial" panose="020B0604020202020204" pitchFamily="34" charset="0"/>
              </a:rPr>
              <a:t>Real </a:t>
            </a:r>
          </a:p>
        </p:txBody>
      </p:sp>
      <p:sp>
        <p:nvSpPr>
          <p:cNvPr id="357381" name="Rectangle 4">
            <a:extLst>
              <a:ext uri="{FF2B5EF4-FFF2-40B4-BE49-F238E27FC236}">
                <a16:creationId xmlns:a16="http://schemas.microsoft.com/office/drawing/2014/main" id="{23B36E7D-DE78-65C0-4581-2AE535F45370}"/>
              </a:ext>
            </a:extLst>
          </p:cNvPr>
          <p:cNvSpPr>
            <a:spLocks noChangeArrowheads="1"/>
          </p:cNvSpPr>
          <p:nvPr/>
        </p:nvSpPr>
        <p:spPr bwMode="auto">
          <a:xfrm>
            <a:off x="4699000" y="5297488"/>
            <a:ext cx="59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en-US" altLang="ko-KR">
                <a:solidFill>
                  <a:srgbClr val="000000"/>
                </a:solidFill>
                <a:latin typeface="Arial" panose="020B0604020202020204" pitchFamily="34" charset="0"/>
              </a:rPr>
              <a:t>Perceived </a:t>
            </a:r>
          </a:p>
        </p:txBody>
      </p:sp>
      <p:grpSp>
        <p:nvGrpSpPr>
          <p:cNvPr id="357382" name="Group 5">
            <a:extLst>
              <a:ext uri="{FF2B5EF4-FFF2-40B4-BE49-F238E27FC236}">
                <a16:creationId xmlns:a16="http://schemas.microsoft.com/office/drawing/2014/main" id="{93B5A3E5-CEC8-9F14-D848-4D81B2E61F80}"/>
              </a:ext>
            </a:extLst>
          </p:cNvPr>
          <p:cNvGrpSpPr>
            <a:grpSpLocks/>
          </p:cNvGrpSpPr>
          <p:nvPr/>
        </p:nvGrpSpPr>
        <p:grpSpPr bwMode="auto">
          <a:xfrm>
            <a:off x="4189413" y="2757488"/>
            <a:ext cx="1617662" cy="338137"/>
            <a:chOff x="2775" y="1975"/>
            <a:chExt cx="1190" cy="235"/>
          </a:xfrm>
        </p:grpSpPr>
        <p:sp>
          <p:nvSpPr>
            <p:cNvPr id="357411" name="Line 6">
              <a:extLst>
                <a:ext uri="{FF2B5EF4-FFF2-40B4-BE49-F238E27FC236}">
                  <a16:creationId xmlns:a16="http://schemas.microsoft.com/office/drawing/2014/main" id="{5C4789C5-0658-6271-5B1F-8F9DBEBE3699}"/>
                </a:ext>
              </a:extLst>
            </p:cNvPr>
            <p:cNvSpPr>
              <a:spLocks noChangeShapeType="1"/>
            </p:cNvSpPr>
            <p:nvPr/>
          </p:nvSpPr>
          <p:spPr bwMode="auto">
            <a:xfrm flipH="1">
              <a:off x="2775" y="2092"/>
              <a:ext cx="1048"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412" name="Freeform 7">
              <a:extLst>
                <a:ext uri="{FF2B5EF4-FFF2-40B4-BE49-F238E27FC236}">
                  <a16:creationId xmlns:a16="http://schemas.microsoft.com/office/drawing/2014/main" id="{AF1DFAD7-2697-FF96-A8BE-0BB760B29FBC}"/>
                </a:ext>
              </a:extLst>
            </p:cNvPr>
            <p:cNvSpPr>
              <a:spLocks/>
            </p:cNvSpPr>
            <p:nvPr/>
          </p:nvSpPr>
          <p:spPr bwMode="auto">
            <a:xfrm>
              <a:off x="3823" y="1975"/>
              <a:ext cx="142" cy="235"/>
            </a:xfrm>
            <a:custGeom>
              <a:avLst/>
              <a:gdLst>
                <a:gd name="T0" fmla="*/ 141 w 142"/>
                <a:gd name="T1" fmla="*/ 0 h 235"/>
                <a:gd name="T2" fmla="*/ 0 w 142"/>
                <a:gd name="T3" fmla="*/ 0 h 235"/>
                <a:gd name="T4" fmla="*/ 0 w 142"/>
                <a:gd name="T5" fmla="*/ 234 h 235"/>
                <a:gd name="T6" fmla="*/ 141 w 142"/>
                <a:gd name="T7" fmla="*/ 234 h 2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35">
                  <a:moveTo>
                    <a:pt x="141" y="0"/>
                  </a:moveTo>
                  <a:lnTo>
                    <a:pt x="0" y="0"/>
                  </a:lnTo>
                  <a:lnTo>
                    <a:pt x="0" y="234"/>
                  </a:lnTo>
                  <a:lnTo>
                    <a:pt x="141" y="234"/>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357383" name="Group 8">
            <a:extLst>
              <a:ext uri="{FF2B5EF4-FFF2-40B4-BE49-F238E27FC236}">
                <a16:creationId xmlns:a16="http://schemas.microsoft.com/office/drawing/2014/main" id="{43E80A78-9E20-C368-FB2C-A56D840242D0}"/>
              </a:ext>
            </a:extLst>
          </p:cNvPr>
          <p:cNvGrpSpPr>
            <a:grpSpLocks/>
          </p:cNvGrpSpPr>
          <p:nvPr/>
        </p:nvGrpSpPr>
        <p:grpSpPr bwMode="auto">
          <a:xfrm>
            <a:off x="4211638" y="3348038"/>
            <a:ext cx="1595437" cy="636587"/>
            <a:chOff x="2791" y="2386"/>
            <a:chExt cx="1174" cy="442"/>
          </a:xfrm>
        </p:grpSpPr>
        <p:sp>
          <p:nvSpPr>
            <p:cNvPr id="357409" name="Line 9">
              <a:extLst>
                <a:ext uri="{FF2B5EF4-FFF2-40B4-BE49-F238E27FC236}">
                  <a16:creationId xmlns:a16="http://schemas.microsoft.com/office/drawing/2014/main" id="{4FBEEAE3-A9AD-C7B8-00C7-EEBF314951AF}"/>
                </a:ext>
              </a:extLst>
            </p:cNvPr>
            <p:cNvSpPr>
              <a:spLocks noChangeShapeType="1"/>
            </p:cNvSpPr>
            <p:nvPr/>
          </p:nvSpPr>
          <p:spPr bwMode="auto">
            <a:xfrm flipH="1">
              <a:off x="2791" y="2613"/>
              <a:ext cx="117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410" name="Freeform 10">
              <a:extLst>
                <a:ext uri="{FF2B5EF4-FFF2-40B4-BE49-F238E27FC236}">
                  <a16:creationId xmlns:a16="http://schemas.microsoft.com/office/drawing/2014/main" id="{8413357D-60C5-4D10-1E62-E43AB86509D0}"/>
                </a:ext>
              </a:extLst>
            </p:cNvPr>
            <p:cNvSpPr>
              <a:spLocks/>
            </p:cNvSpPr>
            <p:nvPr/>
          </p:nvSpPr>
          <p:spPr bwMode="auto">
            <a:xfrm>
              <a:off x="3811" y="2386"/>
              <a:ext cx="154" cy="442"/>
            </a:xfrm>
            <a:custGeom>
              <a:avLst/>
              <a:gdLst>
                <a:gd name="T0" fmla="*/ 153 w 154"/>
                <a:gd name="T1" fmla="*/ 0 h 442"/>
                <a:gd name="T2" fmla="*/ 0 w 154"/>
                <a:gd name="T3" fmla="*/ 0 h 442"/>
                <a:gd name="T4" fmla="*/ 0 w 154"/>
                <a:gd name="T5" fmla="*/ 441 h 442"/>
                <a:gd name="T6" fmla="*/ 144 w 154"/>
                <a:gd name="T7" fmla="*/ 441 h 4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4" h="442">
                  <a:moveTo>
                    <a:pt x="153" y="0"/>
                  </a:moveTo>
                  <a:lnTo>
                    <a:pt x="0" y="0"/>
                  </a:lnTo>
                  <a:lnTo>
                    <a:pt x="0" y="441"/>
                  </a:lnTo>
                  <a:lnTo>
                    <a:pt x="144" y="441"/>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357384" name="Group 11">
            <a:extLst>
              <a:ext uri="{FF2B5EF4-FFF2-40B4-BE49-F238E27FC236}">
                <a16:creationId xmlns:a16="http://schemas.microsoft.com/office/drawing/2014/main" id="{883E15CA-049D-4CE8-3B64-3C01FB0B8BE5}"/>
              </a:ext>
            </a:extLst>
          </p:cNvPr>
          <p:cNvGrpSpPr>
            <a:grpSpLocks/>
          </p:cNvGrpSpPr>
          <p:nvPr/>
        </p:nvGrpSpPr>
        <p:grpSpPr bwMode="auto">
          <a:xfrm>
            <a:off x="5410200" y="4251325"/>
            <a:ext cx="396875" cy="433388"/>
            <a:chOff x="3673" y="3013"/>
            <a:chExt cx="292" cy="301"/>
          </a:xfrm>
        </p:grpSpPr>
        <p:sp>
          <p:nvSpPr>
            <p:cNvPr id="357407" name="Line 12">
              <a:extLst>
                <a:ext uri="{FF2B5EF4-FFF2-40B4-BE49-F238E27FC236}">
                  <a16:creationId xmlns:a16="http://schemas.microsoft.com/office/drawing/2014/main" id="{6B0A96CF-AEE9-556A-5363-3BDACD98ACB3}"/>
                </a:ext>
              </a:extLst>
            </p:cNvPr>
            <p:cNvSpPr>
              <a:spLocks noChangeShapeType="1"/>
            </p:cNvSpPr>
            <p:nvPr/>
          </p:nvSpPr>
          <p:spPr bwMode="auto">
            <a:xfrm flipH="1">
              <a:off x="3673" y="3163"/>
              <a:ext cx="144"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408" name="Freeform 13">
              <a:extLst>
                <a:ext uri="{FF2B5EF4-FFF2-40B4-BE49-F238E27FC236}">
                  <a16:creationId xmlns:a16="http://schemas.microsoft.com/office/drawing/2014/main" id="{AE0CD110-C492-812B-8A8B-820DA4515237}"/>
                </a:ext>
              </a:extLst>
            </p:cNvPr>
            <p:cNvSpPr>
              <a:spLocks/>
            </p:cNvSpPr>
            <p:nvPr/>
          </p:nvSpPr>
          <p:spPr bwMode="auto">
            <a:xfrm>
              <a:off x="3823" y="3013"/>
              <a:ext cx="142" cy="301"/>
            </a:xfrm>
            <a:custGeom>
              <a:avLst/>
              <a:gdLst>
                <a:gd name="T0" fmla="*/ 141 w 142"/>
                <a:gd name="T1" fmla="*/ 0 h 301"/>
                <a:gd name="T2" fmla="*/ 0 w 142"/>
                <a:gd name="T3" fmla="*/ 0 h 301"/>
                <a:gd name="T4" fmla="*/ 0 w 142"/>
                <a:gd name="T5" fmla="*/ 300 h 301"/>
                <a:gd name="T6" fmla="*/ 141 w 142"/>
                <a:gd name="T7" fmla="*/ 300 h 3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301">
                  <a:moveTo>
                    <a:pt x="141" y="0"/>
                  </a:moveTo>
                  <a:lnTo>
                    <a:pt x="0" y="0"/>
                  </a:lnTo>
                  <a:lnTo>
                    <a:pt x="0" y="300"/>
                  </a:lnTo>
                  <a:lnTo>
                    <a:pt x="141" y="30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357385" name="Group 14">
            <a:extLst>
              <a:ext uri="{FF2B5EF4-FFF2-40B4-BE49-F238E27FC236}">
                <a16:creationId xmlns:a16="http://schemas.microsoft.com/office/drawing/2014/main" id="{85F2D0EE-0A51-897C-7A59-E94B8AAE11C5}"/>
              </a:ext>
            </a:extLst>
          </p:cNvPr>
          <p:cNvGrpSpPr>
            <a:grpSpLocks/>
          </p:cNvGrpSpPr>
          <p:nvPr/>
        </p:nvGrpSpPr>
        <p:grpSpPr bwMode="auto">
          <a:xfrm>
            <a:off x="4189413" y="4445000"/>
            <a:ext cx="476250" cy="947738"/>
            <a:chOff x="2775" y="3148"/>
            <a:chExt cx="350" cy="658"/>
          </a:xfrm>
        </p:grpSpPr>
        <p:sp>
          <p:nvSpPr>
            <p:cNvPr id="357405" name="Line 15">
              <a:extLst>
                <a:ext uri="{FF2B5EF4-FFF2-40B4-BE49-F238E27FC236}">
                  <a16:creationId xmlns:a16="http://schemas.microsoft.com/office/drawing/2014/main" id="{31014A24-FC38-1BEC-F71E-373BF05F50A1}"/>
                </a:ext>
              </a:extLst>
            </p:cNvPr>
            <p:cNvSpPr>
              <a:spLocks noChangeShapeType="1"/>
            </p:cNvSpPr>
            <p:nvPr/>
          </p:nvSpPr>
          <p:spPr bwMode="auto">
            <a:xfrm flipH="1">
              <a:off x="2775" y="3477"/>
              <a:ext cx="208"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406" name="Freeform 16">
              <a:extLst>
                <a:ext uri="{FF2B5EF4-FFF2-40B4-BE49-F238E27FC236}">
                  <a16:creationId xmlns:a16="http://schemas.microsoft.com/office/drawing/2014/main" id="{5F648BE6-994E-135A-CDC8-12E239C9AA74}"/>
                </a:ext>
              </a:extLst>
            </p:cNvPr>
            <p:cNvSpPr>
              <a:spLocks/>
            </p:cNvSpPr>
            <p:nvPr/>
          </p:nvSpPr>
          <p:spPr bwMode="auto">
            <a:xfrm>
              <a:off x="2983" y="3148"/>
              <a:ext cx="142" cy="658"/>
            </a:xfrm>
            <a:custGeom>
              <a:avLst/>
              <a:gdLst>
                <a:gd name="T0" fmla="*/ 141 w 142"/>
                <a:gd name="T1" fmla="*/ 0 h 658"/>
                <a:gd name="T2" fmla="*/ 0 w 142"/>
                <a:gd name="T3" fmla="*/ 0 h 658"/>
                <a:gd name="T4" fmla="*/ 0 w 142"/>
                <a:gd name="T5" fmla="*/ 657 h 658"/>
                <a:gd name="T6" fmla="*/ 141 w 142"/>
                <a:gd name="T7" fmla="*/ 657 h 6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658">
                  <a:moveTo>
                    <a:pt x="141" y="0"/>
                  </a:moveTo>
                  <a:lnTo>
                    <a:pt x="0" y="0"/>
                  </a:lnTo>
                  <a:lnTo>
                    <a:pt x="0" y="657"/>
                  </a:lnTo>
                  <a:lnTo>
                    <a:pt x="141" y="657"/>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357386" name="Group 17">
            <a:extLst>
              <a:ext uri="{FF2B5EF4-FFF2-40B4-BE49-F238E27FC236}">
                <a16:creationId xmlns:a16="http://schemas.microsoft.com/office/drawing/2014/main" id="{A4A4739D-64A3-90A9-6C1E-1406C37A441B}"/>
              </a:ext>
            </a:extLst>
          </p:cNvPr>
          <p:cNvGrpSpPr>
            <a:grpSpLocks/>
          </p:cNvGrpSpPr>
          <p:nvPr/>
        </p:nvGrpSpPr>
        <p:grpSpPr bwMode="auto">
          <a:xfrm>
            <a:off x="5418138" y="5122863"/>
            <a:ext cx="388937" cy="490537"/>
            <a:chOff x="3679" y="3619"/>
            <a:chExt cx="286" cy="340"/>
          </a:xfrm>
        </p:grpSpPr>
        <p:sp>
          <p:nvSpPr>
            <p:cNvPr id="357403" name="Line 18">
              <a:extLst>
                <a:ext uri="{FF2B5EF4-FFF2-40B4-BE49-F238E27FC236}">
                  <a16:creationId xmlns:a16="http://schemas.microsoft.com/office/drawing/2014/main" id="{2DBCB230-415B-AD27-CF74-5B7A5BF95B6C}"/>
                </a:ext>
              </a:extLst>
            </p:cNvPr>
            <p:cNvSpPr>
              <a:spLocks noChangeShapeType="1"/>
            </p:cNvSpPr>
            <p:nvPr/>
          </p:nvSpPr>
          <p:spPr bwMode="auto">
            <a:xfrm flipH="1">
              <a:off x="3679" y="3796"/>
              <a:ext cx="144"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404" name="Freeform 19">
              <a:extLst>
                <a:ext uri="{FF2B5EF4-FFF2-40B4-BE49-F238E27FC236}">
                  <a16:creationId xmlns:a16="http://schemas.microsoft.com/office/drawing/2014/main" id="{715D77AB-7455-4AB5-001E-7B5C4B967909}"/>
                </a:ext>
              </a:extLst>
            </p:cNvPr>
            <p:cNvSpPr>
              <a:spLocks/>
            </p:cNvSpPr>
            <p:nvPr/>
          </p:nvSpPr>
          <p:spPr bwMode="auto">
            <a:xfrm>
              <a:off x="3823" y="3619"/>
              <a:ext cx="142" cy="340"/>
            </a:xfrm>
            <a:custGeom>
              <a:avLst/>
              <a:gdLst>
                <a:gd name="T0" fmla="*/ 141 w 142"/>
                <a:gd name="T1" fmla="*/ 0 h 340"/>
                <a:gd name="T2" fmla="*/ 0 w 142"/>
                <a:gd name="T3" fmla="*/ 0 h 340"/>
                <a:gd name="T4" fmla="*/ 0 w 142"/>
                <a:gd name="T5" fmla="*/ 339 h 340"/>
                <a:gd name="T6" fmla="*/ 141 w 142"/>
                <a:gd name="T7" fmla="*/ 339 h 3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340">
                  <a:moveTo>
                    <a:pt x="141" y="0"/>
                  </a:moveTo>
                  <a:lnTo>
                    <a:pt x="0" y="0"/>
                  </a:lnTo>
                  <a:lnTo>
                    <a:pt x="0" y="339"/>
                  </a:lnTo>
                  <a:lnTo>
                    <a:pt x="141" y="339"/>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357387" name="Line 20">
            <a:extLst>
              <a:ext uri="{FF2B5EF4-FFF2-40B4-BE49-F238E27FC236}">
                <a16:creationId xmlns:a16="http://schemas.microsoft.com/office/drawing/2014/main" id="{BF3330F0-9613-E544-7CAA-C40377650FD4}"/>
              </a:ext>
            </a:extLst>
          </p:cNvPr>
          <p:cNvSpPr>
            <a:spLocks noChangeShapeType="1"/>
          </p:cNvSpPr>
          <p:nvPr/>
        </p:nvSpPr>
        <p:spPr bwMode="auto">
          <a:xfrm flipH="1">
            <a:off x="2946400" y="3883025"/>
            <a:ext cx="19685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388" name="Freeform 21">
            <a:extLst>
              <a:ext uri="{FF2B5EF4-FFF2-40B4-BE49-F238E27FC236}">
                <a16:creationId xmlns:a16="http://schemas.microsoft.com/office/drawing/2014/main" id="{AE00683A-5F68-DB67-E38B-C914B454AC09}"/>
              </a:ext>
            </a:extLst>
          </p:cNvPr>
          <p:cNvSpPr>
            <a:spLocks/>
          </p:cNvSpPr>
          <p:nvPr/>
        </p:nvSpPr>
        <p:spPr bwMode="auto">
          <a:xfrm>
            <a:off x="3138488" y="2916238"/>
            <a:ext cx="193675" cy="2022475"/>
          </a:xfrm>
          <a:custGeom>
            <a:avLst/>
            <a:gdLst>
              <a:gd name="T0" fmla="*/ 2147483646 w 142"/>
              <a:gd name="T1" fmla="*/ 0 h 1405"/>
              <a:gd name="T2" fmla="*/ 0 w 142"/>
              <a:gd name="T3" fmla="*/ 0 h 1405"/>
              <a:gd name="T4" fmla="*/ 0 w 142"/>
              <a:gd name="T5" fmla="*/ 2147483646 h 1405"/>
              <a:gd name="T6" fmla="*/ 2147483646 w 142"/>
              <a:gd name="T7" fmla="*/ 2147483646 h 140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1405">
                <a:moveTo>
                  <a:pt x="141" y="0"/>
                </a:moveTo>
                <a:lnTo>
                  <a:pt x="0" y="0"/>
                </a:lnTo>
                <a:lnTo>
                  <a:pt x="0" y="1404"/>
                </a:lnTo>
                <a:lnTo>
                  <a:pt x="141" y="1404"/>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57389" name="Line 22">
            <a:extLst>
              <a:ext uri="{FF2B5EF4-FFF2-40B4-BE49-F238E27FC236}">
                <a16:creationId xmlns:a16="http://schemas.microsoft.com/office/drawing/2014/main" id="{4BFF7C83-1D08-8059-C0A7-2312B707010F}"/>
              </a:ext>
            </a:extLst>
          </p:cNvPr>
          <p:cNvSpPr>
            <a:spLocks noChangeShapeType="1"/>
          </p:cNvSpPr>
          <p:nvPr/>
        </p:nvSpPr>
        <p:spPr bwMode="auto">
          <a:xfrm>
            <a:off x="3143250" y="3624263"/>
            <a:ext cx="179388"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57390" name="Rectangle 23">
            <a:extLst>
              <a:ext uri="{FF2B5EF4-FFF2-40B4-BE49-F238E27FC236}">
                <a16:creationId xmlns:a16="http://schemas.microsoft.com/office/drawing/2014/main" id="{8B089219-DDD8-22A4-A081-77E9CC5E3616}"/>
              </a:ext>
            </a:extLst>
          </p:cNvPr>
          <p:cNvSpPr>
            <a:spLocks noChangeArrowheads="1"/>
          </p:cNvSpPr>
          <p:nvPr>
            <p:custDataLst>
              <p:tags r:id="rId1"/>
            </p:custDataLst>
          </p:nvPr>
        </p:nvSpPr>
        <p:spPr bwMode="auto">
          <a:xfrm>
            <a:off x="1836738" y="3644900"/>
            <a:ext cx="1204912" cy="49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Client</a:t>
            </a:r>
            <a:r>
              <a:rPr lang="en-US" altLang="ko-KR">
                <a:latin typeface="Arial" panose="020B0604020202020204" pitchFamily="34" charset="0"/>
              </a:rPr>
              <a:t>’</a:t>
            </a:r>
            <a:r>
              <a:rPr lang="en-US" altLang="ko-KR"/>
              <a:t>s relative ability to extract value</a:t>
            </a:r>
          </a:p>
        </p:txBody>
      </p:sp>
      <p:sp>
        <p:nvSpPr>
          <p:cNvPr id="357391" name="Rectangle 24">
            <a:extLst>
              <a:ext uri="{FF2B5EF4-FFF2-40B4-BE49-F238E27FC236}">
                <a16:creationId xmlns:a16="http://schemas.microsoft.com/office/drawing/2014/main" id="{96D877CE-759F-F66D-B4CC-355E06F1C582}"/>
              </a:ext>
            </a:extLst>
          </p:cNvPr>
          <p:cNvSpPr>
            <a:spLocks noChangeArrowheads="1"/>
          </p:cNvSpPr>
          <p:nvPr>
            <p:custDataLst>
              <p:tags r:id="rId2"/>
            </p:custDataLst>
          </p:nvPr>
        </p:nvSpPr>
        <p:spPr bwMode="auto">
          <a:xfrm>
            <a:off x="3363913" y="2757488"/>
            <a:ext cx="890587" cy="331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Corporate center skills</a:t>
            </a:r>
          </a:p>
        </p:txBody>
      </p:sp>
      <p:sp>
        <p:nvSpPr>
          <p:cNvPr id="357392" name="Rectangle 25">
            <a:extLst>
              <a:ext uri="{FF2B5EF4-FFF2-40B4-BE49-F238E27FC236}">
                <a16:creationId xmlns:a16="http://schemas.microsoft.com/office/drawing/2014/main" id="{7E831352-C5EF-EE4A-DD20-FE9A62413C6D}"/>
              </a:ext>
            </a:extLst>
          </p:cNvPr>
          <p:cNvSpPr>
            <a:spLocks noChangeArrowheads="1"/>
          </p:cNvSpPr>
          <p:nvPr>
            <p:custDataLst>
              <p:tags r:id="rId3"/>
            </p:custDataLst>
          </p:nvPr>
        </p:nvSpPr>
        <p:spPr bwMode="auto">
          <a:xfrm>
            <a:off x="3363913" y="3311525"/>
            <a:ext cx="760412" cy="66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Linkages between business units</a:t>
            </a:r>
          </a:p>
        </p:txBody>
      </p:sp>
      <p:sp>
        <p:nvSpPr>
          <p:cNvPr id="357393" name="Rectangle 26">
            <a:extLst>
              <a:ext uri="{FF2B5EF4-FFF2-40B4-BE49-F238E27FC236}">
                <a16:creationId xmlns:a16="http://schemas.microsoft.com/office/drawing/2014/main" id="{CE4CE3D8-7CB2-64A8-188C-CFBD5C3939ED}"/>
              </a:ext>
            </a:extLst>
          </p:cNvPr>
          <p:cNvSpPr>
            <a:spLocks noChangeArrowheads="1"/>
          </p:cNvSpPr>
          <p:nvPr>
            <p:custDataLst>
              <p:tags r:id="rId4"/>
            </p:custDataLst>
          </p:nvPr>
        </p:nvSpPr>
        <p:spPr bwMode="auto">
          <a:xfrm>
            <a:off x="3363913" y="4765675"/>
            <a:ext cx="744537" cy="330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Financial ownership fit</a:t>
            </a:r>
          </a:p>
        </p:txBody>
      </p:sp>
      <p:sp>
        <p:nvSpPr>
          <p:cNvPr id="357394" name="Rectangle 27">
            <a:extLst>
              <a:ext uri="{FF2B5EF4-FFF2-40B4-BE49-F238E27FC236}">
                <a16:creationId xmlns:a16="http://schemas.microsoft.com/office/drawing/2014/main" id="{F23400CC-FBA3-6628-891C-E96484702CC9}"/>
              </a:ext>
            </a:extLst>
          </p:cNvPr>
          <p:cNvSpPr>
            <a:spLocks noChangeArrowheads="1"/>
          </p:cNvSpPr>
          <p:nvPr>
            <p:custDataLst>
              <p:tags r:id="rId5"/>
            </p:custDataLst>
          </p:nvPr>
        </p:nvSpPr>
        <p:spPr bwMode="auto">
          <a:xfrm>
            <a:off x="5842000" y="2665413"/>
            <a:ext cx="1793875" cy="166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Industry restructurer</a:t>
            </a:r>
          </a:p>
        </p:txBody>
      </p:sp>
      <p:sp>
        <p:nvSpPr>
          <p:cNvPr id="357395" name="Rectangle 28">
            <a:extLst>
              <a:ext uri="{FF2B5EF4-FFF2-40B4-BE49-F238E27FC236}">
                <a16:creationId xmlns:a16="http://schemas.microsoft.com/office/drawing/2014/main" id="{941580CA-0526-1C6C-4A5D-3D672185B96A}"/>
              </a:ext>
            </a:extLst>
          </p:cNvPr>
          <p:cNvSpPr>
            <a:spLocks noChangeArrowheads="1"/>
          </p:cNvSpPr>
          <p:nvPr>
            <p:custDataLst>
              <p:tags r:id="rId6"/>
            </p:custDataLst>
          </p:nvPr>
        </p:nvSpPr>
        <p:spPr bwMode="auto">
          <a:xfrm>
            <a:off x="5842000" y="3000375"/>
            <a:ext cx="17938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Internal controller</a:t>
            </a:r>
          </a:p>
        </p:txBody>
      </p:sp>
      <p:sp>
        <p:nvSpPr>
          <p:cNvPr id="357396" name="Rectangle 29">
            <a:extLst>
              <a:ext uri="{FF2B5EF4-FFF2-40B4-BE49-F238E27FC236}">
                <a16:creationId xmlns:a16="http://schemas.microsoft.com/office/drawing/2014/main" id="{66A6BB89-326E-C8DC-C6C1-102ADD06468F}"/>
              </a:ext>
            </a:extLst>
          </p:cNvPr>
          <p:cNvSpPr>
            <a:spLocks noChangeArrowheads="1"/>
          </p:cNvSpPr>
          <p:nvPr>
            <p:custDataLst>
              <p:tags r:id="rId7"/>
            </p:custDataLst>
          </p:nvPr>
        </p:nvSpPr>
        <p:spPr bwMode="auto">
          <a:xfrm>
            <a:off x="5842000" y="3276600"/>
            <a:ext cx="17938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Shared resources</a:t>
            </a:r>
          </a:p>
        </p:txBody>
      </p:sp>
      <p:sp>
        <p:nvSpPr>
          <p:cNvPr id="357397" name="Rectangle 30">
            <a:extLst>
              <a:ext uri="{FF2B5EF4-FFF2-40B4-BE49-F238E27FC236}">
                <a16:creationId xmlns:a16="http://schemas.microsoft.com/office/drawing/2014/main" id="{5BA7A8DB-FD64-480D-B6DB-4DA7168DBB1B}"/>
              </a:ext>
            </a:extLst>
          </p:cNvPr>
          <p:cNvSpPr>
            <a:spLocks noChangeArrowheads="1"/>
          </p:cNvSpPr>
          <p:nvPr>
            <p:custDataLst>
              <p:tags r:id="rId8"/>
            </p:custDataLst>
          </p:nvPr>
        </p:nvSpPr>
        <p:spPr bwMode="auto">
          <a:xfrm>
            <a:off x="5842000" y="3598863"/>
            <a:ext cx="17938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Transfer of capability</a:t>
            </a:r>
          </a:p>
        </p:txBody>
      </p:sp>
      <p:sp>
        <p:nvSpPr>
          <p:cNvPr id="357398" name="Rectangle 31">
            <a:extLst>
              <a:ext uri="{FF2B5EF4-FFF2-40B4-BE49-F238E27FC236}">
                <a16:creationId xmlns:a16="http://schemas.microsoft.com/office/drawing/2014/main" id="{206CA620-F1FA-B069-3230-ED10F1915833}"/>
              </a:ext>
            </a:extLst>
          </p:cNvPr>
          <p:cNvSpPr>
            <a:spLocks noChangeArrowheads="1"/>
          </p:cNvSpPr>
          <p:nvPr>
            <p:custDataLst>
              <p:tags r:id="rId9"/>
            </p:custDataLst>
          </p:nvPr>
        </p:nvSpPr>
        <p:spPr bwMode="auto">
          <a:xfrm>
            <a:off x="5842000" y="3898900"/>
            <a:ext cx="17938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Vertical integration</a:t>
            </a:r>
          </a:p>
        </p:txBody>
      </p:sp>
      <p:sp>
        <p:nvSpPr>
          <p:cNvPr id="357399" name="Rectangle 32">
            <a:extLst>
              <a:ext uri="{FF2B5EF4-FFF2-40B4-BE49-F238E27FC236}">
                <a16:creationId xmlns:a16="http://schemas.microsoft.com/office/drawing/2014/main" id="{22FCCAB8-BACB-1C6D-E0E3-F562586B1EF8}"/>
              </a:ext>
            </a:extLst>
          </p:cNvPr>
          <p:cNvSpPr>
            <a:spLocks noChangeArrowheads="1"/>
          </p:cNvSpPr>
          <p:nvPr>
            <p:custDataLst>
              <p:tags r:id="rId10"/>
            </p:custDataLst>
          </p:nvPr>
        </p:nvSpPr>
        <p:spPr bwMode="auto">
          <a:xfrm>
            <a:off x="5842000" y="4175125"/>
            <a:ext cx="179387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Differences in tax position</a:t>
            </a:r>
          </a:p>
        </p:txBody>
      </p:sp>
      <p:sp>
        <p:nvSpPr>
          <p:cNvPr id="357400" name="Rectangle 33">
            <a:extLst>
              <a:ext uri="{FF2B5EF4-FFF2-40B4-BE49-F238E27FC236}">
                <a16:creationId xmlns:a16="http://schemas.microsoft.com/office/drawing/2014/main" id="{3FDD42FF-DEB7-691B-E4AB-87647AACC3D4}"/>
              </a:ext>
            </a:extLst>
          </p:cNvPr>
          <p:cNvSpPr>
            <a:spLocks noChangeArrowheads="1"/>
          </p:cNvSpPr>
          <p:nvPr>
            <p:custDataLst>
              <p:tags r:id="rId11"/>
            </p:custDataLst>
          </p:nvPr>
        </p:nvSpPr>
        <p:spPr bwMode="auto">
          <a:xfrm>
            <a:off x="5842000" y="4589463"/>
            <a:ext cx="207645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Existence of non-cases objectives</a:t>
            </a:r>
          </a:p>
        </p:txBody>
      </p:sp>
      <p:sp>
        <p:nvSpPr>
          <p:cNvPr id="357401" name="Rectangle 34">
            <a:extLst>
              <a:ext uri="{FF2B5EF4-FFF2-40B4-BE49-F238E27FC236}">
                <a16:creationId xmlns:a16="http://schemas.microsoft.com/office/drawing/2014/main" id="{23766851-C55B-4A15-A4AF-5F6136824175}"/>
              </a:ext>
            </a:extLst>
          </p:cNvPr>
          <p:cNvSpPr>
            <a:spLocks noChangeArrowheads="1"/>
          </p:cNvSpPr>
          <p:nvPr>
            <p:custDataLst>
              <p:tags r:id="rId12"/>
            </p:custDataLst>
          </p:nvPr>
        </p:nvSpPr>
        <p:spPr bwMode="auto">
          <a:xfrm>
            <a:off x="5842000" y="5027613"/>
            <a:ext cx="207645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Inefficiencies in financial markets</a:t>
            </a:r>
          </a:p>
        </p:txBody>
      </p:sp>
      <p:sp>
        <p:nvSpPr>
          <p:cNvPr id="357402" name="Rectangle 35">
            <a:extLst>
              <a:ext uri="{FF2B5EF4-FFF2-40B4-BE49-F238E27FC236}">
                <a16:creationId xmlns:a16="http://schemas.microsoft.com/office/drawing/2014/main" id="{60B34262-FC52-622F-3F42-C9C0532D3CB3}"/>
              </a:ext>
            </a:extLst>
          </p:cNvPr>
          <p:cNvSpPr>
            <a:spLocks noChangeArrowheads="1"/>
          </p:cNvSpPr>
          <p:nvPr>
            <p:custDataLst>
              <p:tags r:id="rId13"/>
            </p:custDataLst>
          </p:nvPr>
        </p:nvSpPr>
        <p:spPr bwMode="auto">
          <a:xfrm>
            <a:off x="5842000" y="5521325"/>
            <a:ext cx="2076450" cy="166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Difference in valuation technique</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5" name="바닥글 개체 틀 2">
            <a:extLst>
              <a:ext uri="{FF2B5EF4-FFF2-40B4-BE49-F238E27FC236}">
                <a16:creationId xmlns:a16="http://schemas.microsoft.com/office/drawing/2014/main" id="{8625B244-9633-40C1-2ED5-A1198EBA8C8A}"/>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79906" name="슬라이드 번호 개체 틀 3">
            <a:extLst>
              <a:ext uri="{FF2B5EF4-FFF2-40B4-BE49-F238E27FC236}">
                <a16:creationId xmlns:a16="http://schemas.microsoft.com/office/drawing/2014/main" id="{4CD3C702-C729-DA7D-F303-37700B49BA98}"/>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27CA28A0-D9ED-C64F-801C-68D0895B2A39}" type="slidenum">
              <a:rPr kumimoji="0" lang="ko-KR" altLang="en-US" smtClean="0">
                <a:latin typeface="Arial" panose="020B0604020202020204" pitchFamily="34" charset="0"/>
              </a:rPr>
              <a:pPr latinLnBrk="0"/>
              <a:t>62</a:t>
            </a:fld>
            <a:endParaRPr kumimoji="0" lang="en-US" altLang="ko-KR">
              <a:latin typeface="Arial" panose="020B0604020202020204" pitchFamily="34" charset="0"/>
            </a:endParaRPr>
          </a:p>
        </p:txBody>
      </p:sp>
      <p:sp>
        <p:nvSpPr>
          <p:cNvPr id="379907" name="Rectangle 2">
            <a:extLst>
              <a:ext uri="{FF2B5EF4-FFF2-40B4-BE49-F238E27FC236}">
                <a16:creationId xmlns:a16="http://schemas.microsoft.com/office/drawing/2014/main" id="{9CDDEB2F-73DB-C5E1-23A0-41F405BC6D85}"/>
              </a:ext>
            </a:extLst>
          </p:cNvPr>
          <p:cNvSpPr>
            <a:spLocks noGrp="1" noChangeArrowheads="1"/>
          </p:cNvSpPr>
          <p:nvPr>
            <p:ph type="title"/>
          </p:nvPr>
        </p:nvSpPr>
        <p:spPr/>
        <p:txBody>
          <a:bodyPr/>
          <a:lstStyle/>
          <a:p>
            <a:pPr defTabSz="1019175" eaLnBrk="1" hangingPunct="1"/>
            <a:r>
              <a:rPr lang="en-US" altLang="ko-KR"/>
              <a:t>HIT WALL</a:t>
            </a:r>
          </a:p>
        </p:txBody>
      </p:sp>
      <p:grpSp>
        <p:nvGrpSpPr>
          <p:cNvPr id="379908" name="Group 3">
            <a:extLst>
              <a:ext uri="{FF2B5EF4-FFF2-40B4-BE49-F238E27FC236}">
                <a16:creationId xmlns:a16="http://schemas.microsoft.com/office/drawing/2014/main" id="{D290316A-8F77-85F3-8C61-1B306603E5F2}"/>
              </a:ext>
            </a:extLst>
          </p:cNvPr>
          <p:cNvGrpSpPr>
            <a:grpSpLocks/>
          </p:cNvGrpSpPr>
          <p:nvPr/>
        </p:nvGrpSpPr>
        <p:grpSpPr bwMode="auto">
          <a:xfrm>
            <a:off x="2732088" y="3044825"/>
            <a:ext cx="4479925" cy="2597150"/>
            <a:chOff x="1616" y="2115"/>
            <a:chExt cx="3298" cy="1804"/>
          </a:xfrm>
        </p:grpSpPr>
        <p:sp>
          <p:nvSpPr>
            <p:cNvPr id="379909" name="Freeform 4">
              <a:extLst>
                <a:ext uri="{FF2B5EF4-FFF2-40B4-BE49-F238E27FC236}">
                  <a16:creationId xmlns:a16="http://schemas.microsoft.com/office/drawing/2014/main" id="{D856C654-E954-B0F5-8FAC-7E313B84AA10}"/>
                </a:ext>
              </a:extLst>
            </p:cNvPr>
            <p:cNvSpPr>
              <a:spLocks/>
            </p:cNvSpPr>
            <p:nvPr/>
          </p:nvSpPr>
          <p:spPr bwMode="auto">
            <a:xfrm>
              <a:off x="3499" y="3264"/>
              <a:ext cx="178" cy="319"/>
            </a:xfrm>
            <a:custGeom>
              <a:avLst/>
              <a:gdLst>
                <a:gd name="T0" fmla="*/ 52 w 178"/>
                <a:gd name="T1" fmla="*/ 212 h 319"/>
                <a:gd name="T2" fmla="*/ 48 w 178"/>
                <a:gd name="T3" fmla="*/ 60 h 319"/>
                <a:gd name="T4" fmla="*/ 0 w 178"/>
                <a:gd name="T5" fmla="*/ 48 h 319"/>
                <a:gd name="T6" fmla="*/ 69 w 178"/>
                <a:gd name="T7" fmla="*/ 0 h 319"/>
                <a:gd name="T8" fmla="*/ 177 w 178"/>
                <a:gd name="T9" fmla="*/ 7 h 319"/>
                <a:gd name="T10" fmla="*/ 156 w 178"/>
                <a:gd name="T11" fmla="*/ 318 h 319"/>
                <a:gd name="T12" fmla="*/ 52 w 178"/>
                <a:gd name="T13" fmla="*/ 212 h 3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8" h="319">
                  <a:moveTo>
                    <a:pt x="52" y="212"/>
                  </a:moveTo>
                  <a:lnTo>
                    <a:pt x="48" y="60"/>
                  </a:lnTo>
                  <a:lnTo>
                    <a:pt x="0" y="48"/>
                  </a:lnTo>
                  <a:lnTo>
                    <a:pt x="69" y="0"/>
                  </a:lnTo>
                  <a:lnTo>
                    <a:pt x="177" y="7"/>
                  </a:lnTo>
                  <a:lnTo>
                    <a:pt x="156" y="318"/>
                  </a:lnTo>
                  <a:lnTo>
                    <a:pt x="52" y="212"/>
                  </a:lnTo>
                </a:path>
              </a:pathLst>
            </a:custGeom>
            <a:solidFill>
              <a:schemeClr val="hlink"/>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10" name="Freeform 5">
              <a:extLst>
                <a:ext uri="{FF2B5EF4-FFF2-40B4-BE49-F238E27FC236}">
                  <a16:creationId xmlns:a16="http://schemas.microsoft.com/office/drawing/2014/main" id="{3E6A7DD6-8241-5C1A-7D10-CFF6BBB184BE}"/>
                </a:ext>
              </a:extLst>
            </p:cNvPr>
            <p:cNvSpPr>
              <a:spLocks/>
            </p:cNvSpPr>
            <p:nvPr/>
          </p:nvSpPr>
          <p:spPr bwMode="auto">
            <a:xfrm>
              <a:off x="3714" y="2120"/>
              <a:ext cx="472" cy="1783"/>
            </a:xfrm>
            <a:custGeom>
              <a:avLst/>
              <a:gdLst>
                <a:gd name="T0" fmla="*/ 13 w 472"/>
                <a:gd name="T1" fmla="*/ 1453 h 1783"/>
                <a:gd name="T2" fmla="*/ 16 w 472"/>
                <a:gd name="T3" fmla="*/ 1398 h 1783"/>
                <a:gd name="T4" fmla="*/ 0 w 472"/>
                <a:gd name="T5" fmla="*/ 1311 h 1783"/>
                <a:gd name="T6" fmla="*/ 8 w 472"/>
                <a:gd name="T7" fmla="*/ 1231 h 1783"/>
                <a:gd name="T8" fmla="*/ 8 w 472"/>
                <a:gd name="T9" fmla="*/ 1159 h 1783"/>
                <a:gd name="T10" fmla="*/ 24 w 472"/>
                <a:gd name="T11" fmla="*/ 1087 h 1783"/>
                <a:gd name="T12" fmla="*/ 24 w 472"/>
                <a:gd name="T13" fmla="*/ 1007 h 1783"/>
                <a:gd name="T14" fmla="*/ 40 w 472"/>
                <a:gd name="T15" fmla="*/ 935 h 1783"/>
                <a:gd name="T16" fmla="*/ 40 w 472"/>
                <a:gd name="T17" fmla="*/ 863 h 1783"/>
                <a:gd name="T18" fmla="*/ 24 w 472"/>
                <a:gd name="T19" fmla="*/ 783 h 1783"/>
                <a:gd name="T20" fmla="*/ 8 w 472"/>
                <a:gd name="T21" fmla="*/ 711 h 1783"/>
                <a:gd name="T22" fmla="*/ 24 w 472"/>
                <a:gd name="T23" fmla="*/ 639 h 1783"/>
                <a:gd name="T24" fmla="*/ 56 w 472"/>
                <a:gd name="T25" fmla="*/ 567 h 1783"/>
                <a:gd name="T26" fmla="*/ 56 w 472"/>
                <a:gd name="T27" fmla="*/ 487 h 1783"/>
                <a:gd name="T28" fmla="*/ 24 w 472"/>
                <a:gd name="T29" fmla="*/ 416 h 1783"/>
                <a:gd name="T30" fmla="*/ 24 w 472"/>
                <a:gd name="T31" fmla="*/ 296 h 1783"/>
                <a:gd name="T32" fmla="*/ 8 w 472"/>
                <a:gd name="T33" fmla="*/ 224 h 1783"/>
                <a:gd name="T34" fmla="*/ 24 w 472"/>
                <a:gd name="T35" fmla="*/ 152 h 1783"/>
                <a:gd name="T36" fmla="*/ 24 w 472"/>
                <a:gd name="T37" fmla="*/ 72 h 1783"/>
                <a:gd name="T38" fmla="*/ 40 w 472"/>
                <a:gd name="T39" fmla="*/ 0 h 1783"/>
                <a:gd name="T40" fmla="*/ 88 w 472"/>
                <a:gd name="T41" fmla="*/ 72 h 1783"/>
                <a:gd name="T42" fmla="*/ 112 w 472"/>
                <a:gd name="T43" fmla="*/ 152 h 1783"/>
                <a:gd name="T44" fmla="*/ 176 w 472"/>
                <a:gd name="T45" fmla="*/ 224 h 1783"/>
                <a:gd name="T46" fmla="*/ 232 w 472"/>
                <a:gd name="T47" fmla="*/ 296 h 1783"/>
                <a:gd name="T48" fmla="*/ 280 w 472"/>
                <a:gd name="T49" fmla="*/ 368 h 1783"/>
                <a:gd name="T50" fmla="*/ 320 w 472"/>
                <a:gd name="T51" fmla="*/ 447 h 1783"/>
                <a:gd name="T52" fmla="*/ 352 w 472"/>
                <a:gd name="T53" fmla="*/ 519 h 1783"/>
                <a:gd name="T54" fmla="*/ 399 w 472"/>
                <a:gd name="T55" fmla="*/ 591 h 1783"/>
                <a:gd name="T56" fmla="*/ 423 w 472"/>
                <a:gd name="T57" fmla="*/ 671 h 1783"/>
                <a:gd name="T58" fmla="*/ 455 w 472"/>
                <a:gd name="T59" fmla="*/ 743 h 1783"/>
                <a:gd name="T60" fmla="*/ 455 w 472"/>
                <a:gd name="T61" fmla="*/ 815 h 1783"/>
                <a:gd name="T62" fmla="*/ 455 w 472"/>
                <a:gd name="T63" fmla="*/ 895 h 1783"/>
                <a:gd name="T64" fmla="*/ 455 w 472"/>
                <a:gd name="T65" fmla="*/ 967 h 1783"/>
                <a:gd name="T66" fmla="*/ 471 w 472"/>
                <a:gd name="T67" fmla="*/ 1039 h 1783"/>
                <a:gd name="T68" fmla="*/ 471 w 472"/>
                <a:gd name="T69" fmla="*/ 1111 h 1783"/>
                <a:gd name="T70" fmla="*/ 455 w 472"/>
                <a:gd name="T71" fmla="*/ 1191 h 1783"/>
                <a:gd name="T72" fmla="*/ 471 w 472"/>
                <a:gd name="T73" fmla="*/ 1263 h 1783"/>
                <a:gd name="T74" fmla="*/ 455 w 472"/>
                <a:gd name="T75" fmla="*/ 1335 h 1783"/>
                <a:gd name="T76" fmla="*/ 471 w 472"/>
                <a:gd name="T77" fmla="*/ 1414 h 1783"/>
                <a:gd name="T78" fmla="*/ 455 w 472"/>
                <a:gd name="T79" fmla="*/ 1486 h 1783"/>
                <a:gd name="T80" fmla="*/ 455 w 472"/>
                <a:gd name="T81" fmla="*/ 1558 h 1783"/>
                <a:gd name="T82" fmla="*/ 471 w 472"/>
                <a:gd name="T83" fmla="*/ 1630 h 1783"/>
                <a:gd name="T84" fmla="*/ 455 w 472"/>
                <a:gd name="T85" fmla="*/ 1710 h 1783"/>
                <a:gd name="T86" fmla="*/ 455 w 472"/>
                <a:gd name="T87" fmla="*/ 1782 h 1783"/>
                <a:gd name="T88" fmla="*/ 383 w 472"/>
                <a:gd name="T89" fmla="*/ 1782 h 1783"/>
                <a:gd name="T90" fmla="*/ 312 w 472"/>
                <a:gd name="T91" fmla="*/ 1734 h 1783"/>
                <a:gd name="T92" fmla="*/ 232 w 472"/>
                <a:gd name="T93" fmla="*/ 1694 h 1783"/>
                <a:gd name="T94" fmla="*/ 160 w 472"/>
                <a:gd name="T95" fmla="*/ 1630 h 1783"/>
                <a:gd name="T96" fmla="*/ 104 w 472"/>
                <a:gd name="T97" fmla="*/ 1558 h 1783"/>
                <a:gd name="T98" fmla="*/ 56 w 472"/>
                <a:gd name="T99" fmla="*/ 1518 h 1783"/>
                <a:gd name="T100" fmla="*/ 32 w 472"/>
                <a:gd name="T101" fmla="*/ 1494 h 1783"/>
                <a:gd name="T102" fmla="*/ 10 w 472"/>
                <a:gd name="T103" fmla="*/ 1456 h 178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72" h="1783">
                  <a:moveTo>
                    <a:pt x="13" y="1453"/>
                  </a:moveTo>
                  <a:lnTo>
                    <a:pt x="16" y="1398"/>
                  </a:lnTo>
                  <a:lnTo>
                    <a:pt x="0" y="1311"/>
                  </a:lnTo>
                  <a:lnTo>
                    <a:pt x="8" y="1231"/>
                  </a:lnTo>
                  <a:lnTo>
                    <a:pt x="8" y="1159"/>
                  </a:lnTo>
                  <a:lnTo>
                    <a:pt x="24" y="1087"/>
                  </a:lnTo>
                  <a:lnTo>
                    <a:pt x="24" y="1007"/>
                  </a:lnTo>
                  <a:lnTo>
                    <a:pt x="40" y="935"/>
                  </a:lnTo>
                  <a:lnTo>
                    <a:pt x="40" y="863"/>
                  </a:lnTo>
                  <a:lnTo>
                    <a:pt x="24" y="783"/>
                  </a:lnTo>
                  <a:lnTo>
                    <a:pt x="8" y="711"/>
                  </a:lnTo>
                  <a:lnTo>
                    <a:pt x="24" y="639"/>
                  </a:lnTo>
                  <a:lnTo>
                    <a:pt x="56" y="567"/>
                  </a:lnTo>
                  <a:lnTo>
                    <a:pt x="56" y="487"/>
                  </a:lnTo>
                  <a:lnTo>
                    <a:pt x="24" y="416"/>
                  </a:lnTo>
                  <a:lnTo>
                    <a:pt x="24" y="296"/>
                  </a:lnTo>
                  <a:lnTo>
                    <a:pt x="8" y="224"/>
                  </a:lnTo>
                  <a:lnTo>
                    <a:pt x="24" y="152"/>
                  </a:lnTo>
                  <a:lnTo>
                    <a:pt x="24" y="72"/>
                  </a:lnTo>
                  <a:lnTo>
                    <a:pt x="40" y="0"/>
                  </a:lnTo>
                  <a:lnTo>
                    <a:pt x="88" y="72"/>
                  </a:lnTo>
                  <a:lnTo>
                    <a:pt x="112" y="152"/>
                  </a:lnTo>
                  <a:lnTo>
                    <a:pt x="176" y="224"/>
                  </a:lnTo>
                  <a:lnTo>
                    <a:pt x="232" y="296"/>
                  </a:lnTo>
                  <a:lnTo>
                    <a:pt x="280" y="368"/>
                  </a:lnTo>
                  <a:lnTo>
                    <a:pt x="320" y="447"/>
                  </a:lnTo>
                  <a:lnTo>
                    <a:pt x="352" y="519"/>
                  </a:lnTo>
                  <a:lnTo>
                    <a:pt x="399" y="591"/>
                  </a:lnTo>
                  <a:lnTo>
                    <a:pt x="423" y="671"/>
                  </a:lnTo>
                  <a:lnTo>
                    <a:pt x="455" y="743"/>
                  </a:lnTo>
                  <a:lnTo>
                    <a:pt x="455" y="815"/>
                  </a:lnTo>
                  <a:lnTo>
                    <a:pt x="455" y="895"/>
                  </a:lnTo>
                  <a:lnTo>
                    <a:pt x="455" y="967"/>
                  </a:lnTo>
                  <a:lnTo>
                    <a:pt x="471" y="1039"/>
                  </a:lnTo>
                  <a:lnTo>
                    <a:pt x="471" y="1111"/>
                  </a:lnTo>
                  <a:lnTo>
                    <a:pt x="455" y="1191"/>
                  </a:lnTo>
                  <a:lnTo>
                    <a:pt x="471" y="1263"/>
                  </a:lnTo>
                  <a:lnTo>
                    <a:pt x="455" y="1335"/>
                  </a:lnTo>
                  <a:lnTo>
                    <a:pt x="471" y="1414"/>
                  </a:lnTo>
                  <a:lnTo>
                    <a:pt x="455" y="1486"/>
                  </a:lnTo>
                  <a:lnTo>
                    <a:pt x="455" y="1558"/>
                  </a:lnTo>
                  <a:lnTo>
                    <a:pt x="471" y="1630"/>
                  </a:lnTo>
                  <a:lnTo>
                    <a:pt x="455" y="1710"/>
                  </a:lnTo>
                  <a:lnTo>
                    <a:pt x="455" y="1782"/>
                  </a:lnTo>
                  <a:lnTo>
                    <a:pt x="383" y="1782"/>
                  </a:lnTo>
                  <a:lnTo>
                    <a:pt x="312" y="1734"/>
                  </a:lnTo>
                  <a:lnTo>
                    <a:pt x="232" y="1694"/>
                  </a:lnTo>
                  <a:lnTo>
                    <a:pt x="160" y="1630"/>
                  </a:lnTo>
                  <a:lnTo>
                    <a:pt x="104" y="1558"/>
                  </a:lnTo>
                  <a:lnTo>
                    <a:pt x="56" y="1518"/>
                  </a:lnTo>
                  <a:lnTo>
                    <a:pt x="32" y="1494"/>
                  </a:lnTo>
                  <a:lnTo>
                    <a:pt x="10" y="1456"/>
                  </a:lnTo>
                </a:path>
              </a:pathLst>
            </a:custGeom>
            <a:solidFill>
              <a:srgbClr val="FFFFFF"/>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11" name="Freeform 6">
              <a:extLst>
                <a:ext uri="{FF2B5EF4-FFF2-40B4-BE49-F238E27FC236}">
                  <a16:creationId xmlns:a16="http://schemas.microsoft.com/office/drawing/2014/main" id="{5BCEF9D0-A9CF-5840-2EC1-A2F9B36CC8B0}"/>
                </a:ext>
              </a:extLst>
            </p:cNvPr>
            <p:cNvSpPr>
              <a:spLocks/>
            </p:cNvSpPr>
            <p:nvPr/>
          </p:nvSpPr>
          <p:spPr bwMode="auto">
            <a:xfrm>
              <a:off x="3771" y="2321"/>
              <a:ext cx="359" cy="1345"/>
            </a:xfrm>
            <a:custGeom>
              <a:avLst/>
              <a:gdLst>
                <a:gd name="T0" fmla="*/ 0 w 359"/>
                <a:gd name="T1" fmla="*/ 0 h 1345"/>
                <a:gd name="T2" fmla="*/ 47 w 359"/>
                <a:gd name="T3" fmla="*/ 72 h 1345"/>
                <a:gd name="T4" fmla="*/ 87 w 359"/>
                <a:gd name="T5" fmla="*/ 143 h 1345"/>
                <a:gd name="T6" fmla="*/ 157 w 359"/>
                <a:gd name="T7" fmla="*/ 207 h 1345"/>
                <a:gd name="T8" fmla="*/ 197 w 359"/>
                <a:gd name="T9" fmla="*/ 295 h 1345"/>
                <a:gd name="T10" fmla="*/ 244 w 359"/>
                <a:gd name="T11" fmla="*/ 427 h 1345"/>
                <a:gd name="T12" fmla="*/ 298 w 359"/>
                <a:gd name="T13" fmla="*/ 547 h 1345"/>
                <a:gd name="T14" fmla="*/ 358 w 359"/>
                <a:gd name="T15" fmla="*/ 691 h 1345"/>
                <a:gd name="T16" fmla="*/ 337 w 359"/>
                <a:gd name="T17" fmla="*/ 795 h 1345"/>
                <a:gd name="T18" fmla="*/ 353 w 359"/>
                <a:gd name="T19" fmla="*/ 891 h 1345"/>
                <a:gd name="T20" fmla="*/ 337 w 359"/>
                <a:gd name="T21" fmla="*/ 947 h 1345"/>
                <a:gd name="T22" fmla="*/ 337 w 359"/>
                <a:gd name="T23" fmla="*/ 1018 h 1345"/>
                <a:gd name="T24" fmla="*/ 337 w 359"/>
                <a:gd name="T25" fmla="*/ 1106 h 1345"/>
                <a:gd name="T26" fmla="*/ 323 w 359"/>
                <a:gd name="T27" fmla="*/ 1194 h 1345"/>
                <a:gd name="T28" fmla="*/ 236 w 359"/>
                <a:gd name="T29" fmla="*/ 1344 h 1345"/>
                <a:gd name="T30" fmla="*/ 220 w 359"/>
                <a:gd name="T31" fmla="*/ 1264 h 1345"/>
                <a:gd name="T32" fmla="*/ 220 w 359"/>
                <a:gd name="T33" fmla="*/ 1194 h 1345"/>
                <a:gd name="T34" fmla="*/ 220 w 359"/>
                <a:gd name="T35" fmla="*/ 1122 h 1345"/>
                <a:gd name="T36" fmla="*/ 220 w 359"/>
                <a:gd name="T37" fmla="*/ 1050 h 1345"/>
                <a:gd name="T38" fmla="*/ 196 w 359"/>
                <a:gd name="T39" fmla="*/ 979 h 1345"/>
                <a:gd name="T40" fmla="*/ 181 w 359"/>
                <a:gd name="T41" fmla="*/ 907 h 1345"/>
                <a:gd name="T42" fmla="*/ 157 w 359"/>
                <a:gd name="T43" fmla="*/ 859 h 1345"/>
                <a:gd name="T44" fmla="*/ 149 w 359"/>
                <a:gd name="T45" fmla="*/ 772 h 1345"/>
                <a:gd name="T46" fmla="*/ 189 w 359"/>
                <a:gd name="T47" fmla="*/ 676 h 1345"/>
                <a:gd name="T48" fmla="*/ 157 w 359"/>
                <a:gd name="T49" fmla="*/ 604 h 1345"/>
                <a:gd name="T50" fmla="*/ 134 w 359"/>
                <a:gd name="T51" fmla="*/ 525 h 1345"/>
                <a:gd name="T52" fmla="*/ 118 w 359"/>
                <a:gd name="T53" fmla="*/ 453 h 1345"/>
                <a:gd name="T54" fmla="*/ 118 w 359"/>
                <a:gd name="T55" fmla="*/ 381 h 1345"/>
                <a:gd name="T56" fmla="*/ 102 w 359"/>
                <a:gd name="T57" fmla="*/ 310 h 1345"/>
                <a:gd name="T58" fmla="*/ 71 w 359"/>
                <a:gd name="T59" fmla="*/ 231 h 1345"/>
                <a:gd name="T60" fmla="*/ 16 w 359"/>
                <a:gd name="T61" fmla="*/ 159 h 1345"/>
                <a:gd name="T62" fmla="*/ 0 w 359"/>
                <a:gd name="T63" fmla="*/ 88 h 1345"/>
                <a:gd name="T64" fmla="*/ 0 w 359"/>
                <a:gd name="T65" fmla="*/ 8 h 1345"/>
                <a:gd name="T66" fmla="*/ 0 w 359"/>
                <a:gd name="T67" fmla="*/ 0 h 13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59" h="1345">
                  <a:moveTo>
                    <a:pt x="0" y="0"/>
                  </a:moveTo>
                  <a:lnTo>
                    <a:pt x="47" y="72"/>
                  </a:lnTo>
                  <a:lnTo>
                    <a:pt x="87" y="143"/>
                  </a:lnTo>
                  <a:lnTo>
                    <a:pt x="157" y="207"/>
                  </a:lnTo>
                  <a:lnTo>
                    <a:pt x="197" y="295"/>
                  </a:lnTo>
                  <a:lnTo>
                    <a:pt x="244" y="427"/>
                  </a:lnTo>
                  <a:lnTo>
                    <a:pt x="298" y="547"/>
                  </a:lnTo>
                  <a:lnTo>
                    <a:pt x="358" y="691"/>
                  </a:lnTo>
                  <a:lnTo>
                    <a:pt x="337" y="795"/>
                  </a:lnTo>
                  <a:lnTo>
                    <a:pt x="353" y="891"/>
                  </a:lnTo>
                  <a:lnTo>
                    <a:pt x="337" y="947"/>
                  </a:lnTo>
                  <a:lnTo>
                    <a:pt x="337" y="1018"/>
                  </a:lnTo>
                  <a:lnTo>
                    <a:pt x="337" y="1106"/>
                  </a:lnTo>
                  <a:lnTo>
                    <a:pt x="323" y="1194"/>
                  </a:lnTo>
                  <a:lnTo>
                    <a:pt x="236" y="1344"/>
                  </a:lnTo>
                  <a:lnTo>
                    <a:pt x="220" y="1264"/>
                  </a:lnTo>
                  <a:lnTo>
                    <a:pt x="220" y="1194"/>
                  </a:lnTo>
                  <a:lnTo>
                    <a:pt x="220" y="1122"/>
                  </a:lnTo>
                  <a:lnTo>
                    <a:pt x="220" y="1050"/>
                  </a:lnTo>
                  <a:lnTo>
                    <a:pt x="196" y="979"/>
                  </a:lnTo>
                  <a:lnTo>
                    <a:pt x="181" y="907"/>
                  </a:lnTo>
                  <a:lnTo>
                    <a:pt x="157" y="859"/>
                  </a:lnTo>
                  <a:lnTo>
                    <a:pt x="149" y="772"/>
                  </a:lnTo>
                  <a:lnTo>
                    <a:pt x="189" y="676"/>
                  </a:lnTo>
                  <a:lnTo>
                    <a:pt x="157" y="604"/>
                  </a:lnTo>
                  <a:lnTo>
                    <a:pt x="134" y="525"/>
                  </a:lnTo>
                  <a:lnTo>
                    <a:pt x="118" y="453"/>
                  </a:lnTo>
                  <a:lnTo>
                    <a:pt x="118" y="381"/>
                  </a:lnTo>
                  <a:lnTo>
                    <a:pt x="102" y="310"/>
                  </a:lnTo>
                  <a:lnTo>
                    <a:pt x="71" y="231"/>
                  </a:lnTo>
                  <a:lnTo>
                    <a:pt x="16" y="159"/>
                  </a:lnTo>
                  <a:lnTo>
                    <a:pt x="0" y="88"/>
                  </a:lnTo>
                  <a:lnTo>
                    <a:pt x="0" y="8"/>
                  </a:lnTo>
                  <a:lnTo>
                    <a:pt x="0" y="0"/>
                  </a:lnTo>
                </a:path>
              </a:pathLst>
            </a:custGeom>
            <a:solidFill>
              <a:schemeClr val="folHlink"/>
            </a:solidFill>
            <a:ln>
              <a:noFill/>
            </a:ln>
            <a:effectLst/>
            <a:extLs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12" name="Freeform 7">
              <a:extLst>
                <a:ext uri="{FF2B5EF4-FFF2-40B4-BE49-F238E27FC236}">
                  <a16:creationId xmlns:a16="http://schemas.microsoft.com/office/drawing/2014/main" id="{45AA1329-4ABA-E727-A0A6-FD17EE3C174F}"/>
                </a:ext>
              </a:extLst>
            </p:cNvPr>
            <p:cNvSpPr>
              <a:spLocks/>
            </p:cNvSpPr>
            <p:nvPr/>
          </p:nvSpPr>
          <p:spPr bwMode="auto">
            <a:xfrm>
              <a:off x="1616" y="2233"/>
              <a:ext cx="2216" cy="1056"/>
            </a:xfrm>
            <a:custGeom>
              <a:avLst/>
              <a:gdLst>
                <a:gd name="T0" fmla="*/ 136 w 2216"/>
                <a:gd name="T1" fmla="*/ 351 h 1056"/>
                <a:gd name="T2" fmla="*/ 344 w 2216"/>
                <a:gd name="T3" fmla="*/ 264 h 1056"/>
                <a:gd name="T4" fmla="*/ 496 w 2216"/>
                <a:gd name="T5" fmla="*/ 312 h 1056"/>
                <a:gd name="T6" fmla="*/ 616 w 2216"/>
                <a:gd name="T7" fmla="*/ 383 h 1056"/>
                <a:gd name="T8" fmla="*/ 831 w 2216"/>
                <a:gd name="T9" fmla="*/ 264 h 1056"/>
                <a:gd name="T10" fmla="*/ 1023 w 2216"/>
                <a:gd name="T11" fmla="*/ 264 h 1056"/>
                <a:gd name="T12" fmla="*/ 1207 w 2216"/>
                <a:gd name="T13" fmla="*/ 328 h 1056"/>
                <a:gd name="T14" fmla="*/ 1495 w 2216"/>
                <a:gd name="T15" fmla="*/ 296 h 1056"/>
                <a:gd name="T16" fmla="*/ 1655 w 2216"/>
                <a:gd name="T17" fmla="*/ 328 h 1056"/>
                <a:gd name="T18" fmla="*/ 1871 w 2216"/>
                <a:gd name="T19" fmla="*/ 343 h 1056"/>
                <a:gd name="T20" fmla="*/ 1927 w 2216"/>
                <a:gd name="T21" fmla="*/ 248 h 1056"/>
                <a:gd name="T22" fmla="*/ 1943 w 2216"/>
                <a:gd name="T23" fmla="*/ 136 h 1056"/>
                <a:gd name="T24" fmla="*/ 2047 w 2216"/>
                <a:gd name="T25" fmla="*/ 160 h 1056"/>
                <a:gd name="T26" fmla="*/ 2071 w 2216"/>
                <a:gd name="T27" fmla="*/ 224 h 1056"/>
                <a:gd name="T28" fmla="*/ 2143 w 2216"/>
                <a:gd name="T29" fmla="*/ 367 h 1056"/>
                <a:gd name="T30" fmla="*/ 2167 w 2216"/>
                <a:gd name="T31" fmla="*/ 535 h 1056"/>
                <a:gd name="T32" fmla="*/ 2183 w 2216"/>
                <a:gd name="T33" fmla="*/ 431 h 1056"/>
                <a:gd name="T34" fmla="*/ 2215 w 2216"/>
                <a:gd name="T35" fmla="*/ 663 h 1056"/>
                <a:gd name="T36" fmla="*/ 2159 w 2216"/>
                <a:gd name="T37" fmla="*/ 759 h 1056"/>
                <a:gd name="T38" fmla="*/ 2135 w 2216"/>
                <a:gd name="T39" fmla="*/ 799 h 1056"/>
                <a:gd name="T40" fmla="*/ 2071 w 2216"/>
                <a:gd name="T41" fmla="*/ 951 h 1056"/>
                <a:gd name="T42" fmla="*/ 1983 w 2216"/>
                <a:gd name="T43" fmla="*/ 1007 h 1056"/>
                <a:gd name="T44" fmla="*/ 1983 w 2216"/>
                <a:gd name="T45" fmla="*/ 983 h 1056"/>
                <a:gd name="T46" fmla="*/ 1935 w 2216"/>
                <a:gd name="T47" fmla="*/ 927 h 1056"/>
                <a:gd name="T48" fmla="*/ 1927 w 2216"/>
                <a:gd name="T49" fmla="*/ 903 h 1056"/>
                <a:gd name="T50" fmla="*/ 1791 w 2216"/>
                <a:gd name="T51" fmla="*/ 935 h 1056"/>
                <a:gd name="T52" fmla="*/ 1471 w 2216"/>
                <a:gd name="T53" fmla="*/ 831 h 1056"/>
                <a:gd name="T54" fmla="*/ 1359 w 2216"/>
                <a:gd name="T55" fmla="*/ 879 h 1056"/>
                <a:gd name="T56" fmla="*/ 1207 w 2216"/>
                <a:gd name="T57" fmla="*/ 903 h 1056"/>
                <a:gd name="T58" fmla="*/ 1007 w 2216"/>
                <a:gd name="T59" fmla="*/ 815 h 1056"/>
                <a:gd name="T60" fmla="*/ 656 w 2216"/>
                <a:gd name="T61" fmla="*/ 991 h 1056"/>
                <a:gd name="T62" fmla="*/ 512 w 2216"/>
                <a:gd name="T63" fmla="*/ 951 h 1056"/>
                <a:gd name="T64" fmla="*/ 360 w 2216"/>
                <a:gd name="T65" fmla="*/ 815 h 1056"/>
                <a:gd name="T66" fmla="*/ 168 w 2216"/>
                <a:gd name="T67" fmla="*/ 935 h 1056"/>
                <a:gd name="T68" fmla="*/ 33 w 2216"/>
                <a:gd name="T69" fmla="*/ 889 h 1056"/>
                <a:gd name="T70" fmla="*/ 72 w 2216"/>
                <a:gd name="T71" fmla="*/ 815 h 1056"/>
                <a:gd name="T72" fmla="*/ 160 w 2216"/>
                <a:gd name="T73" fmla="*/ 679 h 1056"/>
                <a:gd name="T74" fmla="*/ 160 w 2216"/>
                <a:gd name="T75" fmla="*/ 559 h 1056"/>
                <a:gd name="T76" fmla="*/ 64 w 2216"/>
                <a:gd name="T77" fmla="*/ 415 h 1056"/>
                <a:gd name="T78" fmla="*/ 0 w 2216"/>
                <a:gd name="T79" fmla="*/ 312 h 105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216" h="1056">
                  <a:moveTo>
                    <a:pt x="0" y="312"/>
                  </a:moveTo>
                  <a:lnTo>
                    <a:pt x="136" y="351"/>
                  </a:lnTo>
                  <a:lnTo>
                    <a:pt x="240" y="312"/>
                  </a:lnTo>
                  <a:lnTo>
                    <a:pt x="344" y="264"/>
                  </a:lnTo>
                  <a:lnTo>
                    <a:pt x="416" y="296"/>
                  </a:lnTo>
                  <a:lnTo>
                    <a:pt x="496" y="312"/>
                  </a:lnTo>
                  <a:lnTo>
                    <a:pt x="544" y="383"/>
                  </a:lnTo>
                  <a:lnTo>
                    <a:pt x="616" y="383"/>
                  </a:lnTo>
                  <a:lnTo>
                    <a:pt x="760" y="312"/>
                  </a:lnTo>
                  <a:lnTo>
                    <a:pt x="831" y="264"/>
                  </a:lnTo>
                  <a:lnTo>
                    <a:pt x="935" y="224"/>
                  </a:lnTo>
                  <a:lnTo>
                    <a:pt x="1023" y="264"/>
                  </a:lnTo>
                  <a:lnTo>
                    <a:pt x="1127" y="296"/>
                  </a:lnTo>
                  <a:lnTo>
                    <a:pt x="1207" y="328"/>
                  </a:lnTo>
                  <a:lnTo>
                    <a:pt x="1351" y="280"/>
                  </a:lnTo>
                  <a:lnTo>
                    <a:pt x="1495" y="296"/>
                  </a:lnTo>
                  <a:lnTo>
                    <a:pt x="1575" y="296"/>
                  </a:lnTo>
                  <a:lnTo>
                    <a:pt x="1655" y="328"/>
                  </a:lnTo>
                  <a:lnTo>
                    <a:pt x="1799" y="351"/>
                  </a:lnTo>
                  <a:lnTo>
                    <a:pt x="1871" y="343"/>
                  </a:lnTo>
                  <a:lnTo>
                    <a:pt x="1951" y="343"/>
                  </a:lnTo>
                  <a:lnTo>
                    <a:pt x="1927" y="248"/>
                  </a:lnTo>
                  <a:lnTo>
                    <a:pt x="1967" y="208"/>
                  </a:lnTo>
                  <a:lnTo>
                    <a:pt x="1943" y="136"/>
                  </a:lnTo>
                  <a:lnTo>
                    <a:pt x="1927" y="0"/>
                  </a:lnTo>
                  <a:lnTo>
                    <a:pt x="2047" y="160"/>
                  </a:lnTo>
                  <a:lnTo>
                    <a:pt x="2047" y="248"/>
                  </a:lnTo>
                  <a:lnTo>
                    <a:pt x="2071" y="224"/>
                  </a:lnTo>
                  <a:lnTo>
                    <a:pt x="2087" y="208"/>
                  </a:lnTo>
                  <a:lnTo>
                    <a:pt x="2143" y="367"/>
                  </a:lnTo>
                  <a:lnTo>
                    <a:pt x="2159" y="487"/>
                  </a:lnTo>
                  <a:lnTo>
                    <a:pt x="2167" y="535"/>
                  </a:lnTo>
                  <a:lnTo>
                    <a:pt x="2183" y="487"/>
                  </a:lnTo>
                  <a:lnTo>
                    <a:pt x="2183" y="431"/>
                  </a:lnTo>
                  <a:lnTo>
                    <a:pt x="2215" y="575"/>
                  </a:lnTo>
                  <a:lnTo>
                    <a:pt x="2215" y="663"/>
                  </a:lnTo>
                  <a:lnTo>
                    <a:pt x="2167" y="783"/>
                  </a:lnTo>
                  <a:lnTo>
                    <a:pt x="2159" y="759"/>
                  </a:lnTo>
                  <a:lnTo>
                    <a:pt x="2119" y="711"/>
                  </a:lnTo>
                  <a:lnTo>
                    <a:pt x="2135" y="799"/>
                  </a:lnTo>
                  <a:lnTo>
                    <a:pt x="2119" y="847"/>
                  </a:lnTo>
                  <a:lnTo>
                    <a:pt x="2071" y="951"/>
                  </a:lnTo>
                  <a:lnTo>
                    <a:pt x="2023" y="1055"/>
                  </a:lnTo>
                  <a:lnTo>
                    <a:pt x="1983" y="1007"/>
                  </a:lnTo>
                  <a:lnTo>
                    <a:pt x="1975" y="983"/>
                  </a:lnTo>
                  <a:lnTo>
                    <a:pt x="1983" y="983"/>
                  </a:lnTo>
                  <a:lnTo>
                    <a:pt x="1935" y="1031"/>
                  </a:lnTo>
                  <a:lnTo>
                    <a:pt x="1935" y="927"/>
                  </a:lnTo>
                  <a:lnTo>
                    <a:pt x="1927" y="983"/>
                  </a:lnTo>
                  <a:lnTo>
                    <a:pt x="1927" y="903"/>
                  </a:lnTo>
                  <a:lnTo>
                    <a:pt x="1847" y="903"/>
                  </a:lnTo>
                  <a:lnTo>
                    <a:pt x="1791" y="935"/>
                  </a:lnTo>
                  <a:lnTo>
                    <a:pt x="1647" y="903"/>
                  </a:lnTo>
                  <a:lnTo>
                    <a:pt x="1471" y="831"/>
                  </a:lnTo>
                  <a:lnTo>
                    <a:pt x="1447" y="847"/>
                  </a:lnTo>
                  <a:lnTo>
                    <a:pt x="1359" y="879"/>
                  </a:lnTo>
                  <a:lnTo>
                    <a:pt x="1319" y="919"/>
                  </a:lnTo>
                  <a:lnTo>
                    <a:pt x="1207" y="903"/>
                  </a:lnTo>
                  <a:lnTo>
                    <a:pt x="1087" y="863"/>
                  </a:lnTo>
                  <a:lnTo>
                    <a:pt x="1007" y="815"/>
                  </a:lnTo>
                  <a:lnTo>
                    <a:pt x="855" y="967"/>
                  </a:lnTo>
                  <a:lnTo>
                    <a:pt x="656" y="991"/>
                  </a:lnTo>
                  <a:lnTo>
                    <a:pt x="568" y="991"/>
                  </a:lnTo>
                  <a:lnTo>
                    <a:pt x="512" y="951"/>
                  </a:lnTo>
                  <a:lnTo>
                    <a:pt x="432" y="863"/>
                  </a:lnTo>
                  <a:lnTo>
                    <a:pt x="360" y="815"/>
                  </a:lnTo>
                  <a:lnTo>
                    <a:pt x="272" y="863"/>
                  </a:lnTo>
                  <a:lnTo>
                    <a:pt x="168" y="935"/>
                  </a:lnTo>
                  <a:lnTo>
                    <a:pt x="96" y="919"/>
                  </a:lnTo>
                  <a:lnTo>
                    <a:pt x="33" y="889"/>
                  </a:lnTo>
                  <a:lnTo>
                    <a:pt x="16" y="887"/>
                  </a:lnTo>
                  <a:lnTo>
                    <a:pt x="72" y="815"/>
                  </a:lnTo>
                  <a:lnTo>
                    <a:pt x="112" y="743"/>
                  </a:lnTo>
                  <a:lnTo>
                    <a:pt x="160" y="679"/>
                  </a:lnTo>
                  <a:lnTo>
                    <a:pt x="168" y="591"/>
                  </a:lnTo>
                  <a:lnTo>
                    <a:pt x="160" y="559"/>
                  </a:lnTo>
                  <a:lnTo>
                    <a:pt x="96" y="503"/>
                  </a:lnTo>
                  <a:lnTo>
                    <a:pt x="64" y="415"/>
                  </a:lnTo>
                  <a:lnTo>
                    <a:pt x="16" y="328"/>
                  </a:lnTo>
                  <a:lnTo>
                    <a:pt x="0" y="312"/>
                  </a:lnTo>
                </a:path>
              </a:pathLst>
            </a:custGeom>
            <a:solidFill>
              <a:schemeClr val="hlink"/>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13" name="Line 8">
              <a:extLst>
                <a:ext uri="{FF2B5EF4-FFF2-40B4-BE49-F238E27FC236}">
                  <a16:creationId xmlns:a16="http://schemas.microsoft.com/office/drawing/2014/main" id="{67AF635B-77A6-1FD1-2AB1-FB26FDF0BA67}"/>
                </a:ext>
              </a:extLst>
            </p:cNvPr>
            <p:cNvSpPr>
              <a:spLocks noChangeShapeType="1"/>
            </p:cNvSpPr>
            <p:nvPr/>
          </p:nvSpPr>
          <p:spPr bwMode="auto">
            <a:xfrm>
              <a:off x="1627" y="2552"/>
              <a:ext cx="104" cy="13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14" name="Line 9">
              <a:extLst>
                <a:ext uri="{FF2B5EF4-FFF2-40B4-BE49-F238E27FC236}">
                  <a16:creationId xmlns:a16="http://schemas.microsoft.com/office/drawing/2014/main" id="{3C022C94-ACD7-642D-600A-F539FFE630BC}"/>
                </a:ext>
              </a:extLst>
            </p:cNvPr>
            <p:cNvSpPr>
              <a:spLocks noChangeShapeType="1"/>
            </p:cNvSpPr>
            <p:nvPr/>
          </p:nvSpPr>
          <p:spPr bwMode="auto">
            <a:xfrm>
              <a:off x="1955" y="2496"/>
              <a:ext cx="96" cy="159"/>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15" name="Line 10">
              <a:extLst>
                <a:ext uri="{FF2B5EF4-FFF2-40B4-BE49-F238E27FC236}">
                  <a16:creationId xmlns:a16="http://schemas.microsoft.com/office/drawing/2014/main" id="{48DBC4FD-5971-44C7-35B7-CD5812D06D3C}"/>
                </a:ext>
              </a:extLst>
            </p:cNvPr>
            <p:cNvSpPr>
              <a:spLocks noChangeShapeType="1"/>
            </p:cNvSpPr>
            <p:nvPr/>
          </p:nvSpPr>
          <p:spPr bwMode="auto">
            <a:xfrm>
              <a:off x="2163" y="2615"/>
              <a:ext cx="48" cy="71"/>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16" name="Line 11">
              <a:extLst>
                <a:ext uri="{FF2B5EF4-FFF2-40B4-BE49-F238E27FC236}">
                  <a16:creationId xmlns:a16="http://schemas.microsoft.com/office/drawing/2014/main" id="{C0A2E358-B2EE-1917-1454-34208DD88B10}"/>
                </a:ext>
              </a:extLst>
            </p:cNvPr>
            <p:cNvSpPr>
              <a:spLocks noChangeShapeType="1"/>
            </p:cNvSpPr>
            <p:nvPr/>
          </p:nvSpPr>
          <p:spPr bwMode="auto">
            <a:xfrm>
              <a:off x="2562" y="2472"/>
              <a:ext cx="80" cy="12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17" name="Line 12">
              <a:extLst>
                <a:ext uri="{FF2B5EF4-FFF2-40B4-BE49-F238E27FC236}">
                  <a16:creationId xmlns:a16="http://schemas.microsoft.com/office/drawing/2014/main" id="{01D6FE16-1BBA-1DBD-6D76-B424EE020334}"/>
                </a:ext>
              </a:extLst>
            </p:cNvPr>
            <p:cNvSpPr>
              <a:spLocks noChangeShapeType="1"/>
            </p:cNvSpPr>
            <p:nvPr/>
          </p:nvSpPr>
          <p:spPr bwMode="auto">
            <a:xfrm>
              <a:off x="2986" y="2520"/>
              <a:ext cx="144" cy="15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18" name="Line 13">
              <a:extLst>
                <a:ext uri="{FF2B5EF4-FFF2-40B4-BE49-F238E27FC236}">
                  <a16:creationId xmlns:a16="http://schemas.microsoft.com/office/drawing/2014/main" id="{ADBC176F-ECA9-7067-F7ED-F2709F3CB3A5}"/>
                </a:ext>
              </a:extLst>
            </p:cNvPr>
            <p:cNvSpPr>
              <a:spLocks noChangeShapeType="1"/>
            </p:cNvSpPr>
            <p:nvPr/>
          </p:nvSpPr>
          <p:spPr bwMode="auto">
            <a:xfrm>
              <a:off x="3378" y="2583"/>
              <a:ext cx="88" cy="13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19" name="Line 14">
              <a:extLst>
                <a:ext uri="{FF2B5EF4-FFF2-40B4-BE49-F238E27FC236}">
                  <a16:creationId xmlns:a16="http://schemas.microsoft.com/office/drawing/2014/main" id="{2A2DE405-CDAA-2E0C-5A6D-864CA17EABFE}"/>
                </a:ext>
              </a:extLst>
            </p:cNvPr>
            <p:cNvSpPr>
              <a:spLocks noChangeShapeType="1"/>
            </p:cNvSpPr>
            <p:nvPr/>
          </p:nvSpPr>
          <p:spPr bwMode="auto">
            <a:xfrm>
              <a:off x="3562" y="2575"/>
              <a:ext cx="96" cy="12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20" name="Line 15">
              <a:extLst>
                <a:ext uri="{FF2B5EF4-FFF2-40B4-BE49-F238E27FC236}">
                  <a16:creationId xmlns:a16="http://schemas.microsoft.com/office/drawing/2014/main" id="{4BBF563A-C4F3-FBDF-1ED8-C9532020707F}"/>
                </a:ext>
              </a:extLst>
            </p:cNvPr>
            <p:cNvSpPr>
              <a:spLocks noChangeShapeType="1"/>
            </p:cNvSpPr>
            <p:nvPr/>
          </p:nvSpPr>
          <p:spPr bwMode="auto">
            <a:xfrm>
              <a:off x="3562" y="2264"/>
              <a:ext cx="80" cy="1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21" name="Line 16">
              <a:extLst>
                <a:ext uri="{FF2B5EF4-FFF2-40B4-BE49-F238E27FC236}">
                  <a16:creationId xmlns:a16="http://schemas.microsoft.com/office/drawing/2014/main" id="{2EB63B01-F555-06A9-1328-B087CFF0E975}"/>
                </a:ext>
              </a:extLst>
            </p:cNvPr>
            <p:cNvSpPr>
              <a:spLocks noChangeShapeType="1"/>
            </p:cNvSpPr>
            <p:nvPr/>
          </p:nvSpPr>
          <p:spPr bwMode="auto">
            <a:xfrm>
              <a:off x="1787" y="2871"/>
              <a:ext cx="98"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22" name="Line 17">
              <a:extLst>
                <a:ext uri="{FF2B5EF4-FFF2-40B4-BE49-F238E27FC236}">
                  <a16:creationId xmlns:a16="http://schemas.microsoft.com/office/drawing/2014/main" id="{9EEAD4EE-AD5F-3F13-4014-EFBEEC06D38D}"/>
                </a:ext>
              </a:extLst>
            </p:cNvPr>
            <p:cNvSpPr>
              <a:spLocks noChangeShapeType="1"/>
            </p:cNvSpPr>
            <p:nvPr/>
          </p:nvSpPr>
          <p:spPr bwMode="auto">
            <a:xfrm>
              <a:off x="1756" y="2955"/>
              <a:ext cx="75" cy="18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23" name="Freeform 18">
              <a:extLst>
                <a:ext uri="{FF2B5EF4-FFF2-40B4-BE49-F238E27FC236}">
                  <a16:creationId xmlns:a16="http://schemas.microsoft.com/office/drawing/2014/main" id="{3D78D480-4315-AFA2-AD49-587263C7F7FA}"/>
                </a:ext>
              </a:extLst>
            </p:cNvPr>
            <p:cNvSpPr>
              <a:spLocks/>
            </p:cNvSpPr>
            <p:nvPr/>
          </p:nvSpPr>
          <p:spPr bwMode="auto">
            <a:xfrm>
              <a:off x="1630" y="3089"/>
              <a:ext cx="194" cy="191"/>
            </a:xfrm>
            <a:custGeom>
              <a:avLst/>
              <a:gdLst>
                <a:gd name="T0" fmla="*/ 193 w 194"/>
                <a:gd name="T1" fmla="*/ 36 h 191"/>
                <a:gd name="T2" fmla="*/ 34 w 194"/>
                <a:gd name="T3" fmla="*/ 0 h 191"/>
                <a:gd name="T4" fmla="*/ 0 w 194"/>
                <a:gd name="T5" fmla="*/ 34 h 191"/>
                <a:gd name="T6" fmla="*/ 101 w 194"/>
                <a:gd name="T7" fmla="*/ 190 h 191"/>
                <a:gd name="T8" fmla="*/ 186 w 194"/>
                <a:gd name="T9" fmla="*/ 115 h 191"/>
                <a:gd name="T10" fmla="*/ 193 w 194"/>
                <a:gd name="T11" fmla="*/ 36 h 19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4" h="191">
                  <a:moveTo>
                    <a:pt x="193" y="36"/>
                  </a:moveTo>
                  <a:lnTo>
                    <a:pt x="34" y="0"/>
                  </a:lnTo>
                  <a:lnTo>
                    <a:pt x="0" y="34"/>
                  </a:lnTo>
                  <a:lnTo>
                    <a:pt x="101" y="190"/>
                  </a:lnTo>
                  <a:lnTo>
                    <a:pt x="186" y="115"/>
                  </a:lnTo>
                  <a:lnTo>
                    <a:pt x="193" y="36"/>
                  </a:lnTo>
                </a:path>
              </a:pathLst>
            </a:custGeom>
            <a:solidFill>
              <a:schemeClr val="hlink"/>
            </a:solidFill>
            <a:ln>
              <a:noFill/>
            </a:ln>
            <a:effectLst/>
            <a:extLs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24" name="Line 19">
              <a:extLst>
                <a:ext uri="{FF2B5EF4-FFF2-40B4-BE49-F238E27FC236}">
                  <a16:creationId xmlns:a16="http://schemas.microsoft.com/office/drawing/2014/main" id="{37A4A0F5-ED03-7987-92FA-9CB24923933B}"/>
                </a:ext>
              </a:extLst>
            </p:cNvPr>
            <p:cNvSpPr>
              <a:spLocks noChangeShapeType="1"/>
            </p:cNvSpPr>
            <p:nvPr/>
          </p:nvSpPr>
          <p:spPr bwMode="auto">
            <a:xfrm>
              <a:off x="1627" y="3119"/>
              <a:ext cx="115" cy="17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25" name="Line 20">
              <a:extLst>
                <a:ext uri="{FF2B5EF4-FFF2-40B4-BE49-F238E27FC236}">
                  <a16:creationId xmlns:a16="http://schemas.microsoft.com/office/drawing/2014/main" id="{B2C98140-BC21-13E4-72E6-AC1C3DBCB65F}"/>
                </a:ext>
              </a:extLst>
            </p:cNvPr>
            <p:cNvSpPr>
              <a:spLocks noChangeShapeType="1"/>
            </p:cNvSpPr>
            <p:nvPr/>
          </p:nvSpPr>
          <p:spPr bwMode="auto">
            <a:xfrm>
              <a:off x="3546" y="3471"/>
              <a:ext cx="104" cy="111"/>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79926" name="Freeform 21">
              <a:extLst>
                <a:ext uri="{FF2B5EF4-FFF2-40B4-BE49-F238E27FC236}">
                  <a16:creationId xmlns:a16="http://schemas.microsoft.com/office/drawing/2014/main" id="{3BA08BD2-7620-D23D-CF7B-884BE693176E}"/>
                </a:ext>
              </a:extLst>
            </p:cNvPr>
            <p:cNvSpPr>
              <a:spLocks/>
            </p:cNvSpPr>
            <p:nvPr/>
          </p:nvSpPr>
          <p:spPr bwMode="auto">
            <a:xfrm>
              <a:off x="3754" y="2115"/>
              <a:ext cx="792" cy="742"/>
            </a:xfrm>
            <a:custGeom>
              <a:avLst/>
              <a:gdLst>
                <a:gd name="T0" fmla="*/ 153 w 792"/>
                <a:gd name="T1" fmla="*/ 255 h 742"/>
                <a:gd name="T2" fmla="*/ 72 w 792"/>
                <a:gd name="T3" fmla="*/ 168 h 742"/>
                <a:gd name="T4" fmla="*/ 36 w 792"/>
                <a:gd name="T5" fmla="*/ 78 h 742"/>
                <a:gd name="T6" fmla="*/ 0 w 792"/>
                <a:gd name="T7" fmla="*/ 0 h 742"/>
                <a:gd name="T8" fmla="*/ 168 w 792"/>
                <a:gd name="T9" fmla="*/ 21 h 742"/>
                <a:gd name="T10" fmla="*/ 240 w 792"/>
                <a:gd name="T11" fmla="*/ 37 h 742"/>
                <a:gd name="T12" fmla="*/ 312 w 792"/>
                <a:gd name="T13" fmla="*/ 21 h 742"/>
                <a:gd name="T14" fmla="*/ 383 w 792"/>
                <a:gd name="T15" fmla="*/ 21 h 742"/>
                <a:gd name="T16" fmla="*/ 447 w 792"/>
                <a:gd name="T17" fmla="*/ 93 h 742"/>
                <a:gd name="T18" fmla="*/ 479 w 792"/>
                <a:gd name="T19" fmla="*/ 165 h 742"/>
                <a:gd name="T20" fmla="*/ 479 w 792"/>
                <a:gd name="T21" fmla="*/ 245 h 742"/>
                <a:gd name="T22" fmla="*/ 551 w 792"/>
                <a:gd name="T23" fmla="*/ 301 h 742"/>
                <a:gd name="T24" fmla="*/ 591 w 792"/>
                <a:gd name="T25" fmla="*/ 373 h 742"/>
                <a:gd name="T26" fmla="*/ 639 w 792"/>
                <a:gd name="T27" fmla="*/ 452 h 742"/>
                <a:gd name="T28" fmla="*/ 695 w 792"/>
                <a:gd name="T29" fmla="*/ 524 h 742"/>
                <a:gd name="T30" fmla="*/ 743 w 792"/>
                <a:gd name="T31" fmla="*/ 596 h 742"/>
                <a:gd name="T32" fmla="*/ 791 w 792"/>
                <a:gd name="T33" fmla="*/ 676 h 742"/>
                <a:gd name="T34" fmla="*/ 711 w 792"/>
                <a:gd name="T35" fmla="*/ 700 h 742"/>
                <a:gd name="T36" fmla="*/ 639 w 792"/>
                <a:gd name="T37" fmla="*/ 700 h 742"/>
                <a:gd name="T38" fmla="*/ 567 w 792"/>
                <a:gd name="T39" fmla="*/ 700 h 742"/>
                <a:gd name="T40" fmla="*/ 501 w 792"/>
                <a:gd name="T41" fmla="*/ 702 h 742"/>
                <a:gd name="T42" fmla="*/ 408 w 792"/>
                <a:gd name="T43" fmla="*/ 741 h 742"/>
                <a:gd name="T44" fmla="*/ 381 w 792"/>
                <a:gd name="T45" fmla="*/ 684 h 742"/>
                <a:gd name="T46" fmla="*/ 369 w 792"/>
                <a:gd name="T47" fmla="*/ 624 h 742"/>
                <a:gd name="T48" fmla="*/ 288 w 792"/>
                <a:gd name="T49" fmla="*/ 507 h 742"/>
                <a:gd name="T50" fmla="*/ 279 w 792"/>
                <a:gd name="T51" fmla="*/ 450 h 742"/>
                <a:gd name="T52" fmla="*/ 240 w 792"/>
                <a:gd name="T53" fmla="*/ 408 h 742"/>
                <a:gd name="T54" fmla="*/ 201 w 792"/>
                <a:gd name="T55" fmla="*/ 318 h 742"/>
                <a:gd name="T56" fmla="*/ 114 w 792"/>
                <a:gd name="T57" fmla="*/ 207 h 7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92" h="742">
                  <a:moveTo>
                    <a:pt x="153" y="255"/>
                  </a:moveTo>
                  <a:lnTo>
                    <a:pt x="72" y="168"/>
                  </a:lnTo>
                  <a:lnTo>
                    <a:pt x="36" y="78"/>
                  </a:lnTo>
                  <a:lnTo>
                    <a:pt x="0" y="0"/>
                  </a:lnTo>
                  <a:lnTo>
                    <a:pt x="168" y="21"/>
                  </a:lnTo>
                  <a:lnTo>
                    <a:pt x="240" y="37"/>
                  </a:lnTo>
                  <a:lnTo>
                    <a:pt x="312" y="21"/>
                  </a:lnTo>
                  <a:lnTo>
                    <a:pt x="383" y="21"/>
                  </a:lnTo>
                  <a:lnTo>
                    <a:pt x="447" y="93"/>
                  </a:lnTo>
                  <a:lnTo>
                    <a:pt x="479" y="165"/>
                  </a:lnTo>
                  <a:lnTo>
                    <a:pt x="479" y="245"/>
                  </a:lnTo>
                  <a:lnTo>
                    <a:pt x="551" y="301"/>
                  </a:lnTo>
                  <a:lnTo>
                    <a:pt x="591" y="373"/>
                  </a:lnTo>
                  <a:lnTo>
                    <a:pt x="639" y="452"/>
                  </a:lnTo>
                  <a:lnTo>
                    <a:pt x="695" y="524"/>
                  </a:lnTo>
                  <a:lnTo>
                    <a:pt x="743" y="596"/>
                  </a:lnTo>
                  <a:lnTo>
                    <a:pt x="791" y="676"/>
                  </a:lnTo>
                  <a:lnTo>
                    <a:pt x="711" y="700"/>
                  </a:lnTo>
                  <a:lnTo>
                    <a:pt x="639" y="700"/>
                  </a:lnTo>
                  <a:lnTo>
                    <a:pt x="567" y="700"/>
                  </a:lnTo>
                  <a:lnTo>
                    <a:pt x="501" y="702"/>
                  </a:lnTo>
                  <a:lnTo>
                    <a:pt x="408" y="741"/>
                  </a:lnTo>
                  <a:lnTo>
                    <a:pt x="381" y="684"/>
                  </a:lnTo>
                  <a:lnTo>
                    <a:pt x="369" y="624"/>
                  </a:lnTo>
                  <a:lnTo>
                    <a:pt x="288" y="507"/>
                  </a:lnTo>
                  <a:lnTo>
                    <a:pt x="279" y="450"/>
                  </a:lnTo>
                  <a:lnTo>
                    <a:pt x="240" y="408"/>
                  </a:lnTo>
                  <a:lnTo>
                    <a:pt x="201" y="318"/>
                  </a:lnTo>
                  <a:lnTo>
                    <a:pt x="114" y="207"/>
                  </a:lnTo>
                </a:path>
              </a:pathLst>
            </a:custGeom>
            <a:solidFill>
              <a:srgbClr val="FFFFFF"/>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27" name="Freeform 22">
              <a:extLst>
                <a:ext uri="{FF2B5EF4-FFF2-40B4-BE49-F238E27FC236}">
                  <a16:creationId xmlns:a16="http://schemas.microsoft.com/office/drawing/2014/main" id="{3BC657BA-4046-6C9F-0A0E-4E5C3428199F}"/>
                </a:ext>
              </a:extLst>
            </p:cNvPr>
            <p:cNvSpPr>
              <a:spLocks/>
            </p:cNvSpPr>
            <p:nvPr/>
          </p:nvSpPr>
          <p:spPr bwMode="auto">
            <a:xfrm>
              <a:off x="1731" y="2376"/>
              <a:ext cx="2256" cy="1223"/>
            </a:xfrm>
            <a:custGeom>
              <a:avLst/>
              <a:gdLst>
                <a:gd name="T0" fmla="*/ 128 w 2256"/>
                <a:gd name="T1" fmla="*/ 359 h 1223"/>
                <a:gd name="T2" fmla="*/ 344 w 2256"/>
                <a:gd name="T3" fmla="*/ 271 h 1223"/>
                <a:gd name="T4" fmla="*/ 496 w 2256"/>
                <a:gd name="T5" fmla="*/ 311 h 1223"/>
                <a:gd name="T6" fmla="*/ 616 w 2256"/>
                <a:gd name="T7" fmla="*/ 391 h 1223"/>
                <a:gd name="T8" fmla="*/ 823 w 2256"/>
                <a:gd name="T9" fmla="*/ 271 h 1223"/>
                <a:gd name="T10" fmla="*/ 1015 w 2256"/>
                <a:gd name="T11" fmla="*/ 271 h 1223"/>
                <a:gd name="T12" fmla="*/ 1207 w 2256"/>
                <a:gd name="T13" fmla="*/ 327 h 1223"/>
                <a:gd name="T14" fmla="*/ 1487 w 2256"/>
                <a:gd name="T15" fmla="*/ 303 h 1223"/>
                <a:gd name="T16" fmla="*/ 1655 w 2256"/>
                <a:gd name="T17" fmla="*/ 327 h 1223"/>
                <a:gd name="T18" fmla="*/ 1863 w 2256"/>
                <a:gd name="T19" fmla="*/ 343 h 1223"/>
                <a:gd name="T20" fmla="*/ 1927 w 2256"/>
                <a:gd name="T21" fmla="*/ 255 h 1223"/>
                <a:gd name="T22" fmla="*/ 1935 w 2256"/>
                <a:gd name="T23" fmla="*/ 136 h 1223"/>
                <a:gd name="T24" fmla="*/ 2047 w 2256"/>
                <a:gd name="T25" fmla="*/ 168 h 1223"/>
                <a:gd name="T26" fmla="*/ 2071 w 2256"/>
                <a:gd name="T27" fmla="*/ 223 h 1223"/>
                <a:gd name="T28" fmla="*/ 2135 w 2256"/>
                <a:gd name="T29" fmla="*/ 375 h 1223"/>
                <a:gd name="T30" fmla="*/ 2159 w 2256"/>
                <a:gd name="T31" fmla="*/ 535 h 1223"/>
                <a:gd name="T32" fmla="*/ 2175 w 2256"/>
                <a:gd name="T33" fmla="*/ 431 h 1223"/>
                <a:gd name="T34" fmla="*/ 2255 w 2256"/>
                <a:gd name="T35" fmla="*/ 655 h 1223"/>
                <a:gd name="T36" fmla="*/ 2149 w 2256"/>
                <a:gd name="T37" fmla="*/ 732 h 1223"/>
                <a:gd name="T38" fmla="*/ 2127 w 2256"/>
                <a:gd name="T39" fmla="*/ 807 h 1223"/>
                <a:gd name="T40" fmla="*/ 2071 w 2256"/>
                <a:gd name="T41" fmla="*/ 951 h 1223"/>
                <a:gd name="T42" fmla="*/ 1983 w 2256"/>
                <a:gd name="T43" fmla="*/ 1102 h 1223"/>
                <a:gd name="T44" fmla="*/ 1951 w 2256"/>
                <a:gd name="T45" fmla="*/ 1174 h 1223"/>
                <a:gd name="T46" fmla="*/ 1911 w 2256"/>
                <a:gd name="T47" fmla="*/ 1055 h 1223"/>
                <a:gd name="T48" fmla="*/ 1927 w 2256"/>
                <a:gd name="T49" fmla="*/ 911 h 1223"/>
                <a:gd name="T50" fmla="*/ 1783 w 2256"/>
                <a:gd name="T51" fmla="*/ 943 h 1223"/>
                <a:gd name="T52" fmla="*/ 1463 w 2256"/>
                <a:gd name="T53" fmla="*/ 839 h 1223"/>
                <a:gd name="T54" fmla="*/ 1359 w 2256"/>
                <a:gd name="T55" fmla="*/ 879 h 1223"/>
                <a:gd name="T56" fmla="*/ 1207 w 2256"/>
                <a:gd name="T57" fmla="*/ 911 h 1223"/>
                <a:gd name="T58" fmla="*/ 999 w 2256"/>
                <a:gd name="T59" fmla="*/ 823 h 1223"/>
                <a:gd name="T60" fmla="*/ 648 w 2256"/>
                <a:gd name="T61" fmla="*/ 999 h 1223"/>
                <a:gd name="T62" fmla="*/ 504 w 2256"/>
                <a:gd name="T63" fmla="*/ 951 h 1223"/>
                <a:gd name="T64" fmla="*/ 352 w 2256"/>
                <a:gd name="T65" fmla="*/ 823 h 1223"/>
                <a:gd name="T66" fmla="*/ 160 w 2256"/>
                <a:gd name="T67" fmla="*/ 943 h 1223"/>
                <a:gd name="T68" fmla="*/ 8 w 2256"/>
                <a:gd name="T69" fmla="*/ 911 h 1223"/>
                <a:gd name="T70" fmla="*/ 72 w 2256"/>
                <a:gd name="T71" fmla="*/ 823 h 1223"/>
                <a:gd name="T72" fmla="*/ 152 w 2256"/>
                <a:gd name="T73" fmla="*/ 687 h 1223"/>
                <a:gd name="T74" fmla="*/ 152 w 2256"/>
                <a:gd name="T75" fmla="*/ 567 h 1223"/>
                <a:gd name="T76" fmla="*/ 56 w 2256"/>
                <a:gd name="T77" fmla="*/ 415 h 1223"/>
                <a:gd name="T78" fmla="*/ 0 w 2256"/>
                <a:gd name="T79" fmla="*/ 311 h 122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256" h="1223">
                  <a:moveTo>
                    <a:pt x="0" y="311"/>
                  </a:moveTo>
                  <a:lnTo>
                    <a:pt x="128" y="359"/>
                  </a:lnTo>
                  <a:lnTo>
                    <a:pt x="232" y="311"/>
                  </a:lnTo>
                  <a:lnTo>
                    <a:pt x="344" y="271"/>
                  </a:lnTo>
                  <a:lnTo>
                    <a:pt x="408" y="303"/>
                  </a:lnTo>
                  <a:lnTo>
                    <a:pt x="496" y="311"/>
                  </a:lnTo>
                  <a:lnTo>
                    <a:pt x="544" y="391"/>
                  </a:lnTo>
                  <a:lnTo>
                    <a:pt x="616" y="391"/>
                  </a:lnTo>
                  <a:lnTo>
                    <a:pt x="751" y="311"/>
                  </a:lnTo>
                  <a:lnTo>
                    <a:pt x="823" y="271"/>
                  </a:lnTo>
                  <a:lnTo>
                    <a:pt x="935" y="223"/>
                  </a:lnTo>
                  <a:lnTo>
                    <a:pt x="1015" y="271"/>
                  </a:lnTo>
                  <a:lnTo>
                    <a:pt x="1119" y="303"/>
                  </a:lnTo>
                  <a:lnTo>
                    <a:pt x="1207" y="327"/>
                  </a:lnTo>
                  <a:lnTo>
                    <a:pt x="1343" y="287"/>
                  </a:lnTo>
                  <a:lnTo>
                    <a:pt x="1487" y="303"/>
                  </a:lnTo>
                  <a:lnTo>
                    <a:pt x="1567" y="303"/>
                  </a:lnTo>
                  <a:lnTo>
                    <a:pt x="1655" y="327"/>
                  </a:lnTo>
                  <a:lnTo>
                    <a:pt x="1799" y="359"/>
                  </a:lnTo>
                  <a:lnTo>
                    <a:pt x="1863" y="343"/>
                  </a:lnTo>
                  <a:lnTo>
                    <a:pt x="1951" y="343"/>
                  </a:lnTo>
                  <a:lnTo>
                    <a:pt x="1927" y="255"/>
                  </a:lnTo>
                  <a:lnTo>
                    <a:pt x="1959" y="207"/>
                  </a:lnTo>
                  <a:lnTo>
                    <a:pt x="1935" y="136"/>
                  </a:lnTo>
                  <a:lnTo>
                    <a:pt x="1927" y="0"/>
                  </a:lnTo>
                  <a:lnTo>
                    <a:pt x="2047" y="168"/>
                  </a:lnTo>
                  <a:lnTo>
                    <a:pt x="2047" y="255"/>
                  </a:lnTo>
                  <a:lnTo>
                    <a:pt x="2071" y="223"/>
                  </a:lnTo>
                  <a:lnTo>
                    <a:pt x="2079" y="207"/>
                  </a:lnTo>
                  <a:lnTo>
                    <a:pt x="2135" y="375"/>
                  </a:lnTo>
                  <a:lnTo>
                    <a:pt x="2151" y="495"/>
                  </a:lnTo>
                  <a:lnTo>
                    <a:pt x="2159" y="535"/>
                  </a:lnTo>
                  <a:lnTo>
                    <a:pt x="2175" y="495"/>
                  </a:lnTo>
                  <a:lnTo>
                    <a:pt x="2175" y="431"/>
                  </a:lnTo>
                  <a:lnTo>
                    <a:pt x="2239" y="567"/>
                  </a:lnTo>
                  <a:lnTo>
                    <a:pt x="2255" y="655"/>
                  </a:lnTo>
                  <a:lnTo>
                    <a:pt x="2159" y="791"/>
                  </a:lnTo>
                  <a:lnTo>
                    <a:pt x="2149" y="732"/>
                  </a:lnTo>
                  <a:lnTo>
                    <a:pt x="2111" y="719"/>
                  </a:lnTo>
                  <a:lnTo>
                    <a:pt x="2127" y="807"/>
                  </a:lnTo>
                  <a:lnTo>
                    <a:pt x="2111" y="847"/>
                  </a:lnTo>
                  <a:lnTo>
                    <a:pt x="2071" y="951"/>
                  </a:lnTo>
                  <a:lnTo>
                    <a:pt x="2023" y="1055"/>
                  </a:lnTo>
                  <a:lnTo>
                    <a:pt x="1983" y="1102"/>
                  </a:lnTo>
                  <a:lnTo>
                    <a:pt x="1975" y="983"/>
                  </a:lnTo>
                  <a:lnTo>
                    <a:pt x="1951" y="1174"/>
                  </a:lnTo>
                  <a:lnTo>
                    <a:pt x="1927" y="1222"/>
                  </a:lnTo>
                  <a:lnTo>
                    <a:pt x="1911" y="1055"/>
                  </a:lnTo>
                  <a:lnTo>
                    <a:pt x="1927" y="983"/>
                  </a:lnTo>
                  <a:lnTo>
                    <a:pt x="1927" y="911"/>
                  </a:lnTo>
                  <a:lnTo>
                    <a:pt x="1839" y="911"/>
                  </a:lnTo>
                  <a:lnTo>
                    <a:pt x="1783" y="943"/>
                  </a:lnTo>
                  <a:lnTo>
                    <a:pt x="1639" y="911"/>
                  </a:lnTo>
                  <a:lnTo>
                    <a:pt x="1463" y="839"/>
                  </a:lnTo>
                  <a:lnTo>
                    <a:pt x="1439" y="847"/>
                  </a:lnTo>
                  <a:lnTo>
                    <a:pt x="1359" y="879"/>
                  </a:lnTo>
                  <a:lnTo>
                    <a:pt x="1311" y="927"/>
                  </a:lnTo>
                  <a:lnTo>
                    <a:pt x="1207" y="911"/>
                  </a:lnTo>
                  <a:lnTo>
                    <a:pt x="1087" y="863"/>
                  </a:lnTo>
                  <a:lnTo>
                    <a:pt x="999" y="823"/>
                  </a:lnTo>
                  <a:lnTo>
                    <a:pt x="847" y="967"/>
                  </a:lnTo>
                  <a:lnTo>
                    <a:pt x="648" y="999"/>
                  </a:lnTo>
                  <a:lnTo>
                    <a:pt x="568" y="999"/>
                  </a:lnTo>
                  <a:lnTo>
                    <a:pt x="504" y="951"/>
                  </a:lnTo>
                  <a:lnTo>
                    <a:pt x="424" y="863"/>
                  </a:lnTo>
                  <a:lnTo>
                    <a:pt x="352" y="823"/>
                  </a:lnTo>
                  <a:lnTo>
                    <a:pt x="272" y="863"/>
                  </a:lnTo>
                  <a:lnTo>
                    <a:pt x="160" y="943"/>
                  </a:lnTo>
                  <a:lnTo>
                    <a:pt x="96" y="927"/>
                  </a:lnTo>
                  <a:lnTo>
                    <a:pt x="8" y="911"/>
                  </a:lnTo>
                  <a:lnTo>
                    <a:pt x="8" y="895"/>
                  </a:lnTo>
                  <a:lnTo>
                    <a:pt x="72" y="823"/>
                  </a:lnTo>
                  <a:lnTo>
                    <a:pt x="104" y="743"/>
                  </a:lnTo>
                  <a:lnTo>
                    <a:pt x="152" y="687"/>
                  </a:lnTo>
                  <a:lnTo>
                    <a:pt x="160" y="599"/>
                  </a:lnTo>
                  <a:lnTo>
                    <a:pt x="152" y="567"/>
                  </a:lnTo>
                  <a:lnTo>
                    <a:pt x="96" y="511"/>
                  </a:lnTo>
                  <a:lnTo>
                    <a:pt x="56" y="415"/>
                  </a:lnTo>
                  <a:lnTo>
                    <a:pt x="8" y="327"/>
                  </a:lnTo>
                  <a:lnTo>
                    <a:pt x="0" y="311"/>
                  </a:lnTo>
                </a:path>
              </a:pathLst>
            </a:custGeom>
            <a:solidFill>
              <a:srgbClr val="FFFFFF"/>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28" name="Freeform 23">
              <a:extLst>
                <a:ext uri="{FF2B5EF4-FFF2-40B4-BE49-F238E27FC236}">
                  <a16:creationId xmlns:a16="http://schemas.microsoft.com/office/drawing/2014/main" id="{DA89DF79-E26C-6C09-F129-C306C6DEE752}"/>
                </a:ext>
              </a:extLst>
            </p:cNvPr>
            <p:cNvSpPr>
              <a:spLocks/>
            </p:cNvSpPr>
            <p:nvPr/>
          </p:nvSpPr>
          <p:spPr bwMode="auto">
            <a:xfrm>
              <a:off x="4169" y="2791"/>
              <a:ext cx="745" cy="1128"/>
            </a:xfrm>
            <a:custGeom>
              <a:avLst/>
              <a:gdLst>
                <a:gd name="T0" fmla="*/ 0 w 745"/>
                <a:gd name="T1" fmla="*/ 1111 h 1128"/>
                <a:gd name="T2" fmla="*/ 72 w 745"/>
                <a:gd name="T3" fmla="*/ 1111 h 1128"/>
                <a:gd name="T4" fmla="*/ 152 w 745"/>
                <a:gd name="T5" fmla="*/ 1127 h 1128"/>
                <a:gd name="T6" fmla="*/ 224 w 745"/>
                <a:gd name="T7" fmla="*/ 1111 h 1128"/>
                <a:gd name="T8" fmla="*/ 296 w 745"/>
                <a:gd name="T9" fmla="*/ 1127 h 1128"/>
                <a:gd name="T10" fmla="*/ 376 w 745"/>
                <a:gd name="T11" fmla="*/ 1127 h 1128"/>
                <a:gd name="T12" fmla="*/ 448 w 745"/>
                <a:gd name="T13" fmla="*/ 1111 h 1128"/>
                <a:gd name="T14" fmla="*/ 520 w 745"/>
                <a:gd name="T15" fmla="*/ 1095 h 1128"/>
                <a:gd name="T16" fmla="*/ 592 w 745"/>
                <a:gd name="T17" fmla="*/ 1111 h 1128"/>
                <a:gd name="T18" fmla="*/ 672 w 745"/>
                <a:gd name="T19" fmla="*/ 1111 h 1128"/>
                <a:gd name="T20" fmla="*/ 744 w 745"/>
                <a:gd name="T21" fmla="*/ 1111 h 1128"/>
                <a:gd name="T22" fmla="*/ 688 w 745"/>
                <a:gd name="T23" fmla="*/ 1039 h 1128"/>
                <a:gd name="T24" fmla="*/ 672 w 745"/>
                <a:gd name="T25" fmla="*/ 959 h 1128"/>
                <a:gd name="T26" fmla="*/ 656 w 745"/>
                <a:gd name="T27" fmla="*/ 887 h 1128"/>
                <a:gd name="T28" fmla="*/ 624 w 745"/>
                <a:gd name="T29" fmla="*/ 815 h 1128"/>
                <a:gd name="T30" fmla="*/ 592 w 745"/>
                <a:gd name="T31" fmla="*/ 727 h 1128"/>
                <a:gd name="T32" fmla="*/ 584 w 745"/>
                <a:gd name="T33" fmla="*/ 648 h 1128"/>
                <a:gd name="T34" fmla="*/ 568 w 745"/>
                <a:gd name="T35" fmla="*/ 576 h 1128"/>
                <a:gd name="T36" fmla="*/ 520 w 745"/>
                <a:gd name="T37" fmla="*/ 504 h 1128"/>
                <a:gd name="T38" fmla="*/ 504 w 745"/>
                <a:gd name="T39" fmla="*/ 432 h 1128"/>
                <a:gd name="T40" fmla="*/ 480 w 745"/>
                <a:gd name="T41" fmla="*/ 352 h 1128"/>
                <a:gd name="T42" fmla="*/ 464 w 745"/>
                <a:gd name="T43" fmla="*/ 280 h 1128"/>
                <a:gd name="T44" fmla="*/ 448 w 745"/>
                <a:gd name="T45" fmla="*/ 208 h 1128"/>
                <a:gd name="T46" fmla="*/ 432 w 745"/>
                <a:gd name="T47" fmla="*/ 128 h 1128"/>
                <a:gd name="T48" fmla="*/ 400 w 745"/>
                <a:gd name="T49" fmla="*/ 56 h 1128"/>
                <a:gd name="T50" fmla="*/ 376 w 745"/>
                <a:gd name="T51" fmla="*/ 0 h 11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5" h="1128">
                  <a:moveTo>
                    <a:pt x="0" y="1111"/>
                  </a:moveTo>
                  <a:lnTo>
                    <a:pt x="72" y="1111"/>
                  </a:lnTo>
                  <a:lnTo>
                    <a:pt x="152" y="1127"/>
                  </a:lnTo>
                  <a:lnTo>
                    <a:pt x="224" y="1111"/>
                  </a:lnTo>
                  <a:lnTo>
                    <a:pt x="296" y="1127"/>
                  </a:lnTo>
                  <a:lnTo>
                    <a:pt x="376" y="1127"/>
                  </a:lnTo>
                  <a:lnTo>
                    <a:pt x="448" y="1111"/>
                  </a:lnTo>
                  <a:lnTo>
                    <a:pt x="520" y="1095"/>
                  </a:lnTo>
                  <a:lnTo>
                    <a:pt x="592" y="1111"/>
                  </a:lnTo>
                  <a:lnTo>
                    <a:pt x="672" y="1111"/>
                  </a:lnTo>
                  <a:lnTo>
                    <a:pt x="744" y="1111"/>
                  </a:lnTo>
                  <a:lnTo>
                    <a:pt x="688" y="1039"/>
                  </a:lnTo>
                  <a:lnTo>
                    <a:pt x="672" y="959"/>
                  </a:lnTo>
                  <a:lnTo>
                    <a:pt x="656" y="887"/>
                  </a:lnTo>
                  <a:lnTo>
                    <a:pt x="624" y="815"/>
                  </a:lnTo>
                  <a:lnTo>
                    <a:pt x="592" y="727"/>
                  </a:lnTo>
                  <a:lnTo>
                    <a:pt x="584" y="648"/>
                  </a:lnTo>
                  <a:lnTo>
                    <a:pt x="568" y="576"/>
                  </a:lnTo>
                  <a:lnTo>
                    <a:pt x="520" y="504"/>
                  </a:lnTo>
                  <a:lnTo>
                    <a:pt x="504" y="432"/>
                  </a:lnTo>
                  <a:lnTo>
                    <a:pt x="480" y="352"/>
                  </a:lnTo>
                  <a:lnTo>
                    <a:pt x="464" y="280"/>
                  </a:lnTo>
                  <a:lnTo>
                    <a:pt x="448" y="208"/>
                  </a:lnTo>
                  <a:lnTo>
                    <a:pt x="432" y="128"/>
                  </a:lnTo>
                  <a:lnTo>
                    <a:pt x="400" y="56"/>
                  </a:lnTo>
                  <a:lnTo>
                    <a:pt x="376" y="0"/>
                  </a:lnTo>
                </a:path>
              </a:pathLst>
            </a:custGeom>
            <a:solidFill>
              <a:srgbClr val="FFFFFF"/>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29" name="Freeform 24">
              <a:extLst>
                <a:ext uri="{FF2B5EF4-FFF2-40B4-BE49-F238E27FC236}">
                  <a16:creationId xmlns:a16="http://schemas.microsoft.com/office/drawing/2014/main" id="{A28E86A2-6D73-A1E4-2AE6-DCAE92DF7F4F}"/>
                </a:ext>
              </a:extLst>
            </p:cNvPr>
            <p:cNvSpPr>
              <a:spLocks/>
            </p:cNvSpPr>
            <p:nvPr/>
          </p:nvSpPr>
          <p:spPr bwMode="auto">
            <a:xfrm>
              <a:off x="4209" y="2856"/>
              <a:ext cx="521" cy="997"/>
            </a:xfrm>
            <a:custGeom>
              <a:avLst/>
              <a:gdLst>
                <a:gd name="T0" fmla="*/ 16 w 521"/>
                <a:gd name="T1" fmla="*/ 984 h 997"/>
                <a:gd name="T2" fmla="*/ 16 w 521"/>
                <a:gd name="T3" fmla="*/ 913 h 997"/>
                <a:gd name="T4" fmla="*/ 16 w 521"/>
                <a:gd name="T5" fmla="*/ 841 h 997"/>
                <a:gd name="T6" fmla="*/ 24 w 521"/>
                <a:gd name="T7" fmla="*/ 769 h 997"/>
                <a:gd name="T8" fmla="*/ 24 w 521"/>
                <a:gd name="T9" fmla="*/ 690 h 997"/>
                <a:gd name="T10" fmla="*/ 16 w 521"/>
                <a:gd name="T11" fmla="*/ 618 h 997"/>
                <a:gd name="T12" fmla="*/ 16 w 521"/>
                <a:gd name="T13" fmla="*/ 548 h 997"/>
                <a:gd name="T14" fmla="*/ 24 w 521"/>
                <a:gd name="T15" fmla="*/ 468 h 997"/>
                <a:gd name="T16" fmla="*/ 39 w 521"/>
                <a:gd name="T17" fmla="*/ 397 h 997"/>
                <a:gd name="T18" fmla="*/ 39 w 521"/>
                <a:gd name="T19" fmla="*/ 325 h 997"/>
                <a:gd name="T20" fmla="*/ 24 w 521"/>
                <a:gd name="T21" fmla="*/ 253 h 997"/>
                <a:gd name="T22" fmla="*/ 0 w 521"/>
                <a:gd name="T23" fmla="*/ 174 h 997"/>
                <a:gd name="T24" fmla="*/ 0 w 521"/>
                <a:gd name="T25" fmla="*/ 102 h 997"/>
                <a:gd name="T26" fmla="*/ 16 w 521"/>
                <a:gd name="T27" fmla="*/ 31 h 997"/>
                <a:gd name="T28" fmla="*/ 86 w 521"/>
                <a:gd name="T29" fmla="*/ 15 h 997"/>
                <a:gd name="T30" fmla="*/ 157 w 521"/>
                <a:gd name="T31" fmla="*/ 31 h 997"/>
                <a:gd name="T32" fmla="*/ 334 w 521"/>
                <a:gd name="T33" fmla="*/ 0 h 997"/>
                <a:gd name="T34" fmla="*/ 352 w 521"/>
                <a:gd name="T35" fmla="*/ 102 h 997"/>
                <a:gd name="T36" fmla="*/ 227 w 521"/>
                <a:gd name="T37" fmla="*/ 174 h 997"/>
                <a:gd name="T38" fmla="*/ 406 w 521"/>
                <a:gd name="T39" fmla="*/ 324 h 997"/>
                <a:gd name="T40" fmla="*/ 430 w 521"/>
                <a:gd name="T41" fmla="*/ 708 h 997"/>
                <a:gd name="T42" fmla="*/ 430 w 521"/>
                <a:gd name="T43" fmla="*/ 720 h 997"/>
                <a:gd name="T44" fmla="*/ 520 w 521"/>
                <a:gd name="T45" fmla="*/ 924 h 997"/>
                <a:gd name="T46" fmla="*/ 244 w 521"/>
                <a:gd name="T47" fmla="*/ 876 h 997"/>
                <a:gd name="T48" fmla="*/ 261 w 521"/>
                <a:gd name="T49" fmla="*/ 996 h 997"/>
                <a:gd name="T50" fmla="*/ 226 w 521"/>
                <a:gd name="T51" fmla="*/ 984 h 997"/>
                <a:gd name="T52" fmla="*/ 208 w 521"/>
                <a:gd name="T53" fmla="*/ 984 h 997"/>
                <a:gd name="T54" fmla="*/ 124 w 521"/>
                <a:gd name="T55" fmla="*/ 942 h 997"/>
                <a:gd name="T56" fmla="*/ 94 w 521"/>
                <a:gd name="T57" fmla="*/ 984 h 997"/>
                <a:gd name="T58" fmla="*/ 55 w 521"/>
                <a:gd name="T59" fmla="*/ 984 h 997"/>
                <a:gd name="T60" fmla="*/ 24 w 521"/>
                <a:gd name="T61" fmla="*/ 984 h 997"/>
                <a:gd name="T62" fmla="*/ 16 w 521"/>
                <a:gd name="T63" fmla="*/ 984 h 9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21" h="997">
                  <a:moveTo>
                    <a:pt x="16" y="984"/>
                  </a:moveTo>
                  <a:lnTo>
                    <a:pt x="16" y="913"/>
                  </a:lnTo>
                  <a:lnTo>
                    <a:pt x="16" y="841"/>
                  </a:lnTo>
                  <a:lnTo>
                    <a:pt x="24" y="769"/>
                  </a:lnTo>
                  <a:lnTo>
                    <a:pt x="24" y="690"/>
                  </a:lnTo>
                  <a:lnTo>
                    <a:pt x="16" y="618"/>
                  </a:lnTo>
                  <a:lnTo>
                    <a:pt x="16" y="548"/>
                  </a:lnTo>
                  <a:lnTo>
                    <a:pt x="24" y="468"/>
                  </a:lnTo>
                  <a:lnTo>
                    <a:pt x="39" y="397"/>
                  </a:lnTo>
                  <a:lnTo>
                    <a:pt x="39" y="325"/>
                  </a:lnTo>
                  <a:lnTo>
                    <a:pt x="24" y="253"/>
                  </a:lnTo>
                  <a:lnTo>
                    <a:pt x="0" y="174"/>
                  </a:lnTo>
                  <a:lnTo>
                    <a:pt x="0" y="102"/>
                  </a:lnTo>
                  <a:lnTo>
                    <a:pt x="16" y="31"/>
                  </a:lnTo>
                  <a:lnTo>
                    <a:pt x="86" y="15"/>
                  </a:lnTo>
                  <a:lnTo>
                    <a:pt x="157" y="31"/>
                  </a:lnTo>
                  <a:lnTo>
                    <a:pt x="334" y="0"/>
                  </a:lnTo>
                  <a:lnTo>
                    <a:pt x="352" y="102"/>
                  </a:lnTo>
                  <a:lnTo>
                    <a:pt x="227" y="174"/>
                  </a:lnTo>
                  <a:lnTo>
                    <a:pt x="406" y="324"/>
                  </a:lnTo>
                  <a:lnTo>
                    <a:pt x="430" y="708"/>
                  </a:lnTo>
                  <a:lnTo>
                    <a:pt x="430" y="720"/>
                  </a:lnTo>
                  <a:lnTo>
                    <a:pt x="520" y="924"/>
                  </a:lnTo>
                  <a:lnTo>
                    <a:pt x="244" y="876"/>
                  </a:lnTo>
                  <a:lnTo>
                    <a:pt x="261" y="996"/>
                  </a:lnTo>
                  <a:lnTo>
                    <a:pt x="226" y="984"/>
                  </a:lnTo>
                  <a:lnTo>
                    <a:pt x="208" y="984"/>
                  </a:lnTo>
                  <a:lnTo>
                    <a:pt x="124" y="942"/>
                  </a:lnTo>
                  <a:lnTo>
                    <a:pt x="94" y="984"/>
                  </a:lnTo>
                  <a:lnTo>
                    <a:pt x="55" y="984"/>
                  </a:lnTo>
                  <a:lnTo>
                    <a:pt x="24" y="984"/>
                  </a:lnTo>
                  <a:lnTo>
                    <a:pt x="16" y="984"/>
                  </a:lnTo>
                </a:path>
              </a:pathLst>
            </a:custGeom>
            <a:solidFill>
              <a:schemeClr val="hlink"/>
            </a:solidFill>
            <a:ln>
              <a:noFill/>
            </a:ln>
            <a:effectLst/>
            <a:extLs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0" name="Freeform 25">
              <a:extLst>
                <a:ext uri="{FF2B5EF4-FFF2-40B4-BE49-F238E27FC236}">
                  <a16:creationId xmlns:a16="http://schemas.microsoft.com/office/drawing/2014/main" id="{557FF904-6BDD-95AE-FA59-85C6DCE1DC3A}"/>
                </a:ext>
              </a:extLst>
            </p:cNvPr>
            <p:cNvSpPr>
              <a:spLocks/>
            </p:cNvSpPr>
            <p:nvPr/>
          </p:nvSpPr>
          <p:spPr bwMode="auto">
            <a:xfrm>
              <a:off x="2307" y="2767"/>
              <a:ext cx="51" cy="219"/>
            </a:xfrm>
            <a:custGeom>
              <a:avLst/>
              <a:gdLst>
                <a:gd name="T0" fmla="*/ 50 w 51"/>
                <a:gd name="T1" fmla="*/ 0 h 219"/>
                <a:gd name="T2" fmla="*/ 29 w 51"/>
                <a:gd name="T3" fmla="*/ 70 h 219"/>
                <a:gd name="T4" fmla="*/ 14 w 51"/>
                <a:gd name="T5" fmla="*/ 140 h 219"/>
                <a:gd name="T6" fmla="*/ 29 w 51"/>
                <a:gd name="T7" fmla="*/ 218 h 219"/>
                <a:gd name="T8" fmla="*/ 0 w 51"/>
                <a:gd name="T9" fmla="*/ 140 h 219"/>
                <a:gd name="T10" fmla="*/ 14 w 51"/>
                <a:gd name="T11" fmla="*/ 70 h 219"/>
                <a:gd name="T12" fmla="*/ 14 w 51"/>
                <a:gd name="T13" fmla="*/ 0 h 219"/>
                <a:gd name="T14" fmla="*/ 50 w 51"/>
                <a:gd name="T15" fmla="*/ 0 h 2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219">
                  <a:moveTo>
                    <a:pt x="50" y="0"/>
                  </a:moveTo>
                  <a:lnTo>
                    <a:pt x="29" y="70"/>
                  </a:lnTo>
                  <a:lnTo>
                    <a:pt x="14" y="140"/>
                  </a:lnTo>
                  <a:lnTo>
                    <a:pt x="29" y="218"/>
                  </a:lnTo>
                  <a:lnTo>
                    <a:pt x="0" y="140"/>
                  </a:lnTo>
                  <a:lnTo>
                    <a:pt x="14" y="70"/>
                  </a:lnTo>
                  <a:lnTo>
                    <a:pt x="14" y="0"/>
                  </a:lnTo>
                  <a:lnTo>
                    <a:pt x="50" y="0"/>
                  </a:lnTo>
                </a:path>
              </a:pathLst>
            </a:custGeom>
            <a:solidFill>
              <a:srgbClr val="000000"/>
            </a:solidFill>
            <a:ln>
              <a:noFill/>
            </a:ln>
            <a:effectLst/>
            <a:extLs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1" name="Freeform 26">
              <a:extLst>
                <a:ext uri="{FF2B5EF4-FFF2-40B4-BE49-F238E27FC236}">
                  <a16:creationId xmlns:a16="http://schemas.microsoft.com/office/drawing/2014/main" id="{39EC49FF-D657-1D2A-7A38-10B702D2AEBC}"/>
                </a:ext>
              </a:extLst>
            </p:cNvPr>
            <p:cNvSpPr>
              <a:spLocks/>
            </p:cNvSpPr>
            <p:nvPr/>
          </p:nvSpPr>
          <p:spPr bwMode="auto">
            <a:xfrm>
              <a:off x="2292" y="2760"/>
              <a:ext cx="71" cy="232"/>
            </a:xfrm>
            <a:custGeom>
              <a:avLst/>
              <a:gdLst>
                <a:gd name="T0" fmla="*/ 70 w 71"/>
                <a:gd name="T1" fmla="*/ 0 h 232"/>
                <a:gd name="T2" fmla="*/ 53 w 71"/>
                <a:gd name="T3" fmla="*/ 80 h 232"/>
                <a:gd name="T4" fmla="*/ 16 w 71"/>
                <a:gd name="T5" fmla="*/ 102 h 232"/>
                <a:gd name="T6" fmla="*/ 53 w 71"/>
                <a:gd name="T7" fmla="*/ 231 h 232"/>
                <a:gd name="T8" fmla="*/ 14 w 71"/>
                <a:gd name="T9" fmla="*/ 152 h 232"/>
                <a:gd name="T10" fmla="*/ 0 w 71"/>
                <a:gd name="T11" fmla="*/ 87 h 232"/>
                <a:gd name="T12" fmla="*/ 10 w 71"/>
                <a:gd name="T13" fmla="*/ 9 h 2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232">
                  <a:moveTo>
                    <a:pt x="70" y="0"/>
                  </a:moveTo>
                  <a:lnTo>
                    <a:pt x="53" y="80"/>
                  </a:lnTo>
                  <a:lnTo>
                    <a:pt x="16" y="102"/>
                  </a:lnTo>
                  <a:lnTo>
                    <a:pt x="53" y="231"/>
                  </a:lnTo>
                  <a:lnTo>
                    <a:pt x="14" y="152"/>
                  </a:lnTo>
                  <a:lnTo>
                    <a:pt x="0" y="87"/>
                  </a:lnTo>
                  <a:lnTo>
                    <a:pt x="10" y="9"/>
                  </a:lnTo>
                </a:path>
              </a:pathLst>
            </a:custGeom>
            <a:solidFill>
              <a:schemeClr val="accent2"/>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2" name="Freeform 27">
              <a:extLst>
                <a:ext uri="{FF2B5EF4-FFF2-40B4-BE49-F238E27FC236}">
                  <a16:creationId xmlns:a16="http://schemas.microsoft.com/office/drawing/2014/main" id="{AAD82383-C6E3-EE47-8EF0-2B88E9D32A17}"/>
                </a:ext>
              </a:extLst>
            </p:cNvPr>
            <p:cNvSpPr>
              <a:spLocks/>
            </p:cNvSpPr>
            <p:nvPr/>
          </p:nvSpPr>
          <p:spPr bwMode="auto">
            <a:xfrm>
              <a:off x="2914" y="2703"/>
              <a:ext cx="51" cy="219"/>
            </a:xfrm>
            <a:custGeom>
              <a:avLst/>
              <a:gdLst>
                <a:gd name="T0" fmla="*/ 43 w 51"/>
                <a:gd name="T1" fmla="*/ 0 h 219"/>
                <a:gd name="T2" fmla="*/ 14 w 51"/>
                <a:gd name="T3" fmla="*/ 78 h 219"/>
                <a:gd name="T4" fmla="*/ 14 w 51"/>
                <a:gd name="T5" fmla="*/ 148 h 219"/>
                <a:gd name="T6" fmla="*/ 50 w 51"/>
                <a:gd name="T7" fmla="*/ 218 h 219"/>
                <a:gd name="T8" fmla="*/ 14 w 51"/>
                <a:gd name="T9" fmla="*/ 148 h 219"/>
                <a:gd name="T10" fmla="*/ 0 w 51"/>
                <a:gd name="T11" fmla="*/ 78 h 219"/>
                <a:gd name="T12" fmla="*/ 0 w 51"/>
                <a:gd name="T13" fmla="*/ 0 h 219"/>
                <a:gd name="T14" fmla="*/ 43 w 51"/>
                <a:gd name="T15" fmla="*/ 0 h 2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219">
                  <a:moveTo>
                    <a:pt x="43" y="0"/>
                  </a:moveTo>
                  <a:lnTo>
                    <a:pt x="14" y="78"/>
                  </a:lnTo>
                  <a:lnTo>
                    <a:pt x="14" y="148"/>
                  </a:lnTo>
                  <a:lnTo>
                    <a:pt x="50" y="218"/>
                  </a:lnTo>
                  <a:lnTo>
                    <a:pt x="14" y="148"/>
                  </a:lnTo>
                  <a:lnTo>
                    <a:pt x="0" y="78"/>
                  </a:lnTo>
                  <a:lnTo>
                    <a:pt x="0" y="0"/>
                  </a:lnTo>
                  <a:lnTo>
                    <a:pt x="43" y="0"/>
                  </a:lnTo>
                </a:path>
              </a:pathLst>
            </a:custGeom>
            <a:solidFill>
              <a:srgbClr val="000000"/>
            </a:solidFill>
            <a:ln>
              <a:noFill/>
            </a:ln>
            <a:effectLst/>
            <a:extLs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3" name="Freeform 28">
              <a:extLst>
                <a:ext uri="{FF2B5EF4-FFF2-40B4-BE49-F238E27FC236}">
                  <a16:creationId xmlns:a16="http://schemas.microsoft.com/office/drawing/2014/main" id="{DB67E678-DBC2-FCFC-D4F2-F38F9198E120}"/>
                </a:ext>
              </a:extLst>
            </p:cNvPr>
            <p:cNvSpPr>
              <a:spLocks/>
            </p:cNvSpPr>
            <p:nvPr/>
          </p:nvSpPr>
          <p:spPr bwMode="auto">
            <a:xfrm>
              <a:off x="2914" y="2703"/>
              <a:ext cx="57" cy="225"/>
            </a:xfrm>
            <a:custGeom>
              <a:avLst/>
              <a:gdLst>
                <a:gd name="T0" fmla="*/ 48 w 57"/>
                <a:gd name="T1" fmla="*/ 0 h 225"/>
                <a:gd name="T2" fmla="*/ 16 w 57"/>
                <a:gd name="T3" fmla="*/ 80 h 225"/>
                <a:gd name="T4" fmla="*/ 16 w 57"/>
                <a:gd name="T5" fmla="*/ 152 h 225"/>
                <a:gd name="T6" fmla="*/ 56 w 57"/>
                <a:gd name="T7" fmla="*/ 224 h 225"/>
                <a:gd name="T8" fmla="*/ 16 w 57"/>
                <a:gd name="T9" fmla="*/ 152 h 225"/>
                <a:gd name="T10" fmla="*/ 0 w 57"/>
                <a:gd name="T11" fmla="*/ 80 h 225"/>
                <a:gd name="T12" fmla="*/ 0 w 57"/>
                <a:gd name="T13" fmla="*/ 0 h 2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 h="225">
                  <a:moveTo>
                    <a:pt x="48" y="0"/>
                  </a:moveTo>
                  <a:lnTo>
                    <a:pt x="16" y="80"/>
                  </a:lnTo>
                  <a:lnTo>
                    <a:pt x="16" y="152"/>
                  </a:lnTo>
                  <a:lnTo>
                    <a:pt x="56" y="224"/>
                  </a:lnTo>
                  <a:lnTo>
                    <a:pt x="16" y="152"/>
                  </a:lnTo>
                  <a:lnTo>
                    <a:pt x="0" y="80"/>
                  </a:lnTo>
                  <a:lnTo>
                    <a:pt x="0" y="0"/>
                  </a:lnTo>
                </a:path>
              </a:pathLst>
            </a:custGeom>
            <a:solidFill>
              <a:schemeClr val="accent2"/>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4" name="Freeform 29">
              <a:extLst>
                <a:ext uri="{FF2B5EF4-FFF2-40B4-BE49-F238E27FC236}">
                  <a16:creationId xmlns:a16="http://schemas.microsoft.com/office/drawing/2014/main" id="{C6B339CD-FE1F-2E31-294C-8B92C2EBD1FB}"/>
                </a:ext>
              </a:extLst>
            </p:cNvPr>
            <p:cNvSpPr>
              <a:spLocks/>
            </p:cNvSpPr>
            <p:nvPr/>
          </p:nvSpPr>
          <p:spPr bwMode="auto">
            <a:xfrm>
              <a:off x="2641" y="2979"/>
              <a:ext cx="91" cy="256"/>
            </a:xfrm>
            <a:custGeom>
              <a:avLst/>
              <a:gdLst>
                <a:gd name="T0" fmla="*/ 60 w 91"/>
                <a:gd name="T1" fmla="*/ 255 h 256"/>
                <a:gd name="T2" fmla="*/ 64 w 91"/>
                <a:gd name="T3" fmla="*/ 153 h 256"/>
                <a:gd name="T4" fmla="*/ 42 w 91"/>
                <a:gd name="T5" fmla="*/ 30 h 256"/>
                <a:gd name="T6" fmla="*/ 0 w 91"/>
                <a:gd name="T7" fmla="*/ 0 h 256"/>
                <a:gd name="T8" fmla="*/ 69 w 91"/>
                <a:gd name="T9" fmla="*/ 105 h 256"/>
                <a:gd name="T10" fmla="*/ 90 w 91"/>
                <a:gd name="T11" fmla="*/ 144 h 256"/>
                <a:gd name="T12" fmla="*/ 87 w 91"/>
                <a:gd name="T13" fmla="*/ 219 h 256"/>
                <a:gd name="T14" fmla="*/ 60 w 91"/>
                <a:gd name="T15" fmla="*/ 255 h 25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1" h="256">
                  <a:moveTo>
                    <a:pt x="60" y="255"/>
                  </a:moveTo>
                  <a:lnTo>
                    <a:pt x="64" y="153"/>
                  </a:lnTo>
                  <a:lnTo>
                    <a:pt x="42" y="30"/>
                  </a:lnTo>
                  <a:lnTo>
                    <a:pt x="0" y="0"/>
                  </a:lnTo>
                  <a:lnTo>
                    <a:pt x="69" y="105"/>
                  </a:lnTo>
                  <a:lnTo>
                    <a:pt x="90" y="144"/>
                  </a:lnTo>
                  <a:lnTo>
                    <a:pt x="87" y="219"/>
                  </a:lnTo>
                  <a:lnTo>
                    <a:pt x="60" y="255"/>
                  </a:lnTo>
                </a:path>
              </a:pathLst>
            </a:custGeom>
            <a:solidFill>
              <a:schemeClr val="accent2"/>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5" name="Freeform 30">
              <a:extLst>
                <a:ext uri="{FF2B5EF4-FFF2-40B4-BE49-F238E27FC236}">
                  <a16:creationId xmlns:a16="http://schemas.microsoft.com/office/drawing/2014/main" id="{694DE253-880C-EEC0-E333-B4BEA66BAFEE}"/>
                </a:ext>
              </a:extLst>
            </p:cNvPr>
            <p:cNvSpPr>
              <a:spLocks/>
            </p:cNvSpPr>
            <p:nvPr/>
          </p:nvSpPr>
          <p:spPr bwMode="auto">
            <a:xfrm>
              <a:off x="3194" y="3018"/>
              <a:ext cx="72" cy="214"/>
            </a:xfrm>
            <a:custGeom>
              <a:avLst/>
              <a:gdLst>
                <a:gd name="T0" fmla="*/ 0 w 72"/>
                <a:gd name="T1" fmla="*/ 197 h 214"/>
                <a:gd name="T2" fmla="*/ 5 w 72"/>
                <a:gd name="T3" fmla="*/ 81 h 214"/>
                <a:gd name="T4" fmla="*/ 50 w 72"/>
                <a:gd name="T5" fmla="*/ 0 h 214"/>
                <a:gd name="T6" fmla="*/ 23 w 72"/>
                <a:gd name="T7" fmla="*/ 123 h 214"/>
                <a:gd name="T8" fmla="*/ 32 w 72"/>
                <a:gd name="T9" fmla="*/ 197 h 214"/>
                <a:gd name="T10" fmla="*/ 40 w 72"/>
                <a:gd name="T11" fmla="*/ 205 h 214"/>
                <a:gd name="T12" fmla="*/ 71 w 72"/>
                <a:gd name="T13" fmla="*/ 213 h 2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214">
                  <a:moveTo>
                    <a:pt x="0" y="197"/>
                  </a:moveTo>
                  <a:lnTo>
                    <a:pt x="5" y="81"/>
                  </a:lnTo>
                  <a:lnTo>
                    <a:pt x="50" y="0"/>
                  </a:lnTo>
                  <a:lnTo>
                    <a:pt x="23" y="123"/>
                  </a:lnTo>
                  <a:lnTo>
                    <a:pt x="32" y="197"/>
                  </a:lnTo>
                  <a:lnTo>
                    <a:pt x="40" y="205"/>
                  </a:lnTo>
                  <a:lnTo>
                    <a:pt x="71" y="213"/>
                  </a:lnTo>
                </a:path>
              </a:pathLst>
            </a:custGeom>
            <a:solidFill>
              <a:schemeClr val="accent2"/>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6" name="Freeform 31">
              <a:extLst>
                <a:ext uri="{FF2B5EF4-FFF2-40B4-BE49-F238E27FC236}">
                  <a16:creationId xmlns:a16="http://schemas.microsoft.com/office/drawing/2014/main" id="{1F4AE95E-2B64-0FCD-96FC-BE3621AACFC8}"/>
                </a:ext>
              </a:extLst>
            </p:cNvPr>
            <p:cNvSpPr>
              <a:spLocks/>
            </p:cNvSpPr>
            <p:nvPr/>
          </p:nvSpPr>
          <p:spPr bwMode="auto">
            <a:xfrm>
              <a:off x="2083" y="3009"/>
              <a:ext cx="79" cy="226"/>
            </a:xfrm>
            <a:custGeom>
              <a:avLst/>
              <a:gdLst>
                <a:gd name="T0" fmla="*/ 59 w 79"/>
                <a:gd name="T1" fmla="*/ 225 h 226"/>
                <a:gd name="T2" fmla="*/ 44 w 79"/>
                <a:gd name="T3" fmla="*/ 147 h 226"/>
                <a:gd name="T4" fmla="*/ 63 w 79"/>
                <a:gd name="T5" fmla="*/ 73 h 226"/>
                <a:gd name="T6" fmla="*/ 78 w 79"/>
                <a:gd name="T7" fmla="*/ 0 h 226"/>
                <a:gd name="T8" fmla="*/ 34 w 79"/>
                <a:gd name="T9" fmla="*/ 102 h 226"/>
                <a:gd name="T10" fmla="*/ 0 w 79"/>
                <a:gd name="T11" fmla="*/ 144 h 226"/>
                <a:gd name="T12" fmla="*/ 12 w 79"/>
                <a:gd name="T13" fmla="*/ 184 h 226"/>
                <a:gd name="T14" fmla="*/ 59 w 79"/>
                <a:gd name="T15" fmla="*/ 225 h 22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9" h="226">
                  <a:moveTo>
                    <a:pt x="59" y="225"/>
                  </a:moveTo>
                  <a:lnTo>
                    <a:pt x="44" y="147"/>
                  </a:lnTo>
                  <a:lnTo>
                    <a:pt x="63" y="73"/>
                  </a:lnTo>
                  <a:lnTo>
                    <a:pt x="78" y="0"/>
                  </a:lnTo>
                  <a:lnTo>
                    <a:pt x="34" y="102"/>
                  </a:lnTo>
                  <a:lnTo>
                    <a:pt x="0" y="144"/>
                  </a:lnTo>
                  <a:lnTo>
                    <a:pt x="12" y="184"/>
                  </a:lnTo>
                  <a:lnTo>
                    <a:pt x="59" y="225"/>
                  </a:lnTo>
                </a:path>
              </a:pathLst>
            </a:custGeom>
            <a:solidFill>
              <a:schemeClr val="accent2"/>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7" name="Freeform 32">
              <a:extLst>
                <a:ext uri="{FF2B5EF4-FFF2-40B4-BE49-F238E27FC236}">
                  <a16:creationId xmlns:a16="http://schemas.microsoft.com/office/drawing/2014/main" id="{51D2EAC8-5F38-5D1C-2523-DE7251F64400}"/>
                </a:ext>
              </a:extLst>
            </p:cNvPr>
            <p:cNvSpPr>
              <a:spLocks/>
            </p:cNvSpPr>
            <p:nvPr/>
          </p:nvSpPr>
          <p:spPr bwMode="auto">
            <a:xfrm>
              <a:off x="3530" y="3319"/>
              <a:ext cx="17" cy="153"/>
            </a:xfrm>
            <a:custGeom>
              <a:avLst/>
              <a:gdLst>
                <a:gd name="T0" fmla="*/ 8 w 17"/>
                <a:gd name="T1" fmla="*/ 0 h 153"/>
                <a:gd name="T2" fmla="*/ 0 w 17"/>
                <a:gd name="T3" fmla="*/ 0 h 153"/>
                <a:gd name="T4" fmla="*/ 16 w 17"/>
                <a:gd name="T5" fmla="*/ 8 h 153"/>
                <a:gd name="T6" fmla="*/ 16 w 17"/>
                <a:gd name="T7" fmla="*/ 152 h 1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53">
                  <a:moveTo>
                    <a:pt x="8" y="0"/>
                  </a:moveTo>
                  <a:lnTo>
                    <a:pt x="0" y="0"/>
                  </a:lnTo>
                  <a:lnTo>
                    <a:pt x="16" y="8"/>
                  </a:lnTo>
                  <a:lnTo>
                    <a:pt x="16" y="152"/>
                  </a:lnTo>
                </a:path>
              </a:pathLst>
            </a:custGeom>
            <a:blipFill dpi="0" rotWithShape="0">
              <a:blip r:embed="rId3"/>
              <a:srcRect/>
              <a:tile tx="0" ty="0" sx="100000" sy="100000" flip="none" algn="tl"/>
            </a:blip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8" name="Freeform 33">
              <a:extLst>
                <a:ext uri="{FF2B5EF4-FFF2-40B4-BE49-F238E27FC236}">
                  <a16:creationId xmlns:a16="http://schemas.microsoft.com/office/drawing/2014/main" id="{F0AAF54F-2BF0-F9E0-2722-B60D4FC2C15B}"/>
                </a:ext>
              </a:extLst>
            </p:cNvPr>
            <p:cNvSpPr>
              <a:spLocks/>
            </p:cNvSpPr>
            <p:nvPr/>
          </p:nvSpPr>
          <p:spPr bwMode="auto">
            <a:xfrm>
              <a:off x="3770" y="2567"/>
              <a:ext cx="35" cy="59"/>
            </a:xfrm>
            <a:custGeom>
              <a:avLst/>
              <a:gdLst>
                <a:gd name="T0" fmla="*/ 0 w 35"/>
                <a:gd name="T1" fmla="*/ 58 h 59"/>
                <a:gd name="T2" fmla="*/ 34 w 35"/>
                <a:gd name="T3" fmla="*/ 22 h 59"/>
                <a:gd name="T4" fmla="*/ 0 w 35"/>
                <a:gd name="T5" fmla="*/ 0 h 59"/>
                <a:gd name="T6" fmla="*/ 0 w 35"/>
                <a:gd name="T7" fmla="*/ 58 h 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5" h="59">
                  <a:moveTo>
                    <a:pt x="0" y="58"/>
                  </a:moveTo>
                  <a:lnTo>
                    <a:pt x="34" y="22"/>
                  </a:lnTo>
                  <a:lnTo>
                    <a:pt x="0" y="0"/>
                  </a:lnTo>
                  <a:lnTo>
                    <a:pt x="0" y="58"/>
                  </a:lnTo>
                </a:path>
              </a:pathLst>
            </a:custGeom>
            <a:blipFill dpi="0" rotWithShape="0">
              <a:blip r:embed="rId4"/>
              <a:srcRect/>
              <a:tile tx="0" ty="0" sx="100000" sy="100000" flip="none" algn="tl"/>
            </a:blip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39" name="Freeform 34">
              <a:extLst>
                <a:ext uri="{FF2B5EF4-FFF2-40B4-BE49-F238E27FC236}">
                  <a16:creationId xmlns:a16="http://schemas.microsoft.com/office/drawing/2014/main" id="{736F28AC-8FAE-60B9-5305-DF93DFCC770A}"/>
                </a:ext>
              </a:extLst>
            </p:cNvPr>
            <p:cNvSpPr>
              <a:spLocks/>
            </p:cNvSpPr>
            <p:nvPr/>
          </p:nvSpPr>
          <p:spPr bwMode="auto">
            <a:xfrm>
              <a:off x="3770" y="2567"/>
              <a:ext cx="41" cy="65"/>
            </a:xfrm>
            <a:custGeom>
              <a:avLst/>
              <a:gdLst>
                <a:gd name="T0" fmla="*/ 0 w 41"/>
                <a:gd name="T1" fmla="*/ 64 h 65"/>
                <a:gd name="T2" fmla="*/ 40 w 41"/>
                <a:gd name="T3" fmla="*/ 24 h 65"/>
                <a:gd name="T4" fmla="*/ 0 w 41"/>
                <a:gd name="T5" fmla="*/ 0 h 65"/>
                <a:gd name="T6" fmla="*/ 0 60000 65536"/>
                <a:gd name="T7" fmla="*/ 0 60000 65536"/>
                <a:gd name="T8" fmla="*/ 0 60000 65536"/>
              </a:gdLst>
              <a:ahLst/>
              <a:cxnLst>
                <a:cxn ang="T6">
                  <a:pos x="T0" y="T1"/>
                </a:cxn>
                <a:cxn ang="T7">
                  <a:pos x="T2" y="T3"/>
                </a:cxn>
                <a:cxn ang="T8">
                  <a:pos x="T4" y="T5"/>
                </a:cxn>
              </a:cxnLst>
              <a:rect l="0" t="0" r="r" b="b"/>
              <a:pathLst>
                <a:path w="41" h="65">
                  <a:moveTo>
                    <a:pt x="0" y="64"/>
                  </a:moveTo>
                  <a:lnTo>
                    <a:pt x="40" y="24"/>
                  </a:lnTo>
                  <a:lnTo>
                    <a:pt x="0" y="0"/>
                  </a:lnTo>
                </a:path>
              </a:pathLst>
            </a:custGeom>
            <a:solidFill>
              <a:schemeClr val="accent2"/>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40" name="Freeform 35">
              <a:extLst>
                <a:ext uri="{FF2B5EF4-FFF2-40B4-BE49-F238E27FC236}">
                  <a16:creationId xmlns:a16="http://schemas.microsoft.com/office/drawing/2014/main" id="{C4460A69-DD70-7A88-75F0-4294C71CF0F0}"/>
                </a:ext>
              </a:extLst>
            </p:cNvPr>
            <p:cNvSpPr>
              <a:spLocks/>
            </p:cNvSpPr>
            <p:nvPr/>
          </p:nvSpPr>
          <p:spPr bwMode="auto">
            <a:xfrm>
              <a:off x="3874" y="2799"/>
              <a:ext cx="33" cy="113"/>
            </a:xfrm>
            <a:custGeom>
              <a:avLst/>
              <a:gdLst>
                <a:gd name="T0" fmla="*/ 32 w 33"/>
                <a:gd name="T1" fmla="*/ 16 h 113"/>
                <a:gd name="T2" fmla="*/ 0 w 33"/>
                <a:gd name="T3" fmla="*/ 0 h 113"/>
                <a:gd name="T4" fmla="*/ 16 w 33"/>
                <a:gd name="T5" fmla="*/ 112 h 113"/>
                <a:gd name="T6" fmla="*/ 32 w 33"/>
                <a:gd name="T7" fmla="*/ 16 h 1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 h="113">
                  <a:moveTo>
                    <a:pt x="32" y="16"/>
                  </a:moveTo>
                  <a:lnTo>
                    <a:pt x="0" y="0"/>
                  </a:lnTo>
                  <a:lnTo>
                    <a:pt x="16" y="112"/>
                  </a:lnTo>
                  <a:lnTo>
                    <a:pt x="32"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41" name="Freeform 36">
              <a:extLst>
                <a:ext uri="{FF2B5EF4-FFF2-40B4-BE49-F238E27FC236}">
                  <a16:creationId xmlns:a16="http://schemas.microsoft.com/office/drawing/2014/main" id="{76DC33FA-37A9-9F2F-DFF1-80F9712739F8}"/>
                </a:ext>
              </a:extLst>
            </p:cNvPr>
            <p:cNvSpPr>
              <a:spLocks/>
            </p:cNvSpPr>
            <p:nvPr/>
          </p:nvSpPr>
          <p:spPr bwMode="auto">
            <a:xfrm>
              <a:off x="3823" y="3072"/>
              <a:ext cx="68" cy="96"/>
            </a:xfrm>
            <a:custGeom>
              <a:avLst/>
              <a:gdLst>
                <a:gd name="T0" fmla="*/ 67 w 68"/>
                <a:gd name="T1" fmla="*/ 95 h 96"/>
                <a:gd name="T2" fmla="*/ 18 w 68"/>
                <a:gd name="T3" fmla="*/ 81 h 96"/>
                <a:gd name="T4" fmla="*/ 0 w 68"/>
                <a:gd name="T5" fmla="*/ 0 h 96"/>
                <a:gd name="T6" fmla="*/ 60 w 68"/>
                <a:gd name="T7" fmla="*/ 45 h 96"/>
                <a:gd name="T8" fmla="*/ 67 w 68"/>
                <a:gd name="T9" fmla="*/ 95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96">
                  <a:moveTo>
                    <a:pt x="67" y="95"/>
                  </a:moveTo>
                  <a:lnTo>
                    <a:pt x="18" y="81"/>
                  </a:lnTo>
                  <a:lnTo>
                    <a:pt x="0" y="0"/>
                  </a:lnTo>
                  <a:lnTo>
                    <a:pt x="60" y="45"/>
                  </a:lnTo>
                  <a:lnTo>
                    <a:pt x="67" y="95"/>
                  </a:lnTo>
                </a:path>
              </a:pathLst>
            </a:custGeom>
            <a:solidFill>
              <a:schemeClr val="accent2"/>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42" name="Freeform 37">
              <a:extLst>
                <a:ext uri="{FF2B5EF4-FFF2-40B4-BE49-F238E27FC236}">
                  <a16:creationId xmlns:a16="http://schemas.microsoft.com/office/drawing/2014/main" id="{88B7B130-00F5-725F-366F-FDC8E24A22C3}"/>
                </a:ext>
              </a:extLst>
            </p:cNvPr>
            <p:cNvSpPr>
              <a:spLocks/>
            </p:cNvSpPr>
            <p:nvPr/>
          </p:nvSpPr>
          <p:spPr bwMode="auto">
            <a:xfrm>
              <a:off x="2824" y="2553"/>
              <a:ext cx="139" cy="148"/>
            </a:xfrm>
            <a:custGeom>
              <a:avLst/>
              <a:gdLst>
                <a:gd name="T0" fmla="*/ 0 w 139"/>
                <a:gd name="T1" fmla="*/ 3 h 148"/>
                <a:gd name="T2" fmla="*/ 6 w 139"/>
                <a:gd name="T3" fmla="*/ 18 h 148"/>
                <a:gd name="T4" fmla="*/ 12 w 139"/>
                <a:gd name="T5" fmla="*/ 27 h 148"/>
                <a:gd name="T6" fmla="*/ 15 w 139"/>
                <a:gd name="T7" fmla="*/ 39 h 148"/>
                <a:gd name="T8" fmla="*/ 21 w 139"/>
                <a:gd name="T9" fmla="*/ 48 h 148"/>
                <a:gd name="T10" fmla="*/ 27 w 139"/>
                <a:gd name="T11" fmla="*/ 57 h 148"/>
                <a:gd name="T12" fmla="*/ 30 w 139"/>
                <a:gd name="T13" fmla="*/ 66 h 148"/>
                <a:gd name="T14" fmla="*/ 36 w 139"/>
                <a:gd name="T15" fmla="*/ 75 h 148"/>
                <a:gd name="T16" fmla="*/ 39 w 139"/>
                <a:gd name="T17" fmla="*/ 84 h 148"/>
                <a:gd name="T18" fmla="*/ 42 w 139"/>
                <a:gd name="T19" fmla="*/ 93 h 148"/>
                <a:gd name="T20" fmla="*/ 48 w 139"/>
                <a:gd name="T21" fmla="*/ 102 h 148"/>
                <a:gd name="T22" fmla="*/ 51 w 139"/>
                <a:gd name="T23" fmla="*/ 111 h 148"/>
                <a:gd name="T24" fmla="*/ 57 w 139"/>
                <a:gd name="T25" fmla="*/ 120 h 148"/>
                <a:gd name="T26" fmla="*/ 63 w 139"/>
                <a:gd name="T27" fmla="*/ 129 h 148"/>
                <a:gd name="T28" fmla="*/ 72 w 139"/>
                <a:gd name="T29" fmla="*/ 129 h 148"/>
                <a:gd name="T30" fmla="*/ 81 w 139"/>
                <a:gd name="T31" fmla="*/ 129 h 148"/>
                <a:gd name="T32" fmla="*/ 90 w 139"/>
                <a:gd name="T33" fmla="*/ 135 h 148"/>
                <a:gd name="T34" fmla="*/ 99 w 139"/>
                <a:gd name="T35" fmla="*/ 141 h 148"/>
                <a:gd name="T36" fmla="*/ 108 w 139"/>
                <a:gd name="T37" fmla="*/ 147 h 148"/>
                <a:gd name="T38" fmla="*/ 117 w 139"/>
                <a:gd name="T39" fmla="*/ 147 h 148"/>
                <a:gd name="T40" fmla="*/ 126 w 139"/>
                <a:gd name="T41" fmla="*/ 147 h 148"/>
                <a:gd name="T42" fmla="*/ 135 w 139"/>
                <a:gd name="T43" fmla="*/ 147 h 148"/>
                <a:gd name="T44" fmla="*/ 138 w 139"/>
                <a:gd name="T45" fmla="*/ 138 h 148"/>
                <a:gd name="T46" fmla="*/ 135 w 139"/>
                <a:gd name="T47" fmla="*/ 129 h 148"/>
                <a:gd name="T48" fmla="*/ 126 w 139"/>
                <a:gd name="T49" fmla="*/ 123 h 148"/>
                <a:gd name="T50" fmla="*/ 120 w 139"/>
                <a:gd name="T51" fmla="*/ 114 h 148"/>
                <a:gd name="T52" fmla="*/ 114 w 139"/>
                <a:gd name="T53" fmla="*/ 105 h 148"/>
                <a:gd name="T54" fmla="*/ 105 w 139"/>
                <a:gd name="T55" fmla="*/ 96 h 148"/>
                <a:gd name="T56" fmla="*/ 96 w 139"/>
                <a:gd name="T57" fmla="*/ 90 h 148"/>
                <a:gd name="T58" fmla="*/ 84 w 139"/>
                <a:gd name="T59" fmla="*/ 78 h 148"/>
                <a:gd name="T60" fmla="*/ 81 w 139"/>
                <a:gd name="T61" fmla="*/ 69 h 148"/>
                <a:gd name="T62" fmla="*/ 72 w 139"/>
                <a:gd name="T63" fmla="*/ 63 h 148"/>
                <a:gd name="T64" fmla="*/ 72 w 139"/>
                <a:gd name="T65" fmla="*/ 54 h 148"/>
                <a:gd name="T66" fmla="*/ 72 w 139"/>
                <a:gd name="T67" fmla="*/ 42 h 148"/>
                <a:gd name="T68" fmla="*/ 72 w 139"/>
                <a:gd name="T69" fmla="*/ 33 h 148"/>
                <a:gd name="T70" fmla="*/ 63 w 139"/>
                <a:gd name="T71" fmla="*/ 30 h 148"/>
                <a:gd name="T72" fmla="*/ 54 w 139"/>
                <a:gd name="T73" fmla="*/ 21 h 148"/>
                <a:gd name="T74" fmla="*/ 45 w 139"/>
                <a:gd name="T75" fmla="*/ 21 h 148"/>
                <a:gd name="T76" fmla="*/ 36 w 139"/>
                <a:gd name="T77" fmla="*/ 18 h 148"/>
                <a:gd name="T78" fmla="*/ 27 w 139"/>
                <a:gd name="T79" fmla="*/ 12 h 148"/>
                <a:gd name="T80" fmla="*/ 18 w 139"/>
                <a:gd name="T81" fmla="*/ 3 h 148"/>
                <a:gd name="T82" fmla="*/ 9 w 139"/>
                <a:gd name="T83" fmla="*/ 0 h 148"/>
                <a:gd name="T84" fmla="*/ 0 w 139"/>
                <a:gd name="T85" fmla="*/ 3 h 148"/>
                <a:gd name="T86" fmla="*/ 0 w 139"/>
                <a:gd name="T87" fmla="*/ 3 h 14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39" h="148">
                  <a:moveTo>
                    <a:pt x="0" y="3"/>
                  </a:moveTo>
                  <a:lnTo>
                    <a:pt x="6" y="18"/>
                  </a:lnTo>
                  <a:lnTo>
                    <a:pt x="12" y="27"/>
                  </a:lnTo>
                  <a:lnTo>
                    <a:pt x="15" y="39"/>
                  </a:lnTo>
                  <a:lnTo>
                    <a:pt x="21" y="48"/>
                  </a:lnTo>
                  <a:lnTo>
                    <a:pt x="27" y="57"/>
                  </a:lnTo>
                  <a:lnTo>
                    <a:pt x="30" y="66"/>
                  </a:lnTo>
                  <a:lnTo>
                    <a:pt x="36" y="75"/>
                  </a:lnTo>
                  <a:lnTo>
                    <a:pt x="39" y="84"/>
                  </a:lnTo>
                  <a:lnTo>
                    <a:pt x="42" y="93"/>
                  </a:lnTo>
                  <a:lnTo>
                    <a:pt x="48" y="102"/>
                  </a:lnTo>
                  <a:lnTo>
                    <a:pt x="51" y="111"/>
                  </a:lnTo>
                  <a:lnTo>
                    <a:pt x="57" y="120"/>
                  </a:lnTo>
                  <a:lnTo>
                    <a:pt x="63" y="129"/>
                  </a:lnTo>
                  <a:lnTo>
                    <a:pt x="72" y="129"/>
                  </a:lnTo>
                  <a:lnTo>
                    <a:pt x="81" y="129"/>
                  </a:lnTo>
                  <a:lnTo>
                    <a:pt x="90" y="135"/>
                  </a:lnTo>
                  <a:lnTo>
                    <a:pt x="99" y="141"/>
                  </a:lnTo>
                  <a:lnTo>
                    <a:pt x="108" y="147"/>
                  </a:lnTo>
                  <a:lnTo>
                    <a:pt x="117" y="147"/>
                  </a:lnTo>
                  <a:lnTo>
                    <a:pt x="126" y="147"/>
                  </a:lnTo>
                  <a:lnTo>
                    <a:pt x="135" y="147"/>
                  </a:lnTo>
                  <a:lnTo>
                    <a:pt x="138" y="138"/>
                  </a:lnTo>
                  <a:lnTo>
                    <a:pt x="135" y="129"/>
                  </a:lnTo>
                  <a:lnTo>
                    <a:pt x="126" y="123"/>
                  </a:lnTo>
                  <a:lnTo>
                    <a:pt x="120" y="114"/>
                  </a:lnTo>
                  <a:lnTo>
                    <a:pt x="114" y="105"/>
                  </a:lnTo>
                  <a:lnTo>
                    <a:pt x="105" y="96"/>
                  </a:lnTo>
                  <a:lnTo>
                    <a:pt x="96" y="90"/>
                  </a:lnTo>
                  <a:lnTo>
                    <a:pt x="84" y="78"/>
                  </a:lnTo>
                  <a:lnTo>
                    <a:pt x="81" y="69"/>
                  </a:lnTo>
                  <a:lnTo>
                    <a:pt x="72" y="63"/>
                  </a:lnTo>
                  <a:lnTo>
                    <a:pt x="72" y="54"/>
                  </a:lnTo>
                  <a:lnTo>
                    <a:pt x="72" y="42"/>
                  </a:lnTo>
                  <a:lnTo>
                    <a:pt x="72" y="33"/>
                  </a:lnTo>
                  <a:lnTo>
                    <a:pt x="63" y="30"/>
                  </a:lnTo>
                  <a:lnTo>
                    <a:pt x="54" y="21"/>
                  </a:lnTo>
                  <a:lnTo>
                    <a:pt x="45" y="21"/>
                  </a:lnTo>
                  <a:lnTo>
                    <a:pt x="36" y="18"/>
                  </a:lnTo>
                  <a:lnTo>
                    <a:pt x="27" y="12"/>
                  </a:lnTo>
                  <a:lnTo>
                    <a:pt x="18" y="3"/>
                  </a:lnTo>
                  <a:lnTo>
                    <a:pt x="9" y="0"/>
                  </a:lnTo>
                  <a:lnTo>
                    <a:pt x="0" y="3"/>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379943" name="Freeform 38">
              <a:extLst>
                <a:ext uri="{FF2B5EF4-FFF2-40B4-BE49-F238E27FC236}">
                  <a16:creationId xmlns:a16="http://schemas.microsoft.com/office/drawing/2014/main" id="{5EE0AD6E-5C2B-188C-9DDF-D529A5F7CDCB}"/>
                </a:ext>
              </a:extLst>
            </p:cNvPr>
            <p:cNvSpPr>
              <a:spLocks/>
            </p:cNvSpPr>
            <p:nvPr/>
          </p:nvSpPr>
          <p:spPr bwMode="auto">
            <a:xfrm>
              <a:off x="2221" y="2622"/>
              <a:ext cx="139" cy="148"/>
            </a:xfrm>
            <a:custGeom>
              <a:avLst/>
              <a:gdLst>
                <a:gd name="T0" fmla="*/ 0 w 139"/>
                <a:gd name="T1" fmla="*/ 3 h 148"/>
                <a:gd name="T2" fmla="*/ 6 w 139"/>
                <a:gd name="T3" fmla="*/ 18 h 148"/>
                <a:gd name="T4" fmla="*/ 12 w 139"/>
                <a:gd name="T5" fmla="*/ 27 h 148"/>
                <a:gd name="T6" fmla="*/ 15 w 139"/>
                <a:gd name="T7" fmla="*/ 39 h 148"/>
                <a:gd name="T8" fmla="*/ 21 w 139"/>
                <a:gd name="T9" fmla="*/ 48 h 148"/>
                <a:gd name="T10" fmla="*/ 27 w 139"/>
                <a:gd name="T11" fmla="*/ 57 h 148"/>
                <a:gd name="T12" fmla="*/ 30 w 139"/>
                <a:gd name="T13" fmla="*/ 66 h 148"/>
                <a:gd name="T14" fmla="*/ 36 w 139"/>
                <a:gd name="T15" fmla="*/ 75 h 148"/>
                <a:gd name="T16" fmla="*/ 39 w 139"/>
                <a:gd name="T17" fmla="*/ 84 h 148"/>
                <a:gd name="T18" fmla="*/ 42 w 139"/>
                <a:gd name="T19" fmla="*/ 93 h 148"/>
                <a:gd name="T20" fmla="*/ 48 w 139"/>
                <a:gd name="T21" fmla="*/ 102 h 148"/>
                <a:gd name="T22" fmla="*/ 51 w 139"/>
                <a:gd name="T23" fmla="*/ 111 h 148"/>
                <a:gd name="T24" fmla="*/ 57 w 139"/>
                <a:gd name="T25" fmla="*/ 120 h 148"/>
                <a:gd name="T26" fmla="*/ 63 w 139"/>
                <a:gd name="T27" fmla="*/ 129 h 148"/>
                <a:gd name="T28" fmla="*/ 72 w 139"/>
                <a:gd name="T29" fmla="*/ 129 h 148"/>
                <a:gd name="T30" fmla="*/ 81 w 139"/>
                <a:gd name="T31" fmla="*/ 129 h 148"/>
                <a:gd name="T32" fmla="*/ 90 w 139"/>
                <a:gd name="T33" fmla="*/ 135 h 148"/>
                <a:gd name="T34" fmla="*/ 99 w 139"/>
                <a:gd name="T35" fmla="*/ 141 h 148"/>
                <a:gd name="T36" fmla="*/ 108 w 139"/>
                <a:gd name="T37" fmla="*/ 147 h 148"/>
                <a:gd name="T38" fmla="*/ 117 w 139"/>
                <a:gd name="T39" fmla="*/ 147 h 148"/>
                <a:gd name="T40" fmla="*/ 126 w 139"/>
                <a:gd name="T41" fmla="*/ 147 h 148"/>
                <a:gd name="T42" fmla="*/ 135 w 139"/>
                <a:gd name="T43" fmla="*/ 147 h 148"/>
                <a:gd name="T44" fmla="*/ 138 w 139"/>
                <a:gd name="T45" fmla="*/ 138 h 148"/>
                <a:gd name="T46" fmla="*/ 135 w 139"/>
                <a:gd name="T47" fmla="*/ 129 h 148"/>
                <a:gd name="T48" fmla="*/ 126 w 139"/>
                <a:gd name="T49" fmla="*/ 123 h 148"/>
                <a:gd name="T50" fmla="*/ 120 w 139"/>
                <a:gd name="T51" fmla="*/ 114 h 148"/>
                <a:gd name="T52" fmla="*/ 114 w 139"/>
                <a:gd name="T53" fmla="*/ 105 h 148"/>
                <a:gd name="T54" fmla="*/ 105 w 139"/>
                <a:gd name="T55" fmla="*/ 96 h 148"/>
                <a:gd name="T56" fmla="*/ 96 w 139"/>
                <a:gd name="T57" fmla="*/ 90 h 148"/>
                <a:gd name="T58" fmla="*/ 84 w 139"/>
                <a:gd name="T59" fmla="*/ 78 h 148"/>
                <a:gd name="T60" fmla="*/ 81 w 139"/>
                <a:gd name="T61" fmla="*/ 69 h 148"/>
                <a:gd name="T62" fmla="*/ 72 w 139"/>
                <a:gd name="T63" fmla="*/ 63 h 148"/>
                <a:gd name="T64" fmla="*/ 72 w 139"/>
                <a:gd name="T65" fmla="*/ 54 h 148"/>
                <a:gd name="T66" fmla="*/ 72 w 139"/>
                <a:gd name="T67" fmla="*/ 42 h 148"/>
                <a:gd name="T68" fmla="*/ 72 w 139"/>
                <a:gd name="T69" fmla="*/ 33 h 148"/>
                <a:gd name="T70" fmla="*/ 63 w 139"/>
                <a:gd name="T71" fmla="*/ 30 h 148"/>
                <a:gd name="T72" fmla="*/ 54 w 139"/>
                <a:gd name="T73" fmla="*/ 21 h 148"/>
                <a:gd name="T74" fmla="*/ 45 w 139"/>
                <a:gd name="T75" fmla="*/ 21 h 148"/>
                <a:gd name="T76" fmla="*/ 36 w 139"/>
                <a:gd name="T77" fmla="*/ 18 h 148"/>
                <a:gd name="T78" fmla="*/ 27 w 139"/>
                <a:gd name="T79" fmla="*/ 12 h 148"/>
                <a:gd name="T80" fmla="*/ 18 w 139"/>
                <a:gd name="T81" fmla="*/ 3 h 148"/>
                <a:gd name="T82" fmla="*/ 9 w 139"/>
                <a:gd name="T83" fmla="*/ 0 h 148"/>
                <a:gd name="T84" fmla="*/ 0 w 139"/>
                <a:gd name="T85" fmla="*/ 3 h 148"/>
                <a:gd name="T86" fmla="*/ 0 w 139"/>
                <a:gd name="T87" fmla="*/ 3 h 14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39" h="148">
                  <a:moveTo>
                    <a:pt x="0" y="3"/>
                  </a:moveTo>
                  <a:lnTo>
                    <a:pt x="6" y="18"/>
                  </a:lnTo>
                  <a:lnTo>
                    <a:pt x="12" y="27"/>
                  </a:lnTo>
                  <a:lnTo>
                    <a:pt x="15" y="39"/>
                  </a:lnTo>
                  <a:lnTo>
                    <a:pt x="21" y="48"/>
                  </a:lnTo>
                  <a:lnTo>
                    <a:pt x="27" y="57"/>
                  </a:lnTo>
                  <a:lnTo>
                    <a:pt x="30" y="66"/>
                  </a:lnTo>
                  <a:lnTo>
                    <a:pt x="36" y="75"/>
                  </a:lnTo>
                  <a:lnTo>
                    <a:pt x="39" y="84"/>
                  </a:lnTo>
                  <a:lnTo>
                    <a:pt x="42" y="93"/>
                  </a:lnTo>
                  <a:lnTo>
                    <a:pt x="48" y="102"/>
                  </a:lnTo>
                  <a:lnTo>
                    <a:pt x="51" y="111"/>
                  </a:lnTo>
                  <a:lnTo>
                    <a:pt x="57" y="120"/>
                  </a:lnTo>
                  <a:lnTo>
                    <a:pt x="63" y="129"/>
                  </a:lnTo>
                  <a:lnTo>
                    <a:pt x="72" y="129"/>
                  </a:lnTo>
                  <a:lnTo>
                    <a:pt x="81" y="129"/>
                  </a:lnTo>
                  <a:lnTo>
                    <a:pt x="90" y="135"/>
                  </a:lnTo>
                  <a:lnTo>
                    <a:pt x="99" y="141"/>
                  </a:lnTo>
                  <a:lnTo>
                    <a:pt x="108" y="147"/>
                  </a:lnTo>
                  <a:lnTo>
                    <a:pt x="117" y="147"/>
                  </a:lnTo>
                  <a:lnTo>
                    <a:pt x="126" y="147"/>
                  </a:lnTo>
                  <a:lnTo>
                    <a:pt x="135" y="147"/>
                  </a:lnTo>
                  <a:lnTo>
                    <a:pt x="138" y="138"/>
                  </a:lnTo>
                  <a:lnTo>
                    <a:pt x="135" y="129"/>
                  </a:lnTo>
                  <a:lnTo>
                    <a:pt x="126" y="123"/>
                  </a:lnTo>
                  <a:lnTo>
                    <a:pt x="120" y="114"/>
                  </a:lnTo>
                  <a:lnTo>
                    <a:pt x="114" y="105"/>
                  </a:lnTo>
                  <a:lnTo>
                    <a:pt x="105" y="96"/>
                  </a:lnTo>
                  <a:lnTo>
                    <a:pt x="96" y="90"/>
                  </a:lnTo>
                  <a:lnTo>
                    <a:pt x="84" y="78"/>
                  </a:lnTo>
                  <a:lnTo>
                    <a:pt x="81" y="69"/>
                  </a:lnTo>
                  <a:lnTo>
                    <a:pt x="72" y="63"/>
                  </a:lnTo>
                  <a:lnTo>
                    <a:pt x="72" y="54"/>
                  </a:lnTo>
                  <a:lnTo>
                    <a:pt x="72" y="42"/>
                  </a:lnTo>
                  <a:lnTo>
                    <a:pt x="72" y="33"/>
                  </a:lnTo>
                  <a:lnTo>
                    <a:pt x="63" y="30"/>
                  </a:lnTo>
                  <a:lnTo>
                    <a:pt x="54" y="21"/>
                  </a:lnTo>
                  <a:lnTo>
                    <a:pt x="45" y="21"/>
                  </a:lnTo>
                  <a:lnTo>
                    <a:pt x="36" y="18"/>
                  </a:lnTo>
                  <a:lnTo>
                    <a:pt x="27" y="12"/>
                  </a:lnTo>
                  <a:lnTo>
                    <a:pt x="18" y="3"/>
                  </a:lnTo>
                  <a:lnTo>
                    <a:pt x="9" y="0"/>
                  </a:lnTo>
                  <a:lnTo>
                    <a:pt x="0" y="3"/>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3" name="바닥글 개체 틀 2">
            <a:extLst>
              <a:ext uri="{FF2B5EF4-FFF2-40B4-BE49-F238E27FC236}">
                <a16:creationId xmlns:a16="http://schemas.microsoft.com/office/drawing/2014/main" id="{2D31A65C-1D61-864C-FF51-52B49546F762}"/>
              </a:ext>
            </a:extLst>
          </p:cNvPr>
          <p:cNvSpPr>
            <a:spLocks noGrp="1"/>
          </p:cNvSpPr>
          <p:nvPr>
            <p:ph type="ftr" sz="quarter" idx="10"/>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r>
              <a:rPr kumimoji="0" lang="ko-KR" altLang="en-US" sz="700">
                <a:latin typeface="Arial" panose="020B0604020202020204" pitchFamily="34" charset="0"/>
              </a:rPr>
              <a:t>Presentation Title  |  Confidential  | Document Id </a:t>
            </a:r>
            <a:endParaRPr kumimoji="0" lang="en-US" altLang="ko-KR" sz="700">
              <a:latin typeface="Arial" panose="020B0604020202020204" pitchFamily="34" charset="0"/>
            </a:endParaRPr>
          </a:p>
        </p:txBody>
      </p:sp>
      <p:sp>
        <p:nvSpPr>
          <p:cNvPr id="381954" name="슬라이드 번호 개체 틀 3">
            <a:extLst>
              <a:ext uri="{FF2B5EF4-FFF2-40B4-BE49-F238E27FC236}">
                <a16:creationId xmlns:a16="http://schemas.microsoft.com/office/drawing/2014/main" id="{CAED8C5E-3CA7-8537-FC5C-781940E67198}"/>
              </a:ext>
            </a:extLst>
          </p:cNvPr>
          <p:cNvSpPr>
            <a:spLocks noGrp="1"/>
          </p:cNvSpPr>
          <p:nvPr>
            <p:ph type="sldNum" sz="quarter" idx="1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893763" latinLnBrk="1">
              <a:defRPr kumimoji="1" sz="1100">
                <a:solidFill>
                  <a:schemeClr val="tx1"/>
                </a:solidFill>
                <a:latin typeface="굴림" panose="020B0600000101010101" pitchFamily="34" charset="-127"/>
                <a:ea typeface="굴림" panose="020B0600000101010101" pitchFamily="34" charset="-127"/>
              </a:defRPr>
            </a:lvl1pPr>
            <a:lvl2pPr marL="742950" indent="-285750" defTabSz="893763" latinLnBrk="1">
              <a:buChar char="•"/>
              <a:defRPr kumimoji="1" sz="1100">
                <a:solidFill>
                  <a:schemeClr val="tx1"/>
                </a:solidFill>
                <a:latin typeface="굴림" panose="020B0600000101010101" pitchFamily="34" charset="-127"/>
                <a:ea typeface="굴림" panose="020B0600000101010101" pitchFamily="34" charset="-127"/>
              </a:defRPr>
            </a:lvl2pPr>
            <a:lvl3pPr marL="1143000" indent="-228600" defTabSz="893763" latinLnBrk="1">
              <a:buChar char="–"/>
              <a:defRPr kumimoji="1" sz="1100">
                <a:solidFill>
                  <a:schemeClr val="tx1"/>
                </a:solidFill>
                <a:latin typeface="굴림" panose="020B0600000101010101" pitchFamily="34" charset="-127"/>
                <a:ea typeface="굴림" panose="020B0600000101010101" pitchFamily="34" charset="-127"/>
              </a:defRPr>
            </a:lvl3pPr>
            <a:lvl4pPr marL="1600200" indent="-228600" defTabSz="893763" latinLnBrk="1">
              <a:buChar char="·"/>
              <a:defRPr kumimoji="1" sz="1100">
                <a:solidFill>
                  <a:schemeClr val="tx1"/>
                </a:solidFill>
                <a:latin typeface="굴림" panose="020B0600000101010101" pitchFamily="34" charset="-127"/>
                <a:ea typeface="굴림" panose="020B0600000101010101" pitchFamily="34" charset="-127"/>
              </a:defRPr>
            </a:lvl4pPr>
            <a:lvl5pPr marL="2057400" indent="-228600" defTabSz="893763" latinLnBrk="1">
              <a:defRPr kumimoji="1" sz="1100">
                <a:solidFill>
                  <a:schemeClr val="tx1"/>
                </a:solidFill>
                <a:latin typeface="굴림" panose="020B0600000101010101" pitchFamily="34" charset="-127"/>
                <a:ea typeface="굴림" panose="020B0600000101010101" pitchFamily="34" charset="-127"/>
              </a:defRPr>
            </a:lvl5pPr>
            <a:lvl6pPr marL="25146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9718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34290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886200" indent="-228600" defTabSz="893763"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latinLnBrk="0"/>
            <a:fld id="{AFB411D2-AD18-FF46-9AEA-088B44AD3024}" type="slidenum">
              <a:rPr kumimoji="0" lang="ko-KR" altLang="en-US" smtClean="0">
                <a:latin typeface="Arial" panose="020B0604020202020204" pitchFamily="34" charset="0"/>
              </a:rPr>
              <a:pPr latinLnBrk="0"/>
              <a:t>63</a:t>
            </a:fld>
            <a:endParaRPr kumimoji="0" lang="en-US" altLang="ko-KR">
              <a:latin typeface="Arial" panose="020B0604020202020204" pitchFamily="34" charset="0"/>
            </a:endParaRPr>
          </a:p>
        </p:txBody>
      </p:sp>
      <p:sp>
        <p:nvSpPr>
          <p:cNvPr id="381955" name="Rectangle 2">
            <a:extLst>
              <a:ext uri="{FF2B5EF4-FFF2-40B4-BE49-F238E27FC236}">
                <a16:creationId xmlns:a16="http://schemas.microsoft.com/office/drawing/2014/main" id="{D439BE46-1616-4B50-2FCF-1F17335C925D}"/>
              </a:ext>
            </a:extLst>
          </p:cNvPr>
          <p:cNvSpPr>
            <a:spLocks noGrp="1" noChangeArrowheads="1"/>
          </p:cNvSpPr>
          <p:nvPr>
            <p:ph type="title"/>
          </p:nvPr>
        </p:nvSpPr>
        <p:spPr/>
        <p:txBody>
          <a:bodyPr/>
          <a:lstStyle/>
          <a:p>
            <a:pPr defTabSz="1019175" eaLnBrk="1" hangingPunct="1"/>
            <a:r>
              <a:rPr lang="ko-KR" altLang="en-US"/>
              <a:t>4 </a:t>
            </a:r>
            <a:r>
              <a:rPr lang="en-US" altLang="ko-KR"/>
              <a:t>BOX FLOW</a:t>
            </a:r>
          </a:p>
        </p:txBody>
      </p:sp>
      <p:sp>
        <p:nvSpPr>
          <p:cNvPr id="381956" name="AutoShape 3">
            <a:extLst>
              <a:ext uri="{FF2B5EF4-FFF2-40B4-BE49-F238E27FC236}">
                <a16:creationId xmlns:a16="http://schemas.microsoft.com/office/drawing/2014/main" id="{53586600-5CC4-27A3-C4B8-157D40842CD0}"/>
              </a:ext>
            </a:extLst>
          </p:cNvPr>
          <p:cNvSpPr>
            <a:spLocks noChangeArrowheads="1"/>
          </p:cNvSpPr>
          <p:nvPr/>
        </p:nvSpPr>
        <p:spPr bwMode="auto">
          <a:xfrm rot="-5400000">
            <a:off x="3399631" y="3996532"/>
            <a:ext cx="1584325" cy="2354262"/>
          </a:xfrm>
          <a:prstGeom prst="downArrowCallout">
            <a:avLst>
              <a:gd name="adj1" fmla="val 25000"/>
              <a:gd name="adj2" fmla="val 25000"/>
              <a:gd name="adj3" fmla="val 24766"/>
              <a:gd name="adj4" fmla="val 80773"/>
            </a:avLst>
          </a:prstGeom>
          <a:solidFill>
            <a:schemeClr val="accent1"/>
          </a:solidFill>
          <a:ln w="9525">
            <a:solidFill>
              <a:schemeClr val="tx1"/>
            </a:solidFill>
            <a:miter lim="800000"/>
            <a:headEnd type="none" w="sm" len="sm"/>
            <a:tailEnd type="none" w="sm" len="sm"/>
          </a:ln>
          <a:effectLst/>
          <a:extLst>
            <a:ext uri="{AF507438-7753-43E0-B8FC-AC1667EBCBE1}">
              <a14:hiddenEffects xmlns:a14="http://schemas.microsoft.com/office/drawing/2010/main">
                <a:effectLst>
                  <a:outerShdw dist="107763" dir="8100000" algn="ctr" rotWithShape="0">
                    <a:schemeClr val="folHlink"/>
                  </a:outerShdw>
                </a:effectLst>
              </a14:hiddenEffects>
            </a:ext>
          </a:extLst>
        </p:spPr>
        <p:txBody>
          <a:bodyPr vert="eaVert"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81957" name="AutoShape 4">
            <a:extLst>
              <a:ext uri="{FF2B5EF4-FFF2-40B4-BE49-F238E27FC236}">
                <a16:creationId xmlns:a16="http://schemas.microsoft.com/office/drawing/2014/main" id="{6468811D-2DC9-D936-10B3-DE0A8945AEF9}"/>
              </a:ext>
            </a:extLst>
          </p:cNvPr>
          <p:cNvSpPr>
            <a:spLocks noChangeArrowheads="1"/>
          </p:cNvSpPr>
          <p:nvPr/>
        </p:nvSpPr>
        <p:spPr bwMode="auto">
          <a:xfrm>
            <a:off x="3016250" y="2670175"/>
            <a:ext cx="1820863" cy="1931988"/>
          </a:xfrm>
          <a:prstGeom prst="downArrowCallout">
            <a:avLst>
              <a:gd name="adj1" fmla="val 25000"/>
              <a:gd name="adj2" fmla="val 25000"/>
              <a:gd name="adj3" fmla="val 17684"/>
              <a:gd name="adj4" fmla="val 80773"/>
            </a:avLst>
          </a:prstGeom>
          <a:solidFill>
            <a:schemeClr val="accent1"/>
          </a:solidFill>
          <a:ln w="9525">
            <a:solidFill>
              <a:schemeClr val="tx1"/>
            </a:solidFill>
            <a:miter lim="800000"/>
            <a:headEnd type="none" w="sm" len="sm"/>
            <a:tailEnd type="none" w="sm" len="sm"/>
          </a:ln>
          <a:effectLst/>
          <a:extLst>
            <a:ext uri="{AF507438-7753-43E0-B8FC-AC1667EBCBE1}">
              <a14:hiddenEffects xmlns:a14="http://schemas.microsoft.com/office/drawing/2010/main">
                <a:effectLst>
                  <a:outerShdw dist="107763" dir="8100000" algn="ctr" rotWithShape="0">
                    <a:schemeClr val="folHlink"/>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81958" name="AutoShape 5">
            <a:extLst>
              <a:ext uri="{FF2B5EF4-FFF2-40B4-BE49-F238E27FC236}">
                <a16:creationId xmlns:a16="http://schemas.microsoft.com/office/drawing/2014/main" id="{34240227-B4F3-F243-8007-D05F9A963D67}"/>
              </a:ext>
            </a:extLst>
          </p:cNvPr>
          <p:cNvSpPr>
            <a:spLocks noChangeArrowheads="1"/>
          </p:cNvSpPr>
          <p:nvPr/>
        </p:nvSpPr>
        <p:spPr bwMode="auto">
          <a:xfrm rot="5400000" flipH="1">
            <a:off x="4997450" y="2327275"/>
            <a:ext cx="1584325" cy="2270125"/>
          </a:xfrm>
          <a:prstGeom prst="downArrowCallout">
            <a:avLst>
              <a:gd name="adj1" fmla="val 25000"/>
              <a:gd name="adj2" fmla="val 25000"/>
              <a:gd name="adj3" fmla="val 23881"/>
              <a:gd name="adj4" fmla="val 80773"/>
            </a:avLst>
          </a:prstGeom>
          <a:solidFill>
            <a:schemeClr val="accent1"/>
          </a:solidFill>
          <a:ln w="9525">
            <a:solidFill>
              <a:schemeClr val="tx1"/>
            </a:solidFill>
            <a:miter lim="800000"/>
            <a:headEnd type="none" w="sm" len="sm"/>
            <a:tailEnd type="none" w="sm" len="sm"/>
          </a:ln>
          <a:effectLst/>
          <a:extLst>
            <a:ext uri="{AF507438-7753-43E0-B8FC-AC1667EBCBE1}">
              <a14:hiddenEffects xmlns:a14="http://schemas.microsoft.com/office/drawing/2010/main">
                <a:effectLst>
                  <a:outerShdw dist="107763" dir="8100000" algn="ctr" rotWithShape="0">
                    <a:schemeClr val="folHlink"/>
                  </a:outerShdw>
                </a:effectLst>
              </a14:hiddenEffects>
            </a:ext>
          </a:extLst>
        </p:spPr>
        <p:txBody>
          <a:bodyPr rot="10800000" vert="eaVert"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81959" name="AutoShape 6">
            <a:extLst>
              <a:ext uri="{FF2B5EF4-FFF2-40B4-BE49-F238E27FC236}">
                <a16:creationId xmlns:a16="http://schemas.microsoft.com/office/drawing/2014/main" id="{CEEB1F69-3FD6-446C-77F7-1211B6C429F5}"/>
              </a:ext>
            </a:extLst>
          </p:cNvPr>
          <p:cNvSpPr>
            <a:spLocks noChangeArrowheads="1"/>
          </p:cNvSpPr>
          <p:nvPr/>
        </p:nvSpPr>
        <p:spPr bwMode="auto">
          <a:xfrm flipV="1">
            <a:off x="5111750" y="4008438"/>
            <a:ext cx="1819275" cy="1966912"/>
          </a:xfrm>
          <a:prstGeom prst="downArrowCallout">
            <a:avLst>
              <a:gd name="adj1" fmla="val 25000"/>
              <a:gd name="adj2" fmla="val 25000"/>
              <a:gd name="adj3" fmla="val 18019"/>
              <a:gd name="adj4" fmla="val 80773"/>
            </a:avLst>
          </a:prstGeom>
          <a:solidFill>
            <a:schemeClr val="accent1"/>
          </a:solidFill>
          <a:ln w="9525">
            <a:solidFill>
              <a:schemeClr val="tx1"/>
            </a:solidFill>
            <a:miter lim="800000"/>
            <a:headEnd type="none" w="sm" len="sm"/>
            <a:tailEnd type="none" w="sm" len="sm"/>
          </a:ln>
          <a:effectLst/>
          <a:extLst>
            <a:ext uri="{AF507438-7753-43E0-B8FC-AC1667EBCBE1}">
              <a14:hiddenEffects xmlns:a14="http://schemas.microsoft.com/office/drawing/2010/main">
                <a:effectLst>
                  <a:outerShdw dist="107763" dir="8100000" algn="ctr" rotWithShape="0">
                    <a:schemeClr val="folHlink"/>
                  </a:outerShdw>
                </a:effectLst>
              </a14:hiddenEffects>
            </a:ext>
          </a:extLst>
        </p:spPr>
        <p:txBody>
          <a:bodyPr rot="10800000"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grpSp>
        <p:nvGrpSpPr>
          <p:cNvPr id="381960" name="Group 7">
            <a:extLst>
              <a:ext uri="{FF2B5EF4-FFF2-40B4-BE49-F238E27FC236}">
                <a16:creationId xmlns:a16="http://schemas.microsoft.com/office/drawing/2014/main" id="{5C35B27B-F590-F751-FEA0-A4D862832C0E}"/>
              </a:ext>
            </a:extLst>
          </p:cNvPr>
          <p:cNvGrpSpPr>
            <a:grpSpLocks/>
          </p:cNvGrpSpPr>
          <p:nvPr/>
        </p:nvGrpSpPr>
        <p:grpSpPr bwMode="auto">
          <a:xfrm>
            <a:off x="4684713" y="4759325"/>
            <a:ext cx="676275" cy="828675"/>
            <a:chOff x="3144" y="3312"/>
            <a:chExt cx="498" cy="564"/>
          </a:xfrm>
        </p:grpSpPr>
        <p:sp>
          <p:nvSpPr>
            <p:cNvPr id="381965" name="AutoShape 8">
              <a:extLst>
                <a:ext uri="{FF2B5EF4-FFF2-40B4-BE49-F238E27FC236}">
                  <a16:creationId xmlns:a16="http://schemas.microsoft.com/office/drawing/2014/main" id="{7DC8D689-8A55-039D-5DF9-14E3EAF46C17}"/>
                </a:ext>
              </a:extLst>
            </p:cNvPr>
            <p:cNvSpPr>
              <a:spLocks noChangeArrowheads="1"/>
            </p:cNvSpPr>
            <p:nvPr/>
          </p:nvSpPr>
          <p:spPr bwMode="auto">
            <a:xfrm>
              <a:off x="3150" y="3312"/>
              <a:ext cx="492" cy="564"/>
            </a:xfrm>
            <a:prstGeom prst="rightArrow">
              <a:avLst>
                <a:gd name="adj1" fmla="val 47519"/>
                <a:gd name="adj2" fmla="val 58130"/>
              </a:avLst>
            </a:prstGeom>
            <a:solidFill>
              <a:schemeClr val="accent1"/>
            </a:solidFill>
            <a:ln w="9525">
              <a:solidFill>
                <a:schemeClr val="tx1"/>
              </a:solidFill>
              <a:miter lim="800000"/>
              <a:headEnd type="none" w="sm" len="sm"/>
              <a:tailEnd type="none" w="sm" len="sm"/>
            </a:ln>
            <a:effectLst/>
            <a:extLst>
              <a:ext uri="{AF507438-7753-43E0-B8FC-AC1667EBCBE1}">
                <a14:hiddenEffects xmlns:a14="http://schemas.microsoft.com/office/drawing/2010/main">
                  <a:effectLst>
                    <a:outerShdw dist="107763" dir="2700000" algn="ctr" rotWithShape="0">
                      <a:schemeClr val="folHlink"/>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sp>
          <p:nvSpPr>
            <p:cNvPr id="381966" name="Rectangle 9">
              <a:extLst>
                <a:ext uri="{FF2B5EF4-FFF2-40B4-BE49-F238E27FC236}">
                  <a16:creationId xmlns:a16="http://schemas.microsoft.com/office/drawing/2014/main" id="{4D50D2ED-5254-66D6-473A-77956690547E}"/>
                </a:ext>
              </a:extLst>
            </p:cNvPr>
            <p:cNvSpPr>
              <a:spLocks noChangeArrowheads="1"/>
            </p:cNvSpPr>
            <p:nvPr/>
          </p:nvSpPr>
          <p:spPr bwMode="auto">
            <a:xfrm>
              <a:off x="3144" y="3456"/>
              <a:ext cx="162" cy="331"/>
            </a:xfrm>
            <a:prstGeom prst="rect">
              <a:avLst/>
            </a:prstGeom>
            <a:solidFill>
              <a:schemeClr val="accent1"/>
            </a:solidFill>
            <a:ln w="9525">
              <a:solidFill>
                <a:schemeClr val="bg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155" tIns="40078" rIns="80155" bIns="40078" anchor="ctr"/>
            <a:lstStyle>
              <a:lvl1pPr defTabSz="801688" latinLnBrk="1">
                <a:defRPr kumimoji="1" sz="1100">
                  <a:solidFill>
                    <a:schemeClr val="tx1"/>
                  </a:solidFill>
                  <a:latin typeface="굴림" panose="020B0600000101010101" pitchFamily="34" charset="-127"/>
                  <a:ea typeface="굴림" panose="020B0600000101010101" pitchFamily="34" charset="-127"/>
                </a:defRPr>
              </a:lvl1pPr>
              <a:lvl2pPr marL="400050" indent="-98425" defTabSz="801688" latinLnBrk="1">
                <a:buChar char="•"/>
                <a:defRPr kumimoji="1" sz="1100">
                  <a:solidFill>
                    <a:schemeClr val="tx1"/>
                  </a:solidFill>
                  <a:latin typeface="굴림" panose="020B0600000101010101" pitchFamily="34" charset="-127"/>
                  <a:ea typeface="굴림" panose="020B0600000101010101" pitchFamily="34" charset="-127"/>
                </a:defRPr>
              </a:lvl2pPr>
              <a:lvl3pPr marL="801688" indent="-98425" defTabSz="801688" latinLnBrk="1">
                <a:buChar char="–"/>
                <a:defRPr kumimoji="1" sz="1100">
                  <a:solidFill>
                    <a:schemeClr val="tx1"/>
                  </a:solidFill>
                  <a:latin typeface="굴림" panose="020B0600000101010101" pitchFamily="34" charset="-127"/>
                  <a:ea typeface="굴림" panose="020B0600000101010101" pitchFamily="34" charset="-127"/>
                </a:defRPr>
              </a:lvl3pPr>
              <a:lvl4pPr marL="1201738" indent="-98425" defTabSz="801688" latinLnBrk="1">
                <a:buChar char="·"/>
                <a:defRPr kumimoji="1" sz="1100">
                  <a:solidFill>
                    <a:schemeClr val="tx1"/>
                  </a:solidFill>
                  <a:latin typeface="굴림" panose="020B0600000101010101" pitchFamily="34" charset="-127"/>
                  <a:ea typeface="굴림" panose="020B0600000101010101" pitchFamily="34" charset="-127"/>
                </a:defRPr>
              </a:lvl4pPr>
              <a:lvl5pPr marL="1603375" indent="-92075" defTabSz="801688" latinLnBrk="1">
                <a:defRPr kumimoji="1" sz="1100">
                  <a:solidFill>
                    <a:schemeClr val="tx1"/>
                  </a:solidFill>
                  <a:latin typeface="굴림" panose="020B0600000101010101" pitchFamily="34" charset="-127"/>
                  <a:ea typeface="굴림" panose="020B0600000101010101" pitchFamily="34" charset="-127"/>
                </a:defRPr>
              </a:lvl5pPr>
              <a:lvl6pPr marL="20605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25177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29749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3432175" indent="-92075" defTabSz="801688"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algn="ctr" latinLnBrk="0"/>
              <a:endParaRPr kumimoji="0" lang="ko-KR" altLang="en-US">
                <a:latin typeface="Arial" panose="020B0604020202020204" pitchFamily="34" charset="0"/>
              </a:endParaRPr>
            </a:p>
          </p:txBody>
        </p:sp>
      </p:grpSp>
      <p:sp>
        <p:nvSpPr>
          <p:cNvPr id="381961" name="Rectangle 10">
            <a:extLst>
              <a:ext uri="{FF2B5EF4-FFF2-40B4-BE49-F238E27FC236}">
                <a16:creationId xmlns:a16="http://schemas.microsoft.com/office/drawing/2014/main" id="{0B788FAD-3E43-ADC2-6670-DF7CB8A5189E}"/>
              </a:ext>
            </a:extLst>
          </p:cNvPr>
          <p:cNvSpPr>
            <a:spLocks noChangeArrowheads="1"/>
          </p:cNvSpPr>
          <p:nvPr/>
        </p:nvSpPr>
        <p:spPr bwMode="auto">
          <a:xfrm>
            <a:off x="3078163" y="2738438"/>
            <a:ext cx="1608137"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Text</a:t>
            </a:r>
          </a:p>
        </p:txBody>
      </p:sp>
      <p:sp>
        <p:nvSpPr>
          <p:cNvPr id="381962" name="Rectangle 11">
            <a:extLst>
              <a:ext uri="{FF2B5EF4-FFF2-40B4-BE49-F238E27FC236}">
                <a16:creationId xmlns:a16="http://schemas.microsoft.com/office/drawing/2014/main" id="{DFC5BFED-8845-B148-F291-221257B0021F}"/>
              </a:ext>
            </a:extLst>
          </p:cNvPr>
          <p:cNvSpPr>
            <a:spLocks noChangeArrowheads="1"/>
          </p:cNvSpPr>
          <p:nvPr/>
        </p:nvSpPr>
        <p:spPr bwMode="auto">
          <a:xfrm>
            <a:off x="5189538" y="2738438"/>
            <a:ext cx="1608137"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Text</a:t>
            </a:r>
          </a:p>
        </p:txBody>
      </p:sp>
      <p:sp>
        <p:nvSpPr>
          <p:cNvPr id="381963" name="Rectangle 12">
            <a:extLst>
              <a:ext uri="{FF2B5EF4-FFF2-40B4-BE49-F238E27FC236}">
                <a16:creationId xmlns:a16="http://schemas.microsoft.com/office/drawing/2014/main" id="{6EFE8728-4708-CB45-DE8B-1115B0069CEB}"/>
              </a:ext>
            </a:extLst>
          </p:cNvPr>
          <p:cNvSpPr>
            <a:spLocks noChangeArrowheads="1"/>
          </p:cNvSpPr>
          <p:nvPr/>
        </p:nvSpPr>
        <p:spPr bwMode="auto">
          <a:xfrm>
            <a:off x="5189538" y="4440238"/>
            <a:ext cx="1608137"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Text</a:t>
            </a:r>
          </a:p>
        </p:txBody>
      </p:sp>
      <p:sp>
        <p:nvSpPr>
          <p:cNvPr id="381964" name="Rectangle 13">
            <a:extLst>
              <a:ext uri="{FF2B5EF4-FFF2-40B4-BE49-F238E27FC236}">
                <a16:creationId xmlns:a16="http://schemas.microsoft.com/office/drawing/2014/main" id="{A897E1B8-008A-1701-53BF-CA318D4F983C}"/>
              </a:ext>
            </a:extLst>
          </p:cNvPr>
          <p:cNvSpPr>
            <a:spLocks noChangeArrowheads="1"/>
          </p:cNvSpPr>
          <p:nvPr/>
        </p:nvSpPr>
        <p:spPr bwMode="auto">
          <a:xfrm>
            <a:off x="3044825" y="4440238"/>
            <a:ext cx="1609725"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spAutoFit/>
          </a:bodyPr>
          <a:lstStyle>
            <a:lvl1pPr defTabSz="1019175" latinLnBrk="1">
              <a:defRPr kumimoji="1" sz="1100">
                <a:solidFill>
                  <a:schemeClr val="tx1"/>
                </a:solidFill>
                <a:latin typeface="굴림" panose="020B0600000101010101" pitchFamily="34" charset="-127"/>
                <a:ea typeface="굴림" panose="020B0600000101010101" pitchFamily="34" charset="-127"/>
              </a:defRPr>
            </a:lvl1pPr>
            <a:lvl2pPr marL="114300" indent="-112713" defTabSz="1019175" latinLnBrk="1">
              <a:buChar char="•"/>
              <a:defRPr kumimoji="1" sz="1100">
                <a:solidFill>
                  <a:schemeClr val="tx1"/>
                </a:solidFill>
                <a:latin typeface="굴림" panose="020B0600000101010101" pitchFamily="34" charset="-127"/>
                <a:ea typeface="굴림" panose="020B0600000101010101" pitchFamily="34" charset="-127"/>
              </a:defRPr>
            </a:lvl2pPr>
            <a:lvl3pPr marL="228600" indent="-112713" defTabSz="1019175" latinLnBrk="1">
              <a:buChar char="–"/>
              <a:defRPr kumimoji="1" sz="1100">
                <a:solidFill>
                  <a:schemeClr val="tx1"/>
                </a:solidFill>
                <a:latin typeface="굴림" panose="020B0600000101010101" pitchFamily="34" charset="-127"/>
                <a:ea typeface="굴림" panose="020B0600000101010101" pitchFamily="34" charset="-127"/>
              </a:defRPr>
            </a:lvl3pPr>
            <a:lvl4pPr marL="342900" indent="-112713" defTabSz="1019175" latinLnBrk="1">
              <a:buChar char="·"/>
              <a:defRPr kumimoji="1" sz="1100">
                <a:solidFill>
                  <a:schemeClr val="tx1"/>
                </a:solidFill>
                <a:latin typeface="굴림" panose="020B0600000101010101" pitchFamily="34" charset="-127"/>
                <a:ea typeface="굴림" panose="020B0600000101010101" pitchFamily="34" charset="-127"/>
              </a:defRPr>
            </a:lvl4pPr>
            <a:lvl5pPr marL="455613" indent="-104775" defTabSz="1019175" latinLnBrk="1">
              <a:defRPr kumimoji="1" sz="1100">
                <a:solidFill>
                  <a:schemeClr val="tx1"/>
                </a:solidFill>
                <a:latin typeface="굴림" panose="020B0600000101010101" pitchFamily="34" charset="-127"/>
                <a:ea typeface="굴림" panose="020B0600000101010101" pitchFamily="34" charset="-127"/>
              </a:defRPr>
            </a:lvl5pPr>
            <a:lvl6pPr marL="9128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6pPr>
            <a:lvl7pPr marL="13700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7pPr>
            <a:lvl8pPr marL="18272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8pPr>
            <a:lvl9pPr marL="2284413" indent="-104775" defTabSz="1019175" eaLnBrk="0" fontAlgn="base" hangingPunct="0">
              <a:spcBef>
                <a:spcPct val="0"/>
              </a:spcBef>
              <a:spcAft>
                <a:spcPct val="0"/>
              </a:spcAft>
              <a:defRPr kumimoji="1" sz="1100">
                <a:solidFill>
                  <a:schemeClr val="tx1"/>
                </a:solidFill>
                <a:latin typeface="굴림" panose="020B0600000101010101" pitchFamily="34" charset="-127"/>
                <a:ea typeface="굴림" panose="020B0600000101010101" pitchFamily="34" charset="-127"/>
              </a:defRPr>
            </a:lvl9pPr>
          </a:lstStyle>
          <a:p>
            <a:pPr eaLnBrk="1" hangingPunct="1"/>
            <a:r>
              <a:rPr lang="en-US" altLang="ko-KR"/>
              <a:t>Text</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3" name="Freeform 1049">
            <a:extLst>
              <a:ext uri="{FF2B5EF4-FFF2-40B4-BE49-F238E27FC236}">
                <a16:creationId xmlns:a16="http://schemas.microsoft.com/office/drawing/2014/main" id="{A041CFE7-EAFD-8615-74C7-78E4A2148C4F}"/>
              </a:ext>
            </a:extLst>
          </p:cNvPr>
          <p:cNvSpPr>
            <a:spLocks/>
          </p:cNvSpPr>
          <p:nvPr/>
        </p:nvSpPr>
        <p:spPr bwMode="gray">
          <a:xfrm>
            <a:off x="3021013" y="2416175"/>
            <a:ext cx="2381250" cy="2365375"/>
          </a:xfrm>
          <a:custGeom>
            <a:avLst/>
            <a:gdLst>
              <a:gd name="T0" fmla="*/ 0 w 1900"/>
              <a:gd name="T1" fmla="*/ 2147483646 h 1826"/>
              <a:gd name="T2" fmla="*/ 2147483646 w 1900"/>
              <a:gd name="T3" fmla="*/ 0 h 1826"/>
              <a:gd name="T4" fmla="*/ 2147483646 w 1900"/>
              <a:gd name="T5" fmla="*/ 2147483646 h 1826"/>
              <a:gd name="T6" fmla="*/ 0 w 1900"/>
              <a:gd name="T7" fmla="*/ 2147483646 h 18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00" h="1826">
                <a:moveTo>
                  <a:pt x="0" y="1826"/>
                </a:moveTo>
                <a:lnTo>
                  <a:pt x="1167" y="0"/>
                </a:lnTo>
                <a:lnTo>
                  <a:pt x="1900" y="1567"/>
                </a:lnTo>
                <a:lnTo>
                  <a:pt x="0" y="1826"/>
                </a:lnTo>
                <a:close/>
              </a:path>
            </a:pathLst>
          </a:custGeom>
          <a:noFill/>
          <a:ln w="76200" cap="rnd" cmpd="sng">
            <a:solidFill>
              <a:srgbClr val="FF9900"/>
            </a:solidFill>
            <a:prstDash val="sysDot"/>
            <a:round/>
            <a:headEnd/>
            <a:tailEnd/>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074" name="Freeform 1050">
            <a:extLst>
              <a:ext uri="{FF2B5EF4-FFF2-40B4-BE49-F238E27FC236}">
                <a16:creationId xmlns:a16="http://schemas.microsoft.com/office/drawing/2014/main" id="{D2DA937C-1ACE-6474-A6DB-F69AA12AF138}"/>
              </a:ext>
            </a:extLst>
          </p:cNvPr>
          <p:cNvSpPr>
            <a:spLocks/>
          </p:cNvSpPr>
          <p:nvPr/>
        </p:nvSpPr>
        <p:spPr bwMode="gray">
          <a:xfrm>
            <a:off x="3306763" y="2668588"/>
            <a:ext cx="1811337" cy="1939925"/>
          </a:xfrm>
          <a:custGeom>
            <a:avLst/>
            <a:gdLst>
              <a:gd name="T0" fmla="*/ 0 w 1446"/>
              <a:gd name="T1" fmla="*/ 2147483646 h 1498"/>
              <a:gd name="T2" fmla="*/ 2147483646 w 1446"/>
              <a:gd name="T3" fmla="*/ 0 h 1498"/>
              <a:gd name="T4" fmla="*/ 2147483646 w 1446"/>
              <a:gd name="T5" fmla="*/ 2147483646 h 1498"/>
              <a:gd name="T6" fmla="*/ 0 w 1446"/>
              <a:gd name="T7" fmla="*/ 2147483646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76200" cmpd="sng">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075" name="Freeform 1051">
            <a:extLst>
              <a:ext uri="{FF2B5EF4-FFF2-40B4-BE49-F238E27FC236}">
                <a16:creationId xmlns:a16="http://schemas.microsoft.com/office/drawing/2014/main" id="{475F35B1-3ACB-B114-3579-50BE06295019}"/>
              </a:ext>
            </a:extLst>
          </p:cNvPr>
          <p:cNvSpPr>
            <a:spLocks/>
          </p:cNvSpPr>
          <p:nvPr/>
        </p:nvSpPr>
        <p:spPr bwMode="gray">
          <a:xfrm>
            <a:off x="3825875" y="2843213"/>
            <a:ext cx="992188" cy="1460500"/>
          </a:xfrm>
          <a:custGeom>
            <a:avLst/>
            <a:gdLst>
              <a:gd name="T0" fmla="*/ 0 w 792"/>
              <a:gd name="T1" fmla="*/ 2147483646 h 1128"/>
              <a:gd name="T2" fmla="*/ 2147483646 w 792"/>
              <a:gd name="T3" fmla="*/ 0 h 1128"/>
              <a:gd name="T4" fmla="*/ 2147483646 w 792"/>
              <a:gd name="T5" fmla="*/ 2147483646 h 1128"/>
              <a:gd name="T6" fmla="*/ 0 w 792"/>
              <a:gd name="T7" fmla="*/ 2147483646 h 11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92" h="1128">
                <a:moveTo>
                  <a:pt x="0" y="1128"/>
                </a:moveTo>
                <a:lnTo>
                  <a:pt x="524" y="0"/>
                </a:lnTo>
                <a:lnTo>
                  <a:pt x="792" y="979"/>
                </a:lnTo>
                <a:lnTo>
                  <a:pt x="0" y="1128"/>
                </a:lnTo>
                <a:close/>
              </a:path>
            </a:pathLst>
          </a:custGeom>
          <a:noFill/>
          <a:ln w="76200" cmpd="sng">
            <a:solidFill>
              <a:srgbClr val="CC510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nvGrpSpPr>
          <p:cNvPr id="387076" name="Group 1052">
            <a:extLst>
              <a:ext uri="{FF2B5EF4-FFF2-40B4-BE49-F238E27FC236}">
                <a16:creationId xmlns:a16="http://schemas.microsoft.com/office/drawing/2014/main" id="{429253F0-4563-C60C-A8AC-C1179693452B}"/>
              </a:ext>
            </a:extLst>
          </p:cNvPr>
          <p:cNvGrpSpPr>
            <a:grpSpLocks/>
          </p:cNvGrpSpPr>
          <p:nvPr/>
        </p:nvGrpSpPr>
        <p:grpSpPr bwMode="auto">
          <a:xfrm>
            <a:off x="2800350" y="1990725"/>
            <a:ext cx="3348038" cy="2882900"/>
            <a:chOff x="1515" y="1564"/>
            <a:chExt cx="2285" cy="1968"/>
          </a:xfrm>
        </p:grpSpPr>
        <p:sp>
          <p:nvSpPr>
            <p:cNvPr id="387099" name="Freeform 1053">
              <a:extLst>
                <a:ext uri="{FF2B5EF4-FFF2-40B4-BE49-F238E27FC236}">
                  <a16:creationId xmlns:a16="http://schemas.microsoft.com/office/drawing/2014/main" id="{96897D73-46B2-6F29-CCFA-82AD2361AB1A}"/>
                </a:ext>
              </a:extLst>
            </p:cNvPr>
            <p:cNvSpPr>
              <a:spLocks/>
            </p:cNvSpPr>
            <p:nvPr/>
          </p:nvSpPr>
          <p:spPr bwMode="auto">
            <a:xfrm>
              <a:off x="2654" y="1564"/>
              <a:ext cx="1" cy="1315"/>
            </a:xfrm>
            <a:custGeom>
              <a:avLst/>
              <a:gdLst>
                <a:gd name="T0" fmla="*/ 0 w 1"/>
                <a:gd name="T1" fmla="*/ 0 h 1320"/>
                <a:gd name="T2" fmla="*/ 1 w 1"/>
                <a:gd name="T3" fmla="*/ 1280 h 1320"/>
                <a:gd name="T4" fmla="*/ 0 60000 65536"/>
                <a:gd name="T5" fmla="*/ 0 60000 65536"/>
              </a:gdLst>
              <a:ahLst/>
              <a:cxnLst>
                <a:cxn ang="T4">
                  <a:pos x="T0" y="T1"/>
                </a:cxn>
                <a:cxn ang="T5">
                  <a:pos x="T2" y="T3"/>
                </a:cxn>
              </a:cxnLst>
              <a:rect l="0" t="0" r="r" b="b"/>
              <a:pathLst>
                <a:path w="1" h="1320">
                  <a:moveTo>
                    <a:pt x="0" y="0"/>
                  </a:moveTo>
                  <a:lnTo>
                    <a:pt x="1" y="1320"/>
                  </a:lnTo>
                </a:path>
              </a:pathLst>
            </a:custGeom>
            <a:noFill/>
            <a:ln w="12700" cmpd="sng">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0" name="Line 1054">
              <a:extLst>
                <a:ext uri="{FF2B5EF4-FFF2-40B4-BE49-F238E27FC236}">
                  <a16:creationId xmlns:a16="http://schemas.microsoft.com/office/drawing/2014/main" id="{0ACA0B71-A1B6-4986-68FE-848A6EC5DED4}"/>
                </a:ext>
              </a:extLst>
            </p:cNvPr>
            <p:cNvSpPr>
              <a:spLocks noChangeShapeType="1"/>
            </p:cNvSpPr>
            <p:nvPr/>
          </p:nvSpPr>
          <p:spPr bwMode="auto">
            <a:xfrm flipV="1">
              <a:off x="1556" y="2874"/>
              <a:ext cx="1101" cy="658"/>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1" name="Line 1055">
              <a:extLst>
                <a:ext uri="{FF2B5EF4-FFF2-40B4-BE49-F238E27FC236}">
                  <a16:creationId xmlns:a16="http://schemas.microsoft.com/office/drawing/2014/main" id="{94901E31-2323-121C-6ED5-4935E202FC92}"/>
                </a:ext>
              </a:extLst>
            </p:cNvPr>
            <p:cNvSpPr>
              <a:spLocks noChangeShapeType="1"/>
            </p:cNvSpPr>
            <p:nvPr/>
          </p:nvSpPr>
          <p:spPr bwMode="auto">
            <a:xfrm>
              <a:off x="2656" y="2875"/>
              <a:ext cx="1102" cy="657"/>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2" name="Line 1056">
              <a:extLst>
                <a:ext uri="{FF2B5EF4-FFF2-40B4-BE49-F238E27FC236}">
                  <a16:creationId xmlns:a16="http://schemas.microsoft.com/office/drawing/2014/main" id="{405DC00A-842D-5F25-379F-84DB15A5CA0E}"/>
                </a:ext>
              </a:extLst>
            </p:cNvPr>
            <p:cNvSpPr>
              <a:spLocks noChangeShapeType="1"/>
            </p:cNvSpPr>
            <p:nvPr/>
          </p:nvSpPr>
          <p:spPr bwMode="auto">
            <a:xfrm>
              <a:off x="2654" y="1564"/>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3" name="Line 1057">
              <a:extLst>
                <a:ext uri="{FF2B5EF4-FFF2-40B4-BE49-F238E27FC236}">
                  <a16:creationId xmlns:a16="http://schemas.microsoft.com/office/drawing/2014/main" id="{DAA1FA3F-F900-425C-1718-1F0A4F42419C}"/>
                </a:ext>
              </a:extLst>
            </p:cNvPr>
            <p:cNvSpPr>
              <a:spLocks noChangeShapeType="1"/>
            </p:cNvSpPr>
            <p:nvPr/>
          </p:nvSpPr>
          <p:spPr bwMode="auto">
            <a:xfrm>
              <a:off x="2658" y="1889"/>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4" name="Line 1058">
              <a:extLst>
                <a:ext uri="{FF2B5EF4-FFF2-40B4-BE49-F238E27FC236}">
                  <a16:creationId xmlns:a16="http://schemas.microsoft.com/office/drawing/2014/main" id="{EF4D74E7-33E2-BFD4-7918-FA83785A751E}"/>
                </a:ext>
              </a:extLst>
            </p:cNvPr>
            <p:cNvSpPr>
              <a:spLocks noChangeShapeType="1"/>
            </p:cNvSpPr>
            <p:nvPr/>
          </p:nvSpPr>
          <p:spPr bwMode="auto">
            <a:xfrm>
              <a:off x="2657" y="2219"/>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5" name="Line 1059">
              <a:extLst>
                <a:ext uri="{FF2B5EF4-FFF2-40B4-BE49-F238E27FC236}">
                  <a16:creationId xmlns:a16="http://schemas.microsoft.com/office/drawing/2014/main" id="{94B51502-44E3-8C42-45F4-67D9CF270AF2}"/>
                </a:ext>
              </a:extLst>
            </p:cNvPr>
            <p:cNvSpPr>
              <a:spLocks noChangeShapeType="1"/>
            </p:cNvSpPr>
            <p:nvPr/>
          </p:nvSpPr>
          <p:spPr bwMode="auto">
            <a:xfrm>
              <a:off x="2655" y="2545"/>
              <a:ext cx="45"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6" name="Line 1060">
              <a:extLst>
                <a:ext uri="{FF2B5EF4-FFF2-40B4-BE49-F238E27FC236}">
                  <a16:creationId xmlns:a16="http://schemas.microsoft.com/office/drawing/2014/main" id="{F3FF803D-3E1E-2AB2-22CE-17926AEDF834}"/>
                </a:ext>
              </a:extLst>
            </p:cNvPr>
            <p:cNvSpPr>
              <a:spLocks noChangeShapeType="1"/>
            </p:cNvSpPr>
            <p:nvPr/>
          </p:nvSpPr>
          <p:spPr bwMode="auto">
            <a:xfrm>
              <a:off x="2935" y="3039"/>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7" name="Line 1061">
              <a:extLst>
                <a:ext uri="{FF2B5EF4-FFF2-40B4-BE49-F238E27FC236}">
                  <a16:creationId xmlns:a16="http://schemas.microsoft.com/office/drawing/2014/main" id="{871554E3-CF14-0645-DE76-E6FCDEB15B11}"/>
                </a:ext>
              </a:extLst>
            </p:cNvPr>
            <p:cNvSpPr>
              <a:spLocks noChangeShapeType="1"/>
            </p:cNvSpPr>
            <p:nvPr/>
          </p:nvSpPr>
          <p:spPr bwMode="auto">
            <a:xfrm>
              <a:off x="3205" y="3203"/>
              <a:ext cx="45"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8" name="Line 1062">
              <a:extLst>
                <a:ext uri="{FF2B5EF4-FFF2-40B4-BE49-F238E27FC236}">
                  <a16:creationId xmlns:a16="http://schemas.microsoft.com/office/drawing/2014/main" id="{946CA78B-F72E-3BA5-1784-92F6397EEDE4}"/>
                </a:ext>
              </a:extLst>
            </p:cNvPr>
            <p:cNvSpPr>
              <a:spLocks noChangeShapeType="1"/>
            </p:cNvSpPr>
            <p:nvPr/>
          </p:nvSpPr>
          <p:spPr bwMode="auto">
            <a:xfrm>
              <a:off x="3484" y="3366"/>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09" name="Line 1063">
              <a:extLst>
                <a:ext uri="{FF2B5EF4-FFF2-40B4-BE49-F238E27FC236}">
                  <a16:creationId xmlns:a16="http://schemas.microsoft.com/office/drawing/2014/main" id="{40438E80-B21F-86A3-B842-D6A72335A6AB}"/>
                </a:ext>
              </a:extLst>
            </p:cNvPr>
            <p:cNvSpPr>
              <a:spLocks noChangeShapeType="1"/>
            </p:cNvSpPr>
            <p:nvPr/>
          </p:nvSpPr>
          <p:spPr bwMode="auto">
            <a:xfrm>
              <a:off x="3756" y="3532"/>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10" name="Line 1064">
              <a:extLst>
                <a:ext uri="{FF2B5EF4-FFF2-40B4-BE49-F238E27FC236}">
                  <a16:creationId xmlns:a16="http://schemas.microsoft.com/office/drawing/2014/main" id="{2C9C72C4-E370-6672-5656-15C20421007E}"/>
                </a:ext>
              </a:extLst>
            </p:cNvPr>
            <p:cNvSpPr>
              <a:spLocks noChangeShapeType="1"/>
            </p:cNvSpPr>
            <p:nvPr/>
          </p:nvSpPr>
          <p:spPr bwMode="auto">
            <a:xfrm>
              <a:off x="2340" y="3037"/>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11" name="Line 1065">
              <a:extLst>
                <a:ext uri="{FF2B5EF4-FFF2-40B4-BE49-F238E27FC236}">
                  <a16:creationId xmlns:a16="http://schemas.microsoft.com/office/drawing/2014/main" id="{9DFCE058-07E8-2F8C-72FA-34720FC66846}"/>
                </a:ext>
              </a:extLst>
            </p:cNvPr>
            <p:cNvSpPr>
              <a:spLocks noChangeShapeType="1"/>
            </p:cNvSpPr>
            <p:nvPr/>
          </p:nvSpPr>
          <p:spPr bwMode="auto">
            <a:xfrm>
              <a:off x="2067" y="3198"/>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12" name="Line 1066">
              <a:extLst>
                <a:ext uri="{FF2B5EF4-FFF2-40B4-BE49-F238E27FC236}">
                  <a16:creationId xmlns:a16="http://schemas.microsoft.com/office/drawing/2014/main" id="{5E01F9BA-B30E-090C-4CA9-475EC2EEA19A}"/>
                </a:ext>
              </a:extLst>
            </p:cNvPr>
            <p:cNvSpPr>
              <a:spLocks noChangeShapeType="1"/>
            </p:cNvSpPr>
            <p:nvPr/>
          </p:nvSpPr>
          <p:spPr bwMode="auto">
            <a:xfrm>
              <a:off x="1787" y="3366"/>
              <a:ext cx="45"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113" name="Line 1067">
              <a:extLst>
                <a:ext uri="{FF2B5EF4-FFF2-40B4-BE49-F238E27FC236}">
                  <a16:creationId xmlns:a16="http://schemas.microsoft.com/office/drawing/2014/main" id="{F93DBAAC-53A4-EC9E-3E66-C148FBAED501}"/>
                </a:ext>
              </a:extLst>
            </p:cNvPr>
            <p:cNvSpPr>
              <a:spLocks noChangeShapeType="1"/>
            </p:cNvSpPr>
            <p:nvPr/>
          </p:nvSpPr>
          <p:spPr bwMode="auto">
            <a:xfrm>
              <a:off x="1515" y="3531"/>
              <a:ext cx="44"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73772" name="Text Box 1068">
            <a:extLst>
              <a:ext uri="{FF2B5EF4-FFF2-40B4-BE49-F238E27FC236}">
                <a16:creationId xmlns:a16="http://schemas.microsoft.com/office/drawing/2014/main" id="{64A58144-B31F-5298-C8FC-3CE03DB5EFFE}"/>
              </a:ext>
            </a:extLst>
          </p:cNvPr>
          <p:cNvSpPr txBox="1">
            <a:spLocks noChangeArrowheads="1"/>
          </p:cNvSpPr>
          <p:nvPr/>
        </p:nvSpPr>
        <p:spPr bwMode="auto">
          <a:xfrm>
            <a:off x="4511675" y="1881188"/>
            <a:ext cx="366713" cy="246062"/>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8.0</a:t>
            </a:r>
          </a:p>
        </p:txBody>
      </p:sp>
      <p:sp>
        <p:nvSpPr>
          <p:cNvPr id="73773" name="Text Box 1069">
            <a:extLst>
              <a:ext uri="{FF2B5EF4-FFF2-40B4-BE49-F238E27FC236}">
                <a16:creationId xmlns:a16="http://schemas.microsoft.com/office/drawing/2014/main" id="{402D43F7-3293-3EBF-BA51-7E9844523B12}"/>
              </a:ext>
            </a:extLst>
          </p:cNvPr>
          <p:cNvSpPr txBox="1">
            <a:spLocks noChangeArrowheads="1"/>
          </p:cNvSpPr>
          <p:nvPr/>
        </p:nvSpPr>
        <p:spPr bwMode="auto">
          <a:xfrm>
            <a:off x="3721100" y="4010025"/>
            <a:ext cx="365125" cy="247650"/>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5.0</a:t>
            </a:r>
          </a:p>
        </p:txBody>
      </p:sp>
      <p:sp>
        <p:nvSpPr>
          <p:cNvPr id="73774" name="Text Box 1070">
            <a:extLst>
              <a:ext uri="{FF2B5EF4-FFF2-40B4-BE49-F238E27FC236}">
                <a16:creationId xmlns:a16="http://schemas.microsoft.com/office/drawing/2014/main" id="{C846D2C8-5DC9-489C-2DA3-379418C0D126}"/>
              </a:ext>
            </a:extLst>
          </p:cNvPr>
          <p:cNvSpPr txBox="1">
            <a:spLocks noChangeArrowheads="1"/>
          </p:cNvSpPr>
          <p:nvPr/>
        </p:nvSpPr>
        <p:spPr bwMode="auto">
          <a:xfrm>
            <a:off x="2924175" y="4498975"/>
            <a:ext cx="366713" cy="246063"/>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7.0</a:t>
            </a:r>
          </a:p>
        </p:txBody>
      </p:sp>
      <p:sp>
        <p:nvSpPr>
          <p:cNvPr id="73775" name="Text Box 1071">
            <a:extLst>
              <a:ext uri="{FF2B5EF4-FFF2-40B4-BE49-F238E27FC236}">
                <a16:creationId xmlns:a16="http://schemas.microsoft.com/office/drawing/2014/main" id="{78C546C4-12EF-BB5D-9016-273036571905}"/>
              </a:ext>
            </a:extLst>
          </p:cNvPr>
          <p:cNvSpPr txBox="1">
            <a:spLocks noChangeArrowheads="1"/>
          </p:cNvSpPr>
          <p:nvPr/>
        </p:nvSpPr>
        <p:spPr bwMode="auto">
          <a:xfrm>
            <a:off x="3321050" y="4248150"/>
            <a:ext cx="365125" cy="246063"/>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6.0</a:t>
            </a:r>
          </a:p>
        </p:txBody>
      </p:sp>
      <p:sp>
        <p:nvSpPr>
          <p:cNvPr id="73776" name="Text Box 1072">
            <a:extLst>
              <a:ext uri="{FF2B5EF4-FFF2-40B4-BE49-F238E27FC236}">
                <a16:creationId xmlns:a16="http://schemas.microsoft.com/office/drawing/2014/main" id="{7FF42E98-F4D2-B97E-3203-A87197599E90}"/>
              </a:ext>
            </a:extLst>
          </p:cNvPr>
          <p:cNvSpPr txBox="1">
            <a:spLocks noChangeArrowheads="1"/>
          </p:cNvSpPr>
          <p:nvPr/>
        </p:nvSpPr>
        <p:spPr bwMode="auto">
          <a:xfrm>
            <a:off x="2462213" y="4733925"/>
            <a:ext cx="365125" cy="247650"/>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8.0</a:t>
            </a:r>
          </a:p>
        </p:txBody>
      </p:sp>
      <p:sp>
        <p:nvSpPr>
          <p:cNvPr id="73777" name="Text Box 1073">
            <a:extLst>
              <a:ext uri="{FF2B5EF4-FFF2-40B4-BE49-F238E27FC236}">
                <a16:creationId xmlns:a16="http://schemas.microsoft.com/office/drawing/2014/main" id="{9E4B01A7-EEAA-E41A-1CDC-F4154E03FBC5}"/>
              </a:ext>
            </a:extLst>
          </p:cNvPr>
          <p:cNvSpPr txBox="1">
            <a:spLocks noChangeArrowheads="1"/>
          </p:cNvSpPr>
          <p:nvPr/>
        </p:nvSpPr>
        <p:spPr bwMode="auto">
          <a:xfrm>
            <a:off x="4921250" y="4021138"/>
            <a:ext cx="365125" cy="246062"/>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5.0</a:t>
            </a:r>
          </a:p>
        </p:txBody>
      </p:sp>
      <p:sp>
        <p:nvSpPr>
          <p:cNvPr id="73778" name="Text Box 1074">
            <a:extLst>
              <a:ext uri="{FF2B5EF4-FFF2-40B4-BE49-F238E27FC236}">
                <a16:creationId xmlns:a16="http://schemas.microsoft.com/office/drawing/2014/main" id="{D616A17F-456F-ECE9-8A59-A3E124796E1A}"/>
              </a:ext>
            </a:extLst>
          </p:cNvPr>
          <p:cNvSpPr txBox="1">
            <a:spLocks noChangeArrowheads="1"/>
          </p:cNvSpPr>
          <p:nvPr/>
        </p:nvSpPr>
        <p:spPr bwMode="auto">
          <a:xfrm>
            <a:off x="4519613" y="2359025"/>
            <a:ext cx="365125" cy="246063"/>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7.0</a:t>
            </a:r>
          </a:p>
        </p:txBody>
      </p:sp>
      <p:sp>
        <p:nvSpPr>
          <p:cNvPr id="73779" name="Text Box 1075">
            <a:extLst>
              <a:ext uri="{FF2B5EF4-FFF2-40B4-BE49-F238E27FC236}">
                <a16:creationId xmlns:a16="http://schemas.microsoft.com/office/drawing/2014/main" id="{E70C5053-9920-CF12-A311-C26D4CA13DA0}"/>
              </a:ext>
            </a:extLst>
          </p:cNvPr>
          <p:cNvSpPr txBox="1">
            <a:spLocks noChangeArrowheads="1"/>
          </p:cNvSpPr>
          <p:nvPr/>
        </p:nvSpPr>
        <p:spPr bwMode="auto">
          <a:xfrm>
            <a:off x="4521200" y="2836863"/>
            <a:ext cx="365125" cy="246062"/>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6.0</a:t>
            </a:r>
          </a:p>
        </p:txBody>
      </p:sp>
      <p:sp>
        <p:nvSpPr>
          <p:cNvPr id="73780" name="Text Box 1076">
            <a:extLst>
              <a:ext uri="{FF2B5EF4-FFF2-40B4-BE49-F238E27FC236}">
                <a16:creationId xmlns:a16="http://schemas.microsoft.com/office/drawing/2014/main" id="{2A543A33-808E-5BD7-0E51-4EB6681EDA35}"/>
              </a:ext>
            </a:extLst>
          </p:cNvPr>
          <p:cNvSpPr txBox="1">
            <a:spLocks noChangeArrowheads="1"/>
          </p:cNvSpPr>
          <p:nvPr/>
        </p:nvSpPr>
        <p:spPr bwMode="auto">
          <a:xfrm>
            <a:off x="4511675" y="3316288"/>
            <a:ext cx="366713" cy="246062"/>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5.0</a:t>
            </a:r>
          </a:p>
        </p:txBody>
      </p:sp>
      <p:sp>
        <p:nvSpPr>
          <p:cNvPr id="73781" name="Text Box 1077">
            <a:extLst>
              <a:ext uri="{FF2B5EF4-FFF2-40B4-BE49-F238E27FC236}">
                <a16:creationId xmlns:a16="http://schemas.microsoft.com/office/drawing/2014/main" id="{EC26887A-2423-5045-FDB2-FEFD8F21E713}"/>
              </a:ext>
            </a:extLst>
          </p:cNvPr>
          <p:cNvSpPr txBox="1">
            <a:spLocks noChangeArrowheads="1"/>
          </p:cNvSpPr>
          <p:nvPr/>
        </p:nvSpPr>
        <p:spPr bwMode="auto">
          <a:xfrm>
            <a:off x="5718175" y="4505325"/>
            <a:ext cx="365125" cy="247650"/>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7.0</a:t>
            </a:r>
          </a:p>
        </p:txBody>
      </p:sp>
      <p:sp>
        <p:nvSpPr>
          <p:cNvPr id="73782" name="Text Box 1078">
            <a:extLst>
              <a:ext uri="{FF2B5EF4-FFF2-40B4-BE49-F238E27FC236}">
                <a16:creationId xmlns:a16="http://schemas.microsoft.com/office/drawing/2014/main" id="{64F71FAE-4384-1BA6-69F6-B2CABDF2B9A5}"/>
              </a:ext>
            </a:extLst>
          </p:cNvPr>
          <p:cNvSpPr txBox="1">
            <a:spLocks noChangeArrowheads="1"/>
          </p:cNvSpPr>
          <p:nvPr/>
        </p:nvSpPr>
        <p:spPr bwMode="auto">
          <a:xfrm>
            <a:off x="5327650" y="4264025"/>
            <a:ext cx="366713" cy="246063"/>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6.0</a:t>
            </a:r>
          </a:p>
        </p:txBody>
      </p:sp>
      <p:sp>
        <p:nvSpPr>
          <p:cNvPr id="73783" name="Text Box 1079">
            <a:extLst>
              <a:ext uri="{FF2B5EF4-FFF2-40B4-BE49-F238E27FC236}">
                <a16:creationId xmlns:a16="http://schemas.microsoft.com/office/drawing/2014/main" id="{6295F432-DAE3-D3BD-97E2-B15743603A4B}"/>
              </a:ext>
            </a:extLst>
          </p:cNvPr>
          <p:cNvSpPr txBox="1">
            <a:spLocks noChangeArrowheads="1"/>
          </p:cNvSpPr>
          <p:nvPr/>
        </p:nvSpPr>
        <p:spPr bwMode="auto">
          <a:xfrm>
            <a:off x="6113463" y="4749800"/>
            <a:ext cx="366712" cy="246063"/>
          </a:xfrm>
          <a:prstGeom prst="rect">
            <a:avLst/>
          </a:prstGeom>
          <a:noFill/>
          <a:ln>
            <a:noFill/>
          </a:ln>
          <a:effectLst/>
        </p:spPr>
        <p:txBody>
          <a:bodyPr wrap="none">
            <a:spAutoFit/>
          </a:bodyPr>
          <a:lstStyle/>
          <a:p>
            <a:pPr eaLnBrk="1" latinLnBrk="1" hangingPunct="1">
              <a:lnSpc>
                <a:spcPts val="1200"/>
              </a:lnSpc>
              <a:buFont typeface="Wingdings" panose="05000000000000000000" pitchFamily="2" charset="2"/>
              <a:buNone/>
              <a:defRPr/>
            </a:pPr>
            <a:r>
              <a:rPr lang="en-GB" altLang="en-US" sz="1015">
                <a:solidFill>
                  <a:srgbClr val="000000"/>
                </a:solidFill>
              </a:rPr>
              <a:t>8.0</a:t>
            </a:r>
          </a:p>
        </p:txBody>
      </p:sp>
      <p:sp>
        <p:nvSpPr>
          <p:cNvPr id="387089" name="Line 1080">
            <a:extLst>
              <a:ext uri="{FF2B5EF4-FFF2-40B4-BE49-F238E27FC236}">
                <a16:creationId xmlns:a16="http://schemas.microsoft.com/office/drawing/2014/main" id="{3777E605-D5BD-DDA6-6517-C420665F8736}"/>
              </a:ext>
            </a:extLst>
          </p:cNvPr>
          <p:cNvSpPr>
            <a:spLocks noChangeShapeType="1"/>
          </p:cNvSpPr>
          <p:nvPr/>
        </p:nvSpPr>
        <p:spPr bwMode="auto">
          <a:xfrm>
            <a:off x="5943600" y="2930525"/>
            <a:ext cx="233363" cy="0"/>
          </a:xfrm>
          <a:prstGeom prst="line">
            <a:avLst/>
          </a:prstGeom>
          <a:noFill/>
          <a:ln w="38100" cap="rnd">
            <a:solidFill>
              <a:srgbClr val="FF99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090" name="Line 1081">
            <a:extLst>
              <a:ext uri="{FF2B5EF4-FFF2-40B4-BE49-F238E27FC236}">
                <a16:creationId xmlns:a16="http://schemas.microsoft.com/office/drawing/2014/main" id="{5D42E9B8-713E-301E-5FB9-8747E202B177}"/>
              </a:ext>
            </a:extLst>
          </p:cNvPr>
          <p:cNvSpPr>
            <a:spLocks noChangeShapeType="1"/>
          </p:cNvSpPr>
          <p:nvPr/>
        </p:nvSpPr>
        <p:spPr bwMode="auto">
          <a:xfrm>
            <a:off x="5953125" y="3189288"/>
            <a:ext cx="231775" cy="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091" name="Line 1082">
            <a:extLst>
              <a:ext uri="{FF2B5EF4-FFF2-40B4-BE49-F238E27FC236}">
                <a16:creationId xmlns:a16="http://schemas.microsoft.com/office/drawing/2014/main" id="{91187A09-B561-B156-93D5-BD9C82827253}"/>
              </a:ext>
            </a:extLst>
          </p:cNvPr>
          <p:cNvSpPr>
            <a:spLocks noChangeShapeType="1"/>
          </p:cNvSpPr>
          <p:nvPr/>
        </p:nvSpPr>
        <p:spPr bwMode="auto">
          <a:xfrm>
            <a:off x="5937250" y="3440113"/>
            <a:ext cx="233363" cy="0"/>
          </a:xfrm>
          <a:prstGeom prst="line">
            <a:avLst/>
          </a:prstGeom>
          <a:noFill/>
          <a:ln w="38100">
            <a:solidFill>
              <a:srgbClr val="A11D2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387092" name="Group 1130">
            <a:extLst>
              <a:ext uri="{FF2B5EF4-FFF2-40B4-BE49-F238E27FC236}">
                <a16:creationId xmlns:a16="http://schemas.microsoft.com/office/drawing/2014/main" id="{E3DF8C8E-D60F-B65A-1056-42A6054EDBA1}"/>
              </a:ext>
            </a:extLst>
          </p:cNvPr>
          <p:cNvGrpSpPr>
            <a:grpSpLocks/>
          </p:cNvGrpSpPr>
          <p:nvPr/>
        </p:nvGrpSpPr>
        <p:grpSpPr bwMode="auto">
          <a:xfrm>
            <a:off x="6681788" y="615950"/>
            <a:ext cx="2139950" cy="623888"/>
            <a:chOff x="4560" y="240"/>
            <a:chExt cx="1460" cy="426"/>
          </a:xfrm>
        </p:grpSpPr>
        <p:sp>
          <p:nvSpPr>
            <p:cNvPr id="73835" name="Rectangle 1131">
              <a:extLst>
                <a:ext uri="{FF2B5EF4-FFF2-40B4-BE49-F238E27FC236}">
                  <a16:creationId xmlns:a16="http://schemas.microsoft.com/office/drawing/2014/main" id="{230AFB6B-3FD4-8F46-76B3-CF779D2DAFC5}"/>
                </a:ext>
              </a:extLst>
            </p:cNvPr>
            <p:cNvSpPr>
              <a:spLocks noChangeArrowheads="1"/>
            </p:cNvSpPr>
            <p:nvPr/>
          </p:nvSpPr>
          <p:spPr bwMode="auto">
            <a:xfrm>
              <a:off x="4560" y="284"/>
              <a:ext cx="901" cy="245"/>
            </a:xfrm>
            <a:prstGeom prst="rect">
              <a:avLst/>
            </a:prstGeom>
            <a:noFill/>
            <a:ln>
              <a:noFill/>
            </a:ln>
            <a:effectLst/>
          </p:spPr>
          <p:txBody>
            <a:bodyPr wrap="none" lIns="102577" tIns="51288" rIns="102577" bIns="51288">
              <a:spAutoFit/>
            </a:bodyPr>
            <a:lstStyle>
              <a:lvl1pPr marL="228600" indent="-22860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527050" indent="-18415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798513" indent="-157163"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marL="205740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marL="274320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marL="32004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marL="36576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marL="41148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marL="45720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eaLnBrk="1" latinLnBrk="0" hangingPunct="1">
                <a:spcBef>
                  <a:spcPct val="100000"/>
                </a:spcBef>
                <a:buFont typeface="Wingdings" panose="05000000000000000000" pitchFamily="2" charset="2"/>
                <a:buNone/>
                <a:defRPr/>
              </a:pPr>
              <a:r>
                <a:rPr lang="en-US" altLang="ko-KR" sz="1662">
                  <a:latin typeface="Arial" panose="020B0604020202020204" pitchFamily="34" charset="0"/>
                </a:rPr>
                <a:t>Other Chart</a:t>
              </a:r>
            </a:p>
          </p:txBody>
        </p:sp>
        <p:sp>
          <p:nvSpPr>
            <p:cNvPr id="387094" name="Rectangle 1132">
              <a:extLst>
                <a:ext uri="{FF2B5EF4-FFF2-40B4-BE49-F238E27FC236}">
                  <a16:creationId xmlns:a16="http://schemas.microsoft.com/office/drawing/2014/main" id="{5874F601-672F-7A80-2E44-50785EBB2E95}"/>
                </a:ext>
              </a:extLst>
            </p:cNvPr>
            <p:cNvSpPr>
              <a:spLocks noChangeArrowheads="1"/>
            </p:cNvSpPr>
            <p:nvPr/>
          </p:nvSpPr>
          <p:spPr bwMode="auto">
            <a:xfrm>
              <a:off x="5520" y="240"/>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grpSp>
          <p:nvGrpSpPr>
            <p:cNvPr id="387095" name="Group 1133">
              <a:extLst>
                <a:ext uri="{FF2B5EF4-FFF2-40B4-BE49-F238E27FC236}">
                  <a16:creationId xmlns:a16="http://schemas.microsoft.com/office/drawing/2014/main" id="{F92F6A66-BEC5-5633-63E1-A495ABE3D9B5}"/>
                </a:ext>
              </a:extLst>
            </p:cNvPr>
            <p:cNvGrpSpPr>
              <a:grpSpLocks/>
            </p:cNvGrpSpPr>
            <p:nvPr/>
          </p:nvGrpSpPr>
          <p:grpSpPr bwMode="auto">
            <a:xfrm>
              <a:off x="5664" y="384"/>
              <a:ext cx="240" cy="124"/>
              <a:chOff x="5664" y="384"/>
              <a:chExt cx="240" cy="124"/>
            </a:xfrm>
          </p:grpSpPr>
          <p:sp>
            <p:nvSpPr>
              <p:cNvPr id="387096" name="Freeform 1134">
                <a:extLst>
                  <a:ext uri="{FF2B5EF4-FFF2-40B4-BE49-F238E27FC236}">
                    <a16:creationId xmlns:a16="http://schemas.microsoft.com/office/drawing/2014/main" id="{7548D849-B4B1-FB41-8C57-0F4036B0152E}"/>
                  </a:ext>
                </a:extLst>
              </p:cNvPr>
              <p:cNvSpPr>
                <a:spLocks/>
              </p:cNvSpPr>
              <p:nvPr/>
            </p:nvSpPr>
            <p:spPr bwMode="gray">
              <a:xfrm>
                <a:off x="5664" y="451"/>
                <a:ext cx="144" cy="57"/>
              </a:xfrm>
              <a:custGeom>
                <a:avLst/>
                <a:gdLst>
                  <a:gd name="T0" fmla="*/ 0 w 1446"/>
                  <a:gd name="T1" fmla="*/ 0 h 1498"/>
                  <a:gd name="T2" fmla="*/ 0 w 1446"/>
                  <a:gd name="T3" fmla="*/ 0 h 1498"/>
                  <a:gd name="T4" fmla="*/ 0 w 1446"/>
                  <a:gd name="T5" fmla="*/ 0 h 1498"/>
                  <a:gd name="T6" fmla="*/ 0 w 1446"/>
                  <a:gd name="T7" fmla="*/ 0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097" name="Freeform 1135">
                <a:extLst>
                  <a:ext uri="{FF2B5EF4-FFF2-40B4-BE49-F238E27FC236}">
                    <a16:creationId xmlns:a16="http://schemas.microsoft.com/office/drawing/2014/main" id="{B98CEEAA-88F9-C2BC-1C4C-84FCF7E01E16}"/>
                  </a:ext>
                </a:extLst>
              </p:cNvPr>
              <p:cNvSpPr>
                <a:spLocks/>
              </p:cNvSpPr>
              <p:nvPr/>
            </p:nvSpPr>
            <p:spPr bwMode="gray">
              <a:xfrm>
                <a:off x="5712" y="384"/>
                <a:ext cx="144" cy="57"/>
              </a:xfrm>
              <a:custGeom>
                <a:avLst/>
                <a:gdLst>
                  <a:gd name="T0" fmla="*/ 0 w 1446"/>
                  <a:gd name="T1" fmla="*/ 0 h 1498"/>
                  <a:gd name="T2" fmla="*/ 0 w 1446"/>
                  <a:gd name="T3" fmla="*/ 0 h 1498"/>
                  <a:gd name="T4" fmla="*/ 0 w 1446"/>
                  <a:gd name="T5" fmla="*/ 0 h 1498"/>
                  <a:gd name="T6" fmla="*/ 0 w 1446"/>
                  <a:gd name="T7" fmla="*/ 0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7098" name="Freeform 1136">
                <a:extLst>
                  <a:ext uri="{FF2B5EF4-FFF2-40B4-BE49-F238E27FC236}">
                    <a16:creationId xmlns:a16="http://schemas.microsoft.com/office/drawing/2014/main" id="{DBC26B01-42FD-C0F0-2C31-EDC51BD6658E}"/>
                  </a:ext>
                </a:extLst>
              </p:cNvPr>
              <p:cNvSpPr>
                <a:spLocks/>
              </p:cNvSpPr>
              <p:nvPr/>
            </p:nvSpPr>
            <p:spPr bwMode="gray">
              <a:xfrm>
                <a:off x="5760" y="432"/>
                <a:ext cx="144" cy="57"/>
              </a:xfrm>
              <a:custGeom>
                <a:avLst/>
                <a:gdLst>
                  <a:gd name="T0" fmla="*/ 0 w 1446"/>
                  <a:gd name="T1" fmla="*/ 0 h 1498"/>
                  <a:gd name="T2" fmla="*/ 0 w 1446"/>
                  <a:gd name="T3" fmla="*/ 0 h 1498"/>
                  <a:gd name="T4" fmla="*/ 0 w 1446"/>
                  <a:gd name="T5" fmla="*/ 0 h 1498"/>
                  <a:gd name="T6" fmla="*/ 0 w 1446"/>
                  <a:gd name="T7" fmla="*/ 0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097" name="Group 44">
            <a:extLst>
              <a:ext uri="{FF2B5EF4-FFF2-40B4-BE49-F238E27FC236}">
                <a16:creationId xmlns:a16="http://schemas.microsoft.com/office/drawing/2014/main" id="{E913923E-DB87-132D-9FA6-65DB8A1471EE}"/>
              </a:ext>
            </a:extLst>
          </p:cNvPr>
          <p:cNvGrpSpPr>
            <a:grpSpLocks/>
          </p:cNvGrpSpPr>
          <p:nvPr/>
        </p:nvGrpSpPr>
        <p:grpSpPr bwMode="auto">
          <a:xfrm>
            <a:off x="4713288" y="2303463"/>
            <a:ext cx="3868737" cy="3376612"/>
            <a:chOff x="3216" y="1392"/>
            <a:chExt cx="2640" cy="2304"/>
          </a:xfrm>
        </p:grpSpPr>
        <p:sp>
          <p:nvSpPr>
            <p:cNvPr id="388115" name="AutoShape 33">
              <a:extLst>
                <a:ext uri="{FF2B5EF4-FFF2-40B4-BE49-F238E27FC236}">
                  <a16:creationId xmlns:a16="http://schemas.microsoft.com/office/drawing/2014/main" id="{F0CFDC25-FC99-B11B-6EAD-BCEA51143243}"/>
                </a:ext>
              </a:extLst>
            </p:cNvPr>
            <p:cNvSpPr>
              <a:spLocks noChangeArrowheads="1"/>
            </p:cNvSpPr>
            <p:nvPr/>
          </p:nvSpPr>
          <p:spPr bwMode="auto">
            <a:xfrm>
              <a:off x="3216" y="1392"/>
              <a:ext cx="2640" cy="2304"/>
            </a:xfrm>
            <a:prstGeom prst="roundRect">
              <a:avLst>
                <a:gd name="adj" fmla="val 16667"/>
              </a:avLst>
            </a:prstGeom>
            <a:solidFill>
              <a:schemeClr val="bg1"/>
            </a:solidFill>
            <a:ln w="28575">
              <a:solidFill>
                <a:srgbClr val="C1012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88116" name="Freeform 6">
              <a:extLst>
                <a:ext uri="{FF2B5EF4-FFF2-40B4-BE49-F238E27FC236}">
                  <a16:creationId xmlns:a16="http://schemas.microsoft.com/office/drawing/2014/main" id="{B06E5A87-8FFC-2D44-97E4-35B57E15822A}"/>
                </a:ext>
              </a:extLst>
            </p:cNvPr>
            <p:cNvSpPr>
              <a:spLocks/>
            </p:cNvSpPr>
            <p:nvPr/>
          </p:nvSpPr>
          <p:spPr bwMode="auto">
            <a:xfrm>
              <a:off x="4703" y="2930"/>
              <a:ext cx="672" cy="53"/>
            </a:xfrm>
            <a:custGeom>
              <a:avLst/>
              <a:gdLst>
                <a:gd name="T0" fmla="*/ 0 w 552"/>
                <a:gd name="T1" fmla="*/ 0 h 30"/>
                <a:gd name="T2" fmla="*/ 2665 w 552"/>
                <a:gd name="T3" fmla="*/ 2857 h 30"/>
                <a:gd name="T4" fmla="*/ 0 60000 65536"/>
                <a:gd name="T5" fmla="*/ 0 60000 65536"/>
              </a:gdLst>
              <a:ahLst/>
              <a:cxnLst>
                <a:cxn ang="T4">
                  <a:pos x="T0" y="T1"/>
                </a:cxn>
                <a:cxn ang="T5">
                  <a:pos x="T2" y="T3"/>
                </a:cxn>
              </a:cxnLst>
              <a:rect l="0" t="0" r="r" b="b"/>
              <a:pathLst>
                <a:path w="552" h="30">
                  <a:moveTo>
                    <a:pt x="0" y="0"/>
                  </a:moveTo>
                  <a:cubicBezTo>
                    <a:pt x="91" y="5"/>
                    <a:pt x="437" y="24"/>
                    <a:pt x="552" y="30"/>
                  </a:cubicBezTo>
                </a:path>
              </a:pathLst>
            </a:custGeom>
            <a:noFill/>
            <a:ln w="28575" cap="flat" cmpd="sng">
              <a:solidFill>
                <a:srgbClr val="CC5106"/>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17" name="Text Box 7">
              <a:extLst>
                <a:ext uri="{FF2B5EF4-FFF2-40B4-BE49-F238E27FC236}">
                  <a16:creationId xmlns:a16="http://schemas.microsoft.com/office/drawing/2014/main" id="{D71B6DA0-9BE2-5719-730D-B2BEB8F83695}"/>
                </a:ext>
              </a:extLst>
            </p:cNvPr>
            <p:cNvSpPr txBox="1">
              <a:spLocks noChangeArrowheads="1"/>
            </p:cNvSpPr>
            <p:nvPr/>
          </p:nvSpPr>
          <p:spPr bwMode="auto">
            <a:xfrm>
              <a:off x="5003" y="2986"/>
              <a:ext cx="660"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rgbClr val="00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latinLnBrk="1" hangingPunct="1">
                <a:lnSpc>
                  <a:spcPts val="1200"/>
                </a:lnSpc>
                <a:spcAft>
                  <a:spcPts val="650"/>
                </a:spcAft>
                <a:buFont typeface="Wingdings" pitchFamily="2" charset="2"/>
                <a:buNone/>
              </a:pPr>
              <a:r>
                <a:rPr lang="en-GB" altLang="ko-KR" sz="1200">
                  <a:solidFill>
                    <a:srgbClr val="CC5106"/>
                  </a:solidFill>
                </a:rPr>
                <a:t>Desired</a:t>
              </a:r>
            </a:p>
          </p:txBody>
        </p:sp>
        <p:sp>
          <p:nvSpPr>
            <p:cNvPr id="388118" name="Text Box 8">
              <a:extLst>
                <a:ext uri="{FF2B5EF4-FFF2-40B4-BE49-F238E27FC236}">
                  <a16:creationId xmlns:a16="http://schemas.microsoft.com/office/drawing/2014/main" id="{A77C7025-AA9C-9304-56CF-10084506D1B2}"/>
                </a:ext>
              </a:extLst>
            </p:cNvPr>
            <p:cNvSpPr txBox="1">
              <a:spLocks noChangeArrowheads="1"/>
            </p:cNvSpPr>
            <p:nvPr/>
          </p:nvSpPr>
          <p:spPr bwMode="auto">
            <a:xfrm>
              <a:off x="4793" y="2277"/>
              <a:ext cx="864"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latinLnBrk="1" hangingPunct="1">
                <a:lnSpc>
                  <a:spcPts val="1200"/>
                </a:lnSpc>
                <a:spcAft>
                  <a:spcPts val="650"/>
                </a:spcAft>
                <a:buFont typeface="Wingdings" pitchFamily="2" charset="2"/>
                <a:buNone/>
              </a:pPr>
              <a:r>
                <a:rPr lang="en-GB" altLang="ko-KR" sz="1200">
                  <a:solidFill>
                    <a:srgbClr val="000000"/>
                  </a:solidFill>
                </a:rPr>
                <a:t>Observed</a:t>
              </a:r>
            </a:p>
          </p:txBody>
        </p:sp>
        <p:sp>
          <p:nvSpPr>
            <p:cNvPr id="388119" name="Text Box 9">
              <a:extLst>
                <a:ext uri="{FF2B5EF4-FFF2-40B4-BE49-F238E27FC236}">
                  <a16:creationId xmlns:a16="http://schemas.microsoft.com/office/drawing/2014/main" id="{757E86F9-E4E0-3C7B-55FE-8EDC13822BD5}"/>
                </a:ext>
              </a:extLst>
            </p:cNvPr>
            <p:cNvSpPr txBox="1">
              <a:spLocks noChangeArrowheads="1"/>
            </p:cNvSpPr>
            <p:nvPr/>
          </p:nvSpPr>
          <p:spPr bwMode="auto">
            <a:xfrm>
              <a:off x="3372" y="1621"/>
              <a:ext cx="672"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latinLnBrk="1" hangingPunct="1">
                <a:lnSpc>
                  <a:spcPts val="1200"/>
                </a:lnSpc>
                <a:spcAft>
                  <a:spcPts val="650"/>
                </a:spcAft>
                <a:buFont typeface="Wingdings" pitchFamily="2" charset="2"/>
                <a:buNone/>
              </a:pPr>
              <a:r>
                <a:rPr lang="en-GB" altLang="ko-KR" sz="1200">
                  <a:solidFill>
                    <a:srgbClr val="000000"/>
                  </a:solidFill>
                </a:rPr>
                <a:t>Cost</a:t>
              </a:r>
            </a:p>
          </p:txBody>
        </p:sp>
        <p:sp>
          <p:nvSpPr>
            <p:cNvPr id="388120" name="Text Box 10">
              <a:extLst>
                <a:ext uri="{FF2B5EF4-FFF2-40B4-BE49-F238E27FC236}">
                  <a16:creationId xmlns:a16="http://schemas.microsoft.com/office/drawing/2014/main" id="{530CD27D-E749-9B85-1CC4-EB294622B6B4}"/>
                </a:ext>
              </a:extLst>
            </p:cNvPr>
            <p:cNvSpPr txBox="1">
              <a:spLocks noChangeArrowheads="1"/>
            </p:cNvSpPr>
            <p:nvPr/>
          </p:nvSpPr>
          <p:spPr bwMode="auto">
            <a:xfrm>
              <a:off x="4399" y="3411"/>
              <a:ext cx="1104"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latinLnBrk="1" hangingPunct="1">
                <a:lnSpc>
                  <a:spcPts val="1200"/>
                </a:lnSpc>
                <a:spcAft>
                  <a:spcPts val="650"/>
                </a:spcAft>
                <a:buFont typeface="Wingdings" pitchFamily="2" charset="2"/>
                <a:buNone/>
              </a:pPr>
              <a:r>
                <a:rPr lang="en-GB" altLang="ko-KR" sz="1200">
                  <a:solidFill>
                    <a:srgbClr val="000000"/>
                  </a:solidFill>
                </a:rPr>
                <a:t>Time - 5 yrs</a:t>
              </a:r>
            </a:p>
          </p:txBody>
        </p:sp>
        <p:grpSp>
          <p:nvGrpSpPr>
            <p:cNvPr id="388121" name="Group 11">
              <a:extLst>
                <a:ext uri="{FF2B5EF4-FFF2-40B4-BE49-F238E27FC236}">
                  <a16:creationId xmlns:a16="http://schemas.microsoft.com/office/drawing/2014/main" id="{5B1FE1BE-BFB9-8DE6-366F-31466CF9E968}"/>
                </a:ext>
              </a:extLst>
            </p:cNvPr>
            <p:cNvGrpSpPr>
              <a:grpSpLocks/>
            </p:cNvGrpSpPr>
            <p:nvPr/>
          </p:nvGrpSpPr>
          <p:grpSpPr bwMode="auto">
            <a:xfrm>
              <a:off x="3458" y="1777"/>
              <a:ext cx="2006" cy="1558"/>
              <a:chOff x="3135" y="1819"/>
              <a:chExt cx="2006" cy="1558"/>
            </a:xfrm>
          </p:grpSpPr>
          <p:sp>
            <p:nvSpPr>
              <p:cNvPr id="388123" name="Freeform 12">
                <a:extLst>
                  <a:ext uri="{FF2B5EF4-FFF2-40B4-BE49-F238E27FC236}">
                    <a16:creationId xmlns:a16="http://schemas.microsoft.com/office/drawing/2014/main" id="{51724F3F-6134-3176-6BCF-8C6B2E708100}"/>
                  </a:ext>
                </a:extLst>
              </p:cNvPr>
              <p:cNvSpPr>
                <a:spLocks/>
              </p:cNvSpPr>
              <p:nvPr/>
            </p:nvSpPr>
            <p:spPr bwMode="auto">
              <a:xfrm>
                <a:off x="3139" y="1819"/>
                <a:ext cx="1" cy="1558"/>
              </a:xfrm>
              <a:custGeom>
                <a:avLst/>
                <a:gdLst>
                  <a:gd name="T0" fmla="*/ 0 w 1"/>
                  <a:gd name="T1" fmla="*/ 0 h 1558"/>
                  <a:gd name="T2" fmla="*/ 0 w 1"/>
                  <a:gd name="T3" fmla="*/ 1558 h 1558"/>
                  <a:gd name="T4" fmla="*/ 0 60000 65536"/>
                  <a:gd name="T5" fmla="*/ 0 60000 65536"/>
                </a:gdLst>
                <a:ahLst/>
                <a:cxnLst>
                  <a:cxn ang="T4">
                    <a:pos x="T0" y="T1"/>
                  </a:cxn>
                  <a:cxn ang="T5">
                    <a:pos x="T2" y="T3"/>
                  </a:cxn>
                </a:cxnLst>
                <a:rect l="0" t="0" r="r" b="b"/>
                <a:pathLst>
                  <a:path w="1" h="1558">
                    <a:moveTo>
                      <a:pt x="0" y="0"/>
                    </a:moveTo>
                    <a:lnTo>
                      <a:pt x="0" y="1558"/>
                    </a:lnTo>
                  </a:path>
                </a:pathLst>
              </a:custGeom>
              <a:noFill/>
              <a:ln w="12700" cmpd="sng">
                <a:solidFill>
                  <a:srgbClr val="000000"/>
                </a:solidFill>
                <a:round/>
                <a:headEnd type="triangle" w="sm" len="sm"/>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24" name="Line 13">
                <a:extLst>
                  <a:ext uri="{FF2B5EF4-FFF2-40B4-BE49-F238E27FC236}">
                    <a16:creationId xmlns:a16="http://schemas.microsoft.com/office/drawing/2014/main" id="{5FFD2785-A30C-0786-5F45-2B992A634D51}"/>
                  </a:ext>
                </a:extLst>
              </p:cNvPr>
              <p:cNvSpPr>
                <a:spLocks noChangeShapeType="1"/>
              </p:cNvSpPr>
              <p:nvPr/>
            </p:nvSpPr>
            <p:spPr bwMode="auto">
              <a:xfrm>
                <a:off x="3135" y="3374"/>
                <a:ext cx="2006" cy="0"/>
              </a:xfrm>
              <a:prstGeom prst="line">
                <a:avLst/>
              </a:prstGeom>
              <a:noFill/>
              <a:ln w="1270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388122" name="Freeform 14">
              <a:extLst>
                <a:ext uri="{FF2B5EF4-FFF2-40B4-BE49-F238E27FC236}">
                  <a16:creationId xmlns:a16="http://schemas.microsoft.com/office/drawing/2014/main" id="{1C5D2977-C2C2-4222-7321-4E65A8B7FBF7}"/>
                </a:ext>
              </a:extLst>
            </p:cNvPr>
            <p:cNvSpPr>
              <a:spLocks/>
            </p:cNvSpPr>
            <p:nvPr/>
          </p:nvSpPr>
          <p:spPr bwMode="auto">
            <a:xfrm>
              <a:off x="3539" y="1830"/>
              <a:ext cx="1708" cy="1167"/>
            </a:xfrm>
            <a:custGeom>
              <a:avLst/>
              <a:gdLst>
                <a:gd name="T0" fmla="*/ 0 w 1708"/>
                <a:gd name="T1" fmla="*/ 238 h 1167"/>
                <a:gd name="T2" fmla="*/ 324 w 1708"/>
                <a:gd name="T3" fmla="*/ 142 h 1167"/>
                <a:gd name="T4" fmla="*/ 1098 w 1708"/>
                <a:gd name="T5" fmla="*/ 1090 h 1167"/>
                <a:gd name="T6" fmla="*/ 1708 w 1708"/>
                <a:gd name="T7" fmla="*/ 602 h 11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67">
                  <a:moveTo>
                    <a:pt x="0" y="238"/>
                  </a:moveTo>
                  <a:cubicBezTo>
                    <a:pt x="54" y="222"/>
                    <a:pt x="141" y="0"/>
                    <a:pt x="324" y="142"/>
                  </a:cubicBezTo>
                  <a:cubicBezTo>
                    <a:pt x="507" y="284"/>
                    <a:pt x="867" y="1013"/>
                    <a:pt x="1098" y="1090"/>
                  </a:cubicBezTo>
                  <a:cubicBezTo>
                    <a:pt x="1329" y="1167"/>
                    <a:pt x="1581" y="704"/>
                    <a:pt x="1708" y="602"/>
                  </a:cubicBezTo>
                </a:path>
              </a:pathLst>
            </a:custGeom>
            <a:noFill/>
            <a:ln w="28575" cmpd="sng">
              <a:solidFill>
                <a:srgbClr val="2E17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nvGrpSpPr>
          <p:cNvPr id="388098" name="Group 36">
            <a:extLst>
              <a:ext uri="{FF2B5EF4-FFF2-40B4-BE49-F238E27FC236}">
                <a16:creationId xmlns:a16="http://schemas.microsoft.com/office/drawing/2014/main" id="{DB6A7F87-AF9F-FCBD-40A5-1472EF6C6EAF}"/>
              </a:ext>
            </a:extLst>
          </p:cNvPr>
          <p:cNvGrpSpPr>
            <a:grpSpLocks/>
          </p:cNvGrpSpPr>
          <p:nvPr/>
        </p:nvGrpSpPr>
        <p:grpSpPr bwMode="auto">
          <a:xfrm>
            <a:off x="6681788" y="615950"/>
            <a:ext cx="2139950" cy="623888"/>
            <a:chOff x="4560" y="240"/>
            <a:chExt cx="1460" cy="426"/>
          </a:xfrm>
        </p:grpSpPr>
        <p:sp>
          <p:nvSpPr>
            <p:cNvPr id="71717" name="Rectangle 37">
              <a:extLst>
                <a:ext uri="{FF2B5EF4-FFF2-40B4-BE49-F238E27FC236}">
                  <a16:creationId xmlns:a16="http://schemas.microsoft.com/office/drawing/2014/main" id="{E275A269-CB11-107F-FE09-753235C23AC9}"/>
                </a:ext>
              </a:extLst>
            </p:cNvPr>
            <p:cNvSpPr>
              <a:spLocks noChangeArrowheads="1"/>
            </p:cNvSpPr>
            <p:nvPr/>
          </p:nvSpPr>
          <p:spPr bwMode="auto">
            <a:xfrm>
              <a:off x="4560" y="284"/>
              <a:ext cx="901" cy="245"/>
            </a:xfrm>
            <a:prstGeom prst="rect">
              <a:avLst/>
            </a:prstGeom>
            <a:noFill/>
            <a:ln>
              <a:noFill/>
            </a:ln>
            <a:effectLst/>
          </p:spPr>
          <p:txBody>
            <a:bodyPr wrap="none" lIns="102577" tIns="51288" rIns="102577" bIns="51288">
              <a:spAutoFit/>
            </a:bodyPr>
            <a:lstStyle>
              <a:lvl1pPr marL="228600" indent="-22860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527050" indent="-18415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798513" indent="-157163"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marL="205740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marL="2743200" algn="l" defTabSz="1096963"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marL="32004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marL="36576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marL="41148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marL="4572000" defTabSz="10969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eaLnBrk="1" latinLnBrk="0" hangingPunct="1">
                <a:spcBef>
                  <a:spcPct val="100000"/>
                </a:spcBef>
                <a:buFont typeface="Wingdings" panose="05000000000000000000" pitchFamily="2" charset="2"/>
                <a:buNone/>
                <a:defRPr/>
              </a:pPr>
              <a:r>
                <a:rPr lang="en-US" altLang="ko-KR" sz="1662">
                  <a:latin typeface="Arial" panose="020B0604020202020204" pitchFamily="34" charset="0"/>
                </a:rPr>
                <a:t>Other Chart</a:t>
              </a:r>
            </a:p>
          </p:txBody>
        </p:sp>
        <p:sp>
          <p:nvSpPr>
            <p:cNvPr id="388110" name="Rectangle 38">
              <a:extLst>
                <a:ext uri="{FF2B5EF4-FFF2-40B4-BE49-F238E27FC236}">
                  <a16:creationId xmlns:a16="http://schemas.microsoft.com/office/drawing/2014/main" id="{4609780E-3120-B925-602A-23DFF1251E00}"/>
                </a:ext>
              </a:extLst>
            </p:cNvPr>
            <p:cNvSpPr>
              <a:spLocks noChangeArrowheads="1"/>
            </p:cNvSpPr>
            <p:nvPr/>
          </p:nvSpPr>
          <p:spPr bwMode="auto">
            <a:xfrm>
              <a:off x="5520" y="240"/>
              <a:ext cx="500" cy="426"/>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grpSp>
          <p:nvGrpSpPr>
            <p:cNvPr id="388111" name="Group 39">
              <a:extLst>
                <a:ext uri="{FF2B5EF4-FFF2-40B4-BE49-F238E27FC236}">
                  <a16:creationId xmlns:a16="http://schemas.microsoft.com/office/drawing/2014/main" id="{1118F014-7137-F6E5-EC46-D67005F933CD}"/>
                </a:ext>
              </a:extLst>
            </p:cNvPr>
            <p:cNvGrpSpPr>
              <a:grpSpLocks/>
            </p:cNvGrpSpPr>
            <p:nvPr/>
          </p:nvGrpSpPr>
          <p:grpSpPr bwMode="auto">
            <a:xfrm>
              <a:off x="5664" y="384"/>
              <a:ext cx="240" cy="124"/>
              <a:chOff x="5664" y="384"/>
              <a:chExt cx="240" cy="124"/>
            </a:xfrm>
          </p:grpSpPr>
          <p:sp>
            <p:nvSpPr>
              <p:cNvPr id="388112" name="Freeform 40">
                <a:extLst>
                  <a:ext uri="{FF2B5EF4-FFF2-40B4-BE49-F238E27FC236}">
                    <a16:creationId xmlns:a16="http://schemas.microsoft.com/office/drawing/2014/main" id="{B5DC0709-758F-7306-79F5-085DD91CDB7E}"/>
                  </a:ext>
                </a:extLst>
              </p:cNvPr>
              <p:cNvSpPr>
                <a:spLocks/>
              </p:cNvSpPr>
              <p:nvPr/>
            </p:nvSpPr>
            <p:spPr bwMode="gray">
              <a:xfrm>
                <a:off x="5664" y="451"/>
                <a:ext cx="144" cy="57"/>
              </a:xfrm>
              <a:custGeom>
                <a:avLst/>
                <a:gdLst>
                  <a:gd name="T0" fmla="*/ 0 w 1446"/>
                  <a:gd name="T1" fmla="*/ 0 h 1498"/>
                  <a:gd name="T2" fmla="*/ 0 w 1446"/>
                  <a:gd name="T3" fmla="*/ 0 h 1498"/>
                  <a:gd name="T4" fmla="*/ 0 w 1446"/>
                  <a:gd name="T5" fmla="*/ 0 h 1498"/>
                  <a:gd name="T6" fmla="*/ 0 w 1446"/>
                  <a:gd name="T7" fmla="*/ 0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13" name="Freeform 41">
                <a:extLst>
                  <a:ext uri="{FF2B5EF4-FFF2-40B4-BE49-F238E27FC236}">
                    <a16:creationId xmlns:a16="http://schemas.microsoft.com/office/drawing/2014/main" id="{3B8EC9A1-961E-6E3E-6E6D-0BDEE7F31BEE}"/>
                  </a:ext>
                </a:extLst>
              </p:cNvPr>
              <p:cNvSpPr>
                <a:spLocks/>
              </p:cNvSpPr>
              <p:nvPr/>
            </p:nvSpPr>
            <p:spPr bwMode="gray">
              <a:xfrm>
                <a:off x="5712" y="384"/>
                <a:ext cx="144" cy="57"/>
              </a:xfrm>
              <a:custGeom>
                <a:avLst/>
                <a:gdLst>
                  <a:gd name="T0" fmla="*/ 0 w 1446"/>
                  <a:gd name="T1" fmla="*/ 0 h 1498"/>
                  <a:gd name="T2" fmla="*/ 0 w 1446"/>
                  <a:gd name="T3" fmla="*/ 0 h 1498"/>
                  <a:gd name="T4" fmla="*/ 0 w 1446"/>
                  <a:gd name="T5" fmla="*/ 0 h 1498"/>
                  <a:gd name="T6" fmla="*/ 0 w 1446"/>
                  <a:gd name="T7" fmla="*/ 0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14" name="Freeform 42">
                <a:extLst>
                  <a:ext uri="{FF2B5EF4-FFF2-40B4-BE49-F238E27FC236}">
                    <a16:creationId xmlns:a16="http://schemas.microsoft.com/office/drawing/2014/main" id="{2DBF193B-6197-32FE-3E60-C2064160F28F}"/>
                  </a:ext>
                </a:extLst>
              </p:cNvPr>
              <p:cNvSpPr>
                <a:spLocks/>
              </p:cNvSpPr>
              <p:nvPr/>
            </p:nvSpPr>
            <p:spPr bwMode="gray">
              <a:xfrm>
                <a:off x="5760" y="432"/>
                <a:ext cx="144" cy="57"/>
              </a:xfrm>
              <a:custGeom>
                <a:avLst/>
                <a:gdLst>
                  <a:gd name="T0" fmla="*/ 0 w 1446"/>
                  <a:gd name="T1" fmla="*/ 0 h 1498"/>
                  <a:gd name="T2" fmla="*/ 0 w 1446"/>
                  <a:gd name="T3" fmla="*/ 0 h 1498"/>
                  <a:gd name="T4" fmla="*/ 0 w 1446"/>
                  <a:gd name="T5" fmla="*/ 0 h 1498"/>
                  <a:gd name="T6" fmla="*/ 0 w 1446"/>
                  <a:gd name="T7" fmla="*/ 0 h 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6" h="1498">
                    <a:moveTo>
                      <a:pt x="0" y="1498"/>
                    </a:moveTo>
                    <a:lnTo>
                      <a:pt x="939" y="0"/>
                    </a:lnTo>
                    <a:lnTo>
                      <a:pt x="1446" y="1248"/>
                    </a:lnTo>
                    <a:lnTo>
                      <a:pt x="0" y="1498"/>
                    </a:lnTo>
                    <a:close/>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sp>
        <p:nvSpPr>
          <p:cNvPr id="388099" name="AutoShape 32">
            <a:extLst>
              <a:ext uri="{FF2B5EF4-FFF2-40B4-BE49-F238E27FC236}">
                <a16:creationId xmlns:a16="http://schemas.microsoft.com/office/drawing/2014/main" id="{CE998394-0091-AF60-EEC3-5A4723CF2545}"/>
              </a:ext>
            </a:extLst>
          </p:cNvPr>
          <p:cNvSpPr>
            <a:spLocks noChangeArrowheads="1"/>
          </p:cNvSpPr>
          <p:nvPr/>
        </p:nvSpPr>
        <p:spPr bwMode="auto">
          <a:xfrm>
            <a:off x="703263" y="2303463"/>
            <a:ext cx="3868737" cy="3376612"/>
          </a:xfrm>
          <a:prstGeom prst="roundRect">
            <a:avLst>
              <a:gd name="adj" fmla="val 16667"/>
            </a:avLst>
          </a:prstGeom>
          <a:solidFill>
            <a:schemeClr val="bg1"/>
          </a:solidFill>
          <a:ln w="28575">
            <a:solidFill>
              <a:srgbClr val="C1012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grpSp>
        <p:nvGrpSpPr>
          <p:cNvPr id="388100" name="Group 18">
            <a:extLst>
              <a:ext uri="{FF2B5EF4-FFF2-40B4-BE49-F238E27FC236}">
                <a16:creationId xmlns:a16="http://schemas.microsoft.com/office/drawing/2014/main" id="{33C01A14-70B4-56F1-7C07-969F189EA25C}"/>
              </a:ext>
            </a:extLst>
          </p:cNvPr>
          <p:cNvGrpSpPr>
            <a:grpSpLocks/>
          </p:cNvGrpSpPr>
          <p:nvPr/>
        </p:nvGrpSpPr>
        <p:grpSpPr bwMode="auto">
          <a:xfrm>
            <a:off x="1209675" y="2881313"/>
            <a:ext cx="2984500" cy="2270125"/>
            <a:chOff x="602" y="1828"/>
            <a:chExt cx="2037" cy="1549"/>
          </a:xfrm>
        </p:grpSpPr>
        <p:sp>
          <p:nvSpPr>
            <p:cNvPr id="388107" name="Line 19">
              <a:extLst>
                <a:ext uri="{FF2B5EF4-FFF2-40B4-BE49-F238E27FC236}">
                  <a16:creationId xmlns:a16="http://schemas.microsoft.com/office/drawing/2014/main" id="{C1840C8E-B1DC-61BF-520E-4321F79950A0}"/>
                </a:ext>
              </a:extLst>
            </p:cNvPr>
            <p:cNvSpPr>
              <a:spLocks noChangeShapeType="1"/>
            </p:cNvSpPr>
            <p:nvPr/>
          </p:nvSpPr>
          <p:spPr bwMode="auto">
            <a:xfrm>
              <a:off x="605" y="1828"/>
              <a:ext cx="1" cy="1549"/>
            </a:xfrm>
            <a:prstGeom prst="line">
              <a:avLst/>
            </a:prstGeom>
            <a:noFill/>
            <a:ln w="1270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08" name="Line 20">
              <a:extLst>
                <a:ext uri="{FF2B5EF4-FFF2-40B4-BE49-F238E27FC236}">
                  <a16:creationId xmlns:a16="http://schemas.microsoft.com/office/drawing/2014/main" id="{3957C864-BEF0-D7C0-FF31-A720DA6CB3F6}"/>
                </a:ext>
              </a:extLst>
            </p:cNvPr>
            <p:cNvSpPr>
              <a:spLocks noChangeShapeType="1"/>
            </p:cNvSpPr>
            <p:nvPr/>
          </p:nvSpPr>
          <p:spPr bwMode="auto">
            <a:xfrm>
              <a:off x="602" y="3374"/>
              <a:ext cx="2037" cy="0"/>
            </a:xfrm>
            <a:prstGeom prst="line">
              <a:avLst/>
            </a:prstGeom>
            <a:noFill/>
            <a:ln w="1270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
        <p:nvSpPr>
          <p:cNvPr id="388101" name="Freeform 21">
            <a:extLst>
              <a:ext uri="{FF2B5EF4-FFF2-40B4-BE49-F238E27FC236}">
                <a16:creationId xmlns:a16="http://schemas.microsoft.com/office/drawing/2014/main" id="{A686D48E-B8D9-5B25-B2CF-7F47D3E345A0}"/>
              </a:ext>
            </a:extLst>
          </p:cNvPr>
          <p:cNvSpPr>
            <a:spLocks/>
          </p:cNvSpPr>
          <p:nvPr/>
        </p:nvSpPr>
        <p:spPr bwMode="auto">
          <a:xfrm>
            <a:off x="3335338" y="2935288"/>
            <a:ext cx="844550" cy="280987"/>
          </a:xfrm>
          <a:custGeom>
            <a:avLst/>
            <a:gdLst>
              <a:gd name="T0" fmla="*/ 0 w 336"/>
              <a:gd name="T1" fmla="*/ 2147483646 h 96"/>
              <a:gd name="T2" fmla="*/ 2147483646 w 336"/>
              <a:gd name="T3" fmla="*/ 0 h 96"/>
              <a:gd name="T4" fmla="*/ 0 60000 65536"/>
              <a:gd name="T5" fmla="*/ 0 60000 65536"/>
            </a:gdLst>
            <a:ahLst/>
            <a:cxnLst>
              <a:cxn ang="T4">
                <a:pos x="T0" y="T1"/>
              </a:cxn>
              <a:cxn ang="T5">
                <a:pos x="T2" y="T3"/>
              </a:cxn>
            </a:cxnLst>
            <a:rect l="0" t="0" r="r" b="b"/>
            <a:pathLst>
              <a:path w="336" h="96">
                <a:moveTo>
                  <a:pt x="0" y="96"/>
                </a:moveTo>
                <a:cubicBezTo>
                  <a:pt x="140" y="56"/>
                  <a:pt x="280" y="16"/>
                  <a:pt x="336" y="0"/>
                </a:cubicBezTo>
              </a:path>
            </a:pathLst>
          </a:custGeom>
          <a:solidFill>
            <a:schemeClr val="bg1"/>
          </a:solidFill>
          <a:ln w="28575" cap="flat" cmpd="sng">
            <a:solidFill>
              <a:srgbClr val="CC5106"/>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02" name="Text Box 22">
            <a:extLst>
              <a:ext uri="{FF2B5EF4-FFF2-40B4-BE49-F238E27FC236}">
                <a16:creationId xmlns:a16="http://schemas.microsoft.com/office/drawing/2014/main" id="{15630AD8-7F86-C1EC-4698-1371605CFAC1}"/>
              </a:ext>
            </a:extLst>
          </p:cNvPr>
          <p:cNvSpPr txBox="1">
            <a:spLocks noChangeArrowheads="1"/>
          </p:cNvSpPr>
          <p:nvPr/>
        </p:nvSpPr>
        <p:spPr bwMode="auto">
          <a:xfrm>
            <a:off x="1090613" y="2635250"/>
            <a:ext cx="1477962" cy="246063"/>
          </a:xfrm>
          <a:prstGeom prst="rect">
            <a:avLst/>
          </a:prstGeom>
          <a:solidFill>
            <a:schemeClr val="bg1"/>
          </a:solidFill>
          <a:ln>
            <a:noFill/>
          </a:ln>
          <a:effectLst/>
          <a:extLs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latinLnBrk="1" hangingPunct="1">
              <a:lnSpc>
                <a:spcPts val="1200"/>
              </a:lnSpc>
              <a:spcAft>
                <a:spcPts val="650"/>
              </a:spcAft>
              <a:buFont typeface="Wingdings" pitchFamily="2" charset="2"/>
              <a:buNone/>
            </a:pPr>
            <a:r>
              <a:rPr lang="en-GB" altLang="ko-KR" sz="1200">
                <a:solidFill>
                  <a:srgbClr val="000000"/>
                </a:solidFill>
              </a:rPr>
              <a:t>Performance</a:t>
            </a:r>
          </a:p>
        </p:txBody>
      </p:sp>
      <p:sp>
        <p:nvSpPr>
          <p:cNvPr id="388103" name="Text Box 23">
            <a:extLst>
              <a:ext uri="{FF2B5EF4-FFF2-40B4-BE49-F238E27FC236}">
                <a16:creationId xmlns:a16="http://schemas.microsoft.com/office/drawing/2014/main" id="{EDA2D033-16BB-FAF2-75C2-FA471B5081DB}"/>
              </a:ext>
            </a:extLst>
          </p:cNvPr>
          <p:cNvSpPr txBox="1">
            <a:spLocks noChangeArrowheads="1"/>
          </p:cNvSpPr>
          <p:nvPr/>
        </p:nvSpPr>
        <p:spPr bwMode="auto">
          <a:xfrm>
            <a:off x="2597150" y="5262563"/>
            <a:ext cx="1617663" cy="246062"/>
          </a:xfrm>
          <a:prstGeom prst="rect">
            <a:avLst/>
          </a:prstGeom>
          <a:solidFill>
            <a:schemeClr val="bg1"/>
          </a:solidFill>
          <a:ln>
            <a:noFill/>
          </a:ln>
          <a:effectLst/>
          <a:extLs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latinLnBrk="1" hangingPunct="1">
              <a:lnSpc>
                <a:spcPts val="1200"/>
              </a:lnSpc>
              <a:spcAft>
                <a:spcPts val="650"/>
              </a:spcAft>
              <a:buFont typeface="Wingdings" pitchFamily="2" charset="2"/>
              <a:buNone/>
            </a:pPr>
            <a:r>
              <a:rPr lang="en-GB" altLang="ko-KR" sz="1200">
                <a:solidFill>
                  <a:srgbClr val="000000"/>
                </a:solidFill>
              </a:rPr>
              <a:t>Time - 5 yrs</a:t>
            </a:r>
          </a:p>
        </p:txBody>
      </p:sp>
      <p:sp>
        <p:nvSpPr>
          <p:cNvPr id="388104" name="Freeform 24">
            <a:extLst>
              <a:ext uri="{FF2B5EF4-FFF2-40B4-BE49-F238E27FC236}">
                <a16:creationId xmlns:a16="http://schemas.microsoft.com/office/drawing/2014/main" id="{A7A4494A-9C35-5159-492F-26DB7C1D015D}"/>
              </a:ext>
            </a:extLst>
          </p:cNvPr>
          <p:cNvSpPr>
            <a:spLocks/>
          </p:cNvSpPr>
          <p:nvPr/>
        </p:nvSpPr>
        <p:spPr bwMode="auto">
          <a:xfrm>
            <a:off x="1392238" y="3060700"/>
            <a:ext cx="2646362" cy="1968500"/>
          </a:xfrm>
          <a:custGeom>
            <a:avLst/>
            <a:gdLst>
              <a:gd name="T0" fmla="*/ 0 w 1518"/>
              <a:gd name="T1" fmla="*/ 2147483646 h 1343"/>
              <a:gd name="T2" fmla="*/ 2147483646 w 1518"/>
              <a:gd name="T3" fmla="*/ 2147483646 h 1343"/>
              <a:gd name="T4" fmla="*/ 2147483646 w 1518"/>
              <a:gd name="T5" fmla="*/ 2147483646 h 1343"/>
              <a:gd name="T6" fmla="*/ 2147483646 w 1518"/>
              <a:gd name="T7" fmla="*/ 2147483646 h 134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18" h="1343">
                <a:moveTo>
                  <a:pt x="0" y="1142"/>
                </a:moveTo>
                <a:cubicBezTo>
                  <a:pt x="61" y="1149"/>
                  <a:pt x="193" y="1343"/>
                  <a:pt x="366" y="1180"/>
                </a:cubicBezTo>
                <a:cubicBezTo>
                  <a:pt x="539" y="1017"/>
                  <a:pt x="846" y="325"/>
                  <a:pt x="1038" y="162"/>
                </a:cubicBezTo>
                <a:cubicBezTo>
                  <a:pt x="1230" y="0"/>
                  <a:pt x="1438" y="199"/>
                  <a:pt x="1518" y="207"/>
                </a:cubicBezTo>
              </a:path>
            </a:pathLst>
          </a:custGeom>
          <a:solidFill>
            <a:schemeClr val="bg1"/>
          </a:solidFill>
          <a:ln w="28575" cmpd="sng">
            <a:solidFill>
              <a:srgbClr val="2E17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88105" name="Text Box 25">
            <a:extLst>
              <a:ext uri="{FF2B5EF4-FFF2-40B4-BE49-F238E27FC236}">
                <a16:creationId xmlns:a16="http://schemas.microsoft.com/office/drawing/2014/main" id="{B95EE987-7E9D-2019-6D31-912D468A4A34}"/>
              </a:ext>
            </a:extLst>
          </p:cNvPr>
          <p:cNvSpPr txBox="1">
            <a:spLocks noChangeArrowheads="1"/>
          </p:cNvSpPr>
          <p:nvPr/>
        </p:nvSpPr>
        <p:spPr bwMode="auto">
          <a:xfrm>
            <a:off x="3527425" y="2652713"/>
            <a:ext cx="966788" cy="246062"/>
          </a:xfrm>
          <a:prstGeom prst="rect">
            <a:avLst/>
          </a:prstGeom>
          <a:solidFill>
            <a:schemeClr val="bg1"/>
          </a:solidFill>
          <a:ln>
            <a:noFill/>
          </a:ln>
          <a:effectLst/>
          <a:extLst>
            <a:ext uri="{91240B29-F687-4F45-9708-019B960494DF}">
              <a14:hiddenLine xmlns:a14="http://schemas.microsoft.com/office/drawing/2010/main" w="19050">
                <a:solidFill>
                  <a:srgbClr val="00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latinLnBrk="1" hangingPunct="1">
              <a:lnSpc>
                <a:spcPts val="1200"/>
              </a:lnSpc>
              <a:spcAft>
                <a:spcPts val="650"/>
              </a:spcAft>
              <a:buFont typeface="Wingdings" pitchFamily="2" charset="2"/>
              <a:buNone/>
            </a:pPr>
            <a:r>
              <a:rPr lang="en-GB" altLang="ko-KR" sz="1200">
                <a:solidFill>
                  <a:srgbClr val="CC5106"/>
                </a:solidFill>
              </a:rPr>
              <a:t>Desired</a:t>
            </a:r>
          </a:p>
        </p:txBody>
      </p:sp>
      <p:sp>
        <p:nvSpPr>
          <p:cNvPr id="388106" name="Text Box 17">
            <a:extLst>
              <a:ext uri="{FF2B5EF4-FFF2-40B4-BE49-F238E27FC236}">
                <a16:creationId xmlns:a16="http://schemas.microsoft.com/office/drawing/2014/main" id="{15EBBE15-0BE4-051F-1970-E9170C15FE6D}"/>
              </a:ext>
            </a:extLst>
          </p:cNvPr>
          <p:cNvSpPr txBox="1">
            <a:spLocks noChangeArrowheads="1"/>
          </p:cNvSpPr>
          <p:nvPr/>
        </p:nvSpPr>
        <p:spPr bwMode="auto">
          <a:xfrm>
            <a:off x="3352800" y="3354388"/>
            <a:ext cx="969963" cy="246062"/>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latinLnBrk="1" hangingPunct="1">
              <a:lnSpc>
                <a:spcPts val="1200"/>
              </a:lnSpc>
              <a:spcAft>
                <a:spcPts val="650"/>
              </a:spcAft>
              <a:buFont typeface="Wingdings" pitchFamily="2" charset="2"/>
              <a:buNone/>
            </a:pPr>
            <a:r>
              <a:rPr lang="en-GB" altLang="ko-KR" sz="1200">
                <a:solidFill>
                  <a:srgbClr val="000000"/>
                </a:solidFill>
              </a:rPr>
              <a:t>Observed</a:t>
            </a:r>
          </a:p>
        </p:txBody>
      </p:sp>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169" name="Group 50">
            <a:extLst>
              <a:ext uri="{FF2B5EF4-FFF2-40B4-BE49-F238E27FC236}">
                <a16:creationId xmlns:a16="http://schemas.microsoft.com/office/drawing/2014/main" id="{850DBFC1-F8C3-216D-649E-D9DCD860E2D6}"/>
              </a:ext>
            </a:extLst>
          </p:cNvPr>
          <p:cNvGrpSpPr>
            <a:grpSpLocks/>
          </p:cNvGrpSpPr>
          <p:nvPr/>
        </p:nvGrpSpPr>
        <p:grpSpPr bwMode="auto">
          <a:xfrm>
            <a:off x="914400" y="2162175"/>
            <a:ext cx="2986088" cy="3143250"/>
            <a:chOff x="746" y="1296"/>
            <a:chExt cx="2038" cy="2145"/>
          </a:xfrm>
        </p:grpSpPr>
        <p:sp>
          <p:nvSpPr>
            <p:cNvPr id="391195" name="Arc 8">
              <a:extLst>
                <a:ext uri="{FF2B5EF4-FFF2-40B4-BE49-F238E27FC236}">
                  <a16:creationId xmlns:a16="http://schemas.microsoft.com/office/drawing/2014/main" id="{49831FA3-C8A1-4CB9-C2EE-06352244B586}"/>
                </a:ext>
              </a:extLst>
            </p:cNvPr>
            <p:cNvSpPr>
              <a:spLocks/>
            </p:cNvSpPr>
            <p:nvPr/>
          </p:nvSpPr>
          <p:spPr bwMode="auto">
            <a:xfrm flipH="1">
              <a:off x="946" y="1603"/>
              <a:ext cx="799" cy="7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2700"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91196" name="Arc 9">
              <a:extLst>
                <a:ext uri="{FF2B5EF4-FFF2-40B4-BE49-F238E27FC236}">
                  <a16:creationId xmlns:a16="http://schemas.microsoft.com/office/drawing/2014/main" id="{FBBE3289-44F7-5ADF-EEEE-045BBD089F03}"/>
                </a:ext>
              </a:extLst>
            </p:cNvPr>
            <p:cNvSpPr>
              <a:spLocks/>
            </p:cNvSpPr>
            <p:nvPr/>
          </p:nvSpPr>
          <p:spPr bwMode="auto">
            <a:xfrm flipH="1">
              <a:off x="1265" y="1603"/>
              <a:ext cx="480" cy="7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2700"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91197" name="Arc 10">
              <a:extLst>
                <a:ext uri="{FF2B5EF4-FFF2-40B4-BE49-F238E27FC236}">
                  <a16:creationId xmlns:a16="http://schemas.microsoft.com/office/drawing/2014/main" id="{AECCF9D5-AD9E-5A45-FC99-58F9D9A51F89}"/>
                </a:ext>
              </a:extLst>
            </p:cNvPr>
            <p:cNvSpPr>
              <a:spLocks/>
            </p:cNvSpPr>
            <p:nvPr/>
          </p:nvSpPr>
          <p:spPr bwMode="auto">
            <a:xfrm flipH="1">
              <a:off x="1585" y="1603"/>
              <a:ext cx="160" cy="7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2700"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91198" name="Arc 11">
              <a:extLst>
                <a:ext uri="{FF2B5EF4-FFF2-40B4-BE49-F238E27FC236}">
                  <a16:creationId xmlns:a16="http://schemas.microsoft.com/office/drawing/2014/main" id="{82D3BEF4-4777-8A67-C686-D984F0F01F57}"/>
                </a:ext>
              </a:extLst>
            </p:cNvPr>
            <p:cNvSpPr>
              <a:spLocks/>
            </p:cNvSpPr>
            <p:nvPr/>
          </p:nvSpPr>
          <p:spPr bwMode="auto">
            <a:xfrm>
              <a:off x="1745" y="1603"/>
              <a:ext cx="200" cy="7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2700"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91199" name="Arc 12">
              <a:extLst>
                <a:ext uri="{FF2B5EF4-FFF2-40B4-BE49-F238E27FC236}">
                  <a16:creationId xmlns:a16="http://schemas.microsoft.com/office/drawing/2014/main" id="{938F36BC-B3E6-082A-D6F5-9A90E716EDBC}"/>
                </a:ext>
              </a:extLst>
            </p:cNvPr>
            <p:cNvSpPr>
              <a:spLocks/>
            </p:cNvSpPr>
            <p:nvPr/>
          </p:nvSpPr>
          <p:spPr bwMode="auto">
            <a:xfrm>
              <a:off x="1765" y="1603"/>
              <a:ext cx="480" cy="7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2700"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91200" name="Arc 13">
              <a:extLst>
                <a:ext uri="{FF2B5EF4-FFF2-40B4-BE49-F238E27FC236}">
                  <a16:creationId xmlns:a16="http://schemas.microsoft.com/office/drawing/2014/main" id="{AB0512AA-DDEF-96AF-8C34-816BAB420509}"/>
                </a:ext>
              </a:extLst>
            </p:cNvPr>
            <p:cNvSpPr>
              <a:spLocks/>
            </p:cNvSpPr>
            <p:nvPr/>
          </p:nvSpPr>
          <p:spPr bwMode="auto">
            <a:xfrm>
              <a:off x="1812" y="1604"/>
              <a:ext cx="719" cy="7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2700" cap="rnd">
              <a:solidFill>
                <a:srgbClr val="00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391201" name="AutoShape 14">
              <a:extLst>
                <a:ext uri="{FF2B5EF4-FFF2-40B4-BE49-F238E27FC236}">
                  <a16:creationId xmlns:a16="http://schemas.microsoft.com/office/drawing/2014/main" id="{6124481F-6321-98A9-B191-7F625EF34D89}"/>
                </a:ext>
              </a:extLst>
            </p:cNvPr>
            <p:cNvSpPr>
              <a:spLocks noChangeArrowheads="1"/>
            </p:cNvSpPr>
            <p:nvPr/>
          </p:nvSpPr>
          <p:spPr bwMode="auto">
            <a:xfrm>
              <a:off x="886" y="2322"/>
              <a:ext cx="120" cy="200"/>
            </a:xfrm>
            <a:prstGeom prst="flowChartMerge">
              <a:avLst/>
            </a:prstGeom>
            <a:solidFill>
              <a:srgbClr val="C5C5C5"/>
            </a:solidFill>
            <a:ln w="12700" cap="rnd">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202" name="AutoShape 15">
              <a:extLst>
                <a:ext uri="{FF2B5EF4-FFF2-40B4-BE49-F238E27FC236}">
                  <a16:creationId xmlns:a16="http://schemas.microsoft.com/office/drawing/2014/main" id="{D0B741AC-C6C1-3291-385D-FA3200575183}"/>
                </a:ext>
              </a:extLst>
            </p:cNvPr>
            <p:cNvSpPr>
              <a:spLocks noChangeArrowheads="1"/>
            </p:cNvSpPr>
            <p:nvPr/>
          </p:nvSpPr>
          <p:spPr bwMode="auto">
            <a:xfrm>
              <a:off x="1206" y="2322"/>
              <a:ext cx="119" cy="200"/>
            </a:xfrm>
            <a:prstGeom prst="flowChartMerge">
              <a:avLst/>
            </a:prstGeom>
            <a:solidFill>
              <a:srgbClr val="C5C5C5"/>
            </a:solidFill>
            <a:ln w="12700" cap="rnd">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203" name="AutoShape 16">
              <a:extLst>
                <a:ext uri="{FF2B5EF4-FFF2-40B4-BE49-F238E27FC236}">
                  <a16:creationId xmlns:a16="http://schemas.microsoft.com/office/drawing/2014/main" id="{84215C30-1403-DD3E-87B4-5A30027DD361}"/>
                </a:ext>
              </a:extLst>
            </p:cNvPr>
            <p:cNvSpPr>
              <a:spLocks noChangeArrowheads="1"/>
            </p:cNvSpPr>
            <p:nvPr/>
          </p:nvSpPr>
          <p:spPr bwMode="auto">
            <a:xfrm>
              <a:off x="1525" y="2322"/>
              <a:ext cx="120" cy="200"/>
            </a:xfrm>
            <a:prstGeom prst="flowChartMerge">
              <a:avLst/>
            </a:prstGeom>
            <a:solidFill>
              <a:srgbClr val="C5C5C5"/>
            </a:solidFill>
            <a:ln w="12700" cap="rnd">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204" name="AutoShape 17">
              <a:extLst>
                <a:ext uri="{FF2B5EF4-FFF2-40B4-BE49-F238E27FC236}">
                  <a16:creationId xmlns:a16="http://schemas.microsoft.com/office/drawing/2014/main" id="{EF3876D7-A588-5941-0287-63E07E89D213}"/>
                </a:ext>
              </a:extLst>
            </p:cNvPr>
            <p:cNvSpPr>
              <a:spLocks noChangeArrowheads="1"/>
            </p:cNvSpPr>
            <p:nvPr/>
          </p:nvSpPr>
          <p:spPr bwMode="auto">
            <a:xfrm>
              <a:off x="1892" y="2322"/>
              <a:ext cx="119" cy="200"/>
            </a:xfrm>
            <a:prstGeom prst="flowChartMerge">
              <a:avLst/>
            </a:prstGeom>
            <a:solidFill>
              <a:srgbClr val="C5C5C5"/>
            </a:solidFill>
            <a:ln w="12700" cap="rnd">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205" name="AutoShape 18">
              <a:extLst>
                <a:ext uri="{FF2B5EF4-FFF2-40B4-BE49-F238E27FC236}">
                  <a16:creationId xmlns:a16="http://schemas.microsoft.com/office/drawing/2014/main" id="{1702DF7E-84A6-B35A-A79C-708C26215274}"/>
                </a:ext>
              </a:extLst>
            </p:cNvPr>
            <p:cNvSpPr>
              <a:spLocks noChangeArrowheads="1"/>
            </p:cNvSpPr>
            <p:nvPr/>
          </p:nvSpPr>
          <p:spPr bwMode="auto">
            <a:xfrm>
              <a:off x="2191" y="2322"/>
              <a:ext cx="120" cy="200"/>
            </a:xfrm>
            <a:prstGeom prst="flowChartMerge">
              <a:avLst/>
            </a:prstGeom>
            <a:solidFill>
              <a:srgbClr val="C5C5C5"/>
            </a:solidFill>
            <a:ln w="12700" cap="rnd">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206" name="AutoShape 19">
              <a:extLst>
                <a:ext uri="{FF2B5EF4-FFF2-40B4-BE49-F238E27FC236}">
                  <a16:creationId xmlns:a16="http://schemas.microsoft.com/office/drawing/2014/main" id="{22AADDED-C533-019A-7B83-0BF2A8E72F5D}"/>
                </a:ext>
              </a:extLst>
            </p:cNvPr>
            <p:cNvSpPr>
              <a:spLocks noChangeArrowheads="1"/>
            </p:cNvSpPr>
            <p:nvPr/>
          </p:nvSpPr>
          <p:spPr bwMode="auto">
            <a:xfrm>
              <a:off x="2478" y="2322"/>
              <a:ext cx="120" cy="200"/>
            </a:xfrm>
            <a:prstGeom prst="flowChartMerge">
              <a:avLst/>
            </a:prstGeom>
            <a:solidFill>
              <a:srgbClr val="C5C5C5"/>
            </a:solidFill>
            <a:ln w="12700" cap="rnd">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89108" name="Rectangle 20">
              <a:extLst>
                <a:ext uri="{FF2B5EF4-FFF2-40B4-BE49-F238E27FC236}">
                  <a16:creationId xmlns:a16="http://schemas.microsoft.com/office/drawing/2014/main" id="{85A50C23-F98D-D006-5EE7-C756B5D75C84}"/>
                </a:ext>
              </a:extLst>
            </p:cNvPr>
            <p:cNvSpPr>
              <a:spLocks noChangeArrowheads="1"/>
            </p:cNvSpPr>
            <p:nvPr/>
          </p:nvSpPr>
          <p:spPr bwMode="auto">
            <a:xfrm>
              <a:off x="1265" y="1296"/>
              <a:ext cx="960"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09" name="Rectangle 21">
              <a:extLst>
                <a:ext uri="{FF2B5EF4-FFF2-40B4-BE49-F238E27FC236}">
                  <a16:creationId xmlns:a16="http://schemas.microsoft.com/office/drawing/2014/main" id="{9A7E5C79-EF23-E6BF-EE68-94BF8C72BA6C}"/>
                </a:ext>
              </a:extLst>
            </p:cNvPr>
            <p:cNvSpPr>
              <a:spLocks noChangeArrowheads="1"/>
            </p:cNvSpPr>
            <p:nvPr/>
          </p:nvSpPr>
          <p:spPr bwMode="auto">
            <a:xfrm>
              <a:off x="746" y="2603"/>
              <a:ext cx="959" cy="186"/>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10" name="Rectangle 22">
              <a:extLst>
                <a:ext uri="{FF2B5EF4-FFF2-40B4-BE49-F238E27FC236}">
                  <a16:creationId xmlns:a16="http://schemas.microsoft.com/office/drawing/2014/main" id="{233FC76C-C773-C1F9-79CB-30FCC0C0A8C2}"/>
                </a:ext>
              </a:extLst>
            </p:cNvPr>
            <p:cNvSpPr>
              <a:spLocks noChangeArrowheads="1"/>
            </p:cNvSpPr>
            <p:nvPr/>
          </p:nvSpPr>
          <p:spPr bwMode="auto">
            <a:xfrm>
              <a:off x="1825" y="2603"/>
              <a:ext cx="959" cy="186"/>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11" name="Rectangle 23">
              <a:extLst>
                <a:ext uri="{FF2B5EF4-FFF2-40B4-BE49-F238E27FC236}">
                  <a16:creationId xmlns:a16="http://schemas.microsoft.com/office/drawing/2014/main" id="{5767038E-0FBA-3612-9D20-F54B40AD2A0D}"/>
                </a:ext>
              </a:extLst>
            </p:cNvPr>
            <p:cNvSpPr>
              <a:spLocks noChangeArrowheads="1"/>
            </p:cNvSpPr>
            <p:nvPr/>
          </p:nvSpPr>
          <p:spPr bwMode="auto">
            <a:xfrm>
              <a:off x="753" y="2922"/>
              <a:ext cx="961"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12" name="Rectangle 24">
              <a:extLst>
                <a:ext uri="{FF2B5EF4-FFF2-40B4-BE49-F238E27FC236}">
                  <a16:creationId xmlns:a16="http://schemas.microsoft.com/office/drawing/2014/main" id="{D2C14F2B-4709-09F9-D328-7931B9EFAC1E}"/>
                </a:ext>
              </a:extLst>
            </p:cNvPr>
            <p:cNvSpPr>
              <a:spLocks noChangeArrowheads="1"/>
            </p:cNvSpPr>
            <p:nvPr/>
          </p:nvSpPr>
          <p:spPr bwMode="auto">
            <a:xfrm>
              <a:off x="759" y="3254"/>
              <a:ext cx="959"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13" name="Rectangle 25">
              <a:extLst>
                <a:ext uri="{FF2B5EF4-FFF2-40B4-BE49-F238E27FC236}">
                  <a16:creationId xmlns:a16="http://schemas.microsoft.com/office/drawing/2014/main" id="{FA5B2908-471A-5723-99DB-CAD7B4E5CD33}"/>
                </a:ext>
              </a:extLst>
            </p:cNvPr>
            <p:cNvSpPr>
              <a:spLocks noChangeArrowheads="1"/>
            </p:cNvSpPr>
            <p:nvPr/>
          </p:nvSpPr>
          <p:spPr bwMode="auto">
            <a:xfrm>
              <a:off x="1825" y="2915"/>
              <a:ext cx="959"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14" name="Rectangle 26">
              <a:extLst>
                <a:ext uri="{FF2B5EF4-FFF2-40B4-BE49-F238E27FC236}">
                  <a16:creationId xmlns:a16="http://schemas.microsoft.com/office/drawing/2014/main" id="{DC1333C6-3EDE-9872-F125-930EF61E1D3E}"/>
                </a:ext>
              </a:extLst>
            </p:cNvPr>
            <p:cNvSpPr>
              <a:spLocks noChangeArrowheads="1"/>
            </p:cNvSpPr>
            <p:nvPr/>
          </p:nvSpPr>
          <p:spPr bwMode="auto">
            <a:xfrm>
              <a:off x="1825" y="3248"/>
              <a:ext cx="959" cy="186"/>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grpSp>
      <p:grpSp>
        <p:nvGrpSpPr>
          <p:cNvPr id="391170" name="Group 27">
            <a:extLst>
              <a:ext uri="{FF2B5EF4-FFF2-40B4-BE49-F238E27FC236}">
                <a16:creationId xmlns:a16="http://schemas.microsoft.com/office/drawing/2014/main" id="{071D8E7D-3E9A-B104-9B96-A58C38EF1B52}"/>
              </a:ext>
            </a:extLst>
          </p:cNvPr>
          <p:cNvGrpSpPr>
            <a:grpSpLocks/>
          </p:cNvGrpSpPr>
          <p:nvPr/>
        </p:nvGrpSpPr>
        <p:grpSpPr bwMode="auto">
          <a:xfrm>
            <a:off x="6724650" y="550863"/>
            <a:ext cx="2054225" cy="676275"/>
            <a:chOff x="4589" y="196"/>
            <a:chExt cx="1402" cy="461"/>
          </a:xfrm>
        </p:grpSpPr>
        <p:grpSp>
          <p:nvGrpSpPr>
            <p:cNvPr id="391181" name="Group 28">
              <a:extLst>
                <a:ext uri="{FF2B5EF4-FFF2-40B4-BE49-F238E27FC236}">
                  <a16:creationId xmlns:a16="http://schemas.microsoft.com/office/drawing/2014/main" id="{5899CB9B-90AF-8C7F-6341-5FD3AEC427A6}"/>
                </a:ext>
              </a:extLst>
            </p:cNvPr>
            <p:cNvGrpSpPr>
              <a:grpSpLocks/>
            </p:cNvGrpSpPr>
            <p:nvPr/>
          </p:nvGrpSpPr>
          <p:grpSpPr bwMode="auto">
            <a:xfrm>
              <a:off x="5452" y="196"/>
              <a:ext cx="539" cy="461"/>
              <a:chOff x="5452" y="196"/>
              <a:chExt cx="539" cy="461"/>
            </a:xfrm>
          </p:grpSpPr>
          <p:sp>
            <p:nvSpPr>
              <p:cNvPr id="391183" name="Rectangle 29">
                <a:extLst>
                  <a:ext uri="{FF2B5EF4-FFF2-40B4-BE49-F238E27FC236}">
                    <a16:creationId xmlns:a16="http://schemas.microsoft.com/office/drawing/2014/main" id="{47F01B47-3444-3F78-C15C-EB3BE63D5170}"/>
                  </a:ext>
                </a:extLst>
              </p:cNvPr>
              <p:cNvSpPr>
                <a:spLocks noChangeArrowheads="1"/>
              </p:cNvSpPr>
              <p:nvPr/>
            </p:nvSpPr>
            <p:spPr bwMode="auto">
              <a:xfrm>
                <a:off x="5452" y="196"/>
                <a:ext cx="539" cy="46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grpSp>
            <p:nvGrpSpPr>
              <p:cNvPr id="391184" name="Group 30">
                <a:extLst>
                  <a:ext uri="{FF2B5EF4-FFF2-40B4-BE49-F238E27FC236}">
                    <a16:creationId xmlns:a16="http://schemas.microsoft.com/office/drawing/2014/main" id="{2AAD5923-3FDA-A6FB-C7EC-777C8C22FAD1}"/>
                  </a:ext>
                </a:extLst>
              </p:cNvPr>
              <p:cNvGrpSpPr>
                <a:grpSpLocks/>
              </p:cNvGrpSpPr>
              <p:nvPr/>
            </p:nvGrpSpPr>
            <p:grpSpPr bwMode="auto">
              <a:xfrm>
                <a:off x="5509" y="273"/>
                <a:ext cx="423" cy="301"/>
                <a:chOff x="5509" y="273"/>
                <a:chExt cx="423" cy="301"/>
              </a:xfrm>
            </p:grpSpPr>
            <p:sp>
              <p:nvSpPr>
                <p:cNvPr id="391185" name="Oval 31">
                  <a:extLst>
                    <a:ext uri="{FF2B5EF4-FFF2-40B4-BE49-F238E27FC236}">
                      <a16:creationId xmlns:a16="http://schemas.microsoft.com/office/drawing/2014/main" id="{65616683-8CC0-4A3F-5381-0F9A218A79F4}"/>
                    </a:ext>
                  </a:extLst>
                </p:cNvPr>
                <p:cNvSpPr>
                  <a:spLocks noChangeArrowheads="1"/>
                </p:cNvSpPr>
                <p:nvPr/>
              </p:nvSpPr>
              <p:spPr bwMode="auto">
                <a:xfrm>
                  <a:off x="5543" y="313"/>
                  <a:ext cx="354" cy="241"/>
                </a:xfrm>
                <a:prstGeom prst="ellipse">
                  <a:avLst/>
                </a:prstGeom>
                <a:solidFill>
                  <a:schemeClr val="bg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86" name="Rectangle 32">
                  <a:extLst>
                    <a:ext uri="{FF2B5EF4-FFF2-40B4-BE49-F238E27FC236}">
                      <a16:creationId xmlns:a16="http://schemas.microsoft.com/office/drawing/2014/main" id="{41A2F943-15D7-0036-32E6-1DE4CADA5445}"/>
                    </a:ext>
                  </a:extLst>
                </p:cNvPr>
                <p:cNvSpPr>
                  <a:spLocks noChangeArrowheads="1"/>
                </p:cNvSpPr>
                <p:nvPr/>
              </p:nvSpPr>
              <p:spPr bwMode="auto">
                <a:xfrm>
                  <a:off x="5509" y="386"/>
                  <a:ext cx="82"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87" name="Rectangle 33">
                  <a:extLst>
                    <a:ext uri="{FF2B5EF4-FFF2-40B4-BE49-F238E27FC236}">
                      <a16:creationId xmlns:a16="http://schemas.microsoft.com/office/drawing/2014/main" id="{E8EB579C-B47F-9B6F-7347-3817283243A7}"/>
                    </a:ext>
                  </a:extLst>
                </p:cNvPr>
                <p:cNvSpPr>
                  <a:spLocks noChangeArrowheads="1"/>
                </p:cNvSpPr>
                <p:nvPr/>
              </p:nvSpPr>
              <p:spPr bwMode="auto">
                <a:xfrm>
                  <a:off x="5679" y="273"/>
                  <a:ext cx="83"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88" name="Rectangle 34">
                  <a:extLst>
                    <a:ext uri="{FF2B5EF4-FFF2-40B4-BE49-F238E27FC236}">
                      <a16:creationId xmlns:a16="http://schemas.microsoft.com/office/drawing/2014/main" id="{66EC755B-D863-82F3-4284-4AE755200277}"/>
                    </a:ext>
                  </a:extLst>
                </p:cNvPr>
                <p:cNvSpPr>
                  <a:spLocks noChangeArrowheads="1"/>
                </p:cNvSpPr>
                <p:nvPr/>
              </p:nvSpPr>
              <p:spPr bwMode="auto">
                <a:xfrm>
                  <a:off x="5851" y="386"/>
                  <a:ext cx="81" cy="54"/>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89" name="Rectangle 35">
                  <a:extLst>
                    <a:ext uri="{FF2B5EF4-FFF2-40B4-BE49-F238E27FC236}">
                      <a16:creationId xmlns:a16="http://schemas.microsoft.com/office/drawing/2014/main" id="{7F575FEE-7FDE-CC7B-3BEE-06EEE88AC77D}"/>
                    </a:ext>
                  </a:extLst>
                </p:cNvPr>
                <p:cNvSpPr>
                  <a:spLocks noChangeArrowheads="1"/>
                </p:cNvSpPr>
                <p:nvPr/>
              </p:nvSpPr>
              <p:spPr bwMode="auto">
                <a:xfrm>
                  <a:off x="5679" y="518"/>
                  <a:ext cx="83" cy="56"/>
                </a:xfrm>
                <a:prstGeom prst="rect">
                  <a:avLst/>
                </a:prstGeom>
                <a:solidFill>
                  <a:srgbClr val="DADADA"/>
                </a:solidFill>
                <a:ln w="12699">
                  <a:solidFill>
                    <a:schemeClr val="tx1"/>
                  </a:solidFill>
                  <a:miter lim="800000"/>
                  <a:headEnd/>
                  <a:tailEnd/>
                </a:ln>
                <a:effectLst>
                  <a:outerShdw dist="17961" dir="2700000" algn="ctr" rotWithShape="0">
                    <a:schemeClr val="tx1"/>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90" name="Oval 36">
                  <a:extLst>
                    <a:ext uri="{FF2B5EF4-FFF2-40B4-BE49-F238E27FC236}">
                      <a16:creationId xmlns:a16="http://schemas.microsoft.com/office/drawing/2014/main" id="{3794BF0A-9117-07AE-75BC-6A87AEC2968F}"/>
                    </a:ext>
                  </a:extLst>
                </p:cNvPr>
                <p:cNvSpPr>
                  <a:spLocks noChangeArrowheads="1"/>
                </p:cNvSpPr>
                <p:nvPr/>
              </p:nvSpPr>
              <p:spPr bwMode="auto">
                <a:xfrm>
                  <a:off x="5671" y="399"/>
                  <a:ext cx="113" cy="55"/>
                </a:xfrm>
                <a:prstGeom prst="ellipse">
                  <a:avLst/>
                </a:prstGeom>
                <a:solidFill>
                  <a:schemeClr val="bg1"/>
                </a:solidFill>
                <a:ln w="12699">
                  <a:solidFill>
                    <a:schemeClr val="tx1"/>
                  </a:solidFill>
                  <a:round/>
                  <a:headEnd/>
                  <a:tailEnd/>
                </a:ln>
                <a:effectLst>
                  <a:outerShdw dist="17961" dir="2700000" algn="ctr" rotWithShape="0">
                    <a:schemeClr val="bg2"/>
                  </a:outerShdw>
                </a:effec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91" name="AutoShape 37">
                  <a:extLst>
                    <a:ext uri="{FF2B5EF4-FFF2-40B4-BE49-F238E27FC236}">
                      <a16:creationId xmlns:a16="http://schemas.microsoft.com/office/drawing/2014/main" id="{89AE2473-EEC4-861D-99CF-C97529D06F08}"/>
                    </a:ext>
                  </a:extLst>
                </p:cNvPr>
                <p:cNvSpPr>
                  <a:spLocks noChangeArrowheads="1"/>
                </p:cNvSpPr>
                <p:nvPr/>
              </p:nvSpPr>
              <p:spPr bwMode="auto">
                <a:xfrm flipH="1">
                  <a:off x="5799" y="408"/>
                  <a:ext cx="27"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92" name="AutoShape 38">
                  <a:extLst>
                    <a:ext uri="{FF2B5EF4-FFF2-40B4-BE49-F238E27FC236}">
                      <a16:creationId xmlns:a16="http://schemas.microsoft.com/office/drawing/2014/main" id="{C36DC267-2D63-48CF-3060-DF6EA064287D}"/>
                    </a:ext>
                  </a:extLst>
                </p:cNvPr>
                <p:cNvSpPr>
                  <a:spLocks noChangeArrowheads="1"/>
                </p:cNvSpPr>
                <p:nvPr/>
              </p:nvSpPr>
              <p:spPr bwMode="auto">
                <a:xfrm>
                  <a:off x="5622" y="408"/>
                  <a:ext cx="30" cy="37"/>
                </a:xfrm>
                <a:prstGeom prst="rightArrow">
                  <a:avLst>
                    <a:gd name="adj1" fmla="val 50000"/>
                    <a:gd name="adj2" fmla="val 50005"/>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93" name="AutoShape 39">
                  <a:extLst>
                    <a:ext uri="{FF2B5EF4-FFF2-40B4-BE49-F238E27FC236}">
                      <a16:creationId xmlns:a16="http://schemas.microsoft.com/office/drawing/2014/main" id="{69C5B19E-BBED-8002-423A-3DD3ACE7A8C0}"/>
                    </a:ext>
                  </a:extLst>
                </p:cNvPr>
                <p:cNvSpPr>
                  <a:spLocks noChangeArrowheads="1"/>
                </p:cNvSpPr>
                <p:nvPr/>
              </p:nvSpPr>
              <p:spPr bwMode="auto">
                <a:xfrm rot="16200000" flipH="1">
                  <a:off x="5707" y="35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391194" name="AutoShape 40">
                  <a:extLst>
                    <a:ext uri="{FF2B5EF4-FFF2-40B4-BE49-F238E27FC236}">
                      <a16:creationId xmlns:a16="http://schemas.microsoft.com/office/drawing/2014/main" id="{B56228D0-C132-F4E8-7AD1-D6F2EFFE7F64}"/>
                    </a:ext>
                  </a:extLst>
                </p:cNvPr>
                <p:cNvSpPr>
                  <a:spLocks noChangeArrowheads="1"/>
                </p:cNvSpPr>
                <p:nvPr/>
              </p:nvSpPr>
              <p:spPr bwMode="auto">
                <a:xfrm rot="-5400000">
                  <a:off x="5707" y="471"/>
                  <a:ext cx="36" cy="30"/>
                </a:xfrm>
                <a:prstGeom prst="rightArrow">
                  <a:avLst>
                    <a:gd name="adj1" fmla="val 50000"/>
                    <a:gd name="adj2" fmla="val 60006"/>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grpSp>
        </p:grpSp>
        <p:sp>
          <p:nvSpPr>
            <p:cNvPr id="89129" name="Rectangle 41">
              <a:extLst>
                <a:ext uri="{FF2B5EF4-FFF2-40B4-BE49-F238E27FC236}">
                  <a16:creationId xmlns:a16="http://schemas.microsoft.com/office/drawing/2014/main" id="{31CABA63-845A-2F19-F001-D8C16EB8DEFF}"/>
                </a:ext>
              </a:extLst>
            </p:cNvPr>
            <p:cNvSpPr>
              <a:spLocks noChangeArrowheads="1"/>
            </p:cNvSpPr>
            <p:nvPr/>
          </p:nvSpPr>
          <p:spPr bwMode="auto">
            <a:xfrm>
              <a:off x="4589" y="227"/>
              <a:ext cx="864" cy="423"/>
            </a:xfrm>
            <a:prstGeom prst="rect">
              <a:avLst/>
            </a:prstGeom>
            <a:noFill/>
            <a:ln>
              <a:noFill/>
            </a:ln>
            <a:effectLst/>
          </p:spPr>
          <p:txBody>
            <a:bodyPr wrap="none" lIns="109903" tIns="55685" rIns="109903" bIns="55685">
              <a:spAutoFit/>
            </a:bodyPr>
            <a:lstStyle>
              <a:lvl1pPr marL="247650" indent="-24765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571500" indent="-20955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865188" indent="-179388"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marL="222885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marL="297180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marL="34290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marL="38862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marL="43434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marL="48006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r" eaLnBrk="1" latinLnBrk="0" hangingPunct="1">
                <a:spcBef>
                  <a:spcPct val="100000"/>
                </a:spcBef>
                <a:buFont typeface="Wingdings" panose="05000000000000000000" pitchFamily="2" charset="2"/>
                <a:buNone/>
                <a:defRPr/>
              </a:pPr>
              <a:r>
                <a:rPr lang="en-US" altLang="ko-KR" sz="1662">
                  <a:latin typeface="Arial" panose="020B0604020202020204" pitchFamily="34" charset="0"/>
                </a:rPr>
                <a:t>CONCEPT</a:t>
              </a:r>
            </a:p>
            <a:p>
              <a:pPr algn="r" eaLnBrk="1" latinLnBrk="0" hangingPunct="1">
                <a:buFont typeface="Wingdings" panose="05000000000000000000" pitchFamily="2" charset="2"/>
                <a:buNone/>
                <a:defRPr/>
              </a:pPr>
              <a:r>
                <a:rPr lang="en-US" altLang="ko-KR" sz="1662">
                  <a:latin typeface="Arial" panose="020B0604020202020204" pitchFamily="34" charset="0"/>
                </a:rPr>
                <a:t>- FORCES</a:t>
              </a:r>
            </a:p>
          </p:txBody>
        </p:sp>
      </p:grpSp>
      <p:grpSp>
        <p:nvGrpSpPr>
          <p:cNvPr id="391171" name="Group 49">
            <a:extLst>
              <a:ext uri="{FF2B5EF4-FFF2-40B4-BE49-F238E27FC236}">
                <a16:creationId xmlns:a16="http://schemas.microsoft.com/office/drawing/2014/main" id="{41268D90-8C92-5B4C-D297-F3120CB7781A}"/>
              </a:ext>
            </a:extLst>
          </p:cNvPr>
          <p:cNvGrpSpPr>
            <a:grpSpLocks/>
          </p:cNvGrpSpPr>
          <p:nvPr/>
        </p:nvGrpSpPr>
        <p:grpSpPr bwMode="auto">
          <a:xfrm>
            <a:off x="4572000" y="2092325"/>
            <a:ext cx="3790950" cy="3368675"/>
            <a:chOff x="3072" y="1248"/>
            <a:chExt cx="2587" cy="2299"/>
          </a:xfrm>
        </p:grpSpPr>
        <p:sp>
          <p:nvSpPr>
            <p:cNvPr id="89090" name="AutoShape 2">
              <a:extLst>
                <a:ext uri="{FF2B5EF4-FFF2-40B4-BE49-F238E27FC236}">
                  <a16:creationId xmlns:a16="http://schemas.microsoft.com/office/drawing/2014/main" id="{B966846C-D9AE-5430-2479-8F06E8BA7A30}"/>
                </a:ext>
              </a:extLst>
            </p:cNvPr>
            <p:cNvSpPr>
              <a:spLocks noChangeArrowheads="1"/>
            </p:cNvSpPr>
            <p:nvPr/>
          </p:nvSpPr>
          <p:spPr bwMode="auto">
            <a:xfrm>
              <a:off x="3792" y="1824"/>
              <a:ext cx="1197" cy="1103"/>
            </a:xfrm>
            <a:prstGeom prst="sun">
              <a:avLst>
                <a:gd name="adj" fmla="val 25000"/>
              </a:avLst>
            </a:prstGeom>
            <a:solidFill>
              <a:srgbClr val="C5C5C5"/>
            </a:solidFill>
            <a:ln w="12700" cap="rnd">
              <a:solidFill>
                <a:srgbClr val="000000"/>
              </a:solidFill>
              <a:miter lim="800000"/>
              <a:headEnd/>
              <a:tailEnd/>
            </a:ln>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cxnSp>
          <p:nvCxnSpPr>
            <p:cNvPr id="391173" name="AutoShape 5">
              <a:extLst>
                <a:ext uri="{FF2B5EF4-FFF2-40B4-BE49-F238E27FC236}">
                  <a16:creationId xmlns:a16="http://schemas.microsoft.com/office/drawing/2014/main" id="{4029C07B-EF6C-91A5-5603-07D2077F8BDF}"/>
                </a:ext>
              </a:extLst>
            </p:cNvPr>
            <p:cNvCxnSpPr>
              <a:cxnSpLocks noChangeShapeType="1"/>
              <a:stCxn id="89090" idx="1"/>
            </p:cNvCxnSpPr>
            <p:nvPr/>
          </p:nvCxnSpPr>
          <p:spPr bwMode="auto">
            <a:xfrm flipH="1">
              <a:off x="3312" y="2376"/>
              <a:ext cx="480" cy="0"/>
            </a:xfrm>
            <a:prstGeom prst="straightConnector1">
              <a:avLst/>
            </a:prstGeom>
            <a:noFill/>
            <a:ln w="12700" cap="rnd">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9130" name="Rectangle 42">
              <a:extLst>
                <a:ext uri="{FF2B5EF4-FFF2-40B4-BE49-F238E27FC236}">
                  <a16:creationId xmlns:a16="http://schemas.microsoft.com/office/drawing/2014/main" id="{930644FA-09E8-E865-117E-C1342E2B3B99}"/>
                </a:ext>
              </a:extLst>
            </p:cNvPr>
            <p:cNvSpPr>
              <a:spLocks noChangeArrowheads="1"/>
            </p:cNvSpPr>
            <p:nvPr/>
          </p:nvSpPr>
          <p:spPr bwMode="auto">
            <a:xfrm>
              <a:off x="3888" y="1248"/>
              <a:ext cx="960"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31" name="Rectangle 43">
              <a:extLst>
                <a:ext uri="{FF2B5EF4-FFF2-40B4-BE49-F238E27FC236}">
                  <a16:creationId xmlns:a16="http://schemas.microsoft.com/office/drawing/2014/main" id="{D2029090-6876-8868-C37E-CB64352894D0}"/>
                </a:ext>
              </a:extLst>
            </p:cNvPr>
            <p:cNvSpPr>
              <a:spLocks noChangeArrowheads="1"/>
            </p:cNvSpPr>
            <p:nvPr/>
          </p:nvSpPr>
          <p:spPr bwMode="auto">
            <a:xfrm rot="-5400000">
              <a:off x="2686" y="2306"/>
              <a:ext cx="960"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32" name="Rectangle 44">
              <a:extLst>
                <a:ext uri="{FF2B5EF4-FFF2-40B4-BE49-F238E27FC236}">
                  <a16:creationId xmlns:a16="http://schemas.microsoft.com/office/drawing/2014/main" id="{5F8C936E-B0D3-ADF3-77CB-A6CA90B5AD84}"/>
                </a:ext>
              </a:extLst>
            </p:cNvPr>
            <p:cNvSpPr>
              <a:spLocks noChangeArrowheads="1"/>
            </p:cNvSpPr>
            <p:nvPr/>
          </p:nvSpPr>
          <p:spPr bwMode="auto">
            <a:xfrm rot="5400000">
              <a:off x="5084" y="2307"/>
              <a:ext cx="960" cy="186"/>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sp>
          <p:nvSpPr>
            <p:cNvPr id="89133" name="Rectangle 45">
              <a:extLst>
                <a:ext uri="{FF2B5EF4-FFF2-40B4-BE49-F238E27FC236}">
                  <a16:creationId xmlns:a16="http://schemas.microsoft.com/office/drawing/2014/main" id="{6710080C-5C68-1AA2-6A2C-56DEF7469597}"/>
                </a:ext>
              </a:extLst>
            </p:cNvPr>
            <p:cNvSpPr>
              <a:spLocks noChangeArrowheads="1"/>
            </p:cNvSpPr>
            <p:nvPr/>
          </p:nvSpPr>
          <p:spPr bwMode="auto">
            <a:xfrm>
              <a:off x="3936" y="3360"/>
              <a:ext cx="960" cy="187"/>
            </a:xfrm>
            <a:prstGeom prst="rect">
              <a:avLst/>
            </a:prstGeom>
            <a:solidFill>
              <a:schemeClr val="bg1"/>
            </a:solidFill>
            <a:ln w="12700" cap="rnd">
              <a:solidFill>
                <a:srgbClr val="000000"/>
              </a:solidFill>
              <a:miter lim="800000"/>
              <a:headEnd/>
              <a:tailEnd/>
            </a:ln>
            <a:effectLst>
              <a:outerShdw dist="35921" dir="2700000" algn="ctr" rotWithShape="0">
                <a:schemeClr val="bg2"/>
              </a:outerShdw>
            </a:effectLst>
          </p:spPr>
          <p:txBody>
            <a:bodyPr wrap="none" anchor="ctr"/>
            <a:lstStyle>
              <a:lvl1pPr marL="190500" indent="-190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1349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665163" indent="-111125"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ctr" eaLnBrk="1" latinLnBrk="0" hangingPunct="1">
                <a:spcBef>
                  <a:spcPct val="20000"/>
                </a:spcBef>
                <a:buFont typeface="Wingdings" panose="05000000000000000000" pitchFamily="2" charset="2"/>
                <a:buNone/>
                <a:defRPr/>
              </a:pPr>
              <a:r>
                <a:rPr lang="en-US" altLang="ko-KR" sz="1108">
                  <a:latin typeface="Arial" panose="020B0604020202020204" pitchFamily="34" charset="0"/>
                </a:rPr>
                <a:t>Insert Text</a:t>
              </a:r>
            </a:p>
          </p:txBody>
        </p:sp>
        <p:cxnSp>
          <p:nvCxnSpPr>
            <p:cNvPr id="391178" name="AutoShape 46">
              <a:extLst>
                <a:ext uri="{FF2B5EF4-FFF2-40B4-BE49-F238E27FC236}">
                  <a16:creationId xmlns:a16="http://schemas.microsoft.com/office/drawing/2014/main" id="{BBE3FD86-2306-9228-1E50-88AB62EE6B10}"/>
                </a:ext>
              </a:extLst>
            </p:cNvPr>
            <p:cNvCxnSpPr>
              <a:cxnSpLocks noChangeShapeType="1"/>
              <a:stCxn id="89090" idx="2"/>
            </p:cNvCxnSpPr>
            <p:nvPr/>
          </p:nvCxnSpPr>
          <p:spPr bwMode="auto">
            <a:xfrm>
              <a:off x="4392" y="2927"/>
              <a:ext cx="0" cy="385"/>
            </a:xfrm>
            <a:prstGeom prst="straightConnector1">
              <a:avLst/>
            </a:prstGeom>
            <a:noFill/>
            <a:ln w="12700" cap="rnd">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79" name="AutoShape 47">
              <a:extLst>
                <a:ext uri="{FF2B5EF4-FFF2-40B4-BE49-F238E27FC236}">
                  <a16:creationId xmlns:a16="http://schemas.microsoft.com/office/drawing/2014/main" id="{6238E950-2A39-102B-D301-C6BDA2590CEA}"/>
                </a:ext>
              </a:extLst>
            </p:cNvPr>
            <p:cNvCxnSpPr>
              <a:cxnSpLocks noChangeShapeType="1"/>
              <a:stCxn id="89090" idx="3"/>
            </p:cNvCxnSpPr>
            <p:nvPr/>
          </p:nvCxnSpPr>
          <p:spPr bwMode="auto">
            <a:xfrm>
              <a:off x="4992" y="2376"/>
              <a:ext cx="480" cy="0"/>
            </a:xfrm>
            <a:prstGeom prst="straightConnector1">
              <a:avLst/>
            </a:prstGeom>
            <a:noFill/>
            <a:ln w="12700" cap="rnd">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180" name="AutoShape 48">
              <a:extLst>
                <a:ext uri="{FF2B5EF4-FFF2-40B4-BE49-F238E27FC236}">
                  <a16:creationId xmlns:a16="http://schemas.microsoft.com/office/drawing/2014/main" id="{5FE23988-F972-5009-AF79-AFD600104500}"/>
                </a:ext>
              </a:extLst>
            </p:cNvPr>
            <p:cNvCxnSpPr>
              <a:cxnSpLocks noChangeShapeType="1"/>
              <a:stCxn id="89090" idx="0"/>
            </p:cNvCxnSpPr>
            <p:nvPr/>
          </p:nvCxnSpPr>
          <p:spPr bwMode="auto">
            <a:xfrm flipV="1">
              <a:off x="4392" y="1440"/>
              <a:ext cx="0" cy="384"/>
            </a:xfrm>
            <a:prstGeom prst="straightConnector1">
              <a:avLst/>
            </a:prstGeom>
            <a:noFill/>
            <a:ln w="12700" cap="rnd">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a:extLst>
              <a:ext uri="{FF2B5EF4-FFF2-40B4-BE49-F238E27FC236}">
                <a16:creationId xmlns:a16="http://schemas.microsoft.com/office/drawing/2014/main" id="{EDEE4FE7-D31F-206B-028C-23A7747DB8E4}"/>
              </a:ext>
            </a:extLst>
          </p:cNvPr>
          <p:cNvSpPr>
            <a:spLocks noChangeArrowheads="1"/>
          </p:cNvSpPr>
          <p:nvPr/>
        </p:nvSpPr>
        <p:spPr bwMode="auto">
          <a:xfrm>
            <a:off x="795338" y="685800"/>
            <a:ext cx="1119187" cy="338138"/>
          </a:xfrm>
          <a:prstGeom prst="rect">
            <a:avLst/>
          </a:prstGeom>
          <a:noFill/>
          <a:ln>
            <a:noFill/>
          </a:ln>
          <a:effectLst/>
        </p:spPr>
        <p:txBody>
          <a:bodyPr lIns="83527" tIns="41031" rIns="83527" bIns="41031">
            <a:spAutoFit/>
          </a:bodyPr>
          <a:lstStyle>
            <a:lvl1pPr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39738" indent="-24765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854075" indent="-223838"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marL="17145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marL="2286000" algn="l" defTabSz="762000"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marL="2743200"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marL="3200400"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marL="3657600"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marL="4114800" defTabSz="762000"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eaLnBrk="1" latinLnBrk="0" hangingPunct="1">
              <a:spcBef>
                <a:spcPct val="100000"/>
              </a:spcBef>
              <a:buFont typeface="Wingdings" panose="05000000000000000000" pitchFamily="2" charset="2"/>
              <a:buNone/>
              <a:defRPr/>
            </a:pPr>
            <a:r>
              <a:rPr lang="en-US" altLang="ko-KR" sz="1662">
                <a:latin typeface="Arial" panose="020B0604020202020204" pitchFamily="34" charset="0"/>
              </a:rPr>
              <a:t>Page 47</a:t>
            </a:r>
          </a:p>
        </p:txBody>
      </p:sp>
      <p:sp>
        <p:nvSpPr>
          <p:cNvPr id="400386" name="Oval 6">
            <a:extLst>
              <a:ext uri="{FF2B5EF4-FFF2-40B4-BE49-F238E27FC236}">
                <a16:creationId xmlns:a16="http://schemas.microsoft.com/office/drawing/2014/main" id="{E4F1D4FA-4854-151C-31FA-8104BF208ECC}"/>
              </a:ext>
            </a:extLst>
          </p:cNvPr>
          <p:cNvSpPr>
            <a:spLocks noChangeArrowheads="1"/>
          </p:cNvSpPr>
          <p:nvPr/>
        </p:nvSpPr>
        <p:spPr bwMode="auto">
          <a:xfrm>
            <a:off x="5191125" y="4759325"/>
            <a:ext cx="25400" cy="31750"/>
          </a:xfrm>
          <a:prstGeom prst="ellipse">
            <a:avLst/>
          </a:prstGeom>
          <a:solidFill>
            <a:schemeClr val="tx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400387" name="Freeform 196">
            <a:extLst>
              <a:ext uri="{FF2B5EF4-FFF2-40B4-BE49-F238E27FC236}">
                <a16:creationId xmlns:a16="http://schemas.microsoft.com/office/drawing/2014/main" id="{B2E8E693-E62A-4F51-D061-07D777FB288F}"/>
              </a:ext>
            </a:extLst>
          </p:cNvPr>
          <p:cNvSpPr>
            <a:spLocks/>
          </p:cNvSpPr>
          <p:nvPr/>
        </p:nvSpPr>
        <p:spPr bwMode="auto">
          <a:xfrm>
            <a:off x="3798888" y="1458913"/>
            <a:ext cx="3094037" cy="2743200"/>
          </a:xfrm>
          <a:custGeom>
            <a:avLst/>
            <a:gdLst>
              <a:gd name="T0" fmla="*/ 2147483646 w 2112"/>
              <a:gd name="T1" fmla="*/ 2147483646 h 1872"/>
              <a:gd name="T2" fmla="*/ 2147483646 w 2112"/>
              <a:gd name="T3" fmla="*/ 2147483646 h 1872"/>
              <a:gd name="T4" fmla="*/ 2147483646 w 2112"/>
              <a:gd name="T5" fmla="*/ 2147483646 h 1872"/>
              <a:gd name="T6" fmla="*/ 2147483646 w 2112"/>
              <a:gd name="T7" fmla="*/ 2147483646 h 1872"/>
              <a:gd name="T8" fmla="*/ 2147483646 w 2112"/>
              <a:gd name="T9" fmla="*/ 2147483646 h 1872"/>
              <a:gd name="T10" fmla="*/ 2147483646 w 2112"/>
              <a:gd name="T11" fmla="*/ 2147483646 h 1872"/>
              <a:gd name="T12" fmla="*/ 2147483646 w 2112"/>
              <a:gd name="T13" fmla="*/ 2147483646 h 1872"/>
              <a:gd name="T14" fmla="*/ 2147483646 w 2112"/>
              <a:gd name="T15" fmla="*/ 2147483646 h 1872"/>
              <a:gd name="T16" fmla="*/ 2147483646 w 2112"/>
              <a:gd name="T17" fmla="*/ 2147483646 h 1872"/>
              <a:gd name="T18" fmla="*/ 2147483646 w 2112"/>
              <a:gd name="T19" fmla="*/ 2147483646 h 1872"/>
              <a:gd name="T20" fmla="*/ 2147483646 w 2112"/>
              <a:gd name="T21" fmla="*/ 2147483646 h 1872"/>
              <a:gd name="T22" fmla="*/ 2147483646 w 2112"/>
              <a:gd name="T23" fmla="*/ 2147483646 h 1872"/>
              <a:gd name="T24" fmla="*/ 2147483646 w 2112"/>
              <a:gd name="T25" fmla="*/ 2147483646 h 1872"/>
              <a:gd name="T26" fmla="*/ 2147483646 w 2112"/>
              <a:gd name="T27" fmla="*/ 2147483646 h 1872"/>
              <a:gd name="T28" fmla="*/ 2147483646 w 2112"/>
              <a:gd name="T29" fmla="*/ 2147483646 h 1872"/>
              <a:gd name="T30" fmla="*/ 2147483646 w 2112"/>
              <a:gd name="T31" fmla="*/ 2147483646 h 1872"/>
              <a:gd name="T32" fmla="*/ 2147483646 w 2112"/>
              <a:gd name="T33" fmla="*/ 2147483646 h 1872"/>
              <a:gd name="T34" fmla="*/ 2147483646 w 2112"/>
              <a:gd name="T35" fmla="*/ 2147483646 h 1872"/>
              <a:gd name="T36" fmla="*/ 2147483646 w 2112"/>
              <a:gd name="T37" fmla="*/ 2147483646 h 1872"/>
              <a:gd name="T38" fmla="*/ 2147483646 w 2112"/>
              <a:gd name="T39" fmla="*/ 2147483646 h 1872"/>
              <a:gd name="T40" fmla="*/ 2147483646 w 2112"/>
              <a:gd name="T41" fmla="*/ 2147483646 h 1872"/>
              <a:gd name="T42" fmla="*/ 2147483646 w 2112"/>
              <a:gd name="T43" fmla="*/ 2147483646 h 1872"/>
              <a:gd name="T44" fmla="*/ 2147483646 w 2112"/>
              <a:gd name="T45" fmla="*/ 2147483646 h 1872"/>
              <a:gd name="T46" fmla="*/ 2147483646 w 2112"/>
              <a:gd name="T47" fmla="*/ 2147483646 h 1872"/>
              <a:gd name="T48" fmla="*/ 2147483646 w 2112"/>
              <a:gd name="T49" fmla="*/ 2147483646 h 1872"/>
              <a:gd name="T50" fmla="*/ 2147483646 w 2112"/>
              <a:gd name="T51" fmla="*/ 2147483646 h 1872"/>
              <a:gd name="T52" fmla="*/ 2147483646 w 2112"/>
              <a:gd name="T53" fmla="*/ 2147483646 h 1872"/>
              <a:gd name="T54" fmla="*/ 2147483646 w 2112"/>
              <a:gd name="T55" fmla="*/ 2147483646 h 1872"/>
              <a:gd name="T56" fmla="*/ 2147483646 w 2112"/>
              <a:gd name="T57" fmla="*/ 2147483646 h 1872"/>
              <a:gd name="T58" fmla="*/ 2147483646 w 2112"/>
              <a:gd name="T59" fmla="*/ 2147483646 h 1872"/>
              <a:gd name="T60" fmla="*/ 2147483646 w 2112"/>
              <a:gd name="T61" fmla="*/ 2147483646 h 1872"/>
              <a:gd name="T62" fmla="*/ 2147483646 w 2112"/>
              <a:gd name="T63" fmla="*/ 2147483646 h 1872"/>
              <a:gd name="T64" fmla="*/ 2147483646 w 2112"/>
              <a:gd name="T65" fmla="*/ 2147483646 h 1872"/>
              <a:gd name="T66" fmla="*/ 2147483646 w 2112"/>
              <a:gd name="T67" fmla="*/ 2147483646 h 1872"/>
              <a:gd name="T68" fmla="*/ 2147483646 w 2112"/>
              <a:gd name="T69" fmla="*/ 2147483646 h 1872"/>
              <a:gd name="T70" fmla="*/ 2147483646 w 2112"/>
              <a:gd name="T71" fmla="*/ 0 h 1872"/>
              <a:gd name="T72" fmla="*/ 2147483646 w 2112"/>
              <a:gd name="T73" fmla="*/ 0 h 1872"/>
              <a:gd name="T74" fmla="*/ 2147483646 w 2112"/>
              <a:gd name="T75" fmla="*/ 0 h 1872"/>
              <a:gd name="T76" fmla="*/ 2147483646 w 2112"/>
              <a:gd name="T77" fmla="*/ 2147483646 h 1872"/>
              <a:gd name="T78" fmla="*/ 2147483646 w 2112"/>
              <a:gd name="T79" fmla="*/ 2147483646 h 1872"/>
              <a:gd name="T80" fmla="*/ 2147483646 w 2112"/>
              <a:gd name="T81" fmla="*/ 2147483646 h 1872"/>
              <a:gd name="T82" fmla="*/ 2147483646 w 2112"/>
              <a:gd name="T83" fmla="*/ 2147483646 h 1872"/>
              <a:gd name="T84" fmla="*/ 2147483646 w 2112"/>
              <a:gd name="T85" fmla="*/ 2147483646 h 1872"/>
              <a:gd name="T86" fmla="*/ 2147483646 w 2112"/>
              <a:gd name="T87" fmla="*/ 2147483646 h 1872"/>
              <a:gd name="T88" fmla="*/ 2147483646 w 2112"/>
              <a:gd name="T89" fmla="*/ 2147483646 h 1872"/>
              <a:gd name="T90" fmla="*/ 2147483646 w 2112"/>
              <a:gd name="T91" fmla="*/ 2147483646 h 1872"/>
              <a:gd name="T92" fmla="*/ 2147483646 w 2112"/>
              <a:gd name="T93" fmla="*/ 2147483646 h 1872"/>
              <a:gd name="T94" fmla="*/ 2147483646 w 2112"/>
              <a:gd name="T95" fmla="*/ 2147483646 h 1872"/>
              <a:gd name="T96" fmla="*/ 2147483646 w 2112"/>
              <a:gd name="T97" fmla="*/ 2147483646 h 1872"/>
              <a:gd name="T98" fmla="*/ 2147483646 w 2112"/>
              <a:gd name="T99" fmla="*/ 2147483646 h 1872"/>
              <a:gd name="T100" fmla="*/ 2147483646 w 2112"/>
              <a:gd name="T101" fmla="*/ 2147483646 h 1872"/>
              <a:gd name="T102" fmla="*/ 2147483646 w 2112"/>
              <a:gd name="T103" fmla="*/ 2147483646 h 1872"/>
              <a:gd name="T104" fmla="*/ 0 w 2112"/>
              <a:gd name="T105" fmla="*/ 2147483646 h 1872"/>
              <a:gd name="T106" fmla="*/ 2147483646 w 2112"/>
              <a:gd name="T107" fmla="*/ 2147483646 h 1872"/>
              <a:gd name="T108" fmla="*/ 2147483646 w 2112"/>
              <a:gd name="T109" fmla="*/ 2147483646 h 1872"/>
              <a:gd name="T110" fmla="*/ 2147483646 w 2112"/>
              <a:gd name="T111" fmla="*/ 2147483646 h 1872"/>
              <a:gd name="T112" fmla="*/ 2147483646 w 2112"/>
              <a:gd name="T113" fmla="*/ 2147483646 h 1872"/>
              <a:gd name="T114" fmla="*/ 2147483646 w 2112"/>
              <a:gd name="T115" fmla="*/ 2147483646 h 18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12" h="1872">
                <a:moveTo>
                  <a:pt x="1152" y="1872"/>
                </a:moveTo>
                <a:lnTo>
                  <a:pt x="1200" y="1824"/>
                </a:lnTo>
                <a:lnTo>
                  <a:pt x="1248" y="1824"/>
                </a:lnTo>
                <a:lnTo>
                  <a:pt x="1344" y="1776"/>
                </a:lnTo>
                <a:lnTo>
                  <a:pt x="1392" y="1728"/>
                </a:lnTo>
                <a:lnTo>
                  <a:pt x="1488" y="1536"/>
                </a:lnTo>
                <a:lnTo>
                  <a:pt x="1440" y="1440"/>
                </a:lnTo>
                <a:lnTo>
                  <a:pt x="1488" y="1392"/>
                </a:lnTo>
                <a:lnTo>
                  <a:pt x="1440" y="1392"/>
                </a:lnTo>
                <a:lnTo>
                  <a:pt x="1344" y="1344"/>
                </a:lnTo>
                <a:lnTo>
                  <a:pt x="1488" y="1248"/>
                </a:lnTo>
                <a:lnTo>
                  <a:pt x="1488" y="1344"/>
                </a:lnTo>
                <a:lnTo>
                  <a:pt x="1536" y="1344"/>
                </a:lnTo>
                <a:lnTo>
                  <a:pt x="1536" y="1392"/>
                </a:lnTo>
                <a:lnTo>
                  <a:pt x="1584" y="1392"/>
                </a:lnTo>
                <a:lnTo>
                  <a:pt x="1584" y="1488"/>
                </a:lnTo>
                <a:lnTo>
                  <a:pt x="1632" y="1440"/>
                </a:lnTo>
                <a:lnTo>
                  <a:pt x="1680" y="1392"/>
                </a:lnTo>
                <a:lnTo>
                  <a:pt x="1632" y="1344"/>
                </a:lnTo>
                <a:lnTo>
                  <a:pt x="1584" y="1248"/>
                </a:lnTo>
                <a:lnTo>
                  <a:pt x="1776" y="1104"/>
                </a:lnTo>
                <a:lnTo>
                  <a:pt x="1824" y="1056"/>
                </a:lnTo>
                <a:lnTo>
                  <a:pt x="1824" y="912"/>
                </a:lnTo>
                <a:lnTo>
                  <a:pt x="1824" y="864"/>
                </a:lnTo>
                <a:lnTo>
                  <a:pt x="1728" y="864"/>
                </a:lnTo>
                <a:lnTo>
                  <a:pt x="1872" y="720"/>
                </a:lnTo>
                <a:lnTo>
                  <a:pt x="2112" y="720"/>
                </a:lnTo>
                <a:lnTo>
                  <a:pt x="2016" y="480"/>
                </a:lnTo>
                <a:lnTo>
                  <a:pt x="1872" y="336"/>
                </a:lnTo>
                <a:lnTo>
                  <a:pt x="1728" y="336"/>
                </a:lnTo>
                <a:lnTo>
                  <a:pt x="1632" y="240"/>
                </a:lnTo>
                <a:lnTo>
                  <a:pt x="1584" y="144"/>
                </a:lnTo>
                <a:lnTo>
                  <a:pt x="1488" y="192"/>
                </a:lnTo>
                <a:lnTo>
                  <a:pt x="1200" y="144"/>
                </a:lnTo>
                <a:lnTo>
                  <a:pt x="1248" y="96"/>
                </a:lnTo>
                <a:lnTo>
                  <a:pt x="1152" y="0"/>
                </a:lnTo>
                <a:lnTo>
                  <a:pt x="1056" y="0"/>
                </a:lnTo>
                <a:lnTo>
                  <a:pt x="960" y="0"/>
                </a:lnTo>
                <a:lnTo>
                  <a:pt x="816" y="96"/>
                </a:lnTo>
                <a:lnTo>
                  <a:pt x="720" y="144"/>
                </a:lnTo>
                <a:lnTo>
                  <a:pt x="768" y="192"/>
                </a:lnTo>
                <a:lnTo>
                  <a:pt x="720" y="192"/>
                </a:lnTo>
                <a:lnTo>
                  <a:pt x="672" y="192"/>
                </a:lnTo>
                <a:lnTo>
                  <a:pt x="672" y="240"/>
                </a:lnTo>
                <a:lnTo>
                  <a:pt x="576" y="192"/>
                </a:lnTo>
                <a:lnTo>
                  <a:pt x="528" y="240"/>
                </a:lnTo>
                <a:lnTo>
                  <a:pt x="576" y="288"/>
                </a:lnTo>
                <a:lnTo>
                  <a:pt x="528" y="336"/>
                </a:lnTo>
                <a:lnTo>
                  <a:pt x="528" y="384"/>
                </a:lnTo>
                <a:lnTo>
                  <a:pt x="432" y="384"/>
                </a:lnTo>
                <a:lnTo>
                  <a:pt x="240" y="480"/>
                </a:lnTo>
                <a:lnTo>
                  <a:pt x="144" y="720"/>
                </a:lnTo>
                <a:lnTo>
                  <a:pt x="0" y="960"/>
                </a:lnTo>
                <a:lnTo>
                  <a:pt x="144" y="1152"/>
                </a:lnTo>
                <a:lnTo>
                  <a:pt x="528" y="1536"/>
                </a:lnTo>
                <a:lnTo>
                  <a:pt x="384" y="1728"/>
                </a:lnTo>
                <a:lnTo>
                  <a:pt x="624" y="1776"/>
                </a:lnTo>
                <a:lnTo>
                  <a:pt x="1152" y="1872"/>
                </a:lnTo>
                <a:close/>
              </a:path>
            </a:pathLst>
          </a:custGeom>
          <a:solidFill>
            <a:schemeClr val="folHlink"/>
          </a:solidFill>
          <a:ln w="12699"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nvGrpSpPr>
          <p:cNvPr id="400388" name="Group 40">
            <a:extLst>
              <a:ext uri="{FF2B5EF4-FFF2-40B4-BE49-F238E27FC236}">
                <a16:creationId xmlns:a16="http://schemas.microsoft.com/office/drawing/2014/main" id="{B5E554CA-63E6-FC0A-E8AE-C0B8362770B0}"/>
              </a:ext>
            </a:extLst>
          </p:cNvPr>
          <p:cNvGrpSpPr>
            <a:grpSpLocks/>
          </p:cNvGrpSpPr>
          <p:nvPr/>
        </p:nvGrpSpPr>
        <p:grpSpPr bwMode="auto">
          <a:xfrm>
            <a:off x="1055688" y="2444750"/>
            <a:ext cx="4641850" cy="2901950"/>
            <a:chOff x="1251" y="1451"/>
            <a:chExt cx="3040" cy="1952"/>
          </a:xfrm>
        </p:grpSpPr>
        <p:sp>
          <p:nvSpPr>
            <p:cNvPr id="400401" name="Freeform 41">
              <a:extLst>
                <a:ext uri="{FF2B5EF4-FFF2-40B4-BE49-F238E27FC236}">
                  <a16:creationId xmlns:a16="http://schemas.microsoft.com/office/drawing/2014/main" id="{17436536-08C5-6607-77A2-7FBC12DC9265}"/>
                </a:ext>
              </a:extLst>
            </p:cNvPr>
            <p:cNvSpPr>
              <a:spLocks/>
            </p:cNvSpPr>
            <p:nvPr/>
          </p:nvSpPr>
          <p:spPr bwMode="auto">
            <a:xfrm>
              <a:off x="2110" y="3368"/>
              <a:ext cx="54" cy="35"/>
            </a:xfrm>
            <a:custGeom>
              <a:avLst/>
              <a:gdLst>
                <a:gd name="T0" fmla="*/ 0 w 54"/>
                <a:gd name="T1" fmla="*/ 27 h 35"/>
                <a:gd name="T2" fmla="*/ 3 w 54"/>
                <a:gd name="T3" fmla="*/ 20 h 35"/>
                <a:gd name="T4" fmla="*/ 7 w 54"/>
                <a:gd name="T5" fmla="*/ 9 h 35"/>
                <a:gd name="T6" fmla="*/ 22 w 54"/>
                <a:gd name="T7" fmla="*/ 0 h 35"/>
                <a:gd name="T8" fmla="*/ 29 w 54"/>
                <a:gd name="T9" fmla="*/ 15 h 35"/>
                <a:gd name="T10" fmla="*/ 53 w 54"/>
                <a:gd name="T11" fmla="*/ 31 h 35"/>
                <a:gd name="T12" fmla="*/ 23 w 54"/>
                <a:gd name="T13" fmla="*/ 34 h 35"/>
                <a:gd name="T14" fmla="*/ 0 w 54"/>
                <a:gd name="T15" fmla="*/ 27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 h="35">
                  <a:moveTo>
                    <a:pt x="0" y="27"/>
                  </a:moveTo>
                  <a:lnTo>
                    <a:pt x="3" y="20"/>
                  </a:lnTo>
                  <a:lnTo>
                    <a:pt x="7" y="9"/>
                  </a:lnTo>
                  <a:lnTo>
                    <a:pt x="22" y="0"/>
                  </a:lnTo>
                  <a:lnTo>
                    <a:pt x="29" y="15"/>
                  </a:lnTo>
                  <a:lnTo>
                    <a:pt x="53" y="31"/>
                  </a:lnTo>
                  <a:lnTo>
                    <a:pt x="23" y="34"/>
                  </a:lnTo>
                  <a:lnTo>
                    <a:pt x="0" y="27"/>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2" name="Freeform 42">
              <a:extLst>
                <a:ext uri="{FF2B5EF4-FFF2-40B4-BE49-F238E27FC236}">
                  <a16:creationId xmlns:a16="http://schemas.microsoft.com/office/drawing/2014/main" id="{307D2B79-A491-5A7F-9971-B15322DDABB8}"/>
                </a:ext>
              </a:extLst>
            </p:cNvPr>
            <p:cNvSpPr>
              <a:spLocks/>
            </p:cNvSpPr>
            <p:nvPr/>
          </p:nvSpPr>
          <p:spPr bwMode="auto">
            <a:xfrm>
              <a:off x="1251" y="1723"/>
              <a:ext cx="1126" cy="1620"/>
            </a:xfrm>
            <a:custGeom>
              <a:avLst/>
              <a:gdLst>
                <a:gd name="T0" fmla="*/ 47 w 1126"/>
                <a:gd name="T1" fmla="*/ 144 h 1620"/>
                <a:gd name="T2" fmla="*/ 37 w 1126"/>
                <a:gd name="T3" fmla="*/ 202 h 1620"/>
                <a:gd name="T4" fmla="*/ 50 w 1126"/>
                <a:gd name="T5" fmla="*/ 238 h 1620"/>
                <a:gd name="T6" fmla="*/ 66 w 1126"/>
                <a:gd name="T7" fmla="*/ 282 h 1620"/>
                <a:gd name="T8" fmla="*/ 86 w 1126"/>
                <a:gd name="T9" fmla="*/ 272 h 1620"/>
                <a:gd name="T10" fmla="*/ 141 w 1126"/>
                <a:gd name="T11" fmla="*/ 205 h 1620"/>
                <a:gd name="T12" fmla="*/ 184 w 1126"/>
                <a:gd name="T13" fmla="*/ 198 h 1620"/>
                <a:gd name="T14" fmla="*/ 266 w 1126"/>
                <a:gd name="T15" fmla="*/ 244 h 1620"/>
                <a:gd name="T16" fmla="*/ 340 w 1126"/>
                <a:gd name="T17" fmla="*/ 333 h 1620"/>
                <a:gd name="T18" fmla="*/ 375 w 1126"/>
                <a:gd name="T19" fmla="*/ 422 h 1620"/>
                <a:gd name="T20" fmla="*/ 445 w 1126"/>
                <a:gd name="T21" fmla="*/ 631 h 1620"/>
                <a:gd name="T22" fmla="*/ 451 w 1126"/>
                <a:gd name="T23" fmla="*/ 605 h 1620"/>
                <a:gd name="T24" fmla="*/ 533 w 1126"/>
                <a:gd name="T25" fmla="*/ 731 h 1620"/>
                <a:gd name="T26" fmla="*/ 661 w 1126"/>
                <a:gd name="T27" fmla="*/ 814 h 1620"/>
                <a:gd name="T28" fmla="*/ 741 w 1126"/>
                <a:gd name="T29" fmla="*/ 888 h 1620"/>
                <a:gd name="T30" fmla="*/ 747 w 1126"/>
                <a:gd name="T31" fmla="*/ 958 h 1620"/>
                <a:gd name="T32" fmla="*/ 829 w 1126"/>
                <a:gd name="T33" fmla="*/ 1205 h 1620"/>
                <a:gd name="T34" fmla="*/ 808 w 1126"/>
                <a:gd name="T35" fmla="*/ 1492 h 1620"/>
                <a:gd name="T36" fmla="*/ 807 w 1126"/>
                <a:gd name="T37" fmla="*/ 1600 h 1620"/>
                <a:gd name="T38" fmla="*/ 848 w 1126"/>
                <a:gd name="T39" fmla="*/ 1564 h 1620"/>
                <a:gd name="T40" fmla="*/ 895 w 1126"/>
                <a:gd name="T41" fmla="*/ 1441 h 1620"/>
                <a:gd name="T42" fmla="*/ 972 w 1126"/>
                <a:gd name="T43" fmla="*/ 1349 h 1620"/>
                <a:gd name="T44" fmla="*/ 1094 w 1126"/>
                <a:gd name="T45" fmla="*/ 1111 h 1620"/>
                <a:gd name="T46" fmla="*/ 1025 w 1126"/>
                <a:gd name="T47" fmla="*/ 975 h 1620"/>
                <a:gd name="T48" fmla="*/ 941 w 1126"/>
                <a:gd name="T49" fmla="*/ 903 h 1620"/>
                <a:gd name="T50" fmla="*/ 819 w 1126"/>
                <a:gd name="T51" fmla="*/ 847 h 1620"/>
                <a:gd name="T52" fmla="*/ 736 w 1126"/>
                <a:gd name="T53" fmla="*/ 869 h 1620"/>
                <a:gd name="T54" fmla="*/ 680 w 1126"/>
                <a:gd name="T55" fmla="*/ 767 h 1620"/>
                <a:gd name="T56" fmla="*/ 597 w 1126"/>
                <a:gd name="T57" fmla="*/ 719 h 1620"/>
                <a:gd name="T58" fmla="*/ 667 w 1126"/>
                <a:gd name="T59" fmla="*/ 626 h 1620"/>
                <a:gd name="T60" fmla="*/ 742 w 1126"/>
                <a:gd name="T61" fmla="*/ 685 h 1620"/>
                <a:gd name="T62" fmla="*/ 782 w 1126"/>
                <a:gd name="T63" fmla="*/ 540 h 1620"/>
                <a:gd name="T64" fmla="*/ 856 w 1126"/>
                <a:gd name="T65" fmla="*/ 442 h 1620"/>
                <a:gd name="T66" fmla="*/ 870 w 1126"/>
                <a:gd name="T67" fmla="*/ 458 h 1620"/>
                <a:gd name="T68" fmla="*/ 883 w 1126"/>
                <a:gd name="T69" fmla="*/ 425 h 1620"/>
                <a:gd name="T70" fmla="*/ 841 w 1126"/>
                <a:gd name="T71" fmla="*/ 385 h 1620"/>
                <a:gd name="T72" fmla="*/ 939 w 1126"/>
                <a:gd name="T73" fmla="*/ 307 h 1620"/>
                <a:gd name="T74" fmla="*/ 900 w 1126"/>
                <a:gd name="T75" fmla="*/ 253 h 1620"/>
                <a:gd name="T76" fmla="*/ 862 w 1126"/>
                <a:gd name="T77" fmla="*/ 234 h 1620"/>
                <a:gd name="T78" fmla="*/ 833 w 1126"/>
                <a:gd name="T79" fmla="*/ 200 h 1620"/>
                <a:gd name="T80" fmla="*/ 762 w 1126"/>
                <a:gd name="T81" fmla="*/ 184 h 1620"/>
                <a:gd name="T82" fmla="*/ 773 w 1126"/>
                <a:gd name="T83" fmla="*/ 275 h 1620"/>
                <a:gd name="T84" fmla="*/ 741 w 1126"/>
                <a:gd name="T85" fmla="*/ 344 h 1620"/>
                <a:gd name="T86" fmla="*/ 638 w 1126"/>
                <a:gd name="T87" fmla="*/ 266 h 1620"/>
                <a:gd name="T88" fmla="*/ 657 w 1126"/>
                <a:gd name="T89" fmla="*/ 166 h 1620"/>
                <a:gd name="T90" fmla="*/ 670 w 1126"/>
                <a:gd name="T91" fmla="*/ 125 h 1620"/>
                <a:gd name="T92" fmla="*/ 725 w 1126"/>
                <a:gd name="T93" fmla="*/ 67 h 1620"/>
                <a:gd name="T94" fmla="*/ 680 w 1126"/>
                <a:gd name="T95" fmla="*/ 71 h 1620"/>
                <a:gd name="T96" fmla="*/ 649 w 1126"/>
                <a:gd name="T97" fmla="*/ 36 h 1620"/>
                <a:gd name="T98" fmla="*/ 631 w 1126"/>
                <a:gd name="T99" fmla="*/ 65 h 1620"/>
                <a:gd name="T100" fmla="*/ 556 w 1126"/>
                <a:gd name="T101" fmla="*/ 81 h 1620"/>
                <a:gd name="T102" fmla="*/ 515 w 1126"/>
                <a:gd name="T103" fmla="*/ 92 h 1620"/>
                <a:gd name="T104" fmla="*/ 369 w 1126"/>
                <a:gd name="T105" fmla="*/ 51 h 1620"/>
                <a:gd name="T106" fmla="*/ 284 w 1126"/>
                <a:gd name="T107" fmla="*/ 56 h 1620"/>
                <a:gd name="T108" fmla="*/ 96 w 1126"/>
                <a:gd name="T109" fmla="*/ 12 h 1620"/>
                <a:gd name="T110" fmla="*/ 11 w 1126"/>
                <a:gd name="T111" fmla="*/ 69 h 1620"/>
                <a:gd name="T112" fmla="*/ 29 w 1126"/>
                <a:gd name="T113" fmla="*/ 102 h 16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26" h="1620">
                  <a:moveTo>
                    <a:pt x="0" y="120"/>
                  </a:moveTo>
                  <a:lnTo>
                    <a:pt x="15" y="125"/>
                  </a:lnTo>
                  <a:lnTo>
                    <a:pt x="10" y="128"/>
                  </a:lnTo>
                  <a:lnTo>
                    <a:pt x="16" y="139"/>
                  </a:lnTo>
                  <a:lnTo>
                    <a:pt x="42" y="138"/>
                  </a:lnTo>
                  <a:lnTo>
                    <a:pt x="47" y="144"/>
                  </a:lnTo>
                  <a:lnTo>
                    <a:pt x="57" y="139"/>
                  </a:lnTo>
                  <a:lnTo>
                    <a:pt x="60" y="157"/>
                  </a:lnTo>
                  <a:lnTo>
                    <a:pt x="24" y="174"/>
                  </a:lnTo>
                  <a:lnTo>
                    <a:pt x="18" y="194"/>
                  </a:lnTo>
                  <a:lnTo>
                    <a:pt x="23" y="200"/>
                  </a:lnTo>
                  <a:lnTo>
                    <a:pt x="37" y="202"/>
                  </a:lnTo>
                  <a:lnTo>
                    <a:pt x="31" y="212"/>
                  </a:lnTo>
                  <a:lnTo>
                    <a:pt x="36" y="220"/>
                  </a:lnTo>
                  <a:lnTo>
                    <a:pt x="42" y="220"/>
                  </a:lnTo>
                  <a:lnTo>
                    <a:pt x="48" y="212"/>
                  </a:lnTo>
                  <a:lnTo>
                    <a:pt x="54" y="230"/>
                  </a:lnTo>
                  <a:lnTo>
                    <a:pt x="50" y="238"/>
                  </a:lnTo>
                  <a:lnTo>
                    <a:pt x="66" y="226"/>
                  </a:lnTo>
                  <a:lnTo>
                    <a:pt x="78" y="240"/>
                  </a:lnTo>
                  <a:lnTo>
                    <a:pt x="96" y="231"/>
                  </a:lnTo>
                  <a:lnTo>
                    <a:pt x="79" y="267"/>
                  </a:lnTo>
                  <a:lnTo>
                    <a:pt x="66" y="274"/>
                  </a:lnTo>
                  <a:lnTo>
                    <a:pt x="66" y="282"/>
                  </a:lnTo>
                  <a:lnTo>
                    <a:pt x="50" y="283"/>
                  </a:lnTo>
                  <a:lnTo>
                    <a:pt x="39" y="296"/>
                  </a:lnTo>
                  <a:lnTo>
                    <a:pt x="54" y="286"/>
                  </a:lnTo>
                  <a:lnTo>
                    <a:pt x="70" y="286"/>
                  </a:lnTo>
                  <a:lnTo>
                    <a:pt x="75" y="275"/>
                  </a:lnTo>
                  <a:lnTo>
                    <a:pt x="86" y="272"/>
                  </a:lnTo>
                  <a:lnTo>
                    <a:pt x="118" y="245"/>
                  </a:lnTo>
                  <a:lnTo>
                    <a:pt x="125" y="234"/>
                  </a:lnTo>
                  <a:lnTo>
                    <a:pt x="118" y="226"/>
                  </a:lnTo>
                  <a:lnTo>
                    <a:pt x="148" y="195"/>
                  </a:lnTo>
                  <a:lnTo>
                    <a:pt x="152" y="198"/>
                  </a:lnTo>
                  <a:lnTo>
                    <a:pt x="141" y="205"/>
                  </a:lnTo>
                  <a:lnTo>
                    <a:pt x="137" y="220"/>
                  </a:lnTo>
                  <a:lnTo>
                    <a:pt x="145" y="220"/>
                  </a:lnTo>
                  <a:lnTo>
                    <a:pt x="138" y="229"/>
                  </a:lnTo>
                  <a:lnTo>
                    <a:pt x="164" y="217"/>
                  </a:lnTo>
                  <a:lnTo>
                    <a:pt x="169" y="201"/>
                  </a:lnTo>
                  <a:lnTo>
                    <a:pt x="184" y="198"/>
                  </a:lnTo>
                  <a:lnTo>
                    <a:pt x="180" y="205"/>
                  </a:lnTo>
                  <a:lnTo>
                    <a:pt x="203" y="217"/>
                  </a:lnTo>
                  <a:lnTo>
                    <a:pt x="245" y="219"/>
                  </a:lnTo>
                  <a:lnTo>
                    <a:pt x="249" y="230"/>
                  </a:lnTo>
                  <a:lnTo>
                    <a:pt x="258" y="239"/>
                  </a:lnTo>
                  <a:lnTo>
                    <a:pt x="266" y="244"/>
                  </a:lnTo>
                  <a:lnTo>
                    <a:pt x="282" y="241"/>
                  </a:lnTo>
                  <a:lnTo>
                    <a:pt x="295" y="250"/>
                  </a:lnTo>
                  <a:lnTo>
                    <a:pt x="293" y="260"/>
                  </a:lnTo>
                  <a:lnTo>
                    <a:pt x="313" y="277"/>
                  </a:lnTo>
                  <a:lnTo>
                    <a:pt x="319" y="303"/>
                  </a:lnTo>
                  <a:lnTo>
                    <a:pt x="340" y="333"/>
                  </a:lnTo>
                  <a:lnTo>
                    <a:pt x="342" y="352"/>
                  </a:lnTo>
                  <a:lnTo>
                    <a:pt x="368" y="369"/>
                  </a:lnTo>
                  <a:lnTo>
                    <a:pt x="381" y="373"/>
                  </a:lnTo>
                  <a:lnTo>
                    <a:pt x="385" y="396"/>
                  </a:lnTo>
                  <a:lnTo>
                    <a:pt x="368" y="396"/>
                  </a:lnTo>
                  <a:lnTo>
                    <a:pt x="375" y="422"/>
                  </a:lnTo>
                  <a:lnTo>
                    <a:pt x="371" y="499"/>
                  </a:lnTo>
                  <a:lnTo>
                    <a:pt x="388" y="540"/>
                  </a:lnTo>
                  <a:lnTo>
                    <a:pt x="404" y="573"/>
                  </a:lnTo>
                  <a:lnTo>
                    <a:pt x="421" y="579"/>
                  </a:lnTo>
                  <a:lnTo>
                    <a:pt x="433" y="598"/>
                  </a:lnTo>
                  <a:lnTo>
                    <a:pt x="445" y="631"/>
                  </a:lnTo>
                  <a:lnTo>
                    <a:pt x="466" y="664"/>
                  </a:lnTo>
                  <a:lnTo>
                    <a:pt x="474" y="690"/>
                  </a:lnTo>
                  <a:lnTo>
                    <a:pt x="493" y="712"/>
                  </a:lnTo>
                  <a:lnTo>
                    <a:pt x="497" y="705"/>
                  </a:lnTo>
                  <a:lnTo>
                    <a:pt x="455" y="626"/>
                  </a:lnTo>
                  <a:lnTo>
                    <a:pt x="451" y="605"/>
                  </a:lnTo>
                  <a:lnTo>
                    <a:pt x="461" y="611"/>
                  </a:lnTo>
                  <a:lnTo>
                    <a:pt x="477" y="644"/>
                  </a:lnTo>
                  <a:lnTo>
                    <a:pt x="500" y="671"/>
                  </a:lnTo>
                  <a:lnTo>
                    <a:pt x="498" y="680"/>
                  </a:lnTo>
                  <a:lnTo>
                    <a:pt x="530" y="716"/>
                  </a:lnTo>
                  <a:lnTo>
                    <a:pt x="533" y="731"/>
                  </a:lnTo>
                  <a:lnTo>
                    <a:pt x="530" y="741"/>
                  </a:lnTo>
                  <a:lnTo>
                    <a:pt x="537" y="754"/>
                  </a:lnTo>
                  <a:lnTo>
                    <a:pt x="599" y="791"/>
                  </a:lnTo>
                  <a:lnTo>
                    <a:pt x="626" y="788"/>
                  </a:lnTo>
                  <a:lnTo>
                    <a:pt x="643" y="806"/>
                  </a:lnTo>
                  <a:lnTo>
                    <a:pt x="661" y="814"/>
                  </a:lnTo>
                  <a:lnTo>
                    <a:pt x="681" y="818"/>
                  </a:lnTo>
                  <a:lnTo>
                    <a:pt x="697" y="844"/>
                  </a:lnTo>
                  <a:lnTo>
                    <a:pt x="699" y="856"/>
                  </a:lnTo>
                  <a:lnTo>
                    <a:pt x="705" y="854"/>
                  </a:lnTo>
                  <a:lnTo>
                    <a:pt x="721" y="874"/>
                  </a:lnTo>
                  <a:lnTo>
                    <a:pt x="741" y="888"/>
                  </a:lnTo>
                  <a:lnTo>
                    <a:pt x="743" y="877"/>
                  </a:lnTo>
                  <a:lnTo>
                    <a:pt x="752" y="868"/>
                  </a:lnTo>
                  <a:lnTo>
                    <a:pt x="763" y="874"/>
                  </a:lnTo>
                  <a:lnTo>
                    <a:pt x="764" y="887"/>
                  </a:lnTo>
                  <a:lnTo>
                    <a:pt x="768" y="923"/>
                  </a:lnTo>
                  <a:lnTo>
                    <a:pt x="747" y="958"/>
                  </a:lnTo>
                  <a:lnTo>
                    <a:pt x="740" y="992"/>
                  </a:lnTo>
                  <a:lnTo>
                    <a:pt x="738" y="1030"/>
                  </a:lnTo>
                  <a:lnTo>
                    <a:pt x="756" y="1057"/>
                  </a:lnTo>
                  <a:lnTo>
                    <a:pt x="776" y="1124"/>
                  </a:lnTo>
                  <a:lnTo>
                    <a:pt x="827" y="1167"/>
                  </a:lnTo>
                  <a:lnTo>
                    <a:pt x="829" y="1205"/>
                  </a:lnTo>
                  <a:lnTo>
                    <a:pt x="818" y="1293"/>
                  </a:lnTo>
                  <a:lnTo>
                    <a:pt x="818" y="1340"/>
                  </a:lnTo>
                  <a:lnTo>
                    <a:pt x="800" y="1394"/>
                  </a:lnTo>
                  <a:lnTo>
                    <a:pt x="799" y="1446"/>
                  </a:lnTo>
                  <a:lnTo>
                    <a:pt x="811" y="1449"/>
                  </a:lnTo>
                  <a:lnTo>
                    <a:pt x="808" y="1492"/>
                  </a:lnTo>
                  <a:lnTo>
                    <a:pt x="795" y="1519"/>
                  </a:lnTo>
                  <a:lnTo>
                    <a:pt x="792" y="1536"/>
                  </a:lnTo>
                  <a:lnTo>
                    <a:pt x="799" y="1558"/>
                  </a:lnTo>
                  <a:lnTo>
                    <a:pt x="796" y="1578"/>
                  </a:lnTo>
                  <a:lnTo>
                    <a:pt x="806" y="1587"/>
                  </a:lnTo>
                  <a:lnTo>
                    <a:pt x="807" y="1600"/>
                  </a:lnTo>
                  <a:lnTo>
                    <a:pt x="811" y="1615"/>
                  </a:lnTo>
                  <a:lnTo>
                    <a:pt x="822" y="1619"/>
                  </a:lnTo>
                  <a:lnTo>
                    <a:pt x="824" y="1603"/>
                  </a:lnTo>
                  <a:lnTo>
                    <a:pt x="845" y="1597"/>
                  </a:lnTo>
                  <a:lnTo>
                    <a:pt x="835" y="1587"/>
                  </a:lnTo>
                  <a:lnTo>
                    <a:pt x="848" y="1564"/>
                  </a:lnTo>
                  <a:lnTo>
                    <a:pt x="868" y="1529"/>
                  </a:lnTo>
                  <a:lnTo>
                    <a:pt x="851" y="1508"/>
                  </a:lnTo>
                  <a:lnTo>
                    <a:pt x="869" y="1495"/>
                  </a:lnTo>
                  <a:lnTo>
                    <a:pt x="883" y="1455"/>
                  </a:lnTo>
                  <a:lnTo>
                    <a:pt x="873" y="1439"/>
                  </a:lnTo>
                  <a:lnTo>
                    <a:pt x="895" y="1441"/>
                  </a:lnTo>
                  <a:lnTo>
                    <a:pt x="897" y="1412"/>
                  </a:lnTo>
                  <a:lnTo>
                    <a:pt x="932" y="1407"/>
                  </a:lnTo>
                  <a:lnTo>
                    <a:pt x="944" y="1390"/>
                  </a:lnTo>
                  <a:lnTo>
                    <a:pt x="929" y="1354"/>
                  </a:lnTo>
                  <a:lnTo>
                    <a:pt x="959" y="1366"/>
                  </a:lnTo>
                  <a:lnTo>
                    <a:pt x="972" y="1349"/>
                  </a:lnTo>
                  <a:lnTo>
                    <a:pt x="1012" y="1284"/>
                  </a:lnTo>
                  <a:lnTo>
                    <a:pt x="1015" y="1250"/>
                  </a:lnTo>
                  <a:lnTo>
                    <a:pt x="1046" y="1221"/>
                  </a:lnTo>
                  <a:lnTo>
                    <a:pt x="1075" y="1210"/>
                  </a:lnTo>
                  <a:lnTo>
                    <a:pt x="1091" y="1161"/>
                  </a:lnTo>
                  <a:lnTo>
                    <a:pt x="1094" y="1111"/>
                  </a:lnTo>
                  <a:lnTo>
                    <a:pt x="1125" y="1064"/>
                  </a:lnTo>
                  <a:lnTo>
                    <a:pt x="1123" y="1022"/>
                  </a:lnTo>
                  <a:lnTo>
                    <a:pt x="1089" y="1001"/>
                  </a:lnTo>
                  <a:lnTo>
                    <a:pt x="1047" y="996"/>
                  </a:lnTo>
                  <a:lnTo>
                    <a:pt x="1045" y="982"/>
                  </a:lnTo>
                  <a:lnTo>
                    <a:pt x="1025" y="975"/>
                  </a:lnTo>
                  <a:lnTo>
                    <a:pt x="989" y="989"/>
                  </a:lnTo>
                  <a:lnTo>
                    <a:pt x="989" y="971"/>
                  </a:lnTo>
                  <a:lnTo>
                    <a:pt x="1002" y="949"/>
                  </a:lnTo>
                  <a:lnTo>
                    <a:pt x="987" y="922"/>
                  </a:lnTo>
                  <a:lnTo>
                    <a:pt x="967" y="906"/>
                  </a:lnTo>
                  <a:lnTo>
                    <a:pt x="941" y="903"/>
                  </a:lnTo>
                  <a:lnTo>
                    <a:pt x="917" y="875"/>
                  </a:lnTo>
                  <a:lnTo>
                    <a:pt x="907" y="863"/>
                  </a:lnTo>
                  <a:lnTo>
                    <a:pt x="891" y="853"/>
                  </a:lnTo>
                  <a:lnTo>
                    <a:pt x="848" y="851"/>
                  </a:lnTo>
                  <a:lnTo>
                    <a:pt x="831" y="832"/>
                  </a:lnTo>
                  <a:lnTo>
                    <a:pt x="819" y="847"/>
                  </a:lnTo>
                  <a:lnTo>
                    <a:pt x="818" y="830"/>
                  </a:lnTo>
                  <a:lnTo>
                    <a:pt x="788" y="845"/>
                  </a:lnTo>
                  <a:lnTo>
                    <a:pt x="773" y="878"/>
                  </a:lnTo>
                  <a:lnTo>
                    <a:pt x="768" y="872"/>
                  </a:lnTo>
                  <a:lnTo>
                    <a:pt x="752" y="861"/>
                  </a:lnTo>
                  <a:lnTo>
                    <a:pt x="736" y="869"/>
                  </a:lnTo>
                  <a:lnTo>
                    <a:pt x="725" y="861"/>
                  </a:lnTo>
                  <a:lnTo>
                    <a:pt x="715" y="846"/>
                  </a:lnTo>
                  <a:lnTo>
                    <a:pt x="719" y="800"/>
                  </a:lnTo>
                  <a:lnTo>
                    <a:pt x="703" y="790"/>
                  </a:lnTo>
                  <a:lnTo>
                    <a:pt x="671" y="790"/>
                  </a:lnTo>
                  <a:lnTo>
                    <a:pt x="680" y="767"/>
                  </a:lnTo>
                  <a:lnTo>
                    <a:pt x="688" y="731"/>
                  </a:lnTo>
                  <a:lnTo>
                    <a:pt x="678" y="725"/>
                  </a:lnTo>
                  <a:lnTo>
                    <a:pt x="658" y="732"/>
                  </a:lnTo>
                  <a:lnTo>
                    <a:pt x="648" y="762"/>
                  </a:lnTo>
                  <a:lnTo>
                    <a:pt x="613" y="759"/>
                  </a:lnTo>
                  <a:lnTo>
                    <a:pt x="597" y="719"/>
                  </a:lnTo>
                  <a:lnTo>
                    <a:pt x="602" y="678"/>
                  </a:lnTo>
                  <a:lnTo>
                    <a:pt x="600" y="655"/>
                  </a:lnTo>
                  <a:lnTo>
                    <a:pt x="619" y="631"/>
                  </a:lnTo>
                  <a:lnTo>
                    <a:pt x="645" y="629"/>
                  </a:lnTo>
                  <a:lnTo>
                    <a:pt x="667" y="640"/>
                  </a:lnTo>
                  <a:lnTo>
                    <a:pt x="667" y="626"/>
                  </a:lnTo>
                  <a:lnTo>
                    <a:pt x="678" y="617"/>
                  </a:lnTo>
                  <a:lnTo>
                    <a:pt x="714" y="628"/>
                  </a:lnTo>
                  <a:lnTo>
                    <a:pt x="723" y="638"/>
                  </a:lnTo>
                  <a:lnTo>
                    <a:pt x="725" y="658"/>
                  </a:lnTo>
                  <a:lnTo>
                    <a:pt x="736" y="686"/>
                  </a:lnTo>
                  <a:lnTo>
                    <a:pt x="742" y="685"/>
                  </a:lnTo>
                  <a:lnTo>
                    <a:pt x="745" y="664"/>
                  </a:lnTo>
                  <a:lnTo>
                    <a:pt x="734" y="617"/>
                  </a:lnTo>
                  <a:lnTo>
                    <a:pt x="740" y="598"/>
                  </a:lnTo>
                  <a:lnTo>
                    <a:pt x="782" y="560"/>
                  </a:lnTo>
                  <a:lnTo>
                    <a:pt x="777" y="530"/>
                  </a:lnTo>
                  <a:lnTo>
                    <a:pt x="782" y="540"/>
                  </a:lnTo>
                  <a:lnTo>
                    <a:pt x="790" y="517"/>
                  </a:lnTo>
                  <a:lnTo>
                    <a:pt x="798" y="492"/>
                  </a:lnTo>
                  <a:lnTo>
                    <a:pt x="831" y="482"/>
                  </a:lnTo>
                  <a:lnTo>
                    <a:pt x="823" y="475"/>
                  </a:lnTo>
                  <a:lnTo>
                    <a:pt x="829" y="455"/>
                  </a:lnTo>
                  <a:lnTo>
                    <a:pt x="856" y="442"/>
                  </a:lnTo>
                  <a:lnTo>
                    <a:pt x="856" y="435"/>
                  </a:lnTo>
                  <a:lnTo>
                    <a:pt x="877" y="425"/>
                  </a:lnTo>
                  <a:lnTo>
                    <a:pt x="875" y="434"/>
                  </a:lnTo>
                  <a:lnTo>
                    <a:pt x="888" y="433"/>
                  </a:lnTo>
                  <a:lnTo>
                    <a:pt x="864" y="445"/>
                  </a:lnTo>
                  <a:lnTo>
                    <a:pt x="870" y="458"/>
                  </a:lnTo>
                  <a:lnTo>
                    <a:pt x="881" y="443"/>
                  </a:lnTo>
                  <a:lnTo>
                    <a:pt x="906" y="434"/>
                  </a:lnTo>
                  <a:lnTo>
                    <a:pt x="917" y="422"/>
                  </a:lnTo>
                  <a:lnTo>
                    <a:pt x="911" y="410"/>
                  </a:lnTo>
                  <a:lnTo>
                    <a:pt x="905" y="429"/>
                  </a:lnTo>
                  <a:lnTo>
                    <a:pt x="883" y="425"/>
                  </a:lnTo>
                  <a:lnTo>
                    <a:pt x="872" y="409"/>
                  </a:lnTo>
                  <a:lnTo>
                    <a:pt x="875" y="400"/>
                  </a:lnTo>
                  <a:lnTo>
                    <a:pt x="861" y="396"/>
                  </a:lnTo>
                  <a:lnTo>
                    <a:pt x="880" y="389"/>
                  </a:lnTo>
                  <a:lnTo>
                    <a:pt x="869" y="380"/>
                  </a:lnTo>
                  <a:lnTo>
                    <a:pt x="841" y="385"/>
                  </a:lnTo>
                  <a:lnTo>
                    <a:pt x="862" y="365"/>
                  </a:lnTo>
                  <a:lnTo>
                    <a:pt x="916" y="365"/>
                  </a:lnTo>
                  <a:lnTo>
                    <a:pt x="953" y="337"/>
                  </a:lnTo>
                  <a:lnTo>
                    <a:pt x="951" y="316"/>
                  </a:lnTo>
                  <a:lnTo>
                    <a:pt x="939" y="320"/>
                  </a:lnTo>
                  <a:lnTo>
                    <a:pt x="939" y="307"/>
                  </a:lnTo>
                  <a:lnTo>
                    <a:pt x="913" y="321"/>
                  </a:lnTo>
                  <a:lnTo>
                    <a:pt x="906" y="314"/>
                  </a:lnTo>
                  <a:lnTo>
                    <a:pt x="938" y="301"/>
                  </a:lnTo>
                  <a:lnTo>
                    <a:pt x="913" y="283"/>
                  </a:lnTo>
                  <a:lnTo>
                    <a:pt x="901" y="270"/>
                  </a:lnTo>
                  <a:lnTo>
                    <a:pt x="900" y="253"/>
                  </a:lnTo>
                  <a:lnTo>
                    <a:pt x="889" y="246"/>
                  </a:lnTo>
                  <a:lnTo>
                    <a:pt x="892" y="238"/>
                  </a:lnTo>
                  <a:lnTo>
                    <a:pt x="887" y="228"/>
                  </a:lnTo>
                  <a:lnTo>
                    <a:pt x="877" y="212"/>
                  </a:lnTo>
                  <a:lnTo>
                    <a:pt x="869" y="220"/>
                  </a:lnTo>
                  <a:lnTo>
                    <a:pt x="862" y="234"/>
                  </a:lnTo>
                  <a:lnTo>
                    <a:pt x="846" y="246"/>
                  </a:lnTo>
                  <a:lnTo>
                    <a:pt x="844" y="234"/>
                  </a:lnTo>
                  <a:lnTo>
                    <a:pt x="824" y="240"/>
                  </a:lnTo>
                  <a:lnTo>
                    <a:pt x="838" y="226"/>
                  </a:lnTo>
                  <a:lnTo>
                    <a:pt x="835" y="216"/>
                  </a:lnTo>
                  <a:lnTo>
                    <a:pt x="833" y="200"/>
                  </a:lnTo>
                  <a:lnTo>
                    <a:pt x="818" y="198"/>
                  </a:lnTo>
                  <a:lnTo>
                    <a:pt x="818" y="190"/>
                  </a:lnTo>
                  <a:lnTo>
                    <a:pt x="798" y="176"/>
                  </a:lnTo>
                  <a:lnTo>
                    <a:pt x="787" y="181"/>
                  </a:lnTo>
                  <a:lnTo>
                    <a:pt x="765" y="175"/>
                  </a:lnTo>
                  <a:lnTo>
                    <a:pt x="762" y="184"/>
                  </a:lnTo>
                  <a:lnTo>
                    <a:pt x="768" y="190"/>
                  </a:lnTo>
                  <a:lnTo>
                    <a:pt x="762" y="203"/>
                  </a:lnTo>
                  <a:lnTo>
                    <a:pt x="772" y="222"/>
                  </a:lnTo>
                  <a:lnTo>
                    <a:pt x="756" y="235"/>
                  </a:lnTo>
                  <a:lnTo>
                    <a:pt x="768" y="244"/>
                  </a:lnTo>
                  <a:lnTo>
                    <a:pt x="773" y="275"/>
                  </a:lnTo>
                  <a:lnTo>
                    <a:pt x="749" y="301"/>
                  </a:lnTo>
                  <a:lnTo>
                    <a:pt x="757" y="333"/>
                  </a:lnTo>
                  <a:lnTo>
                    <a:pt x="764" y="336"/>
                  </a:lnTo>
                  <a:lnTo>
                    <a:pt x="748" y="353"/>
                  </a:lnTo>
                  <a:lnTo>
                    <a:pt x="737" y="354"/>
                  </a:lnTo>
                  <a:lnTo>
                    <a:pt x="741" y="344"/>
                  </a:lnTo>
                  <a:lnTo>
                    <a:pt x="727" y="325"/>
                  </a:lnTo>
                  <a:lnTo>
                    <a:pt x="727" y="293"/>
                  </a:lnTo>
                  <a:lnTo>
                    <a:pt x="701" y="289"/>
                  </a:lnTo>
                  <a:lnTo>
                    <a:pt x="669" y="267"/>
                  </a:lnTo>
                  <a:lnTo>
                    <a:pt x="652" y="260"/>
                  </a:lnTo>
                  <a:lnTo>
                    <a:pt x="638" y="266"/>
                  </a:lnTo>
                  <a:lnTo>
                    <a:pt x="635" y="236"/>
                  </a:lnTo>
                  <a:lnTo>
                    <a:pt x="626" y="240"/>
                  </a:lnTo>
                  <a:lnTo>
                    <a:pt x="623" y="194"/>
                  </a:lnTo>
                  <a:lnTo>
                    <a:pt x="639" y="182"/>
                  </a:lnTo>
                  <a:lnTo>
                    <a:pt x="641" y="170"/>
                  </a:lnTo>
                  <a:lnTo>
                    <a:pt x="657" y="166"/>
                  </a:lnTo>
                  <a:lnTo>
                    <a:pt x="632" y="147"/>
                  </a:lnTo>
                  <a:lnTo>
                    <a:pt x="656" y="157"/>
                  </a:lnTo>
                  <a:lnTo>
                    <a:pt x="662" y="146"/>
                  </a:lnTo>
                  <a:lnTo>
                    <a:pt x="676" y="146"/>
                  </a:lnTo>
                  <a:lnTo>
                    <a:pt x="688" y="127"/>
                  </a:lnTo>
                  <a:lnTo>
                    <a:pt x="670" y="125"/>
                  </a:lnTo>
                  <a:lnTo>
                    <a:pt x="661" y="114"/>
                  </a:lnTo>
                  <a:lnTo>
                    <a:pt x="689" y="121"/>
                  </a:lnTo>
                  <a:lnTo>
                    <a:pt x="691" y="103"/>
                  </a:lnTo>
                  <a:lnTo>
                    <a:pt x="719" y="107"/>
                  </a:lnTo>
                  <a:lnTo>
                    <a:pt x="735" y="93"/>
                  </a:lnTo>
                  <a:lnTo>
                    <a:pt x="725" y="67"/>
                  </a:lnTo>
                  <a:lnTo>
                    <a:pt x="736" y="64"/>
                  </a:lnTo>
                  <a:lnTo>
                    <a:pt x="700" y="42"/>
                  </a:lnTo>
                  <a:lnTo>
                    <a:pt x="706" y="62"/>
                  </a:lnTo>
                  <a:lnTo>
                    <a:pt x="697" y="64"/>
                  </a:lnTo>
                  <a:lnTo>
                    <a:pt x="684" y="91"/>
                  </a:lnTo>
                  <a:lnTo>
                    <a:pt x="680" y="71"/>
                  </a:lnTo>
                  <a:lnTo>
                    <a:pt x="666" y="52"/>
                  </a:lnTo>
                  <a:lnTo>
                    <a:pt x="658" y="71"/>
                  </a:lnTo>
                  <a:lnTo>
                    <a:pt x="650" y="51"/>
                  </a:lnTo>
                  <a:lnTo>
                    <a:pt x="638" y="44"/>
                  </a:lnTo>
                  <a:lnTo>
                    <a:pt x="641" y="35"/>
                  </a:lnTo>
                  <a:lnTo>
                    <a:pt x="649" y="36"/>
                  </a:lnTo>
                  <a:lnTo>
                    <a:pt x="636" y="12"/>
                  </a:lnTo>
                  <a:lnTo>
                    <a:pt x="618" y="0"/>
                  </a:lnTo>
                  <a:lnTo>
                    <a:pt x="607" y="13"/>
                  </a:lnTo>
                  <a:lnTo>
                    <a:pt x="606" y="37"/>
                  </a:lnTo>
                  <a:lnTo>
                    <a:pt x="630" y="47"/>
                  </a:lnTo>
                  <a:lnTo>
                    <a:pt x="631" y="65"/>
                  </a:lnTo>
                  <a:lnTo>
                    <a:pt x="614" y="75"/>
                  </a:lnTo>
                  <a:lnTo>
                    <a:pt x="616" y="91"/>
                  </a:lnTo>
                  <a:lnTo>
                    <a:pt x="607" y="85"/>
                  </a:lnTo>
                  <a:lnTo>
                    <a:pt x="604" y="75"/>
                  </a:lnTo>
                  <a:lnTo>
                    <a:pt x="591" y="80"/>
                  </a:lnTo>
                  <a:lnTo>
                    <a:pt x="556" y="81"/>
                  </a:lnTo>
                  <a:lnTo>
                    <a:pt x="548" y="73"/>
                  </a:lnTo>
                  <a:lnTo>
                    <a:pt x="524" y="58"/>
                  </a:lnTo>
                  <a:lnTo>
                    <a:pt x="502" y="69"/>
                  </a:lnTo>
                  <a:lnTo>
                    <a:pt x="509" y="73"/>
                  </a:lnTo>
                  <a:lnTo>
                    <a:pt x="526" y="63"/>
                  </a:lnTo>
                  <a:lnTo>
                    <a:pt x="515" y="92"/>
                  </a:lnTo>
                  <a:lnTo>
                    <a:pt x="491" y="75"/>
                  </a:lnTo>
                  <a:lnTo>
                    <a:pt x="445" y="77"/>
                  </a:lnTo>
                  <a:lnTo>
                    <a:pt x="458" y="67"/>
                  </a:lnTo>
                  <a:lnTo>
                    <a:pt x="427" y="58"/>
                  </a:lnTo>
                  <a:lnTo>
                    <a:pt x="384" y="40"/>
                  </a:lnTo>
                  <a:lnTo>
                    <a:pt x="369" y="51"/>
                  </a:lnTo>
                  <a:lnTo>
                    <a:pt x="370" y="36"/>
                  </a:lnTo>
                  <a:lnTo>
                    <a:pt x="358" y="51"/>
                  </a:lnTo>
                  <a:lnTo>
                    <a:pt x="342" y="33"/>
                  </a:lnTo>
                  <a:lnTo>
                    <a:pt x="313" y="54"/>
                  </a:lnTo>
                  <a:lnTo>
                    <a:pt x="313" y="48"/>
                  </a:lnTo>
                  <a:lnTo>
                    <a:pt x="284" y="56"/>
                  </a:lnTo>
                  <a:lnTo>
                    <a:pt x="286" y="65"/>
                  </a:lnTo>
                  <a:lnTo>
                    <a:pt x="230" y="44"/>
                  </a:lnTo>
                  <a:lnTo>
                    <a:pt x="139" y="29"/>
                  </a:lnTo>
                  <a:lnTo>
                    <a:pt x="136" y="21"/>
                  </a:lnTo>
                  <a:lnTo>
                    <a:pt x="107" y="16"/>
                  </a:lnTo>
                  <a:lnTo>
                    <a:pt x="96" y="12"/>
                  </a:lnTo>
                  <a:lnTo>
                    <a:pt x="86" y="21"/>
                  </a:lnTo>
                  <a:lnTo>
                    <a:pt x="66" y="26"/>
                  </a:lnTo>
                  <a:lnTo>
                    <a:pt x="48" y="37"/>
                  </a:lnTo>
                  <a:lnTo>
                    <a:pt x="39" y="55"/>
                  </a:lnTo>
                  <a:lnTo>
                    <a:pt x="15" y="59"/>
                  </a:lnTo>
                  <a:lnTo>
                    <a:pt x="11" y="69"/>
                  </a:lnTo>
                  <a:lnTo>
                    <a:pt x="38" y="93"/>
                  </a:lnTo>
                  <a:lnTo>
                    <a:pt x="51" y="101"/>
                  </a:lnTo>
                  <a:lnTo>
                    <a:pt x="61" y="108"/>
                  </a:lnTo>
                  <a:lnTo>
                    <a:pt x="39" y="112"/>
                  </a:lnTo>
                  <a:lnTo>
                    <a:pt x="39" y="102"/>
                  </a:lnTo>
                  <a:lnTo>
                    <a:pt x="29" y="102"/>
                  </a:lnTo>
                  <a:lnTo>
                    <a:pt x="0" y="12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3" name="Freeform 43">
              <a:extLst>
                <a:ext uri="{FF2B5EF4-FFF2-40B4-BE49-F238E27FC236}">
                  <a16:creationId xmlns:a16="http://schemas.microsoft.com/office/drawing/2014/main" id="{B1E32563-3CDA-31C7-EC15-FA8D747379FA}"/>
                </a:ext>
              </a:extLst>
            </p:cNvPr>
            <p:cNvSpPr>
              <a:spLocks/>
            </p:cNvSpPr>
            <p:nvPr/>
          </p:nvSpPr>
          <p:spPr bwMode="auto">
            <a:xfrm>
              <a:off x="1958" y="2433"/>
              <a:ext cx="89" cy="38"/>
            </a:xfrm>
            <a:custGeom>
              <a:avLst/>
              <a:gdLst>
                <a:gd name="T0" fmla="*/ 0 w 89"/>
                <a:gd name="T1" fmla="*/ 14 h 38"/>
                <a:gd name="T2" fmla="*/ 11 w 89"/>
                <a:gd name="T3" fmla="*/ 2 h 38"/>
                <a:gd name="T4" fmla="*/ 34 w 89"/>
                <a:gd name="T5" fmla="*/ 0 h 38"/>
                <a:gd name="T6" fmla="*/ 88 w 89"/>
                <a:gd name="T7" fmla="*/ 31 h 38"/>
                <a:gd name="T8" fmla="*/ 60 w 89"/>
                <a:gd name="T9" fmla="*/ 37 h 38"/>
                <a:gd name="T10" fmla="*/ 51 w 89"/>
                <a:gd name="T11" fmla="*/ 18 h 38"/>
                <a:gd name="T12" fmla="*/ 23 w 89"/>
                <a:gd name="T13" fmla="*/ 10 h 38"/>
                <a:gd name="T14" fmla="*/ 0 w 89"/>
                <a:gd name="T15" fmla="*/ 14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9" h="38">
                  <a:moveTo>
                    <a:pt x="0" y="14"/>
                  </a:moveTo>
                  <a:lnTo>
                    <a:pt x="11" y="2"/>
                  </a:lnTo>
                  <a:lnTo>
                    <a:pt x="34" y="0"/>
                  </a:lnTo>
                  <a:lnTo>
                    <a:pt x="88" y="31"/>
                  </a:lnTo>
                  <a:lnTo>
                    <a:pt x="60" y="37"/>
                  </a:lnTo>
                  <a:lnTo>
                    <a:pt x="51" y="18"/>
                  </a:lnTo>
                  <a:lnTo>
                    <a:pt x="23" y="10"/>
                  </a:lnTo>
                  <a:lnTo>
                    <a:pt x="0" y="14"/>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4" name="Freeform 44">
              <a:extLst>
                <a:ext uri="{FF2B5EF4-FFF2-40B4-BE49-F238E27FC236}">
                  <a16:creationId xmlns:a16="http://schemas.microsoft.com/office/drawing/2014/main" id="{9B2B8303-C900-19BD-9D6C-F4F87181A34C}"/>
                </a:ext>
              </a:extLst>
            </p:cNvPr>
            <p:cNvSpPr>
              <a:spLocks/>
            </p:cNvSpPr>
            <p:nvPr/>
          </p:nvSpPr>
          <p:spPr bwMode="auto">
            <a:xfrm>
              <a:off x="2046" y="2471"/>
              <a:ext cx="51" cy="20"/>
            </a:xfrm>
            <a:custGeom>
              <a:avLst/>
              <a:gdLst>
                <a:gd name="T0" fmla="*/ 0 w 51"/>
                <a:gd name="T1" fmla="*/ 14 h 20"/>
                <a:gd name="T2" fmla="*/ 15 w 51"/>
                <a:gd name="T3" fmla="*/ 13 h 20"/>
                <a:gd name="T4" fmla="*/ 7 w 51"/>
                <a:gd name="T5" fmla="*/ 0 h 20"/>
                <a:gd name="T6" fmla="*/ 36 w 51"/>
                <a:gd name="T7" fmla="*/ 1 h 20"/>
                <a:gd name="T8" fmla="*/ 50 w 51"/>
                <a:gd name="T9" fmla="*/ 12 h 20"/>
                <a:gd name="T10" fmla="*/ 21 w 51"/>
                <a:gd name="T11" fmla="*/ 19 h 20"/>
                <a:gd name="T12" fmla="*/ 0 w 51"/>
                <a:gd name="T13" fmla="*/ 14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20">
                  <a:moveTo>
                    <a:pt x="0" y="14"/>
                  </a:moveTo>
                  <a:lnTo>
                    <a:pt x="15" y="13"/>
                  </a:lnTo>
                  <a:lnTo>
                    <a:pt x="7" y="0"/>
                  </a:lnTo>
                  <a:lnTo>
                    <a:pt x="36" y="1"/>
                  </a:lnTo>
                  <a:lnTo>
                    <a:pt x="50" y="12"/>
                  </a:lnTo>
                  <a:lnTo>
                    <a:pt x="21" y="19"/>
                  </a:lnTo>
                  <a:lnTo>
                    <a:pt x="0" y="14"/>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5" name="Freeform 45">
              <a:extLst>
                <a:ext uri="{FF2B5EF4-FFF2-40B4-BE49-F238E27FC236}">
                  <a16:creationId xmlns:a16="http://schemas.microsoft.com/office/drawing/2014/main" id="{1F37B35D-3B0C-3C5E-CEF4-1D5FDC6567EF}"/>
                </a:ext>
              </a:extLst>
            </p:cNvPr>
            <p:cNvSpPr>
              <a:spLocks/>
            </p:cNvSpPr>
            <p:nvPr/>
          </p:nvSpPr>
          <p:spPr bwMode="auto">
            <a:xfrm>
              <a:off x="2072" y="3326"/>
              <a:ext cx="53" cy="35"/>
            </a:xfrm>
            <a:custGeom>
              <a:avLst/>
              <a:gdLst>
                <a:gd name="T0" fmla="*/ 0 w 53"/>
                <a:gd name="T1" fmla="*/ 27 h 35"/>
                <a:gd name="T2" fmla="*/ 3 w 53"/>
                <a:gd name="T3" fmla="*/ 20 h 35"/>
                <a:gd name="T4" fmla="*/ 7 w 53"/>
                <a:gd name="T5" fmla="*/ 9 h 35"/>
                <a:gd name="T6" fmla="*/ 22 w 53"/>
                <a:gd name="T7" fmla="*/ 0 h 35"/>
                <a:gd name="T8" fmla="*/ 29 w 53"/>
                <a:gd name="T9" fmla="*/ 15 h 35"/>
                <a:gd name="T10" fmla="*/ 52 w 53"/>
                <a:gd name="T11" fmla="*/ 31 h 35"/>
                <a:gd name="T12" fmla="*/ 22 w 53"/>
                <a:gd name="T13" fmla="*/ 34 h 35"/>
                <a:gd name="T14" fmla="*/ 0 w 53"/>
                <a:gd name="T15" fmla="*/ 27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35">
                  <a:moveTo>
                    <a:pt x="0" y="27"/>
                  </a:moveTo>
                  <a:lnTo>
                    <a:pt x="3" y="20"/>
                  </a:lnTo>
                  <a:lnTo>
                    <a:pt x="7" y="9"/>
                  </a:lnTo>
                  <a:lnTo>
                    <a:pt x="22" y="0"/>
                  </a:lnTo>
                  <a:lnTo>
                    <a:pt x="29" y="15"/>
                  </a:lnTo>
                  <a:lnTo>
                    <a:pt x="52" y="31"/>
                  </a:lnTo>
                  <a:lnTo>
                    <a:pt x="22" y="34"/>
                  </a:lnTo>
                  <a:lnTo>
                    <a:pt x="0" y="27"/>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6" name="Freeform 46">
              <a:extLst>
                <a:ext uri="{FF2B5EF4-FFF2-40B4-BE49-F238E27FC236}">
                  <a16:creationId xmlns:a16="http://schemas.microsoft.com/office/drawing/2014/main" id="{0FFDFAC1-DC18-5908-325D-62941A9686FA}"/>
                </a:ext>
              </a:extLst>
            </p:cNvPr>
            <p:cNvSpPr>
              <a:spLocks/>
            </p:cNvSpPr>
            <p:nvPr/>
          </p:nvSpPr>
          <p:spPr bwMode="auto">
            <a:xfrm>
              <a:off x="2174" y="2070"/>
              <a:ext cx="56" cy="68"/>
            </a:xfrm>
            <a:custGeom>
              <a:avLst/>
              <a:gdLst>
                <a:gd name="T0" fmla="*/ 0 w 56"/>
                <a:gd name="T1" fmla="*/ 54 h 68"/>
                <a:gd name="T2" fmla="*/ 22 w 56"/>
                <a:gd name="T3" fmla="*/ 3 h 68"/>
                <a:gd name="T4" fmla="*/ 31 w 56"/>
                <a:gd name="T5" fmla="*/ 0 h 68"/>
                <a:gd name="T6" fmla="*/ 26 w 56"/>
                <a:gd name="T7" fmla="*/ 21 h 68"/>
                <a:gd name="T8" fmla="*/ 33 w 56"/>
                <a:gd name="T9" fmla="*/ 34 h 68"/>
                <a:gd name="T10" fmla="*/ 48 w 56"/>
                <a:gd name="T11" fmla="*/ 33 h 68"/>
                <a:gd name="T12" fmla="*/ 53 w 56"/>
                <a:gd name="T13" fmla="*/ 48 h 68"/>
                <a:gd name="T14" fmla="*/ 55 w 56"/>
                <a:gd name="T15" fmla="*/ 59 h 68"/>
                <a:gd name="T16" fmla="*/ 44 w 56"/>
                <a:gd name="T17" fmla="*/ 67 h 68"/>
                <a:gd name="T18" fmla="*/ 44 w 56"/>
                <a:gd name="T19" fmla="*/ 52 h 68"/>
                <a:gd name="T20" fmla="*/ 25 w 56"/>
                <a:gd name="T21" fmla="*/ 58 h 68"/>
                <a:gd name="T22" fmla="*/ 0 w 56"/>
                <a:gd name="T23" fmla="*/ 54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6" h="68">
                  <a:moveTo>
                    <a:pt x="0" y="54"/>
                  </a:moveTo>
                  <a:lnTo>
                    <a:pt x="22" y="3"/>
                  </a:lnTo>
                  <a:lnTo>
                    <a:pt x="31" y="0"/>
                  </a:lnTo>
                  <a:lnTo>
                    <a:pt x="26" y="21"/>
                  </a:lnTo>
                  <a:lnTo>
                    <a:pt x="33" y="34"/>
                  </a:lnTo>
                  <a:lnTo>
                    <a:pt x="48" y="33"/>
                  </a:lnTo>
                  <a:lnTo>
                    <a:pt x="53" y="48"/>
                  </a:lnTo>
                  <a:lnTo>
                    <a:pt x="55" y="59"/>
                  </a:lnTo>
                  <a:lnTo>
                    <a:pt x="44" y="67"/>
                  </a:lnTo>
                  <a:lnTo>
                    <a:pt x="44" y="52"/>
                  </a:lnTo>
                  <a:lnTo>
                    <a:pt x="25" y="58"/>
                  </a:lnTo>
                  <a:lnTo>
                    <a:pt x="0" y="54"/>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7" name="Freeform 47">
              <a:extLst>
                <a:ext uri="{FF2B5EF4-FFF2-40B4-BE49-F238E27FC236}">
                  <a16:creationId xmlns:a16="http://schemas.microsoft.com/office/drawing/2014/main" id="{6FE611A6-B4C5-991E-737F-26C991847511}"/>
                </a:ext>
              </a:extLst>
            </p:cNvPr>
            <p:cNvSpPr>
              <a:spLocks/>
            </p:cNvSpPr>
            <p:nvPr/>
          </p:nvSpPr>
          <p:spPr bwMode="auto">
            <a:xfrm>
              <a:off x="1364" y="1975"/>
              <a:ext cx="24" cy="17"/>
            </a:xfrm>
            <a:custGeom>
              <a:avLst/>
              <a:gdLst>
                <a:gd name="T0" fmla="*/ 0 w 24"/>
                <a:gd name="T1" fmla="*/ 7 h 17"/>
                <a:gd name="T2" fmla="*/ 6 w 24"/>
                <a:gd name="T3" fmla="*/ 16 h 17"/>
                <a:gd name="T4" fmla="*/ 23 w 24"/>
                <a:gd name="T5" fmla="*/ 3 h 17"/>
                <a:gd name="T6" fmla="*/ 7 w 24"/>
                <a:gd name="T7" fmla="*/ 0 h 17"/>
                <a:gd name="T8" fmla="*/ 8 w 24"/>
                <a:gd name="T9" fmla="*/ 6 h 17"/>
                <a:gd name="T10" fmla="*/ 0 w 24"/>
                <a:gd name="T11" fmla="*/ 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17">
                  <a:moveTo>
                    <a:pt x="0" y="7"/>
                  </a:moveTo>
                  <a:lnTo>
                    <a:pt x="6" y="16"/>
                  </a:lnTo>
                  <a:lnTo>
                    <a:pt x="23" y="3"/>
                  </a:lnTo>
                  <a:lnTo>
                    <a:pt x="7" y="0"/>
                  </a:lnTo>
                  <a:lnTo>
                    <a:pt x="8" y="6"/>
                  </a:lnTo>
                  <a:lnTo>
                    <a:pt x="0" y="7"/>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8" name="Freeform 48">
              <a:extLst>
                <a:ext uri="{FF2B5EF4-FFF2-40B4-BE49-F238E27FC236}">
                  <a16:creationId xmlns:a16="http://schemas.microsoft.com/office/drawing/2014/main" id="{59BB7A6D-2172-C54A-717A-8D3BD7851F34}"/>
                </a:ext>
              </a:extLst>
            </p:cNvPr>
            <p:cNvSpPr>
              <a:spLocks/>
            </p:cNvSpPr>
            <p:nvPr/>
          </p:nvSpPr>
          <p:spPr bwMode="auto">
            <a:xfrm>
              <a:off x="2468" y="1830"/>
              <a:ext cx="96" cy="55"/>
            </a:xfrm>
            <a:custGeom>
              <a:avLst/>
              <a:gdLst>
                <a:gd name="T0" fmla="*/ 0 w 96"/>
                <a:gd name="T1" fmla="*/ 18 h 55"/>
                <a:gd name="T2" fmla="*/ 12 w 96"/>
                <a:gd name="T3" fmla="*/ 0 h 55"/>
                <a:gd name="T4" fmla="*/ 27 w 96"/>
                <a:gd name="T5" fmla="*/ 20 h 55"/>
                <a:gd name="T6" fmla="*/ 53 w 96"/>
                <a:gd name="T7" fmla="*/ 5 h 55"/>
                <a:gd name="T8" fmla="*/ 85 w 96"/>
                <a:gd name="T9" fmla="*/ 0 h 55"/>
                <a:gd name="T10" fmla="*/ 95 w 96"/>
                <a:gd name="T11" fmla="*/ 23 h 55"/>
                <a:gd name="T12" fmla="*/ 47 w 96"/>
                <a:gd name="T13" fmla="*/ 54 h 55"/>
                <a:gd name="T14" fmla="*/ 16 w 96"/>
                <a:gd name="T15" fmla="*/ 46 h 55"/>
                <a:gd name="T16" fmla="*/ 0 w 96"/>
                <a:gd name="T17" fmla="*/ 18 h 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6" h="55">
                  <a:moveTo>
                    <a:pt x="0" y="18"/>
                  </a:moveTo>
                  <a:lnTo>
                    <a:pt x="12" y="0"/>
                  </a:lnTo>
                  <a:lnTo>
                    <a:pt x="27" y="20"/>
                  </a:lnTo>
                  <a:lnTo>
                    <a:pt x="53" y="5"/>
                  </a:lnTo>
                  <a:lnTo>
                    <a:pt x="85" y="0"/>
                  </a:lnTo>
                  <a:lnTo>
                    <a:pt x="95" y="23"/>
                  </a:lnTo>
                  <a:lnTo>
                    <a:pt x="47" y="54"/>
                  </a:lnTo>
                  <a:lnTo>
                    <a:pt x="16" y="46"/>
                  </a:lnTo>
                  <a:lnTo>
                    <a:pt x="0" y="18"/>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09" name="Freeform 49">
              <a:extLst>
                <a:ext uri="{FF2B5EF4-FFF2-40B4-BE49-F238E27FC236}">
                  <a16:creationId xmlns:a16="http://schemas.microsoft.com/office/drawing/2014/main" id="{71DF326E-CC1B-2A41-855C-C6139BCC1D03}"/>
                </a:ext>
              </a:extLst>
            </p:cNvPr>
            <p:cNvSpPr>
              <a:spLocks/>
            </p:cNvSpPr>
            <p:nvPr/>
          </p:nvSpPr>
          <p:spPr bwMode="auto">
            <a:xfrm>
              <a:off x="1938" y="1839"/>
              <a:ext cx="54" cy="49"/>
            </a:xfrm>
            <a:custGeom>
              <a:avLst/>
              <a:gdLst>
                <a:gd name="T0" fmla="*/ 0 w 54"/>
                <a:gd name="T1" fmla="*/ 39 h 49"/>
                <a:gd name="T2" fmla="*/ 7 w 54"/>
                <a:gd name="T3" fmla="*/ 30 h 49"/>
                <a:gd name="T4" fmla="*/ 14 w 54"/>
                <a:gd name="T5" fmla="*/ 0 h 49"/>
                <a:gd name="T6" fmla="*/ 53 w 54"/>
                <a:gd name="T7" fmla="*/ 42 h 49"/>
                <a:gd name="T8" fmla="*/ 16 w 54"/>
                <a:gd name="T9" fmla="*/ 48 h 49"/>
                <a:gd name="T10" fmla="*/ 0 w 54"/>
                <a:gd name="T11" fmla="*/ 39 h 4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 h="49">
                  <a:moveTo>
                    <a:pt x="0" y="39"/>
                  </a:moveTo>
                  <a:lnTo>
                    <a:pt x="7" y="30"/>
                  </a:lnTo>
                  <a:lnTo>
                    <a:pt x="14" y="0"/>
                  </a:lnTo>
                  <a:lnTo>
                    <a:pt x="53" y="42"/>
                  </a:lnTo>
                  <a:lnTo>
                    <a:pt x="16" y="48"/>
                  </a:lnTo>
                  <a:lnTo>
                    <a:pt x="0" y="39"/>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0" name="Freeform 50">
              <a:extLst>
                <a:ext uri="{FF2B5EF4-FFF2-40B4-BE49-F238E27FC236}">
                  <a16:creationId xmlns:a16="http://schemas.microsoft.com/office/drawing/2014/main" id="{5ABDE7E6-392B-9354-2E09-0233177AE09B}"/>
                </a:ext>
              </a:extLst>
            </p:cNvPr>
            <p:cNvSpPr>
              <a:spLocks/>
            </p:cNvSpPr>
            <p:nvPr/>
          </p:nvSpPr>
          <p:spPr bwMode="auto">
            <a:xfrm>
              <a:off x="1610" y="1669"/>
              <a:ext cx="91" cy="73"/>
            </a:xfrm>
            <a:custGeom>
              <a:avLst/>
              <a:gdLst>
                <a:gd name="T0" fmla="*/ 0 w 91"/>
                <a:gd name="T1" fmla="*/ 54 h 73"/>
                <a:gd name="T2" fmla="*/ 17 w 91"/>
                <a:gd name="T3" fmla="*/ 16 h 73"/>
                <a:gd name="T4" fmla="*/ 10 w 91"/>
                <a:gd name="T5" fmla="*/ 3 h 73"/>
                <a:gd name="T6" fmla="*/ 37 w 91"/>
                <a:gd name="T7" fmla="*/ 0 h 73"/>
                <a:gd name="T8" fmla="*/ 56 w 91"/>
                <a:gd name="T9" fmla="*/ 12 h 73"/>
                <a:gd name="T10" fmla="*/ 69 w 91"/>
                <a:gd name="T11" fmla="*/ 6 h 73"/>
                <a:gd name="T12" fmla="*/ 90 w 91"/>
                <a:gd name="T13" fmla="*/ 20 h 73"/>
                <a:gd name="T14" fmla="*/ 49 w 91"/>
                <a:gd name="T15" fmla="*/ 48 h 73"/>
                <a:gd name="T16" fmla="*/ 44 w 91"/>
                <a:gd name="T17" fmla="*/ 63 h 73"/>
                <a:gd name="T18" fmla="*/ 24 w 91"/>
                <a:gd name="T19" fmla="*/ 72 h 73"/>
                <a:gd name="T20" fmla="*/ 0 w 91"/>
                <a:gd name="T21" fmla="*/ 54 h 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1" h="73">
                  <a:moveTo>
                    <a:pt x="0" y="54"/>
                  </a:moveTo>
                  <a:lnTo>
                    <a:pt x="17" y="16"/>
                  </a:lnTo>
                  <a:lnTo>
                    <a:pt x="10" y="3"/>
                  </a:lnTo>
                  <a:lnTo>
                    <a:pt x="37" y="0"/>
                  </a:lnTo>
                  <a:lnTo>
                    <a:pt x="56" y="12"/>
                  </a:lnTo>
                  <a:lnTo>
                    <a:pt x="69" y="6"/>
                  </a:lnTo>
                  <a:lnTo>
                    <a:pt x="90" y="20"/>
                  </a:lnTo>
                  <a:lnTo>
                    <a:pt x="49" y="48"/>
                  </a:lnTo>
                  <a:lnTo>
                    <a:pt x="44" y="63"/>
                  </a:lnTo>
                  <a:lnTo>
                    <a:pt x="24" y="72"/>
                  </a:lnTo>
                  <a:lnTo>
                    <a:pt x="0" y="54"/>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1" name="Freeform 51">
              <a:extLst>
                <a:ext uri="{FF2B5EF4-FFF2-40B4-BE49-F238E27FC236}">
                  <a16:creationId xmlns:a16="http://schemas.microsoft.com/office/drawing/2014/main" id="{922824A2-E5F0-511B-A9F2-EDBE095BA129}"/>
                </a:ext>
              </a:extLst>
            </p:cNvPr>
            <p:cNvSpPr>
              <a:spLocks/>
            </p:cNvSpPr>
            <p:nvPr/>
          </p:nvSpPr>
          <p:spPr bwMode="auto">
            <a:xfrm>
              <a:off x="1668" y="1695"/>
              <a:ext cx="154" cy="97"/>
            </a:xfrm>
            <a:custGeom>
              <a:avLst/>
              <a:gdLst>
                <a:gd name="T0" fmla="*/ 0 w 154"/>
                <a:gd name="T1" fmla="*/ 30 h 97"/>
                <a:gd name="T2" fmla="*/ 22 w 154"/>
                <a:gd name="T3" fmla="*/ 4 h 97"/>
                <a:gd name="T4" fmla="*/ 58 w 154"/>
                <a:gd name="T5" fmla="*/ 20 h 97"/>
                <a:gd name="T6" fmla="*/ 90 w 154"/>
                <a:gd name="T7" fmla="*/ 0 h 97"/>
                <a:gd name="T8" fmla="*/ 114 w 154"/>
                <a:gd name="T9" fmla="*/ 11 h 97"/>
                <a:gd name="T10" fmla="*/ 122 w 154"/>
                <a:gd name="T11" fmla="*/ 46 h 97"/>
                <a:gd name="T12" fmla="*/ 153 w 154"/>
                <a:gd name="T13" fmla="*/ 64 h 97"/>
                <a:gd name="T14" fmla="*/ 136 w 154"/>
                <a:gd name="T15" fmla="*/ 90 h 97"/>
                <a:gd name="T16" fmla="*/ 105 w 154"/>
                <a:gd name="T17" fmla="*/ 76 h 97"/>
                <a:gd name="T18" fmla="*/ 48 w 154"/>
                <a:gd name="T19" fmla="*/ 96 h 97"/>
                <a:gd name="T20" fmla="*/ 14 w 154"/>
                <a:gd name="T21" fmla="*/ 66 h 97"/>
                <a:gd name="T22" fmla="*/ 12 w 154"/>
                <a:gd name="T23" fmla="*/ 53 h 97"/>
                <a:gd name="T24" fmla="*/ 29 w 154"/>
                <a:gd name="T25" fmla="*/ 37 h 97"/>
                <a:gd name="T26" fmla="*/ 7 w 154"/>
                <a:gd name="T27" fmla="*/ 40 h 97"/>
                <a:gd name="T28" fmla="*/ 0 w 154"/>
                <a:gd name="T29" fmla="*/ 30 h 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4" h="97">
                  <a:moveTo>
                    <a:pt x="0" y="30"/>
                  </a:moveTo>
                  <a:lnTo>
                    <a:pt x="22" y="4"/>
                  </a:lnTo>
                  <a:lnTo>
                    <a:pt x="58" y="20"/>
                  </a:lnTo>
                  <a:lnTo>
                    <a:pt x="90" y="0"/>
                  </a:lnTo>
                  <a:lnTo>
                    <a:pt x="114" y="11"/>
                  </a:lnTo>
                  <a:lnTo>
                    <a:pt x="122" y="46"/>
                  </a:lnTo>
                  <a:lnTo>
                    <a:pt x="153" y="64"/>
                  </a:lnTo>
                  <a:lnTo>
                    <a:pt x="136" y="90"/>
                  </a:lnTo>
                  <a:lnTo>
                    <a:pt x="105" y="76"/>
                  </a:lnTo>
                  <a:lnTo>
                    <a:pt x="48" y="96"/>
                  </a:lnTo>
                  <a:lnTo>
                    <a:pt x="14" y="66"/>
                  </a:lnTo>
                  <a:lnTo>
                    <a:pt x="12" y="53"/>
                  </a:lnTo>
                  <a:lnTo>
                    <a:pt x="29" y="37"/>
                  </a:lnTo>
                  <a:lnTo>
                    <a:pt x="7" y="40"/>
                  </a:lnTo>
                  <a:lnTo>
                    <a:pt x="0" y="3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2" name="Freeform 52">
              <a:extLst>
                <a:ext uri="{FF2B5EF4-FFF2-40B4-BE49-F238E27FC236}">
                  <a16:creationId xmlns:a16="http://schemas.microsoft.com/office/drawing/2014/main" id="{4E19311C-8767-D345-8BE5-8906DDC30A76}"/>
                </a:ext>
              </a:extLst>
            </p:cNvPr>
            <p:cNvSpPr>
              <a:spLocks/>
            </p:cNvSpPr>
            <p:nvPr/>
          </p:nvSpPr>
          <p:spPr bwMode="auto">
            <a:xfrm>
              <a:off x="3042" y="2824"/>
              <a:ext cx="61" cy="153"/>
            </a:xfrm>
            <a:custGeom>
              <a:avLst/>
              <a:gdLst>
                <a:gd name="T0" fmla="*/ 0 w 61"/>
                <a:gd name="T1" fmla="*/ 108 h 153"/>
                <a:gd name="T2" fmla="*/ 5 w 61"/>
                <a:gd name="T3" fmla="*/ 139 h 153"/>
                <a:gd name="T4" fmla="*/ 17 w 61"/>
                <a:gd name="T5" fmla="*/ 152 h 153"/>
                <a:gd name="T6" fmla="*/ 34 w 61"/>
                <a:gd name="T7" fmla="*/ 139 h 153"/>
                <a:gd name="T8" fmla="*/ 60 w 61"/>
                <a:gd name="T9" fmla="*/ 38 h 153"/>
                <a:gd name="T10" fmla="*/ 49 w 61"/>
                <a:gd name="T11" fmla="*/ 0 h 153"/>
                <a:gd name="T12" fmla="*/ 5 w 61"/>
                <a:gd name="T13" fmla="*/ 60 h 153"/>
                <a:gd name="T14" fmla="*/ 11 w 61"/>
                <a:gd name="T15" fmla="*/ 85 h 153"/>
                <a:gd name="T16" fmla="*/ 0 w 61"/>
                <a:gd name="T17" fmla="*/ 108 h 1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 h="153">
                  <a:moveTo>
                    <a:pt x="0" y="108"/>
                  </a:moveTo>
                  <a:lnTo>
                    <a:pt x="5" y="139"/>
                  </a:lnTo>
                  <a:lnTo>
                    <a:pt x="17" y="152"/>
                  </a:lnTo>
                  <a:lnTo>
                    <a:pt x="34" y="139"/>
                  </a:lnTo>
                  <a:lnTo>
                    <a:pt x="60" y="38"/>
                  </a:lnTo>
                  <a:lnTo>
                    <a:pt x="49" y="0"/>
                  </a:lnTo>
                  <a:lnTo>
                    <a:pt x="5" y="60"/>
                  </a:lnTo>
                  <a:lnTo>
                    <a:pt x="11" y="85"/>
                  </a:lnTo>
                  <a:lnTo>
                    <a:pt x="0" y="108"/>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3" name="Freeform 53">
              <a:extLst>
                <a:ext uri="{FF2B5EF4-FFF2-40B4-BE49-F238E27FC236}">
                  <a16:creationId xmlns:a16="http://schemas.microsoft.com/office/drawing/2014/main" id="{3097E6A0-CFEB-4CAA-57A6-1EBF6D613622}"/>
                </a:ext>
              </a:extLst>
            </p:cNvPr>
            <p:cNvSpPr>
              <a:spLocks/>
            </p:cNvSpPr>
            <p:nvPr/>
          </p:nvSpPr>
          <p:spPr bwMode="auto">
            <a:xfrm>
              <a:off x="3641" y="2808"/>
              <a:ext cx="337" cy="330"/>
            </a:xfrm>
            <a:custGeom>
              <a:avLst/>
              <a:gdLst>
                <a:gd name="T0" fmla="*/ 0 w 337"/>
                <a:gd name="T1" fmla="*/ 179 h 330"/>
                <a:gd name="T2" fmla="*/ 2 w 337"/>
                <a:gd name="T3" fmla="*/ 132 h 330"/>
                <a:gd name="T4" fmla="*/ 24 w 337"/>
                <a:gd name="T5" fmla="*/ 110 h 330"/>
                <a:gd name="T6" fmla="*/ 59 w 337"/>
                <a:gd name="T7" fmla="*/ 100 h 330"/>
                <a:gd name="T8" fmla="*/ 71 w 337"/>
                <a:gd name="T9" fmla="*/ 70 h 330"/>
                <a:gd name="T10" fmla="*/ 103 w 337"/>
                <a:gd name="T11" fmla="*/ 36 h 330"/>
                <a:gd name="T12" fmla="*/ 125 w 337"/>
                <a:gd name="T13" fmla="*/ 46 h 330"/>
                <a:gd name="T14" fmla="*/ 139 w 337"/>
                <a:gd name="T15" fmla="*/ 23 h 330"/>
                <a:gd name="T16" fmla="*/ 154 w 337"/>
                <a:gd name="T17" fmla="*/ 5 h 330"/>
                <a:gd name="T18" fmla="*/ 191 w 337"/>
                <a:gd name="T19" fmla="*/ 18 h 330"/>
                <a:gd name="T20" fmla="*/ 184 w 337"/>
                <a:gd name="T21" fmla="*/ 48 h 330"/>
                <a:gd name="T22" fmla="*/ 222 w 337"/>
                <a:gd name="T23" fmla="*/ 80 h 330"/>
                <a:gd name="T24" fmla="*/ 232 w 337"/>
                <a:gd name="T25" fmla="*/ 66 h 330"/>
                <a:gd name="T26" fmla="*/ 235 w 337"/>
                <a:gd name="T27" fmla="*/ 14 h 330"/>
                <a:gd name="T28" fmla="*/ 245 w 337"/>
                <a:gd name="T29" fmla="*/ 0 h 330"/>
                <a:gd name="T30" fmla="*/ 266 w 337"/>
                <a:gd name="T31" fmla="*/ 48 h 330"/>
                <a:gd name="T32" fmla="*/ 276 w 337"/>
                <a:gd name="T33" fmla="*/ 93 h 330"/>
                <a:gd name="T34" fmla="*/ 296 w 337"/>
                <a:gd name="T35" fmla="*/ 107 h 330"/>
                <a:gd name="T36" fmla="*/ 313 w 337"/>
                <a:gd name="T37" fmla="*/ 144 h 330"/>
                <a:gd name="T38" fmla="*/ 329 w 337"/>
                <a:gd name="T39" fmla="*/ 163 h 330"/>
                <a:gd name="T40" fmla="*/ 336 w 337"/>
                <a:gd name="T41" fmla="*/ 199 h 330"/>
                <a:gd name="T42" fmla="*/ 332 w 337"/>
                <a:gd name="T43" fmla="*/ 234 h 330"/>
                <a:gd name="T44" fmla="*/ 317 w 337"/>
                <a:gd name="T45" fmla="*/ 263 h 330"/>
                <a:gd name="T46" fmla="*/ 306 w 337"/>
                <a:gd name="T47" fmla="*/ 313 h 330"/>
                <a:gd name="T48" fmla="*/ 275 w 337"/>
                <a:gd name="T49" fmla="*/ 327 h 330"/>
                <a:gd name="T50" fmla="*/ 263 w 337"/>
                <a:gd name="T51" fmla="*/ 316 h 330"/>
                <a:gd name="T52" fmla="*/ 250 w 337"/>
                <a:gd name="T53" fmla="*/ 329 h 330"/>
                <a:gd name="T54" fmla="*/ 222 w 337"/>
                <a:gd name="T55" fmla="*/ 311 h 330"/>
                <a:gd name="T56" fmla="*/ 216 w 337"/>
                <a:gd name="T57" fmla="*/ 285 h 330"/>
                <a:gd name="T58" fmla="*/ 203 w 337"/>
                <a:gd name="T59" fmla="*/ 250 h 330"/>
                <a:gd name="T60" fmla="*/ 187 w 337"/>
                <a:gd name="T61" fmla="*/ 281 h 330"/>
                <a:gd name="T62" fmla="*/ 173 w 337"/>
                <a:gd name="T63" fmla="*/ 251 h 330"/>
                <a:gd name="T64" fmla="*/ 148 w 337"/>
                <a:gd name="T65" fmla="*/ 239 h 330"/>
                <a:gd name="T66" fmla="*/ 102 w 337"/>
                <a:gd name="T67" fmla="*/ 248 h 330"/>
                <a:gd name="T68" fmla="*/ 83 w 337"/>
                <a:gd name="T69" fmla="*/ 266 h 330"/>
                <a:gd name="T70" fmla="*/ 52 w 337"/>
                <a:gd name="T71" fmla="*/ 267 h 330"/>
                <a:gd name="T72" fmla="*/ 34 w 337"/>
                <a:gd name="T73" fmla="*/ 282 h 330"/>
                <a:gd name="T74" fmla="*/ 10 w 337"/>
                <a:gd name="T75" fmla="*/ 271 h 330"/>
                <a:gd name="T76" fmla="*/ 16 w 337"/>
                <a:gd name="T77" fmla="*/ 240 h 330"/>
                <a:gd name="T78" fmla="*/ 0 w 337"/>
                <a:gd name="T79" fmla="*/ 179 h 3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37" h="330">
                  <a:moveTo>
                    <a:pt x="0" y="179"/>
                  </a:moveTo>
                  <a:lnTo>
                    <a:pt x="2" y="132"/>
                  </a:lnTo>
                  <a:lnTo>
                    <a:pt x="24" y="110"/>
                  </a:lnTo>
                  <a:lnTo>
                    <a:pt x="59" y="100"/>
                  </a:lnTo>
                  <a:lnTo>
                    <a:pt x="71" y="70"/>
                  </a:lnTo>
                  <a:lnTo>
                    <a:pt x="103" y="36"/>
                  </a:lnTo>
                  <a:lnTo>
                    <a:pt x="125" y="46"/>
                  </a:lnTo>
                  <a:lnTo>
                    <a:pt x="139" y="23"/>
                  </a:lnTo>
                  <a:lnTo>
                    <a:pt x="154" y="5"/>
                  </a:lnTo>
                  <a:lnTo>
                    <a:pt x="191" y="18"/>
                  </a:lnTo>
                  <a:lnTo>
                    <a:pt x="184" y="48"/>
                  </a:lnTo>
                  <a:lnTo>
                    <a:pt x="222" y="80"/>
                  </a:lnTo>
                  <a:lnTo>
                    <a:pt x="232" y="66"/>
                  </a:lnTo>
                  <a:lnTo>
                    <a:pt x="235" y="14"/>
                  </a:lnTo>
                  <a:lnTo>
                    <a:pt x="245" y="0"/>
                  </a:lnTo>
                  <a:lnTo>
                    <a:pt x="266" y="48"/>
                  </a:lnTo>
                  <a:lnTo>
                    <a:pt x="276" y="93"/>
                  </a:lnTo>
                  <a:lnTo>
                    <a:pt x="296" y="107"/>
                  </a:lnTo>
                  <a:lnTo>
                    <a:pt x="313" y="144"/>
                  </a:lnTo>
                  <a:lnTo>
                    <a:pt x="329" y="163"/>
                  </a:lnTo>
                  <a:lnTo>
                    <a:pt x="336" y="199"/>
                  </a:lnTo>
                  <a:lnTo>
                    <a:pt x="332" y="234"/>
                  </a:lnTo>
                  <a:lnTo>
                    <a:pt x="317" y="263"/>
                  </a:lnTo>
                  <a:lnTo>
                    <a:pt x="306" y="313"/>
                  </a:lnTo>
                  <a:lnTo>
                    <a:pt x="275" y="327"/>
                  </a:lnTo>
                  <a:lnTo>
                    <a:pt x="263" y="316"/>
                  </a:lnTo>
                  <a:lnTo>
                    <a:pt x="250" y="329"/>
                  </a:lnTo>
                  <a:lnTo>
                    <a:pt x="222" y="311"/>
                  </a:lnTo>
                  <a:lnTo>
                    <a:pt x="216" y="285"/>
                  </a:lnTo>
                  <a:lnTo>
                    <a:pt x="203" y="250"/>
                  </a:lnTo>
                  <a:lnTo>
                    <a:pt x="187" y="281"/>
                  </a:lnTo>
                  <a:lnTo>
                    <a:pt x="173" y="251"/>
                  </a:lnTo>
                  <a:lnTo>
                    <a:pt x="148" y="239"/>
                  </a:lnTo>
                  <a:lnTo>
                    <a:pt x="102" y="248"/>
                  </a:lnTo>
                  <a:lnTo>
                    <a:pt x="83" y="266"/>
                  </a:lnTo>
                  <a:lnTo>
                    <a:pt x="52" y="267"/>
                  </a:lnTo>
                  <a:lnTo>
                    <a:pt x="34" y="282"/>
                  </a:lnTo>
                  <a:lnTo>
                    <a:pt x="10" y="271"/>
                  </a:lnTo>
                  <a:lnTo>
                    <a:pt x="16" y="240"/>
                  </a:lnTo>
                  <a:lnTo>
                    <a:pt x="0" y="179"/>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4" name="Freeform 54">
              <a:extLst>
                <a:ext uri="{FF2B5EF4-FFF2-40B4-BE49-F238E27FC236}">
                  <a16:creationId xmlns:a16="http://schemas.microsoft.com/office/drawing/2014/main" id="{0F2F8099-8376-164C-53F3-E5B34EE71431}"/>
                </a:ext>
              </a:extLst>
            </p:cNvPr>
            <p:cNvSpPr>
              <a:spLocks/>
            </p:cNvSpPr>
            <p:nvPr/>
          </p:nvSpPr>
          <p:spPr bwMode="auto">
            <a:xfrm>
              <a:off x="3903" y="3161"/>
              <a:ext cx="31" cy="38"/>
            </a:xfrm>
            <a:custGeom>
              <a:avLst/>
              <a:gdLst>
                <a:gd name="T0" fmla="*/ 0 w 31"/>
                <a:gd name="T1" fmla="*/ 6 h 38"/>
                <a:gd name="T2" fmla="*/ 0 w 31"/>
                <a:gd name="T3" fmla="*/ 0 h 38"/>
                <a:gd name="T4" fmla="*/ 26 w 31"/>
                <a:gd name="T5" fmla="*/ 1 h 38"/>
                <a:gd name="T6" fmla="*/ 30 w 31"/>
                <a:gd name="T7" fmla="*/ 21 h 38"/>
                <a:gd name="T8" fmla="*/ 16 w 31"/>
                <a:gd name="T9" fmla="*/ 37 h 38"/>
                <a:gd name="T10" fmla="*/ 0 w 31"/>
                <a:gd name="T11" fmla="*/ 6 h 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 h="38">
                  <a:moveTo>
                    <a:pt x="0" y="6"/>
                  </a:moveTo>
                  <a:lnTo>
                    <a:pt x="0" y="0"/>
                  </a:lnTo>
                  <a:lnTo>
                    <a:pt x="26" y="1"/>
                  </a:lnTo>
                  <a:lnTo>
                    <a:pt x="30" y="21"/>
                  </a:lnTo>
                  <a:lnTo>
                    <a:pt x="16" y="37"/>
                  </a:lnTo>
                  <a:lnTo>
                    <a:pt x="0" y="6"/>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5" name="Freeform 55">
              <a:extLst>
                <a:ext uri="{FF2B5EF4-FFF2-40B4-BE49-F238E27FC236}">
                  <a16:creationId xmlns:a16="http://schemas.microsoft.com/office/drawing/2014/main" id="{5C5C95C0-5761-09DD-FA1C-9F0E091A5D2C}"/>
                </a:ext>
              </a:extLst>
            </p:cNvPr>
            <p:cNvSpPr>
              <a:spLocks/>
            </p:cNvSpPr>
            <p:nvPr/>
          </p:nvSpPr>
          <p:spPr bwMode="auto">
            <a:xfrm>
              <a:off x="4087" y="3161"/>
              <a:ext cx="66" cy="82"/>
            </a:xfrm>
            <a:custGeom>
              <a:avLst/>
              <a:gdLst>
                <a:gd name="T0" fmla="*/ 0 w 66"/>
                <a:gd name="T1" fmla="*/ 70 h 82"/>
                <a:gd name="T2" fmla="*/ 14 w 66"/>
                <a:gd name="T3" fmla="*/ 45 h 82"/>
                <a:gd name="T4" fmla="*/ 37 w 66"/>
                <a:gd name="T5" fmla="*/ 27 h 82"/>
                <a:gd name="T6" fmla="*/ 50 w 66"/>
                <a:gd name="T7" fmla="*/ 0 h 82"/>
                <a:gd name="T8" fmla="*/ 65 w 66"/>
                <a:gd name="T9" fmla="*/ 13 h 82"/>
                <a:gd name="T10" fmla="*/ 55 w 66"/>
                <a:gd name="T11" fmla="*/ 43 h 82"/>
                <a:gd name="T12" fmla="*/ 42 w 66"/>
                <a:gd name="T13" fmla="*/ 44 h 82"/>
                <a:gd name="T14" fmla="*/ 20 w 66"/>
                <a:gd name="T15" fmla="*/ 81 h 82"/>
                <a:gd name="T16" fmla="*/ 0 w 66"/>
                <a:gd name="T17" fmla="*/ 70 h 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82">
                  <a:moveTo>
                    <a:pt x="0" y="70"/>
                  </a:moveTo>
                  <a:lnTo>
                    <a:pt x="14" y="45"/>
                  </a:lnTo>
                  <a:lnTo>
                    <a:pt x="37" y="27"/>
                  </a:lnTo>
                  <a:lnTo>
                    <a:pt x="50" y="0"/>
                  </a:lnTo>
                  <a:lnTo>
                    <a:pt x="65" y="13"/>
                  </a:lnTo>
                  <a:lnTo>
                    <a:pt x="55" y="43"/>
                  </a:lnTo>
                  <a:lnTo>
                    <a:pt x="42" y="44"/>
                  </a:lnTo>
                  <a:lnTo>
                    <a:pt x="20" y="81"/>
                  </a:lnTo>
                  <a:lnTo>
                    <a:pt x="0" y="7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6" name="Freeform 56">
              <a:extLst>
                <a:ext uri="{FF2B5EF4-FFF2-40B4-BE49-F238E27FC236}">
                  <a16:creationId xmlns:a16="http://schemas.microsoft.com/office/drawing/2014/main" id="{DCF8AFD0-09EC-D56C-F91A-0C2F7D53728A}"/>
                </a:ext>
              </a:extLst>
            </p:cNvPr>
            <p:cNvSpPr>
              <a:spLocks/>
            </p:cNvSpPr>
            <p:nvPr/>
          </p:nvSpPr>
          <p:spPr bwMode="auto">
            <a:xfrm>
              <a:off x="4140" y="3082"/>
              <a:ext cx="48" cy="89"/>
            </a:xfrm>
            <a:custGeom>
              <a:avLst/>
              <a:gdLst>
                <a:gd name="T0" fmla="*/ 0 w 48"/>
                <a:gd name="T1" fmla="*/ 0 h 89"/>
                <a:gd name="T2" fmla="*/ 27 w 48"/>
                <a:gd name="T3" fmla="*/ 31 h 89"/>
                <a:gd name="T4" fmla="*/ 47 w 48"/>
                <a:gd name="T5" fmla="*/ 40 h 89"/>
                <a:gd name="T6" fmla="*/ 44 w 48"/>
                <a:gd name="T7" fmla="*/ 60 h 89"/>
                <a:gd name="T8" fmla="*/ 26 w 48"/>
                <a:gd name="T9" fmla="*/ 88 h 89"/>
                <a:gd name="T10" fmla="*/ 7 w 48"/>
                <a:gd name="T11" fmla="*/ 61 h 89"/>
                <a:gd name="T12" fmla="*/ 18 w 48"/>
                <a:gd name="T13" fmla="*/ 45 h 89"/>
                <a:gd name="T14" fmla="*/ 17 w 48"/>
                <a:gd name="T15" fmla="*/ 32 h 89"/>
                <a:gd name="T16" fmla="*/ 0 w 48"/>
                <a:gd name="T17" fmla="*/ 0 h 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89">
                  <a:moveTo>
                    <a:pt x="0" y="0"/>
                  </a:moveTo>
                  <a:lnTo>
                    <a:pt x="27" y="31"/>
                  </a:lnTo>
                  <a:lnTo>
                    <a:pt x="47" y="40"/>
                  </a:lnTo>
                  <a:lnTo>
                    <a:pt x="44" y="60"/>
                  </a:lnTo>
                  <a:lnTo>
                    <a:pt x="26" y="88"/>
                  </a:lnTo>
                  <a:lnTo>
                    <a:pt x="7" y="61"/>
                  </a:lnTo>
                  <a:lnTo>
                    <a:pt x="18" y="45"/>
                  </a:lnTo>
                  <a:lnTo>
                    <a:pt x="17" y="32"/>
                  </a:lnTo>
                  <a:lnTo>
                    <a:pt x="0" y="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7" name="Freeform 57">
              <a:extLst>
                <a:ext uri="{FF2B5EF4-FFF2-40B4-BE49-F238E27FC236}">
                  <a16:creationId xmlns:a16="http://schemas.microsoft.com/office/drawing/2014/main" id="{3113271C-0C9A-A9D5-4084-107CCE73951E}"/>
                </a:ext>
              </a:extLst>
            </p:cNvPr>
            <p:cNvSpPr>
              <a:spLocks/>
            </p:cNvSpPr>
            <p:nvPr/>
          </p:nvSpPr>
          <p:spPr bwMode="auto">
            <a:xfrm>
              <a:off x="2528" y="2265"/>
              <a:ext cx="586" cy="818"/>
            </a:xfrm>
            <a:custGeom>
              <a:avLst/>
              <a:gdLst>
                <a:gd name="T0" fmla="*/ 18 w 586"/>
                <a:gd name="T1" fmla="*/ 295 h 818"/>
                <a:gd name="T2" fmla="*/ 21 w 586"/>
                <a:gd name="T3" fmla="*/ 303 h 818"/>
                <a:gd name="T4" fmla="*/ 38 w 586"/>
                <a:gd name="T5" fmla="*/ 324 h 818"/>
                <a:gd name="T6" fmla="*/ 52 w 586"/>
                <a:gd name="T7" fmla="*/ 346 h 818"/>
                <a:gd name="T8" fmla="*/ 86 w 586"/>
                <a:gd name="T9" fmla="*/ 376 h 818"/>
                <a:gd name="T10" fmla="*/ 132 w 586"/>
                <a:gd name="T11" fmla="*/ 372 h 818"/>
                <a:gd name="T12" fmla="*/ 189 w 586"/>
                <a:gd name="T13" fmla="*/ 358 h 818"/>
                <a:gd name="T14" fmla="*/ 202 w 586"/>
                <a:gd name="T15" fmla="*/ 378 h 818"/>
                <a:gd name="T16" fmla="*/ 220 w 586"/>
                <a:gd name="T17" fmla="*/ 372 h 818"/>
                <a:gd name="T18" fmla="*/ 223 w 586"/>
                <a:gd name="T19" fmla="*/ 433 h 818"/>
                <a:gd name="T20" fmla="*/ 250 w 586"/>
                <a:gd name="T21" fmla="*/ 479 h 818"/>
                <a:gd name="T22" fmla="*/ 266 w 586"/>
                <a:gd name="T23" fmla="*/ 544 h 818"/>
                <a:gd name="T24" fmla="*/ 247 w 586"/>
                <a:gd name="T25" fmla="*/ 615 h 818"/>
                <a:gd name="T26" fmla="*/ 271 w 586"/>
                <a:gd name="T27" fmla="*/ 675 h 818"/>
                <a:gd name="T28" fmla="*/ 278 w 586"/>
                <a:gd name="T29" fmla="*/ 731 h 818"/>
                <a:gd name="T30" fmla="*/ 306 w 586"/>
                <a:gd name="T31" fmla="*/ 817 h 818"/>
                <a:gd name="T32" fmla="*/ 380 w 586"/>
                <a:gd name="T33" fmla="*/ 804 h 818"/>
                <a:gd name="T34" fmla="*/ 424 w 586"/>
                <a:gd name="T35" fmla="*/ 743 h 818"/>
                <a:gd name="T36" fmla="*/ 427 w 586"/>
                <a:gd name="T37" fmla="*/ 710 h 818"/>
                <a:gd name="T38" fmla="*/ 449 w 586"/>
                <a:gd name="T39" fmla="*/ 693 h 818"/>
                <a:gd name="T40" fmla="*/ 442 w 586"/>
                <a:gd name="T41" fmla="*/ 644 h 818"/>
                <a:gd name="T42" fmla="*/ 493 w 586"/>
                <a:gd name="T43" fmla="*/ 595 h 818"/>
                <a:gd name="T44" fmla="*/ 493 w 586"/>
                <a:gd name="T45" fmla="*/ 539 h 818"/>
                <a:gd name="T46" fmla="*/ 480 w 586"/>
                <a:gd name="T47" fmla="*/ 492 h 818"/>
                <a:gd name="T48" fmla="*/ 502 w 586"/>
                <a:gd name="T49" fmla="*/ 441 h 818"/>
                <a:gd name="T50" fmla="*/ 554 w 586"/>
                <a:gd name="T51" fmla="*/ 380 h 818"/>
                <a:gd name="T52" fmla="*/ 585 w 586"/>
                <a:gd name="T53" fmla="*/ 312 h 818"/>
                <a:gd name="T54" fmla="*/ 581 w 586"/>
                <a:gd name="T55" fmla="*/ 293 h 818"/>
                <a:gd name="T56" fmla="*/ 532 w 586"/>
                <a:gd name="T57" fmla="*/ 310 h 818"/>
                <a:gd name="T58" fmla="*/ 514 w 586"/>
                <a:gd name="T59" fmla="*/ 283 h 818"/>
                <a:gd name="T60" fmla="*/ 486 w 586"/>
                <a:gd name="T61" fmla="*/ 258 h 818"/>
                <a:gd name="T62" fmla="*/ 477 w 586"/>
                <a:gd name="T63" fmla="*/ 225 h 818"/>
                <a:gd name="T64" fmla="*/ 452 w 586"/>
                <a:gd name="T65" fmla="*/ 157 h 818"/>
                <a:gd name="T66" fmla="*/ 423 w 586"/>
                <a:gd name="T67" fmla="*/ 90 h 818"/>
                <a:gd name="T68" fmla="*/ 409 w 586"/>
                <a:gd name="T69" fmla="*/ 68 h 818"/>
                <a:gd name="T70" fmla="*/ 396 w 586"/>
                <a:gd name="T71" fmla="*/ 75 h 818"/>
                <a:gd name="T72" fmla="*/ 361 w 586"/>
                <a:gd name="T73" fmla="*/ 68 h 818"/>
                <a:gd name="T74" fmla="*/ 318 w 586"/>
                <a:gd name="T75" fmla="*/ 62 h 818"/>
                <a:gd name="T76" fmla="*/ 310 w 586"/>
                <a:gd name="T77" fmla="*/ 82 h 818"/>
                <a:gd name="T78" fmla="*/ 277 w 586"/>
                <a:gd name="T79" fmla="*/ 57 h 818"/>
                <a:gd name="T80" fmla="*/ 233 w 586"/>
                <a:gd name="T81" fmla="*/ 37 h 818"/>
                <a:gd name="T82" fmla="*/ 242 w 586"/>
                <a:gd name="T83" fmla="*/ 0 h 818"/>
                <a:gd name="T84" fmla="*/ 223 w 586"/>
                <a:gd name="T85" fmla="*/ 1 h 818"/>
                <a:gd name="T86" fmla="*/ 162 w 586"/>
                <a:gd name="T87" fmla="*/ 6 h 818"/>
                <a:gd name="T88" fmla="*/ 131 w 586"/>
                <a:gd name="T89" fmla="*/ 24 h 818"/>
                <a:gd name="T90" fmla="*/ 100 w 586"/>
                <a:gd name="T91" fmla="*/ 16 h 818"/>
                <a:gd name="T92" fmla="*/ 72 w 586"/>
                <a:gd name="T93" fmla="*/ 56 h 818"/>
                <a:gd name="T94" fmla="*/ 63 w 586"/>
                <a:gd name="T95" fmla="*/ 95 h 818"/>
                <a:gd name="T96" fmla="*/ 39 w 586"/>
                <a:gd name="T97" fmla="*/ 113 h 818"/>
                <a:gd name="T98" fmla="*/ 6 w 586"/>
                <a:gd name="T99" fmla="*/ 191 h 818"/>
                <a:gd name="T100" fmla="*/ 14 w 586"/>
                <a:gd name="T101" fmla="*/ 219 h 818"/>
                <a:gd name="T102" fmla="*/ 0 w 586"/>
                <a:gd name="T103" fmla="*/ 262 h 818"/>
                <a:gd name="T104" fmla="*/ 18 w 586"/>
                <a:gd name="T105" fmla="*/ 295 h 81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86" h="818">
                  <a:moveTo>
                    <a:pt x="18" y="295"/>
                  </a:moveTo>
                  <a:lnTo>
                    <a:pt x="21" y="303"/>
                  </a:lnTo>
                  <a:lnTo>
                    <a:pt x="38" y="324"/>
                  </a:lnTo>
                  <a:lnTo>
                    <a:pt x="52" y="346"/>
                  </a:lnTo>
                  <a:lnTo>
                    <a:pt x="86" y="376"/>
                  </a:lnTo>
                  <a:lnTo>
                    <a:pt x="132" y="372"/>
                  </a:lnTo>
                  <a:lnTo>
                    <a:pt x="189" y="358"/>
                  </a:lnTo>
                  <a:lnTo>
                    <a:pt x="202" y="378"/>
                  </a:lnTo>
                  <a:lnTo>
                    <a:pt x="220" y="372"/>
                  </a:lnTo>
                  <a:lnTo>
                    <a:pt x="223" y="433"/>
                  </a:lnTo>
                  <a:lnTo>
                    <a:pt x="250" y="479"/>
                  </a:lnTo>
                  <a:lnTo>
                    <a:pt x="266" y="544"/>
                  </a:lnTo>
                  <a:lnTo>
                    <a:pt x="247" y="615"/>
                  </a:lnTo>
                  <a:lnTo>
                    <a:pt x="271" y="675"/>
                  </a:lnTo>
                  <a:lnTo>
                    <a:pt x="278" y="731"/>
                  </a:lnTo>
                  <a:lnTo>
                    <a:pt x="306" y="817"/>
                  </a:lnTo>
                  <a:lnTo>
                    <a:pt x="380" y="804"/>
                  </a:lnTo>
                  <a:lnTo>
                    <a:pt x="424" y="743"/>
                  </a:lnTo>
                  <a:lnTo>
                    <a:pt x="427" y="710"/>
                  </a:lnTo>
                  <a:lnTo>
                    <a:pt x="449" y="693"/>
                  </a:lnTo>
                  <a:lnTo>
                    <a:pt x="442" y="644"/>
                  </a:lnTo>
                  <a:lnTo>
                    <a:pt x="493" y="595"/>
                  </a:lnTo>
                  <a:lnTo>
                    <a:pt x="493" y="539"/>
                  </a:lnTo>
                  <a:lnTo>
                    <a:pt x="480" y="492"/>
                  </a:lnTo>
                  <a:lnTo>
                    <a:pt x="502" y="441"/>
                  </a:lnTo>
                  <a:lnTo>
                    <a:pt x="554" y="380"/>
                  </a:lnTo>
                  <a:lnTo>
                    <a:pt x="585" y="312"/>
                  </a:lnTo>
                  <a:lnTo>
                    <a:pt x="581" y="293"/>
                  </a:lnTo>
                  <a:lnTo>
                    <a:pt x="532" y="310"/>
                  </a:lnTo>
                  <a:lnTo>
                    <a:pt x="514" y="283"/>
                  </a:lnTo>
                  <a:lnTo>
                    <a:pt x="486" y="258"/>
                  </a:lnTo>
                  <a:lnTo>
                    <a:pt x="477" y="225"/>
                  </a:lnTo>
                  <a:lnTo>
                    <a:pt x="452" y="157"/>
                  </a:lnTo>
                  <a:lnTo>
                    <a:pt x="423" y="90"/>
                  </a:lnTo>
                  <a:lnTo>
                    <a:pt x="409" y="68"/>
                  </a:lnTo>
                  <a:lnTo>
                    <a:pt x="396" y="75"/>
                  </a:lnTo>
                  <a:lnTo>
                    <a:pt x="361" y="68"/>
                  </a:lnTo>
                  <a:lnTo>
                    <a:pt x="318" y="62"/>
                  </a:lnTo>
                  <a:lnTo>
                    <a:pt x="310" y="82"/>
                  </a:lnTo>
                  <a:lnTo>
                    <a:pt x="277" y="57"/>
                  </a:lnTo>
                  <a:lnTo>
                    <a:pt x="233" y="37"/>
                  </a:lnTo>
                  <a:lnTo>
                    <a:pt x="242" y="0"/>
                  </a:lnTo>
                  <a:lnTo>
                    <a:pt x="223" y="1"/>
                  </a:lnTo>
                  <a:lnTo>
                    <a:pt x="162" y="6"/>
                  </a:lnTo>
                  <a:lnTo>
                    <a:pt x="131" y="24"/>
                  </a:lnTo>
                  <a:lnTo>
                    <a:pt x="100" y="16"/>
                  </a:lnTo>
                  <a:lnTo>
                    <a:pt x="72" y="56"/>
                  </a:lnTo>
                  <a:lnTo>
                    <a:pt x="63" y="95"/>
                  </a:lnTo>
                  <a:lnTo>
                    <a:pt x="39" y="113"/>
                  </a:lnTo>
                  <a:lnTo>
                    <a:pt x="6" y="191"/>
                  </a:lnTo>
                  <a:lnTo>
                    <a:pt x="14" y="219"/>
                  </a:lnTo>
                  <a:lnTo>
                    <a:pt x="0" y="262"/>
                  </a:lnTo>
                  <a:lnTo>
                    <a:pt x="18" y="295"/>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8" name="Freeform 58">
              <a:extLst>
                <a:ext uri="{FF2B5EF4-FFF2-40B4-BE49-F238E27FC236}">
                  <a16:creationId xmlns:a16="http://schemas.microsoft.com/office/drawing/2014/main" id="{C6418F36-87F9-E53E-3BDC-69FCFDE2CC2F}"/>
                </a:ext>
              </a:extLst>
            </p:cNvPr>
            <p:cNvSpPr>
              <a:spLocks/>
            </p:cNvSpPr>
            <p:nvPr/>
          </p:nvSpPr>
          <p:spPr bwMode="auto">
            <a:xfrm>
              <a:off x="3786" y="2694"/>
              <a:ext cx="171" cy="110"/>
            </a:xfrm>
            <a:custGeom>
              <a:avLst/>
              <a:gdLst>
                <a:gd name="T0" fmla="*/ 0 w 171"/>
                <a:gd name="T1" fmla="*/ 12 h 110"/>
                <a:gd name="T2" fmla="*/ 24 w 171"/>
                <a:gd name="T3" fmla="*/ 19 h 110"/>
                <a:gd name="T4" fmla="*/ 15 w 171"/>
                <a:gd name="T5" fmla="*/ 40 h 110"/>
                <a:gd name="T6" fmla="*/ 60 w 171"/>
                <a:gd name="T7" fmla="*/ 55 h 110"/>
                <a:gd name="T8" fmla="*/ 59 w 171"/>
                <a:gd name="T9" fmla="*/ 88 h 110"/>
                <a:gd name="T10" fmla="*/ 100 w 171"/>
                <a:gd name="T11" fmla="*/ 97 h 110"/>
                <a:gd name="T12" fmla="*/ 114 w 171"/>
                <a:gd name="T13" fmla="*/ 78 h 110"/>
                <a:gd name="T14" fmla="*/ 170 w 171"/>
                <a:gd name="T15" fmla="*/ 109 h 110"/>
                <a:gd name="T16" fmla="*/ 142 w 171"/>
                <a:gd name="T17" fmla="*/ 62 h 110"/>
                <a:gd name="T18" fmla="*/ 59 w 171"/>
                <a:gd name="T19" fmla="*/ 12 h 110"/>
                <a:gd name="T20" fmla="*/ 11 w 171"/>
                <a:gd name="T21" fmla="*/ 0 h 110"/>
                <a:gd name="T22" fmla="*/ 0 w 171"/>
                <a:gd name="T23" fmla="*/ 12 h 1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71" h="110">
                  <a:moveTo>
                    <a:pt x="0" y="12"/>
                  </a:moveTo>
                  <a:lnTo>
                    <a:pt x="24" y="19"/>
                  </a:lnTo>
                  <a:lnTo>
                    <a:pt x="15" y="40"/>
                  </a:lnTo>
                  <a:lnTo>
                    <a:pt x="60" y="55"/>
                  </a:lnTo>
                  <a:lnTo>
                    <a:pt x="59" y="88"/>
                  </a:lnTo>
                  <a:lnTo>
                    <a:pt x="100" y="97"/>
                  </a:lnTo>
                  <a:lnTo>
                    <a:pt x="114" y="78"/>
                  </a:lnTo>
                  <a:lnTo>
                    <a:pt x="170" y="109"/>
                  </a:lnTo>
                  <a:lnTo>
                    <a:pt x="142" y="62"/>
                  </a:lnTo>
                  <a:lnTo>
                    <a:pt x="59" y="12"/>
                  </a:lnTo>
                  <a:lnTo>
                    <a:pt x="11" y="0"/>
                  </a:lnTo>
                  <a:lnTo>
                    <a:pt x="0" y="12"/>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19" name="Freeform 59">
              <a:extLst>
                <a:ext uri="{FF2B5EF4-FFF2-40B4-BE49-F238E27FC236}">
                  <a16:creationId xmlns:a16="http://schemas.microsoft.com/office/drawing/2014/main" id="{1CBCFF1F-441A-8F51-131F-5559C89C71B3}"/>
                </a:ext>
              </a:extLst>
            </p:cNvPr>
            <p:cNvSpPr>
              <a:spLocks/>
            </p:cNvSpPr>
            <p:nvPr/>
          </p:nvSpPr>
          <p:spPr bwMode="auto">
            <a:xfrm>
              <a:off x="3710" y="2583"/>
              <a:ext cx="36" cy="47"/>
            </a:xfrm>
            <a:custGeom>
              <a:avLst/>
              <a:gdLst>
                <a:gd name="T0" fmla="*/ 0 w 36"/>
                <a:gd name="T1" fmla="*/ 31 h 47"/>
                <a:gd name="T2" fmla="*/ 8 w 36"/>
                <a:gd name="T3" fmla="*/ 14 h 47"/>
                <a:gd name="T4" fmla="*/ 30 w 36"/>
                <a:gd name="T5" fmla="*/ 0 h 47"/>
                <a:gd name="T6" fmla="*/ 35 w 36"/>
                <a:gd name="T7" fmla="*/ 27 h 47"/>
                <a:gd name="T8" fmla="*/ 30 w 36"/>
                <a:gd name="T9" fmla="*/ 46 h 47"/>
                <a:gd name="T10" fmla="*/ 13 w 36"/>
                <a:gd name="T11" fmla="*/ 20 h 47"/>
                <a:gd name="T12" fmla="*/ 0 w 36"/>
                <a:gd name="T13" fmla="*/ 31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47">
                  <a:moveTo>
                    <a:pt x="0" y="31"/>
                  </a:moveTo>
                  <a:lnTo>
                    <a:pt x="8" y="14"/>
                  </a:lnTo>
                  <a:lnTo>
                    <a:pt x="30" y="0"/>
                  </a:lnTo>
                  <a:lnTo>
                    <a:pt x="35" y="27"/>
                  </a:lnTo>
                  <a:lnTo>
                    <a:pt x="30" y="46"/>
                  </a:lnTo>
                  <a:lnTo>
                    <a:pt x="13" y="20"/>
                  </a:lnTo>
                  <a:lnTo>
                    <a:pt x="0" y="31"/>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0" name="Freeform 60">
              <a:extLst>
                <a:ext uri="{FF2B5EF4-FFF2-40B4-BE49-F238E27FC236}">
                  <a16:creationId xmlns:a16="http://schemas.microsoft.com/office/drawing/2014/main" id="{ABC55876-7A80-E5AA-E73F-5052E902F9EE}"/>
                </a:ext>
              </a:extLst>
            </p:cNvPr>
            <p:cNvSpPr>
              <a:spLocks/>
            </p:cNvSpPr>
            <p:nvPr/>
          </p:nvSpPr>
          <p:spPr bwMode="auto">
            <a:xfrm>
              <a:off x="3693" y="2484"/>
              <a:ext cx="34" cy="69"/>
            </a:xfrm>
            <a:custGeom>
              <a:avLst/>
              <a:gdLst>
                <a:gd name="T0" fmla="*/ 0 w 34"/>
                <a:gd name="T1" fmla="*/ 27 h 69"/>
                <a:gd name="T2" fmla="*/ 6 w 34"/>
                <a:gd name="T3" fmla="*/ 0 h 69"/>
                <a:gd name="T4" fmla="*/ 17 w 34"/>
                <a:gd name="T5" fmla="*/ 0 h 69"/>
                <a:gd name="T6" fmla="*/ 20 w 34"/>
                <a:gd name="T7" fmla="*/ 19 h 69"/>
                <a:gd name="T8" fmla="*/ 10 w 34"/>
                <a:gd name="T9" fmla="*/ 37 h 69"/>
                <a:gd name="T10" fmla="*/ 33 w 34"/>
                <a:gd name="T11" fmla="*/ 68 h 69"/>
                <a:gd name="T12" fmla="*/ 6 w 34"/>
                <a:gd name="T13" fmla="*/ 53 h 69"/>
                <a:gd name="T14" fmla="*/ 0 w 34"/>
                <a:gd name="T15" fmla="*/ 27 h 6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4" h="69">
                  <a:moveTo>
                    <a:pt x="0" y="27"/>
                  </a:moveTo>
                  <a:lnTo>
                    <a:pt x="6" y="0"/>
                  </a:lnTo>
                  <a:lnTo>
                    <a:pt x="17" y="0"/>
                  </a:lnTo>
                  <a:lnTo>
                    <a:pt x="20" y="19"/>
                  </a:lnTo>
                  <a:lnTo>
                    <a:pt x="10" y="37"/>
                  </a:lnTo>
                  <a:lnTo>
                    <a:pt x="33" y="68"/>
                  </a:lnTo>
                  <a:lnTo>
                    <a:pt x="6" y="53"/>
                  </a:lnTo>
                  <a:lnTo>
                    <a:pt x="0" y="27"/>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1" name="Freeform 61">
              <a:extLst>
                <a:ext uri="{FF2B5EF4-FFF2-40B4-BE49-F238E27FC236}">
                  <a16:creationId xmlns:a16="http://schemas.microsoft.com/office/drawing/2014/main" id="{35FC3454-F8F9-4C1E-2E7E-7A0FD10016DB}"/>
                </a:ext>
              </a:extLst>
            </p:cNvPr>
            <p:cNvSpPr>
              <a:spLocks/>
            </p:cNvSpPr>
            <p:nvPr/>
          </p:nvSpPr>
          <p:spPr bwMode="auto">
            <a:xfrm>
              <a:off x="3684" y="2672"/>
              <a:ext cx="54" cy="79"/>
            </a:xfrm>
            <a:custGeom>
              <a:avLst/>
              <a:gdLst>
                <a:gd name="T0" fmla="*/ 0 w 54"/>
                <a:gd name="T1" fmla="*/ 48 h 79"/>
                <a:gd name="T2" fmla="*/ 4 w 54"/>
                <a:gd name="T3" fmla="*/ 73 h 79"/>
                <a:gd name="T4" fmla="*/ 20 w 54"/>
                <a:gd name="T5" fmla="*/ 78 h 79"/>
                <a:gd name="T6" fmla="*/ 33 w 54"/>
                <a:gd name="T7" fmla="*/ 65 h 79"/>
                <a:gd name="T8" fmla="*/ 20 w 54"/>
                <a:gd name="T9" fmla="*/ 37 h 79"/>
                <a:gd name="T10" fmla="*/ 45 w 54"/>
                <a:gd name="T11" fmla="*/ 13 h 79"/>
                <a:gd name="T12" fmla="*/ 53 w 54"/>
                <a:gd name="T13" fmla="*/ 0 h 79"/>
                <a:gd name="T14" fmla="*/ 17 w 54"/>
                <a:gd name="T15" fmla="*/ 3 h 79"/>
                <a:gd name="T16" fmla="*/ 9 w 54"/>
                <a:gd name="T17" fmla="*/ 10 h 79"/>
                <a:gd name="T18" fmla="*/ 0 w 54"/>
                <a:gd name="T19" fmla="*/ 48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4" h="79">
                  <a:moveTo>
                    <a:pt x="0" y="48"/>
                  </a:moveTo>
                  <a:lnTo>
                    <a:pt x="4" y="73"/>
                  </a:lnTo>
                  <a:lnTo>
                    <a:pt x="20" y="78"/>
                  </a:lnTo>
                  <a:lnTo>
                    <a:pt x="33" y="65"/>
                  </a:lnTo>
                  <a:lnTo>
                    <a:pt x="20" y="37"/>
                  </a:lnTo>
                  <a:lnTo>
                    <a:pt x="45" y="13"/>
                  </a:lnTo>
                  <a:lnTo>
                    <a:pt x="53" y="0"/>
                  </a:lnTo>
                  <a:lnTo>
                    <a:pt x="17" y="3"/>
                  </a:lnTo>
                  <a:lnTo>
                    <a:pt x="9" y="10"/>
                  </a:lnTo>
                  <a:lnTo>
                    <a:pt x="0" y="48"/>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2" name="Freeform 62">
              <a:extLst>
                <a:ext uri="{FF2B5EF4-FFF2-40B4-BE49-F238E27FC236}">
                  <a16:creationId xmlns:a16="http://schemas.microsoft.com/office/drawing/2014/main" id="{ED2438F8-0DF4-D803-DB73-44E000978041}"/>
                </a:ext>
              </a:extLst>
            </p:cNvPr>
            <p:cNvSpPr>
              <a:spLocks/>
            </p:cNvSpPr>
            <p:nvPr/>
          </p:nvSpPr>
          <p:spPr bwMode="auto">
            <a:xfrm>
              <a:off x="3601" y="2614"/>
              <a:ext cx="87" cy="121"/>
            </a:xfrm>
            <a:custGeom>
              <a:avLst/>
              <a:gdLst>
                <a:gd name="T0" fmla="*/ 0 w 87"/>
                <a:gd name="T1" fmla="*/ 71 h 121"/>
                <a:gd name="T2" fmla="*/ 5 w 87"/>
                <a:gd name="T3" fmla="*/ 57 h 121"/>
                <a:gd name="T4" fmla="*/ 68 w 87"/>
                <a:gd name="T5" fmla="*/ 0 h 121"/>
                <a:gd name="T6" fmla="*/ 86 w 87"/>
                <a:gd name="T7" fmla="*/ 18 h 121"/>
                <a:gd name="T8" fmla="*/ 68 w 87"/>
                <a:gd name="T9" fmla="*/ 37 h 121"/>
                <a:gd name="T10" fmla="*/ 75 w 87"/>
                <a:gd name="T11" fmla="*/ 63 h 121"/>
                <a:gd name="T12" fmla="*/ 49 w 87"/>
                <a:gd name="T13" fmla="*/ 120 h 121"/>
                <a:gd name="T14" fmla="*/ 10 w 87"/>
                <a:gd name="T15" fmla="*/ 108 h 121"/>
                <a:gd name="T16" fmla="*/ 0 w 87"/>
                <a:gd name="T17" fmla="*/ 71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121">
                  <a:moveTo>
                    <a:pt x="0" y="71"/>
                  </a:moveTo>
                  <a:lnTo>
                    <a:pt x="5" y="57"/>
                  </a:lnTo>
                  <a:lnTo>
                    <a:pt x="68" y="0"/>
                  </a:lnTo>
                  <a:lnTo>
                    <a:pt x="86" y="18"/>
                  </a:lnTo>
                  <a:lnTo>
                    <a:pt x="68" y="37"/>
                  </a:lnTo>
                  <a:lnTo>
                    <a:pt x="75" y="63"/>
                  </a:lnTo>
                  <a:lnTo>
                    <a:pt x="49" y="120"/>
                  </a:lnTo>
                  <a:lnTo>
                    <a:pt x="10" y="108"/>
                  </a:lnTo>
                  <a:lnTo>
                    <a:pt x="0" y="71"/>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3" name="Freeform 63">
              <a:extLst>
                <a:ext uri="{FF2B5EF4-FFF2-40B4-BE49-F238E27FC236}">
                  <a16:creationId xmlns:a16="http://schemas.microsoft.com/office/drawing/2014/main" id="{2E967A22-6905-409B-053E-B99E784A921F}"/>
                </a:ext>
              </a:extLst>
            </p:cNvPr>
            <p:cNvSpPr>
              <a:spLocks/>
            </p:cNvSpPr>
            <p:nvPr/>
          </p:nvSpPr>
          <p:spPr bwMode="auto">
            <a:xfrm>
              <a:off x="3571" y="2756"/>
              <a:ext cx="77" cy="32"/>
            </a:xfrm>
            <a:custGeom>
              <a:avLst/>
              <a:gdLst>
                <a:gd name="T0" fmla="*/ 0 w 77"/>
                <a:gd name="T1" fmla="*/ 8 h 32"/>
                <a:gd name="T2" fmla="*/ 4 w 77"/>
                <a:gd name="T3" fmla="*/ 0 h 32"/>
                <a:gd name="T4" fmla="*/ 58 w 77"/>
                <a:gd name="T5" fmla="*/ 9 h 32"/>
                <a:gd name="T6" fmla="*/ 75 w 77"/>
                <a:gd name="T7" fmla="*/ 19 h 32"/>
                <a:gd name="T8" fmla="*/ 76 w 77"/>
                <a:gd name="T9" fmla="*/ 31 h 32"/>
                <a:gd name="T10" fmla="*/ 12 w 77"/>
                <a:gd name="T11" fmla="*/ 16 h 32"/>
                <a:gd name="T12" fmla="*/ 0 w 77"/>
                <a:gd name="T13" fmla="*/ 8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 h="32">
                  <a:moveTo>
                    <a:pt x="0" y="8"/>
                  </a:moveTo>
                  <a:lnTo>
                    <a:pt x="4" y="0"/>
                  </a:lnTo>
                  <a:lnTo>
                    <a:pt x="58" y="9"/>
                  </a:lnTo>
                  <a:lnTo>
                    <a:pt x="75" y="19"/>
                  </a:lnTo>
                  <a:lnTo>
                    <a:pt x="76" y="31"/>
                  </a:lnTo>
                  <a:lnTo>
                    <a:pt x="12" y="16"/>
                  </a:lnTo>
                  <a:lnTo>
                    <a:pt x="0" y="8"/>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4" name="Freeform 64">
              <a:extLst>
                <a:ext uri="{FF2B5EF4-FFF2-40B4-BE49-F238E27FC236}">
                  <a16:creationId xmlns:a16="http://schemas.microsoft.com/office/drawing/2014/main" id="{C614F421-F3BD-38A2-7D2B-0C4B30CD8A2F}"/>
                </a:ext>
              </a:extLst>
            </p:cNvPr>
            <p:cNvSpPr>
              <a:spLocks/>
            </p:cNvSpPr>
            <p:nvPr/>
          </p:nvSpPr>
          <p:spPr bwMode="auto">
            <a:xfrm>
              <a:off x="3484" y="2629"/>
              <a:ext cx="93" cy="125"/>
            </a:xfrm>
            <a:custGeom>
              <a:avLst/>
              <a:gdLst>
                <a:gd name="T0" fmla="*/ 0 w 93"/>
                <a:gd name="T1" fmla="*/ 0 h 125"/>
                <a:gd name="T2" fmla="*/ 19 w 93"/>
                <a:gd name="T3" fmla="*/ 4 h 125"/>
                <a:gd name="T4" fmla="*/ 68 w 93"/>
                <a:gd name="T5" fmla="*/ 50 h 125"/>
                <a:gd name="T6" fmla="*/ 70 w 93"/>
                <a:gd name="T7" fmla="*/ 70 h 125"/>
                <a:gd name="T8" fmla="*/ 92 w 93"/>
                <a:gd name="T9" fmla="*/ 94 h 125"/>
                <a:gd name="T10" fmla="*/ 80 w 93"/>
                <a:gd name="T11" fmla="*/ 124 h 125"/>
                <a:gd name="T12" fmla="*/ 61 w 93"/>
                <a:gd name="T13" fmla="*/ 105 h 125"/>
                <a:gd name="T14" fmla="*/ 30 w 93"/>
                <a:gd name="T15" fmla="*/ 43 h 125"/>
                <a:gd name="T16" fmla="*/ 0 w 93"/>
                <a:gd name="T17" fmla="*/ 0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3" h="125">
                  <a:moveTo>
                    <a:pt x="0" y="0"/>
                  </a:moveTo>
                  <a:lnTo>
                    <a:pt x="19" y="4"/>
                  </a:lnTo>
                  <a:lnTo>
                    <a:pt x="68" y="50"/>
                  </a:lnTo>
                  <a:lnTo>
                    <a:pt x="70" y="70"/>
                  </a:lnTo>
                  <a:lnTo>
                    <a:pt x="92" y="94"/>
                  </a:lnTo>
                  <a:lnTo>
                    <a:pt x="80" y="124"/>
                  </a:lnTo>
                  <a:lnTo>
                    <a:pt x="61" y="105"/>
                  </a:lnTo>
                  <a:lnTo>
                    <a:pt x="30" y="43"/>
                  </a:lnTo>
                  <a:lnTo>
                    <a:pt x="0" y="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5" name="Freeform 65">
              <a:extLst>
                <a:ext uri="{FF2B5EF4-FFF2-40B4-BE49-F238E27FC236}">
                  <a16:creationId xmlns:a16="http://schemas.microsoft.com/office/drawing/2014/main" id="{D74FB689-F64F-522D-8343-A2E0D3663EF3}"/>
                </a:ext>
              </a:extLst>
            </p:cNvPr>
            <p:cNvSpPr>
              <a:spLocks/>
            </p:cNvSpPr>
            <p:nvPr/>
          </p:nvSpPr>
          <p:spPr bwMode="auto">
            <a:xfrm>
              <a:off x="3862" y="2156"/>
              <a:ext cx="50" cy="48"/>
            </a:xfrm>
            <a:custGeom>
              <a:avLst/>
              <a:gdLst>
                <a:gd name="T0" fmla="*/ 0 w 50"/>
                <a:gd name="T1" fmla="*/ 38 h 48"/>
                <a:gd name="T2" fmla="*/ 5 w 50"/>
                <a:gd name="T3" fmla="*/ 39 h 48"/>
                <a:gd name="T4" fmla="*/ 28 w 50"/>
                <a:gd name="T5" fmla="*/ 47 h 48"/>
                <a:gd name="T6" fmla="*/ 49 w 50"/>
                <a:gd name="T7" fmla="*/ 29 h 48"/>
                <a:gd name="T8" fmla="*/ 45 w 50"/>
                <a:gd name="T9" fmla="*/ 16 h 48"/>
                <a:gd name="T10" fmla="*/ 16 w 50"/>
                <a:gd name="T11" fmla="*/ 0 h 48"/>
                <a:gd name="T12" fmla="*/ 0 w 50"/>
                <a:gd name="T13" fmla="*/ 38 h 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 h="48">
                  <a:moveTo>
                    <a:pt x="0" y="38"/>
                  </a:moveTo>
                  <a:lnTo>
                    <a:pt x="5" y="39"/>
                  </a:lnTo>
                  <a:lnTo>
                    <a:pt x="28" y="47"/>
                  </a:lnTo>
                  <a:lnTo>
                    <a:pt x="49" y="29"/>
                  </a:lnTo>
                  <a:lnTo>
                    <a:pt x="45" y="16"/>
                  </a:lnTo>
                  <a:lnTo>
                    <a:pt x="16" y="0"/>
                  </a:lnTo>
                  <a:lnTo>
                    <a:pt x="0" y="38"/>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6" name="Freeform 66">
              <a:extLst>
                <a:ext uri="{FF2B5EF4-FFF2-40B4-BE49-F238E27FC236}">
                  <a16:creationId xmlns:a16="http://schemas.microsoft.com/office/drawing/2014/main" id="{BC6DA91A-EEE6-5560-4E12-10E7DD02CBB5}"/>
                </a:ext>
              </a:extLst>
            </p:cNvPr>
            <p:cNvSpPr>
              <a:spLocks/>
            </p:cNvSpPr>
            <p:nvPr/>
          </p:nvSpPr>
          <p:spPr bwMode="auto">
            <a:xfrm>
              <a:off x="3877" y="2028"/>
              <a:ext cx="27" cy="122"/>
            </a:xfrm>
            <a:custGeom>
              <a:avLst/>
              <a:gdLst>
                <a:gd name="T0" fmla="*/ 0 w 27"/>
                <a:gd name="T1" fmla="*/ 30 h 122"/>
                <a:gd name="T2" fmla="*/ 3 w 27"/>
                <a:gd name="T3" fmla="*/ 121 h 122"/>
                <a:gd name="T4" fmla="*/ 26 w 27"/>
                <a:gd name="T5" fmla="*/ 82 h 122"/>
                <a:gd name="T6" fmla="*/ 7 w 27"/>
                <a:gd name="T7" fmla="*/ 0 h 122"/>
                <a:gd name="T8" fmla="*/ 0 w 27"/>
                <a:gd name="T9" fmla="*/ 30 h 1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122">
                  <a:moveTo>
                    <a:pt x="0" y="30"/>
                  </a:moveTo>
                  <a:lnTo>
                    <a:pt x="3" y="121"/>
                  </a:lnTo>
                  <a:lnTo>
                    <a:pt x="26" y="82"/>
                  </a:lnTo>
                  <a:lnTo>
                    <a:pt x="7" y="0"/>
                  </a:lnTo>
                  <a:lnTo>
                    <a:pt x="0" y="3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7" name="Freeform 67">
              <a:extLst>
                <a:ext uri="{FF2B5EF4-FFF2-40B4-BE49-F238E27FC236}">
                  <a16:creationId xmlns:a16="http://schemas.microsoft.com/office/drawing/2014/main" id="{2B7E79CD-1D22-B7AE-171A-71E51D9BB221}"/>
                </a:ext>
              </a:extLst>
            </p:cNvPr>
            <p:cNvSpPr>
              <a:spLocks/>
            </p:cNvSpPr>
            <p:nvPr/>
          </p:nvSpPr>
          <p:spPr bwMode="auto">
            <a:xfrm>
              <a:off x="3786" y="2210"/>
              <a:ext cx="96" cy="94"/>
            </a:xfrm>
            <a:custGeom>
              <a:avLst/>
              <a:gdLst>
                <a:gd name="T0" fmla="*/ 0 w 96"/>
                <a:gd name="T1" fmla="*/ 93 h 94"/>
                <a:gd name="T2" fmla="*/ 15 w 96"/>
                <a:gd name="T3" fmla="*/ 74 h 94"/>
                <a:gd name="T4" fmla="*/ 40 w 96"/>
                <a:gd name="T5" fmla="*/ 74 h 94"/>
                <a:gd name="T6" fmla="*/ 55 w 96"/>
                <a:gd name="T7" fmla="*/ 50 h 94"/>
                <a:gd name="T8" fmla="*/ 75 w 96"/>
                <a:gd name="T9" fmla="*/ 33 h 94"/>
                <a:gd name="T10" fmla="*/ 89 w 96"/>
                <a:gd name="T11" fmla="*/ 0 h 94"/>
                <a:gd name="T12" fmla="*/ 95 w 96"/>
                <a:gd name="T13" fmla="*/ 24 h 94"/>
                <a:gd name="T14" fmla="*/ 81 w 96"/>
                <a:gd name="T15" fmla="*/ 77 h 94"/>
                <a:gd name="T16" fmla="*/ 51 w 96"/>
                <a:gd name="T17" fmla="*/ 91 h 94"/>
                <a:gd name="T18" fmla="*/ 28 w 96"/>
                <a:gd name="T19" fmla="*/ 86 h 94"/>
                <a:gd name="T20" fmla="*/ 0 w 96"/>
                <a:gd name="T21" fmla="*/ 93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6" h="94">
                  <a:moveTo>
                    <a:pt x="0" y="93"/>
                  </a:moveTo>
                  <a:lnTo>
                    <a:pt x="15" y="74"/>
                  </a:lnTo>
                  <a:lnTo>
                    <a:pt x="40" y="74"/>
                  </a:lnTo>
                  <a:lnTo>
                    <a:pt x="55" y="50"/>
                  </a:lnTo>
                  <a:lnTo>
                    <a:pt x="75" y="33"/>
                  </a:lnTo>
                  <a:lnTo>
                    <a:pt x="89" y="0"/>
                  </a:lnTo>
                  <a:lnTo>
                    <a:pt x="95" y="24"/>
                  </a:lnTo>
                  <a:lnTo>
                    <a:pt x="81" y="77"/>
                  </a:lnTo>
                  <a:lnTo>
                    <a:pt x="51" y="91"/>
                  </a:lnTo>
                  <a:lnTo>
                    <a:pt x="28" y="86"/>
                  </a:lnTo>
                  <a:lnTo>
                    <a:pt x="0" y="93"/>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8" name="Freeform 68">
              <a:extLst>
                <a:ext uri="{FF2B5EF4-FFF2-40B4-BE49-F238E27FC236}">
                  <a16:creationId xmlns:a16="http://schemas.microsoft.com/office/drawing/2014/main" id="{1F36F570-D997-E7D7-E3DE-BDBF4CACBC2B}"/>
                </a:ext>
              </a:extLst>
            </p:cNvPr>
            <p:cNvSpPr>
              <a:spLocks/>
            </p:cNvSpPr>
            <p:nvPr/>
          </p:nvSpPr>
          <p:spPr bwMode="auto">
            <a:xfrm>
              <a:off x="3354" y="2583"/>
              <a:ext cx="17" cy="42"/>
            </a:xfrm>
            <a:custGeom>
              <a:avLst/>
              <a:gdLst>
                <a:gd name="T0" fmla="*/ 0 w 17"/>
                <a:gd name="T1" fmla="*/ 0 h 42"/>
                <a:gd name="T2" fmla="*/ 2 w 17"/>
                <a:gd name="T3" fmla="*/ 41 h 42"/>
                <a:gd name="T4" fmla="*/ 16 w 17"/>
                <a:gd name="T5" fmla="*/ 33 h 42"/>
                <a:gd name="T6" fmla="*/ 8 w 17"/>
                <a:gd name="T7" fmla="*/ 8 h 42"/>
                <a:gd name="T8" fmla="*/ 0 w 1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2">
                  <a:moveTo>
                    <a:pt x="0" y="0"/>
                  </a:moveTo>
                  <a:lnTo>
                    <a:pt x="2" y="41"/>
                  </a:lnTo>
                  <a:lnTo>
                    <a:pt x="16" y="33"/>
                  </a:lnTo>
                  <a:lnTo>
                    <a:pt x="8" y="8"/>
                  </a:lnTo>
                  <a:lnTo>
                    <a:pt x="0" y="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29" name="Freeform 69">
              <a:extLst>
                <a:ext uri="{FF2B5EF4-FFF2-40B4-BE49-F238E27FC236}">
                  <a16:creationId xmlns:a16="http://schemas.microsoft.com/office/drawing/2014/main" id="{70E1BE93-C772-0695-7C40-D3494431D9D4}"/>
                </a:ext>
              </a:extLst>
            </p:cNvPr>
            <p:cNvSpPr>
              <a:spLocks/>
            </p:cNvSpPr>
            <p:nvPr/>
          </p:nvSpPr>
          <p:spPr bwMode="auto">
            <a:xfrm>
              <a:off x="2767" y="1540"/>
              <a:ext cx="92" cy="84"/>
            </a:xfrm>
            <a:custGeom>
              <a:avLst/>
              <a:gdLst>
                <a:gd name="T0" fmla="*/ 0 w 92"/>
                <a:gd name="T1" fmla="*/ 10 h 84"/>
                <a:gd name="T2" fmla="*/ 0 w 92"/>
                <a:gd name="T3" fmla="*/ 19 h 84"/>
                <a:gd name="T4" fmla="*/ 16 w 92"/>
                <a:gd name="T5" fmla="*/ 46 h 84"/>
                <a:gd name="T6" fmla="*/ 41 w 92"/>
                <a:gd name="T7" fmla="*/ 40 h 84"/>
                <a:gd name="T8" fmla="*/ 24 w 92"/>
                <a:gd name="T9" fmla="*/ 51 h 84"/>
                <a:gd name="T10" fmla="*/ 45 w 92"/>
                <a:gd name="T11" fmla="*/ 63 h 84"/>
                <a:gd name="T12" fmla="*/ 27 w 92"/>
                <a:gd name="T13" fmla="*/ 65 h 84"/>
                <a:gd name="T14" fmla="*/ 53 w 92"/>
                <a:gd name="T15" fmla="*/ 83 h 84"/>
                <a:gd name="T16" fmla="*/ 91 w 92"/>
                <a:gd name="T17" fmla="*/ 30 h 84"/>
                <a:gd name="T18" fmla="*/ 46 w 92"/>
                <a:gd name="T19" fmla="*/ 0 h 84"/>
                <a:gd name="T20" fmla="*/ 48 w 92"/>
                <a:gd name="T21" fmla="*/ 29 h 84"/>
                <a:gd name="T22" fmla="*/ 31 w 92"/>
                <a:gd name="T23" fmla="*/ 7 h 84"/>
                <a:gd name="T24" fmla="*/ 0 w 92"/>
                <a:gd name="T25" fmla="*/ 1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2" h="84">
                  <a:moveTo>
                    <a:pt x="0" y="10"/>
                  </a:moveTo>
                  <a:lnTo>
                    <a:pt x="0" y="19"/>
                  </a:lnTo>
                  <a:lnTo>
                    <a:pt x="16" y="46"/>
                  </a:lnTo>
                  <a:lnTo>
                    <a:pt x="41" y="40"/>
                  </a:lnTo>
                  <a:lnTo>
                    <a:pt x="24" y="51"/>
                  </a:lnTo>
                  <a:lnTo>
                    <a:pt x="45" y="63"/>
                  </a:lnTo>
                  <a:lnTo>
                    <a:pt x="27" y="65"/>
                  </a:lnTo>
                  <a:lnTo>
                    <a:pt x="53" y="83"/>
                  </a:lnTo>
                  <a:lnTo>
                    <a:pt x="91" y="30"/>
                  </a:lnTo>
                  <a:lnTo>
                    <a:pt x="46" y="0"/>
                  </a:lnTo>
                  <a:lnTo>
                    <a:pt x="48" y="29"/>
                  </a:lnTo>
                  <a:lnTo>
                    <a:pt x="31" y="7"/>
                  </a:lnTo>
                  <a:lnTo>
                    <a:pt x="0" y="1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0" name="Freeform 70">
              <a:extLst>
                <a:ext uri="{FF2B5EF4-FFF2-40B4-BE49-F238E27FC236}">
                  <a16:creationId xmlns:a16="http://schemas.microsoft.com/office/drawing/2014/main" id="{E024910C-4F9F-5686-1C2F-3C2876E85392}"/>
                </a:ext>
              </a:extLst>
            </p:cNvPr>
            <p:cNvSpPr>
              <a:spLocks/>
            </p:cNvSpPr>
            <p:nvPr/>
          </p:nvSpPr>
          <p:spPr bwMode="auto">
            <a:xfrm>
              <a:off x="2831" y="1530"/>
              <a:ext cx="78" cy="34"/>
            </a:xfrm>
            <a:custGeom>
              <a:avLst/>
              <a:gdLst>
                <a:gd name="T0" fmla="*/ 0 w 78"/>
                <a:gd name="T1" fmla="*/ 15 h 34"/>
                <a:gd name="T2" fmla="*/ 12 w 78"/>
                <a:gd name="T3" fmla="*/ 22 h 34"/>
                <a:gd name="T4" fmla="*/ 44 w 78"/>
                <a:gd name="T5" fmla="*/ 33 h 34"/>
                <a:gd name="T6" fmla="*/ 77 w 78"/>
                <a:gd name="T7" fmla="*/ 15 h 34"/>
                <a:gd name="T8" fmla="*/ 57 w 78"/>
                <a:gd name="T9" fmla="*/ 3 h 34"/>
                <a:gd name="T10" fmla="*/ 34 w 78"/>
                <a:gd name="T11" fmla="*/ 13 h 34"/>
                <a:gd name="T12" fmla="*/ 12 w 78"/>
                <a:gd name="T13" fmla="*/ 0 h 34"/>
                <a:gd name="T14" fmla="*/ 0 w 78"/>
                <a:gd name="T15" fmla="*/ 15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34">
                  <a:moveTo>
                    <a:pt x="0" y="15"/>
                  </a:moveTo>
                  <a:lnTo>
                    <a:pt x="12" y="22"/>
                  </a:lnTo>
                  <a:lnTo>
                    <a:pt x="44" y="33"/>
                  </a:lnTo>
                  <a:lnTo>
                    <a:pt x="77" y="15"/>
                  </a:lnTo>
                  <a:lnTo>
                    <a:pt x="57" y="3"/>
                  </a:lnTo>
                  <a:lnTo>
                    <a:pt x="34" y="13"/>
                  </a:lnTo>
                  <a:lnTo>
                    <a:pt x="12" y="0"/>
                  </a:lnTo>
                  <a:lnTo>
                    <a:pt x="0" y="15"/>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1" name="Freeform 71">
              <a:extLst>
                <a:ext uri="{FF2B5EF4-FFF2-40B4-BE49-F238E27FC236}">
                  <a16:creationId xmlns:a16="http://schemas.microsoft.com/office/drawing/2014/main" id="{41EC0492-57FE-B4F6-6936-8EBAC01F2264}"/>
                </a:ext>
              </a:extLst>
            </p:cNvPr>
            <p:cNvSpPr>
              <a:spLocks/>
            </p:cNvSpPr>
            <p:nvPr/>
          </p:nvSpPr>
          <p:spPr bwMode="auto">
            <a:xfrm>
              <a:off x="2852" y="1585"/>
              <a:ext cx="37" cy="23"/>
            </a:xfrm>
            <a:custGeom>
              <a:avLst/>
              <a:gdLst>
                <a:gd name="T0" fmla="*/ 0 w 37"/>
                <a:gd name="T1" fmla="*/ 18 h 23"/>
                <a:gd name="T2" fmla="*/ 2 w 37"/>
                <a:gd name="T3" fmla="*/ 7 h 23"/>
                <a:gd name="T4" fmla="*/ 18 w 37"/>
                <a:gd name="T5" fmla="*/ 0 h 23"/>
                <a:gd name="T6" fmla="*/ 36 w 37"/>
                <a:gd name="T7" fmla="*/ 11 h 23"/>
                <a:gd name="T8" fmla="*/ 14 w 37"/>
                <a:gd name="T9" fmla="*/ 22 h 23"/>
                <a:gd name="T10" fmla="*/ 0 w 37"/>
                <a:gd name="T11" fmla="*/ 18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 h="23">
                  <a:moveTo>
                    <a:pt x="0" y="18"/>
                  </a:moveTo>
                  <a:lnTo>
                    <a:pt x="2" y="7"/>
                  </a:lnTo>
                  <a:lnTo>
                    <a:pt x="18" y="0"/>
                  </a:lnTo>
                  <a:lnTo>
                    <a:pt x="36" y="11"/>
                  </a:lnTo>
                  <a:lnTo>
                    <a:pt x="14" y="22"/>
                  </a:lnTo>
                  <a:lnTo>
                    <a:pt x="0" y="18"/>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2" name="Freeform 72">
              <a:extLst>
                <a:ext uri="{FF2B5EF4-FFF2-40B4-BE49-F238E27FC236}">
                  <a16:creationId xmlns:a16="http://schemas.microsoft.com/office/drawing/2014/main" id="{9C8368F4-4890-06D7-3F51-29E6942126F1}"/>
                </a:ext>
              </a:extLst>
            </p:cNvPr>
            <p:cNvSpPr>
              <a:spLocks/>
            </p:cNvSpPr>
            <p:nvPr/>
          </p:nvSpPr>
          <p:spPr bwMode="auto">
            <a:xfrm>
              <a:off x="3113" y="1700"/>
              <a:ext cx="52" cy="49"/>
            </a:xfrm>
            <a:custGeom>
              <a:avLst/>
              <a:gdLst>
                <a:gd name="T0" fmla="*/ 0 w 52"/>
                <a:gd name="T1" fmla="*/ 22 h 49"/>
                <a:gd name="T2" fmla="*/ 20 w 52"/>
                <a:gd name="T3" fmla="*/ 34 h 49"/>
                <a:gd name="T4" fmla="*/ 19 w 52"/>
                <a:gd name="T5" fmla="*/ 46 h 49"/>
                <a:gd name="T6" fmla="*/ 51 w 52"/>
                <a:gd name="T7" fmla="*/ 48 h 49"/>
                <a:gd name="T8" fmla="*/ 33 w 52"/>
                <a:gd name="T9" fmla="*/ 6 h 49"/>
                <a:gd name="T10" fmla="*/ 14 w 52"/>
                <a:gd name="T11" fmla="*/ 0 h 49"/>
                <a:gd name="T12" fmla="*/ 0 w 52"/>
                <a:gd name="T13" fmla="*/ 22 h 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49">
                  <a:moveTo>
                    <a:pt x="0" y="22"/>
                  </a:moveTo>
                  <a:lnTo>
                    <a:pt x="20" y="34"/>
                  </a:lnTo>
                  <a:lnTo>
                    <a:pt x="19" y="46"/>
                  </a:lnTo>
                  <a:lnTo>
                    <a:pt x="51" y="48"/>
                  </a:lnTo>
                  <a:lnTo>
                    <a:pt x="33" y="6"/>
                  </a:lnTo>
                  <a:lnTo>
                    <a:pt x="14" y="0"/>
                  </a:lnTo>
                  <a:lnTo>
                    <a:pt x="0" y="22"/>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3" name="Freeform 73">
              <a:extLst>
                <a:ext uri="{FF2B5EF4-FFF2-40B4-BE49-F238E27FC236}">
                  <a16:creationId xmlns:a16="http://schemas.microsoft.com/office/drawing/2014/main" id="{9E6B5DAD-7ED1-8BDD-FA5A-85E5803F4C7E}"/>
                </a:ext>
              </a:extLst>
            </p:cNvPr>
            <p:cNvSpPr>
              <a:spLocks/>
            </p:cNvSpPr>
            <p:nvPr/>
          </p:nvSpPr>
          <p:spPr bwMode="auto">
            <a:xfrm>
              <a:off x="3132" y="1616"/>
              <a:ext cx="125" cy="82"/>
            </a:xfrm>
            <a:custGeom>
              <a:avLst/>
              <a:gdLst>
                <a:gd name="T0" fmla="*/ 0 w 125"/>
                <a:gd name="T1" fmla="*/ 70 h 82"/>
                <a:gd name="T2" fmla="*/ 26 w 125"/>
                <a:gd name="T3" fmla="*/ 81 h 82"/>
                <a:gd name="T4" fmla="*/ 57 w 125"/>
                <a:gd name="T5" fmla="*/ 42 h 82"/>
                <a:gd name="T6" fmla="*/ 124 w 125"/>
                <a:gd name="T7" fmla="*/ 16 h 82"/>
                <a:gd name="T8" fmla="*/ 117 w 125"/>
                <a:gd name="T9" fmla="*/ 0 h 82"/>
                <a:gd name="T10" fmla="*/ 62 w 125"/>
                <a:gd name="T11" fmla="*/ 14 h 82"/>
                <a:gd name="T12" fmla="*/ 16 w 125"/>
                <a:gd name="T13" fmla="*/ 39 h 82"/>
                <a:gd name="T14" fmla="*/ 0 w 125"/>
                <a:gd name="T15" fmla="*/ 70 h 8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5" h="82">
                  <a:moveTo>
                    <a:pt x="0" y="70"/>
                  </a:moveTo>
                  <a:lnTo>
                    <a:pt x="26" y="81"/>
                  </a:lnTo>
                  <a:lnTo>
                    <a:pt x="57" y="42"/>
                  </a:lnTo>
                  <a:lnTo>
                    <a:pt x="124" y="16"/>
                  </a:lnTo>
                  <a:lnTo>
                    <a:pt x="117" y="0"/>
                  </a:lnTo>
                  <a:lnTo>
                    <a:pt x="62" y="14"/>
                  </a:lnTo>
                  <a:lnTo>
                    <a:pt x="16" y="39"/>
                  </a:lnTo>
                  <a:lnTo>
                    <a:pt x="0" y="7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4" name="Freeform 74">
              <a:extLst>
                <a:ext uri="{FF2B5EF4-FFF2-40B4-BE49-F238E27FC236}">
                  <a16:creationId xmlns:a16="http://schemas.microsoft.com/office/drawing/2014/main" id="{B7AEA1C6-EBD2-E27F-8743-A161965C251E}"/>
                </a:ext>
              </a:extLst>
            </p:cNvPr>
            <p:cNvSpPr>
              <a:spLocks/>
            </p:cNvSpPr>
            <p:nvPr/>
          </p:nvSpPr>
          <p:spPr bwMode="auto">
            <a:xfrm>
              <a:off x="2593" y="2014"/>
              <a:ext cx="39" cy="52"/>
            </a:xfrm>
            <a:custGeom>
              <a:avLst/>
              <a:gdLst>
                <a:gd name="T0" fmla="*/ 3 w 39"/>
                <a:gd name="T1" fmla="*/ 51 h 52"/>
                <a:gd name="T2" fmla="*/ 30 w 39"/>
                <a:gd name="T3" fmla="*/ 47 h 52"/>
                <a:gd name="T4" fmla="*/ 38 w 39"/>
                <a:gd name="T5" fmla="*/ 12 h 52"/>
                <a:gd name="T6" fmla="*/ 22 w 39"/>
                <a:gd name="T7" fmla="*/ 0 h 52"/>
                <a:gd name="T8" fmla="*/ 0 w 39"/>
                <a:gd name="T9" fmla="*/ 20 h 52"/>
                <a:gd name="T10" fmla="*/ 9 w 39"/>
                <a:gd name="T11" fmla="*/ 32 h 52"/>
                <a:gd name="T12" fmla="*/ 3 w 39"/>
                <a:gd name="T13" fmla="*/ 51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 h="52">
                  <a:moveTo>
                    <a:pt x="3" y="51"/>
                  </a:moveTo>
                  <a:lnTo>
                    <a:pt x="30" y="47"/>
                  </a:lnTo>
                  <a:lnTo>
                    <a:pt x="38" y="12"/>
                  </a:lnTo>
                  <a:lnTo>
                    <a:pt x="22" y="0"/>
                  </a:lnTo>
                  <a:lnTo>
                    <a:pt x="0" y="20"/>
                  </a:lnTo>
                  <a:lnTo>
                    <a:pt x="9" y="32"/>
                  </a:lnTo>
                  <a:lnTo>
                    <a:pt x="3" y="51"/>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5" name="Freeform 75">
              <a:extLst>
                <a:ext uri="{FF2B5EF4-FFF2-40B4-BE49-F238E27FC236}">
                  <a16:creationId xmlns:a16="http://schemas.microsoft.com/office/drawing/2014/main" id="{7F794843-3282-BD60-E106-E1874D43098E}"/>
                </a:ext>
              </a:extLst>
            </p:cNvPr>
            <p:cNvSpPr>
              <a:spLocks/>
            </p:cNvSpPr>
            <p:nvPr/>
          </p:nvSpPr>
          <p:spPr bwMode="auto">
            <a:xfrm>
              <a:off x="2626" y="1963"/>
              <a:ext cx="66" cy="131"/>
            </a:xfrm>
            <a:custGeom>
              <a:avLst/>
              <a:gdLst>
                <a:gd name="T0" fmla="*/ 0 w 66"/>
                <a:gd name="T1" fmla="*/ 30 h 131"/>
                <a:gd name="T2" fmla="*/ 10 w 66"/>
                <a:gd name="T3" fmla="*/ 0 h 131"/>
                <a:gd name="T4" fmla="*/ 23 w 66"/>
                <a:gd name="T5" fmla="*/ 0 h 131"/>
                <a:gd name="T6" fmla="*/ 15 w 66"/>
                <a:gd name="T7" fmla="*/ 16 h 131"/>
                <a:gd name="T8" fmla="*/ 35 w 66"/>
                <a:gd name="T9" fmla="*/ 18 h 131"/>
                <a:gd name="T10" fmla="*/ 22 w 66"/>
                <a:gd name="T11" fmla="*/ 41 h 131"/>
                <a:gd name="T12" fmla="*/ 37 w 66"/>
                <a:gd name="T13" fmla="*/ 47 h 131"/>
                <a:gd name="T14" fmla="*/ 51 w 66"/>
                <a:gd name="T15" fmla="*/ 75 h 131"/>
                <a:gd name="T16" fmla="*/ 50 w 66"/>
                <a:gd name="T17" fmla="*/ 89 h 131"/>
                <a:gd name="T18" fmla="*/ 65 w 66"/>
                <a:gd name="T19" fmla="*/ 91 h 131"/>
                <a:gd name="T20" fmla="*/ 62 w 66"/>
                <a:gd name="T21" fmla="*/ 113 h 131"/>
                <a:gd name="T22" fmla="*/ 3 w 66"/>
                <a:gd name="T23" fmla="*/ 130 h 131"/>
                <a:gd name="T24" fmla="*/ 21 w 66"/>
                <a:gd name="T25" fmla="*/ 110 h 131"/>
                <a:gd name="T26" fmla="*/ 7 w 66"/>
                <a:gd name="T27" fmla="*/ 102 h 131"/>
                <a:gd name="T28" fmla="*/ 11 w 66"/>
                <a:gd name="T29" fmla="*/ 89 h 131"/>
                <a:gd name="T30" fmla="*/ 26 w 66"/>
                <a:gd name="T31" fmla="*/ 80 h 131"/>
                <a:gd name="T32" fmla="*/ 24 w 66"/>
                <a:gd name="T33" fmla="*/ 56 h 131"/>
                <a:gd name="T34" fmla="*/ 9 w 66"/>
                <a:gd name="T35" fmla="*/ 60 h 131"/>
                <a:gd name="T36" fmla="*/ 7 w 66"/>
                <a:gd name="T37" fmla="*/ 31 h 131"/>
                <a:gd name="T38" fmla="*/ 0 w 66"/>
                <a:gd name="T39" fmla="*/ 30 h 1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6" h="131">
                  <a:moveTo>
                    <a:pt x="0" y="30"/>
                  </a:moveTo>
                  <a:lnTo>
                    <a:pt x="10" y="0"/>
                  </a:lnTo>
                  <a:lnTo>
                    <a:pt x="23" y="0"/>
                  </a:lnTo>
                  <a:lnTo>
                    <a:pt x="15" y="16"/>
                  </a:lnTo>
                  <a:lnTo>
                    <a:pt x="35" y="18"/>
                  </a:lnTo>
                  <a:lnTo>
                    <a:pt x="22" y="41"/>
                  </a:lnTo>
                  <a:lnTo>
                    <a:pt x="37" y="47"/>
                  </a:lnTo>
                  <a:lnTo>
                    <a:pt x="51" y="75"/>
                  </a:lnTo>
                  <a:lnTo>
                    <a:pt x="50" y="89"/>
                  </a:lnTo>
                  <a:lnTo>
                    <a:pt x="65" y="91"/>
                  </a:lnTo>
                  <a:lnTo>
                    <a:pt x="62" y="113"/>
                  </a:lnTo>
                  <a:lnTo>
                    <a:pt x="3" y="130"/>
                  </a:lnTo>
                  <a:lnTo>
                    <a:pt x="21" y="110"/>
                  </a:lnTo>
                  <a:lnTo>
                    <a:pt x="7" y="102"/>
                  </a:lnTo>
                  <a:lnTo>
                    <a:pt x="11" y="89"/>
                  </a:lnTo>
                  <a:lnTo>
                    <a:pt x="26" y="80"/>
                  </a:lnTo>
                  <a:lnTo>
                    <a:pt x="24" y="56"/>
                  </a:lnTo>
                  <a:lnTo>
                    <a:pt x="9" y="60"/>
                  </a:lnTo>
                  <a:lnTo>
                    <a:pt x="7" y="31"/>
                  </a:lnTo>
                  <a:lnTo>
                    <a:pt x="0" y="3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6" name="Freeform 76">
              <a:extLst>
                <a:ext uri="{FF2B5EF4-FFF2-40B4-BE49-F238E27FC236}">
                  <a16:creationId xmlns:a16="http://schemas.microsoft.com/office/drawing/2014/main" id="{CFFC7156-E470-8103-7BDF-BA2F0C6CE38A}"/>
                </a:ext>
              </a:extLst>
            </p:cNvPr>
            <p:cNvSpPr>
              <a:spLocks/>
            </p:cNvSpPr>
            <p:nvPr/>
          </p:nvSpPr>
          <p:spPr bwMode="auto">
            <a:xfrm>
              <a:off x="2746" y="2211"/>
              <a:ext cx="17" cy="30"/>
            </a:xfrm>
            <a:custGeom>
              <a:avLst/>
              <a:gdLst>
                <a:gd name="T0" fmla="*/ 0 w 17"/>
                <a:gd name="T1" fmla="*/ 4 h 30"/>
                <a:gd name="T2" fmla="*/ 3 w 17"/>
                <a:gd name="T3" fmla="*/ 27 h 30"/>
                <a:gd name="T4" fmla="*/ 9 w 17"/>
                <a:gd name="T5" fmla="*/ 29 h 30"/>
                <a:gd name="T6" fmla="*/ 16 w 17"/>
                <a:gd name="T7" fmla="*/ 11 h 30"/>
                <a:gd name="T8" fmla="*/ 9 w 17"/>
                <a:gd name="T9" fmla="*/ 0 h 30"/>
                <a:gd name="T10" fmla="*/ 0 w 17"/>
                <a:gd name="T11" fmla="*/ 4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30">
                  <a:moveTo>
                    <a:pt x="0" y="4"/>
                  </a:moveTo>
                  <a:lnTo>
                    <a:pt x="3" y="27"/>
                  </a:lnTo>
                  <a:lnTo>
                    <a:pt x="9" y="29"/>
                  </a:lnTo>
                  <a:lnTo>
                    <a:pt x="16" y="11"/>
                  </a:lnTo>
                  <a:lnTo>
                    <a:pt x="9" y="0"/>
                  </a:lnTo>
                  <a:lnTo>
                    <a:pt x="0" y="4"/>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7" name="Freeform 77">
              <a:extLst>
                <a:ext uri="{FF2B5EF4-FFF2-40B4-BE49-F238E27FC236}">
                  <a16:creationId xmlns:a16="http://schemas.microsoft.com/office/drawing/2014/main" id="{7CD24710-E692-C9F6-4B60-E1573FDAB76B}"/>
                </a:ext>
              </a:extLst>
            </p:cNvPr>
            <p:cNvSpPr>
              <a:spLocks/>
            </p:cNvSpPr>
            <p:nvPr/>
          </p:nvSpPr>
          <p:spPr bwMode="auto">
            <a:xfrm>
              <a:off x="2783" y="2249"/>
              <a:ext cx="27" cy="22"/>
            </a:xfrm>
            <a:custGeom>
              <a:avLst/>
              <a:gdLst>
                <a:gd name="T0" fmla="*/ 0 w 27"/>
                <a:gd name="T1" fmla="*/ 5 h 22"/>
                <a:gd name="T2" fmla="*/ 21 w 27"/>
                <a:gd name="T3" fmla="*/ 21 h 22"/>
                <a:gd name="T4" fmla="*/ 26 w 27"/>
                <a:gd name="T5" fmla="*/ 0 h 22"/>
                <a:gd name="T6" fmla="*/ 0 w 27"/>
                <a:gd name="T7" fmla="*/ 5 h 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 h="22">
                  <a:moveTo>
                    <a:pt x="0" y="5"/>
                  </a:moveTo>
                  <a:lnTo>
                    <a:pt x="21" y="21"/>
                  </a:lnTo>
                  <a:lnTo>
                    <a:pt x="26" y="0"/>
                  </a:lnTo>
                  <a:lnTo>
                    <a:pt x="0" y="5"/>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8" name="Freeform 78">
              <a:extLst>
                <a:ext uri="{FF2B5EF4-FFF2-40B4-BE49-F238E27FC236}">
                  <a16:creationId xmlns:a16="http://schemas.microsoft.com/office/drawing/2014/main" id="{BDF020A7-53F8-CE11-CA45-9DCE5AC4FBD3}"/>
                </a:ext>
              </a:extLst>
            </p:cNvPr>
            <p:cNvSpPr>
              <a:spLocks/>
            </p:cNvSpPr>
            <p:nvPr/>
          </p:nvSpPr>
          <p:spPr bwMode="auto">
            <a:xfrm>
              <a:off x="2598" y="1597"/>
              <a:ext cx="1693" cy="1078"/>
            </a:xfrm>
            <a:custGeom>
              <a:avLst/>
              <a:gdLst>
                <a:gd name="T0" fmla="*/ 440 w 1693"/>
                <a:gd name="T1" fmla="*/ 912 h 1078"/>
                <a:gd name="T2" fmla="*/ 585 w 1693"/>
                <a:gd name="T3" fmla="*/ 842 h 1078"/>
                <a:gd name="T4" fmla="*/ 488 w 1693"/>
                <a:gd name="T5" fmla="*/ 771 h 1078"/>
                <a:gd name="T6" fmla="*/ 642 w 1693"/>
                <a:gd name="T7" fmla="*/ 809 h 1078"/>
                <a:gd name="T8" fmla="*/ 733 w 1693"/>
                <a:gd name="T9" fmla="*/ 1004 h 1078"/>
                <a:gd name="T10" fmla="*/ 854 w 1693"/>
                <a:gd name="T11" fmla="*/ 840 h 1078"/>
                <a:gd name="T12" fmla="*/ 929 w 1693"/>
                <a:gd name="T13" fmla="*/ 1022 h 1078"/>
                <a:gd name="T14" fmla="*/ 920 w 1693"/>
                <a:gd name="T15" fmla="*/ 981 h 1078"/>
                <a:gd name="T16" fmla="*/ 1001 w 1693"/>
                <a:gd name="T17" fmla="*/ 924 h 1078"/>
                <a:gd name="T18" fmla="*/ 1085 w 1693"/>
                <a:gd name="T19" fmla="*/ 817 h 1078"/>
                <a:gd name="T20" fmla="*/ 1088 w 1693"/>
                <a:gd name="T21" fmla="*/ 666 h 1078"/>
                <a:gd name="T22" fmla="*/ 1152 w 1693"/>
                <a:gd name="T23" fmla="*/ 659 h 1078"/>
                <a:gd name="T24" fmla="*/ 1209 w 1693"/>
                <a:gd name="T25" fmla="*/ 595 h 1078"/>
                <a:gd name="T26" fmla="*/ 1288 w 1693"/>
                <a:gd name="T27" fmla="*/ 355 h 1078"/>
                <a:gd name="T28" fmla="*/ 1436 w 1693"/>
                <a:gd name="T29" fmla="*/ 333 h 1078"/>
                <a:gd name="T30" fmla="*/ 1453 w 1693"/>
                <a:gd name="T31" fmla="*/ 426 h 1078"/>
                <a:gd name="T32" fmla="*/ 1581 w 1693"/>
                <a:gd name="T33" fmla="*/ 300 h 1078"/>
                <a:gd name="T34" fmla="*/ 1692 w 1693"/>
                <a:gd name="T35" fmla="*/ 238 h 1078"/>
                <a:gd name="T36" fmla="*/ 1493 w 1693"/>
                <a:gd name="T37" fmla="*/ 174 h 1078"/>
                <a:gd name="T38" fmla="*/ 1274 w 1693"/>
                <a:gd name="T39" fmla="*/ 107 h 1078"/>
                <a:gd name="T40" fmla="*/ 1125 w 1693"/>
                <a:gd name="T41" fmla="*/ 88 h 1078"/>
                <a:gd name="T42" fmla="*/ 1038 w 1693"/>
                <a:gd name="T43" fmla="*/ 60 h 1078"/>
                <a:gd name="T44" fmla="*/ 961 w 1693"/>
                <a:gd name="T45" fmla="*/ 0 h 1078"/>
                <a:gd name="T46" fmla="*/ 761 w 1693"/>
                <a:gd name="T47" fmla="*/ 93 h 1078"/>
                <a:gd name="T48" fmla="*/ 720 w 1693"/>
                <a:gd name="T49" fmla="*/ 139 h 1078"/>
                <a:gd name="T50" fmla="*/ 684 w 1693"/>
                <a:gd name="T51" fmla="*/ 105 h 1078"/>
                <a:gd name="T52" fmla="*/ 623 w 1693"/>
                <a:gd name="T53" fmla="*/ 173 h 1078"/>
                <a:gd name="T54" fmla="*/ 485 w 1693"/>
                <a:gd name="T55" fmla="*/ 211 h 1078"/>
                <a:gd name="T56" fmla="*/ 425 w 1693"/>
                <a:gd name="T57" fmla="*/ 266 h 1078"/>
                <a:gd name="T58" fmla="*/ 350 w 1693"/>
                <a:gd name="T59" fmla="*/ 220 h 1078"/>
                <a:gd name="T60" fmla="*/ 322 w 1693"/>
                <a:gd name="T61" fmla="*/ 162 h 1078"/>
                <a:gd name="T62" fmla="*/ 262 w 1693"/>
                <a:gd name="T63" fmla="*/ 158 h 1078"/>
                <a:gd name="T64" fmla="*/ 184 w 1693"/>
                <a:gd name="T65" fmla="*/ 254 h 1078"/>
                <a:gd name="T66" fmla="*/ 126 w 1693"/>
                <a:gd name="T67" fmla="*/ 367 h 1078"/>
                <a:gd name="T68" fmla="*/ 186 w 1693"/>
                <a:gd name="T69" fmla="*/ 415 h 1078"/>
                <a:gd name="T70" fmla="*/ 224 w 1693"/>
                <a:gd name="T71" fmla="*/ 333 h 1078"/>
                <a:gd name="T72" fmla="*/ 295 w 1693"/>
                <a:gd name="T73" fmla="*/ 259 h 1078"/>
                <a:gd name="T74" fmla="*/ 335 w 1693"/>
                <a:gd name="T75" fmla="*/ 344 h 1078"/>
                <a:gd name="T76" fmla="*/ 256 w 1693"/>
                <a:gd name="T77" fmla="*/ 415 h 1078"/>
                <a:gd name="T78" fmla="*/ 171 w 1693"/>
                <a:gd name="T79" fmla="*/ 430 h 1078"/>
                <a:gd name="T80" fmla="*/ 146 w 1693"/>
                <a:gd name="T81" fmla="*/ 413 h 1078"/>
                <a:gd name="T82" fmla="*/ 94 w 1693"/>
                <a:gd name="T83" fmla="*/ 481 h 1078"/>
                <a:gd name="T84" fmla="*/ 43 w 1693"/>
                <a:gd name="T85" fmla="*/ 526 h 1078"/>
                <a:gd name="T86" fmla="*/ 11 w 1693"/>
                <a:gd name="T87" fmla="*/ 582 h 1078"/>
                <a:gd name="T88" fmla="*/ 62 w 1693"/>
                <a:gd name="T89" fmla="*/ 671 h 1078"/>
                <a:gd name="T90" fmla="*/ 106 w 1693"/>
                <a:gd name="T91" fmla="*/ 589 h 1078"/>
                <a:gd name="T92" fmla="*/ 165 w 1693"/>
                <a:gd name="T93" fmla="*/ 577 h 1078"/>
                <a:gd name="T94" fmla="*/ 220 w 1693"/>
                <a:gd name="T95" fmla="*/ 626 h 1078"/>
                <a:gd name="T96" fmla="*/ 201 w 1693"/>
                <a:gd name="T97" fmla="*/ 560 h 1078"/>
                <a:gd name="T98" fmla="*/ 258 w 1693"/>
                <a:gd name="T99" fmla="*/ 652 h 1078"/>
                <a:gd name="T100" fmla="*/ 283 w 1693"/>
                <a:gd name="T101" fmla="*/ 653 h 1078"/>
                <a:gd name="T102" fmla="*/ 312 w 1693"/>
                <a:gd name="T103" fmla="*/ 597 h 1078"/>
                <a:gd name="T104" fmla="*/ 350 w 1693"/>
                <a:gd name="T105" fmla="*/ 547 h 1078"/>
                <a:gd name="T106" fmla="*/ 376 w 1693"/>
                <a:gd name="T107" fmla="*/ 560 h 1078"/>
                <a:gd name="T108" fmla="*/ 389 w 1693"/>
                <a:gd name="T109" fmla="*/ 561 h 1078"/>
                <a:gd name="T110" fmla="*/ 343 w 1693"/>
                <a:gd name="T111" fmla="*/ 616 h 1078"/>
                <a:gd name="T112" fmla="*/ 312 w 1693"/>
                <a:gd name="T113" fmla="*/ 673 h 1078"/>
                <a:gd name="T114" fmla="*/ 383 w 1693"/>
                <a:gd name="T115" fmla="*/ 697 h 10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93" h="1078">
                  <a:moveTo>
                    <a:pt x="352" y="759"/>
                  </a:moveTo>
                  <a:lnTo>
                    <a:pt x="374" y="761"/>
                  </a:lnTo>
                  <a:lnTo>
                    <a:pt x="404" y="828"/>
                  </a:lnTo>
                  <a:lnTo>
                    <a:pt x="425" y="877"/>
                  </a:lnTo>
                  <a:lnTo>
                    <a:pt x="440" y="912"/>
                  </a:lnTo>
                  <a:lnTo>
                    <a:pt x="447" y="953"/>
                  </a:lnTo>
                  <a:lnTo>
                    <a:pt x="491" y="939"/>
                  </a:lnTo>
                  <a:lnTo>
                    <a:pt x="545" y="906"/>
                  </a:lnTo>
                  <a:lnTo>
                    <a:pt x="568" y="882"/>
                  </a:lnTo>
                  <a:lnTo>
                    <a:pt x="585" y="842"/>
                  </a:lnTo>
                  <a:lnTo>
                    <a:pt x="554" y="801"/>
                  </a:lnTo>
                  <a:lnTo>
                    <a:pt x="535" y="824"/>
                  </a:lnTo>
                  <a:lnTo>
                    <a:pt x="522" y="823"/>
                  </a:lnTo>
                  <a:lnTo>
                    <a:pt x="509" y="817"/>
                  </a:lnTo>
                  <a:lnTo>
                    <a:pt x="488" y="771"/>
                  </a:lnTo>
                  <a:lnTo>
                    <a:pt x="485" y="755"/>
                  </a:lnTo>
                  <a:lnTo>
                    <a:pt x="503" y="753"/>
                  </a:lnTo>
                  <a:lnTo>
                    <a:pt x="515" y="779"/>
                  </a:lnTo>
                  <a:lnTo>
                    <a:pt x="565" y="805"/>
                  </a:lnTo>
                  <a:lnTo>
                    <a:pt x="642" y="809"/>
                  </a:lnTo>
                  <a:lnTo>
                    <a:pt x="675" y="862"/>
                  </a:lnTo>
                  <a:lnTo>
                    <a:pt x="687" y="859"/>
                  </a:lnTo>
                  <a:lnTo>
                    <a:pt x="707" y="920"/>
                  </a:lnTo>
                  <a:lnTo>
                    <a:pt x="715" y="957"/>
                  </a:lnTo>
                  <a:lnTo>
                    <a:pt x="733" y="1004"/>
                  </a:lnTo>
                  <a:lnTo>
                    <a:pt x="755" y="981"/>
                  </a:lnTo>
                  <a:lnTo>
                    <a:pt x="759" y="920"/>
                  </a:lnTo>
                  <a:lnTo>
                    <a:pt x="825" y="847"/>
                  </a:lnTo>
                  <a:lnTo>
                    <a:pt x="844" y="850"/>
                  </a:lnTo>
                  <a:lnTo>
                    <a:pt x="854" y="840"/>
                  </a:lnTo>
                  <a:lnTo>
                    <a:pt x="879" y="891"/>
                  </a:lnTo>
                  <a:lnTo>
                    <a:pt x="879" y="916"/>
                  </a:lnTo>
                  <a:lnTo>
                    <a:pt x="900" y="900"/>
                  </a:lnTo>
                  <a:lnTo>
                    <a:pt x="912" y="1003"/>
                  </a:lnTo>
                  <a:lnTo>
                    <a:pt x="929" y="1022"/>
                  </a:lnTo>
                  <a:lnTo>
                    <a:pt x="939" y="1061"/>
                  </a:lnTo>
                  <a:lnTo>
                    <a:pt x="960" y="1077"/>
                  </a:lnTo>
                  <a:lnTo>
                    <a:pt x="956" y="1038"/>
                  </a:lnTo>
                  <a:lnTo>
                    <a:pt x="932" y="1013"/>
                  </a:lnTo>
                  <a:lnTo>
                    <a:pt x="920" y="981"/>
                  </a:lnTo>
                  <a:lnTo>
                    <a:pt x="928" y="943"/>
                  </a:lnTo>
                  <a:lnTo>
                    <a:pt x="956" y="976"/>
                  </a:lnTo>
                  <a:lnTo>
                    <a:pt x="969" y="999"/>
                  </a:lnTo>
                  <a:lnTo>
                    <a:pt x="1003" y="964"/>
                  </a:lnTo>
                  <a:lnTo>
                    <a:pt x="1001" y="924"/>
                  </a:lnTo>
                  <a:lnTo>
                    <a:pt x="974" y="886"/>
                  </a:lnTo>
                  <a:lnTo>
                    <a:pt x="994" y="855"/>
                  </a:lnTo>
                  <a:lnTo>
                    <a:pt x="1012" y="868"/>
                  </a:lnTo>
                  <a:lnTo>
                    <a:pt x="1036" y="848"/>
                  </a:lnTo>
                  <a:lnTo>
                    <a:pt x="1085" y="817"/>
                  </a:lnTo>
                  <a:lnTo>
                    <a:pt x="1112" y="735"/>
                  </a:lnTo>
                  <a:lnTo>
                    <a:pt x="1089" y="696"/>
                  </a:lnTo>
                  <a:lnTo>
                    <a:pt x="1118" y="665"/>
                  </a:lnTo>
                  <a:lnTo>
                    <a:pt x="1103" y="659"/>
                  </a:lnTo>
                  <a:lnTo>
                    <a:pt x="1088" y="666"/>
                  </a:lnTo>
                  <a:lnTo>
                    <a:pt x="1076" y="651"/>
                  </a:lnTo>
                  <a:lnTo>
                    <a:pt x="1111" y="617"/>
                  </a:lnTo>
                  <a:lnTo>
                    <a:pt x="1106" y="648"/>
                  </a:lnTo>
                  <a:lnTo>
                    <a:pt x="1143" y="636"/>
                  </a:lnTo>
                  <a:lnTo>
                    <a:pt x="1152" y="659"/>
                  </a:lnTo>
                  <a:lnTo>
                    <a:pt x="1149" y="703"/>
                  </a:lnTo>
                  <a:lnTo>
                    <a:pt x="1177" y="681"/>
                  </a:lnTo>
                  <a:lnTo>
                    <a:pt x="1160" y="633"/>
                  </a:lnTo>
                  <a:lnTo>
                    <a:pt x="1197" y="586"/>
                  </a:lnTo>
                  <a:lnTo>
                    <a:pt x="1209" y="595"/>
                  </a:lnTo>
                  <a:lnTo>
                    <a:pt x="1269" y="517"/>
                  </a:lnTo>
                  <a:lnTo>
                    <a:pt x="1278" y="463"/>
                  </a:lnTo>
                  <a:lnTo>
                    <a:pt x="1264" y="433"/>
                  </a:lnTo>
                  <a:lnTo>
                    <a:pt x="1226" y="426"/>
                  </a:lnTo>
                  <a:lnTo>
                    <a:pt x="1288" y="355"/>
                  </a:lnTo>
                  <a:lnTo>
                    <a:pt x="1339" y="354"/>
                  </a:lnTo>
                  <a:lnTo>
                    <a:pt x="1392" y="356"/>
                  </a:lnTo>
                  <a:lnTo>
                    <a:pt x="1412" y="315"/>
                  </a:lnTo>
                  <a:lnTo>
                    <a:pt x="1439" y="311"/>
                  </a:lnTo>
                  <a:lnTo>
                    <a:pt x="1436" y="333"/>
                  </a:lnTo>
                  <a:lnTo>
                    <a:pt x="1471" y="306"/>
                  </a:lnTo>
                  <a:lnTo>
                    <a:pt x="1408" y="377"/>
                  </a:lnTo>
                  <a:lnTo>
                    <a:pt x="1400" y="396"/>
                  </a:lnTo>
                  <a:lnTo>
                    <a:pt x="1408" y="481"/>
                  </a:lnTo>
                  <a:lnTo>
                    <a:pt x="1453" y="426"/>
                  </a:lnTo>
                  <a:lnTo>
                    <a:pt x="1451" y="373"/>
                  </a:lnTo>
                  <a:lnTo>
                    <a:pt x="1465" y="345"/>
                  </a:lnTo>
                  <a:lnTo>
                    <a:pt x="1504" y="333"/>
                  </a:lnTo>
                  <a:lnTo>
                    <a:pt x="1522" y="344"/>
                  </a:lnTo>
                  <a:lnTo>
                    <a:pt x="1581" y="300"/>
                  </a:lnTo>
                  <a:lnTo>
                    <a:pt x="1599" y="291"/>
                  </a:lnTo>
                  <a:lnTo>
                    <a:pt x="1592" y="266"/>
                  </a:lnTo>
                  <a:lnTo>
                    <a:pt x="1617" y="247"/>
                  </a:lnTo>
                  <a:lnTo>
                    <a:pt x="1669" y="267"/>
                  </a:lnTo>
                  <a:lnTo>
                    <a:pt x="1692" y="238"/>
                  </a:lnTo>
                  <a:lnTo>
                    <a:pt x="1643" y="208"/>
                  </a:lnTo>
                  <a:lnTo>
                    <a:pt x="1590" y="175"/>
                  </a:lnTo>
                  <a:lnTo>
                    <a:pt x="1526" y="163"/>
                  </a:lnTo>
                  <a:lnTo>
                    <a:pt x="1520" y="188"/>
                  </a:lnTo>
                  <a:lnTo>
                    <a:pt x="1493" y="174"/>
                  </a:lnTo>
                  <a:lnTo>
                    <a:pt x="1447" y="177"/>
                  </a:lnTo>
                  <a:lnTo>
                    <a:pt x="1425" y="146"/>
                  </a:lnTo>
                  <a:lnTo>
                    <a:pt x="1372" y="148"/>
                  </a:lnTo>
                  <a:lnTo>
                    <a:pt x="1345" y="120"/>
                  </a:lnTo>
                  <a:lnTo>
                    <a:pt x="1274" y="107"/>
                  </a:lnTo>
                  <a:lnTo>
                    <a:pt x="1248" y="142"/>
                  </a:lnTo>
                  <a:lnTo>
                    <a:pt x="1204" y="125"/>
                  </a:lnTo>
                  <a:lnTo>
                    <a:pt x="1192" y="150"/>
                  </a:lnTo>
                  <a:lnTo>
                    <a:pt x="1176" y="103"/>
                  </a:lnTo>
                  <a:lnTo>
                    <a:pt x="1125" y="88"/>
                  </a:lnTo>
                  <a:lnTo>
                    <a:pt x="1124" y="103"/>
                  </a:lnTo>
                  <a:lnTo>
                    <a:pt x="1060" y="90"/>
                  </a:lnTo>
                  <a:lnTo>
                    <a:pt x="1019" y="90"/>
                  </a:lnTo>
                  <a:lnTo>
                    <a:pt x="979" y="101"/>
                  </a:lnTo>
                  <a:lnTo>
                    <a:pt x="1038" y="60"/>
                  </a:lnTo>
                  <a:lnTo>
                    <a:pt x="1043" y="43"/>
                  </a:lnTo>
                  <a:lnTo>
                    <a:pt x="1020" y="22"/>
                  </a:lnTo>
                  <a:lnTo>
                    <a:pt x="977" y="29"/>
                  </a:lnTo>
                  <a:lnTo>
                    <a:pt x="987" y="18"/>
                  </a:lnTo>
                  <a:lnTo>
                    <a:pt x="961" y="0"/>
                  </a:lnTo>
                  <a:lnTo>
                    <a:pt x="915" y="33"/>
                  </a:lnTo>
                  <a:lnTo>
                    <a:pt x="870" y="43"/>
                  </a:lnTo>
                  <a:lnTo>
                    <a:pt x="822" y="61"/>
                  </a:lnTo>
                  <a:lnTo>
                    <a:pt x="814" y="85"/>
                  </a:lnTo>
                  <a:lnTo>
                    <a:pt x="761" y="93"/>
                  </a:lnTo>
                  <a:lnTo>
                    <a:pt x="765" y="117"/>
                  </a:lnTo>
                  <a:lnTo>
                    <a:pt x="785" y="133"/>
                  </a:lnTo>
                  <a:lnTo>
                    <a:pt x="743" y="118"/>
                  </a:lnTo>
                  <a:lnTo>
                    <a:pt x="743" y="146"/>
                  </a:lnTo>
                  <a:lnTo>
                    <a:pt x="720" y="139"/>
                  </a:lnTo>
                  <a:lnTo>
                    <a:pt x="714" y="119"/>
                  </a:lnTo>
                  <a:lnTo>
                    <a:pt x="697" y="134"/>
                  </a:lnTo>
                  <a:lnTo>
                    <a:pt x="708" y="150"/>
                  </a:lnTo>
                  <a:lnTo>
                    <a:pt x="698" y="208"/>
                  </a:lnTo>
                  <a:lnTo>
                    <a:pt x="684" y="105"/>
                  </a:lnTo>
                  <a:lnTo>
                    <a:pt x="666" y="105"/>
                  </a:lnTo>
                  <a:lnTo>
                    <a:pt x="646" y="171"/>
                  </a:lnTo>
                  <a:lnTo>
                    <a:pt x="664" y="186"/>
                  </a:lnTo>
                  <a:lnTo>
                    <a:pt x="658" y="197"/>
                  </a:lnTo>
                  <a:lnTo>
                    <a:pt x="623" y="173"/>
                  </a:lnTo>
                  <a:lnTo>
                    <a:pt x="595" y="167"/>
                  </a:lnTo>
                  <a:lnTo>
                    <a:pt x="595" y="185"/>
                  </a:lnTo>
                  <a:lnTo>
                    <a:pt x="543" y="199"/>
                  </a:lnTo>
                  <a:lnTo>
                    <a:pt x="535" y="185"/>
                  </a:lnTo>
                  <a:lnTo>
                    <a:pt x="485" y="211"/>
                  </a:lnTo>
                  <a:lnTo>
                    <a:pt x="452" y="197"/>
                  </a:lnTo>
                  <a:lnTo>
                    <a:pt x="453" y="242"/>
                  </a:lnTo>
                  <a:lnTo>
                    <a:pt x="436" y="230"/>
                  </a:lnTo>
                  <a:lnTo>
                    <a:pt x="417" y="247"/>
                  </a:lnTo>
                  <a:lnTo>
                    <a:pt x="425" y="266"/>
                  </a:lnTo>
                  <a:lnTo>
                    <a:pt x="389" y="263"/>
                  </a:lnTo>
                  <a:lnTo>
                    <a:pt x="397" y="279"/>
                  </a:lnTo>
                  <a:lnTo>
                    <a:pt x="372" y="266"/>
                  </a:lnTo>
                  <a:lnTo>
                    <a:pt x="373" y="242"/>
                  </a:lnTo>
                  <a:lnTo>
                    <a:pt x="350" y="220"/>
                  </a:lnTo>
                  <a:lnTo>
                    <a:pt x="409" y="238"/>
                  </a:lnTo>
                  <a:lnTo>
                    <a:pt x="426" y="209"/>
                  </a:lnTo>
                  <a:lnTo>
                    <a:pt x="382" y="180"/>
                  </a:lnTo>
                  <a:lnTo>
                    <a:pt x="350" y="165"/>
                  </a:lnTo>
                  <a:lnTo>
                    <a:pt x="322" y="162"/>
                  </a:lnTo>
                  <a:lnTo>
                    <a:pt x="341" y="157"/>
                  </a:lnTo>
                  <a:lnTo>
                    <a:pt x="314" y="144"/>
                  </a:lnTo>
                  <a:lnTo>
                    <a:pt x="290" y="145"/>
                  </a:lnTo>
                  <a:lnTo>
                    <a:pt x="275" y="164"/>
                  </a:lnTo>
                  <a:lnTo>
                    <a:pt x="262" y="158"/>
                  </a:lnTo>
                  <a:lnTo>
                    <a:pt x="243" y="179"/>
                  </a:lnTo>
                  <a:lnTo>
                    <a:pt x="233" y="174"/>
                  </a:lnTo>
                  <a:lnTo>
                    <a:pt x="228" y="189"/>
                  </a:lnTo>
                  <a:lnTo>
                    <a:pt x="212" y="202"/>
                  </a:lnTo>
                  <a:lnTo>
                    <a:pt x="184" y="254"/>
                  </a:lnTo>
                  <a:lnTo>
                    <a:pt x="161" y="278"/>
                  </a:lnTo>
                  <a:lnTo>
                    <a:pt x="122" y="307"/>
                  </a:lnTo>
                  <a:lnTo>
                    <a:pt x="142" y="317"/>
                  </a:lnTo>
                  <a:lnTo>
                    <a:pt x="121" y="327"/>
                  </a:lnTo>
                  <a:lnTo>
                    <a:pt x="126" y="367"/>
                  </a:lnTo>
                  <a:lnTo>
                    <a:pt x="147" y="372"/>
                  </a:lnTo>
                  <a:lnTo>
                    <a:pt x="168" y="344"/>
                  </a:lnTo>
                  <a:lnTo>
                    <a:pt x="178" y="384"/>
                  </a:lnTo>
                  <a:lnTo>
                    <a:pt x="188" y="397"/>
                  </a:lnTo>
                  <a:lnTo>
                    <a:pt x="186" y="415"/>
                  </a:lnTo>
                  <a:lnTo>
                    <a:pt x="213" y="403"/>
                  </a:lnTo>
                  <a:lnTo>
                    <a:pt x="220" y="367"/>
                  </a:lnTo>
                  <a:lnTo>
                    <a:pt x="215" y="364"/>
                  </a:lnTo>
                  <a:lnTo>
                    <a:pt x="238" y="344"/>
                  </a:lnTo>
                  <a:lnTo>
                    <a:pt x="224" y="333"/>
                  </a:lnTo>
                  <a:lnTo>
                    <a:pt x="224" y="300"/>
                  </a:lnTo>
                  <a:lnTo>
                    <a:pt x="262" y="267"/>
                  </a:lnTo>
                  <a:lnTo>
                    <a:pt x="264" y="245"/>
                  </a:lnTo>
                  <a:lnTo>
                    <a:pt x="283" y="240"/>
                  </a:lnTo>
                  <a:lnTo>
                    <a:pt x="295" y="259"/>
                  </a:lnTo>
                  <a:lnTo>
                    <a:pt x="257" y="296"/>
                  </a:lnTo>
                  <a:lnTo>
                    <a:pt x="259" y="332"/>
                  </a:lnTo>
                  <a:lnTo>
                    <a:pt x="273" y="345"/>
                  </a:lnTo>
                  <a:lnTo>
                    <a:pt x="314" y="333"/>
                  </a:lnTo>
                  <a:lnTo>
                    <a:pt x="335" y="344"/>
                  </a:lnTo>
                  <a:lnTo>
                    <a:pt x="278" y="354"/>
                  </a:lnTo>
                  <a:lnTo>
                    <a:pt x="283" y="392"/>
                  </a:lnTo>
                  <a:lnTo>
                    <a:pt x="269" y="379"/>
                  </a:lnTo>
                  <a:lnTo>
                    <a:pt x="257" y="393"/>
                  </a:lnTo>
                  <a:lnTo>
                    <a:pt x="256" y="415"/>
                  </a:lnTo>
                  <a:lnTo>
                    <a:pt x="244" y="429"/>
                  </a:lnTo>
                  <a:lnTo>
                    <a:pt x="224" y="425"/>
                  </a:lnTo>
                  <a:lnTo>
                    <a:pt x="198" y="441"/>
                  </a:lnTo>
                  <a:lnTo>
                    <a:pt x="185" y="429"/>
                  </a:lnTo>
                  <a:lnTo>
                    <a:pt x="171" y="430"/>
                  </a:lnTo>
                  <a:lnTo>
                    <a:pt x="158" y="423"/>
                  </a:lnTo>
                  <a:lnTo>
                    <a:pt x="169" y="401"/>
                  </a:lnTo>
                  <a:lnTo>
                    <a:pt x="166" y="380"/>
                  </a:lnTo>
                  <a:lnTo>
                    <a:pt x="149" y="392"/>
                  </a:lnTo>
                  <a:lnTo>
                    <a:pt x="146" y="413"/>
                  </a:lnTo>
                  <a:lnTo>
                    <a:pt x="151" y="447"/>
                  </a:lnTo>
                  <a:lnTo>
                    <a:pt x="144" y="441"/>
                  </a:lnTo>
                  <a:lnTo>
                    <a:pt x="125" y="448"/>
                  </a:lnTo>
                  <a:lnTo>
                    <a:pt x="120" y="470"/>
                  </a:lnTo>
                  <a:lnTo>
                    <a:pt x="94" y="481"/>
                  </a:lnTo>
                  <a:lnTo>
                    <a:pt x="84" y="503"/>
                  </a:lnTo>
                  <a:lnTo>
                    <a:pt x="64" y="500"/>
                  </a:lnTo>
                  <a:lnTo>
                    <a:pt x="67" y="515"/>
                  </a:lnTo>
                  <a:lnTo>
                    <a:pt x="40" y="517"/>
                  </a:lnTo>
                  <a:lnTo>
                    <a:pt x="43" y="526"/>
                  </a:lnTo>
                  <a:lnTo>
                    <a:pt x="64" y="534"/>
                  </a:lnTo>
                  <a:lnTo>
                    <a:pt x="62" y="541"/>
                  </a:lnTo>
                  <a:lnTo>
                    <a:pt x="73" y="561"/>
                  </a:lnTo>
                  <a:lnTo>
                    <a:pt x="64" y="586"/>
                  </a:lnTo>
                  <a:lnTo>
                    <a:pt x="11" y="582"/>
                  </a:lnTo>
                  <a:lnTo>
                    <a:pt x="2" y="591"/>
                  </a:lnTo>
                  <a:lnTo>
                    <a:pt x="0" y="646"/>
                  </a:lnTo>
                  <a:lnTo>
                    <a:pt x="5" y="668"/>
                  </a:lnTo>
                  <a:lnTo>
                    <a:pt x="18" y="666"/>
                  </a:lnTo>
                  <a:lnTo>
                    <a:pt x="62" y="671"/>
                  </a:lnTo>
                  <a:lnTo>
                    <a:pt x="80" y="649"/>
                  </a:lnTo>
                  <a:lnTo>
                    <a:pt x="77" y="639"/>
                  </a:lnTo>
                  <a:lnTo>
                    <a:pt x="86" y="620"/>
                  </a:lnTo>
                  <a:lnTo>
                    <a:pt x="106" y="608"/>
                  </a:lnTo>
                  <a:lnTo>
                    <a:pt x="106" y="589"/>
                  </a:lnTo>
                  <a:lnTo>
                    <a:pt x="113" y="583"/>
                  </a:lnTo>
                  <a:lnTo>
                    <a:pt x="131" y="590"/>
                  </a:lnTo>
                  <a:lnTo>
                    <a:pt x="142" y="580"/>
                  </a:lnTo>
                  <a:lnTo>
                    <a:pt x="153" y="571"/>
                  </a:lnTo>
                  <a:lnTo>
                    <a:pt x="165" y="577"/>
                  </a:lnTo>
                  <a:lnTo>
                    <a:pt x="173" y="598"/>
                  </a:lnTo>
                  <a:lnTo>
                    <a:pt x="212" y="629"/>
                  </a:lnTo>
                  <a:lnTo>
                    <a:pt x="215" y="657"/>
                  </a:lnTo>
                  <a:lnTo>
                    <a:pt x="224" y="643"/>
                  </a:lnTo>
                  <a:lnTo>
                    <a:pt x="220" y="626"/>
                  </a:lnTo>
                  <a:lnTo>
                    <a:pt x="236" y="629"/>
                  </a:lnTo>
                  <a:lnTo>
                    <a:pt x="204" y="602"/>
                  </a:lnTo>
                  <a:lnTo>
                    <a:pt x="184" y="576"/>
                  </a:lnTo>
                  <a:lnTo>
                    <a:pt x="183" y="559"/>
                  </a:lnTo>
                  <a:lnTo>
                    <a:pt x="201" y="560"/>
                  </a:lnTo>
                  <a:lnTo>
                    <a:pt x="215" y="583"/>
                  </a:lnTo>
                  <a:lnTo>
                    <a:pt x="242" y="606"/>
                  </a:lnTo>
                  <a:lnTo>
                    <a:pt x="242" y="625"/>
                  </a:lnTo>
                  <a:lnTo>
                    <a:pt x="250" y="634"/>
                  </a:lnTo>
                  <a:lnTo>
                    <a:pt x="258" y="652"/>
                  </a:lnTo>
                  <a:lnTo>
                    <a:pt x="275" y="654"/>
                  </a:lnTo>
                  <a:lnTo>
                    <a:pt x="258" y="658"/>
                  </a:lnTo>
                  <a:lnTo>
                    <a:pt x="263" y="671"/>
                  </a:lnTo>
                  <a:lnTo>
                    <a:pt x="275" y="677"/>
                  </a:lnTo>
                  <a:lnTo>
                    <a:pt x="283" y="653"/>
                  </a:lnTo>
                  <a:lnTo>
                    <a:pt x="270" y="644"/>
                  </a:lnTo>
                  <a:lnTo>
                    <a:pt x="276" y="641"/>
                  </a:lnTo>
                  <a:lnTo>
                    <a:pt x="271" y="623"/>
                  </a:lnTo>
                  <a:lnTo>
                    <a:pt x="314" y="617"/>
                  </a:lnTo>
                  <a:lnTo>
                    <a:pt x="312" y="597"/>
                  </a:lnTo>
                  <a:lnTo>
                    <a:pt x="322" y="581"/>
                  </a:lnTo>
                  <a:lnTo>
                    <a:pt x="330" y="559"/>
                  </a:lnTo>
                  <a:lnTo>
                    <a:pt x="335" y="545"/>
                  </a:lnTo>
                  <a:lnTo>
                    <a:pt x="350" y="541"/>
                  </a:lnTo>
                  <a:lnTo>
                    <a:pt x="350" y="547"/>
                  </a:lnTo>
                  <a:lnTo>
                    <a:pt x="363" y="548"/>
                  </a:lnTo>
                  <a:lnTo>
                    <a:pt x="355" y="558"/>
                  </a:lnTo>
                  <a:lnTo>
                    <a:pt x="366" y="571"/>
                  </a:lnTo>
                  <a:lnTo>
                    <a:pt x="389" y="557"/>
                  </a:lnTo>
                  <a:lnTo>
                    <a:pt x="376" y="560"/>
                  </a:lnTo>
                  <a:lnTo>
                    <a:pt x="375" y="552"/>
                  </a:lnTo>
                  <a:lnTo>
                    <a:pt x="377" y="544"/>
                  </a:lnTo>
                  <a:lnTo>
                    <a:pt x="411" y="533"/>
                  </a:lnTo>
                  <a:lnTo>
                    <a:pt x="399" y="541"/>
                  </a:lnTo>
                  <a:lnTo>
                    <a:pt x="389" y="561"/>
                  </a:lnTo>
                  <a:lnTo>
                    <a:pt x="429" y="593"/>
                  </a:lnTo>
                  <a:lnTo>
                    <a:pt x="430" y="609"/>
                  </a:lnTo>
                  <a:lnTo>
                    <a:pt x="401" y="618"/>
                  </a:lnTo>
                  <a:lnTo>
                    <a:pt x="377" y="602"/>
                  </a:lnTo>
                  <a:lnTo>
                    <a:pt x="343" y="616"/>
                  </a:lnTo>
                  <a:lnTo>
                    <a:pt x="327" y="614"/>
                  </a:lnTo>
                  <a:lnTo>
                    <a:pt x="333" y="621"/>
                  </a:lnTo>
                  <a:lnTo>
                    <a:pt x="302" y="630"/>
                  </a:lnTo>
                  <a:lnTo>
                    <a:pt x="310" y="651"/>
                  </a:lnTo>
                  <a:lnTo>
                    <a:pt x="312" y="673"/>
                  </a:lnTo>
                  <a:lnTo>
                    <a:pt x="333" y="678"/>
                  </a:lnTo>
                  <a:lnTo>
                    <a:pt x="342" y="671"/>
                  </a:lnTo>
                  <a:lnTo>
                    <a:pt x="358" y="681"/>
                  </a:lnTo>
                  <a:lnTo>
                    <a:pt x="385" y="671"/>
                  </a:lnTo>
                  <a:lnTo>
                    <a:pt x="383" y="697"/>
                  </a:lnTo>
                  <a:lnTo>
                    <a:pt x="366" y="739"/>
                  </a:lnTo>
                  <a:lnTo>
                    <a:pt x="338" y="736"/>
                  </a:lnTo>
                  <a:lnTo>
                    <a:pt x="352" y="759"/>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39" name="Freeform 79">
              <a:extLst>
                <a:ext uri="{FF2B5EF4-FFF2-40B4-BE49-F238E27FC236}">
                  <a16:creationId xmlns:a16="http://schemas.microsoft.com/office/drawing/2014/main" id="{EA845923-D955-3EEF-81B1-1E8471FA657F}"/>
                </a:ext>
              </a:extLst>
            </p:cNvPr>
            <p:cNvSpPr>
              <a:spLocks/>
            </p:cNvSpPr>
            <p:nvPr/>
          </p:nvSpPr>
          <p:spPr bwMode="auto">
            <a:xfrm>
              <a:off x="2060" y="1451"/>
              <a:ext cx="514" cy="489"/>
            </a:xfrm>
            <a:custGeom>
              <a:avLst/>
              <a:gdLst>
                <a:gd name="T0" fmla="*/ 3 w 514"/>
                <a:gd name="T1" fmla="*/ 127 h 489"/>
                <a:gd name="T2" fmla="*/ 57 w 514"/>
                <a:gd name="T3" fmla="*/ 114 h 489"/>
                <a:gd name="T4" fmla="*/ 59 w 514"/>
                <a:gd name="T5" fmla="*/ 92 h 489"/>
                <a:gd name="T6" fmla="*/ 74 w 514"/>
                <a:gd name="T7" fmla="*/ 62 h 489"/>
                <a:gd name="T8" fmla="*/ 94 w 514"/>
                <a:gd name="T9" fmla="*/ 44 h 489"/>
                <a:gd name="T10" fmla="*/ 109 w 514"/>
                <a:gd name="T11" fmla="*/ 40 h 489"/>
                <a:gd name="T12" fmla="*/ 164 w 514"/>
                <a:gd name="T13" fmla="*/ 39 h 489"/>
                <a:gd name="T14" fmla="*/ 185 w 514"/>
                <a:gd name="T15" fmla="*/ 26 h 489"/>
                <a:gd name="T16" fmla="*/ 267 w 514"/>
                <a:gd name="T17" fmla="*/ 31 h 489"/>
                <a:gd name="T18" fmla="*/ 246 w 514"/>
                <a:gd name="T19" fmla="*/ 6 h 489"/>
                <a:gd name="T20" fmla="*/ 292 w 514"/>
                <a:gd name="T21" fmla="*/ 9 h 489"/>
                <a:gd name="T22" fmla="*/ 374 w 514"/>
                <a:gd name="T23" fmla="*/ 6 h 489"/>
                <a:gd name="T24" fmla="*/ 431 w 514"/>
                <a:gd name="T25" fmla="*/ 25 h 489"/>
                <a:gd name="T26" fmla="*/ 329 w 514"/>
                <a:gd name="T27" fmla="*/ 50 h 489"/>
                <a:gd name="T28" fmla="*/ 383 w 514"/>
                <a:gd name="T29" fmla="*/ 55 h 489"/>
                <a:gd name="T30" fmla="*/ 426 w 514"/>
                <a:gd name="T31" fmla="*/ 54 h 489"/>
                <a:gd name="T32" fmla="*/ 444 w 514"/>
                <a:gd name="T33" fmla="*/ 55 h 489"/>
                <a:gd name="T34" fmla="*/ 488 w 514"/>
                <a:gd name="T35" fmla="*/ 42 h 489"/>
                <a:gd name="T36" fmla="*/ 490 w 514"/>
                <a:gd name="T37" fmla="*/ 69 h 489"/>
                <a:gd name="T38" fmla="*/ 480 w 514"/>
                <a:gd name="T39" fmla="*/ 79 h 489"/>
                <a:gd name="T40" fmla="*/ 455 w 514"/>
                <a:gd name="T41" fmla="*/ 108 h 489"/>
                <a:gd name="T42" fmla="*/ 454 w 514"/>
                <a:gd name="T43" fmla="*/ 145 h 489"/>
                <a:gd name="T44" fmla="*/ 462 w 514"/>
                <a:gd name="T45" fmla="*/ 155 h 489"/>
                <a:gd name="T46" fmla="*/ 448 w 514"/>
                <a:gd name="T47" fmla="*/ 181 h 489"/>
                <a:gd name="T48" fmla="*/ 430 w 514"/>
                <a:gd name="T49" fmla="*/ 197 h 489"/>
                <a:gd name="T50" fmla="*/ 455 w 514"/>
                <a:gd name="T51" fmla="*/ 221 h 489"/>
                <a:gd name="T52" fmla="*/ 444 w 514"/>
                <a:gd name="T53" fmla="*/ 234 h 489"/>
                <a:gd name="T54" fmla="*/ 411 w 514"/>
                <a:gd name="T55" fmla="*/ 234 h 489"/>
                <a:gd name="T56" fmla="*/ 401 w 514"/>
                <a:gd name="T57" fmla="*/ 270 h 489"/>
                <a:gd name="T58" fmla="*/ 432 w 514"/>
                <a:gd name="T59" fmla="*/ 283 h 489"/>
                <a:gd name="T60" fmla="*/ 408 w 514"/>
                <a:gd name="T61" fmla="*/ 285 h 489"/>
                <a:gd name="T62" fmla="*/ 377 w 514"/>
                <a:gd name="T63" fmla="*/ 292 h 489"/>
                <a:gd name="T64" fmla="*/ 375 w 514"/>
                <a:gd name="T65" fmla="*/ 310 h 489"/>
                <a:gd name="T66" fmla="*/ 394 w 514"/>
                <a:gd name="T67" fmla="*/ 336 h 489"/>
                <a:gd name="T68" fmla="*/ 335 w 514"/>
                <a:gd name="T69" fmla="*/ 354 h 489"/>
                <a:gd name="T70" fmla="*/ 296 w 514"/>
                <a:gd name="T71" fmla="*/ 379 h 489"/>
                <a:gd name="T72" fmla="*/ 276 w 514"/>
                <a:gd name="T73" fmla="*/ 395 h 489"/>
                <a:gd name="T74" fmla="*/ 272 w 514"/>
                <a:gd name="T75" fmla="*/ 428 h 489"/>
                <a:gd name="T76" fmla="*/ 261 w 514"/>
                <a:gd name="T77" fmla="*/ 459 h 489"/>
                <a:gd name="T78" fmla="*/ 237 w 514"/>
                <a:gd name="T79" fmla="*/ 488 h 489"/>
                <a:gd name="T80" fmla="*/ 198 w 514"/>
                <a:gd name="T81" fmla="*/ 456 h 489"/>
                <a:gd name="T82" fmla="*/ 165 w 514"/>
                <a:gd name="T83" fmla="*/ 386 h 489"/>
                <a:gd name="T84" fmla="*/ 170 w 514"/>
                <a:gd name="T85" fmla="*/ 342 h 489"/>
                <a:gd name="T86" fmla="*/ 190 w 514"/>
                <a:gd name="T87" fmla="*/ 310 h 489"/>
                <a:gd name="T88" fmla="*/ 156 w 514"/>
                <a:gd name="T89" fmla="*/ 297 h 489"/>
                <a:gd name="T90" fmla="*/ 168 w 514"/>
                <a:gd name="T91" fmla="*/ 284 h 489"/>
                <a:gd name="T92" fmla="*/ 160 w 514"/>
                <a:gd name="T93" fmla="*/ 283 h 489"/>
                <a:gd name="T94" fmla="*/ 147 w 514"/>
                <a:gd name="T95" fmla="*/ 271 h 489"/>
                <a:gd name="T96" fmla="*/ 136 w 514"/>
                <a:gd name="T97" fmla="*/ 220 h 489"/>
                <a:gd name="T98" fmla="*/ 102 w 514"/>
                <a:gd name="T99" fmla="*/ 183 h 489"/>
                <a:gd name="T100" fmla="*/ 28 w 514"/>
                <a:gd name="T101" fmla="*/ 177 h 489"/>
                <a:gd name="T102" fmla="*/ 13 w 514"/>
                <a:gd name="T103" fmla="*/ 164 h 489"/>
                <a:gd name="T104" fmla="*/ 31 w 514"/>
                <a:gd name="T105" fmla="*/ 152 h 48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14" h="489">
                  <a:moveTo>
                    <a:pt x="0" y="134"/>
                  </a:moveTo>
                  <a:lnTo>
                    <a:pt x="3" y="127"/>
                  </a:lnTo>
                  <a:lnTo>
                    <a:pt x="35" y="114"/>
                  </a:lnTo>
                  <a:lnTo>
                    <a:pt x="57" y="114"/>
                  </a:lnTo>
                  <a:lnTo>
                    <a:pt x="74" y="84"/>
                  </a:lnTo>
                  <a:lnTo>
                    <a:pt x="59" y="92"/>
                  </a:lnTo>
                  <a:lnTo>
                    <a:pt x="44" y="84"/>
                  </a:lnTo>
                  <a:lnTo>
                    <a:pt x="74" y="62"/>
                  </a:lnTo>
                  <a:lnTo>
                    <a:pt x="96" y="61"/>
                  </a:lnTo>
                  <a:lnTo>
                    <a:pt x="94" y="44"/>
                  </a:lnTo>
                  <a:lnTo>
                    <a:pt x="129" y="56"/>
                  </a:lnTo>
                  <a:lnTo>
                    <a:pt x="109" y="40"/>
                  </a:lnTo>
                  <a:lnTo>
                    <a:pt x="147" y="31"/>
                  </a:lnTo>
                  <a:lnTo>
                    <a:pt x="164" y="39"/>
                  </a:lnTo>
                  <a:lnTo>
                    <a:pt x="192" y="42"/>
                  </a:lnTo>
                  <a:lnTo>
                    <a:pt x="185" y="26"/>
                  </a:lnTo>
                  <a:lnTo>
                    <a:pt x="233" y="46"/>
                  </a:lnTo>
                  <a:lnTo>
                    <a:pt x="267" y="31"/>
                  </a:lnTo>
                  <a:lnTo>
                    <a:pt x="225" y="9"/>
                  </a:lnTo>
                  <a:lnTo>
                    <a:pt x="246" y="6"/>
                  </a:lnTo>
                  <a:lnTo>
                    <a:pt x="281" y="19"/>
                  </a:lnTo>
                  <a:lnTo>
                    <a:pt x="292" y="9"/>
                  </a:lnTo>
                  <a:lnTo>
                    <a:pt x="287" y="0"/>
                  </a:lnTo>
                  <a:lnTo>
                    <a:pt x="374" y="6"/>
                  </a:lnTo>
                  <a:lnTo>
                    <a:pt x="408" y="16"/>
                  </a:lnTo>
                  <a:lnTo>
                    <a:pt x="431" y="25"/>
                  </a:lnTo>
                  <a:lnTo>
                    <a:pt x="338" y="35"/>
                  </a:lnTo>
                  <a:lnTo>
                    <a:pt x="329" y="50"/>
                  </a:lnTo>
                  <a:lnTo>
                    <a:pt x="396" y="45"/>
                  </a:lnTo>
                  <a:lnTo>
                    <a:pt x="383" y="55"/>
                  </a:lnTo>
                  <a:lnTo>
                    <a:pt x="423" y="38"/>
                  </a:lnTo>
                  <a:lnTo>
                    <a:pt x="426" y="54"/>
                  </a:lnTo>
                  <a:lnTo>
                    <a:pt x="406" y="81"/>
                  </a:lnTo>
                  <a:lnTo>
                    <a:pt x="444" y="55"/>
                  </a:lnTo>
                  <a:lnTo>
                    <a:pt x="468" y="44"/>
                  </a:lnTo>
                  <a:lnTo>
                    <a:pt x="488" y="42"/>
                  </a:lnTo>
                  <a:lnTo>
                    <a:pt x="513" y="50"/>
                  </a:lnTo>
                  <a:lnTo>
                    <a:pt x="490" y="69"/>
                  </a:lnTo>
                  <a:lnTo>
                    <a:pt x="435" y="77"/>
                  </a:lnTo>
                  <a:lnTo>
                    <a:pt x="480" y="79"/>
                  </a:lnTo>
                  <a:lnTo>
                    <a:pt x="443" y="88"/>
                  </a:lnTo>
                  <a:lnTo>
                    <a:pt x="455" y="108"/>
                  </a:lnTo>
                  <a:lnTo>
                    <a:pt x="437" y="120"/>
                  </a:lnTo>
                  <a:lnTo>
                    <a:pt x="454" y="145"/>
                  </a:lnTo>
                  <a:lnTo>
                    <a:pt x="443" y="153"/>
                  </a:lnTo>
                  <a:lnTo>
                    <a:pt x="462" y="155"/>
                  </a:lnTo>
                  <a:lnTo>
                    <a:pt x="441" y="168"/>
                  </a:lnTo>
                  <a:lnTo>
                    <a:pt x="448" y="181"/>
                  </a:lnTo>
                  <a:lnTo>
                    <a:pt x="451" y="205"/>
                  </a:lnTo>
                  <a:lnTo>
                    <a:pt x="430" y="197"/>
                  </a:lnTo>
                  <a:lnTo>
                    <a:pt x="438" y="215"/>
                  </a:lnTo>
                  <a:lnTo>
                    <a:pt x="455" y="221"/>
                  </a:lnTo>
                  <a:lnTo>
                    <a:pt x="427" y="223"/>
                  </a:lnTo>
                  <a:lnTo>
                    <a:pt x="444" y="234"/>
                  </a:lnTo>
                  <a:lnTo>
                    <a:pt x="427" y="245"/>
                  </a:lnTo>
                  <a:lnTo>
                    <a:pt x="411" y="234"/>
                  </a:lnTo>
                  <a:lnTo>
                    <a:pt x="388" y="244"/>
                  </a:lnTo>
                  <a:lnTo>
                    <a:pt x="401" y="270"/>
                  </a:lnTo>
                  <a:lnTo>
                    <a:pt x="408" y="263"/>
                  </a:lnTo>
                  <a:lnTo>
                    <a:pt x="432" y="283"/>
                  </a:lnTo>
                  <a:lnTo>
                    <a:pt x="434" y="302"/>
                  </a:lnTo>
                  <a:lnTo>
                    <a:pt x="408" y="285"/>
                  </a:lnTo>
                  <a:lnTo>
                    <a:pt x="383" y="275"/>
                  </a:lnTo>
                  <a:lnTo>
                    <a:pt x="377" y="292"/>
                  </a:lnTo>
                  <a:lnTo>
                    <a:pt x="392" y="304"/>
                  </a:lnTo>
                  <a:lnTo>
                    <a:pt x="375" y="310"/>
                  </a:lnTo>
                  <a:lnTo>
                    <a:pt x="427" y="312"/>
                  </a:lnTo>
                  <a:lnTo>
                    <a:pt x="394" y="336"/>
                  </a:lnTo>
                  <a:lnTo>
                    <a:pt x="361" y="348"/>
                  </a:lnTo>
                  <a:lnTo>
                    <a:pt x="335" y="354"/>
                  </a:lnTo>
                  <a:lnTo>
                    <a:pt x="322" y="380"/>
                  </a:lnTo>
                  <a:lnTo>
                    <a:pt x="296" y="379"/>
                  </a:lnTo>
                  <a:lnTo>
                    <a:pt x="292" y="393"/>
                  </a:lnTo>
                  <a:lnTo>
                    <a:pt x="276" y="395"/>
                  </a:lnTo>
                  <a:lnTo>
                    <a:pt x="268" y="405"/>
                  </a:lnTo>
                  <a:lnTo>
                    <a:pt x="272" y="428"/>
                  </a:lnTo>
                  <a:lnTo>
                    <a:pt x="256" y="445"/>
                  </a:lnTo>
                  <a:lnTo>
                    <a:pt x="261" y="459"/>
                  </a:lnTo>
                  <a:lnTo>
                    <a:pt x="252" y="488"/>
                  </a:lnTo>
                  <a:lnTo>
                    <a:pt x="237" y="488"/>
                  </a:lnTo>
                  <a:lnTo>
                    <a:pt x="214" y="472"/>
                  </a:lnTo>
                  <a:lnTo>
                    <a:pt x="198" y="456"/>
                  </a:lnTo>
                  <a:lnTo>
                    <a:pt x="177" y="418"/>
                  </a:lnTo>
                  <a:lnTo>
                    <a:pt x="165" y="386"/>
                  </a:lnTo>
                  <a:lnTo>
                    <a:pt x="161" y="363"/>
                  </a:lnTo>
                  <a:lnTo>
                    <a:pt x="170" y="342"/>
                  </a:lnTo>
                  <a:lnTo>
                    <a:pt x="186" y="324"/>
                  </a:lnTo>
                  <a:lnTo>
                    <a:pt x="190" y="310"/>
                  </a:lnTo>
                  <a:lnTo>
                    <a:pt x="174" y="309"/>
                  </a:lnTo>
                  <a:lnTo>
                    <a:pt x="156" y="297"/>
                  </a:lnTo>
                  <a:lnTo>
                    <a:pt x="189" y="297"/>
                  </a:lnTo>
                  <a:lnTo>
                    <a:pt x="168" y="284"/>
                  </a:lnTo>
                  <a:lnTo>
                    <a:pt x="178" y="278"/>
                  </a:lnTo>
                  <a:lnTo>
                    <a:pt x="160" y="283"/>
                  </a:lnTo>
                  <a:lnTo>
                    <a:pt x="148" y="284"/>
                  </a:lnTo>
                  <a:lnTo>
                    <a:pt x="147" y="271"/>
                  </a:lnTo>
                  <a:lnTo>
                    <a:pt x="156" y="254"/>
                  </a:lnTo>
                  <a:lnTo>
                    <a:pt x="136" y="220"/>
                  </a:lnTo>
                  <a:lnTo>
                    <a:pt x="121" y="191"/>
                  </a:lnTo>
                  <a:lnTo>
                    <a:pt x="102" y="183"/>
                  </a:lnTo>
                  <a:lnTo>
                    <a:pt x="66" y="186"/>
                  </a:lnTo>
                  <a:lnTo>
                    <a:pt x="28" y="177"/>
                  </a:lnTo>
                  <a:lnTo>
                    <a:pt x="41" y="170"/>
                  </a:lnTo>
                  <a:lnTo>
                    <a:pt x="13" y="164"/>
                  </a:lnTo>
                  <a:lnTo>
                    <a:pt x="61" y="148"/>
                  </a:lnTo>
                  <a:lnTo>
                    <a:pt x="31" y="152"/>
                  </a:lnTo>
                  <a:lnTo>
                    <a:pt x="0" y="134"/>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0" name="Freeform 80">
              <a:extLst>
                <a:ext uri="{FF2B5EF4-FFF2-40B4-BE49-F238E27FC236}">
                  <a16:creationId xmlns:a16="http://schemas.microsoft.com/office/drawing/2014/main" id="{75242C6D-F894-A68C-24D6-88C027D2378F}"/>
                </a:ext>
              </a:extLst>
            </p:cNvPr>
            <p:cNvSpPr>
              <a:spLocks/>
            </p:cNvSpPr>
            <p:nvPr/>
          </p:nvSpPr>
          <p:spPr bwMode="auto">
            <a:xfrm>
              <a:off x="1866" y="1680"/>
              <a:ext cx="46" cy="40"/>
            </a:xfrm>
            <a:custGeom>
              <a:avLst/>
              <a:gdLst>
                <a:gd name="T0" fmla="*/ 0 w 46"/>
                <a:gd name="T1" fmla="*/ 27 h 40"/>
                <a:gd name="T2" fmla="*/ 23 w 46"/>
                <a:gd name="T3" fmla="*/ 39 h 40"/>
                <a:gd name="T4" fmla="*/ 45 w 46"/>
                <a:gd name="T5" fmla="*/ 2 h 40"/>
                <a:gd name="T6" fmla="*/ 2 w 46"/>
                <a:gd name="T7" fmla="*/ 0 h 40"/>
                <a:gd name="T8" fmla="*/ 0 w 46"/>
                <a:gd name="T9" fmla="*/ 27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40">
                  <a:moveTo>
                    <a:pt x="0" y="27"/>
                  </a:moveTo>
                  <a:lnTo>
                    <a:pt x="23" y="39"/>
                  </a:lnTo>
                  <a:lnTo>
                    <a:pt x="45" y="2"/>
                  </a:lnTo>
                  <a:lnTo>
                    <a:pt x="2" y="0"/>
                  </a:lnTo>
                  <a:lnTo>
                    <a:pt x="0" y="27"/>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1" name="Freeform 81">
              <a:extLst>
                <a:ext uri="{FF2B5EF4-FFF2-40B4-BE49-F238E27FC236}">
                  <a16:creationId xmlns:a16="http://schemas.microsoft.com/office/drawing/2014/main" id="{D2200632-1E82-AE7C-ACEB-40CA301A1E99}"/>
                </a:ext>
              </a:extLst>
            </p:cNvPr>
            <p:cNvSpPr>
              <a:spLocks/>
            </p:cNvSpPr>
            <p:nvPr/>
          </p:nvSpPr>
          <p:spPr bwMode="auto">
            <a:xfrm>
              <a:off x="1807" y="1625"/>
              <a:ext cx="45" cy="34"/>
            </a:xfrm>
            <a:custGeom>
              <a:avLst/>
              <a:gdLst>
                <a:gd name="T0" fmla="*/ 0 w 45"/>
                <a:gd name="T1" fmla="*/ 22 h 34"/>
                <a:gd name="T2" fmla="*/ 4 w 45"/>
                <a:gd name="T3" fmla="*/ 2 h 34"/>
                <a:gd name="T4" fmla="*/ 39 w 45"/>
                <a:gd name="T5" fmla="*/ 0 h 34"/>
                <a:gd name="T6" fmla="*/ 44 w 45"/>
                <a:gd name="T7" fmla="*/ 24 h 34"/>
                <a:gd name="T8" fmla="*/ 38 w 45"/>
                <a:gd name="T9" fmla="*/ 33 h 34"/>
                <a:gd name="T10" fmla="*/ 17 w 45"/>
                <a:gd name="T11" fmla="*/ 32 h 34"/>
                <a:gd name="T12" fmla="*/ 0 w 45"/>
                <a:gd name="T13" fmla="*/ 22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 h="34">
                  <a:moveTo>
                    <a:pt x="0" y="22"/>
                  </a:moveTo>
                  <a:lnTo>
                    <a:pt x="4" y="2"/>
                  </a:lnTo>
                  <a:lnTo>
                    <a:pt x="39" y="0"/>
                  </a:lnTo>
                  <a:lnTo>
                    <a:pt x="44" y="24"/>
                  </a:lnTo>
                  <a:lnTo>
                    <a:pt x="38" y="33"/>
                  </a:lnTo>
                  <a:lnTo>
                    <a:pt x="17" y="32"/>
                  </a:lnTo>
                  <a:lnTo>
                    <a:pt x="0" y="22"/>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2" name="Freeform 82">
              <a:extLst>
                <a:ext uri="{FF2B5EF4-FFF2-40B4-BE49-F238E27FC236}">
                  <a16:creationId xmlns:a16="http://schemas.microsoft.com/office/drawing/2014/main" id="{821DB634-BDBE-D9B7-9DDE-DF52FE835A43}"/>
                </a:ext>
              </a:extLst>
            </p:cNvPr>
            <p:cNvSpPr>
              <a:spLocks/>
            </p:cNvSpPr>
            <p:nvPr/>
          </p:nvSpPr>
          <p:spPr bwMode="auto">
            <a:xfrm>
              <a:off x="1807" y="1680"/>
              <a:ext cx="52" cy="58"/>
            </a:xfrm>
            <a:custGeom>
              <a:avLst/>
              <a:gdLst>
                <a:gd name="T0" fmla="*/ 0 w 52"/>
                <a:gd name="T1" fmla="*/ 29 h 58"/>
                <a:gd name="T2" fmla="*/ 19 w 52"/>
                <a:gd name="T3" fmla="*/ 0 h 58"/>
                <a:gd name="T4" fmla="*/ 44 w 52"/>
                <a:gd name="T5" fmla="*/ 14 h 58"/>
                <a:gd name="T6" fmla="*/ 35 w 52"/>
                <a:gd name="T7" fmla="*/ 25 h 58"/>
                <a:gd name="T8" fmla="*/ 49 w 52"/>
                <a:gd name="T9" fmla="*/ 28 h 58"/>
                <a:gd name="T10" fmla="*/ 51 w 52"/>
                <a:gd name="T11" fmla="*/ 46 h 58"/>
                <a:gd name="T12" fmla="*/ 29 w 52"/>
                <a:gd name="T13" fmla="*/ 57 h 58"/>
                <a:gd name="T14" fmla="*/ 0 w 52"/>
                <a:gd name="T15" fmla="*/ 29 h 5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58">
                  <a:moveTo>
                    <a:pt x="0" y="29"/>
                  </a:moveTo>
                  <a:lnTo>
                    <a:pt x="19" y="0"/>
                  </a:lnTo>
                  <a:lnTo>
                    <a:pt x="44" y="14"/>
                  </a:lnTo>
                  <a:lnTo>
                    <a:pt x="35" y="25"/>
                  </a:lnTo>
                  <a:lnTo>
                    <a:pt x="49" y="28"/>
                  </a:lnTo>
                  <a:lnTo>
                    <a:pt x="51" y="46"/>
                  </a:lnTo>
                  <a:lnTo>
                    <a:pt x="29" y="57"/>
                  </a:lnTo>
                  <a:lnTo>
                    <a:pt x="0" y="29"/>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3" name="Freeform 83">
              <a:extLst>
                <a:ext uri="{FF2B5EF4-FFF2-40B4-BE49-F238E27FC236}">
                  <a16:creationId xmlns:a16="http://schemas.microsoft.com/office/drawing/2014/main" id="{15B6B9FD-65C5-950C-EFCD-5CBCB7CB6FD0}"/>
                </a:ext>
              </a:extLst>
            </p:cNvPr>
            <p:cNvSpPr>
              <a:spLocks/>
            </p:cNvSpPr>
            <p:nvPr/>
          </p:nvSpPr>
          <p:spPr bwMode="auto">
            <a:xfrm>
              <a:off x="1680" y="1617"/>
              <a:ext cx="104" cy="55"/>
            </a:xfrm>
            <a:custGeom>
              <a:avLst/>
              <a:gdLst>
                <a:gd name="T0" fmla="*/ 0 w 104"/>
                <a:gd name="T1" fmla="*/ 35 h 55"/>
                <a:gd name="T2" fmla="*/ 22 w 104"/>
                <a:gd name="T3" fmla="*/ 7 h 55"/>
                <a:gd name="T4" fmla="*/ 42 w 104"/>
                <a:gd name="T5" fmla="*/ 14 h 55"/>
                <a:gd name="T6" fmla="*/ 52 w 104"/>
                <a:gd name="T7" fmla="*/ 29 h 55"/>
                <a:gd name="T8" fmla="*/ 73 w 104"/>
                <a:gd name="T9" fmla="*/ 30 h 55"/>
                <a:gd name="T10" fmla="*/ 59 w 104"/>
                <a:gd name="T11" fmla="*/ 9 h 55"/>
                <a:gd name="T12" fmla="*/ 74 w 104"/>
                <a:gd name="T13" fmla="*/ 0 h 55"/>
                <a:gd name="T14" fmla="*/ 79 w 104"/>
                <a:gd name="T15" fmla="*/ 12 h 55"/>
                <a:gd name="T16" fmla="*/ 95 w 104"/>
                <a:gd name="T17" fmla="*/ 18 h 55"/>
                <a:gd name="T18" fmla="*/ 103 w 104"/>
                <a:gd name="T19" fmla="*/ 27 h 55"/>
                <a:gd name="T20" fmla="*/ 97 w 104"/>
                <a:gd name="T21" fmla="*/ 40 h 55"/>
                <a:gd name="T22" fmla="*/ 75 w 104"/>
                <a:gd name="T23" fmla="*/ 39 h 55"/>
                <a:gd name="T24" fmla="*/ 41 w 104"/>
                <a:gd name="T25" fmla="*/ 54 h 55"/>
                <a:gd name="T26" fmla="*/ 0 w 104"/>
                <a:gd name="T27" fmla="*/ 35 h 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4" h="55">
                  <a:moveTo>
                    <a:pt x="0" y="35"/>
                  </a:moveTo>
                  <a:lnTo>
                    <a:pt x="22" y="7"/>
                  </a:lnTo>
                  <a:lnTo>
                    <a:pt x="42" y="14"/>
                  </a:lnTo>
                  <a:lnTo>
                    <a:pt x="52" y="29"/>
                  </a:lnTo>
                  <a:lnTo>
                    <a:pt x="73" y="30"/>
                  </a:lnTo>
                  <a:lnTo>
                    <a:pt x="59" y="9"/>
                  </a:lnTo>
                  <a:lnTo>
                    <a:pt x="74" y="0"/>
                  </a:lnTo>
                  <a:lnTo>
                    <a:pt x="79" y="12"/>
                  </a:lnTo>
                  <a:lnTo>
                    <a:pt x="95" y="18"/>
                  </a:lnTo>
                  <a:lnTo>
                    <a:pt x="103" y="27"/>
                  </a:lnTo>
                  <a:lnTo>
                    <a:pt x="97" y="40"/>
                  </a:lnTo>
                  <a:lnTo>
                    <a:pt x="75" y="39"/>
                  </a:lnTo>
                  <a:lnTo>
                    <a:pt x="41" y="54"/>
                  </a:lnTo>
                  <a:lnTo>
                    <a:pt x="0" y="35"/>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4" name="Freeform 84">
              <a:extLst>
                <a:ext uri="{FF2B5EF4-FFF2-40B4-BE49-F238E27FC236}">
                  <a16:creationId xmlns:a16="http://schemas.microsoft.com/office/drawing/2014/main" id="{75D7BA34-7BF6-73E1-EAD5-843764E627A0}"/>
                </a:ext>
              </a:extLst>
            </p:cNvPr>
            <p:cNvSpPr>
              <a:spLocks/>
            </p:cNvSpPr>
            <p:nvPr/>
          </p:nvSpPr>
          <p:spPr bwMode="auto">
            <a:xfrm>
              <a:off x="1636" y="1600"/>
              <a:ext cx="62" cy="42"/>
            </a:xfrm>
            <a:custGeom>
              <a:avLst/>
              <a:gdLst>
                <a:gd name="T0" fmla="*/ 0 w 62"/>
                <a:gd name="T1" fmla="*/ 31 h 42"/>
                <a:gd name="T2" fmla="*/ 21 w 62"/>
                <a:gd name="T3" fmla="*/ 41 h 42"/>
                <a:gd name="T4" fmla="*/ 42 w 62"/>
                <a:gd name="T5" fmla="*/ 18 h 42"/>
                <a:gd name="T6" fmla="*/ 44 w 62"/>
                <a:gd name="T7" fmla="*/ 29 h 42"/>
                <a:gd name="T8" fmla="*/ 57 w 62"/>
                <a:gd name="T9" fmla="*/ 20 h 42"/>
                <a:gd name="T10" fmla="*/ 61 w 62"/>
                <a:gd name="T11" fmla="*/ 5 h 42"/>
                <a:gd name="T12" fmla="*/ 53 w 62"/>
                <a:gd name="T13" fmla="*/ 0 h 42"/>
                <a:gd name="T14" fmla="*/ 30 w 62"/>
                <a:gd name="T15" fmla="*/ 6 h 42"/>
                <a:gd name="T16" fmla="*/ 0 w 62"/>
                <a:gd name="T17" fmla="*/ 31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 h="42">
                  <a:moveTo>
                    <a:pt x="0" y="31"/>
                  </a:moveTo>
                  <a:lnTo>
                    <a:pt x="21" y="41"/>
                  </a:lnTo>
                  <a:lnTo>
                    <a:pt x="42" y="18"/>
                  </a:lnTo>
                  <a:lnTo>
                    <a:pt x="44" y="29"/>
                  </a:lnTo>
                  <a:lnTo>
                    <a:pt x="57" y="20"/>
                  </a:lnTo>
                  <a:lnTo>
                    <a:pt x="61" y="5"/>
                  </a:lnTo>
                  <a:lnTo>
                    <a:pt x="53" y="0"/>
                  </a:lnTo>
                  <a:lnTo>
                    <a:pt x="30" y="6"/>
                  </a:lnTo>
                  <a:lnTo>
                    <a:pt x="0" y="31"/>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5" name="Freeform 85">
              <a:extLst>
                <a:ext uri="{FF2B5EF4-FFF2-40B4-BE49-F238E27FC236}">
                  <a16:creationId xmlns:a16="http://schemas.microsoft.com/office/drawing/2014/main" id="{5241A53B-912E-32C5-6388-3ACAA82A781F}"/>
                </a:ext>
              </a:extLst>
            </p:cNvPr>
            <p:cNvSpPr>
              <a:spLocks/>
            </p:cNvSpPr>
            <p:nvPr/>
          </p:nvSpPr>
          <p:spPr bwMode="auto">
            <a:xfrm>
              <a:off x="1783" y="1560"/>
              <a:ext cx="53" cy="34"/>
            </a:xfrm>
            <a:custGeom>
              <a:avLst/>
              <a:gdLst>
                <a:gd name="T0" fmla="*/ 0 w 53"/>
                <a:gd name="T1" fmla="*/ 0 h 34"/>
                <a:gd name="T2" fmla="*/ 3 w 53"/>
                <a:gd name="T3" fmla="*/ 12 h 34"/>
                <a:gd name="T4" fmla="*/ 4 w 53"/>
                <a:gd name="T5" fmla="*/ 20 h 34"/>
                <a:gd name="T6" fmla="*/ 52 w 53"/>
                <a:gd name="T7" fmla="*/ 33 h 34"/>
                <a:gd name="T8" fmla="*/ 48 w 53"/>
                <a:gd name="T9" fmla="*/ 14 h 34"/>
                <a:gd name="T10" fmla="*/ 27 w 53"/>
                <a:gd name="T11" fmla="*/ 2 h 34"/>
                <a:gd name="T12" fmla="*/ 18 w 53"/>
                <a:gd name="T13" fmla="*/ 0 h 34"/>
                <a:gd name="T14" fmla="*/ 0 w 53"/>
                <a:gd name="T15" fmla="*/ 0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34">
                  <a:moveTo>
                    <a:pt x="0" y="0"/>
                  </a:moveTo>
                  <a:lnTo>
                    <a:pt x="3" y="12"/>
                  </a:lnTo>
                  <a:lnTo>
                    <a:pt x="4" y="20"/>
                  </a:lnTo>
                  <a:lnTo>
                    <a:pt x="52" y="33"/>
                  </a:lnTo>
                  <a:lnTo>
                    <a:pt x="48" y="14"/>
                  </a:lnTo>
                  <a:lnTo>
                    <a:pt x="27" y="2"/>
                  </a:lnTo>
                  <a:lnTo>
                    <a:pt x="18" y="0"/>
                  </a:lnTo>
                  <a:lnTo>
                    <a:pt x="0" y="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6" name="Freeform 86">
              <a:extLst>
                <a:ext uri="{FF2B5EF4-FFF2-40B4-BE49-F238E27FC236}">
                  <a16:creationId xmlns:a16="http://schemas.microsoft.com/office/drawing/2014/main" id="{017A7C97-98DE-DBE1-66CE-0ED80F9413BC}"/>
                </a:ext>
              </a:extLst>
            </p:cNvPr>
            <p:cNvSpPr>
              <a:spLocks/>
            </p:cNvSpPr>
            <p:nvPr/>
          </p:nvSpPr>
          <p:spPr bwMode="auto">
            <a:xfrm>
              <a:off x="1854" y="1612"/>
              <a:ext cx="148" cy="58"/>
            </a:xfrm>
            <a:custGeom>
              <a:avLst/>
              <a:gdLst>
                <a:gd name="T0" fmla="*/ 0 w 148"/>
                <a:gd name="T1" fmla="*/ 7 h 58"/>
                <a:gd name="T2" fmla="*/ 8 w 148"/>
                <a:gd name="T3" fmla="*/ 0 h 58"/>
                <a:gd name="T4" fmla="*/ 70 w 148"/>
                <a:gd name="T5" fmla="*/ 24 h 58"/>
                <a:gd name="T6" fmla="*/ 95 w 148"/>
                <a:gd name="T7" fmla="*/ 39 h 58"/>
                <a:gd name="T8" fmla="*/ 124 w 148"/>
                <a:gd name="T9" fmla="*/ 28 h 58"/>
                <a:gd name="T10" fmla="*/ 147 w 148"/>
                <a:gd name="T11" fmla="*/ 41 h 58"/>
                <a:gd name="T12" fmla="*/ 143 w 148"/>
                <a:gd name="T13" fmla="*/ 57 h 58"/>
                <a:gd name="T14" fmla="*/ 44 w 148"/>
                <a:gd name="T15" fmla="*/ 56 h 58"/>
                <a:gd name="T16" fmla="*/ 16 w 148"/>
                <a:gd name="T17" fmla="*/ 20 h 58"/>
                <a:gd name="T18" fmla="*/ 0 w 148"/>
                <a:gd name="T19" fmla="*/ 7 h 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8" h="58">
                  <a:moveTo>
                    <a:pt x="0" y="7"/>
                  </a:moveTo>
                  <a:lnTo>
                    <a:pt x="8" y="0"/>
                  </a:lnTo>
                  <a:lnTo>
                    <a:pt x="70" y="24"/>
                  </a:lnTo>
                  <a:lnTo>
                    <a:pt x="95" y="39"/>
                  </a:lnTo>
                  <a:lnTo>
                    <a:pt x="124" y="28"/>
                  </a:lnTo>
                  <a:lnTo>
                    <a:pt x="147" y="41"/>
                  </a:lnTo>
                  <a:lnTo>
                    <a:pt x="143" y="57"/>
                  </a:lnTo>
                  <a:lnTo>
                    <a:pt x="44" y="56"/>
                  </a:lnTo>
                  <a:lnTo>
                    <a:pt x="16" y="20"/>
                  </a:lnTo>
                  <a:lnTo>
                    <a:pt x="0" y="7"/>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7" name="Freeform 87">
              <a:extLst>
                <a:ext uri="{FF2B5EF4-FFF2-40B4-BE49-F238E27FC236}">
                  <a16:creationId xmlns:a16="http://schemas.microsoft.com/office/drawing/2014/main" id="{4BE81215-0403-1D4F-8120-085D55621F6B}"/>
                </a:ext>
              </a:extLst>
            </p:cNvPr>
            <p:cNvSpPr>
              <a:spLocks/>
            </p:cNvSpPr>
            <p:nvPr/>
          </p:nvSpPr>
          <p:spPr bwMode="auto">
            <a:xfrm>
              <a:off x="1897" y="1465"/>
              <a:ext cx="260" cy="170"/>
            </a:xfrm>
            <a:custGeom>
              <a:avLst/>
              <a:gdLst>
                <a:gd name="T0" fmla="*/ 0 w 260"/>
                <a:gd name="T1" fmla="*/ 36 h 170"/>
                <a:gd name="T2" fmla="*/ 22 w 260"/>
                <a:gd name="T3" fmla="*/ 36 h 170"/>
                <a:gd name="T4" fmla="*/ 22 w 260"/>
                <a:gd name="T5" fmla="*/ 56 h 170"/>
                <a:gd name="T6" fmla="*/ 39 w 260"/>
                <a:gd name="T7" fmla="*/ 63 h 170"/>
                <a:gd name="T8" fmla="*/ 121 w 260"/>
                <a:gd name="T9" fmla="*/ 41 h 170"/>
                <a:gd name="T10" fmla="*/ 72 w 260"/>
                <a:gd name="T11" fmla="*/ 70 h 170"/>
                <a:gd name="T12" fmla="*/ 46 w 260"/>
                <a:gd name="T13" fmla="*/ 70 h 170"/>
                <a:gd name="T14" fmla="*/ 46 w 260"/>
                <a:gd name="T15" fmla="*/ 81 h 170"/>
                <a:gd name="T16" fmla="*/ 72 w 260"/>
                <a:gd name="T17" fmla="*/ 100 h 170"/>
                <a:gd name="T18" fmla="*/ 88 w 260"/>
                <a:gd name="T19" fmla="*/ 102 h 170"/>
                <a:gd name="T20" fmla="*/ 73 w 260"/>
                <a:gd name="T21" fmla="*/ 107 h 170"/>
                <a:gd name="T22" fmla="*/ 57 w 260"/>
                <a:gd name="T23" fmla="*/ 104 h 170"/>
                <a:gd name="T24" fmla="*/ 42 w 260"/>
                <a:gd name="T25" fmla="*/ 107 h 170"/>
                <a:gd name="T26" fmla="*/ 37 w 260"/>
                <a:gd name="T27" fmla="*/ 123 h 170"/>
                <a:gd name="T28" fmla="*/ 52 w 260"/>
                <a:gd name="T29" fmla="*/ 127 h 170"/>
                <a:gd name="T30" fmla="*/ 30 w 260"/>
                <a:gd name="T31" fmla="*/ 131 h 170"/>
                <a:gd name="T32" fmla="*/ 42 w 260"/>
                <a:gd name="T33" fmla="*/ 145 h 170"/>
                <a:gd name="T34" fmla="*/ 21 w 260"/>
                <a:gd name="T35" fmla="*/ 154 h 170"/>
                <a:gd name="T36" fmla="*/ 23 w 260"/>
                <a:gd name="T37" fmla="*/ 162 h 170"/>
                <a:gd name="T38" fmla="*/ 43 w 260"/>
                <a:gd name="T39" fmla="*/ 158 h 170"/>
                <a:gd name="T40" fmla="*/ 54 w 260"/>
                <a:gd name="T41" fmla="*/ 167 h 170"/>
                <a:gd name="T42" fmla="*/ 57 w 260"/>
                <a:gd name="T43" fmla="*/ 160 h 170"/>
                <a:gd name="T44" fmla="*/ 92 w 260"/>
                <a:gd name="T45" fmla="*/ 169 h 170"/>
                <a:gd name="T46" fmla="*/ 113 w 260"/>
                <a:gd name="T47" fmla="*/ 162 h 170"/>
                <a:gd name="T48" fmla="*/ 121 w 260"/>
                <a:gd name="T49" fmla="*/ 135 h 170"/>
                <a:gd name="T50" fmla="*/ 115 w 260"/>
                <a:gd name="T51" fmla="*/ 127 h 170"/>
                <a:gd name="T52" fmla="*/ 133 w 260"/>
                <a:gd name="T53" fmla="*/ 127 h 170"/>
                <a:gd name="T54" fmla="*/ 146 w 260"/>
                <a:gd name="T55" fmla="*/ 112 h 170"/>
                <a:gd name="T56" fmla="*/ 120 w 260"/>
                <a:gd name="T57" fmla="*/ 104 h 170"/>
                <a:gd name="T58" fmla="*/ 154 w 260"/>
                <a:gd name="T59" fmla="*/ 89 h 170"/>
                <a:gd name="T60" fmla="*/ 145 w 260"/>
                <a:gd name="T61" fmla="*/ 82 h 170"/>
                <a:gd name="T62" fmla="*/ 170 w 260"/>
                <a:gd name="T63" fmla="*/ 85 h 170"/>
                <a:gd name="T64" fmla="*/ 187 w 260"/>
                <a:gd name="T65" fmla="*/ 69 h 170"/>
                <a:gd name="T66" fmla="*/ 231 w 260"/>
                <a:gd name="T67" fmla="*/ 41 h 170"/>
                <a:gd name="T68" fmla="*/ 182 w 260"/>
                <a:gd name="T69" fmla="*/ 51 h 170"/>
                <a:gd name="T70" fmla="*/ 210 w 260"/>
                <a:gd name="T71" fmla="*/ 40 h 170"/>
                <a:gd name="T72" fmla="*/ 189 w 260"/>
                <a:gd name="T73" fmla="*/ 34 h 170"/>
                <a:gd name="T74" fmla="*/ 220 w 260"/>
                <a:gd name="T75" fmla="*/ 36 h 170"/>
                <a:gd name="T76" fmla="*/ 259 w 260"/>
                <a:gd name="T77" fmla="*/ 20 h 170"/>
                <a:gd name="T78" fmla="*/ 237 w 260"/>
                <a:gd name="T79" fmla="*/ 3 h 170"/>
                <a:gd name="T80" fmla="*/ 193 w 260"/>
                <a:gd name="T81" fmla="*/ 10 h 170"/>
                <a:gd name="T82" fmla="*/ 212 w 260"/>
                <a:gd name="T83" fmla="*/ 0 h 170"/>
                <a:gd name="T84" fmla="*/ 116 w 260"/>
                <a:gd name="T85" fmla="*/ 0 h 170"/>
                <a:gd name="T86" fmla="*/ 94 w 260"/>
                <a:gd name="T87" fmla="*/ 0 h 170"/>
                <a:gd name="T88" fmla="*/ 72 w 260"/>
                <a:gd name="T89" fmla="*/ 15 h 170"/>
                <a:gd name="T90" fmla="*/ 50 w 260"/>
                <a:gd name="T91" fmla="*/ 13 h 170"/>
                <a:gd name="T92" fmla="*/ 39 w 260"/>
                <a:gd name="T93" fmla="*/ 22 h 170"/>
                <a:gd name="T94" fmla="*/ 29 w 260"/>
                <a:gd name="T95" fmla="*/ 24 h 170"/>
                <a:gd name="T96" fmla="*/ 0 w 260"/>
                <a:gd name="T97" fmla="*/ 36 h 1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0" h="170">
                  <a:moveTo>
                    <a:pt x="0" y="36"/>
                  </a:moveTo>
                  <a:lnTo>
                    <a:pt x="22" y="36"/>
                  </a:lnTo>
                  <a:lnTo>
                    <a:pt x="22" y="56"/>
                  </a:lnTo>
                  <a:lnTo>
                    <a:pt x="39" y="63"/>
                  </a:lnTo>
                  <a:lnTo>
                    <a:pt x="121" y="41"/>
                  </a:lnTo>
                  <a:lnTo>
                    <a:pt x="72" y="70"/>
                  </a:lnTo>
                  <a:lnTo>
                    <a:pt x="46" y="70"/>
                  </a:lnTo>
                  <a:lnTo>
                    <a:pt x="46" y="81"/>
                  </a:lnTo>
                  <a:lnTo>
                    <a:pt x="72" y="100"/>
                  </a:lnTo>
                  <a:lnTo>
                    <a:pt x="88" y="102"/>
                  </a:lnTo>
                  <a:lnTo>
                    <a:pt x="73" y="107"/>
                  </a:lnTo>
                  <a:lnTo>
                    <a:pt x="57" y="104"/>
                  </a:lnTo>
                  <a:lnTo>
                    <a:pt x="42" y="107"/>
                  </a:lnTo>
                  <a:lnTo>
                    <a:pt x="37" y="123"/>
                  </a:lnTo>
                  <a:lnTo>
                    <a:pt x="52" y="127"/>
                  </a:lnTo>
                  <a:lnTo>
                    <a:pt x="30" y="131"/>
                  </a:lnTo>
                  <a:lnTo>
                    <a:pt x="42" y="145"/>
                  </a:lnTo>
                  <a:lnTo>
                    <a:pt x="21" y="154"/>
                  </a:lnTo>
                  <a:lnTo>
                    <a:pt x="23" y="162"/>
                  </a:lnTo>
                  <a:lnTo>
                    <a:pt x="43" y="158"/>
                  </a:lnTo>
                  <a:lnTo>
                    <a:pt x="54" y="167"/>
                  </a:lnTo>
                  <a:lnTo>
                    <a:pt x="57" y="160"/>
                  </a:lnTo>
                  <a:lnTo>
                    <a:pt x="92" y="169"/>
                  </a:lnTo>
                  <a:lnTo>
                    <a:pt x="113" y="162"/>
                  </a:lnTo>
                  <a:lnTo>
                    <a:pt x="121" y="135"/>
                  </a:lnTo>
                  <a:lnTo>
                    <a:pt x="115" y="127"/>
                  </a:lnTo>
                  <a:lnTo>
                    <a:pt x="133" y="127"/>
                  </a:lnTo>
                  <a:lnTo>
                    <a:pt x="146" y="112"/>
                  </a:lnTo>
                  <a:lnTo>
                    <a:pt x="120" y="104"/>
                  </a:lnTo>
                  <a:lnTo>
                    <a:pt x="154" y="89"/>
                  </a:lnTo>
                  <a:lnTo>
                    <a:pt x="145" y="82"/>
                  </a:lnTo>
                  <a:lnTo>
                    <a:pt x="170" y="85"/>
                  </a:lnTo>
                  <a:lnTo>
                    <a:pt x="187" y="69"/>
                  </a:lnTo>
                  <a:lnTo>
                    <a:pt x="231" y="41"/>
                  </a:lnTo>
                  <a:lnTo>
                    <a:pt x="182" y="51"/>
                  </a:lnTo>
                  <a:lnTo>
                    <a:pt x="210" y="40"/>
                  </a:lnTo>
                  <a:lnTo>
                    <a:pt x="189" y="34"/>
                  </a:lnTo>
                  <a:lnTo>
                    <a:pt x="220" y="36"/>
                  </a:lnTo>
                  <a:lnTo>
                    <a:pt x="259" y="20"/>
                  </a:lnTo>
                  <a:lnTo>
                    <a:pt x="237" y="3"/>
                  </a:lnTo>
                  <a:lnTo>
                    <a:pt x="193" y="10"/>
                  </a:lnTo>
                  <a:lnTo>
                    <a:pt x="212" y="0"/>
                  </a:lnTo>
                  <a:lnTo>
                    <a:pt x="116" y="0"/>
                  </a:lnTo>
                  <a:lnTo>
                    <a:pt x="94" y="0"/>
                  </a:lnTo>
                  <a:lnTo>
                    <a:pt x="72" y="15"/>
                  </a:lnTo>
                  <a:lnTo>
                    <a:pt x="50" y="13"/>
                  </a:lnTo>
                  <a:lnTo>
                    <a:pt x="39" y="22"/>
                  </a:lnTo>
                  <a:lnTo>
                    <a:pt x="29" y="24"/>
                  </a:lnTo>
                  <a:lnTo>
                    <a:pt x="0" y="36"/>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8" name="Freeform 88">
              <a:extLst>
                <a:ext uri="{FF2B5EF4-FFF2-40B4-BE49-F238E27FC236}">
                  <a16:creationId xmlns:a16="http://schemas.microsoft.com/office/drawing/2014/main" id="{96CFE04C-A5F7-51A8-4392-863132929BC8}"/>
                </a:ext>
              </a:extLst>
            </p:cNvPr>
            <p:cNvSpPr>
              <a:spLocks/>
            </p:cNvSpPr>
            <p:nvPr/>
          </p:nvSpPr>
          <p:spPr bwMode="auto">
            <a:xfrm>
              <a:off x="1860" y="1514"/>
              <a:ext cx="96" cy="75"/>
            </a:xfrm>
            <a:custGeom>
              <a:avLst/>
              <a:gdLst>
                <a:gd name="T0" fmla="*/ 0 w 96"/>
                <a:gd name="T1" fmla="*/ 19 h 75"/>
                <a:gd name="T2" fmla="*/ 23 w 96"/>
                <a:gd name="T3" fmla="*/ 15 h 75"/>
                <a:gd name="T4" fmla="*/ 11 w 96"/>
                <a:gd name="T5" fmla="*/ 4 h 75"/>
                <a:gd name="T6" fmla="*/ 41 w 96"/>
                <a:gd name="T7" fmla="*/ 0 h 75"/>
                <a:gd name="T8" fmla="*/ 47 w 96"/>
                <a:gd name="T9" fmla="*/ 15 h 75"/>
                <a:gd name="T10" fmla="*/ 74 w 96"/>
                <a:gd name="T11" fmla="*/ 19 h 75"/>
                <a:gd name="T12" fmla="*/ 74 w 96"/>
                <a:gd name="T13" fmla="*/ 38 h 75"/>
                <a:gd name="T14" fmla="*/ 89 w 96"/>
                <a:gd name="T15" fmla="*/ 37 h 75"/>
                <a:gd name="T16" fmla="*/ 95 w 96"/>
                <a:gd name="T17" fmla="*/ 47 h 75"/>
                <a:gd name="T18" fmla="*/ 69 w 96"/>
                <a:gd name="T19" fmla="*/ 51 h 75"/>
                <a:gd name="T20" fmla="*/ 64 w 96"/>
                <a:gd name="T21" fmla="*/ 74 h 75"/>
                <a:gd name="T22" fmla="*/ 36 w 96"/>
                <a:gd name="T23" fmla="*/ 72 h 75"/>
                <a:gd name="T24" fmla="*/ 21 w 96"/>
                <a:gd name="T25" fmla="*/ 53 h 75"/>
                <a:gd name="T26" fmla="*/ 52 w 96"/>
                <a:gd name="T27" fmla="*/ 45 h 75"/>
                <a:gd name="T28" fmla="*/ 15 w 96"/>
                <a:gd name="T29" fmla="*/ 47 h 75"/>
                <a:gd name="T30" fmla="*/ 0 w 96"/>
                <a:gd name="T31" fmla="*/ 19 h 7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6" h="75">
                  <a:moveTo>
                    <a:pt x="0" y="19"/>
                  </a:moveTo>
                  <a:lnTo>
                    <a:pt x="23" y="15"/>
                  </a:lnTo>
                  <a:lnTo>
                    <a:pt x="11" y="4"/>
                  </a:lnTo>
                  <a:lnTo>
                    <a:pt x="41" y="0"/>
                  </a:lnTo>
                  <a:lnTo>
                    <a:pt x="47" y="15"/>
                  </a:lnTo>
                  <a:lnTo>
                    <a:pt x="74" y="19"/>
                  </a:lnTo>
                  <a:lnTo>
                    <a:pt x="74" y="38"/>
                  </a:lnTo>
                  <a:lnTo>
                    <a:pt x="89" y="37"/>
                  </a:lnTo>
                  <a:lnTo>
                    <a:pt x="95" y="47"/>
                  </a:lnTo>
                  <a:lnTo>
                    <a:pt x="69" y="51"/>
                  </a:lnTo>
                  <a:lnTo>
                    <a:pt x="64" y="74"/>
                  </a:lnTo>
                  <a:lnTo>
                    <a:pt x="36" y="72"/>
                  </a:lnTo>
                  <a:lnTo>
                    <a:pt x="21" y="53"/>
                  </a:lnTo>
                  <a:lnTo>
                    <a:pt x="52" y="45"/>
                  </a:lnTo>
                  <a:lnTo>
                    <a:pt x="15" y="47"/>
                  </a:lnTo>
                  <a:lnTo>
                    <a:pt x="0" y="19"/>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449" name="Freeform 89">
              <a:extLst>
                <a:ext uri="{FF2B5EF4-FFF2-40B4-BE49-F238E27FC236}">
                  <a16:creationId xmlns:a16="http://schemas.microsoft.com/office/drawing/2014/main" id="{9992E183-2294-64F6-72FF-0DEDA1CFA8B2}"/>
                </a:ext>
              </a:extLst>
            </p:cNvPr>
            <p:cNvSpPr>
              <a:spLocks/>
            </p:cNvSpPr>
            <p:nvPr/>
          </p:nvSpPr>
          <p:spPr bwMode="auto">
            <a:xfrm>
              <a:off x="1913" y="1685"/>
              <a:ext cx="244" cy="226"/>
            </a:xfrm>
            <a:custGeom>
              <a:avLst/>
              <a:gdLst>
                <a:gd name="T0" fmla="*/ 0 w 244"/>
                <a:gd name="T1" fmla="*/ 50 h 226"/>
                <a:gd name="T2" fmla="*/ 1 w 244"/>
                <a:gd name="T3" fmla="*/ 25 h 226"/>
                <a:gd name="T4" fmla="*/ 29 w 244"/>
                <a:gd name="T5" fmla="*/ 0 h 226"/>
                <a:gd name="T6" fmla="*/ 43 w 244"/>
                <a:gd name="T7" fmla="*/ 3 h 226"/>
                <a:gd name="T8" fmla="*/ 31 w 244"/>
                <a:gd name="T9" fmla="*/ 30 h 226"/>
                <a:gd name="T10" fmla="*/ 41 w 244"/>
                <a:gd name="T11" fmla="*/ 46 h 226"/>
                <a:gd name="T12" fmla="*/ 44 w 244"/>
                <a:gd name="T13" fmla="*/ 30 h 226"/>
                <a:gd name="T14" fmla="*/ 54 w 244"/>
                <a:gd name="T15" fmla="*/ 10 h 226"/>
                <a:gd name="T16" fmla="*/ 72 w 244"/>
                <a:gd name="T17" fmla="*/ 2 h 226"/>
                <a:gd name="T18" fmla="*/ 78 w 244"/>
                <a:gd name="T19" fmla="*/ 39 h 226"/>
                <a:gd name="T20" fmla="*/ 105 w 244"/>
                <a:gd name="T21" fmla="*/ 22 h 226"/>
                <a:gd name="T22" fmla="*/ 124 w 244"/>
                <a:gd name="T23" fmla="*/ 27 h 226"/>
                <a:gd name="T24" fmla="*/ 133 w 244"/>
                <a:gd name="T25" fmla="*/ 39 h 226"/>
                <a:gd name="T26" fmla="*/ 141 w 244"/>
                <a:gd name="T27" fmla="*/ 51 h 226"/>
                <a:gd name="T28" fmla="*/ 148 w 244"/>
                <a:gd name="T29" fmla="*/ 43 h 226"/>
                <a:gd name="T30" fmla="*/ 164 w 244"/>
                <a:gd name="T31" fmla="*/ 56 h 226"/>
                <a:gd name="T32" fmla="*/ 165 w 244"/>
                <a:gd name="T33" fmla="*/ 68 h 226"/>
                <a:gd name="T34" fmla="*/ 185 w 244"/>
                <a:gd name="T35" fmla="*/ 70 h 226"/>
                <a:gd name="T36" fmla="*/ 193 w 244"/>
                <a:gd name="T37" fmla="*/ 78 h 226"/>
                <a:gd name="T38" fmla="*/ 180 w 244"/>
                <a:gd name="T39" fmla="*/ 86 h 226"/>
                <a:gd name="T40" fmla="*/ 199 w 244"/>
                <a:gd name="T41" fmla="*/ 91 h 226"/>
                <a:gd name="T42" fmla="*/ 184 w 244"/>
                <a:gd name="T43" fmla="*/ 104 h 226"/>
                <a:gd name="T44" fmla="*/ 204 w 244"/>
                <a:gd name="T45" fmla="*/ 117 h 226"/>
                <a:gd name="T46" fmla="*/ 213 w 244"/>
                <a:gd name="T47" fmla="*/ 114 h 226"/>
                <a:gd name="T48" fmla="*/ 243 w 244"/>
                <a:gd name="T49" fmla="*/ 140 h 226"/>
                <a:gd name="T50" fmla="*/ 226 w 244"/>
                <a:gd name="T51" fmla="*/ 156 h 226"/>
                <a:gd name="T52" fmla="*/ 224 w 244"/>
                <a:gd name="T53" fmla="*/ 171 h 226"/>
                <a:gd name="T54" fmla="*/ 196 w 244"/>
                <a:gd name="T55" fmla="*/ 143 h 226"/>
                <a:gd name="T56" fmla="*/ 186 w 244"/>
                <a:gd name="T57" fmla="*/ 145 h 226"/>
                <a:gd name="T58" fmla="*/ 198 w 244"/>
                <a:gd name="T59" fmla="*/ 174 h 226"/>
                <a:gd name="T60" fmla="*/ 213 w 244"/>
                <a:gd name="T61" fmla="*/ 178 h 226"/>
                <a:gd name="T62" fmla="*/ 213 w 244"/>
                <a:gd name="T63" fmla="*/ 212 h 226"/>
                <a:gd name="T64" fmla="*/ 179 w 244"/>
                <a:gd name="T65" fmla="*/ 193 h 226"/>
                <a:gd name="T66" fmla="*/ 203 w 244"/>
                <a:gd name="T67" fmla="*/ 225 h 226"/>
                <a:gd name="T68" fmla="*/ 160 w 244"/>
                <a:gd name="T69" fmla="*/ 205 h 226"/>
                <a:gd name="T70" fmla="*/ 130 w 244"/>
                <a:gd name="T71" fmla="*/ 180 h 226"/>
                <a:gd name="T72" fmla="*/ 112 w 244"/>
                <a:gd name="T73" fmla="*/ 184 h 226"/>
                <a:gd name="T74" fmla="*/ 108 w 244"/>
                <a:gd name="T75" fmla="*/ 162 h 226"/>
                <a:gd name="T76" fmla="*/ 139 w 244"/>
                <a:gd name="T77" fmla="*/ 162 h 226"/>
                <a:gd name="T78" fmla="*/ 132 w 244"/>
                <a:gd name="T79" fmla="*/ 150 h 226"/>
                <a:gd name="T80" fmla="*/ 150 w 244"/>
                <a:gd name="T81" fmla="*/ 130 h 226"/>
                <a:gd name="T82" fmla="*/ 137 w 244"/>
                <a:gd name="T83" fmla="*/ 102 h 226"/>
                <a:gd name="T84" fmla="*/ 113 w 244"/>
                <a:gd name="T85" fmla="*/ 103 h 226"/>
                <a:gd name="T86" fmla="*/ 112 w 244"/>
                <a:gd name="T87" fmla="*/ 96 h 226"/>
                <a:gd name="T88" fmla="*/ 120 w 244"/>
                <a:gd name="T89" fmla="*/ 91 h 226"/>
                <a:gd name="T90" fmla="*/ 105 w 244"/>
                <a:gd name="T91" fmla="*/ 81 h 226"/>
                <a:gd name="T92" fmla="*/ 91 w 244"/>
                <a:gd name="T93" fmla="*/ 68 h 226"/>
                <a:gd name="T94" fmla="*/ 95 w 244"/>
                <a:gd name="T95" fmla="*/ 79 h 226"/>
                <a:gd name="T96" fmla="*/ 78 w 244"/>
                <a:gd name="T97" fmla="*/ 82 h 226"/>
                <a:gd name="T98" fmla="*/ 15 w 244"/>
                <a:gd name="T99" fmla="*/ 70 h 226"/>
                <a:gd name="T100" fmla="*/ 4 w 244"/>
                <a:gd name="T101" fmla="*/ 56 h 226"/>
                <a:gd name="T102" fmla="*/ 24 w 244"/>
                <a:gd name="T103" fmla="*/ 57 h 226"/>
                <a:gd name="T104" fmla="*/ 0 w 244"/>
                <a:gd name="T105" fmla="*/ 50 h 2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44" h="226">
                  <a:moveTo>
                    <a:pt x="0" y="50"/>
                  </a:moveTo>
                  <a:lnTo>
                    <a:pt x="1" y="25"/>
                  </a:lnTo>
                  <a:lnTo>
                    <a:pt x="29" y="0"/>
                  </a:lnTo>
                  <a:lnTo>
                    <a:pt x="43" y="3"/>
                  </a:lnTo>
                  <a:lnTo>
                    <a:pt x="31" y="30"/>
                  </a:lnTo>
                  <a:lnTo>
                    <a:pt x="41" y="46"/>
                  </a:lnTo>
                  <a:lnTo>
                    <a:pt x="44" y="30"/>
                  </a:lnTo>
                  <a:lnTo>
                    <a:pt x="54" y="10"/>
                  </a:lnTo>
                  <a:lnTo>
                    <a:pt x="72" y="2"/>
                  </a:lnTo>
                  <a:lnTo>
                    <a:pt x="78" y="39"/>
                  </a:lnTo>
                  <a:lnTo>
                    <a:pt x="105" y="22"/>
                  </a:lnTo>
                  <a:lnTo>
                    <a:pt x="124" y="27"/>
                  </a:lnTo>
                  <a:lnTo>
                    <a:pt x="133" y="39"/>
                  </a:lnTo>
                  <a:lnTo>
                    <a:pt x="141" y="51"/>
                  </a:lnTo>
                  <a:lnTo>
                    <a:pt x="148" y="43"/>
                  </a:lnTo>
                  <a:lnTo>
                    <a:pt x="164" y="56"/>
                  </a:lnTo>
                  <a:lnTo>
                    <a:pt x="165" y="68"/>
                  </a:lnTo>
                  <a:lnTo>
                    <a:pt x="185" y="70"/>
                  </a:lnTo>
                  <a:lnTo>
                    <a:pt x="193" y="78"/>
                  </a:lnTo>
                  <a:lnTo>
                    <a:pt x="180" y="86"/>
                  </a:lnTo>
                  <a:lnTo>
                    <a:pt x="199" y="91"/>
                  </a:lnTo>
                  <a:lnTo>
                    <a:pt x="184" y="104"/>
                  </a:lnTo>
                  <a:lnTo>
                    <a:pt x="204" y="117"/>
                  </a:lnTo>
                  <a:lnTo>
                    <a:pt x="213" y="114"/>
                  </a:lnTo>
                  <a:lnTo>
                    <a:pt x="243" y="140"/>
                  </a:lnTo>
                  <a:lnTo>
                    <a:pt x="226" y="156"/>
                  </a:lnTo>
                  <a:lnTo>
                    <a:pt x="224" y="171"/>
                  </a:lnTo>
                  <a:lnTo>
                    <a:pt x="196" y="143"/>
                  </a:lnTo>
                  <a:lnTo>
                    <a:pt x="186" y="145"/>
                  </a:lnTo>
                  <a:lnTo>
                    <a:pt x="198" y="174"/>
                  </a:lnTo>
                  <a:lnTo>
                    <a:pt x="213" y="178"/>
                  </a:lnTo>
                  <a:lnTo>
                    <a:pt x="213" y="212"/>
                  </a:lnTo>
                  <a:lnTo>
                    <a:pt x="179" y="193"/>
                  </a:lnTo>
                  <a:lnTo>
                    <a:pt x="203" y="225"/>
                  </a:lnTo>
                  <a:lnTo>
                    <a:pt x="160" y="205"/>
                  </a:lnTo>
                  <a:lnTo>
                    <a:pt x="130" y="180"/>
                  </a:lnTo>
                  <a:lnTo>
                    <a:pt x="112" y="184"/>
                  </a:lnTo>
                  <a:lnTo>
                    <a:pt x="108" y="162"/>
                  </a:lnTo>
                  <a:lnTo>
                    <a:pt x="139" y="162"/>
                  </a:lnTo>
                  <a:lnTo>
                    <a:pt x="132" y="150"/>
                  </a:lnTo>
                  <a:lnTo>
                    <a:pt x="150" y="130"/>
                  </a:lnTo>
                  <a:lnTo>
                    <a:pt x="137" y="102"/>
                  </a:lnTo>
                  <a:lnTo>
                    <a:pt x="113" y="103"/>
                  </a:lnTo>
                  <a:lnTo>
                    <a:pt x="112" y="96"/>
                  </a:lnTo>
                  <a:lnTo>
                    <a:pt x="120" y="91"/>
                  </a:lnTo>
                  <a:lnTo>
                    <a:pt x="105" y="81"/>
                  </a:lnTo>
                  <a:lnTo>
                    <a:pt x="91" y="68"/>
                  </a:lnTo>
                  <a:lnTo>
                    <a:pt x="95" y="79"/>
                  </a:lnTo>
                  <a:lnTo>
                    <a:pt x="78" y="82"/>
                  </a:lnTo>
                  <a:lnTo>
                    <a:pt x="15" y="70"/>
                  </a:lnTo>
                  <a:lnTo>
                    <a:pt x="4" y="56"/>
                  </a:lnTo>
                  <a:lnTo>
                    <a:pt x="24" y="57"/>
                  </a:lnTo>
                  <a:lnTo>
                    <a:pt x="0" y="50"/>
                  </a:lnTo>
                </a:path>
              </a:pathLst>
            </a:custGeom>
            <a:solidFill>
              <a:schemeClr val="bg1"/>
            </a:solidFill>
            <a:ln w="9525"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sp>
        <p:nvSpPr>
          <p:cNvPr id="400389" name="Oval 5">
            <a:extLst>
              <a:ext uri="{FF2B5EF4-FFF2-40B4-BE49-F238E27FC236}">
                <a16:creationId xmlns:a16="http://schemas.microsoft.com/office/drawing/2014/main" id="{1C6F5A0E-9C64-CE36-721A-14F8A3BE5ABB}"/>
              </a:ext>
            </a:extLst>
          </p:cNvPr>
          <p:cNvSpPr>
            <a:spLocks noChangeArrowheads="1"/>
          </p:cNvSpPr>
          <p:nvPr/>
        </p:nvSpPr>
        <p:spPr bwMode="auto">
          <a:xfrm>
            <a:off x="4783138" y="3570288"/>
            <a:ext cx="222250" cy="227012"/>
          </a:xfrm>
          <a:prstGeom prst="ellipse">
            <a:avLst/>
          </a:prstGeom>
          <a:noFill/>
          <a:ln w="12699">
            <a:solidFill>
              <a:schemeClr val="hlink"/>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grpSp>
        <p:nvGrpSpPr>
          <p:cNvPr id="400390" name="Group 244">
            <a:extLst>
              <a:ext uri="{FF2B5EF4-FFF2-40B4-BE49-F238E27FC236}">
                <a16:creationId xmlns:a16="http://schemas.microsoft.com/office/drawing/2014/main" id="{FD033025-1925-C5E8-2CEF-CB691D1CBB28}"/>
              </a:ext>
            </a:extLst>
          </p:cNvPr>
          <p:cNvGrpSpPr>
            <a:grpSpLocks/>
          </p:cNvGrpSpPr>
          <p:nvPr/>
        </p:nvGrpSpPr>
        <p:grpSpPr bwMode="auto">
          <a:xfrm>
            <a:off x="6016625" y="2092325"/>
            <a:ext cx="2451100" cy="2470150"/>
            <a:chOff x="4106" y="1248"/>
            <a:chExt cx="1672" cy="1686"/>
          </a:xfrm>
        </p:grpSpPr>
        <p:sp>
          <p:nvSpPr>
            <p:cNvPr id="400395" name="Freeform 22">
              <a:extLst>
                <a:ext uri="{FF2B5EF4-FFF2-40B4-BE49-F238E27FC236}">
                  <a16:creationId xmlns:a16="http://schemas.microsoft.com/office/drawing/2014/main" id="{77C65011-00FA-C699-03C2-825CCBB16583}"/>
                </a:ext>
              </a:extLst>
            </p:cNvPr>
            <p:cNvSpPr>
              <a:spLocks/>
            </p:cNvSpPr>
            <p:nvPr/>
          </p:nvSpPr>
          <p:spPr bwMode="auto">
            <a:xfrm rot="1111880">
              <a:off x="4149" y="2366"/>
              <a:ext cx="1200" cy="176"/>
            </a:xfrm>
            <a:custGeom>
              <a:avLst/>
              <a:gdLst>
                <a:gd name="T0" fmla="*/ 34663 w 742"/>
                <a:gd name="T1" fmla="*/ 92 h 176"/>
                <a:gd name="T2" fmla="*/ 32385 w 742"/>
                <a:gd name="T3" fmla="*/ 175 h 176"/>
                <a:gd name="T4" fmla="*/ 0 w 742"/>
                <a:gd name="T5" fmla="*/ 0 h 176"/>
                <a:gd name="T6" fmla="*/ 34663 w 742"/>
                <a:gd name="T7" fmla="*/ 92 h 1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42" h="176">
                  <a:moveTo>
                    <a:pt x="741" y="92"/>
                  </a:moveTo>
                  <a:lnTo>
                    <a:pt x="692" y="175"/>
                  </a:lnTo>
                  <a:lnTo>
                    <a:pt x="0" y="0"/>
                  </a:lnTo>
                  <a:lnTo>
                    <a:pt x="741" y="92"/>
                  </a:lnTo>
                </a:path>
              </a:pathLst>
            </a:custGeom>
            <a:solidFill>
              <a:schemeClr val="tx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00396" name="Rectangle 23">
              <a:extLst>
                <a:ext uri="{FF2B5EF4-FFF2-40B4-BE49-F238E27FC236}">
                  <a16:creationId xmlns:a16="http://schemas.microsoft.com/office/drawing/2014/main" id="{5FF0C9DB-804F-745A-5A94-B0B08A94328A}"/>
                </a:ext>
              </a:extLst>
            </p:cNvPr>
            <p:cNvSpPr>
              <a:spLocks noChangeArrowheads="1"/>
            </p:cNvSpPr>
            <p:nvPr/>
          </p:nvSpPr>
          <p:spPr bwMode="auto">
            <a:xfrm>
              <a:off x="5136" y="2496"/>
              <a:ext cx="642" cy="438"/>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400397" name="Oval 223">
              <a:extLst>
                <a:ext uri="{FF2B5EF4-FFF2-40B4-BE49-F238E27FC236}">
                  <a16:creationId xmlns:a16="http://schemas.microsoft.com/office/drawing/2014/main" id="{7A4BA729-B243-297F-22D8-316083836C90}"/>
                </a:ext>
              </a:extLst>
            </p:cNvPr>
            <p:cNvSpPr>
              <a:spLocks noChangeArrowheads="1"/>
            </p:cNvSpPr>
            <p:nvPr/>
          </p:nvSpPr>
          <p:spPr bwMode="auto">
            <a:xfrm>
              <a:off x="4106" y="2069"/>
              <a:ext cx="152" cy="155"/>
            </a:xfrm>
            <a:prstGeom prst="ellipse">
              <a:avLst/>
            </a:prstGeom>
            <a:noFill/>
            <a:ln w="12699">
              <a:solidFill>
                <a:schemeClr val="hlink"/>
              </a:solidFill>
              <a:round/>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400398" name="Oval 224">
              <a:extLst>
                <a:ext uri="{FF2B5EF4-FFF2-40B4-BE49-F238E27FC236}">
                  <a16:creationId xmlns:a16="http://schemas.microsoft.com/office/drawing/2014/main" id="{FD116856-4CF2-74BA-BAC3-43BCFE77FB2F}"/>
                </a:ext>
              </a:extLst>
            </p:cNvPr>
            <p:cNvSpPr>
              <a:spLocks noChangeArrowheads="1"/>
            </p:cNvSpPr>
            <p:nvPr/>
          </p:nvSpPr>
          <p:spPr bwMode="auto">
            <a:xfrm>
              <a:off x="4158" y="2138"/>
              <a:ext cx="18" cy="22"/>
            </a:xfrm>
            <a:prstGeom prst="ellipse">
              <a:avLst/>
            </a:prstGeom>
            <a:solidFill>
              <a:schemeClr val="tx1"/>
            </a:solidFill>
            <a:ln w="12699">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400399" name="Freeform 238">
              <a:extLst>
                <a:ext uri="{FF2B5EF4-FFF2-40B4-BE49-F238E27FC236}">
                  <a16:creationId xmlns:a16="http://schemas.microsoft.com/office/drawing/2014/main" id="{C29CE347-7C43-88A2-718A-2C983B8F695A}"/>
                </a:ext>
              </a:extLst>
            </p:cNvPr>
            <p:cNvSpPr>
              <a:spLocks/>
            </p:cNvSpPr>
            <p:nvPr/>
          </p:nvSpPr>
          <p:spPr bwMode="auto">
            <a:xfrm>
              <a:off x="4204" y="1436"/>
              <a:ext cx="380" cy="677"/>
            </a:xfrm>
            <a:custGeom>
              <a:avLst/>
              <a:gdLst>
                <a:gd name="T0" fmla="*/ 315 w 380"/>
                <a:gd name="T1" fmla="*/ 0 h 677"/>
                <a:gd name="T2" fmla="*/ 379 w 380"/>
                <a:gd name="T3" fmla="*/ 73 h 677"/>
                <a:gd name="T4" fmla="*/ 0 w 380"/>
                <a:gd name="T5" fmla="*/ 676 h 677"/>
                <a:gd name="T6" fmla="*/ 315 w 380"/>
                <a:gd name="T7" fmla="*/ 0 h 6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0" h="677">
                  <a:moveTo>
                    <a:pt x="315" y="0"/>
                  </a:moveTo>
                  <a:lnTo>
                    <a:pt x="379" y="73"/>
                  </a:lnTo>
                  <a:lnTo>
                    <a:pt x="0" y="676"/>
                  </a:lnTo>
                  <a:lnTo>
                    <a:pt x="315" y="0"/>
                  </a:lnTo>
                </a:path>
              </a:pathLst>
            </a:custGeom>
            <a:solidFill>
              <a:schemeClr val="tx1"/>
            </a:solidFill>
            <a:ln w="12699"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51439" name="Rectangle 239">
              <a:extLst>
                <a:ext uri="{FF2B5EF4-FFF2-40B4-BE49-F238E27FC236}">
                  <a16:creationId xmlns:a16="http://schemas.microsoft.com/office/drawing/2014/main" id="{B4DD4C9C-3D25-2750-A74D-D2BD89150098}"/>
                </a:ext>
              </a:extLst>
            </p:cNvPr>
            <p:cNvSpPr>
              <a:spLocks noChangeArrowheads="1"/>
            </p:cNvSpPr>
            <p:nvPr/>
          </p:nvSpPr>
          <p:spPr bwMode="auto">
            <a:xfrm>
              <a:off x="4416" y="1248"/>
              <a:ext cx="905" cy="293"/>
            </a:xfrm>
            <a:prstGeom prst="rect">
              <a:avLst/>
            </a:prstGeom>
            <a:solidFill>
              <a:schemeClr val="bg1"/>
            </a:solidFill>
            <a:ln w="12699">
              <a:solidFill>
                <a:schemeClr val="tx1"/>
              </a:solidFill>
              <a:miter lim="800000"/>
              <a:headEnd/>
              <a:tailEnd/>
            </a:ln>
            <a:effectLst/>
          </p:spPr>
          <p:txBody>
            <a:bodyPr lIns="71804" tIns="36635" rIns="71804" bIns="36635">
              <a:spAutoFit/>
            </a:bodyPr>
            <a:lstStyle>
              <a:lvl1pPr algn="l" defTabSz="542925"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449263" indent="-207963" algn="l" defTabSz="542925"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796925" indent="-187325" algn="l" defTabSz="542925"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marL="1443038" algn="l" defTabSz="542925"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marL="1925638" algn="l" defTabSz="542925"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marL="2382838" defTabSz="542925"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marL="2840038" defTabSz="542925"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marL="3297238" defTabSz="542925"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marL="3754438" defTabSz="542925"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eaLnBrk="1" latinLnBrk="0" hangingPunct="1">
                <a:spcBef>
                  <a:spcPct val="50000"/>
                </a:spcBef>
                <a:buFont typeface="Wingdings" panose="05000000000000000000" pitchFamily="2" charset="2"/>
                <a:buNone/>
                <a:defRPr/>
              </a:pPr>
              <a:endParaRPr lang="en-US" altLang="ko-KR" sz="923">
                <a:latin typeface="Arial" panose="020B0604020202020204" pitchFamily="34" charset="0"/>
              </a:endParaRPr>
            </a:p>
            <a:p>
              <a:pPr eaLnBrk="1" latinLnBrk="0" hangingPunct="1">
                <a:spcBef>
                  <a:spcPct val="50000"/>
                </a:spcBef>
                <a:buFont typeface="Wingdings" panose="05000000000000000000" pitchFamily="2" charset="2"/>
                <a:buNone/>
                <a:defRPr/>
              </a:pPr>
              <a:endParaRPr lang="en-US" altLang="ko-KR" sz="923">
                <a:latin typeface="Arial" panose="020B0604020202020204" pitchFamily="34" charset="0"/>
              </a:endParaRPr>
            </a:p>
          </p:txBody>
        </p:sp>
      </p:grpSp>
      <p:grpSp>
        <p:nvGrpSpPr>
          <p:cNvPr id="400391" name="Group 248">
            <a:extLst>
              <a:ext uri="{FF2B5EF4-FFF2-40B4-BE49-F238E27FC236}">
                <a16:creationId xmlns:a16="http://schemas.microsoft.com/office/drawing/2014/main" id="{F4182696-557C-7E78-EB5C-BC788677FD98}"/>
              </a:ext>
            </a:extLst>
          </p:cNvPr>
          <p:cNvGrpSpPr>
            <a:grpSpLocks/>
          </p:cNvGrpSpPr>
          <p:nvPr/>
        </p:nvGrpSpPr>
        <p:grpSpPr bwMode="auto">
          <a:xfrm>
            <a:off x="6850063" y="615950"/>
            <a:ext cx="2024062" cy="646113"/>
            <a:chOff x="4675" y="240"/>
            <a:chExt cx="1381" cy="441"/>
          </a:xfrm>
        </p:grpSpPr>
        <p:sp>
          <p:nvSpPr>
            <p:cNvPr id="51226" name="Rectangle 26">
              <a:extLst>
                <a:ext uri="{FF2B5EF4-FFF2-40B4-BE49-F238E27FC236}">
                  <a16:creationId xmlns:a16="http://schemas.microsoft.com/office/drawing/2014/main" id="{B5E9DFA5-7CA2-1C85-F6B8-EEF057B3B874}"/>
                </a:ext>
              </a:extLst>
            </p:cNvPr>
            <p:cNvSpPr>
              <a:spLocks noChangeArrowheads="1"/>
            </p:cNvSpPr>
            <p:nvPr/>
          </p:nvSpPr>
          <p:spPr bwMode="auto">
            <a:xfrm>
              <a:off x="4675" y="317"/>
              <a:ext cx="883" cy="251"/>
            </a:xfrm>
            <a:prstGeom prst="rect">
              <a:avLst/>
            </a:prstGeom>
            <a:noFill/>
            <a:ln>
              <a:noFill/>
            </a:ln>
            <a:effectLst/>
          </p:spPr>
          <p:txBody>
            <a:bodyPr wrap="none" lIns="109903" tIns="55685" rIns="109903" bIns="55685">
              <a:spAutoFit/>
            </a:bodyPr>
            <a:lstStyle>
              <a:lvl1pPr marL="247650" indent="-24765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1pPr>
              <a:lvl2pPr marL="571500" indent="-20955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2pPr>
              <a:lvl3pPr marL="865188" indent="-179388"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3pPr>
              <a:lvl4pPr marL="222885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4pPr>
              <a:lvl5pPr marL="2971800" algn="l" defTabSz="1287463" latinLnBrk="1">
                <a:spcBef>
                  <a:spcPct val="0"/>
                </a:spcBef>
                <a:defRPr kumimoji="1" sz="2400">
                  <a:solidFill>
                    <a:schemeClr val="tx1"/>
                  </a:solidFill>
                  <a:latin typeface="Times New Roman" panose="02020603050405020304" pitchFamily="18" charset="0"/>
                  <a:ea typeface="굴림" panose="020B0600000101010101" pitchFamily="50" charset="-127"/>
                </a:defRPr>
              </a:lvl5pPr>
              <a:lvl6pPr marL="34290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6pPr>
              <a:lvl7pPr marL="38862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7pPr>
              <a:lvl8pPr marL="43434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8pPr>
              <a:lvl9pPr marL="4800600" defTabSz="1287463" fontAlgn="base">
                <a:spcBef>
                  <a:spcPct val="0"/>
                </a:spcBef>
                <a:spcAft>
                  <a:spcPct val="0"/>
                </a:spcAft>
                <a:defRPr kumimoji="1" sz="2400">
                  <a:solidFill>
                    <a:schemeClr val="tx1"/>
                  </a:solidFill>
                  <a:latin typeface="Times New Roman" panose="02020603050405020304" pitchFamily="18" charset="0"/>
                  <a:ea typeface="굴림" panose="020B0600000101010101" pitchFamily="50" charset="-127"/>
                </a:defRPr>
              </a:lvl9pPr>
            </a:lstStyle>
            <a:p>
              <a:pPr algn="r" eaLnBrk="1" latinLnBrk="0" hangingPunct="1">
                <a:spcBef>
                  <a:spcPct val="100000"/>
                </a:spcBef>
                <a:buFont typeface="Wingdings" panose="05000000000000000000" pitchFamily="2" charset="2"/>
                <a:buNone/>
                <a:defRPr/>
              </a:pPr>
              <a:r>
                <a:rPr lang="en-US" altLang="ko-KR" sz="1662">
                  <a:latin typeface="Arial" panose="020B0604020202020204" pitchFamily="34" charset="0"/>
                </a:rPr>
                <a:t>LOCATION</a:t>
              </a:r>
            </a:p>
          </p:txBody>
        </p:sp>
        <p:sp>
          <p:nvSpPr>
            <p:cNvPr id="400393" name="Rectangle 27">
              <a:extLst>
                <a:ext uri="{FF2B5EF4-FFF2-40B4-BE49-F238E27FC236}">
                  <a16:creationId xmlns:a16="http://schemas.microsoft.com/office/drawing/2014/main" id="{AD33781E-F877-C1DF-E79C-7168626787B7}"/>
                </a:ext>
              </a:extLst>
            </p:cNvPr>
            <p:cNvSpPr>
              <a:spLocks noChangeArrowheads="1"/>
            </p:cNvSpPr>
            <p:nvPr/>
          </p:nvSpPr>
          <p:spPr bwMode="auto">
            <a:xfrm>
              <a:off x="5541" y="240"/>
              <a:ext cx="515" cy="441"/>
            </a:xfrm>
            <a:prstGeom prst="rect">
              <a:avLst/>
            </a:prstGeom>
            <a:solidFill>
              <a:schemeClr val="bg1"/>
            </a:solidFill>
            <a:ln w="12699">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p>
          </p:txBody>
        </p:sp>
        <p:sp>
          <p:nvSpPr>
            <p:cNvPr id="400394" name="Freeform 247">
              <a:extLst>
                <a:ext uri="{FF2B5EF4-FFF2-40B4-BE49-F238E27FC236}">
                  <a16:creationId xmlns:a16="http://schemas.microsoft.com/office/drawing/2014/main" id="{57024307-4271-CFE7-8F20-1D928AC2B185}"/>
                </a:ext>
              </a:extLst>
            </p:cNvPr>
            <p:cNvSpPr>
              <a:spLocks/>
            </p:cNvSpPr>
            <p:nvPr/>
          </p:nvSpPr>
          <p:spPr bwMode="auto">
            <a:xfrm>
              <a:off x="5712" y="336"/>
              <a:ext cx="168" cy="278"/>
            </a:xfrm>
            <a:custGeom>
              <a:avLst/>
              <a:gdLst>
                <a:gd name="T0" fmla="*/ 0 w 371"/>
                <a:gd name="T1" fmla="*/ 0 h 614"/>
                <a:gd name="T2" fmla="*/ 0 w 371"/>
                <a:gd name="T3" fmla="*/ 0 h 614"/>
                <a:gd name="T4" fmla="*/ 0 w 371"/>
                <a:gd name="T5" fmla="*/ 0 h 614"/>
                <a:gd name="T6" fmla="*/ 0 w 371"/>
                <a:gd name="T7" fmla="*/ 0 h 614"/>
                <a:gd name="T8" fmla="*/ 0 w 371"/>
                <a:gd name="T9" fmla="*/ 0 h 614"/>
                <a:gd name="T10" fmla="*/ 0 w 371"/>
                <a:gd name="T11" fmla="*/ 0 h 614"/>
                <a:gd name="T12" fmla="*/ 0 w 371"/>
                <a:gd name="T13" fmla="*/ 0 h 614"/>
                <a:gd name="T14" fmla="*/ 0 w 371"/>
                <a:gd name="T15" fmla="*/ 0 h 614"/>
                <a:gd name="T16" fmla="*/ 0 w 371"/>
                <a:gd name="T17" fmla="*/ 1 h 614"/>
                <a:gd name="T18" fmla="*/ 0 w 371"/>
                <a:gd name="T19" fmla="*/ 1 h 614"/>
                <a:gd name="T20" fmla="*/ 0 w 371"/>
                <a:gd name="T21" fmla="*/ 1 h 614"/>
                <a:gd name="T22" fmla="*/ 0 w 371"/>
                <a:gd name="T23" fmla="*/ 1 h 614"/>
                <a:gd name="T24" fmla="*/ 0 w 371"/>
                <a:gd name="T25" fmla="*/ 1 h 614"/>
                <a:gd name="T26" fmla="*/ 0 w 371"/>
                <a:gd name="T27" fmla="*/ 1 h 614"/>
                <a:gd name="T28" fmla="*/ 0 w 371"/>
                <a:gd name="T29" fmla="*/ 0 h 614"/>
                <a:gd name="T30" fmla="*/ 0 w 371"/>
                <a:gd name="T31" fmla="*/ 0 h 614"/>
                <a:gd name="T32" fmla="*/ 0 w 371"/>
                <a:gd name="T33" fmla="*/ 1 h 614"/>
                <a:gd name="T34" fmla="*/ 0 w 371"/>
                <a:gd name="T35" fmla="*/ 0 h 614"/>
                <a:gd name="T36" fmla="*/ 0 w 371"/>
                <a:gd name="T37" fmla="*/ 0 h 614"/>
                <a:gd name="T38" fmla="*/ 0 w 371"/>
                <a:gd name="T39" fmla="*/ 0 h 614"/>
                <a:gd name="T40" fmla="*/ 0 w 371"/>
                <a:gd name="T41" fmla="*/ 0 h 614"/>
                <a:gd name="T42" fmla="*/ 0 w 371"/>
                <a:gd name="T43" fmla="*/ 0 h 614"/>
                <a:gd name="T44" fmla="*/ 0 w 371"/>
                <a:gd name="T45" fmla="*/ 0 h 614"/>
                <a:gd name="T46" fmla="*/ 0 w 371"/>
                <a:gd name="T47" fmla="*/ 0 h 614"/>
                <a:gd name="T48" fmla="*/ 0 w 371"/>
                <a:gd name="T49" fmla="*/ 0 h 614"/>
                <a:gd name="T50" fmla="*/ 0 w 371"/>
                <a:gd name="T51" fmla="*/ 0 h 614"/>
                <a:gd name="T52" fmla="*/ 0 w 371"/>
                <a:gd name="T53" fmla="*/ 0 h 614"/>
                <a:gd name="T54" fmla="*/ 0 w 371"/>
                <a:gd name="T55" fmla="*/ 0 h 614"/>
                <a:gd name="T56" fmla="*/ 0 w 371"/>
                <a:gd name="T57" fmla="*/ 0 h 6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71" h="614">
                  <a:moveTo>
                    <a:pt x="218" y="127"/>
                  </a:moveTo>
                  <a:cubicBezTo>
                    <a:pt x="186" y="135"/>
                    <a:pt x="165" y="141"/>
                    <a:pt x="138" y="159"/>
                  </a:cubicBezTo>
                  <a:cubicBezTo>
                    <a:pt x="112" y="198"/>
                    <a:pt x="82" y="188"/>
                    <a:pt x="42" y="215"/>
                  </a:cubicBezTo>
                  <a:cubicBezTo>
                    <a:pt x="34" y="228"/>
                    <a:pt x="0" y="272"/>
                    <a:pt x="18" y="287"/>
                  </a:cubicBezTo>
                  <a:cubicBezTo>
                    <a:pt x="32" y="299"/>
                    <a:pt x="55" y="282"/>
                    <a:pt x="74" y="279"/>
                  </a:cubicBezTo>
                  <a:cubicBezTo>
                    <a:pt x="82" y="276"/>
                    <a:pt x="94" y="263"/>
                    <a:pt x="98" y="271"/>
                  </a:cubicBezTo>
                  <a:cubicBezTo>
                    <a:pt x="106" y="288"/>
                    <a:pt x="61" y="366"/>
                    <a:pt x="50" y="383"/>
                  </a:cubicBezTo>
                  <a:cubicBezTo>
                    <a:pt x="83" y="394"/>
                    <a:pt x="93" y="386"/>
                    <a:pt x="122" y="367"/>
                  </a:cubicBezTo>
                  <a:cubicBezTo>
                    <a:pt x="139" y="419"/>
                    <a:pt x="110" y="458"/>
                    <a:pt x="90" y="503"/>
                  </a:cubicBezTo>
                  <a:cubicBezTo>
                    <a:pt x="62" y="566"/>
                    <a:pt x="93" y="538"/>
                    <a:pt x="50" y="567"/>
                  </a:cubicBezTo>
                  <a:cubicBezTo>
                    <a:pt x="53" y="580"/>
                    <a:pt x="46" y="602"/>
                    <a:pt x="58" y="607"/>
                  </a:cubicBezTo>
                  <a:cubicBezTo>
                    <a:pt x="74" y="614"/>
                    <a:pt x="106" y="591"/>
                    <a:pt x="106" y="591"/>
                  </a:cubicBezTo>
                  <a:cubicBezTo>
                    <a:pt x="155" y="542"/>
                    <a:pt x="217" y="517"/>
                    <a:pt x="282" y="495"/>
                  </a:cubicBezTo>
                  <a:cubicBezTo>
                    <a:pt x="308" y="469"/>
                    <a:pt x="312" y="450"/>
                    <a:pt x="322" y="415"/>
                  </a:cubicBezTo>
                  <a:cubicBezTo>
                    <a:pt x="325" y="404"/>
                    <a:pt x="338" y="391"/>
                    <a:pt x="330" y="383"/>
                  </a:cubicBezTo>
                  <a:cubicBezTo>
                    <a:pt x="322" y="375"/>
                    <a:pt x="309" y="388"/>
                    <a:pt x="298" y="391"/>
                  </a:cubicBezTo>
                  <a:cubicBezTo>
                    <a:pt x="295" y="399"/>
                    <a:pt x="298" y="419"/>
                    <a:pt x="290" y="415"/>
                  </a:cubicBezTo>
                  <a:cubicBezTo>
                    <a:pt x="280" y="410"/>
                    <a:pt x="284" y="394"/>
                    <a:pt x="282" y="383"/>
                  </a:cubicBezTo>
                  <a:cubicBezTo>
                    <a:pt x="279" y="370"/>
                    <a:pt x="278" y="356"/>
                    <a:pt x="274" y="343"/>
                  </a:cubicBezTo>
                  <a:cubicBezTo>
                    <a:pt x="259" y="289"/>
                    <a:pt x="267" y="304"/>
                    <a:pt x="234" y="271"/>
                  </a:cubicBezTo>
                  <a:cubicBezTo>
                    <a:pt x="222" y="236"/>
                    <a:pt x="227" y="227"/>
                    <a:pt x="258" y="207"/>
                  </a:cubicBezTo>
                  <a:cubicBezTo>
                    <a:pt x="295" y="152"/>
                    <a:pt x="272" y="165"/>
                    <a:pt x="314" y="151"/>
                  </a:cubicBezTo>
                  <a:cubicBezTo>
                    <a:pt x="331" y="125"/>
                    <a:pt x="352" y="109"/>
                    <a:pt x="362" y="79"/>
                  </a:cubicBezTo>
                  <a:cubicBezTo>
                    <a:pt x="346" y="0"/>
                    <a:pt x="371" y="54"/>
                    <a:pt x="330" y="47"/>
                  </a:cubicBezTo>
                  <a:cubicBezTo>
                    <a:pt x="321" y="45"/>
                    <a:pt x="314" y="36"/>
                    <a:pt x="306" y="31"/>
                  </a:cubicBezTo>
                  <a:cubicBezTo>
                    <a:pt x="301" y="39"/>
                    <a:pt x="294" y="46"/>
                    <a:pt x="290" y="55"/>
                  </a:cubicBezTo>
                  <a:cubicBezTo>
                    <a:pt x="286" y="65"/>
                    <a:pt x="289" y="78"/>
                    <a:pt x="282" y="87"/>
                  </a:cubicBezTo>
                  <a:cubicBezTo>
                    <a:pt x="277" y="94"/>
                    <a:pt x="215" y="107"/>
                    <a:pt x="202" y="111"/>
                  </a:cubicBezTo>
                  <a:cubicBezTo>
                    <a:pt x="190" y="129"/>
                    <a:pt x="179" y="151"/>
                    <a:pt x="154" y="151"/>
                  </a:cubicBezTo>
                </a:path>
              </a:pathLst>
            </a:custGeom>
            <a:noFill/>
            <a:ln w="12699"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spTree>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 name="슬라이드 번호 개체 틀 2">
            <a:extLst>
              <a:ext uri="{FF2B5EF4-FFF2-40B4-BE49-F238E27FC236}">
                <a16:creationId xmlns:a16="http://schemas.microsoft.com/office/drawing/2014/main" id="{B0E3E3F7-B262-5F47-247D-D8C26A85665C}"/>
              </a:ext>
            </a:extLst>
          </p:cNvPr>
          <p:cNvSpPr>
            <a:spLocks noGrp="1"/>
          </p:cNvSpPr>
          <p:nvPr>
            <p:ph type="sldNum" sz="quarter" idx="10"/>
          </p:nvPr>
        </p:nvSpPr>
        <p:spPr/>
        <p:txBody>
          <a:bodyPr/>
          <a:lstStyle/>
          <a:p>
            <a:pPr algn="l" defTabSz="844083">
              <a:defRPr/>
            </a:pPr>
            <a:fld id="{0738D3BA-D7EA-BC4E-A390-E345DEAC6A4C}" type="slidenum">
              <a:rPr lang="en-GB" altLang="en-GB">
                <a:solidFill>
                  <a:srgbClr val="091D5D"/>
                </a:solidFill>
                <a:latin typeface="Verdana" panose="020B0604030504040204" pitchFamily="34" charset="0"/>
                <a:cs typeface="+mn-cs"/>
              </a:rPr>
              <a:pPr algn="l" defTabSz="844083">
                <a:defRPr/>
              </a:pPr>
              <a:t>68</a:t>
            </a:fld>
            <a:endParaRPr lang="en-GB" altLang="en-GB">
              <a:solidFill>
                <a:srgbClr val="091D5D"/>
              </a:solidFill>
              <a:latin typeface="Verdana" panose="020B0604030504040204" pitchFamily="34" charset="0"/>
              <a:cs typeface="+mn-cs"/>
            </a:endParaRPr>
          </a:p>
        </p:txBody>
      </p:sp>
      <p:sp>
        <p:nvSpPr>
          <p:cNvPr id="1865732" name="Rectangle 4">
            <a:extLst>
              <a:ext uri="{FF2B5EF4-FFF2-40B4-BE49-F238E27FC236}">
                <a16:creationId xmlns:a16="http://schemas.microsoft.com/office/drawing/2014/main" id="{38C5E5A1-29E5-E43D-787C-3096F318ED6E}"/>
              </a:ext>
            </a:extLst>
          </p:cNvPr>
          <p:cNvSpPr>
            <a:spLocks noGrp="1" noChangeArrowheads="1"/>
          </p:cNvSpPr>
          <p:nvPr>
            <p:ph type="title"/>
          </p:nvPr>
        </p:nvSpPr>
        <p:spPr/>
        <p:txBody>
          <a:bodyPr/>
          <a:lstStyle/>
          <a:p>
            <a:pPr eaLnBrk="1" hangingPunct="1">
              <a:lnSpc>
                <a:spcPts val="1939"/>
              </a:lnSpc>
              <a:defRPr/>
            </a:pPr>
            <a:r>
              <a:rPr lang="en-GB" altLang="ko-KR" sz="1846"/>
              <a:t>The World - large</a:t>
            </a:r>
          </a:p>
        </p:txBody>
      </p:sp>
      <p:grpSp>
        <p:nvGrpSpPr>
          <p:cNvPr id="401411" name="Group 251">
            <a:extLst>
              <a:ext uri="{FF2B5EF4-FFF2-40B4-BE49-F238E27FC236}">
                <a16:creationId xmlns:a16="http://schemas.microsoft.com/office/drawing/2014/main" id="{14E15FB5-7FBC-47DD-7191-8F658B860E9B}"/>
              </a:ext>
            </a:extLst>
          </p:cNvPr>
          <p:cNvGrpSpPr>
            <a:grpSpLocks/>
          </p:cNvGrpSpPr>
          <p:nvPr/>
        </p:nvGrpSpPr>
        <p:grpSpPr bwMode="auto">
          <a:xfrm>
            <a:off x="354013" y="1400175"/>
            <a:ext cx="7920037" cy="4629150"/>
            <a:chOff x="242" y="775"/>
            <a:chExt cx="5404" cy="3160"/>
          </a:xfrm>
        </p:grpSpPr>
        <p:sp>
          <p:nvSpPr>
            <p:cNvPr id="1865733" name="Freeform 5">
              <a:extLst>
                <a:ext uri="{FF2B5EF4-FFF2-40B4-BE49-F238E27FC236}">
                  <a16:creationId xmlns:a16="http://schemas.microsoft.com/office/drawing/2014/main" id="{8E54B92F-EE41-45EE-15BC-7E9E5419D3BC}"/>
                </a:ext>
              </a:extLst>
            </p:cNvPr>
            <p:cNvSpPr>
              <a:spLocks noChangeAspect="1"/>
            </p:cNvSpPr>
            <p:nvPr/>
          </p:nvSpPr>
          <p:spPr bwMode="gray">
            <a:xfrm>
              <a:off x="3063" y="1020"/>
              <a:ext cx="2571" cy="993"/>
            </a:xfrm>
            <a:custGeom>
              <a:avLst/>
              <a:gdLst>
                <a:gd name="T0" fmla="*/ 98 w 5927"/>
                <a:gd name="T1" fmla="*/ 1193 h 1901"/>
                <a:gd name="T2" fmla="*/ 313 w 5927"/>
                <a:gd name="T3" fmla="*/ 1040 h 1901"/>
                <a:gd name="T4" fmla="*/ 311 w 5927"/>
                <a:gd name="T5" fmla="*/ 615 h 1901"/>
                <a:gd name="T6" fmla="*/ 564 w 5927"/>
                <a:gd name="T7" fmla="*/ 566 h 1901"/>
                <a:gd name="T8" fmla="*/ 623 w 5927"/>
                <a:gd name="T9" fmla="*/ 878 h 1901"/>
                <a:gd name="T10" fmla="*/ 700 w 5927"/>
                <a:gd name="T11" fmla="*/ 776 h 1901"/>
                <a:gd name="T12" fmla="*/ 881 w 5927"/>
                <a:gd name="T13" fmla="*/ 671 h 1901"/>
                <a:gd name="T14" fmla="*/ 1364 w 5927"/>
                <a:gd name="T15" fmla="*/ 576 h 1901"/>
                <a:gd name="T16" fmla="*/ 1719 w 5927"/>
                <a:gd name="T17" fmla="*/ 589 h 1901"/>
                <a:gd name="T18" fmla="*/ 1727 w 5927"/>
                <a:gd name="T19" fmla="*/ 330 h 1901"/>
                <a:gd name="T20" fmla="*/ 1856 w 5927"/>
                <a:gd name="T21" fmla="*/ 653 h 1901"/>
                <a:gd name="T22" fmla="*/ 1933 w 5927"/>
                <a:gd name="T23" fmla="*/ 589 h 1901"/>
                <a:gd name="T24" fmla="*/ 2016 w 5927"/>
                <a:gd name="T25" fmla="*/ 589 h 1901"/>
                <a:gd name="T26" fmla="*/ 1929 w 5927"/>
                <a:gd name="T27" fmla="*/ 428 h 1901"/>
                <a:gd name="T28" fmla="*/ 2209 w 5927"/>
                <a:gd name="T29" fmla="*/ 414 h 1901"/>
                <a:gd name="T30" fmla="*/ 2328 w 5927"/>
                <a:gd name="T31" fmla="*/ 267 h 1901"/>
                <a:gd name="T32" fmla="*/ 2644 w 5927"/>
                <a:gd name="T33" fmla="*/ 112 h 1901"/>
                <a:gd name="T34" fmla="*/ 2833 w 5927"/>
                <a:gd name="T35" fmla="*/ 48 h 1901"/>
                <a:gd name="T36" fmla="*/ 3269 w 5927"/>
                <a:gd name="T37" fmla="*/ 129 h 1901"/>
                <a:gd name="T38" fmla="*/ 3011 w 5927"/>
                <a:gd name="T39" fmla="*/ 313 h 1901"/>
                <a:gd name="T40" fmla="*/ 3299 w 5927"/>
                <a:gd name="T41" fmla="*/ 316 h 1901"/>
                <a:gd name="T42" fmla="*/ 3600 w 5927"/>
                <a:gd name="T43" fmla="*/ 275 h 1901"/>
                <a:gd name="T44" fmla="*/ 4024 w 5927"/>
                <a:gd name="T45" fmla="*/ 414 h 1901"/>
                <a:gd name="T46" fmla="*/ 4491 w 5927"/>
                <a:gd name="T47" fmla="*/ 413 h 1901"/>
                <a:gd name="T48" fmla="*/ 4957 w 5927"/>
                <a:gd name="T49" fmla="*/ 534 h 1901"/>
                <a:gd name="T50" fmla="*/ 5242 w 5927"/>
                <a:gd name="T51" fmla="*/ 516 h 1901"/>
                <a:gd name="T52" fmla="*/ 5802 w 5927"/>
                <a:gd name="T53" fmla="*/ 705 h 1901"/>
                <a:gd name="T54" fmla="*/ 5774 w 5927"/>
                <a:gd name="T55" fmla="*/ 842 h 1901"/>
                <a:gd name="T56" fmla="*/ 5591 w 5927"/>
                <a:gd name="T57" fmla="*/ 736 h 1901"/>
                <a:gd name="T58" fmla="*/ 5535 w 5927"/>
                <a:gd name="T59" fmla="*/ 953 h 1901"/>
                <a:gd name="T60" fmla="*/ 5086 w 5927"/>
                <a:gd name="T61" fmla="*/ 1050 h 1901"/>
                <a:gd name="T62" fmla="*/ 4952 w 5927"/>
                <a:gd name="T63" fmla="*/ 1262 h 1901"/>
                <a:gd name="T64" fmla="*/ 4765 w 5927"/>
                <a:gd name="T65" fmla="*/ 1520 h 1901"/>
                <a:gd name="T66" fmla="*/ 5020 w 5927"/>
                <a:gd name="T67" fmla="*/ 962 h 1901"/>
                <a:gd name="T68" fmla="*/ 4672 w 5927"/>
                <a:gd name="T69" fmla="*/ 1084 h 1901"/>
                <a:gd name="T70" fmla="*/ 4271 w 5927"/>
                <a:gd name="T71" fmla="*/ 1121 h 1901"/>
                <a:gd name="T72" fmla="*/ 4123 w 5927"/>
                <a:gd name="T73" fmla="*/ 1396 h 1901"/>
                <a:gd name="T74" fmla="*/ 4197 w 5927"/>
                <a:gd name="T75" fmla="*/ 1526 h 1901"/>
                <a:gd name="T76" fmla="*/ 3876 w 5927"/>
                <a:gd name="T77" fmla="*/ 1845 h 1901"/>
                <a:gd name="T78" fmla="*/ 3682 w 5927"/>
                <a:gd name="T79" fmla="*/ 1423 h 1901"/>
                <a:gd name="T80" fmla="*/ 3293 w 5927"/>
                <a:gd name="T81" fmla="*/ 1549 h 1901"/>
                <a:gd name="T82" fmla="*/ 2714 w 5927"/>
                <a:gd name="T83" fmla="*/ 1558 h 1901"/>
                <a:gd name="T84" fmla="*/ 2094 w 5927"/>
                <a:gd name="T85" fmla="*/ 1556 h 1901"/>
                <a:gd name="T86" fmla="*/ 1816 w 5927"/>
                <a:gd name="T87" fmla="*/ 1416 h 1901"/>
                <a:gd name="T88" fmla="*/ 1475 w 5927"/>
                <a:gd name="T89" fmla="*/ 1315 h 1901"/>
                <a:gd name="T90" fmla="*/ 1242 w 5927"/>
                <a:gd name="T91" fmla="*/ 1359 h 1901"/>
                <a:gd name="T92" fmla="*/ 1295 w 5927"/>
                <a:gd name="T93" fmla="*/ 1521 h 1901"/>
                <a:gd name="T94" fmla="*/ 1134 w 5927"/>
                <a:gd name="T95" fmla="*/ 1505 h 1901"/>
                <a:gd name="T96" fmla="*/ 931 w 5927"/>
                <a:gd name="T97" fmla="*/ 1540 h 1901"/>
                <a:gd name="T98" fmla="*/ 924 w 5927"/>
                <a:gd name="T99" fmla="*/ 1636 h 1901"/>
                <a:gd name="T100" fmla="*/ 968 w 5927"/>
                <a:gd name="T101" fmla="*/ 1717 h 1901"/>
                <a:gd name="T102" fmla="*/ 905 w 5927"/>
                <a:gd name="T103" fmla="*/ 1865 h 1901"/>
                <a:gd name="T104" fmla="*/ 669 w 5927"/>
                <a:gd name="T105" fmla="*/ 1807 h 1901"/>
                <a:gd name="T106" fmla="*/ 679 w 5927"/>
                <a:gd name="T107" fmla="*/ 1584 h 1901"/>
                <a:gd name="T108" fmla="*/ 461 w 5927"/>
                <a:gd name="T109" fmla="*/ 1452 h 1901"/>
                <a:gd name="T110" fmla="*/ 399 w 5927"/>
                <a:gd name="T111" fmla="*/ 1414 h 1901"/>
                <a:gd name="T112" fmla="*/ 241 w 5927"/>
                <a:gd name="T113" fmla="*/ 1301 h 1901"/>
                <a:gd name="T114" fmla="*/ 144 w 5927"/>
                <a:gd name="T115" fmla="*/ 1394 h 1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27" h="1901">
                  <a:moveTo>
                    <a:pt x="0" y="1351"/>
                  </a:moveTo>
                  <a:lnTo>
                    <a:pt x="49" y="1307"/>
                  </a:lnTo>
                  <a:lnTo>
                    <a:pt x="33" y="1325"/>
                  </a:lnTo>
                  <a:lnTo>
                    <a:pt x="55" y="1330"/>
                  </a:lnTo>
                  <a:lnTo>
                    <a:pt x="49" y="1241"/>
                  </a:lnTo>
                  <a:lnTo>
                    <a:pt x="69" y="1199"/>
                  </a:lnTo>
                  <a:lnTo>
                    <a:pt x="98" y="1193"/>
                  </a:lnTo>
                  <a:lnTo>
                    <a:pt x="155" y="1232"/>
                  </a:lnTo>
                  <a:lnTo>
                    <a:pt x="168" y="1158"/>
                  </a:lnTo>
                  <a:lnTo>
                    <a:pt x="143" y="1159"/>
                  </a:lnTo>
                  <a:lnTo>
                    <a:pt x="133" y="1116"/>
                  </a:lnTo>
                  <a:lnTo>
                    <a:pt x="368" y="1078"/>
                  </a:lnTo>
                  <a:lnTo>
                    <a:pt x="311" y="1062"/>
                  </a:lnTo>
                  <a:lnTo>
                    <a:pt x="313" y="1040"/>
                  </a:lnTo>
                  <a:lnTo>
                    <a:pt x="278" y="1048"/>
                  </a:lnTo>
                  <a:lnTo>
                    <a:pt x="411" y="936"/>
                  </a:lnTo>
                  <a:lnTo>
                    <a:pt x="352" y="818"/>
                  </a:lnTo>
                  <a:lnTo>
                    <a:pt x="366" y="761"/>
                  </a:lnTo>
                  <a:lnTo>
                    <a:pt x="330" y="699"/>
                  </a:lnTo>
                  <a:lnTo>
                    <a:pt x="360" y="664"/>
                  </a:lnTo>
                  <a:lnTo>
                    <a:pt x="311" y="615"/>
                  </a:lnTo>
                  <a:lnTo>
                    <a:pt x="325" y="574"/>
                  </a:lnTo>
                  <a:lnTo>
                    <a:pt x="389" y="529"/>
                  </a:lnTo>
                  <a:lnTo>
                    <a:pt x="425" y="523"/>
                  </a:lnTo>
                  <a:lnTo>
                    <a:pt x="470" y="533"/>
                  </a:lnTo>
                  <a:lnTo>
                    <a:pt x="431" y="544"/>
                  </a:lnTo>
                  <a:lnTo>
                    <a:pt x="461" y="561"/>
                  </a:lnTo>
                  <a:lnTo>
                    <a:pt x="564" y="566"/>
                  </a:lnTo>
                  <a:lnTo>
                    <a:pt x="745" y="661"/>
                  </a:lnTo>
                  <a:lnTo>
                    <a:pt x="750" y="708"/>
                  </a:lnTo>
                  <a:lnTo>
                    <a:pt x="670" y="749"/>
                  </a:lnTo>
                  <a:lnTo>
                    <a:pt x="427" y="692"/>
                  </a:lnTo>
                  <a:lnTo>
                    <a:pt x="526" y="760"/>
                  </a:lnTo>
                  <a:lnTo>
                    <a:pt x="524" y="838"/>
                  </a:lnTo>
                  <a:lnTo>
                    <a:pt x="623" y="878"/>
                  </a:lnTo>
                  <a:lnTo>
                    <a:pt x="648" y="870"/>
                  </a:lnTo>
                  <a:lnTo>
                    <a:pt x="635" y="838"/>
                  </a:lnTo>
                  <a:lnTo>
                    <a:pt x="590" y="826"/>
                  </a:lnTo>
                  <a:lnTo>
                    <a:pt x="601" y="799"/>
                  </a:lnTo>
                  <a:lnTo>
                    <a:pt x="645" y="829"/>
                  </a:lnTo>
                  <a:lnTo>
                    <a:pt x="741" y="838"/>
                  </a:lnTo>
                  <a:lnTo>
                    <a:pt x="700" y="776"/>
                  </a:lnTo>
                  <a:lnTo>
                    <a:pt x="788" y="724"/>
                  </a:lnTo>
                  <a:lnTo>
                    <a:pt x="853" y="760"/>
                  </a:lnTo>
                  <a:lnTo>
                    <a:pt x="851" y="618"/>
                  </a:lnTo>
                  <a:lnTo>
                    <a:pt x="823" y="598"/>
                  </a:lnTo>
                  <a:lnTo>
                    <a:pt x="931" y="629"/>
                  </a:lnTo>
                  <a:lnTo>
                    <a:pt x="938" y="646"/>
                  </a:lnTo>
                  <a:lnTo>
                    <a:pt x="881" y="671"/>
                  </a:lnTo>
                  <a:lnTo>
                    <a:pt x="938" y="716"/>
                  </a:lnTo>
                  <a:lnTo>
                    <a:pt x="987" y="664"/>
                  </a:lnTo>
                  <a:lnTo>
                    <a:pt x="1187" y="580"/>
                  </a:lnTo>
                  <a:lnTo>
                    <a:pt x="1217" y="576"/>
                  </a:lnTo>
                  <a:lnTo>
                    <a:pt x="1187" y="590"/>
                  </a:lnTo>
                  <a:lnTo>
                    <a:pt x="1220" y="631"/>
                  </a:lnTo>
                  <a:lnTo>
                    <a:pt x="1364" y="576"/>
                  </a:lnTo>
                  <a:lnTo>
                    <a:pt x="1397" y="616"/>
                  </a:lnTo>
                  <a:lnTo>
                    <a:pt x="1431" y="587"/>
                  </a:lnTo>
                  <a:lnTo>
                    <a:pt x="1414" y="540"/>
                  </a:lnTo>
                  <a:lnTo>
                    <a:pt x="1434" y="525"/>
                  </a:lnTo>
                  <a:lnTo>
                    <a:pt x="1544" y="547"/>
                  </a:lnTo>
                  <a:lnTo>
                    <a:pt x="1689" y="627"/>
                  </a:lnTo>
                  <a:lnTo>
                    <a:pt x="1719" y="589"/>
                  </a:lnTo>
                  <a:lnTo>
                    <a:pt x="1687" y="549"/>
                  </a:lnTo>
                  <a:lnTo>
                    <a:pt x="1643" y="538"/>
                  </a:lnTo>
                  <a:lnTo>
                    <a:pt x="1660" y="474"/>
                  </a:lnTo>
                  <a:lnTo>
                    <a:pt x="1629" y="465"/>
                  </a:lnTo>
                  <a:lnTo>
                    <a:pt x="1640" y="437"/>
                  </a:lnTo>
                  <a:lnTo>
                    <a:pt x="1693" y="406"/>
                  </a:lnTo>
                  <a:lnTo>
                    <a:pt x="1727" y="330"/>
                  </a:lnTo>
                  <a:lnTo>
                    <a:pt x="1803" y="332"/>
                  </a:lnTo>
                  <a:lnTo>
                    <a:pt x="1838" y="343"/>
                  </a:lnTo>
                  <a:lnTo>
                    <a:pt x="1812" y="423"/>
                  </a:lnTo>
                  <a:lnTo>
                    <a:pt x="1842" y="463"/>
                  </a:lnTo>
                  <a:lnTo>
                    <a:pt x="1832" y="574"/>
                  </a:lnTo>
                  <a:lnTo>
                    <a:pt x="1870" y="613"/>
                  </a:lnTo>
                  <a:lnTo>
                    <a:pt x="1856" y="653"/>
                  </a:lnTo>
                  <a:lnTo>
                    <a:pt x="1798" y="684"/>
                  </a:lnTo>
                  <a:lnTo>
                    <a:pt x="1816" y="699"/>
                  </a:lnTo>
                  <a:lnTo>
                    <a:pt x="1742" y="715"/>
                  </a:lnTo>
                  <a:lnTo>
                    <a:pt x="1821" y="742"/>
                  </a:lnTo>
                  <a:lnTo>
                    <a:pt x="1912" y="653"/>
                  </a:lnTo>
                  <a:lnTo>
                    <a:pt x="1901" y="598"/>
                  </a:lnTo>
                  <a:lnTo>
                    <a:pt x="1933" y="589"/>
                  </a:lnTo>
                  <a:lnTo>
                    <a:pt x="1980" y="579"/>
                  </a:lnTo>
                  <a:lnTo>
                    <a:pt x="2002" y="610"/>
                  </a:lnTo>
                  <a:lnTo>
                    <a:pt x="2000" y="651"/>
                  </a:lnTo>
                  <a:lnTo>
                    <a:pt x="2059" y="665"/>
                  </a:lnTo>
                  <a:lnTo>
                    <a:pt x="2013" y="650"/>
                  </a:lnTo>
                  <a:lnTo>
                    <a:pt x="2033" y="626"/>
                  </a:lnTo>
                  <a:lnTo>
                    <a:pt x="2016" y="589"/>
                  </a:lnTo>
                  <a:lnTo>
                    <a:pt x="1880" y="565"/>
                  </a:lnTo>
                  <a:lnTo>
                    <a:pt x="1901" y="478"/>
                  </a:lnTo>
                  <a:lnTo>
                    <a:pt x="1854" y="423"/>
                  </a:lnTo>
                  <a:lnTo>
                    <a:pt x="1922" y="373"/>
                  </a:lnTo>
                  <a:lnTo>
                    <a:pt x="1913" y="337"/>
                  </a:lnTo>
                  <a:lnTo>
                    <a:pt x="1944" y="358"/>
                  </a:lnTo>
                  <a:lnTo>
                    <a:pt x="1929" y="428"/>
                  </a:lnTo>
                  <a:lnTo>
                    <a:pt x="1950" y="437"/>
                  </a:lnTo>
                  <a:lnTo>
                    <a:pt x="2041" y="459"/>
                  </a:lnTo>
                  <a:lnTo>
                    <a:pt x="1958" y="401"/>
                  </a:lnTo>
                  <a:lnTo>
                    <a:pt x="2022" y="403"/>
                  </a:lnTo>
                  <a:lnTo>
                    <a:pt x="2007" y="380"/>
                  </a:lnTo>
                  <a:lnTo>
                    <a:pt x="2041" y="369"/>
                  </a:lnTo>
                  <a:lnTo>
                    <a:pt x="2209" y="414"/>
                  </a:lnTo>
                  <a:lnTo>
                    <a:pt x="2177" y="445"/>
                  </a:lnTo>
                  <a:lnTo>
                    <a:pt x="2172" y="490"/>
                  </a:lnTo>
                  <a:lnTo>
                    <a:pt x="2207" y="516"/>
                  </a:lnTo>
                  <a:lnTo>
                    <a:pt x="2224" y="414"/>
                  </a:lnTo>
                  <a:lnTo>
                    <a:pt x="2133" y="363"/>
                  </a:lnTo>
                  <a:lnTo>
                    <a:pt x="2114" y="293"/>
                  </a:lnTo>
                  <a:lnTo>
                    <a:pt x="2328" y="267"/>
                  </a:lnTo>
                  <a:lnTo>
                    <a:pt x="2300" y="203"/>
                  </a:lnTo>
                  <a:lnTo>
                    <a:pt x="2328" y="217"/>
                  </a:lnTo>
                  <a:lnTo>
                    <a:pt x="2363" y="192"/>
                  </a:lnTo>
                  <a:lnTo>
                    <a:pt x="2337" y="184"/>
                  </a:lnTo>
                  <a:lnTo>
                    <a:pt x="2560" y="132"/>
                  </a:lnTo>
                  <a:lnTo>
                    <a:pt x="2542" y="117"/>
                  </a:lnTo>
                  <a:lnTo>
                    <a:pt x="2644" y="112"/>
                  </a:lnTo>
                  <a:lnTo>
                    <a:pt x="2643" y="129"/>
                  </a:lnTo>
                  <a:lnTo>
                    <a:pt x="2669" y="129"/>
                  </a:lnTo>
                  <a:lnTo>
                    <a:pt x="2744" y="106"/>
                  </a:lnTo>
                  <a:lnTo>
                    <a:pt x="2779" y="118"/>
                  </a:lnTo>
                  <a:lnTo>
                    <a:pt x="2746" y="90"/>
                  </a:lnTo>
                  <a:lnTo>
                    <a:pt x="2830" y="84"/>
                  </a:lnTo>
                  <a:lnTo>
                    <a:pt x="2833" y="48"/>
                  </a:lnTo>
                  <a:lnTo>
                    <a:pt x="2933" y="0"/>
                  </a:lnTo>
                  <a:lnTo>
                    <a:pt x="3002" y="29"/>
                  </a:lnTo>
                  <a:lnTo>
                    <a:pt x="2943" y="55"/>
                  </a:lnTo>
                  <a:lnTo>
                    <a:pt x="3043" y="53"/>
                  </a:lnTo>
                  <a:lnTo>
                    <a:pt x="3003" y="90"/>
                  </a:lnTo>
                  <a:lnTo>
                    <a:pt x="3174" y="72"/>
                  </a:lnTo>
                  <a:lnTo>
                    <a:pt x="3269" y="129"/>
                  </a:lnTo>
                  <a:lnTo>
                    <a:pt x="3255" y="150"/>
                  </a:lnTo>
                  <a:lnTo>
                    <a:pt x="3223" y="138"/>
                  </a:lnTo>
                  <a:lnTo>
                    <a:pt x="3266" y="156"/>
                  </a:lnTo>
                  <a:lnTo>
                    <a:pt x="3245" y="190"/>
                  </a:lnTo>
                  <a:lnTo>
                    <a:pt x="2933" y="355"/>
                  </a:lnTo>
                  <a:lnTo>
                    <a:pt x="3032" y="335"/>
                  </a:lnTo>
                  <a:lnTo>
                    <a:pt x="3011" y="313"/>
                  </a:lnTo>
                  <a:lnTo>
                    <a:pt x="3169" y="282"/>
                  </a:lnTo>
                  <a:lnTo>
                    <a:pt x="3126" y="287"/>
                  </a:lnTo>
                  <a:lnTo>
                    <a:pt x="3136" y="259"/>
                  </a:lnTo>
                  <a:lnTo>
                    <a:pt x="3223" y="282"/>
                  </a:lnTo>
                  <a:lnTo>
                    <a:pt x="3236" y="259"/>
                  </a:lnTo>
                  <a:lnTo>
                    <a:pt x="3256" y="313"/>
                  </a:lnTo>
                  <a:lnTo>
                    <a:pt x="3299" y="316"/>
                  </a:lnTo>
                  <a:lnTo>
                    <a:pt x="3258" y="294"/>
                  </a:lnTo>
                  <a:lnTo>
                    <a:pt x="3342" y="280"/>
                  </a:lnTo>
                  <a:lnTo>
                    <a:pt x="3442" y="293"/>
                  </a:lnTo>
                  <a:lnTo>
                    <a:pt x="3433" y="313"/>
                  </a:lnTo>
                  <a:lnTo>
                    <a:pt x="3520" y="330"/>
                  </a:lnTo>
                  <a:lnTo>
                    <a:pt x="3596" y="326"/>
                  </a:lnTo>
                  <a:lnTo>
                    <a:pt x="3600" y="275"/>
                  </a:lnTo>
                  <a:lnTo>
                    <a:pt x="3622" y="269"/>
                  </a:lnTo>
                  <a:lnTo>
                    <a:pt x="3815" y="326"/>
                  </a:lnTo>
                  <a:lnTo>
                    <a:pt x="3788" y="414"/>
                  </a:lnTo>
                  <a:lnTo>
                    <a:pt x="3877" y="474"/>
                  </a:lnTo>
                  <a:lnTo>
                    <a:pt x="3926" y="392"/>
                  </a:lnTo>
                  <a:lnTo>
                    <a:pt x="3959" y="428"/>
                  </a:lnTo>
                  <a:lnTo>
                    <a:pt x="4024" y="414"/>
                  </a:lnTo>
                  <a:lnTo>
                    <a:pt x="4110" y="445"/>
                  </a:lnTo>
                  <a:lnTo>
                    <a:pt x="4179" y="426"/>
                  </a:lnTo>
                  <a:lnTo>
                    <a:pt x="4172" y="392"/>
                  </a:lnTo>
                  <a:lnTo>
                    <a:pt x="4220" y="336"/>
                  </a:lnTo>
                  <a:lnTo>
                    <a:pt x="4508" y="376"/>
                  </a:lnTo>
                  <a:lnTo>
                    <a:pt x="4527" y="402"/>
                  </a:lnTo>
                  <a:lnTo>
                    <a:pt x="4491" y="413"/>
                  </a:lnTo>
                  <a:lnTo>
                    <a:pt x="4584" y="426"/>
                  </a:lnTo>
                  <a:lnTo>
                    <a:pt x="4619" y="465"/>
                  </a:lnTo>
                  <a:lnTo>
                    <a:pt x="4835" y="459"/>
                  </a:lnTo>
                  <a:lnTo>
                    <a:pt x="4875" y="490"/>
                  </a:lnTo>
                  <a:lnTo>
                    <a:pt x="4861" y="529"/>
                  </a:lnTo>
                  <a:lnTo>
                    <a:pt x="4924" y="556"/>
                  </a:lnTo>
                  <a:lnTo>
                    <a:pt x="4957" y="534"/>
                  </a:lnTo>
                  <a:lnTo>
                    <a:pt x="5111" y="550"/>
                  </a:lnTo>
                  <a:lnTo>
                    <a:pt x="5142" y="529"/>
                  </a:lnTo>
                  <a:lnTo>
                    <a:pt x="5162" y="563"/>
                  </a:lnTo>
                  <a:lnTo>
                    <a:pt x="5225" y="591"/>
                  </a:lnTo>
                  <a:lnTo>
                    <a:pt x="5256" y="572"/>
                  </a:lnTo>
                  <a:lnTo>
                    <a:pt x="5224" y="540"/>
                  </a:lnTo>
                  <a:lnTo>
                    <a:pt x="5242" y="516"/>
                  </a:lnTo>
                  <a:lnTo>
                    <a:pt x="5513" y="555"/>
                  </a:lnTo>
                  <a:lnTo>
                    <a:pt x="5691" y="655"/>
                  </a:lnTo>
                  <a:lnTo>
                    <a:pt x="5729" y="655"/>
                  </a:lnTo>
                  <a:lnTo>
                    <a:pt x="5774" y="736"/>
                  </a:lnTo>
                  <a:lnTo>
                    <a:pt x="5756" y="692"/>
                  </a:lnTo>
                  <a:lnTo>
                    <a:pt x="5784" y="688"/>
                  </a:lnTo>
                  <a:lnTo>
                    <a:pt x="5802" y="705"/>
                  </a:lnTo>
                  <a:lnTo>
                    <a:pt x="5854" y="699"/>
                  </a:lnTo>
                  <a:lnTo>
                    <a:pt x="5927" y="746"/>
                  </a:lnTo>
                  <a:lnTo>
                    <a:pt x="5823" y="798"/>
                  </a:lnTo>
                  <a:lnTo>
                    <a:pt x="5844" y="812"/>
                  </a:lnTo>
                  <a:lnTo>
                    <a:pt x="5807" y="821"/>
                  </a:lnTo>
                  <a:lnTo>
                    <a:pt x="5837" y="841"/>
                  </a:lnTo>
                  <a:lnTo>
                    <a:pt x="5774" y="842"/>
                  </a:lnTo>
                  <a:lnTo>
                    <a:pt x="5755" y="812"/>
                  </a:lnTo>
                  <a:lnTo>
                    <a:pt x="5730" y="824"/>
                  </a:lnTo>
                  <a:lnTo>
                    <a:pt x="5690" y="776"/>
                  </a:lnTo>
                  <a:lnTo>
                    <a:pt x="5620" y="777"/>
                  </a:lnTo>
                  <a:lnTo>
                    <a:pt x="5602" y="749"/>
                  </a:lnTo>
                  <a:lnTo>
                    <a:pt x="5619" y="736"/>
                  </a:lnTo>
                  <a:lnTo>
                    <a:pt x="5591" y="736"/>
                  </a:lnTo>
                  <a:lnTo>
                    <a:pt x="5569" y="746"/>
                  </a:lnTo>
                  <a:lnTo>
                    <a:pt x="5595" y="779"/>
                  </a:lnTo>
                  <a:lnTo>
                    <a:pt x="5579" y="799"/>
                  </a:lnTo>
                  <a:lnTo>
                    <a:pt x="5519" y="832"/>
                  </a:lnTo>
                  <a:lnTo>
                    <a:pt x="5478" y="825"/>
                  </a:lnTo>
                  <a:lnTo>
                    <a:pt x="5546" y="918"/>
                  </a:lnTo>
                  <a:lnTo>
                    <a:pt x="5535" y="953"/>
                  </a:lnTo>
                  <a:lnTo>
                    <a:pt x="5466" y="928"/>
                  </a:lnTo>
                  <a:lnTo>
                    <a:pt x="5469" y="942"/>
                  </a:lnTo>
                  <a:lnTo>
                    <a:pt x="5343" y="988"/>
                  </a:lnTo>
                  <a:lnTo>
                    <a:pt x="5231" y="1082"/>
                  </a:lnTo>
                  <a:lnTo>
                    <a:pt x="5155" y="1046"/>
                  </a:lnTo>
                  <a:lnTo>
                    <a:pt x="5086" y="1084"/>
                  </a:lnTo>
                  <a:lnTo>
                    <a:pt x="5086" y="1050"/>
                  </a:lnTo>
                  <a:lnTo>
                    <a:pt x="5045" y="1087"/>
                  </a:lnTo>
                  <a:lnTo>
                    <a:pt x="4996" y="1083"/>
                  </a:lnTo>
                  <a:lnTo>
                    <a:pt x="4944" y="1175"/>
                  </a:lnTo>
                  <a:lnTo>
                    <a:pt x="4985" y="1193"/>
                  </a:lnTo>
                  <a:lnTo>
                    <a:pt x="4968" y="1224"/>
                  </a:lnTo>
                  <a:lnTo>
                    <a:pt x="4988" y="1270"/>
                  </a:lnTo>
                  <a:lnTo>
                    <a:pt x="4952" y="1262"/>
                  </a:lnTo>
                  <a:lnTo>
                    <a:pt x="4932" y="1303"/>
                  </a:lnTo>
                  <a:lnTo>
                    <a:pt x="4945" y="1341"/>
                  </a:lnTo>
                  <a:lnTo>
                    <a:pt x="4869" y="1372"/>
                  </a:lnTo>
                  <a:lnTo>
                    <a:pt x="4875" y="1413"/>
                  </a:lnTo>
                  <a:lnTo>
                    <a:pt x="4825" y="1424"/>
                  </a:lnTo>
                  <a:lnTo>
                    <a:pt x="4811" y="1471"/>
                  </a:lnTo>
                  <a:lnTo>
                    <a:pt x="4765" y="1520"/>
                  </a:lnTo>
                  <a:lnTo>
                    <a:pt x="4726" y="1341"/>
                  </a:lnTo>
                  <a:lnTo>
                    <a:pt x="4731" y="1244"/>
                  </a:lnTo>
                  <a:lnTo>
                    <a:pt x="4765" y="1188"/>
                  </a:lnTo>
                  <a:lnTo>
                    <a:pt x="4818" y="1176"/>
                  </a:lnTo>
                  <a:lnTo>
                    <a:pt x="4941" y="1056"/>
                  </a:lnTo>
                  <a:lnTo>
                    <a:pt x="5000" y="1032"/>
                  </a:lnTo>
                  <a:lnTo>
                    <a:pt x="5020" y="962"/>
                  </a:lnTo>
                  <a:lnTo>
                    <a:pt x="5045" y="944"/>
                  </a:lnTo>
                  <a:lnTo>
                    <a:pt x="4998" y="942"/>
                  </a:lnTo>
                  <a:lnTo>
                    <a:pt x="4984" y="999"/>
                  </a:lnTo>
                  <a:lnTo>
                    <a:pt x="4879" y="1048"/>
                  </a:lnTo>
                  <a:lnTo>
                    <a:pt x="4890" y="974"/>
                  </a:lnTo>
                  <a:lnTo>
                    <a:pt x="4778" y="990"/>
                  </a:lnTo>
                  <a:lnTo>
                    <a:pt x="4672" y="1084"/>
                  </a:lnTo>
                  <a:lnTo>
                    <a:pt x="4692" y="1123"/>
                  </a:lnTo>
                  <a:lnTo>
                    <a:pt x="4579" y="1136"/>
                  </a:lnTo>
                  <a:lnTo>
                    <a:pt x="4565" y="1125"/>
                  </a:lnTo>
                  <a:lnTo>
                    <a:pt x="4604" y="1119"/>
                  </a:lnTo>
                  <a:lnTo>
                    <a:pt x="4510" y="1095"/>
                  </a:lnTo>
                  <a:lnTo>
                    <a:pt x="4484" y="1119"/>
                  </a:lnTo>
                  <a:lnTo>
                    <a:pt x="4271" y="1121"/>
                  </a:lnTo>
                  <a:lnTo>
                    <a:pt x="4017" y="1337"/>
                  </a:lnTo>
                  <a:lnTo>
                    <a:pt x="4068" y="1346"/>
                  </a:lnTo>
                  <a:lnTo>
                    <a:pt x="4068" y="1385"/>
                  </a:lnTo>
                  <a:lnTo>
                    <a:pt x="4097" y="1361"/>
                  </a:lnTo>
                  <a:lnTo>
                    <a:pt x="4089" y="1394"/>
                  </a:lnTo>
                  <a:lnTo>
                    <a:pt x="4128" y="1375"/>
                  </a:lnTo>
                  <a:lnTo>
                    <a:pt x="4123" y="1396"/>
                  </a:lnTo>
                  <a:lnTo>
                    <a:pt x="4135" y="1361"/>
                  </a:lnTo>
                  <a:lnTo>
                    <a:pt x="4172" y="1362"/>
                  </a:lnTo>
                  <a:lnTo>
                    <a:pt x="4226" y="1407"/>
                  </a:lnTo>
                  <a:lnTo>
                    <a:pt x="4178" y="1412"/>
                  </a:lnTo>
                  <a:lnTo>
                    <a:pt x="4221" y="1427"/>
                  </a:lnTo>
                  <a:lnTo>
                    <a:pt x="4231" y="1457"/>
                  </a:lnTo>
                  <a:lnTo>
                    <a:pt x="4197" y="1526"/>
                  </a:lnTo>
                  <a:lnTo>
                    <a:pt x="4189" y="1630"/>
                  </a:lnTo>
                  <a:lnTo>
                    <a:pt x="4011" y="1845"/>
                  </a:lnTo>
                  <a:lnTo>
                    <a:pt x="3948" y="1873"/>
                  </a:lnTo>
                  <a:lnTo>
                    <a:pt x="3899" y="1845"/>
                  </a:lnTo>
                  <a:lnTo>
                    <a:pt x="3857" y="1887"/>
                  </a:lnTo>
                  <a:lnTo>
                    <a:pt x="3852" y="1878"/>
                  </a:lnTo>
                  <a:lnTo>
                    <a:pt x="3876" y="1845"/>
                  </a:lnTo>
                  <a:lnTo>
                    <a:pt x="3866" y="1791"/>
                  </a:lnTo>
                  <a:lnTo>
                    <a:pt x="3942" y="1769"/>
                  </a:lnTo>
                  <a:lnTo>
                    <a:pt x="4002" y="1625"/>
                  </a:lnTo>
                  <a:lnTo>
                    <a:pt x="3872" y="1659"/>
                  </a:lnTo>
                  <a:lnTo>
                    <a:pt x="3852" y="1605"/>
                  </a:lnTo>
                  <a:lnTo>
                    <a:pt x="3746" y="1572"/>
                  </a:lnTo>
                  <a:lnTo>
                    <a:pt x="3682" y="1423"/>
                  </a:lnTo>
                  <a:lnTo>
                    <a:pt x="3612" y="1396"/>
                  </a:lnTo>
                  <a:lnTo>
                    <a:pt x="3486" y="1437"/>
                  </a:lnTo>
                  <a:lnTo>
                    <a:pt x="3510" y="1468"/>
                  </a:lnTo>
                  <a:lnTo>
                    <a:pt x="3459" y="1556"/>
                  </a:lnTo>
                  <a:lnTo>
                    <a:pt x="3409" y="1580"/>
                  </a:lnTo>
                  <a:lnTo>
                    <a:pt x="3356" y="1559"/>
                  </a:lnTo>
                  <a:lnTo>
                    <a:pt x="3293" y="1549"/>
                  </a:lnTo>
                  <a:lnTo>
                    <a:pt x="3129" y="1589"/>
                  </a:lnTo>
                  <a:lnTo>
                    <a:pt x="2984" y="1531"/>
                  </a:lnTo>
                  <a:lnTo>
                    <a:pt x="2892" y="1539"/>
                  </a:lnTo>
                  <a:lnTo>
                    <a:pt x="2857" y="1490"/>
                  </a:lnTo>
                  <a:lnTo>
                    <a:pt x="2766" y="1457"/>
                  </a:lnTo>
                  <a:lnTo>
                    <a:pt x="2718" y="1492"/>
                  </a:lnTo>
                  <a:lnTo>
                    <a:pt x="2714" y="1558"/>
                  </a:lnTo>
                  <a:lnTo>
                    <a:pt x="2506" y="1529"/>
                  </a:lnTo>
                  <a:lnTo>
                    <a:pt x="2396" y="1589"/>
                  </a:lnTo>
                  <a:lnTo>
                    <a:pt x="2337" y="1614"/>
                  </a:lnTo>
                  <a:lnTo>
                    <a:pt x="2263" y="1566"/>
                  </a:lnTo>
                  <a:lnTo>
                    <a:pt x="2215" y="1592"/>
                  </a:lnTo>
                  <a:lnTo>
                    <a:pt x="2127" y="1559"/>
                  </a:lnTo>
                  <a:lnTo>
                    <a:pt x="2094" y="1556"/>
                  </a:lnTo>
                  <a:lnTo>
                    <a:pt x="2068" y="1505"/>
                  </a:lnTo>
                  <a:lnTo>
                    <a:pt x="2022" y="1505"/>
                  </a:lnTo>
                  <a:lnTo>
                    <a:pt x="2001" y="1514"/>
                  </a:lnTo>
                  <a:lnTo>
                    <a:pt x="1964" y="1474"/>
                  </a:lnTo>
                  <a:lnTo>
                    <a:pt x="1939" y="1485"/>
                  </a:lnTo>
                  <a:lnTo>
                    <a:pt x="1914" y="1498"/>
                  </a:lnTo>
                  <a:lnTo>
                    <a:pt x="1816" y="1416"/>
                  </a:lnTo>
                  <a:lnTo>
                    <a:pt x="1788" y="1410"/>
                  </a:lnTo>
                  <a:lnTo>
                    <a:pt x="1722" y="1347"/>
                  </a:lnTo>
                  <a:lnTo>
                    <a:pt x="1661" y="1385"/>
                  </a:lnTo>
                  <a:lnTo>
                    <a:pt x="1650" y="1359"/>
                  </a:lnTo>
                  <a:lnTo>
                    <a:pt x="1558" y="1356"/>
                  </a:lnTo>
                  <a:lnTo>
                    <a:pt x="1524" y="1311"/>
                  </a:lnTo>
                  <a:lnTo>
                    <a:pt x="1475" y="1315"/>
                  </a:lnTo>
                  <a:lnTo>
                    <a:pt x="1458" y="1334"/>
                  </a:lnTo>
                  <a:lnTo>
                    <a:pt x="1397" y="1345"/>
                  </a:lnTo>
                  <a:lnTo>
                    <a:pt x="1380" y="1334"/>
                  </a:lnTo>
                  <a:lnTo>
                    <a:pt x="1357" y="1368"/>
                  </a:lnTo>
                  <a:lnTo>
                    <a:pt x="1338" y="1359"/>
                  </a:lnTo>
                  <a:lnTo>
                    <a:pt x="1265" y="1369"/>
                  </a:lnTo>
                  <a:lnTo>
                    <a:pt x="1242" y="1359"/>
                  </a:lnTo>
                  <a:lnTo>
                    <a:pt x="1233" y="1369"/>
                  </a:lnTo>
                  <a:lnTo>
                    <a:pt x="1270" y="1410"/>
                  </a:lnTo>
                  <a:lnTo>
                    <a:pt x="1244" y="1432"/>
                  </a:lnTo>
                  <a:lnTo>
                    <a:pt x="1246" y="1465"/>
                  </a:lnTo>
                  <a:lnTo>
                    <a:pt x="1288" y="1466"/>
                  </a:lnTo>
                  <a:lnTo>
                    <a:pt x="1305" y="1498"/>
                  </a:lnTo>
                  <a:lnTo>
                    <a:pt x="1295" y="1521"/>
                  </a:lnTo>
                  <a:lnTo>
                    <a:pt x="1265" y="1505"/>
                  </a:lnTo>
                  <a:lnTo>
                    <a:pt x="1242" y="1520"/>
                  </a:lnTo>
                  <a:lnTo>
                    <a:pt x="1218" y="1506"/>
                  </a:lnTo>
                  <a:lnTo>
                    <a:pt x="1207" y="1485"/>
                  </a:lnTo>
                  <a:lnTo>
                    <a:pt x="1178" y="1498"/>
                  </a:lnTo>
                  <a:lnTo>
                    <a:pt x="1157" y="1487"/>
                  </a:lnTo>
                  <a:lnTo>
                    <a:pt x="1134" y="1505"/>
                  </a:lnTo>
                  <a:lnTo>
                    <a:pt x="1101" y="1509"/>
                  </a:lnTo>
                  <a:lnTo>
                    <a:pt x="1083" y="1485"/>
                  </a:lnTo>
                  <a:lnTo>
                    <a:pt x="970" y="1478"/>
                  </a:lnTo>
                  <a:lnTo>
                    <a:pt x="957" y="1490"/>
                  </a:lnTo>
                  <a:lnTo>
                    <a:pt x="946" y="1489"/>
                  </a:lnTo>
                  <a:lnTo>
                    <a:pt x="930" y="1515"/>
                  </a:lnTo>
                  <a:lnTo>
                    <a:pt x="931" y="1540"/>
                  </a:lnTo>
                  <a:lnTo>
                    <a:pt x="917" y="1542"/>
                  </a:lnTo>
                  <a:lnTo>
                    <a:pt x="908" y="1521"/>
                  </a:lnTo>
                  <a:lnTo>
                    <a:pt x="892" y="1523"/>
                  </a:lnTo>
                  <a:lnTo>
                    <a:pt x="888" y="1597"/>
                  </a:lnTo>
                  <a:lnTo>
                    <a:pt x="905" y="1619"/>
                  </a:lnTo>
                  <a:lnTo>
                    <a:pt x="905" y="1640"/>
                  </a:lnTo>
                  <a:lnTo>
                    <a:pt x="924" y="1636"/>
                  </a:lnTo>
                  <a:lnTo>
                    <a:pt x="946" y="1626"/>
                  </a:lnTo>
                  <a:lnTo>
                    <a:pt x="966" y="1659"/>
                  </a:lnTo>
                  <a:lnTo>
                    <a:pt x="982" y="1681"/>
                  </a:lnTo>
                  <a:lnTo>
                    <a:pt x="998" y="1708"/>
                  </a:lnTo>
                  <a:lnTo>
                    <a:pt x="1023" y="1715"/>
                  </a:lnTo>
                  <a:lnTo>
                    <a:pt x="991" y="1736"/>
                  </a:lnTo>
                  <a:lnTo>
                    <a:pt x="968" y="1717"/>
                  </a:lnTo>
                  <a:lnTo>
                    <a:pt x="944" y="1800"/>
                  </a:lnTo>
                  <a:lnTo>
                    <a:pt x="972" y="1821"/>
                  </a:lnTo>
                  <a:lnTo>
                    <a:pt x="997" y="1901"/>
                  </a:lnTo>
                  <a:lnTo>
                    <a:pt x="974" y="1887"/>
                  </a:lnTo>
                  <a:lnTo>
                    <a:pt x="950" y="1878"/>
                  </a:lnTo>
                  <a:lnTo>
                    <a:pt x="924" y="1873"/>
                  </a:lnTo>
                  <a:lnTo>
                    <a:pt x="905" y="1865"/>
                  </a:lnTo>
                  <a:lnTo>
                    <a:pt x="887" y="1862"/>
                  </a:lnTo>
                  <a:lnTo>
                    <a:pt x="871" y="1834"/>
                  </a:lnTo>
                  <a:lnTo>
                    <a:pt x="836" y="1851"/>
                  </a:lnTo>
                  <a:lnTo>
                    <a:pt x="802" y="1850"/>
                  </a:lnTo>
                  <a:lnTo>
                    <a:pt x="780" y="1825"/>
                  </a:lnTo>
                  <a:lnTo>
                    <a:pt x="725" y="1802"/>
                  </a:lnTo>
                  <a:lnTo>
                    <a:pt x="669" y="1807"/>
                  </a:lnTo>
                  <a:lnTo>
                    <a:pt x="610" y="1767"/>
                  </a:lnTo>
                  <a:lnTo>
                    <a:pt x="657" y="1729"/>
                  </a:lnTo>
                  <a:lnTo>
                    <a:pt x="662" y="1698"/>
                  </a:lnTo>
                  <a:lnTo>
                    <a:pt x="661" y="1666"/>
                  </a:lnTo>
                  <a:lnTo>
                    <a:pt x="665" y="1642"/>
                  </a:lnTo>
                  <a:lnTo>
                    <a:pt x="695" y="1633"/>
                  </a:lnTo>
                  <a:lnTo>
                    <a:pt x="679" y="1584"/>
                  </a:lnTo>
                  <a:lnTo>
                    <a:pt x="643" y="1572"/>
                  </a:lnTo>
                  <a:lnTo>
                    <a:pt x="626" y="1564"/>
                  </a:lnTo>
                  <a:lnTo>
                    <a:pt x="602" y="1571"/>
                  </a:lnTo>
                  <a:lnTo>
                    <a:pt x="551" y="1558"/>
                  </a:lnTo>
                  <a:lnTo>
                    <a:pt x="509" y="1511"/>
                  </a:lnTo>
                  <a:lnTo>
                    <a:pt x="476" y="1496"/>
                  </a:lnTo>
                  <a:lnTo>
                    <a:pt x="461" y="1452"/>
                  </a:lnTo>
                  <a:lnTo>
                    <a:pt x="431" y="1448"/>
                  </a:lnTo>
                  <a:lnTo>
                    <a:pt x="404" y="1462"/>
                  </a:lnTo>
                  <a:lnTo>
                    <a:pt x="385" y="1471"/>
                  </a:lnTo>
                  <a:lnTo>
                    <a:pt x="377" y="1451"/>
                  </a:lnTo>
                  <a:lnTo>
                    <a:pt x="362" y="1430"/>
                  </a:lnTo>
                  <a:lnTo>
                    <a:pt x="403" y="1428"/>
                  </a:lnTo>
                  <a:lnTo>
                    <a:pt x="399" y="1414"/>
                  </a:lnTo>
                  <a:lnTo>
                    <a:pt x="389" y="1405"/>
                  </a:lnTo>
                  <a:lnTo>
                    <a:pt x="377" y="1395"/>
                  </a:lnTo>
                  <a:lnTo>
                    <a:pt x="355" y="1345"/>
                  </a:lnTo>
                  <a:lnTo>
                    <a:pt x="325" y="1318"/>
                  </a:lnTo>
                  <a:lnTo>
                    <a:pt x="294" y="1317"/>
                  </a:lnTo>
                  <a:lnTo>
                    <a:pt x="263" y="1317"/>
                  </a:lnTo>
                  <a:lnTo>
                    <a:pt x="241" y="1301"/>
                  </a:lnTo>
                  <a:lnTo>
                    <a:pt x="220" y="1297"/>
                  </a:lnTo>
                  <a:lnTo>
                    <a:pt x="202" y="1297"/>
                  </a:lnTo>
                  <a:lnTo>
                    <a:pt x="191" y="1311"/>
                  </a:lnTo>
                  <a:lnTo>
                    <a:pt x="169" y="1333"/>
                  </a:lnTo>
                  <a:lnTo>
                    <a:pt x="166" y="1353"/>
                  </a:lnTo>
                  <a:lnTo>
                    <a:pt x="157" y="1359"/>
                  </a:lnTo>
                  <a:lnTo>
                    <a:pt x="144" y="1394"/>
                  </a:lnTo>
                  <a:lnTo>
                    <a:pt x="136" y="1384"/>
                  </a:lnTo>
                  <a:lnTo>
                    <a:pt x="132" y="1370"/>
                  </a:lnTo>
                  <a:lnTo>
                    <a:pt x="0" y="13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34" name="Freeform 6">
              <a:extLst>
                <a:ext uri="{FF2B5EF4-FFF2-40B4-BE49-F238E27FC236}">
                  <a16:creationId xmlns:a16="http://schemas.microsoft.com/office/drawing/2014/main" id="{9C7C51EF-0B73-7020-329E-6D8B007EEC18}"/>
                </a:ext>
              </a:extLst>
            </p:cNvPr>
            <p:cNvSpPr>
              <a:spLocks noChangeAspect="1"/>
            </p:cNvSpPr>
            <p:nvPr/>
          </p:nvSpPr>
          <p:spPr bwMode="gray">
            <a:xfrm>
              <a:off x="5598" y="1482"/>
              <a:ext cx="48" cy="16"/>
            </a:xfrm>
            <a:custGeom>
              <a:avLst/>
              <a:gdLst>
                <a:gd name="T0" fmla="*/ 0 w 107"/>
                <a:gd name="T1" fmla="*/ 10 h 33"/>
                <a:gd name="T2" fmla="*/ 65 w 107"/>
                <a:gd name="T3" fmla="*/ 0 h 33"/>
                <a:gd name="T4" fmla="*/ 107 w 107"/>
                <a:gd name="T5" fmla="*/ 16 h 33"/>
                <a:gd name="T6" fmla="*/ 85 w 107"/>
                <a:gd name="T7" fmla="*/ 33 h 33"/>
                <a:gd name="T8" fmla="*/ 0 w 107"/>
                <a:gd name="T9" fmla="*/ 10 h 33"/>
              </a:gdLst>
              <a:ahLst/>
              <a:cxnLst>
                <a:cxn ang="0">
                  <a:pos x="T0" y="T1"/>
                </a:cxn>
                <a:cxn ang="0">
                  <a:pos x="T2" y="T3"/>
                </a:cxn>
                <a:cxn ang="0">
                  <a:pos x="T4" y="T5"/>
                </a:cxn>
                <a:cxn ang="0">
                  <a:pos x="T6" y="T7"/>
                </a:cxn>
                <a:cxn ang="0">
                  <a:pos x="T8" y="T9"/>
                </a:cxn>
              </a:cxnLst>
              <a:rect l="0" t="0" r="r" b="b"/>
              <a:pathLst>
                <a:path w="107" h="33">
                  <a:moveTo>
                    <a:pt x="0" y="10"/>
                  </a:moveTo>
                  <a:lnTo>
                    <a:pt x="65" y="0"/>
                  </a:lnTo>
                  <a:lnTo>
                    <a:pt x="107" y="16"/>
                  </a:lnTo>
                  <a:lnTo>
                    <a:pt x="85" y="33"/>
                  </a:lnTo>
                  <a:lnTo>
                    <a:pt x="0" y="1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35" name="Freeform 7">
              <a:extLst>
                <a:ext uri="{FF2B5EF4-FFF2-40B4-BE49-F238E27FC236}">
                  <a16:creationId xmlns:a16="http://schemas.microsoft.com/office/drawing/2014/main" id="{1909F548-62B9-A4FE-C972-502900727D44}"/>
                </a:ext>
              </a:extLst>
            </p:cNvPr>
            <p:cNvSpPr>
              <a:spLocks noChangeAspect="1"/>
            </p:cNvSpPr>
            <p:nvPr/>
          </p:nvSpPr>
          <p:spPr bwMode="gray">
            <a:xfrm>
              <a:off x="242" y="1243"/>
              <a:ext cx="450" cy="470"/>
            </a:xfrm>
            <a:custGeom>
              <a:avLst/>
              <a:gdLst>
                <a:gd name="T0" fmla="*/ 65 w 1035"/>
                <a:gd name="T1" fmla="*/ 362 h 903"/>
                <a:gd name="T2" fmla="*/ 67 w 1035"/>
                <a:gd name="T3" fmla="*/ 402 h 903"/>
                <a:gd name="T4" fmla="*/ 186 w 1035"/>
                <a:gd name="T5" fmla="*/ 421 h 903"/>
                <a:gd name="T6" fmla="*/ 229 w 1035"/>
                <a:gd name="T7" fmla="*/ 405 h 903"/>
                <a:gd name="T8" fmla="*/ 100 w 1035"/>
                <a:gd name="T9" fmla="*/ 512 h 903"/>
                <a:gd name="T10" fmla="*/ 97 w 1035"/>
                <a:gd name="T11" fmla="*/ 561 h 903"/>
                <a:gd name="T12" fmla="*/ 97 w 1035"/>
                <a:gd name="T13" fmla="*/ 596 h 903"/>
                <a:gd name="T14" fmla="*/ 119 w 1035"/>
                <a:gd name="T15" fmla="*/ 634 h 903"/>
                <a:gd name="T16" fmla="*/ 171 w 1035"/>
                <a:gd name="T17" fmla="*/ 667 h 903"/>
                <a:gd name="T18" fmla="*/ 192 w 1035"/>
                <a:gd name="T19" fmla="*/ 634 h 903"/>
                <a:gd name="T20" fmla="*/ 207 w 1035"/>
                <a:gd name="T21" fmla="*/ 718 h 903"/>
                <a:gd name="T22" fmla="*/ 313 w 1035"/>
                <a:gd name="T23" fmla="*/ 726 h 903"/>
                <a:gd name="T24" fmla="*/ 342 w 1035"/>
                <a:gd name="T25" fmla="*/ 718 h 903"/>
                <a:gd name="T26" fmla="*/ 324 w 1035"/>
                <a:gd name="T27" fmla="*/ 807 h 903"/>
                <a:gd name="T28" fmla="*/ 270 w 1035"/>
                <a:gd name="T29" fmla="*/ 855 h 903"/>
                <a:gd name="T30" fmla="*/ 160 w 1035"/>
                <a:gd name="T31" fmla="*/ 903 h 903"/>
                <a:gd name="T32" fmla="*/ 287 w 1035"/>
                <a:gd name="T33" fmla="*/ 870 h 903"/>
                <a:gd name="T34" fmla="*/ 308 w 1035"/>
                <a:gd name="T35" fmla="*/ 819 h 903"/>
                <a:gd name="T36" fmla="*/ 481 w 1035"/>
                <a:gd name="T37" fmla="*/ 737 h 903"/>
                <a:gd name="T38" fmla="*/ 482 w 1035"/>
                <a:gd name="T39" fmla="*/ 682 h 903"/>
                <a:gd name="T40" fmla="*/ 614 w 1035"/>
                <a:gd name="T41" fmla="*/ 527 h 903"/>
                <a:gd name="T42" fmla="*/ 647 w 1035"/>
                <a:gd name="T43" fmla="*/ 569 h 903"/>
                <a:gd name="T44" fmla="*/ 658 w 1035"/>
                <a:gd name="T45" fmla="*/ 602 h 903"/>
                <a:gd name="T46" fmla="*/ 559 w 1035"/>
                <a:gd name="T47" fmla="*/ 658 h 903"/>
                <a:gd name="T48" fmla="*/ 563 w 1035"/>
                <a:gd name="T49" fmla="*/ 691 h 903"/>
                <a:gd name="T50" fmla="*/ 689 w 1035"/>
                <a:gd name="T51" fmla="*/ 619 h 903"/>
                <a:gd name="T52" fmla="*/ 697 w 1035"/>
                <a:gd name="T53" fmla="*/ 581 h 903"/>
                <a:gd name="T54" fmla="*/ 749 w 1035"/>
                <a:gd name="T55" fmla="*/ 589 h 903"/>
                <a:gd name="T56" fmla="*/ 828 w 1035"/>
                <a:gd name="T57" fmla="*/ 646 h 903"/>
                <a:gd name="T58" fmla="*/ 983 w 1035"/>
                <a:gd name="T59" fmla="*/ 643 h 903"/>
                <a:gd name="T60" fmla="*/ 978 w 1035"/>
                <a:gd name="T61" fmla="*/ 674 h 903"/>
                <a:gd name="T62" fmla="*/ 1035 w 1035"/>
                <a:gd name="T63" fmla="*/ 678 h 903"/>
                <a:gd name="T64" fmla="*/ 937 w 1035"/>
                <a:gd name="T65" fmla="*/ 634 h 903"/>
                <a:gd name="T66" fmla="*/ 565 w 1035"/>
                <a:gd name="T67" fmla="*/ 60 h 903"/>
                <a:gd name="T68" fmla="*/ 448 w 1035"/>
                <a:gd name="T69" fmla="*/ 17 h 903"/>
                <a:gd name="T70" fmla="*/ 406 w 1035"/>
                <a:gd name="T71" fmla="*/ 33 h 903"/>
                <a:gd name="T72" fmla="*/ 393 w 1035"/>
                <a:gd name="T73" fmla="*/ 0 h 903"/>
                <a:gd name="T74" fmla="*/ 284 w 1035"/>
                <a:gd name="T75" fmla="*/ 39 h 903"/>
                <a:gd name="T76" fmla="*/ 274 w 1035"/>
                <a:gd name="T77" fmla="*/ 51 h 903"/>
                <a:gd name="T78" fmla="*/ 220 w 1035"/>
                <a:gd name="T79" fmla="*/ 93 h 903"/>
                <a:gd name="T80" fmla="*/ 154 w 1035"/>
                <a:gd name="T81" fmla="*/ 136 h 903"/>
                <a:gd name="T82" fmla="*/ 67 w 1035"/>
                <a:gd name="T83" fmla="*/ 179 h 903"/>
                <a:gd name="T84" fmla="*/ 150 w 1035"/>
                <a:gd name="T85" fmla="*/ 259 h 903"/>
                <a:gd name="T86" fmla="*/ 207 w 1035"/>
                <a:gd name="T87" fmla="*/ 285 h 903"/>
                <a:gd name="T88" fmla="*/ 246 w 1035"/>
                <a:gd name="T89" fmla="*/ 307 h 903"/>
                <a:gd name="T90" fmla="*/ 150 w 1035"/>
                <a:gd name="T91" fmla="*/ 319 h 903"/>
                <a:gd name="T92" fmla="*/ 116 w 1035"/>
                <a:gd name="T93" fmla="*/ 29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5" h="903">
                  <a:moveTo>
                    <a:pt x="0" y="345"/>
                  </a:moveTo>
                  <a:lnTo>
                    <a:pt x="65" y="362"/>
                  </a:lnTo>
                  <a:lnTo>
                    <a:pt x="39" y="369"/>
                  </a:lnTo>
                  <a:lnTo>
                    <a:pt x="67" y="402"/>
                  </a:lnTo>
                  <a:lnTo>
                    <a:pt x="171" y="399"/>
                  </a:lnTo>
                  <a:lnTo>
                    <a:pt x="186" y="421"/>
                  </a:lnTo>
                  <a:lnTo>
                    <a:pt x="252" y="394"/>
                  </a:lnTo>
                  <a:lnTo>
                    <a:pt x="229" y="405"/>
                  </a:lnTo>
                  <a:lnTo>
                    <a:pt x="242" y="460"/>
                  </a:lnTo>
                  <a:lnTo>
                    <a:pt x="100" y="512"/>
                  </a:lnTo>
                  <a:lnTo>
                    <a:pt x="62" y="570"/>
                  </a:lnTo>
                  <a:lnTo>
                    <a:pt x="97" y="561"/>
                  </a:lnTo>
                  <a:lnTo>
                    <a:pt x="71" y="576"/>
                  </a:lnTo>
                  <a:lnTo>
                    <a:pt x="97" y="596"/>
                  </a:lnTo>
                  <a:lnTo>
                    <a:pt x="149" y="603"/>
                  </a:lnTo>
                  <a:lnTo>
                    <a:pt x="119" y="634"/>
                  </a:lnTo>
                  <a:lnTo>
                    <a:pt x="143" y="663"/>
                  </a:lnTo>
                  <a:lnTo>
                    <a:pt x="171" y="667"/>
                  </a:lnTo>
                  <a:lnTo>
                    <a:pt x="226" y="603"/>
                  </a:lnTo>
                  <a:lnTo>
                    <a:pt x="192" y="634"/>
                  </a:lnTo>
                  <a:lnTo>
                    <a:pt x="220" y="693"/>
                  </a:lnTo>
                  <a:lnTo>
                    <a:pt x="207" y="718"/>
                  </a:lnTo>
                  <a:lnTo>
                    <a:pt x="270" y="684"/>
                  </a:lnTo>
                  <a:lnTo>
                    <a:pt x="313" y="726"/>
                  </a:lnTo>
                  <a:lnTo>
                    <a:pt x="328" y="701"/>
                  </a:lnTo>
                  <a:lnTo>
                    <a:pt x="342" y="718"/>
                  </a:lnTo>
                  <a:lnTo>
                    <a:pt x="390" y="695"/>
                  </a:lnTo>
                  <a:lnTo>
                    <a:pt x="324" y="807"/>
                  </a:lnTo>
                  <a:lnTo>
                    <a:pt x="273" y="830"/>
                  </a:lnTo>
                  <a:lnTo>
                    <a:pt x="270" y="855"/>
                  </a:lnTo>
                  <a:lnTo>
                    <a:pt x="207" y="856"/>
                  </a:lnTo>
                  <a:lnTo>
                    <a:pt x="160" y="903"/>
                  </a:lnTo>
                  <a:lnTo>
                    <a:pt x="220" y="867"/>
                  </a:lnTo>
                  <a:lnTo>
                    <a:pt x="287" y="870"/>
                  </a:lnTo>
                  <a:lnTo>
                    <a:pt x="325" y="841"/>
                  </a:lnTo>
                  <a:lnTo>
                    <a:pt x="308" y="819"/>
                  </a:lnTo>
                  <a:lnTo>
                    <a:pt x="350" y="823"/>
                  </a:lnTo>
                  <a:lnTo>
                    <a:pt x="481" y="737"/>
                  </a:lnTo>
                  <a:lnTo>
                    <a:pt x="506" y="706"/>
                  </a:lnTo>
                  <a:lnTo>
                    <a:pt x="482" y="682"/>
                  </a:lnTo>
                  <a:lnTo>
                    <a:pt x="597" y="578"/>
                  </a:lnTo>
                  <a:lnTo>
                    <a:pt x="614" y="527"/>
                  </a:lnTo>
                  <a:lnTo>
                    <a:pt x="601" y="578"/>
                  </a:lnTo>
                  <a:lnTo>
                    <a:pt x="647" y="569"/>
                  </a:lnTo>
                  <a:lnTo>
                    <a:pt x="623" y="591"/>
                  </a:lnTo>
                  <a:lnTo>
                    <a:pt x="658" y="602"/>
                  </a:lnTo>
                  <a:lnTo>
                    <a:pt x="575" y="609"/>
                  </a:lnTo>
                  <a:lnTo>
                    <a:pt x="559" y="658"/>
                  </a:lnTo>
                  <a:lnTo>
                    <a:pt x="590" y="657"/>
                  </a:lnTo>
                  <a:lnTo>
                    <a:pt x="563" y="691"/>
                  </a:lnTo>
                  <a:lnTo>
                    <a:pt x="673" y="646"/>
                  </a:lnTo>
                  <a:lnTo>
                    <a:pt x="689" y="619"/>
                  </a:lnTo>
                  <a:lnTo>
                    <a:pt x="671" y="607"/>
                  </a:lnTo>
                  <a:lnTo>
                    <a:pt x="697" y="581"/>
                  </a:lnTo>
                  <a:lnTo>
                    <a:pt x="692" y="602"/>
                  </a:lnTo>
                  <a:lnTo>
                    <a:pt x="749" y="589"/>
                  </a:lnTo>
                  <a:lnTo>
                    <a:pt x="736" y="610"/>
                  </a:lnTo>
                  <a:lnTo>
                    <a:pt x="828" y="646"/>
                  </a:lnTo>
                  <a:lnTo>
                    <a:pt x="961" y="663"/>
                  </a:lnTo>
                  <a:lnTo>
                    <a:pt x="983" y="643"/>
                  </a:lnTo>
                  <a:lnTo>
                    <a:pt x="1003" y="653"/>
                  </a:lnTo>
                  <a:lnTo>
                    <a:pt x="978" y="674"/>
                  </a:lnTo>
                  <a:lnTo>
                    <a:pt x="1016" y="693"/>
                  </a:lnTo>
                  <a:lnTo>
                    <a:pt x="1035" y="678"/>
                  </a:lnTo>
                  <a:lnTo>
                    <a:pt x="1000" y="634"/>
                  </a:lnTo>
                  <a:lnTo>
                    <a:pt x="937" y="634"/>
                  </a:lnTo>
                  <a:lnTo>
                    <a:pt x="937" y="103"/>
                  </a:lnTo>
                  <a:lnTo>
                    <a:pt x="565" y="60"/>
                  </a:lnTo>
                  <a:lnTo>
                    <a:pt x="550" y="34"/>
                  </a:lnTo>
                  <a:lnTo>
                    <a:pt x="448" y="17"/>
                  </a:lnTo>
                  <a:lnTo>
                    <a:pt x="437" y="39"/>
                  </a:lnTo>
                  <a:lnTo>
                    <a:pt x="406" y="33"/>
                  </a:lnTo>
                  <a:lnTo>
                    <a:pt x="435" y="15"/>
                  </a:lnTo>
                  <a:lnTo>
                    <a:pt x="393" y="0"/>
                  </a:lnTo>
                  <a:lnTo>
                    <a:pt x="351" y="34"/>
                  </a:lnTo>
                  <a:lnTo>
                    <a:pt x="284" y="39"/>
                  </a:lnTo>
                  <a:lnTo>
                    <a:pt x="281" y="70"/>
                  </a:lnTo>
                  <a:lnTo>
                    <a:pt x="274" y="51"/>
                  </a:lnTo>
                  <a:lnTo>
                    <a:pt x="210" y="69"/>
                  </a:lnTo>
                  <a:lnTo>
                    <a:pt x="220" y="93"/>
                  </a:lnTo>
                  <a:lnTo>
                    <a:pt x="192" y="86"/>
                  </a:lnTo>
                  <a:lnTo>
                    <a:pt x="154" y="136"/>
                  </a:lnTo>
                  <a:lnTo>
                    <a:pt x="62" y="157"/>
                  </a:lnTo>
                  <a:lnTo>
                    <a:pt x="67" y="179"/>
                  </a:lnTo>
                  <a:lnTo>
                    <a:pt x="40" y="185"/>
                  </a:lnTo>
                  <a:lnTo>
                    <a:pt x="150" y="259"/>
                  </a:lnTo>
                  <a:lnTo>
                    <a:pt x="296" y="295"/>
                  </a:lnTo>
                  <a:lnTo>
                    <a:pt x="207" y="285"/>
                  </a:lnTo>
                  <a:lnTo>
                    <a:pt x="210" y="306"/>
                  </a:lnTo>
                  <a:lnTo>
                    <a:pt x="246" y="307"/>
                  </a:lnTo>
                  <a:lnTo>
                    <a:pt x="216" y="323"/>
                  </a:lnTo>
                  <a:lnTo>
                    <a:pt x="150" y="319"/>
                  </a:lnTo>
                  <a:lnTo>
                    <a:pt x="150" y="287"/>
                  </a:lnTo>
                  <a:lnTo>
                    <a:pt x="116" y="290"/>
                  </a:lnTo>
                  <a:lnTo>
                    <a:pt x="0" y="34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36" name="Freeform 8">
              <a:extLst>
                <a:ext uri="{FF2B5EF4-FFF2-40B4-BE49-F238E27FC236}">
                  <a16:creationId xmlns:a16="http://schemas.microsoft.com/office/drawing/2014/main" id="{95E8018D-E798-EC66-DFEB-9BF2F1A824BF}"/>
                </a:ext>
              </a:extLst>
            </p:cNvPr>
            <p:cNvSpPr>
              <a:spLocks noChangeAspect="1"/>
            </p:cNvSpPr>
            <p:nvPr/>
          </p:nvSpPr>
          <p:spPr bwMode="gray">
            <a:xfrm>
              <a:off x="1753" y="2477"/>
              <a:ext cx="23" cy="10"/>
            </a:xfrm>
            <a:custGeom>
              <a:avLst/>
              <a:gdLst>
                <a:gd name="T0" fmla="*/ 0 w 52"/>
                <a:gd name="T1" fmla="*/ 0 h 17"/>
                <a:gd name="T2" fmla="*/ 4 w 52"/>
                <a:gd name="T3" fmla="*/ 17 h 17"/>
                <a:gd name="T4" fmla="*/ 52 w 52"/>
                <a:gd name="T5" fmla="*/ 10 h 17"/>
                <a:gd name="T6" fmla="*/ 0 w 52"/>
                <a:gd name="T7" fmla="*/ 0 h 17"/>
              </a:gdLst>
              <a:ahLst/>
              <a:cxnLst>
                <a:cxn ang="0">
                  <a:pos x="T0" y="T1"/>
                </a:cxn>
                <a:cxn ang="0">
                  <a:pos x="T2" y="T3"/>
                </a:cxn>
                <a:cxn ang="0">
                  <a:pos x="T4" y="T5"/>
                </a:cxn>
                <a:cxn ang="0">
                  <a:pos x="T6" y="T7"/>
                </a:cxn>
              </a:cxnLst>
              <a:rect l="0" t="0" r="r" b="b"/>
              <a:pathLst>
                <a:path w="52" h="17">
                  <a:moveTo>
                    <a:pt x="0" y="0"/>
                  </a:moveTo>
                  <a:lnTo>
                    <a:pt x="4" y="17"/>
                  </a:lnTo>
                  <a:lnTo>
                    <a:pt x="52" y="10"/>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37" name="Freeform 9">
              <a:extLst>
                <a:ext uri="{FF2B5EF4-FFF2-40B4-BE49-F238E27FC236}">
                  <a16:creationId xmlns:a16="http://schemas.microsoft.com/office/drawing/2014/main" id="{9C7015F8-A9DF-BE7F-B285-2A9F9BE44E71}"/>
                </a:ext>
              </a:extLst>
            </p:cNvPr>
            <p:cNvSpPr>
              <a:spLocks noChangeAspect="1"/>
            </p:cNvSpPr>
            <p:nvPr/>
          </p:nvSpPr>
          <p:spPr bwMode="gray">
            <a:xfrm>
              <a:off x="3680" y="2087"/>
              <a:ext cx="212" cy="183"/>
            </a:xfrm>
            <a:custGeom>
              <a:avLst/>
              <a:gdLst>
                <a:gd name="T0" fmla="*/ 0 w 490"/>
                <a:gd name="T1" fmla="*/ 168 h 351"/>
                <a:gd name="T2" fmla="*/ 3 w 490"/>
                <a:gd name="T3" fmla="*/ 259 h 351"/>
                <a:gd name="T4" fmla="*/ 40 w 490"/>
                <a:gd name="T5" fmla="*/ 287 h 351"/>
                <a:gd name="T6" fmla="*/ 11 w 490"/>
                <a:gd name="T7" fmla="*/ 333 h 351"/>
                <a:gd name="T8" fmla="*/ 66 w 490"/>
                <a:gd name="T9" fmla="*/ 351 h 351"/>
                <a:gd name="T10" fmla="*/ 193 w 490"/>
                <a:gd name="T11" fmla="*/ 333 h 351"/>
                <a:gd name="T12" fmla="*/ 217 w 490"/>
                <a:gd name="T13" fmla="*/ 282 h 351"/>
                <a:gd name="T14" fmla="*/ 303 w 490"/>
                <a:gd name="T15" fmla="*/ 254 h 351"/>
                <a:gd name="T16" fmla="*/ 311 w 490"/>
                <a:gd name="T17" fmla="*/ 211 h 351"/>
                <a:gd name="T18" fmla="*/ 340 w 490"/>
                <a:gd name="T19" fmla="*/ 199 h 351"/>
                <a:gd name="T20" fmla="*/ 327 w 490"/>
                <a:gd name="T21" fmla="*/ 177 h 351"/>
                <a:gd name="T22" fmla="*/ 358 w 490"/>
                <a:gd name="T23" fmla="*/ 174 h 351"/>
                <a:gd name="T24" fmla="*/ 381 w 490"/>
                <a:gd name="T25" fmla="*/ 130 h 351"/>
                <a:gd name="T26" fmla="*/ 371 w 490"/>
                <a:gd name="T27" fmla="*/ 88 h 351"/>
                <a:gd name="T28" fmla="*/ 486 w 490"/>
                <a:gd name="T29" fmla="*/ 56 h 351"/>
                <a:gd name="T30" fmla="*/ 490 w 490"/>
                <a:gd name="T31" fmla="*/ 47 h 351"/>
                <a:gd name="T32" fmla="*/ 447 w 490"/>
                <a:gd name="T33" fmla="*/ 39 h 351"/>
                <a:gd name="T34" fmla="*/ 385 w 490"/>
                <a:gd name="T35" fmla="*/ 69 h 351"/>
                <a:gd name="T36" fmla="*/ 357 w 490"/>
                <a:gd name="T37" fmla="*/ 0 h 351"/>
                <a:gd name="T38" fmla="*/ 304 w 490"/>
                <a:gd name="T39" fmla="*/ 52 h 351"/>
                <a:gd name="T40" fmla="*/ 152 w 490"/>
                <a:gd name="T41" fmla="*/ 47 h 351"/>
                <a:gd name="T42" fmla="*/ 75 w 490"/>
                <a:gd name="T43" fmla="*/ 128 h 351"/>
                <a:gd name="T44" fmla="*/ 24 w 490"/>
                <a:gd name="T45" fmla="*/ 102 h 351"/>
                <a:gd name="T46" fmla="*/ 0 w 490"/>
                <a:gd name="T47" fmla="*/ 168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0" h="351">
                  <a:moveTo>
                    <a:pt x="0" y="168"/>
                  </a:moveTo>
                  <a:lnTo>
                    <a:pt x="3" y="259"/>
                  </a:lnTo>
                  <a:lnTo>
                    <a:pt x="40" y="287"/>
                  </a:lnTo>
                  <a:lnTo>
                    <a:pt x="11" y="333"/>
                  </a:lnTo>
                  <a:lnTo>
                    <a:pt x="66" y="351"/>
                  </a:lnTo>
                  <a:lnTo>
                    <a:pt x="193" y="333"/>
                  </a:lnTo>
                  <a:lnTo>
                    <a:pt x="217" y="282"/>
                  </a:lnTo>
                  <a:lnTo>
                    <a:pt x="303" y="254"/>
                  </a:lnTo>
                  <a:lnTo>
                    <a:pt x="311" y="211"/>
                  </a:lnTo>
                  <a:lnTo>
                    <a:pt x="340" y="199"/>
                  </a:lnTo>
                  <a:lnTo>
                    <a:pt x="327" y="177"/>
                  </a:lnTo>
                  <a:lnTo>
                    <a:pt x="358" y="174"/>
                  </a:lnTo>
                  <a:lnTo>
                    <a:pt x="381" y="130"/>
                  </a:lnTo>
                  <a:lnTo>
                    <a:pt x="371" y="88"/>
                  </a:lnTo>
                  <a:lnTo>
                    <a:pt x="486" y="56"/>
                  </a:lnTo>
                  <a:lnTo>
                    <a:pt x="490" y="47"/>
                  </a:lnTo>
                  <a:lnTo>
                    <a:pt x="447" y="39"/>
                  </a:lnTo>
                  <a:lnTo>
                    <a:pt x="385" y="69"/>
                  </a:lnTo>
                  <a:lnTo>
                    <a:pt x="357" y="0"/>
                  </a:lnTo>
                  <a:lnTo>
                    <a:pt x="304" y="52"/>
                  </a:lnTo>
                  <a:lnTo>
                    <a:pt x="152" y="47"/>
                  </a:lnTo>
                  <a:lnTo>
                    <a:pt x="75" y="128"/>
                  </a:lnTo>
                  <a:lnTo>
                    <a:pt x="24" y="102"/>
                  </a:lnTo>
                  <a:lnTo>
                    <a:pt x="0" y="16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38" name="Freeform 10">
              <a:extLst>
                <a:ext uri="{FF2B5EF4-FFF2-40B4-BE49-F238E27FC236}">
                  <a16:creationId xmlns:a16="http://schemas.microsoft.com/office/drawing/2014/main" id="{AE5535CB-E402-D640-BE72-2FC5F1E76D78}"/>
                </a:ext>
              </a:extLst>
            </p:cNvPr>
            <p:cNvSpPr>
              <a:spLocks noChangeAspect="1"/>
            </p:cNvSpPr>
            <p:nvPr/>
          </p:nvSpPr>
          <p:spPr bwMode="gray">
            <a:xfrm>
              <a:off x="3057" y="2000"/>
              <a:ext cx="26" cy="64"/>
            </a:xfrm>
            <a:custGeom>
              <a:avLst/>
              <a:gdLst>
                <a:gd name="T0" fmla="*/ 0 w 62"/>
                <a:gd name="T1" fmla="*/ 90 h 119"/>
                <a:gd name="T2" fmla="*/ 2 w 62"/>
                <a:gd name="T3" fmla="*/ 28 h 119"/>
                <a:gd name="T4" fmla="*/ 30 w 62"/>
                <a:gd name="T5" fmla="*/ 0 h 119"/>
                <a:gd name="T6" fmla="*/ 62 w 62"/>
                <a:gd name="T7" fmla="*/ 70 h 119"/>
                <a:gd name="T8" fmla="*/ 33 w 62"/>
                <a:gd name="T9" fmla="*/ 119 h 119"/>
                <a:gd name="T10" fmla="*/ 0 w 62"/>
                <a:gd name="T11" fmla="*/ 90 h 119"/>
              </a:gdLst>
              <a:ahLst/>
              <a:cxnLst>
                <a:cxn ang="0">
                  <a:pos x="T0" y="T1"/>
                </a:cxn>
                <a:cxn ang="0">
                  <a:pos x="T2" y="T3"/>
                </a:cxn>
                <a:cxn ang="0">
                  <a:pos x="T4" y="T5"/>
                </a:cxn>
                <a:cxn ang="0">
                  <a:pos x="T6" y="T7"/>
                </a:cxn>
                <a:cxn ang="0">
                  <a:pos x="T8" y="T9"/>
                </a:cxn>
                <a:cxn ang="0">
                  <a:pos x="T10" y="T11"/>
                </a:cxn>
              </a:cxnLst>
              <a:rect l="0" t="0" r="r" b="b"/>
              <a:pathLst>
                <a:path w="62" h="119">
                  <a:moveTo>
                    <a:pt x="0" y="90"/>
                  </a:moveTo>
                  <a:lnTo>
                    <a:pt x="2" y="28"/>
                  </a:lnTo>
                  <a:lnTo>
                    <a:pt x="30" y="0"/>
                  </a:lnTo>
                  <a:lnTo>
                    <a:pt x="62" y="70"/>
                  </a:lnTo>
                  <a:lnTo>
                    <a:pt x="33" y="119"/>
                  </a:lnTo>
                  <a:lnTo>
                    <a:pt x="0" y="9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39" name="Freeform 11">
              <a:extLst>
                <a:ext uri="{FF2B5EF4-FFF2-40B4-BE49-F238E27FC236}">
                  <a16:creationId xmlns:a16="http://schemas.microsoft.com/office/drawing/2014/main" id="{1741B76A-AFF2-F77D-9385-EFD06ECBC5C2}"/>
                </a:ext>
              </a:extLst>
            </p:cNvPr>
            <p:cNvSpPr>
              <a:spLocks noChangeAspect="1"/>
            </p:cNvSpPr>
            <p:nvPr/>
          </p:nvSpPr>
          <p:spPr bwMode="gray">
            <a:xfrm>
              <a:off x="2636" y="2119"/>
              <a:ext cx="305" cy="350"/>
            </a:xfrm>
            <a:custGeom>
              <a:avLst/>
              <a:gdLst>
                <a:gd name="T0" fmla="*/ 0 w 705"/>
                <a:gd name="T1" fmla="*/ 359 h 672"/>
                <a:gd name="T2" fmla="*/ 3 w 705"/>
                <a:gd name="T3" fmla="*/ 372 h 672"/>
                <a:gd name="T4" fmla="*/ 131 w 705"/>
                <a:gd name="T5" fmla="*/ 455 h 672"/>
                <a:gd name="T6" fmla="*/ 410 w 705"/>
                <a:gd name="T7" fmla="*/ 640 h 672"/>
                <a:gd name="T8" fmla="*/ 413 w 705"/>
                <a:gd name="T9" fmla="*/ 672 h 672"/>
                <a:gd name="T10" fmla="*/ 441 w 705"/>
                <a:gd name="T11" fmla="*/ 667 h 672"/>
                <a:gd name="T12" fmla="*/ 495 w 705"/>
                <a:gd name="T13" fmla="*/ 654 h 672"/>
                <a:gd name="T14" fmla="*/ 705 w 705"/>
                <a:gd name="T15" fmla="*/ 509 h 672"/>
                <a:gd name="T16" fmla="*/ 623 w 705"/>
                <a:gd name="T17" fmla="*/ 413 h 672"/>
                <a:gd name="T18" fmla="*/ 624 w 705"/>
                <a:gd name="T19" fmla="*/ 258 h 672"/>
                <a:gd name="T20" fmla="*/ 614 w 705"/>
                <a:gd name="T21" fmla="*/ 189 h 672"/>
                <a:gd name="T22" fmla="*/ 556 w 705"/>
                <a:gd name="T23" fmla="*/ 119 h 672"/>
                <a:gd name="T24" fmla="*/ 586 w 705"/>
                <a:gd name="T25" fmla="*/ 95 h 672"/>
                <a:gd name="T26" fmla="*/ 601 w 705"/>
                <a:gd name="T27" fmla="*/ 0 h 672"/>
                <a:gd name="T28" fmla="*/ 351 w 705"/>
                <a:gd name="T29" fmla="*/ 16 h 672"/>
                <a:gd name="T30" fmla="*/ 223 w 705"/>
                <a:gd name="T31" fmla="*/ 71 h 672"/>
                <a:gd name="T32" fmla="*/ 256 w 705"/>
                <a:gd name="T33" fmla="*/ 186 h 672"/>
                <a:gd name="T34" fmla="*/ 200 w 705"/>
                <a:gd name="T35" fmla="*/ 189 h 672"/>
                <a:gd name="T36" fmla="*/ 170 w 705"/>
                <a:gd name="T37" fmla="*/ 201 h 672"/>
                <a:gd name="T38" fmla="*/ 175 w 705"/>
                <a:gd name="T39" fmla="*/ 232 h 672"/>
                <a:gd name="T40" fmla="*/ 19 w 705"/>
                <a:gd name="T41" fmla="*/ 300 h 672"/>
                <a:gd name="T42" fmla="*/ 0 w 705"/>
                <a:gd name="T43" fmla="*/ 35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05" h="672">
                  <a:moveTo>
                    <a:pt x="0" y="359"/>
                  </a:moveTo>
                  <a:lnTo>
                    <a:pt x="3" y="372"/>
                  </a:lnTo>
                  <a:lnTo>
                    <a:pt x="131" y="455"/>
                  </a:lnTo>
                  <a:lnTo>
                    <a:pt x="410" y="640"/>
                  </a:lnTo>
                  <a:lnTo>
                    <a:pt x="413" y="672"/>
                  </a:lnTo>
                  <a:lnTo>
                    <a:pt x="441" y="667"/>
                  </a:lnTo>
                  <a:lnTo>
                    <a:pt x="495" y="654"/>
                  </a:lnTo>
                  <a:lnTo>
                    <a:pt x="705" y="509"/>
                  </a:lnTo>
                  <a:lnTo>
                    <a:pt x="623" y="413"/>
                  </a:lnTo>
                  <a:lnTo>
                    <a:pt x="624" y="258"/>
                  </a:lnTo>
                  <a:lnTo>
                    <a:pt x="614" y="189"/>
                  </a:lnTo>
                  <a:lnTo>
                    <a:pt x="556" y="119"/>
                  </a:lnTo>
                  <a:lnTo>
                    <a:pt x="586" y="95"/>
                  </a:lnTo>
                  <a:lnTo>
                    <a:pt x="601" y="0"/>
                  </a:lnTo>
                  <a:lnTo>
                    <a:pt x="351" y="16"/>
                  </a:lnTo>
                  <a:lnTo>
                    <a:pt x="223" y="71"/>
                  </a:lnTo>
                  <a:lnTo>
                    <a:pt x="256" y="186"/>
                  </a:lnTo>
                  <a:lnTo>
                    <a:pt x="200" y="189"/>
                  </a:lnTo>
                  <a:lnTo>
                    <a:pt x="170" y="201"/>
                  </a:lnTo>
                  <a:lnTo>
                    <a:pt x="175" y="232"/>
                  </a:lnTo>
                  <a:lnTo>
                    <a:pt x="19" y="300"/>
                  </a:lnTo>
                  <a:lnTo>
                    <a:pt x="0" y="35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0" name="Freeform 12">
              <a:extLst>
                <a:ext uri="{FF2B5EF4-FFF2-40B4-BE49-F238E27FC236}">
                  <a16:creationId xmlns:a16="http://schemas.microsoft.com/office/drawing/2014/main" id="{38A77944-29A1-D603-5520-C74D555CB08D}"/>
                </a:ext>
              </a:extLst>
            </p:cNvPr>
            <p:cNvSpPr>
              <a:spLocks noChangeAspect="1"/>
            </p:cNvSpPr>
            <p:nvPr/>
          </p:nvSpPr>
          <p:spPr bwMode="gray">
            <a:xfrm>
              <a:off x="1661" y="3213"/>
              <a:ext cx="296" cy="637"/>
            </a:xfrm>
            <a:custGeom>
              <a:avLst/>
              <a:gdLst>
                <a:gd name="T0" fmla="*/ 0 w 683"/>
                <a:gd name="T1" fmla="*/ 1131 h 1223"/>
                <a:gd name="T2" fmla="*/ 5 w 683"/>
                <a:gd name="T3" fmla="*/ 1158 h 1223"/>
                <a:gd name="T4" fmla="*/ 35 w 683"/>
                <a:gd name="T5" fmla="*/ 1148 h 1223"/>
                <a:gd name="T6" fmla="*/ 46 w 683"/>
                <a:gd name="T7" fmla="*/ 1210 h 1223"/>
                <a:gd name="T8" fmla="*/ 172 w 683"/>
                <a:gd name="T9" fmla="*/ 1223 h 1223"/>
                <a:gd name="T10" fmla="*/ 137 w 683"/>
                <a:gd name="T11" fmla="*/ 1192 h 1223"/>
                <a:gd name="T12" fmla="*/ 163 w 683"/>
                <a:gd name="T13" fmla="*/ 1109 h 1223"/>
                <a:gd name="T14" fmla="*/ 188 w 683"/>
                <a:gd name="T15" fmla="*/ 1125 h 1223"/>
                <a:gd name="T16" fmla="*/ 266 w 683"/>
                <a:gd name="T17" fmla="*/ 1009 h 1223"/>
                <a:gd name="T18" fmla="*/ 205 w 683"/>
                <a:gd name="T19" fmla="*/ 942 h 1223"/>
                <a:gd name="T20" fmla="*/ 273 w 683"/>
                <a:gd name="T21" fmla="*/ 903 h 1223"/>
                <a:gd name="T22" fmla="*/ 283 w 683"/>
                <a:gd name="T23" fmla="*/ 842 h 1223"/>
                <a:gd name="T24" fmla="*/ 315 w 683"/>
                <a:gd name="T25" fmla="*/ 815 h 1223"/>
                <a:gd name="T26" fmla="*/ 288 w 683"/>
                <a:gd name="T27" fmla="*/ 804 h 1223"/>
                <a:gd name="T28" fmla="*/ 339 w 683"/>
                <a:gd name="T29" fmla="*/ 804 h 1223"/>
                <a:gd name="T30" fmla="*/ 333 w 683"/>
                <a:gd name="T31" fmla="*/ 776 h 1223"/>
                <a:gd name="T32" fmla="*/ 310 w 683"/>
                <a:gd name="T33" fmla="*/ 796 h 1223"/>
                <a:gd name="T34" fmla="*/ 288 w 683"/>
                <a:gd name="T35" fmla="*/ 774 h 1223"/>
                <a:gd name="T36" fmla="*/ 284 w 683"/>
                <a:gd name="T37" fmla="*/ 730 h 1223"/>
                <a:gd name="T38" fmla="*/ 377 w 683"/>
                <a:gd name="T39" fmla="*/ 735 h 1223"/>
                <a:gd name="T40" fmla="*/ 386 w 683"/>
                <a:gd name="T41" fmla="*/ 644 h 1223"/>
                <a:gd name="T42" fmla="*/ 534 w 683"/>
                <a:gd name="T43" fmla="*/ 629 h 1223"/>
                <a:gd name="T44" fmla="*/ 576 w 683"/>
                <a:gd name="T45" fmla="*/ 567 h 1223"/>
                <a:gd name="T46" fmla="*/ 518 w 683"/>
                <a:gd name="T47" fmla="*/ 455 h 1223"/>
                <a:gd name="T48" fmla="*/ 547 w 683"/>
                <a:gd name="T49" fmla="*/ 311 h 1223"/>
                <a:gd name="T50" fmla="*/ 683 w 683"/>
                <a:gd name="T51" fmla="*/ 194 h 1223"/>
                <a:gd name="T52" fmla="*/ 678 w 683"/>
                <a:gd name="T53" fmla="*/ 141 h 1223"/>
                <a:gd name="T54" fmla="*/ 650 w 683"/>
                <a:gd name="T55" fmla="*/ 140 h 1223"/>
                <a:gd name="T56" fmla="*/ 614 w 683"/>
                <a:gd name="T57" fmla="*/ 203 h 1223"/>
                <a:gd name="T58" fmla="*/ 520 w 683"/>
                <a:gd name="T59" fmla="*/ 198 h 1223"/>
                <a:gd name="T60" fmla="*/ 540 w 683"/>
                <a:gd name="T61" fmla="*/ 128 h 1223"/>
                <a:gd name="T62" fmla="*/ 373 w 683"/>
                <a:gd name="T63" fmla="*/ 18 h 1223"/>
                <a:gd name="T64" fmla="*/ 317 w 683"/>
                <a:gd name="T65" fmla="*/ 9 h 1223"/>
                <a:gd name="T66" fmla="*/ 314 w 683"/>
                <a:gd name="T67" fmla="*/ 33 h 1223"/>
                <a:gd name="T68" fmla="*/ 249 w 683"/>
                <a:gd name="T69" fmla="*/ 0 h 1223"/>
                <a:gd name="T70" fmla="*/ 212 w 683"/>
                <a:gd name="T71" fmla="*/ 40 h 1223"/>
                <a:gd name="T72" fmla="*/ 208 w 683"/>
                <a:gd name="T73" fmla="*/ 83 h 1223"/>
                <a:gd name="T74" fmla="*/ 170 w 683"/>
                <a:gd name="T75" fmla="*/ 101 h 1223"/>
                <a:gd name="T76" fmla="*/ 172 w 683"/>
                <a:gd name="T77" fmla="*/ 185 h 1223"/>
                <a:gd name="T78" fmla="*/ 130 w 683"/>
                <a:gd name="T79" fmla="*/ 232 h 1223"/>
                <a:gd name="T80" fmla="*/ 97 w 683"/>
                <a:gd name="T81" fmla="*/ 351 h 1223"/>
                <a:gd name="T82" fmla="*/ 122 w 683"/>
                <a:gd name="T83" fmla="*/ 464 h 1223"/>
                <a:gd name="T84" fmla="*/ 77 w 683"/>
                <a:gd name="T85" fmla="*/ 560 h 1223"/>
                <a:gd name="T86" fmla="*/ 46 w 683"/>
                <a:gd name="T87" fmla="*/ 798 h 1223"/>
                <a:gd name="T88" fmla="*/ 70 w 683"/>
                <a:gd name="T89" fmla="*/ 885 h 1223"/>
                <a:gd name="T90" fmla="*/ 47 w 683"/>
                <a:gd name="T91" fmla="*/ 892 h 1223"/>
                <a:gd name="T92" fmla="*/ 59 w 683"/>
                <a:gd name="T93" fmla="*/ 969 h 1223"/>
                <a:gd name="T94" fmla="*/ 0 w 683"/>
                <a:gd name="T95" fmla="*/ 1131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3" h="1223">
                  <a:moveTo>
                    <a:pt x="0" y="1131"/>
                  </a:moveTo>
                  <a:lnTo>
                    <a:pt x="5" y="1158"/>
                  </a:lnTo>
                  <a:lnTo>
                    <a:pt x="35" y="1148"/>
                  </a:lnTo>
                  <a:lnTo>
                    <a:pt x="46" y="1210"/>
                  </a:lnTo>
                  <a:lnTo>
                    <a:pt x="172" y="1223"/>
                  </a:lnTo>
                  <a:lnTo>
                    <a:pt x="137" y="1192"/>
                  </a:lnTo>
                  <a:lnTo>
                    <a:pt x="163" y="1109"/>
                  </a:lnTo>
                  <a:lnTo>
                    <a:pt x="188" y="1125"/>
                  </a:lnTo>
                  <a:lnTo>
                    <a:pt x="266" y="1009"/>
                  </a:lnTo>
                  <a:lnTo>
                    <a:pt x="205" y="942"/>
                  </a:lnTo>
                  <a:lnTo>
                    <a:pt x="273" y="903"/>
                  </a:lnTo>
                  <a:lnTo>
                    <a:pt x="283" y="842"/>
                  </a:lnTo>
                  <a:lnTo>
                    <a:pt x="315" y="815"/>
                  </a:lnTo>
                  <a:lnTo>
                    <a:pt x="288" y="804"/>
                  </a:lnTo>
                  <a:lnTo>
                    <a:pt x="339" y="804"/>
                  </a:lnTo>
                  <a:lnTo>
                    <a:pt x="333" y="776"/>
                  </a:lnTo>
                  <a:lnTo>
                    <a:pt x="310" y="796"/>
                  </a:lnTo>
                  <a:lnTo>
                    <a:pt x="288" y="774"/>
                  </a:lnTo>
                  <a:lnTo>
                    <a:pt x="284" y="730"/>
                  </a:lnTo>
                  <a:lnTo>
                    <a:pt x="377" y="735"/>
                  </a:lnTo>
                  <a:lnTo>
                    <a:pt x="386" y="644"/>
                  </a:lnTo>
                  <a:lnTo>
                    <a:pt x="534" y="629"/>
                  </a:lnTo>
                  <a:lnTo>
                    <a:pt x="576" y="567"/>
                  </a:lnTo>
                  <a:lnTo>
                    <a:pt x="518" y="455"/>
                  </a:lnTo>
                  <a:lnTo>
                    <a:pt x="547" y="311"/>
                  </a:lnTo>
                  <a:lnTo>
                    <a:pt x="683" y="194"/>
                  </a:lnTo>
                  <a:lnTo>
                    <a:pt x="678" y="141"/>
                  </a:lnTo>
                  <a:lnTo>
                    <a:pt x="650" y="140"/>
                  </a:lnTo>
                  <a:lnTo>
                    <a:pt x="614" y="203"/>
                  </a:lnTo>
                  <a:lnTo>
                    <a:pt x="520" y="198"/>
                  </a:lnTo>
                  <a:lnTo>
                    <a:pt x="540" y="128"/>
                  </a:lnTo>
                  <a:lnTo>
                    <a:pt x="373" y="18"/>
                  </a:lnTo>
                  <a:lnTo>
                    <a:pt x="317" y="9"/>
                  </a:lnTo>
                  <a:lnTo>
                    <a:pt x="314" y="33"/>
                  </a:lnTo>
                  <a:lnTo>
                    <a:pt x="249" y="0"/>
                  </a:lnTo>
                  <a:lnTo>
                    <a:pt x="212" y="40"/>
                  </a:lnTo>
                  <a:lnTo>
                    <a:pt x="208" y="83"/>
                  </a:lnTo>
                  <a:lnTo>
                    <a:pt x="170" y="101"/>
                  </a:lnTo>
                  <a:lnTo>
                    <a:pt x="172" y="185"/>
                  </a:lnTo>
                  <a:lnTo>
                    <a:pt x="130" y="232"/>
                  </a:lnTo>
                  <a:lnTo>
                    <a:pt x="97" y="351"/>
                  </a:lnTo>
                  <a:lnTo>
                    <a:pt x="122" y="464"/>
                  </a:lnTo>
                  <a:lnTo>
                    <a:pt x="77" y="560"/>
                  </a:lnTo>
                  <a:lnTo>
                    <a:pt x="46" y="798"/>
                  </a:lnTo>
                  <a:lnTo>
                    <a:pt x="70" y="885"/>
                  </a:lnTo>
                  <a:lnTo>
                    <a:pt x="47" y="892"/>
                  </a:lnTo>
                  <a:lnTo>
                    <a:pt x="59" y="969"/>
                  </a:lnTo>
                  <a:lnTo>
                    <a:pt x="0" y="113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1" name="Freeform 13">
              <a:extLst>
                <a:ext uri="{FF2B5EF4-FFF2-40B4-BE49-F238E27FC236}">
                  <a16:creationId xmlns:a16="http://schemas.microsoft.com/office/drawing/2014/main" id="{30E658A5-16C4-F6C6-9293-0992EB4DB0AB}"/>
                </a:ext>
              </a:extLst>
            </p:cNvPr>
            <p:cNvSpPr>
              <a:spLocks noChangeAspect="1"/>
            </p:cNvSpPr>
            <p:nvPr/>
          </p:nvSpPr>
          <p:spPr bwMode="gray">
            <a:xfrm>
              <a:off x="1731" y="3860"/>
              <a:ext cx="52" cy="55"/>
            </a:xfrm>
            <a:custGeom>
              <a:avLst/>
              <a:gdLst>
                <a:gd name="T0" fmla="*/ 0 w 121"/>
                <a:gd name="T1" fmla="*/ 0 h 106"/>
                <a:gd name="T2" fmla="*/ 3 w 121"/>
                <a:gd name="T3" fmla="*/ 106 h 106"/>
                <a:gd name="T4" fmla="*/ 121 w 121"/>
                <a:gd name="T5" fmla="*/ 95 h 106"/>
                <a:gd name="T6" fmla="*/ 27 w 121"/>
                <a:gd name="T7" fmla="*/ 52 h 106"/>
                <a:gd name="T8" fmla="*/ 0 w 121"/>
                <a:gd name="T9" fmla="*/ 0 h 106"/>
              </a:gdLst>
              <a:ahLst/>
              <a:cxnLst>
                <a:cxn ang="0">
                  <a:pos x="T0" y="T1"/>
                </a:cxn>
                <a:cxn ang="0">
                  <a:pos x="T2" y="T3"/>
                </a:cxn>
                <a:cxn ang="0">
                  <a:pos x="T4" y="T5"/>
                </a:cxn>
                <a:cxn ang="0">
                  <a:pos x="T6" y="T7"/>
                </a:cxn>
                <a:cxn ang="0">
                  <a:pos x="T8" y="T9"/>
                </a:cxn>
              </a:cxnLst>
              <a:rect l="0" t="0" r="r" b="b"/>
              <a:pathLst>
                <a:path w="121" h="106">
                  <a:moveTo>
                    <a:pt x="0" y="0"/>
                  </a:moveTo>
                  <a:lnTo>
                    <a:pt x="3" y="106"/>
                  </a:lnTo>
                  <a:lnTo>
                    <a:pt x="121" y="95"/>
                  </a:lnTo>
                  <a:lnTo>
                    <a:pt x="27" y="52"/>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2" name="Freeform 14">
              <a:extLst>
                <a:ext uri="{FF2B5EF4-FFF2-40B4-BE49-F238E27FC236}">
                  <a16:creationId xmlns:a16="http://schemas.microsoft.com/office/drawing/2014/main" id="{F3C13FB2-952C-3C5F-DC51-DE30C260D5C6}"/>
                </a:ext>
              </a:extLst>
            </p:cNvPr>
            <p:cNvSpPr>
              <a:spLocks noChangeAspect="1"/>
            </p:cNvSpPr>
            <p:nvPr/>
          </p:nvSpPr>
          <p:spPr bwMode="gray">
            <a:xfrm>
              <a:off x="4470" y="3010"/>
              <a:ext cx="611" cy="549"/>
            </a:xfrm>
            <a:custGeom>
              <a:avLst/>
              <a:gdLst>
                <a:gd name="T0" fmla="*/ 24 w 1403"/>
                <a:gd name="T1" fmla="*/ 563 h 1052"/>
                <a:gd name="T2" fmla="*/ 37 w 1403"/>
                <a:gd name="T3" fmla="*/ 549 h 1052"/>
                <a:gd name="T4" fmla="*/ 27 w 1403"/>
                <a:gd name="T5" fmla="*/ 395 h 1052"/>
                <a:gd name="T6" fmla="*/ 122 w 1403"/>
                <a:gd name="T7" fmla="*/ 348 h 1052"/>
                <a:gd name="T8" fmla="*/ 318 w 1403"/>
                <a:gd name="T9" fmla="*/ 258 h 1052"/>
                <a:gd name="T10" fmla="*/ 336 w 1403"/>
                <a:gd name="T11" fmla="*/ 198 h 1052"/>
                <a:gd name="T12" fmla="*/ 358 w 1403"/>
                <a:gd name="T13" fmla="*/ 195 h 1052"/>
                <a:gd name="T14" fmla="*/ 393 w 1403"/>
                <a:gd name="T15" fmla="*/ 170 h 1052"/>
                <a:gd name="T16" fmla="*/ 501 w 1403"/>
                <a:gd name="T17" fmla="*/ 121 h 1052"/>
                <a:gd name="T18" fmla="*/ 534 w 1403"/>
                <a:gd name="T19" fmla="*/ 143 h 1052"/>
                <a:gd name="T20" fmla="*/ 560 w 1403"/>
                <a:gd name="T21" fmla="*/ 126 h 1052"/>
                <a:gd name="T22" fmla="*/ 675 w 1403"/>
                <a:gd name="T23" fmla="*/ 50 h 1052"/>
                <a:gd name="T24" fmla="*/ 813 w 1403"/>
                <a:gd name="T25" fmla="*/ 59 h 1052"/>
                <a:gd name="T26" fmla="*/ 937 w 1403"/>
                <a:gd name="T27" fmla="*/ 248 h 1052"/>
                <a:gd name="T28" fmla="*/ 993 w 1403"/>
                <a:gd name="T29" fmla="*/ 49 h 1052"/>
                <a:gd name="T30" fmla="*/ 1064 w 1403"/>
                <a:gd name="T31" fmla="*/ 124 h 1052"/>
                <a:gd name="T32" fmla="*/ 1155 w 1403"/>
                <a:gd name="T33" fmla="*/ 295 h 1052"/>
                <a:gd name="T34" fmla="*/ 1271 w 1403"/>
                <a:gd name="T35" fmla="*/ 420 h 1052"/>
                <a:gd name="T36" fmla="*/ 1310 w 1403"/>
                <a:gd name="T37" fmla="*/ 458 h 1052"/>
                <a:gd name="T38" fmla="*/ 1403 w 1403"/>
                <a:gd name="T39" fmla="*/ 630 h 1052"/>
                <a:gd name="T40" fmla="*/ 1325 w 1403"/>
                <a:gd name="T41" fmla="*/ 831 h 1052"/>
                <a:gd name="T42" fmla="*/ 1201 w 1403"/>
                <a:gd name="T43" fmla="*/ 1004 h 1052"/>
                <a:gd name="T44" fmla="*/ 1156 w 1403"/>
                <a:gd name="T45" fmla="*/ 1052 h 1052"/>
                <a:gd name="T46" fmla="*/ 1052 w 1403"/>
                <a:gd name="T47" fmla="*/ 1037 h 1052"/>
                <a:gd name="T48" fmla="*/ 933 w 1403"/>
                <a:gd name="T49" fmla="*/ 982 h 1052"/>
                <a:gd name="T50" fmla="*/ 868 w 1403"/>
                <a:gd name="T51" fmla="*/ 911 h 1052"/>
                <a:gd name="T52" fmla="*/ 854 w 1403"/>
                <a:gd name="T53" fmla="*/ 893 h 1052"/>
                <a:gd name="T54" fmla="*/ 856 w 1403"/>
                <a:gd name="T55" fmla="*/ 791 h 1052"/>
                <a:gd name="T56" fmla="*/ 766 w 1403"/>
                <a:gd name="T57" fmla="*/ 869 h 1052"/>
                <a:gd name="T58" fmla="*/ 631 w 1403"/>
                <a:gd name="T59" fmla="*/ 750 h 1052"/>
                <a:gd name="T60" fmla="*/ 367 w 1403"/>
                <a:gd name="T61" fmla="*/ 839 h 1052"/>
                <a:gd name="T62" fmla="*/ 165 w 1403"/>
                <a:gd name="T63" fmla="*/ 892 h 1052"/>
                <a:gd name="T64" fmla="*/ 89 w 1403"/>
                <a:gd name="T65" fmla="*/ 75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03" h="1052">
                  <a:moveTo>
                    <a:pt x="0" y="554"/>
                  </a:moveTo>
                  <a:lnTo>
                    <a:pt x="24" y="563"/>
                  </a:lnTo>
                  <a:lnTo>
                    <a:pt x="10" y="532"/>
                  </a:lnTo>
                  <a:lnTo>
                    <a:pt x="37" y="549"/>
                  </a:lnTo>
                  <a:lnTo>
                    <a:pt x="9" y="488"/>
                  </a:lnTo>
                  <a:lnTo>
                    <a:pt x="27" y="395"/>
                  </a:lnTo>
                  <a:lnTo>
                    <a:pt x="35" y="420"/>
                  </a:lnTo>
                  <a:lnTo>
                    <a:pt x="122" y="348"/>
                  </a:lnTo>
                  <a:lnTo>
                    <a:pt x="268" y="313"/>
                  </a:lnTo>
                  <a:lnTo>
                    <a:pt x="318" y="258"/>
                  </a:lnTo>
                  <a:lnTo>
                    <a:pt x="317" y="224"/>
                  </a:lnTo>
                  <a:lnTo>
                    <a:pt x="336" y="198"/>
                  </a:lnTo>
                  <a:lnTo>
                    <a:pt x="358" y="240"/>
                  </a:lnTo>
                  <a:lnTo>
                    <a:pt x="358" y="195"/>
                  </a:lnTo>
                  <a:lnTo>
                    <a:pt x="391" y="204"/>
                  </a:lnTo>
                  <a:lnTo>
                    <a:pt x="393" y="170"/>
                  </a:lnTo>
                  <a:lnTo>
                    <a:pt x="445" y="119"/>
                  </a:lnTo>
                  <a:lnTo>
                    <a:pt x="501" y="121"/>
                  </a:lnTo>
                  <a:lnTo>
                    <a:pt x="512" y="173"/>
                  </a:lnTo>
                  <a:lnTo>
                    <a:pt x="534" y="143"/>
                  </a:lnTo>
                  <a:lnTo>
                    <a:pt x="576" y="160"/>
                  </a:lnTo>
                  <a:lnTo>
                    <a:pt x="560" y="126"/>
                  </a:lnTo>
                  <a:lnTo>
                    <a:pt x="593" y="71"/>
                  </a:lnTo>
                  <a:lnTo>
                    <a:pt x="675" y="50"/>
                  </a:lnTo>
                  <a:lnTo>
                    <a:pt x="654" y="14"/>
                  </a:lnTo>
                  <a:lnTo>
                    <a:pt x="813" y="59"/>
                  </a:lnTo>
                  <a:lnTo>
                    <a:pt x="779" y="152"/>
                  </a:lnTo>
                  <a:lnTo>
                    <a:pt x="937" y="248"/>
                  </a:lnTo>
                  <a:lnTo>
                    <a:pt x="976" y="211"/>
                  </a:lnTo>
                  <a:lnTo>
                    <a:pt x="993" y="49"/>
                  </a:lnTo>
                  <a:lnTo>
                    <a:pt x="1031" y="0"/>
                  </a:lnTo>
                  <a:lnTo>
                    <a:pt x="1064" y="124"/>
                  </a:lnTo>
                  <a:lnTo>
                    <a:pt x="1119" y="152"/>
                  </a:lnTo>
                  <a:lnTo>
                    <a:pt x="1155" y="295"/>
                  </a:lnTo>
                  <a:lnTo>
                    <a:pt x="1240" y="340"/>
                  </a:lnTo>
                  <a:lnTo>
                    <a:pt x="1271" y="420"/>
                  </a:lnTo>
                  <a:lnTo>
                    <a:pt x="1303" y="415"/>
                  </a:lnTo>
                  <a:lnTo>
                    <a:pt x="1310" y="458"/>
                  </a:lnTo>
                  <a:lnTo>
                    <a:pt x="1380" y="519"/>
                  </a:lnTo>
                  <a:lnTo>
                    <a:pt x="1403" y="630"/>
                  </a:lnTo>
                  <a:lnTo>
                    <a:pt x="1387" y="738"/>
                  </a:lnTo>
                  <a:lnTo>
                    <a:pt x="1325" y="831"/>
                  </a:lnTo>
                  <a:lnTo>
                    <a:pt x="1281" y="987"/>
                  </a:lnTo>
                  <a:lnTo>
                    <a:pt x="1201" y="1004"/>
                  </a:lnTo>
                  <a:lnTo>
                    <a:pt x="1153" y="1034"/>
                  </a:lnTo>
                  <a:lnTo>
                    <a:pt x="1156" y="1052"/>
                  </a:lnTo>
                  <a:lnTo>
                    <a:pt x="1106" y="999"/>
                  </a:lnTo>
                  <a:lnTo>
                    <a:pt x="1052" y="1037"/>
                  </a:lnTo>
                  <a:lnTo>
                    <a:pt x="986" y="1020"/>
                  </a:lnTo>
                  <a:lnTo>
                    <a:pt x="933" y="982"/>
                  </a:lnTo>
                  <a:lnTo>
                    <a:pt x="909" y="902"/>
                  </a:lnTo>
                  <a:lnTo>
                    <a:pt x="868" y="911"/>
                  </a:lnTo>
                  <a:lnTo>
                    <a:pt x="867" y="859"/>
                  </a:lnTo>
                  <a:lnTo>
                    <a:pt x="854" y="893"/>
                  </a:lnTo>
                  <a:lnTo>
                    <a:pt x="826" y="894"/>
                  </a:lnTo>
                  <a:lnTo>
                    <a:pt x="856" y="791"/>
                  </a:lnTo>
                  <a:lnTo>
                    <a:pt x="794" y="889"/>
                  </a:lnTo>
                  <a:lnTo>
                    <a:pt x="766" y="869"/>
                  </a:lnTo>
                  <a:lnTo>
                    <a:pt x="734" y="793"/>
                  </a:lnTo>
                  <a:lnTo>
                    <a:pt x="631" y="750"/>
                  </a:lnTo>
                  <a:lnTo>
                    <a:pt x="444" y="783"/>
                  </a:lnTo>
                  <a:lnTo>
                    <a:pt x="367" y="839"/>
                  </a:lnTo>
                  <a:lnTo>
                    <a:pt x="238" y="843"/>
                  </a:lnTo>
                  <a:lnTo>
                    <a:pt x="165" y="892"/>
                  </a:lnTo>
                  <a:lnTo>
                    <a:pt x="68" y="858"/>
                  </a:lnTo>
                  <a:lnTo>
                    <a:pt x="89" y="756"/>
                  </a:lnTo>
                  <a:lnTo>
                    <a:pt x="0" y="55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3" name="Freeform 15">
              <a:extLst>
                <a:ext uri="{FF2B5EF4-FFF2-40B4-BE49-F238E27FC236}">
                  <a16:creationId xmlns:a16="http://schemas.microsoft.com/office/drawing/2014/main" id="{0B92B0EA-123F-748B-4096-C0880255F53E}"/>
                </a:ext>
              </a:extLst>
            </p:cNvPr>
            <p:cNvSpPr>
              <a:spLocks noChangeAspect="1"/>
            </p:cNvSpPr>
            <p:nvPr/>
          </p:nvSpPr>
          <p:spPr bwMode="gray">
            <a:xfrm>
              <a:off x="4948" y="3590"/>
              <a:ext cx="53" cy="61"/>
            </a:xfrm>
            <a:custGeom>
              <a:avLst/>
              <a:gdLst>
                <a:gd name="T0" fmla="*/ 0 w 122"/>
                <a:gd name="T1" fmla="*/ 20 h 119"/>
                <a:gd name="T2" fmla="*/ 2 w 122"/>
                <a:gd name="T3" fmla="*/ 0 h 119"/>
                <a:gd name="T4" fmla="*/ 63 w 122"/>
                <a:gd name="T5" fmla="*/ 17 h 119"/>
                <a:gd name="T6" fmla="*/ 110 w 122"/>
                <a:gd name="T7" fmla="*/ 3 h 119"/>
                <a:gd name="T8" fmla="*/ 122 w 122"/>
                <a:gd name="T9" fmla="*/ 32 h 119"/>
                <a:gd name="T10" fmla="*/ 122 w 122"/>
                <a:gd name="T11" fmla="*/ 67 h 119"/>
                <a:gd name="T12" fmla="*/ 75 w 122"/>
                <a:gd name="T13" fmla="*/ 119 h 119"/>
                <a:gd name="T14" fmla="*/ 45 w 122"/>
                <a:gd name="T15" fmla="*/ 116 h 119"/>
                <a:gd name="T16" fmla="*/ 0 w 122"/>
                <a:gd name="T17" fmla="*/ 2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119">
                  <a:moveTo>
                    <a:pt x="0" y="20"/>
                  </a:moveTo>
                  <a:lnTo>
                    <a:pt x="2" y="0"/>
                  </a:lnTo>
                  <a:lnTo>
                    <a:pt x="63" y="17"/>
                  </a:lnTo>
                  <a:lnTo>
                    <a:pt x="110" y="3"/>
                  </a:lnTo>
                  <a:lnTo>
                    <a:pt x="122" y="32"/>
                  </a:lnTo>
                  <a:lnTo>
                    <a:pt x="122" y="67"/>
                  </a:lnTo>
                  <a:lnTo>
                    <a:pt x="75" y="119"/>
                  </a:lnTo>
                  <a:lnTo>
                    <a:pt x="45" y="116"/>
                  </a:lnTo>
                  <a:lnTo>
                    <a:pt x="0" y="2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4" name="Freeform 16">
              <a:extLst>
                <a:ext uri="{FF2B5EF4-FFF2-40B4-BE49-F238E27FC236}">
                  <a16:creationId xmlns:a16="http://schemas.microsoft.com/office/drawing/2014/main" id="{93C303CC-447A-CD46-E3A1-7D184692D276}"/>
                </a:ext>
              </a:extLst>
            </p:cNvPr>
            <p:cNvSpPr>
              <a:spLocks noChangeAspect="1"/>
            </p:cNvSpPr>
            <p:nvPr/>
          </p:nvSpPr>
          <p:spPr bwMode="gray">
            <a:xfrm>
              <a:off x="2908" y="1860"/>
              <a:ext cx="116" cy="53"/>
            </a:xfrm>
            <a:custGeom>
              <a:avLst/>
              <a:gdLst>
                <a:gd name="T0" fmla="*/ 0 w 265"/>
                <a:gd name="T1" fmla="*/ 58 h 102"/>
                <a:gd name="T2" fmla="*/ 3 w 265"/>
                <a:gd name="T3" fmla="*/ 63 h 102"/>
                <a:gd name="T4" fmla="*/ 5 w 265"/>
                <a:gd name="T5" fmla="*/ 81 h 102"/>
                <a:gd name="T6" fmla="*/ 34 w 265"/>
                <a:gd name="T7" fmla="*/ 85 h 102"/>
                <a:gd name="T8" fmla="*/ 88 w 265"/>
                <a:gd name="T9" fmla="*/ 75 h 102"/>
                <a:gd name="T10" fmla="*/ 146 w 265"/>
                <a:gd name="T11" fmla="*/ 102 h 102"/>
                <a:gd name="T12" fmla="*/ 230 w 265"/>
                <a:gd name="T13" fmla="*/ 83 h 102"/>
                <a:gd name="T14" fmla="*/ 265 w 265"/>
                <a:gd name="T15" fmla="*/ 32 h 102"/>
                <a:gd name="T16" fmla="*/ 250 w 265"/>
                <a:gd name="T17" fmla="*/ 0 h 102"/>
                <a:gd name="T18" fmla="*/ 148 w 265"/>
                <a:gd name="T19" fmla="*/ 3 h 102"/>
                <a:gd name="T20" fmla="*/ 116 w 265"/>
                <a:gd name="T21" fmla="*/ 56 h 102"/>
                <a:gd name="T22" fmla="*/ 0 w 265"/>
                <a:gd name="T23" fmla="*/ 5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5" h="102">
                  <a:moveTo>
                    <a:pt x="0" y="58"/>
                  </a:moveTo>
                  <a:lnTo>
                    <a:pt x="3" y="63"/>
                  </a:lnTo>
                  <a:lnTo>
                    <a:pt x="5" y="81"/>
                  </a:lnTo>
                  <a:lnTo>
                    <a:pt x="34" y="85"/>
                  </a:lnTo>
                  <a:lnTo>
                    <a:pt x="88" y="75"/>
                  </a:lnTo>
                  <a:lnTo>
                    <a:pt x="146" y="102"/>
                  </a:lnTo>
                  <a:lnTo>
                    <a:pt x="230" y="83"/>
                  </a:lnTo>
                  <a:lnTo>
                    <a:pt x="265" y="32"/>
                  </a:lnTo>
                  <a:lnTo>
                    <a:pt x="250" y="0"/>
                  </a:lnTo>
                  <a:lnTo>
                    <a:pt x="148" y="3"/>
                  </a:lnTo>
                  <a:lnTo>
                    <a:pt x="116" y="56"/>
                  </a:lnTo>
                  <a:lnTo>
                    <a:pt x="0" y="5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5" name="Freeform 17">
              <a:extLst>
                <a:ext uri="{FF2B5EF4-FFF2-40B4-BE49-F238E27FC236}">
                  <a16:creationId xmlns:a16="http://schemas.microsoft.com/office/drawing/2014/main" id="{075A6C49-D9AD-7EE6-F93A-1FC731050858}"/>
                </a:ext>
              </a:extLst>
            </p:cNvPr>
            <p:cNvSpPr>
              <a:spLocks noChangeAspect="1"/>
            </p:cNvSpPr>
            <p:nvPr/>
          </p:nvSpPr>
          <p:spPr bwMode="gray">
            <a:xfrm>
              <a:off x="4089" y="2326"/>
              <a:ext cx="73" cy="107"/>
            </a:xfrm>
            <a:custGeom>
              <a:avLst/>
              <a:gdLst>
                <a:gd name="T0" fmla="*/ 0 w 166"/>
                <a:gd name="T1" fmla="*/ 61 h 206"/>
                <a:gd name="T2" fmla="*/ 23 w 166"/>
                <a:gd name="T3" fmla="*/ 83 h 206"/>
                <a:gd name="T4" fmla="*/ 37 w 166"/>
                <a:gd name="T5" fmla="*/ 179 h 206"/>
                <a:gd name="T6" fmla="*/ 78 w 166"/>
                <a:gd name="T7" fmla="*/ 173 h 206"/>
                <a:gd name="T8" fmla="*/ 102 w 166"/>
                <a:gd name="T9" fmla="*/ 131 h 206"/>
                <a:gd name="T10" fmla="*/ 132 w 166"/>
                <a:gd name="T11" fmla="*/ 140 h 206"/>
                <a:gd name="T12" fmla="*/ 152 w 166"/>
                <a:gd name="T13" fmla="*/ 206 h 206"/>
                <a:gd name="T14" fmla="*/ 166 w 166"/>
                <a:gd name="T15" fmla="*/ 169 h 206"/>
                <a:gd name="T16" fmla="*/ 148 w 166"/>
                <a:gd name="T17" fmla="*/ 102 h 206"/>
                <a:gd name="T18" fmla="*/ 132 w 166"/>
                <a:gd name="T19" fmla="*/ 127 h 206"/>
                <a:gd name="T20" fmla="*/ 110 w 166"/>
                <a:gd name="T21" fmla="*/ 94 h 206"/>
                <a:gd name="T22" fmla="*/ 150 w 166"/>
                <a:gd name="T23" fmla="*/ 53 h 206"/>
                <a:gd name="T24" fmla="*/ 72 w 166"/>
                <a:gd name="T25" fmla="*/ 47 h 206"/>
                <a:gd name="T26" fmla="*/ 22 w 166"/>
                <a:gd name="T27" fmla="*/ 0 h 206"/>
                <a:gd name="T28" fmla="*/ 6 w 166"/>
                <a:gd name="T29" fmla="*/ 26 h 206"/>
                <a:gd name="T30" fmla="*/ 24 w 166"/>
                <a:gd name="T31" fmla="*/ 47 h 206"/>
                <a:gd name="T32" fmla="*/ 0 w 166"/>
                <a:gd name="T33" fmla="*/ 6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06">
                  <a:moveTo>
                    <a:pt x="0" y="61"/>
                  </a:moveTo>
                  <a:lnTo>
                    <a:pt x="23" y="83"/>
                  </a:lnTo>
                  <a:lnTo>
                    <a:pt x="37" y="179"/>
                  </a:lnTo>
                  <a:lnTo>
                    <a:pt x="78" y="173"/>
                  </a:lnTo>
                  <a:lnTo>
                    <a:pt x="102" y="131"/>
                  </a:lnTo>
                  <a:lnTo>
                    <a:pt x="132" y="140"/>
                  </a:lnTo>
                  <a:lnTo>
                    <a:pt x="152" y="206"/>
                  </a:lnTo>
                  <a:lnTo>
                    <a:pt x="166" y="169"/>
                  </a:lnTo>
                  <a:lnTo>
                    <a:pt x="148" y="102"/>
                  </a:lnTo>
                  <a:lnTo>
                    <a:pt x="132" y="127"/>
                  </a:lnTo>
                  <a:lnTo>
                    <a:pt x="110" y="94"/>
                  </a:lnTo>
                  <a:lnTo>
                    <a:pt x="150" y="53"/>
                  </a:lnTo>
                  <a:lnTo>
                    <a:pt x="72" y="47"/>
                  </a:lnTo>
                  <a:lnTo>
                    <a:pt x="22" y="0"/>
                  </a:lnTo>
                  <a:lnTo>
                    <a:pt x="6" y="26"/>
                  </a:lnTo>
                  <a:lnTo>
                    <a:pt x="24" y="47"/>
                  </a:lnTo>
                  <a:lnTo>
                    <a:pt x="0" y="6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6" name="Freeform 18">
              <a:extLst>
                <a:ext uri="{FF2B5EF4-FFF2-40B4-BE49-F238E27FC236}">
                  <a16:creationId xmlns:a16="http://schemas.microsoft.com/office/drawing/2014/main" id="{582FA1C4-37BF-6B93-A913-C974A4969460}"/>
                </a:ext>
              </a:extLst>
            </p:cNvPr>
            <p:cNvSpPr>
              <a:spLocks noChangeAspect="1"/>
            </p:cNvSpPr>
            <p:nvPr/>
          </p:nvSpPr>
          <p:spPr bwMode="gray">
            <a:xfrm>
              <a:off x="2811" y="1798"/>
              <a:ext cx="48" cy="42"/>
            </a:xfrm>
            <a:custGeom>
              <a:avLst/>
              <a:gdLst>
                <a:gd name="T0" fmla="*/ 0 w 112"/>
                <a:gd name="T1" fmla="*/ 15 h 81"/>
                <a:gd name="T2" fmla="*/ 26 w 112"/>
                <a:gd name="T3" fmla="*/ 4 h 81"/>
                <a:gd name="T4" fmla="*/ 76 w 112"/>
                <a:gd name="T5" fmla="*/ 0 h 81"/>
                <a:gd name="T6" fmla="*/ 110 w 112"/>
                <a:gd name="T7" fmla="*/ 33 h 81"/>
                <a:gd name="T8" fmla="*/ 112 w 112"/>
                <a:gd name="T9" fmla="*/ 58 h 81"/>
                <a:gd name="T10" fmla="*/ 99 w 112"/>
                <a:gd name="T11" fmla="*/ 81 h 81"/>
                <a:gd name="T12" fmla="*/ 0 w 112"/>
                <a:gd name="T13" fmla="*/ 15 h 81"/>
              </a:gdLst>
              <a:ahLst/>
              <a:cxnLst>
                <a:cxn ang="0">
                  <a:pos x="T0" y="T1"/>
                </a:cxn>
                <a:cxn ang="0">
                  <a:pos x="T2" y="T3"/>
                </a:cxn>
                <a:cxn ang="0">
                  <a:pos x="T4" y="T5"/>
                </a:cxn>
                <a:cxn ang="0">
                  <a:pos x="T6" y="T7"/>
                </a:cxn>
                <a:cxn ang="0">
                  <a:pos x="T8" y="T9"/>
                </a:cxn>
                <a:cxn ang="0">
                  <a:pos x="T10" y="T11"/>
                </a:cxn>
                <a:cxn ang="0">
                  <a:pos x="T12" y="T13"/>
                </a:cxn>
              </a:cxnLst>
              <a:rect l="0" t="0" r="r" b="b"/>
              <a:pathLst>
                <a:path w="112" h="81">
                  <a:moveTo>
                    <a:pt x="0" y="15"/>
                  </a:moveTo>
                  <a:lnTo>
                    <a:pt x="26" y="4"/>
                  </a:lnTo>
                  <a:lnTo>
                    <a:pt x="76" y="0"/>
                  </a:lnTo>
                  <a:lnTo>
                    <a:pt x="110" y="33"/>
                  </a:lnTo>
                  <a:lnTo>
                    <a:pt x="112" y="58"/>
                  </a:lnTo>
                  <a:lnTo>
                    <a:pt x="99" y="81"/>
                  </a:lnTo>
                  <a:lnTo>
                    <a:pt x="0" y="1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7" name="Freeform 19">
              <a:extLst>
                <a:ext uri="{FF2B5EF4-FFF2-40B4-BE49-F238E27FC236}">
                  <a16:creationId xmlns:a16="http://schemas.microsoft.com/office/drawing/2014/main" id="{05086993-0E68-BEFB-273E-E3B57D3DD7E8}"/>
                </a:ext>
              </a:extLst>
            </p:cNvPr>
            <p:cNvSpPr>
              <a:spLocks noChangeAspect="1"/>
            </p:cNvSpPr>
            <p:nvPr/>
          </p:nvSpPr>
          <p:spPr bwMode="gray">
            <a:xfrm>
              <a:off x="4106" y="2292"/>
              <a:ext cx="45" cy="30"/>
            </a:xfrm>
            <a:custGeom>
              <a:avLst/>
              <a:gdLst>
                <a:gd name="T0" fmla="*/ 0 w 105"/>
                <a:gd name="T1" fmla="*/ 36 h 59"/>
                <a:gd name="T2" fmla="*/ 13 w 105"/>
                <a:gd name="T3" fmla="*/ 59 h 59"/>
                <a:gd name="T4" fmla="*/ 105 w 105"/>
                <a:gd name="T5" fmla="*/ 49 h 59"/>
                <a:gd name="T6" fmla="*/ 99 w 105"/>
                <a:gd name="T7" fmla="*/ 17 h 59"/>
                <a:gd name="T8" fmla="*/ 34 w 105"/>
                <a:gd name="T9" fmla="*/ 0 h 59"/>
                <a:gd name="T10" fmla="*/ 0 w 105"/>
                <a:gd name="T11" fmla="*/ 36 h 59"/>
              </a:gdLst>
              <a:ahLst/>
              <a:cxnLst>
                <a:cxn ang="0">
                  <a:pos x="T0" y="T1"/>
                </a:cxn>
                <a:cxn ang="0">
                  <a:pos x="T2" y="T3"/>
                </a:cxn>
                <a:cxn ang="0">
                  <a:pos x="T4" y="T5"/>
                </a:cxn>
                <a:cxn ang="0">
                  <a:pos x="T6" y="T7"/>
                </a:cxn>
                <a:cxn ang="0">
                  <a:pos x="T8" y="T9"/>
                </a:cxn>
                <a:cxn ang="0">
                  <a:pos x="T10" y="T11"/>
                </a:cxn>
              </a:cxnLst>
              <a:rect l="0" t="0" r="r" b="b"/>
              <a:pathLst>
                <a:path w="105" h="59">
                  <a:moveTo>
                    <a:pt x="0" y="36"/>
                  </a:moveTo>
                  <a:lnTo>
                    <a:pt x="13" y="59"/>
                  </a:lnTo>
                  <a:lnTo>
                    <a:pt x="105" y="49"/>
                  </a:lnTo>
                  <a:lnTo>
                    <a:pt x="99" y="17"/>
                  </a:lnTo>
                  <a:lnTo>
                    <a:pt x="34" y="0"/>
                  </a:lnTo>
                  <a:lnTo>
                    <a:pt x="0" y="3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8" name="Freeform 20">
              <a:extLst>
                <a:ext uri="{FF2B5EF4-FFF2-40B4-BE49-F238E27FC236}">
                  <a16:creationId xmlns:a16="http://schemas.microsoft.com/office/drawing/2014/main" id="{547116EC-1C8E-A043-B7F1-E42864404656}"/>
                </a:ext>
              </a:extLst>
            </p:cNvPr>
            <p:cNvSpPr>
              <a:spLocks noChangeAspect="1"/>
            </p:cNvSpPr>
            <p:nvPr/>
          </p:nvSpPr>
          <p:spPr bwMode="gray">
            <a:xfrm>
              <a:off x="1716" y="2986"/>
              <a:ext cx="181" cy="247"/>
            </a:xfrm>
            <a:custGeom>
              <a:avLst/>
              <a:gdLst>
                <a:gd name="T0" fmla="*/ 0 w 415"/>
                <a:gd name="T1" fmla="*/ 48 h 471"/>
                <a:gd name="T2" fmla="*/ 30 w 415"/>
                <a:gd name="T3" fmla="*/ 98 h 471"/>
                <a:gd name="T4" fmla="*/ 9 w 415"/>
                <a:gd name="T5" fmla="*/ 204 h 471"/>
                <a:gd name="T6" fmla="*/ 30 w 415"/>
                <a:gd name="T7" fmla="*/ 217 h 471"/>
                <a:gd name="T8" fmla="*/ 20 w 415"/>
                <a:gd name="T9" fmla="*/ 232 h 471"/>
                <a:gd name="T10" fmla="*/ 2 w 415"/>
                <a:gd name="T11" fmla="*/ 276 h 471"/>
                <a:gd name="T12" fmla="*/ 38 w 415"/>
                <a:gd name="T13" fmla="*/ 339 h 471"/>
                <a:gd name="T14" fmla="*/ 60 w 415"/>
                <a:gd name="T15" fmla="*/ 467 h 471"/>
                <a:gd name="T16" fmla="*/ 84 w 415"/>
                <a:gd name="T17" fmla="*/ 471 h 471"/>
                <a:gd name="T18" fmla="*/ 121 w 415"/>
                <a:gd name="T19" fmla="*/ 431 h 471"/>
                <a:gd name="T20" fmla="*/ 186 w 415"/>
                <a:gd name="T21" fmla="*/ 464 h 471"/>
                <a:gd name="T22" fmla="*/ 189 w 415"/>
                <a:gd name="T23" fmla="*/ 440 h 471"/>
                <a:gd name="T24" fmla="*/ 245 w 415"/>
                <a:gd name="T25" fmla="*/ 449 h 471"/>
                <a:gd name="T26" fmla="*/ 266 w 415"/>
                <a:gd name="T27" fmla="*/ 356 h 471"/>
                <a:gd name="T28" fmla="*/ 368 w 415"/>
                <a:gd name="T29" fmla="*/ 339 h 471"/>
                <a:gd name="T30" fmla="*/ 402 w 415"/>
                <a:gd name="T31" fmla="*/ 371 h 471"/>
                <a:gd name="T32" fmla="*/ 415 w 415"/>
                <a:gd name="T33" fmla="*/ 298 h 471"/>
                <a:gd name="T34" fmla="*/ 392 w 415"/>
                <a:gd name="T35" fmla="*/ 237 h 471"/>
                <a:gd name="T36" fmla="*/ 334 w 415"/>
                <a:gd name="T37" fmla="*/ 234 h 471"/>
                <a:gd name="T38" fmla="*/ 309 w 415"/>
                <a:gd name="T39" fmla="*/ 141 h 471"/>
                <a:gd name="T40" fmla="*/ 155 w 415"/>
                <a:gd name="T41" fmla="*/ 80 h 471"/>
                <a:gd name="T42" fmla="*/ 146 w 415"/>
                <a:gd name="T43" fmla="*/ 0 h 471"/>
                <a:gd name="T44" fmla="*/ 42 w 415"/>
                <a:gd name="T45" fmla="*/ 50 h 471"/>
                <a:gd name="T46" fmla="*/ 0 w 415"/>
                <a:gd name="T47" fmla="*/ 4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5" h="471">
                  <a:moveTo>
                    <a:pt x="0" y="48"/>
                  </a:moveTo>
                  <a:lnTo>
                    <a:pt x="30" y="98"/>
                  </a:lnTo>
                  <a:lnTo>
                    <a:pt x="9" y="204"/>
                  </a:lnTo>
                  <a:lnTo>
                    <a:pt x="30" y="217"/>
                  </a:lnTo>
                  <a:lnTo>
                    <a:pt x="20" y="232"/>
                  </a:lnTo>
                  <a:lnTo>
                    <a:pt x="2" y="276"/>
                  </a:lnTo>
                  <a:lnTo>
                    <a:pt x="38" y="339"/>
                  </a:lnTo>
                  <a:lnTo>
                    <a:pt x="60" y="467"/>
                  </a:lnTo>
                  <a:lnTo>
                    <a:pt x="84" y="471"/>
                  </a:lnTo>
                  <a:lnTo>
                    <a:pt x="121" y="431"/>
                  </a:lnTo>
                  <a:lnTo>
                    <a:pt x="186" y="464"/>
                  </a:lnTo>
                  <a:lnTo>
                    <a:pt x="189" y="440"/>
                  </a:lnTo>
                  <a:lnTo>
                    <a:pt x="245" y="449"/>
                  </a:lnTo>
                  <a:lnTo>
                    <a:pt x="266" y="356"/>
                  </a:lnTo>
                  <a:lnTo>
                    <a:pt x="368" y="339"/>
                  </a:lnTo>
                  <a:lnTo>
                    <a:pt x="402" y="371"/>
                  </a:lnTo>
                  <a:lnTo>
                    <a:pt x="415" y="298"/>
                  </a:lnTo>
                  <a:lnTo>
                    <a:pt x="392" y="237"/>
                  </a:lnTo>
                  <a:lnTo>
                    <a:pt x="334" y="234"/>
                  </a:lnTo>
                  <a:lnTo>
                    <a:pt x="309" y="141"/>
                  </a:lnTo>
                  <a:lnTo>
                    <a:pt x="155" y="80"/>
                  </a:lnTo>
                  <a:lnTo>
                    <a:pt x="146" y="0"/>
                  </a:lnTo>
                  <a:lnTo>
                    <a:pt x="42" y="50"/>
                  </a:lnTo>
                  <a:lnTo>
                    <a:pt x="0" y="4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49" name="Freeform 21">
              <a:extLst>
                <a:ext uri="{FF2B5EF4-FFF2-40B4-BE49-F238E27FC236}">
                  <a16:creationId xmlns:a16="http://schemas.microsoft.com/office/drawing/2014/main" id="{CFF52F5E-E8F8-D036-7291-3BCC3E66BB9A}"/>
                </a:ext>
              </a:extLst>
            </p:cNvPr>
            <p:cNvSpPr>
              <a:spLocks noChangeAspect="1"/>
            </p:cNvSpPr>
            <p:nvPr/>
          </p:nvSpPr>
          <p:spPr bwMode="gray">
            <a:xfrm>
              <a:off x="1654" y="2721"/>
              <a:ext cx="586" cy="724"/>
            </a:xfrm>
            <a:custGeom>
              <a:avLst/>
              <a:gdLst>
                <a:gd name="T0" fmla="*/ 30 w 1354"/>
                <a:gd name="T1" fmla="*/ 502 h 1384"/>
                <a:gd name="T2" fmla="*/ 114 w 1354"/>
                <a:gd name="T3" fmla="*/ 499 h 1384"/>
                <a:gd name="T4" fmla="*/ 145 w 1354"/>
                <a:gd name="T5" fmla="*/ 557 h 1384"/>
                <a:gd name="T6" fmla="*/ 291 w 1354"/>
                <a:gd name="T7" fmla="*/ 509 h 1384"/>
                <a:gd name="T8" fmla="*/ 454 w 1354"/>
                <a:gd name="T9" fmla="*/ 650 h 1384"/>
                <a:gd name="T10" fmla="*/ 537 w 1354"/>
                <a:gd name="T11" fmla="*/ 746 h 1384"/>
                <a:gd name="T12" fmla="*/ 547 w 1354"/>
                <a:gd name="T13" fmla="*/ 880 h 1384"/>
                <a:gd name="T14" fmla="*/ 628 w 1354"/>
                <a:gd name="T15" fmla="*/ 962 h 1384"/>
                <a:gd name="T16" fmla="*/ 673 w 1354"/>
                <a:gd name="T17" fmla="*/ 1018 h 1384"/>
                <a:gd name="T18" fmla="*/ 695 w 1354"/>
                <a:gd name="T19" fmla="*/ 1081 h 1384"/>
                <a:gd name="T20" fmla="*/ 564 w 1354"/>
                <a:gd name="T21" fmla="*/ 1251 h 1384"/>
                <a:gd name="T22" fmla="*/ 695 w 1354"/>
                <a:gd name="T23" fmla="*/ 1316 h 1384"/>
                <a:gd name="T24" fmla="*/ 707 w 1354"/>
                <a:gd name="T25" fmla="*/ 1384 h 1384"/>
                <a:gd name="T26" fmla="*/ 883 w 1354"/>
                <a:gd name="T27" fmla="*/ 1074 h 1384"/>
                <a:gd name="T28" fmla="*/ 1099 w 1354"/>
                <a:gd name="T29" fmla="*/ 980 h 1384"/>
                <a:gd name="T30" fmla="*/ 1201 w 1354"/>
                <a:gd name="T31" fmla="*/ 789 h 1384"/>
                <a:gd name="T32" fmla="*/ 1342 w 1354"/>
                <a:gd name="T33" fmla="*/ 488 h 1384"/>
                <a:gd name="T34" fmla="*/ 1333 w 1354"/>
                <a:gd name="T35" fmla="*/ 360 h 1384"/>
                <a:gd name="T36" fmla="*/ 1192 w 1354"/>
                <a:gd name="T37" fmla="*/ 285 h 1384"/>
                <a:gd name="T38" fmla="*/ 1006 w 1354"/>
                <a:gd name="T39" fmla="*/ 230 h 1384"/>
                <a:gd name="T40" fmla="*/ 898 w 1354"/>
                <a:gd name="T41" fmla="*/ 202 h 1384"/>
                <a:gd name="T42" fmla="*/ 850 w 1354"/>
                <a:gd name="T43" fmla="*/ 241 h 1384"/>
                <a:gd name="T44" fmla="*/ 808 w 1354"/>
                <a:gd name="T45" fmla="*/ 239 h 1384"/>
                <a:gd name="T46" fmla="*/ 833 w 1354"/>
                <a:gd name="T47" fmla="*/ 125 h 1384"/>
                <a:gd name="T48" fmla="*/ 724 w 1354"/>
                <a:gd name="T49" fmla="*/ 107 h 1384"/>
                <a:gd name="T50" fmla="*/ 603 w 1354"/>
                <a:gd name="T51" fmla="*/ 112 h 1384"/>
                <a:gd name="T52" fmla="*/ 486 w 1354"/>
                <a:gd name="T53" fmla="*/ 91 h 1384"/>
                <a:gd name="T54" fmla="*/ 461 w 1354"/>
                <a:gd name="T55" fmla="*/ 0 h 1384"/>
                <a:gd name="T56" fmla="*/ 316 w 1354"/>
                <a:gd name="T57" fmla="*/ 30 h 1384"/>
                <a:gd name="T58" fmla="*/ 366 w 1354"/>
                <a:gd name="T59" fmla="*/ 103 h 1384"/>
                <a:gd name="T60" fmla="*/ 242 w 1354"/>
                <a:gd name="T61" fmla="*/ 134 h 1384"/>
                <a:gd name="T62" fmla="*/ 140 w 1354"/>
                <a:gd name="T63" fmla="*/ 123 h 1384"/>
                <a:gd name="T64" fmla="*/ 132 w 1354"/>
                <a:gd name="T65" fmla="*/ 161 h 1384"/>
                <a:gd name="T66" fmla="*/ 136 w 1354"/>
                <a:gd name="T67" fmla="*/ 322 h 1384"/>
                <a:gd name="T68" fmla="*/ 0 w 1354"/>
                <a:gd name="T69" fmla="*/ 438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4" h="1384">
                  <a:moveTo>
                    <a:pt x="0" y="438"/>
                  </a:moveTo>
                  <a:lnTo>
                    <a:pt x="30" y="502"/>
                  </a:lnTo>
                  <a:lnTo>
                    <a:pt x="77" y="524"/>
                  </a:lnTo>
                  <a:lnTo>
                    <a:pt x="114" y="499"/>
                  </a:lnTo>
                  <a:lnTo>
                    <a:pt x="114" y="557"/>
                  </a:lnTo>
                  <a:lnTo>
                    <a:pt x="145" y="557"/>
                  </a:lnTo>
                  <a:lnTo>
                    <a:pt x="187" y="559"/>
                  </a:lnTo>
                  <a:lnTo>
                    <a:pt x="291" y="509"/>
                  </a:lnTo>
                  <a:lnTo>
                    <a:pt x="300" y="589"/>
                  </a:lnTo>
                  <a:lnTo>
                    <a:pt x="454" y="650"/>
                  </a:lnTo>
                  <a:lnTo>
                    <a:pt x="479" y="743"/>
                  </a:lnTo>
                  <a:lnTo>
                    <a:pt x="537" y="746"/>
                  </a:lnTo>
                  <a:lnTo>
                    <a:pt x="560" y="807"/>
                  </a:lnTo>
                  <a:lnTo>
                    <a:pt x="547" y="880"/>
                  </a:lnTo>
                  <a:lnTo>
                    <a:pt x="556" y="949"/>
                  </a:lnTo>
                  <a:lnTo>
                    <a:pt x="628" y="962"/>
                  </a:lnTo>
                  <a:lnTo>
                    <a:pt x="638" y="1009"/>
                  </a:lnTo>
                  <a:lnTo>
                    <a:pt x="673" y="1018"/>
                  </a:lnTo>
                  <a:lnTo>
                    <a:pt x="667" y="1080"/>
                  </a:lnTo>
                  <a:lnTo>
                    <a:pt x="695" y="1081"/>
                  </a:lnTo>
                  <a:lnTo>
                    <a:pt x="700" y="1134"/>
                  </a:lnTo>
                  <a:lnTo>
                    <a:pt x="564" y="1251"/>
                  </a:lnTo>
                  <a:lnTo>
                    <a:pt x="590" y="1244"/>
                  </a:lnTo>
                  <a:lnTo>
                    <a:pt x="695" y="1316"/>
                  </a:lnTo>
                  <a:lnTo>
                    <a:pt x="716" y="1347"/>
                  </a:lnTo>
                  <a:lnTo>
                    <a:pt x="707" y="1384"/>
                  </a:lnTo>
                  <a:lnTo>
                    <a:pt x="874" y="1178"/>
                  </a:lnTo>
                  <a:lnTo>
                    <a:pt x="883" y="1074"/>
                  </a:lnTo>
                  <a:lnTo>
                    <a:pt x="1017" y="980"/>
                  </a:lnTo>
                  <a:lnTo>
                    <a:pt x="1099" y="980"/>
                  </a:lnTo>
                  <a:lnTo>
                    <a:pt x="1133" y="947"/>
                  </a:lnTo>
                  <a:lnTo>
                    <a:pt x="1201" y="789"/>
                  </a:lnTo>
                  <a:lnTo>
                    <a:pt x="1210" y="635"/>
                  </a:lnTo>
                  <a:lnTo>
                    <a:pt x="1342" y="488"/>
                  </a:lnTo>
                  <a:lnTo>
                    <a:pt x="1354" y="423"/>
                  </a:lnTo>
                  <a:lnTo>
                    <a:pt x="1333" y="360"/>
                  </a:lnTo>
                  <a:lnTo>
                    <a:pt x="1280" y="351"/>
                  </a:lnTo>
                  <a:lnTo>
                    <a:pt x="1192" y="285"/>
                  </a:lnTo>
                  <a:lnTo>
                    <a:pt x="1022" y="271"/>
                  </a:lnTo>
                  <a:lnTo>
                    <a:pt x="1006" y="230"/>
                  </a:lnTo>
                  <a:lnTo>
                    <a:pt x="929" y="201"/>
                  </a:lnTo>
                  <a:lnTo>
                    <a:pt x="898" y="202"/>
                  </a:lnTo>
                  <a:lnTo>
                    <a:pt x="852" y="262"/>
                  </a:lnTo>
                  <a:lnTo>
                    <a:pt x="850" y="241"/>
                  </a:lnTo>
                  <a:lnTo>
                    <a:pt x="777" y="251"/>
                  </a:lnTo>
                  <a:lnTo>
                    <a:pt x="808" y="239"/>
                  </a:lnTo>
                  <a:lnTo>
                    <a:pt x="779" y="192"/>
                  </a:lnTo>
                  <a:lnTo>
                    <a:pt x="833" y="125"/>
                  </a:lnTo>
                  <a:lnTo>
                    <a:pt x="776" y="39"/>
                  </a:lnTo>
                  <a:lnTo>
                    <a:pt x="724" y="107"/>
                  </a:lnTo>
                  <a:lnTo>
                    <a:pt x="675" y="102"/>
                  </a:lnTo>
                  <a:lnTo>
                    <a:pt x="603" y="112"/>
                  </a:lnTo>
                  <a:lnTo>
                    <a:pt x="504" y="126"/>
                  </a:lnTo>
                  <a:lnTo>
                    <a:pt x="486" y="91"/>
                  </a:lnTo>
                  <a:lnTo>
                    <a:pt x="493" y="25"/>
                  </a:lnTo>
                  <a:lnTo>
                    <a:pt x="461" y="0"/>
                  </a:lnTo>
                  <a:lnTo>
                    <a:pt x="376" y="42"/>
                  </a:lnTo>
                  <a:lnTo>
                    <a:pt x="316" y="30"/>
                  </a:lnTo>
                  <a:lnTo>
                    <a:pt x="333" y="95"/>
                  </a:lnTo>
                  <a:lnTo>
                    <a:pt x="366" y="103"/>
                  </a:lnTo>
                  <a:lnTo>
                    <a:pt x="283" y="151"/>
                  </a:lnTo>
                  <a:lnTo>
                    <a:pt x="242" y="134"/>
                  </a:lnTo>
                  <a:lnTo>
                    <a:pt x="223" y="109"/>
                  </a:lnTo>
                  <a:lnTo>
                    <a:pt x="140" y="123"/>
                  </a:lnTo>
                  <a:lnTo>
                    <a:pt x="165" y="158"/>
                  </a:lnTo>
                  <a:lnTo>
                    <a:pt x="132" y="161"/>
                  </a:lnTo>
                  <a:lnTo>
                    <a:pt x="152" y="222"/>
                  </a:lnTo>
                  <a:lnTo>
                    <a:pt x="136" y="322"/>
                  </a:lnTo>
                  <a:lnTo>
                    <a:pt x="48" y="357"/>
                  </a:lnTo>
                  <a:lnTo>
                    <a:pt x="0" y="43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0" name="Freeform 22">
              <a:extLst>
                <a:ext uri="{FF2B5EF4-FFF2-40B4-BE49-F238E27FC236}">
                  <a16:creationId xmlns:a16="http://schemas.microsoft.com/office/drawing/2014/main" id="{50112480-4F2D-B62E-B0F5-BE91D06D0439}"/>
                </a:ext>
              </a:extLst>
            </p:cNvPr>
            <p:cNvSpPr>
              <a:spLocks noChangeAspect="1"/>
            </p:cNvSpPr>
            <p:nvPr/>
          </p:nvSpPr>
          <p:spPr bwMode="gray">
            <a:xfrm>
              <a:off x="1421" y="2477"/>
              <a:ext cx="14" cy="48"/>
            </a:xfrm>
            <a:custGeom>
              <a:avLst/>
              <a:gdLst>
                <a:gd name="T0" fmla="*/ 0 w 28"/>
                <a:gd name="T1" fmla="*/ 20 h 92"/>
                <a:gd name="T2" fmla="*/ 11 w 28"/>
                <a:gd name="T3" fmla="*/ 92 h 92"/>
                <a:gd name="T4" fmla="*/ 28 w 28"/>
                <a:gd name="T5" fmla="*/ 0 h 92"/>
                <a:gd name="T6" fmla="*/ 0 w 28"/>
                <a:gd name="T7" fmla="*/ 20 h 92"/>
              </a:gdLst>
              <a:ahLst/>
              <a:cxnLst>
                <a:cxn ang="0">
                  <a:pos x="T0" y="T1"/>
                </a:cxn>
                <a:cxn ang="0">
                  <a:pos x="T2" y="T3"/>
                </a:cxn>
                <a:cxn ang="0">
                  <a:pos x="T4" y="T5"/>
                </a:cxn>
                <a:cxn ang="0">
                  <a:pos x="T6" y="T7"/>
                </a:cxn>
              </a:cxnLst>
              <a:rect l="0" t="0" r="r" b="b"/>
              <a:pathLst>
                <a:path w="28" h="92">
                  <a:moveTo>
                    <a:pt x="0" y="20"/>
                  </a:moveTo>
                  <a:lnTo>
                    <a:pt x="11" y="92"/>
                  </a:lnTo>
                  <a:lnTo>
                    <a:pt x="28" y="0"/>
                  </a:lnTo>
                  <a:lnTo>
                    <a:pt x="0" y="2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1" name="Freeform 23">
              <a:extLst>
                <a:ext uri="{FF2B5EF4-FFF2-40B4-BE49-F238E27FC236}">
                  <a16:creationId xmlns:a16="http://schemas.microsoft.com/office/drawing/2014/main" id="{D9D9E28D-3E43-A944-3044-42978C90AE30}"/>
                </a:ext>
              </a:extLst>
            </p:cNvPr>
            <p:cNvSpPr>
              <a:spLocks noChangeAspect="1"/>
            </p:cNvSpPr>
            <p:nvPr/>
          </p:nvSpPr>
          <p:spPr bwMode="gray">
            <a:xfrm>
              <a:off x="3104" y="1964"/>
              <a:ext cx="94" cy="64"/>
            </a:xfrm>
            <a:custGeom>
              <a:avLst/>
              <a:gdLst>
                <a:gd name="T0" fmla="*/ 0 w 216"/>
                <a:gd name="T1" fmla="*/ 84 h 122"/>
                <a:gd name="T2" fmla="*/ 12 w 216"/>
                <a:gd name="T3" fmla="*/ 0 h 122"/>
                <a:gd name="T4" fmla="*/ 216 w 216"/>
                <a:gd name="T5" fmla="*/ 19 h 122"/>
                <a:gd name="T6" fmla="*/ 178 w 216"/>
                <a:gd name="T7" fmla="*/ 70 h 122"/>
                <a:gd name="T8" fmla="*/ 194 w 216"/>
                <a:gd name="T9" fmla="*/ 97 h 122"/>
                <a:gd name="T10" fmla="*/ 139 w 216"/>
                <a:gd name="T11" fmla="*/ 101 h 122"/>
                <a:gd name="T12" fmla="*/ 106 w 216"/>
                <a:gd name="T13" fmla="*/ 122 h 122"/>
                <a:gd name="T14" fmla="*/ 21 w 216"/>
                <a:gd name="T15" fmla="*/ 120 h 122"/>
                <a:gd name="T16" fmla="*/ 0 w 216"/>
                <a:gd name="T17" fmla="*/ 8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22">
                  <a:moveTo>
                    <a:pt x="0" y="84"/>
                  </a:moveTo>
                  <a:lnTo>
                    <a:pt x="12" y="0"/>
                  </a:lnTo>
                  <a:lnTo>
                    <a:pt x="216" y="19"/>
                  </a:lnTo>
                  <a:lnTo>
                    <a:pt x="178" y="70"/>
                  </a:lnTo>
                  <a:lnTo>
                    <a:pt x="194" y="97"/>
                  </a:lnTo>
                  <a:lnTo>
                    <a:pt x="139" y="101"/>
                  </a:lnTo>
                  <a:lnTo>
                    <a:pt x="106" y="122"/>
                  </a:lnTo>
                  <a:lnTo>
                    <a:pt x="21" y="120"/>
                  </a:lnTo>
                  <a:lnTo>
                    <a:pt x="0" y="8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2" name="Freeform 24">
              <a:extLst>
                <a:ext uri="{FF2B5EF4-FFF2-40B4-BE49-F238E27FC236}">
                  <a16:creationId xmlns:a16="http://schemas.microsoft.com/office/drawing/2014/main" id="{9326B428-D9C9-0C49-5DF1-A6A248EEDF80}"/>
                </a:ext>
              </a:extLst>
            </p:cNvPr>
            <p:cNvSpPr>
              <a:spLocks noChangeAspect="1"/>
            </p:cNvSpPr>
            <p:nvPr/>
          </p:nvSpPr>
          <p:spPr bwMode="gray">
            <a:xfrm>
              <a:off x="4157" y="2295"/>
              <a:ext cx="135" cy="337"/>
            </a:xfrm>
            <a:custGeom>
              <a:avLst/>
              <a:gdLst>
                <a:gd name="T0" fmla="*/ 0 w 313"/>
                <a:gd name="T1" fmla="*/ 265 h 644"/>
                <a:gd name="T2" fmla="*/ 14 w 313"/>
                <a:gd name="T3" fmla="*/ 228 h 644"/>
                <a:gd name="T4" fmla="*/ 105 w 313"/>
                <a:gd name="T5" fmla="*/ 60 h 644"/>
                <a:gd name="T6" fmla="*/ 166 w 313"/>
                <a:gd name="T7" fmla="*/ 37 h 644"/>
                <a:gd name="T8" fmla="*/ 181 w 313"/>
                <a:gd name="T9" fmla="*/ 0 h 644"/>
                <a:gd name="T10" fmla="*/ 224 w 313"/>
                <a:gd name="T11" fmla="*/ 21 h 644"/>
                <a:gd name="T12" fmla="*/ 225 w 313"/>
                <a:gd name="T13" fmla="*/ 54 h 644"/>
                <a:gd name="T14" fmla="*/ 187 w 313"/>
                <a:gd name="T15" fmla="*/ 157 h 644"/>
                <a:gd name="T16" fmla="*/ 227 w 313"/>
                <a:gd name="T17" fmla="*/ 148 h 644"/>
                <a:gd name="T18" fmla="*/ 247 w 313"/>
                <a:gd name="T19" fmla="*/ 219 h 644"/>
                <a:gd name="T20" fmla="*/ 313 w 313"/>
                <a:gd name="T21" fmla="*/ 238 h 644"/>
                <a:gd name="T22" fmla="*/ 280 w 313"/>
                <a:gd name="T23" fmla="*/ 271 h 644"/>
                <a:gd name="T24" fmla="*/ 206 w 313"/>
                <a:gd name="T25" fmla="*/ 314 h 644"/>
                <a:gd name="T26" fmla="*/ 187 w 313"/>
                <a:gd name="T27" fmla="*/ 355 h 644"/>
                <a:gd name="T28" fmla="*/ 227 w 313"/>
                <a:gd name="T29" fmla="*/ 433 h 644"/>
                <a:gd name="T30" fmla="*/ 211 w 313"/>
                <a:gd name="T31" fmla="*/ 479 h 644"/>
                <a:gd name="T32" fmla="*/ 260 w 313"/>
                <a:gd name="T33" fmla="*/ 581 h 644"/>
                <a:gd name="T34" fmla="*/ 225 w 313"/>
                <a:gd name="T35" fmla="*/ 644 h 644"/>
                <a:gd name="T36" fmla="*/ 189 w 313"/>
                <a:gd name="T37" fmla="*/ 424 h 644"/>
                <a:gd name="T38" fmla="*/ 159 w 313"/>
                <a:gd name="T39" fmla="*/ 389 h 644"/>
                <a:gd name="T40" fmla="*/ 109 w 313"/>
                <a:gd name="T41" fmla="*/ 448 h 644"/>
                <a:gd name="T42" fmla="*/ 71 w 313"/>
                <a:gd name="T43" fmla="*/ 436 h 644"/>
                <a:gd name="T44" fmla="*/ 77 w 313"/>
                <a:gd name="T45" fmla="*/ 356 h 644"/>
                <a:gd name="T46" fmla="*/ 0 w 313"/>
                <a:gd name="T47" fmla="*/ 265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3" h="644">
                  <a:moveTo>
                    <a:pt x="0" y="265"/>
                  </a:moveTo>
                  <a:lnTo>
                    <a:pt x="14" y="228"/>
                  </a:lnTo>
                  <a:lnTo>
                    <a:pt x="105" y="60"/>
                  </a:lnTo>
                  <a:lnTo>
                    <a:pt x="166" y="37"/>
                  </a:lnTo>
                  <a:lnTo>
                    <a:pt x="181" y="0"/>
                  </a:lnTo>
                  <a:lnTo>
                    <a:pt x="224" y="21"/>
                  </a:lnTo>
                  <a:lnTo>
                    <a:pt x="225" y="54"/>
                  </a:lnTo>
                  <a:lnTo>
                    <a:pt x="187" y="157"/>
                  </a:lnTo>
                  <a:lnTo>
                    <a:pt x="227" y="148"/>
                  </a:lnTo>
                  <a:lnTo>
                    <a:pt x="247" y="219"/>
                  </a:lnTo>
                  <a:lnTo>
                    <a:pt x="313" y="238"/>
                  </a:lnTo>
                  <a:lnTo>
                    <a:pt x="280" y="271"/>
                  </a:lnTo>
                  <a:lnTo>
                    <a:pt x="206" y="314"/>
                  </a:lnTo>
                  <a:lnTo>
                    <a:pt x="187" y="355"/>
                  </a:lnTo>
                  <a:lnTo>
                    <a:pt x="227" y="433"/>
                  </a:lnTo>
                  <a:lnTo>
                    <a:pt x="211" y="479"/>
                  </a:lnTo>
                  <a:lnTo>
                    <a:pt x="260" y="581"/>
                  </a:lnTo>
                  <a:lnTo>
                    <a:pt x="225" y="644"/>
                  </a:lnTo>
                  <a:lnTo>
                    <a:pt x="189" y="424"/>
                  </a:lnTo>
                  <a:lnTo>
                    <a:pt x="159" y="389"/>
                  </a:lnTo>
                  <a:lnTo>
                    <a:pt x="109" y="448"/>
                  </a:lnTo>
                  <a:lnTo>
                    <a:pt x="71" y="436"/>
                  </a:lnTo>
                  <a:lnTo>
                    <a:pt x="77" y="356"/>
                  </a:lnTo>
                  <a:lnTo>
                    <a:pt x="0" y="26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3" name="Freeform 25">
              <a:extLst>
                <a:ext uri="{FF2B5EF4-FFF2-40B4-BE49-F238E27FC236}">
                  <a16:creationId xmlns:a16="http://schemas.microsoft.com/office/drawing/2014/main" id="{973EAB96-71D7-16BC-E10D-2F621F4B0A1F}"/>
                </a:ext>
              </a:extLst>
            </p:cNvPr>
            <p:cNvSpPr>
              <a:spLocks noChangeAspect="1"/>
            </p:cNvSpPr>
            <p:nvPr/>
          </p:nvSpPr>
          <p:spPr bwMode="gray">
            <a:xfrm>
              <a:off x="4312" y="2549"/>
              <a:ext cx="78" cy="77"/>
            </a:xfrm>
            <a:custGeom>
              <a:avLst/>
              <a:gdLst>
                <a:gd name="T0" fmla="*/ 0 w 174"/>
                <a:gd name="T1" fmla="*/ 30 h 149"/>
                <a:gd name="T2" fmla="*/ 13 w 174"/>
                <a:gd name="T3" fmla="*/ 104 h 149"/>
                <a:gd name="T4" fmla="*/ 36 w 174"/>
                <a:gd name="T5" fmla="*/ 143 h 149"/>
                <a:gd name="T6" fmla="*/ 70 w 174"/>
                <a:gd name="T7" fmla="*/ 149 h 149"/>
                <a:gd name="T8" fmla="*/ 174 w 174"/>
                <a:gd name="T9" fmla="*/ 79 h 149"/>
                <a:gd name="T10" fmla="*/ 170 w 174"/>
                <a:gd name="T11" fmla="*/ 0 h 149"/>
                <a:gd name="T12" fmla="*/ 91 w 174"/>
                <a:gd name="T13" fmla="*/ 12 h 149"/>
                <a:gd name="T14" fmla="*/ 24 w 174"/>
                <a:gd name="T15" fmla="*/ 9 h 149"/>
                <a:gd name="T16" fmla="*/ 0 w 174"/>
                <a:gd name="T17" fmla="*/ 3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49">
                  <a:moveTo>
                    <a:pt x="0" y="30"/>
                  </a:moveTo>
                  <a:lnTo>
                    <a:pt x="13" y="104"/>
                  </a:lnTo>
                  <a:lnTo>
                    <a:pt x="36" y="143"/>
                  </a:lnTo>
                  <a:lnTo>
                    <a:pt x="70" y="149"/>
                  </a:lnTo>
                  <a:lnTo>
                    <a:pt x="174" y="79"/>
                  </a:lnTo>
                  <a:lnTo>
                    <a:pt x="170" y="0"/>
                  </a:lnTo>
                  <a:lnTo>
                    <a:pt x="91" y="12"/>
                  </a:lnTo>
                  <a:lnTo>
                    <a:pt x="24" y="9"/>
                  </a:lnTo>
                  <a:lnTo>
                    <a:pt x="0" y="3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4" name="Freeform 26">
              <a:extLst>
                <a:ext uri="{FF2B5EF4-FFF2-40B4-BE49-F238E27FC236}">
                  <a16:creationId xmlns:a16="http://schemas.microsoft.com/office/drawing/2014/main" id="{B28ABECF-F665-BFDA-0B29-058FB17CC0FF}"/>
                </a:ext>
              </a:extLst>
            </p:cNvPr>
            <p:cNvSpPr>
              <a:spLocks noChangeAspect="1"/>
            </p:cNvSpPr>
            <p:nvPr/>
          </p:nvSpPr>
          <p:spPr bwMode="gray">
            <a:xfrm>
              <a:off x="642" y="1226"/>
              <a:ext cx="1287" cy="791"/>
            </a:xfrm>
            <a:custGeom>
              <a:avLst/>
              <a:gdLst>
                <a:gd name="T0" fmla="*/ 222 w 2963"/>
                <a:gd name="T1" fmla="*/ 181 h 1511"/>
                <a:gd name="T2" fmla="*/ 344 w 2963"/>
                <a:gd name="T3" fmla="*/ 157 h 1511"/>
                <a:gd name="T4" fmla="*/ 527 w 2963"/>
                <a:gd name="T5" fmla="*/ 163 h 1511"/>
                <a:gd name="T6" fmla="*/ 812 w 2963"/>
                <a:gd name="T7" fmla="*/ 186 h 1511"/>
                <a:gd name="T8" fmla="*/ 915 w 2963"/>
                <a:gd name="T9" fmla="*/ 255 h 1511"/>
                <a:gd name="T10" fmla="*/ 1170 w 2963"/>
                <a:gd name="T11" fmla="*/ 295 h 1511"/>
                <a:gd name="T12" fmla="*/ 1119 w 2963"/>
                <a:gd name="T13" fmla="*/ 222 h 1511"/>
                <a:gd name="T14" fmla="*/ 1342 w 2963"/>
                <a:gd name="T15" fmla="*/ 260 h 1511"/>
                <a:gd name="T16" fmla="*/ 1520 w 2963"/>
                <a:gd name="T17" fmla="*/ 242 h 1511"/>
                <a:gd name="T18" fmla="*/ 1539 w 2963"/>
                <a:gd name="T19" fmla="*/ 240 h 1511"/>
                <a:gd name="T20" fmla="*/ 1578 w 2963"/>
                <a:gd name="T21" fmla="*/ 238 h 1511"/>
                <a:gd name="T22" fmla="*/ 1644 w 2963"/>
                <a:gd name="T23" fmla="*/ 154 h 1511"/>
                <a:gd name="T24" fmla="*/ 1590 w 2963"/>
                <a:gd name="T25" fmla="*/ 0 h 1511"/>
                <a:gd name="T26" fmla="*/ 1687 w 2963"/>
                <a:gd name="T27" fmla="*/ 112 h 1511"/>
                <a:gd name="T28" fmla="*/ 1723 w 2963"/>
                <a:gd name="T29" fmla="*/ 163 h 1511"/>
                <a:gd name="T30" fmla="*/ 1846 w 2963"/>
                <a:gd name="T31" fmla="*/ 231 h 1511"/>
                <a:gd name="T32" fmla="*/ 1920 w 2963"/>
                <a:gd name="T33" fmla="*/ 206 h 1511"/>
                <a:gd name="T34" fmla="*/ 2069 w 2963"/>
                <a:gd name="T35" fmla="*/ 178 h 1511"/>
                <a:gd name="T36" fmla="*/ 2068 w 2963"/>
                <a:gd name="T37" fmla="*/ 298 h 1511"/>
                <a:gd name="T38" fmla="*/ 1891 w 2963"/>
                <a:gd name="T39" fmla="*/ 329 h 1511"/>
                <a:gd name="T40" fmla="*/ 1806 w 2963"/>
                <a:gd name="T41" fmla="*/ 398 h 1511"/>
                <a:gd name="T42" fmla="*/ 1749 w 2963"/>
                <a:gd name="T43" fmla="*/ 502 h 1511"/>
                <a:gd name="T44" fmla="*/ 1687 w 2963"/>
                <a:gd name="T45" fmla="*/ 541 h 1511"/>
                <a:gd name="T46" fmla="*/ 1611 w 2963"/>
                <a:gd name="T47" fmla="*/ 613 h 1511"/>
                <a:gd name="T48" fmla="*/ 1678 w 2963"/>
                <a:gd name="T49" fmla="*/ 839 h 1511"/>
                <a:gd name="T50" fmla="*/ 1920 w 2963"/>
                <a:gd name="T51" fmla="*/ 941 h 1511"/>
                <a:gd name="T52" fmla="*/ 2066 w 2963"/>
                <a:gd name="T53" fmla="*/ 1062 h 1511"/>
                <a:gd name="T54" fmla="*/ 2127 w 2963"/>
                <a:gd name="T55" fmla="*/ 1118 h 1511"/>
                <a:gd name="T56" fmla="*/ 2250 w 2963"/>
                <a:gd name="T57" fmla="*/ 870 h 1511"/>
                <a:gd name="T58" fmla="*/ 2219 w 2963"/>
                <a:gd name="T59" fmla="*/ 705 h 1511"/>
                <a:gd name="T60" fmla="*/ 2208 w 2963"/>
                <a:gd name="T61" fmla="*/ 604 h 1511"/>
                <a:gd name="T62" fmla="*/ 2331 w 2963"/>
                <a:gd name="T63" fmla="*/ 554 h 1511"/>
                <a:gd name="T64" fmla="*/ 2485 w 2963"/>
                <a:gd name="T65" fmla="*/ 680 h 1511"/>
                <a:gd name="T66" fmla="*/ 2437 w 2963"/>
                <a:gd name="T67" fmla="*/ 763 h 1511"/>
                <a:gd name="T68" fmla="*/ 2538 w 2963"/>
                <a:gd name="T69" fmla="*/ 756 h 1511"/>
                <a:gd name="T70" fmla="*/ 2632 w 2963"/>
                <a:gd name="T71" fmla="*/ 711 h 1511"/>
                <a:gd name="T72" fmla="*/ 2664 w 2963"/>
                <a:gd name="T73" fmla="*/ 739 h 1511"/>
                <a:gd name="T74" fmla="*/ 2725 w 2963"/>
                <a:gd name="T75" fmla="*/ 766 h 1511"/>
                <a:gd name="T76" fmla="*/ 2732 w 2963"/>
                <a:gd name="T77" fmla="*/ 815 h 1511"/>
                <a:gd name="T78" fmla="*/ 2743 w 2963"/>
                <a:gd name="T79" fmla="*/ 875 h 1511"/>
                <a:gd name="T80" fmla="*/ 2903 w 2963"/>
                <a:gd name="T81" fmla="*/ 953 h 1511"/>
                <a:gd name="T82" fmla="*/ 2910 w 2963"/>
                <a:gd name="T83" fmla="*/ 1008 h 1511"/>
                <a:gd name="T84" fmla="*/ 2963 w 2963"/>
                <a:gd name="T85" fmla="*/ 1064 h 1511"/>
                <a:gd name="T86" fmla="*/ 2430 w 2963"/>
                <a:gd name="T87" fmla="*/ 1305 h 1511"/>
                <a:gd name="T88" fmla="*/ 2588 w 2963"/>
                <a:gd name="T89" fmla="*/ 1251 h 1511"/>
                <a:gd name="T90" fmla="*/ 2769 w 2963"/>
                <a:gd name="T91" fmla="*/ 1360 h 1511"/>
                <a:gd name="T92" fmla="*/ 2775 w 2963"/>
                <a:gd name="T93" fmla="*/ 1372 h 1511"/>
                <a:gd name="T94" fmla="*/ 2700 w 2963"/>
                <a:gd name="T95" fmla="*/ 1368 h 1511"/>
                <a:gd name="T96" fmla="*/ 2544 w 2963"/>
                <a:gd name="T97" fmla="*/ 1353 h 1511"/>
                <a:gd name="T98" fmla="*/ 2266 w 2963"/>
                <a:gd name="T99" fmla="*/ 1404 h 1511"/>
                <a:gd name="T100" fmla="*/ 2159 w 2963"/>
                <a:gd name="T101" fmla="*/ 1474 h 1511"/>
                <a:gd name="T102" fmla="*/ 2034 w 2963"/>
                <a:gd name="T103" fmla="*/ 1465 h 1511"/>
                <a:gd name="T104" fmla="*/ 2129 w 2963"/>
                <a:gd name="T105" fmla="*/ 1390 h 1511"/>
                <a:gd name="T106" fmla="*/ 1946 w 2963"/>
                <a:gd name="T107" fmla="*/ 1255 h 1511"/>
                <a:gd name="T108" fmla="*/ 1870 w 2963"/>
                <a:gd name="T109" fmla="*/ 1242 h 1511"/>
                <a:gd name="T110" fmla="*/ 1592 w 2963"/>
                <a:gd name="T111" fmla="*/ 1190 h 1511"/>
                <a:gd name="T112" fmla="*/ 569 w 2963"/>
                <a:gd name="T113" fmla="*/ 1166 h 1511"/>
                <a:gd name="T114" fmla="*/ 452 w 2963"/>
                <a:gd name="T115" fmla="*/ 1055 h 1511"/>
                <a:gd name="T116" fmla="*/ 380 w 2963"/>
                <a:gd name="T117" fmla="*/ 882 h 1511"/>
                <a:gd name="T118" fmla="*/ 103 w 2963"/>
                <a:gd name="T119" fmla="*/ 719 h 1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63" h="1511">
                  <a:moveTo>
                    <a:pt x="0" y="671"/>
                  </a:moveTo>
                  <a:lnTo>
                    <a:pt x="0" y="140"/>
                  </a:lnTo>
                  <a:lnTo>
                    <a:pt x="236" y="211"/>
                  </a:lnTo>
                  <a:lnTo>
                    <a:pt x="222" y="181"/>
                  </a:lnTo>
                  <a:lnTo>
                    <a:pt x="247" y="164"/>
                  </a:lnTo>
                  <a:lnTo>
                    <a:pt x="391" y="107"/>
                  </a:lnTo>
                  <a:lnTo>
                    <a:pt x="280" y="178"/>
                  </a:lnTo>
                  <a:lnTo>
                    <a:pt x="344" y="157"/>
                  </a:lnTo>
                  <a:lnTo>
                    <a:pt x="344" y="172"/>
                  </a:lnTo>
                  <a:lnTo>
                    <a:pt x="465" y="109"/>
                  </a:lnTo>
                  <a:lnTo>
                    <a:pt x="449" y="88"/>
                  </a:lnTo>
                  <a:lnTo>
                    <a:pt x="527" y="163"/>
                  </a:lnTo>
                  <a:lnTo>
                    <a:pt x="577" y="119"/>
                  </a:lnTo>
                  <a:lnTo>
                    <a:pt x="572" y="163"/>
                  </a:lnTo>
                  <a:lnTo>
                    <a:pt x="636" y="131"/>
                  </a:lnTo>
                  <a:lnTo>
                    <a:pt x="812" y="186"/>
                  </a:lnTo>
                  <a:lnTo>
                    <a:pt x="892" y="185"/>
                  </a:lnTo>
                  <a:lnTo>
                    <a:pt x="937" y="216"/>
                  </a:lnTo>
                  <a:lnTo>
                    <a:pt x="883" y="242"/>
                  </a:lnTo>
                  <a:lnTo>
                    <a:pt x="915" y="255"/>
                  </a:lnTo>
                  <a:lnTo>
                    <a:pt x="1073" y="240"/>
                  </a:lnTo>
                  <a:lnTo>
                    <a:pt x="1143" y="284"/>
                  </a:lnTo>
                  <a:lnTo>
                    <a:pt x="1152" y="315"/>
                  </a:lnTo>
                  <a:lnTo>
                    <a:pt x="1170" y="295"/>
                  </a:lnTo>
                  <a:lnTo>
                    <a:pt x="1143" y="255"/>
                  </a:lnTo>
                  <a:lnTo>
                    <a:pt x="1217" y="205"/>
                  </a:lnTo>
                  <a:lnTo>
                    <a:pt x="1145" y="236"/>
                  </a:lnTo>
                  <a:lnTo>
                    <a:pt x="1119" y="222"/>
                  </a:lnTo>
                  <a:lnTo>
                    <a:pt x="1208" y="183"/>
                  </a:lnTo>
                  <a:lnTo>
                    <a:pt x="1257" y="238"/>
                  </a:lnTo>
                  <a:lnTo>
                    <a:pt x="1309" y="236"/>
                  </a:lnTo>
                  <a:lnTo>
                    <a:pt x="1342" y="260"/>
                  </a:lnTo>
                  <a:lnTo>
                    <a:pt x="1480" y="255"/>
                  </a:lnTo>
                  <a:lnTo>
                    <a:pt x="1476" y="238"/>
                  </a:lnTo>
                  <a:lnTo>
                    <a:pt x="1514" y="268"/>
                  </a:lnTo>
                  <a:lnTo>
                    <a:pt x="1520" y="242"/>
                  </a:lnTo>
                  <a:lnTo>
                    <a:pt x="1491" y="251"/>
                  </a:lnTo>
                  <a:lnTo>
                    <a:pt x="1468" y="220"/>
                  </a:lnTo>
                  <a:lnTo>
                    <a:pt x="1519" y="216"/>
                  </a:lnTo>
                  <a:lnTo>
                    <a:pt x="1539" y="240"/>
                  </a:lnTo>
                  <a:lnTo>
                    <a:pt x="1559" y="233"/>
                  </a:lnTo>
                  <a:lnTo>
                    <a:pt x="1551" y="271"/>
                  </a:lnTo>
                  <a:lnTo>
                    <a:pt x="1587" y="290"/>
                  </a:lnTo>
                  <a:lnTo>
                    <a:pt x="1578" y="238"/>
                  </a:lnTo>
                  <a:lnTo>
                    <a:pt x="1647" y="207"/>
                  </a:lnTo>
                  <a:lnTo>
                    <a:pt x="1629" y="181"/>
                  </a:lnTo>
                  <a:lnTo>
                    <a:pt x="1609" y="200"/>
                  </a:lnTo>
                  <a:lnTo>
                    <a:pt x="1644" y="154"/>
                  </a:lnTo>
                  <a:lnTo>
                    <a:pt x="1543" y="121"/>
                  </a:lnTo>
                  <a:lnTo>
                    <a:pt x="1553" y="44"/>
                  </a:lnTo>
                  <a:lnTo>
                    <a:pt x="1578" y="46"/>
                  </a:lnTo>
                  <a:lnTo>
                    <a:pt x="1590" y="0"/>
                  </a:lnTo>
                  <a:lnTo>
                    <a:pt x="1666" y="44"/>
                  </a:lnTo>
                  <a:lnTo>
                    <a:pt x="1667" y="72"/>
                  </a:lnTo>
                  <a:lnTo>
                    <a:pt x="1718" y="113"/>
                  </a:lnTo>
                  <a:lnTo>
                    <a:pt x="1687" y="112"/>
                  </a:lnTo>
                  <a:lnTo>
                    <a:pt x="1700" y="126"/>
                  </a:lnTo>
                  <a:lnTo>
                    <a:pt x="1680" y="143"/>
                  </a:lnTo>
                  <a:lnTo>
                    <a:pt x="1742" y="154"/>
                  </a:lnTo>
                  <a:lnTo>
                    <a:pt x="1723" y="163"/>
                  </a:lnTo>
                  <a:lnTo>
                    <a:pt x="1759" y="229"/>
                  </a:lnTo>
                  <a:lnTo>
                    <a:pt x="1790" y="170"/>
                  </a:lnTo>
                  <a:lnTo>
                    <a:pt x="1834" y="194"/>
                  </a:lnTo>
                  <a:lnTo>
                    <a:pt x="1846" y="231"/>
                  </a:lnTo>
                  <a:lnTo>
                    <a:pt x="1825" y="242"/>
                  </a:lnTo>
                  <a:lnTo>
                    <a:pt x="1865" y="290"/>
                  </a:lnTo>
                  <a:lnTo>
                    <a:pt x="1890" y="279"/>
                  </a:lnTo>
                  <a:lnTo>
                    <a:pt x="1920" y="206"/>
                  </a:lnTo>
                  <a:lnTo>
                    <a:pt x="1956" y="198"/>
                  </a:lnTo>
                  <a:lnTo>
                    <a:pt x="1929" y="136"/>
                  </a:lnTo>
                  <a:lnTo>
                    <a:pt x="2028" y="141"/>
                  </a:lnTo>
                  <a:lnTo>
                    <a:pt x="2069" y="178"/>
                  </a:lnTo>
                  <a:lnTo>
                    <a:pt x="2053" y="196"/>
                  </a:lnTo>
                  <a:lnTo>
                    <a:pt x="2072" y="206"/>
                  </a:lnTo>
                  <a:lnTo>
                    <a:pt x="2029" y="217"/>
                  </a:lnTo>
                  <a:lnTo>
                    <a:pt x="2068" y="298"/>
                  </a:lnTo>
                  <a:lnTo>
                    <a:pt x="2003" y="340"/>
                  </a:lnTo>
                  <a:lnTo>
                    <a:pt x="1980" y="321"/>
                  </a:lnTo>
                  <a:lnTo>
                    <a:pt x="1991" y="349"/>
                  </a:lnTo>
                  <a:lnTo>
                    <a:pt x="1891" y="329"/>
                  </a:lnTo>
                  <a:lnTo>
                    <a:pt x="1910" y="356"/>
                  </a:lnTo>
                  <a:lnTo>
                    <a:pt x="1870" y="395"/>
                  </a:lnTo>
                  <a:lnTo>
                    <a:pt x="1768" y="365"/>
                  </a:lnTo>
                  <a:lnTo>
                    <a:pt x="1806" y="398"/>
                  </a:lnTo>
                  <a:lnTo>
                    <a:pt x="1879" y="405"/>
                  </a:lnTo>
                  <a:lnTo>
                    <a:pt x="1828" y="470"/>
                  </a:lnTo>
                  <a:lnTo>
                    <a:pt x="1775" y="466"/>
                  </a:lnTo>
                  <a:lnTo>
                    <a:pt x="1749" y="502"/>
                  </a:lnTo>
                  <a:lnTo>
                    <a:pt x="1653" y="471"/>
                  </a:lnTo>
                  <a:lnTo>
                    <a:pt x="1742" y="502"/>
                  </a:lnTo>
                  <a:lnTo>
                    <a:pt x="1751" y="529"/>
                  </a:lnTo>
                  <a:lnTo>
                    <a:pt x="1687" y="541"/>
                  </a:lnTo>
                  <a:lnTo>
                    <a:pt x="1700" y="547"/>
                  </a:lnTo>
                  <a:lnTo>
                    <a:pt x="1682" y="549"/>
                  </a:lnTo>
                  <a:lnTo>
                    <a:pt x="1682" y="576"/>
                  </a:lnTo>
                  <a:lnTo>
                    <a:pt x="1611" y="613"/>
                  </a:lnTo>
                  <a:lnTo>
                    <a:pt x="1596" y="734"/>
                  </a:lnTo>
                  <a:lnTo>
                    <a:pt x="1623" y="762"/>
                  </a:lnTo>
                  <a:lnTo>
                    <a:pt x="1661" y="746"/>
                  </a:lnTo>
                  <a:lnTo>
                    <a:pt x="1678" y="839"/>
                  </a:lnTo>
                  <a:lnTo>
                    <a:pt x="1733" y="821"/>
                  </a:lnTo>
                  <a:lnTo>
                    <a:pt x="1798" y="847"/>
                  </a:lnTo>
                  <a:lnTo>
                    <a:pt x="1930" y="914"/>
                  </a:lnTo>
                  <a:lnTo>
                    <a:pt x="1920" y="941"/>
                  </a:lnTo>
                  <a:lnTo>
                    <a:pt x="1935" y="920"/>
                  </a:lnTo>
                  <a:lnTo>
                    <a:pt x="2035" y="926"/>
                  </a:lnTo>
                  <a:lnTo>
                    <a:pt x="2035" y="1028"/>
                  </a:lnTo>
                  <a:lnTo>
                    <a:pt x="2066" y="1062"/>
                  </a:lnTo>
                  <a:lnTo>
                    <a:pt x="2044" y="1069"/>
                  </a:lnTo>
                  <a:lnTo>
                    <a:pt x="2094" y="1088"/>
                  </a:lnTo>
                  <a:lnTo>
                    <a:pt x="2079" y="1119"/>
                  </a:lnTo>
                  <a:lnTo>
                    <a:pt x="2127" y="1118"/>
                  </a:lnTo>
                  <a:lnTo>
                    <a:pt x="2192" y="1063"/>
                  </a:lnTo>
                  <a:lnTo>
                    <a:pt x="2164" y="1051"/>
                  </a:lnTo>
                  <a:lnTo>
                    <a:pt x="2127" y="954"/>
                  </a:lnTo>
                  <a:lnTo>
                    <a:pt x="2250" y="870"/>
                  </a:lnTo>
                  <a:lnTo>
                    <a:pt x="2232" y="870"/>
                  </a:lnTo>
                  <a:lnTo>
                    <a:pt x="2205" y="771"/>
                  </a:lnTo>
                  <a:lnTo>
                    <a:pt x="2161" y="746"/>
                  </a:lnTo>
                  <a:lnTo>
                    <a:pt x="2219" y="705"/>
                  </a:lnTo>
                  <a:lnTo>
                    <a:pt x="2198" y="683"/>
                  </a:lnTo>
                  <a:lnTo>
                    <a:pt x="2208" y="647"/>
                  </a:lnTo>
                  <a:lnTo>
                    <a:pt x="2182" y="641"/>
                  </a:lnTo>
                  <a:lnTo>
                    <a:pt x="2208" y="604"/>
                  </a:lnTo>
                  <a:lnTo>
                    <a:pt x="2179" y="581"/>
                  </a:lnTo>
                  <a:lnTo>
                    <a:pt x="2195" y="551"/>
                  </a:lnTo>
                  <a:lnTo>
                    <a:pt x="2289" y="571"/>
                  </a:lnTo>
                  <a:lnTo>
                    <a:pt x="2331" y="554"/>
                  </a:lnTo>
                  <a:lnTo>
                    <a:pt x="2411" y="604"/>
                  </a:lnTo>
                  <a:lnTo>
                    <a:pt x="2411" y="626"/>
                  </a:lnTo>
                  <a:lnTo>
                    <a:pt x="2479" y="630"/>
                  </a:lnTo>
                  <a:lnTo>
                    <a:pt x="2485" y="680"/>
                  </a:lnTo>
                  <a:lnTo>
                    <a:pt x="2424" y="682"/>
                  </a:lnTo>
                  <a:lnTo>
                    <a:pt x="2477" y="690"/>
                  </a:lnTo>
                  <a:lnTo>
                    <a:pt x="2494" y="721"/>
                  </a:lnTo>
                  <a:lnTo>
                    <a:pt x="2437" y="763"/>
                  </a:lnTo>
                  <a:lnTo>
                    <a:pt x="2519" y="741"/>
                  </a:lnTo>
                  <a:lnTo>
                    <a:pt x="2523" y="779"/>
                  </a:lnTo>
                  <a:lnTo>
                    <a:pt x="2488" y="795"/>
                  </a:lnTo>
                  <a:lnTo>
                    <a:pt x="2538" y="756"/>
                  </a:lnTo>
                  <a:lnTo>
                    <a:pt x="2544" y="781"/>
                  </a:lnTo>
                  <a:lnTo>
                    <a:pt x="2590" y="743"/>
                  </a:lnTo>
                  <a:lnTo>
                    <a:pt x="2599" y="763"/>
                  </a:lnTo>
                  <a:lnTo>
                    <a:pt x="2632" y="711"/>
                  </a:lnTo>
                  <a:lnTo>
                    <a:pt x="2621" y="700"/>
                  </a:lnTo>
                  <a:lnTo>
                    <a:pt x="2658" y="671"/>
                  </a:lnTo>
                  <a:lnTo>
                    <a:pt x="2699" y="726"/>
                  </a:lnTo>
                  <a:lnTo>
                    <a:pt x="2664" y="739"/>
                  </a:lnTo>
                  <a:lnTo>
                    <a:pt x="2702" y="732"/>
                  </a:lnTo>
                  <a:lnTo>
                    <a:pt x="2716" y="755"/>
                  </a:lnTo>
                  <a:lnTo>
                    <a:pt x="2691" y="762"/>
                  </a:lnTo>
                  <a:lnTo>
                    <a:pt x="2725" y="766"/>
                  </a:lnTo>
                  <a:lnTo>
                    <a:pt x="2702" y="783"/>
                  </a:lnTo>
                  <a:lnTo>
                    <a:pt x="2726" y="779"/>
                  </a:lnTo>
                  <a:lnTo>
                    <a:pt x="2744" y="804"/>
                  </a:lnTo>
                  <a:lnTo>
                    <a:pt x="2732" y="815"/>
                  </a:lnTo>
                  <a:lnTo>
                    <a:pt x="2766" y="834"/>
                  </a:lnTo>
                  <a:lnTo>
                    <a:pt x="2713" y="855"/>
                  </a:lnTo>
                  <a:lnTo>
                    <a:pt x="2752" y="855"/>
                  </a:lnTo>
                  <a:lnTo>
                    <a:pt x="2743" y="875"/>
                  </a:lnTo>
                  <a:lnTo>
                    <a:pt x="2802" y="893"/>
                  </a:lnTo>
                  <a:lnTo>
                    <a:pt x="2824" y="940"/>
                  </a:lnTo>
                  <a:lnTo>
                    <a:pt x="2845" y="922"/>
                  </a:lnTo>
                  <a:lnTo>
                    <a:pt x="2903" y="953"/>
                  </a:lnTo>
                  <a:lnTo>
                    <a:pt x="2776" y="993"/>
                  </a:lnTo>
                  <a:lnTo>
                    <a:pt x="2802" y="1014"/>
                  </a:lnTo>
                  <a:lnTo>
                    <a:pt x="2910" y="970"/>
                  </a:lnTo>
                  <a:lnTo>
                    <a:pt x="2910" y="1008"/>
                  </a:lnTo>
                  <a:lnTo>
                    <a:pt x="2959" y="1001"/>
                  </a:lnTo>
                  <a:lnTo>
                    <a:pt x="2963" y="1019"/>
                  </a:lnTo>
                  <a:lnTo>
                    <a:pt x="2941" y="1019"/>
                  </a:lnTo>
                  <a:lnTo>
                    <a:pt x="2963" y="1064"/>
                  </a:lnTo>
                  <a:lnTo>
                    <a:pt x="2814" y="1154"/>
                  </a:lnTo>
                  <a:lnTo>
                    <a:pt x="2596" y="1154"/>
                  </a:lnTo>
                  <a:lnTo>
                    <a:pt x="2505" y="1215"/>
                  </a:lnTo>
                  <a:lnTo>
                    <a:pt x="2430" y="1305"/>
                  </a:lnTo>
                  <a:lnTo>
                    <a:pt x="2505" y="1237"/>
                  </a:lnTo>
                  <a:lnTo>
                    <a:pt x="2622" y="1196"/>
                  </a:lnTo>
                  <a:lnTo>
                    <a:pt x="2664" y="1228"/>
                  </a:lnTo>
                  <a:lnTo>
                    <a:pt x="2588" y="1251"/>
                  </a:lnTo>
                  <a:lnTo>
                    <a:pt x="2648" y="1265"/>
                  </a:lnTo>
                  <a:lnTo>
                    <a:pt x="2632" y="1292"/>
                  </a:lnTo>
                  <a:lnTo>
                    <a:pt x="2678" y="1342"/>
                  </a:lnTo>
                  <a:lnTo>
                    <a:pt x="2769" y="1360"/>
                  </a:lnTo>
                  <a:lnTo>
                    <a:pt x="2793" y="1298"/>
                  </a:lnTo>
                  <a:lnTo>
                    <a:pt x="2793" y="1336"/>
                  </a:lnTo>
                  <a:lnTo>
                    <a:pt x="2818" y="1332"/>
                  </a:lnTo>
                  <a:lnTo>
                    <a:pt x="2775" y="1372"/>
                  </a:lnTo>
                  <a:lnTo>
                    <a:pt x="2667" y="1399"/>
                  </a:lnTo>
                  <a:lnTo>
                    <a:pt x="2630" y="1446"/>
                  </a:lnTo>
                  <a:lnTo>
                    <a:pt x="2599" y="1404"/>
                  </a:lnTo>
                  <a:lnTo>
                    <a:pt x="2700" y="1368"/>
                  </a:lnTo>
                  <a:lnTo>
                    <a:pt x="2648" y="1369"/>
                  </a:lnTo>
                  <a:lnTo>
                    <a:pt x="2658" y="1342"/>
                  </a:lnTo>
                  <a:lnTo>
                    <a:pt x="2570" y="1374"/>
                  </a:lnTo>
                  <a:lnTo>
                    <a:pt x="2544" y="1353"/>
                  </a:lnTo>
                  <a:lnTo>
                    <a:pt x="2544" y="1298"/>
                  </a:lnTo>
                  <a:lnTo>
                    <a:pt x="2486" y="1280"/>
                  </a:lnTo>
                  <a:lnTo>
                    <a:pt x="2444" y="1370"/>
                  </a:lnTo>
                  <a:lnTo>
                    <a:pt x="2266" y="1404"/>
                  </a:lnTo>
                  <a:lnTo>
                    <a:pt x="2145" y="1440"/>
                  </a:lnTo>
                  <a:lnTo>
                    <a:pt x="2124" y="1457"/>
                  </a:lnTo>
                  <a:lnTo>
                    <a:pt x="2153" y="1461"/>
                  </a:lnTo>
                  <a:lnTo>
                    <a:pt x="2159" y="1474"/>
                  </a:lnTo>
                  <a:lnTo>
                    <a:pt x="2011" y="1511"/>
                  </a:lnTo>
                  <a:lnTo>
                    <a:pt x="2019" y="1494"/>
                  </a:lnTo>
                  <a:lnTo>
                    <a:pt x="2029" y="1483"/>
                  </a:lnTo>
                  <a:lnTo>
                    <a:pt x="2034" y="1465"/>
                  </a:lnTo>
                  <a:lnTo>
                    <a:pt x="2056" y="1452"/>
                  </a:lnTo>
                  <a:lnTo>
                    <a:pt x="2061" y="1372"/>
                  </a:lnTo>
                  <a:lnTo>
                    <a:pt x="2086" y="1399"/>
                  </a:lnTo>
                  <a:lnTo>
                    <a:pt x="2129" y="1390"/>
                  </a:lnTo>
                  <a:lnTo>
                    <a:pt x="2091" y="1342"/>
                  </a:lnTo>
                  <a:lnTo>
                    <a:pt x="1964" y="1319"/>
                  </a:lnTo>
                  <a:lnTo>
                    <a:pt x="1959" y="1319"/>
                  </a:lnTo>
                  <a:lnTo>
                    <a:pt x="1946" y="1255"/>
                  </a:lnTo>
                  <a:lnTo>
                    <a:pt x="1920" y="1259"/>
                  </a:lnTo>
                  <a:lnTo>
                    <a:pt x="1898" y="1222"/>
                  </a:lnTo>
                  <a:lnTo>
                    <a:pt x="1870" y="1220"/>
                  </a:lnTo>
                  <a:lnTo>
                    <a:pt x="1870" y="1242"/>
                  </a:lnTo>
                  <a:lnTo>
                    <a:pt x="1837" y="1209"/>
                  </a:lnTo>
                  <a:lnTo>
                    <a:pt x="1777" y="1255"/>
                  </a:lnTo>
                  <a:lnTo>
                    <a:pt x="1613" y="1222"/>
                  </a:lnTo>
                  <a:lnTo>
                    <a:pt x="1592" y="1190"/>
                  </a:lnTo>
                  <a:lnTo>
                    <a:pt x="1590" y="1211"/>
                  </a:lnTo>
                  <a:lnTo>
                    <a:pt x="635" y="1211"/>
                  </a:lnTo>
                  <a:lnTo>
                    <a:pt x="620" y="1177"/>
                  </a:lnTo>
                  <a:lnTo>
                    <a:pt x="569" y="1166"/>
                  </a:lnTo>
                  <a:lnTo>
                    <a:pt x="571" y="1144"/>
                  </a:lnTo>
                  <a:lnTo>
                    <a:pt x="465" y="1113"/>
                  </a:lnTo>
                  <a:lnTo>
                    <a:pt x="477" y="1097"/>
                  </a:lnTo>
                  <a:lnTo>
                    <a:pt x="452" y="1055"/>
                  </a:lnTo>
                  <a:lnTo>
                    <a:pt x="426" y="1051"/>
                  </a:lnTo>
                  <a:lnTo>
                    <a:pt x="367" y="960"/>
                  </a:lnTo>
                  <a:lnTo>
                    <a:pt x="377" y="932"/>
                  </a:lnTo>
                  <a:lnTo>
                    <a:pt x="380" y="882"/>
                  </a:lnTo>
                  <a:lnTo>
                    <a:pt x="314" y="855"/>
                  </a:lnTo>
                  <a:lnTo>
                    <a:pt x="191" y="695"/>
                  </a:lnTo>
                  <a:lnTo>
                    <a:pt x="121" y="740"/>
                  </a:lnTo>
                  <a:lnTo>
                    <a:pt x="103" y="719"/>
                  </a:lnTo>
                  <a:lnTo>
                    <a:pt x="98" y="715"/>
                  </a:lnTo>
                  <a:lnTo>
                    <a:pt x="63" y="671"/>
                  </a:lnTo>
                  <a:lnTo>
                    <a:pt x="0" y="67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5" name="Freeform 27">
              <a:extLst>
                <a:ext uri="{FF2B5EF4-FFF2-40B4-BE49-F238E27FC236}">
                  <a16:creationId xmlns:a16="http://schemas.microsoft.com/office/drawing/2014/main" id="{9AF7E844-C09F-7896-221D-2EFAFF7FC911}"/>
                </a:ext>
              </a:extLst>
            </p:cNvPr>
            <p:cNvSpPr>
              <a:spLocks noChangeAspect="1"/>
            </p:cNvSpPr>
            <p:nvPr/>
          </p:nvSpPr>
          <p:spPr bwMode="gray">
            <a:xfrm>
              <a:off x="835" y="1814"/>
              <a:ext cx="78" cy="51"/>
            </a:xfrm>
            <a:custGeom>
              <a:avLst/>
              <a:gdLst>
                <a:gd name="T0" fmla="*/ 0 w 174"/>
                <a:gd name="T1" fmla="*/ 0 h 101"/>
                <a:gd name="T2" fmla="*/ 95 w 174"/>
                <a:gd name="T3" fmla="*/ 20 h 101"/>
                <a:gd name="T4" fmla="*/ 174 w 174"/>
                <a:gd name="T5" fmla="*/ 101 h 101"/>
                <a:gd name="T6" fmla="*/ 128 w 174"/>
                <a:gd name="T7" fmla="*/ 85 h 101"/>
                <a:gd name="T8" fmla="*/ 0 w 174"/>
                <a:gd name="T9" fmla="*/ 0 h 101"/>
              </a:gdLst>
              <a:ahLst/>
              <a:cxnLst>
                <a:cxn ang="0">
                  <a:pos x="T0" y="T1"/>
                </a:cxn>
                <a:cxn ang="0">
                  <a:pos x="T2" y="T3"/>
                </a:cxn>
                <a:cxn ang="0">
                  <a:pos x="T4" y="T5"/>
                </a:cxn>
                <a:cxn ang="0">
                  <a:pos x="T6" y="T7"/>
                </a:cxn>
                <a:cxn ang="0">
                  <a:pos x="T8" y="T9"/>
                </a:cxn>
              </a:cxnLst>
              <a:rect l="0" t="0" r="r" b="b"/>
              <a:pathLst>
                <a:path w="174" h="101">
                  <a:moveTo>
                    <a:pt x="0" y="0"/>
                  </a:moveTo>
                  <a:lnTo>
                    <a:pt x="95" y="20"/>
                  </a:lnTo>
                  <a:lnTo>
                    <a:pt x="174" y="101"/>
                  </a:lnTo>
                  <a:lnTo>
                    <a:pt x="128" y="85"/>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6" name="Freeform 28">
              <a:extLst>
                <a:ext uri="{FF2B5EF4-FFF2-40B4-BE49-F238E27FC236}">
                  <a16:creationId xmlns:a16="http://schemas.microsoft.com/office/drawing/2014/main" id="{92C54E9C-DCDC-4B76-1DDE-2BB2205438AA}"/>
                </a:ext>
              </a:extLst>
            </p:cNvPr>
            <p:cNvSpPr>
              <a:spLocks noChangeAspect="1"/>
            </p:cNvSpPr>
            <p:nvPr/>
          </p:nvSpPr>
          <p:spPr bwMode="gray">
            <a:xfrm>
              <a:off x="871" y="1134"/>
              <a:ext cx="156" cy="119"/>
            </a:xfrm>
            <a:custGeom>
              <a:avLst/>
              <a:gdLst>
                <a:gd name="T0" fmla="*/ 0 w 362"/>
                <a:gd name="T1" fmla="*/ 170 h 225"/>
                <a:gd name="T2" fmla="*/ 15 w 362"/>
                <a:gd name="T3" fmla="*/ 141 h 225"/>
                <a:gd name="T4" fmla="*/ 67 w 362"/>
                <a:gd name="T5" fmla="*/ 47 h 225"/>
                <a:gd name="T6" fmla="*/ 42 w 362"/>
                <a:gd name="T7" fmla="*/ 9 h 225"/>
                <a:gd name="T8" fmla="*/ 155 w 362"/>
                <a:gd name="T9" fmla="*/ 0 h 225"/>
                <a:gd name="T10" fmla="*/ 232 w 362"/>
                <a:gd name="T11" fmla="*/ 37 h 225"/>
                <a:gd name="T12" fmla="*/ 283 w 362"/>
                <a:gd name="T13" fmla="*/ 15 h 225"/>
                <a:gd name="T14" fmla="*/ 362 w 362"/>
                <a:gd name="T15" fmla="*/ 69 h 225"/>
                <a:gd name="T16" fmla="*/ 195 w 362"/>
                <a:gd name="T17" fmla="*/ 151 h 225"/>
                <a:gd name="T18" fmla="*/ 181 w 362"/>
                <a:gd name="T19" fmla="*/ 201 h 225"/>
                <a:gd name="T20" fmla="*/ 99 w 362"/>
                <a:gd name="T21" fmla="*/ 225 h 225"/>
                <a:gd name="T22" fmla="*/ 62 w 362"/>
                <a:gd name="T23" fmla="*/ 185 h 225"/>
                <a:gd name="T24" fmla="*/ 0 w 362"/>
                <a:gd name="T25" fmla="*/ 17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225">
                  <a:moveTo>
                    <a:pt x="0" y="170"/>
                  </a:moveTo>
                  <a:lnTo>
                    <a:pt x="15" y="141"/>
                  </a:lnTo>
                  <a:lnTo>
                    <a:pt x="67" y="47"/>
                  </a:lnTo>
                  <a:lnTo>
                    <a:pt x="42" y="9"/>
                  </a:lnTo>
                  <a:lnTo>
                    <a:pt x="155" y="0"/>
                  </a:lnTo>
                  <a:lnTo>
                    <a:pt x="232" y="37"/>
                  </a:lnTo>
                  <a:lnTo>
                    <a:pt x="283" y="15"/>
                  </a:lnTo>
                  <a:lnTo>
                    <a:pt x="362" y="69"/>
                  </a:lnTo>
                  <a:lnTo>
                    <a:pt x="195" y="151"/>
                  </a:lnTo>
                  <a:lnTo>
                    <a:pt x="181" y="201"/>
                  </a:lnTo>
                  <a:lnTo>
                    <a:pt x="99" y="225"/>
                  </a:lnTo>
                  <a:lnTo>
                    <a:pt x="62" y="185"/>
                  </a:lnTo>
                  <a:lnTo>
                    <a:pt x="0" y="17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7" name="Freeform 29">
              <a:extLst>
                <a:ext uri="{FF2B5EF4-FFF2-40B4-BE49-F238E27FC236}">
                  <a16:creationId xmlns:a16="http://schemas.microsoft.com/office/drawing/2014/main" id="{4DCD4EA9-1302-6B18-CDDF-535F2E69F26C}"/>
                </a:ext>
              </a:extLst>
            </p:cNvPr>
            <p:cNvSpPr>
              <a:spLocks noChangeAspect="1"/>
            </p:cNvSpPr>
            <p:nvPr/>
          </p:nvSpPr>
          <p:spPr bwMode="gray">
            <a:xfrm>
              <a:off x="915" y="1027"/>
              <a:ext cx="110" cy="64"/>
            </a:xfrm>
            <a:custGeom>
              <a:avLst/>
              <a:gdLst>
                <a:gd name="T0" fmla="*/ 0 w 254"/>
                <a:gd name="T1" fmla="*/ 96 h 127"/>
                <a:gd name="T2" fmla="*/ 58 w 254"/>
                <a:gd name="T3" fmla="*/ 115 h 127"/>
                <a:gd name="T4" fmla="*/ 73 w 254"/>
                <a:gd name="T5" fmla="*/ 95 h 127"/>
                <a:gd name="T6" fmla="*/ 85 w 254"/>
                <a:gd name="T7" fmla="*/ 127 h 127"/>
                <a:gd name="T8" fmla="*/ 112 w 254"/>
                <a:gd name="T9" fmla="*/ 113 h 127"/>
                <a:gd name="T10" fmla="*/ 108 w 254"/>
                <a:gd name="T11" fmla="*/ 84 h 127"/>
                <a:gd name="T12" fmla="*/ 135 w 254"/>
                <a:gd name="T13" fmla="*/ 101 h 127"/>
                <a:gd name="T14" fmla="*/ 151 w 254"/>
                <a:gd name="T15" fmla="*/ 55 h 127"/>
                <a:gd name="T16" fmla="*/ 174 w 254"/>
                <a:gd name="T17" fmla="*/ 52 h 127"/>
                <a:gd name="T18" fmla="*/ 183 w 254"/>
                <a:gd name="T19" fmla="*/ 94 h 127"/>
                <a:gd name="T20" fmla="*/ 237 w 254"/>
                <a:gd name="T21" fmla="*/ 62 h 127"/>
                <a:gd name="T22" fmla="*/ 220 w 254"/>
                <a:gd name="T23" fmla="*/ 26 h 127"/>
                <a:gd name="T24" fmla="*/ 254 w 254"/>
                <a:gd name="T25" fmla="*/ 18 h 127"/>
                <a:gd name="T26" fmla="*/ 218 w 254"/>
                <a:gd name="T27" fmla="*/ 0 h 127"/>
                <a:gd name="T28" fmla="*/ 126 w 254"/>
                <a:gd name="T29" fmla="*/ 18 h 127"/>
                <a:gd name="T30" fmla="*/ 0 w 254"/>
                <a:gd name="T31" fmla="*/ 9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4" h="127">
                  <a:moveTo>
                    <a:pt x="0" y="96"/>
                  </a:moveTo>
                  <a:lnTo>
                    <a:pt x="58" y="115"/>
                  </a:lnTo>
                  <a:lnTo>
                    <a:pt x="73" y="95"/>
                  </a:lnTo>
                  <a:lnTo>
                    <a:pt x="85" y="127"/>
                  </a:lnTo>
                  <a:lnTo>
                    <a:pt x="112" y="113"/>
                  </a:lnTo>
                  <a:lnTo>
                    <a:pt x="108" y="84"/>
                  </a:lnTo>
                  <a:lnTo>
                    <a:pt x="135" y="101"/>
                  </a:lnTo>
                  <a:lnTo>
                    <a:pt x="151" y="55"/>
                  </a:lnTo>
                  <a:lnTo>
                    <a:pt x="174" y="52"/>
                  </a:lnTo>
                  <a:lnTo>
                    <a:pt x="183" y="94"/>
                  </a:lnTo>
                  <a:lnTo>
                    <a:pt x="237" y="62"/>
                  </a:lnTo>
                  <a:lnTo>
                    <a:pt x="220" y="26"/>
                  </a:lnTo>
                  <a:lnTo>
                    <a:pt x="254" y="18"/>
                  </a:lnTo>
                  <a:lnTo>
                    <a:pt x="218" y="0"/>
                  </a:lnTo>
                  <a:lnTo>
                    <a:pt x="126" y="18"/>
                  </a:lnTo>
                  <a:lnTo>
                    <a:pt x="0" y="9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8" name="Freeform 30">
              <a:extLst>
                <a:ext uri="{FF2B5EF4-FFF2-40B4-BE49-F238E27FC236}">
                  <a16:creationId xmlns:a16="http://schemas.microsoft.com/office/drawing/2014/main" id="{D38FEF4E-704A-7E86-0F64-DCB4128EBA93}"/>
                </a:ext>
              </a:extLst>
            </p:cNvPr>
            <p:cNvSpPr>
              <a:spLocks noChangeAspect="1"/>
            </p:cNvSpPr>
            <p:nvPr/>
          </p:nvSpPr>
          <p:spPr bwMode="gray">
            <a:xfrm>
              <a:off x="973" y="1178"/>
              <a:ext cx="272" cy="160"/>
            </a:xfrm>
            <a:custGeom>
              <a:avLst/>
              <a:gdLst>
                <a:gd name="T0" fmla="*/ 0 w 627"/>
                <a:gd name="T1" fmla="*/ 99 h 307"/>
                <a:gd name="T2" fmla="*/ 32 w 627"/>
                <a:gd name="T3" fmla="*/ 74 h 307"/>
                <a:gd name="T4" fmla="*/ 16 w 627"/>
                <a:gd name="T5" fmla="*/ 61 h 307"/>
                <a:gd name="T6" fmla="*/ 91 w 627"/>
                <a:gd name="T7" fmla="*/ 17 h 307"/>
                <a:gd name="T8" fmla="*/ 152 w 627"/>
                <a:gd name="T9" fmla="*/ 0 h 307"/>
                <a:gd name="T10" fmla="*/ 172 w 627"/>
                <a:gd name="T11" fmla="*/ 31 h 307"/>
                <a:gd name="T12" fmla="*/ 151 w 627"/>
                <a:gd name="T13" fmla="*/ 50 h 307"/>
                <a:gd name="T14" fmla="*/ 206 w 627"/>
                <a:gd name="T15" fmla="*/ 24 h 307"/>
                <a:gd name="T16" fmla="*/ 267 w 627"/>
                <a:gd name="T17" fmla="*/ 45 h 307"/>
                <a:gd name="T18" fmla="*/ 245 w 627"/>
                <a:gd name="T19" fmla="*/ 68 h 307"/>
                <a:gd name="T20" fmla="*/ 316 w 627"/>
                <a:gd name="T21" fmla="*/ 52 h 307"/>
                <a:gd name="T22" fmla="*/ 296 w 627"/>
                <a:gd name="T23" fmla="*/ 27 h 307"/>
                <a:gd name="T24" fmla="*/ 324 w 627"/>
                <a:gd name="T25" fmla="*/ 30 h 307"/>
                <a:gd name="T26" fmla="*/ 381 w 627"/>
                <a:gd name="T27" fmla="*/ 112 h 307"/>
                <a:gd name="T28" fmla="*/ 400 w 627"/>
                <a:gd name="T29" fmla="*/ 93 h 307"/>
                <a:gd name="T30" fmla="*/ 377 w 627"/>
                <a:gd name="T31" fmla="*/ 2 h 307"/>
                <a:gd name="T32" fmla="*/ 423 w 627"/>
                <a:gd name="T33" fmla="*/ 5 h 307"/>
                <a:gd name="T34" fmla="*/ 474 w 627"/>
                <a:gd name="T35" fmla="*/ 35 h 307"/>
                <a:gd name="T36" fmla="*/ 502 w 627"/>
                <a:gd name="T37" fmla="*/ 149 h 307"/>
                <a:gd name="T38" fmla="*/ 627 w 627"/>
                <a:gd name="T39" fmla="*/ 203 h 307"/>
                <a:gd name="T40" fmla="*/ 625 w 627"/>
                <a:gd name="T41" fmla="*/ 232 h 307"/>
                <a:gd name="T42" fmla="*/ 591 w 627"/>
                <a:gd name="T43" fmla="*/ 220 h 307"/>
                <a:gd name="T44" fmla="*/ 553 w 627"/>
                <a:gd name="T45" fmla="*/ 239 h 307"/>
                <a:gd name="T46" fmla="*/ 606 w 627"/>
                <a:gd name="T47" fmla="*/ 264 h 307"/>
                <a:gd name="T48" fmla="*/ 558 w 627"/>
                <a:gd name="T49" fmla="*/ 289 h 307"/>
                <a:gd name="T50" fmla="*/ 477 w 627"/>
                <a:gd name="T51" fmla="*/ 277 h 307"/>
                <a:gd name="T52" fmla="*/ 431 w 627"/>
                <a:gd name="T53" fmla="*/ 245 h 307"/>
                <a:gd name="T54" fmla="*/ 328 w 627"/>
                <a:gd name="T55" fmla="*/ 297 h 307"/>
                <a:gd name="T56" fmla="*/ 198 w 627"/>
                <a:gd name="T57" fmla="*/ 307 h 307"/>
                <a:gd name="T58" fmla="*/ 173 w 627"/>
                <a:gd name="T59" fmla="*/ 259 h 307"/>
                <a:gd name="T60" fmla="*/ 102 w 627"/>
                <a:gd name="T61" fmla="*/ 255 h 307"/>
                <a:gd name="T62" fmla="*/ 57 w 627"/>
                <a:gd name="T63" fmla="*/ 214 h 307"/>
                <a:gd name="T64" fmla="*/ 238 w 627"/>
                <a:gd name="T65" fmla="*/ 188 h 307"/>
                <a:gd name="T66" fmla="*/ 49 w 627"/>
                <a:gd name="T67" fmla="*/ 176 h 307"/>
                <a:gd name="T68" fmla="*/ 25 w 627"/>
                <a:gd name="T69" fmla="*/ 150 h 307"/>
                <a:gd name="T70" fmla="*/ 121 w 627"/>
                <a:gd name="T71" fmla="*/ 121 h 307"/>
                <a:gd name="T72" fmla="*/ 32 w 627"/>
                <a:gd name="T73" fmla="*/ 126 h 307"/>
                <a:gd name="T74" fmla="*/ 39 w 627"/>
                <a:gd name="T75" fmla="*/ 112 h 307"/>
                <a:gd name="T76" fmla="*/ 0 w 627"/>
                <a:gd name="T77" fmla="*/ 99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7" h="307">
                  <a:moveTo>
                    <a:pt x="0" y="99"/>
                  </a:moveTo>
                  <a:lnTo>
                    <a:pt x="32" y="74"/>
                  </a:lnTo>
                  <a:lnTo>
                    <a:pt x="16" y="61"/>
                  </a:lnTo>
                  <a:lnTo>
                    <a:pt x="91" y="17"/>
                  </a:lnTo>
                  <a:lnTo>
                    <a:pt x="152" y="0"/>
                  </a:lnTo>
                  <a:lnTo>
                    <a:pt x="172" y="31"/>
                  </a:lnTo>
                  <a:lnTo>
                    <a:pt x="151" y="50"/>
                  </a:lnTo>
                  <a:lnTo>
                    <a:pt x="206" y="24"/>
                  </a:lnTo>
                  <a:lnTo>
                    <a:pt x="267" y="45"/>
                  </a:lnTo>
                  <a:lnTo>
                    <a:pt x="245" y="68"/>
                  </a:lnTo>
                  <a:lnTo>
                    <a:pt x="316" y="52"/>
                  </a:lnTo>
                  <a:lnTo>
                    <a:pt x="296" y="27"/>
                  </a:lnTo>
                  <a:lnTo>
                    <a:pt x="324" y="30"/>
                  </a:lnTo>
                  <a:lnTo>
                    <a:pt x="381" y="112"/>
                  </a:lnTo>
                  <a:lnTo>
                    <a:pt x="400" y="93"/>
                  </a:lnTo>
                  <a:lnTo>
                    <a:pt x="377" y="2"/>
                  </a:lnTo>
                  <a:lnTo>
                    <a:pt x="423" y="5"/>
                  </a:lnTo>
                  <a:lnTo>
                    <a:pt x="474" y="35"/>
                  </a:lnTo>
                  <a:lnTo>
                    <a:pt x="502" y="149"/>
                  </a:lnTo>
                  <a:lnTo>
                    <a:pt x="627" y="203"/>
                  </a:lnTo>
                  <a:lnTo>
                    <a:pt x="625" y="232"/>
                  </a:lnTo>
                  <a:lnTo>
                    <a:pt x="591" y="220"/>
                  </a:lnTo>
                  <a:lnTo>
                    <a:pt x="553" y="239"/>
                  </a:lnTo>
                  <a:lnTo>
                    <a:pt x="606" y="264"/>
                  </a:lnTo>
                  <a:lnTo>
                    <a:pt x="558" y="289"/>
                  </a:lnTo>
                  <a:lnTo>
                    <a:pt x="477" y="277"/>
                  </a:lnTo>
                  <a:lnTo>
                    <a:pt x="431" y="245"/>
                  </a:lnTo>
                  <a:lnTo>
                    <a:pt x="328" y="297"/>
                  </a:lnTo>
                  <a:lnTo>
                    <a:pt x="198" y="307"/>
                  </a:lnTo>
                  <a:lnTo>
                    <a:pt x="173" y="259"/>
                  </a:lnTo>
                  <a:lnTo>
                    <a:pt x="102" y="255"/>
                  </a:lnTo>
                  <a:lnTo>
                    <a:pt x="57" y="214"/>
                  </a:lnTo>
                  <a:lnTo>
                    <a:pt x="238" y="188"/>
                  </a:lnTo>
                  <a:lnTo>
                    <a:pt x="49" y="176"/>
                  </a:lnTo>
                  <a:lnTo>
                    <a:pt x="25" y="150"/>
                  </a:lnTo>
                  <a:lnTo>
                    <a:pt x="121" y="121"/>
                  </a:lnTo>
                  <a:lnTo>
                    <a:pt x="32" y="126"/>
                  </a:lnTo>
                  <a:lnTo>
                    <a:pt x="39" y="112"/>
                  </a:lnTo>
                  <a:lnTo>
                    <a:pt x="0" y="9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59" name="Freeform 31">
              <a:extLst>
                <a:ext uri="{FF2B5EF4-FFF2-40B4-BE49-F238E27FC236}">
                  <a16:creationId xmlns:a16="http://schemas.microsoft.com/office/drawing/2014/main" id="{47CE4178-2BA5-408E-759C-2C41DE26696B}"/>
                </a:ext>
              </a:extLst>
            </p:cNvPr>
            <p:cNvSpPr>
              <a:spLocks noChangeAspect="1"/>
            </p:cNvSpPr>
            <p:nvPr/>
          </p:nvSpPr>
          <p:spPr bwMode="gray">
            <a:xfrm>
              <a:off x="993" y="1049"/>
              <a:ext cx="184" cy="89"/>
            </a:xfrm>
            <a:custGeom>
              <a:avLst/>
              <a:gdLst>
                <a:gd name="T0" fmla="*/ 0 w 424"/>
                <a:gd name="T1" fmla="*/ 113 h 170"/>
                <a:gd name="T2" fmla="*/ 15 w 424"/>
                <a:gd name="T3" fmla="*/ 99 h 170"/>
                <a:gd name="T4" fmla="*/ 89 w 424"/>
                <a:gd name="T5" fmla="*/ 83 h 170"/>
                <a:gd name="T6" fmla="*/ 15 w 424"/>
                <a:gd name="T7" fmla="*/ 86 h 170"/>
                <a:gd name="T8" fmla="*/ 100 w 424"/>
                <a:gd name="T9" fmla="*/ 69 h 170"/>
                <a:gd name="T10" fmla="*/ 31 w 424"/>
                <a:gd name="T11" fmla="*/ 69 h 170"/>
                <a:gd name="T12" fmla="*/ 37 w 424"/>
                <a:gd name="T13" fmla="*/ 50 h 170"/>
                <a:gd name="T14" fmla="*/ 102 w 424"/>
                <a:gd name="T15" fmla="*/ 49 h 170"/>
                <a:gd name="T16" fmla="*/ 57 w 424"/>
                <a:gd name="T17" fmla="*/ 45 h 170"/>
                <a:gd name="T18" fmla="*/ 93 w 424"/>
                <a:gd name="T19" fmla="*/ 28 h 170"/>
                <a:gd name="T20" fmla="*/ 178 w 424"/>
                <a:gd name="T21" fmla="*/ 49 h 170"/>
                <a:gd name="T22" fmla="*/ 221 w 424"/>
                <a:gd name="T23" fmla="*/ 92 h 170"/>
                <a:gd name="T24" fmla="*/ 302 w 424"/>
                <a:gd name="T25" fmla="*/ 94 h 170"/>
                <a:gd name="T26" fmla="*/ 270 w 424"/>
                <a:gd name="T27" fmla="*/ 69 h 170"/>
                <a:gd name="T28" fmla="*/ 288 w 424"/>
                <a:gd name="T29" fmla="*/ 52 h 170"/>
                <a:gd name="T30" fmla="*/ 253 w 424"/>
                <a:gd name="T31" fmla="*/ 32 h 170"/>
                <a:gd name="T32" fmla="*/ 309 w 424"/>
                <a:gd name="T33" fmla="*/ 0 h 170"/>
                <a:gd name="T34" fmla="*/ 333 w 424"/>
                <a:gd name="T35" fmla="*/ 38 h 170"/>
                <a:gd name="T36" fmla="*/ 316 w 424"/>
                <a:gd name="T37" fmla="*/ 55 h 170"/>
                <a:gd name="T38" fmla="*/ 347 w 424"/>
                <a:gd name="T39" fmla="*/ 60 h 170"/>
                <a:gd name="T40" fmla="*/ 336 w 424"/>
                <a:gd name="T41" fmla="*/ 80 h 170"/>
                <a:gd name="T42" fmla="*/ 376 w 424"/>
                <a:gd name="T43" fmla="*/ 85 h 170"/>
                <a:gd name="T44" fmla="*/ 397 w 424"/>
                <a:gd name="T45" fmla="*/ 59 h 170"/>
                <a:gd name="T46" fmla="*/ 424 w 424"/>
                <a:gd name="T47" fmla="*/ 90 h 170"/>
                <a:gd name="T48" fmla="*/ 403 w 424"/>
                <a:gd name="T49" fmla="*/ 127 h 170"/>
                <a:gd name="T50" fmla="*/ 311 w 424"/>
                <a:gd name="T51" fmla="*/ 125 h 170"/>
                <a:gd name="T52" fmla="*/ 172 w 424"/>
                <a:gd name="T53" fmla="*/ 170 h 170"/>
                <a:gd name="T54" fmla="*/ 115 w 424"/>
                <a:gd name="T55" fmla="*/ 147 h 170"/>
                <a:gd name="T56" fmla="*/ 233 w 424"/>
                <a:gd name="T57" fmla="*/ 109 h 170"/>
                <a:gd name="T58" fmla="*/ 132 w 424"/>
                <a:gd name="T59" fmla="*/ 132 h 170"/>
                <a:gd name="T60" fmla="*/ 149 w 424"/>
                <a:gd name="T61" fmla="*/ 101 h 170"/>
                <a:gd name="T62" fmla="*/ 97 w 424"/>
                <a:gd name="T63" fmla="*/ 134 h 170"/>
                <a:gd name="T64" fmla="*/ 37 w 424"/>
                <a:gd name="T65" fmla="*/ 125 h 170"/>
                <a:gd name="T66" fmla="*/ 0 w 424"/>
                <a:gd name="T67" fmla="*/ 1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4" h="170">
                  <a:moveTo>
                    <a:pt x="0" y="113"/>
                  </a:moveTo>
                  <a:lnTo>
                    <a:pt x="15" y="99"/>
                  </a:lnTo>
                  <a:lnTo>
                    <a:pt x="89" y="83"/>
                  </a:lnTo>
                  <a:lnTo>
                    <a:pt x="15" y="86"/>
                  </a:lnTo>
                  <a:lnTo>
                    <a:pt x="100" y="69"/>
                  </a:lnTo>
                  <a:lnTo>
                    <a:pt x="31" y="69"/>
                  </a:lnTo>
                  <a:lnTo>
                    <a:pt x="37" y="50"/>
                  </a:lnTo>
                  <a:lnTo>
                    <a:pt x="102" y="49"/>
                  </a:lnTo>
                  <a:lnTo>
                    <a:pt x="57" y="45"/>
                  </a:lnTo>
                  <a:lnTo>
                    <a:pt x="93" y="28"/>
                  </a:lnTo>
                  <a:lnTo>
                    <a:pt x="178" y="49"/>
                  </a:lnTo>
                  <a:lnTo>
                    <a:pt x="221" y="92"/>
                  </a:lnTo>
                  <a:lnTo>
                    <a:pt x="302" y="94"/>
                  </a:lnTo>
                  <a:lnTo>
                    <a:pt x="270" y="69"/>
                  </a:lnTo>
                  <a:lnTo>
                    <a:pt x="288" y="52"/>
                  </a:lnTo>
                  <a:lnTo>
                    <a:pt x="253" y="32"/>
                  </a:lnTo>
                  <a:lnTo>
                    <a:pt x="309" y="0"/>
                  </a:lnTo>
                  <a:lnTo>
                    <a:pt x="333" y="38"/>
                  </a:lnTo>
                  <a:lnTo>
                    <a:pt x="316" y="55"/>
                  </a:lnTo>
                  <a:lnTo>
                    <a:pt x="347" y="60"/>
                  </a:lnTo>
                  <a:lnTo>
                    <a:pt x="336" y="80"/>
                  </a:lnTo>
                  <a:lnTo>
                    <a:pt x="376" y="85"/>
                  </a:lnTo>
                  <a:lnTo>
                    <a:pt x="397" y="59"/>
                  </a:lnTo>
                  <a:lnTo>
                    <a:pt x="424" y="90"/>
                  </a:lnTo>
                  <a:lnTo>
                    <a:pt x="403" y="127"/>
                  </a:lnTo>
                  <a:lnTo>
                    <a:pt x="311" y="125"/>
                  </a:lnTo>
                  <a:lnTo>
                    <a:pt x="172" y="170"/>
                  </a:lnTo>
                  <a:lnTo>
                    <a:pt x="115" y="147"/>
                  </a:lnTo>
                  <a:lnTo>
                    <a:pt x="233" y="109"/>
                  </a:lnTo>
                  <a:lnTo>
                    <a:pt x="132" y="132"/>
                  </a:lnTo>
                  <a:lnTo>
                    <a:pt x="149" y="101"/>
                  </a:lnTo>
                  <a:lnTo>
                    <a:pt x="97" y="134"/>
                  </a:lnTo>
                  <a:lnTo>
                    <a:pt x="37" y="125"/>
                  </a:lnTo>
                  <a:lnTo>
                    <a:pt x="0" y="11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0" name="Freeform 32">
              <a:extLst>
                <a:ext uri="{FF2B5EF4-FFF2-40B4-BE49-F238E27FC236}">
                  <a16:creationId xmlns:a16="http://schemas.microsoft.com/office/drawing/2014/main" id="{D2F01F7B-1F8C-9E7B-602B-01994852492F}"/>
                </a:ext>
              </a:extLst>
            </p:cNvPr>
            <p:cNvSpPr>
              <a:spLocks noChangeAspect="1"/>
            </p:cNvSpPr>
            <p:nvPr/>
          </p:nvSpPr>
          <p:spPr bwMode="gray">
            <a:xfrm>
              <a:off x="1177" y="956"/>
              <a:ext cx="95" cy="59"/>
            </a:xfrm>
            <a:custGeom>
              <a:avLst/>
              <a:gdLst>
                <a:gd name="T0" fmla="*/ 0 w 220"/>
                <a:gd name="T1" fmla="*/ 0 h 106"/>
                <a:gd name="T2" fmla="*/ 18 w 220"/>
                <a:gd name="T3" fmla="*/ 38 h 106"/>
                <a:gd name="T4" fmla="*/ 72 w 220"/>
                <a:gd name="T5" fmla="*/ 38 h 106"/>
                <a:gd name="T6" fmla="*/ 55 w 220"/>
                <a:gd name="T7" fmla="*/ 46 h 106"/>
                <a:gd name="T8" fmla="*/ 67 w 220"/>
                <a:gd name="T9" fmla="*/ 59 h 106"/>
                <a:gd name="T10" fmla="*/ 21 w 220"/>
                <a:gd name="T11" fmla="*/ 65 h 106"/>
                <a:gd name="T12" fmla="*/ 98 w 220"/>
                <a:gd name="T13" fmla="*/ 79 h 106"/>
                <a:gd name="T14" fmla="*/ 220 w 220"/>
                <a:gd name="T15" fmla="*/ 106 h 106"/>
                <a:gd name="T16" fmla="*/ 202 w 220"/>
                <a:gd name="T17" fmla="*/ 45 h 106"/>
                <a:gd name="T18" fmla="*/ 113 w 220"/>
                <a:gd name="T19" fmla="*/ 8 h 106"/>
                <a:gd name="T20" fmla="*/ 84 w 220"/>
                <a:gd name="T21" fmla="*/ 24 h 106"/>
                <a:gd name="T22" fmla="*/ 76 w 220"/>
                <a:gd name="T23" fmla="*/ 0 h 106"/>
                <a:gd name="T24" fmla="*/ 0 w 220"/>
                <a:gd name="T2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0" h="106">
                  <a:moveTo>
                    <a:pt x="0" y="0"/>
                  </a:moveTo>
                  <a:lnTo>
                    <a:pt x="18" y="38"/>
                  </a:lnTo>
                  <a:lnTo>
                    <a:pt x="72" y="38"/>
                  </a:lnTo>
                  <a:lnTo>
                    <a:pt x="55" y="46"/>
                  </a:lnTo>
                  <a:lnTo>
                    <a:pt x="67" y="59"/>
                  </a:lnTo>
                  <a:lnTo>
                    <a:pt x="21" y="65"/>
                  </a:lnTo>
                  <a:lnTo>
                    <a:pt x="98" y="79"/>
                  </a:lnTo>
                  <a:lnTo>
                    <a:pt x="220" y="106"/>
                  </a:lnTo>
                  <a:lnTo>
                    <a:pt x="202" y="45"/>
                  </a:lnTo>
                  <a:lnTo>
                    <a:pt x="113" y="8"/>
                  </a:lnTo>
                  <a:lnTo>
                    <a:pt x="84" y="24"/>
                  </a:lnTo>
                  <a:lnTo>
                    <a:pt x="76" y="0"/>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1" name="Freeform 33">
              <a:extLst>
                <a:ext uri="{FF2B5EF4-FFF2-40B4-BE49-F238E27FC236}">
                  <a16:creationId xmlns:a16="http://schemas.microsoft.com/office/drawing/2014/main" id="{4A350757-FFBE-D935-13F3-75A2B484D068}"/>
                </a:ext>
              </a:extLst>
            </p:cNvPr>
            <p:cNvSpPr>
              <a:spLocks noChangeAspect="1"/>
            </p:cNvSpPr>
            <p:nvPr/>
          </p:nvSpPr>
          <p:spPr bwMode="gray">
            <a:xfrm>
              <a:off x="1222" y="1064"/>
              <a:ext cx="75" cy="53"/>
            </a:xfrm>
            <a:custGeom>
              <a:avLst/>
              <a:gdLst>
                <a:gd name="T0" fmla="*/ 0 w 177"/>
                <a:gd name="T1" fmla="*/ 69 h 107"/>
                <a:gd name="T2" fmla="*/ 20 w 177"/>
                <a:gd name="T3" fmla="*/ 44 h 107"/>
                <a:gd name="T4" fmla="*/ 54 w 177"/>
                <a:gd name="T5" fmla="*/ 49 h 107"/>
                <a:gd name="T6" fmla="*/ 11 w 177"/>
                <a:gd name="T7" fmla="*/ 23 h 107"/>
                <a:gd name="T8" fmla="*/ 21 w 177"/>
                <a:gd name="T9" fmla="*/ 7 h 107"/>
                <a:gd name="T10" fmla="*/ 92 w 177"/>
                <a:gd name="T11" fmla="*/ 41 h 107"/>
                <a:gd name="T12" fmla="*/ 52 w 177"/>
                <a:gd name="T13" fmla="*/ 5 h 107"/>
                <a:gd name="T14" fmla="*/ 158 w 177"/>
                <a:gd name="T15" fmla="*/ 0 h 107"/>
                <a:gd name="T16" fmla="*/ 177 w 177"/>
                <a:gd name="T17" fmla="*/ 79 h 107"/>
                <a:gd name="T18" fmla="*/ 156 w 177"/>
                <a:gd name="T19" fmla="*/ 66 h 107"/>
                <a:gd name="T20" fmla="*/ 153 w 177"/>
                <a:gd name="T21" fmla="*/ 107 h 107"/>
                <a:gd name="T22" fmla="*/ 68 w 177"/>
                <a:gd name="T23" fmla="*/ 102 h 107"/>
                <a:gd name="T24" fmla="*/ 85 w 177"/>
                <a:gd name="T25" fmla="*/ 91 h 107"/>
                <a:gd name="T26" fmla="*/ 63 w 177"/>
                <a:gd name="T27" fmla="*/ 76 h 107"/>
                <a:gd name="T28" fmla="*/ 124 w 177"/>
                <a:gd name="T29" fmla="*/ 55 h 107"/>
                <a:gd name="T30" fmla="*/ 0 w 177"/>
                <a:gd name="T31"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07">
                  <a:moveTo>
                    <a:pt x="0" y="69"/>
                  </a:moveTo>
                  <a:lnTo>
                    <a:pt x="20" y="44"/>
                  </a:lnTo>
                  <a:lnTo>
                    <a:pt x="54" y="49"/>
                  </a:lnTo>
                  <a:lnTo>
                    <a:pt x="11" y="23"/>
                  </a:lnTo>
                  <a:lnTo>
                    <a:pt x="21" y="7"/>
                  </a:lnTo>
                  <a:lnTo>
                    <a:pt x="92" y="41"/>
                  </a:lnTo>
                  <a:lnTo>
                    <a:pt x="52" y="5"/>
                  </a:lnTo>
                  <a:lnTo>
                    <a:pt x="158" y="0"/>
                  </a:lnTo>
                  <a:lnTo>
                    <a:pt x="177" y="79"/>
                  </a:lnTo>
                  <a:lnTo>
                    <a:pt x="156" y="66"/>
                  </a:lnTo>
                  <a:lnTo>
                    <a:pt x="153" y="107"/>
                  </a:lnTo>
                  <a:lnTo>
                    <a:pt x="68" y="102"/>
                  </a:lnTo>
                  <a:lnTo>
                    <a:pt x="85" y="91"/>
                  </a:lnTo>
                  <a:lnTo>
                    <a:pt x="63" y="76"/>
                  </a:lnTo>
                  <a:lnTo>
                    <a:pt x="124" y="55"/>
                  </a:lnTo>
                  <a:lnTo>
                    <a:pt x="0" y="6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2" name="Freeform 34">
              <a:extLst>
                <a:ext uri="{FF2B5EF4-FFF2-40B4-BE49-F238E27FC236}">
                  <a16:creationId xmlns:a16="http://schemas.microsoft.com/office/drawing/2014/main" id="{00633D23-386B-09CB-C3D1-1896DE3B9326}"/>
                </a:ext>
              </a:extLst>
            </p:cNvPr>
            <p:cNvSpPr>
              <a:spLocks noChangeAspect="1"/>
            </p:cNvSpPr>
            <p:nvPr/>
          </p:nvSpPr>
          <p:spPr bwMode="gray">
            <a:xfrm>
              <a:off x="1224" y="1159"/>
              <a:ext cx="88" cy="89"/>
            </a:xfrm>
            <a:custGeom>
              <a:avLst/>
              <a:gdLst>
                <a:gd name="T0" fmla="*/ 0 w 206"/>
                <a:gd name="T1" fmla="*/ 85 h 169"/>
                <a:gd name="T2" fmla="*/ 10 w 206"/>
                <a:gd name="T3" fmla="*/ 63 h 169"/>
                <a:gd name="T4" fmla="*/ 79 w 206"/>
                <a:gd name="T5" fmla="*/ 76 h 169"/>
                <a:gd name="T6" fmla="*/ 69 w 206"/>
                <a:gd name="T7" fmla="*/ 49 h 169"/>
                <a:gd name="T8" fmla="*/ 87 w 206"/>
                <a:gd name="T9" fmla="*/ 51 h 169"/>
                <a:gd name="T10" fmla="*/ 42 w 206"/>
                <a:gd name="T11" fmla="*/ 36 h 169"/>
                <a:gd name="T12" fmla="*/ 63 w 206"/>
                <a:gd name="T13" fmla="*/ 28 h 169"/>
                <a:gd name="T14" fmla="*/ 43 w 206"/>
                <a:gd name="T15" fmla="*/ 15 h 169"/>
                <a:gd name="T16" fmla="*/ 174 w 206"/>
                <a:gd name="T17" fmla="*/ 0 h 169"/>
                <a:gd name="T18" fmla="*/ 179 w 206"/>
                <a:gd name="T19" fmla="*/ 37 h 169"/>
                <a:gd name="T20" fmla="*/ 139 w 206"/>
                <a:gd name="T21" fmla="*/ 68 h 169"/>
                <a:gd name="T22" fmla="*/ 199 w 206"/>
                <a:gd name="T23" fmla="*/ 76 h 169"/>
                <a:gd name="T24" fmla="*/ 206 w 206"/>
                <a:gd name="T25" fmla="*/ 136 h 169"/>
                <a:gd name="T26" fmla="*/ 118 w 206"/>
                <a:gd name="T27" fmla="*/ 169 h 169"/>
                <a:gd name="T28" fmla="*/ 79 w 206"/>
                <a:gd name="T29" fmla="*/ 121 h 169"/>
                <a:gd name="T30" fmla="*/ 0 w 206"/>
                <a:gd name="T31" fmla="*/ 8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169">
                  <a:moveTo>
                    <a:pt x="0" y="85"/>
                  </a:moveTo>
                  <a:lnTo>
                    <a:pt x="10" y="63"/>
                  </a:lnTo>
                  <a:lnTo>
                    <a:pt x="79" y="76"/>
                  </a:lnTo>
                  <a:lnTo>
                    <a:pt x="69" y="49"/>
                  </a:lnTo>
                  <a:lnTo>
                    <a:pt x="87" y="51"/>
                  </a:lnTo>
                  <a:lnTo>
                    <a:pt x="42" y="36"/>
                  </a:lnTo>
                  <a:lnTo>
                    <a:pt x="63" y="28"/>
                  </a:lnTo>
                  <a:lnTo>
                    <a:pt x="43" y="15"/>
                  </a:lnTo>
                  <a:lnTo>
                    <a:pt x="174" y="0"/>
                  </a:lnTo>
                  <a:lnTo>
                    <a:pt x="179" y="37"/>
                  </a:lnTo>
                  <a:lnTo>
                    <a:pt x="139" y="68"/>
                  </a:lnTo>
                  <a:lnTo>
                    <a:pt x="199" y="76"/>
                  </a:lnTo>
                  <a:lnTo>
                    <a:pt x="206" y="136"/>
                  </a:lnTo>
                  <a:lnTo>
                    <a:pt x="118" y="169"/>
                  </a:lnTo>
                  <a:lnTo>
                    <a:pt x="79" y="121"/>
                  </a:lnTo>
                  <a:lnTo>
                    <a:pt x="0" y="8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3" name="Freeform 35">
              <a:extLst>
                <a:ext uri="{FF2B5EF4-FFF2-40B4-BE49-F238E27FC236}">
                  <a16:creationId xmlns:a16="http://schemas.microsoft.com/office/drawing/2014/main" id="{13E62D4C-361A-DE42-1513-DC65A849A3F1}"/>
                </a:ext>
              </a:extLst>
            </p:cNvPr>
            <p:cNvSpPr>
              <a:spLocks noChangeAspect="1"/>
            </p:cNvSpPr>
            <p:nvPr/>
          </p:nvSpPr>
          <p:spPr bwMode="gray">
            <a:xfrm>
              <a:off x="1286" y="973"/>
              <a:ext cx="54" cy="41"/>
            </a:xfrm>
            <a:custGeom>
              <a:avLst/>
              <a:gdLst>
                <a:gd name="T0" fmla="*/ 0 w 124"/>
                <a:gd name="T1" fmla="*/ 0 h 86"/>
                <a:gd name="T2" fmla="*/ 14 w 124"/>
                <a:gd name="T3" fmla="*/ 51 h 86"/>
                <a:gd name="T4" fmla="*/ 52 w 124"/>
                <a:gd name="T5" fmla="*/ 54 h 86"/>
                <a:gd name="T6" fmla="*/ 19 w 124"/>
                <a:gd name="T7" fmla="*/ 61 h 86"/>
                <a:gd name="T8" fmla="*/ 35 w 124"/>
                <a:gd name="T9" fmla="*/ 86 h 86"/>
                <a:gd name="T10" fmla="*/ 112 w 124"/>
                <a:gd name="T11" fmla="*/ 71 h 86"/>
                <a:gd name="T12" fmla="*/ 124 w 124"/>
                <a:gd name="T13" fmla="*/ 43 h 86"/>
                <a:gd name="T14" fmla="*/ 0 w 124"/>
                <a:gd name="T15" fmla="*/ 0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86">
                  <a:moveTo>
                    <a:pt x="0" y="0"/>
                  </a:moveTo>
                  <a:lnTo>
                    <a:pt x="14" y="51"/>
                  </a:lnTo>
                  <a:lnTo>
                    <a:pt x="52" y="54"/>
                  </a:lnTo>
                  <a:lnTo>
                    <a:pt x="19" y="61"/>
                  </a:lnTo>
                  <a:lnTo>
                    <a:pt x="35" y="86"/>
                  </a:lnTo>
                  <a:lnTo>
                    <a:pt x="112" y="71"/>
                  </a:lnTo>
                  <a:lnTo>
                    <a:pt x="124" y="43"/>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4" name="Freeform 36">
              <a:extLst>
                <a:ext uri="{FF2B5EF4-FFF2-40B4-BE49-F238E27FC236}">
                  <a16:creationId xmlns:a16="http://schemas.microsoft.com/office/drawing/2014/main" id="{4E4F5269-333A-9F9C-3EE9-BCFA3B8F98D3}"/>
                </a:ext>
              </a:extLst>
            </p:cNvPr>
            <p:cNvSpPr>
              <a:spLocks noChangeAspect="1"/>
            </p:cNvSpPr>
            <p:nvPr/>
          </p:nvSpPr>
          <p:spPr bwMode="gray">
            <a:xfrm>
              <a:off x="1305" y="1041"/>
              <a:ext cx="261" cy="104"/>
            </a:xfrm>
            <a:custGeom>
              <a:avLst/>
              <a:gdLst>
                <a:gd name="T0" fmla="*/ 0 w 598"/>
                <a:gd name="T1" fmla="*/ 30 h 188"/>
                <a:gd name="T2" fmla="*/ 36 w 598"/>
                <a:gd name="T3" fmla="*/ 0 h 188"/>
                <a:gd name="T4" fmla="*/ 90 w 598"/>
                <a:gd name="T5" fmla="*/ 16 h 188"/>
                <a:gd name="T6" fmla="*/ 126 w 598"/>
                <a:gd name="T7" fmla="*/ 30 h 188"/>
                <a:gd name="T8" fmla="*/ 115 w 598"/>
                <a:gd name="T9" fmla="*/ 51 h 188"/>
                <a:gd name="T10" fmla="*/ 183 w 598"/>
                <a:gd name="T11" fmla="*/ 33 h 188"/>
                <a:gd name="T12" fmla="*/ 227 w 598"/>
                <a:gd name="T13" fmla="*/ 51 h 188"/>
                <a:gd name="T14" fmla="*/ 189 w 598"/>
                <a:gd name="T15" fmla="*/ 51 h 188"/>
                <a:gd name="T16" fmla="*/ 265 w 598"/>
                <a:gd name="T17" fmla="*/ 66 h 188"/>
                <a:gd name="T18" fmla="*/ 183 w 598"/>
                <a:gd name="T19" fmla="*/ 72 h 188"/>
                <a:gd name="T20" fmla="*/ 227 w 598"/>
                <a:gd name="T21" fmla="*/ 84 h 188"/>
                <a:gd name="T22" fmla="*/ 194 w 598"/>
                <a:gd name="T23" fmla="*/ 100 h 188"/>
                <a:gd name="T24" fmla="*/ 236 w 598"/>
                <a:gd name="T25" fmla="*/ 87 h 188"/>
                <a:gd name="T26" fmla="*/ 272 w 598"/>
                <a:gd name="T27" fmla="*/ 125 h 188"/>
                <a:gd name="T28" fmla="*/ 281 w 598"/>
                <a:gd name="T29" fmla="*/ 108 h 188"/>
                <a:gd name="T30" fmla="*/ 391 w 598"/>
                <a:gd name="T31" fmla="*/ 125 h 188"/>
                <a:gd name="T32" fmla="*/ 505 w 598"/>
                <a:gd name="T33" fmla="*/ 89 h 188"/>
                <a:gd name="T34" fmla="*/ 598 w 598"/>
                <a:gd name="T35" fmla="*/ 131 h 188"/>
                <a:gd name="T36" fmla="*/ 568 w 598"/>
                <a:gd name="T37" fmla="*/ 150 h 188"/>
                <a:gd name="T38" fmla="*/ 578 w 598"/>
                <a:gd name="T39" fmla="*/ 182 h 188"/>
                <a:gd name="T40" fmla="*/ 524 w 598"/>
                <a:gd name="T41" fmla="*/ 188 h 188"/>
                <a:gd name="T42" fmla="*/ 463 w 598"/>
                <a:gd name="T43" fmla="*/ 159 h 188"/>
                <a:gd name="T44" fmla="*/ 463 w 598"/>
                <a:gd name="T45" fmla="*/ 182 h 188"/>
                <a:gd name="T46" fmla="*/ 430 w 598"/>
                <a:gd name="T47" fmla="*/ 186 h 188"/>
                <a:gd name="T48" fmla="*/ 296 w 598"/>
                <a:gd name="T49" fmla="*/ 188 h 188"/>
                <a:gd name="T50" fmla="*/ 281 w 598"/>
                <a:gd name="T51" fmla="*/ 163 h 188"/>
                <a:gd name="T52" fmla="*/ 248 w 598"/>
                <a:gd name="T53" fmla="*/ 186 h 188"/>
                <a:gd name="T54" fmla="*/ 208 w 598"/>
                <a:gd name="T55" fmla="*/ 163 h 188"/>
                <a:gd name="T56" fmla="*/ 180 w 598"/>
                <a:gd name="T57" fmla="*/ 178 h 188"/>
                <a:gd name="T58" fmla="*/ 128 w 598"/>
                <a:gd name="T59" fmla="*/ 56 h 188"/>
                <a:gd name="T60" fmla="*/ 67 w 598"/>
                <a:gd name="T61" fmla="*/ 67 h 188"/>
                <a:gd name="T62" fmla="*/ 0 w 598"/>
                <a:gd name="T63" fmla="*/ 3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188">
                  <a:moveTo>
                    <a:pt x="0" y="30"/>
                  </a:moveTo>
                  <a:lnTo>
                    <a:pt x="36" y="0"/>
                  </a:lnTo>
                  <a:lnTo>
                    <a:pt x="90" y="16"/>
                  </a:lnTo>
                  <a:lnTo>
                    <a:pt x="126" y="30"/>
                  </a:lnTo>
                  <a:lnTo>
                    <a:pt x="115" y="51"/>
                  </a:lnTo>
                  <a:lnTo>
                    <a:pt x="183" y="33"/>
                  </a:lnTo>
                  <a:lnTo>
                    <a:pt x="227" y="51"/>
                  </a:lnTo>
                  <a:lnTo>
                    <a:pt x="189" y="51"/>
                  </a:lnTo>
                  <a:lnTo>
                    <a:pt x="265" y="66"/>
                  </a:lnTo>
                  <a:lnTo>
                    <a:pt x="183" y="72"/>
                  </a:lnTo>
                  <a:lnTo>
                    <a:pt x="227" y="84"/>
                  </a:lnTo>
                  <a:lnTo>
                    <a:pt x="194" y="100"/>
                  </a:lnTo>
                  <a:lnTo>
                    <a:pt x="236" y="87"/>
                  </a:lnTo>
                  <a:lnTo>
                    <a:pt x="272" y="125"/>
                  </a:lnTo>
                  <a:lnTo>
                    <a:pt x="281" y="108"/>
                  </a:lnTo>
                  <a:lnTo>
                    <a:pt x="391" y="125"/>
                  </a:lnTo>
                  <a:lnTo>
                    <a:pt x="505" y="89"/>
                  </a:lnTo>
                  <a:lnTo>
                    <a:pt x="598" y="131"/>
                  </a:lnTo>
                  <a:lnTo>
                    <a:pt x="568" y="150"/>
                  </a:lnTo>
                  <a:lnTo>
                    <a:pt x="578" y="182"/>
                  </a:lnTo>
                  <a:lnTo>
                    <a:pt x="524" y="188"/>
                  </a:lnTo>
                  <a:lnTo>
                    <a:pt x="463" y="159"/>
                  </a:lnTo>
                  <a:lnTo>
                    <a:pt x="463" y="182"/>
                  </a:lnTo>
                  <a:lnTo>
                    <a:pt x="430" y="186"/>
                  </a:lnTo>
                  <a:lnTo>
                    <a:pt x="296" y="188"/>
                  </a:lnTo>
                  <a:lnTo>
                    <a:pt x="281" y="163"/>
                  </a:lnTo>
                  <a:lnTo>
                    <a:pt x="248" y="186"/>
                  </a:lnTo>
                  <a:lnTo>
                    <a:pt x="208" y="163"/>
                  </a:lnTo>
                  <a:lnTo>
                    <a:pt x="180" y="178"/>
                  </a:lnTo>
                  <a:lnTo>
                    <a:pt x="128" y="56"/>
                  </a:lnTo>
                  <a:lnTo>
                    <a:pt x="67" y="67"/>
                  </a:lnTo>
                  <a:lnTo>
                    <a:pt x="0" y="3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5" name="Freeform 37">
              <a:extLst>
                <a:ext uri="{FF2B5EF4-FFF2-40B4-BE49-F238E27FC236}">
                  <a16:creationId xmlns:a16="http://schemas.microsoft.com/office/drawing/2014/main" id="{6C847D4E-C69E-9B46-D5FD-A19023E4E9C5}"/>
                </a:ext>
              </a:extLst>
            </p:cNvPr>
            <p:cNvSpPr>
              <a:spLocks noChangeAspect="1"/>
            </p:cNvSpPr>
            <p:nvPr/>
          </p:nvSpPr>
          <p:spPr bwMode="gray">
            <a:xfrm>
              <a:off x="1315" y="873"/>
              <a:ext cx="170" cy="130"/>
            </a:xfrm>
            <a:custGeom>
              <a:avLst/>
              <a:gdLst>
                <a:gd name="T0" fmla="*/ 0 w 390"/>
                <a:gd name="T1" fmla="*/ 78 h 252"/>
                <a:gd name="T2" fmla="*/ 94 w 390"/>
                <a:gd name="T3" fmla="*/ 65 h 252"/>
                <a:gd name="T4" fmla="*/ 44 w 390"/>
                <a:gd name="T5" fmla="*/ 31 h 252"/>
                <a:gd name="T6" fmla="*/ 127 w 390"/>
                <a:gd name="T7" fmla="*/ 15 h 252"/>
                <a:gd name="T8" fmla="*/ 61 w 390"/>
                <a:gd name="T9" fmla="*/ 0 h 252"/>
                <a:gd name="T10" fmla="*/ 165 w 390"/>
                <a:gd name="T11" fmla="*/ 18 h 252"/>
                <a:gd name="T12" fmla="*/ 196 w 390"/>
                <a:gd name="T13" fmla="*/ 66 h 252"/>
                <a:gd name="T14" fmla="*/ 250 w 390"/>
                <a:gd name="T15" fmla="*/ 67 h 252"/>
                <a:gd name="T16" fmla="*/ 270 w 390"/>
                <a:gd name="T17" fmla="*/ 100 h 252"/>
                <a:gd name="T18" fmla="*/ 274 w 390"/>
                <a:gd name="T19" fmla="*/ 77 h 252"/>
                <a:gd name="T20" fmla="*/ 302 w 390"/>
                <a:gd name="T21" fmla="*/ 78 h 252"/>
                <a:gd name="T22" fmla="*/ 290 w 390"/>
                <a:gd name="T23" fmla="*/ 100 h 252"/>
                <a:gd name="T24" fmla="*/ 321 w 390"/>
                <a:gd name="T25" fmla="*/ 116 h 252"/>
                <a:gd name="T26" fmla="*/ 302 w 390"/>
                <a:gd name="T27" fmla="*/ 138 h 252"/>
                <a:gd name="T28" fmla="*/ 363 w 390"/>
                <a:gd name="T29" fmla="*/ 136 h 252"/>
                <a:gd name="T30" fmla="*/ 390 w 390"/>
                <a:gd name="T31" fmla="*/ 169 h 252"/>
                <a:gd name="T32" fmla="*/ 316 w 390"/>
                <a:gd name="T33" fmla="*/ 180 h 252"/>
                <a:gd name="T34" fmla="*/ 296 w 390"/>
                <a:gd name="T35" fmla="*/ 210 h 252"/>
                <a:gd name="T36" fmla="*/ 281 w 390"/>
                <a:gd name="T37" fmla="*/ 179 h 252"/>
                <a:gd name="T38" fmla="*/ 262 w 390"/>
                <a:gd name="T39" fmla="*/ 251 h 252"/>
                <a:gd name="T40" fmla="*/ 214 w 390"/>
                <a:gd name="T41" fmla="*/ 213 h 252"/>
                <a:gd name="T42" fmla="*/ 239 w 390"/>
                <a:gd name="T43" fmla="*/ 252 h 252"/>
                <a:gd name="T44" fmla="*/ 147 w 390"/>
                <a:gd name="T45" fmla="*/ 246 h 252"/>
                <a:gd name="T46" fmla="*/ 119 w 390"/>
                <a:gd name="T47" fmla="*/ 226 h 252"/>
                <a:gd name="T48" fmla="*/ 162 w 390"/>
                <a:gd name="T49" fmla="*/ 223 h 252"/>
                <a:gd name="T50" fmla="*/ 116 w 390"/>
                <a:gd name="T51" fmla="*/ 217 h 252"/>
                <a:gd name="T52" fmla="*/ 103 w 390"/>
                <a:gd name="T53" fmla="*/ 204 h 252"/>
                <a:gd name="T54" fmla="*/ 127 w 390"/>
                <a:gd name="T55" fmla="*/ 203 h 252"/>
                <a:gd name="T56" fmla="*/ 88 w 390"/>
                <a:gd name="T57" fmla="*/ 187 h 252"/>
                <a:gd name="T58" fmla="*/ 212 w 390"/>
                <a:gd name="T59" fmla="*/ 164 h 252"/>
                <a:gd name="T60" fmla="*/ 61 w 390"/>
                <a:gd name="T61" fmla="*/ 169 h 252"/>
                <a:gd name="T62" fmla="*/ 34 w 390"/>
                <a:gd name="T63" fmla="*/ 144 h 252"/>
                <a:gd name="T64" fmla="*/ 88 w 390"/>
                <a:gd name="T65" fmla="*/ 133 h 252"/>
                <a:gd name="T66" fmla="*/ 6 w 390"/>
                <a:gd name="T67" fmla="*/ 116 h 252"/>
                <a:gd name="T68" fmla="*/ 25 w 390"/>
                <a:gd name="T69" fmla="*/ 115 h 252"/>
                <a:gd name="T70" fmla="*/ 1 w 390"/>
                <a:gd name="T71" fmla="*/ 98 h 252"/>
                <a:gd name="T72" fmla="*/ 94 w 390"/>
                <a:gd name="T73" fmla="*/ 98 h 252"/>
                <a:gd name="T74" fmla="*/ 0 w 390"/>
                <a:gd name="T75" fmla="*/ 78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0" h="252">
                  <a:moveTo>
                    <a:pt x="0" y="78"/>
                  </a:moveTo>
                  <a:lnTo>
                    <a:pt x="94" y="65"/>
                  </a:lnTo>
                  <a:lnTo>
                    <a:pt x="44" y="31"/>
                  </a:lnTo>
                  <a:lnTo>
                    <a:pt x="127" y="15"/>
                  </a:lnTo>
                  <a:lnTo>
                    <a:pt x="61" y="0"/>
                  </a:lnTo>
                  <a:lnTo>
                    <a:pt x="165" y="18"/>
                  </a:lnTo>
                  <a:lnTo>
                    <a:pt x="196" y="66"/>
                  </a:lnTo>
                  <a:lnTo>
                    <a:pt x="250" y="67"/>
                  </a:lnTo>
                  <a:lnTo>
                    <a:pt x="270" y="100"/>
                  </a:lnTo>
                  <a:lnTo>
                    <a:pt x="274" y="77"/>
                  </a:lnTo>
                  <a:lnTo>
                    <a:pt x="302" y="78"/>
                  </a:lnTo>
                  <a:lnTo>
                    <a:pt x="290" y="100"/>
                  </a:lnTo>
                  <a:lnTo>
                    <a:pt x="321" y="116"/>
                  </a:lnTo>
                  <a:lnTo>
                    <a:pt x="302" y="138"/>
                  </a:lnTo>
                  <a:lnTo>
                    <a:pt x="363" y="136"/>
                  </a:lnTo>
                  <a:lnTo>
                    <a:pt x="390" y="169"/>
                  </a:lnTo>
                  <a:lnTo>
                    <a:pt x="316" y="180"/>
                  </a:lnTo>
                  <a:lnTo>
                    <a:pt x="296" y="210"/>
                  </a:lnTo>
                  <a:lnTo>
                    <a:pt x="281" y="179"/>
                  </a:lnTo>
                  <a:lnTo>
                    <a:pt x="262" y="251"/>
                  </a:lnTo>
                  <a:lnTo>
                    <a:pt x="214" y="213"/>
                  </a:lnTo>
                  <a:lnTo>
                    <a:pt x="239" y="252"/>
                  </a:lnTo>
                  <a:lnTo>
                    <a:pt x="147" y="246"/>
                  </a:lnTo>
                  <a:lnTo>
                    <a:pt x="119" y="226"/>
                  </a:lnTo>
                  <a:lnTo>
                    <a:pt x="162" y="223"/>
                  </a:lnTo>
                  <a:lnTo>
                    <a:pt x="116" y="217"/>
                  </a:lnTo>
                  <a:lnTo>
                    <a:pt x="103" y="204"/>
                  </a:lnTo>
                  <a:lnTo>
                    <a:pt x="127" y="203"/>
                  </a:lnTo>
                  <a:lnTo>
                    <a:pt x="88" y="187"/>
                  </a:lnTo>
                  <a:lnTo>
                    <a:pt x="212" y="164"/>
                  </a:lnTo>
                  <a:lnTo>
                    <a:pt x="61" y="169"/>
                  </a:lnTo>
                  <a:lnTo>
                    <a:pt x="34" y="144"/>
                  </a:lnTo>
                  <a:lnTo>
                    <a:pt x="88" y="133"/>
                  </a:lnTo>
                  <a:lnTo>
                    <a:pt x="6" y="116"/>
                  </a:lnTo>
                  <a:lnTo>
                    <a:pt x="25" y="115"/>
                  </a:lnTo>
                  <a:lnTo>
                    <a:pt x="1" y="98"/>
                  </a:lnTo>
                  <a:lnTo>
                    <a:pt x="94" y="98"/>
                  </a:lnTo>
                  <a:lnTo>
                    <a:pt x="0" y="7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6" name="Freeform 38">
              <a:extLst>
                <a:ext uri="{FF2B5EF4-FFF2-40B4-BE49-F238E27FC236}">
                  <a16:creationId xmlns:a16="http://schemas.microsoft.com/office/drawing/2014/main" id="{F04FC9D5-87F9-D080-9430-C3148A24655B}"/>
                </a:ext>
              </a:extLst>
            </p:cNvPr>
            <p:cNvSpPr>
              <a:spLocks noChangeAspect="1"/>
            </p:cNvSpPr>
            <p:nvPr/>
          </p:nvSpPr>
          <p:spPr bwMode="gray">
            <a:xfrm>
              <a:off x="1315" y="1098"/>
              <a:ext cx="40" cy="34"/>
            </a:xfrm>
            <a:custGeom>
              <a:avLst/>
              <a:gdLst>
                <a:gd name="T0" fmla="*/ 0 w 94"/>
                <a:gd name="T1" fmla="*/ 44 h 65"/>
                <a:gd name="T2" fmla="*/ 16 w 94"/>
                <a:gd name="T3" fmla="*/ 0 h 65"/>
                <a:gd name="T4" fmla="*/ 77 w 94"/>
                <a:gd name="T5" fmla="*/ 13 h 65"/>
                <a:gd name="T6" fmla="*/ 94 w 94"/>
                <a:gd name="T7" fmla="*/ 65 h 65"/>
                <a:gd name="T8" fmla="*/ 0 w 94"/>
                <a:gd name="T9" fmla="*/ 44 h 65"/>
              </a:gdLst>
              <a:ahLst/>
              <a:cxnLst>
                <a:cxn ang="0">
                  <a:pos x="T0" y="T1"/>
                </a:cxn>
                <a:cxn ang="0">
                  <a:pos x="T2" y="T3"/>
                </a:cxn>
                <a:cxn ang="0">
                  <a:pos x="T4" y="T5"/>
                </a:cxn>
                <a:cxn ang="0">
                  <a:pos x="T6" y="T7"/>
                </a:cxn>
                <a:cxn ang="0">
                  <a:pos x="T8" y="T9"/>
                </a:cxn>
              </a:cxnLst>
              <a:rect l="0" t="0" r="r" b="b"/>
              <a:pathLst>
                <a:path w="94" h="65">
                  <a:moveTo>
                    <a:pt x="0" y="44"/>
                  </a:moveTo>
                  <a:lnTo>
                    <a:pt x="16" y="0"/>
                  </a:lnTo>
                  <a:lnTo>
                    <a:pt x="77" y="13"/>
                  </a:lnTo>
                  <a:lnTo>
                    <a:pt x="94" y="65"/>
                  </a:lnTo>
                  <a:lnTo>
                    <a:pt x="0" y="4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7" name="Freeform 39">
              <a:extLst>
                <a:ext uri="{FF2B5EF4-FFF2-40B4-BE49-F238E27FC236}">
                  <a16:creationId xmlns:a16="http://schemas.microsoft.com/office/drawing/2014/main" id="{7B36D834-753D-7F1A-78B2-D45B5BE9B6CE}"/>
                </a:ext>
              </a:extLst>
            </p:cNvPr>
            <p:cNvSpPr>
              <a:spLocks noChangeAspect="1"/>
            </p:cNvSpPr>
            <p:nvPr/>
          </p:nvSpPr>
          <p:spPr bwMode="gray">
            <a:xfrm>
              <a:off x="1317" y="1017"/>
              <a:ext cx="45" cy="12"/>
            </a:xfrm>
            <a:custGeom>
              <a:avLst/>
              <a:gdLst>
                <a:gd name="T0" fmla="*/ 0 w 107"/>
                <a:gd name="T1" fmla="*/ 8 h 22"/>
                <a:gd name="T2" fmla="*/ 25 w 107"/>
                <a:gd name="T3" fmla="*/ 22 h 22"/>
                <a:gd name="T4" fmla="*/ 107 w 107"/>
                <a:gd name="T5" fmla="*/ 8 h 22"/>
                <a:gd name="T6" fmla="*/ 29 w 107"/>
                <a:gd name="T7" fmla="*/ 0 h 22"/>
                <a:gd name="T8" fmla="*/ 0 w 107"/>
                <a:gd name="T9" fmla="*/ 8 h 22"/>
              </a:gdLst>
              <a:ahLst/>
              <a:cxnLst>
                <a:cxn ang="0">
                  <a:pos x="T0" y="T1"/>
                </a:cxn>
                <a:cxn ang="0">
                  <a:pos x="T2" y="T3"/>
                </a:cxn>
                <a:cxn ang="0">
                  <a:pos x="T4" y="T5"/>
                </a:cxn>
                <a:cxn ang="0">
                  <a:pos x="T6" y="T7"/>
                </a:cxn>
                <a:cxn ang="0">
                  <a:pos x="T8" y="T9"/>
                </a:cxn>
              </a:cxnLst>
              <a:rect l="0" t="0" r="r" b="b"/>
              <a:pathLst>
                <a:path w="107" h="22">
                  <a:moveTo>
                    <a:pt x="0" y="8"/>
                  </a:moveTo>
                  <a:lnTo>
                    <a:pt x="25" y="22"/>
                  </a:lnTo>
                  <a:lnTo>
                    <a:pt x="107" y="8"/>
                  </a:lnTo>
                  <a:lnTo>
                    <a:pt x="29" y="0"/>
                  </a:lnTo>
                  <a:lnTo>
                    <a:pt x="0" y="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8" name="Freeform 40">
              <a:extLst>
                <a:ext uri="{FF2B5EF4-FFF2-40B4-BE49-F238E27FC236}">
                  <a16:creationId xmlns:a16="http://schemas.microsoft.com/office/drawing/2014/main" id="{016A6DC9-B1EA-C476-AEEF-E260A4054D97}"/>
                </a:ext>
              </a:extLst>
            </p:cNvPr>
            <p:cNvSpPr>
              <a:spLocks noChangeAspect="1"/>
            </p:cNvSpPr>
            <p:nvPr/>
          </p:nvSpPr>
          <p:spPr bwMode="gray">
            <a:xfrm>
              <a:off x="1324" y="1153"/>
              <a:ext cx="80" cy="68"/>
            </a:xfrm>
            <a:custGeom>
              <a:avLst/>
              <a:gdLst>
                <a:gd name="T0" fmla="*/ 0 w 186"/>
                <a:gd name="T1" fmla="*/ 21 h 133"/>
                <a:gd name="T2" fmla="*/ 5 w 186"/>
                <a:gd name="T3" fmla="*/ 84 h 133"/>
                <a:gd name="T4" fmla="*/ 24 w 186"/>
                <a:gd name="T5" fmla="*/ 95 h 133"/>
                <a:gd name="T6" fmla="*/ 17 w 186"/>
                <a:gd name="T7" fmla="*/ 131 h 133"/>
                <a:gd name="T8" fmla="*/ 46 w 186"/>
                <a:gd name="T9" fmla="*/ 133 h 133"/>
                <a:gd name="T10" fmla="*/ 76 w 186"/>
                <a:gd name="T11" fmla="*/ 104 h 133"/>
                <a:gd name="T12" fmla="*/ 46 w 186"/>
                <a:gd name="T13" fmla="*/ 84 h 133"/>
                <a:gd name="T14" fmla="*/ 122 w 186"/>
                <a:gd name="T15" fmla="*/ 84 h 133"/>
                <a:gd name="T16" fmla="*/ 186 w 186"/>
                <a:gd name="T17" fmla="*/ 8 h 133"/>
                <a:gd name="T18" fmla="*/ 14 w 186"/>
                <a:gd name="T19" fmla="*/ 0 h 133"/>
                <a:gd name="T20" fmla="*/ 38 w 186"/>
                <a:gd name="T21" fmla="*/ 24 h 133"/>
                <a:gd name="T22" fmla="*/ 0 w 186"/>
                <a:gd name="T23" fmla="*/ 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 h="133">
                  <a:moveTo>
                    <a:pt x="0" y="21"/>
                  </a:moveTo>
                  <a:lnTo>
                    <a:pt x="5" y="84"/>
                  </a:lnTo>
                  <a:lnTo>
                    <a:pt x="24" y="95"/>
                  </a:lnTo>
                  <a:lnTo>
                    <a:pt x="17" y="131"/>
                  </a:lnTo>
                  <a:lnTo>
                    <a:pt x="46" y="133"/>
                  </a:lnTo>
                  <a:lnTo>
                    <a:pt x="76" y="104"/>
                  </a:lnTo>
                  <a:lnTo>
                    <a:pt x="46" y="84"/>
                  </a:lnTo>
                  <a:lnTo>
                    <a:pt x="122" y="84"/>
                  </a:lnTo>
                  <a:lnTo>
                    <a:pt x="186" y="8"/>
                  </a:lnTo>
                  <a:lnTo>
                    <a:pt x="14" y="0"/>
                  </a:lnTo>
                  <a:lnTo>
                    <a:pt x="38" y="24"/>
                  </a:lnTo>
                  <a:lnTo>
                    <a:pt x="0" y="2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69" name="Freeform 41">
              <a:extLst>
                <a:ext uri="{FF2B5EF4-FFF2-40B4-BE49-F238E27FC236}">
                  <a16:creationId xmlns:a16="http://schemas.microsoft.com/office/drawing/2014/main" id="{5A296FC0-7641-0A3A-932F-9EAFB2076F33}"/>
                </a:ext>
              </a:extLst>
            </p:cNvPr>
            <p:cNvSpPr>
              <a:spLocks noChangeAspect="1"/>
            </p:cNvSpPr>
            <p:nvPr/>
          </p:nvSpPr>
          <p:spPr bwMode="gray">
            <a:xfrm>
              <a:off x="1379" y="795"/>
              <a:ext cx="465" cy="285"/>
            </a:xfrm>
            <a:custGeom>
              <a:avLst/>
              <a:gdLst>
                <a:gd name="T0" fmla="*/ 60 w 1066"/>
                <a:gd name="T1" fmla="*/ 148 h 543"/>
                <a:gd name="T2" fmla="*/ 114 w 1066"/>
                <a:gd name="T3" fmla="*/ 157 h 543"/>
                <a:gd name="T4" fmla="*/ 260 w 1066"/>
                <a:gd name="T5" fmla="*/ 153 h 543"/>
                <a:gd name="T6" fmla="*/ 232 w 1066"/>
                <a:gd name="T7" fmla="*/ 173 h 543"/>
                <a:gd name="T8" fmla="*/ 198 w 1066"/>
                <a:gd name="T9" fmla="*/ 212 h 543"/>
                <a:gd name="T10" fmla="*/ 292 w 1066"/>
                <a:gd name="T11" fmla="*/ 213 h 543"/>
                <a:gd name="T12" fmla="*/ 412 w 1066"/>
                <a:gd name="T13" fmla="*/ 161 h 543"/>
                <a:gd name="T14" fmla="*/ 572 w 1066"/>
                <a:gd name="T15" fmla="*/ 179 h 543"/>
                <a:gd name="T16" fmla="*/ 415 w 1066"/>
                <a:gd name="T17" fmla="*/ 281 h 543"/>
                <a:gd name="T18" fmla="*/ 191 w 1066"/>
                <a:gd name="T19" fmla="*/ 229 h 543"/>
                <a:gd name="T20" fmla="*/ 190 w 1066"/>
                <a:gd name="T21" fmla="*/ 272 h 543"/>
                <a:gd name="T22" fmla="*/ 362 w 1066"/>
                <a:gd name="T23" fmla="*/ 336 h 543"/>
                <a:gd name="T24" fmla="*/ 236 w 1066"/>
                <a:gd name="T25" fmla="*/ 339 h 543"/>
                <a:gd name="T26" fmla="*/ 212 w 1066"/>
                <a:gd name="T27" fmla="*/ 384 h 543"/>
                <a:gd name="T28" fmla="*/ 256 w 1066"/>
                <a:gd name="T29" fmla="*/ 365 h 543"/>
                <a:gd name="T30" fmla="*/ 216 w 1066"/>
                <a:gd name="T31" fmla="*/ 412 h 543"/>
                <a:gd name="T32" fmla="*/ 249 w 1066"/>
                <a:gd name="T33" fmla="*/ 444 h 543"/>
                <a:gd name="T34" fmla="*/ 260 w 1066"/>
                <a:gd name="T35" fmla="*/ 461 h 543"/>
                <a:gd name="T36" fmla="*/ 181 w 1066"/>
                <a:gd name="T37" fmla="*/ 470 h 543"/>
                <a:gd name="T38" fmla="*/ 116 w 1066"/>
                <a:gd name="T39" fmla="*/ 497 h 543"/>
                <a:gd name="T40" fmla="*/ 226 w 1066"/>
                <a:gd name="T41" fmla="*/ 538 h 543"/>
                <a:gd name="T42" fmla="*/ 297 w 1066"/>
                <a:gd name="T43" fmla="*/ 522 h 543"/>
                <a:gd name="T44" fmla="*/ 336 w 1066"/>
                <a:gd name="T45" fmla="*/ 521 h 543"/>
                <a:gd name="T46" fmla="*/ 379 w 1066"/>
                <a:gd name="T47" fmla="*/ 543 h 543"/>
                <a:gd name="T48" fmla="*/ 445 w 1066"/>
                <a:gd name="T49" fmla="*/ 497 h 543"/>
                <a:gd name="T50" fmla="*/ 478 w 1066"/>
                <a:gd name="T51" fmla="*/ 460 h 543"/>
                <a:gd name="T52" fmla="*/ 555 w 1066"/>
                <a:gd name="T53" fmla="*/ 412 h 543"/>
                <a:gd name="T54" fmla="*/ 588 w 1066"/>
                <a:gd name="T55" fmla="*/ 391 h 543"/>
                <a:gd name="T56" fmla="*/ 594 w 1066"/>
                <a:gd name="T57" fmla="*/ 347 h 543"/>
                <a:gd name="T58" fmla="*/ 490 w 1066"/>
                <a:gd name="T59" fmla="*/ 323 h 543"/>
                <a:gd name="T60" fmla="*/ 489 w 1066"/>
                <a:gd name="T61" fmla="*/ 312 h 543"/>
                <a:gd name="T62" fmla="*/ 702 w 1066"/>
                <a:gd name="T63" fmla="*/ 281 h 543"/>
                <a:gd name="T64" fmla="*/ 751 w 1066"/>
                <a:gd name="T65" fmla="*/ 246 h 543"/>
                <a:gd name="T66" fmla="*/ 954 w 1066"/>
                <a:gd name="T67" fmla="*/ 139 h 543"/>
                <a:gd name="T68" fmla="*/ 799 w 1066"/>
                <a:gd name="T69" fmla="*/ 137 h 543"/>
                <a:gd name="T70" fmla="*/ 1066 w 1066"/>
                <a:gd name="T71" fmla="*/ 82 h 543"/>
                <a:gd name="T72" fmla="*/ 982 w 1066"/>
                <a:gd name="T73" fmla="*/ 22 h 543"/>
                <a:gd name="T74" fmla="*/ 635 w 1066"/>
                <a:gd name="T75" fmla="*/ 0 h 543"/>
                <a:gd name="T76" fmla="*/ 588 w 1066"/>
                <a:gd name="T77" fmla="*/ 10 h 543"/>
                <a:gd name="T78" fmla="*/ 530 w 1066"/>
                <a:gd name="T79" fmla="*/ 60 h 543"/>
                <a:gd name="T80" fmla="*/ 411 w 1066"/>
                <a:gd name="T81" fmla="*/ 34 h 543"/>
                <a:gd name="T82" fmla="*/ 313 w 1066"/>
                <a:gd name="T83" fmla="*/ 38 h 543"/>
                <a:gd name="T84" fmla="*/ 373 w 1066"/>
                <a:gd name="T85" fmla="*/ 95 h 543"/>
                <a:gd name="T86" fmla="*/ 230 w 1066"/>
                <a:gd name="T87" fmla="*/ 97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6" h="543">
                  <a:moveTo>
                    <a:pt x="0" y="128"/>
                  </a:moveTo>
                  <a:lnTo>
                    <a:pt x="93" y="128"/>
                  </a:lnTo>
                  <a:lnTo>
                    <a:pt x="60" y="148"/>
                  </a:lnTo>
                  <a:lnTo>
                    <a:pt x="192" y="133"/>
                  </a:lnTo>
                  <a:lnTo>
                    <a:pt x="77" y="148"/>
                  </a:lnTo>
                  <a:lnTo>
                    <a:pt x="114" y="157"/>
                  </a:lnTo>
                  <a:lnTo>
                    <a:pt x="75" y="159"/>
                  </a:lnTo>
                  <a:lnTo>
                    <a:pt x="90" y="174"/>
                  </a:lnTo>
                  <a:lnTo>
                    <a:pt x="260" y="153"/>
                  </a:lnTo>
                  <a:lnTo>
                    <a:pt x="93" y="185"/>
                  </a:lnTo>
                  <a:lnTo>
                    <a:pt x="166" y="212"/>
                  </a:lnTo>
                  <a:lnTo>
                    <a:pt x="232" y="173"/>
                  </a:lnTo>
                  <a:lnTo>
                    <a:pt x="344" y="166"/>
                  </a:lnTo>
                  <a:lnTo>
                    <a:pt x="226" y="181"/>
                  </a:lnTo>
                  <a:lnTo>
                    <a:pt x="198" y="212"/>
                  </a:lnTo>
                  <a:lnTo>
                    <a:pt x="268" y="215"/>
                  </a:lnTo>
                  <a:lnTo>
                    <a:pt x="344" y="184"/>
                  </a:lnTo>
                  <a:lnTo>
                    <a:pt x="292" y="213"/>
                  </a:lnTo>
                  <a:lnTo>
                    <a:pt x="344" y="213"/>
                  </a:lnTo>
                  <a:lnTo>
                    <a:pt x="422" y="191"/>
                  </a:lnTo>
                  <a:lnTo>
                    <a:pt x="412" y="161"/>
                  </a:lnTo>
                  <a:lnTo>
                    <a:pt x="499" y="137"/>
                  </a:lnTo>
                  <a:lnTo>
                    <a:pt x="437" y="188"/>
                  </a:lnTo>
                  <a:lnTo>
                    <a:pt x="572" y="179"/>
                  </a:lnTo>
                  <a:lnTo>
                    <a:pt x="297" y="229"/>
                  </a:lnTo>
                  <a:lnTo>
                    <a:pt x="361" y="281"/>
                  </a:lnTo>
                  <a:lnTo>
                    <a:pt x="415" y="281"/>
                  </a:lnTo>
                  <a:lnTo>
                    <a:pt x="386" y="292"/>
                  </a:lnTo>
                  <a:lnTo>
                    <a:pt x="280" y="237"/>
                  </a:lnTo>
                  <a:lnTo>
                    <a:pt x="191" y="229"/>
                  </a:lnTo>
                  <a:lnTo>
                    <a:pt x="187" y="251"/>
                  </a:lnTo>
                  <a:lnTo>
                    <a:pt x="229" y="263"/>
                  </a:lnTo>
                  <a:lnTo>
                    <a:pt x="190" y="272"/>
                  </a:lnTo>
                  <a:lnTo>
                    <a:pt x="297" y="329"/>
                  </a:lnTo>
                  <a:lnTo>
                    <a:pt x="253" y="333"/>
                  </a:lnTo>
                  <a:lnTo>
                    <a:pt x="362" y="336"/>
                  </a:lnTo>
                  <a:lnTo>
                    <a:pt x="301" y="350"/>
                  </a:lnTo>
                  <a:lnTo>
                    <a:pt x="334" y="369"/>
                  </a:lnTo>
                  <a:lnTo>
                    <a:pt x="236" y="339"/>
                  </a:lnTo>
                  <a:lnTo>
                    <a:pt x="179" y="351"/>
                  </a:lnTo>
                  <a:lnTo>
                    <a:pt x="157" y="400"/>
                  </a:lnTo>
                  <a:lnTo>
                    <a:pt x="212" y="384"/>
                  </a:lnTo>
                  <a:lnTo>
                    <a:pt x="203" y="401"/>
                  </a:lnTo>
                  <a:lnTo>
                    <a:pt x="224" y="401"/>
                  </a:lnTo>
                  <a:lnTo>
                    <a:pt x="256" y="365"/>
                  </a:lnTo>
                  <a:lnTo>
                    <a:pt x="245" y="394"/>
                  </a:lnTo>
                  <a:lnTo>
                    <a:pt x="276" y="399"/>
                  </a:lnTo>
                  <a:lnTo>
                    <a:pt x="216" y="412"/>
                  </a:lnTo>
                  <a:lnTo>
                    <a:pt x="253" y="413"/>
                  </a:lnTo>
                  <a:lnTo>
                    <a:pt x="224" y="424"/>
                  </a:lnTo>
                  <a:lnTo>
                    <a:pt x="249" y="444"/>
                  </a:lnTo>
                  <a:lnTo>
                    <a:pt x="292" y="444"/>
                  </a:lnTo>
                  <a:lnTo>
                    <a:pt x="334" y="405"/>
                  </a:lnTo>
                  <a:lnTo>
                    <a:pt x="260" y="461"/>
                  </a:lnTo>
                  <a:lnTo>
                    <a:pt x="190" y="420"/>
                  </a:lnTo>
                  <a:lnTo>
                    <a:pt x="127" y="427"/>
                  </a:lnTo>
                  <a:lnTo>
                    <a:pt x="181" y="470"/>
                  </a:lnTo>
                  <a:lnTo>
                    <a:pt x="90" y="494"/>
                  </a:lnTo>
                  <a:lnTo>
                    <a:pt x="99" y="526"/>
                  </a:lnTo>
                  <a:lnTo>
                    <a:pt x="116" y="497"/>
                  </a:lnTo>
                  <a:lnTo>
                    <a:pt x="119" y="526"/>
                  </a:lnTo>
                  <a:lnTo>
                    <a:pt x="182" y="512"/>
                  </a:lnTo>
                  <a:lnTo>
                    <a:pt x="226" y="538"/>
                  </a:lnTo>
                  <a:lnTo>
                    <a:pt x="258" y="537"/>
                  </a:lnTo>
                  <a:lnTo>
                    <a:pt x="235" y="515"/>
                  </a:lnTo>
                  <a:lnTo>
                    <a:pt x="297" y="522"/>
                  </a:lnTo>
                  <a:lnTo>
                    <a:pt x="292" y="503"/>
                  </a:lnTo>
                  <a:lnTo>
                    <a:pt x="320" y="526"/>
                  </a:lnTo>
                  <a:lnTo>
                    <a:pt x="336" y="521"/>
                  </a:lnTo>
                  <a:lnTo>
                    <a:pt x="328" y="505"/>
                  </a:lnTo>
                  <a:lnTo>
                    <a:pt x="378" y="521"/>
                  </a:lnTo>
                  <a:lnTo>
                    <a:pt x="379" y="543"/>
                  </a:lnTo>
                  <a:lnTo>
                    <a:pt x="470" y="521"/>
                  </a:lnTo>
                  <a:lnTo>
                    <a:pt x="487" y="489"/>
                  </a:lnTo>
                  <a:lnTo>
                    <a:pt x="445" y="497"/>
                  </a:lnTo>
                  <a:lnTo>
                    <a:pt x="445" y="468"/>
                  </a:lnTo>
                  <a:lnTo>
                    <a:pt x="344" y="467"/>
                  </a:lnTo>
                  <a:lnTo>
                    <a:pt x="478" y="460"/>
                  </a:lnTo>
                  <a:lnTo>
                    <a:pt x="498" y="438"/>
                  </a:lnTo>
                  <a:lnTo>
                    <a:pt x="478" y="411"/>
                  </a:lnTo>
                  <a:lnTo>
                    <a:pt x="555" y="412"/>
                  </a:lnTo>
                  <a:lnTo>
                    <a:pt x="571" y="401"/>
                  </a:lnTo>
                  <a:lnTo>
                    <a:pt x="519" y="394"/>
                  </a:lnTo>
                  <a:lnTo>
                    <a:pt x="588" y="391"/>
                  </a:lnTo>
                  <a:lnTo>
                    <a:pt x="542" y="373"/>
                  </a:lnTo>
                  <a:lnTo>
                    <a:pt x="598" y="361"/>
                  </a:lnTo>
                  <a:lnTo>
                    <a:pt x="594" y="347"/>
                  </a:lnTo>
                  <a:lnTo>
                    <a:pt x="492" y="339"/>
                  </a:lnTo>
                  <a:lnTo>
                    <a:pt x="550" y="327"/>
                  </a:lnTo>
                  <a:lnTo>
                    <a:pt x="490" y="323"/>
                  </a:lnTo>
                  <a:lnTo>
                    <a:pt x="598" y="333"/>
                  </a:lnTo>
                  <a:lnTo>
                    <a:pt x="602" y="318"/>
                  </a:lnTo>
                  <a:lnTo>
                    <a:pt x="489" y="312"/>
                  </a:lnTo>
                  <a:lnTo>
                    <a:pt x="636" y="292"/>
                  </a:lnTo>
                  <a:lnTo>
                    <a:pt x="597" y="274"/>
                  </a:lnTo>
                  <a:lnTo>
                    <a:pt x="702" y="281"/>
                  </a:lnTo>
                  <a:lnTo>
                    <a:pt x="735" y="251"/>
                  </a:lnTo>
                  <a:lnTo>
                    <a:pt x="682" y="248"/>
                  </a:lnTo>
                  <a:lnTo>
                    <a:pt x="751" y="246"/>
                  </a:lnTo>
                  <a:lnTo>
                    <a:pt x="742" y="224"/>
                  </a:lnTo>
                  <a:lnTo>
                    <a:pt x="775" y="229"/>
                  </a:lnTo>
                  <a:lnTo>
                    <a:pt x="954" y="139"/>
                  </a:lnTo>
                  <a:lnTo>
                    <a:pt x="756" y="171"/>
                  </a:lnTo>
                  <a:lnTo>
                    <a:pt x="866" y="133"/>
                  </a:lnTo>
                  <a:lnTo>
                    <a:pt x="799" y="137"/>
                  </a:lnTo>
                  <a:lnTo>
                    <a:pt x="784" y="120"/>
                  </a:lnTo>
                  <a:lnTo>
                    <a:pt x="907" y="128"/>
                  </a:lnTo>
                  <a:lnTo>
                    <a:pt x="1066" y="82"/>
                  </a:lnTo>
                  <a:lnTo>
                    <a:pt x="1065" y="60"/>
                  </a:lnTo>
                  <a:lnTo>
                    <a:pt x="998" y="60"/>
                  </a:lnTo>
                  <a:lnTo>
                    <a:pt x="982" y="22"/>
                  </a:lnTo>
                  <a:lnTo>
                    <a:pt x="799" y="39"/>
                  </a:lnTo>
                  <a:lnTo>
                    <a:pt x="878" y="14"/>
                  </a:lnTo>
                  <a:lnTo>
                    <a:pt x="635" y="0"/>
                  </a:lnTo>
                  <a:lnTo>
                    <a:pt x="615" y="18"/>
                  </a:lnTo>
                  <a:lnTo>
                    <a:pt x="632" y="28"/>
                  </a:lnTo>
                  <a:lnTo>
                    <a:pt x="588" y="10"/>
                  </a:lnTo>
                  <a:lnTo>
                    <a:pt x="479" y="11"/>
                  </a:lnTo>
                  <a:lnTo>
                    <a:pt x="556" y="48"/>
                  </a:lnTo>
                  <a:lnTo>
                    <a:pt x="530" y="60"/>
                  </a:lnTo>
                  <a:lnTo>
                    <a:pt x="490" y="21"/>
                  </a:lnTo>
                  <a:lnTo>
                    <a:pt x="390" y="17"/>
                  </a:lnTo>
                  <a:lnTo>
                    <a:pt x="411" y="34"/>
                  </a:lnTo>
                  <a:lnTo>
                    <a:pt x="335" y="28"/>
                  </a:lnTo>
                  <a:lnTo>
                    <a:pt x="372" y="54"/>
                  </a:lnTo>
                  <a:lnTo>
                    <a:pt x="313" y="38"/>
                  </a:lnTo>
                  <a:lnTo>
                    <a:pt x="331" y="54"/>
                  </a:lnTo>
                  <a:lnTo>
                    <a:pt x="296" y="60"/>
                  </a:lnTo>
                  <a:lnTo>
                    <a:pt x="373" y="95"/>
                  </a:lnTo>
                  <a:lnTo>
                    <a:pt x="207" y="55"/>
                  </a:lnTo>
                  <a:lnTo>
                    <a:pt x="165" y="84"/>
                  </a:lnTo>
                  <a:lnTo>
                    <a:pt x="230" y="97"/>
                  </a:lnTo>
                  <a:lnTo>
                    <a:pt x="119" y="87"/>
                  </a:lnTo>
                  <a:lnTo>
                    <a:pt x="0" y="12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0" name="Freeform 42">
              <a:extLst>
                <a:ext uri="{FF2B5EF4-FFF2-40B4-BE49-F238E27FC236}">
                  <a16:creationId xmlns:a16="http://schemas.microsoft.com/office/drawing/2014/main" id="{7A91A106-EB50-F675-BEF4-D7DF8A33D5E2}"/>
                </a:ext>
              </a:extLst>
            </p:cNvPr>
            <p:cNvSpPr>
              <a:spLocks noChangeAspect="1"/>
            </p:cNvSpPr>
            <p:nvPr/>
          </p:nvSpPr>
          <p:spPr bwMode="gray">
            <a:xfrm>
              <a:off x="1409" y="1161"/>
              <a:ext cx="432" cy="372"/>
            </a:xfrm>
            <a:custGeom>
              <a:avLst/>
              <a:gdLst>
                <a:gd name="T0" fmla="*/ 8 w 997"/>
                <a:gd name="T1" fmla="*/ 82 h 707"/>
                <a:gd name="T2" fmla="*/ 119 w 997"/>
                <a:gd name="T3" fmla="*/ 0 h 707"/>
                <a:gd name="T4" fmla="*/ 115 w 997"/>
                <a:gd name="T5" fmla="*/ 82 h 707"/>
                <a:gd name="T6" fmla="*/ 176 w 997"/>
                <a:gd name="T7" fmla="*/ 167 h 707"/>
                <a:gd name="T8" fmla="*/ 179 w 997"/>
                <a:gd name="T9" fmla="*/ 182 h 707"/>
                <a:gd name="T10" fmla="*/ 142 w 997"/>
                <a:gd name="T11" fmla="*/ 122 h 707"/>
                <a:gd name="T12" fmla="*/ 151 w 997"/>
                <a:gd name="T13" fmla="*/ 63 h 707"/>
                <a:gd name="T14" fmla="*/ 157 w 997"/>
                <a:gd name="T15" fmla="*/ 55 h 707"/>
                <a:gd name="T16" fmla="*/ 175 w 997"/>
                <a:gd name="T17" fmla="*/ 34 h 707"/>
                <a:gd name="T18" fmla="*/ 255 w 997"/>
                <a:gd name="T19" fmla="*/ 10 h 707"/>
                <a:gd name="T20" fmla="*/ 297 w 997"/>
                <a:gd name="T21" fmla="*/ 41 h 707"/>
                <a:gd name="T22" fmla="*/ 316 w 997"/>
                <a:gd name="T23" fmla="*/ 125 h 707"/>
                <a:gd name="T24" fmla="*/ 378 w 997"/>
                <a:gd name="T25" fmla="*/ 106 h 707"/>
                <a:gd name="T26" fmla="*/ 515 w 997"/>
                <a:gd name="T27" fmla="*/ 92 h 707"/>
                <a:gd name="T28" fmla="*/ 525 w 997"/>
                <a:gd name="T29" fmla="*/ 144 h 707"/>
                <a:gd name="T30" fmla="*/ 558 w 997"/>
                <a:gd name="T31" fmla="*/ 156 h 707"/>
                <a:gd name="T32" fmla="*/ 611 w 997"/>
                <a:gd name="T33" fmla="*/ 142 h 707"/>
                <a:gd name="T34" fmla="*/ 658 w 997"/>
                <a:gd name="T35" fmla="*/ 176 h 707"/>
                <a:gd name="T36" fmla="*/ 675 w 997"/>
                <a:gd name="T37" fmla="*/ 182 h 707"/>
                <a:gd name="T38" fmla="*/ 702 w 997"/>
                <a:gd name="T39" fmla="*/ 194 h 707"/>
                <a:gd name="T40" fmla="*/ 751 w 997"/>
                <a:gd name="T41" fmla="*/ 211 h 707"/>
                <a:gd name="T42" fmla="*/ 745 w 997"/>
                <a:gd name="T43" fmla="*/ 235 h 707"/>
                <a:gd name="T44" fmla="*/ 763 w 997"/>
                <a:gd name="T45" fmla="*/ 229 h 707"/>
                <a:gd name="T46" fmla="*/ 738 w 997"/>
                <a:gd name="T47" fmla="*/ 274 h 707"/>
                <a:gd name="T48" fmla="*/ 749 w 997"/>
                <a:gd name="T49" fmla="*/ 296 h 707"/>
                <a:gd name="T50" fmla="*/ 755 w 997"/>
                <a:gd name="T51" fmla="*/ 330 h 707"/>
                <a:gd name="T52" fmla="*/ 878 w 997"/>
                <a:gd name="T53" fmla="*/ 364 h 707"/>
                <a:gd name="T54" fmla="*/ 940 w 997"/>
                <a:gd name="T55" fmla="*/ 411 h 707"/>
                <a:gd name="T56" fmla="*/ 997 w 997"/>
                <a:gd name="T57" fmla="*/ 444 h 707"/>
                <a:gd name="T58" fmla="*/ 958 w 997"/>
                <a:gd name="T59" fmla="*/ 466 h 707"/>
                <a:gd name="T60" fmla="*/ 955 w 997"/>
                <a:gd name="T61" fmla="*/ 507 h 707"/>
                <a:gd name="T62" fmla="*/ 921 w 997"/>
                <a:gd name="T63" fmla="*/ 546 h 707"/>
                <a:gd name="T64" fmla="*/ 765 w 997"/>
                <a:gd name="T65" fmla="*/ 463 h 707"/>
                <a:gd name="T66" fmla="*/ 772 w 997"/>
                <a:gd name="T67" fmla="*/ 507 h 707"/>
                <a:gd name="T68" fmla="*/ 815 w 997"/>
                <a:gd name="T69" fmla="*/ 551 h 707"/>
                <a:gd name="T70" fmla="*/ 865 w 997"/>
                <a:gd name="T71" fmla="*/ 588 h 707"/>
                <a:gd name="T72" fmla="*/ 880 w 997"/>
                <a:gd name="T73" fmla="*/ 672 h 707"/>
                <a:gd name="T74" fmla="*/ 832 w 997"/>
                <a:gd name="T75" fmla="*/ 707 h 707"/>
                <a:gd name="T76" fmla="*/ 628 w 997"/>
                <a:gd name="T77" fmla="*/ 619 h 707"/>
                <a:gd name="T78" fmla="*/ 595 w 997"/>
                <a:gd name="T79" fmla="*/ 597 h 707"/>
                <a:gd name="T80" fmla="*/ 533 w 997"/>
                <a:gd name="T81" fmla="*/ 546 h 707"/>
                <a:gd name="T82" fmla="*/ 504 w 997"/>
                <a:gd name="T83" fmla="*/ 559 h 707"/>
                <a:gd name="T84" fmla="*/ 415 w 997"/>
                <a:gd name="T85" fmla="*/ 559 h 707"/>
                <a:gd name="T86" fmla="*/ 574 w 997"/>
                <a:gd name="T87" fmla="*/ 516 h 707"/>
                <a:gd name="T88" fmla="*/ 617 w 997"/>
                <a:gd name="T89" fmla="*/ 411 h 707"/>
                <a:gd name="T90" fmla="*/ 527 w 997"/>
                <a:gd name="T91" fmla="*/ 320 h 707"/>
                <a:gd name="T92" fmla="*/ 466 w 997"/>
                <a:gd name="T93" fmla="*/ 329 h 707"/>
                <a:gd name="T94" fmla="*/ 496 w 997"/>
                <a:gd name="T95" fmla="*/ 291 h 707"/>
                <a:gd name="T96" fmla="*/ 432 w 997"/>
                <a:gd name="T97" fmla="*/ 233 h 707"/>
                <a:gd name="T98" fmla="*/ 390 w 997"/>
                <a:gd name="T99" fmla="*/ 254 h 707"/>
                <a:gd name="T100" fmla="*/ 318 w 997"/>
                <a:gd name="T101" fmla="*/ 262 h 707"/>
                <a:gd name="T102" fmla="*/ 22 w 997"/>
                <a:gd name="T103" fmla="*/ 182 h 707"/>
                <a:gd name="T104" fmla="*/ 0 w 997"/>
                <a:gd name="T105" fmla="*/ 158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7" h="707">
                  <a:moveTo>
                    <a:pt x="0" y="158"/>
                  </a:moveTo>
                  <a:lnTo>
                    <a:pt x="8" y="82"/>
                  </a:lnTo>
                  <a:lnTo>
                    <a:pt x="49" y="25"/>
                  </a:lnTo>
                  <a:lnTo>
                    <a:pt x="119" y="0"/>
                  </a:lnTo>
                  <a:lnTo>
                    <a:pt x="176" y="10"/>
                  </a:lnTo>
                  <a:lnTo>
                    <a:pt x="115" y="82"/>
                  </a:lnTo>
                  <a:lnTo>
                    <a:pt x="131" y="125"/>
                  </a:lnTo>
                  <a:lnTo>
                    <a:pt x="176" y="167"/>
                  </a:lnTo>
                  <a:lnTo>
                    <a:pt x="119" y="183"/>
                  </a:lnTo>
                  <a:lnTo>
                    <a:pt x="179" y="182"/>
                  </a:lnTo>
                  <a:lnTo>
                    <a:pt x="186" y="144"/>
                  </a:lnTo>
                  <a:lnTo>
                    <a:pt x="142" y="122"/>
                  </a:lnTo>
                  <a:lnTo>
                    <a:pt x="179" y="98"/>
                  </a:lnTo>
                  <a:lnTo>
                    <a:pt x="151" y="63"/>
                  </a:lnTo>
                  <a:lnTo>
                    <a:pt x="209" y="72"/>
                  </a:lnTo>
                  <a:lnTo>
                    <a:pt x="157" y="55"/>
                  </a:lnTo>
                  <a:lnTo>
                    <a:pt x="217" y="59"/>
                  </a:lnTo>
                  <a:lnTo>
                    <a:pt x="175" y="34"/>
                  </a:lnTo>
                  <a:lnTo>
                    <a:pt x="224" y="37"/>
                  </a:lnTo>
                  <a:lnTo>
                    <a:pt x="255" y="10"/>
                  </a:lnTo>
                  <a:lnTo>
                    <a:pt x="295" y="8"/>
                  </a:lnTo>
                  <a:lnTo>
                    <a:pt x="297" y="41"/>
                  </a:lnTo>
                  <a:lnTo>
                    <a:pt x="327" y="55"/>
                  </a:lnTo>
                  <a:lnTo>
                    <a:pt x="316" y="125"/>
                  </a:lnTo>
                  <a:lnTo>
                    <a:pt x="355" y="92"/>
                  </a:lnTo>
                  <a:lnTo>
                    <a:pt x="378" y="106"/>
                  </a:lnTo>
                  <a:lnTo>
                    <a:pt x="432" y="73"/>
                  </a:lnTo>
                  <a:lnTo>
                    <a:pt x="515" y="92"/>
                  </a:lnTo>
                  <a:lnTo>
                    <a:pt x="549" y="125"/>
                  </a:lnTo>
                  <a:lnTo>
                    <a:pt x="525" y="144"/>
                  </a:lnTo>
                  <a:lnTo>
                    <a:pt x="574" y="136"/>
                  </a:lnTo>
                  <a:lnTo>
                    <a:pt x="558" y="156"/>
                  </a:lnTo>
                  <a:lnTo>
                    <a:pt x="587" y="167"/>
                  </a:lnTo>
                  <a:lnTo>
                    <a:pt x="611" y="142"/>
                  </a:lnTo>
                  <a:lnTo>
                    <a:pt x="648" y="155"/>
                  </a:lnTo>
                  <a:lnTo>
                    <a:pt x="658" y="176"/>
                  </a:lnTo>
                  <a:lnTo>
                    <a:pt x="626" y="182"/>
                  </a:lnTo>
                  <a:lnTo>
                    <a:pt x="675" y="182"/>
                  </a:lnTo>
                  <a:lnTo>
                    <a:pt x="668" y="209"/>
                  </a:lnTo>
                  <a:lnTo>
                    <a:pt x="702" y="194"/>
                  </a:lnTo>
                  <a:lnTo>
                    <a:pt x="680" y="217"/>
                  </a:lnTo>
                  <a:lnTo>
                    <a:pt x="751" y="211"/>
                  </a:lnTo>
                  <a:lnTo>
                    <a:pt x="712" y="235"/>
                  </a:lnTo>
                  <a:lnTo>
                    <a:pt x="745" y="235"/>
                  </a:lnTo>
                  <a:lnTo>
                    <a:pt x="732" y="252"/>
                  </a:lnTo>
                  <a:lnTo>
                    <a:pt x="763" y="229"/>
                  </a:lnTo>
                  <a:lnTo>
                    <a:pt x="795" y="253"/>
                  </a:lnTo>
                  <a:lnTo>
                    <a:pt x="738" y="274"/>
                  </a:lnTo>
                  <a:lnTo>
                    <a:pt x="821" y="291"/>
                  </a:lnTo>
                  <a:lnTo>
                    <a:pt x="749" y="296"/>
                  </a:lnTo>
                  <a:lnTo>
                    <a:pt x="777" y="308"/>
                  </a:lnTo>
                  <a:lnTo>
                    <a:pt x="755" y="330"/>
                  </a:lnTo>
                  <a:lnTo>
                    <a:pt x="838" y="372"/>
                  </a:lnTo>
                  <a:lnTo>
                    <a:pt x="878" y="364"/>
                  </a:lnTo>
                  <a:lnTo>
                    <a:pt x="898" y="414"/>
                  </a:lnTo>
                  <a:lnTo>
                    <a:pt x="940" y="411"/>
                  </a:lnTo>
                  <a:lnTo>
                    <a:pt x="933" y="432"/>
                  </a:lnTo>
                  <a:lnTo>
                    <a:pt x="997" y="444"/>
                  </a:lnTo>
                  <a:lnTo>
                    <a:pt x="988" y="471"/>
                  </a:lnTo>
                  <a:lnTo>
                    <a:pt x="958" y="466"/>
                  </a:lnTo>
                  <a:lnTo>
                    <a:pt x="971" y="483"/>
                  </a:lnTo>
                  <a:lnTo>
                    <a:pt x="955" y="507"/>
                  </a:lnTo>
                  <a:lnTo>
                    <a:pt x="926" y="496"/>
                  </a:lnTo>
                  <a:lnTo>
                    <a:pt x="921" y="546"/>
                  </a:lnTo>
                  <a:lnTo>
                    <a:pt x="807" y="454"/>
                  </a:lnTo>
                  <a:lnTo>
                    <a:pt x="765" y="463"/>
                  </a:lnTo>
                  <a:lnTo>
                    <a:pt x="795" y="484"/>
                  </a:lnTo>
                  <a:lnTo>
                    <a:pt x="772" y="507"/>
                  </a:lnTo>
                  <a:lnTo>
                    <a:pt x="790" y="506"/>
                  </a:lnTo>
                  <a:lnTo>
                    <a:pt x="815" y="551"/>
                  </a:lnTo>
                  <a:lnTo>
                    <a:pt x="870" y="562"/>
                  </a:lnTo>
                  <a:lnTo>
                    <a:pt x="865" y="588"/>
                  </a:lnTo>
                  <a:lnTo>
                    <a:pt x="896" y="610"/>
                  </a:lnTo>
                  <a:lnTo>
                    <a:pt x="880" y="672"/>
                  </a:lnTo>
                  <a:lnTo>
                    <a:pt x="738" y="609"/>
                  </a:lnTo>
                  <a:lnTo>
                    <a:pt x="832" y="707"/>
                  </a:lnTo>
                  <a:lnTo>
                    <a:pt x="653" y="652"/>
                  </a:lnTo>
                  <a:lnTo>
                    <a:pt x="628" y="619"/>
                  </a:lnTo>
                  <a:lnTo>
                    <a:pt x="652" y="616"/>
                  </a:lnTo>
                  <a:lnTo>
                    <a:pt x="595" y="597"/>
                  </a:lnTo>
                  <a:lnTo>
                    <a:pt x="578" y="559"/>
                  </a:lnTo>
                  <a:lnTo>
                    <a:pt x="533" y="546"/>
                  </a:lnTo>
                  <a:lnTo>
                    <a:pt x="531" y="572"/>
                  </a:lnTo>
                  <a:lnTo>
                    <a:pt x="504" y="559"/>
                  </a:lnTo>
                  <a:lnTo>
                    <a:pt x="465" y="583"/>
                  </a:lnTo>
                  <a:lnTo>
                    <a:pt x="415" y="559"/>
                  </a:lnTo>
                  <a:lnTo>
                    <a:pt x="442" y="516"/>
                  </a:lnTo>
                  <a:lnTo>
                    <a:pt x="574" y="516"/>
                  </a:lnTo>
                  <a:lnTo>
                    <a:pt x="542" y="473"/>
                  </a:lnTo>
                  <a:lnTo>
                    <a:pt x="617" y="411"/>
                  </a:lnTo>
                  <a:lnTo>
                    <a:pt x="564" y="328"/>
                  </a:lnTo>
                  <a:lnTo>
                    <a:pt x="527" y="320"/>
                  </a:lnTo>
                  <a:lnTo>
                    <a:pt x="548" y="306"/>
                  </a:lnTo>
                  <a:lnTo>
                    <a:pt x="466" y="329"/>
                  </a:lnTo>
                  <a:lnTo>
                    <a:pt x="465" y="304"/>
                  </a:lnTo>
                  <a:lnTo>
                    <a:pt x="496" y="291"/>
                  </a:lnTo>
                  <a:lnTo>
                    <a:pt x="433" y="259"/>
                  </a:lnTo>
                  <a:lnTo>
                    <a:pt x="432" y="233"/>
                  </a:lnTo>
                  <a:lnTo>
                    <a:pt x="377" y="220"/>
                  </a:lnTo>
                  <a:lnTo>
                    <a:pt x="390" y="254"/>
                  </a:lnTo>
                  <a:lnTo>
                    <a:pt x="294" y="242"/>
                  </a:lnTo>
                  <a:lnTo>
                    <a:pt x="318" y="262"/>
                  </a:lnTo>
                  <a:lnTo>
                    <a:pt x="66" y="227"/>
                  </a:lnTo>
                  <a:lnTo>
                    <a:pt x="22" y="182"/>
                  </a:lnTo>
                  <a:lnTo>
                    <a:pt x="101" y="184"/>
                  </a:lnTo>
                  <a:lnTo>
                    <a:pt x="0" y="15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1" name="Freeform 43">
              <a:extLst>
                <a:ext uri="{FF2B5EF4-FFF2-40B4-BE49-F238E27FC236}">
                  <a16:creationId xmlns:a16="http://schemas.microsoft.com/office/drawing/2014/main" id="{EADEB9D7-ABAE-1FA7-6C2B-800DC7876301}"/>
                </a:ext>
              </a:extLst>
            </p:cNvPr>
            <p:cNvSpPr>
              <a:spLocks noChangeAspect="1"/>
            </p:cNvSpPr>
            <p:nvPr/>
          </p:nvSpPr>
          <p:spPr bwMode="gray">
            <a:xfrm>
              <a:off x="1452" y="1417"/>
              <a:ext cx="99" cy="80"/>
            </a:xfrm>
            <a:custGeom>
              <a:avLst/>
              <a:gdLst>
                <a:gd name="T0" fmla="*/ 0 w 231"/>
                <a:gd name="T1" fmla="*/ 126 h 154"/>
                <a:gd name="T2" fmla="*/ 34 w 231"/>
                <a:gd name="T3" fmla="*/ 95 h 154"/>
                <a:gd name="T4" fmla="*/ 56 w 231"/>
                <a:gd name="T5" fmla="*/ 0 h 154"/>
                <a:gd name="T6" fmla="*/ 75 w 231"/>
                <a:gd name="T7" fmla="*/ 34 h 154"/>
                <a:gd name="T8" fmla="*/ 128 w 231"/>
                <a:gd name="T9" fmla="*/ 43 h 154"/>
                <a:gd name="T10" fmla="*/ 231 w 231"/>
                <a:gd name="T11" fmla="*/ 112 h 154"/>
                <a:gd name="T12" fmla="*/ 217 w 231"/>
                <a:gd name="T13" fmla="*/ 137 h 154"/>
                <a:gd name="T14" fmla="*/ 124 w 231"/>
                <a:gd name="T15" fmla="*/ 104 h 154"/>
                <a:gd name="T16" fmla="*/ 67 w 231"/>
                <a:gd name="T17" fmla="*/ 154 h 154"/>
                <a:gd name="T18" fmla="*/ 52 w 231"/>
                <a:gd name="T19" fmla="*/ 112 h 154"/>
                <a:gd name="T20" fmla="*/ 0 w 231"/>
                <a:gd name="T21" fmla="*/ 12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154">
                  <a:moveTo>
                    <a:pt x="0" y="126"/>
                  </a:moveTo>
                  <a:lnTo>
                    <a:pt x="34" y="95"/>
                  </a:lnTo>
                  <a:lnTo>
                    <a:pt x="56" y="0"/>
                  </a:lnTo>
                  <a:lnTo>
                    <a:pt x="75" y="34"/>
                  </a:lnTo>
                  <a:lnTo>
                    <a:pt x="128" y="43"/>
                  </a:lnTo>
                  <a:lnTo>
                    <a:pt x="231" y="112"/>
                  </a:lnTo>
                  <a:lnTo>
                    <a:pt x="217" y="137"/>
                  </a:lnTo>
                  <a:lnTo>
                    <a:pt x="124" y="104"/>
                  </a:lnTo>
                  <a:lnTo>
                    <a:pt x="67" y="154"/>
                  </a:lnTo>
                  <a:lnTo>
                    <a:pt x="52" y="112"/>
                  </a:lnTo>
                  <a:lnTo>
                    <a:pt x="0" y="12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2" name="Freeform 44">
              <a:extLst>
                <a:ext uri="{FF2B5EF4-FFF2-40B4-BE49-F238E27FC236}">
                  <a16:creationId xmlns:a16="http://schemas.microsoft.com/office/drawing/2014/main" id="{6373B641-7431-464F-5D50-D419C79DADF4}"/>
                </a:ext>
              </a:extLst>
            </p:cNvPr>
            <p:cNvSpPr>
              <a:spLocks noChangeAspect="1"/>
            </p:cNvSpPr>
            <p:nvPr/>
          </p:nvSpPr>
          <p:spPr bwMode="gray">
            <a:xfrm>
              <a:off x="1873" y="1795"/>
              <a:ext cx="100" cy="115"/>
            </a:xfrm>
            <a:custGeom>
              <a:avLst/>
              <a:gdLst>
                <a:gd name="T0" fmla="*/ 0 w 234"/>
                <a:gd name="T1" fmla="*/ 174 h 223"/>
                <a:gd name="T2" fmla="*/ 95 w 234"/>
                <a:gd name="T3" fmla="*/ 11 h 223"/>
                <a:gd name="T4" fmla="*/ 133 w 234"/>
                <a:gd name="T5" fmla="*/ 0 h 223"/>
                <a:gd name="T6" fmla="*/ 89 w 234"/>
                <a:gd name="T7" fmla="*/ 87 h 223"/>
                <a:gd name="T8" fmla="*/ 119 w 234"/>
                <a:gd name="T9" fmla="*/ 68 h 223"/>
                <a:gd name="T10" fmla="*/ 138 w 234"/>
                <a:gd name="T11" fmla="*/ 104 h 223"/>
                <a:gd name="T12" fmla="*/ 201 w 234"/>
                <a:gd name="T13" fmla="*/ 104 h 223"/>
                <a:gd name="T14" fmla="*/ 187 w 234"/>
                <a:gd name="T15" fmla="*/ 139 h 223"/>
                <a:gd name="T16" fmla="*/ 219 w 234"/>
                <a:gd name="T17" fmla="*/ 136 h 223"/>
                <a:gd name="T18" fmla="*/ 197 w 234"/>
                <a:gd name="T19" fmla="*/ 172 h 223"/>
                <a:gd name="T20" fmla="*/ 226 w 234"/>
                <a:gd name="T21" fmla="*/ 151 h 223"/>
                <a:gd name="T22" fmla="*/ 234 w 234"/>
                <a:gd name="T23" fmla="*/ 185 h 223"/>
                <a:gd name="T24" fmla="*/ 203 w 234"/>
                <a:gd name="T25" fmla="*/ 223 h 223"/>
                <a:gd name="T26" fmla="*/ 201 w 234"/>
                <a:gd name="T27" fmla="*/ 196 h 223"/>
                <a:gd name="T28" fmla="*/ 186 w 234"/>
                <a:gd name="T29" fmla="*/ 210 h 223"/>
                <a:gd name="T30" fmla="*/ 186 w 234"/>
                <a:gd name="T31" fmla="*/ 167 h 223"/>
                <a:gd name="T32" fmla="*/ 128 w 234"/>
                <a:gd name="T33" fmla="*/ 210 h 223"/>
                <a:gd name="T34" fmla="*/ 161 w 234"/>
                <a:gd name="T35" fmla="*/ 181 h 223"/>
                <a:gd name="T36" fmla="*/ 115 w 234"/>
                <a:gd name="T37" fmla="*/ 185 h 223"/>
                <a:gd name="T38" fmla="*/ 126 w 234"/>
                <a:gd name="T39" fmla="*/ 168 h 223"/>
                <a:gd name="T40" fmla="*/ 0 w 234"/>
                <a:gd name="T41"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23">
                  <a:moveTo>
                    <a:pt x="0" y="174"/>
                  </a:moveTo>
                  <a:lnTo>
                    <a:pt x="95" y="11"/>
                  </a:lnTo>
                  <a:lnTo>
                    <a:pt x="133" y="0"/>
                  </a:lnTo>
                  <a:lnTo>
                    <a:pt x="89" y="87"/>
                  </a:lnTo>
                  <a:lnTo>
                    <a:pt x="119" y="68"/>
                  </a:lnTo>
                  <a:lnTo>
                    <a:pt x="138" y="104"/>
                  </a:lnTo>
                  <a:lnTo>
                    <a:pt x="201" y="104"/>
                  </a:lnTo>
                  <a:lnTo>
                    <a:pt x="187" y="139"/>
                  </a:lnTo>
                  <a:lnTo>
                    <a:pt x="219" y="136"/>
                  </a:lnTo>
                  <a:lnTo>
                    <a:pt x="197" y="172"/>
                  </a:lnTo>
                  <a:lnTo>
                    <a:pt x="226" y="151"/>
                  </a:lnTo>
                  <a:lnTo>
                    <a:pt x="234" y="185"/>
                  </a:lnTo>
                  <a:lnTo>
                    <a:pt x="203" y="223"/>
                  </a:lnTo>
                  <a:lnTo>
                    <a:pt x="201" y="196"/>
                  </a:lnTo>
                  <a:lnTo>
                    <a:pt x="186" y="210"/>
                  </a:lnTo>
                  <a:lnTo>
                    <a:pt x="186" y="167"/>
                  </a:lnTo>
                  <a:lnTo>
                    <a:pt x="128" y="210"/>
                  </a:lnTo>
                  <a:lnTo>
                    <a:pt x="161" y="181"/>
                  </a:lnTo>
                  <a:lnTo>
                    <a:pt x="115" y="185"/>
                  </a:lnTo>
                  <a:lnTo>
                    <a:pt x="126" y="168"/>
                  </a:lnTo>
                  <a:lnTo>
                    <a:pt x="0" y="17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3" name="Freeform 45">
              <a:extLst>
                <a:ext uri="{FF2B5EF4-FFF2-40B4-BE49-F238E27FC236}">
                  <a16:creationId xmlns:a16="http://schemas.microsoft.com/office/drawing/2014/main" id="{B2AF96FA-A59E-7A6A-5ABB-C91D7EFB050D}"/>
                </a:ext>
              </a:extLst>
            </p:cNvPr>
            <p:cNvSpPr>
              <a:spLocks noChangeAspect="1"/>
            </p:cNvSpPr>
            <p:nvPr/>
          </p:nvSpPr>
          <p:spPr bwMode="gray">
            <a:xfrm>
              <a:off x="3971" y="2638"/>
              <a:ext cx="27" cy="68"/>
            </a:xfrm>
            <a:custGeom>
              <a:avLst/>
              <a:gdLst>
                <a:gd name="T0" fmla="*/ 0 w 65"/>
                <a:gd name="T1" fmla="*/ 0 h 130"/>
                <a:gd name="T2" fmla="*/ 11 w 65"/>
                <a:gd name="T3" fmla="*/ 130 h 130"/>
                <a:gd name="T4" fmla="*/ 65 w 65"/>
                <a:gd name="T5" fmla="*/ 107 h 130"/>
                <a:gd name="T6" fmla="*/ 39 w 65"/>
                <a:gd name="T7" fmla="*/ 31 h 130"/>
                <a:gd name="T8" fmla="*/ 0 w 65"/>
                <a:gd name="T9" fmla="*/ 0 h 130"/>
              </a:gdLst>
              <a:ahLst/>
              <a:cxnLst>
                <a:cxn ang="0">
                  <a:pos x="T0" y="T1"/>
                </a:cxn>
                <a:cxn ang="0">
                  <a:pos x="T2" y="T3"/>
                </a:cxn>
                <a:cxn ang="0">
                  <a:pos x="T4" y="T5"/>
                </a:cxn>
                <a:cxn ang="0">
                  <a:pos x="T6" y="T7"/>
                </a:cxn>
                <a:cxn ang="0">
                  <a:pos x="T8" y="T9"/>
                </a:cxn>
              </a:cxnLst>
              <a:rect l="0" t="0" r="r" b="b"/>
              <a:pathLst>
                <a:path w="65" h="130">
                  <a:moveTo>
                    <a:pt x="0" y="0"/>
                  </a:moveTo>
                  <a:lnTo>
                    <a:pt x="11" y="130"/>
                  </a:lnTo>
                  <a:lnTo>
                    <a:pt x="65" y="107"/>
                  </a:lnTo>
                  <a:lnTo>
                    <a:pt x="39" y="31"/>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4" name="Freeform 46">
              <a:extLst>
                <a:ext uri="{FF2B5EF4-FFF2-40B4-BE49-F238E27FC236}">
                  <a16:creationId xmlns:a16="http://schemas.microsoft.com/office/drawing/2014/main" id="{521B0DF9-58DB-49D5-F757-7D283AEC1608}"/>
                </a:ext>
              </a:extLst>
            </p:cNvPr>
            <p:cNvSpPr>
              <a:spLocks noChangeAspect="1"/>
            </p:cNvSpPr>
            <p:nvPr/>
          </p:nvSpPr>
          <p:spPr bwMode="gray">
            <a:xfrm>
              <a:off x="1628" y="3132"/>
              <a:ext cx="118" cy="756"/>
            </a:xfrm>
            <a:custGeom>
              <a:avLst/>
              <a:gdLst>
                <a:gd name="T0" fmla="*/ 0 w 289"/>
                <a:gd name="T1" fmla="*/ 1133 h 1450"/>
                <a:gd name="T2" fmla="*/ 22 w 289"/>
                <a:gd name="T3" fmla="*/ 1094 h 1450"/>
                <a:gd name="T4" fmla="*/ 62 w 289"/>
                <a:gd name="T5" fmla="*/ 1122 h 1450"/>
                <a:gd name="T6" fmla="*/ 98 w 289"/>
                <a:gd name="T7" fmla="*/ 1047 h 1450"/>
                <a:gd name="T8" fmla="*/ 85 w 289"/>
                <a:gd name="T9" fmla="*/ 1019 h 1450"/>
                <a:gd name="T10" fmla="*/ 114 w 289"/>
                <a:gd name="T11" fmla="*/ 916 h 1450"/>
                <a:gd name="T12" fmla="*/ 60 w 289"/>
                <a:gd name="T13" fmla="*/ 908 h 1450"/>
                <a:gd name="T14" fmla="*/ 69 w 289"/>
                <a:gd name="T15" fmla="*/ 742 h 1450"/>
                <a:gd name="T16" fmla="*/ 140 w 289"/>
                <a:gd name="T17" fmla="*/ 569 h 1450"/>
                <a:gd name="T18" fmla="*/ 139 w 289"/>
                <a:gd name="T19" fmla="*/ 424 h 1450"/>
                <a:gd name="T20" fmla="*/ 189 w 289"/>
                <a:gd name="T21" fmla="*/ 147 h 1450"/>
                <a:gd name="T22" fmla="*/ 173 w 289"/>
                <a:gd name="T23" fmla="*/ 25 h 1450"/>
                <a:gd name="T24" fmla="*/ 207 w 289"/>
                <a:gd name="T25" fmla="*/ 0 h 1450"/>
                <a:gd name="T26" fmla="*/ 243 w 289"/>
                <a:gd name="T27" fmla="*/ 63 h 1450"/>
                <a:gd name="T28" fmla="*/ 265 w 289"/>
                <a:gd name="T29" fmla="*/ 191 h 1450"/>
                <a:gd name="T30" fmla="*/ 289 w 289"/>
                <a:gd name="T31" fmla="*/ 195 h 1450"/>
                <a:gd name="T32" fmla="*/ 285 w 289"/>
                <a:gd name="T33" fmla="*/ 238 h 1450"/>
                <a:gd name="T34" fmla="*/ 247 w 289"/>
                <a:gd name="T35" fmla="*/ 256 h 1450"/>
                <a:gd name="T36" fmla="*/ 249 w 289"/>
                <a:gd name="T37" fmla="*/ 340 h 1450"/>
                <a:gd name="T38" fmla="*/ 207 w 289"/>
                <a:gd name="T39" fmla="*/ 387 h 1450"/>
                <a:gd name="T40" fmla="*/ 174 w 289"/>
                <a:gd name="T41" fmla="*/ 506 h 1450"/>
                <a:gd name="T42" fmla="*/ 199 w 289"/>
                <a:gd name="T43" fmla="*/ 619 h 1450"/>
                <a:gd name="T44" fmla="*/ 154 w 289"/>
                <a:gd name="T45" fmla="*/ 715 h 1450"/>
                <a:gd name="T46" fmla="*/ 123 w 289"/>
                <a:gd name="T47" fmla="*/ 953 h 1450"/>
                <a:gd name="T48" fmla="*/ 147 w 289"/>
                <a:gd name="T49" fmla="*/ 1040 h 1450"/>
                <a:gd name="T50" fmla="*/ 124 w 289"/>
                <a:gd name="T51" fmla="*/ 1047 h 1450"/>
                <a:gd name="T52" fmla="*/ 136 w 289"/>
                <a:gd name="T53" fmla="*/ 1124 h 1450"/>
                <a:gd name="T54" fmla="*/ 77 w 289"/>
                <a:gd name="T55" fmla="*/ 1286 h 1450"/>
                <a:gd name="T56" fmla="*/ 82 w 289"/>
                <a:gd name="T57" fmla="*/ 1313 h 1450"/>
                <a:gd name="T58" fmla="*/ 112 w 289"/>
                <a:gd name="T59" fmla="*/ 1303 h 1450"/>
                <a:gd name="T60" fmla="*/ 123 w 289"/>
                <a:gd name="T61" fmla="*/ 1365 h 1450"/>
                <a:gd name="T62" fmla="*/ 249 w 289"/>
                <a:gd name="T63" fmla="*/ 1378 h 1450"/>
                <a:gd name="T64" fmla="*/ 164 w 289"/>
                <a:gd name="T65" fmla="*/ 1402 h 1450"/>
                <a:gd name="T66" fmla="*/ 154 w 289"/>
                <a:gd name="T67" fmla="*/ 1450 h 1450"/>
                <a:gd name="T68" fmla="*/ 118 w 289"/>
                <a:gd name="T69" fmla="*/ 1436 h 1450"/>
                <a:gd name="T70" fmla="*/ 158 w 289"/>
                <a:gd name="T71" fmla="*/ 1407 h 1450"/>
                <a:gd name="T72" fmla="*/ 97 w 289"/>
                <a:gd name="T73" fmla="*/ 1393 h 1450"/>
                <a:gd name="T74" fmla="*/ 90 w 289"/>
                <a:gd name="T75" fmla="*/ 1342 h 1450"/>
                <a:gd name="T76" fmla="*/ 74 w 289"/>
                <a:gd name="T77" fmla="*/ 1367 h 1450"/>
                <a:gd name="T78" fmla="*/ 52 w 289"/>
                <a:gd name="T79" fmla="*/ 1319 h 1450"/>
                <a:gd name="T80" fmla="*/ 63 w 289"/>
                <a:gd name="T81" fmla="*/ 1305 h 1450"/>
                <a:gd name="T82" fmla="*/ 36 w 289"/>
                <a:gd name="T83" fmla="*/ 1283 h 1450"/>
                <a:gd name="T84" fmla="*/ 60 w 289"/>
                <a:gd name="T85" fmla="*/ 1256 h 1450"/>
                <a:gd name="T86" fmla="*/ 37 w 289"/>
                <a:gd name="T87" fmla="*/ 1187 h 1450"/>
                <a:gd name="T88" fmla="*/ 81 w 289"/>
                <a:gd name="T89" fmla="*/ 1194 h 1450"/>
                <a:gd name="T90" fmla="*/ 37 w 289"/>
                <a:gd name="T91" fmla="*/ 1157 h 1450"/>
                <a:gd name="T92" fmla="*/ 47 w 289"/>
                <a:gd name="T93" fmla="*/ 1130 h 1450"/>
                <a:gd name="T94" fmla="*/ 0 w 289"/>
                <a:gd name="T95" fmla="*/ 1133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50">
                  <a:moveTo>
                    <a:pt x="0" y="1133"/>
                  </a:moveTo>
                  <a:lnTo>
                    <a:pt x="22" y="1094"/>
                  </a:lnTo>
                  <a:lnTo>
                    <a:pt x="62" y="1122"/>
                  </a:lnTo>
                  <a:lnTo>
                    <a:pt x="98" y="1047"/>
                  </a:lnTo>
                  <a:lnTo>
                    <a:pt x="85" y="1019"/>
                  </a:lnTo>
                  <a:lnTo>
                    <a:pt x="114" y="916"/>
                  </a:lnTo>
                  <a:lnTo>
                    <a:pt x="60" y="908"/>
                  </a:lnTo>
                  <a:lnTo>
                    <a:pt x="69" y="742"/>
                  </a:lnTo>
                  <a:lnTo>
                    <a:pt x="140" y="569"/>
                  </a:lnTo>
                  <a:lnTo>
                    <a:pt x="139" y="424"/>
                  </a:lnTo>
                  <a:lnTo>
                    <a:pt x="189" y="147"/>
                  </a:lnTo>
                  <a:lnTo>
                    <a:pt x="173" y="25"/>
                  </a:lnTo>
                  <a:lnTo>
                    <a:pt x="207" y="0"/>
                  </a:lnTo>
                  <a:lnTo>
                    <a:pt x="243" y="63"/>
                  </a:lnTo>
                  <a:lnTo>
                    <a:pt x="265" y="191"/>
                  </a:lnTo>
                  <a:lnTo>
                    <a:pt x="289" y="195"/>
                  </a:lnTo>
                  <a:lnTo>
                    <a:pt x="285" y="238"/>
                  </a:lnTo>
                  <a:lnTo>
                    <a:pt x="247" y="256"/>
                  </a:lnTo>
                  <a:lnTo>
                    <a:pt x="249" y="340"/>
                  </a:lnTo>
                  <a:lnTo>
                    <a:pt x="207" y="387"/>
                  </a:lnTo>
                  <a:lnTo>
                    <a:pt x="174" y="506"/>
                  </a:lnTo>
                  <a:lnTo>
                    <a:pt x="199" y="619"/>
                  </a:lnTo>
                  <a:lnTo>
                    <a:pt x="154" y="715"/>
                  </a:lnTo>
                  <a:lnTo>
                    <a:pt x="123" y="953"/>
                  </a:lnTo>
                  <a:lnTo>
                    <a:pt x="147" y="1040"/>
                  </a:lnTo>
                  <a:lnTo>
                    <a:pt x="124" y="1047"/>
                  </a:lnTo>
                  <a:lnTo>
                    <a:pt x="136" y="1124"/>
                  </a:lnTo>
                  <a:lnTo>
                    <a:pt x="77" y="1286"/>
                  </a:lnTo>
                  <a:lnTo>
                    <a:pt x="82" y="1313"/>
                  </a:lnTo>
                  <a:lnTo>
                    <a:pt x="112" y="1303"/>
                  </a:lnTo>
                  <a:lnTo>
                    <a:pt x="123" y="1365"/>
                  </a:lnTo>
                  <a:lnTo>
                    <a:pt x="249" y="1378"/>
                  </a:lnTo>
                  <a:lnTo>
                    <a:pt x="164" y="1402"/>
                  </a:lnTo>
                  <a:lnTo>
                    <a:pt x="154" y="1450"/>
                  </a:lnTo>
                  <a:lnTo>
                    <a:pt x="118" y="1436"/>
                  </a:lnTo>
                  <a:lnTo>
                    <a:pt x="158" y="1407"/>
                  </a:lnTo>
                  <a:lnTo>
                    <a:pt x="97" y="1393"/>
                  </a:lnTo>
                  <a:lnTo>
                    <a:pt x="90" y="1342"/>
                  </a:lnTo>
                  <a:lnTo>
                    <a:pt x="74" y="1367"/>
                  </a:lnTo>
                  <a:lnTo>
                    <a:pt x="52" y="1319"/>
                  </a:lnTo>
                  <a:lnTo>
                    <a:pt x="63" y="1305"/>
                  </a:lnTo>
                  <a:lnTo>
                    <a:pt x="36" y="1283"/>
                  </a:lnTo>
                  <a:lnTo>
                    <a:pt x="60" y="1256"/>
                  </a:lnTo>
                  <a:lnTo>
                    <a:pt x="37" y="1187"/>
                  </a:lnTo>
                  <a:lnTo>
                    <a:pt x="81" y="1194"/>
                  </a:lnTo>
                  <a:lnTo>
                    <a:pt x="37" y="1157"/>
                  </a:lnTo>
                  <a:lnTo>
                    <a:pt x="47" y="1130"/>
                  </a:lnTo>
                  <a:lnTo>
                    <a:pt x="0" y="113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5" name="Freeform 47">
              <a:extLst>
                <a:ext uri="{FF2B5EF4-FFF2-40B4-BE49-F238E27FC236}">
                  <a16:creationId xmlns:a16="http://schemas.microsoft.com/office/drawing/2014/main" id="{D35D399E-5FA7-C273-2423-989BACF6D0FB}"/>
                </a:ext>
              </a:extLst>
            </p:cNvPr>
            <p:cNvSpPr>
              <a:spLocks noChangeAspect="1"/>
            </p:cNvSpPr>
            <p:nvPr/>
          </p:nvSpPr>
          <p:spPr bwMode="gray">
            <a:xfrm>
              <a:off x="1635" y="3766"/>
              <a:ext cx="9" cy="29"/>
            </a:xfrm>
            <a:custGeom>
              <a:avLst/>
              <a:gdLst>
                <a:gd name="T0" fmla="*/ 0 w 22"/>
                <a:gd name="T1" fmla="*/ 25 h 53"/>
                <a:gd name="T2" fmla="*/ 9 w 22"/>
                <a:gd name="T3" fmla="*/ 0 h 53"/>
                <a:gd name="T4" fmla="*/ 22 w 22"/>
                <a:gd name="T5" fmla="*/ 53 h 53"/>
                <a:gd name="T6" fmla="*/ 0 w 22"/>
                <a:gd name="T7" fmla="*/ 25 h 53"/>
              </a:gdLst>
              <a:ahLst/>
              <a:cxnLst>
                <a:cxn ang="0">
                  <a:pos x="T0" y="T1"/>
                </a:cxn>
                <a:cxn ang="0">
                  <a:pos x="T2" y="T3"/>
                </a:cxn>
                <a:cxn ang="0">
                  <a:pos x="T4" y="T5"/>
                </a:cxn>
                <a:cxn ang="0">
                  <a:pos x="T6" y="T7"/>
                </a:cxn>
              </a:cxnLst>
              <a:rect l="0" t="0" r="r" b="b"/>
              <a:pathLst>
                <a:path w="22" h="53">
                  <a:moveTo>
                    <a:pt x="0" y="25"/>
                  </a:moveTo>
                  <a:lnTo>
                    <a:pt x="9" y="0"/>
                  </a:lnTo>
                  <a:lnTo>
                    <a:pt x="22" y="53"/>
                  </a:lnTo>
                  <a:lnTo>
                    <a:pt x="0" y="2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6" name="Freeform 48">
              <a:extLst>
                <a:ext uri="{FF2B5EF4-FFF2-40B4-BE49-F238E27FC236}">
                  <a16:creationId xmlns:a16="http://schemas.microsoft.com/office/drawing/2014/main" id="{9C0C363F-C2DB-AF8B-777F-E671CE01D28F}"/>
                </a:ext>
              </a:extLst>
            </p:cNvPr>
            <p:cNvSpPr>
              <a:spLocks noChangeAspect="1"/>
            </p:cNvSpPr>
            <p:nvPr/>
          </p:nvSpPr>
          <p:spPr bwMode="gray">
            <a:xfrm>
              <a:off x="1644" y="3612"/>
              <a:ext cx="11" cy="35"/>
            </a:xfrm>
            <a:custGeom>
              <a:avLst/>
              <a:gdLst>
                <a:gd name="T0" fmla="*/ 0 w 20"/>
                <a:gd name="T1" fmla="*/ 59 h 70"/>
                <a:gd name="T2" fmla="*/ 20 w 20"/>
                <a:gd name="T3" fmla="*/ 0 h 70"/>
                <a:gd name="T4" fmla="*/ 20 w 20"/>
                <a:gd name="T5" fmla="*/ 70 h 70"/>
                <a:gd name="T6" fmla="*/ 0 w 20"/>
                <a:gd name="T7" fmla="*/ 59 h 70"/>
              </a:gdLst>
              <a:ahLst/>
              <a:cxnLst>
                <a:cxn ang="0">
                  <a:pos x="T0" y="T1"/>
                </a:cxn>
                <a:cxn ang="0">
                  <a:pos x="T2" y="T3"/>
                </a:cxn>
                <a:cxn ang="0">
                  <a:pos x="T4" y="T5"/>
                </a:cxn>
                <a:cxn ang="0">
                  <a:pos x="T6" y="T7"/>
                </a:cxn>
              </a:cxnLst>
              <a:rect l="0" t="0" r="r" b="b"/>
              <a:pathLst>
                <a:path w="20" h="70">
                  <a:moveTo>
                    <a:pt x="0" y="59"/>
                  </a:moveTo>
                  <a:lnTo>
                    <a:pt x="20" y="0"/>
                  </a:lnTo>
                  <a:lnTo>
                    <a:pt x="20" y="70"/>
                  </a:lnTo>
                  <a:lnTo>
                    <a:pt x="0" y="5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7" name="Freeform 49">
              <a:extLst>
                <a:ext uri="{FF2B5EF4-FFF2-40B4-BE49-F238E27FC236}">
                  <a16:creationId xmlns:a16="http://schemas.microsoft.com/office/drawing/2014/main" id="{A7838F0C-A7D2-638D-17F3-F319D45FEEAF}"/>
                </a:ext>
              </a:extLst>
            </p:cNvPr>
            <p:cNvSpPr>
              <a:spLocks noChangeAspect="1"/>
            </p:cNvSpPr>
            <p:nvPr/>
          </p:nvSpPr>
          <p:spPr bwMode="gray">
            <a:xfrm>
              <a:off x="1656" y="3880"/>
              <a:ext cx="25" cy="14"/>
            </a:xfrm>
            <a:custGeom>
              <a:avLst/>
              <a:gdLst>
                <a:gd name="T0" fmla="*/ 0 w 46"/>
                <a:gd name="T1" fmla="*/ 0 h 29"/>
                <a:gd name="T2" fmla="*/ 44 w 46"/>
                <a:gd name="T3" fmla="*/ 7 h 29"/>
                <a:gd name="T4" fmla="*/ 46 w 46"/>
                <a:gd name="T5" fmla="*/ 29 h 29"/>
                <a:gd name="T6" fmla="*/ 0 w 46"/>
                <a:gd name="T7" fmla="*/ 0 h 29"/>
              </a:gdLst>
              <a:ahLst/>
              <a:cxnLst>
                <a:cxn ang="0">
                  <a:pos x="T0" y="T1"/>
                </a:cxn>
                <a:cxn ang="0">
                  <a:pos x="T2" y="T3"/>
                </a:cxn>
                <a:cxn ang="0">
                  <a:pos x="T4" y="T5"/>
                </a:cxn>
                <a:cxn ang="0">
                  <a:pos x="T6" y="T7"/>
                </a:cxn>
              </a:cxnLst>
              <a:rect l="0" t="0" r="r" b="b"/>
              <a:pathLst>
                <a:path w="46" h="29">
                  <a:moveTo>
                    <a:pt x="0" y="0"/>
                  </a:moveTo>
                  <a:lnTo>
                    <a:pt x="44" y="7"/>
                  </a:lnTo>
                  <a:lnTo>
                    <a:pt x="46" y="29"/>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8" name="Freeform 50">
              <a:extLst>
                <a:ext uri="{FF2B5EF4-FFF2-40B4-BE49-F238E27FC236}">
                  <a16:creationId xmlns:a16="http://schemas.microsoft.com/office/drawing/2014/main" id="{3BAD5DAA-3928-4DC2-D761-B12018CE6756}"/>
                </a:ext>
              </a:extLst>
            </p:cNvPr>
            <p:cNvSpPr>
              <a:spLocks noChangeAspect="1"/>
            </p:cNvSpPr>
            <p:nvPr/>
          </p:nvSpPr>
          <p:spPr bwMode="gray">
            <a:xfrm>
              <a:off x="1659" y="3843"/>
              <a:ext cx="32" cy="37"/>
            </a:xfrm>
            <a:custGeom>
              <a:avLst/>
              <a:gdLst>
                <a:gd name="T0" fmla="*/ 0 w 68"/>
                <a:gd name="T1" fmla="*/ 11 h 69"/>
                <a:gd name="T2" fmla="*/ 18 w 68"/>
                <a:gd name="T3" fmla="*/ 0 h 69"/>
                <a:gd name="T4" fmla="*/ 17 w 68"/>
                <a:gd name="T5" fmla="*/ 31 h 69"/>
                <a:gd name="T6" fmla="*/ 68 w 68"/>
                <a:gd name="T7" fmla="*/ 43 h 69"/>
                <a:gd name="T8" fmla="*/ 35 w 68"/>
                <a:gd name="T9" fmla="*/ 69 h 69"/>
                <a:gd name="T10" fmla="*/ 0 w 68"/>
                <a:gd name="T11" fmla="*/ 11 h 69"/>
              </a:gdLst>
              <a:ahLst/>
              <a:cxnLst>
                <a:cxn ang="0">
                  <a:pos x="T0" y="T1"/>
                </a:cxn>
                <a:cxn ang="0">
                  <a:pos x="T2" y="T3"/>
                </a:cxn>
                <a:cxn ang="0">
                  <a:pos x="T4" y="T5"/>
                </a:cxn>
                <a:cxn ang="0">
                  <a:pos x="T6" y="T7"/>
                </a:cxn>
                <a:cxn ang="0">
                  <a:pos x="T8" y="T9"/>
                </a:cxn>
                <a:cxn ang="0">
                  <a:pos x="T10" y="T11"/>
                </a:cxn>
              </a:cxnLst>
              <a:rect l="0" t="0" r="r" b="b"/>
              <a:pathLst>
                <a:path w="68" h="69">
                  <a:moveTo>
                    <a:pt x="0" y="11"/>
                  </a:moveTo>
                  <a:lnTo>
                    <a:pt x="18" y="0"/>
                  </a:lnTo>
                  <a:lnTo>
                    <a:pt x="17" y="31"/>
                  </a:lnTo>
                  <a:lnTo>
                    <a:pt x="68" y="43"/>
                  </a:lnTo>
                  <a:lnTo>
                    <a:pt x="35" y="69"/>
                  </a:lnTo>
                  <a:lnTo>
                    <a:pt x="0" y="1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79" name="Freeform 51">
              <a:extLst>
                <a:ext uri="{FF2B5EF4-FFF2-40B4-BE49-F238E27FC236}">
                  <a16:creationId xmlns:a16="http://schemas.microsoft.com/office/drawing/2014/main" id="{6353F1C0-43F6-1CE4-0773-CA45C9E8F990}"/>
                </a:ext>
              </a:extLst>
            </p:cNvPr>
            <p:cNvSpPr>
              <a:spLocks noChangeAspect="1"/>
            </p:cNvSpPr>
            <p:nvPr/>
          </p:nvSpPr>
          <p:spPr bwMode="gray">
            <a:xfrm>
              <a:off x="1680" y="3891"/>
              <a:ext cx="13" cy="12"/>
            </a:xfrm>
            <a:custGeom>
              <a:avLst/>
              <a:gdLst>
                <a:gd name="T0" fmla="*/ 0 w 38"/>
                <a:gd name="T1" fmla="*/ 13 h 17"/>
                <a:gd name="T2" fmla="*/ 9 w 38"/>
                <a:gd name="T3" fmla="*/ 0 h 17"/>
                <a:gd name="T4" fmla="*/ 38 w 38"/>
                <a:gd name="T5" fmla="*/ 17 h 17"/>
                <a:gd name="T6" fmla="*/ 0 w 38"/>
                <a:gd name="T7" fmla="*/ 13 h 17"/>
              </a:gdLst>
              <a:ahLst/>
              <a:cxnLst>
                <a:cxn ang="0">
                  <a:pos x="T0" y="T1"/>
                </a:cxn>
                <a:cxn ang="0">
                  <a:pos x="T2" y="T3"/>
                </a:cxn>
                <a:cxn ang="0">
                  <a:pos x="T4" y="T5"/>
                </a:cxn>
                <a:cxn ang="0">
                  <a:pos x="T6" y="T7"/>
                </a:cxn>
              </a:cxnLst>
              <a:rect l="0" t="0" r="r" b="b"/>
              <a:pathLst>
                <a:path w="38" h="17">
                  <a:moveTo>
                    <a:pt x="0" y="13"/>
                  </a:moveTo>
                  <a:lnTo>
                    <a:pt x="9" y="0"/>
                  </a:lnTo>
                  <a:lnTo>
                    <a:pt x="38" y="17"/>
                  </a:lnTo>
                  <a:lnTo>
                    <a:pt x="0" y="1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0" name="Freeform 52">
              <a:extLst>
                <a:ext uri="{FF2B5EF4-FFF2-40B4-BE49-F238E27FC236}">
                  <a16:creationId xmlns:a16="http://schemas.microsoft.com/office/drawing/2014/main" id="{DDD1570F-50E1-EF03-F785-A90A1D6AFA25}"/>
                </a:ext>
              </a:extLst>
            </p:cNvPr>
            <p:cNvSpPr>
              <a:spLocks noChangeAspect="1"/>
            </p:cNvSpPr>
            <p:nvPr/>
          </p:nvSpPr>
          <p:spPr bwMode="gray">
            <a:xfrm>
              <a:off x="1693" y="3860"/>
              <a:ext cx="39" cy="55"/>
            </a:xfrm>
            <a:custGeom>
              <a:avLst/>
              <a:gdLst>
                <a:gd name="T0" fmla="*/ 0 w 96"/>
                <a:gd name="T1" fmla="*/ 87 h 106"/>
                <a:gd name="T2" fmla="*/ 16 w 96"/>
                <a:gd name="T3" fmla="*/ 71 h 106"/>
                <a:gd name="T4" fmla="*/ 67 w 96"/>
                <a:gd name="T5" fmla="*/ 81 h 106"/>
                <a:gd name="T6" fmla="*/ 44 w 96"/>
                <a:gd name="T7" fmla="*/ 54 h 106"/>
                <a:gd name="T8" fmla="*/ 69 w 96"/>
                <a:gd name="T9" fmla="*/ 37 h 106"/>
                <a:gd name="T10" fmla="*/ 32 w 96"/>
                <a:gd name="T11" fmla="*/ 32 h 106"/>
                <a:gd name="T12" fmla="*/ 32 w 96"/>
                <a:gd name="T13" fmla="*/ 6 h 106"/>
                <a:gd name="T14" fmla="*/ 93 w 96"/>
                <a:gd name="T15" fmla="*/ 0 h 106"/>
                <a:gd name="T16" fmla="*/ 96 w 96"/>
                <a:gd name="T17" fmla="*/ 106 h 106"/>
                <a:gd name="T18" fmla="*/ 0 w 96"/>
                <a:gd name="T19" fmla="*/ 8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06">
                  <a:moveTo>
                    <a:pt x="0" y="87"/>
                  </a:moveTo>
                  <a:lnTo>
                    <a:pt x="16" y="71"/>
                  </a:lnTo>
                  <a:lnTo>
                    <a:pt x="67" y="81"/>
                  </a:lnTo>
                  <a:lnTo>
                    <a:pt x="44" y="54"/>
                  </a:lnTo>
                  <a:lnTo>
                    <a:pt x="69" y="37"/>
                  </a:lnTo>
                  <a:lnTo>
                    <a:pt x="32" y="32"/>
                  </a:lnTo>
                  <a:lnTo>
                    <a:pt x="32" y="6"/>
                  </a:lnTo>
                  <a:lnTo>
                    <a:pt x="93" y="0"/>
                  </a:lnTo>
                  <a:lnTo>
                    <a:pt x="96" y="106"/>
                  </a:lnTo>
                  <a:lnTo>
                    <a:pt x="0" y="8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1" name="Freeform 53">
              <a:extLst>
                <a:ext uri="{FF2B5EF4-FFF2-40B4-BE49-F238E27FC236}">
                  <a16:creationId xmlns:a16="http://schemas.microsoft.com/office/drawing/2014/main" id="{6A222060-FBD4-2AB6-690D-991268EA89F0}"/>
                </a:ext>
              </a:extLst>
            </p:cNvPr>
            <p:cNvSpPr>
              <a:spLocks noChangeAspect="1"/>
            </p:cNvSpPr>
            <p:nvPr/>
          </p:nvSpPr>
          <p:spPr bwMode="gray">
            <a:xfrm>
              <a:off x="1712" y="3924"/>
              <a:ext cx="31" cy="11"/>
            </a:xfrm>
            <a:custGeom>
              <a:avLst/>
              <a:gdLst>
                <a:gd name="T0" fmla="*/ 0 w 71"/>
                <a:gd name="T1" fmla="*/ 0 h 21"/>
                <a:gd name="T2" fmla="*/ 64 w 71"/>
                <a:gd name="T3" fmla="*/ 5 h 21"/>
                <a:gd name="T4" fmla="*/ 71 w 71"/>
                <a:gd name="T5" fmla="*/ 21 h 21"/>
                <a:gd name="T6" fmla="*/ 0 w 71"/>
                <a:gd name="T7" fmla="*/ 0 h 21"/>
              </a:gdLst>
              <a:ahLst/>
              <a:cxnLst>
                <a:cxn ang="0">
                  <a:pos x="T0" y="T1"/>
                </a:cxn>
                <a:cxn ang="0">
                  <a:pos x="T2" y="T3"/>
                </a:cxn>
                <a:cxn ang="0">
                  <a:pos x="T4" y="T5"/>
                </a:cxn>
                <a:cxn ang="0">
                  <a:pos x="T6" y="T7"/>
                </a:cxn>
              </a:cxnLst>
              <a:rect l="0" t="0" r="r" b="b"/>
              <a:pathLst>
                <a:path w="71" h="21">
                  <a:moveTo>
                    <a:pt x="0" y="0"/>
                  </a:moveTo>
                  <a:lnTo>
                    <a:pt x="64" y="5"/>
                  </a:lnTo>
                  <a:lnTo>
                    <a:pt x="71" y="21"/>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2" name="Freeform 54">
              <a:extLst>
                <a:ext uri="{FF2B5EF4-FFF2-40B4-BE49-F238E27FC236}">
                  <a16:creationId xmlns:a16="http://schemas.microsoft.com/office/drawing/2014/main" id="{B330FE06-6D01-C2F8-0464-727A46606856}"/>
                </a:ext>
              </a:extLst>
            </p:cNvPr>
            <p:cNvSpPr>
              <a:spLocks noChangeAspect="1"/>
            </p:cNvSpPr>
            <p:nvPr/>
          </p:nvSpPr>
          <p:spPr bwMode="gray">
            <a:xfrm>
              <a:off x="1742" y="3915"/>
              <a:ext cx="15" cy="9"/>
            </a:xfrm>
            <a:custGeom>
              <a:avLst/>
              <a:gdLst>
                <a:gd name="T0" fmla="*/ 0 w 33"/>
                <a:gd name="T1" fmla="*/ 15 h 15"/>
                <a:gd name="T2" fmla="*/ 7 w 33"/>
                <a:gd name="T3" fmla="*/ 0 h 15"/>
                <a:gd name="T4" fmla="*/ 33 w 33"/>
                <a:gd name="T5" fmla="*/ 15 h 15"/>
                <a:gd name="T6" fmla="*/ 0 w 33"/>
                <a:gd name="T7" fmla="*/ 15 h 15"/>
              </a:gdLst>
              <a:ahLst/>
              <a:cxnLst>
                <a:cxn ang="0">
                  <a:pos x="T0" y="T1"/>
                </a:cxn>
                <a:cxn ang="0">
                  <a:pos x="T2" y="T3"/>
                </a:cxn>
                <a:cxn ang="0">
                  <a:pos x="T4" y="T5"/>
                </a:cxn>
                <a:cxn ang="0">
                  <a:pos x="T6" y="T7"/>
                </a:cxn>
              </a:cxnLst>
              <a:rect l="0" t="0" r="r" b="b"/>
              <a:pathLst>
                <a:path w="33" h="15">
                  <a:moveTo>
                    <a:pt x="0" y="15"/>
                  </a:moveTo>
                  <a:lnTo>
                    <a:pt x="7" y="0"/>
                  </a:lnTo>
                  <a:lnTo>
                    <a:pt x="33" y="15"/>
                  </a:lnTo>
                  <a:lnTo>
                    <a:pt x="0" y="1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3" name="Freeform 55">
              <a:extLst>
                <a:ext uri="{FF2B5EF4-FFF2-40B4-BE49-F238E27FC236}">
                  <a16:creationId xmlns:a16="http://schemas.microsoft.com/office/drawing/2014/main" id="{9815172D-DAA4-ACA8-6D5D-681A2BBAD521}"/>
                </a:ext>
              </a:extLst>
            </p:cNvPr>
            <p:cNvSpPr>
              <a:spLocks noChangeAspect="1"/>
            </p:cNvSpPr>
            <p:nvPr/>
          </p:nvSpPr>
          <p:spPr bwMode="gray">
            <a:xfrm>
              <a:off x="3877" y="1747"/>
              <a:ext cx="923" cy="700"/>
            </a:xfrm>
            <a:custGeom>
              <a:avLst/>
              <a:gdLst>
                <a:gd name="T0" fmla="*/ 12 w 2124"/>
                <a:gd name="T1" fmla="*/ 585 h 1337"/>
                <a:gd name="T2" fmla="*/ 223 w 2124"/>
                <a:gd name="T3" fmla="*/ 503 h 1337"/>
                <a:gd name="T4" fmla="*/ 216 w 2124"/>
                <a:gd name="T5" fmla="*/ 387 h 1337"/>
                <a:gd name="T6" fmla="*/ 324 w 2124"/>
                <a:gd name="T7" fmla="*/ 285 h 1337"/>
                <a:gd name="T8" fmla="*/ 422 w 2124"/>
                <a:gd name="T9" fmla="*/ 235 h 1337"/>
                <a:gd name="T10" fmla="*/ 525 w 2124"/>
                <a:gd name="T11" fmla="*/ 253 h 1337"/>
                <a:gd name="T12" fmla="*/ 594 w 2124"/>
                <a:gd name="T13" fmla="*/ 369 h 1337"/>
                <a:gd name="T14" fmla="*/ 810 w 2124"/>
                <a:gd name="T15" fmla="*/ 475 h 1337"/>
                <a:gd name="T16" fmla="*/ 1080 w 2124"/>
                <a:gd name="T17" fmla="*/ 524 h 1337"/>
                <a:gd name="T18" fmla="*/ 1328 w 2124"/>
                <a:gd name="T19" fmla="*/ 437 h 1337"/>
                <a:gd name="T20" fmla="*/ 1380 w 2124"/>
                <a:gd name="T21" fmla="*/ 389 h 1337"/>
                <a:gd name="T22" fmla="*/ 1590 w 2124"/>
                <a:gd name="T23" fmla="*/ 307 h 1337"/>
                <a:gd name="T24" fmla="*/ 1456 w 2124"/>
                <a:gd name="T25" fmla="*/ 264 h 1337"/>
                <a:gd name="T26" fmla="*/ 1478 w 2124"/>
                <a:gd name="T27" fmla="*/ 163 h 1337"/>
                <a:gd name="T28" fmla="*/ 1581 w 2124"/>
                <a:gd name="T29" fmla="*/ 160 h 1337"/>
                <a:gd name="T30" fmla="*/ 1608 w 2124"/>
                <a:gd name="T31" fmla="*/ 41 h 1337"/>
                <a:gd name="T32" fmla="*/ 1804 w 2124"/>
                <a:gd name="T33" fmla="*/ 27 h 1337"/>
                <a:gd name="T34" fmla="*/ 1974 w 2124"/>
                <a:gd name="T35" fmla="*/ 209 h 1337"/>
                <a:gd name="T36" fmla="*/ 2124 w 2124"/>
                <a:gd name="T37" fmla="*/ 229 h 1337"/>
                <a:gd name="T38" fmla="*/ 1988 w 2124"/>
                <a:gd name="T39" fmla="*/ 395 h 1337"/>
                <a:gd name="T40" fmla="*/ 1974 w 2124"/>
                <a:gd name="T41" fmla="*/ 482 h 1337"/>
                <a:gd name="T42" fmla="*/ 1894 w 2124"/>
                <a:gd name="T43" fmla="*/ 510 h 1337"/>
                <a:gd name="T44" fmla="*/ 1846 w 2124"/>
                <a:gd name="T45" fmla="*/ 526 h 1337"/>
                <a:gd name="T46" fmla="*/ 1656 w 2124"/>
                <a:gd name="T47" fmla="*/ 642 h 1337"/>
                <a:gd name="T48" fmla="*/ 1672 w 2124"/>
                <a:gd name="T49" fmla="*/ 549 h 1337"/>
                <a:gd name="T50" fmla="*/ 1527 w 2124"/>
                <a:gd name="T51" fmla="*/ 650 h 1337"/>
                <a:gd name="T52" fmla="*/ 1635 w 2124"/>
                <a:gd name="T53" fmla="*/ 679 h 1337"/>
                <a:gd name="T54" fmla="*/ 1614 w 2124"/>
                <a:gd name="T55" fmla="*/ 738 h 1337"/>
                <a:gd name="T56" fmla="*/ 1674 w 2124"/>
                <a:gd name="T57" fmla="*/ 915 h 1337"/>
                <a:gd name="T58" fmla="*/ 1674 w 2124"/>
                <a:gd name="T59" fmla="*/ 945 h 1337"/>
                <a:gd name="T60" fmla="*/ 1676 w 2124"/>
                <a:gd name="T61" fmla="*/ 983 h 1337"/>
                <a:gd name="T62" fmla="*/ 1481 w 2124"/>
                <a:gd name="T63" fmla="*/ 1235 h 1337"/>
                <a:gd name="T64" fmla="*/ 1400 w 2124"/>
                <a:gd name="T65" fmla="*/ 1255 h 1337"/>
                <a:gd name="T66" fmla="*/ 1361 w 2124"/>
                <a:gd name="T67" fmla="*/ 1277 h 1337"/>
                <a:gd name="T68" fmla="*/ 1264 w 2124"/>
                <a:gd name="T69" fmla="*/ 1337 h 1337"/>
                <a:gd name="T70" fmla="*/ 1187 w 2124"/>
                <a:gd name="T71" fmla="*/ 1290 h 1337"/>
                <a:gd name="T72" fmla="*/ 989 w 2124"/>
                <a:gd name="T73" fmla="*/ 1256 h 1337"/>
                <a:gd name="T74" fmla="*/ 971 w 2124"/>
                <a:gd name="T75" fmla="*/ 1296 h 1337"/>
                <a:gd name="T76" fmla="*/ 889 w 2124"/>
                <a:gd name="T77" fmla="*/ 1268 h 1337"/>
                <a:gd name="T78" fmla="*/ 829 w 2124"/>
                <a:gd name="T79" fmla="*/ 1206 h 1337"/>
                <a:gd name="T80" fmla="*/ 866 w 2124"/>
                <a:gd name="T81" fmla="*/ 1070 h 1337"/>
                <a:gd name="T82" fmla="*/ 786 w 2124"/>
                <a:gd name="T83" fmla="*/ 1035 h 1337"/>
                <a:gd name="T84" fmla="*/ 626 w 2124"/>
                <a:gd name="T85" fmla="*/ 1060 h 1337"/>
                <a:gd name="T86" fmla="*/ 527 w 2124"/>
                <a:gd name="T87" fmla="*/ 1079 h 1337"/>
                <a:gd name="T88" fmla="*/ 499 w 2124"/>
                <a:gd name="T89" fmla="*/ 1059 h 1337"/>
                <a:gd name="T90" fmla="*/ 365 w 2124"/>
                <a:gd name="T91" fmla="*/ 1005 h 1337"/>
                <a:gd name="T92" fmla="*/ 183 w 2124"/>
                <a:gd name="T93" fmla="*/ 943 h 1337"/>
                <a:gd name="T94" fmla="*/ 204 w 2124"/>
                <a:gd name="T95" fmla="*/ 876 h 1337"/>
                <a:gd name="T96" fmla="*/ 230 w 2124"/>
                <a:gd name="T97" fmla="*/ 769 h 1337"/>
                <a:gd name="T98" fmla="*/ 138 w 2124"/>
                <a:gd name="T99" fmla="*/ 771 h 1337"/>
                <a:gd name="T100" fmla="*/ 35 w 2124"/>
                <a:gd name="T101" fmla="*/ 697 h 1337"/>
                <a:gd name="T102" fmla="*/ 0 w 2124"/>
                <a:gd name="T103" fmla="*/ 636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4" h="1337">
                  <a:moveTo>
                    <a:pt x="0" y="636"/>
                  </a:moveTo>
                  <a:lnTo>
                    <a:pt x="12" y="585"/>
                  </a:lnTo>
                  <a:lnTo>
                    <a:pt x="89" y="574"/>
                  </a:lnTo>
                  <a:lnTo>
                    <a:pt x="223" y="503"/>
                  </a:lnTo>
                  <a:lnTo>
                    <a:pt x="243" y="449"/>
                  </a:lnTo>
                  <a:lnTo>
                    <a:pt x="216" y="387"/>
                  </a:lnTo>
                  <a:lnTo>
                    <a:pt x="300" y="369"/>
                  </a:lnTo>
                  <a:lnTo>
                    <a:pt x="324" y="285"/>
                  </a:lnTo>
                  <a:lnTo>
                    <a:pt x="412" y="289"/>
                  </a:lnTo>
                  <a:lnTo>
                    <a:pt x="422" y="235"/>
                  </a:lnTo>
                  <a:lnTo>
                    <a:pt x="489" y="206"/>
                  </a:lnTo>
                  <a:lnTo>
                    <a:pt x="525" y="253"/>
                  </a:lnTo>
                  <a:lnTo>
                    <a:pt x="573" y="270"/>
                  </a:lnTo>
                  <a:lnTo>
                    <a:pt x="594" y="369"/>
                  </a:lnTo>
                  <a:lnTo>
                    <a:pt x="747" y="407"/>
                  </a:lnTo>
                  <a:lnTo>
                    <a:pt x="810" y="475"/>
                  </a:lnTo>
                  <a:lnTo>
                    <a:pt x="936" y="471"/>
                  </a:lnTo>
                  <a:lnTo>
                    <a:pt x="1080" y="524"/>
                  </a:lnTo>
                  <a:lnTo>
                    <a:pt x="1269" y="475"/>
                  </a:lnTo>
                  <a:lnTo>
                    <a:pt x="1328" y="437"/>
                  </a:lnTo>
                  <a:lnTo>
                    <a:pt x="1328" y="383"/>
                  </a:lnTo>
                  <a:lnTo>
                    <a:pt x="1380" y="389"/>
                  </a:lnTo>
                  <a:lnTo>
                    <a:pt x="1497" y="312"/>
                  </a:lnTo>
                  <a:lnTo>
                    <a:pt x="1590" y="307"/>
                  </a:lnTo>
                  <a:lnTo>
                    <a:pt x="1546" y="248"/>
                  </a:lnTo>
                  <a:lnTo>
                    <a:pt x="1456" y="264"/>
                  </a:lnTo>
                  <a:lnTo>
                    <a:pt x="1455" y="199"/>
                  </a:lnTo>
                  <a:lnTo>
                    <a:pt x="1478" y="163"/>
                  </a:lnTo>
                  <a:lnTo>
                    <a:pt x="1531" y="184"/>
                  </a:lnTo>
                  <a:lnTo>
                    <a:pt x="1581" y="160"/>
                  </a:lnTo>
                  <a:lnTo>
                    <a:pt x="1632" y="72"/>
                  </a:lnTo>
                  <a:lnTo>
                    <a:pt x="1608" y="41"/>
                  </a:lnTo>
                  <a:lnTo>
                    <a:pt x="1734" y="0"/>
                  </a:lnTo>
                  <a:lnTo>
                    <a:pt x="1804" y="27"/>
                  </a:lnTo>
                  <a:lnTo>
                    <a:pt x="1868" y="176"/>
                  </a:lnTo>
                  <a:lnTo>
                    <a:pt x="1974" y="209"/>
                  </a:lnTo>
                  <a:lnTo>
                    <a:pt x="1994" y="263"/>
                  </a:lnTo>
                  <a:lnTo>
                    <a:pt x="2124" y="229"/>
                  </a:lnTo>
                  <a:lnTo>
                    <a:pt x="2064" y="373"/>
                  </a:lnTo>
                  <a:lnTo>
                    <a:pt x="1988" y="395"/>
                  </a:lnTo>
                  <a:lnTo>
                    <a:pt x="1998" y="449"/>
                  </a:lnTo>
                  <a:lnTo>
                    <a:pt x="1974" y="482"/>
                  </a:lnTo>
                  <a:lnTo>
                    <a:pt x="1960" y="471"/>
                  </a:lnTo>
                  <a:lnTo>
                    <a:pt x="1894" y="510"/>
                  </a:lnTo>
                  <a:lnTo>
                    <a:pt x="1894" y="533"/>
                  </a:lnTo>
                  <a:lnTo>
                    <a:pt x="1846" y="526"/>
                  </a:lnTo>
                  <a:lnTo>
                    <a:pt x="1758" y="591"/>
                  </a:lnTo>
                  <a:lnTo>
                    <a:pt x="1656" y="642"/>
                  </a:lnTo>
                  <a:lnTo>
                    <a:pt x="1686" y="574"/>
                  </a:lnTo>
                  <a:lnTo>
                    <a:pt x="1672" y="549"/>
                  </a:lnTo>
                  <a:lnTo>
                    <a:pt x="1531" y="628"/>
                  </a:lnTo>
                  <a:lnTo>
                    <a:pt x="1527" y="650"/>
                  </a:lnTo>
                  <a:lnTo>
                    <a:pt x="1574" y="701"/>
                  </a:lnTo>
                  <a:lnTo>
                    <a:pt x="1635" y="679"/>
                  </a:lnTo>
                  <a:lnTo>
                    <a:pt x="1700" y="697"/>
                  </a:lnTo>
                  <a:lnTo>
                    <a:pt x="1614" y="738"/>
                  </a:lnTo>
                  <a:lnTo>
                    <a:pt x="1582" y="794"/>
                  </a:lnTo>
                  <a:lnTo>
                    <a:pt x="1674" y="915"/>
                  </a:lnTo>
                  <a:lnTo>
                    <a:pt x="1612" y="904"/>
                  </a:lnTo>
                  <a:lnTo>
                    <a:pt x="1674" y="945"/>
                  </a:lnTo>
                  <a:lnTo>
                    <a:pt x="1613" y="972"/>
                  </a:lnTo>
                  <a:lnTo>
                    <a:pt x="1676" y="983"/>
                  </a:lnTo>
                  <a:lnTo>
                    <a:pt x="1559" y="1178"/>
                  </a:lnTo>
                  <a:lnTo>
                    <a:pt x="1481" y="1235"/>
                  </a:lnTo>
                  <a:lnTo>
                    <a:pt x="1405" y="1254"/>
                  </a:lnTo>
                  <a:lnTo>
                    <a:pt x="1400" y="1255"/>
                  </a:lnTo>
                  <a:lnTo>
                    <a:pt x="1380" y="1244"/>
                  </a:lnTo>
                  <a:lnTo>
                    <a:pt x="1361" y="1277"/>
                  </a:lnTo>
                  <a:lnTo>
                    <a:pt x="1270" y="1296"/>
                  </a:lnTo>
                  <a:lnTo>
                    <a:pt x="1264" y="1337"/>
                  </a:lnTo>
                  <a:lnTo>
                    <a:pt x="1248" y="1288"/>
                  </a:lnTo>
                  <a:lnTo>
                    <a:pt x="1187" y="1290"/>
                  </a:lnTo>
                  <a:lnTo>
                    <a:pt x="1092" y="1230"/>
                  </a:lnTo>
                  <a:lnTo>
                    <a:pt x="989" y="1256"/>
                  </a:lnTo>
                  <a:lnTo>
                    <a:pt x="968" y="1257"/>
                  </a:lnTo>
                  <a:lnTo>
                    <a:pt x="971" y="1296"/>
                  </a:lnTo>
                  <a:lnTo>
                    <a:pt x="955" y="1287"/>
                  </a:lnTo>
                  <a:lnTo>
                    <a:pt x="889" y="1268"/>
                  </a:lnTo>
                  <a:lnTo>
                    <a:pt x="869" y="1197"/>
                  </a:lnTo>
                  <a:lnTo>
                    <a:pt x="829" y="1206"/>
                  </a:lnTo>
                  <a:lnTo>
                    <a:pt x="867" y="1103"/>
                  </a:lnTo>
                  <a:lnTo>
                    <a:pt x="866" y="1070"/>
                  </a:lnTo>
                  <a:lnTo>
                    <a:pt x="823" y="1049"/>
                  </a:lnTo>
                  <a:lnTo>
                    <a:pt x="786" y="1035"/>
                  </a:lnTo>
                  <a:lnTo>
                    <a:pt x="775" y="998"/>
                  </a:lnTo>
                  <a:lnTo>
                    <a:pt x="626" y="1060"/>
                  </a:lnTo>
                  <a:lnTo>
                    <a:pt x="561" y="1043"/>
                  </a:lnTo>
                  <a:lnTo>
                    <a:pt x="527" y="1079"/>
                  </a:lnTo>
                  <a:lnTo>
                    <a:pt x="522" y="1053"/>
                  </a:lnTo>
                  <a:lnTo>
                    <a:pt x="499" y="1059"/>
                  </a:lnTo>
                  <a:lnTo>
                    <a:pt x="424" y="1059"/>
                  </a:lnTo>
                  <a:lnTo>
                    <a:pt x="365" y="1005"/>
                  </a:lnTo>
                  <a:lnTo>
                    <a:pt x="255" y="969"/>
                  </a:lnTo>
                  <a:lnTo>
                    <a:pt x="183" y="943"/>
                  </a:lnTo>
                  <a:lnTo>
                    <a:pt x="166" y="883"/>
                  </a:lnTo>
                  <a:lnTo>
                    <a:pt x="204" y="876"/>
                  </a:lnTo>
                  <a:lnTo>
                    <a:pt x="181" y="828"/>
                  </a:lnTo>
                  <a:lnTo>
                    <a:pt x="230" y="769"/>
                  </a:lnTo>
                  <a:lnTo>
                    <a:pt x="192" y="749"/>
                  </a:lnTo>
                  <a:lnTo>
                    <a:pt x="138" y="771"/>
                  </a:lnTo>
                  <a:lnTo>
                    <a:pt x="31" y="706"/>
                  </a:lnTo>
                  <a:lnTo>
                    <a:pt x="35" y="697"/>
                  </a:lnTo>
                  <a:lnTo>
                    <a:pt x="36" y="651"/>
                  </a:lnTo>
                  <a:lnTo>
                    <a:pt x="0" y="63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4" name="Freeform 56">
              <a:extLst>
                <a:ext uri="{FF2B5EF4-FFF2-40B4-BE49-F238E27FC236}">
                  <a16:creationId xmlns:a16="http://schemas.microsoft.com/office/drawing/2014/main" id="{AB7418CF-669C-6F45-B1C2-55B86A02E3D9}"/>
                </a:ext>
              </a:extLst>
            </p:cNvPr>
            <p:cNvSpPr>
              <a:spLocks noChangeAspect="1"/>
            </p:cNvSpPr>
            <p:nvPr/>
          </p:nvSpPr>
          <p:spPr bwMode="gray">
            <a:xfrm>
              <a:off x="4405" y="2453"/>
              <a:ext cx="32" cy="30"/>
            </a:xfrm>
            <a:custGeom>
              <a:avLst/>
              <a:gdLst>
                <a:gd name="T0" fmla="*/ 0 w 75"/>
                <a:gd name="T1" fmla="*/ 51 h 64"/>
                <a:gd name="T2" fmla="*/ 24 w 75"/>
                <a:gd name="T3" fmla="*/ 0 h 64"/>
                <a:gd name="T4" fmla="*/ 75 w 75"/>
                <a:gd name="T5" fmla="*/ 11 h 64"/>
                <a:gd name="T6" fmla="*/ 34 w 75"/>
                <a:gd name="T7" fmla="*/ 64 h 64"/>
                <a:gd name="T8" fmla="*/ 0 w 75"/>
                <a:gd name="T9" fmla="*/ 51 h 64"/>
              </a:gdLst>
              <a:ahLst/>
              <a:cxnLst>
                <a:cxn ang="0">
                  <a:pos x="T0" y="T1"/>
                </a:cxn>
                <a:cxn ang="0">
                  <a:pos x="T2" y="T3"/>
                </a:cxn>
                <a:cxn ang="0">
                  <a:pos x="T4" y="T5"/>
                </a:cxn>
                <a:cxn ang="0">
                  <a:pos x="T6" y="T7"/>
                </a:cxn>
                <a:cxn ang="0">
                  <a:pos x="T8" y="T9"/>
                </a:cxn>
              </a:cxnLst>
              <a:rect l="0" t="0" r="r" b="b"/>
              <a:pathLst>
                <a:path w="75" h="64">
                  <a:moveTo>
                    <a:pt x="0" y="51"/>
                  </a:moveTo>
                  <a:lnTo>
                    <a:pt x="24" y="0"/>
                  </a:lnTo>
                  <a:lnTo>
                    <a:pt x="75" y="11"/>
                  </a:lnTo>
                  <a:lnTo>
                    <a:pt x="34" y="64"/>
                  </a:lnTo>
                  <a:lnTo>
                    <a:pt x="0" y="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5" name="Freeform 57">
              <a:extLst>
                <a:ext uri="{FF2B5EF4-FFF2-40B4-BE49-F238E27FC236}">
                  <a16:creationId xmlns:a16="http://schemas.microsoft.com/office/drawing/2014/main" id="{C8AC1DB1-5CA4-99BC-300A-2498AC253F14}"/>
                </a:ext>
              </a:extLst>
            </p:cNvPr>
            <p:cNvSpPr>
              <a:spLocks noChangeAspect="1"/>
            </p:cNvSpPr>
            <p:nvPr/>
          </p:nvSpPr>
          <p:spPr bwMode="gray">
            <a:xfrm>
              <a:off x="4576" y="2356"/>
              <a:ext cx="28" cy="59"/>
            </a:xfrm>
            <a:custGeom>
              <a:avLst/>
              <a:gdLst>
                <a:gd name="T0" fmla="*/ 0 w 63"/>
                <a:gd name="T1" fmla="*/ 47 h 114"/>
                <a:gd name="T2" fmla="*/ 25 w 63"/>
                <a:gd name="T3" fmla="*/ 114 h 114"/>
                <a:gd name="T4" fmla="*/ 63 w 63"/>
                <a:gd name="T5" fmla="*/ 0 h 114"/>
                <a:gd name="T6" fmla="*/ 30 w 63"/>
                <a:gd name="T7" fmla="*/ 1 h 114"/>
                <a:gd name="T8" fmla="*/ 0 w 63"/>
                <a:gd name="T9" fmla="*/ 47 h 114"/>
              </a:gdLst>
              <a:ahLst/>
              <a:cxnLst>
                <a:cxn ang="0">
                  <a:pos x="T0" y="T1"/>
                </a:cxn>
                <a:cxn ang="0">
                  <a:pos x="T2" y="T3"/>
                </a:cxn>
                <a:cxn ang="0">
                  <a:pos x="T4" y="T5"/>
                </a:cxn>
                <a:cxn ang="0">
                  <a:pos x="T6" y="T7"/>
                </a:cxn>
                <a:cxn ang="0">
                  <a:pos x="T8" y="T9"/>
                </a:cxn>
              </a:cxnLst>
              <a:rect l="0" t="0" r="r" b="b"/>
              <a:pathLst>
                <a:path w="63" h="114">
                  <a:moveTo>
                    <a:pt x="0" y="47"/>
                  </a:moveTo>
                  <a:lnTo>
                    <a:pt x="25" y="114"/>
                  </a:lnTo>
                  <a:lnTo>
                    <a:pt x="63" y="0"/>
                  </a:lnTo>
                  <a:lnTo>
                    <a:pt x="30" y="1"/>
                  </a:lnTo>
                  <a:lnTo>
                    <a:pt x="0" y="4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6" name="Freeform 58">
              <a:extLst>
                <a:ext uri="{FF2B5EF4-FFF2-40B4-BE49-F238E27FC236}">
                  <a16:creationId xmlns:a16="http://schemas.microsoft.com/office/drawing/2014/main" id="{B55B53D9-7BD6-AE56-B49C-A869FAFB69EF}"/>
                </a:ext>
              </a:extLst>
            </p:cNvPr>
            <p:cNvSpPr>
              <a:spLocks noChangeAspect="1"/>
            </p:cNvSpPr>
            <p:nvPr/>
          </p:nvSpPr>
          <p:spPr bwMode="gray">
            <a:xfrm>
              <a:off x="1576" y="2591"/>
              <a:ext cx="183" cy="301"/>
            </a:xfrm>
            <a:custGeom>
              <a:avLst/>
              <a:gdLst>
                <a:gd name="T0" fmla="*/ 0 w 415"/>
                <a:gd name="T1" fmla="*/ 381 h 572"/>
                <a:gd name="T2" fmla="*/ 51 w 415"/>
                <a:gd name="T3" fmla="*/ 422 h 572"/>
                <a:gd name="T4" fmla="*/ 124 w 415"/>
                <a:gd name="T5" fmla="*/ 433 h 572"/>
                <a:gd name="T6" fmla="*/ 200 w 415"/>
                <a:gd name="T7" fmla="*/ 510 h 572"/>
                <a:gd name="T8" fmla="*/ 299 w 415"/>
                <a:gd name="T9" fmla="*/ 517 h 572"/>
                <a:gd name="T10" fmla="*/ 285 w 415"/>
                <a:gd name="T11" fmla="*/ 557 h 572"/>
                <a:gd name="T12" fmla="*/ 309 w 415"/>
                <a:gd name="T13" fmla="*/ 572 h 572"/>
                <a:gd name="T14" fmla="*/ 325 w 415"/>
                <a:gd name="T15" fmla="*/ 472 h 572"/>
                <a:gd name="T16" fmla="*/ 305 w 415"/>
                <a:gd name="T17" fmla="*/ 411 h 572"/>
                <a:gd name="T18" fmla="*/ 338 w 415"/>
                <a:gd name="T19" fmla="*/ 408 h 572"/>
                <a:gd name="T20" fmla="*/ 313 w 415"/>
                <a:gd name="T21" fmla="*/ 373 h 572"/>
                <a:gd name="T22" fmla="*/ 396 w 415"/>
                <a:gd name="T23" fmla="*/ 359 h 572"/>
                <a:gd name="T24" fmla="*/ 415 w 415"/>
                <a:gd name="T25" fmla="*/ 384 h 572"/>
                <a:gd name="T26" fmla="*/ 385 w 415"/>
                <a:gd name="T27" fmla="*/ 334 h 572"/>
                <a:gd name="T28" fmla="*/ 395 w 415"/>
                <a:gd name="T29" fmla="*/ 214 h 572"/>
                <a:gd name="T30" fmla="*/ 327 w 415"/>
                <a:gd name="T31" fmla="*/ 217 h 572"/>
                <a:gd name="T32" fmla="*/ 305 w 415"/>
                <a:gd name="T33" fmla="*/ 189 h 572"/>
                <a:gd name="T34" fmla="*/ 237 w 415"/>
                <a:gd name="T35" fmla="*/ 181 h 572"/>
                <a:gd name="T36" fmla="*/ 194 w 415"/>
                <a:gd name="T37" fmla="*/ 112 h 572"/>
                <a:gd name="T38" fmla="*/ 260 w 415"/>
                <a:gd name="T39" fmla="*/ 20 h 572"/>
                <a:gd name="T40" fmla="*/ 252 w 415"/>
                <a:gd name="T41" fmla="*/ 0 h 572"/>
                <a:gd name="T42" fmla="*/ 134 w 415"/>
                <a:gd name="T43" fmla="*/ 49 h 572"/>
                <a:gd name="T44" fmla="*/ 71 w 415"/>
                <a:gd name="T45" fmla="*/ 153 h 572"/>
                <a:gd name="T46" fmla="*/ 50 w 415"/>
                <a:gd name="T47" fmla="*/ 128 h 572"/>
                <a:gd name="T48" fmla="*/ 33 w 415"/>
                <a:gd name="T49" fmla="*/ 178 h 572"/>
                <a:gd name="T50" fmla="*/ 50 w 415"/>
                <a:gd name="T51" fmla="*/ 292 h 572"/>
                <a:gd name="T52" fmla="*/ 64 w 415"/>
                <a:gd name="T53" fmla="*/ 292 h 572"/>
                <a:gd name="T54" fmla="*/ 0 w 415"/>
                <a:gd name="T55" fmla="*/ 381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 h="572">
                  <a:moveTo>
                    <a:pt x="0" y="381"/>
                  </a:moveTo>
                  <a:lnTo>
                    <a:pt x="51" y="422"/>
                  </a:lnTo>
                  <a:lnTo>
                    <a:pt x="124" y="433"/>
                  </a:lnTo>
                  <a:lnTo>
                    <a:pt x="200" y="510"/>
                  </a:lnTo>
                  <a:lnTo>
                    <a:pt x="299" y="517"/>
                  </a:lnTo>
                  <a:lnTo>
                    <a:pt x="285" y="557"/>
                  </a:lnTo>
                  <a:lnTo>
                    <a:pt x="309" y="572"/>
                  </a:lnTo>
                  <a:lnTo>
                    <a:pt x="325" y="472"/>
                  </a:lnTo>
                  <a:lnTo>
                    <a:pt x="305" y="411"/>
                  </a:lnTo>
                  <a:lnTo>
                    <a:pt x="338" y="408"/>
                  </a:lnTo>
                  <a:lnTo>
                    <a:pt x="313" y="373"/>
                  </a:lnTo>
                  <a:lnTo>
                    <a:pt x="396" y="359"/>
                  </a:lnTo>
                  <a:lnTo>
                    <a:pt x="415" y="384"/>
                  </a:lnTo>
                  <a:lnTo>
                    <a:pt x="385" y="334"/>
                  </a:lnTo>
                  <a:lnTo>
                    <a:pt x="395" y="214"/>
                  </a:lnTo>
                  <a:lnTo>
                    <a:pt x="327" y="217"/>
                  </a:lnTo>
                  <a:lnTo>
                    <a:pt x="305" y="189"/>
                  </a:lnTo>
                  <a:lnTo>
                    <a:pt x="237" y="181"/>
                  </a:lnTo>
                  <a:lnTo>
                    <a:pt x="194" y="112"/>
                  </a:lnTo>
                  <a:lnTo>
                    <a:pt x="260" y="20"/>
                  </a:lnTo>
                  <a:lnTo>
                    <a:pt x="252" y="0"/>
                  </a:lnTo>
                  <a:lnTo>
                    <a:pt x="134" y="49"/>
                  </a:lnTo>
                  <a:lnTo>
                    <a:pt x="71" y="153"/>
                  </a:lnTo>
                  <a:lnTo>
                    <a:pt x="50" y="128"/>
                  </a:lnTo>
                  <a:lnTo>
                    <a:pt x="33" y="178"/>
                  </a:lnTo>
                  <a:lnTo>
                    <a:pt x="50" y="292"/>
                  </a:lnTo>
                  <a:lnTo>
                    <a:pt x="64" y="292"/>
                  </a:lnTo>
                  <a:lnTo>
                    <a:pt x="0" y="38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7" name="Freeform 59">
              <a:extLst>
                <a:ext uri="{FF2B5EF4-FFF2-40B4-BE49-F238E27FC236}">
                  <a16:creationId xmlns:a16="http://schemas.microsoft.com/office/drawing/2014/main" id="{517606FD-8A64-A3DA-DAEC-793714772641}"/>
                </a:ext>
              </a:extLst>
            </p:cNvPr>
            <p:cNvSpPr>
              <a:spLocks noChangeAspect="1"/>
            </p:cNvSpPr>
            <p:nvPr/>
          </p:nvSpPr>
          <p:spPr bwMode="gray">
            <a:xfrm>
              <a:off x="1477" y="2617"/>
              <a:ext cx="45" cy="50"/>
            </a:xfrm>
            <a:custGeom>
              <a:avLst/>
              <a:gdLst>
                <a:gd name="T0" fmla="*/ 0 w 109"/>
                <a:gd name="T1" fmla="*/ 0 h 93"/>
                <a:gd name="T2" fmla="*/ 1 w 109"/>
                <a:gd name="T3" fmla="*/ 37 h 93"/>
                <a:gd name="T4" fmla="*/ 25 w 109"/>
                <a:gd name="T5" fmla="*/ 31 h 93"/>
                <a:gd name="T6" fmla="*/ 93 w 109"/>
                <a:gd name="T7" fmla="*/ 93 h 93"/>
                <a:gd name="T8" fmla="*/ 109 w 109"/>
                <a:gd name="T9" fmla="*/ 47 h 93"/>
                <a:gd name="T10" fmla="*/ 72 w 109"/>
                <a:gd name="T11" fmla="*/ 4 h 93"/>
                <a:gd name="T12" fmla="*/ 0 w 109"/>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09" h="93">
                  <a:moveTo>
                    <a:pt x="0" y="0"/>
                  </a:moveTo>
                  <a:lnTo>
                    <a:pt x="1" y="37"/>
                  </a:lnTo>
                  <a:lnTo>
                    <a:pt x="25" y="31"/>
                  </a:lnTo>
                  <a:lnTo>
                    <a:pt x="93" y="93"/>
                  </a:lnTo>
                  <a:lnTo>
                    <a:pt x="109" y="47"/>
                  </a:lnTo>
                  <a:lnTo>
                    <a:pt x="72" y="4"/>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8" name="Freeform 60">
              <a:extLst>
                <a:ext uri="{FF2B5EF4-FFF2-40B4-BE49-F238E27FC236}">
                  <a16:creationId xmlns:a16="http://schemas.microsoft.com/office/drawing/2014/main" id="{366C2D23-C3B0-3AE8-E856-E65853EBAA32}"/>
                </a:ext>
              </a:extLst>
            </p:cNvPr>
            <p:cNvSpPr>
              <a:spLocks noChangeAspect="1"/>
            </p:cNvSpPr>
            <p:nvPr/>
          </p:nvSpPr>
          <p:spPr bwMode="gray">
            <a:xfrm>
              <a:off x="1487" y="2394"/>
              <a:ext cx="162" cy="59"/>
            </a:xfrm>
            <a:custGeom>
              <a:avLst/>
              <a:gdLst>
                <a:gd name="T0" fmla="*/ 0 w 373"/>
                <a:gd name="T1" fmla="*/ 45 h 116"/>
                <a:gd name="T2" fmla="*/ 50 w 373"/>
                <a:gd name="T3" fmla="*/ 5 h 116"/>
                <a:gd name="T4" fmla="*/ 145 w 373"/>
                <a:gd name="T5" fmla="*/ 0 h 116"/>
                <a:gd name="T6" fmla="*/ 373 w 373"/>
                <a:gd name="T7" fmla="*/ 99 h 116"/>
                <a:gd name="T8" fmla="*/ 252 w 373"/>
                <a:gd name="T9" fmla="*/ 116 h 116"/>
                <a:gd name="T10" fmla="*/ 273 w 373"/>
                <a:gd name="T11" fmla="*/ 94 h 116"/>
                <a:gd name="T12" fmla="*/ 215 w 373"/>
                <a:gd name="T13" fmla="*/ 56 h 116"/>
                <a:gd name="T14" fmla="*/ 101 w 373"/>
                <a:gd name="T15" fmla="*/ 36 h 116"/>
                <a:gd name="T16" fmla="*/ 107 w 373"/>
                <a:gd name="T17" fmla="*/ 18 h 116"/>
                <a:gd name="T18" fmla="*/ 0 w 373"/>
                <a:gd name="T19" fmla="*/ 4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3" h="116">
                  <a:moveTo>
                    <a:pt x="0" y="45"/>
                  </a:moveTo>
                  <a:lnTo>
                    <a:pt x="50" y="5"/>
                  </a:lnTo>
                  <a:lnTo>
                    <a:pt x="145" y="0"/>
                  </a:lnTo>
                  <a:lnTo>
                    <a:pt x="373" y="99"/>
                  </a:lnTo>
                  <a:lnTo>
                    <a:pt x="252" y="116"/>
                  </a:lnTo>
                  <a:lnTo>
                    <a:pt x="273" y="94"/>
                  </a:lnTo>
                  <a:lnTo>
                    <a:pt x="215" y="56"/>
                  </a:lnTo>
                  <a:lnTo>
                    <a:pt x="101" y="36"/>
                  </a:lnTo>
                  <a:lnTo>
                    <a:pt x="107" y="18"/>
                  </a:lnTo>
                  <a:lnTo>
                    <a:pt x="0" y="4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89" name="Freeform 61">
              <a:extLst>
                <a:ext uri="{FF2B5EF4-FFF2-40B4-BE49-F238E27FC236}">
                  <a16:creationId xmlns:a16="http://schemas.microsoft.com/office/drawing/2014/main" id="{B378A2EE-DFC8-0390-2565-AE95FC26B8F6}"/>
                </a:ext>
              </a:extLst>
            </p:cNvPr>
            <p:cNvSpPr>
              <a:spLocks noChangeAspect="1"/>
            </p:cNvSpPr>
            <p:nvPr/>
          </p:nvSpPr>
          <p:spPr bwMode="gray">
            <a:xfrm>
              <a:off x="2946" y="1804"/>
              <a:ext cx="158" cy="78"/>
            </a:xfrm>
            <a:custGeom>
              <a:avLst/>
              <a:gdLst>
                <a:gd name="T0" fmla="*/ 0 w 365"/>
                <a:gd name="T1" fmla="*/ 37 h 151"/>
                <a:gd name="T2" fmla="*/ 63 w 365"/>
                <a:gd name="T3" fmla="*/ 107 h 151"/>
                <a:gd name="T4" fmla="*/ 165 w 365"/>
                <a:gd name="T5" fmla="*/ 104 h 151"/>
                <a:gd name="T6" fmla="*/ 180 w 365"/>
                <a:gd name="T7" fmla="*/ 136 h 151"/>
                <a:gd name="T8" fmla="*/ 227 w 365"/>
                <a:gd name="T9" fmla="*/ 151 h 151"/>
                <a:gd name="T10" fmla="*/ 307 w 365"/>
                <a:gd name="T11" fmla="*/ 116 h 151"/>
                <a:gd name="T12" fmla="*/ 354 w 365"/>
                <a:gd name="T13" fmla="*/ 124 h 151"/>
                <a:gd name="T14" fmla="*/ 365 w 365"/>
                <a:gd name="T15" fmla="*/ 92 h 151"/>
                <a:gd name="T16" fmla="*/ 277 w 365"/>
                <a:gd name="T17" fmla="*/ 83 h 151"/>
                <a:gd name="T18" fmla="*/ 96 w 365"/>
                <a:gd name="T19" fmla="*/ 15 h 151"/>
                <a:gd name="T20" fmla="*/ 77 w 365"/>
                <a:gd name="T21" fmla="*/ 0 h 151"/>
                <a:gd name="T22" fmla="*/ 0 w 365"/>
                <a:gd name="T23" fmla="*/ 3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5" h="151">
                  <a:moveTo>
                    <a:pt x="0" y="37"/>
                  </a:moveTo>
                  <a:lnTo>
                    <a:pt x="63" y="107"/>
                  </a:lnTo>
                  <a:lnTo>
                    <a:pt x="165" y="104"/>
                  </a:lnTo>
                  <a:lnTo>
                    <a:pt x="180" y="136"/>
                  </a:lnTo>
                  <a:lnTo>
                    <a:pt x="227" y="151"/>
                  </a:lnTo>
                  <a:lnTo>
                    <a:pt x="307" y="116"/>
                  </a:lnTo>
                  <a:lnTo>
                    <a:pt x="354" y="124"/>
                  </a:lnTo>
                  <a:lnTo>
                    <a:pt x="365" y="92"/>
                  </a:lnTo>
                  <a:lnTo>
                    <a:pt x="277" y="83"/>
                  </a:lnTo>
                  <a:lnTo>
                    <a:pt x="96" y="15"/>
                  </a:lnTo>
                  <a:lnTo>
                    <a:pt x="77" y="0"/>
                  </a:lnTo>
                  <a:lnTo>
                    <a:pt x="0" y="3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0" name="Freeform 62">
              <a:extLst>
                <a:ext uri="{FF2B5EF4-FFF2-40B4-BE49-F238E27FC236}">
                  <a16:creationId xmlns:a16="http://schemas.microsoft.com/office/drawing/2014/main" id="{884A8620-DD73-A4FE-51AA-CE62A098B1C2}"/>
                </a:ext>
              </a:extLst>
            </p:cNvPr>
            <p:cNvSpPr>
              <a:spLocks noChangeAspect="1"/>
            </p:cNvSpPr>
            <p:nvPr/>
          </p:nvSpPr>
          <p:spPr bwMode="gray">
            <a:xfrm>
              <a:off x="2889" y="1643"/>
              <a:ext cx="40" cy="70"/>
            </a:xfrm>
            <a:custGeom>
              <a:avLst/>
              <a:gdLst>
                <a:gd name="T0" fmla="*/ 0 w 92"/>
                <a:gd name="T1" fmla="*/ 106 h 139"/>
                <a:gd name="T2" fmla="*/ 7 w 92"/>
                <a:gd name="T3" fmla="*/ 38 h 139"/>
                <a:gd name="T4" fmla="*/ 80 w 92"/>
                <a:gd name="T5" fmla="*/ 0 h 139"/>
                <a:gd name="T6" fmla="*/ 66 w 92"/>
                <a:gd name="T7" fmla="*/ 54 h 139"/>
                <a:gd name="T8" fmla="*/ 92 w 92"/>
                <a:gd name="T9" fmla="*/ 69 h 139"/>
                <a:gd name="T10" fmla="*/ 47 w 92"/>
                <a:gd name="T11" fmla="*/ 99 h 139"/>
                <a:gd name="T12" fmla="*/ 46 w 92"/>
                <a:gd name="T13" fmla="*/ 139 h 139"/>
                <a:gd name="T14" fmla="*/ 18 w 92"/>
                <a:gd name="T15" fmla="*/ 139 h 139"/>
                <a:gd name="T16" fmla="*/ 0 w 92"/>
                <a:gd name="T17" fmla="*/ 10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9">
                  <a:moveTo>
                    <a:pt x="0" y="106"/>
                  </a:moveTo>
                  <a:lnTo>
                    <a:pt x="7" y="38"/>
                  </a:lnTo>
                  <a:lnTo>
                    <a:pt x="80" y="0"/>
                  </a:lnTo>
                  <a:lnTo>
                    <a:pt x="66" y="54"/>
                  </a:lnTo>
                  <a:lnTo>
                    <a:pt x="92" y="69"/>
                  </a:lnTo>
                  <a:lnTo>
                    <a:pt x="47" y="99"/>
                  </a:lnTo>
                  <a:lnTo>
                    <a:pt x="46" y="139"/>
                  </a:lnTo>
                  <a:lnTo>
                    <a:pt x="18" y="139"/>
                  </a:lnTo>
                  <a:lnTo>
                    <a:pt x="0" y="10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1" name="Freeform 63">
              <a:extLst>
                <a:ext uri="{FF2B5EF4-FFF2-40B4-BE49-F238E27FC236}">
                  <a16:creationId xmlns:a16="http://schemas.microsoft.com/office/drawing/2014/main" id="{8AB06091-DE9C-964D-6FEA-CB38123CE686}"/>
                </a:ext>
              </a:extLst>
            </p:cNvPr>
            <p:cNvSpPr>
              <a:spLocks noChangeAspect="1"/>
            </p:cNvSpPr>
            <p:nvPr/>
          </p:nvSpPr>
          <p:spPr bwMode="gray">
            <a:xfrm>
              <a:off x="2934" y="1682"/>
              <a:ext cx="24" cy="29"/>
            </a:xfrm>
            <a:custGeom>
              <a:avLst/>
              <a:gdLst>
                <a:gd name="T0" fmla="*/ 0 w 55"/>
                <a:gd name="T1" fmla="*/ 29 h 58"/>
                <a:gd name="T2" fmla="*/ 41 w 55"/>
                <a:gd name="T3" fmla="*/ 58 h 58"/>
                <a:gd name="T4" fmla="*/ 55 w 55"/>
                <a:gd name="T5" fmla="*/ 28 h 58"/>
                <a:gd name="T6" fmla="*/ 45 w 55"/>
                <a:gd name="T7" fmla="*/ 0 h 58"/>
                <a:gd name="T8" fmla="*/ 0 w 55"/>
                <a:gd name="T9" fmla="*/ 29 h 58"/>
              </a:gdLst>
              <a:ahLst/>
              <a:cxnLst>
                <a:cxn ang="0">
                  <a:pos x="T0" y="T1"/>
                </a:cxn>
                <a:cxn ang="0">
                  <a:pos x="T2" y="T3"/>
                </a:cxn>
                <a:cxn ang="0">
                  <a:pos x="T4" y="T5"/>
                </a:cxn>
                <a:cxn ang="0">
                  <a:pos x="T6" y="T7"/>
                </a:cxn>
                <a:cxn ang="0">
                  <a:pos x="T8" y="T9"/>
                </a:cxn>
              </a:cxnLst>
              <a:rect l="0" t="0" r="r" b="b"/>
              <a:pathLst>
                <a:path w="55" h="58">
                  <a:moveTo>
                    <a:pt x="0" y="29"/>
                  </a:moveTo>
                  <a:lnTo>
                    <a:pt x="41" y="58"/>
                  </a:lnTo>
                  <a:lnTo>
                    <a:pt x="55" y="28"/>
                  </a:lnTo>
                  <a:lnTo>
                    <a:pt x="45" y="0"/>
                  </a:lnTo>
                  <a:lnTo>
                    <a:pt x="0" y="2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2" name="Freeform 64">
              <a:extLst>
                <a:ext uri="{FF2B5EF4-FFF2-40B4-BE49-F238E27FC236}">
                  <a16:creationId xmlns:a16="http://schemas.microsoft.com/office/drawing/2014/main" id="{DB6C2A86-C814-0E7E-E34B-290DE6750106}"/>
                </a:ext>
              </a:extLst>
            </p:cNvPr>
            <p:cNvSpPr>
              <a:spLocks noChangeAspect="1"/>
            </p:cNvSpPr>
            <p:nvPr/>
          </p:nvSpPr>
          <p:spPr bwMode="gray">
            <a:xfrm>
              <a:off x="1683" y="2453"/>
              <a:ext cx="50" cy="38"/>
            </a:xfrm>
            <a:custGeom>
              <a:avLst/>
              <a:gdLst>
                <a:gd name="T0" fmla="*/ 0 w 117"/>
                <a:gd name="T1" fmla="*/ 0 h 66"/>
                <a:gd name="T2" fmla="*/ 0 w 117"/>
                <a:gd name="T3" fmla="*/ 66 h 66"/>
                <a:gd name="T4" fmla="*/ 117 w 117"/>
                <a:gd name="T5" fmla="*/ 46 h 66"/>
                <a:gd name="T6" fmla="*/ 66 w 117"/>
                <a:gd name="T7" fmla="*/ 8 h 66"/>
                <a:gd name="T8" fmla="*/ 0 w 117"/>
                <a:gd name="T9" fmla="*/ 0 h 66"/>
              </a:gdLst>
              <a:ahLst/>
              <a:cxnLst>
                <a:cxn ang="0">
                  <a:pos x="T0" y="T1"/>
                </a:cxn>
                <a:cxn ang="0">
                  <a:pos x="T2" y="T3"/>
                </a:cxn>
                <a:cxn ang="0">
                  <a:pos x="T4" y="T5"/>
                </a:cxn>
                <a:cxn ang="0">
                  <a:pos x="T6" y="T7"/>
                </a:cxn>
                <a:cxn ang="0">
                  <a:pos x="T8" y="T9"/>
                </a:cxn>
              </a:cxnLst>
              <a:rect l="0" t="0" r="r" b="b"/>
              <a:pathLst>
                <a:path w="117" h="66">
                  <a:moveTo>
                    <a:pt x="0" y="0"/>
                  </a:moveTo>
                  <a:lnTo>
                    <a:pt x="0" y="66"/>
                  </a:lnTo>
                  <a:lnTo>
                    <a:pt x="117" y="46"/>
                  </a:lnTo>
                  <a:lnTo>
                    <a:pt x="66" y="8"/>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3" name="Freeform 65">
              <a:extLst>
                <a:ext uri="{FF2B5EF4-FFF2-40B4-BE49-F238E27FC236}">
                  <a16:creationId xmlns:a16="http://schemas.microsoft.com/office/drawing/2014/main" id="{F9D2A8B6-1B4A-C174-3759-D67537FF9D99}"/>
                </a:ext>
              </a:extLst>
            </p:cNvPr>
            <p:cNvSpPr>
              <a:spLocks noChangeAspect="1"/>
            </p:cNvSpPr>
            <p:nvPr/>
          </p:nvSpPr>
          <p:spPr bwMode="gray">
            <a:xfrm>
              <a:off x="1548" y="2790"/>
              <a:ext cx="86" cy="116"/>
            </a:xfrm>
            <a:custGeom>
              <a:avLst/>
              <a:gdLst>
                <a:gd name="T0" fmla="*/ 0 w 193"/>
                <a:gd name="T1" fmla="*/ 82 h 215"/>
                <a:gd name="T2" fmla="*/ 1 w 193"/>
                <a:gd name="T3" fmla="*/ 125 h 215"/>
                <a:gd name="T4" fmla="*/ 37 w 193"/>
                <a:gd name="T5" fmla="*/ 136 h 215"/>
                <a:gd name="T6" fmla="*/ 17 w 193"/>
                <a:gd name="T7" fmla="*/ 170 h 215"/>
                <a:gd name="T8" fmla="*/ 12 w 193"/>
                <a:gd name="T9" fmla="*/ 206 h 215"/>
                <a:gd name="T10" fmla="*/ 58 w 193"/>
                <a:gd name="T11" fmla="*/ 215 h 215"/>
                <a:gd name="T12" fmla="*/ 98 w 193"/>
                <a:gd name="T13" fmla="*/ 156 h 215"/>
                <a:gd name="T14" fmla="*/ 176 w 193"/>
                <a:gd name="T15" fmla="*/ 108 h 215"/>
                <a:gd name="T16" fmla="*/ 193 w 193"/>
                <a:gd name="T17" fmla="*/ 52 h 215"/>
                <a:gd name="T18" fmla="*/ 120 w 193"/>
                <a:gd name="T19" fmla="*/ 41 h 215"/>
                <a:gd name="T20" fmla="*/ 69 w 193"/>
                <a:gd name="T21" fmla="*/ 0 h 215"/>
                <a:gd name="T22" fmla="*/ 25 w 193"/>
                <a:gd name="T23" fmla="*/ 21 h 215"/>
                <a:gd name="T24" fmla="*/ 0 w 193"/>
                <a:gd name="T25" fmla="*/ 8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215">
                  <a:moveTo>
                    <a:pt x="0" y="82"/>
                  </a:moveTo>
                  <a:lnTo>
                    <a:pt x="1" y="125"/>
                  </a:lnTo>
                  <a:lnTo>
                    <a:pt x="37" y="136"/>
                  </a:lnTo>
                  <a:lnTo>
                    <a:pt x="17" y="170"/>
                  </a:lnTo>
                  <a:lnTo>
                    <a:pt x="12" y="206"/>
                  </a:lnTo>
                  <a:lnTo>
                    <a:pt x="58" y="215"/>
                  </a:lnTo>
                  <a:lnTo>
                    <a:pt x="98" y="156"/>
                  </a:lnTo>
                  <a:lnTo>
                    <a:pt x="176" y="108"/>
                  </a:lnTo>
                  <a:lnTo>
                    <a:pt x="193" y="52"/>
                  </a:lnTo>
                  <a:lnTo>
                    <a:pt x="120" y="41"/>
                  </a:lnTo>
                  <a:lnTo>
                    <a:pt x="69" y="0"/>
                  </a:lnTo>
                  <a:lnTo>
                    <a:pt x="25" y="21"/>
                  </a:lnTo>
                  <a:lnTo>
                    <a:pt x="0" y="8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4" name="Freeform 66">
              <a:extLst>
                <a:ext uri="{FF2B5EF4-FFF2-40B4-BE49-F238E27FC236}">
                  <a16:creationId xmlns:a16="http://schemas.microsoft.com/office/drawing/2014/main" id="{DFF1C6B2-5F82-D7DD-724A-FF57D958D824}"/>
                </a:ext>
              </a:extLst>
            </p:cNvPr>
            <p:cNvSpPr>
              <a:spLocks noChangeAspect="1"/>
            </p:cNvSpPr>
            <p:nvPr/>
          </p:nvSpPr>
          <p:spPr bwMode="gray">
            <a:xfrm>
              <a:off x="1409" y="2552"/>
              <a:ext cx="38" cy="20"/>
            </a:xfrm>
            <a:custGeom>
              <a:avLst/>
              <a:gdLst>
                <a:gd name="T0" fmla="*/ 0 w 81"/>
                <a:gd name="T1" fmla="*/ 27 h 36"/>
                <a:gd name="T2" fmla="*/ 24 w 81"/>
                <a:gd name="T3" fmla="*/ 0 h 36"/>
                <a:gd name="T4" fmla="*/ 81 w 81"/>
                <a:gd name="T5" fmla="*/ 36 h 36"/>
                <a:gd name="T6" fmla="*/ 0 w 81"/>
                <a:gd name="T7" fmla="*/ 27 h 36"/>
              </a:gdLst>
              <a:ahLst/>
              <a:cxnLst>
                <a:cxn ang="0">
                  <a:pos x="T0" y="T1"/>
                </a:cxn>
                <a:cxn ang="0">
                  <a:pos x="T2" y="T3"/>
                </a:cxn>
                <a:cxn ang="0">
                  <a:pos x="T4" y="T5"/>
                </a:cxn>
                <a:cxn ang="0">
                  <a:pos x="T6" y="T7"/>
                </a:cxn>
              </a:cxnLst>
              <a:rect l="0" t="0" r="r" b="b"/>
              <a:pathLst>
                <a:path w="81" h="36">
                  <a:moveTo>
                    <a:pt x="0" y="27"/>
                  </a:moveTo>
                  <a:lnTo>
                    <a:pt x="24" y="0"/>
                  </a:lnTo>
                  <a:lnTo>
                    <a:pt x="81" y="36"/>
                  </a:lnTo>
                  <a:lnTo>
                    <a:pt x="0" y="2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5" name="Freeform 67">
              <a:extLst>
                <a:ext uri="{FF2B5EF4-FFF2-40B4-BE49-F238E27FC236}">
                  <a16:creationId xmlns:a16="http://schemas.microsoft.com/office/drawing/2014/main" id="{29333472-F25D-E96A-8AAA-59583D078351}"/>
                </a:ext>
              </a:extLst>
            </p:cNvPr>
            <p:cNvSpPr>
              <a:spLocks noChangeAspect="1"/>
            </p:cNvSpPr>
            <p:nvPr/>
          </p:nvSpPr>
          <p:spPr bwMode="gray">
            <a:xfrm>
              <a:off x="1849" y="3831"/>
              <a:ext cx="24" cy="14"/>
            </a:xfrm>
            <a:custGeom>
              <a:avLst/>
              <a:gdLst>
                <a:gd name="T0" fmla="*/ 0 w 53"/>
                <a:gd name="T1" fmla="*/ 30 h 30"/>
                <a:gd name="T2" fmla="*/ 32 w 53"/>
                <a:gd name="T3" fmla="*/ 14 h 30"/>
                <a:gd name="T4" fmla="*/ 16 w 53"/>
                <a:gd name="T5" fmla="*/ 0 h 30"/>
                <a:gd name="T6" fmla="*/ 53 w 53"/>
                <a:gd name="T7" fmla="*/ 3 h 30"/>
                <a:gd name="T8" fmla="*/ 0 w 53"/>
                <a:gd name="T9" fmla="*/ 30 h 30"/>
              </a:gdLst>
              <a:ahLst/>
              <a:cxnLst>
                <a:cxn ang="0">
                  <a:pos x="T0" y="T1"/>
                </a:cxn>
                <a:cxn ang="0">
                  <a:pos x="T2" y="T3"/>
                </a:cxn>
                <a:cxn ang="0">
                  <a:pos x="T4" y="T5"/>
                </a:cxn>
                <a:cxn ang="0">
                  <a:pos x="T6" y="T7"/>
                </a:cxn>
                <a:cxn ang="0">
                  <a:pos x="T8" y="T9"/>
                </a:cxn>
              </a:cxnLst>
              <a:rect l="0" t="0" r="r" b="b"/>
              <a:pathLst>
                <a:path w="53" h="30">
                  <a:moveTo>
                    <a:pt x="0" y="30"/>
                  </a:moveTo>
                  <a:lnTo>
                    <a:pt x="32" y="14"/>
                  </a:lnTo>
                  <a:lnTo>
                    <a:pt x="16" y="0"/>
                  </a:lnTo>
                  <a:lnTo>
                    <a:pt x="53" y="3"/>
                  </a:lnTo>
                  <a:lnTo>
                    <a:pt x="0" y="3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6" name="Freeform 68">
              <a:extLst>
                <a:ext uri="{FF2B5EF4-FFF2-40B4-BE49-F238E27FC236}">
                  <a16:creationId xmlns:a16="http://schemas.microsoft.com/office/drawing/2014/main" id="{E9A1C7D7-62A2-9DB8-20F3-D3D4D4103FAC}"/>
                </a:ext>
              </a:extLst>
            </p:cNvPr>
            <p:cNvSpPr>
              <a:spLocks noChangeAspect="1"/>
            </p:cNvSpPr>
            <p:nvPr/>
          </p:nvSpPr>
          <p:spPr bwMode="gray">
            <a:xfrm>
              <a:off x="1867" y="3826"/>
              <a:ext cx="28" cy="25"/>
            </a:xfrm>
            <a:custGeom>
              <a:avLst/>
              <a:gdLst>
                <a:gd name="T0" fmla="*/ 0 w 63"/>
                <a:gd name="T1" fmla="*/ 37 h 37"/>
                <a:gd name="T2" fmla="*/ 28 w 63"/>
                <a:gd name="T3" fmla="*/ 0 h 37"/>
                <a:gd name="T4" fmla="*/ 63 w 63"/>
                <a:gd name="T5" fmla="*/ 14 h 37"/>
                <a:gd name="T6" fmla="*/ 0 w 63"/>
                <a:gd name="T7" fmla="*/ 37 h 37"/>
              </a:gdLst>
              <a:ahLst/>
              <a:cxnLst>
                <a:cxn ang="0">
                  <a:pos x="T0" y="T1"/>
                </a:cxn>
                <a:cxn ang="0">
                  <a:pos x="T2" y="T3"/>
                </a:cxn>
                <a:cxn ang="0">
                  <a:pos x="T4" y="T5"/>
                </a:cxn>
                <a:cxn ang="0">
                  <a:pos x="T6" y="T7"/>
                </a:cxn>
              </a:cxnLst>
              <a:rect l="0" t="0" r="r" b="b"/>
              <a:pathLst>
                <a:path w="63" h="37">
                  <a:moveTo>
                    <a:pt x="0" y="37"/>
                  </a:moveTo>
                  <a:lnTo>
                    <a:pt x="28" y="0"/>
                  </a:lnTo>
                  <a:lnTo>
                    <a:pt x="63" y="14"/>
                  </a:lnTo>
                  <a:lnTo>
                    <a:pt x="0" y="3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7" name="Freeform 69">
              <a:extLst>
                <a:ext uri="{FF2B5EF4-FFF2-40B4-BE49-F238E27FC236}">
                  <a16:creationId xmlns:a16="http://schemas.microsoft.com/office/drawing/2014/main" id="{C79B7AED-9DD4-E63C-E74D-204DCB3DEC27}"/>
                </a:ext>
              </a:extLst>
            </p:cNvPr>
            <p:cNvSpPr>
              <a:spLocks noChangeAspect="1"/>
            </p:cNvSpPr>
            <p:nvPr/>
          </p:nvSpPr>
          <p:spPr bwMode="gray">
            <a:xfrm>
              <a:off x="3077" y="1289"/>
              <a:ext cx="167" cy="296"/>
            </a:xfrm>
            <a:custGeom>
              <a:avLst/>
              <a:gdLst>
                <a:gd name="T0" fmla="*/ 0 w 378"/>
                <a:gd name="T1" fmla="*/ 58 h 567"/>
                <a:gd name="T2" fmla="*/ 25 w 378"/>
                <a:gd name="T3" fmla="*/ 41 h 567"/>
                <a:gd name="T4" fmla="*/ 65 w 378"/>
                <a:gd name="T5" fmla="*/ 75 h 567"/>
                <a:gd name="T6" fmla="*/ 137 w 378"/>
                <a:gd name="T7" fmla="*/ 82 h 567"/>
                <a:gd name="T8" fmla="*/ 179 w 378"/>
                <a:gd name="T9" fmla="*/ 60 h 567"/>
                <a:gd name="T10" fmla="*/ 191 w 378"/>
                <a:gd name="T11" fmla="*/ 13 h 567"/>
                <a:gd name="T12" fmla="*/ 259 w 378"/>
                <a:gd name="T13" fmla="*/ 0 h 567"/>
                <a:gd name="T14" fmla="*/ 296 w 378"/>
                <a:gd name="T15" fmla="*/ 18 h 567"/>
                <a:gd name="T16" fmla="*/ 292 w 378"/>
                <a:gd name="T17" fmla="*/ 58 h 567"/>
                <a:gd name="T18" fmla="*/ 278 w 378"/>
                <a:gd name="T19" fmla="*/ 99 h 567"/>
                <a:gd name="T20" fmla="*/ 327 w 378"/>
                <a:gd name="T21" fmla="*/ 148 h 567"/>
                <a:gd name="T22" fmla="*/ 297 w 378"/>
                <a:gd name="T23" fmla="*/ 183 h 567"/>
                <a:gd name="T24" fmla="*/ 333 w 378"/>
                <a:gd name="T25" fmla="*/ 245 h 567"/>
                <a:gd name="T26" fmla="*/ 319 w 378"/>
                <a:gd name="T27" fmla="*/ 302 h 567"/>
                <a:gd name="T28" fmla="*/ 378 w 378"/>
                <a:gd name="T29" fmla="*/ 420 h 567"/>
                <a:gd name="T30" fmla="*/ 245 w 378"/>
                <a:gd name="T31" fmla="*/ 532 h 567"/>
                <a:gd name="T32" fmla="*/ 85 w 378"/>
                <a:gd name="T33" fmla="*/ 567 h 567"/>
                <a:gd name="T34" fmla="*/ 76 w 378"/>
                <a:gd name="T35" fmla="*/ 545 h 567"/>
                <a:gd name="T36" fmla="*/ 25 w 378"/>
                <a:gd name="T37" fmla="*/ 527 h 567"/>
                <a:gd name="T38" fmla="*/ 17 w 378"/>
                <a:gd name="T39" fmla="*/ 418 h 567"/>
                <a:gd name="T40" fmla="*/ 170 w 378"/>
                <a:gd name="T41" fmla="*/ 297 h 567"/>
                <a:gd name="T42" fmla="*/ 120 w 378"/>
                <a:gd name="T43" fmla="*/ 238 h 567"/>
                <a:gd name="T44" fmla="*/ 102 w 378"/>
                <a:gd name="T45" fmla="*/ 119 h 567"/>
                <a:gd name="T46" fmla="*/ 0 w 378"/>
                <a:gd name="T47" fmla="*/ 5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 h="567">
                  <a:moveTo>
                    <a:pt x="0" y="58"/>
                  </a:moveTo>
                  <a:lnTo>
                    <a:pt x="25" y="41"/>
                  </a:lnTo>
                  <a:lnTo>
                    <a:pt x="65" y="75"/>
                  </a:lnTo>
                  <a:lnTo>
                    <a:pt x="137" y="82"/>
                  </a:lnTo>
                  <a:lnTo>
                    <a:pt x="179" y="60"/>
                  </a:lnTo>
                  <a:lnTo>
                    <a:pt x="191" y="13"/>
                  </a:lnTo>
                  <a:lnTo>
                    <a:pt x="259" y="0"/>
                  </a:lnTo>
                  <a:lnTo>
                    <a:pt x="296" y="18"/>
                  </a:lnTo>
                  <a:lnTo>
                    <a:pt x="292" y="58"/>
                  </a:lnTo>
                  <a:lnTo>
                    <a:pt x="278" y="99"/>
                  </a:lnTo>
                  <a:lnTo>
                    <a:pt x="327" y="148"/>
                  </a:lnTo>
                  <a:lnTo>
                    <a:pt x="297" y="183"/>
                  </a:lnTo>
                  <a:lnTo>
                    <a:pt x="333" y="245"/>
                  </a:lnTo>
                  <a:lnTo>
                    <a:pt x="319" y="302"/>
                  </a:lnTo>
                  <a:lnTo>
                    <a:pt x="378" y="420"/>
                  </a:lnTo>
                  <a:lnTo>
                    <a:pt x="245" y="532"/>
                  </a:lnTo>
                  <a:lnTo>
                    <a:pt x="85" y="567"/>
                  </a:lnTo>
                  <a:lnTo>
                    <a:pt x="76" y="545"/>
                  </a:lnTo>
                  <a:lnTo>
                    <a:pt x="25" y="527"/>
                  </a:lnTo>
                  <a:lnTo>
                    <a:pt x="17" y="418"/>
                  </a:lnTo>
                  <a:lnTo>
                    <a:pt x="170" y="297"/>
                  </a:lnTo>
                  <a:lnTo>
                    <a:pt x="120" y="238"/>
                  </a:lnTo>
                  <a:lnTo>
                    <a:pt x="102" y="119"/>
                  </a:lnTo>
                  <a:lnTo>
                    <a:pt x="0" y="5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8" name="Freeform 70">
              <a:extLst>
                <a:ext uri="{FF2B5EF4-FFF2-40B4-BE49-F238E27FC236}">
                  <a16:creationId xmlns:a16="http://schemas.microsoft.com/office/drawing/2014/main" id="{AA49E046-490D-C8EA-05F0-D0D57CA5ECD3}"/>
                </a:ext>
              </a:extLst>
            </p:cNvPr>
            <p:cNvSpPr>
              <a:spLocks noChangeAspect="1"/>
            </p:cNvSpPr>
            <p:nvPr/>
          </p:nvSpPr>
          <p:spPr bwMode="gray">
            <a:xfrm>
              <a:off x="2698" y="1804"/>
              <a:ext cx="194" cy="194"/>
            </a:xfrm>
            <a:custGeom>
              <a:avLst/>
              <a:gdLst>
                <a:gd name="T0" fmla="*/ 0 w 438"/>
                <a:gd name="T1" fmla="*/ 117 h 380"/>
                <a:gd name="T2" fmla="*/ 15 w 438"/>
                <a:gd name="T3" fmla="*/ 150 h 380"/>
                <a:gd name="T4" fmla="*/ 105 w 438"/>
                <a:gd name="T5" fmla="*/ 173 h 380"/>
                <a:gd name="T6" fmla="*/ 91 w 438"/>
                <a:gd name="T7" fmla="*/ 191 h 380"/>
                <a:gd name="T8" fmla="*/ 124 w 438"/>
                <a:gd name="T9" fmla="*/ 216 h 380"/>
                <a:gd name="T10" fmla="*/ 138 w 438"/>
                <a:gd name="T11" fmla="*/ 258 h 380"/>
                <a:gd name="T12" fmla="*/ 99 w 438"/>
                <a:gd name="T13" fmla="*/ 338 h 380"/>
                <a:gd name="T14" fmla="*/ 208 w 438"/>
                <a:gd name="T15" fmla="*/ 370 h 380"/>
                <a:gd name="T16" fmla="*/ 219 w 438"/>
                <a:gd name="T17" fmla="*/ 373 h 380"/>
                <a:gd name="T18" fmla="*/ 270 w 438"/>
                <a:gd name="T19" fmla="*/ 380 h 380"/>
                <a:gd name="T20" fmla="*/ 270 w 438"/>
                <a:gd name="T21" fmla="*/ 348 h 380"/>
                <a:gd name="T22" fmla="*/ 300 w 438"/>
                <a:gd name="T23" fmla="*/ 331 h 380"/>
                <a:gd name="T24" fmla="*/ 372 w 438"/>
                <a:gd name="T25" fmla="*/ 351 h 380"/>
                <a:gd name="T26" fmla="*/ 418 w 438"/>
                <a:gd name="T27" fmla="*/ 320 h 380"/>
                <a:gd name="T28" fmla="*/ 390 w 438"/>
                <a:gd name="T29" fmla="*/ 273 h 380"/>
                <a:gd name="T30" fmla="*/ 401 w 438"/>
                <a:gd name="T31" fmla="*/ 229 h 380"/>
                <a:gd name="T32" fmla="*/ 367 w 438"/>
                <a:gd name="T33" fmla="*/ 205 h 380"/>
                <a:gd name="T34" fmla="*/ 418 w 438"/>
                <a:gd name="T35" fmla="*/ 153 h 380"/>
                <a:gd name="T36" fmla="*/ 438 w 438"/>
                <a:gd name="T37" fmla="*/ 97 h 380"/>
                <a:gd name="T38" fmla="*/ 373 w 438"/>
                <a:gd name="T39" fmla="*/ 73 h 380"/>
                <a:gd name="T40" fmla="*/ 356 w 438"/>
                <a:gd name="T41" fmla="*/ 66 h 380"/>
                <a:gd name="T42" fmla="*/ 257 w 438"/>
                <a:gd name="T43" fmla="*/ 0 h 380"/>
                <a:gd name="T44" fmla="*/ 223 w 438"/>
                <a:gd name="T45" fmla="*/ 13 h 380"/>
                <a:gd name="T46" fmla="*/ 182 w 438"/>
                <a:gd name="T47" fmla="*/ 75 h 380"/>
                <a:gd name="T48" fmla="*/ 98 w 438"/>
                <a:gd name="T49" fmla="*/ 64 h 380"/>
                <a:gd name="T50" fmla="*/ 110 w 438"/>
                <a:gd name="T51" fmla="*/ 114 h 380"/>
                <a:gd name="T52" fmla="*/ 0 w 438"/>
                <a:gd name="T53" fmla="*/ 11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8" h="380">
                  <a:moveTo>
                    <a:pt x="0" y="117"/>
                  </a:moveTo>
                  <a:lnTo>
                    <a:pt x="15" y="150"/>
                  </a:lnTo>
                  <a:lnTo>
                    <a:pt x="105" y="173"/>
                  </a:lnTo>
                  <a:lnTo>
                    <a:pt x="91" y="191"/>
                  </a:lnTo>
                  <a:lnTo>
                    <a:pt x="124" y="216"/>
                  </a:lnTo>
                  <a:lnTo>
                    <a:pt x="138" y="258"/>
                  </a:lnTo>
                  <a:lnTo>
                    <a:pt x="99" y="338"/>
                  </a:lnTo>
                  <a:lnTo>
                    <a:pt x="208" y="370"/>
                  </a:lnTo>
                  <a:lnTo>
                    <a:pt x="219" y="373"/>
                  </a:lnTo>
                  <a:lnTo>
                    <a:pt x="270" y="380"/>
                  </a:lnTo>
                  <a:lnTo>
                    <a:pt x="270" y="348"/>
                  </a:lnTo>
                  <a:lnTo>
                    <a:pt x="300" y="331"/>
                  </a:lnTo>
                  <a:lnTo>
                    <a:pt x="372" y="351"/>
                  </a:lnTo>
                  <a:lnTo>
                    <a:pt x="418" y="320"/>
                  </a:lnTo>
                  <a:lnTo>
                    <a:pt x="390" y="273"/>
                  </a:lnTo>
                  <a:lnTo>
                    <a:pt x="401" y="229"/>
                  </a:lnTo>
                  <a:lnTo>
                    <a:pt x="367" y="205"/>
                  </a:lnTo>
                  <a:lnTo>
                    <a:pt x="418" y="153"/>
                  </a:lnTo>
                  <a:lnTo>
                    <a:pt x="438" y="97"/>
                  </a:lnTo>
                  <a:lnTo>
                    <a:pt x="373" y="73"/>
                  </a:lnTo>
                  <a:lnTo>
                    <a:pt x="356" y="66"/>
                  </a:lnTo>
                  <a:lnTo>
                    <a:pt x="257" y="0"/>
                  </a:lnTo>
                  <a:lnTo>
                    <a:pt x="223" y="13"/>
                  </a:lnTo>
                  <a:lnTo>
                    <a:pt x="182" y="75"/>
                  </a:lnTo>
                  <a:lnTo>
                    <a:pt x="98" y="64"/>
                  </a:lnTo>
                  <a:lnTo>
                    <a:pt x="110" y="114"/>
                  </a:lnTo>
                  <a:lnTo>
                    <a:pt x="0" y="11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799" name="Freeform 71">
              <a:extLst>
                <a:ext uri="{FF2B5EF4-FFF2-40B4-BE49-F238E27FC236}">
                  <a16:creationId xmlns:a16="http://schemas.microsoft.com/office/drawing/2014/main" id="{161F7C22-C66D-DA25-640D-E4A490B51809}"/>
                </a:ext>
              </a:extLst>
            </p:cNvPr>
            <p:cNvSpPr>
              <a:spLocks noChangeAspect="1"/>
            </p:cNvSpPr>
            <p:nvPr/>
          </p:nvSpPr>
          <p:spPr bwMode="gray">
            <a:xfrm>
              <a:off x="2896" y="1989"/>
              <a:ext cx="11" cy="38"/>
            </a:xfrm>
            <a:custGeom>
              <a:avLst/>
              <a:gdLst>
                <a:gd name="T0" fmla="*/ 0 w 27"/>
                <a:gd name="T1" fmla="*/ 36 h 71"/>
                <a:gd name="T2" fmla="*/ 25 w 27"/>
                <a:gd name="T3" fmla="*/ 71 h 71"/>
                <a:gd name="T4" fmla="*/ 27 w 27"/>
                <a:gd name="T5" fmla="*/ 0 h 71"/>
                <a:gd name="T6" fmla="*/ 0 w 27"/>
                <a:gd name="T7" fmla="*/ 36 h 71"/>
              </a:gdLst>
              <a:ahLst/>
              <a:cxnLst>
                <a:cxn ang="0">
                  <a:pos x="T0" y="T1"/>
                </a:cxn>
                <a:cxn ang="0">
                  <a:pos x="T2" y="T3"/>
                </a:cxn>
                <a:cxn ang="0">
                  <a:pos x="T4" y="T5"/>
                </a:cxn>
                <a:cxn ang="0">
                  <a:pos x="T6" y="T7"/>
                </a:cxn>
              </a:cxnLst>
              <a:rect l="0" t="0" r="r" b="b"/>
              <a:pathLst>
                <a:path w="27" h="71">
                  <a:moveTo>
                    <a:pt x="0" y="36"/>
                  </a:moveTo>
                  <a:lnTo>
                    <a:pt x="25" y="71"/>
                  </a:lnTo>
                  <a:lnTo>
                    <a:pt x="27" y="0"/>
                  </a:lnTo>
                  <a:lnTo>
                    <a:pt x="0" y="3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0" name="Freeform 72">
              <a:extLst>
                <a:ext uri="{FF2B5EF4-FFF2-40B4-BE49-F238E27FC236}">
                  <a16:creationId xmlns:a16="http://schemas.microsoft.com/office/drawing/2014/main" id="{7EEA5499-3036-8E28-8369-3D9B5097C250}"/>
                </a:ext>
              </a:extLst>
            </p:cNvPr>
            <p:cNvSpPr>
              <a:spLocks noChangeAspect="1"/>
            </p:cNvSpPr>
            <p:nvPr/>
          </p:nvSpPr>
          <p:spPr bwMode="gray">
            <a:xfrm>
              <a:off x="1947" y="2714"/>
              <a:ext cx="44" cy="63"/>
            </a:xfrm>
            <a:custGeom>
              <a:avLst/>
              <a:gdLst>
                <a:gd name="T0" fmla="*/ 0 w 101"/>
                <a:gd name="T1" fmla="*/ 114 h 119"/>
                <a:gd name="T2" fmla="*/ 15 w 101"/>
                <a:gd name="T3" fmla="*/ 0 h 119"/>
                <a:gd name="T4" fmla="*/ 101 w 101"/>
                <a:gd name="T5" fmla="*/ 51 h 119"/>
                <a:gd name="T6" fmla="*/ 49 w 101"/>
                <a:gd name="T7" fmla="*/ 119 h 119"/>
                <a:gd name="T8" fmla="*/ 0 w 101"/>
                <a:gd name="T9" fmla="*/ 114 h 119"/>
              </a:gdLst>
              <a:ahLst/>
              <a:cxnLst>
                <a:cxn ang="0">
                  <a:pos x="T0" y="T1"/>
                </a:cxn>
                <a:cxn ang="0">
                  <a:pos x="T2" y="T3"/>
                </a:cxn>
                <a:cxn ang="0">
                  <a:pos x="T4" y="T5"/>
                </a:cxn>
                <a:cxn ang="0">
                  <a:pos x="T6" y="T7"/>
                </a:cxn>
                <a:cxn ang="0">
                  <a:pos x="T8" y="T9"/>
                </a:cxn>
              </a:cxnLst>
              <a:rect l="0" t="0" r="r" b="b"/>
              <a:pathLst>
                <a:path w="101" h="119">
                  <a:moveTo>
                    <a:pt x="0" y="114"/>
                  </a:moveTo>
                  <a:lnTo>
                    <a:pt x="15" y="0"/>
                  </a:lnTo>
                  <a:lnTo>
                    <a:pt x="101" y="51"/>
                  </a:lnTo>
                  <a:lnTo>
                    <a:pt x="49" y="119"/>
                  </a:lnTo>
                  <a:lnTo>
                    <a:pt x="0" y="11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1" name="Freeform 73">
              <a:extLst>
                <a:ext uri="{FF2B5EF4-FFF2-40B4-BE49-F238E27FC236}">
                  <a16:creationId xmlns:a16="http://schemas.microsoft.com/office/drawing/2014/main" id="{D75CAAE9-7D2E-ECD1-FF99-7F28F7CAC100}"/>
                </a:ext>
              </a:extLst>
            </p:cNvPr>
            <p:cNvSpPr>
              <a:spLocks noChangeAspect="1"/>
            </p:cNvSpPr>
            <p:nvPr/>
          </p:nvSpPr>
          <p:spPr bwMode="gray">
            <a:xfrm>
              <a:off x="2855" y="1713"/>
              <a:ext cx="131" cy="177"/>
            </a:xfrm>
            <a:custGeom>
              <a:avLst/>
              <a:gdLst>
                <a:gd name="T0" fmla="*/ 0 w 302"/>
                <a:gd name="T1" fmla="*/ 138 h 335"/>
                <a:gd name="T2" fmla="*/ 2 w 302"/>
                <a:gd name="T3" fmla="*/ 192 h 335"/>
                <a:gd name="T4" fmla="*/ 4 w 302"/>
                <a:gd name="T5" fmla="*/ 217 h 335"/>
                <a:gd name="T6" fmla="*/ 8 w 302"/>
                <a:gd name="T7" fmla="*/ 247 h 335"/>
                <a:gd name="T8" fmla="*/ 73 w 302"/>
                <a:gd name="T9" fmla="*/ 271 h 335"/>
                <a:gd name="T10" fmla="*/ 53 w 302"/>
                <a:gd name="T11" fmla="*/ 327 h 335"/>
                <a:gd name="T12" fmla="*/ 121 w 302"/>
                <a:gd name="T13" fmla="*/ 335 h 335"/>
                <a:gd name="T14" fmla="*/ 237 w 302"/>
                <a:gd name="T15" fmla="*/ 333 h 335"/>
                <a:gd name="T16" fmla="*/ 269 w 302"/>
                <a:gd name="T17" fmla="*/ 280 h 335"/>
                <a:gd name="T18" fmla="*/ 206 w 302"/>
                <a:gd name="T19" fmla="*/ 210 h 335"/>
                <a:gd name="T20" fmla="*/ 282 w 302"/>
                <a:gd name="T21" fmla="*/ 173 h 335"/>
                <a:gd name="T22" fmla="*/ 302 w 302"/>
                <a:gd name="T23" fmla="*/ 184 h 335"/>
                <a:gd name="T24" fmla="*/ 282 w 302"/>
                <a:gd name="T25" fmla="*/ 51 h 335"/>
                <a:gd name="T26" fmla="*/ 226 w 302"/>
                <a:gd name="T27" fmla="*/ 18 h 335"/>
                <a:gd name="T28" fmla="*/ 165 w 302"/>
                <a:gd name="T29" fmla="*/ 40 h 335"/>
                <a:gd name="T30" fmla="*/ 173 w 302"/>
                <a:gd name="T31" fmla="*/ 25 h 335"/>
                <a:gd name="T32" fmla="*/ 121 w 302"/>
                <a:gd name="T33" fmla="*/ 0 h 335"/>
                <a:gd name="T34" fmla="*/ 93 w 302"/>
                <a:gd name="T35" fmla="*/ 0 h 335"/>
                <a:gd name="T36" fmla="*/ 91 w 302"/>
                <a:gd name="T37" fmla="*/ 73 h 335"/>
                <a:gd name="T38" fmla="*/ 60 w 302"/>
                <a:gd name="T39" fmla="*/ 53 h 335"/>
                <a:gd name="T40" fmla="*/ 41 w 302"/>
                <a:gd name="T41" fmla="*/ 77 h 335"/>
                <a:gd name="T42" fmla="*/ 36 w 302"/>
                <a:gd name="T43" fmla="*/ 121 h 335"/>
                <a:gd name="T44" fmla="*/ 0 w 302"/>
                <a:gd name="T45" fmla="*/ 13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2" h="335">
                  <a:moveTo>
                    <a:pt x="0" y="138"/>
                  </a:moveTo>
                  <a:lnTo>
                    <a:pt x="2" y="192"/>
                  </a:lnTo>
                  <a:lnTo>
                    <a:pt x="4" y="217"/>
                  </a:lnTo>
                  <a:lnTo>
                    <a:pt x="8" y="247"/>
                  </a:lnTo>
                  <a:lnTo>
                    <a:pt x="73" y="271"/>
                  </a:lnTo>
                  <a:lnTo>
                    <a:pt x="53" y="327"/>
                  </a:lnTo>
                  <a:lnTo>
                    <a:pt x="121" y="335"/>
                  </a:lnTo>
                  <a:lnTo>
                    <a:pt x="237" y="333"/>
                  </a:lnTo>
                  <a:lnTo>
                    <a:pt x="269" y="280"/>
                  </a:lnTo>
                  <a:lnTo>
                    <a:pt x="206" y="210"/>
                  </a:lnTo>
                  <a:lnTo>
                    <a:pt x="282" y="173"/>
                  </a:lnTo>
                  <a:lnTo>
                    <a:pt x="302" y="184"/>
                  </a:lnTo>
                  <a:lnTo>
                    <a:pt x="282" y="51"/>
                  </a:lnTo>
                  <a:lnTo>
                    <a:pt x="226" y="18"/>
                  </a:lnTo>
                  <a:lnTo>
                    <a:pt x="165" y="40"/>
                  </a:lnTo>
                  <a:lnTo>
                    <a:pt x="173" y="25"/>
                  </a:lnTo>
                  <a:lnTo>
                    <a:pt x="121" y="0"/>
                  </a:lnTo>
                  <a:lnTo>
                    <a:pt x="93" y="0"/>
                  </a:lnTo>
                  <a:lnTo>
                    <a:pt x="91" y="73"/>
                  </a:lnTo>
                  <a:lnTo>
                    <a:pt x="60" y="53"/>
                  </a:lnTo>
                  <a:lnTo>
                    <a:pt x="41" y="77"/>
                  </a:lnTo>
                  <a:lnTo>
                    <a:pt x="36" y="121"/>
                  </a:lnTo>
                  <a:lnTo>
                    <a:pt x="0" y="13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2" name="Freeform 74">
              <a:extLst>
                <a:ext uri="{FF2B5EF4-FFF2-40B4-BE49-F238E27FC236}">
                  <a16:creationId xmlns:a16="http://schemas.microsoft.com/office/drawing/2014/main" id="{BA31BDA9-D966-5C3F-7829-D7F28B7770C8}"/>
                </a:ext>
              </a:extLst>
            </p:cNvPr>
            <p:cNvSpPr>
              <a:spLocks noChangeAspect="1"/>
            </p:cNvSpPr>
            <p:nvPr/>
          </p:nvSpPr>
          <p:spPr bwMode="gray">
            <a:xfrm>
              <a:off x="3069" y="2017"/>
              <a:ext cx="96" cy="113"/>
            </a:xfrm>
            <a:custGeom>
              <a:avLst/>
              <a:gdLst>
                <a:gd name="T0" fmla="*/ 0 w 216"/>
                <a:gd name="T1" fmla="*/ 87 h 216"/>
                <a:gd name="T2" fmla="*/ 29 w 216"/>
                <a:gd name="T3" fmla="*/ 38 h 216"/>
                <a:gd name="T4" fmla="*/ 98 w 216"/>
                <a:gd name="T5" fmla="*/ 19 h 216"/>
                <a:gd name="T6" fmla="*/ 183 w 216"/>
                <a:gd name="T7" fmla="*/ 21 h 216"/>
                <a:gd name="T8" fmla="*/ 216 w 216"/>
                <a:gd name="T9" fmla="*/ 0 h 216"/>
                <a:gd name="T10" fmla="*/ 205 w 216"/>
                <a:gd name="T11" fmla="*/ 45 h 216"/>
                <a:gd name="T12" fmla="*/ 146 w 216"/>
                <a:gd name="T13" fmla="*/ 35 h 216"/>
                <a:gd name="T14" fmla="*/ 116 w 216"/>
                <a:gd name="T15" fmla="*/ 73 h 216"/>
                <a:gd name="T16" fmla="*/ 85 w 216"/>
                <a:gd name="T17" fmla="*/ 52 h 216"/>
                <a:gd name="T18" fmla="*/ 107 w 216"/>
                <a:gd name="T19" fmla="*/ 110 h 216"/>
                <a:gd name="T20" fmla="*/ 79 w 216"/>
                <a:gd name="T21" fmla="*/ 121 h 216"/>
                <a:gd name="T22" fmla="*/ 133 w 216"/>
                <a:gd name="T23" fmla="*/ 145 h 216"/>
                <a:gd name="T24" fmla="*/ 133 w 216"/>
                <a:gd name="T25" fmla="*/ 169 h 216"/>
                <a:gd name="T26" fmla="*/ 89 w 216"/>
                <a:gd name="T27" fmla="*/ 175 h 216"/>
                <a:gd name="T28" fmla="*/ 104 w 216"/>
                <a:gd name="T29" fmla="*/ 216 h 216"/>
                <a:gd name="T30" fmla="*/ 51 w 216"/>
                <a:gd name="T31" fmla="*/ 203 h 216"/>
                <a:gd name="T32" fmla="*/ 35 w 216"/>
                <a:gd name="T33" fmla="*/ 164 h 216"/>
                <a:gd name="T34" fmla="*/ 105 w 216"/>
                <a:gd name="T35" fmla="*/ 148 h 216"/>
                <a:gd name="T36" fmla="*/ 35 w 216"/>
                <a:gd name="T37" fmla="*/ 142 h 216"/>
                <a:gd name="T38" fmla="*/ 0 w 216"/>
                <a:gd name="T39" fmla="*/ 8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6" h="216">
                  <a:moveTo>
                    <a:pt x="0" y="87"/>
                  </a:moveTo>
                  <a:lnTo>
                    <a:pt x="29" y="38"/>
                  </a:lnTo>
                  <a:lnTo>
                    <a:pt x="98" y="19"/>
                  </a:lnTo>
                  <a:lnTo>
                    <a:pt x="183" y="21"/>
                  </a:lnTo>
                  <a:lnTo>
                    <a:pt x="216" y="0"/>
                  </a:lnTo>
                  <a:lnTo>
                    <a:pt x="205" y="45"/>
                  </a:lnTo>
                  <a:lnTo>
                    <a:pt x="146" y="35"/>
                  </a:lnTo>
                  <a:lnTo>
                    <a:pt x="116" y="73"/>
                  </a:lnTo>
                  <a:lnTo>
                    <a:pt x="85" y="52"/>
                  </a:lnTo>
                  <a:lnTo>
                    <a:pt x="107" y="110"/>
                  </a:lnTo>
                  <a:lnTo>
                    <a:pt x="79" y="121"/>
                  </a:lnTo>
                  <a:lnTo>
                    <a:pt x="133" y="145"/>
                  </a:lnTo>
                  <a:lnTo>
                    <a:pt x="133" y="169"/>
                  </a:lnTo>
                  <a:lnTo>
                    <a:pt x="89" y="175"/>
                  </a:lnTo>
                  <a:lnTo>
                    <a:pt x="104" y="216"/>
                  </a:lnTo>
                  <a:lnTo>
                    <a:pt x="51" y="203"/>
                  </a:lnTo>
                  <a:lnTo>
                    <a:pt x="35" y="164"/>
                  </a:lnTo>
                  <a:lnTo>
                    <a:pt x="105" y="148"/>
                  </a:lnTo>
                  <a:lnTo>
                    <a:pt x="35" y="142"/>
                  </a:lnTo>
                  <a:lnTo>
                    <a:pt x="0" y="8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3" name="Freeform 75">
              <a:extLst>
                <a:ext uri="{FF2B5EF4-FFF2-40B4-BE49-F238E27FC236}">
                  <a16:creationId xmlns:a16="http://schemas.microsoft.com/office/drawing/2014/main" id="{B52C7EE9-7679-F2EA-9C5E-B5C4F7F62BD3}"/>
                </a:ext>
              </a:extLst>
            </p:cNvPr>
            <p:cNvSpPr>
              <a:spLocks noChangeAspect="1"/>
            </p:cNvSpPr>
            <p:nvPr/>
          </p:nvSpPr>
          <p:spPr bwMode="gray">
            <a:xfrm>
              <a:off x="3122" y="2149"/>
              <a:ext cx="43" cy="5"/>
            </a:xfrm>
            <a:custGeom>
              <a:avLst/>
              <a:gdLst>
                <a:gd name="T0" fmla="*/ 0 w 101"/>
                <a:gd name="T1" fmla="*/ 14 h 14"/>
                <a:gd name="T2" fmla="*/ 8 w 101"/>
                <a:gd name="T3" fmla="*/ 0 h 14"/>
                <a:gd name="T4" fmla="*/ 101 w 101"/>
                <a:gd name="T5" fmla="*/ 14 h 14"/>
                <a:gd name="T6" fmla="*/ 33 w 101"/>
                <a:gd name="T7" fmla="*/ 14 h 14"/>
                <a:gd name="T8" fmla="*/ 0 w 101"/>
                <a:gd name="T9" fmla="*/ 14 h 14"/>
              </a:gdLst>
              <a:ahLst/>
              <a:cxnLst>
                <a:cxn ang="0">
                  <a:pos x="T0" y="T1"/>
                </a:cxn>
                <a:cxn ang="0">
                  <a:pos x="T2" y="T3"/>
                </a:cxn>
                <a:cxn ang="0">
                  <a:pos x="T4" y="T5"/>
                </a:cxn>
                <a:cxn ang="0">
                  <a:pos x="T6" y="T7"/>
                </a:cxn>
                <a:cxn ang="0">
                  <a:pos x="T8" y="T9"/>
                </a:cxn>
              </a:cxnLst>
              <a:rect l="0" t="0" r="r" b="b"/>
              <a:pathLst>
                <a:path w="101" h="14">
                  <a:moveTo>
                    <a:pt x="0" y="14"/>
                  </a:moveTo>
                  <a:lnTo>
                    <a:pt x="8" y="0"/>
                  </a:lnTo>
                  <a:lnTo>
                    <a:pt x="101" y="14"/>
                  </a:lnTo>
                  <a:lnTo>
                    <a:pt x="33" y="14"/>
                  </a:lnTo>
                  <a:lnTo>
                    <a:pt x="0" y="1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4" name="Freeform 76">
              <a:extLst>
                <a:ext uri="{FF2B5EF4-FFF2-40B4-BE49-F238E27FC236}">
                  <a16:creationId xmlns:a16="http://schemas.microsoft.com/office/drawing/2014/main" id="{02DE401D-D6DC-E8A6-A4BA-831AB14BE8D5}"/>
                </a:ext>
              </a:extLst>
            </p:cNvPr>
            <p:cNvSpPr>
              <a:spLocks noChangeAspect="1"/>
            </p:cNvSpPr>
            <p:nvPr/>
          </p:nvSpPr>
          <p:spPr bwMode="gray">
            <a:xfrm>
              <a:off x="1666" y="775"/>
              <a:ext cx="913" cy="803"/>
            </a:xfrm>
            <a:custGeom>
              <a:avLst/>
              <a:gdLst>
                <a:gd name="T0" fmla="*/ 236 w 2109"/>
                <a:gd name="T1" fmla="*/ 365 h 1540"/>
                <a:gd name="T2" fmla="*/ 275 w 2109"/>
                <a:gd name="T3" fmla="*/ 299 h 1540"/>
                <a:gd name="T4" fmla="*/ 183 w 2109"/>
                <a:gd name="T5" fmla="*/ 267 h 1540"/>
                <a:gd name="T6" fmla="*/ 393 w 2109"/>
                <a:gd name="T7" fmla="*/ 146 h 1540"/>
                <a:gd name="T8" fmla="*/ 609 w 2109"/>
                <a:gd name="T9" fmla="*/ 100 h 1540"/>
                <a:gd name="T10" fmla="*/ 776 w 2109"/>
                <a:gd name="T11" fmla="*/ 159 h 1540"/>
                <a:gd name="T12" fmla="*/ 735 w 2109"/>
                <a:gd name="T13" fmla="*/ 92 h 1540"/>
                <a:gd name="T14" fmla="*/ 989 w 2109"/>
                <a:gd name="T15" fmla="*/ 127 h 1540"/>
                <a:gd name="T16" fmla="*/ 1118 w 2109"/>
                <a:gd name="T17" fmla="*/ 92 h 1540"/>
                <a:gd name="T18" fmla="*/ 924 w 2109"/>
                <a:gd name="T19" fmla="*/ 34 h 1540"/>
                <a:gd name="T20" fmla="*/ 1157 w 2109"/>
                <a:gd name="T21" fmla="*/ 66 h 1540"/>
                <a:gd name="T22" fmla="*/ 1149 w 2109"/>
                <a:gd name="T23" fmla="*/ 9 h 1540"/>
                <a:gd name="T24" fmla="*/ 1591 w 2109"/>
                <a:gd name="T25" fmla="*/ 31 h 1540"/>
                <a:gd name="T26" fmla="*/ 1626 w 2109"/>
                <a:gd name="T27" fmla="*/ 34 h 1540"/>
                <a:gd name="T28" fmla="*/ 1772 w 2109"/>
                <a:gd name="T29" fmla="*/ 83 h 1540"/>
                <a:gd name="T30" fmla="*/ 1349 w 2109"/>
                <a:gd name="T31" fmla="*/ 144 h 1540"/>
                <a:gd name="T32" fmla="*/ 1574 w 2109"/>
                <a:gd name="T33" fmla="*/ 177 h 1540"/>
                <a:gd name="T34" fmla="*/ 1827 w 2109"/>
                <a:gd name="T35" fmla="*/ 163 h 1540"/>
                <a:gd name="T36" fmla="*/ 2007 w 2109"/>
                <a:gd name="T37" fmla="*/ 140 h 1540"/>
                <a:gd name="T38" fmla="*/ 1787 w 2109"/>
                <a:gd name="T39" fmla="*/ 250 h 1540"/>
                <a:gd name="T40" fmla="*/ 1930 w 2109"/>
                <a:gd name="T41" fmla="*/ 286 h 1540"/>
                <a:gd name="T42" fmla="*/ 1801 w 2109"/>
                <a:gd name="T43" fmla="*/ 388 h 1540"/>
                <a:gd name="T44" fmla="*/ 1818 w 2109"/>
                <a:gd name="T45" fmla="*/ 466 h 1540"/>
                <a:gd name="T46" fmla="*/ 1780 w 2109"/>
                <a:gd name="T47" fmla="*/ 522 h 1540"/>
                <a:gd name="T48" fmla="*/ 1842 w 2109"/>
                <a:gd name="T49" fmla="*/ 576 h 1540"/>
                <a:gd name="T50" fmla="*/ 1763 w 2109"/>
                <a:gd name="T51" fmla="*/ 628 h 1540"/>
                <a:gd name="T52" fmla="*/ 1805 w 2109"/>
                <a:gd name="T53" fmla="*/ 686 h 1540"/>
                <a:gd name="T54" fmla="*/ 1827 w 2109"/>
                <a:gd name="T55" fmla="*/ 738 h 1540"/>
                <a:gd name="T56" fmla="*/ 1599 w 2109"/>
                <a:gd name="T57" fmla="*/ 776 h 1540"/>
                <a:gd name="T58" fmla="*/ 1648 w 2109"/>
                <a:gd name="T59" fmla="*/ 855 h 1540"/>
                <a:gd name="T60" fmla="*/ 1768 w 2109"/>
                <a:gd name="T61" fmla="*/ 879 h 1540"/>
                <a:gd name="T62" fmla="*/ 1749 w 2109"/>
                <a:gd name="T63" fmla="*/ 934 h 1540"/>
                <a:gd name="T64" fmla="*/ 1575 w 2109"/>
                <a:gd name="T65" fmla="*/ 873 h 1540"/>
                <a:gd name="T66" fmla="*/ 1612 w 2109"/>
                <a:gd name="T67" fmla="*/ 966 h 1540"/>
                <a:gd name="T68" fmla="*/ 1618 w 2109"/>
                <a:gd name="T69" fmla="*/ 1067 h 1540"/>
                <a:gd name="T70" fmla="*/ 1420 w 2109"/>
                <a:gd name="T71" fmla="*/ 1102 h 1540"/>
                <a:gd name="T72" fmla="*/ 1279 w 2109"/>
                <a:gd name="T73" fmla="*/ 1227 h 1540"/>
                <a:gd name="T74" fmla="*/ 1218 w 2109"/>
                <a:gd name="T75" fmla="*/ 1202 h 1540"/>
                <a:gd name="T76" fmla="*/ 1102 w 2109"/>
                <a:gd name="T77" fmla="*/ 1284 h 1540"/>
                <a:gd name="T78" fmla="*/ 1094 w 2109"/>
                <a:gd name="T79" fmla="*/ 1347 h 1540"/>
                <a:gd name="T80" fmla="*/ 1091 w 2109"/>
                <a:gd name="T81" fmla="*/ 1396 h 1540"/>
                <a:gd name="T82" fmla="*/ 1016 w 2109"/>
                <a:gd name="T83" fmla="*/ 1518 h 1540"/>
                <a:gd name="T84" fmla="*/ 862 w 2109"/>
                <a:gd name="T85" fmla="*/ 1503 h 1540"/>
                <a:gd name="T86" fmla="*/ 822 w 2109"/>
                <a:gd name="T87" fmla="*/ 1468 h 1540"/>
                <a:gd name="T88" fmla="*/ 747 w 2109"/>
                <a:gd name="T89" fmla="*/ 1327 h 1540"/>
                <a:gd name="T90" fmla="*/ 726 w 2109"/>
                <a:gd name="T91" fmla="*/ 1256 h 1540"/>
                <a:gd name="T92" fmla="*/ 703 w 2109"/>
                <a:gd name="T93" fmla="*/ 1104 h 1540"/>
                <a:gd name="T94" fmla="*/ 699 w 2109"/>
                <a:gd name="T95" fmla="*/ 1084 h 1540"/>
                <a:gd name="T96" fmla="*/ 715 w 2109"/>
                <a:gd name="T97" fmla="*/ 983 h 1540"/>
                <a:gd name="T98" fmla="*/ 776 w 2109"/>
                <a:gd name="T99" fmla="*/ 943 h 1540"/>
                <a:gd name="T100" fmla="*/ 730 w 2109"/>
                <a:gd name="T101" fmla="*/ 895 h 1540"/>
                <a:gd name="T102" fmla="*/ 660 w 2109"/>
                <a:gd name="T103" fmla="*/ 895 h 1540"/>
                <a:gd name="T104" fmla="*/ 606 w 2109"/>
                <a:gd name="T105" fmla="*/ 861 h 1540"/>
                <a:gd name="T106" fmla="*/ 562 w 2109"/>
                <a:gd name="T107" fmla="*/ 697 h 1540"/>
                <a:gd name="T108" fmla="*/ 419 w 2109"/>
                <a:gd name="T109" fmla="*/ 582 h 1540"/>
                <a:gd name="T110" fmla="*/ 232 w 2109"/>
                <a:gd name="T111" fmla="*/ 598 h 1540"/>
                <a:gd name="T112" fmla="*/ 53 w 2109"/>
                <a:gd name="T113" fmla="*/ 522 h 1540"/>
                <a:gd name="T114" fmla="*/ 228 w 2109"/>
                <a:gd name="T115" fmla="*/ 488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9" h="1540">
                  <a:moveTo>
                    <a:pt x="0" y="432"/>
                  </a:moveTo>
                  <a:lnTo>
                    <a:pt x="12" y="409"/>
                  </a:lnTo>
                  <a:lnTo>
                    <a:pt x="149" y="365"/>
                  </a:lnTo>
                  <a:lnTo>
                    <a:pt x="236" y="365"/>
                  </a:lnTo>
                  <a:lnTo>
                    <a:pt x="285" y="330"/>
                  </a:lnTo>
                  <a:lnTo>
                    <a:pt x="270" y="319"/>
                  </a:lnTo>
                  <a:lnTo>
                    <a:pt x="301" y="307"/>
                  </a:lnTo>
                  <a:lnTo>
                    <a:pt x="275" y="299"/>
                  </a:lnTo>
                  <a:lnTo>
                    <a:pt x="321" y="285"/>
                  </a:lnTo>
                  <a:lnTo>
                    <a:pt x="304" y="273"/>
                  </a:lnTo>
                  <a:lnTo>
                    <a:pt x="243" y="296"/>
                  </a:lnTo>
                  <a:lnTo>
                    <a:pt x="183" y="267"/>
                  </a:lnTo>
                  <a:lnTo>
                    <a:pt x="260" y="250"/>
                  </a:lnTo>
                  <a:lnTo>
                    <a:pt x="303" y="201"/>
                  </a:lnTo>
                  <a:lnTo>
                    <a:pt x="397" y="199"/>
                  </a:lnTo>
                  <a:lnTo>
                    <a:pt x="393" y="146"/>
                  </a:lnTo>
                  <a:lnTo>
                    <a:pt x="463" y="144"/>
                  </a:lnTo>
                  <a:lnTo>
                    <a:pt x="534" y="182"/>
                  </a:lnTo>
                  <a:lnTo>
                    <a:pt x="450" y="133"/>
                  </a:lnTo>
                  <a:lnTo>
                    <a:pt x="609" y="100"/>
                  </a:lnTo>
                  <a:lnTo>
                    <a:pt x="648" y="124"/>
                  </a:lnTo>
                  <a:lnTo>
                    <a:pt x="653" y="170"/>
                  </a:lnTo>
                  <a:lnTo>
                    <a:pt x="674" y="131"/>
                  </a:lnTo>
                  <a:lnTo>
                    <a:pt x="776" y="159"/>
                  </a:lnTo>
                  <a:lnTo>
                    <a:pt x="741" y="136"/>
                  </a:lnTo>
                  <a:lnTo>
                    <a:pt x="790" y="140"/>
                  </a:lnTo>
                  <a:lnTo>
                    <a:pt x="747" y="113"/>
                  </a:lnTo>
                  <a:lnTo>
                    <a:pt x="735" y="92"/>
                  </a:lnTo>
                  <a:lnTo>
                    <a:pt x="758" y="87"/>
                  </a:lnTo>
                  <a:lnTo>
                    <a:pt x="961" y="152"/>
                  </a:lnTo>
                  <a:lnTo>
                    <a:pt x="945" y="131"/>
                  </a:lnTo>
                  <a:lnTo>
                    <a:pt x="989" y="127"/>
                  </a:lnTo>
                  <a:lnTo>
                    <a:pt x="961" y="109"/>
                  </a:lnTo>
                  <a:lnTo>
                    <a:pt x="1029" y="113"/>
                  </a:lnTo>
                  <a:lnTo>
                    <a:pt x="921" y="66"/>
                  </a:lnTo>
                  <a:lnTo>
                    <a:pt x="1118" y="92"/>
                  </a:lnTo>
                  <a:lnTo>
                    <a:pt x="1074" y="65"/>
                  </a:lnTo>
                  <a:lnTo>
                    <a:pt x="957" y="60"/>
                  </a:lnTo>
                  <a:lnTo>
                    <a:pt x="996" y="58"/>
                  </a:lnTo>
                  <a:lnTo>
                    <a:pt x="924" y="34"/>
                  </a:lnTo>
                  <a:lnTo>
                    <a:pt x="1009" y="41"/>
                  </a:lnTo>
                  <a:lnTo>
                    <a:pt x="974" y="31"/>
                  </a:lnTo>
                  <a:lnTo>
                    <a:pt x="1012" y="23"/>
                  </a:lnTo>
                  <a:lnTo>
                    <a:pt x="1157" y="66"/>
                  </a:lnTo>
                  <a:lnTo>
                    <a:pt x="1141" y="50"/>
                  </a:lnTo>
                  <a:lnTo>
                    <a:pt x="1204" y="34"/>
                  </a:lnTo>
                  <a:lnTo>
                    <a:pt x="1151" y="31"/>
                  </a:lnTo>
                  <a:lnTo>
                    <a:pt x="1149" y="9"/>
                  </a:lnTo>
                  <a:lnTo>
                    <a:pt x="1185" y="0"/>
                  </a:lnTo>
                  <a:lnTo>
                    <a:pt x="1574" y="10"/>
                  </a:lnTo>
                  <a:lnTo>
                    <a:pt x="1602" y="22"/>
                  </a:lnTo>
                  <a:lnTo>
                    <a:pt x="1591" y="31"/>
                  </a:lnTo>
                  <a:lnTo>
                    <a:pt x="1329" y="33"/>
                  </a:lnTo>
                  <a:lnTo>
                    <a:pt x="1360" y="44"/>
                  </a:lnTo>
                  <a:lnTo>
                    <a:pt x="1258" y="58"/>
                  </a:lnTo>
                  <a:lnTo>
                    <a:pt x="1626" y="34"/>
                  </a:lnTo>
                  <a:lnTo>
                    <a:pt x="1640" y="55"/>
                  </a:lnTo>
                  <a:lnTo>
                    <a:pt x="1591" y="67"/>
                  </a:lnTo>
                  <a:lnTo>
                    <a:pt x="1675" y="59"/>
                  </a:lnTo>
                  <a:lnTo>
                    <a:pt x="1772" y="83"/>
                  </a:lnTo>
                  <a:lnTo>
                    <a:pt x="1626" y="124"/>
                  </a:lnTo>
                  <a:lnTo>
                    <a:pt x="1392" y="120"/>
                  </a:lnTo>
                  <a:lnTo>
                    <a:pt x="1448" y="127"/>
                  </a:lnTo>
                  <a:lnTo>
                    <a:pt x="1349" y="144"/>
                  </a:lnTo>
                  <a:lnTo>
                    <a:pt x="1349" y="165"/>
                  </a:lnTo>
                  <a:lnTo>
                    <a:pt x="1607" y="133"/>
                  </a:lnTo>
                  <a:lnTo>
                    <a:pt x="1628" y="146"/>
                  </a:lnTo>
                  <a:lnTo>
                    <a:pt x="1574" y="177"/>
                  </a:lnTo>
                  <a:lnTo>
                    <a:pt x="1740" y="127"/>
                  </a:lnTo>
                  <a:lnTo>
                    <a:pt x="1749" y="175"/>
                  </a:lnTo>
                  <a:lnTo>
                    <a:pt x="1668" y="258"/>
                  </a:lnTo>
                  <a:lnTo>
                    <a:pt x="1827" y="163"/>
                  </a:lnTo>
                  <a:lnTo>
                    <a:pt x="1824" y="177"/>
                  </a:lnTo>
                  <a:lnTo>
                    <a:pt x="1900" y="176"/>
                  </a:lnTo>
                  <a:lnTo>
                    <a:pt x="1924" y="144"/>
                  </a:lnTo>
                  <a:lnTo>
                    <a:pt x="2007" y="140"/>
                  </a:lnTo>
                  <a:lnTo>
                    <a:pt x="2109" y="168"/>
                  </a:lnTo>
                  <a:lnTo>
                    <a:pt x="2009" y="209"/>
                  </a:lnTo>
                  <a:lnTo>
                    <a:pt x="2015" y="226"/>
                  </a:lnTo>
                  <a:lnTo>
                    <a:pt x="1787" y="250"/>
                  </a:lnTo>
                  <a:lnTo>
                    <a:pt x="1969" y="252"/>
                  </a:lnTo>
                  <a:lnTo>
                    <a:pt x="1820" y="286"/>
                  </a:lnTo>
                  <a:lnTo>
                    <a:pt x="1829" y="312"/>
                  </a:lnTo>
                  <a:lnTo>
                    <a:pt x="1930" y="286"/>
                  </a:lnTo>
                  <a:lnTo>
                    <a:pt x="1856" y="319"/>
                  </a:lnTo>
                  <a:lnTo>
                    <a:pt x="1847" y="361"/>
                  </a:lnTo>
                  <a:lnTo>
                    <a:pt x="1871" y="350"/>
                  </a:lnTo>
                  <a:lnTo>
                    <a:pt x="1801" y="388"/>
                  </a:lnTo>
                  <a:lnTo>
                    <a:pt x="1776" y="466"/>
                  </a:lnTo>
                  <a:lnTo>
                    <a:pt x="1813" y="449"/>
                  </a:lnTo>
                  <a:lnTo>
                    <a:pt x="1866" y="466"/>
                  </a:lnTo>
                  <a:lnTo>
                    <a:pt x="1818" y="466"/>
                  </a:lnTo>
                  <a:lnTo>
                    <a:pt x="1818" y="489"/>
                  </a:lnTo>
                  <a:lnTo>
                    <a:pt x="1898" y="499"/>
                  </a:lnTo>
                  <a:lnTo>
                    <a:pt x="1900" y="527"/>
                  </a:lnTo>
                  <a:lnTo>
                    <a:pt x="1780" y="522"/>
                  </a:lnTo>
                  <a:lnTo>
                    <a:pt x="1813" y="535"/>
                  </a:lnTo>
                  <a:lnTo>
                    <a:pt x="1746" y="543"/>
                  </a:lnTo>
                  <a:lnTo>
                    <a:pt x="1780" y="575"/>
                  </a:lnTo>
                  <a:lnTo>
                    <a:pt x="1842" y="576"/>
                  </a:lnTo>
                  <a:lnTo>
                    <a:pt x="1805" y="595"/>
                  </a:lnTo>
                  <a:lnTo>
                    <a:pt x="1854" y="612"/>
                  </a:lnTo>
                  <a:lnTo>
                    <a:pt x="1853" y="652"/>
                  </a:lnTo>
                  <a:lnTo>
                    <a:pt x="1763" y="628"/>
                  </a:lnTo>
                  <a:lnTo>
                    <a:pt x="1816" y="650"/>
                  </a:lnTo>
                  <a:lnTo>
                    <a:pt x="1784" y="663"/>
                  </a:lnTo>
                  <a:lnTo>
                    <a:pt x="1813" y="661"/>
                  </a:lnTo>
                  <a:lnTo>
                    <a:pt x="1805" y="686"/>
                  </a:lnTo>
                  <a:lnTo>
                    <a:pt x="1870" y="700"/>
                  </a:lnTo>
                  <a:lnTo>
                    <a:pt x="1768" y="692"/>
                  </a:lnTo>
                  <a:lnTo>
                    <a:pt x="1749" y="706"/>
                  </a:lnTo>
                  <a:lnTo>
                    <a:pt x="1827" y="738"/>
                  </a:lnTo>
                  <a:lnTo>
                    <a:pt x="1816" y="764"/>
                  </a:lnTo>
                  <a:lnTo>
                    <a:pt x="1754" y="780"/>
                  </a:lnTo>
                  <a:lnTo>
                    <a:pt x="1692" y="742"/>
                  </a:lnTo>
                  <a:lnTo>
                    <a:pt x="1599" y="776"/>
                  </a:lnTo>
                  <a:lnTo>
                    <a:pt x="1665" y="795"/>
                  </a:lnTo>
                  <a:lnTo>
                    <a:pt x="1602" y="813"/>
                  </a:lnTo>
                  <a:lnTo>
                    <a:pt x="1670" y="816"/>
                  </a:lnTo>
                  <a:lnTo>
                    <a:pt x="1648" y="855"/>
                  </a:lnTo>
                  <a:lnTo>
                    <a:pt x="1675" y="832"/>
                  </a:lnTo>
                  <a:lnTo>
                    <a:pt x="1749" y="864"/>
                  </a:lnTo>
                  <a:lnTo>
                    <a:pt x="1727" y="889"/>
                  </a:lnTo>
                  <a:lnTo>
                    <a:pt x="1768" y="879"/>
                  </a:lnTo>
                  <a:lnTo>
                    <a:pt x="1749" y="906"/>
                  </a:lnTo>
                  <a:lnTo>
                    <a:pt x="1778" y="894"/>
                  </a:lnTo>
                  <a:lnTo>
                    <a:pt x="1782" y="959"/>
                  </a:lnTo>
                  <a:lnTo>
                    <a:pt x="1749" y="934"/>
                  </a:lnTo>
                  <a:lnTo>
                    <a:pt x="1749" y="959"/>
                  </a:lnTo>
                  <a:lnTo>
                    <a:pt x="1717" y="958"/>
                  </a:lnTo>
                  <a:lnTo>
                    <a:pt x="1675" y="904"/>
                  </a:lnTo>
                  <a:lnTo>
                    <a:pt x="1575" y="873"/>
                  </a:lnTo>
                  <a:lnTo>
                    <a:pt x="1645" y="909"/>
                  </a:lnTo>
                  <a:lnTo>
                    <a:pt x="1552" y="928"/>
                  </a:lnTo>
                  <a:lnTo>
                    <a:pt x="1526" y="959"/>
                  </a:lnTo>
                  <a:lnTo>
                    <a:pt x="1612" y="966"/>
                  </a:lnTo>
                  <a:lnTo>
                    <a:pt x="1540" y="985"/>
                  </a:lnTo>
                  <a:lnTo>
                    <a:pt x="1650" y="963"/>
                  </a:lnTo>
                  <a:lnTo>
                    <a:pt x="1756" y="991"/>
                  </a:lnTo>
                  <a:lnTo>
                    <a:pt x="1618" y="1067"/>
                  </a:lnTo>
                  <a:lnTo>
                    <a:pt x="1483" y="1100"/>
                  </a:lnTo>
                  <a:lnTo>
                    <a:pt x="1434" y="1102"/>
                  </a:lnTo>
                  <a:lnTo>
                    <a:pt x="1404" y="1068"/>
                  </a:lnTo>
                  <a:lnTo>
                    <a:pt x="1420" y="1102"/>
                  </a:lnTo>
                  <a:lnTo>
                    <a:pt x="1379" y="1122"/>
                  </a:lnTo>
                  <a:lnTo>
                    <a:pt x="1329" y="1204"/>
                  </a:lnTo>
                  <a:lnTo>
                    <a:pt x="1288" y="1202"/>
                  </a:lnTo>
                  <a:lnTo>
                    <a:pt x="1279" y="1227"/>
                  </a:lnTo>
                  <a:lnTo>
                    <a:pt x="1239" y="1230"/>
                  </a:lnTo>
                  <a:lnTo>
                    <a:pt x="1219" y="1222"/>
                  </a:lnTo>
                  <a:lnTo>
                    <a:pt x="1246" y="1205"/>
                  </a:lnTo>
                  <a:lnTo>
                    <a:pt x="1218" y="1202"/>
                  </a:lnTo>
                  <a:lnTo>
                    <a:pt x="1203" y="1244"/>
                  </a:lnTo>
                  <a:lnTo>
                    <a:pt x="1140" y="1248"/>
                  </a:lnTo>
                  <a:lnTo>
                    <a:pt x="1141" y="1281"/>
                  </a:lnTo>
                  <a:lnTo>
                    <a:pt x="1102" y="1284"/>
                  </a:lnTo>
                  <a:lnTo>
                    <a:pt x="1136" y="1311"/>
                  </a:lnTo>
                  <a:lnTo>
                    <a:pt x="1091" y="1316"/>
                  </a:lnTo>
                  <a:lnTo>
                    <a:pt x="1126" y="1347"/>
                  </a:lnTo>
                  <a:lnTo>
                    <a:pt x="1094" y="1347"/>
                  </a:lnTo>
                  <a:lnTo>
                    <a:pt x="1119" y="1354"/>
                  </a:lnTo>
                  <a:lnTo>
                    <a:pt x="1094" y="1387"/>
                  </a:lnTo>
                  <a:lnTo>
                    <a:pt x="1074" y="1381"/>
                  </a:lnTo>
                  <a:lnTo>
                    <a:pt x="1091" y="1396"/>
                  </a:lnTo>
                  <a:lnTo>
                    <a:pt x="1048" y="1408"/>
                  </a:lnTo>
                  <a:lnTo>
                    <a:pt x="1074" y="1454"/>
                  </a:lnTo>
                  <a:lnTo>
                    <a:pt x="1048" y="1517"/>
                  </a:lnTo>
                  <a:lnTo>
                    <a:pt x="1016" y="1518"/>
                  </a:lnTo>
                  <a:lnTo>
                    <a:pt x="1040" y="1540"/>
                  </a:lnTo>
                  <a:lnTo>
                    <a:pt x="970" y="1540"/>
                  </a:lnTo>
                  <a:lnTo>
                    <a:pt x="961" y="1498"/>
                  </a:lnTo>
                  <a:lnTo>
                    <a:pt x="862" y="1503"/>
                  </a:lnTo>
                  <a:lnTo>
                    <a:pt x="885" y="1492"/>
                  </a:lnTo>
                  <a:lnTo>
                    <a:pt x="834" y="1475"/>
                  </a:lnTo>
                  <a:lnTo>
                    <a:pt x="859" y="1468"/>
                  </a:lnTo>
                  <a:lnTo>
                    <a:pt x="822" y="1468"/>
                  </a:lnTo>
                  <a:lnTo>
                    <a:pt x="835" y="1435"/>
                  </a:lnTo>
                  <a:lnTo>
                    <a:pt x="813" y="1442"/>
                  </a:lnTo>
                  <a:lnTo>
                    <a:pt x="747" y="1354"/>
                  </a:lnTo>
                  <a:lnTo>
                    <a:pt x="747" y="1327"/>
                  </a:lnTo>
                  <a:lnTo>
                    <a:pt x="796" y="1298"/>
                  </a:lnTo>
                  <a:lnTo>
                    <a:pt x="776" y="1289"/>
                  </a:lnTo>
                  <a:lnTo>
                    <a:pt x="726" y="1322"/>
                  </a:lnTo>
                  <a:lnTo>
                    <a:pt x="726" y="1256"/>
                  </a:lnTo>
                  <a:lnTo>
                    <a:pt x="680" y="1222"/>
                  </a:lnTo>
                  <a:lnTo>
                    <a:pt x="693" y="1169"/>
                  </a:lnTo>
                  <a:lnTo>
                    <a:pt x="665" y="1150"/>
                  </a:lnTo>
                  <a:lnTo>
                    <a:pt x="703" y="1104"/>
                  </a:lnTo>
                  <a:lnTo>
                    <a:pt x="680" y="1100"/>
                  </a:lnTo>
                  <a:lnTo>
                    <a:pt x="764" y="1100"/>
                  </a:lnTo>
                  <a:lnTo>
                    <a:pt x="756" y="1082"/>
                  </a:lnTo>
                  <a:lnTo>
                    <a:pt x="699" y="1084"/>
                  </a:lnTo>
                  <a:lnTo>
                    <a:pt x="785" y="1043"/>
                  </a:lnTo>
                  <a:lnTo>
                    <a:pt x="764" y="1030"/>
                  </a:lnTo>
                  <a:lnTo>
                    <a:pt x="785" y="985"/>
                  </a:lnTo>
                  <a:lnTo>
                    <a:pt x="715" y="983"/>
                  </a:lnTo>
                  <a:lnTo>
                    <a:pt x="637" y="947"/>
                  </a:lnTo>
                  <a:lnTo>
                    <a:pt x="776" y="966"/>
                  </a:lnTo>
                  <a:lnTo>
                    <a:pt x="752" y="950"/>
                  </a:lnTo>
                  <a:lnTo>
                    <a:pt x="776" y="943"/>
                  </a:lnTo>
                  <a:lnTo>
                    <a:pt x="721" y="916"/>
                  </a:lnTo>
                  <a:lnTo>
                    <a:pt x="741" y="904"/>
                  </a:lnTo>
                  <a:lnTo>
                    <a:pt x="711" y="914"/>
                  </a:lnTo>
                  <a:lnTo>
                    <a:pt x="730" y="895"/>
                  </a:lnTo>
                  <a:lnTo>
                    <a:pt x="694" y="897"/>
                  </a:lnTo>
                  <a:lnTo>
                    <a:pt x="735" y="882"/>
                  </a:lnTo>
                  <a:lnTo>
                    <a:pt x="674" y="861"/>
                  </a:lnTo>
                  <a:lnTo>
                    <a:pt x="660" y="895"/>
                  </a:lnTo>
                  <a:lnTo>
                    <a:pt x="609" y="897"/>
                  </a:lnTo>
                  <a:lnTo>
                    <a:pt x="599" y="882"/>
                  </a:lnTo>
                  <a:lnTo>
                    <a:pt x="633" y="861"/>
                  </a:lnTo>
                  <a:lnTo>
                    <a:pt x="606" y="861"/>
                  </a:lnTo>
                  <a:lnTo>
                    <a:pt x="637" y="804"/>
                  </a:lnTo>
                  <a:lnTo>
                    <a:pt x="601" y="794"/>
                  </a:lnTo>
                  <a:lnTo>
                    <a:pt x="619" y="768"/>
                  </a:lnTo>
                  <a:lnTo>
                    <a:pt x="562" y="697"/>
                  </a:lnTo>
                  <a:lnTo>
                    <a:pt x="581" y="696"/>
                  </a:lnTo>
                  <a:lnTo>
                    <a:pt x="504" y="635"/>
                  </a:lnTo>
                  <a:lnTo>
                    <a:pt x="504" y="612"/>
                  </a:lnTo>
                  <a:lnTo>
                    <a:pt x="419" y="582"/>
                  </a:lnTo>
                  <a:lnTo>
                    <a:pt x="340" y="565"/>
                  </a:lnTo>
                  <a:lnTo>
                    <a:pt x="269" y="593"/>
                  </a:lnTo>
                  <a:lnTo>
                    <a:pt x="210" y="575"/>
                  </a:lnTo>
                  <a:lnTo>
                    <a:pt x="232" y="598"/>
                  </a:lnTo>
                  <a:lnTo>
                    <a:pt x="170" y="587"/>
                  </a:lnTo>
                  <a:lnTo>
                    <a:pt x="117" y="564"/>
                  </a:lnTo>
                  <a:lnTo>
                    <a:pt x="170" y="543"/>
                  </a:lnTo>
                  <a:lnTo>
                    <a:pt x="53" y="522"/>
                  </a:lnTo>
                  <a:lnTo>
                    <a:pt x="96" y="502"/>
                  </a:lnTo>
                  <a:lnTo>
                    <a:pt x="236" y="508"/>
                  </a:lnTo>
                  <a:lnTo>
                    <a:pt x="253" y="500"/>
                  </a:lnTo>
                  <a:lnTo>
                    <a:pt x="228" y="488"/>
                  </a:lnTo>
                  <a:lnTo>
                    <a:pt x="252" y="476"/>
                  </a:lnTo>
                  <a:lnTo>
                    <a:pt x="126" y="484"/>
                  </a:lnTo>
                  <a:lnTo>
                    <a:pt x="0" y="43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5" name="Freeform 77">
              <a:extLst>
                <a:ext uri="{FF2B5EF4-FFF2-40B4-BE49-F238E27FC236}">
                  <a16:creationId xmlns:a16="http://schemas.microsoft.com/office/drawing/2014/main" id="{42B20BB5-22AA-7C3A-B5AA-392A70B9A8B9}"/>
                </a:ext>
              </a:extLst>
            </p:cNvPr>
            <p:cNvSpPr>
              <a:spLocks noChangeAspect="1"/>
            </p:cNvSpPr>
            <p:nvPr/>
          </p:nvSpPr>
          <p:spPr bwMode="gray">
            <a:xfrm>
              <a:off x="1376" y="2488"/>
              <a:ext cx="57" cy="78"/>
            </a:xfrm>
            <a:custGeom>
              <a:avLst/>
              <a:gdLst>
                <a:gd name="T0" fmla="*/ 0 w 137"/>
                <a:gd name="T1" fmla="*/ 121 h 150"/>
                <a:gd name="T2" fmla="*/ 30 w 137"/>
                <a:gd name="T3" fmla="*/ 66 h 150"/>
                <a:gd name="T4" fmla="*/ 65 w 137"/>
                <a:gd name="T5" fmla="*/ 65 h 150"/>
                <a:gd name="T6" fmla="*/ 27 w 137"/>
                <a:gd name="T7" fmla="*/ 19 h 150"/>
                <a:gd name="T8" fmla="*/ 108 w 137"/>
                <a:gd name="T9" fmla="*/ 0 h 150"/>
                <a:gd name="T10" fmla="*/ 119 w 137"/>
                <a:gd name="T11" fmla="*/ 72 h 150"/>
                <a:gd name="T12" fmla="*/ 137 w 137"/>
                <a:gd name="T13" fmla="*/ 78 h 150"/>
                <a:gd name="T14" fmla="*/ 101 w 137"/>
                <a:gd name="T15" fmla="*/ 123 h 150"/>
                <a:gd name="T16" fmla="*/ 77 w 137"/>
                <a:gd name="T17" fmla="*/ 150 h 150"/>
                <a:gd name="T18" fmla="*/ 0 w 137"/>
                <a:gd name="T19" fmla="*/ 12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50">
                  <a:moveTo>
                    <a:pt x="0" y="121"/>
                  </a:moveTo>
                  <a:lnTo>
                    <a:pt x="30" y="66"/>
                  </a:lnTo>
                  <a:lnTo>
                    <a:pt x="65" y="65"/>
                  </a:lnTo>
                  <a:lnTo>
                    <a:pt x="27" y="19"/>
                  </a:lnTo>
                  <a:lnTo>
                    <a:pt x="108" y="0"/>
                  </a:lnTo>
                  <a:lnTo>
                    <a:pt x="119" y="72"/>
                  </a:lnTo>
                  <a:lnTo>
                    <a:pt x="137" y="78"/>
                  </a:lnTo>
                  <a:lnTo>
                    <a:pt x="101" y="123"/>
                  </a:lnTo>
                  <a:lnTo>
                    <a:pt x="77" y="150"/>
                  </a:lnTo>
                  <a:lnTo>
                    <a:pt x="0" y="12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6" name="Freeform 78">
              <a:extLst>
                <a:ext uri="{FF2B5EF4-FFF2-40B4-BE49-F238E27FC236}">
                  <a16:creationId xmlns:a16="http://schemas.microsoft.com/office/drawing/2014/main" id="{D0A10174-E704-373D-CFDF-2CA52E693492}"/>
                </a:ext>
              </a:extLst>
            </p:cNvPr>
            <p:cNvSpPr>
              <a:spLocks noChangeAspect="1"/>
            </p:cNvSpPr>
            <p:nvPr/>
          </p:nvSpPr>
          <p:spPr bwMode="gray">
            <a:xfrm>
              <a:off x="1845" y="2667"/>
              <a:ext cx="70" cy="119"/>
            </a:xfrm>
            <a:custGeom>
              <a:avLst/>
              <a:gdLst>
                <a:gd name="T0" fmla="*/ 0 w 166"/>
                <a:gd name="T1" fmla="*/ 77 h 236"/>
                <a:gd name="T2" fmla="*/ 24 w 166"/>
                <a:gd name="T3" fmla="*/ 110 h 236"/>
                <a:gd name="T4" fmla="*/ 56 w 166"/>
                <a:gd name="T5" fmla="*/ 135 h 236"/>
                <a:gd name="T6" fmla="*/ 49 w 166"/>
                <a:gd name="T7" fmla="*/ 201 h 236"/>
                <a:gd name="T8" fmla="*/ 67 w 166"/>
                <a:gd name="T9" fmla="*/ 236 h 236"/>
                <a:gd name="T10" fmla="*/ 166 w 166"/>
                <a:gd name="T11" fmla="*/ 222 h 236"/>
                <a:gd name="T12" fmla="*/ 110 w 166"/>
                <a:gd name="T13" fmla="*/ 149 h 236"/>
                <a:gd name="T14" fmla="*/ 149 w 166"/>
                <a:gd name="T15" fmla="*/ 86 h 236"/>
                <a:gd name="T16" fmla="*/ 50 w 166"/>
                <a:gd name="T17" fmla="*/ 0 h 236"/>
                <a:gd name="T18" fmla="*/ 17 w 166"/>
                <a:gd name="T19" fmla="*/ 25 h 236"/>
                <a:gd name="T20" fmla="*/ 31 w 166"/>
                <a:gd name="T21" fmla="*/ 48 h 236"/>
                <a:gd name="T22" fmla="*/ 0 w 166"/>
                <a:gd name="T23" fmla="*/ 7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6" h="236">
                  <a:moveTo>
                    <a:pt x="0" y="77"/>
                  </a:moveTo>
                  <a:lnTo>
                    <a:pt x="24" y="110"/>
                  </a:lnTo>
                  <a:lnTo>
                    <a:pt x="56" y="135"/>
                  </a:lnTo>
                  <a:lnTo>
                    <a:pt x="49" y="201"/>
                  </a:lnTo>
                  <a:lnTo>
                    <a:pt x="67" y="236"/>
                  </a:lnTo>
                  <a:lnTo>
                    <a:pt x="166" y="222"/>
                  </a:lnTo>
                  <a:lnTo>
                    <a:pt x="110" y="149"/>
                  </a:lnTo>
                  <a:lnTo>
                    <a:pt x="149" y="86"/>
                  </a:lnTo>
                  <a:lnTo>
                    <a:pt x="50" y="0"/>
                  </a:lnTo>
                  <a:lnTo>
                    <a:pt x="17" y="25"/>
                  </a:lnTo>
                  <a:lnTo>
                    <a:pt x="31" y="48"/>
                  </a:lnTo>
                  <a:lnTo>
                    <a:pt x="0" y="7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7" name="Freeform 79">
              <a:extLst>
                <a:ext uri="{FF2B5EF4-FFF2-40B4-BE49-F238E27FC236}">
                  <a16:creationId xmlns:a16="http://schemas.microsoft.com/office/drawing/2014/main" id="{84D96B62-D5A5-9B84-901E-34E904B88837}"/>
                </a:ext>
              </a:extLst>
            </p:cNvPr>
            <p:cNvSpPr>
              <a:spLocks noChangeAspect="1"/>
            </p:cNvSpPr>
            <p:nvPr/>
          </p:nvSpPr>
          <p:spPr bwMode="gray">
            <a:xfrm>
              <a:off x="1644" y="2453"/>
              <a:ext cx="39" cy="38"/>
            </a:xfrm>
            <a:custGeom>
              <a:avLst/>
              <a:gdLst>
                <a:gd name="T0" fmla="*/ 0 w 90"/>
                <a:gd name="T1" fmla="*/ 49 h 66"/>
                <a:gd name="T2" fmla="*/ 68 w 90"/>
                <a:gd name="T3" fmla="*/ 48 h 66"/>
                <a:gd name="T4" fmla="*/ 36 w 90"/>
                <a:gd name="T5" fmla="*/ 5 h 66"/>
                <a:gd name="T6" fmla="*/ 90 w 90"/>
                <a:gd name="T7" fmla="*/ 0 h 66"/>
                <a:gd name="T8" fmla="*/ 90 w 90"/>
                <a:gd name="T9" fmla="*/ 66 h 66"/>
                <a:gd name="T10" fmla="*/ 0 w 90"/>
                <a:gd name="T11" fmla="*/ 49 h 66"/>
              </a:gdLst>
              <a:ahLst/>
              <a:cxnLst>
                <a:cxn ang="0">
                  <a:pos x="T0" y="T1"/>
                </a:cxn>
                <a:cxn ang="0">
                  <a:pos x="T2" y="T3"/>
                </a:cxn>
                <a:cxn ang="0">
                  <a:pos x="T4" y="T5"/>
                </a:cxn>
                <a:cxn ang="0">
                  <a:pos x="T6" y="T7"/>
                </a:cxn>
                <a:cxn ang="0">
                  <a:pos x="T8" y="T9"/>
                </a:cxn>
                <a:cxn ang="0">
                  <a:pos x="T10" y="T11"/>
                </a:cxn>
              </a:cxnLst>
              <a:rect l="0" t="0" r="r" b="b"/>
              <a:pathLst>
                <a:path w="90" h="66">
                  <a:moveTo>
                    <a:pt x="0" y="49"/>
                  </a:moveTo>
                  <a:lnTo>
                    <a:pt x="68" y="48"/>
                  </a:lnTo>
                  <a:lnTo>
                    <a:pt x="36" y="5"/>
                  </a:lnTo>
                  <a:lnTo>
                    <a:pt x="90" y="0"/>
                  </a:lnTo>
                  <a:lnTo>
                    <a:pt x="90" y="66"/>
                  </a:lnTo>
                  <a:lnTo>
                    <a:pt x="0" y="4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8" name="Freeform 80">
              <a:extLst>
                <a:ext uri="{FF2B5EF4-FFF2-40B4-BE49-F238E27FC236}">
                  <a16:creationId xmlns:a16="http://schemas.microsoft.com/office/drawing/2014/main" id="{83D8F0C6-DFE5-A3E9-422F-D089860C471A}"/>
                </a:ext>
              </a:extLst>
            </p:cNvPr>
            <p:cNvSpPr>
              <a:spLocks noChangeAspect="1"/>
            </p:cNvSpPr>
            <p:nvPr/>
          </p:nvSpPr>
          <p:spPr bwMode="gray">
            <a:xfrm>
              <a:off x="1421" y="2525"/>
              <a:ext cx="91" cy="55"/>
            </a:xfrm>
            <a:custGeom>
              <a:avLst/>
              <a:gdLst>
                <a:gd name="T0" fmla="*/ 0 w 211"/>
                <a:gd name="T1" fmla="*/ 51 h 104"/>
                <a:gd name="T2" fmla="*/ 36 w 211"/>
                <a:gd name="T3" fmla="*/ 6 h 104"/>
                <a:gd name="T4" fmla="*/ 151 w 211"/>
                <a:gd name="T5" fmla="*/ 0 h 104"/>
                <a:gd name="T6" fmla="*/ 211 w 211"/>
                <a:gd name="T7" fmla="*/ 32 h 104"/>
                <a:gd name="T8" fmla="*/ 161 w 211"/>
                <a:gd name="T9" fmla="*/ 38 h 104"/>
                <a:gd name="T10" fmla="*/ 73 w 211"/>
                <a:gd name="T11" fmla="*/ 104 h 104"/>
                <a:gd name="T12" fmla="*/ 57 w 211"/>
                <a:gd name="T13" fmla="*/ 87 h 104"/>
                <a:gd name="T14" fmla="*/ 0 w 211"/>
                <a:gd name="T15" fmla="*/ 51 h 1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104">
                  <a:moveTo>
                    <a:pt x="0" y="51"/>
                  </a:moveTo>
                  <a:lnTo>
                    <a:pt x="36" y="6"/>
                  </a:lnTo>
                  <a:lnTo>
                    <a:pt x="151" y="0"/>
                  </a:lnTo>
                  <a:lnTo>
                    <a:pt x="211" y="32"/>
                  </a:lnTo>
                  <a:lnTo>
                    <a:pt x="161" y="38"/>
                  </a:lnTo>
                  <a:lnTo>
                    <a:pt x="73" y="104"/>
                  </a:lnTo>
                  <a:lnTo>
                    <a:pt x="57" y="87"/>
                  </a:lnTo>
                  <a:lnTo>
                    <a:pt x="0" y="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09" name="Freeform 81">
              <a:extLst>
                <a:ext uri="{FF2B5EF4-FFF2-40B4-BE49-F238E27FC236}">
                  <a16:creationId xmlns:a16="http://schemas.microsoft.com/office/drawing/2014/main" id="{5CF1381C-476E-8CB4-5E80-633F8D03238D}"/>
                </a:ext>
              </a:extLst>
            </p:cNvPr>
            <p:cNvSpPr>
              <a:spLocks noChangeAspect="1"/>
            </p:cNvSpPr>
            <p:nvPr/>
          </p:nvSpPr>
          <p:spPr bwMode="gray">
            <a:xfrm>
              <a:off x="3010" y="1865"/>
              <a:ext cx="104" cy="64"/>
            </a:xfrm>
            <a:custGeom>
              <a:avLst/>
              <a:gdLst>
                <a:gd name="T0" fmla="*/ 0 w 232"/>
                <a:gd name="T1" fmla="*/ 71 h 121"/>
                <a:gd name="T2" fmla="*/ 35 w 232"/>
                <a:gd name="T3" fmla="*/ 20 h 121"/>
                <a:gd name="T4" fmla="*/ 82 w 232"/>
                <a:gd name="T5" fmla="*/ 35 h 121"/>
                <a:gd name="T6" fmla="*/ 162 w 232"/>
                <a:gd name="T7" fmla="*/ 0 h 121"/>
                <a:gd name="T8" fmla="*/ 209 w 232"/>
                <a:gd name="T9" fmla="*/ 8 h 121"/>
                <a:gd name="T10" fmla="*/ 232 w 232"/>
                <a:gd name="T11" fmla="*/ 26 h 121"/>
                <a:gd name="T12" fmla="*/ 143 w 232"/>
                <a:gd name="T13" fmla="*/ 107 h 121"/>
                <a:gd name="T14" fmla="*/ 67 w 232"/>
                <a:gd name="T15" fmla="*/ 121 h 121"/>
                <a:gd name="T16" fmla="*/ 0 w 232"/>
                <a:gd name="T17" fmla="*/ 7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21">
                  <a:moveTo>
                    <a:pt x="0" y="71"/>
                  </a:moveTo>
                  <a:lnTo>
                    <a:pt x="35" y="20"/>
                  </a:lnTo>
                  <a:lnTo>
                    <a:pt x="82" y="35"/>
                  </a:lnTo>
                  <a:lnTo>
                    <a:pt x="162" y="0"/>
                  </a:lnTo>
                  <a:lnTo>
                    <a:pt x="209" y="8"/>
                  </a:lnTo>
                  <a:lnTo>
                    <a:pt x="232" y="26"/>
                  </a:lnTo>
                  <a:lnTo>
                    <a:pt x="143" y="107"/>
                  </a:lnTo>
                  <a:lnTo>
                    <a:pt x="67" y="121"/>
                  </a:lnTo>
                  <a:lnTo>
                    <a:pt x="0" y="7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0" name="Freeform 82">
              <a:extLst>
                <a:ext uri="{FF2B5EF4-FFF2-40B4-BE49-F238E27FC236}">
                  <a16:creationId xmlns:a16="http://schemas.microsoft.com/office/drawing/2014/main" id="{92A62238-5447-C6AF-3454-C097F8C269F8}"/>
                </a:ext>
              </a:extLst>
            </p:cNvPr>
            <p:cNvSpPr>
              <a:spLocks noChangeAspect="1"/>
            </p:cNvSpPr>
            <p:nvPr/>
          </p:nvSpPr>
          <p:spPr bwMode="gray">
            <a:xfrm>
              <a:off x="2396" y="1396"/>
              <a:ext cx="167" cy="91"/>
            </a:xfrm>
            <a:custGeom>
              <a:avLst/>
              <a:gdLst>
                <a:gd name="T0" fmla="*/ 0 w 381"/>
                <a:gd name="T1" fmla="*/ 62 h 174"/>
                <a:gd name="T2" fmla="*/ 24 w 381"/>
                <a:gd name="T3" fmla="*/ 53 h 174"/>
                <a:gd name="T4" fmla="*/ 10 w 381"/>
                <a:gd name="T5" fmla="*/ 37 h 174"/>
                <a:gd name="T6" fmla="*/ 43 w 381"/>
                <a:gd name="T7" fmla="*/ 47 h 174"/>
                <a:gd name="T8" fmla="*/ 28 w 381"/>
                <a:gd name="T9" fmla="*/ 19 h 174"/>
                <a:gd name="T10" fmla="*/ 65 w 381"/>
                <a:gd name="T11" fmla="*/ 36 h 174"/>
                <a:gd name="T12" fmla="*/ 46 w 381"/>
                <a:gd name="T13" fmla="*/ 2 h 174"/>
                <a:gd name="T14" fmla="*/ 106 w 381"/>
                <a:gd name="T15" fmla="*/ 29 h 174"/>
                <a:gd name="T16" fmla="*/ 111 w 381"/>
                <a:gd name="T17" fmla="*/ 74 h 174"/>
                <a:gd name="T18" fmla="*/ 143 w 381"/>
                <a:gd name="T19" fmla="*/ 24 h 174"/>
                <a:gd name="T20" fmla="*/ 174 w 381"/>
                <a:gd name="T21" fmla="*/ 42 h 174"/>
                <a:gd name="T22" fmla="*/ 198 w 381"/>
                <a:gd name="T23" fmla="*/ 18 h 174"/>
                <a:gd name="T24" fmla="*/ 220 w 381"/>
                <a:gd name="T25" fmla="*/ 50 h 174"/>
                <a:gd name="T26" fmla="*/ 214 w 381"/>
                <a:gd name="T27" fmla="*/ 19 h 174"/>
                <a:gd name="T28" fmla="*/ 276 w 381"/>
                <a:gd name="T29" fmla="*/ 19 h 174"/>
                <a:gd name="T30" fmla="*/ 285 w 381"/>
                <a:gd name="T31" fmla="*/ 0 h 174"/>
                <a:gd name="T32" fmla="*/ 313 w 381"/>
                <a:gd name="T33" fmla="*/ 18 h 174"/>
                <a:gd name="T34" fmla="*/ 347 w 381"/>
                <a:gd name="T35" fmla="*/ 11 h 174"/>
                <a:gd name="T36" fmla="*/ 323 w 381"/>
                <a:gd name="T37" fmla="*/ 24 h 174"/>
                <a:gd name="T38" fmla="*/ 381 w 381"/>
                <a:gd name="T39" fmla="*/ 79 h 174"/>
                <a:gd name="T40" fmla="*/ 331 w 381"/>
                <a:gd name="T41" fmla="*/ 128 h 174"/>
                <a:gd name="T42" fmla="*/ 189 w 381"/>
                <a:gd name="T43" fmla="*/ 174 h 174"/>
                <a:gd name="T44" fmla="*/ 63 w 381"/>
                <a:gd name="T45" fmla="*/ 154 h 174"/>
                <a:gd name="T46" fmla="*/ 94 w 381"/>
                <a:gd name="T47" fmla="*/ 108 h 174"/>
                <a:gd name="T48" fmla="*/ 19 w 381"/>
                <a:gd name="T49" fmla="*/ 92 h 174"/>
                <a:gd name="T50" fmla="*/ 92 w 381"/>
                <a:gd name="T51" fmla="*/ 88 h 174"/>
                <a:gd name="T52" fmla="*/ 65 w 381"/>
                <a:gd name="T53" fmla="*/ 75 h 174"/>
                <a:gd name="T54" fmla="*/ 93 w 381"/>
                <a:gd name="T55" fmla="*/ 62 h 174"/>
                <a:gd name="T56" fmla="*/ 0 w 381"/>
                <a:gd name="T57" fmla="*/ 6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1" h="174">
                  <a:moveTo>
                    <a:pt x="0" y="62"/>
                  </a:moveTo>
                  <a:lnTo>
                    <a:pt x="24" y="53"/>
                  </a:lnTo>
                  <a:lnTo>
                    <a:pt x="10" y="37"/>
                  </a:lnTo>
                  <a:lnTo>
                    <a:pt x="43" y="47"/>
                  </a:lnTo>
                  <a:lnTo>
                    <a:pt x="28" y="19"/>
                  </a:lnTo>
                  <a:lnTo>
                    <a:pt x="65" y="36"/>
                  </a:lnTo>
                  <a:lnTo>
                    <a:pt x="46" y="2"/>
                  </a:lnTo>
                  <a:lnTo>
                    <a:pt x="106" y="29"/>
                  </a:lnTo>
                  <a:lnTo>
                    <a:pt x="111" y="74"/>
                  </a:lnTo>
                  <a:lnTo>
                    <a:pt x="143" y="24"/>
                  </a:lnTo>
                  <a:lnTo>
                    <a:pt x="174" y="42"/>
                  </a:lnTo>
                  <a:lnTo>
                    <a:pt x="198" y="18"/>
                  </a:lnTo>
                  <a:lnTo>
                    <a:pt x="220" y="50"/>
                  </a:lnTo>
                  <a:lnTo>
                    <a:pt x="214" y="19"/>
                  </a:lnTo>
                  <a:lnTo>
                    <a:pt x="276" y="19"/>
                  </a:lnTo>
                  <a:lnTo>
                    <a:pt x="285" y="0"/>
                  </a:lnTo>
                  <a:lnTo>
                    <a:pt x="313" y="18"/>
                  </a:lnTo>
                  <a:lnTo>
                    <a:pt x="347" y="11"/>
                  </a:lnTo>
                  <a:lnTo>
                    <a:pt x="323" y="24"/>
                  </a:lnTo>
                  <a:lnTo>
                    <a:pt x="381" y="79"/>
                  </a:lnTo>
                  <a:lnTo>
                    <a:pt x="331" y="128"/>
                  </a:lnTo>
                  <a:lnTo>
                    <a:pt x="189" y="174"/>
                  </a:lnTo>
                  <a:lnTo>
                    <a:pt x="63" y="154"/>
                  </a:lnTo>
                  <a:lnTo>
                    <a:pt x="94" y="108"/>
                  </a:lnTo>
                  <a:lnTo>
                    <a:pt x="19" y="92"/>
                  </a:lnTo>
                  <a:lnTo>
                    <a:pt x="92" y="88"/>
                  </a:lnTo>
                  <a:lnTo>
                    <a:pt x="65" y="75"/>
                  </a:lnTo>
                  <a:lnTo>
                    <a:pt x="93" y="62"/>
                  </a:lnTo>
                  <a:lnTo>
                    <a:pt x="0" y="6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1" name="Freeform 83">
              <a:extLst>
                <a:ext uri="{FF2B5EF4-FFF2-40B4-BE49-F238E27FC236}">
                  <a16:creationId xmlns:a16="http://schemas.microsoft.com/office/drawing/2014/main" id="{F45ED624-6069-611D-02DB-EA717F0D5DEA}"/>
                </a:ext>
              </a:extLst>
            </p:cNvPr>
            <p:cNvSpPr>
              <a:spLocks noChangeAspect="1"/>
            </p:cNvSpPr>
            <p:nvPr/>
          </p:nvSpPr>
          <p:spPr bwMode="gray">
            <a:xfrm>
              <a:off x="3792" y="2138"/>
              <a:ext cx="442" cy="530"/>
            </a:xfrm>
            <a:custGeom>
              <a:avLst/>
              <a:gdLst>
                <a:gd name="T0" fmla="*/ 0 w 1020"/>
                <a:gd name="T1" fmla="*/ 462 h 1015"/>
                <a:gd name="T2" fmla="*/ 29 w 1020"/>
                <a:gd name="T3" fmla="*/ 439 h 1015"/>
                <a:gd name="T4" fmla="*/ 107 w 1020"/>
                <a:gd name="T5" fmla="*/ 439 h 1015"/>
                <a:gd name="T6" fmla="*/ 53 w 1020"/>
                <a:gd name="T7" fmla="*/ 333 h 1015"/>
                <a:gd name="T8" fmla="*/ 84 w 1020"/>
                <a:gd name="T9" fmla="*/ 304 h 1015"/>
                <a:gd name="T10" fmla="*/ 131 w 1020"/>
                <a:gd name="T11" fmla="*/ 308 h 1015"/>
                <a:gd name="T12" fmla="*/ 233 w 1020"/>
                <a:gd name="T13" fmla="*/ 192 h 1015"/>
                <a:gd name="T14" fmla="*/ 226 w 1020"/>
                <a:gd name="T15" fmla="*/ 160 h 1015"/>
                <a:gd name="T16" fmla="*/ 253 w 1020"/>
                <a:gd name="T17" fmla="*/ 141 h 1015"/>
                <a:gd name="T18" fmla="*/ 208 w 1020"/>
                <a:gd name="T19" fmla="*/ 106 h 1015"/>
                <a:gd name="T20" fmla="*/ 206 w 1020"/>
                <a:gd name="T21" fmla="*/ 49 h 1015"/>
                <a:gd name="T22" fmla="*/ 305 w 1020"/>
                <a:gd name="T23" fmla="*/ 49 h 1015"/>
                <a:gd name="T24" fmla="*/ 335 w 1020"/>
                <a:gd name="T25" fmla="*/ 22 h 1015"/>
                <a:gd name="T26" fmla="*/ 389 w 1020"/>
                <a:gd name="T27" fmla="*/ 0 h 1015"/>
                <a:gd name="T28" fmla="*/ 427 w 1020"/>
                <a:gd name="T29" fmla="*/ 20 h 1015"/>
                <a:gd name="T30" fmla="*/ 378 w 1020"/>
                <a:gd name="T31" fmla="*/ 79 h 1015"/>
                <a:gd name="T32" fmla="*/ 401 w 1020"/>
                <a:gd name="T33" fmla="*/ 127 h 1015"/>
                <a:gd name="T34" fmla="*/ 363 w 1020"/>
                <a:gd name="T35" fmla="*/ 134 h 1015"/>
                <a:gd name="T36" fmla="*/ 380 w 1020"/>
                <a:gd name="T37" fmla="*/ 194 h 1015"/>
                <a:gd name="T38" fmla="*/ 452 w 1020"/>
                <a:gd name="T39" fmla="*/ 220 h 1015"/>
                <a:gd name="T40" fmla="*/ 418 w 1020"/>
                <a:gd name="T41" fmla="*/ 276 h 1015"/>
                <a:gd name="T42" fmla="*/ 511 w 1020"/>
                <a:gd name="T43" fmla="*/ 329 h 1015"/>
                <a:gd name="T44" fmla="*/ 692 w 1020"/>
                <a:gd name="T45" fmla="*/ 363 h 1015"/>
                <a:gd name="T46" fmla="*/ 696 w 1020"/>
                <a:gd name="T47" fmla="*/ 310 h 1015"/>
                <a:gd name="T48" fmla="*/ 719 w 1020"/>
                <a:gd name="T49" fmla="*/ 304 h 1015"/>
                <a:gd name="T50" fmla="*/ 724 w 1020"/>
                <a:gd name="T51" fmla="*/ 330 h 1015"/>
                <a:gd name="T52" fmla="*/ 737 w 1020"/>
                <a:gd name="T53" fmla="*/ 353 h 1015"/>
                <a:gd name="T54" fmla="*/ 829 w 1020"/>
                <a:gd name="T55" fmla="*/ 343 h 1015"/>
                <a:gd name="T56" fmla="*/ 823 w 1020"/>
                <a:gd name="T57" fmla="*/ 311 h 1015"/>
                <a:gd name="T58" fmla="*/ 972 w 1020"/>
                <a:gd name="T59" fmla="*/ 249 h 1015"/>
                <a:gd name="T60" fmla="*/ 983 w 1020"/>
                <a:gd name="T61" fmla="*/ 286 h 1015"/>
                <a:gd name="T62" fmla="*/ 1020 w 1020"/>
                <a:gd name="T63" fmla="*/ 300 h 1015"/>
                <a:gd name="T64" fmla="*/ 1005 w 1020"/>
                <a:gd name="T65" fmla="*/ 337 h 1015"/>
                <a:gd name="T66" fmla="*/ 944 w 1020"/>
                <a:gd name="T67" fmla="*/ 360 h 1015"/>
                <a:gd name="T68" fmla="*/ 853 w 1020"/>
                <a:gd name="T69" fmla="*/ 528 h 1015"/>
                <a:gd name="T70" fmla="*/ 835 w 1020"/>
                <a:gd name="T71" fmla="*/ 461 h 1015"/>
                <a:gd name="T72" fmla="*/ 819 w 1020"/>
                <a:gd name="T73" fmla="*/ 486 h 1015"/>
                <a:gd name="T74" fmla="*/ 797 w 1020"/>
                <a:gd name="T75" fmla="*/ 453 h 1015"/>
                <a:gd name="T76" fmla="*/ 837 w 1020"/>
                <a:gd name="T77" fmla="*/ 412 h 1015"/>
                <a:gd name="T78" fmla="*/ 759 w 1020"/>
                <a:gd name="T79" fmla="*/ 406 h 1015"/>
                <a:gd name="T80" fmla="*/ 709 w 1020"/>
                <a:gd name="T81" fmla="*/ 359 h 1015"/>
                <a:gd name="T82" fmla="*/ 693 w 1020"/>
                <a:gd name="T83" fmla="*/ 385 h 1015"/>
                <a:gd name="T84" fmla="*/ 711 w 1020"/>
                <a:gd name="T85" fmla="*/ 406 h 1015"/>
                <a:gd name="T86" fmla="*/ 687 w 1020"/>
                <a:gd name="T87" fmla="*/ 420 h 1015"/>
                <a:gd name="T88" fmla="*/ 710 w 1020"/>
                <a:gd name="T89" fmla="*/ 442 h 1015"/>
                <a:gd name="T90" fmla="*/ 724 w 1020"/>
                <a:gd name="T91" fmla="*/ 538 h 1015"/>
                <a:gd name="T92" fmla="*/ 693 w 1020"/>
                <a:gd name="T93" fmla="*/ 522 h 1015"/>
                <a:gd name="T94" fmla="*/ 634 w 1020"/>
                <a:gd name="T95" fmla="*/ 598 h 1015"/>
                <a:gd name="T96" fmla="*/ 424 w 1020"/>
                <a:gd name="T97" fmla="*/ 750 h 1015"/>
                <a:gd name="T98" fmla="*/ 409 w 1020"/>
                <a:gd name="T99" fmla="*/ 939 h 1015"/>
                <a:gd name="T100" fmla="*/ 321 w 1020"/>
                <a:gd name="T101" fmla="*/ 1015 h 1015"/>
                <a:gd name="T102" fmla="*/ 243 w 1020"/>
                <a:gd name="T103" fmla="*/ 869 h 1015"/>
                <a:gd name="T104" fmla="*/ 211 w 1020"/>
                <a:gd name="T105" fmla="*/ 753 h 1015"/>
                <a:gd name="T106" fmla="*/ 183 w 1020"/>
                <a:gd name="T107" fmla="*/ 726 h 1015"/>
                <a:gd name="T108" fmla="*/ 161 w 1020"/>
                <a:gd name="T109" fmla="*/ 516 h 1015"/>
                <a:gd name="T110" fmla="*/ 144 w 1020"/>
                <a:gd name="T111" fmla="*/ 508 h 1015"/>
                <a:gd name="T112" fmla="*/ 132 w 1020"/>
                <a:gd name="T113" fmla="*/ 555 h 1015"/>
                <a:gd name="T114" fmla="*/ 82 w 1020"/>
                <a:gd name="T115" fmla="*/ 567 h 1015"/>
                <a:gd name="T116" fmla="*/ 31 w 1020"/>
                <a:gd name="T117" fmla="*/ 512 h 1015"/>
                <a:gd name="T118" fmla="*/ 80 w 1020"/>
                <a:gd name="T119" fmla="*/ 483 h 1015"/>
                <a:gd name="T120" fmla="*/ 31 w 1020"/>
                <a:gd name="T121" fmla="*/ 494 h 1015"/>
                <a:gd name="T122" fmla="*/ 0 w 1020"/>
                <a:gd name="T123" fmla="*/ 462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0" h="1015">
                  <a:moveTo>
                    <a:pt x="0" y="462"/>
                  </a:moveTo>
                  <a:lnTo>
                    <a:pt x="29" y="439"/>
                  </a:lnTo>
                  <a:lnTo>
                    <a:pt x="107" y="439"/>
                  </a:lnTo>
                  <a:lnTo>
                    <a:pt x="53" y="333"/>
                  </a:lnTo>
                  <a:lnTo>
                    <a:pt x="84" y="304"/>
                  </a:lnTo>
                  <a:lnTo>
                    <a:pt x="131" y="308"/>
                  </a:lnTo>
                  <a:lnTo>
                    <a:pt x="233" y="192"/>
                  </a:lnTo>
                  <a:lnTo>
                    <a:pt x="226" y="160"/>
                  </a:lnTo>
                  <a:lnTo>
                    <a:pt x="253" y="141"/>
                  </a:lnTo>
                  <a:lnTo>
                    <a:pt x="208" y="106"/>
                  </a:lnTo>
                  <a:lnTo>
                    <a:pt x="206" y="49"/>
                  </a:lnTo>
                  <a:lnTo>
                    <a:pt x="305" y="49"/>
                  </a:lnTo>
                  <a:lnTo>
                    <a:pt x="335" y="22"/>
                  </a:lnTo>
                  <a:lnTo>
                    <a:pt x="389" y="0"/>
                  </a:lnTo>
                  <a:lnTo>
                    <a:pt x="427" y="20"/>
                  </a:lnTo>
                  <a:lnTo>
                    <a:pt x="378" y="79"/>
                  </a:lnTo>
                  <a:lnTo>
                    <a:pt x="401" y="127"/>
                  </a:lnTo>
                  <a:lnTo>
                    <a:pt x="363" y="134"/>
                  </a:lnTo>
                  <a:lnTo>
                    <a:pt x="380" y="194"/>
                  </a:lnTo>
                  <a:lnTo>
                    <a:pt x="452" y="220"/>
                  </a:lnTo>
                  <a:lnTo>
                    <a:pt x="418" y="276"/>
                  </a:lnTo>
                  <a:lnTo>
                    <a:pt x="511" y="329"/>
                  </a:lnTo>
                  <a:lnTo>
                    <a:pt x="692" y="363"/>
                  </a:lnTo>
                  <a:lnTo>
                    <a:pt x="696" y="310"/>
                  </a:lnTo>
                  <a:lnTo>
                    <a:pt x="719" y="304"/>
                  </a:lnTo>
                  <a:lnTo>
                    <a:pt x="724" y="330"/>
                  </a:lnTo>
                  <a:lnTo>
                    <a:pt x="737" y="353"/>
                  </a:lnTo>
                  <a:lnTo>
                    <a:pt x="829" y="343"/>
                  </a:lnTo>
                  <a:lnTo>
                    <a:pt x="823" y="311"/>
                  </a:lnTo>
                  <a:lnTo>
                    <a:pt x="972" y="249"/>
                  </a:lnTo>
                  <a:lnTo>
                    <a:pt x="983" y="286"/>
                  </a:lnTo>
                  <a:lnTo>
                    <a:pt x="1020" y="300"/>
                  </a:lnTo>
                  <a:lnTo>
                    <a:pt x="1005" y="337"/>
                  </a:lnTo>
                  <a:lnTo>
                    <a:pt x="944" y="360"/>
                  </a:lnTo>
                  <a:lnTo>
                    <a:pt x="853" y="528"/>
                  </a:lnTo>
                  <a:lnTo>
                    <a:pt x="835" y="461"/>
                  </a:lnTo>
                  <a:lnTo>
                    <a:pt x="819" y="486"/>
                  </a:lnTo>
                  <a:lnTo>
                    <a:pt x="797" y="453"/>
                  </a:lnTo>
                  <a:lnTo>
                    <a:pt x="837" y="412"/>
                  </a:lnTo>
                  <a:lnTo>
                    <a:pt x="759" y="406"/>
                  </a:lnTo>
                  <a:lnTo>
                    <a:pt x="709" y="359"/>
                  </a:lnTo>
                  <a:lnTo>
                    <a:pt x="693" y="385"/>
                  </a:lnTo>
                  <a:lnTo>
                    <a:pt x="711" y="406"/>
                  </a:lnTo>
                  <a:lnTo>
                    <a:pt x="687" y="420"/>
                  </a:lnTo>
                  <a:lnTo>
                    <a:pt x="710" y="442"/>
                  </a:lnTo>
                  <a:lnTo>
                    <a:pt x="724" y="538"/>
                  </a:lnTo>
                  <a:lnTo>
                    <a:pt x="693" y="522"/>
                  </a:lnTo>
                  <a:lnTo>
                    <a:pt x="634" y="598"/>
                  </a:lnTo>
                  <a:lnTo>
                    <a:pt x="424" y="750"/>
                  </a:lnTo>
                  <a:lnTo>
                    <a:pt x="409" y="939"/>
                  </a:lnTo>
                  <a:lnTo>
                    <a:pt x="321" y="1015"/>
                  </a:lnTo>
                  <a:lnTo>
                    <a:pt x="243" y="869"/>
                  </a:lnTo>
                  <a:lnTo>
                    <a:pt x="211" y="753"/>
                  </a:lnTo>
                  <a:lnTo>
                    <a:pt x="183" y="726"/>
                  </a:lnTo>
                  <a:lnTo>
                    <a:pt x="161" y="516"/>
                  </a:lnTo>
                  <a:lnTo>
                    <a:pt x="144" y="508"/>
                  </a:lnTo>
                  <a:lnTo>
                    <a:pt x="132" y="555"/>
                  </a:lnTo>
                  <a:lnTo>
                    <a:pt x="82" y="567"/>
                  </a:lnTo>
                  <a:lnTo>
                    <a:pt x="31" y="512"/>
                  </a:lnTo>
                  <a:lnTo>
                    <a:pt x="80" y="483"/>
                  </a:lnTo>
                  <a:lnTo>
                    <a:pt x="31" y="494"/>
                  </a:lnTo>
                  <a:lnTo>
                    <a:pt x="0" y="46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2" name="Freeform 84">
              <a:extLst>
                <a:ext uri="{FF2B5EF4-FFF2-40B4-BE49-F238E27FC236}">
                  <a16:creationId xmlns:a16="http://schemas.microsoft.com/office/drawing/2014/main" id="{EDF9384A-A023-BDEF-CE95-CE1EB7B46084}"/>
                </a:ext>
              </a:extLst>
            </p:cNvPr>
            <p:cNvSpPr>
              <a:spLocks noChangeAspect="1"/>
            </p:cNvSpPr>
            <p:nvPr/>
          </p:nvSpPr>
          <p:spPr bwMode="gray">
            <a:xfrm>
              <a:off x="4202" y="2713"/>
              <a:ext cx="164" cy="207"/>
            </a:xfrm>
            <a:custGeom>
              <a:avLst/>
              <a:gdLst>
                <a:gd name="T0" fmla="*/ 0 w 377"/>
                <a:gd name="T1" fmla="*/ 0 h 394"/>
                <a:gd name="T2" fmla="*/ 83 w 377"/>
                <a:gd name="T3" fmla="*/ 16 h 394"/>
                <a:gd name="T4" fmla="*/ 188 w 377"/>
                <a:gd name="T5" fmla="*/ 119 h 394"/>
                <a:gd name="T6" fmla="*/ 274 w 377"/>
                <a:gd name="T7" fmla="*/ 157 h 394"/>
                <a:gd name="T8" fmla="*/ 264 w 377"/>
                <a:gd name="T9" fmla="*/ 185 h 394"/>
                <a:gd name="T10" fmla="*/ 295 w 377"/>
                <a:gd name="T11" fmla="*/ 183 h 394"/>
                <a:gd name="T12" fmla="*/ 290 w 377"/>
                <a:gd name="T13" fmla="*/ 221 h 394"/>
                <a:gd name="T14" fmla="*/ 377 w 377"/>
                <a:gd name="T15" fmla="*/ 294 h 394"/>
                <a:gd name="T16" fmla="*/ 367 w 377"/>
                <a:gd name="T17" fmla="*/ 393 h 394"/>
                <a:gd name="T18" fmla="*/ 330 w 377"/>
                <a:gd name="T19" fmla="*/ 394 h 394"/>
                <a:gd name="T20" fmla="*/ 253 w 377"/>
                <a:gd name="T21" fmla="*/ 337 h 394"/>
                <a:gd name="T22" fmla="*/ 129 w 377"/>
                <a:gd name="T23" fmla="*/ 139 h 394"/>
                <a:gd name="T24" fmla="*/ 0 w 377"/>
                <a:gd name="T25"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7" h="394">
                  <a:moveTo>
                    <a:pt x="0" y="0"/>
                  </a:moveTo>
                  <a:lnTo>
                    <a:pt x="83" y="16"/>
                  </a:lnTo>
                  <a:lnTo>
                    <a:pt x="188" y="119"/>
                  </a:lnTo>
                  <a:lnTo>
                    <a:pt x="274" y="157"/>
                  </a:lnTo>
                  <a:lnTo>
                    <a:pt x="264" y="185"/>
                  </a:lnTo>
                  <a:lnTo>
                    <a:pt x="295" y="183"/>
                  </a:lnTo>
                  <a:lnTo>
                    <a:pt x="290" y="221"/>
                  </a:lnTo>
                  <a:lnTo>
                    <a:pt x="377" y="294"/>
                  </a:lnTo>
                  <a:lnTo>
                    <a:pt x="367" y="393"/>
                  </a:lnTo>
                  <a:lnTo>
                    <a:pt x="330" y="394"/>
                  </a:lnTo>
                  <a:lnTo>
                    <a:pt x="253" y="337"/>
                  </a:lnTo>
                  <a:lnTo>
                    <a:pt x="129" y="139"/>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3" name="Freeform 85">
              <a:extLst>
                <a:ext uri="{FF2B5EF4-FFF2-40B4-BE49-F238E27FC236}">
                  <a16:creationId xmlns:a16="http://schemas.microsoft.com/office/drawing/2014/main" id="{4CE87AA1-391E-83F7-8E3B-85479C8FA3AB}"/>
                </a:ext>
              </a:extLst>
            </p:cNvPr>
            <p:cNvSpPr>
              <a:spLocks noChangeAspect="1"/>
            </p:cNvSpPr>
            <p:nvPr/>
          </p:nvSpPr>
          <p:spPr bwMode="gray">
            <a:xfrm>
              <a:off x="4355" y="2922"/>
              <a:ext cx="139" cy="51"/>
            </a:xfrm>
            <a:custGeom>
              <a:avLst/>
              <a:gdLst>
                <a:gd name="T0" fmla="*/ 0 w 315"/>
                <a:gd name="T1" fmla="*/ 28 h 99"/>
                <a:gd name="T2" fmla="*/ 21 w 315"/>
                <a:gd name="T3" fmla="*/ 0 h 99"/>
                <a:gd name="T4" fmla="*/ 242 w 315"/>
                <a:gd name="T5" fmla="*/ 31 h 99"/>
                <a:gd name="T6" fmla="*/ 264 w 315"/>
                <a:gd name="T7" fmla="*/ 56 h 99"/>
                <a:gd name="T8" fmla="*/ 309 w 315"/>
                <a:gd name="T9" fmla="*/ 65 h 99"/>
                <a:gd name="T10" fmla="*/ 315 w 315"/>
                <a:gd name="T11" fmla="*/ 99 h 99"/>
                <a:gd name="T12" fmla="*/ 55 w 315"/>
                <a:gd name="T13" fmla="*/ 51 h 99"/>
                <a:gd name="T14" fmla="*/ 0 w 315"/>
                <a:gd name="T15" fmla="*/ 28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99">
                  <a:moveTo>
                    <a:pt x="0" y="28"/>
                  </a:moveTo>
                  <a:lnTo>
                    <a:pt x="21" y="0"/>
                  </a:lnTo>
                  <a:lnTo>
                    <a:pt x="242" y="31"/>
                  </a:lnTo>
                  <a:lnTo>
                    <a:pt x="264" y="56"/>
                  </a:lnTo>
                  <a:lnTo>
                    <a:pt x="309" y="65"/>
                  </a:lnTo>
                  <a:lnTo>
                    <a:pt x="315" y="99"/>
                  </a:lnTo>
                  <a:lnTo>
                    <a:pt x="55" y="51"/>
                  </a:lnTo>
                  <a:lnTo>
                    <a:pt x="0" y="2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4" name="Freeform 86">
              <a:extLst>
                <a:ext uri="{FF2B5EF4-FFF2-40B4-BE49-F238E27FC236}">
                  <a16:creationId xmlns:a16="http://schemas.microsoft.com/office/drawing/2014/main" id="{D7926BC4-3ED4-BBBD-5650-700036447294}"/>
                </a:ext>
              </a:extLst>
            </p:cNvPr>
            <p:cNvSpPr>
              <a:spLocks noChangeAspect="1"/>
            </p:cNvSpPr>
            <p:nvPr/>
          </p:nvSpPr>
          <p:spPr bwMode="gray">
            <a:xfrm>
              <a:off x="4411" y="2736"/>
              <a:ext cx="147" cy="153"/>
            </a:xfrm>
            <a:custGeom>
              <a:avLst/>
              <a:gdLst>
                <a:gd name="T0" fmla="*/ 0 w 342"/>
                <a:gd name="T1" fmla="*/ 131 h 291"/>
                <a:gd name="T2" fmla="*/ 23 w 342"/>
                <a:gd name="T3" fmla="*/ 93 h 291"/>
                <a:gd name="T4" fmla="*/ 51 w 342"/>
                <a:gd name="T5" fmla="*/ 116 h 291"/>
                <a:gd name="T6" fmla="*/ 156 w 342"/>
                <a:gd name="T7" fmla="*/ 107 h 291"/>
                <a:gd name="T8" fmla="*/ 190 w 342"/>
                <a:gd name="T9" fmla="*/ 95 h 291"/>
                <a:gd name="T10" fmla="*/ 236 w 342"/>
                <a:gd name="T11" fmla="*/ 0 h 291"/>
                <a:gd name="T12" fmla="*/ 296 w 342"/>
                <a:gd name="T13" fmla="*/ 3 h 291"/>
                <a:gd name="T14" fmla="*/ 283 w 342"/>
                <a:gd name="T15" fmla="*/ 28 h 291"/>
                <a:gd name="T16" fmla="*/ 342 w 342"/>
                <a:gd name="T17" fmla="*/ 116 h 291"/>
                <a:gd name="T18" fmla="*/ 309 w 342"/>
                <a:gd name="T19" fmla="*/ 110 h 291"/>
                <a:gd name="T20" fmla="*/ 250 w 342"/>
                <a:gd name="T21" fmla="*/ 209 h 291"/>
                <a:gd name="T22" fmla="*/ 242 w 342"/>
                <a:gd name="T23" fmla="*/ 272 h 291"/>
                <a:gd name="T24" fmla="*/ 204 w 342"/>
                <a:gd name="T25" fmla="*/ 291 h 291"/>
                <a:gd name="T26" fmla="*/ 139 w 342"/>
                <a:gd name="T27" fmla="*/ 254 h 291"/>
                <a:gd name="T28" fmla="*/ 100 w 342"/>
                <a:gd name="T29" fmla="*/ 271 h 291"/>
                <a:gd name="T30" fmla="*/ 95 w 342"/>
                <a:gd name="T31" fmla="*/ 241 h 291"/>
                <a:gd name="T32" fmla="*/ 41 w 342"/>
                <a:gd name="T33" fmla="*/ 247 h 291"/>
                <a:gd name="T34" fmla="*/ 0 w 342"/>
                <a:gd name="T35" fmla="*/ 13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2" h="291">
                  <a:moveTo>
                    <a:pt x="0" y="131"/>
                  </a:moveTo>
                  <a:lnTo>
                    <a:pt x="23" y="93"/>
                  </a:lnTo>
                  <a:lnTo>
                    <a:pt x="51" y="116"/>
                  </a:lnTo>
                  <a:lnTo>
                    <a:pt x="156" y="107"/>
                  </a:lnTo>
                  <a:lnTo>
                    <a:pt x="190" y="95"/>
                  </a:lnTo>
                  <a:lnTo>
                    <a:pt x="236" y="0"/>
                  </a:lnTo>
                  <a:lnTo>
                    <a:pt x="296" y="3"/>
                  </a:lnTo>
                  <a:lnTo>
                    <a:pt x="283" y="28"/>
                  </a:lnTo>
                  <a:lnTo>
                    <a:pt x="342" y="116"/>
                  </a:lnTo>
                  <a:lnTo>
                    <a:pt x="309" y="110"/>
                  </a:lnTo>
                  <a:lnTo>
                    <a:pt x="250" y="209"/>
                  </a:lnTo>
                  <a:lnTo>
                    <a:pt x="242" y="272"/>
                  </a:lnTo>
                  <a:lnTo>
                    <a:pt x="204" y="291"/>
                  </a:lnTo>
                  <a:lnTo>
                    <a:pt x="139" y="254"/>
                  </a:lnTo>
                  <a:lnTo>
                    <a:pt x="100" y="271"/>
                  </a:lnTo>
                  <a:lnTo>
                    <a:pt x="95" y="241"/>
                  </a:lnTo>
                  <a:lnTo>
                    <a:pt x="41" y="247"/>
                  </a:lnTo>
                  <a:lnTo>
                    <a:pt x="0" y="13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5" name="Freeform 87">
              <a:extLst>
                <a:ext uri="{FF2B5EF4-FFF2-40B4-BE49-F238E27FC236}">
                  <a16:creationId xmlns:a16="http://schemas.microsoft.com/office/drawing/2014/main" id="{CBE1C00B-E1F2-9EDD-59F0-DF71761FBB19}"/>
                </a:ext>
              </a:extLst>
            </p:cNvPr>
            <p:cNvSpPr>
              <a:spLocks noChangeAspect="1"/>
            </p:cNvSpPr>
            <p:nvPr/>
          </p:nvSpPr>
          <p:spPr bwMode="gray">
            <a:xfrm>
              <a:off x="4527" y="2968"/>
              <a:ext cx="37" cy="10"/>
            </a:xfrm>
            <a:custGeom>
              <a:avLst/>
              <a:gdLst>
                <a:gd name="T0" fmla="*/ 0 w 84"/>
                <a:gd name="T1" fmla="*/ 4 h 21"/>
                <a:gd name="T2" fmla="*/ 9 w 84"/>
                <a:gd name="T3" fmla="*/ 21 h 21"/>
                <a:gd name="T4" fmla="*/ 84 w 84"/>
                <a:gd name="T5" fmla="*/ 6 h 21"/>
                <a:gd name="T6" fmla="*/ 27 w 84"/>
                <a:gd name="T7" fmla="*/ 0 h 21"/>
                <a:gd name="T8" fmla="*/ 0 w 84"/>
                <a:gd name="T9" fmla="*/ 4 h 21"/>
              </a:gdLst>
              <a:ahLst/>
              <a:cxnLst>
                <a:cxn ang="0">
                  <a:pos x="T0" y="T1"/>
                </a:cxn>
                <a:cxn ang="0">
                  <a:pos x="T2" y="T3"/>
                </a:cxn>
                <a:cxn ang="0">
                  <a:pos x="T4" y="T5"/>
                </a:cxn>
                <a:cxn ang="0">
                  <a:pos x="T6" y="T7"/>
                </a:cxn>
                <a:cxn ang="0">
                  <a:pos x="T8" y="T9"/>
                </a:cxn>
              </a:cxnLst>
              <a:rect l="0" t="0" r="r" b="b"/>
              <a:pathLst>
                <a:path w="84" h="21">
                  <a:moveTo>
                    <a:pt x="0" y="4"/>
                  </a:moveTo>
                  <a:lnTo>
                    <a:pt x="9" y="21"/>
                  </a:lnTo>
                  <a:lnTo>
                    <a:pt x="84" y="6"/>
                  </a:lnTo>
                  <a:lnTo>
                    <a:pt x="27" y="0"/>
                  </a:lnTo>
                  <a:lnTo>
                    <a:pt x="0" y="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6" name="Freeform 88">
              <a:extLst>
                <a:ext uri="{FF2B5EF4-FFF2-40B4-BE49-F238E27FC236}">
                  <a16:creationId xmlns:a16="http://schemas.microsoft.com/office/drawing/2014/main" id="{14E2BB7F-C57D-3CF2-CD19-FA514EE1546A}"/>
                </a:ext>
              </a:extLst>
            </p:cNvPr>
            <p:cNvSpPr>
              <a:spLocks noChangeAspect="1"/>
            </p:cNvSpPr>
            <p:nvPr/>
          </p:nvSpPr>
          <p:spPr bwMode="gray">
            <a:xfrm>
              <a:off x="4560" y="2782"/>
              <a:ext cx="92" cy="133"/>
            </a:xfrm>
            <a:custGeom>
              <a:avLst/>
              <a:gdLst>
                <a:gd name="T0" fmla="*/ 0 w 214"/>
                <a:gd name="T1" fmla="*/ 151 h 254"/>
                <a:gd name="T2" fmla="*/ 27 w 214"/>
                <a:gd name="T3" fmla="*/ 198 h 254"/>
                <a:gd name="T4" fmla="*/ 18 w 214"/>
                <a:gd name="T5" fmla="*/ 244 h 254"/>
                <a:gd name="T6" fmla="*/ 53 w 214"/>
                <a:gd name="T7" fmla="*/ 254 h 254"/>
                <a:gd name="T8" fmla="*/ 50 w 214"/>
                <a:gd name="T9" fmla="*/ 160 h 254"/>
                <a:gd name="T10" fmla="*/ 72 w 214"/>
                <a:gd name="T11" fmla="*/ 151 h 254"/>
                <a:gd name="T12" fmla="*/ 76 w 214"/>
                <a:gd name="T13" fmla="*/ 187 h 254"/>
                <a:gd name="T14" fmla="*/ 95 w 214"/>
                <a:gd name="T15" fmla="*/ 228 h 254"/>
                <a:gd name="T16" fmla="*/ 133 w 214"/>
                <a:gd name="T17" fmla="*/ 210 h 254"/>
                <a:gd name="T18" fmla="*/ 87 w 214"/>
                <a:gd name="T19" fmla="*/ 122 h 254"/>
                <a:gd name="T20" fmla="*/ 158 w 214"/>
                <a:gd name="T21" fmla="*/ 84 h 254"/>
                <a:gd name="T22" fmla="*/ 62 w 214"/>
                <a:gd name="T23" fmla="*/ 108 h 254"/>
                <a:gd name="T24" fmla="*/ 48 w 214"/>
                <a:gd name="T25" fmla="*/ 52 h 254"/>
                <a:gd name="T26" fmla="*/ 188 w 214"/>
                <a:gd name="T27" fmla="*/ 46 h 254"/>
                <a:gd name="T28" fmla="*/ 214 w 214"/>
                <a:gd name="T29" fmla="*/ 0 h 254"/>
                <a:gd name="T30" fmla="*/ 172 w 214"/>
                <a:gd name="T31" fmla="*/ 29 h 254"/>
                <a:gd name="T32" fmla="*/ 72 w 214"/>
                <a:gd name="T33" fmla="*/ 14 h 254"/>
                <a:gd name="T34" fmla="*/ 38 w 214"/>
                <a:gd name="T35" fmla="*/ 35 h 254"/>
                <a:gd name="T36" fmla="*/ 0 w 214"/>
                <a:gd name="T37" fmla="*/ 15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4" h="254">
                  <a:moveTo>
                    <a:pt x="0" y="151"/>
                  </a:moveTo>
                  <a:lnTo>
                    <a:pt x="27" y="198"/>
                  </a:lnTo>
                  <a:lnTo>
                    <a:pt x="18" y="244"/>
                  </a:lnTo>
                  <a:lnTo>
                    <a:pt x="53" y="254"/>
                  </a:lnTo>
                  <a:lnTo>
                    <a:pt x="50" y="160"/>
                  </a:lnTo>
                  <a:lnTo>
                    <a:pt x="72" y="151"/>
                  </a:lnTo>
                  <a:lnTo>
                    <a:pt x="76" y="187"/>
                  </a:lnTo>
                  <a:lnTo>
                    <a:pt x="95" y="228"/>
                  </a:lnTo>
                  <a:lnTo>
                    <a:pt x="133" y="210"/>
                  </a:lnTo>
                  <a:lnTo>
                    <a:pt x="87" y="122"/>
                  </a:lnTo>
                  <a:lnTo>
                    <a:pt x="158" y="84"/>
                  </a:lnTo>
                  <a:lnTo>
                    <a:pt x="62" y="108"/>
                  </a:lnTo>
                  <a:lnTo>
                    <a:pt x="48" y="52"/>
                  </a:lnTo>
                  <a:lnTo>
                    <a:pt x="188" y="46"/>
                  </a:lnTo>
                  <a:lnTo>
                    <a:pt x="214" y="0"/>
                  </a:lnTo>
                  <a:lnTo>
                    <a:pt x="172" y="29"/>
                  </a:lnTo>
                  <a:lnTo>
                    <a:pt x="72" y="14"/>
                  </a:lnTo>
                  <a:lnTo>
                    <a:pt x="38" y="35"/>
                  </a:lnTo>
                  <a:lnTo>
                    <a:pt x="0" y="1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7" name="Freeform 89">
              <a:extLst>
                <a:ext uri="{FF2B5EF4-FFF2-40B4-BE49-F238E27FC236}">
                  <a16:creationId xmlns:a16="http://schemas.microsoft.com/office/drawing/2014/main" id="{1F2BC5A4-046C-F839-AFD7-0D3E1847BC93}"/>
                </a:ext>
              </a:extLst>
            </p:cNvPr>
            <p:cNvSpPr>
              <a:spLocks noChangeAspect="1"/>
            </p:cNvSpPr>
            <p:nvPr/>
          </p:nvSpPr>
          <p:spPr bwMode="gray">
            <a:xfrm>
              <a:off x="4632" y="2968"/>
              <a:ext cx="52" cy="33"/>
            </a:xfrm>
            <a:custGeom>
              <a:avLst/>
              <a:gdLst>
                <a:gd name="T0" fmla="*/ 0 w 120"/>
                <a:gd name="T1" fmla="*/ 38 h 65"/>
                <a:gd name="T2" fmla="*/ 5 w 120"/>
                <a:gd name="T3" fmla="*/ 65 h 65"/>
                <a:gd name="T4" fmla="*/ 120 w 120"/>
                <a:gd name="T5" fmla="*/ 0 h 65"/>
                <a:gd name="T6" fmla="*/ 34 w 120"/>
                <a:gd name="T7" fmla="*/ 20 h 65"/>
                <a:gd name="T8" fmla="*/ 0 w 120"/>
                <a:gd name="T9" fmla="*/ 38 h 65"/>
              </a:gdLst>
              <a:ahLst/>
              <a:cxnLst>
                <a:cxn ang="0">
                  <a:pos x="T0" y="T1"/>
                </a:cxn>
                <a:cxn ang="0">
                  <a:pos x="T2" y="T3"/>
                </a:cxn>
                <a:cxn ang="0">
                  <a:pos x="T4" y="T5"/>
                </a:cxn>
                <a:cxn ang="0">
                  <a:pos x="T6" y="T7"/>
                </a:cxn>
                <a:cxn ang="0">
                  <a:pos x="T8" y="T9"/>
                </a:cxn>
              </a:cxnLst>
              <a:rect l="0" t="0" r="r" b="b"/>
              <a:pathLst>
                <a:path w="120" h="65">
                  <a:moveTo>
                    <a:pt x="0" y="38"/>
                  </a:moveTo>
                  <a:lnTo>
                    <a:pt x="5" y="65"/>
                  </a:lnTo>
                  <a:lnTo>
                    <a:pt x="120" y="0"/>
                  </a:lnTo>
                  <a:lnTo>
                    <a:pt x="34" y="20"/>
                  </a:lnTo>
                  <a:lnTo>
                    <a:pt x="0" y="3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8" name="Freeform 90">
              <a:extLst>
                <a:ext uri="{FF2B5EF4-FFF2-40B4-BE49-F238E27FC236}">
                  <a16:creationId xmlns:a16="http://schemas.microsoft.com/office/drawing/2014/main" id="{BB9F464B-C72C-7AFD-C14C-5130952DBCF5}"/>
                </a:ext>
              </a:extLst>
            </p:cNvPr>
            <p:cNvSpPr>
              <a:spLocks noChangeAspect="1"/>
            </p:cNvSpPr>
            <p:nvPr/>
          </p:nvSpPr>
          <p:spPr bwMode="gray">
            <a:xfrm>
              <a:off x="4688" y="2775"/>
              <a:ext cx="13" cy="52"/>
            </a:xfrm>
            <a:custGeom>
              <a:avLst/>
              <a:gdLst>
                <a:gd name="T0" fmla="*/ 0 w 40"/>
                <a:gd name="T1" fmla="*/ 37 h 104"/>
                <a:gd name="T2" fmla="*/ 9 w 40"/>
                <a:gd name="T3" fmla="*/ 83 h 104"/>
                <a:gd name="T4" fmla="*/ 32 w 40"/>
                <a:gd name="T5" fmla="*/ 104 h 104"/>
                <a:gd name="T6" fmla="*/ 17 w 40"/>
                <a:gd name="T7" fmla="*/ 60 h 104"/>
                <a:gd name="T8" fmla="*/ 40 w 40"/>
                <a:gd name="T9" fmla="*/ 55 h 104"/>
                <a:gd name="T10" fmla="*/ 38 w 40"/>
                <a:gd name="T11" fmla="*/ 22 h 104"/>
                <a:gd name="T12" fmla="*/ 9 w 40"/>
                <a:gd name="T13" fmla="*/ 43 h 104"/>
                <a:gd name="T14" fmla="*/ 21 w 40"/>
                <a:gd name="T15" fmla="*/ 0 h 104"/>
                <a:gd name="T16" fmla="*/ 0 w 40"/>
                <a:gd name="T17"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04">
                  <a:moveTo>
                    <a:pt x="0" y="37"/>
                  </a:moveTo>
                  <a:lnTo>
                    <a:pt x="9" y="83"/>
                  </a:lnTo>
                  <a:lnTo>
                    <a:pt x="32" y="104"/>
                  </a:lnTo>
                  <a:lnTo>
                    <a:pt x="17" y="60"/>
                  </a:lnTo>
                  <a:lnTo>
                    <a:pt x="40" y="55"/>
                  </a:lnTo>
                  <a:lnTo>
                    <a:pt x="38" y="22"/>
                  </a:lnTo>
                  <a:lnTo>
                    <a:pt x="9" y="43"/>
                  </a:lnTo>
                  <a:lnTo>
                    <a:pt x="21" y="0"/>
                  </a:lnTo>
                  <a:lnTo>
                    <a:pt x="0" y="3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19" name="Freeform 91">
              <a:extLst>
                <a:ext uri="{FF2B5EF4-FFF2-40B4-BE49-F238E27FC236}">
                  <a16:creationId xmlns:a16="http://schemas.microsoft.com/office/drawing/2014/main" id="{D785BABF-516F-1D48-9CDD-C2236F01FE3E}"/>
                </a:ext>
              </a:extLst>
            </p:cNvPr>
            <p:cNvSpPr>
              <a:spLocks noChangeAspect="1"/>
            </p:cNvSpPr>
            <p:nvPr/>
          </p:nvSpPr>
          <p:spPr bwMode="gray">
            <a:xfrm>
              <a:off x="4694" y="2864"/>
              <a:ext cx="43" cy="15"/>
            </a:xfrm>
            <a:custGeom>
              <a:avLst/>
              <a:gdLst>
                <a:gd name="T0" fmla="*/ 0 w 99"/>
                <a:gd name="T1" fmla="*/ 13 h 33"/>
                <a:gd name="T2" fmla="*/ 55 w 99"/>
                <a:gd name="T3" fmla="*/ 0 h 33"/>
                <a:gd name="T4" fmla="*/ 99 w 99"/>
                <a:gd name="T5" fmla="*/ 33 h 33"/>
                <a:gd name="T6" fmla="*/ 0 w 99"/>
                <a:gd name="T7" fmla="*/ 13 h 33"/>
              </a:gdLst>
              <a:ahLst/>
              <a:cxnLst>
                <a:cxn ang="0">
                  <a:pos x="T0" y="T1"/>
                </a:cxn>
                <a:cxn ang="0">
                  <a:pos x="T2" y="T3"/>
                </a:cxn>
                <a:cxn ang="0">
                  <a:pos x="T4" y="T5"/>
                </a:cxn>
                <a:cxn ang="0">
                  <a:pos x="T6" y="T7"/>
                </a:cxn>
              </a:cxnLst>
              <a:rect l="0" t="0" r="r" b="b"/>
              <a:pathLst>
                <a:path w="99" h="33">
                  <a:moveTo>
                    <a:pt x="0" y="13"/>
                  </a:moveTo>
                  <a:lnTo>
                    <a:pt x="55" y="0"/>
                  </a:lnTo>
                  <a:lnTo>
                    <a:pt x="99" y="33"/>
                  </a:lnTo>
                  <a:lnTo>
                    <a:pt x="0" y="1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0" name="Freeform 92">
              <a:extLst>
                <a:ext uri="{FF2B5EF4-FFF2-40B4-BE49-F238E27FC236}">
                  <a16:creationId xmlns:a16="http://schemas.microsoft.com/office/drawing/2014/main" id="{429BD624-3690-098F-47DD-4F398215C6D4}"/>
                </a:ext>
              </a:extLst>
            </p:cNvPr>
            <p:cNvSpPr>
              <a:spLocks noChangeAspect="1"/>
            </p:cNvSpPr>
            <p:nvPr/>
          </p:nvSpPr>
          <p:spPr bwMode="gray">
            <a:xfrm>
              <a:off x="4738" y="2821"/>
              <a:ext cx="158" cy="157"/>
            </a:xfrm>
            <a:custGeom>
              <a:avLst/>
              <a:gdLst>
                <a:gd name="T0" fmla="*/ 0 w 362"/>
                <a:gd name="T1" fmla="*/ 37 h 300"/>
                <a:gd name="T2" fmla="*/ 52 w 362"/>
                <a:gd name="T3" fmla="*/ 65 h 300"/>
                <a:gd name="T4" fmla="*/ 105 w 362"/>
                <a:gd name="T5" fmla="*/ 59 h 300"/>
                <a:gd name="T6" fmla="*/ 38 w 362"/>
                <a:gd name="T7" fmla="*/ 80 h 300"/>
                <a:gd name="T8" fmla="*/ 71 w 362"/>
                <a:gd name="T9" fmla="*/ 129 h 300"/>
                <a:gd name="T10" fmla="*/ 102 w 362"/>
                <a:gd name="T11" fmla="*/ 87 h 300"/>
                <a:gd name="T12" fmla="*/ 123 w 362"/>
                <a:gd name="T13" fmla="*/ 129 h 300"/>
                <a:gd name="T14" fmla="*/ 254 w 362"/>
                <a:gd name="T15" fmla="*/ 174 h 300"/>
                <a:gd name="T16" fmla="*/ 285 w 362"/>
                <a:gd name="T17" fmla="*/ 247 h 300"/>
                <a:gd name="T18" fmla="*/ 260 w 362"/>
                <a:gd name="T19" fmla="*/ 243 h 300"/>
                <a:gd name="T20" fmla="*/ 241 w 362"/>
                <a:gd name="T21" fmla="*/ 279 h 300"/>
                <a:gd name="T22" fmla="*/ 319 w 362"/>
                <a:gd name="T23" fmla="*/ 263 h 300"/>
                <a:gd name="T24" fmla="*/ 362 w 362"/>
                <a:gd name="T25" fmla="*/ 300 h 300"/>
                <a:gd name="T26" fmla="*/ 357 w 362"/>
                <a:gd name="T27" fmla="*/ 76 h 300"/>
                <a:gd name="T28" fmla="*/ 244 w 362"/>
                <a:gd name="T29" fmla="*/ 37 h 300"/>
                <a:gd name="T30" fmla="*/ 154 w 362"/>
                <a:gd name="T31" fmla="*/ 103 h 300"/>
                <a:gd name="T32" fmla="*/ 117 w 362"/>
                <a:gd name="T33" fmla="*/ 69 h 300"/>
                <a:gd name="T34" fmla="*/ 106 w 362"/>
                <a:gd name="T35" fmla="*/ 14 h 300"/>
                <a:gd name="T36" fmla="*/ 52 w 362"/>
                <a:gd name="T37" fmla="*/ 0 h 300"/>
                <a:gd name="T38" fmla="*/ 0 w 362"/>
                <a:gd name="T39" fmla="*/ 3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00">
                  <a:moveTo>
                    <a:pt x="0" y="37"/>
                  </a:moveTo>
                  <a:lnTo>
                    <a:pt x="52" y="65"/>
                  </a:lnTo>
                  <a:lnTo>
                    <a:pt x="105" y="59"/>
                  </a:lnTo>
                  <a:lnTo>
                    <a:pt x="38" y="80"/>
                  </a:lnTo>
                  <a:lnTo>
                    <a:pt x="71" y="129"/>
                  </a:lnTo>
                  <a:lnTo>
                    <a:pt x="102" y="87"/>
                  </a:lnTo>
                  <a:lnTo>
                    <a:pt x="123" y="129"/>
                  </a:lnTo>
                  <a:lnTo>
                    <a:pt x="254" y="174"/>
                  </a:lnTo>
                  <a:lnTo>
                    <a:pt x="285" y="247"/>
                  </a:lnTo>
                  <a:lnTo>
                    <a:pt x="260" y="243"/>
                  </a:lnTo>
                  <a:lnTo>
                    <a:pt x="241" y="279"/>
                  </a:lnTo>
                  <a:lnTo>
                    <a:pt x="319" y="263"/>
                  </a:lnTo>
                  <a:lnTo>
                    <a:pt x="362" y="300"/>
                  </a:lnTo>
                  <a:lnTo>
                    <a:pt x="357" y="76"/>
                  </a:lnTo>
                  <a:lnTo>
                    <a:pt x="244" y="37"/>
                  </a:lnTo>
                  <a:lnTo>
                    <a:pt x="154" y="103"/>
                  </a:lnTo>
                  <a:lnTo>
                    <a:pt x="117" y="69"/>
                  </a:lnTo>
                  <a:lnTo>
                    <a:pt x="106" y="14"/>
                  </a:lnTo>
                  <a:lnTo>
                    <a:pt x="52" y="0"/>
                  </a:lnTo>
                  <a:lnTo>
                    <a:pt x="0" y="3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1" name="Freeform 93">
              <a:extLst>
                <a:ext uri="{FF2B5EF4-FFF2-40B4-BE49-F238E27FC236}">
                  <a16:creationId xmlns:a16="http://schemas.microsoft.com/office/drawing/2014/main" id="{2ABE2067-02AF-8B85-DCC9-E2CCCE8B0882}"/>
                </a:ext>
              </a:extLst>
            </p:cNvPr>
            <p:cNvSpPr>
              <a:spLocks noChangeAspect="1"/>
            </p:cNvSpPr>
            <p:nvPr/>
          </p:nvSpPr>
          <p:spPr bwMode="gray">
            <a:xfrm>
              <a:off x="4743" y="2941"/>
              <a:ext cx="12" cy="14"/>
            </a:xfrm>
            <a:custGeom>
              <a:avLst/>
              <a:gdLst>
                <a:gd name="T0" fmla="*/ 0 w 16"/>
                <a:gd name="T1" fmla="*/ 26 h 26"/>
                <a:gd name="T2" fmla="*/ 10 w 16"/>
                <a:gd name="T3" fmla="*/ 0 h 26"/>
                <a:gd name="T4" fmla="*/ 16 w 16"/>
                <a:gd name="T5" fmla="*/ 15 h 26"/>
                <a:gd name="T6" fmla="*/ 0 w 16"/>
                <a:gd name="T7" fmla="*/ 26 h 26"/>
              </a:gdLst>
              <a:ahLst/>
              <a:cxnLst>
                <a:cxn ang="0">
                  <a:pos x="T0" y="T1"/>
                </a:cxn>
                <a:cxn ang="0">
                  <a:pos x="T2" y="T3"/>
                </a:cxn>
                <a:cxn ang="0">
                  <a:pos x="T4" y="T5"/>
                </a:cxn>
                <a:cxn ang="0">
                  <a:pos x="T6" y="T7"/>
                </a:cxn>
              </a:cxnLst>
              <a:rect l="0" t="0" r="r" b="b"/>
              <a:pathLst>
                <a:path w="16" h="26">
                  <a:moveTo>
                    <a:pt x="0" y="26"/>
                  </a:moveTo>
                  <a:lnTo>
                    <a:pt x="10" y="0"/>
                  </a:lnTo>
                  <a:lnTo>
                    <a:pt x="16" y="15"/>
                  </a:lnTo>
                  <a:lnTo>
                    <a:pt x="0" y="2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2" name="Freeform 94">
              <a:extLst>
                <a:ext uri="{FF2B5EF4-FFF2-40B4-BE49-F238E27FC236}">
                  <a16:creationId xmlns:a16="http://schemas.microsoft.com/office/drawing/2014/main" id="{A9E4F880-A41A-609A-F551-736B5464EB6A}"/>
                </a:ext>
              </a:extLst>
            </p:cNvPr>
            <p:cNvSpPr>
              <a:spLocks noChangeAspect="1"/>
            </p:cNvSpPr>
            <p:nvPr/>
          </p:nvSpPr>
          <p:spPr bwMode="gray">
            <a:xfrm>
              <a:off x="3431" y="2058"/>
              <a:ext cx="288" cy="295"/>
            </a:xfrm>
            <a:custGeom>
              <a:avLst/>
              <a:gdLst>
                <a:gd name="T0" fmla="*/ 0 w 665"/>
                <a:gd name="T1" fmla="*/ 18 h 567"/>
                <a:gd name="T2" fmla="*/ 18 w 665"/>
                <a:gd name="T3" fmla="*/ 0 h 567"/>
                <a:gd name="T4" fmla="*/ 69 w 665"/>
                <a:gd name="T5" fmla="*/ 43 h 567"/>
                <a:gd name="T6" fmla="*/ 131 w 665"/>
                <a:gd name="T7" fmla="*/ 9 h 567"/>
                <a:gd name="T8" fmla="*/ 137 w 665"/>
                <a:gd name="T9" fmla="*/ 42 h 567"/>
                <a:gd name="T10" fmla="*/ 166 w 665"/>
                <a:gd name="T11" fmla="*/ 53 h 567"/>
                <a:gd name="T12" fmla="*/ 173 w 665"/>
                <a:gd name="T13" fmla="*/ 91 h 567"/>
                <a:gd name="T14" fmla="*/ 265 w 665"/>
                <a:gd name="T15" fmla="*/ 130 h 567"/>
                <a:gd name="T16" fmla="*/ 349 w 665"/>
                <a:gd name="T17" fmla="*/ 119 h 567"/>
                <a:gd name="T18" fmla="*/ 342 w 665"/>
                <a:gd name="T19" fmla="*/ 97 h 567"/>
                <a:gd name="T20" fmla="*/ 450 w 665"/>
                <a:gd name="T21" fmla="*/ 60 h 567"/>
                <a:gd name="T22" fmla="*/ 591 w 665"/>
                <a:gd name="T23" fmla="*/ 125 h 567"/>
                <a:gd name="T24" fmla="*/ 596 w 665"/>
                <a:gd name="T25" fmla="*/ 160 h 567"/>
                <a:gd name="T26" fmla="*/ 572 w 665"/>
                <a:gd name="T27" fmla="*/ 226 h 567"/>
                <a:gd name="T28" fmla="*/ 575 w 665"/>
                <a:gd name="T29" fmla="*/ 317 h 567"/>
                <a:gd name="T30" fmla="*/ 612 w 665"/>
                <a:gd name="T31" fmla="*/ 345 h 567"/>
                <a:gd name="T32" fmla="*/ 583 w 665"/>
                <a:gd name="T33" fmla="*/ 391 h 567"/>
                <a:gd name="T34" fmla="*/ 665 w 665"/>
                <a:gd name="T35" fmla="*/ 494 h 567"/>
                <a:gd name="T36" fmla="*/ 611 w 665"/>
                <a:gd name="T37" fmla="*/ 567 h 567"/>
                <a:gd name="T38" fmla="*/ 462 w 665"/>
                <a:gd name="T39" fmla="*/ 543 h 567"/>
                <a:gd name="T40" fmla="*/ 428 w 665"/>
                <a:gd name="T41" fmla="*/ 495 h 567"/>
                <a:gd name="T42" fmla="*/ 327 w 665"/>
                <a:gd name="T43" fmla="*/ 511 h 567"/>
                <a:gd name="T44" fmla="*/ 252 w 665"/>
                <a:gd name="T45" fmla="*/ 467 h 567"/>
                <a:gd name="T46" fmla="*/ 202 w 665"/>
                <a:gd name="T47" fmla="*/ 380 h 567"/>
                <a:gd name="T48" fmla="*/ 164 w 665"/>
                <a:gd name="T49" fmla="*/ 366 h 567"/>
                <a:gd name="T50" fmla="*/ 155 w 665"/>
                <a:gd name="T51" fmla="*/ 384 h 567"/>
                <a:gd name="T52" fmla="*/ 108 w 665"/>
                <a:gd name="T53" fmla="*/ 296 h 567"/>
                <a:gd name="T54" fmla="*/ 44 w 665"/>
                <a:gd name="T55" fmla="*/ 243 h 567"/>
                <a:gd name="T56" fmla="*/ 74 w 665"/>
                <a:gd name="T57" fmla="*/ 160 h 567"/>
                <a:gd name="T58" fmla="*/ 47 w 665"/>
                <a:gd name="T59" fmla="*/ 150 h 567"/>
                <a:gd name="T60" fmla="*/ 22 w 665"/>
                <a:gd name="T61" fmla="*/ 105 h 567"/>
                <a:gd name="T62" fmla="*/ 0 w 665"/>
                <a:gd name="T63" fmla="*/ 1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5" h="567">
                  <a:moveTo>
                    <a:pt x="0" y="18"/>
                  </a:moveTo>
                  <a:lnTo>
                    <a:pt x="18" y="0"/>
                  </a:lnTo>
                  <a:lnTo>
                    <a:pt x="69" y="43"/>
                  </a:lnTo>
                  <a:lnTo>
                    <a:pt x="131" y="9"/>
                  </a:lnTo>
                  <a:lnTo>
                    <a:pt x="137" y="42"/>
                  </a:lnTo>
                  <a:lnTo>
                    <a:pt x="166" y="53"/>
                  </a:lnTo>
                  <a:lnTo>
                    <a:pt x="173" y="91"/>
                  </a:lnTo>
                  <a:lnTo>
                    <a:pt x="265" y="130"/>
                  </a:lnTo>
                  <a:lnTo>
                    <a:pt x="349" y="119"/>
                  </a:lnTo>
                  <a:lnTo>
                    <a:pt x="342" y="97"/>
                  </a:lnTo>
                  <a:lnTo>
                    <a:pt x="450" y="60"/>
                  </a:lnTo>
                  <a:lnTo>
                    <a:pt x="591" y="125"/>
                  </a:lnTo>
                  <a:lnTo>
                    <a:pt x="596" y="160"/>
                  </a:lnTo>
                  <a:lnTo>
                    <a:pt x="572" y="226"/>
                  </a:lnTo>
                  <a:lnTo>
                    <a:pt x="575" y="317"/>
                  </a:lnTo>
                  <a:lnTo>
                    <a:pt x="612" y="345"/>
                  </a:lnTo>
                  <a:lnTo>
                    <a:pt x="583" y="391"/>
                  </a:lnTo>
                  <a:lnTo>
                    <a:pt x="665" y="494"/>
                  </a:lnTo>
                  <a:lnTo>
                    <a:pt x="611" y="567"/>
                  </a:lnTo>
                  <a:lnTo>
                    <a:pt x="462" y="543"/>
                  </a:lnTo>
                  <a:lnTo>
                    <a:pt x="428" y="495"/>
                  </a:lnTo>
                  <a:lnTo>
                    <a:pt x="327" y="511"/>
                  </a:lnTo>
                  <a:lnTo>
                    <a:pt x="252" y="467"/>
                  </a:lnTo>
                  <a:lnTo>
                    <a:pt x="202" y="380"/>
                  </a:lnTo>
                  <a:lnTo>
                    <a:pt x="164" y="366"/>
                  </a:lnTo>
                  <a:lnTo>
                    <a:pt x="155" y="384"/>
                  </a:lnTo>
                  <a:lnTo>
                    <a:pt x="108" y="296"/>
                  </a:lnTo>
                  <a:lnTo>
                    <a:pt x="44" y="243"/>
                  </a:lnTo>
                  <a:lnTo>
                    <a:pt x="74" y="160"/>
                  </a:lnTo>
                  <a:lnTo>
                    <a:pt x="47" y="150"/>
                  </a:lnTo>
                  <a:lnTo>
                    <a:pt x="22" y="105"/>
                  </a:lnTo>
                  <a:lnTo>
                    <a:pt x="0" y="1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3" name="Freeform 95">
              <a:extLst>
                <a:ext uri="{FF2B5EF4-FFF2-40B4-BE49-F238E27FC236}">
                  <a16:creationId xmlns:a16="http://schemas.microsoft.com/office/drawing/2014/main" id="{9A8566C5-1197-9B3A-A67A-582AD46C2B17}"/>
                </a:ext>
              </a:extLst>
            </p:cNvPr>
            <p:cNvSpPr>
              <a:spLocks noChangeAspect="1"/>
            </p:cNvSpPr>
            <p:nvPr/>
          </p:nvSpPr>
          <p:spPr bwMode="gray">
            <a:xfrm>
              <a:off x="3349" y="2112"/>
              <a:ext cx="155" cy="165"/>
            </a:xfrm>
            <a:custGeom>
              <a:avLst/>
              <a:gdLst>
                <a:gd name="T0" fmla="*/ 0 w 345"/>
                <a:gd name="T1" fmla="*/ 153 h 315"/>
                <a:gd name="T2" fmla="*/ 17 w 345"/>
                <a:gd name="T3" fmla="*/ 198 h 315"/>
                <a:gd name="T4" fmla="*/ 173 w 345"/>
                <a:gd name="T5" fmla="*/ 268 h 315"/>
                <a:gd name="T6" fmla="*/ 175 w 345"/>
                <a:gd name="T7" fmla="*/ 294 h 315"/>
                <a:gd name="T8" fmla="*/ 211 w 345"/>
                <a:gd name="T9" fmla="*/ 311 h 315"/>
                <a:gd name="T10" fmla="*/ 275 w 345"/>
                <a:gd name="T11" fmla="*/ 315 h 315"/>
                <a:gd name="T12" fmla="*/ 326 w 345"/>
                <a:gd name="T13" fmla="*/ 283 h 315"/>
                <a:gd name="T14" fmla="*/ 345 w 345"/>
                <a:gd name="T15" fmla="*/ 279 h 315"/>
                <a:gd name="T16" fmla="*/ 298 w 345"/>
                <a:gd name="T17" fmla="*/ 191 h 315"/>
                <a:gd name="T18" fmla="*/ 234 w 345"/>
                <a:gd name="T19" fmla="*/ 138 h 315"/>
                <a:gd name="T20" fmla="*/ 264 w 345"/>
                <a:gd name="T21" fmla="*/ 55 h 315"/>
                <a:gd name="T22" fmla="*/ 237 w 345"/>
                <a:gd name="T23" fmla="*/ 45 h 315"/>
                <a:gd name="T24" fmla="*/ 212 w 345"/>
                <a:gd name="T25" fmla="*/ 0 h 315"/>
                <a:gd name="T26" fmla="*/ 135 w 345"/>
                <a:gd name="T27" fmla="*/ 4 h 315"/>
                <a:gd name="T28" fmla="*/ 97 w 345"/>
                <a:gd name="T29" fmla="*/ 32 h 315"/>
                <a:gd name="T30" fmla="*/ 84 w 345"/>
                <a:gd name="T31" fmla="*/ 108 h 315"/>
                <a:gd name="T32" fmla="*/ 0 w 345"/>
                <a:gd name="T33" fmla="*/ 153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5" h="315">
                  <a:moveTo>
                    <a:pt x="0" y="153"/>
                  </a:moveTo>
                  <a:lnTo>
                    <a:pt x="17" y="198"/>
                  </a:lnTo>
                  <a:lnTo>
                    <a:pt x="173" y="268"/>
                  </a:lnTo>
                  <a:lnTo>
                    <a:pt x="175" y="294"/>
                  </a:lnTo>
                  <a:lnTo>
                    <a:pt x="211" y="311"/>
                  </a:lnTo>
                  <a:lnTo>
                    <a:pt x="275" y="315"/>
                  </a:lnTo>
                  <a:lnTo>
                    <a:pt x="326" y="283"/>
                  </a:lnTo>
                  <a:lnTo>
                    <a:pt x="345" y="279"/>
                  </a:lnTo>
                  <a:lnTo>
                    <a:pt x="298" y="191"/>
                  </a:lnTo>
                  <a:lnTo>
                    <a:pt x="234" y="138"/>
                  </a:lnTo>
                  <a:lnTo>
                    <a:pt x="264" y="55"/>
                  </a:lnTo>
                  <a:lnTo>
                    <a:pt x="237" y="45"/>
                  </a:lnTo>
                  <a:lnTo>
                    <a:pt x="212" y="0"/>
                  </a:lnTo>
                  <a:lnTo>
                    <a:pt x="135" y="4"/>
                  </a:lnTo>
                  <a:lnTo>
                    <a:pt x="97" y="32"/>
                  </a:lnTo>
                  <a:lnTo>
                    <a:pt x="84" y="108"/>
                  </a:lnTo>
                  <a:lnTo>
                    <a:pt x="0" y="15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4" name="Freeform 96">
              <a:extLst>
                <a:ext uri="{FF2B5EF4-FFF2-40B4-BE49-F238E27FC236}">
                  <a16:creationId xmlns:a16="http://schemas.microsoft.com/office/drawing/2014/main" id="{4AEF74D5-0672-54F4-4922-DD38A27E29FC}"/>
                </a:ext>
              </a:extLst>
            </p:cNvPr>
            <p:cNvSpPr>
              <a:spLocks noChangeAspect="1"/>
            </p:cNvSpPr>
            <p:nvPr/>
          </p:nvSpPr>
          <p:spPr bwMode="gray">
            <a:xfrm>
              <a:off x="2867" y="1899"/>
              <a:ext cx="182" cy="200"/>
            </a:xfrm>
            <a:custGeom>
              <a:avLst/>
              <a:gdLst>
                <a:gd name="T0" fmla="*/ 0 w 408"/>
                <a:gd name="T1" fmla="*/ 95 h 381"/>
                <a:gd name="T2" fmla="*/ 11 w 408"/>
                <a:gd name="T3" fmla="*/ 51 h 381"/>
                <a:gd name="T4" fmla="*/ 59 w 408"/>
                <a:gd name="T5" fmla="*/ 30 h 381"/>
                <a:gd name="T6" fmla="*/ 81 w 408"/>
                <a:gd name="T7" fmla="*/ 50 h 381"/>
                <a:gd name="T8" fmla="*/ 130 w 408"/>
                <a:gd name="T9" fmla="*/ 10 h 381"/>
                <a:gd name="T10" fmla="*/ 184 w 408"/>
                <a:gd name="T11" fmla="*/ 0 h 381"/>
                <a:gd name="T12" fmla="*/ 242 w 408"/>
                <a:gd name="T13" fmla="*/ 27 h 381"/>
                <a:gd name="T14" fmla="*/ 242 w 408"/>
                <a:gd name="T15" fmla="*/ 68 h 381"/>
                <a:gd name="T16" fmla="*/ 195 w 408"/>
                <a:gd name="T17" fmla="*/ 76 h 381"/>
                <a:gd name="T18" fmla="*/ 200 w 408"/>
                <a:gd name="T19" fmla="*/ 127 h 381"/>
                <a:gd name="T20" fmla="*/ 277 w 408"/>
                <a:gd name="T21" fmla="*/ 213 h 381"/>
                <a:gd name="T22" fmla="*/ 326 w 408"/>
                <a:gd name="T23" fmla="*/ 219 h 381"/>
                <a:gd name="T24" fmla="*/ 321 w 408"/>
                <a:gd name="T25" fmla="*/ 237 h 381"/>
                <a:gd name="T26" fmla="*/ 408 w 408"/>
                <a:gd name="T27" fmla="*/ 293 h 381"/>
                <a:gd name="T28" fmla="*/ 348 w 408"/>
                <a:gd name="T29" fmla="*/ 285 h 381"/>
                <a:gd name="T30" fmla="*/ 361 w 408"/>
                <a:gd name="T31" fmla="*/ 339 h 381"/>
                <a:gd name="T32" fmla="*/ 326 w 408"/>
                <a:gd name="T33" fmla="*/ 381 h 381"/>
                <a:gd name="T34" fmla="*/ 310 w 408"/>
                <a:gd name="T35" fmla="*/ 294 h 381"/>
                <a:gd name="T36" fmla="*/ 157 w 408"/>
                <a:gd name="T37" fmla="*/ 199 h 381"/>
                <a:gd name="T38" fmla="*/ 121 w 408"/>
                <a:gd name="T39" fmla="*/ 136 h 381"/>
                <a:gd name="T40" fmla="*/ 72 w 408"/>
                <a:gd name="T41" fmla="*/ 115 h 381"/>
                <a:gd name="T42" fmla="*/ 28 w 408"/>
                <a:gd name="T43" fmla="*/ 142 h 381"/>
                <a:gd name="T44" fmla="*/ 0 w 408"/>
                <a:gd name="T45" fmla="*/ 9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8" h="381">
                  <a:moveTo>
                    <a:pt x="0" y="95"/>
                  </a:moveTo>
                  <a:lnTo>
                    <a:pt x="11" y="51"/>
                  </a:lnTo>
                  <a:lnTo>
                    <a:pt x="59" y="30"/>
                  </a:lnTo>
                  <a:lnTo>
                    <a:pt x="81" y="50"/>
                  </a:lnTo>
                  <a:lnTo>
                    <a:pt x="130" y="10"/>
                  </a:lnTo>
                  <a:lnTo>
                    <a:pt x="184" y="0"/>
                  </a:lnTo>
                  <a:lnTo>
                    <a:pt x="242" y="27"/>
                  </a:lnTo>
                  <a:lnTo>
                    <a:pt x="242" y="68"/>
                  </a:lnTo>
                  <a:lnTo>
                    <a:pt x="195" y="76"/>
                  </a:lnTo>
                  <a:lnTo>
                    <a:pt x="200" y="127"/>
                  </a:lnTo>
                  <a:lnTo>
                    <a:pt x="277" y="213"/>
                  </a:lnTo>
                  <a:lnTo>
                    <a:pt x="326" y="219"/>
                  </a:lnTo>
                  <a:lnTo>
                    <a:pt x="321" y="237"/>
                  </a:lnTo>
                  <a:lnTo>
                    <a:pt x="408" y="293"/>
                  </a:lnTo>
                  <a:lnTo>
                    <a:pt x="348" y="285"/>
                  </a:lnTo>
                  <a:lnTo>
                    <a:pt x="361" y="339"/>
                  </a:lnTo>
                  <a:lnTo>
                    <a:pt x="326" y="381"/>
                  </a:lnTo>
                  <a:lnTo>
                    <a:pt x="310" y="294"/>
                  </a:lnTo>
                  <a:lnTo>
                    <a:pt x="157" y="199"/>
                  </a:lnTo>
                  <a:lnTo>
                    <a:pt x="121" y="136"/>
                  </a:lnTo>
                  <a:lnTo>
                    <a:pt x="72" y="115"/>
                  </a:lnTo>
                  <a:lnTo>
                    <a:pt x="28" y="142"/>
                  </a:lnTo>
                  <a:lnTo>
                    <a:pt x="0" y="9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5" name="Freeform 97">
              <a:extLst>
                <a:ext uri="{FF2B5EF4-FFF2-40B4-BE49-F238E27FC236}">
                  <a16:creationId xmlns:a16="http://schemas.microsoft.com/office/drawing/2014/main" id="{C8C91C2E-40D6-C5D3-2639-22559CC9C8A7}"/>
                </a:ext>
              </a:extLst>
            </p:cNvPr>
            <p:cNvSpPr>
              <a:spLocks noChangeAspect="1"/>
            </p:cNvSpPr>
            <p:nvPr/>
          </p:nvSpPr>
          <p:spPr bwMode="gray">
            <a:xfrm>
              <a:off x="2890" y="2028"/>
              <a:ext cx="23" cy="49"/>
            </a:xfrm>
            <a:custGeom>
              <a:avLst/>
              <a:gdLst>
                <a:gd name="T0" fmla="*/ 0 w 50"/>
                <a:gd name="T1" fmla="*/ 14 h 93"/>
                <a:gd name="T2" fmla="*/ 9 w 50"/>
                <a:gd name="T3" fmla="*/ 85 h 93"/>
                <a:gd name="T4" fmla="*/ 29 w 50"/>
                <a:gd name="T5" fmla="*/ 93 h 93"/>
                <a:gd name="T6" fmla="*/ 50 w 50"/>
                <a:gd name="T7" fmla="*/ 37 h 93"/>
                <a:gd name="T8" fmla="*/ 31 w 50"/>
                <a:gd name="T9" fmla="*/ 0 h 93"/>
                <a:gd name="T10" fmla="*/ 0 w 50"/>
                <a:gd name="T11" fmla="*/ 14 h 93"/>
              </a:gdLst>
              <a:ahLst/>
              <a:cxnLst>
                <a:cxn ang="0">
                  <a:pos x="T0" y="T1"/>
                </a:cxn>
                <a:cxn ang="0">
                  <a:pos x="T2" y="T3"/>
                </a:cxn>
                <a:cxn ang="0">
                  <a:pos x="T4" y="T5"/>
                </a:cxn>
                <a:cxn ang="0">
                  <a:pos x="T6" y="T7"/>
                </a:cxn>
                <a:cxn ang="0">
                  <a:pos x="T8" y="T9"/>
                </a:cxn>
                <a:cxn ang="0">
                  <a:pos x="T10" y="T11"/>
                </a:cxn>
              </a:cxnLst>
              <a:rect l="0" t="0" r="r" b="b"/>
              <a:pathLst>
                <a:path w="50" h="93">
                  <a:moveTo>
                    <a:pt x="0" y="14"/>
                  </a:moveTo>
                  <a:lnTo>
                    <a:pt x="9" y="85"/>
                  </a:lnTo>
                  <a:lnTo>
                    <a:pt x="29" y="93"/>
                  </a:lnTo>
                  <a:lnTo>
                    <a:pt x="50" y="37"/>
                  </a:lnTo>
                  <a:lnTo>
                    <a:pt x="31" y="0"/>
                  </a:lnTo>
                  <a:lnTo>
                    <a:pt x="0" y="1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6" name="Freeform 98">
              <a:extLst>
                <a:ext uri="{FF2B5EF4-FFF2-40B4-BE49-F238E27FC236}">
                  <a16:creationId xmlns:a16="http://schemas.microsoft.com/office/drawing/2014/main" id="{6AB94CCF-4B8E-ED88-90CF-71232E3A338C}"/>
                </a:ext>
              </a:extLst>
            </p:cNvPr>
            <p:cNvSpPr>
              <a:spLocks noChangeAspect="1"/>
            </p:cNvSpPr>
            <p:nvPr/>
          </p:nvSpPr>
          <p:spPr bwMode="gray">
            <a:xfrm>
              <a:off x="2955" y="2091"/>
              <a:ext cx="48" cy="31"/>
            </a:xfrm>
            <a:custGeom>
              <a:avLst/>
              <a:gdLst>
                <a:gd name="T0" fmla="*/ 0 w 108"/>
                <a:gd name="T1" fmla="*/ 14 h 61"/>
                <a:gd name="T2" fmla="*/ 91 w 108"/>
                <a:gd name="T3" fmla="*/ 61 h 61"/>
                <a:gd name="T4" fmla="*/ 108 w 108"/>
                <a:gd name="T5" fmla="*/ 0 h 61"/>
                <a:gd name="T6" fmla="*/ 0 w 108"/>
                <a:gd name="T7" fmla="*/ 14 h 61"/>
              </a:gdLst>
              <a:ahLst/>
              <a:cxnLst>
                <a:cxn ang="0">
                  <a:pos x="T0" y="T1"/>
                </a:cxn>
                <a:cxn ang="0">
                  <a:pos x="T2" y="T3"/>
                </a:cxn>
                <a:cxn ang="0">
                  <a:pos x="T4" y="T5"/>
                </a:cxn>
                <a:cxn ang="0">
                  <a:pos x="T6" y="T7"/>
                </a:cxn>
              </a:cxnLst>
              <a:rect l="0" t="0" r="r" b="b"/>
              <a:pathLst>
                <a:path w="108" h="61">
                  <a:moveTo>
                    <a:pt x="0" y="14"/>
                  </a:moveTo>
                  <a:lnTo>
                    <a:pt x="91" y="61"/>
                  </a:lnTo>
                  <a:lnTo>
                    <a:pt x="108" y="0"/>
                  </a:lnTo>
                  <a:lnTo>
                    <a:pt x="0" y="1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7" name="Freeform 99">
              <a:extLst>
                <a:ext uri="{FF2B5EF4-FFF2-40B4-BE49-F238E27FC236}">
                  <a16:creationId xmlns:a16="http://schemas.microsoft.com/office/drawing/2014/main" id="{ACC14924-E9A8-3C52-6E34-E717EF40B886}"/>
                </a:ext>
              </a:extLst>
            </p:cNvPr>
            <p:cNvSpPr>
              <a:spLocks noChangeAspect="1"/>
            </p:cNvSpPr>
            <p:nvPr/>
          </p:nvSpPr>
          <p:spPr bwMode="gray">
            <a:xfrm>
              <a:off x="4722" y="2184"/>
              <a:ext cx="34" cy="50"/>
            </a:xfrm>
            <a:custGeom>
              <a:avLst/>
              <a:gdLst>
                <a:gd name="T0" fmla="*/ 0 w 81"/>
                <a:gd name="T1" fmla="*/ 26 h 97"/>
                <a:gd name="T2" fmla="*/ 3 w 81"/>
                <a:gd name="T3" fmla="*/ 50 h 97"/>
                <a:gd name="T4" fmla="*/ 21 w 81"/>
                <a:gd name="T5" fmla="*/ 26 h 97"/>
                <a:gd name="T6" fmla="*/ 30 w 81"/>
                <a:gd name="T7" fmla="*/ 40 h 97"/>
                <a:gd name="T8" fmla="*/ 20 w 81"/>
                <a:gd name="T9" fmla="*/ 97 h 97"/>
                <a:gd name="T10" fmla="*/ 59 w 81"/>
                <a:gd name="T11" fmla="*/ 95 h 97"/>
                <a:gd name="T12" fmla="*/ 81 w 81"/>
                <a:gd name="T13" fmla="*/ 38 h 97"/>
                <a:gd name="T14" fmla="*/ 69 w 81"/>
                <a:gd name="T15" fmla="*/ 5 h 97"/>
                <a:gd name="T16" fmla="*/ 32 w 81"/>
                <a:gd name="T17" fmla="*/ 0 h 97"/>
                <a:gd name="T18" fmla="*/ 0 w 81"/>
                <a:gd name="T19" fmla="*/ 2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97">
                  <a:moveTo>
                    <a:pt x="0" y="26"/>
                  </a:moveTo>
                  <a:lnTo>
                    <a:pt x="3" y="50"/>
                  </a:lnTo>
                  <a:lnTo>
                    <a:pt x="21" y="26"/>
                  </a:lnTo>
                  <a:lnTo>
                    <a:pt x="30" y="40"/>
                  </a:lnTo>
                  <a:lnTo>
                    <a:pt x="20" y="97"/>
                  </a:lnTo>
                  <a:lnTo>
                    <a:pt x="59" y="95"/>
                  </a:lnTo>
                  <a:lnTo>
                    <a:pt x="81" y="38"/>
                  </a:lnTo>
                  <a:lnTo>
                    <a:pt x="69" y="5"/>
                  </a:lnTo>
                  <a:lnTo>
                    <a:pt x="32" y="0"/>
                  </a:lnTo>
                  <a:lnTo>
                    <a:pt x="0" y="2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8" name="Freeform 100">
              <a:extLst>
                <a:ext uri="{FF2B5EF4-FFF2-40B4-BE49-F238E27FC236}">
                  <a16:creationId xmlns:a16="http://schemas.microsoft.com/office/drawing/2014/main" id="{9F4323FF-38EB-595E-9247-B67674B44E3C}"/>
                </a:ext>
              </a:extLst>
            </p:cNvPr>
            <p:cNvSpPr>
              <a:spLocks noChangeAspect="1"/>
            </p:cNvSpPr>
            <p:nvPr/>
          </p:nvSpPr>
          <p:spPr bwMode="gray">
            <a:xfrm>
              <a:off x="4739" y="2027"/>
              <a:ext cx="170" cy="167"/>
            </a:xfrm>
            <a:custGeom>
              <a:avLst/>
              <a:gdLst>
                <a:gd name="T0" fmla="*/ 0 w 391"/>
                <a:gd name="T1" fmla="*/ 296 h 314"/>
                <a:gd name="T2" fmla="*/ 70 w 391"/>
                <a:gd name="T3" fmla="*/ 237 h 314"/>
                <a:gd name="T4" fmla="*/ 169 w 391"/>
                <a:gd name="T5" fmla="*/ 237 h 314"/>
                <a:gd name="T6" fmla="*/ 208 w 391"/>
                <a:gd name="T7" fmla="*/ 165 h 314"/>
                <a:gd name="T8" fmla="*/ 225 w 391"/>
                <a:gd name="T9" fmla="*/ 160 h 314"/>
                <a:gd name="T10" fmla="*/ 226 w 391"/>
                <a:gd name="T11" fmla="*/ 187 h 314"/>
                <a:gd name="T12" fmla="*/ 271 w 391"/>
                <a:gd name="T13" fmla="*/ 160 h 314"/>
                <a:gd name="T14" fmla="*/ 309 w 391"/>
                <a:gd name="T15" fmla="*/ 105 h 314"/>
                <a:gd name="T16" fmla="*/ 326 w 391"/>
                <a:gd name="T17" fmla="*/ 16 h 314"/>
                <a:gd name="T18" fmla="*/ 357 w 391"/>
                <a:gd name="T19" fmla="*/ 20 h 314"/>
                <a:gd name="T20" fmla="*/ 347 w 391"/>
                <a:gd name="T21" fmla="*/ 0 h 314"/>
                <a:gd name="T22" fmla="*/ 367 w 391"/>
                <a:gd name="T23" fmla="*/ 1 h 314"/>
                <a:gd name="T24" fmla="*/ 391 w 391"/>
                <a:gd name="T25" fmla="*/ 76 h 314"/>
                <a:gd name="T26" fmla="*/ 357 w 391"/>
                <a:gd name="T27" fmla="*/ 129 h 314"/>
                <a:gd name="T28" fmla="*/ 357 w 391"/>
                <a:gd name="T29" fmla="*/ 177 h 314"/>
                <a:gd name="T30" fmla="*/ 333 w 391"/>
                <a:gd name="T31" fmla="*/ 248 h 314"/>
                <a:gd name="T32" fmla="*/ 315 w 391"/>
                <a:gd name="T33" fmla="*/ 258 h 314"/>
                <a:gd name="T34" fmla="*/ 314 w 391"/>
                <a:gd name="T35" fmla="*/ 231 h 314"/>
                <a:gd name="T36" fmla="*/ 257 w 391"/>
                <a:gd name="T37" fmla="*/ 272 h 314"/>
                <a:gd name="T38" fmla="*/ 208 w 391"/>
                <a:gd name="T39" fmla="*/ 254 h 314"/>
                <a:gd name="T40" fmla="*/ 211 w 391"/>
                <a:gd name="T41" fmla="*/ 288 h 314"/>
                <a:gd name="T42" fmla="*/ 170 w 391"/>
                <a:gd name="T43" fmla="*/ 314 h 314"/>
                <a:gd name="T44" fmla="*/ 158 w 391"/>
                <a:gd name="T45" fmla="*/ 269 h 314"/>
                <a:gd name="T46" fmla="*/ 0 w 391"/>
                <a:gd name="T47" fmla="*/ 29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1" h="314">
                  <a:moveTo>
                    <a:pt x="0" y="296"/>
                  </a:moveTo>
                  <a:lnTo>
                    <a:pt x="70" y="237"/>
                  </a:lnTo>
                  <a:lnTo>
                    <a:pt x="169" y="237"/>
                  </a:lnTo>
                  <a:lnTo>
                    <a:pt x="208" y="165"/>
                  </a:lnTo>
                  <a:lnTo>
                    <a:pt x="225" y="160"/>
                  </a:lnTo>
                  <a:lnTo>
                    <a:pt x="226" y="187"/>
                  </a:lnTo>
                  <a:lnTo>
                    <a:pt x="271" y="160"/>
                  </a:lnTo>
                  <a:lnTo>
                    <a:pt x="309" y="105"/>
                  </a:lnTo>
                  <a:lnTo>
                    <a:pt x="326" y="16"/>
                  </a:lnTo>
                  <a:lnTo>
                    <a:pt x="357" y="20"/>
                  </a:lnTo>
                  <a:lnTo>
                    <a:pt x="347" y="0"/>
                  </a:lnTo>
                  <a:lnTo>
                    <a:pt x="367" y="1"/>
                  </a:lnTo>
                  <a:lnTo>
                    <a:pt x="391" y="76"/>
                  </a:lnTo>
                  <a:lnTo>
                    <a:pt x="357" y="129"/>
                  </a:lnTo>
                  <a:lnTo>
                    <a:pt x="357" y="177"/>
                  </a:lnTo>
                  <a:lnTo>
                    <a:pt x="333" y="248"/>
                  </a:lnTo>
                  <a:lnTo>
                    <a:pt x="315" y="258"/>
                  </a:lnTo>
                  <a:lnTo>
                    <a:pt x="314" y="231"/>
                  </a:lnTo>
                  <a:lnTo>
                    <a:pt x="257" y="272"/>
                  </a:lnTo>
                  <a:lnTo>
                    <a:pt x="208" y="254"/>
                  </a:lnTo>
                  <a:lnTo>
                    <a:pt x="211" y="288"/>
                  </a:lnTo>
                  <a:lnTo>
                    <a:pt x="170" y="314"/>
                  </a:lnTo>
                  <a:lnTo>
                    <a:pt x="158" y="269"/>
                  </a:lnTo>
                  <a:lnTo>
                    <a:pt x="0" y="29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29" name="Freeform 101">
              <a:extLst>
                <a:ext uri="{FF2B5EF4-FFF2-40B4-BE49-F238E27FC236}">
                  <a16:creationId xmlns:a16="http://schemas.microsoft.com/office/drawing/2014/main" id="{7C3C1448-93AB-1822-9A08-C8B989FC91F7}"/>
                </a:ext>
              </a:extLst>
            </p:cNvPr>
            <p:cNvSpPr>
              <a:spLocks noChangeAspect="1"/>
            </p:cNvSpPr>
            <p:nvPr/>
          </p:nvSpPr>
          <p:spPr bwMode="gray">
            <a:xfrm>
              <a:off x="4759" y="2177"/>
              <a:ext cx="35" cy="28"/>
            </a:xfrm>
            <a:custGeom>
              <a:avLst/>
              <a:gdLst>
                <a:gd name="T0" fmla="*/ 0 w 81"/>
                <a:gd name="T1" fmla="*/ 29 h 56"/>
                <a:gd name="T2" fmla="*/ 27 w 81"/>
                <a:gd name="T3" fmla="*/ 56 h 56"/>
                <a:gd name="T4" fmla="*/ 74 w 81"/>
                <a:gd name="T5" fmla="*/ 35 h 56"/>
                <a:gd name="T6" fmla="*/ 81 w 81"/>
                <a:gd name="T7" fmla="*/ 0 h 56"/>
                <a:gd name="T8" fmla="*/ 0 w 81"/>
                <a:gd name="T9" fmla="*/ 29 h 56"/>
              </a:gdLst>
              <a:ahLst/>
              <a:cxnLst>
                <a:cxn ang="0">
                  <a:pos x="T0" y="T1"/>
                </a:cxn>
                <a:cxn ang="0">
                  <a:pos x="T2" y="T3"/>
                </a:cxn>
                <a:cxn ang="0">
                  <a:pos x="T4" y="T5"/>
                </a:cxn>
                <a:cxn ang="0">
                  <a:pos x="T6" y="T7"/>
                </a:cxn>
                <a:cxn ang="0">
                  <a:pos x="T8" y="T9"/>
                </a:cxn>
              </a:cxnLst>
              <a:rect l="0" t="0" r="r" b="b"/>
              <a:pathLst>
                <a:path w="81" h="56">
                  <a:moveTo>
                    <a:pt x="0" y="29"/>
                  </a:moveTo>
                  <a:lnTo>
                    <a:pt x="27" y="56"/>
                  </a:lnTo>
                  <a:lnTo>
                    <a:pt x="74" y="35"/>
                  </a:lnTo>
                  <a:lnTo>
                    <a:pt x="81" y="0"/>
                  </a:lnTo>
                  <a:lnTo>
                    <a:pt x="0" y="2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0" name="Freeform 102">
              <a:extLst>
                <a:ext uri="{FF2B5EF4-FFF2-40B4-BE49-F238E27FC236}">
                  <a16:creationId xmlns:a16="http://schemas.microsoft.com/office/drawing/2014/main" id="{06707517-8F87-0F7E-9847-9F95E197081F}"/>
                </a:ext>
              </a:extLst>
            </p:cNvPr>
            <p:cNvSpPr>
              <a:spLocks noChangeAspect="1"/>
            </p:cNvSpPr>
            <p:nvPr/>
          </p:nvSpPr>
          <p:spPr bwMode="gray">
            <a:xfrm>
              <a:off x="4876" y="1938"/>
              <a:ext cx="88" cy="89"/>
            </a:xfrm>
            <a:custGeom>
              <a:avLst/>
              <a:gdLst>
                <a:gd name="T0" fmla="*/ 0 w 203"/>
                <a:gd name="T1" fmla="*/ 120 h 169"/>
                <a:gd name="T2" fmla="*/ 9 w 203"/>
                <a:gd name="T3" fmla="*/ 169 h 169"/>
                <a:gd name="T4" fmla="*/ 44 w 203"/>
                <a:gd name="T5" fmla="*/ 151 h 169"/>
                <a:gd name="T6" fmla="*/ 20 w 203"/>
                <a:gd name="T7" fmla="*/ 121 h 169"/>
                <a:gd name="T8" fmla="*/ 118 w 203"/>
                <a:gd name="T9" fmla="*/ 147 h 169"/>
                <a:gd name="T10" fmla="*/ 140 w 203"/>
                <a:gd name="T11" fmla="*/ 108 h 169"/>
                <a:gd name="T12" fmla="*/ 203 w 203"/>
                <a:gd name="T13" fmla="*/ 95 h 169"/>
                <a:gd name="T14" fmla="*/ 181 w 203"/>
                <a:gd name="T15" fmla="*/ 69 h 169"/>
                <a:gd name="T16" fmla="*/ 189 w 203"/>
                <a:gd name="T17" fmla="*/ 46 h 169"/>
                <a:gd name="T18" fmla="*/ 135 w 203"/>
                <a:gd name="T19" fmla="*/ 50 h 169"/>
                <a:gd name="T20" fmla="*/ 70 w 203"/>
                <a:gd name="T21" fmla="*/ 0 h 169"/>
                <a:gd name="T22" fmla="*/ 47 w 203"/>
                <a:gd name="T23" fmla="*/ 96 h 169"/>
                <a:gd name="T24" fmla="*/ 19 w 203"/>
                <a:gd name="T25" fmla="*/ 91 h 169"/>
                <a:gd name="T26" fmla="*/ 0 w 203"/>
                <a:gd name="T27" fmla="*/ 12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169">
                  <a:moveTo>
                    <a:pt x="0" y="120"/>
                  </a:moveTo>
                  <a:lnTo>
                    <a:pt x="9" y="169"/>
                  </a:lnTo>
                  <a:lnTo>
                    <a:pt x="44" y="151"/>
                  </a:lnTo>
                  <a:lnTo>
                    <a:pt x="20" y="121"/>
                  </a:lnTo>
                  <a:lnTo>
                    <a:pt x="118" y="147"/>
                  </a:lnTo>
                  <a:lnTo>
                    <a:pt x="140" y="108"/>
                  </a:lnTo>
                  <a:lnTo>
                    <a:pt x="203" y="95"/>
                  </a:lnTo>
                  <a:lnTo>
                    <a:pt x="181" y="69"/>
                  </a:lnTo>
                  <a:lnTo>
                    <a:pt x="189" y="46"/>
                  </a:lnTo>
                  <a:lnTo>
                    <a:pt x="135" y="50"/>
                  </a:lnTo>
                  <a:lnTo>
                    <a:pt x="70" y="0"/>
                  </a:lnTo>
                  <a:lnTo>
                    <a:pt x="47" y="96"/>
                  </a:lnTo>
                  <a:lnTo>
                    <a:pt x="19" y="91"/>
                  </a:lnTo>
                  <a:lnTo>
                    <a:pt x="0" y="12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1" name="Freeform 103">
              <a:extLst>
                <a:ext uri="{FF2B5EF4-FFF2-40B4-BE49-F238E27FC236}">
                  <a16:creationId xmlns:a16="http://schemas.microsoft.com/office/drawing/2014/main" id="{9DA29146-7630-C722-F7D3-D2AFE478A73B}"/>
                </a:ext>
              </a:extLst>
            </p:cNvPr>
            <p:cNvSpPr>
              <a:spLocks noChangeAspect="1"/>
            </p:cNvSpPr>
            <p:nvPr/>
          </p:nvSpPr>
          <p:spPr bwMode="gray">
            <a:xfrm>
              <a:off x="4642" y="1994"/>
              <a:ext cx="93" cy="111"/>
            </a:xfrm>
            <a:custGeom>
              <a:avLst/>
              <a:gdLst>
                <a:gd name="T0" fmla="*/ 0 w 221"/>
                <a:gd name="T1" fmla="*/ 120 h 212"/>
                <a:gd name="T2" fmla="*/ 41 w 221"/>
                <a:gd name="T3" fmla="*/ 137 h 212"/>
                <a:gd name="T4" fmla="*/ 15 w 221"/>
                <a:gd name="T5" fmla="*/ 198 h 212"/>
                <a:gd name="T6" fmla="*/ 77 w 221"/>
                <a:gd name="T7" fmla="*/ 212 h 212"/>
                <a:gd name="T8" fmla="*/ 142 w 221"/>
                <a:gd name="T9" fmla="*/ 175 h 212"/>
                <a:gd name="T10" fmla="*/ 112 w 221"/>
                <a:gd name="T11" fmla="*/ 125 h 212"/>
                <a:gd name="T12" fmla="*/ 186 w 221"/>
                <a:gd name="T13" fmla="*/ 81 h 212"/>
                <a:gd name="T14" fmla="*/ 221 w 221"/>
                <a:gd name="T15" fmla="*/ 20 h 212"/>
                <a:gd name="T16" fmla="*/ 216 w 221"/>
                <a:gd name="T17" fmla="*/ 11 h 212"/>
                <a:gd name="T18" fmla="*/ 202 w 221"/>
                <a:gd name="T19" fmla="*/ 0 h 212"/>
                <a:gd name="T20" fmla="*/ 136 w 221"/>
                <a:gd name="T21" fmla="*/ 39 h 212"/>
                <a:gd name="T22" fmla="*/ 136 w 221"/>
                <a:gd name="T23" fmla="*/ 62 h 212"/>
                <a:gd name="T24" fmla="*/ 88 w 221"/>
                <a:gd name="T25" fmla="*/ 55 h 212"/>
                <a:gd name="T26" fmla="*/ 0 w 221"/>
                <a:gd name="T27" fmla="*/ 1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212">
                  <a:moveTo>
                    <a:pt x="0" y="120"/>
                  </a:moveTo>
                  <a:lnTo>
                    <a:pt x="41" y="137"/>
                  </a:lnTo>
                  <a:lnTo>
                    <a:pt x="15" y="198"/>
                  </a:lnTo>
                  <a:lnTo>
                    <a:pt x="77" y="212"/>
                  </a:lnTo>
                  <a:lnTo>
                    <a:pt x="142" y="175"/>
                  </a:lnTo>
                  <a:lnTo>
                    <a:pt x="112" y="125"/>
                  </a:lnTo>
                  <a:lnTo>
                    <a:pt x="186" y="81"/>
                  </a:lnTo>
                  <a:lnTo>
                    <a:pt x="221" y="20"/>
                  </a:lnTo>
                  <a:lnTo>
                    <a:pt x="216" y="11"/>
                  </a:lnTo>
                  <a:lnTo>
                    <a:pt x="202" y="0"/>
                  </a:lnTo>
                  <a:lnTo>
                    <a:pt x="136" y="39"/>
                  </a:lnTo>
                  <a:lnTo>
                    <a:pt x="136" y="62"/>
                  </a:lnTo>
                  <a:lnTo>
                    <a:pt x="88" y="55"/>
                  </a:lnTo>
                  <a:lnTo>
                    <a:pt x="0" y="12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2" name="Freeform 104">
              <a:extLst>
                <a:ext uri="{FF2B5EF4-FFF2-40B4-BE49-F238E27FC236}">
                  <a16:creationId xmlns:a16="http://schemas.microsoft.com/office/drawing/2014/main" id="{46EB21CA-569D-D5A6-1346-D891C387B0E8}"/>
                </a:ext>
              </a:extLst>
            </p:cNvPr>
            <p:cNvSpPr>
              <a:spLocks noChangeAspect="1"/>
            </p:cNvSpPr>
            <p:nvPr/>
          </p:nvSpPr>
          <p:spPr bwMode="gray">
            <a:xfrm>
              <a:off x="4667" y="2085"/>
              <a:ext cx="54" cy="86"/>
            </a:xfrm>
            <a:custGeom>
              <a:avLst/>
              <a:gdLst>
                <a:gd name="T0" fmla="*/ 0 w 121"/>
                <a:gd name="T1" fmla="*/ 166 h 166"/>
                <a:gd name="T2" fmla="*/ 13 w 121"/>
                <a:gd name="T3" fmla="*/ 37 h 166"/>
                <a:gd name="T4" fmla="*/ 78 w 121"/>
                <a:gd name="T5" fmla="*/ 0 h 166"/>
                <a:gd name="T6" fmla="*/ 121 w 121"/>
                <a:gd name="T7" fmla="*/ 101 h 166"/>
                <a:gd name="T8" fmla="*/ 76 w 121"/>
                <a:gd name="T9" fmla="*/ 149 h 166"/>
                <a:gd name="T10" fmla="*/ 0 w 121"/>
                <a:gd name="T11" fmla="*/ 166 h 166"/>
              </a:gdLst>
              <a:ahLst/>
              <a:cxnLst>
                <a:cxn ang="0">
                  <a:pos x="T0" y="T1"/>
                </a:cxn>
                <a:cxn ang="0">
                  <a:pos x="T2" y="T3"/>
                </a:cxn>
                <a:cxn ang="0">
                  <a:pos x="T4" y="T5"/>
                </a:cxn>
                <a:cxn ang="0">
                  <a:pos x="T6" y="T7"/>
                </a:cxn>
                <a:cxn ang="0">
                  <a:pos x="T8" y="T9"/>
                </a:cxn>
                <a:cxn ang="0">
                  <a:pos x="T10" y="T11"/>
                </a:cxn>
              </a:cxnLst>
              <a:rect l="0" t="0" r="r" b="b"/>
              <a:pathLst>
                <a:path w="121" h="166">
                  <a:moveTo>
                    <a:pt x="0" y="166"/>
                  </a:moveTo>
                  <a:lnTo>
                    <a:pt x="13" y="37"/>
                  </a:lnTo>
                  <a:lnTo>
                    <a:pt x="78" y="0"/>
                  </a:lnTo>
                  <a:lnTo>
                    <a:pt x="121" y="101"/>
                  </a:lnTo>
                  <a:lnTo>
                    <a:pt x="76" y="149"/>
                  </a:lnTo>
                  <a:lnTo>
                    <a:pt x="0" y="16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3" name="Freeform 105">
              <a:extLst>
                <a:ext uri="{FF2B5EF4-FFF2-40B4-BE49-F238E27FC236}">
                  <a16:creationId xmlns:a16="http://schemas.microsoft.com/office/drawing/2014/main" id="{3EF94685-1899-C08E-DC91-E80578760D0B}"/>
                </a:ext>
              </a:extLst>
            </p:cNvPr>
            <p:cNvSpPr>
              <a:spLocks noChangeAspect="1"/>
            </p:cNvSpPr>
            <p:nvPr/>
          </p:nvSpPr>
          <p:spPr bwMode="gray">
            <a:xfrm>
              <a:off x="4277" y="2404"/>
              <a:ext cx="109" cy="152"/>
            </a:xfrm>
            <a:custGeom>
              <a:avLst/>
              <a:gdLst>
                <a:gd name="T0" fmla="*/ 0 w 249"/>
                <a:gd name="T1" fmla="*/ 64 h 290"/>
                <a:gd name="T2" fmla="*/ 33 w 249"/>
                <a:gd name="T3" fmla="*/ 105 h 290"/>
                <a:gd name="T4" fmla="*/ 23 w 249"/>
                <a:gd name="T5" fmla="*/ 176 h 290"/>
                <a:gd name="T6" fmla="*/ 111 w 249"/>
                <a:gd name="T7" fmla="*/ 144 h 290"/>
                <a:gd name="T8" fmla="*/ 149 w 249"/>
                <a:gd name="T9" fmla="*/ 176 h 290"/>
                <a:gd name="T10" fmla="*/ 182 w 249"/>
                <a:gd name="T11" fmla="*/ 246 h 290"/>
                <a:gd name="T12" fmla="*/ 170 w 249"/>
                <a:gd name="T13" fmla="*/ 290 h 290"/>
                <a:gd name="T14" fmla="*/ 249 w 249"/>
                <a:gd name="T15" fmla="*/ 278 h 290"/>
                <a:gd name="T16" fmla="*/ 211 w 249"/>
                <a:gd name="T17" fmla="*/ 185 h 290"/>
                <a:gd name="T18" fmla="*/ 127 w 249"/>
                <a:gd name="T19" fmla="*/ 116 h 290"/>
                <a:gd name="T20" fmla="*/ 150 w 249"/>
                <a:gd name="T21" fmla="*/ 76 h 290"/>
                <a:gd name="T22" fmla="*/ 103 w 249"/>
                <a:gd name="T23" fmla="*/ 55 h 290"/>
                <a:gd name="T24" fmla="*/ 67 w 249"/>
                <a:gd name="T25" fmla="*/ 0 h 290"/>
                <a:gd name="T26" fmla="*/ 46 w 249"/>
                <a:gd name="T27" fmla="*/ 1 h 290"/>
                <a:gd name="T28" fmla="*/ 49 w 249"/>
                <a:gd name="T29" fmla="*/ 40 h 290"/>
                <a:gd name="T30" fmla="*/ 33 w 249"/>
                <a:gd name="T31" fmla="*/ 31 h 290"/>
                <a:gd name="T32" fmla="*/ 0 w 249"/>
                <a:gd name="T33" fmla="*/ 6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9" h="290">
                  <a:moveTo>
                    <a:pt x="0" y="64"/>
                  </a:moveTo>
                  <a:lnTo>
                    <a:pt x="33" y="105"/>
                  </a:lnTo>
                  <a:lnTo>
                    <a:pt x="23" y="176"/>
                  </a:lnTo>
                  <a:lnTo>
                    <a:pt x="111" y="144"/>
                  </a:lnTo>
                  <a:lnTo>
                    <a:pt x="149" y="176"/>
                  </a:lnTo>
                  <a:lnTo>
                    <a:pt x="182" y="246"/>
                  </a:lnTo>
                  <a:lnTo>
                    <a:pt x="170" y="290"/>
                  </a:lnTo>
                  <a:lnTo>
                    <a:pt x="249" y="278"/>
                  </a:lnTo>
                  <a:lnTo>
                    <a:pt x="211" y="185"/>
                  </a:lnTo>
                  <a:lnTo>
                    <a:pt x="127" y="116"/>
                  </a:lnTo>
                  <a:lnTo>
                    <a:pt x="150" y="76"/>
                  </a:lnTo>
                  <a:lnTo>
                    <a:pt x="103" y="55"/>
                  </a:lnTo>
                  <a:lnTo>
                    <a:pt x="67" y="0"/>
                  </a:lnTo>
                  <a:lnTo>
                    <a:pt x="46" y="1"/>
                  </a:lnTo>
                  <a:lnTo>
                    <a:pt x="49" y="40"/>
                  </a:lnTo>
                  <a:lnTo>
                    <a:pt x="33" y="31"/>
                  </a:lnTo>
                  <a:lnTo>
                    <a:pt x="0" y="6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4" name="Freeform 106">
              <a:extLst>
                <a:ext uri="{FF2B5EF4-FFF2-40B4-BE49-F238E27FC236}">
                  <a16:creationId xmlns:a16="http://schemas.microsoft.com/office/drawing/2014/main" id="{BCCC9518-F8EB-F7B5-2A46-893D7146B16C}"/>
                </a:ext>
              </a:extLst>
            </p:cNvPr>
            <p:cNvSpPr>
              <a:spLocks noChangeAspect="1"/>
            </p:cNvSpPr>
            <p:nvPr/>
          </p:nvSpPr>
          <p:spPr bwMode="gray">
            <a:xfrm>
              <a:off x="2852" y="1829"/>
              <a:ext cx="8" cy="14"/>
            </a:xfrm>
            <a:custGeom>
              <a:avLst/>
              <a:gdLst>
                <a:gd name="T0" fmla="*/ 0 w 17"/>
                <a:gd name="T1" fmla="*/ 23 h 30"/>
                <a:gd name="T2" fmla="*/ 13 w 17"/>
                <a:gd name="T3" fmla="*/ 0 h 30"/>
                <a:gd name="T4" fmla="*/ 17 w 17"/>
                <a:gd name="T5" fmla="*/ 30 h 30"/>
                <a:gd name="T6" fmla="*/ 0 w 17"/>
                <a:gd name="T7" fmla="*/ 23 h 30"/>
              </a:gdLst>
              <a:ahLst/>
              <a:cxnLst>
                <a:cxn ang="0">
                  <a:pos x="T0" y="T1"/>
                </a:cxn>
                <a:cxn ang="0">
                  <a:pos x="T2" y="T3"/>
                </a:cxn>
                <a:cxn ang="0">
                  <a:pos x="T4" y="T5"/>
                </a:cxn>
                <a:cxn ang="0">
                  <a:pos x="T6" y="T7"/>
                </a:cxn>
              </a:cxnLst>
              <a:rect l="0" t="0" r="r" b="b"/>
              <a:pathLst>
                <a:path w="17" h="30">
                  <a:moveTo>
                    <a:pt x="0" y="23"/>
                  </a:moveTo>
                  <a:lnTo>
                    <a:pt x="13" y="0"/>
                  </a:lnTo>
                  <a:lnTo>
                    <a:pt x="17" y="30"/>
                  </a:lnTo>
                  <a:lnTo>
                    <a:pt x="0" y="2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5" name="Freeform 107">
              <a:extLst>
                <a:ext uri="{FF2B5EF4-FFF2-40B4-BE49-F238E27FC236}">
                  <a16:creationId xmlns:a16="http://schemas.microsoft.com/office/drawing/2014/main" id="{025A7E60-00F9-07D0-56F9-88DB3D31BAA5}"/>
                </a:ext>
              </a:extLst>
            </p:cNvPr>
            <p:cNvSpPr>
              <a:spLocks noChangeAspect="1"/>
            </p:cNvSpPr>
            <p:nvPr/>
          </p:nvSpPr>
          <p:spPr bwMode="gray">
            <a:xfrm>
              <a:off x="4278" y="2697"/>
              <a:ext cx="57" cy="89"/>
            </a:xfrm>
            <a:custGeom>
              <a:avLst/>
              <a:gdLst>
                <a:gd name="T0" fmla="*/ 0 w 130"/>
                <a:gd name="T1" fmla="*/ 0 h 172"/>
                <a:gd name="T2" fmla="*/ 26 w 130"/>
                <a:gd name="T3" fmla="*/ 0 h 172"/>
                <a:gd name="T4" fmla="*/ 34 w 130"/>
                <a:gd name="T5" fmla="*/ 30 h 172"/>
                <a:gd name="T6" fmla="*/ 66 w 130"/>
                <a:gd name="T7" fmla="*/ 11 h 172"/>
                <a:gd name="T8" fmla="*/ 109 w 130"/>
                <a:gd name="T9" fmla="*/ 51 h 172"/>
                <a:gd name="T10" fmla="*/ 130 w 130"/>
                <a:gd name="T11" fmla="*/ 172 h 172"/>
                <a:gd name="T12" fmla="*/ 129 w 130"/>
                <a:gd name="T13" fmla="*/ 172 h 172"/>
                <a:gd name="T14" fmla="*/ 39 w 130"/>
                <a:gd name="T15" fmla="*/ 121 h 172"/>
                <a:gd name="T16" fmla="*/ 0 w 130"/>
                <a:gd name="T17"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72">
                  <a:moveTo>
                    <a:pt x="0" y="0"/>
                  </a:moveTo>
                  <a:lnTo>
                    <a:pt x="26" y="0"/>
                  </a:lnTo>
                  <a:lnTo>
                    <a:pt x="34" y="30"/>
                  </a:lnTo>
                  <a:lnTo>
                    <a:pt x="66" y="11"/>
                  </a:lnTo>
                  <a:lnTo>
                    <a:pt x="109" y="51"/>
                  </a:lnTo>
                  <a:lnTo>
                    <a:pt x="130" y="172"/>
                  </a:lnTo>
                  <a:lnTo>
                    <a:pt x="129" y="172"/>
                  </a:lnTo>
                  <a:lnTo>
                    <a:pt x="39" y="121"/>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6" name="Freeform 108">
              <a:extLst>
                <a:ext uri="{FF2B5EF4-FFF2-40B4-BE49-F238E27FC236}">
                  <a16:creationId xmlns:a16="http://schemas.microsoft.com/office/drawing/2014/main" id="{DBFF38A7-2D81-454B-B894-CF73EA29D747}"/>
                </a:ext>
              </a:extLst>
            </p:cNvPr>
            <p:cNvSpPr>
              <a:spLocks noChangeAspect="1"/>
            </p:cNvSpPr>
            <p:nvPr/>
          </p:nvSpPr>
          <p:spPr bwMode="gray">
            <a:xfrm>
              <a:off x="4421" y="2691"/>
              <a:ext cx="143" cy="108"/>
            </a:xfrm>
            <a:custGeom>
              <a:avLst/>
              <a:gdLst>
                <a:gd name="T0" fmla="*/ 0 w 331"/>
                <a:gd name="T1" fmla="*/ 184 h 207"/>
                <a:gd name="T2" fmla="*/ 28 w 331"/>
                <a:gd name="T3" fmla="*/ 207 h 207"/>
                <a:gd name="T4" fmla="*/ 133 w 331"/>
                <a:gd name="T5" fmla="*/ 198 h 207"/>
                <a:gd name="T6" fmla="*/ 167 w 331"/>
                <a:gd name="T7" fmla="*/ 186 h 207"/>
                <a:gd name="T8" fmla="*/ 213 w 331"/>
                <a:gd name="T9" fmla="*/ 91 h 207"/>
                <a:gd name="T10" fmla="*/ 273 w 331"/>
                <a:gd name="T11" fmla="*/ 94 h 207"/>
                <a:gd name="T12" fmla="*/ 331 w 331"/>
                <a:gd name="T13" fmla="*/ 61 h 207"/>
                <a:gd name="T14" fmla="*/ 276 w 331"/>
                <a:gd name="T15" fmla="*/ 34 h 207"/>
                <a:gd name="T16" fmla="*/ 259 w 331"/>
                <a:gd name="T17" fmla="*/ 0 h 207"/>
                <a:gd name="T18" fmla="*/ 191 w 331"/>
                <a:gd name="T19" fmla="*/ 65 h 207"/>
                <a:gd name="T20" fmla="*/ 170 w 331"/>
                <a:gd name="T21" fmla="*/ 100 h 207"/>
                <a:gd name="T22" fmla="*/ 149 w 331"/>
                <a:gd name="T23" fmla="*/ 80 h 207"/>
                <a:gd name="T24" fmla="*/ 109 w 331"/>
                <a:gd name="T25" fmla="*/ 132 h 207"/>
                <a:gd name="T26" fmla="*/ 65 w 331"/>
                <a:gd name="T27" fmla="*/ 138 h 207"/>
                <a:gd name="T28" fmla="*/ 50 w 331"/>
                <a:gd name="T29" fmla="*/ 186 h 207"/>
                <a:gd name="T30" fmla="*/ 0 w 331"/>
                <a:gd name="T31" fmla="*/ 18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1" h="207">
                  <a:moveTo>
                    <a:pt x="0" y="184"/>
                  </a:moveTo>
                  <a:lnTo>
                    <a:pt x="28" y="207"/>
                  </a:lnTo>
                  <a:lnTo>
                    <a:pt x="133" y="198"/>
                  </a:lnTo>
                  <a:lnTo>
                    <a:pt x="167" y="186"/>
                  </a:lnTo>
                  <a:lnTo>
                    <a:pt x="213" y="91"/>
                  </a:lnTo>
                  <a:lnTo>
                    <a:pt x="273" y="94"/>
                  </a:lnTo>
                  <a:lnTo>
                    <a:pt x="331" y="61"/>
                  </a:lnTo>
                  <a:lnTo>
                    <a:pt x="276" y="34"/>
                  </a:lnTo>
                  <a:lnTo>
                    <a:pt x="259" y="0"/>
                  </a:lnTo>
                  <a:lnTo>
                    <a:pt x="191" y="65"/>
                  </a:lnTo>
                  <a:lnTo>
                    <a:pt x="170" y="100"/>
                  </a:lnTo>
                  <a:lnTo>
                    <a:pt x="149" y="80"/>
                  </a:lnTo>
                  <a:lnTo>
                    <a:pt x="109" y="132"/>
                  </a:lnTo>
                  <a:lnTo>
                    <a:pt x="65" y="138"/>
                  </a:lnTo>
                  <a:lnTo>
                    <a:pt x="50" y="186"/>
                  </a:lnTo>
                  <a:lnTo>
                    <a:pt x="0" y="18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7" name="Freeform 109">
              <a:extLst>
                <a:ext uri="{FF2B5EF4-FFF2-40B4-BE49-F238E27FC236}">
                  <a16:creationId xmlns:a16="http://schemas.microsoft.com/office/drawing/2014/main" id="{D4DB084E-C208-287B-D8F7-7A33B0245A29}"/>
                </a:ext>
              </a:extLst>
            </p:cNvPr>
            <p:cNvSpPr>
              <a:spLocks noChangeAspect="1"/>
            </p:cNvSpPr>
            <p:nvPr/>
          </p:nvSpPr>
          <p:spPr bwMode="gray">
            <a:xfrm>
              <a:off x="1003" y="2207"/>
              <a:ext cx="456" cy="349"/>
            </a:xfrm>
            <a:custGeom>
              <a:avLst/>
              <a:gdLst>
                <a:gd name="T0" fmla="*/ 0 w 1048"/>
                <a:gd name="T1" fmla="*/ 6 h 662"/>
                <a:gd name="T2" fmla="*/ 50 w 1048"/>
                <a:gd name="T3" fmla="*/ 110 h 662"/>
                <a:gd name="T4" fmla="*/ 109 w 1048"/>
                <a:gd name="T5" fmla="*/ 157 h 662"/>
                <a:gd name="T6" fmla="*/ 104 w 1048"/>
                <a:gd name="T7" fmla="*/ 186 h 662"/>
                <a:gd name="T8" fmla="*/ 74 w 1048"/>
                <a:gd name="T9" fmla="*/ 191 h 662"/>
                <a:gd name="T10" fmla="*/ 140 w 1048"/>
                <a:gd name="T11" fmla="*/ 214 h 662"/>
                <a:gd name="T12" fmla="*/ 176 w 1048"/>
                <a:gd name="T13" fmla="*/ 261 h 662"/>
                <a:gd name="T14" fmla="*/ 172 w 1048"/>
                <a:gd name="T15" fmla="*/ 300 h 662"/>
                <a:gd name="T16" fmla="*/ 248 w 1048"/>
                <a:gd name="T17" fmla="*/ 365 h 662"/>
                <a:gd name="T18" fmla="*/ 265 w 1048"/>
                <a:gd name="T19" fmla="*/ 343 h 662"/>
                <a:gd name="T20" fmla="*/ 88 w 1048"/>
                <a:gd name="T21" fmla="*/ 94 h 662"/>
                <a:gd name="T22" fmla="*/ 77 w 1048"/>
                <a:gd name="T23" fmla="*/ 27 h 662"/>
                <a:gd name="T24" fmla="*/ 116 w 1048"/>
                <a:gd name="T25" fmla="*/ 44 h 662"/>
                <a:gd name="T26" fmla="*/ 181 w 1048"/>
                <a:gd name="T27" fmla="*/ 153 h 662"/>
                <a:gd name="T28" fmla="*/ 274 w 1048"/>
                <a:gd name="T29" fmla="*/ 234 h 662"/>
                <a:gd name="T30" fmla="*/ 271 w 1048"/>
                <a:gd name="T31" fmla="*/ 266 h 662"/>
                <a:gd name="T32" fmla="*/ 400 w 1048"/>
                <a:gd name="T33" fmla="*/ 377 h 662"/>
                <a:gd name="T34" fmla="*/ 416 w 1048"/>
                <a:gd name="T35" fmla="*/ 425 h 662"/>
                <a:gd name="T36" fmla="*/ 400 w 1048"/>
                <a:gd name="T37" fmla="*/ 455 h 662"/>
                <a:gd name="T38" fmla="*/ 430 w 1048"/>
                <a:gd name="T39" fmla="*/ 498 h 662"/>
                <a:gd name="T40" fmla="*/ 679 w 1048"/>
                <a:gd name="T41" fmla="*/ 614 h 662"/>
                <a:gd name="T42" fmla="*/ 787 w 1048"/>
                <a:gd name="T43" fmla="*/ 606 h 662"/>
                <a:gd name="T44" fmla="*/ 858 w 1048"/>
                <a:gd name="T45" fmla="*/ 662 h 662"/>
                <a:gd name="T46" fmla="*/ 888 w 1048"/>
                <a:gd name="T47" fmla="*/ 607 h 662"/>
                <a:gd name="T48" fmla="*/ 923 w 1048"/>
                <a:gd name="T49" fmla="*/ 606 h 662"/>
                <a:gd name="T50" fmla="*/ 885 w 1048"/>
                <a:gd name="T51" fmla="*/ 560 h 662"/>
                <a:gd name="T52" fmla="*/ 966 w 1048"/>
                <a:gd name="T53" fmla="*/ 541 h 662"/>
                <a:gd name="T54" fmla="*/ 994 w 1048"/>
                <a:gd name="T55" fmla="*/ 521 h 662"/>
                <a:gd name="T56" fmla="*/ 1004 w 1048"/>
                <a:gd name="T57" fmla="*/ 510 h 662"/>
                <a:gd name="T58" fmla="*/ 1013 w 1048"/>
                <a:gd name="T59" fmla="*/ 536 h 662"/>
                <a:gd name="T60" fmla="*/ 1048 w 1048"/>
                <a:gd name="T61" fmla="*/ 426 h 662"/>
                <a:gd name="T62" fmla="*/ 1003 w 1048"/>
                <a:gd name="T63" fmla="*/ 409 h 662"/>
                <a:gd name="T64" fmla="*/ 924 w 1048"/>
                <a:gd name="T65" fmla="*/ 426 h 662"/>
                <a:gd name="T66" fmla="*/ 883 w 1048"/>
                <a:gd name="T67" fmla="*/ 521 h 662"/>
                <a:gd name="T68" fmla="*/ 781 w 1048"/>
                <a:gd name="T69" fmla="*/ 531 h 662"/>
                <a:gd name="T70" fmla="*/ 740 w 1048"/>
                <a:gd name="T71" fmla="*/ 507 h 662"/>
                <a:gd name="T72" fmla="*/ 672 w 1048"/>
                <a:gd name="T73" fmla="*/ 390 h 662"/>
                <a:gd name="T74" fmla="*/ 670 w 1048"/>
                <a:gd name="T75" fmla="*/ 300 h 662"/>
                <a:gd name="T76" fmla="*/ 693 w 1048"/>
                <a:gd name="T77" fmla="*/ 256 h 662"/>
                <a:gd name="T78" fmla="*/ 625 w 1048"/>
                <a:gd name="T79" fmla="*/ 233 h 662"/>
                <a:gd name="T80" fmla="*/ 537 w 1048"/>
                <a:gd name="T81" fmla="*/ 108 h 662"/>
                <a:gd name="T82" fmla="*/ 465 w 1048"/>
                <a:gd name="T83" fmla="*/ 136 h 662"/>
                <a:gd name="T84" fmla="*/ 369 w 1048"/>
                <a:gd name="T85" fmla="*/ 32 h 662"/>
                <a:gd name="T86" fmla="*/ 211 w 1048"/>
                <a:gd name="T87" fmla="*/ 54 h 662"/>
                <a:gd name="T88" fmla="*/ 79 w 1048"/>
                <a:gd name="T89" fmla="*/ 0 h 662"/>
                <a:gd name="T90" fmla="*/ 0 w 1048"/>
                <a:gd name="T91" fmla="*/ 6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8" h="662">
                  <a:moveTo>
                    <a:pt x="0" y="6"/>
                  </a:moveTo>
                  <a:lnTo>
                    <a:pt x="50" y="110"/>
                  </a:lnTo>
                  <a:lnTo>
                    <a:pt x="109" y="157"/>
                  </a:lnTo>
                  <a:lnTo>
                    <a:pt x="104" y="186"/>
                  </a:lnTo>
                  <a:lnTo>
                    <a:pt x="74" y="191"/>
                  </a:lnTo>
                  <a:lnTo>
                    <a:pt x="140" y="214"/>
                  </a:lnTo>
                  <a:lnTo>
                    <a:pt x="176" y="261"/>
                  </a:lnTo>
                  <a:lnTo>
                    <a:pt x="172" y="300"/>
                  </a:lnTo>
                  <a:lnTo>
                    <a:pt x="248" y="365"/>
                  </a:lnTo>
                  <a:lnTo>
                    <a:pt x="265" y="343"/>
                  </a:lnTo>
                  <a:lnTo>
                    <a:pt x="88" y="94"/>
                  </a:lnTo>
                  <a:lnTo>
                    <a:pt x="77" y="27"/>
                  </a:lnTo>
                  <a:lnTo>
                    <a:pt x="116" y="44"/>
                  </a:lnTo>
                  <a:lnTo>
                    <a:pt x="181" y="153"/>
                  </a:lnTo>
                  <a:lnTo>
                    <a:pt x="274" y="234"/>
                  </a:lnTo>
                  <a:lnTo>
                    <a:pt x="271" y="266"/>
                  </a:lnTo>
                  <a:lnTo>
                    <a:pt x="400" y="377"/>
                  </a:lnTo>
                  <a:lnTo>
                    <a:pt x="416" y="425"/>
                  </a:lnTo>
                  <a:lnTo>
                    <a:pt x="400" y="455"/>
                  </a:lnTo>
                  <a:lnTo>
                    <a:pt x="430" y="498"/>
                  </a:lnTo>
                  <a:lnTo>
                    <a:pt x="679" y="614"/>
                  </a:lnTo>
                  <a:lnTo>
                    <a:pt x="787" y="606"/>
                  </a:lnTo>
                  <a:lnTo>
                    <a:pt x="858" y="662"/>
                  </a:lnTo>
                  <a:lnTo>
                    <a:pt x="888" y="607"/>
                  </a:lnTo>
                  <a:lnTo>
                    <a:pt x="923" y="606"/>
                  </a:lnTo>
                  <a:lnTo>
                    <a:pt x="885" y="560"/>
                  </a:lnTo>
                  <a:lnTo>
                    <a:pt x="966" y="541"/>
                  </a:lnTo>
                  <a:lnTo>
                    <a:pt x="994" y="521"/>
                  </a:lnTo>
                  <a:lnTo>
                    <a:pt x="1004" y="510"/>
                  </a:lnTo>
                  <a:lnTo>
                    <a:pt x="1013" y="536"/>
                  </a:lnTo>
                  <a:lnTo>
                    <a:pt x="1048" y="426"/>
                  </a:lnTo>
                  <a:lnTo>
                    <a:pt x="1003" y="409"/>
                  </a:lnTo>
                  <a:lnTo>
                    <a:pt x="924" y="426"/>
                  </a:lnTo>
                  <a:lnTo>
                    <a:pt x="883" y="521"/>
                  </a:lnTo>
                  <a:lnTo>
                    <a:pt x="781" y="531"/>
                  </a:lnTo>
                  <a:lnTo>
                    <a:pt x="740" y="507"/>
                  </a:lnTo>
                  <a:lnTo>
                    <a:pt x="672" y="390"/>
                  </a:lnTo>
                  <a:lnTo>
                    <a:pt x="670" y="300"/>
                  </a:lnTo>
                  <a:lnTo>
                    <a:pt x="693" y="256"/>
                  </a:lnTo>
                  <a:lnTo>
                    <a:pt x="625" y="233"/>
                  </a:lnTo>
                  <a:lnTo>
                    <a:pt x="537" y="108"/>
                  </a:lnTo>
                  <a:lnTo>
                    <a:pt x="465" y="136"/>
                  </a:lnTo>
                  <a:lnTo>
                    <a:pt x="369" y="32"/>
                  </a:lnTo>
                  <a:lnTo>
                    <a:pt x="211" y="54"/>
                  </a:lnTo>
                  <a:lnTo>
                    <a:pt x="79" y="0"/>
                  </a:lnTo>
                  <a:lnTo>
                    <a:pt x="0" y="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8" name="Freeform 110">
              <a:extLst>
                <a:ext uri="{FF2B5EF4-FFF2-40B4-BE49-F238E27FC236}">
                  <a16:creationId xmlns:a16="http://schemas.microsoft.com/office/drawing/2014/main" id="{9CE2F549-C3D4-0629-9BE3-FD63FFDAE8FF}"/>
                </a:ext>
              </a:extLst>
            </p:cNvPr>
            <p:cNvSpPr>
              <a:spLocks noChangeAspect="1"/>
            </p:cNvSpPr>
            <p:nvPr/>
          </p:nvSpPr>
          <p:spPr bwMode="gray">
            <a:xfrm>
              <a:off x="4089" y="1781"/>
              <a:ext cx="479" cy="244"/>
            </a:xfrm>
            <a:custGeom>
              <a:avLst/>
              <a:gdLst>
                <a:gd name="T0" fmla="*/ 0 w 1101"/>
                <a:gd name="T1" fmla="*/ 145 h 463"/>
                <a:gd name="T2" fmla="*/ 36 w 1101"/>
                <a:gd name="T3" fmla="*/ 192 h 463"/>
                <a:gd name="T4" fmla="*/ 84 w 1101"/>
                <a:gd name="T5" fmla="*/ 209 h 463"/>
                <a:gd name="T6" fmla="*/ 105 w 1101"/>
                <a:gd name="T7" fmla="*/ 308 h 463"/>
                <a:gd name="T8" fmla="*/ 258 w 1101"/>
                <a:gd name="T9" fmla="*/ 346 h 463"/>
                <a:gd name="T10" fmla="*/ 321 w 1101"/>
                <a:gd name="T11" fmla="*/ 414 h 463"/>
                <a:gd name="T12" fmla="*/ 447 w 1101"/>
                <a:gd name="T13" fmla="*/ 410 h 463"/>
                <a:gd name="T14" fmla="*/ 591 w 1101"/>
                <a:gd name="T15" fmla="*/ 463 h 463"/>
                <a:gd name="T16" fmla="*/ 780 w 1101"/>
                <a:gd name="T17" fmla="*/ 414 h 463"/>
                <a:gd name="T18" fmla="*/ 839 w 1101"/>
                <a:gd name="T19" fmla="*/ 376 h 463"/>
                <a:gd name="T20" fmla="*/ 839 w 1101"/>
                <a:gd name="T21" fmla="*/ 322 h 463"/>
                <a:gd name="T22" fmla="*/ 891 w 1101"/>
                <a:gd name="T23" fmla="*/ 328 h 463"/>
                <a:gd name="T24" fmla="*/ 1008 w 1101"/>
                <a:gd name="T25" fmla="*/ 251 h 463"/>
                <a:gd name="T26" fmla="*/ 1101 w 1101"/>
                <a:gd name="T27" fmla="*/ 246 h 463"/>
                <a:gd name="T28" fmla="*/ 1057 w 1101"/>
                <a:gd name="T29" fmla="*/ 187 h 463"/>
                <a:gd name="T30" fmla="*/ 967 w 1101"/>
                <a:gd name="T31" fmla="*/ 203 h 463"/>
                <a:gd name="T32" fmla="*/ 966 w 1101"/>
                <a:gd name="T33" fmla="*/ 138 h 463"/>
                <a:gd name="T34" fmla="*/ 989 w 1101"/>
                <a:gd name="T35" fmla="*/ 102 h 463"/>
                <a:gd name="T36" fmla="*/ 926 w 1101"/>
                <a:gd name="T37" fmla="*/ 92 h 463"/>
                <a:gd name="T38" fmla="*/ 762 w 1101"/>
                <a:gd name="T39" fmla="*/ 132 h 463"/>
                <a:gd name="T40" fmla="*/ 617 w 1101"/>
                <a:gd name="T41" fmla="*/ 74 h 463"/>
                <a:gd name="T42" fmla="*/ 525 w 1101"/>
                <a:gd name="T43" fmla="*/ 82 h 463"/>
                <a:gd name="T44" fmla="*/ 490 w 1101"/>
                <a:gd name="T45" fmla="*/ 33 h 463"/>
                <a:gd name="T46" fmla="*/ 399 w 1101"/>
                <a:gd name="T47" fmla="*/ 0 h 463"/>
                <a:gd name="T48" fmla="*/ 351 w 1101"/>
                <a:gd name="T49" fmla="*/ 35 h 463"/>
                <a:gd name="T50" fmla="*/ 347 w 1101"/>
                <a:gd name="T51" fmla="*/ 101 h 463"/>
                <a:gd name="T52" fmla="*/ 139 w 1101"/>
                <a:gd name="T53" fmla="*/ 72 h 463"/>
                <a:gd name="T54" fmla="*/ 0 w 1101"/>
                <a:gd name="T55" fmla="*/ 145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01" h="463">
                  <a:moveTo>
                    <a:pt x="0" y="145"/>
                  </a:moveTo>
                  <a:lnTo>
                    <a:pt x="36" y="192"/>
                  </a:lnTo>
                  <a:lnTo>
                    <a:pt x="84" y="209"/>
                  </a:lnTo>
                  <a:lnTo>
                    <a:pt x="105" y="308"/>
                  </a:lnTo>
                  <a:lnTo>
                    <a:pt x="258" y="346"/>
                  </a:lnTo>
                  <a:lnTo>
                    <a:pt x="321" y="414"/>
                  </a:lnTo>
                  <a:lnTo>
                    <a:pt x="447" y="410"/>
                  </a:lnTo>
                  <a:lnTo>
                    <a:pt x="591" y="463"/>
                  </a:lnTo>
                  <a:lnTo>
                    <a:pt x="780" y="414"/>
                  </a:lnTo>
                  <a:lnTo>
                    <a:pt x="839" y="376"/>
                  </a:lnTo>
                  <a:lnTo>
                    <a:pt x="839" y="322"/>
                  </a:lnTo>
                  <a:lnTo>
                    <a:pt x="891" y="328"/>
                  </a:lnTo>
                  <a:lnTo>
                    <a:pt x="1008" y="251"/>
                  </a:lnTo>
                  <a:lnTo>
                    <a:pt x="1101" y="246"/>
                  </a:lnTo>
                  <a:lnTo>
                    <a:pt x="1057" y="187"/>
                  </a:lnTo>
                  <a:lnTo>
                    <a:pt x="967" y="203"/>
                  </a:lnTo>
                  <a:lnTo>
                    <a:pt x="966" y="138"/>
                  </a:lnTo>
                  <a:lnTo>
                    <a:pt x="989" y="102"/>
                  </a:lnTo>
                  <a:lnTo>
                    <a:pt x="926" y="92"/>
                  </a:lnTo>
                  <a:lnTo>
                    <a:pt x="762" y="132"/>
                  </a:lnTo>
                  <a:lnTo>
                    <a:pt x="617" y="74"/>
                  </a:lnTo>
                  <a:lnTo>
                    <a:pt x="525" y="82"/>
                  </a:lnTo>
                  <a:lnTo>
                    <a:pt x="490" y="33"/>
                  </a:lnTo>
                  <a:lnTo>
                    <a:pt x="399" y="0"/>
                  </a:lnTo>
                  <a:lnTo>
                    <a:pt x="351" y="35"/>
                  </a:lnTo>
                  <a:lnTo>
                    <a:pt x="347" y="101"/>
                  </a:lnTo>
                  <a:lnTo>
                    <a:pt x="139" y="72"/>
                  </a:lnTo>
                  <a:lnTo>
                    <a:pt x="0" y="14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39" name="Freeform 111">
              <a:extLst>
                <a:ext uri="{FF2B5EF4-FFF2-40B4-BE49-F238E27FC236}">
                  <a16:creationId xmlns:a16="http://schemas.microsoft.com/office/drawing/2014/main" id="{1B3D3BAA-8EE4-89FB-2C4D-52C46740D6EC}"/>
                </a:ext>
              </a:extLst>
            </p:cNvPr>
            <p:cNvSpPr>
              <a:spLocks noChangeAspect="1"/>
            </p:cNvSpPr>
            <p:nvPr/>
          </p:nvSpPr>
          <p:spPr bwMode="gray">
            <a:xfrm>
              <a:off x="3551" y="2358"/>
              <a:ext cx="115" cy="156"/>
            </a:xfrm>
            <a:custGeom>
              <a:avLst/>
              <a:gdLst>
                <a:gd name="T0" fmla="*/ 0 w 266"/>
                <a:gd name="T1" fmla="*/ 213 h 300"/>
                <a:gd name="T2" fmla="*/ 36 w 266"/>
                <a:gd name="T3" fmla="*/ 300 h 300"/>
                <a:gd name="T4" fmla="*/ 99 w 266"/>
                <a:gd name="T5" fmla="*/ 286 h 300"/>
                <a:gd name="T6" fmla="*/ 199 w 266"/>
                <a:gd name="T7" fmla="*/ 212 h 300"/>
                <a:gd name="T8" fmla="*/ 197 w 266"/>
                <a:gd name="T9" fmla="*/ 176 h 300"/>
                <a:gd name="T10" fmla="*/ 262 w 266"/>
                <a:gd name="T11" fmla="*/ 110 h 300"/>
                <a:gd name="T12" fmla="*/ 266 w 266"/>
                <a:gd name="T13" fmla="*/ 88 h 300"/>
                <a:gd name="T14" fmla="*/ 230 w 266"/>
                <a:gd name="T15" fmla="*/ 50 h 300"/>
                <a:gd name="T16" fmla="*/ 148 w 266"/>
                <a:gd name="T17" fmla="*/ 0 h 300"/>
                <a:gd name="T18" fmla="*/ 128 w 266"/>
                <a:gd name="T19" fmla="*/ 1 h 300"/>
                <a:gd name="T20" fmla="*/ 139 w 266"/>
                <a:gd name="T21" fmla="*/ 28 h 300"/>
                <a:gd name="T22" fmla="*/ 110 w 266"/>
                <a:gd name="T23" fmla="*/ 80 h 300"/>
                <a:gd name="T24" fmla="*/ 128 w 266"/>
                <a:gd name="T25" fmla="*/ 105 h 300"/>
                <a:gd name="T26" fmla="*/ 102 w 266"/>
                <a:gd name="T27" fmla="*/ 177 h 300"/>
                <a:gd name="T28" fmla="*/ 0 w 266"/>
                <a:gd name="T29" fmla="*/ 213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6" h="300">
                  <a:moveTo>
                    <a:pt x="0" y="213"/>
                  </a:moveTo>
                  <a:lnTo>
                    <a:pt x="36" y="300"/>
                  </a:lnTo>
                  <a:lnTo>
                    <a:pt x="99" y="286"/>
                  </a:lnTo>
                  <a:lnTo>
                    <a:pt x="199" y="212"/>
                  </a:lnTo>
                  <a:lnTo>
                    <a:pt x="197" y="176"/>
                  </a:lnTo>
                  <a:lnTo>
                    <a:pt x="262" y="110"/>
                  </a:lnTo>
                  <a:lnTo>
                    <a:pt x="266" y="88"/>
                  </a:lnTo>
                  <a:lnTo>
                    <a:pt x="230" y="50"/>
                  </a:lnTo>
                  <a:lnTo>
                    <a:pt x="148" y="0"/>
                  </a:lnTo>
                  <a:lnTo>
                    <a:pt x="128" y="1"/>
                  </a:lnTo>
                  <a:lnTo>
                    <a:pt x="139" y="28"/>
                  </a:lnTo>
                  <a:lnTo>
                    <a:pt x="110" y="80"/>
                  </a:lnTo>
                  <a:lnTo>
                    <a:pt x="128" y="105"/>
                  </a:lnTo>
                  <a:lnTo>
                    <a:pt x="102" y="177"/>
                  </a:lnTo>
                  <a:lnTo>
                    <a:pt x="0" y="21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0" name="Freeform 112">
              <a:extLst>
                <a:ext uri="{FF2B5EF4-FFF2-40B4-BE49-F238E27FC236}">
                  <a16:creationId xmlns:a16="http://schemas.microsoft.com/office/drawing/2014/main" id="{D74B0E4E-9BC9-9B93-7B50-E8D77B44FA68}"/>
                </a:ext>
              </a:extLst>
            </p:cNvPr>
            <p:cNvSpPr>
              <a:spLocks noChangeAspect="1"/>
            </p:cNvSpPr>
            <p:nvPr/>
          </p:nvSpPr>
          <p:spPr bwMode="gray">
            <a:xfrm>
              <a:off x="3972" y="2253"/>
              <a:ext cx="117" cy="75"/>
            </a:xfrm>
            <a:custGeom>
              <a:avLst/>
              <a:gdLst>
                <a:gd name="T0" fmla="*/ 0 w 278"/>
                <a:gd name="T1" fmla="*/ 56 h 143"/>
                <a:gd name="T2" fmla="*/ 34 w 278"/>
                <a:gd name="T3" fmla="*/ 0 h 143"/>
                <a:gd name="T4" fmla="*/ 144 w 278"/>
                <a:gd name="T5" fmla="*/ 36 h 143"/>
                <a:gd name="T6" fmla="*/ 203 w 278"/>
                <a:gd name="T7" fmla="*/ 90 h 143"/>
                <a:gd name="T8" fmla="*/ 278 w 278"/>
                <a:gd name="T9" fmla="*/ 90 h 143"/>
                <a:gd name="T10" fmla="*/ 274 w 278"/>
                <a:gd name="T11" fmla="*/ 143 h 143"/>
                <a:gd name="T12" fmla="*/ 93 w 278"/>
                <a:gd name="T13" fmla="*/ 109 h 143"/>
                <a:gd name="T14" fmla="*/ 0 w 278"/>
                <a:gd name="T15" fmla="*/ 56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143">
                  <a:moveTo>
                    <a:pt x="0" y="56"/>
                  </a:moveTo>
                  <a:lnTo>
                    <a:pt x="34" y="0"/>
                  </a:lnTo>
                  <a:lnTo>
                    <a:pt x="144" y="36"/>
                  </a:lnTo>
                  <a:lnTo>
                    <a:pt x="203" y="90"/>
                  </a:lnTo>
                  <a:lnTo>
                    <a:pt x="278" y="90"/>
                  </a:lnTo>
                  <a:lnTo>
                    <a:pt x="274" y="143"/>
                  </a:lnTo>
                  <a:lnTo>
                    <a:pt x="93" y="109"/>
                  </a:lnTo>
                  <a:lnTo>
                    <a:pt x="0" y="5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1" name="Freeform 113">
              <a:extLst>
                <a:ext uri="{FF2B5EF4-FFF2-40B4-BE49-F238E27FC236}">
                  <a16:creationId xmlns:a16="http://schemas.microsoft.com/office/drawing/2014/main" id="{00081A35-F949-D878-CD74-0F524F6C34F7}"/>
                </a:ext>
              </a:extLst>
            </p:cNvPr>
            <p:cNvSpPr>
              <a:spLocks noChangeAspect="1"/>
            </p:cNvSpPr>
            <p:nvPr/>
          </p:nvSpPr>
          <p:spPr bwMode="gray">
            <a:xfrm>
              <a:off x="2821" y="1756"/>
              <a:ext cx="52" cy="62"/>
            </a:xfrm>
            <a:custGeom>
              <a:avLst/>
              <a:gdLst>
                <a:gd name="T0" fmla="*/ 0 w 123"/>
                <a:gd name="T1" fmla="*/ 86 h 115"/>
                <a:gd name="T2" fmla="*/ 47 w 123"/>
                <a:gd name="T3" fmla="*/ 72 h 115"/>
                <a:gd name="T4" fmla="*/ 22 w 123"/>
                <a:gd name="T5" fmla="*/ 58 h 115"/>
                <a:gd name="T6" fmla="*/ 46 w 123"/>
                <a:gd name="T7" fmla="*/ 18 h 115"/>
                <a:gd name="T8" fmla="*/ 64 w 123"/>
                <a:gd name="T9" fmla="*/ 44 h 115"/>
                <a:gd name="T10" fmla="*/ 67 w 123"/>
                <a:gd name="T11" fmla="*/ 0 h 115"/>
                <a:gd name="T12" fmla="*/ 123 w 123"/>
                <a:gd name="T13" fmla="*/ 0 h 115"/>
                <a:gd name="T14" fmla="*/ 118 w 123"/>
                <a:gd name="T15" fmla="*/ 44 h 115"/>
                <a:gd name="T16" fmla="*/ 82 w 123"/>
                <a:gd name="T17" fmla="*/ 61 h 115"/>
                <a:gd name="T18" fmla="*/ 84 w 123"/>
                <a:gd name="T19" fmla="*/ 115 h 115"/>
                <a:gd name="T20" fmla="*/ 50 w 123"/>
                <a:gd name="T21" fmla="*/ 82 h 115"/>
                <a:gd name="T22" fmla="*/ 0 w 123"/>
                <a:gd name="T23" fmla="*/ 8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 h="115">
                  <a:moveTo>
                    <a:pt x="0" y="86"/>
                  </a:moveTo>
                  <a:lnTo>
                    <a:pt x="47" y="72"/>
                  </a:lnTo>
                  <a:lnTo>
                    <a:pt x="22" y="58"/>
                  </a:lnTo>
                  <a:lnTo>
                    <a:pt x="46" y="18"/>
                  </a:lnTo>
                  <a:lnTo>
                    <a:pt x="64" y="44"/>
                  </a:lnTo>
                  <a:lnTo>
                    <a:pt x="67" y="0"/>
                  </a:lnTo>
                  <a:lnTo>
                    <a:pt x="123" y="0"/>
                  </a:lnTo>
                  <a:lnTo>
                    <a:pt x="118" y="44"/>
                  </a:lnTo>
                  <a:lnTo>
                    <a:pt x="82" y="61"/>
                  </a:lnTo>
                  <a:lnTo>
                    <a:pt x="84" y="115"/>
                  </a:lnTo>
                  <a:lnTo>
                    <a:pt x="50" y="82"/>
                  </a:lnTo>
                  <a:lnTo>
                    <a:pt x="0" y="86"/>
                  </a:lnTo>
                  <a:close/>
                </a:path>
              </a:pathLst>
            </a:custGeom>
            <a:solidFill>
              <a:schemeClr val="bg2"/>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2" name="Freeform 114">
              <a:extLst>
                <a:ext uri="{FF2B5EF4-FFF2-40B4-BE49-F238E27FC236}">
                  <a16:creationId xmlns:a16="http://schemas.microsoft.com/office/drawing/2014/main" id="{29C63FDD-EB97-953C-E3DE-57810B29C658}"/>
                </a:ext>
              </a:extLst>
            </p:cNvPr>
            <p:cNvSpPr>
              <a:spLocks noChangeAspect="1"/>
            </p:cNvSpPr>
            <p:nvPr/>
          </p:nvSpPr>
          <p:spPr bwMode="gray">
            <a:xfrm>
              <a:off x="5276" y="3590"/>
              <a:ext cx="117" cy="130"/>
            </a:xfrm>
            <a:custGeom>
              <a:avLst/>
              <a:gdLst>
                <a:gd name="T0" fmla="*/ 0 w 268"/>
                <a:gd name="T1" fmla="*/ 220 h 252"/>
                <a:gd name="T2" fmla="*/ 56 w 268"/>
                <a:gd name="T3" fmla="*/ 143 h 252"/>
                <a:gd name="T4" fmla="*/ 153 w 268"/>
                <a:gd name="T5" fmla="*/ 86 h 252"/>
                <a:gd name="T6" fmla="*/ 202 w 268"/>
                <a:gd name="T7" fmla="*/ 0 h 252"/>
                <a:gd name="T8" fmla="*/ 233 w 268"/>
                <a:gd name="T9" fmla="*/ 26 h 252"/>
                <a:gd name="T10" fmla="*/ 266 w 268"/>
                <a:gd name="T11" fmla="*/ 15 h 252"/>
                <a:gd name="T12" fmla="*/ 268 w 268"/>
                <a:gd name="T13" fmla="*/ 44 h 252"/>
                <a:gd name="T14" fmla="*/ 218 w 268"/>
                <a:gd name="T15" fmla="*/ 104 h 252"/>
                <a:gd name="T16" fmla="*/ 229 w 268"/>
                <a:gd name="T17" fmla="*/ 132 h 252"/>
                <a:gd name="T18" fmla="*/ 173 w 268"/>
                <a:gd name="T19" fmla="*/ 142 h 252"/>
                <a:gd name="T20" fmla="*/ 144 w 268"/>
                <a:gd name="T21" fmla="*/ 226 h 252"/>
                <a:gd name="T22" fmla="*/ 87 w 268"/>
                <a:gd name="T23" fmla="*/ 252 h 252"/>
                <a:gd name="T24" fmla="*/ 0 w 268"/>
                <a:gd name="T25" fmla="*/ 22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52">
                  <a:moveTo>
                    <a:pt x="0" y="220"/>
                  </a:moveTo>
                  <a:lnTo>
                    <a:pt x="56" y="143"/>
                  </a:lnTo>
                  <a:lnTo>
                    <a:pt x="153" y="86"/>
                  </a:lnTo>
                  <a:lnTo>
                    <a:pt x="202" y="0"/>
                  </a:lnTo>
                  <a:lnTo>
                    <a:pt x="233" y="26"/>
                  </a:lnTo>
                  <a:lnTo>
                    <a:pt x="266" y="15"/>
                  </a:lnTo>
                  <a:lnTo>
                    <a:pt x="268" y="44"/>
                  </a:lnTo>
                  <a:lnTo>
                    <a:pt x="218" y="104"/>
                  </a:lnTo>
                  <a:lnTo>
                    <a:pt x="229" y="132"/>
                  </a:lnTo>
                  <a:lnTo>
                    <a:pt x="173" y="142"/>
                  </a:lnTo>
                  <a:lnTo>
                    <a:pt x="144" y="226"/>
                  </a:lnTo>
                  <a:lnTo>
                    <a:pt x="87" y="252"/>
                  </a:lnTo>
                  <a:lnTo>
                    <a:pt x="0" y="22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3" name="Freeform 115">
              <a:extLst>
                <a:ext uri="{FF2B5EF4-FFF2-40B4-BE49-F238E27FC236}">
                  <a16:creationId xmlns:a16="http://schemas.microsoft.com/office/drawing/2014/main" id="{CA0B9B8E-8B3C-5EE3-3092-FE45D511419B}"/>
                </a:ext>
              </a:extLst>
            </p:cNvPr>
            <p:cNvSpPr>
              <a:spLocks noChangeAspect="1"/>
            </p:cNvSpPr>
            <p:nvPr/>
          </p:nvSpPr>
          <p:spPr bwMode="gray">
            <a:xfrm>
              <a:off x="5367" y="3460"/>
              <a:ext cx="91" cy="144"/>
            </a:xfrm>
            <a:custGeom>
              <a:avLst/>
              <a:gdLst>
                <a:gd name="T0" fmla="*/ 0 w 202"/>
                <a:gd name="T1" fmla="*/ 0 h 278"/>
                <a:gd name="T2" fmla="*/ 56 w 202"/>
                <a:gd name="T3" fmla="*/ 32 h 278"/>
                <a:gd name="T4" fmla="*/ 71 w 202"/>
                <a:gd name="T5" fmla="*/ 93 h 278"/>
                <a:gd name="T6" fmla="*/ 94 w 202"/>
                <a:gd name="T7" fmla="*/ 110 h 278"/>
                <a:gd name="T8" fmla="*/ 109 w 202"/>
                <a:gd name="T9" fmla="*/ 84 h 278"/>
                <a:gd name="T10" fmla="*/ 120 w 202"/>
                <a:gd name="T11" fmla="*/ 126 h 278"/>
                <a:gd name="T12" fmla="*/ 202 w 202"/>
                <a:gd name="T13" fmla="*/ 126 h 278"/>
                <a:gd name="T14" fmla="*/ 184 w 202"/>
                <a:gd name="T15" fmla="*/ 187 h 278"/>
                <a:gd name="T16" fmla="*/ 144 w 202"/>
                <a:gd name="T17" fmla="*/ 196 h 278"/>
                <a:gd name="T18" fmla="*/ 110 w 202"/>
                <a:gd name="T19" fmla="*/ 275 h 278"/>
                <a:gd name="T20" fmla="*/ 72 w 202"/>
                <a:gd name="T21" fmla="*/ 278 h 278"/>
                <a:gd name="T22" fmla="*/ 89 w 202"/>
                <a:gd name="T23" fmla="*/ 248 h 278"/>
                <a:gd name="T24" fmla="*/ 39 w 202"/>
                <a:gd name="T25" fmla="*/ 192 h 278"/>
                <a:gd name="T26" fmla="*/ 79 w 202"/>
                <a:gd name="T27" fmla="*/ 142 h 278"/>
                <a:gd name="T28" fmla="*/ 72 w 202"/>
                <a:gd name="T29" fmla="*/ 100 h 278"/>
                <a:gd name="T30" fmla="*/ 0 w 202"/>
                <a:gd name="T3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 h="278">
                  <a:moveTo>
                    <a:pt x="0" y="0"/>
                  </a:moveTo>
                  <a:lnTo>
                    <a:pt x="56" y="32"/>
                  </a:lnTo>
                  <a:lnTo>
                    <a:pt x="71" y="93"/>
                  </a:lnTo>
                  <a:lnTo>
                    <a:pt x="94" y="110"/>
                  </a:lnTo>
                  <a:lnTo>
                    <a:pt x="109" y="84"/>
                  </a:lnTo>
                  <a:lnTo>
                    <a:pt x="120" y="126"/>
                  </a:lnTo>
                  <a:lnTo>
                    <a:pt x="202" y="126"/>
                  </a:lnTo>
                  <a:lnTo>
                    <a:pt x="184" y="187"/>
                  </a:lnTo>
                  <a:lnTo>
                    <a:pt x="144" y="196"/>
                  </a:lnTo>
                  <a:lnTo>
                    <a:pt x="110" y="275"/>
                  </a:lnTo>
                  <a:lnTo>
                    <a:pt x="72" y="278"/>
                  </a:lnTo>
                  <a:lnTo>
                    <a:pt x="89" y="248"/>
                  </a:lnTo>
                  <a:lnTo>
                    <a:pt x="39" y="192"/>
                  </a:lnTo>
                  <a:lnTo>
                    <a:pt x="79" y="142"/>
                  </a:lnTo>
                  <a:lnTo>
                    <a:pt x="72" y="100"/>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4" name="Freeform 116">
              <a:extLst>
                <a:ext uri="{FF2B5EF4-FFF2-40B4-BE49-F238E27FC236}">
                  <a16:creationId xmlns:a16="http://schemas.microsoft.com/office/drawing/2014/main" id="{FE3CA142-2BAE-EBC0-AD67-0E888A490D67}"/>
                </a:ext>
              </a:extLst>
            </p:cNvPr>
            <p:cNvSpPr>
              <a:spLocks noChangeAspect="1"/>
            </p:cNvSpPr>
            <p:nvPr/>
          </p:nvSpPr>
          <p:spPr bwMode="gray">
            <a:xfrm>
              <a:off x="1451" y="2544"/>
              <a:ext cx="61" cy="77"/>
            </a:xfrm>
            <a:custGeom>
              <a:avLst/>
              <a:gdLst>
                <a:gd name="T0" fmla="*/ 0 w 138"/>
                <a:gd name="T1" fmla="*/ 72 h 144"/>
                <a:gd name="T2" fmla="*/ 55 w 138"/>
                <a:gd name="T3" fmla="*/ 140 h 144"/>
                <a:gd name="T4" fmla="*/ 127 w 138"/>
                <a:gd name="T5" fmla="*/ 144 h 144"/>
                <a:gd name="T6" fmla="*/ 138 w 138"/>
                <a:gd name="T7" fmla="*/ 0 h 144"/>
                <a:gd name="T8" fmla="*/ 88 w 138"/>
                <a:gd name="T9" fmla="*/ 6 h 144"/>
                <a:gd name="T10" fmla="*/ 0 w 138"/>
                <a:gd name="T11" fmla="*/ 72 h 144"/>
              </a:gdLst>
              <a:ahLst/>
              <a:cxnLst>
                <a:cxn ang="0">
                  <a:pos x="T0" y="T1"/>
                </a:cxn>
                <a:cxn ang="0">
                  <a:pos x="T2" y="T3"/>
                </a:cxn>
                <a:cxn ang="0">
                  <a:pos x="T4" y="T5"/>
                </a:cxn>
                <a:cxn ang="0">
                  <a:pos x="T6" y="T7"/>
                </a:cxn>
                <a:cxn ang="0">
                  <a:pos x="T8" y="T9"/>
                </a:cxn>
                <a:cxn ang="0">
                  <a:pos x="T10" y="T11"/>
                </a:cxn>
              </a:cxnLst>
              <a:rect l="0" t="0" r="r" b="b"/>
              <a:pathLst>
                <a:path w="138" h="144">
                  <a:moveTo>
                    <a:pt x="0" y="72"/>
                  </a:moveTo>
                  <a:lnTo>
                    <a:pt x="55" y="140"/>
                  </a:lnTo>
                  <a:lnTo>
                    <a:pt x="127" y="144"/>
                  </a:lnTo>
                  <a:lnTo>
                    <a:pt x="138" y="0"/>
                  </a:lnTo>
                  <a:lnTo>
                    <a:pt x="88" y="6"/>
                  </a:lnTo>
                  <a:lnTo>
                    <a:pt x="0" y="7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5" name="Freeform 117">
              <a:extLst>
                <a:ext uri="{FF2B5EF4-FFF2-40B4-BE49-F238E27FC236}">
                  <a16:creationId xmlns:a16="http://schemas.microsoft.com/office/drawing/2014/main" id="{21B15416-7C60-6848-2492-E55667388FF4}"/>
                </a:ext>
              </a:extLst>
            </p:cNvPr>
            <p:cNvSpPr>
              <a:spLocks noChangeAspect="1"/>
            </p:cNvSpPr>
            <p:nvPr/>
          </p:nvSpPr>
          <p:spPr bwMode="gray">
            <a:xfrm>
              <a:off x="2843" y="1254"/>
              <a:ext cx="389" cy="376"/>
            </a:xfrm>
            <a:custGeom>
              <a:avLst/>
              <a:gdLst>
                <a:gd name="T0" fmla="*/ 2 w 897"/>
                <a:gd name="T1" fmla="*/ 568 h 719"/>
                <a:gd name="T2" fmla="*/ 87 w 897"/>
                <a:gd name="T3" fmla="*/ 560 h 719"/>
                <a:gd name="T4" fmla="*/ 22 w 897"/>
                <a:gd name="T5" fmla="*/ 592 h 719"/>
                <a:gd name="T6" fmla="*/ 71 w 897"/>
                <a:gd name="T7" fmla="*/ 598 h 719"/>
                <a:gd name="T8" fmla="*/ 44 w 897"/>
                <a:gd name="T9" fmla="*/ 653 h 719"/>
                <a:gd name="T10" fmla="*/ 109 w 897"/>
                <a:gd name="T11" fmla="*/ 719 h 719"/>
                <a:gd name="T12" fmla="*/ 191 w 897"/>
                <a:gd name="T13" fmla="*/ 632 h 719"/>
                <a:gd name="T14" fmla="*/ 253 w 897"/>
                <a:gd name="T15" fmla="*/ 622 h 719"/>
                <a:gd name="T16" fmla="*/ 264 w 897"/>
                <a:gd name="T17" fmla="*/ 556 h 719"/>
                <a:gd name="T18" fmla="*/ 248 w 897"/>
                <a:gd name="T19" fmla="*/ 433 h 719"/>
                <a:gd name="T20" fmla="*/ 300 w 897"/>
                <a:gd name="T21" fmla="*/ 376 h 719"/>
                <a:gd name="T22" fmla="*/ 389 w 897"/>
                <a:gd name="T23" fmla="*/ 241 h 719"/>
                <a:gd name="T24" fmla="*/ 444 w 897"/>
                <a:gd name="T25" fmla="*/ 184 h 719"/>
                <a:gd name="T26" fmla="*/ 521 w 897"/>
                <a:gd name="T27" fmla="*/ 162 h 719"/>
                <a:gd name="T28" fmla="*/ 538 w 897"/>
                <a:gd name="T29" fmla="*/ 123 h 719"/>
                <a:gd name="T30" fmla="*/ 603 w 897"/>
                <a:gd name="T31" fmla="*/ 140 h 719"/>
                <a:gd name="T32" fmla="*/ 717 w 897"/>
                <a:gd name="T33" fmla="*/ 125 h 719"/>
                <a:gd name="T34" fmla="*/ 797 w 897"/>
                <a:gd name="T35" fmla="*/ 65 h 719"/>
                <a:gd name="T36" fmla="*/ 830 w 897"/>
                <a:gd name="T37" fmla="*/ 123 h 719"/>
                <a:gd name="T38" fmla="*/ 851 w 897"/>
                <a:gd name="T39" fmla="*/ 85 h 719"/>
                <a:gd name="T40" fmla="*/ 818 w 897"/>
                <a:gd name="T41" fmla="*/ 61 h 719"/>
                <a:gd name="T42" fmla="*/ 834 w 897"/>
                <a:gd name="T43" fmla="*/ 12 h 719"/>
                <a:gd name="T44" fmla="*/ 815 w 897"/>
                <a:gd name="T45" fmla="*/ 3 h 719"/>
                <a:gd name="T46" fmla="*/ 760 w 897"/>
                <a:gd name="T47" fmla="*/ 39 h 719"/>
                <a:gd name="T48" fmla="*/ 749 w 897"/>
                <a:gd name="T49" fmla="*/ 8 h 719"/>
                <a:gd name="T50" fmla="*/ 722 w 897"/>
                <a:gd name="T51" fmla="*/ 13 h 719"/>
                <a:gd name="T52" fmla="*/ 630 w 897"/>
                <a:gd name="T53" fmla="*/ 68 h 719"/>
                <a:gd name="T54" fmla="*/ 587 w 897"/>
                <a:gd name="T55" fmla="*/ 83 h 719"/>
                <a:gd name="T56" fmla="*/ 522 w 897"/>
                <a:gd name="T57" fmla="*/ 107 h 719"/>
                <a:gd name="T58" fmla="*/ 505 w 897"/>
                <a:gd name="T59" fmla="*/ 103 h 719"/>
                <a:gd name="T60" fmla="*/ 500 w 897"/>
                <a:gd name="T61" fmla="*/ 112 h 719"/>
                <a:gd name="T62" fmla="*/ 440 w 897"/>
                <a:gd name="T63" fmla="*/ 142 h 719"/>
                <a:gd name="T64" fmla="*/ 437 w 897"/>
                <a:gd name="T65" fmla="*/ 161 h 719"/>
                <a:gd name="T66" fmla="*/ 352 w 897"/>
                <a:gd name="T67" fmla="*/ 213 h 719"/>
                <a:gd name="T68" fmla="*/ 287 w 897"/>
                <a:gd name="T69" fmla="*/ 263 h 719"/>
                <a:gd name="T70" fmla="*/ 160 w 897"/>
                <a:gd name="T71" fmla="*/ 419 h 719"/>
                <a:gd name="T72" fmla="*/ 218 w 897"/>
                <a:gd name="T73" fmla="*/ 425 h 719"/>
                <a:gd name="T74" fmla="*/ 71 w 897"/>
                <a:gd name="T75" fmla="*/ 476 h 719"/>
                <a:gd name="T76" fmla="*/ 46 w 897"/>
                <a:gd name="T77" fmla="*/ 491 h 719"/>
                <a:gd name="T78" fmla="*/ 4 w 897"/>
                <a:gd name="T79" fmla="*/ 513 h 719"/>
                <a:gd name="T80" fmla="*/ 0 w 897"/>
                <a:gd name="T81" fmla="*/ 53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7" h="719">
                  <a:moveTo>
                    <a:pt x="0" y="538"/>
                  </a:moveTo>
                  <a:lnTo>
                    <a:pt x="2" y="568"/>
                  </a:lnTo>
                  <a:lnTo>
                    <a:pt x="84" y="548"/>
                  </a:lnTo>
                  <a:lnTo>
                    <a:pt x="87" y="560"/>
                  </a:lnTo>
                  <a:lnTo>
                    <a:pt x="1" y="581"/>
                  </a:lnTo>
                  <a:lnTo>
                    <a:pt x="22" y="592"/>
                  </a:lnTo>
                  <a:lnTo>
                    <a:pt x="13" y="631"/>
                  </a:lnTo>
                  <a:lnTo>
                    <a:pt x="71" y="598"/>
                  </a:lnTo>
                  <a:lnTo>
                    <a:pt x="9" y="653"/>
                  </a:lnTo>
                  <a:lnTo>
                    <a:pt x="44" y="653"/>
                  </a:lnTo>
                  <a:lnTo>
                    <a:pt x="22" y="699"/>
                  </a:lnTo>
                  <a:lnTo>
                    <a:pt x="109" y="719"/>
                  </a:lnTo>
                  <a:lnTo>
                    <a:pt x="177" y="674"/>
                  </a:lnTo>
                  <a:lnTo>
                    <a:pt x="191" y="632"/>
                  </a:lnTo>
                  <a:lnTo>
                    <a:pt x="213" y="674"/>
                  </a:lnTo>
                  <a:lnTo>
                    <a:pt x="253" y="622"/>
                  </a:lnTo>
                  <a:lnTo>
                    <a:pt x="246" y="577"/>
                  </a:lnTo>
                  <a:lnTo>
                    <a:pt x="264" y="556"/>
                  </a:lnTo>
                  <a:lnTo>
                    <a:pt x="246" y="535"/>
                  </a:lnTo>
                  <a:lnTo>
                    <a:pt x="248" y="433"/>
                  </a:lnTo>
                  <a:lnTo>
                    <a:pt x="313" y="408"/>
                  </a:lnTo>
                  <a:lnTo>
                    <a:pt x="300" y="376"/>
                  </a:lnTo>
                  <a:lnTo>
                    <a:pt x="328" y="298"/>
                  </a:lnTo>
                  <a:lnTo>
                    <a:pt x="389" y="241"/>
                  </a:lnTo>
                  <a:lnTo>
                    <a:pt x="401" y="193"/>
                  </a:lnTo>
                  <a:lnTo>
                    <a:pt x="444" y="184"/>
                  </a:lnTo>
                  <a:lnTo>
                    <a:pt x="457" y="155"/>
                  </a:lnTo>
                  <a:lnTo>
                    <a:pt x="521" y="162"/>
                  </a:lnTo>
                  <a:lnTo>
                    <a:pt x="522" y="123"/>
                  </a:lnTo>
                  <a:lnTo>
                    <a:pt x="538" y="123"/>
                  </a:lnTo>
                  <a:lnTo>
                    <a:pt x="563" y="106"/>
                  </a:lnTo>
                  <a:lnTo>
                    <a:pt x="603" y="140"/>
                  </a:lnTo>
                  <a:lnTo>
                    <a:pt x="675" y="147"/>
                  </a:lnTo>
                  <a:lnTo>
                    <a:pt x="717" y="125"/>
                  </a:lnTo>
                  <a:lnTo>
                    <a:pt x="729" y="78"/>
                  </a:lnTo>
                  <a:lnTo>
                    <a:pt x="797" y="65"/>
                  </a:lnTo>
                  <a:lnTo>
                    <a:pt x="834" y="83"/>
                  </a:lnTo>
                  <a:lnTo>
                    <a:pt x="830" y="123"/>
                  </a:lnTo>
                  <a:lnTo>
                    <a:pt x="894" y="78"/>
                  </a:lnTo>
                  <a:lnTo>
                    <a:pt x="851" y="85"/>
                  </a:lnTo>
                  <a:lnTo>
                    <a:pt x="862" y="73"/>
                  </a:lnTo>
                  <a:lnTo>
                    <a:pt x="818" y="61"/>
                  </a:lnTo>
                  <a:lnTo>
                    <a:pt x="897" y="39"/>
                  </a:lnTo>
                  <a:lnTo>
                    <a:pt x="834" y="12"/>
                  </a:lnTo>
                  <a:lnTo>
                    <a:pt x="793" y="39"/>
                  </a:lnTo>
                  <a:lnTo>
                    <a:pt x="815" y="3"/>
                  </a:lnTo>
                  <a:lnTo>
                    <a:pt x="782" y="0"/>
                  </a:lnTo>
                  <a:lnTo>
                    <a:pt x="760" y="39"/>
                  </a:lnTo>
                  <a:lnTo>
                    <a:pt x="749" y="43"/>
                  </a:lnTo>
                  <a:lnTo>
                    <a:pt x="749" y="8"/>
                  </a:lnTo>
                  <a:lnTo>
                    <a:pt x="691" y="65"/>
                  </a:lnTo>
                  <a:lnTo>
                    <a:pt x="722" y="13"/>
                  </a:lnTo>
                  <a:lnTo>
                    <a:pt x="691" y="5"/>
                  </a:lnTo>
                  <a:lnTo>
                    <a:pt x="630" y="68"/>
                  </a:lnTo>
                  <a:lnTo>
                    <a:pt x="571" y="48"/>
                  </a:lnTo>
                  <a:lnTo>
                    <a:pt x="587" y="83"/>
                  </a:lnTo>
                  <a:lnTo>
                    <a:pt x="563" y="65"/>
                  </a:lnTo>
                  <a:lnTo>
                    <a:pt x="522" y="107"/>
                  </a:lnTo>
                  <a:lnTo>
                    <a:pt x="527" y="72"/>
                  </a:lnTo>
                  <a:lnTo>
                    <a:pt x="505" y="103"/>
                  </a:lnTo>
                  <a:lnTo>
                    <a:pt x="487" y="81"/>
                  </a:lnTo>
                  <a:lnTo>
                    <a:pt x="500" y="112"/>
                  </a:lnTo>
                  <a:lnTo>
                    <a:pt x="453" y="99"/>
                  </a:lnTo>
                  <a:lnTo>
                    <a:pt x="440" y="142"/>
                  </a:lnTo>
                  <a:lnTo>
                    <a:pt x="398" y="158"/>
                  </a:lnTo>
                  <a:lnTo>
                    <a:pt x="437" y="161"/>
                  </a:lnTo>
                  <a:lnTo>
                    <a:pt x="366" y="182"/>
                  </a:lnTo>
                  <a:lnTo>
                    <a:pt x="352" y="213"/>
                  </a:lnTo>
                  <a:lnTo>
                    <a:pt x="374" y="213"/>
                  </a:lnTo>
                  <a:lnTo>
                    <a:pt x="287" y="263"/>
                  </a:lnTo>
                  <a:lnTo>
                    <a:pt x="254" y="348"/>
                  </a:lnTo>
                  <a:lnTo>
                    <a:pt x="160" y="419"/>
                  </a:lnTo>
                  <a:lnTo>
                    <a:pt x="177" y="438"/>
                  </a:lnTo>
                  <a:lnTo>
                    <a:pt x="218" y="425"/>
                  </a:lnTo>
                  <a:lnTo>
                    <a:pt x="122" y="446"/>
                  </a:lnTo>
                  <a:lnTo>
                    <a:pt x="71" y="476"/>
                  </a:lnTo>
                  <a:lnTo>
                    <a:pt x="84" y="491"/>
                  </a:lnTo>
                  <a:lnTo>
                    <a:pt x="46" y="491"/>
                  </a:lnTo>
                  <a:lnTo>
                    <a:pt x="50" y="513"/>
                  </a:lnTo>
                  <a:lnTo>
                    <a:pt x="4" y="513"/>
                  </a:lnTo>
                  <a:lnTo>
                    <a:pt x="46" y="526"/>
                  </a:lnTo>
                  <a:lnTo>
                    <a:pt x="0" y="53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6" name="Freeform 118">
              <a:extLst>
                <a:ext uri="{FF2B5EF4-FFF2-40B4-BE49-F238E27FC236}">
                  <a16:creationId xmlns:a16="http://schemas.microsoft.com/office/drawing/2014/main" id="{ECA75084-AF20-4197-E0B0-5EE46CB6EDD6}"/>
                </a:ext>
              </a:extLst>
            </p:cNvPr>
            <p:cNvSpPr>
              <a:spLocks noChangeAspect="1"/>
            </p:cNvSpPr>
            <p:nvPr/>
          </p:nvSpPr>
          <p:spPr bwMode="gray">
            <a:xfrm>
              <a:off x="3685" y="2117"/>
              <a:ext cx="248" cy="262"/>
            </a:xfrm>
            <a:custGeom>
              <a:avLst/>
              <a:gdLst>
                <a:gd name="T0" fmla="*/ 0 w 582"/>
                <a:gd name="T1" fmla="*/ 277 h 505"/>
                <a:gd name="T2" fmla="*/ 55 w 582"/>
                <a:gd name="T3" fmla="*/ 295 h 505"/>
                <a:gd name="T4" fmla="*/ 182 w 582"/>
                <a:gd name="T5" fmla="*/ 277 h 505"/>
                <a:gd name="T6" fmla="*/ 206 w 582"/>
                <a:gd name="T7" fmla="*/ 226 h 505"/>
                <a:gd name="T8" fmla="*/ 292 w 582"/>
                <a:gd name="T9" fmla="*/ 198 h 505"/>
                <a:gd name="T10" fmla="*/ 300 w 582"/>
                <a:gd name="T11" fmla="*/ 155 h 505"/>
                <a:gd name="T12" fmla="*/ 329 w 582"/>
                <a:gd name="T13" fmla="*/ 143 h 505"/>
                <a:gd name="T14" fmla="*/ 316 w 582"/>
                <a:gd name="T15" fmla="*/ 121 h 505"/>
                <a:gd name="T16" fmla="*/ 347 w 582"/>
                <a:gd name="T17" fmla="*/ 118 h 505"/>
                <a:gd name="T18" fmla="*/ 370 w 582"/>
                <a:gd name="T19" fmla="*/ 74 h 505"/>
                <a:gd name="T20" fmla="*/ 360 w 582"/>
                <a:gd name="T21" fmla="*/ 32 h 505"/>
                <a:gd name="T22" fmla="*/ 475 w 582"/>
                <a:gd name="T23" fmla="*/ 0 h 505"/>
                <a:gd name="T24" fmla="*/ 582 w 582"/>
                <a:gd name="T25" fmla="*/ 65 h 505"/>
                <a:gd name="T26" fmla="*/ 552 w 582"/>
                <a:gd name="T27" fmla="*/ 92 h 505"/>
                <a:gd name="T28" fmla="*/ 453 w 582"/>
                <a:gd name="T29" fmla="*/ 92 h 505"/>
                <a:gd name="T30" fmla="*/ 455 w 582"/>
                <a:gd name="T31" fmla="*/ 149 h 505"/>
                <a:gd name="T32" fmla="*/ 500 w 582"/>
                <a:gd name="T33" fmla="*/ 184 h 505"/>
                <a:gd name="T34" fmla="*/ 473 w 582"/>
                <a:gd name="T35" fmla="*/ 203 h 505"/>
                <a:gd name="T36" fmla="*/ 480 w 582"/>
                <a:gd name="T37" fmla="*/ 235 h 505"/>
                <a:gd name="T38" fmla="*/ 378 w 582"/>
                <a:gd name="T39" fmla="*/ 351 h 505"/>
                <a:gd name="T40" fmla="*/ 331 w 582"/>
                <a:gd name="T41" fmla="*/ 347 h 505"/>
                <a:gd name="T42" fmla="*/ 300 w 582"/>
                <a:gd name="T43" fmla="*/ 376 h 505"/>
                <a:gd name="T44" fmla="*/ 354 w 582"/>
                <a:gd name="T45" fmla="*/ 482 h 505"/>
                <a:gd name="T46" fmla="*/ 276 w 582"/>
                <a:gd name="T47" fmla="*/ 482 h 505"/>
                <a:gd name="T48" fmla="*/ 247 w 582"/>
                <a:gd name="T49" fmla="*/ 505 h 505"/>
                <a:gd name="T50" fmla="*/ 189 w 582"/>
                <a:gd name="T51" fmla="*/ 441 h 505"/>
                <a:gd name="T52" fmla="*/ 28 w 582"/>
                <a:gd name="T53" fmla="*/ 453 h 505"/>
                <a:gd name="T54" fmla="*/ 82 w 582"/>
                <a:gd name="T55" fmla="*/ 380 h 505"/>
                <a:gd name="T56" fmla="*/ 0 w 582"/>
                <a:gd name="T57" fmla="*/ 27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2" h="505">
                  <a:moveTo>
                    <a:pt x="0" y="277"/>
                  </a:moveTo>
                  <a:lnTo>
                    <a:pt x="55" y="295"/>
                  </a:lnTo>
                  <a:lnTo>
                    <a:pt x="182" y="277"/>
                  </a:lnTo>
                  <a:lnTo>
                    <a:pt x="206" y="226"/>
                  </a:lnTo>
                  <a:lnTo>
                    <a:pt x="292" y="198"/>
                  </a:lnTo>
                  <a:lnTo>
                    <a:pt x="300" y="155"/>
                  </a:lnTo>
                  <a:lnTo>
                    <a:pt x="329" y="143"/>
                  </a:lnTo>
                  <a:lnTo>
                    <a:pt x="316" y="121"/>
                  </a:lnTo>
                  <a:lnTo>
                    <a:pt x="347" y="118"/>
                  </a:lnTo>
                  <a:lnTo>
                    <a:pt x="370" y="74"/>
                  </a:lnTo>
                  <a:lnTo>
                    <a:pt x="360" y="32"/>
                  </a:lnTo>
                  <a:lnTo>
                    <a:pt x="475" y="0"/>
                  </a:lnTo>
                  <a:lnTo>
                    <a:pt x="582" y="65"/>
                  </a:lnTo>
                  <a:lnTo>
                    <a:pt x="552" y="92"/>
                  </a:lnTo>
                  <a:lnTo>
                    <a:pt x="453" y="92"/>
                  </a:lnTo>
                  <a:lnTo>
                    <a:pt x="455" y="149"/>
                  </a:lnTo>
                  <a:lnTo>
                    <a:pt x="500" y="184"/>
                  </a:lnTo>
                  <a:lnTo>
                    <a:pt x="473" y="203"/>
                  </a:lnTo>
                  <a:lnTo>
                    <a:pt x="480" y="235"/>
                  </a:lnTo>
                  <a:lnTo>
                    <a:pt x="378" y="351"/>
                  </a:lnTo>
                  <a:lnTo>
                    <a:pt x="331" y="347"/>
                  </a:lnTo>
                  <a:lnTo>
                    <a:pt x="300" y="376"/>
                  </a:lnTo>
                  <a:lnTo>
                    <a:pt x="354" y="482"/>
                  </a:lnTo>
                  <a:lnTo>
                    <a:pt x="276" y="482"/>
                  </a:lnTo>
                  <a:lnTo>
                    <a:pt x="247" y="505"/>
                  </a:lnTo>
                  <a:lnTo>
                    <a:pt x="189" y="441"/>
                  </a:lnTo>
                  <a:lnTo>
                    <a:pt x="28" y="453"/>
                  </a:lnTo>
                  <a:lnTo>
                    <a:pt x="82" y="380"/>
                  </a:lnTo>
                  <a:lnTo>
                    <a:pt x="0" y="27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7" name="Freeform 119">
              <a:extLst>
                <a:ext uri="{FF2B5EF4-FFF2-40B4-BE49-F238E27FC236}">
                  <a16:creationId xmlns:a16="http://schemas.microsoft.com/office/drawing/2014/main" id="{9D3D8F73-364F-8A25-016C-B502E2DED332}"/>
                </a:ext>
              </a:extLst>
            </p:cNvPr>
            <p:cNvSpPr>
              <a:spLocks noChangeAspect="1"/>
            </p:cNvSpPr>
            <p:nvPr/>
          </p:nvSpPr>
          <p:spPr bwMode="gray">
            <a:xfrm>
              <a:off x="1515" y="2640"/>
              <a:ext cx="88" cy="46"/>
            </a:xfrm>
            <a:custGeom>
              <a:avLst/>
              <a:gdLst>
                <a:gd name="T0" fmla="*/ 0 w 196"/>
                <a:gd name="T1" fmla="*/ 46 h 87"/>
                <a:gd name="T2" fmla="*/ 16 w 196"/>
                <a:gd name="T3" fmla="*/ 0 h 87"/>
                <a:gd name="T4" fmla="*/ 58 w 196"/>
                <a:gd name="T5" fmla="*/ 28 h 87"/>
                <a:gd name="T6" fmla="*/ 132 w 196"/>
                <a:gd name="T7" fmla="*/ 1 h 87"/>
                <a:gd name="T8" fmla="*/ 196 w 196"/>
                <a:gd name="T9" fmla="*/ 34 h 87"/>
                <a:gd name="T10" fmla="*/ 179 w 196"/>
                <a:gd name="T11" fmla="*/ 84 h 87"/>
                <a:gd name="T12" fmla="*/ 174 w 196"/>
                <a:gd name="T13" fmla="*/ 43 h 87"/>
                <a:gd name="T14" fmla="*/ 132 w 196"/>
                <a:gd name="T15" fmla="*/ 27 h 87"/>
                <a:gd name="T16" fmla="*/ 92 w 196"/>
                <a:gd name="T17" fmla="*/ 52 h 87"/>
                <a:gd name="T18" fmla="*/ 102 w 196"/>
                <a:gd name="T19" fmla="*/ 76 h 87"/>
                <a:gd name="T20" fmla="*/ 84 w 196"/>
                <a:gd name="T21" fmla="*/ 87 h 87"/>
                <a:gd name="T22" fmla="*/ 0 w 196"/>
                <a:gd name="T23"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87">
                  <a:moveTo>
                    <a:pt x="0" y="46"/>
                  </a:moveTo>
                  <a:lnTo>
                    <a:pt x="16" y="0"/>
                  </a:lnTo>
                  <a:lnTo>
                    <a:pt x="58" y="28"/>
                  </a:lnTo>
                  <a:lnTo>
                    <a:pt x="132" y="1"/>
                  </a:lnTo>
                  <a:lnTo>
                    <a:pt x="196" y="34"/>
                  </a:lnTo>
                  <a:lnTo>
                    <a:pt x="179" y="84"/>
                  </a:lnTo>
                  <a:lnTo>
                    <a:pt x="174" y="43"/>
                  </a:lnTo>
                  <a:lnTo>
                    <a:pt x="132" y="27"/>
                  </a:lnTo>
                  <a:lnTo>
                    <a:pt x="92" y="52"/>
                  </a:lnTo>
                  <a:lnTo>
                    <a:pt x="102" y="76"/>
                  </a:lnTo>
                  <a:lnTo>
                    <a:pt x="84" y="87"/>
                  </a:lnTo>
                  <a:lnTo>
                    <a:pt x="0" y="4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8" name="Freeform 120">
              <a:extLst>
                <a:ext uri="{FF2B5EF4-FFF2-40B4-BE49-F238E27FC236}">
                  <a16:creationId xmlns:a16="http://schemas.microsoft.com/office/drawing/2014/main" id="{0587F8CE-FE72-8857-0C9B-20EC09F3922C}"/>
                </a:ext>
              </a:extLst>
            </p:cNvPr>
            <p:cNvSpPr>
              <a:spLocks noChangeAspect="1"/>
            </p:cNvSpPr>
            <p:nvPr/>
          </p:nvSpPr>
          <p:spPr bwMode="gray">
            <a:xfrm>
              <a:off x="4893" y="2862"/>
              <a:ext cx="151" cy="139"/>
            </a:xfrm>
            <a:custGeom>
              <a:avLst/>
              <a:gdLst>
                <a:gd name="T0" fmla="*/ 0 w 343"/>
                <a:gd name="T1" fmla="*/ 0 h 268"/>
                <a:gd name="T2" fmla="*/ 5 w 343"/>
                <a:gd name="T3" fmla="*/ 224 h 268"/>
                <a:gd name="T4" fmla="*/ 61 w 343"/>
                <a:gd name="T5" fmla="*/ 231 h 268"/>
                <a:gd name="T6" fmla="*/ 116 w 343"/>
                <a:gd name="T7" fmla="*/ 170 h 268"/>
                <a:gd name="T8" fmla="*/ 178 w 343"/>
                <a:gd name="T9" fmla="*/ 197 h 268"/>
                <a:gd name="T10" fmla="*/ 235 w 343"/>
                <a:gd name="T11" fmla="*/ 257 h 268"/>
                <a:gd name="T12" fmla="*/ 343 w 343"/>
                <a:gd name="T13" fmla="*/ 268 h 268"/>
                <a:gd name="T14" fmla="*/ 220 w 343"/>
                <a:gd name="T15" fmla="*/ 167 h 268"/>
                <a:gd name="T16" fmla="*/ 228 w 343"/>
                <a:gd name="T17" fmla="*/ 120 h 268"/>
                <a:gd name="T18" fmla="*/ 170 w 343"/>
                <a:gd name="T19" fmla="*/ 103 h 268"/>
                <a:gd name="T20" fmla="*/ 115 w 343"/>
                <a:gd name="T21" fmla="*/ 40 h 268"/>
                <a:gd name="T22" fmla="*/ 0 w 343"/>
                <a:gd name="T2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3" h="268">
                  <a:moveTo>
                    <a:pt x="0" y="0"/>
                  </a:moveTo>
                  <a:lnTo>
                    <a:pt x="5" y="224"/>
                  </a:lnTo>
                  <a:lnTo>
                    <a:pt x="61" y="231"/>
                  </a:lnTo>
                  <a:lnTo>
                    <a:pt x="116" y="170"/>
                  </a:lnTo>
                  <a:lnTo>
                    <a:pt x="178" y="197"/>
                  </a:lnTo>
                  <a:lnTo>
                    <a:pt x="235" y="257"/>
                  </a:lnTo>
                  <a:lnTo>
                    <a:pt x="343" y="268"/>
                  </a:lnTo>
                  <a:lnTo>
                    <a:pt x="220" y="167"/>
                  </a:lnTo>
                  <a:lnTo>
                    <a:pt x="228" y="120"/>
                  </a:lnTo>
                  <a:lnTo>
                    <a:pt x="170" y="103"/>
                  </a:lnTo>
                  <a:lnTo>
                    <a:pt x="115" y="40"/>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49" name="Freeform 121">
              <a:extLst>
                <a:ext uri="{FF2B5EF4-FFF2-40B4-BE49-F238E27FC236}">
                  <a16:creationId xmlns:a16="http://schemas.microsoft.com/office/drawing/2014/main" id="{00236EEB-A965-92C7-AC63-E834843F0AE7}"/>
                </a:ext>
              </a:extLst>
            </p:cNvPr>
            <p:cNvSpPr>
              <a:spLocks noChangeAspect="1"/>
            </p:cNvSpPr>
            <p:nvPr/>
          </p:nvSpPr>
          <p:spPr bwMode="gray">
            <a:xfrm>
              <a:off x="5003" y="2893"/>
              <a:ext cx="64" cy="39"/>
            </a:xfrm>
            <a:custGeom>
              <a:avLst/>
              <a:gdLst>
                <a:gd name="T0" fmla="*/ 0 w 143"/>
                <a:gd name="T1" fmla="*/ 47 h 71"/>
                <a:gd name="T2" fmla="*/ 84 w 143"/>
                <a:gd name="T3" fmla="*/ 71 h 71"/>
                <a:gd name="T4" fmla="*/ 143 w 143"/>
                <a:gd name="T5" fmla="*/ 22 h 71"/>
                <a:gd name="T6" fmla="*/ 119 w 143"/>
                <a:gd name="T7" fmla="*/ 0 h 71"/>
                <a:gd name="T8" fmla="*/ 101 w 143"/>
                <a:gd name="T9" fmla="*/ 28 h 71"/>
                <a:gd name="T10" fmla="*/ 0 w 143"/>
                <a:gd name="T11" fmla="*/ 47 h 71"/>
              </a:gdLst>
              <a:ahLst/>
              <a:cxnLst>
                <a:cxn ang="0">
                  <a:pos x="T0" y="T1"/>
                </a:cxn>
                <a:cxn ang="0">
                  <a:pos x="T2" y="T3"/>
                </a:cxn>
                <a:cxn ang="0">
                  <a:pos x="T4" y="T5"/>
                </a:cxn>
                <a:cxn ang="0">
                  <a:pos x="T6" y="T7"/>
                </a:cxn>
                <a:cxn ang="0">
                  <a:pos x="T8" y="T9"/>
                </a:cxn>
                <a:cxn ang="0">
                  <a:pos x="T10" y="T11"/>
                </a:cxn>
              </a:cxnLst>
              <a:rect l="0" t="0" r="r" b="b"/>
              <a:pathLst>
                <a:path w="143" h="71">
                  <a:moveTo>
                    <a:pt x="0" y="47"/>
                  </a:moveTo>
                  <a:lnTo>
                    <a:pt x="84" y="71"/>
                  </a:lnTo>
                  <a:lnTo>
                    <a:pt x="143" y="22"/>
                  </a:lnTo>
                  <a:lnTo>
                    <a:pt x="119" y="0"/>
                  </a:lnTo>
                  <a:lnTo>
                    <a:pt x="101" y="28"/>
                  </a:lnTo>
                  <a:lnTo>
                    <a:pt x="0" y="4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0" name="Freeform 122">
              <a:extLst>
                <a:ext uri="{FF2B5EF4-FFF2-40B4-BE49-F238E27FC236}">
                  <a16:creationId xmlns:a16="http://schemas.microsoft.com/office/drawing/2014/main" id="{EAD38B21-566A-7E1C-BEA5-8323A69A6178}"/>
                </a:ext>
              </a:extLst>
            </p:cNvPr>
            <p:cNvSpPr>
              <a:spLocks noChangeAspect="1"/>
            </p:cNvSpPr>
            <p:nvPr/>
          </p:nvSpPr>
          <p:spPr bwMode="gray">
            <a:xfrm>
              <a:off x="5041" y="2864"/>
              <a:ext cx="39" cy="35"/>
            </a:xfrm>
            <a:custGeom>
              <a:avLst/>
              <a:gdLst>
                <a:gd name="T0" fmla="*/ 0 w 74"/>
                <a:gd name="T1" fmla="*/ 0 h 68"/>
                <a:gd name="T2" fmla="*/ 56 w 74"/>
                <a:gd name="T3" fmla="*/ 31 h 68"/>
                <a:gd name="T4" fmla="*/ 74 w 74"/>
                <a:gd name="T5" fmla="*/ 68 h 68"/>
                <a:gd name="T6" fmla="*/ 73 w 74"/>
                <a:gd name="T7" fmla="*/ 41 h 68"/>
                <a:gd name="T8" fmla="*/ 0 w 74"/>
                <a:gd name="T9" fmla="*/ 0 h 68"/>
              </a:gdLst>
              <a:ahLst/>
              <a:cxnLst>
                <a:cxn ang="0">
                  <a:pos x="T0" y="T1"/>
                </a:cxn>
                <a:cxn ang="0">
                  <a:pos x="T2" y="T3"/>
                </a:cxn>
                <a:cxn ang="0">
                  <a:pos x="T4" y="T5"/>
                </a:cxn>
                <a:cxn ang="0">
                  <a:pos x="T6" y="T7"/>
                </a:cxn>
                <a:cxn ang="0">
                  <a:pos x="T8" y="T9"/>
                </a:cxn>
              </a:cxnLst>
              <a:rect l="0" t="0" r="r" b="b"/>
              <a:pathLst>
                <a:path w="74" h="68">
                  <a:moveTo>
                    <a:pt x="0" y="0"/>
                  </a:moveTo>
                  <a:lnTo>
                    <a:pt x="56" y="31"/>
                  </a:lnTo>
                  <a:lnTo>
                    <a:pt x="74" y="68"/>
                  </a:lnTo>
                  <a:lnTo>
                    <a:pt x="73" y="41"/>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1" name="Freeform 123">
              <a:extLst>
                <a:ext uri="{FF2B5EF4-FFF2-40B4-BE49-F238E27FC236}">
                  <a16:creationId xmlns:a16="http://schemas.microsoft.com/office/drawing/2014/main" id="{F8B0AB81-C433-4206-BD27-6B8ADDFA44E4}"/>
                </a:ext>
              </a:extLst>
            </p:cNvPr>
            <p:cNvSpPr>
              <a:spLocks noChangeAspect="1"/>
            </p:cNvSpPr>
            <p:nvPr/>
          </p:nvSpPr>
          <p:spPr bwMode="gray">
            <a:xfrm>
              <a:off x="1823" y="3165"/>
              <a:ext cx="118" cy="155"/>
            </a:xfrm>
            <a:custGeom>
              <a:avLst/>
              <a:gdLst>
                <a:gd name="T0" fmla="*/ 0 w 283"/>
                <a:gd name="T1" fmla="*/ 110 h 295"/>
                <a:gd name="T2" fmla="*/ 21 w 283"/>
                <a:gd name="T3" fmla="*/ 17 h 295"/>
                <a:gd name="T4" fmla="*/ 123 w 283"/>
                <a:gd name="T5" fmla="*/ 0 h 295"/>
                <a:gd name="T6" fmla="*/ 157 w 283"/>
                <a:gd name="T7" fmla="*/ 32 h 295"/>
                <a:gd name="T8" fmla="*/ 166 w 283"/>
                <a:gd name="T9" fmla="*/ 101 h 295"/>
                <a:gd name="T10" fmla="*/ 238 w 283"/>
                <a:gd name="T11" fmla="*/ 114 h 295"/>
                <a:gd name="T12" fmla="*/ 248 w 283"/>
                <a:gd name="T13" fmla="*/ 161 h 295"/>
                <a:gd name="T14" fmla="*/ 283 w 283"/>
                <a:gd name="T15" fmla="*/ 170 h 295"/>
                <a:gd name="T16" fmla="*/ 277 w 283"/>
                <a:gd name="T17" fmla="*/ 232 h 295"/>
                <a:gd name="T18" fmla="*/ 241 w 283"/>
                <a:gd name="T19" fmla="*/ 295 h 295"/>
                <a:gd name="T20" fmla="*/ 147 w 283"/>
                <a:gd name="T21" fmla="*/ 290 h 295"/>
                <a:gd name="T22" fmla="*/ 167 w 283"/>
                <a:gd name="T23" fmla="*/ 220 h 295"/>
                <a:gd name="T24" fmla="*/ 0 w 283"/>
                <a:gd name="T25" fmla="*/ 1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3" h="295">
                  <a:moveTo>
                    <a:pt x="0" y="110"/>
                  </a:moveTo>
                  <a:lnTo>
                    <a:pt x="21" y="17"/>
                  </a:lnTo>
                  <a:lnTo>
                    <a:pt x="123" y="0"/>
                  </a:lnTo>
                  <a:lnTo>
                    <a:pt x="157" y="32"/>
                  </a:lnTo>
                  <a:lnTo>
                    <a:pt x="166" y="101"/>
                  </a:lnTo>
                  <a:lnTo>
                    <a:pt x="238" y="114"/>
                  </a:lnTo>
                  <a:lnTo>
                    <a:pt x="248" y="161"/>
                  </a:lnTo>
                  <a:lnTo>
                    <a:pt x="283" y="170"/>
                  </a:lnTo>
                  <a:lnTo>
                    <a:pt x="277" y="232"/>
                  </a:lnTo>
                  <a:lnTo>
                    <a:pt x="241" y="295"/>
                  </a:lnTo>
                  <a:lnTo>
                    <a:pt x="147" y="290"/>
                  </a:lnTo>
                  <a:lnTo>
                    <a:pt x="167" y="220"/>
                  </a:lnTo>
                  <a:lnTo>
                    <a:pt x="0" y="11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2" name="Freeform 124">
              <a:extLst>
                <a:ext uri="{FF2B5EF4-FFF2-40B4-BE49-F238E27FC236}">
                  <a16:creationId xmlns:a16="http://schemas.microsoft.com/office/drawing/2014/main" id="{5EE7080A-1BA6-3275-E9C9-458EC3FB9BF0}"/>
                </a:ext>
              </a:extLst>
            </p:cNvPr>
            <p:cNvSpPr>
              <a:spLocks noChangeAspect="1"/>
            </p:cNvSpPr>
            <p:nvPr/>
          </p:nvSpPr>
          <p:spPr bwMode="gray">
            <a:xfrm>
              <a:off x="1540" y="2818"/>
              <a:ext cx="193" cy="326"/>
            </a:xfrm>
            <a:custGeom>
              <a:avLst/>
              <a:gdLst>
                <a:gd name="T0" fmla="*/ 0 w 435"/>
                <a:gd name="T1" fmla="*/ 146 h 627"/>
                <a:gd name="T2" fmla="*/ 8 w 435"/>
                <a:gd name="T3" fmla="*/ 196 h 627"/>
                <a:gd name="T4" fmla="*/ 87 w 435"/>
                <a:gd name="T5" fmla="*/ 283 h 627"/>
                <a:gd name="T6" fmla="*/ 175 w 435"/>
                <a:gd name="T7" fmla="*/ 489 h 627"/>
                <a:gd name="T8" fmla="*/ 373 w 435"/>
                <a:gd name="T9" fmla="*/ 627 h 627"/>
                <a:gd name="T10" fmla="*/ 407 w 435"/>
                <a:gd name="T11" fmla="*/ 602 h 627"/>
                <a:gd name="T12" fmla="*/ 425 w 435"/>
                <a:gd name="T13" fmla="*/ 558 h 627"/>
                <a:gd name="T14" fmla="*/ 396 w 435"/>
                <a:gd name="T15" fmla="*/ 543 h 627"/>
                <a:gd name="T16" fmla="*/ 414 w 435"/>
                <a:gd name="T17" fmla="*/ 530 h 627"/>
                <a:gd name="T18" fmla="*/ 435 w 435"/>
                <a:gd name="T19" fmla="*/ 424 h 627"/>
                <a:gd name="T20" fmla="*/ 405 w 435"/>
                <a:gd name="T21" fmla="*/ 374 h 627"/>
                <a:gd name="T22" fmla="*/ 374 w 435"/>
                <a:gd name="T23" fmla="*/ 374 h 627"/>
                <a:gd name="T24" fmla="*/ 374 w 435"/>
                <a:gd name="T25" fmla="*/ 316 h 627"/>
                <a:gd name="T26" fmla="*/ 337 w 435"/>
                <a:gd name="T27" fmla="*/ 341 h 627"/>
                <a:gd name="T28" fmla="*/ 290 w 435"/>
                <a:gd name="T29" fmla="*/ 319 h 627"/>
                <a:gd name="T30" fmla="*/ 260 w 435"/>
                <a:gd name="T31" fmla="*/ 255 h 627"/>
                <a:gd name="T32" fmla="*/ 308 w 435"/>
                <a:gd name="T33" fmla="*/ 174 h 627"/>
                <a:gd name="T34" fmla="*/ 396 w 435"/>
                <a:gd name="T35" fmla="*/ 139 h 627"/>
                <a:gd name="T36" fmla="*/ 372 w 435"/>
                <a:gd name="T37" fmla="*/ 124 h 627"/>
                <a:gd name="T38" fmla="*/ 386 w 435"/>
                <a:gd name="T39" fmla="*/ 84 h 627"/>
                <a:gd name="T40" fmla="*/ 287 w 435"/>
                <a:gd name="T41" fmla="*/ 77 h 627"/>
                <a:gd name="T42" fmla="*/ 211 w 435"/>
                <a:gd name="T43" fmla="*/ 0 h 627"/>
                <a:gd name="T44" fmla="*/ 194 w 435"/>
                <a:gd name="T45" fmla="*/ 56 h 627"/>
                <a:gd name="T46" fmla="*/ 116 w 435"/>
                <a:gd name="T47" fmla="*/ 104 h 627"/>
                <a:gd name="T48" fmla="*/ 76 w 435"/>
                <a:gd name="T49" fmla="*/ 163 h 627"/>
                <a:gd name="T50" fmla="*/ 30 w 435"/>
                <a:gd name="T51" fmla="*/ 154 h 627"/>
                <a:gd name="T52" fmla="*/ 35 w 435"/>
                <a:gd name="T53" fmla="*/ 118 h 627"/>
                <a:gd name="T54" fmla="*/ 0 w 435"/>
                <a:gd name="T55" fmla="*/ 14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5" h="627">
                  <a:moveTo>
                    <a:pt x="0" y="146"/>
                  </a:moveTo>
                  <a:lnTo>
                    <a:pt x="8" y="196"/>
                  </a:lnTo>
                  <a:lnTo>
                    <a:pt x="87" y="283"/>
                  </a:lnTo>
                  <a:lnTo>
                    <a:pt x="175" y="489"/>
                  </a:lnTo>
                  <a:lnTo>
                    <a:pt x="373" y="627"/>
                  </a:lnTo>
                  <a:lnTo>
                    <a:pt x="407" y="602"/>
                  </a:lnTo>
                  <a:lnTo>
                    <a:pt x="425" y="558"/>
                  </a:lnTo>
                  <a:lnTo>
                    <a:pt x="396" y="543"/>
                  </a:lnTo>
                  <a:lnTo>
                    <a:pt x="414" y="530"/>
                  </a:lnTo>
                  <a:lnTo>
                    <a:pt x="435" y="424"/>
                  </a:lnTo>
                  <a:lnTo>
                    <a:pt x="405" y="374"/>
                  </a:lnTo>
                  <a:lnTo>
                    <a:pt x="374" y="374"/>
                  </a:lnTo>
                  <a:lnTo>
                    <a:pt x="374" y="316"/>
                  </a:lnTo>
                  <a:lnTo>
                    <a:pt x="337" y="341"/>
                  </a:lnTo>
                  <a:lnTo>
                    <a:pt x="290" y="319"/>
                  </a:lnTo>
                  <a:lnTo>
                    <a:pt x="260" y="255"/>
                  </a:lnTo>
                  <a:lnTo>
                    <a:pt x="308" y="174"/>
                  </a:lnTo>
                  <a:lnTo>
                    <a:pt x="396" y="139"/>
                  </a:lnTo>
                  <a:lnTo>
                    <a:pt x="372" y="124"/>
                  </a:lnTo>
                  <a:lnTo>
                    <a:pt x="386" y="84"/>
                  </a:lnTo>
                  <a:lnTo>
                    <a:pt x="287" y="77"/>
                  </a:lnTo>
                  <a:lnTo>
                    <a:pt x="211" y="0"/>
                  </a:lnTo>
                  <a:lnTo>
                    <a:pt x="194" y="56"/>
                  </a:lnTo>
                  <a:lnTo>
                    <a:pt x="116" y="104"/>
                  </a:lnTo>
                  <a:lnTo>
                    <a:pt x="76" y="163"/>
                  </a:lnTo>
                  <a:lnTo>
                    <a:pt x="30" y="154"/>
                  </a:lnTo>
                  <a:lnTo>
                    <a:pt x="35" y="118"/>
                  </a:lnTo>
                  <a:lnTo>
                    <a:pt x="0" y="14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3" name="Freeform 125">
              <a:extLst>
                <a:ext uri="{FF2B5EF4-FFF2-40B4-BE49-F238E27FC236}">
                  <a16:creationId xmlns:a16="http://schemas.microsoft.com/office/drawing/2014/main" id="{B6443C67-0A1F-2DF0-177A-1AE6870801C6}"/>
                </a:ext>
              </a:extLst>
            </p:cNvPr>
            <p:cNvSpPr>
              <a:spLocks noChangeAspect="1"/>
            </p:cNvSpPr>
            <p:nvPr/>
          </p:nvSpPr>
          <p:spPr bwMode="gray">
            <a:xfrm>
              <a:off x="4532" y="2610"/>
              <a:ext cx="36" cy="53"/>
            </a:xfrm>
            <a:custGeom>
              <a:avLst/>
              <a:gdLst>
                <a:gd name="T0" fmla="*/ 0 w 80"/>
                <a:gd name="T1" fmla="*/ 100 h 100"/>
                <a:gd name="T2" fmla="*/ 55 w 80"/>
                <a:gd name="T3" fmla="*/ 53 h 100"/>
                <a:gd name="T4" fmla="*/ 80 w 80"/>
                <a:gd name="T5" fmla="*/ 0 h 100"/>
                <a:gd name="T6" fmla="*/ 0 w 80"/>
                <a:gd name="T7" fmla="*/ 100 h 100"/>
              </a:gdLst>
              <a:ahLst/>
              <a:cxnLst>
                <a:cxn ang="0">
                  <a:pos x="T0" y="T1"/>
                </a:cxn>
                <a:cxn ang="0">
                  <a:pos x="T2" y="T3"/>
                </a:cxn>
                <a:cxn ang="0">
                  <a:pos x="T4" y="T5"/>
                </a:cxn>
                <a:cxn ang="0">
                  <a:pos x="T6" y="T7"/>
                </a:cxn>
              </a:cxnLst>
              <a:rect l="0" t="0" r="r" b="b"/>
              <a:pathLst>
                <a:path w="80" h="100">
                  <a:moveTo>
                    <a:pt x="0" y="100"/>
                  </a:moveTo>
                  <a:lnTo>
                    <a:pt x="55" y="53"/>
                  </a:lnTo>
                  <a:lnTo>
                    <a:pt x="80" y="0"/>
                  </a:lnTo>
                  <a:lnTo>
                    <a:pt x="0" y="10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4" name="Freeform 126">
              <a:extLst>
                <a:ext uri="{FF2B5EF4-FFF2-40B4-BE49-F238E27FC236}">
                  <a16:creationId xmlns:a16="http://schemas.microsoft.com/office/drawing/2014/main" id="{44149A1C-69C8-722E-0F79-2A06B032396B}"/>
                </a:ext>
              </a:extLst>
            </p:cNvPr>
            <p:cNvSpPr>
              <a:spLocks noChangeAspect="1"/>
            </p:cNvSpPr>
            <p:nvPr/>
          </p:nvSpPr>
          <p:spPr bwMode="gray">
            <a:xfrm>
              <a:off x="3724" y="2263"/>
              <a:ext cx="60" cy="112"/>
            </a:xfrm>
            <a:custGeom>
              <a:avLst/>
              <a:gdLst>
                <a:gd name="T0" fmla="*/ 0 w 142"/>
                <a:gd name="T1" fmla="*/ 83 h 211"/>
                <a:gd name="T2" fmla="*/ 27 w 142"/>
                <a:gd name="T3" fmla="*/ 0 h 211"/>
                <a:gd name="T4" fmla="*/ 78 w 142"/>
                <a:gd name="T5" fmla="*/ 2 h 211"/>
                <a:gd name="T6" fmla="*/ 90 w 142"/>
                <a:gd name="T7" fmla="*/ 57 h 211"/>
                <a:gd name="T8" fmla="*/ 52 w 142"/>
                <a:gd name="T9" fmla="*/ 113 h 211"/>
                <a:gd name="T10" fmla="*/ 60 w 142"/>
                <a:gd name="T11" fmla="*/ 146 h 211"/>
                <a:gd name="T12" fmla="*/ 136 w 142"/>
                <a:gd name="T13" fmla="*/ 167 h 211"/>
                <a:gd name="T14" fmla="*/ 142 w 142"/>
                <a:gd name="T15" fmla="*/ 211 h 211"/>
                <a:gd name="T16" fmla="*/ 96 w 142"/>
                <a:gd name="T17" fmla="*/ 167 h 211"/>
                <a:gd name="T18" fmla="*/ 96 w 142"/>
                <a:gd name="T19" fmla="*/ 188 h 211"/>
                <a:gd name="T20" fmla="*/ 27 w 142"/>
                <a:gd name="T21" fmla="*/ 167 h 211"/>
                <a:gd name="T22" fmla="*/ 0 w 142"/>
                <a:gd name="T23" fmla="*/ 8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211">
                  <a:moveTo>
                    <a:pt x="0" y="83"/>
                  </a:moveTo>
                  <a:lnTo>
                    <a:pt x="27" y="0"/>
                  </a:lnTo>
                  <a:lnTo>
                    <a:pt x="78" y="2"/>
                  </a:lnTo>
                  <a:lnTo>
                    <a:pt x="90" y="57"/>
                  </a:lnTo>
                  <a:lnTo>
                    <a:pt x="52" y="113"/>
                  </a:lnTo>
                  <a:lnTo>
                    <a:pt x="60" y="146"/>
                  </a:lnTo>
                  <a:lnTo>
                    <a:pt x="136" y="167"/>
                  </a:lnTo>
                  <a:lnTo>
                    <a:pt x="142" y="211"/>
                  </a:lnTo>
                  <a:lnTo>
                    <a:pt x="96" y="167"/>
                  </a:lnTo>
                  <a:lnTo>
                    <a:pt x="96" y="188"/>
                  </a:lnTo>
                  <a:lnTo>
                    <a:pt x="27" y="167"/>
                  </a:lnTo>
                  <a:lnTo>
                    <a:pt x="0" y="8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5" name="Freeform 127">
              <a:extLst>
                <a:ext uri="{FF2B5EF4-FFF2-40B4-BE49-F238E27FC236}">
                  <a16:creationId xmlns:a16="http://schemas.microsoft.com/office/drawing/2014/main" id="{8802EA53-FEFE-B55B-E1F0-76B7BBF74C49}"/>
                </a:ext>
              </a:extLst>
            </p:cNvPr>
            <p:cNvSpPr>
              <a:spLocks noChangeAspect="1"/>
            </p:cNvSpPr>
            <p:nvPr/>
          </p:nvSpPr>
          <p:spPr bwMode="gray">
            <a:xfrm>
              <a:off x="4579" y="2572"/>
              <a:ext cx="18" cy="23"/>
            </a:xfrm>
            <a:custGeom>
              <a:avLst/>
              <a:gdLst>
                <a:gd name="T0" fmla="*/ 0 w 40"/>
                <a:gd name="T1" fmla="*/ 0 h 42"/>
                <a:gd name="T2" fmla="*/ 21 w 40"/>
                <a:gd name="T3" fmla="*/ 0 h 42"/>
                <a:gd name="T4" fmla="*/ 40 w 40"/>
                <a:gd name="T5" fmla="*/ 8 h 42"/>
                <a:gd name="T6" fmla="*/ 30 w 40"/>
                <a:gd name="T7" fmla="*/ 42 h 42"/>
                <a:gd name="T8" fmla="*/ 0 w 40"/>
                <a:gd name="T9" fmla="*/ 0 h 42"/>
              </a:gdLst>
              <a:ahLst/>
              <a:cxnLst>
                <a:cxn ang="0">
                  <a:pos x="T0" y="T1"/>
                </a:cxn>
                <a:cxn ang="0">
                  <a:pos x="T2" y="T3"/>
                </a:cxn>
                <a:cxn ang="0">
                  <a:pos x="T4" y="T5"/>
                </a:cxn>
                <a:cxn ang="0">
                  <a:pos x="T6" y="T7"/>
                </a:cxn>
                <a:cxn ang="0">
                  <a:pos x="T8" y="T9"/>
                </a:cxn>
              </a:cxnLst>
              <a:rect l="0" t="0" r="r" b="b"/>
              <a:pathLst>
                <a:path w="40" h="42">
                  <a:moveTo>
                    <a:pt x="0" y="0"/>
                  </a:moveTo>
                  <a:lnTo>
                    <a:pt x="21" y="0"/>
                  </a:lnTo>
                  <a:lnTo>
                    <a:pt x="40" y="8"/>
                  </a:lnTo>
                  <a:lnTo>
                    <a:pt x="30" y="42"/>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6" name="Freeform 128">
              <a:extLst>
                <a:ext uri="{FF2B5EF4-FFF2-40B4-BE49-F238E27FC236}">
                  <a16:creationId xmlns:a16="http://schemas.microsoft.com/office/drawing/2014/main" id="{E0B27C3D-ECDF-A3B1-8311-494FA95D9BEA}"/>
                </a:ext>
              </a:extLst>
            </p:cNvPr>
            <p:cNvSpPr>
              <a:spLocks noChangeAspect="1"/>
            </p:cNvSpPr>
            <p:nvPr/>
          </p:nvSpPr>
          <p:spPr bwMode="gray">
            <a:xfrm>
              <a:off x="4604" y="2599"/>
              <a:ext cx="16" cy="29"/>
            </a:xfrm>
            <a:custGeom>
              <a:avLst/>
              <a:gdLst>
                <a:gd name="T0" fmla="*/ 0 w 37"/>
                <a:gd name="T1" fmla="*/ 0 h 55"/>
                <a:gd name="T2" fmla="*/ 2 w 37"/>
                <a:gd name="T3" fmla="*/ 55 h 55"/>
                <a:gd name="T4" fmla="*/ 37 w 37"/>
                <a:gd name="T5" fmla="*/ 32 h 55"/>
                <a:gd name="T6" fmla="*/ 0 w 37"/>
                <a:gd name="T7" fmla="*/ 0 h 55"/>
              </a:gdLst>
              <a:ahLst/>
              <a:cxnLst>
                <a:cxn ang="0">
                  <a:pos x="T0" y="T1"/>
                </a:cxn>
                <a:cxn ang="0">
                  <a:pos x="T2" y="T3"/>
                </a:cxn>
                <a:cxn ang="0">
                  <a:pos x="T4" y="T5"/>
                </a:cxn>
                <a:cxn ang="0">
                  <a:pos x="T6" y="T7"/>
                </a:cxn>
              </a:cxnLst>
              <a:rect l="0" t="0" r="r" b="b"/>
              <a:pathLst>
                <a:path w="37" h="55">
                  <a:moveTo>
                    <a:pt x="0" y="0"/>
                  </a:moveTo>
                  <a:lnTo>
                    <a:pt x="2" y="55"/>
                  </a:lnTo>
                  <a:lnTo>
                    <a:pt x="37" y="32"/>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7" name="Freeform 129">
              <a:extLst>
                <a:ext uri="{FF2B5EF4-FFF2-40B4-BE49-F238E27FC236}">
                  <a16:creationId xmlns:a16="http://schemas.microsoft.com/office/drawing/2014/main" id="{97C38956-B3C8-98F1-B823-4799E18CC637}"/>
                </a:ext>
              </a:extLst>
            </p:cNvPr>
            <p:cNvSpPr>
              <a:spLocks noChangeAspect="1"/>
            </p:cNvSpPr>
            <p:nvPr/>
          </p:nvSpPr>
          <p:spPr bwMode="gray">
            <a:xfrm>
              <a:off x="4604" y="2638"/>
              <a:ext cx="65" cy="75"/>
            </a:xfrm>
            <a:custGeom>
              <a:avLst/>
              <a:gdLst>
                <a:gd name="T0" fmla="*/ 0 w 152"/>
                <a:gd name="T1" fmla="*/ 99 h 144"/>
                <a:gd name="T2" fmla="*/ 33 w 152"/>
                <a:gd name="T3" fmla="*/ 48 h 144"/>
                <a:gd name="T4" fmla="*/ 73 w 152"/>
                <a:gd name="T5" fmla="*/ 56 h 144"/>
                <a:gd name="T6" fmla="*/ 126 w 152"/>
                <a:gd name="T7" fmla="*/ 0 h 144"/>
                <a:gd name="T8" fmla="*/ 152 w 152"/>
                <a:gd name="T9" fmla="*/ 33 h 144"/>
                <a:gd name="T10" fmla="*/ 148 w 152"/>
                <a:gd name="T11" fmla="*/ 119 h 144"/>
                <a:gd name="T12" fmla="*/ 135 w 152"/>
                <a:gd name="T13" fmla="*/ 83 h 144"/>
                <a:gd name="T14" fmla="*/ 120 w 152"/>
                <a:gd name="T15" fmla="*/ 144 h 144"/>
                <a:gd name="T16" fmla="*/ 82 w 152"/>
                <a:gd name="T17" fmla="*/ 127 h 144"/>
                <a:gd name="T18" fmla="*/ 59 w 152"/>
                <a:gd name="T19" fmla="*/ 65 h 144"/>
                <a:gd name="T20" fmla="*/ 0 w 152"/>
                <a:gd name="T21" fmla="*/ 9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144">
                  <a:moveTo>
                    <a:pt x="0" y="99"/>
                  </a:moveTo>
                  <a:lnTo>
                    <a:pt x="33" y="48"/>
                  </a:lnTo>
                  <a:lnTo>
                    <a:pt x="73" y="56"/>
                  </a:lnTo>
                  <a:lnTo>
                    <a:pt x="126" y="0"/>
                  </a:lnTo>
                  <a:lnTo>
                    <a:pt x="152" y="33"/>
                  </a:lnTo>
                  <a:lnTo>
                    <a:pt x="148" y="119"/>
                  </a:lnTo>
                  <a:lnTo>
                    <a:pt x="135" y="83"/>
                  </a:lnTo>
                  <a:lnTo>
                    <a:pt x="120" y="144"/>
                  </a:lnTo>
                  <a:lnTo>
                    <a:pt x="82" y="127"/>
                  </a:lnTo>
                  <a:lnTo>
                    <a:pt x="59" y="65"/>
                  </a:lnTo>
                  <a:lnTo>
                    <a:pt x="0" y="9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8" name="Freeform 130">
              <a:extLst>
                <a:ext uri="{FF2B5EF4-FFF2-40B4-BE49-F238E27FC236}">
                  <a16:creationId xmlns:a16="http://schemas.microsoft.com/office/drawing/2014/main" id="{3B77950A-ED63-F31F-F9BC-C2A1F22D9CED}"/>
                </a:ext>
              </a:extLst>
            </p:cNvPr>
            <p:cNvSpPr>
              <a:spLocks noChangeAspect="1"/>
            </p:cNvSpPr>
            <p:nvPr/>
          </p:nvSpPr>
          <p:spPr bwMode="gray">
            <a:xfrm>
              <a:off x="4613" y="2621"/>
              <a:ext cx="14" cy="31"/>
            </a:xfrm>
            <a:custGeom>
              <a:avLst/>
              <a:gdLst>
                <a:gd name="T0" fmla="*/ 0 w 34"/>
                <a:gd name="T1" fmla="*/ 38 h 58"/>
                <a:gd name="T2" fmla="*/ 8 w 34"/>
                <a:gd name="T3" fmla="*/ 25 h 58"/>
                <a:gd name="T4" fmla="*/ 34 w 34"/>
                <a:gd name="T5" fmla="*/ 0 h 58"/>
                <a:gd name="T6" fmla="*/ 23 w 34"/>
                <a:gd name="T7" fmla="*/ 58 h 58"/>
                <a:gd name="T8" fmla="*/ 0 w 34"/>
                <a:gd name="T9" fmla="*/ 38 h 58"/>
              </a:gdLst>
              <a:ahLst/>
              <a:cxnLst>
                <a:cxn ang="0">
                  <a:pos x="T0" y="T1"/>
                </a:cxn>
                <a:cxn ang="0">
                  <a:pos x="T2" y="T3"/>
                </a:cxn>
                <a:cxn ang="0">
                  <a:pos x="T4" y="T5"/>
                </a:cxn>
                <a:cxn ang="0">
                  <a:pos x="T6" y="T7"/>
                </a:cxn>
                <a:cxn ang="0">
                  <a:pos x="T8" y="T9"/>
                </a:cxn>
              </a:cxnLst>
              <a:rect l="0" t="0" r="r" b="b"/>
              <a:pathLst>
                <a:path w="34" h="58">
                  <a:moveTo>
                    <a:pt x="0" y="38"/>
                  </a:moveTo>
                  <a:lnTo>
                    <a:pt x="8" y="25"/>
                  </a:lnTo>
                  <a:lnTo>
                    <a:pt x="34" y="0"/>
                  </a:lnTo>
                  <a:lnTo>
                    <a:pt x="23" y="58"/>
                  </a:lnTo>
                  <a:lnTo>
                    <a:pt x="0" y="3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59" name="Freeform 131">
              <a:extLst>
                <a:ext uri="{FF2B5EF4-FFF2-40B4-BE49-F238E27FC236}">
                  <a16:creationId xmlns:a16="http://schemas.microsoft.com/office/drawing/2014/main" id="{E51E42AB-5D39-61D0-C057-85D1BD8CC5F4}"/>
                </a:ext>
              </a:extLst>
            </p:cNvPr>
            <p:cNvSpPr>
              <a:spLocks noChangeAspect="1"/>
            </p:cNvSpPr>
            <p:nvPr/>
          </p:nvSpPr>
          <p:spPr bwMode="gray">
            <a:xfrm>
              <a:off x="2979" y="1716"/>
              <a:ext cx="151" cy="141"/>
            </a:xfrm>
            <a:custGeom>
              <a:avLst/>
              <a:gdLst>
                <a:gd name="T0" fmla="*/ 0 w 345"/>
                <a:gd name="T1" fmla="*/ 48 h 262"/>
                <a:gd name="T2" fmla="*/ 20 w 345"/>
                <a:gd name="T3" fmla="*/ 185 h 262"/>
                <a:gd name="T4" fmla="*/ 201 w 345"/>
                <a:gd name="T5" fmla="*/ 253 h 262"/>
                <a:gd name="T6" fmla="*/ 289 w 345"/>
                <a:gd name="T7" fmla="*/ 262 h 262"/>
                <a:gd name="T8" fmla="*/ 345 w 345"/>
                <a:gd name="T9" fmla="*/ 193 h 262"/>
                <a:gd name="T10" fmla="*/ 317 w 345"/>
                <a:gd name="T11" fmla="*/ 115 h 262"/>
                <a:gd name="T12" fmla="*/ 339 w 345"/>
                <a:gd name="T13" fmla="*/ 94 h 262"/>
                <a:gd name="T14" fmla="*/ 324 w 345"/>
                <a:gd name="T15" fmla="*/ 34 h 262"/>
                <a:gd name="T16" fmla="*/ 192 w 345"/>
                <a:gd name="T17" fmla="*/ 15 h 262"/>
                <a:gd name="T18" fmla="*/ 107 w 345"/>
                <a:gd name="T19" fmla="*/ 0 h 262"/>
                <a:gd name="T20" fmla="*/ 0 w 345"/>
                <a:gd name="T21" fmla="*/ 4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5" h="262">
                  <a:moveTo>
                    <a:pt x="0" y="48"/>
                  </a:moveTo>
                  <a:lnTo>
                    <a:pt x="20" y="185"/>
                  </a:lnTo>
                  <a:lnTo>
                    <a:pt x="201" y="253"/>
                  </a:lnTo>
                  <a:lnTo>
                    <a:pt x="289" y="262"/>
                  </a:lnTo>
                  <a:lnTo>
                    <a:pt x="345" y="193"/>
                  </a:lnTo>
                  <a:lnTo>
                    <a:pt x="317" y="115"/>
                  </a:lnTo>
                  <a:lnTo>
                    <a:pt x="339" y="94"/>
                  </a:lnTo>
                  <a:lnTo>
                    <a:pt x="324" y="34"/>
                  </a:lnTo>
                  <a:lnTo>
                    <a:pt x="192" y="15"/>
                  </a:lnTo>
                  <a:lnTo>
                    <a:pt x="107" y="0"/>
                  </a:lnTo>
                  <a:lnTo>
                    <a:pt x="0" y="4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0" name="Freeform 132">
              <a:extLst>
                <a:ext uri="{FF2B5EF4-FFF2-40B4-BE49-F238E27FC236}">
                  <a16:creationId xmlns:a16="http://schemas.microsoft.com/office/drawing/2014/main" id="{27F6AA0D-2B5B-762A-DA70-6D4C924D4F8B}"/>
                </a:ext>
              </a:extLst>
            </p:cNvPr>
            <p:cNvSpPr>
              <a:spLocks noChangeAspect="1"/>
            </p:cNvSpPr>
            <p:nvPr/>
          </p:nvSpPr>
          <p:spPr bwMode="gray">
            <a:xfrm>
              <a:off x="2627" y="2017"/>
              <a:ext cx="48" cy="100"/>
            </a:xfrm>
            <a:custGeom>
              <a:avLst/>
              <a:gdLst>
                <a:gd name="T0" fmla="*/ 0 w 109"/>
                <a:gd name="T1" fmla="*/ 125 h 192"/>
                <a:gd name="T2" fmla="*/ 19 w 109"/>
                <a:gd name="T3" fmla="*/ 0 h 192"/>
                <a:gd name="T4" fmla="*/ 109 w 109"/>
                <a:gd name="T5" fmla="*/ 8 h 192"/>
                <a:gd name="T6" fmla="*/ 69 w 109"/>
                <a:gd name="T7" fmla="*/ 88 h 192"/>
                <a:gd name="T8" fmla="*/ 69 w 109"/>
                <a:gd name="T9" fmla="*/ 187 h 192"/>
                <a:gd name="T10" fmla="*/ 16 w 109"/>
                <a:gd name="T11" fmla="*/ 192 h 192"/>
                <a:gd name="T12" fmla="*/ 23 w 109"/>
                <a:gd name="T13" fmla="*/ 132 h 192"/>
                <a:gd name="T14" fmla="*/ 0 w 109"/>
                <a:gd name="T15" fmla="*/ 125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92">
                  <a:moveTo>
                    <a:pt x="0" y="125"/>
                  </a:moveTo>
                  <a:lnTo>
                    <a:pt x="19" y="0"/>
                  </a:lnTo>
                  <a:lnTo>
                    <a:pt x="109" y="8"/>
                  </a:lnTo>
                  <a:lnTo>
                    <a:pt x="69" y="88"/>
                  </a:lnTo>
                  <a:lnTo>
                    <a:pt x="69" y="187"/>
                  </a:lnTo>
                  <a:lnTo>
                    <a:pt x="16" y="192"/>
                  </a:lnTo>
                  <a:lnTo>
                    <a:pt x="23" y="132"/>
                  </a:lnTo>
                  <a:lnTo>
                    <a:pt x="0" y="12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1" name="Freeform 133">
              <a:extLst>
                <a:ext uri="{FF2B5EF4-FFF2-40B4-BE49-F238E27FC236}">
                  <a16:creationId xmlns:a16="http://schemas.microsoft.com/office/drawing/2014/main" id="{04C3DF4F-0852-103D-D125-D01DEA545BA2}"/>
                </a:ext>
              </a:extLst>
            </p:cNvPr>
            <p:cNvSpPr>
              <a:spLocks noChangeAspect="1"/>
            </p:cNvSpPr>
            <p:nvPr/>
          </p:nvSpPr>
          <p:spPr bwMode="gray">
            <a:xfrm>
              <a:off x="3069" y="1873"/>
              <a:ext cx="145" cy="101"/>
            </a:xfrm>
            <a:custGeom>
              <a:avLst/>
              <a:gdLst>
                <a:gd name="T0" fmla="*/ 0 w 329"/>
                <a:gd name="T1" fmla="*/ 94 h 193"/>
                <a:gd name="T2" fmla="*/ 89 w 329"/>
                <a:gd name="T3" fmla="*/ 174 h 193"/>
                <a:gd name="T4" fmla="*/ 293 w 329"/>
                <a:gd name="T5" fmla="*/ 193 h 193"/>
                <a:gd name="T6" fmla="*/ 329 w 329"/>
                <a:gd name="T7" fmla="*/ 126 h 193"/>
                <a:gd name="T8" fmla="*/ 277 w 329"/>
                <a:gd name="T9" fmla="*/ 122 h 193"/>
                <a:gd name="T10" fmla="*/ 272 w 329"/>
                <a:gd name="T11" fmla="*/ 63 h 193"/>
                <a:gd name="T12" fmla="*/ 226 w 329"/>
                <a:gd name="T13" fmla="*/ 0 h 193"/>
                <a:gd name="T14" fmla="*/ 89 w 329"/>
                <a:gd name="T15" fmla="*/ 13 h 193"/>
                <a:gd name="T16" fmla="*/ 0 w 329"/>
                <a:gd name="T17"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193">
                  <a:moveTo>
                    <a:pt x="0" y="94"/>
                  </a:moveTo>
                  <a:lnTo>
                    <a:pt x="89" y="174"/>
                  </a:lnTo>
                  <a:lnTo>
                    <a:pt x="293" y="193"/>
                  </a:lnTo>
                  <a:lnTo>
                    <a:pt x="329" y="126"/>
                  </a:lnTo>
                  <a:lnTo>
                    <a:pt x="277" y="122"/>
                  </a:lnTo>
                  <a:lnTo>
                    <a:pt x="272" y="63"/>
                  </a:lnTo>
                  <a:lnTo>
                    <a:pt x="226" y="0"/>
                  </a:lnTo>
                  <a:lnTo>
                    <a:pt x="89" y="13"/>
                  </a:lnTo>
                  <a:lnTo>
                    <a:pt x="0" y="9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2" name="Freeform 134">
              <a:extLst>
                <a:ext uri="{FF2B5EF4-FFF2-40B4-BE49-F238E27FC236}">
                  <a16:creationId xmlns:a16="http://schemas.microsoft.com/office/drawing/2014/main" id="{C9EB0441-15AD-1BE4-213C-0B5013813BF5}"/>
                </a:ext>
              </a:extLst>
            </p:cNvPr>
            <p:cNvSpPr>
              <a:spLocks noChangeAspect="1"/>
            </p:cNvSpPr>
            <p:nvPr/>
          </p:nvSpPr>
          <p:spPr bwMode="gray">
            <a:xfrm>
              <a:off x="3291" y="2215"/>
              <a:ext cx="314" cy="314"/>
            </a:xfrm>
            <a:custGeom>
              <a:avLst/>
              <a:gdLst>
                <a:gd name="T0" fmla="*/ 0 w 731"/>
                <a:gd name="T1" fmla="*/ 158 h 607"/>
                <a:gd name="T2" fmla="*/ 10 w 731"/>
                <a:gd name="T3" fmla="*/ 106 h 607"/>
                <a:gd name="T4" fmla="*/ 49 w 731"/>
                <a:gd name="T5" fmla="*/ 117 h 607"/>
                <a:gd name="T6" fmla="*/ 96 w 731"/>
                <a:gd name="T7" fmla="*/ 85 h 607"/>
                <a:gd name="T8" fmla="*/ 115 w 731"/>
                <a:gd name="T9" fmla="*/ 61 h 607"/>
                <a:gd name="T10" fmla="*/ 77 w 731"/>
                <a:gd name="T11" fmla="*/ 26 h 607"/>
                <a:gd name="T12" fmla="*/ 156 w 731"/>
                <a:gd name="T13" fmla="*/ 0 h 607"/>
                <a:gd name="T14" fmla="*/ 312 w 731"/>
                <a:gd name="T15" fmla="*/ 70 h 607"/>
                <a:gd name="T16" fmla="*/ 314 w 731"/>
                <a:gd name="T17" fmla="*/ 96 h 607"/>
                <a:gd name="T18" fmla="*/ 350 w 731"/>
                <a:gd name="T19" fmla="*/ 113 h 607"/>
                <a:gd name="T20" fmla="*/ 383 w 731"/>
                <a:gd name="T21" fmla="*/ 130 h 607"/>
                <a:gd name="T22" fmla="*/ 414 w 731"/>
                <a:gd name="T23" fmla="*/ 117 h 607"/>
                <a:gd name="T24" fmla="*/ 476 w 731"/>
                <a:gd name="T25" fmla="*/ 137 h 607"/>
                <a:gd name="T26" fmla="*/ 561 w 731"/>
                <a:gd name="T27" fmla="*/ 276 h 607"/>
                <a:gd name="T28" fmla="*/ 570 w 731"/>
                <a:gd name="T29" fmla="*/ 285 h 607"/>
                <a:gd name="T30" fmla="*/ 603 w 731"/>
                <a:gd name="T31" fmla="*/ 340 h 607"/>
                <a:gd name="T32" fmla="*/ 713 w 731"/>
                <a:gd name="T33" fmla="*/ 353 h 607"/>
                <a:gd name="T34" fmla="*/ 731 w 731"/>
                <a:gd name="T35" fmla="*/ 378 h 607"/>
                <a:gd name="T36" fmla="*/ 705 w 731"/>
                <a:gd name="T37" fmla="*/ 450 h 607"/>
                <a:gd name="T38" fmla="*/ 603 w 731"/>
                <a:gd name="T39" fmla="*/ 486 h 607"/>
                <a:gd name="T40" fmla="*/ 492 w 731"/>
                <a:gd name="T41" fmla="*/ 510 h 607"/>
                <a:gd name="T42" fmla="*/ 403 w 731"/>
                <a:gd name="T43" fmla="*/ 607 h 607"/>
                <a:gd name="T44" fmla="*/ 403 w 731"/>
                <a:gd name="T45" fmla="*/ 570 h 607"/>
                <a:gd name="T46" fmla="*/ 340 w 731"/>
                <a:gd name="T47" fmla="*/ 546 h 607"/>
                <a:gd name="T48" fmla="*/ 278 w 731"/>
                <a:gd name="T49" fmla="*/ 579 h 607"/>
                <a:gd name="T50" fmla="*/ 214 w 731"/>
                <a:gd name="T51" fmla="*/ 469 h 607"/>
                <a:gd name="T52" fmla="*/ 163 w 731"/>
                <a:gd name="T53" fmla="*/ 426 h 607"/>
                <a:gd name="T54" fmla="*/ 130 w 731"/>
                <a:gd name="T55" fmla="*/ 311 h 607"/>
                <a:gd name="T56" fmla="*/ 0 w 731"/>
                <a:gd name="T57" fmla="*/ 158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31" h="607">
                  <a:moveTo>
                    <a:pt x="0" y="158"/>
                  </a:moveTo>
                  <a:lnTo>
                    <a:pt x="10" y="106"/>
                  </a:lnTo>
                  <a:lnTo>
                    <a:pt x="49" y="117"/>
                  </a:lnTo>
                  <a:lnTo>
                    <a:pt x="96" y="85"/>
                  </a:lnTo>
                  <a:lnTo>
                    <a:pt x="115" y="61"/>
                  </a:lnTo>
                  <a:lnTo>
                    <a:pt x="77" y="26"/>
                  </a:lnTo>
                  <a:lnTo>
                    <a:pt x="156" y="0"/>
                  </a:lnTo>
                  <a:lnTo>
                    <a:pt x="312" y="70"/>
                  </a:lnTo>
                  <a:lnTo>
                    <a:pt x="314" y="96"/>
                  </a:lnTo>
                  <a:lnTo>
                    <a:pt x="350" y="113"/>
                  </a:lnTo>
                  <a:lnTo>
                    <a:pt x="383" y="130"/>
                  </a:lnTo>
                  <a:lnTo>
                    <a:pt x="414" y="117"/>
                  </a:lnTo>
                  <a:lnTo>
                    <a:pt x="476" y="137"/>
                  </a:lnTo>
                  <a:lnTo>
                    <a:pt x="561" y="276"/>
                  </a:lnTo>
                  <a:lnTo>
                    <a:pt x="570" y="285"/>
                  </a:lnTo>
                  <a:lnTo>
                    <a:pt x="603" y="340"/>
                  </a:lnTo>
                  <a:lnTo>
                    <a:pt x="713" y="353"/>
                  </a:lnTo>
                  <a:lnTo>
                    <a:pt x="731" y="378"/>
                  </a:lnTo>
                  <a:lnTo>
                    <a:pt x="705" y="450"/>
                  </a:lnTo>
                  <a:lnTo>
                    <a:pt x="603" y="486"/>
                  </a:lnTo>
                  <a:lnTo>
                    <a:pt x="492" y="510"/>
                  </a:lnTo>
                  <a:lnTo>
                    <a:pt x="403" y="607"/>
                  </a:lnTo>
                  <a:lnTo>
                    <a:pt x="403" y="570"/>
                  </a:lnTo>
                  <a:lnTo>
                    <a:pt x="340" y="546"/>
                  </a:lnTo>
                  <a:lnTo>
                    <a:pt x="278" y="579"/>
                  </a:lnTo>
                  <a:lnTo>
                    <a:pt x="214" y="469"/>
                  </a:lnTo>
                  <a:lnTo>
                    <a:pt x="163" y="426"/>
                  </a:lnTo>
                  <a:lnTo>
                    <a:pt x="130" y="311"/>
                  </a:lnTo>
                  <a:lnTo>
                    <a:pt x="0" y="15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3" name="Freeform 135">
              <a:extLst>
                <a:ext uri="{FF2B5EF4-FFF2-40B4-BE49-F238E27FC236}">
                  <a16:creationId xmlns:a16="http://schemas.microsoft.com/office/drawing/2014/main" id="{52142B2E-EBF7-4C92-8489-EB49AAC2A028}"/>
                </a:ext>
              </a:extLst>
            </p:cNvPr>
            <p:cNvSpPr>
              <a:spLocks noChangeAspect="1"/>
            </p:cNvSpPr>
            <p:nvPr/>
          </p:nvSpPr>
          <p:spPr bwMode="gray">
            <a:xfrm>
              <a:off x="3470" y="890"/>
              <a:ext cx="73" cy="39"/>
            </a:xfrm>
            <a:custGeom>
              <a:avLst/>
              <a:gdLst>
                <a:gd name="T0" fmla="*/ 0 w 172"/>
                <a:gd name="T1" fmla="*/ 53 h 74"/>
                <a:gd name="T2" fmla="*/ 35 w 172"/>
                <a:gd name="T3" fmla="*/ 36 h 74"/>
                <a:gd name="T4" fmla="*/ 9 w 172"/>
                <a:gd name="T5" fmla="*/ 22 h 74"/>
                <a:gd name="T6" fmla="*/ 132 w 172"/>
                <a:gd name="T7" fmla="*/ 0 h 74"/>
                <a:gd name="T8" fmla="*/ 154 w 172"/>
                <a:gd name="T9" fmla="*/ 1 h 74"/>
                <a:gd name="T10" fmla="*/ 130 w 172"/>
                <a:gd name="T11" fmla="*/ 20 h 74"/>
                <a:gd name="T12" fmla="*/ 172 w 172"/>
                <a:gd name="T13" fmla="*/ 18 h 74"/>
                <a:gd name="T14" fmla="*/ 61 w 172"/>
                <a:gd name="T15" fmla="*/ 62 h 74"/>
                <a:gd name="T16" fmla="*/ 35 w 172"/>
                <a:gd name="T17" fmla="*/ 74 h 74"/>
                <a:gd name="T18" fmla="*/ 42 w 172"/>
                <a:gd name="T19" fmla="*/ 56 h 74"/>
                <a:gd name="T20" fmla="*/ 0 w 172"/>
                <a:gd name="T2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74">
                  <a:moveTo>
                    <a:pt x="0" y="53"/>
                  </a:moveTo>
                  <a:lnTo>
                    <a:pt x="35" y="36"/>
                  </a:lnTo>
                  <a:lnTo>
                    <a:pt x="9" y="22"/>
                  </a:lnTo>
                  <a:lnTo>
                    <a:pt x="132" y="0"/>
                  </a:lnTo>
                  <a:lnTo>
                    <a:pt x="154" y="1"/>
                  </a:lnTo>
                  <a:lnTo>
                    <a:pt x="130" y="20"/>
                  </a:lnTo>
                  <a:lnTo>
                    <a:pt x="172" y="18"/>
                  </a:lnTo>
                  <a:lnTo>
                    <a:pt x="61" y="62"/>
                  </a:lnTo>
                  <a:lnTo>
                    <a:pt x="35" y="74"/>
                  </a:lnTo>
                  <a:lnTo>
                    <a:pt x="42" y="56"/>
                  </a:lnTo>
                  <a:lnTo>
                    <a:pt x="0" y="5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4" name="Freeform 136">
              <a:extLst>
                <a:ext uri="{FF2B5EF4-FFF2-40B4-BE49-F238E27FC236}">
                  <a16:creationId xmlns:a16="http://schemas.microsoft.com/office/drawing/2014/main" id="{0A054FE7-896F-84E6-39F8-648A37BDA47D}"/>
                </a:ext>
              </a:extLst>
            </p:cNvPr>
            <p:cNvSpPr>
              <a:spLocks noChangeAspect="1"/>
            </p:cNvSpPr>
            <p:nvPr/>
          </p:nvSpPr>
          <p:spPr bwMode="gray">
            <a:xfrm>
              <a:off x="3492" y="1305"/>
              <a:ext cx="31" cy="23"/>
            </a:xfrm>
            <a:custGeom>
              <a:avLst/>
              <a:gdLst>
                <a:gd name="T0" fmla="*/ 0 w 68"/>
                <a:gd name="T1" fmla="*/ 39 h 39"/>
                <a:gd name="T2" fmla="*/ 19 w 68"/>
                <a:gd name="T3" fmla="*/ 0 h 39"/>
                <a:gd name="T4" fmla="*/ 68 w 68"/>
                <a:gd name="T5" fmla="*/ 22 h 39"/>
                <a:gd name="T6" fmla="*/ 0 w 68"/>
                <a:gd name="T7" fmla="*/ 39 h 39"/>
              </a:gdLst>
              <a:ahLst/>
              <a:cxnLst>
                <a:cxn ang="0">
                  <a:pos x="T0" y="T1"/>
                </a:cxn>
                <a:cxn ang="0">
                  <a:pos x="T2" y="T3"/>
                </a:cxn>
                <a:cxn ang="0">
                  <a:pos x="T4" y="T5"/>
                </a:cxn>
                <a:cxn ang="0">
                  <a:pos x="T6" y="T7"/>
                </a:cxn>
              </a:cxnLst>
              <a:rect l="0" t="0" r="r" b="b"/>
              <a:pathLst>
                <a:path w="68" h="39">
                  <a:moveTo>
                    <a:pt x="0" y="39"/>
                  </a:moveTo>
                  <a:lnTo>
                    <a:pt x="19" y="0"/>
                  </a:lnTo>
                  <a:lnTo>
                    <a:pt x="68" y="22"/>
                  </a:lnTo>
                  <a:lnTo>
                    <a:pt x="0" y="3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5" name="Freeform 137">
              <a:extLst>
                <a:ext uri="{FF2B5EF4-FFF2-40B4-BE49-F238E27FC236}">
                  <a16:creationId xmlns:a16="http://schemas.microsoft.com/office/drawing/2014/main" id="{95FE8B74-4703-DCA8-89CF-9AD24E1206E9}"/>
                </a:ext>
              </a:extLst>
            </p:cNvPr>
            <p:cNvSpPr>
              <a:spLocks noChangeAspect="1"/>
            </p:cNvSpPr>
            <p:nvPr/>
          </p:nvSpPr>
          <p:spPr bwMode="gray">
            <a:xfrm>
              <a:off x="3542" y="1182"/>
              <a:ext cx="92" cy="85"/>
            </a:xfrm>
            <a:custGeom>
              <a:avLst/>
              <a:gdLst>
                <a:gd name="T0" fmla="*/ 0 w 212"/>
                <a:gd name="T1" fmla="*/ 79 h 160"/>
                <a:gd name="T2" fmla="*/ 17 w 212"/>
                <a:gd name="T3" fmla="*/ 113 h 160"/>
                <a:gd name="T4" fmla="*/ 41 w 212"/>
                <a:gd name="T5" fmla="*/ 101 h 160"/>
                <a:gd name="T6" fmla="*/ 66 w 212"/>
                <a:gd name="T7" fmla="*/ 124 h 160"/>
                <a:gd name="T8" fmla="*/ 86 w 212"/>
                <a:gd name="T9" fmla="*/ 113 h 160"/>
                <a:gd name="T10" fmla="*/ 79 w 212"/>
                <a:gd name="T11" fmla="*/ 152 h 160"/>
                <a:gd name="T12" fmla="*/ 212 w 212"/>
                <a:gd name="T13" fmla="*/ 160 h 160"/>
                <a:gd name="T14" fmla="*/ 160 w 212"/>
                <a:gd name="T15" fmla="*/ 132 h 160"/>
                <a:gd name="T16" fmla="*/ 135 w 212"/>
                <a:gd name="T17" fmla="*/ 82 h 160"/>
                <a:gd name="T18" fmla="*/ 137 w 212"/>
                <a:gd name="T19" fmla="*/ 30 h 160"/>
                <a:gd name="T20" fmla="*/ 170 w 212"/>
                <a:gd name="T21" fmla="*/ 0 h 160"/>
                <a:gd name="T22" fmla="*/ 54 w 212"/>
                <a:gd name="T23" fmla="*/ 11 h 160"/>
                <a:gd name="T24" fmla="*/ 27 w 212"/>
                <a:gd name="T25" fmla="*/ 79 h 160"/>
                <a:gd name="T26" fmla="*/ 0 w 212"/>
                <a:gd name="T27" fmla="*/ 7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60">
                  <a:moveTo>
                    <a:pt x="0" y="79"/>
                  </a:moveTo>
                  <a:lnTo>
                    <a:pt x="17" y="113"/>
                  </a:lnTo>
                  <a:lnTo>
                    <a:pt x="41" y="101"/>
                  </a:lnTo>
                  <a:lnTo>
                    <a:pt x="66" y="124"/>
                  </a:lnTo>
                  <a:lnTo>
                    <a:pt x="86" y="113"/>
                  </a:lnTo>
                  <a:lnTo>
                    <a:pt x="79" y="152"/>
                  </a:lnTo>
                  <a:lnTo>
                    <a:pt x="212" y="160"/>
                  </a:lnTo>
                  <a:lnTo>
                    <a:pt x="160" y="132"/>
                  </a:lnTo>
                  <a:lnTo>
                    <a:pt x="135" y="82"/>
                  </a:lnTo>
                  <a:lnTo>
                    <a:pt x="137" y="30"/>
                  </a:lnTo>
                  <a:lnTo>
                    <a:pt x="170" y="0"/>
                  </a:lnTo>
                  <a:lnTo>
                    <a:pt x="54" y="11"/>
                  </a:lnTo>
                  <a:lnTo>
                    <a:pt x="27" y="79"/>
                  </a:lnTo>
                  <a:lnTo>
                    <a:pt x="0" y="7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6" name="Freeform 138">
              <a:extLst>
                <a:ext uri="{FF2B5EF4-FFF2-40B4-BE49-F238E27FC236}">
                  <a16:creationId xmlns:a16="http://schemas.microsoft.com/office/drawing/2014/main" id="{F15E8D29-C3BB-71CC-392B-BE90A005EA7E}"/>
                </a:ext>
              </a:extLst>
            </p:cNvPr>
            <p:cNvSpPr>
              <a:spLocks noChangeAspect="1"/>
            </p:cNvSpPr>
            <p:nvPr/>
          </p:nvSpPr>
          <p:spPr bwMode="gray">
            <a:xfrm>
              <a:off x="3575" y="1047"/>
              <a:ext cx="230" cy="135"/>
            </a:xfrm>
            <a:custGeom>
              <a:avLst/>
              <a:gdLst>
                <a:gd name="T0" fmla="*/ 0 w 532"/>
                <a:gd name="T1" fmla="*/ 222 h 258"/>
                <a:gd name="T2" fmla="*/ 50 w 532"/>
                <a:gd name="T3" fmla="*/ 229 h 258"/>
                <a:gd name="T4" fmla="*/ 17 w 532"/>
                <a:gd name="T5" fmla="*/ 251 h 258"/>
                <a:gd name="T6" fmla="*/ 105 w 532"/>
                <a:gd name="T7" fmla="*/ 258 h 258"/>
                <a:gd name="T8" fmla="*/ 107 w 532"/>
                <a:gd name="T9" fmla="*/ 229 h 258"/>
                <a:gd name="T10" fmla="*/ 132 w 532"/>
                <a:gd name="T11" fmla="*/ 234 h 258"/>
                <a:gd name="T12" fmla="*/ 106 w 532"/>
                <a:gd name="T13" fmla="*/ 217 h 258"/>
                <a:gd name="T14" fmla="*/ 143 w 532"/>
                <a:gd name="T15" fmla="*/ 223 h 258"/>
                <a:gd name="T16" fmla="*/ 133 w 532"/>
                <a:gd name="T17" fmla="*/ 190 h 258"/>
                <a:gd name="T18" fmla="*/ 153 w 532"/>
                <a:gd name="T19" fmla="*/ 209 h 258"/>
                <a:gd name="T20" fmla="*/ 177 w 532"/>
                <a:gd name="T21" fmla="*/ 191 h 258"/>
                <a:gd name="T22" fmla="*/ 161 w 532"/>
                <a:gd name="T23" fmla="*/ 170 h 258"/>
                <a:gd name="T24" fmla="*/ 215 w 532"/>
                <a:gd name="T25" fmla="*/ 173 h 258"/>
                <a:gd name="T26" fmla="*/ 200 w 532"/>
                <a:gd name="T27" fmla="*/ 161 h 258"/>
                <a:gd name="T28" fmla="*/ 225 w 532"/>
                <a:gd name="T29" fmla="*/ 163 h 258"/>
                <a:gd name="T30" fmla="*/ 240 w 532"/>
                <a:gd name="T31" fmla="*/ 137 h 258"/>
                <a:gd name="T32" fmla="*/ 505 w 532"/>
                <a:gd name="T33" fmla="*/ 54 h 258"/>
                <a:gd name="T34" fmla="*/ 532 w 532"/>
                <a:gd name="T35" fmla="*/ 22 h 258"/>
                <a:gd name="T36" fmla="*/ 481 w 532"/>
                <a:gd name="T37" fmla="*/ 0 h 258"/>
                <a:gd name="T38" fmla="*/ 369 w 532"/>
                <a:gd name="T39" fmla="*/ 52 h 258"/>
                <a:gd name="T40" fmla="*/ 254 w 532"/>
                <a:gd name="T41" fmla="*/ 52 h 258"/>
                <a:gd name="T42" fmla="*/ 131 w 532"/>
                <a:gd name="T43" fmla="*/ 121 h 258"/>
                <a:gd name="T44" fmla="*/ 63 w 532"/>
                <a:gd name="T45" fmla="*/ 130 h 258"/>
                <a:gd name="T46" fmla="*/ 67 w 532"/>
                <a:gd name="T47" fmla="*/ 161 h 258"/>
                <a:gd name="T48" fmla="*/ 104 w 532"/>
                <a:gd name="T49" fmla="*/ 163 h 258"/>
                <a:gd name="T50" fmla="*/ 62 w 532"/>
                <a:gd name="T51" fmla="*/ 164 h 258"/>
                <a:gd name="T52" fmla="*/ 81 w 532"/>
                <a:gd name="T53" fmla="*/ 178 h 258"/>
                <a:gd name="T54" fmla="*/ 50 w 532"/>
                <a:gd name="T55" fmla="*/ 191 h 258"/>
                <a:gd name="T56" fmla="*/ 85 w 532"/>
                <a:gd name="T57" fmla="*/ 206 h 258"/>
                <a:gd name="T58" fmla="*/ 0 w 532"/>
                <a:gd name="T59" fmla="*/ 22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32" h="258">
                  <a:moveTo>
                    <a:pt x="0" y="222"/>
                  </a:moveTo>
                  <a:lnTo>
                    <a:pt x="50" y="229"/>
                  </a:lnTo>
                  <a:lnTo>
                    <a:pt x="17" y="251"/>
                  </a:lnTo>
                  <a:lnTo>
                    <a:pt x="105" y="258"/>
                  </a:lnTo>
                  <a:lnTo>
                    <a:pt x="107" y="229"/>
                  </a:lnTo>
                  <a:lnTo>
                    <a:pt x="132" y="234"/>
                  </a:lnTo>
                  <a:lnTo>
                    <a:pt x="106" y="217"/>
                  </a:lnTo>
                  <a:lnTo>
                    <a:pt x="143" y="223"/>
                  </a:lnTo>
                  <a:lnTo>
                    <a:pt x="133" y="190"/>
                  </a:lnTo>
                  <a:lnTo>
                    <a:pt x="153" y="209"/>
                  </a:lnTo>
                  <a:lnTo>
                    <a:pt x="177" y="191"/>
                  </a:lnTo>
                  <a:lnTo>
                    <a:pt x="161" y="170"/>
                  </a:lnTo>
                  <a:lnTo>
                    <a:pt x="215" y="173"/>
                  </a:lnTo>
                  <a:lnTo>
                    <a:pt x="200" y="161"/>
                  </a:lnTo>
                  <a:lnTo>
                    <a:pt x="225" y="163"/>
                  </a:lnTo>
                  <a:lnTo>
                    <a:pt x="240" y="137"/>
                  </a:lnTo>
                  <a:lnTo>
                    <a:pt x="505" y="54"/>
                  </a:lnTo>
                  <a:lnTo>
                    <a:pt x="532" y="22"/>
                  </a:lnTo>
                  <a:lnTo>
                    <a:pt x="481" y="0"/>
                  </a:lnTo>
                  <a:lnTo>
                    <a:pt x="369" y="52"/>
                  </a:lnTo>
                  <a:lnTo>
                    <a:pt x="254" y="52"/>
                  </a:lnTo>
                  <a:lnTo>
                    <a:pt x="131" y="121"/>
                  </a:lnTo>
                  <a:lnTo>
                    <a:pt x="63" y="130"/>
                  </a:lnTo>
                  <a:lnTo>
                    <a:pt x="67" y="161"/>
                  </a:lnTo>
                  <a:lnTo>
                    <a:pt x="104" y="163"/>
                  </a:lnTo>
                  <a:lnTo>
                    <a:pt x="62" y="164"/>
                  </a:lnTo>
                  <a:lnTo>
                    <a:pt x="81" y="178"/>
                  </a:lnTo>
                  <a:lnTo>
                    <a:pt x="50" y="191"/>
                  </a:lnTo>
                  <a:lnTo>
                    <a:pt x="85" y="206"/>
                  </a:lnTo>
                  <a:lnTo>
                    <a:pt x="0" y="22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7" name="Freeform 139">
              <a:extLst>
                <a:ext uri="{FF2B5EF4-FFF2-40B4-BE49-F238E27FC236}">
                  <a16:creationId xmlns:a16="http://schemas.microsoft.com/office/drawing/2014/main" id="{18A482AA-169C-50C6-006C-2FE85D49381E}"/>
                </a:ext>
              </a:extLst>
            </p:cNvPr>
            <p:cNvSpPr>
              <a:spLocks noChangeAspect="1"/>
            </p:cNvSpPr>
            <p:nvPr/>
          </p:nvSpPr>
          <p:spPr bwMode="gray">
            <a:xfrm>
              <a:off x="3709" y="870"/>
              <a:ext cx="42" cy="27"/>
            </a:xfrm>
            <a:custGeom>
              <a:avLst/>
              <a:gdLst>
                <a:gd name="T0" fmla="*/ 0 w 102"/>
                <a:gd name="T1" fmla="*/ 37 h 53"/>
                <a:gd name="T2" fmla="*/ 30 w 102"/>
                <a:gd name="T3" fmla="*/ 53 h 53"/>
                <a:gd name="T4" fmla="*/ 102 w 102"/>
                <a:gd name="T5" fmla="*/ 35 h 53"/>
                <a:gd name="T6" fmla="*/ 60 w 102"/>
                <a:gd name="T7" fmla="*/ 0 h 53"/>
                <a:gd name="T8" fmla="*/ 0 w 102"/>
                <a:gd name="T9" fmla="*/ 37 h 53"/>
              </a:gdLst>
              <a:ahLst/>
              <a:cxnLst>
                <a:cxn ang="0">
                  <a:pos x="T0" y="T1"/>
                </a:cxn>
                <a:cxn ang="0">
                  <a:pos x="T2" y="T3"/>
                </a:cxn>
                <a:cxn ang="0">
                  <a:pos x="T4" y="T5"/>
                </a:cxn>
                <a:cxn ang="0">
                  <a:pos x="T6" y="T7"/>
                </a:cxn>
                <a:cxn ang="0">
                  <a:pos x="T8" y="T9"/>
                </a:cxn>
              </a:cxnLst>
              <a:rect l="0" t="0" r="r" b="b"/>
              <a:pathLst>
                <a:path w="102" h="53">
                  <a:moveTo>
                    <a:pt x="0" y="37"/>
                  </a:moveTo>
                  <a:lnTo>
                    <a:pt x="30" y="53"/>
                  </a:lnTo>
                  <a:lnTo>
                    <a:pt x="102" y="35"/>
                  </a:lnTo>
                  <a:lnTo>
                    <a:pt x="60" y="0"/>
                  </a:lnTo>
                  <a:lnTo>
                    <a:pt x="0" y="3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8" name="Freeform 140">
              <a:extLst>
                <a:ext uri="{FF2B5EF4-FFF2-40B4-BE49-F238E27FC236}">
                  <a16:creationId xmlns:a16="http://schemas.microsoft.com/office/drawing/2014/main" id="{24FC7E2F-F105-FE51-C576-12DD801B23D3}"/>
                </a:ext>
              </a:extLst>
            </p:cNvPr>
            <p:cNvSpPr>
              <a:spLocks noChangeAspect="1"/>
            </p:cNvSpPr>
            <p:nvPr/>
          </p:nvSpPr>
          <p:spPr bwMode="gray">
            <a:xfrm>
              <a:off x="4139" y="923"/>
              <a:ext cx="40" cy="13"/>
            </a:xfrm>
            <a:custGeom>
              <a:avLst/>
              <a:gdLst>
                <a:gd name="T0" fmla="*/ 0 w 93"/>
                <a:gd name="T1" fmla="*/ 0 h 35"/>
                <a:gd name="T2" fmla="*/ 42 w 93"/>
                <a:gd name="T3" fmla="*/ 27 h 35"/>
                <a:gd name="T4" fmla="*/ 28 w 93"/>
                <a:gd name="T5" fmla="*/ 35 h 35"/>
                <a:gd name="T6" fmla="*/ 65 w 93"/>
                <a:gd name="T7" fmla="*/ 33 h 35"/>
                <a:gd name="T8" fmla="*/ 93 w 93"/>
                <a:gd name="T9" fmla="*/ 16 h 35"/>
                <a:gd name="T10" fmla="*/ 0 w 93"/>
                <a:gd name="T11" fmla="*/ 0 h 35"/>
              </a:gdLst>
              <a:ahLst/>
              <a:cxnLst>
                <a:cxn ang="0">
                  <a:pos x="T0" y="T1"/>
                </a:cxn>
                <a:cxn ang="0">
                  <a:pos x="T2" y="T3"/>
                </a:cxn>
                <a:cxn ang="0">
                  <a:pos x="T4" y="T5"/>
                </a:cxn>
                <a:cxn ang="0">
                  <a:pos x="T6" y="T7"/>
                </a:cxn>
                <a:cxn ang="0">
                  <a:pos x="T8" y="T9"/>
                </a:cxn>
                <a:cxn ang="0">
                  <a:pos x="T10" y="T11"/>
                </a:cxn>
              </a:cxnLst>
              <a:rect l="0" t="0" r="r" b="b"/>
              <a:pathLst>
                <a:path w="93" h="35">
                  <a:moveTo>
                    <a:pt x="0" y="0"/>
                  </a:moveTo>
                  <a:lnTo>
                    <a:pt x="42" y="27"/>
                  </a:lnTo>
                  <a:lnTo>
                    <a:pt x="28" y="35"/>
                  </a:lnTo>
                  <a:lnTo>
                    <a:pt x="65" y="33"/>
                  </a:lnTo>
                  <a:lnTo>
                    <a:pt x="93" y="16"/>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69" name="Freeform 141">
              <a:extLst>
                <a:ext uri="{FF2B5EF4-FFF2-40B4-BE49-F238E27FC236}">
                  <a16:creationId xmlns:a16="http://schemas.microsoft.com/office/drawing/2014/main" id="{A2199366-E8CD-EB20-6590-7BD2E290FF5D}"/>
                </a:ext>
              </a:extLst>
            </p:cNvPr>
            <p:cNvSpPr>
              <a:spLocks noChangeAspect="1"/>
            </p:cNvSpPr>
            <p:nvPr/>
          </p:nvSpPr>
          <p:spPr bwMode="gray">
            <a:xfrm>
              <a:off x="4145" y="876"/>
              <a:ext cx="95" cy="48"/>
            </a:xfrm>
            <a:custGeom>
              <a:avLst/>
              <a:gdLst>
                <a:gd name="T0" fmla="*/ 0 w 220"/>
                <a:gd name="T1" fmla="*/ 78 h 95"/>
                <a:gd name="T2" fmla="*/ 59 w 220"/>
                <a:gd name="T3" fmla="*/ 25 h 95"/>
                <a:gd name="T4" fmla="*/ 142 w 220"/>
                <a:gd name="T5" fmla="*/ 0 h 95"/>
                <a:gd name="T6" fmla="*/ 220 w 220"/>
                <a:gd name="T7" fmla="*/ 45 h 95"/>
                <a:gd name="T8" fmla="*/ 194 w 220"/>
                <a:gd name="T9" fmla="*/ 55 h 95"/>
                <a:gd name="T10" fmla="*/ 202 w 220"/>
                <a:gd name="T11" fmla="*/ 75 h 95"/>
                <a:gd name="T12" fmla="*/ 88 w 220"/>
                <a:gd name="T13" fmla="*/ 95 h 95"/>
                <a:gd name="T14" fmla="*/ 0 w 220"/>
                <a:gd name="T15" fmla="*/ 78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95">
                  <a:moveTo>
                    <a:pt x="0" y="78"/>
                  </a:moveTo>
                  <a:lnTo>
                    <a:pt x="59" y="25"/>
                  </a:lnTo>
                  <a:lnTo>
                    <a:pt x="142" y="0"/>
                  </a:lnTo>
                  <a:lnTo>
                    <a:pt x="220" y="45"/>
                  </a:lnTo>
                  <a:lnTo>
                    <a:pt x="194" y="55"/>
                  </a:lnTo>
                  <a:lnTo>
                    <a:pt x="202" y="75"/>
                  </a:lnTo>
                  <a:lnTo>
                    <a:pt x="88" y="95"/>
                  </a:lnTo>
                  <a:lnTo>
                    <a:pt x="0" y="7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0" name="Freeform 142">
              <a:extLst>
                <a:ext uri="{FF2B5EF4-FFF2-40B4-BE49-F238E27FC236}">
                  <a16:creationId xmlns:a16="http://schemas.microsoft.com/office/drawing/2014/main" id="{0DF4B84E-B37C-0AD5-50CB-B514714C08ED}"/>
                </a:ext>
              </a:extLst>
            </p:cNvPr>
            <p:cNvSpPr>
              <a:spLocks noChangeAspect="1"/>
            </p:cNvSpPr>
            <p:nvPr/>
          </p:nvSpPr>
          <p:spPr bwMode="gray">
            <a:xfrm>
              <a:off x="4165" y="919"/>
              <a:ext cx="107" cy="59"/>
            </a:xfrm>
            <a:custGeom>
              <a:avLst/>
              <a:gdLst>
                <a:gd name="T0" fmla="*/ 0 w 248"/>
                <a:gd name="T1" fmla="*/ 49 h 111"/>
                <a:gd name="T2" fmla="*/ 45 w 248"/>
                <a:gd name="T3" fmla="*/ 54 h 111"/>
                <a:gd name="T4" fmla="*/ 77 w 248"/>
                <a:gd name="T5" fmla="*/ 93 h 111"/>
                <a:gd name="T6" fmla="*/ 101 w 248"/>
                <a:gd name="T7" fmla="*/ 80 h 111"/>
                <a:gd name="T8" fmla="*/ 204 w 248"/>
                <a:gd name="T9" fmla="*/ 111 h 111"/>
                <a:gd name="T10" fmla="*/ 238 w 248"/>
                <a:gd name="T11" fmla="*/ 99 h 111"/>
                <a:gd name="T12" fmla="*/ 213 w 248"/>
                <a:gd name="T13" fmla="*/ 69 h 111"/>
                <a:gd name="T14" fmla="*/ 232 w 248"/>
                <a:gd name="T15" fmla="*/ 77 h 111"/>
                <a:gd name="T16" fmla="*/ 248 w 248"/>
                <a:gd name="T17" fmla="*/ 33 h 111"/>
                <a:gd name="T18" fmla="*/ 194 w 248"/>
                <a:gd name="T19" fmla="*/ 10 h 111"/>
                <a:gd name="T20" fmla="*/ 142 w 248"/>
                <a:gd name="T21" fmla="*/ 41 h 111"/>
                <a:gd name="T22" fmla="*/ 184 w 248"/>
                <a:gd name="T23" fmla="*/ 24 h 111"/>
                <a:gd name="T24" fmla="*/ 159 w 248"/>
                <a:gd name="T25" fmla="*/ 0 h 111"/>
                <a:gd name="T26" fmla="*/ 72 w 248"/>
                <a:gd name="T27" fmla="*/ 8 h 111"/>
                <a:gd name="T28" fmla="*/ 0 w 248"/>
                <a:gd name="T29" fmla="*/ 4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8" h="111">
                  <a:moveTo>
                    <a:pt x="0" y="49"/>
                  </a:moveTo>
                  <a:lnTo>
                    <a:pt x="45" y="54"/>
                  </a:lnTo>
                  <a:lnTo>
                    <a:pt x="77" y="93"/>
                  </a:lnTo>
                  <a:lnTo>
                    <a:pt x="101" y="80"/>
                  </a:lnTo>
                  <a:lnTo>
                    <a:pt x="204" y="111"/>
                  </a:lnTo>
                  <a:lnTo>
                    <a:pt x="238" y="99"/>
                  </a:lnTo>
                  <a:lnTo>
                    <a:pt x="213" y="69"/>
                  </a:lnTo>
                  <a:lnTo>
                    <a:pt x="232" y="77"/>
                  </a:lnTo>
                  <a:lnTo>
                    <a:pt x="248" y="33"/>
                  </a:lnTo>
                  <a:lnTo>
                    <a:pt x="194" y="10"/>
                  </a:lnTo>
                  <a:lnTo>
                    <a:pt x="142" y="41"/>
                  </a:lnTo>
                  <a:lnTo>
                    <a:pt x="184" y="24"/>
                  </a:lnTo>
                  <a:lnTo>
                    <a:pt x="159" y="0"/>
                  </a:lnTo>
                  <a:lnTo>
                    <a:pt x="72" y="8"/>
                  </a:lnTo>
                  <a:lnTo>
                    <a:pt x="0" y="4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1" name="Freeform 143">
              <a:extLst>
                <a:ext uri="{FF2B5EF4-FFF2-40B4-BE49-F238E27FC236}">
                  <a16:creationId xmlns:a16="http://schemas.microsoft.com/office/drawing/2014/main" id="{C73C3140-28C4-1868-76DF-7DECEA4E5051}"/>
                </a:ext>
              </a:extLst>
            </p:cNvPr>
            <p:cNvSpPr>
              <a:spLocks noChangeAspect="1"/>
            </p:cNvSpPr>
            <p:nvPr/>
          </p:nvSpPr>
          <p:spPr bwMode="gray">
            <a:xfrm>
              <a:off x="4265" y="949"/>
              <a:ext cx="90" cy="60"/>
            </a:xfrm>
            <a:custGeom>
              <a:avLst/>
              <a:gdLst>
                <a:gd name="T0" fmla="*/ 0 w 208"/>
                <a:gd name="T1" fmla="*/ 96 h 113"/>
                <a:gd name="T2" fmla="*/ 16 w 208"/>
                <a:gd name="T3" fmla="*/ 113 h 113"/>
                <a:gd name="T4" fmla="*/ 191 w 208"/>
                <a:gd name="T5" fmla="*/ 90 h 113"/>
                <a:gd name="T6" fmla="*/ 208 w 208"/>
                <a:gd name="T7" fmla="*/ 53 h 113"/>
                <a:gd name="T8" fmla="*/ 159 w 208"/>
                <a:gd name="T9" fmla="*/ 22 h 113"/>
                <a:gd name="T10" fmla="*/ 117 w 208"/>
                <a:gd name="T11" fmla="*/ 35 h 113"/>
                <a:gd name="T12" fmla="*/ 125 w 208"/>
                <a:gd name="T13" fmla="*/ 10 h 113"/>
                <a:gd name="T14" fmla="*/ 100 w 208"/>
                <a:gd name="T15" fmla="*/ 0 h 113"/>
                <a:gd name="T16" fmla="*/ 21 w 208"/>
                <a:gd name="T17" fmla="*/ 85 h 113"/>
                <a:gd name="T18" fmla="*/ 0 w 208"/>
                <a:gd name="T19" fmla="*/ 9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13">
                  <a:moveTo>
                    <a:pt x="0" y="96"/>
                  </a:moveTo>
                  <a:lnTo>
                    <a:pt x="16" y="113"/>
                  </a:lnTo>
                  <a:lnTo>
                    <a:pt x="191" y="90"/>
                  </a:lnTo>
                  <a:lnTo>
                    <a:pt x="208" y="53"/>
                  </a:lnTo>
                  <a:lnTo>
                    <a:pt x="159" y="22"/>
                  </a:lnTo>
                  <a:lnTo>
                    <a:pt x="117" y="35"/>
                  </a:lnTo>
                  <a:lnTo>
                    <a:pt x="125" y="10"/>
                  </a:lnTo>
                  <a:lnTo>
                    <a:pt x="100" y="0"/>
                  </a:lnTo>
                  <a:lnTo>
                    <a:pt x="21" y="85"/>
                  </a:lnTo>
                  <a:lnTo>
                    <a:pt x="0" y="9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2" name="Freeform 144">
              <a:extLst>
                <a:ext uri="{FF2B5EF4-FFF2-40B4-BE49-F238E27FC236}">
                  <a16:creationId xmlns:a16="http://schemas.microsoft.com/office/drawing/2014/main" id="{1617F328-1452-CE3F-5450-C64DA50A1441}"/>
                </a:ext>
              </a:extLst>
            </p:cNvPr>
            <p:cNvSpPr>
              <a:spLocks noChangeAspect="1"/>
            </p:cNvSpPr>
            <p:nvPr/>
          </p:nvSpPr>
          <p:spPr bwMode="gray">
            <a:xfrm>
              <a:off x="4826" y="1076"/>
              <a:ext cx="100" cy="55"/>
            </a:xfrm>
            <a:custGeom>
              <a:avLst/>
              <a:gdLst>
                <a:gd name="T0" fmla="*/ 0 w 233"/>
                <a:gd name="T1" fmla="*/ 59 h 108"/>
                <a:gd name="T2" fmla="*/ 48 w 233"/>
                <a:gd name="T3" fmla="*/ 5 h 108"/>
                <a:gd name="T4" fmla="*/ 81 w 233"/>
                <a:gd name="T5" fmla="*/ 0 h 108"/>
                <a:gd name="T6" fmla="*/ 134 w 233"/>
                <a:gd name="T7" fmla="*/ 42 h 108"/>
                <a:gd name="T8" fmla="*/ 142 w 233"/>
                <a:gd name="T9" fmla="*/ 11 h 108"/>
                <a:gd name="T10" fmla="*/ 201 w 233"/>
                <a:gd name="T11" fmla="*/ 36 h 108"/>
                <a:gd name="T12" fmla="*/ 195 w 233"/>
                <a:gd name="T13" fmla="*/ 75 h 108"/>
                <a:gd name="T14" fmla="*/ 233 w 233"/>
                <a:gd name="T15" fmla="*/ 89 h 108"/>
                <a:gd name="T16" fmla="*/ 110 w 233"/>
                <a:gd name="T17" fmla="*/ 96 h 108"/>
                <a:gd name="T18" fmla="*/ 103 w 233"/>
                <a:gd name="T19" fmla="*/ 78 h 108"/>
                <a:gd name="T20" fmla="*/ 83 w 233"/>
                <a:gd name="T21" fmla="*/ 108 h 108"/>
                <a:gd name="T22" fmla="*/ 0 w 233"/>
                <a:gd name="T23"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3" h="108">
                  <a:moveTo>
                    <a:pt x="0" y="59"/>
                  </a:moveTo>
                  <a:lnTo>
                    <a:pt x="48" y="5"/>
                  </a:lnTo>
                  <a:lnTo>
                    <a:pt x="81" y="0"/>
                  </a:lnTo>
                  <a:lnTo>
                    <a:pt x="134" y="42"/>
                  </a:lnTo>
                  <a:lnTo>
                    <a:pt x="142" y="11"/>
                  </a:lnTo>
                  <a:lnTo>
                    <a:pt x="201" y="36"/>
                  </a:lnTo>
                  <a:lnTo>
                    <a:pt x="195" y="75"/>
                  </a:lnTo>
                  <a:lnTo>
                    <a:pt x="233" y="89"/>
                  </a:lnTo>
                  <a:lnTo>
                    <a:pt x="110" y="96"/>
                  </a:lnTo>
                  <a:lnTo>
                    <a:pt x="103" y="78"/>
                  </a:lnTo>
                  <a:lnTo>
                    <a:pt x="83" y="108"/>
                  </a:lnTo>
                  <a:lnTo>
                    <a:pt x="0" y="5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3" name="Freeform 145">
              <a:extLst>
                <a:ext uri="{FF2B5EF4-FFF2-40B4-BE49-F238E27FC236}">
                  <a16:creationId xmlns:a16="http://schemas.microsoft.com/office/drawing/2014/main" id="{8B116F9A-A55B-6E7A-CB6C-91555EAC7B2D}"/>
                </a:ext>
              </a:extLst>
            </p:cNvPr>
            <p:cNvSpPr>
              <a:spLocks noChangeAspect="1"/>
            </p:cNvSpPr>
            <p:nvPr/>
          </p:nvSpPr>
          <p:spPr bwMode="gray">
            <a:xfrm>
              <a:off x="4896" y="1077"/>
              <a:ext cx="63" cy="38"/>
            </a:xfrm>
            <a:custGeom>
              <a:avLst/>
              <a:gdLst>
                <a:gd name="T0" fmla="*/ 0 w 143"/>
                <a:gd name="T1" fmla="*/ 0 h 72"/>
                <a:gd name="T2" fmla="*/ 47 w 143"/>
                <a:gd name="T3" fmla="*/ 27 h 72"/>
                <a:gd name="T4" fmla="*/ 34 w 143"/>
                <a:gd name="T5" fmla="*/ 51 h 72"/>
                <a:gd name="T6" fmla="*/ 58 w 143"/>
                <a:gd name="T7" fmla="*/ 72 h 72"/>
                <a:gd name="T8" fmla="*/ 101 w 143"/>
                <a:gd name="T9" fmla="*/ 72 h 72"/>
                <a:gd name="T10" fmla="*/ 143 w 143"/>
                <a:gd name="T11" fmla="*/ 45 h 72"/>
                <a:gd name="T12" fmla="*/ 0 w 143"/>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143" h="72">
                  <a:moveTo>
                    <a:pt x="0" y="0"/>
                  </a:moveTo>
                  <a:lnTo>
                    <a:pt x="47" y="27"/>
                  </a:lnTo>
                  <a:lnTo>
                    <a:pt x="34" y="51"/>
                  </a:lnTo>
                  <a:lnTo>
                    <a:pt x="58" y="72"/>
                  </a:lnTo>
                  <a:lnTo>
                    <a:pt x="101" y="72"/>
                  </a:lnTo>
                  <a:lnTo>
                    <a:pt x="143" y="45"/>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4" name="Freeform 146">
              <a:extLst>
                <a:ext uri="{FF2B5EF4-FFF2-40B4-BE49-F238E27FC236}">
                  <a16:creationId xmlns:a16="http://schemas.microsoft.com/office/drawing/2014/main" id="{690387C7-4DD1-38E0-304B-7CF45F8F3849}"/>
                </a:ext>
              </a:extLst>
            </p:cNvPr>
            <p:cNvSpPr>
              <a:spLocks noChangeAspect="1"/>
            </p:cNvSpPr>
            <p:nvPr/>
          </p:nvSpPr>
          <p:spPr bwMode="gray">
            <a:xfrm>
              <a:off x="4901" y="1729"/>
              <a:ext cx="49" cy="196"/>
            </a:xfrm>
            <a:custGeom>
              <a:avLst/>
              <a:gdLst>
                <a:gd name="T0" fmla="*/ 0 w 108"/>
                <a:gd name="T1" fmla="*/ 96 h 377"/>
                <a:gd name="T2" fmla="*/ 19 w 108"/>
                <a:gd name="T3" fmla="*/ 142 h 377"/>
                <a:gd name="T4" fmla="*/ 19 w 108"/>
                <a:gd name="T5" fmla="*/ 377 h 377"/>
                <a:gd name="T6" fmla="*/ 37 w 108"/>
                <a:gd name="T7" fmla="*/ 349 h 377"/>
                <a:gd name="T8" fmla="*/ 65 w 108"/>
                <a:gd name="T9" fmla="*/ 367 h 377"/>
                <a:gd name="T10" fmla="*/ 33 w 108"/>
                <a:gd name="T11" fmla="*/ 302 h 377"/>
                <a:gd name="T12" fmla="*/ 50 w 108"/>
                <a:gd name="T13" fmla="*/ 237 h 377"/>
                <a:gd name="T14" fmla="*/ 108 w 108"/>
                <a:gd name="T15" fmla="*/ 257 h 377"/>
                <a:gd name="T16" fmla="*/ 53 w 108"/>
                <a:gd name="T17" fmla="*/ 132 h 377"/>
                <a:gd name="T18" fmla="*/ 37 w 108"/>
                <a:gd name="T19" fmla="*/ 0 h 377"/>
                <a:gd name="T20" fmla="*/ 0 w 108"/>
                <a:gd name="T21" fmla="*/ 9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377">
                  <a:moveTo>
                    <a:pt x="0" y="96"/>
                  </a:moveTo>
                  <a:lnTo>
                    <a:pt x="19" y="142"/>
                  </a:lnTo>
                  <a:lnTo>
                    <a:pt x="19" y="377"/>
                  </a:lnTo>
                  <a:lnTo>
                    <a:pt x="37" y="349"/>
                  </a:lnTo>
                  <a:lnTo>
                    <a:pt x="65" y="367"/>
                  </a:lnTo>
                  <a:lnTo>
                    <a:pt x="33" y="302"/>
                  </a:lnTo>
                  <a:lnTo>
                    <a:pt x="50" y="237"/>
                  </a:lnTo>
                  <a:lnTo>
                    <a:pt x="108" y="257"/>
                  </a:lnTo>
                  <a:lnTo>
                    <a:pt x="53" y="132"/>
                  </a:lnTo>
                  <a:lnTo>
                    <a:pt x="37" y="0"/>
                  </a:lnTo>
                  <a:lnTo>
                    <a:pt x="0" y="9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5" name="Freeform 147">
              <a:extLst>
                <a:ext uri="{FF2B5EF4-FFF2-40B4-BE49-F238E27FC236}">
                  <a16:creationId xmlns:a16="http://schemas.microsoft.com/office/drawing/2014/main" id="{ACE31689-396E-4527-A27E-285D6DEC5C29}"/>
                </a:ext>
              </a:extLst>
            </p:cNvPr>
            <p:cNvSpPr>
              <a:spLocks noChangeAspect="1"/>
            </p:cNvSpPr>
            <p:nvPr/>
          </p:nvSpPr>
          <p:spPr bwMode="gray">
            <a:xfrm>
              <a:off x="4969" y="1099"/>
              <a:ext cx="71" cy="28"/>
            </a:xfrm>
            <a:custGeom>
              <a:avLst/>
              <a:gdLst>
                <a:gd name="T0" fmla="*/ 0 w 162"/>
                <a:gd name="T1" fmla="*/ 0 h 55"/>
                <a:gd name="T2" fmla="*/ 28 w 162"/>
                <a:gd name="T3" fmla="*/ 38 h 55"/>
                <a:gd name="T4" fmla="*/ 103 w 162"/>
                <a:gd name="T5" fmla="*/ 55 h 55"/>
                <a:gd name="T6" fmla="*/ 162 w 162"/>
                <a:gd name="T7" fmla="*/ 44 h 55"/>
                <a:gd name="T8" fmla="*/ 0 w 162"/>
                <a:gd name="T9" fmla="*/ 0 h 55"/>
              </a:gdLst>
              <a:ahLst/>
              <a:cxnLst>
                <a:cxn ang="0">
                  <a:pos x="T0" y="T1"/>
                </a:cxn>
                <a:cxn ang="0">
                  <a:pos x="T2" y="T3"/>
                </a:cxn>
                <a:cxn ang="0">
                  <a:pos x="T4" y="T5"/>
                </a:cxn>
                <a:cxn ang="0">
                  <a:pos x="T6" y="T7"/>
                </a:cxn>
                <a:cxn ang="0">
                  <a:pos x="T8" y="T9"/>
                </a:cxn>
              </a:cxnLst>
              <a:rect l="0" t="0" r="r" b="b"/>
              <a:pathLst>
                <a:path w="162" h="55">
                  <a:moveTo>
                    <a:pt x="0" y="0"/>
                  </a:moveTo>
                  <a:lnTo>
                    <a:pt x="28" y="38"/>
                  </a:lnTo>
                  <a:lnTo>
                    <a:pt x="103" y="55"/>
                  </a:lnTo>
                  <a:lnTo>
                    <a:pt x="162" y="44"/>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6" name="Freeform 148">
              <a:extLst>
                <a:ext uri="{FF2B5EF4-FFF2-40B4-BE49-F238E27FC236}">
                  <a16:creationId xmlns:a16="http://schemas.microsoft.com/office/drawing/2014/main" id="{3E3D4364-7209-D316-4786-6FCA6B18853B}"/>
                </a:ext>
              </a:extLst>
            </p:cNvPr>
            <p:cNvSpPr>
              <a:spLocks noChangeAspect="1"/>
            </p:cNvSpPr>
            <p:nvPr/>
          </p:nvSpPr>
          <p:spPr bwMode="gray">
            <a:xfrm>
              <a:off x="2629" y="1977"/>
              <a:ext cx="184" cy="160"/>
            </a:xfrm>
            <a:custGeom>
              <a:avLst/>
              <a:gdLst>
                <a:gd name="T0" fmla="*/ 0 w 426"/>
                <a:gd name="T1" fmla="*/ 26 h 307"/>
                <a:gd name="T2" fmla="*/ 14 w 426"/>
                <a:gd name="T3" fmla="*/ 76 h 307"/>
                <a:gd name="T4" fmla="*/ 104 w 426"/>
                <a:gd name="T5" fmla="*/ 84 h 307"/>
                <a:gd name="T6" fmla="*/ 64 w 426"/>
                <a:gd name="T7" fmla="*/ 164 h 307"/>
                <a:gd name="T8" fmla="*/ 64 w 426"/>
                <a:gd name="T9" fmla="*/ 263 h 307"/>
                <a:gd name="T10" fmla="*/ 128 w 426"/>
                <a:gd name="T11" fmla="*/ 307 h 307"/>
                <a:gd name="T12" fmla="*/ 253 w 426"/>
                <a:gd name="T13" fmla="*/ 279 h 307"/>
                <a:gd name="T14" fmla="*/ 322 w 426"/>
                <a:gd name="T15" fmla="*/ 204 h 307"/>
                <a:gd name="T16" fmla="*/ 308 w 426"/>
                <a:gd name="T17" fmla="*/ 174 h 307"/>
                <a:gd name="T18" fmla="*/ 346 w 426"/>
                <a:gd name="T19" fmla="*/ 120 h 307"/>
                <a:gd name="T20" fmla="*/ 425 w 426"/>
                <a:gd name="T21" fmla="*/ 77 h 307"/>
                <a:gd name="T22" fmla="*/ 426 w 426"/>
                <a:gd name="T23" fmla="*/ 53 h 307"/>
                <a:gd name="T24" fmla="*/ 375 w 426"/>
                <a:gd name="T25" fmla="*/ 46 h 307"/>
                <a:gd name="T26" fmla="*/ 364 w 426"/>
                <a:gd name="T27" fmla="*/ 43 h 307"/>
                <a:gd name="T28" fmla="*/ 255 w 426"/>
                <a:gd name="T29" fmla="*/ 11 h 307"/>
                <a:gd name="T30" fmla="*/ 36 w 426"/>
                <a:gd name="T31" fmla="*/ 0 h 307"/>
                <a:gd name="T32" fmla="*/ 0 w 426"/>
                <a:gd name="T33" fmla="*/ 26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307">
                  <a:moveTo>
                    <a:pt x="0" y="26"/>
                  </a:moveTo>
                  <a:lnTo>
                    <a:pt x="14" y="76"/>
                  </a:lnTo>
                  <a:lnTo>
                    <a:pt x="104" y="84"/>
                  </a:lnTo>
                  <a:lnTo>
                    <a:pt x="64" y="164"/>
                  </a:lnTo>
                  <a:lnTo>
                    <a:pt x="64" y="263"/>
                  </a:lnTo>
                  <a:lnTo>
                    <a:pt x="128" y="307"/>
                  </a:lnTo>
                  <a:lnTo>
                    <a:pt x="253" y="279"/>
                  </a:lnTo>
                  <a:lnTo>
                    <a:pt x="322" y="204"/>
                  </a:lnTo>
                  <a:lnTo>
                    <a:pt x="308" y="174"/>
                  </a:lnTo>
                  <a:lnTo>
                    <a:pt x="346" y="120"/>
                  </a:lnTo>
                  <a:lnTo>
                    <a:pt x="425" y="77"/>
                  </a:lnTo>
                  <a:lnTo>
                    <a:pt x="426" y="53"/>
                  </a:lnTo>
                  <a:lnTo>
                    <a:pt x="375" y="46"/>
                  </a:lnTo>
                  <a:lnTo>
                    <a:pt x="364" y="43"/>
                  </a:lnTo>
                  <a:lnTo>
                    <a:pt x="255" y="11"/>
                  </a:lnTo>
                  <a:lnTo>
                    <a:pt x="36" y="0"/>
                  </a:lnTo>
                  <a:lnTo>
                    <a:pt x="0" y="2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7" name="Freeform 149">
              <a:extLst>
                <a:ext uri="{FF2B5EF4-FFF2-40B4-BE49-F238E27FC236}">
                  <a16:creationId xmlns:a16="http://schemas.microsoft.com/office/drawing/2014/main" id="{B3F1F334-B3C4-A6EC-14AF-C3E9901BB76F}"/>
                </a:ext>
              </a:extLst>
            </p:cNvPr>
            <p:cNvSpPr>
              <a:spLocks noChangeAspect="1"/>
            </p:cNvSpPr>
            <p:nvPr/>
          </p:nvSpPr>
          <p:spPr bwMode="gray">
            <a:xfrm>
              <a:off x="1890" y="2709"/>
              <a:ext cx="65" cy="72"/>
            </a:xfrm>
            <a:custGeom>
              <a:avLst/>
              <a:gdLst>
                <a:gd name="T0" fmla="*/ 0 w 143"/>
                <a:gd name="T1" fmla="*/ 63 h 136"/>
                <a:gd name="T2" fmla="*/ 39 w 143"/>
                <a:gd name="T3" fmla="*/ 0 h 136"/>
                <a:gd name="T4" fmla="*/ 143 w 143"/>
                <a:gd name="T5" fmla="*/ 12 h 136"/>
                <a:gd name="T6" fmla="*/ 128 w 143"/>
                <a:gd name="T7" fmla="*/ 126 h 136"/>
                <a:gd name="T8" fmla="*/ 56 w 143"/>
                <a:gd name="T9" fmla="*/ 136 h 136"/>
                <a:gd name="T10" fmla="*/ 0 w 143"/>
                <a:gd name="T11" fmla="*/ 63 h 136"/>
              </a:gdLst>
              <a:ahLst/>
              <a:cxnLst>
                <a:cxn ang="0">
                  <a:pos x="T0" y="T1"/>
                </a:cxn>
                <a:cxn ang="0">
                  <a:pos x="T2" y="T3"/>
                </a:cxn>
                <a:cxn ang="0">
                  <a:pos x="T4" y="T5"/>
                </a:cxn>
                <a:cxn ang="0">
                  <a:pos x="T6" y="T7"/>
                </a:cxn>
                <a:cxn ang="0">
                  <a:pos x="T8" y="T9"/>
                </a:cxn>
                <a:cxn ang="0">
                  <a:pos x="T10" y="T11"/>
                </a:cxn>
              </a:cxnLst>
              <a:rect l="0" t="0" r="r" b="b"/>
              <a:pathLst>
                <a:path w="143" h="136">
                  <a:moveTo>
                    <a:pt x="0" y="63"/>
                  </a:moveTo>
                  <a:lnTo>
                    <a:pt x="39" y="0"/>
                  </a:lnTo>
                  <a:lnTo>
                    <a:pt x="143" y="12"/>
                  </a:lnTo>
                  <a:lnTo>
                    <a:pt x="128" y="126"/>
                  </a:lnTo>
                  <a:lnTo>
                    <a:pt x="56" y="136"/>
                  </a:lnTo>
                  <a:lnTo>
                    <a:pt x="0" y="6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8" name="Freeform 150">
              <a:extLst>
                <a:ext uri="{FF2B5EF4-FFF2-40B4-BE49-F238E27FC236}">
                  <a16:creationId xmlns:a16="http://schemas.microsoft.com/office/drawing/2014/main" id="{B867BBAE-C993-EE41-5090-712FC7B5A8D9}"/>
                </a:ext>
              </a:extLst>
            </p:cNvPr>
            <p:cNvSpPr>
              <a:spLocks noChangeAspect="1"/>
            </p:cNvSpPr>
            <p:nvPr/>
          </p:nvSpPr>
          <p:spPr bwMode="gray">
            <a:xfrm>
              <a:off x="2929" y="923"/>
              <a:ext cx="158" cy="138"/>
            </a:xfrm>
            <a:custGeom>
              <a:avLst/>
              <a:gdLst>
                <a:gd name="T0" fmla="*/ 0 w 367"/>
                <a:gd name="T1" fmla="*/ 33 h 262"/>
                <a:gd name="T2" fmla="*/ 3 w 367"/>
                <a:gd name="T3" fmla="*/ 64 h 262"/>
                <a:gd name="T4" fmla="*/ 41 w 367"/>
                <a:gd name="T5" fmla="*/ 64 h 262"/>
                <a:gd name="T6" fmla="*/ 28 w 367"/>
                <a:gd name="T7" fmla="*/ 80 h 262"/>
                <a:gd name="T8" fmla="*/ 56 w 367"/>
                <a:gd name="T9" fmla="*/ 91 h 262"/>
                <a:gd name="T10" fmla="*/ 20 w 367"/>
                <a:gd name="T11" fmla="*/ 88 h 262"/>
                <a:gd name="T12" fmla="*/ 86 w 367"/>
                <a:gd name="T13" fmla="*/ 117 h 262"/>
                <a:gd name="T14" fmla="*/ 58 w 367"/>
                <a:gd name="T15" fmla="*/ 126 h 262"/>
                <a:gd name="T16" fmla="*/ 77 w 367"/>
                <a:gd name="T17" fmla="*/ 146 h 262"/>
                <a:gd name="T18" fmla="*/ 135 w 367"/>
                <a:gd name="T19" fmla="*/ 135 h 262"/>
                <a:gd name="T20" fmla="*/ 133 w 367"/>
                <a:gd name="T21" fmla="*/ 108 h 262"/>
                <a:gd name="T22" fmla="*/ 163 w 367"/>
                <a:gd name="T23" fmla="*/ 97 h 262"/>
                <a:gd name="T24" fmla="*/ 168 w 367"/>
                <a:gd name="T25" fmla="*/ 128 h 262"/>
                <a:gd name="T26" fmla="*/ 203 w 367"/>
                <a:gd name="T27" fmla="*/ 108 h 262"/>
                <a:gd name="T28" fmla="*/ 196 w 367"/>
                <a:gd name="T29" fmla="*/ 128 h 262"/>
                <a:gd name="T30" fmla="*/ 229 w 367"/>
                <a:gd name="T31" fmla="*/ 129 h 262"/>
                <a:gd name="T32" fmla="*/ 102 w 367"/>
                <a:gd name="T33" fmla="*/ 159 h 262"/>
                <a:gd name="T34" fmla="*/ 108 w 367"/>
                <a:gd name="T35" fmla="*/ 181 h 262"/>
                <a:gd name="T36" fmla="*/ 212 w 367"/>
                <a:gd name="T37" fmla="*/ 164 h 262"/>
                <a:gd name="T38" fmla="*/ 141 w 367"/>
                <a:gd name="T39" fmla="*/ 186 h 262"/>
                <a:gd name="T40" fmla="*/ 182 w 367"/>
                <a:gd name="T41" fmla="*/ 198 h 262"/>
                <a:gd name="T42" fmla="*/ 110 w 367"/>
                <a:gd name="T43" fmla="*/ 208 h 262"/>
                <a:gd name="T44" fmla="*/ 218 w 367"/>
                <a:gd name="T45" fmla="*/ 262 h 262"/>
                <a:gd name="T46" fmla="*/ 286 w 367"/>
                <a:gd name="T47" fmla="*/ 128 h 262"/>
                <a:gd name="T48" fmla="*/ 367 w 367"/>
                <a:gd name="T49" fmla="*/ 96 h 262"/>
                <a:gd name="T50" fmla="*/ 278 w 367"/>
                <a:gd name="T51" fmla="*/ 72 h 262"/>
                <a:gd name="T52" fmla="*/ 264 w 367"/>
                <a:gd name="T53" fmla="*/ 38 h 262"/>
                <a:gd name="T54" fmla="*/ 239 w 367"/>
                <a:gd name="T55" fmla="*/ 59 h 262"/>
                <a:gd name="T56" fmla="*/ 251 w 367"/>
                <a:gd name="T57" fmla="*/ 27 h 262"/>
                <a:gd name="T58" fmla="*/ 188 w 367"/>
                <a:gd name="T59" fmla="*/ 0 h 262"/>
                <a:gd name="T60" fmla="*/ 169 w 367"/>
                <a:gd name="T61" fmla="*/ 27 h 262"/>
                <a:gd name="T62" fmla="*/ 197 w 367"/>
                <a:gd name="T63" fmla="*/ 91 h 262"/>
                <a:gd name="T64" fmla="*/ 129 w 367"/>
                <a:gd name="T65" fmla="*/ 26 h 262"/>
                <a:gd name="T66" fmla="*/ 108 w 367"/>
                <a:gd name="T67" fmla="*/ 38 h 262"/>
                <a:gd name="T68" fmla="*/ 121 w 367"/>
                <a:gd name="T69" fmla="*/ 71 h 262"/>
                <a:gd name="T70" fmla="*/ 55 w 367"/>
                <a:gd name="T71" fmla="*/ 42 h 262"/>
                <a:gd name="T72" fmla="*/ 102 w 367"/>
                <a:gd name="T73" fmla="*/ 24 h 262"/>
                <a:gd name="T74" fmla="*/ 0 w 367"/>
                <a:gd name="T75" fmla="*/ 33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262">
                  <a:moveTo>
                    <a:pt x="0" y="33"/>
                  </a:moveTo>
                  <a:lnTo>
                    <a:pt x="3" y="64"/>
                  </a:lnTo>
                  <a:lnTo>
                    <a:pt x="41" y="64"/>
                  </a:lnTo>
                  <a:lnTo>
                    <a:pt x="28" y="80"/>
                  </a:lnTo>
                  <a:lnTo>
                    <a:pt x="56" y="91"/>
                  </a:lnTo>
                  <a:lnTo>
                    <a:pt x="20" y="88"/>
                  </a:lnTo>
                  <a:lnTo>
                    <a:pt x="86" y="117"/>
                  </a:lnTo>
                  <a:lnTo>
                    <a:pt x="58" y="126"/>
                  </a:lnTo>
                  <a:lnTo>
                    <a:pt x="77" y="146"/>
                  </a:lnTo>
                  <a:lnTo>
                    <a:pt x="135" y="135"/>
                  </a:lnTo>
                  <a:lnTo>
                    <a:pt x="133" y="108"/>
                  </a:lnTo>
                  <a:lnTo>
                    <a:pt x="163" y="97"/>
                  </a:lnTo>
                  <a:lnTo>
                    <a:pt x="168" y="128"/>
                  </a:lnTo>
                  <a:lnTo>
                    <a:pt x="203" y="108"/>
                  </a:lnTo>
                  <a:lnTo>
                    <a:pt x="196" y="128"/>
                  </a:lnTo>
                  <a:lnTo>
                    <a:pt x="229" y="129"/>
                  </a:lnTo>
                  <a:lnTo>
                    <a:pt x="102" y="159"/>
                  </a:lnTo>
                  <a:lnTo>
                    <a:pt x="108" y="181"/>
                  </a:lnTo>
                  <a:lnTo>
                    <a:pt x="212" y="164"/>
                  </a:lnTo>
                  <a:lnTo>
                    <a:pt x="141" y="186"/>
                  </a:lnTo>
                  <a:lnTo>
                    <a:pt x="182" y="198"/>
                  </a:lnTo>
                  <a:lnTo>
                    <a:pt x="110" y="208"/>
                  </a:lnTo>
                  <a:lnTo>
                    <a:pt x="218" y="262"/>
                  </a:lnTo>
                  <a:lnTo>
                    <a:pt x="286" y="128"/>
                  </a:lnTo>
                  <a:lnTo>
                    <a:pt x="367" y="96"/>
                  </a:lnTo>
                  <a:lnTo>
                    <a:pt x="278" y="72"/>
                  </a:lnTo>
                  <a:lnTo>
                    <a:pt x="264" y="38"/>
                  </a:lnTo>
                  <a:lnTo>
                    <a:pt x="239" y="59"/>
                  </a:lnTo>
                  <a:lnTo>
                    <a:pt x="251" y="27"/>
                  </a:lnTo>
                  <a:lnTo>
                    <a:pt x="188" y="0"/>
                  </a:lnTo>
                  <a:lnTo>
                    <a:pt x="169" y="27"/>
                  </a:lnTo>
                  <a:lnTo>
                    <a:pt x="197" y="91"/>
                  </a:lnTo>
                  <a:lnTo>
                    <a:pt x="129" y="26"/>
                  </a:lnTo>
                  <a:lnTo>
                    <a:pt x="108" y="38"/>
                  </a:lnTo>
                  <a:lnTo>
                    <a:pt x="121" y="71"/>
                  </a:lnTo>
                  <a:lnTo>
                    <a:pt x="55" y="42"/>
                  </a:lnTo>
                  <a:lnTo>
                    <a:pt x="102" y="24"/>
                  </a:lnTo>
                  <a:lnTo>
                    <a:pt x="0" y="3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79" name="Freeform 151">
              <a:extLst>
                <a:ext uri="{FF2B5EF4-FFF2-40B4-BE49-F238E27FC236}">
                  <a16:creationId xmlns:a16="http://schemas.microsoft.com/office/drawing/2014/main" id="{5219FEE5-BFF2-A011-1DC3-D93CE5478B18}"/>
                </a:ext>
              </a:extLst>
            </p:cNvPr>
            <p:cNvSpPr>
              <a:spLocks noChangeAspect="1"/>
            </p:cNvSpPr>
            <p:nvPr/>
          </p:nvSpPr>
          <p:spPr bwMode="gray">
            <a:xfrm>
              <a:off x="3031" y="905"/>
              <a:ext cx="145" cy="57"/>
            </a:xfrm>
            <a:custGeom>
              <a:avLst/>
              <a:gdLst>
                <a:gd name="T0" fmla="*/ 0 w 333"/>
                <a:gd name="T1" fmla="*/ 29 h 110"/>
                <a:gd name="T2" fmla="*/ 49 w 333"/>
                <a:gd name="T3" fmla="*/ 38 h 110"/>
                <a:gd name="T4" fmla="*/ 17 w 333"/>
                <a:gd name="T5" fmla="*/ 51 h 110"/>
                <a:gd name="T6" fmla="*/ 30 w 333"/>
                <a:gd name="T7" fmla="*/ 61 h 110"/>
                <a:gd name="T8" fmla="*/ 153 w 333"/>
                <a:gd name="T9" fmla="*/ 60 h 110"/>
                <a:gd name="T10" fmla="*/ 76 w 333"/>
                <a:gd name="T11" fmla="*/ 76 h 110"/>
                <a:gd name="T12" fmla="*/ 198 w 333"/>
                <a:gd name="T13" fmla="*/ 110 h 110"/>
                <a:gd name="T14" fmla="*/ 280 w 333"/>
                <a:gd name="T15" fmla="*/ 89 h 110"/>
                <a:gd name="T16" fmla="*/ 333 w 333"/>
                <a:gd name="T17" fmla="*/ 51 h 110"/>
                <a:gd name="T18" fmla="*/ 318 w 333"/>
                <a:gd name="T19" fmla="*/ 33 h 110"/>
                <a:gd name="T20" fmla="*/ 240 w 333"/>
                <a:gd name="T21" fmla="*/ 34 h 110"/>
                <a:gd name="T22" fmla="*/ 253 w 333"/>
                <a:gd name="T23" fmla="*/ 13 h 110"/>
                <a:gd name="T24" fmla="*/ 189 w 333"/>
                <a:gd name="T25" fmla="*/ 34 h 110"/>
                <a:gd name="T26" fmla="*/ 180 w 333"/>
                <a:gd name="T27" fmla="*/ 0 h 110"/>
                <a:gd name="T28" fmla="*/ 164 w 333"/>
                <a:gd name="T29" fmla="*/ 44 h 110"/>
                <a:gd name="T30" fmla="*/ 76 w 333"/>
                <a:gd name="T31" fmla="*/ 0 h 110"/>
                <a:gd name="T32" fmla="*/ 78 w 333"/>
                <a:gd name="T33" fmla="*/ 27 h 110"/>
                <a:gd name="T34" fmla="*/ 52 w 333"/>
                <a:gd name="T35" fmla="*/ 13 h 110"/>
                <a:gd name="T36" fmla="*/ 63 w 333"/>
                <a:gd name="T37" fmla="*/ 39 h 110"/>
                <a:gd name="T38" fmla="*/ 0 w 333"/>
                <a:gd name="T39" fmla="*/ 2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3" h="110">
                  <a:moveTo>
                    <a:pt x="0" y="29"/>
                  </a:moveTo>
                  <a:lnTo>
                    <a:pt x="49" y="38"/>
                  </a:lnTo>
                  <a:lnTo>
                    <a:pt x="17" y="51"/>
                  </a:lnTo>
                  <a:lnTo>
                    <a:pt x="30" y="61"/>
                  </a:lnTo>
                  <a:lnTo>
                    <a:pt x="153" y="60"/>
                  </a:lnTo>
                  <a:lnTo>
                    <a:pt x="76" y="76"/>
                  </a:lnTo>
                  <a:lnTo>
                    <a:pt x="198" y="110"/>
                  </a:lnTo>
                  <a:lnTo>
                    <a:pt x="280" y="89"/>
                  </a:lnTo>
                  <a:lnTo>
                    <a:pt x="333" y="51"/>
                  </a:lnTo>
                  <a:lnTo>
                    <a:pt x="318" y="33"/>
                  </a:lnTo>
                  <a:lnTo>
                    <a:pt x="240" y="34"/>
                  </a:lnTo>
                  <a:lnTo>
                    <a:pt x="253" y="13"/>
                  </a:lnTo>
                  <a:lnTo>
                    <a:pt x="189" y="34"/>
                  </a:lnTo>
                  <a:lnTo>
                    <a:pt x="180" y="0"/>
                  </a:lnTo>
                  <a:lnTo>
                    <a:pt x="164" y="44"/>
                  </a:lnTo>
                  <a:lnTo>
                    <a:pt x="76" y="0"/>
                  </a:lnTo>
                  <a:lnTo>
                    <a:pt x="78" y="27"/>
                  </a:lnTo>
                  <a:lnTo>
                    <a:pt x="52" y="13"/>
                  </a:lnTo>
                  <a:lnTo>
                    <a:pt x="63" y="39"/>
                  </a:lnTo>
                  <a:lnTo>
                    <a:pt x="0" y="2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0" name="Freeform 152">
              <a:extLst>
                <a:ext uri="{FF2B5EF4-FFF2-40B4-BE49-F238E27FC236}">
                  <a16:creationId xmlns:a16="http://schemas.microsoft.com/office/drawing/2014/main" id="{2880986C-78B5-41F9-53E2-CA5CDC65A2C5}"/>
                </a:ext>
              </a:extLst>
            </p:cNvPr>
            <p:cNvSpPr>
              <a:spLocks noChangeAspect="1"/>
            </p:cNvSpPr>
            <p:nvPr/>
          </p:nvSpPr>
          <p:spPr bwMode="gray">
            <a:xfrm>
              <a:off x="3081" y="998"/>
              <a:ext cx="62" cy="37"/>
            </a:xfrm>
            <a:custGeom>
              <a:avLst/>
              <a:gdLst>
                <a:gd name="T0" fmla="*/ 0 w 143"/>
                <a:gd name="T1" fmla="*/ 57 h 71"/>
                <a:gd name="T2" fmla="*/ 12 w 143"/>
                <a:gd name="T3" fmla="*/ 20 h 71"/>
                <a:gd name="T4" fmla="*/ 71 w 143"/>
                <a:gd name="T5" fmla="*/ 0 h 71"/>
                <a:gd name="T6" fmla="*/ 81 w 143"/>
                <a:gd name="T7" fmla="*/ 20 h 71"/>
                <a:gd name="T8" fmla="*/ 143 w 143"/>
                <a:gd name="T9" fmla="*/ 37 h 71"/>
                <a:gd name="T10" fmla="*/ 56 w 143"/>
                <a:gd name="T11" fmla="*/ 71 h 71"/>
                <a:gd name="T12" fmla="*/ 71 w 143"/>
                <a:gd name="T13" fmla="*/ 53 h 71"/>
                <a:gd name="T14" fmla="*/ 0 w 143"/>
                <a:gd name="T15" fmla="*/ 57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71">
                  <a:moveTo>
                    <a:pt x="0" y="57"/>
                  </a:moveTo>
                  <a:lnTo>
                    <a:pt x="12" y="20"/>
                  </a:lnTo>
                  <a:lnTo>
                    <a:pt x="71" y="0"/>
                  </a:lnTo>
                  <a:lnTo>
                    <a:pt x="81" y="20"/>
                  </a:lnTo>
                  <a:lnTo>
                    <a:pt x="143" y="37"/>
                  </a:lnTo>
                  <a:lnTo>
                    <a:pt x="56" y="71"/>
                  </a:lnTo>
                  <a:lnTo>
                    <a:pt x="71" y="53"/>
                  </a:lnTo>
                  <a:lnTo>
                    <a:pt x="0" y="5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1" name="Freeform 153">
              <a:extLst>
                <a:ext uri="{FF2B5EF4-FFF2-40B4-BE49-F238E27FC236}">
                  <a16:creationId xmlns:a16="http://schemas.microsoft.com/office/drawing/2014/main" id="{1DD2736C-3C86-99BC-7BAC-0A18DD872D55}"/>
                </a:ext>
              </a:extLst>
            </p:cNvPr>
            <p:cNvSpPr>
              <a:spLocks noChangeAspect="1"/>
            </p:cNvSpPr>
            <p:nvPr/>
          </p:nvSpPr>
          <p:spPr bwMode="gray">
            <a:xfrm>
              <a:off x="2935" y="1319"/>
              <a:ext cx="195" cy="381"/>
            </a:xfrm>
            <a:custGeom>
              <a:avLst/>
              <a:gdLst>
                <a:gd name="T0" fmla="*/ 0 w 445"/>
                <a:gd name="T1" fmla="*/ 551 h 733"/>
                <a:gd name="T2" fmla="*/ 18 w 445"/>
                <a:gd name="T3" fmla="*/ 635 h 733"/>
                <a:gd name="T4" fmla="*/ 57 w 445"/>
                <a:gd name="T5" fmla="*/ 675 h 733"/>
                <a:gd name="T6" fmla="*/ 52 w 445"/>
                <a:gd name="T7" fmla="*/ 733 h 733"/>
                <a:gd name="T8" fmla="*/ 161 w 445"/>
                <a:gd name="T9" fmla="*/ 694 h 733"/>
                <a:gd name="T10" fmla="*/ 189 w 445"/>
                <a:gd name="T11" fmla="*/ 578 h 733"/>
                <a:gd name="T12" fmla="*/ 169 w 445"/>
                <a:gd name="T13" fmla="*/ 574 h 733"/>
                <a:gd name="T14" fmla="*/ 249 w 445"/>
                <a:gd name="T15" fmla="*/ 538 h 733"/>
                <a:gd name="T16" fmla="*/ 172 w 445"/>
                <a:gd name="T17" fmla="*/ 530 h 733"/>
                <a:gd name="T18" fmla="*/ 231 w 445"/>
                <a:gd name="T19" fmla="*/ 538 h 733"/>
                <a:gd name="T20" fmla="*/ 263 w 445"/>
                <a:gd name="T21" fmla="*/ 508 h 733"/>
                <a:gd name="T22" fmla="*/ 215 w 445"/>
                <a:gd name="T23" fmla="*/ 471 h 733"/>
                <a:gd name="T24" fmla="*/ 171 w 445"/>
                <a:gd name="T25" fmla="*/ 497 h 733"/>
                <a:gd name="T26" fmla="*/ 207 w 445"/>
                <a:gd name="T27" fmla="*/ 474 h 733"/>
                <a:gd name="T28" fmla="*/ 208 w 445"/>
                <a:gd name="T29" fmla="*/ 368 h 733"/>
                <a:gd name="T30" fmla="*/ 358 w 445"/>
                <a:gd name="T31" fmla="*/ 268 h 733"/>
                <a:gd name="T32" fmla="*/ 347 w 445"/>
                <a:gd name="T33" fmla="*/ 246 h 733"/>
                <a:gd name="T34" fmla="*/ 373 w 445"/>
                <a:gd name="T35" fmla="*/ 196 h 733"/>
                <a:gd name="T36" fmla="*/ 445 w 445"/>
                <a:gd name="T37" fmla="*/ 180 h 733"/>
                <a:gd name="T38" fmla="*/ 427 w 445"/>
                <a:gd name="T39" fmla="*/ 61 h 733"/>
                <a:gd name="T40" fmla="*/ 325 w 445"/>
                <a:gd name="T41" fmla="*/ 0 h 733"/>
                <a:gd name="T42" fmla="*/ 309 w 445"/>
                <a:gd name="T43" fmla="*/ 0 h 733"/>
                <a:gd name="T44" fmla="*/ 308 w 445"/>
                <a:gd name="T45" fmla="*/ 39 h 733"/>
                <a:gd name="T46" fmla="*/ 244 w 445"/>
                <a:gd name="T47" fmla="*/ 32 h 733"/>
                <a:gd name="T48" fmla="*/ 231 w 445"/>
                <a:gd name="T49" fmla="*/ 61 h 733"/>
                <a:gd name="T50" fmla="*/ 188 w 445"/>
                <a:gd name="T51" fmla="*/ 70 h 733"/>
                <a:gd name="T52" fmla="*/ 176 w 445"/>
                <a:gd name="T53" fmla="*/ 118 h 733"/>
                <a:gd name="T54" fmla="*/ 115 w 445"/>
                <a:gd name="T55" fmla="*/ 175 h 733"/>
                <a:gd name="T56" fmla="*/ 87 w 445"/>
                <a:gd name="T57" fmla="*/ 253 h 733"/>
                <a:gd name="T58" fmla="*/ 100 w 445"/>
                <a:gd name="T59" fmla="*/ 285 h 733"/>
                <a:gd name="T60" fmla="*/ 35 w 445"/>
                <a:gd name="T61" fmla="*/ 310 h 733"/>
                <a:gd name="T62" fmla="*/ 33 w 445"/>
                <a:gd name="T63" fmla="*/ 412 h 733"/>
                <a:gd name="T64" fmla="*/ 51 w 445"/>
                <a:gd name="T65" fmla="*/ 433 h 733"/>
                <a:gd name="T66" fmla="*/ 33 w 445"/>
                <a:gd name="T67" fmla="*/ 454 h 733"/>
                <a:gd name="T68" fmla="*/ 40 w 445"/>
                <a:gd name="T69" fmla="*/ 499 h 733"/>
                <a:gd name="T70" fmla="*/ 0 w 445"/>
                <a:gd name="T71" fmla="*/ 551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5" h="733">
                  <a:moveTo>
                    <a:pt x="0" y="551"/>
                  </a:moveTo>
                  <a:lnTo>
                    <a:pt x="18" y="635"/>
                  </a:lnTo>
                  <a:lnTo>
                    <a:pt x="57" y="675"/>
                  </a:lnTo>
                  <a:lnTo>
                    <a:pt x="52" y="733"/>
                  </a:lnTo>
                  <a:lnTo>
                    <a:pt x="161" y="694"/>
                  </a:lnTo>
                  <a:lnTo>
                    <a:pt x="189" y="578"/>
                  </a:lnTo>
                  <a:lnTo>
                    <a:pt x="169" y="574"/>
                  </a:lnTo>
                  <a:lnTo>
                    <a:pt x="249" y="538"/>
                  </a:lnTo>
                  <a:lnTo>
                    <a:pt x="172" y="530"/>
                  </a:lnTo>
                  <a:lnTo>
                    <a:pt x="231" y="538"/>
                  </a:lnTo>
                  <a:lnTo>
                    <a:pt x="263" y="508"/>
                  </a:lnTo>
                  <a:lnTo>
                    <a:pt x="215" y="471"/>
                  </a:lnTo>
                  <a:lnTo>
                    <a:pt x="171" y="497"/>
                  </a:lnTo>
                  <a:lnTo>
                    <a:pt x="207" y="474"/>
                  </a:lnTo>
                  <a:lnTo>
                    <a:pt x="208" y="368"/>
                  </a:lnTo>
                  <a:lnTo>
                    <a:pt x="358" y="268"/>
                  </a:lnTo>
                  <a:lnTo>
                    <a:pt x="347" y="246"/>
                  </a:lnTo>
                  <a:lnTo>
                    <a:pt x="373" y="196"/>
                  </a:lnTo>
                  <a:lnTo>
                    <a:pt x="445" y="180"/>
                  </a:lnTo>
                  <a:lnTo>
                    <a:pt x="427" y="61"/>
                  </a:lnTo>
                  <a:lnTo>
                    <a:pt x="325" y="0"/>
                  </a:lnTo>
                  <a:lnTo>
                    <a:pt x="309" y="0"/>
                  </a:lnTo>
                  <a:lnTo>
                    <a:pt x="308" y="39"/>
                  </a:lnTo>
                  <a:lnTo>
                    <a:pt x="244" y="32"/>
                  </a:lnTo>
                  <a:lnTo>
                    <a:pt x="231" y="61"/>
                  </a:lnTo>
                  <a:lnTo>
                    <a:pt x="188" y="70"/>
                  </a:lnTo>
                  <a:lnTo>
                    <a:pt x="176" y="118"/>
                  </a:lnTo>
                  <a:lnTo>
                    <a:pt x="115" y="175"/>
                  </a:lnTo>
                  <a:lnTo>
                    <a:pt x="87" y="253"/>
                  </a:lnTo>
                  <a:lnTo>
                    <a:pt x="100" y="285"/>
                  </a:lnTo>
                  <a:lnTo>
                    <a:pt x="35" y="310"/>
                  </a:lnTo>
                  <a:lnTo>
                    <a:pt x="33" y="412"/>
                  </a:lnTo>
                  <a:lnTo>
                    <a:pt x="51" y="433"/>
                  </a:lnTo>
                  <a:lnTo>
                    <a:pt x="33" y="454"/>
                  </a:lnTo>
                  <a:lnTo>
                    <a:pt x="40" y="499"/>
                  </a:lnTo>
                  <a:lnTo>
                    <a:pt x="0" y="5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2" name="Freeform 154">
              <a:extLst>
                <a:ext uri="{FF2B5EF4-FFF2-40B4-BE49-F238E27FC236}">
                  <a16:creationId xmlns:a16="http://schemas.microsoft.com/office/drawing/2014/main" id="{33C636ED-2D06-FC09-007F-9A0C70E5F587}"/>
                </a:ext>
              </a:extLst>
            </p:cNvPr>
            <p:cNvSpPr>
              <a:spLocks noChangeAspect="1"/>
            </p:cNvSpPr>
            <p:nvPr/>
          </p:nvSpPr>
          <p:spPr bwMode="gray">
            <a:xfrm>
              <a:off x="2855" y="1886"/>
              <a:ext cx="68" cy="40"/>
            </a:xfrm>
            <a:custGeom>
              <a:avLst/>
              <a:gdLst>
                <a:gd name="T0" fmla="*/ 0 w 153"/>
                <a:gd name="T1" fmla="*/ 52 h 76"/>
                <a:gd name="T2" fmla="*/ 34 w 153"/>
                <a:gd name="T3" fmla="*/ 76 h 76"/>
                <a:gd name="T4" fmla="*/ 82 w 153"/>
                <a:gd name="T5" fmla="*/ 55 h 76"/>
                <a:gd name="T6" fmla="*/ 104 w 153"/>
                <a:gd name="T7" fmla="*/ 75 h 76"/>
                <a:gd name="T8" fmla="*/ 153 w 153"/>
                <a:gd name="T9" fmla="*/ 35 h 76"/>
                <a:gd name="T10" fmla="*/ 124 w 153"/>
                <a:gd name="T11" fmla="*/ 31 h 76"/>
                <a:gd name="T12" fmla="*/ 122 w 153"/>
                <a:gd name="T13" fmla="*/ 13 h 76"/>
                <a:gd name="T14" fmla="*/ 119 w 153"/>
                <a:gd name="T15" fmla="*/ 8 h 76"/>
                <a:gd name="T16" fmla="*/ 51 w 153"/>
                <a:gd name="T17" fmla="*/ 0 h 76"/>
                <a:gd name="T18" fmla="*/ 0 w 153"/>
                <a:gd name="T19" fmla="*/ 5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76">
                  <a:moveTo>
                    <a:pt x="0" y="52"/>
                  </a:moveTo>
                  <a:lnTo>
                    <a:pt x="34" y="76"/>
                  </a:lnTo>
                  <a:lnTo>
                    <a:pt x="82" y="55"/>
                  </a:lnTo>
                  <a:lnTo>
                    <a:pt x="104" y="75"/>
                  </a:lnTo>
                  <a:lnTo>
                    <a:pt x="153" y="35"/>
                  </a:lnTo>
                  <a:lnTo>
                    <a:pt x="124" y="31"/>
                  </a:lnTo>
                  <a:lnTo>
                    <a:pt x="122" y="13"/>
                  </a:lnTo>
                  <a:lnTo>
                    <a:pt x="119" y="8"/>
                  </a:lnTo>
                  <a:lnTo>
                    <a:pt x="51" y="0"/>
                  </a:lnTo>
                  <a:lnTo>
                    <a:pt x="0" y="5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3" name="Freeform 155">
              <a:extLst>
                <a:ext uri="{FF2B5EF4-FFF2-40B4-BE49-F238E27FC236}">
                  <a16:creationId xmlns:a16="http://schemas.microsoft.com/office/drawing/2014/main" id="{2A670353-D601-9111-0B24-6C7C99C19EC7}"/>
                </a:ext>
              </a:extLst>
            </p:cNvPr>
            <p:cNvSpPr>
              <a:spLocks noChangeAspect="1"/>
            </p:cNvSpPr>
            <p:nvPr/>
          </p:nvSpPr>
          <p:spPr bwMode="gray">
            <a:xfrm>
              <a:off x="3300" y="2114"/>
              <a:ext cx="107" cy="98"/>
            </a:xfrm>
            <a:custGeom>
              <a:avLst/>
              <a:gdLst>
                <a:gd name="T0" fmla="*/ 0 w 247"/>
                <a:gd name="T1" fmla="*/ 175 h 189"/>
                <a:gd name="T2" fmla="*/ 5 w 247"/>
                <a:gd name="T3" fmla="*/ 155 h 189"/>
                <a:gd name="T4" fmla="*/ 41 w 247"/>
                <a:gd name="T5" fmla="*/ 115 h 189"/>
                <a:gd name="T6" fmla="*/ 20 w 247"/>
                <a:gd name="T7" fmla="*/ 97 h 189"/>
                <a:gd name="T8" fmla="*/ 19 w 247"/>
                <a:gd name="T9" fmla="*/ 48 h 189"/>
                <a:gd name="T10" fmla="*/ 41 w 247"/>
                <a:gd name="T11" fmla="*/ 10 h 189"/>
                <a:gd name="T12" fmla="*/ 247 w 247"/>
                <a:gd name="T13" fmla="*/ 0 h 189"/>
                <a:gd name="T14" fmla="*/ 209 w 247"/>
                <a:gd name="T15" fmla="*/ 28 h 189"/>
                <a:gd name="T16" fmla="*/ 196 w 247"/>
                <a:gd name="T17" fmla="*/ 104 h 189"/>
                <a:gd name="T18" fmla="*/ 112 w 247"/>
                <a:gd name="T19" fmla="*/ 149 h 189"/>
                <a:gd name="T20" fmla="*/ 37 w 247"/>
                <a:gd name="T21" fmla="*/ 189 h 189"/>
                <a:gd name="T22" fmla="*/ 0 w 247"/>
                <a:gd name="T23" fmla="*/ 17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7" h="189">
                  <a:moveTo>
                    <a:pt x="0" y="175"/>
                  </a:moveTo>
                  <a:lnTo>
                    <a:pt x="5" y="155"/>
                  </a:lnTo>
                  <a:lnTo>
                    <a:pt x="41" y="115"/>
                  </a:lnTo>
                  <a:lnTo>
                    <a:pt x="20" y="97"/>
                  </a:lnTo>
                  <a:lnTo>
                    <a:pt x="19" y="48"/>
                  </a:lnTo>
                  <a:lnTo>
                    <a:pt x="41" y="10"/>
                  </a:lnTo>
                  <a:lnTo>
                    <a:pt x="247" y="0"/>
                  </a:lnTo>
                  <a:lnTo>
                    <a:pt x="209" y="28"/>
                  </a:lnTo>
                  <a:lnTo>
                    <a:pt x="196" y="104"/>
                  </a:lnTo>
                  <a:lnTo>
                    <a:pt x="112" y="149"/>
                  </a:lnTo>
                  <a:lnTo>
                    <a:pt x="37" y="189"/>
                  </a:lnTo>
                  <a:lnTo>
                    <a:pt x="0" y="17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4" name="Freeform 156">
              <a:extLst>
                <a:ext uri="{FF2B5EF4-FFF2-40B4-BE49-F238E27FC236}">
                  <a16:creationId xmlns:a16="http://schemas.microsoft.com/office/drawing/2014/main" id="{EB584D10-BC69-A03C-7228-35EB8FE697F3}"/>
                </a:ext>
              </a:extLst>
            </p:cNvPr>
            <p:cNvSpPr>
              <a:spLocks noChangeAspect="1"/>
            </p:cNvSpPr>
            <p:nvPr/>
          </p:nvSpPr>
          <p:spPr bwMode="gray">
            <a:xfrm>
              <a:off x="4236" y="2437"/>
              <a:ext cx="120" cy="274"/>
            </a:xfrm>
            <a:custGeom>
              <a:avLst/>
              <a:gdLst>
                <a:gd name="T0" fmla="*/ 0 w 275"/>
                <a:gd name="T1" fmla="*/ 84 h 529"/>
                <a:gd name="T2" fmla="*/ 19 w 275"/>
                <a:gd name="T3" fmla="*/ 43 h 529"/>
                <a:gd name="T4" fmla="*/ 93 w 275"/>
                <a:gd name="T5" fmla="*/ 0 h 529"/>
                <a:gd name="T6" fmla="*/ 126 w 275"/>
                <a:gd name="T7" fmla="*/ 41 h 529"/>
                <a:gd name="T8" fmla="*/ 116 w 275"/>
                <a:gd name="T9" fmla="*/ 112 h 529"/>
                <a:gd name="T10" fmla="*/ 204 w 275"/>
                <a:gd name="T11" fmla="*/ 80 h 529"/>
                <a:gd name="T12" fmla="*/ 242 w 275"/>
                <a:gd name="T13" fmla="*/ 112 h 529"/>
                <a:gd name="T14" fmla="*/ 275 w 275"/>
                <a:gd name="T15" fmla="*/ 182 h 529"/>
                <a:gd name="T16" fmla="*/ 263 w 275"/>
                <a:gd name="T17" fmla="*/ 226 h 529"/>
                <a:gd name="T18" fmla="*/ 196 w 275"/>
                <a:gd name="T19" fmla="*/ 223 h 529"/>
                <a:gd name="T20" fmla="*/ 172 w 275"/>
                <a:gd name="T21" fmla="*/ 244 h 529"/>
                <a:gd name="T22" fmla="*/ 185 w 275"/>
                <a:gd name="T23" fmla="*/ 318 h 529"/>
                <a:gd name="T24" fmla="*/ 95 w 275"/>
                <a:gd name="T25" fmla="*/ 254 h 529"/>
                <a:gd name="T26" fmla="*/ 57 w 275"/>
                <a:gd name="T27" fmla="*/ 368 h 529"/>
                <a:gd name="T28" fmla="*/ 100 w 275"/>
                <a:gd name="T29" fmla="*/ 472 h 529"/>
                <a:gd name="T30" fmla="*/ 161 w 275"/>
                <a:gd name="T31" fmla="*/ 510 h 529"/>
                <a:gd name="T32" fmla="*/ 129 w 275"/>
                <a:gd name="T33" fmla="*/ 529 h 529"/>
                <a:gd name="T34" fmla="*/ 121 w 275"/>
                <a:gd name="T35" fmla="*/ 499 h 529"/>
                <a:gd name="T36" fmla="*/ 95 w 275"/>
                <a:gd name="T37" fmla="*/ 499 h 529"/>
                <a:gd name="T38" fmla="*/ 26 w 275"/>
                <a:gd name="T39" fmla="*/ 440 h 529"/>
                <a:gd name="T40" fmla="*/ 38 w 275"/>
                <a:gd name="T41" fmla="*/ 373 h 529"/>
                <a:gd name="T42" fmla="*/ 73 w 275"/>
                <a:gd name="T43" fmla="*/ 310 h 529"/>
                <a:gd name="T44" fmla="*/ 24 w 275"/>
                <a:gd name="T45" fmla="*/ 208 h 529"/>
                <a:gd name="T46" fmla="*/ 40 w 275"/>
                <a:gd name="T47" fmla="*/ 162 h 529"/>
                <a:gd name="T48" fmla="*/ 0 w 275"/>
                <a:gd name="T49" fmla="*/ 8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529">
                  <a:moveTo>
                    <a:pt x="0" y="84"/>
                  </a:moveTo>
                  <a:lnTo>
                    <a:pt x="19" y="43"/>
                  </a:lnTo>
                  <a:lnTo>
                    <a:pt x="93" y="0"/>
                  </a:lnTo>
                  <a:lnTo>
                    <a:pt x="126" y="41"/>
                  </a:lnTo>
                  <a:lnTo>
                    <a:pt x="116" y="112"/>
                  </a:lnTo>
                  <a:lnTo>
                    <a:pt x="204" y="80"/>
                  </a:lnTo>
                  <a:lnTo>
                    <a:pt x="242" y="112"/>
                  </a:lnTo>
                  <a:lnTo>
                    <a:pt x="275" y="182"/>
                  </a:lnTo>
                  <a:lnTo>
                    <a:pt x="263" y="226"/>
                  </a:lnTo>
                  <a:lnTo>
                    <a:pt x="196" y="223"/>
                  </a:lnTo>
                  <a:lnTo>
                    <a:pt x="172" y="244"/>
                  </a:lnTo>
                  <a:lnTo>
                    <a:pt x="185" y="318"/>
                  </a:lnTo>
                  <a:lnTo>
                    <a:pt x="95" y="254"/>
                  </a:lnTo>
                  <a:lnTo>
                    <a:pt x="57" y="368"/>
                  </a:lnTo>
                  <a:lnTo>
                    <a:pt x="100" y="472"/>
                  </a:lnTo>
                  <a:lnTo>
                    <a:pt x="161" y="510"/>
                  </a:lnTo>
                  <a:lnTo>
                    <a:pt x="129" y="529"/>
                  </a:lnTo>
                  <a:lnTo>
                    <a:pt x="121" y="499"/>
                  </a:lnTo>
                  <a:lnTo>
                    <a:pt x="95" y="499"/>
                  </a:lnTo>
                  <a:lnTo>
                    <a:pt x="26" y="440"/>
                  </a:lnTo>
                  <a:lnTo>
                    <a:pt x="38" y="373"/>
                  </a:lnTo>
                  <a:lnTo>
                    <a:pt x="73" y="310"/>
                  </a:lnTo>
                  <a:lnTo>
                    <a:pt x="24" y="208"/>
                  </a:lnTo>
                  <a:lnTo>
                    <a:pt x="40" y="162"/>
                  </a:lnTo>
                  <a:lnTo>
                    <a:pt x="0" y="8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5" name="Freeform 157">
              <a:extLst>
                <a:ext uri="{FF2B5EF4-FFF2-40B4-BE49-F238E27FC236}">
                  <a16:creationId xmlns:a16="http://schemas.microsoft.com/office/drawing/2014/main" id="{557F8994-959F-EF10-822A-570D428D443D}"/>
                </a:ext>
              </a:extLst>
            </p:cNvPr>
            <p:cNvSpPr>
              <a:spLocks noChangeAspect="1"/>
            </p:cNvSpPr>
            <p:nvPr/>
          </p:nvSpPr>
          <p:spPr bwMode="gray">
            <a:xfrm>
              <a:off x="1832" y="2622"/>
              <a:ext cx="15" cy="12"/>
            </a:xfrm>
            <a:custGeom>
              <a:avLst/>
              <a:gdLst>
                <a:gd name="T0" fmla="*/ 0 w 34"/>
                <a:gd name="T1" fmla="*/ 24 h 24"/>
                <a:gd name="T2" fmla="*/ 33 w 34"/>
                <a:gd name="T3" fmla="*/ 21 h 24"/>
                <a:gd name="T4" fmla="*/ 34 w 34"/>
                <a:gd name="T5" fmla="*/ 0 h 24"/>
                <a:gd name="T6" fmla="*/ 0 w 34"/>
                <a:gd name="T7" fmla="*/ 24 h 24"/>
              </a:gdLst>
              <a:ahLst/>
              <a:cxnLst>
                <a:cxn ang="0">
                  <a:pos x="T0" y="T1"/>
                </a:cxn>
                <a:cxn ang="0">
                  <a:pos x="T2" y="T3"/>
                </a:cxn>
                <a:cxn ang="0">
                  <a:pos x="T4" y="T5"/>
                </a:cxn>
                <a:cxn ang="0">
                  <a:pos x="T6" y="T7"/>
                </a:cxn>
              </a:cxnLst>
              <a:rect l="0" t="0" r="r" b="b"/>
              <a:pathLst>
                <a:path w="34" h="24">
                  <a:moveTo>
                    <a:pt x="0" y="24"/>
                  </a:moveTo>
                  <a:lnTo>
                    <a:pt x="33" y="21"/>
                  </a:lnTo>
                  <a:lnTo>
                    <a:pt x="34" y="0"/>
                  </a:lnTo>
                  <a:lnTo>
                    <a:pt x="0" y="2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6" name="Freeform 158">
              <a:extLst>
                <a:ext uri="{FF2B5EF4-FFF2-40B4-BE49-F238E27FC236}">
                  <a16:creationId xmlns:a16="http://schemas.microsoft.com/office/drawing/2014/main" id="{DED25664-771C-44F3-D338-CA5BCA4EA386}"/>
                </a:ext>
              </a:extLst>
            </p:cNvPr>
            <p:cNvSpPr>
              <a:spLocks noChangeAspect="1"/>
            </p:cNvSpPr>
            <p:nvPr/>
          </p:nvSpPr>
          <p:spPr bwMode="gray">
            <a:xfrm>
              <a:off x="3535" y="2335"/>
              <a:ext cx="79" cy="64"/>
            </a:xfrm>
            <a:custGeom>
              <a:avLst/>
              <a:gdLst>
                <a:gd name="T0" fmla="*/ 0 w 181"/>
                <a:gd name="T1" fmla="*/ 56 h 124"/>
                <a:gd name="T2" fmla="*/ 10 w 181"/>
                <a:gd name="T3" fmla="*/ 54 h 124"/>
                <a:gd name="T4" fmla="*/ 25 w 181"/>
                <a:gd name="T5" fmla="*/ 73 h 124"/>
                <a:gd name="T6" fmla="*/ 102 w 181"/>
                <a:gd name="T7" fmla="*/ 72 h 124"/>
                <a:gd name="T8" fmla="*/ 172 w 181"/>
                <a:gd name="T9" fmla="*/ 0 h 124"/>
                <a:gd name="T10" fmla="*/ 181 w 181"/>
                <a:gd name="T11" fmla="*/ 44 h 124"/>
                <a:gd name="T12" fmla="*/ 161 w 181"/>
                <a:gd name="T13" fmla="*/ 45 h 124"/>
                <a:gd name="T14" fmla="*/ 172 w 181"/>
                <a:gd name="T15" fmla="*/ 72 h 124"/>
                <a:gd name="T16" fmla="*/ 143 w 181"/>
                <a:gd name="T17" fmla="*/ 124 h 124"/>
                <a:gd name="T18" fmla="*/ 33 w 181"/>
                <a:gd name="T19" fmla="*/ 111 h 124"/>
                <a:gd name="T20" fmla="*/ 0 w 181"/>
                <a:gd name="T21" fmla="*/ 5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1" h="124">
                  <a:moveTo>
                    <a:pt x="0" y="56"/>
                  </a:moveTo>
                  <a:lnTo>
                    <a:pt x="10" y="54"/>
                  </a:lnTo>
                  <a:lnTo>
                    <a:pt x="25" y="73"/>
                  </a:lnTo>
                  <a:lnTo>
                    <a:pt x="102" y="72"/>
                  </a:lnTo>
                  <a:lnTo>
                    <a:pt x="172" y="0"/>
                  </a:lnTo>
                  <a:lnTo>
                    <a:pt x="181" y="44"/>
                  </a:lnTo>
                  <a:lnTo>
                    <a:pt x="161" y="45"/>
                  </a:lnTo>
                  <a:lnTo>
                    <a:pt x="172" y="72"/>
                  </a:lnTo>
                  <a:lnTo>
                    <a:pt x="143" y="124"/>
                  </a:lnTo>
                  <a:lnTo>
                    <a:pt x="33" y="111"/>
                  </a:lnTo>
                  <a:lnTo>
                    <a:pt x="0" y="5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7" name="Freeform 159">
              <a:extLst>
                <a:ext uri="{FF2B5EF4-FFF2-40B4-BE49-F238E27FC236}">
                  <a16:creationId xmlns:a16="http://schemas.microsoft.com/office/drawing/2014/main" id="{385CE45E-DD7F-6956-4F9D-D4F61B14B9F1}"/>
                </a:ext>
              </a:extLst>
            </p:cNvPr>
            <p:cNvSpPr>
              <a:spLocks noChangeAspect="1"/>
            </p:cNvSpPr>
            <p:nvPr/>
          </p:nvSpPr>
          <p:spPr bwMode="gray">
            <a:xfrm>
              <a:off x="2877" y="2117"/>
              <a:ext cx="61" cy="141"/>
            </a:xfrm>
            <a:custGeom>
              <a:avLst/>
              <a:gdLst>
                <a:gd name="T0" fmla="*/ 0 w 137"/>
                <a:gd name="T1" fmla="*/ 122 h 261"/>
                <a:gd name="T2" fmla="*/ 30 w 137"/>
                <a:gd name="T3" fmla="*/ 98 h 261"/>
                <a:gd name="T4" fmla="*/ 45 w 137"/>
                <a:gd name="T5" fmla="*/ 3 h 261"/>
                <a:gd name="T6" fmla="*/ 128 w 137"/>
                <a:gd name="T7" fmla="*/ 0 h 261"/>
                <a:gd name="T8" fmla="*/ 107 w 137"/>
                <a:gd name="T9" fmla="*/ 32 h 261"/>
                <a:gd name="T10" fmla="*/ 132 w 137"/>
                <a:gd name="T11" fmla="*/ 72 h 261"/>
                <a:gd name="T12" fmla="*/ 83 w 137"/>
                <a:gd name="T13" fmla="*/ 122 h 261"/>
                <a:gd name="T14" fmla="*/ 137 w 137"/>
                <a:gd name="T15" fmla="*/ 153 h 261"/>
                <a:gd name="T16" fmla="*/ 68 w 137"/>
                <a:gd name="T17" fmla="*/ 261 h 261"/>
                <a:gd name="T18" fmla="*/ 58 w 137"/>
                <a:gd name="T19" fmla="*/ 192 h 261"/>
                <a:gd name="T20" fmla="*/ 0 w 137"/>
                <a:gd name="T21" fmla="*/ 122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7" h="261">
                  <a:moveTo>
                    <a:pt x="0" y="122"/>
                  </a:moveTo>
                  <a:lnTo>
                    <a:pt x="30" y="98"/>
                  </a:lnTo>
                  <a:lnTo>
                    <a:pt x="45" y="3"/>
                  </a:lnTo>
                  <a:lnTo>
                    <a:pt x="128" y="0"/>
                  </a:lnTo>
                  <a:lnTo>
                    <a:pt x="107" y="32"/>
                  </a:lnTo>
                  <a:lnTo>
                    <a:pt x="132" y="72"/>
                  </a:lnTo>
                  <a:lnTo>
                    <a:pt x="83" y="122"/>
                  </a:lnTo>
                  <a:lnTo>
                    <a:pt x="137" y="153"/>
                  </a:lnTo>
                  <a:lnTo>
                    <a:pt x="68" y="261"/>
                  </a:lnTo>
                  <a:lnTo>
                    <a:pt x="58" y="192"/>
                  </a:lnTo>
                  <a:lnTo>
                    <a:pt x="0" y="12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8" name="Freeform 160">
              <a:extLst>
                <a:ext uri="{FF2B5EF4-FFF2-40B4-BE49-F238E27FC236}">
                  <a16:creationId xmlns:a16="http://schemas.microsoft.com/office/drawing/2014/main" id="{E840E689-4EDE-339D-A642-9E6985D35246}"/>
                </a:ext>
              </a:extLst>
            </p:cNvPr>
            <p:cNvSpPr>
              <a:spLocks noChangeAspect="1"/>
            </p:cNvSpPr>
            <p:nvPr/>
          </p:nvSpPr>
          <p:spPr bwMode="gray">
            <a:xfrm>
              <a:off x="3161" y="2014"/>
              <a:ext cx="41" cy="39"/>
            </a:xfrm>
            <a:custGeom>
              <a:avLst/>
              <a:gdLst>
                <a:gd name="T0" fmla="*/ 0 w 97"/>
                <a:gd name="T1" fmla="*/ 49 h 73"/>
                <a:gd name="T2" fmla="*/ 11 w 97"/>
                <a:gd name="T3" fmla="*/ 4 h 73"/>
                <a:gd name="T4" fmla="*/ 66 w 97"/>
                <a:gd name="T5" fmla="*/ 0 h 73"/>
                <a:gd name="T6" fmla="*/ 97 w 97"/>
                <a:gd name="T7" fmla="*/ 37 h 73"/>
                <a:gd name="T8" fmla="*/ 53 w 97"/>
                <a:gd name="T9" fmla="*/ 38 h 73"/>
                <a:gd name="T10" fmla="*/ 4 w 97"/>
                <a:gd name="T11" fmla="*/ 73 h 73"/>
                <a:gd name="T12" fmla="*/ 26 w 97"/>
                <a:gd name="T13" fmla="*/ 51 h 73"/>
                <a:gd name="T14" fmla="*/ 0 w 97"/>
                <a:gd name="T15" fmla="*/ 49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73">
                  <a:moveTo>
                    <a:pt x="0" y="49"/>
                  </a:moveTo>
                  <a:lnTo>
                    <a:pt x="11" y="4"/>
                  </a:lnTo>
                  <a:lnTo>
                    <a:pt x="66" y="0"/>
                  </a:lnTo>
                  <a:lnTo>
                    <a:pt x="97" y="37"/>
                  </a:lnTo>
                  <a:lnTo>
                    <a:pt x="53" y="38"/>
                  </a:lnTo>
                  <a:lnTo>
                    <a:pt x="4" y="73"/>
                  </a:lnTo>
                  <a:lnTo>
                    <a:pt x="26" y="51"/>
                  </a:lnTo>
                  <a:lnTo>
                    <a:pt x="0" y="4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89" name="Freeform 161">
              <a:extLst>
                <a:ext uri="{FF2B5EF4-FFF2-40B4-BE49-F238E27FC236}">
                  <a16:creationId xmlns:a16="http://schemas.microsoft.com/office/drawing/2014/main" id="{AF2FDA0E-D198-E9FF-4EBA-642A966CADCF}"/>
                </a:ext>
              </a:extLst>
            </p:cNvPr>
            <p:cNvSpPr>
              <a:spLocks noChangeAspect="1"/>
            </p:cNvSpPr>
            <p:nvPr/>
          </p:nvSpPr>
          <p:spPr bwMode="gray">
            <a:xfrm>
              <a:off x="3166" y="2011"/>
              <a:ext cx="276" cy="127"/>
            </a:xfrm>
            <a:custGeom>
              <a:avLst/>
              <a:gdLst>
                <a:gd name="T0" fmla="*/ 0 w 638"/>
                <a:gd name="T1" fmla="*/ 83 h 247"/>
                <a:gd name="T2" fmla="*/ 27 w 638"/>
                <a:gd name="T3" fmla="*/ 148 h 247"/>
                <a:gd name="T4" fmla="*/ 1 w 638"/>
                <a:gd name="T5" fmla="*/ 154 h 247"/>
                <a:gd name="T6" fmla="*/ 27 w 638"/>
                <a:gd name="T7" fmla="*/ 165 h 247"/>
                <a:gd name="T8" fmla="*/ 37 w 638"/>
                <a:gd name="T9" fmla="*/ 204 h 247"/>
                <a:gd name="T10" fmla="*/ 73 w 638"/>
                <a:gd name="T11" fmla="*/ 200 h 247"/>
                <a:gd name="T12" fmla="*/ 37 w 638"/>
                <a:gd name="T13" fmla="*/ 217 h 247"/>
                <a:gd name="T14" fmla="*/ 78 w 638"/>
                <a:gd name="T15" fmla="*/ 210 h 247"/>
                <a:gd name="T16" fmla="*/ 122 w 638"/>
                <a:gd name="T17" fmla="*/ 236 h 247"/>
                <a:gd name="T18" fmla="*/ 163 w 638"/>
                <a:gd name="T19" fmla="*/ 209 h 247"/>
                <a:gd name="T20" fmla="*/ 226 w 638"/>
                <a:gd name="T21" fmla="*/ 244 h 247"/>
                <a:gd name="T22" fmla="*/ 336 w 638"/>
                <a:gd name="T23" fmla="*/ 209 h 247"/>
                <a:gd name="T24" fmla="*/ 333 w 638"/>
                <a:gd name="T25" fmla="*/ 247 h 247"/>
                <a:gd name="T26" fmla="*/ 355 w 638"/>
                <a:gd name="T27" fmla="*/ 209 h 247"/>
                <a:gd name="T28" fmla="*/ 561 w 638"/>
                <a:gd name="T29" fmla="*/ 199 h 247"/>
                <a:gd name="T30" fmla="*/ 638 w 638"/>
                <a:gd name="T31" fmla="*/ 195 h 247"/>
                <a:gd name="T32" fmla="*/ 616 w 638"/>
                <a:gd name="T33" fmla="*/ 108 h 247"/>
                <a:gd name="T34" fmla="*/ 634 w 638"/>
                <a:gd name="T35" fmla="*/ 90 h 247"/>
                <a:gd name="T36" fmla="*/ 567 w 638"/>
                <a:gd name="T37" fmla="*/ 17 h 247"/>
                <a:gd name="T38" fmla="*/ 525 w 638"/>
                <a:gd name="T39" fmla="*/ 17 h 247"/>
                <a:gd name="T40" fmla="*/ 408 w 638"/>
                <a:gd name="T41" fmla="*/ 47 h 247"/>
                <a:gd name="T42" fmla="*/ 307 w 638"/>
                <a:gd name="T43" fmla="*/ 0 h 247"/>
                <a:gd name="T44" fmla="*/ 245 w 638"/>
                <a:gd name="T45" fmla="*/ 1 h 247"/>
                <a:gd name="T46" fmla="*/ 164 w 638"/>
                <a:gd name="T47" fmla="*/ 45 h 247"/>
                <a:gd name="T48" fmla="*/ 100 w 638"/>
                <a:gd name="T49" fmla="*/ 33 h 247"/>
                <a:gd name="T50" fmla="*/ 120 w 638"/>
                <a:gd name="T51" fmla="*/ 56 h 247"/>
                <a:gd name="T52" fmla="*/ 0 w 638"/>
                <a:gd name="T53" fmla="*/ 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8" h="247">
                  <a:moveTo>
                    <a:pt x="0" y="83"/>
                  </a:moveTo>
                  <a:lnTo>
                    <a:pt x="27" y="148"/>
                  </a:lnTo>
                  <a:lnTo>
                    <a:pt x="1" y="154"/>
                  </a:lnTo>
                  <a:lnTo>
                    <a:pt x="27" y="165"/>
                  </a:lnTo>
                  <a:lnTo>
                    <a:pt x="37" y="204"/>
                  </a:lnTo>
                  <a:lnTo>
                    <a:pt x="73" y="200"/>
                  </a:lnTo>
                  <a:lnTo>
                    <a:pt x="37" y="217"/>
                  </a:lnTo>
                  <a:lnTo>
                    <a:pt x="78" y="210"/>
                  </a:lnTo>
                  <a:lnTo>
                    <a:pt x="122" y="236"/>
                  </a:lnTo>
                  <a:lnTo>
                    <a:pt x="163" y="209"/>
                  </a:lnTo>
                  <a:lnTo>
                    <a:pt x="226" y="244"/>
                  </a:lnTo>
                  <a:lnTo>
                    <a:pt x="336" y="209"/>
                  </a:lnTo>
                  <a:lnTo>
                    <a:pt x="333" y="247"/>
                  </a:lnTo>
                  <a:lnTo>
                    <a:pt x="355" y="209"/>
                  </a:lnTo>
                  <a:lnTo>
                    <a:pt x="561" y="199"/>
                  </a:lnTo>
                  <a:lnTo>
                    <a:pt x="638" y="195"/>
                  </a:lnTo>
                  <a:lnTo>
                    <a:pt x="616" y="108"/>
                  </a:lnTo>
                  <a:lnTo>
                    <a:pt x="634" y="90"/>
                  </a:lnTo>
                  <a:lnTo>
                    <a:pt x="567" y="17"/>
                  </a:lnTo>
                  <a:lnTo>
                    <a:pt x="525" y="17"/>
                  </a:lnTo>
                  <a:lnTo>
                    <a:pt x="408" y="47"/>
                  </a:lnTo>
                  <a:lnTo>
                    <a:pt x="307" y="0"/>
                  </a:lnTo>
                  <a:lnTo>
                    <a:pt x="245" y="1"/>
                  </a:lnTo>
                  <a:lnTo>
                    <a:pt x="164" y="45"/>
                  </a:lnTo>
                  <a:lnTo>
                    <a:pt x="100" y="33"/>
                  </a:lnTo>
                  <a:lnTo>
                    <a:pt x="120" y="56"/>
                  </a:lnTo>
                  <a:lnTo>
                    <a:pt x="0" y="8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0" name="Freeform 162">
              <a:extLst>
                <a:ext uri="{FF2B5EF4-FFF2-40B4-BE49-F238E27FC236}">
                  <a16:creationId xmlns:a16="http://schemas.microsoft.com/office/drawing/2014/main" id="{BAF31A9B-7F91-863D-AEB6-BC6E85802BB4}"/>
                </a:ext>
              </a:extLst>
            </p:cNvPr>
            <p:cNvSpPr>
              <a:spLocks noChangeAspect="1"/>
            </p:cNvSpPr>
            <p:nvPr/>
          </p:nvSpPr>
          <p:spPr bwMode="gray">
            <a:xfrm>
              <a:off x="2616" y="1709"/>
              <a:ext cx="54" cy="86"/>
            </a:xfrm>
            <a:custGeom>
              <a:avLst/>
              <a:gdLst>
                <a:gd name="T0" fmla="*/ 0 w 141"/>
                <a:gd name="T1" fmla="*/ 137 h 165"/>
                <a:gd name="T2" fmla="*/ 18 w 141"/>
                <a:gd name="T3" fmla="*/ 152 h 165"/>
                <a:gd name="T4" fmla="*/ 4 w 141"/>
                <a:gd name="T5" fmla="*/ 165 h 165"/>
                <a:gd name="T6" fmla="*/ 131 w 141"/>
                <a:gd name="T7" fmla="*/ 140 h 165"/>
                <a:gd name="T8" fmla="*/ 141 w 141"/>
                <a:gd name="T9" fmla="*/ 53 h 165"/>
                <a:gd name="T10" fmla="*/ 123 w 141"/>
                <a:gd name="T11" fmla="*/ 33 h 165"/>
                <a:gd name="T12" fmla="*/ 87 w 141"/>
                <a:gd name="T13" fmla="*/ 43 h 165"/>
                <a:gd name="T14" fmla="*/ 73 w 141"/>
                <a:gd name="T15" fmla="*/ 31 h 165"/>
                <a:gd name="T16" fmla="*/ 89 w 141"/>
                <a:gd name="T17" fmla="*/ 10 h 165"/>
                <a:gd name="T18" fmla="*/ 73 w 141"/>
                <a:gd name="T19" fmla="*/ 0 h 165"/>
                <a:gd name="T20" fmla="*/ 57 w 141"/>
                <a:gd name="T21" fmla="*/ 42 h 165"/>
                <a:gd name="T22" fmla="*/ 4 w 141"/>
                <a:gd name="T23" fmla="*/ 53 h 165"/>
                <a:gd name="T24" fmla="*/ 21 w 141"/>
                <a:gd name="T25" fmla="*/ 64 h 165"/>
                <a:gd name="T26" fmla="*/ 11 w 141"/>
                <a:gd name="T27" fmla="*/ 86 h 165"/>
                <a:gd name="T28" fmla="*/ 45 w 141"/>
                <a:gd name="T29" fmla="*/ 92 h 165"/>
                <a:gd name="T30" fmla="*/ 13 w 141"/>
                <a:gd name="T31" fmla="*/ 124 h 165"/>
                <a:gd name="T32" fmla="*/ 51 w 141"/>
                <a:gd name="T33" fmla="*/ 117 h 165"/>
                <a:gd name="T34" fmla="*/ 0 w 141"/>
                <a:gd name="T35" fmla="*/ 13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165">
                  <a:moveTo>
                    <a:pt x="0" y="137"/>
                  </a:moveTo>
                  <a:lnTo>
                    <a:pt x="18" y="152"/>
                  </a:lnTo>
                  <a:lnTo>
                    <a:pt x="4" y="165"/>
                  </a:lnTo>
                  <a:lnTo>
                    <a:pt x="131" y="140"/>
                  </a:lnTo>
                  <a:lnTo>
                    <a:pt x="141" y="53"/>
                  </a:lnTo>
                  <a:lnTo>
                    <a:pt x="123" y="33"/>
                  </a:lnTo>
                  <a:lnTo>
                    <a:pt x="87" y="43"/>
                  </a:lnTo>
                  <a:lnTo>
                    <a:pt x="73" y="31"/>
                  </a:lnTo>
                  <a:lnTo>
                    <a:pt x="89" y="10"/>
                  </a:lnTo>
                  <a:lnTo>
                    <a:pt x="73" y="0"/>
                  </a:lnTo>
                  <a:lnTo>
                    <a:pt x="57" y="42"/>
                  </a:lnTo>
                  <a:lnTo>
                    <a:pt x="4" y="53"/>
                  </a:lnTo>
                  <a:lnTo>
                    <a:pt x="21" y="64"/>
                  </a:lnTo>
                  <a:lnTo>
                    <a:pt x="11" y="86"/>
                  </a:lnTo>
                  <a:lnTo>
                    <a:pt x="45" y="92"/>
                  </a:lnTo>
                  <a:lnTo>
                    <a:pt x="13" y="124"/>
                  </a:lnTo>
                  <a:lnTo>
                    <a:pt x="51" y="117"/>
                  </a:lnTo>
                  <a:lnTo>
                    <a:pt x="0" y="13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1" name="Freeform 163">
              <a:extLst>
                <a:ext uri="{FF2B5EF4-FFF2-40B4-BE49-F238E27FC236}">
                  <a16:creationId xmlns:a16="http://schemas.microsoft.com/office/drawing/2014/main" id="{6B58F5BF-CA04-E830-4926-A0FA14FB980F}"/>
                </a:ext>
              </a:extLst>
            </p:cNvPr>
            <p:cNvSpPr>
              <a:spLocks noChangeAspect="1"/>
            </p:cNvSpPr>
            <p:nvPr/>
          </p:nvSpPr>
          <p:spPr bwMode="gray">
            <a:xfrm>
              <a:off x="2645" y="1700"/>
              <a:ext cx="41" cy="37"/>
            </a:xfrm>
            <a:custGeom>
              <a:avLst/>
              <a:gdLst>
                <a:gd name="T0" fmla="*/ 0 w 90"/>
                <a:gd name="T1" fmla="*/ 42 h 64"/>
                <a:gd name="T2" fmla="*/ 14 w 90"/>
                <a:gd name="T3" fmla="*/ 54 h 64"/>
                <a:gd name="T4" fmla="*/ 50 w 90"/>
                <a:gd name="T5" fmla="*/ 44 h 64"/>
                <a:gd name="T6" fmla="*/ 68 w 90"/>
                <a:gd name="T7" fmla="*/ 64 h 64"/>
                <a:gd name="T8" fmla="*/ 90 w 90"/>
                <a:gd name="T9" fmla="*/ 42 h 64"/>
                <a:gd name="T10" fmla="*/ 69 w 90"/>
                <a:gd name="T11" fmla="*/ 10 h 64"/>
                <a:gd name="T12" fmla="*/ 26 w 90"/>
                <a:gd name="T13" fmla="*/ 0 h 64"/>
                <a:gd name="T14" fmla="*/ 16 w 90"/>
                <a:gd name="T15" fmla="*/ 21 h 64"/>
                <a:gd name="T16" fmla="*/ 0 w 90"/>
                <a:gd name="T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64">
                  <a:moveTo>
                    <a:pt x="0" y="42"/>
                  </a:moveTo>
                  <a:lnTo>
                    <a:pt x="14" y="54"/>
                  </a:lnTo>
                  <a:lnTo>
                    <a:pt x="50" y="44"/>
                  </a:lnTo>
                  <a:lnTo>
                    <a:pt x="68" y="64"/>
                  </a:lnTo>
                  <a:lnTo>
                    <a:pt x="90" y="42"/>
                  </a:lnTo>
                  <a:lnTo>
                    <a:pt x="69" y="10"/>
                  </a:lnTo>
                  <a:lnTo>
                    <a:pt x="26" y="0"/>
                  </a:lnTo>
                  <a:lnTo>
                    <a:pt x="16" y="21"/>
                  </a:lnTo>
                  <a:lnTo>
                    <a:pt x="0" y="4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2" name="Freeform 164">
              <a:extLst>
                <a:ext uri="{FF2B5EF4-FFF2-40B4-BE49-F238E27FC236}">
                  <a16:creationId xmlns:a16="http://schemas.microsoft.com/office/drawing/2014/main" id="{1BD14352-2806-0C21-3A12-D4B15CDCDBC0}"/>
                </a:ext>
              </a:extLst>
            </p:cNvPr>
            <p:cNvSpPr>
              <a:spLocks noChangeAspect="1"/>
            </p:cNvSpPr>
            <p:nvPr/>
          </p:nvSpPr>
          <p:spPr bwMode="gray">
            <a:xfrm>
              <a:off x="2667" y="1643"/>
              <a:ext cx="9" cy="10"/>
            </a:xfrm>
            <a:custGeom>
              <a:avLst/>
              <a:gdLst>
                <a:gd name="T0" fmla="*/ 0 w 22"/>
                <a:gd name="T1" fmla="*/ 15 h 20"/>
                <a:gd name="T2" fmla="*/ 11 w 22"/>
                <a:gd name="T3" fmla="*/ 0 h 20"/>
                <a:gd name="T4" fmla="*/ 22 w 22"/>
                <a:gd name="T5" fmla="*/ 20 h 20"/>
                <a:gd name="T6" fmla="*/ 0 w 22"/>
                <a:gd name="T7" fmla="*/ 15 h 20"/>
              </a:gdLst>
              <a:ahLst/>
              <a:cxnLst>
                <a:cxn ang="0">
                  <a:pos x="T0" y="T1"/>
                </a:cxn>
                <a:cxn ang="0">
                  <a:pos x="T2" y="T3"/>
                </a:cxn>
                <a:cxn ang="0">
                  <a:pos x="T4" y="T5"/>
                </a:cxn>
                <a:cxn ang="0">
                  <a:pos x="T6" y="T7"/>
                </a:cxn>
              </a:cxnLst>
              <a:rect l="0" t="0" r="r" b="b"/>
              <a:pathLst>
                <a:path w="22" h="20">
                  <a:moveTo>
                    <a:pt x="0" y="15"/>
                  </a:moveTo>
                  <a:lnTo>
                    <a:pt x="11" y="0"/>
                  </a:lnTo>
                  <a:lnTo>
                    <a:pt x="22" y="20"/>
                  </a:lnTo>
                  <a:lnTo>
                    <a:pt x="0" y="1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3" name="Freeform 165">
              <a:extLst>
                <a:ext uri="{FF2B5EF4-FFF2-40B4-BE49-F238E27FC236}">
                  <a16:creationId xmlns:a16="http://schemas.microsoft.com/office/drawing/2014/main" id="{9A95AB32-80B8-4D76-8DB4-8986A019258A}"/>
                </a:ext>
              </a:extLst>
            </p:cNvPr>
            <p:cNvSpPr>
              <a:spLocks noChangeAspect="1"/>
            </p:cNvSpPr>
            <p:nvPr/>
          </p:nvSpPr>
          <p:spPr bwMode="gray">
            <a:xfrm>
              <a:off x="2676" y="1618"/>
              <a:ext cx="117" cy="215"/>
            </a:xfrm>
            <a:custGeom>
              <a:avLst/>
              <a:gdLst>
                <a:gd name="T0" fmla="*/ 0 w 268"/>
                <a:gd name="T1" fmla="*/ 96 h 409"/>
                <a:gd name="T2" fmla="*/ 10 w 268"/>
                <a:gd name="T3" fmla="*/ 41 h 409"/>
                <a:gd name="T4" fmla="*/ 39 w 268"/>
                <a:gd name="T5" fmla="*/ 0 h 409"/>
                <a:gd name="T6" fmla="*/ 102 w 268"/>
                <a:gd name="T7" fmla="*/ 0 h 409"/>
                <a:gd name="T8" fmla="*/ 65 w 268"/>
                <a:gd name="T9" fmla="*/ 49 h 409"/>
                <a:gd name="T10" fmla="*/ 147 w 268"/>
                <a:gd name="T11" fmla="*/ 59 h 409"/>
                <a:gd name="T12" fmla="*/ 96 w 268"/>
                <a:gd name="T13" fmla="*/ 126 h 409"/>
                <a:gd name="T14" fmla="*/ 157 w 268"/>
                <a:gd name="T15" fmla="*/ 150 h 409"/>
                <a:gd name="T16" fmla="*/ 215 w 268"/>
                <a:gd name="T17" fmla="*/ 234 h 409"/>
                <a:gd name="T18" fmla="*/ 198 w 268"/>
                <a:gd name="T19" fmla="*/ 239 h 409"/>
                <a:gd name="T20" fmla="*/ 224 w 268"/>
                <a:gd name="T21" fmla="*/ 260 h 409"/>
                <a:gd name="T22" fmla="*/ 209 w 268"/>
                <a:gd name="T23" fmla="*/ 280 h 409"/>
                <a:gd name="T24" fmla="*/ 268 w 268"/>
                <a:gd name="T25" fmla="*/ 285 h 409"/>
                <a:gd name="T26" fmla="*/ 233 w 268"/>
                <a:gd name="T27" fmla="*/ 340 h 409"/>
                <a:gd name="T28" fmla="*/ 257 w 268"/>
                <a:gd name="T29" fmla="*/ 356 h 409"/>
                <a:gd name="T30" fmla="*/ 15 w 268"/>
                <a:gd name="T31" fmla="*/ 409 h 409"/>
                <a:gd name="T32" fmla="*/ 122 w 268"/>
                <a:gd name="T33" fmla="*/ 333 h 409"/>
                <a:gd name="T34" fmla="*/ 91 w 268"/>
                <a:gd name="T35" fmla="*/ 345 h 409"/>
                <a:gd name="T36" fmla="*/ 30 w 268"/>
                <a:gd name="T37" fmla="*/ 322 h 409"/>
                <a:gd name="T38" fmla="*/ 75 w 268"/>
                <a:gd name="T39" fmla="*/ 294 h 409"/>
                <a:gd name="T40" fmla="*/ 47 w 268"/>
                <a:gd name="T41" fmla="*/ 280 h 409"/>
                <a:gd name="T42" fmla="*/ 108 w 268"/>
                <a:gd name="T43" fmla="*/ 251 h 409"/>
                <a:gd name="T44" fmla="*/ 115 w 268"/>
                <a:gd name="T45" fmla="*/ 213 h 409"/>
                <a:gd name="T46" fmla="*/ 83 w 268"/>
                <a:gd name="T47" fmla="*/ 202 h 409"/>
                <a:gd name="T48" fmla="*/ 102 w 268"/>
                <a:gd name="T49" fmla="*/ 180 h 409"/>
                <a:gd name="T50" fmla="*/ 38 w 268"/>
                <a:gd name="T51" fmla="*/ 191 h 409"/>
                <a:gd name="T52" fmla="*/ 39 w 268"/>
                <a:gd name="T53" fmla="*/ 132 h 409"/>
                <a:gd name="T54" fmla="*/ 10 w 268"/>
                <a:gd name="T55" fmla="*/ 159 h 409"/>
                <a:gd name="T56" fmla="*/ 27 w 268"/>
                <a:gd name="T57" fmla="*/ 99 h 409"/>
                <a:gd name="T58" fmla="*/ 0 w 268"/>
                <a:gd name="T59" fmla="*/ 96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8" h="409">
                  <a:moveTo>
                    <a:pt x="0" y="96"/>
                  </a:moveTo>
                  <a:lnTo>
                    <a:pt x="10" y="41"/>
                  </a:lnTo>
                  <a:lnTo>
                    <a:pt x="39" y="0"/>
                  </a:lnTo>
                  <a:lnTo>
                    <a:pt x="102" y="0"/>
                  </a:lnTo>
                  <a:lnTo>
                    <a:pt x="65" y="49"/>
                  </a:lnTo>
                  <a:lnTo>
                    <a:pt x="147" y="59"/>
                  </a:lnTo>
                  <a:lnTo>
                    <a:pt x="96" y="126"/>
                  </a:lnTo>
                  <a:lnTo>
                    <a:pt x="157" y="150"/>
                  </a:lnTo>
                  <a:lnTo>
                    <a:pt x="215" y="234"/>
                  </a:lnTo>
                  <a:lnTo>
                    <a:pt x="198" y="239"/>
                  </a:lnTo>
                  <a:lnTo>
                    <a:pt x="224" y="260"/>
                  </a:lnTo>
                  <a:lnTo>
                    <a:pt x="209" y="280"/>
                  </a:lnTo>
                  <a:lnTo>
                    <a:pt x="268" y="285"/>
                  </a:lnTo>
                  <a:lnTo>
                    <a:pt x="233" y="340"/>
                  </a:lnTo>
                  <a:lnTo>
                    <a:pt x="257" y="356"/>
                  </a:lnTo>
                  <a:lnTo>
                    <a:pt x="15" y="409"/>
                  </a:lnTo>
                  <a:lnTo>
                    <a:pt x="122" y="333"/>
                  </a:lnTo>
                  <a:lnTo>
                    <a:pt x="91" y="345"/>
                  </a:lnTo>
                  <a:lnTo>
                    <a:pt x="30" y="322"/>
                  </a:lnTo>
                  <a:lnTo>
                    <a:pt x="75" y="294"/>
                  </a:lnTo>
                  <a:lnTo>
                    <a:pt x="47" y="280"/>
                  </a:lnTo>
                  <a:lnTo>
                    <a:pt x="108" y="251"/>
                  </a:lnTo>
                  <a:lnTo>
                    <a:pt x="115" y="213"/>
                  </a:lnTo>
                  <a:lnTo>
                    <a:pt x="83" y="202"/>
                  </a:lnTo>
                  <a:lnTo>
                    <a:pt x="102" y="180"/>
                  </a:lnTo>
                  <a:lnTo>
                    <a:pt x="38" y="191"/>
                  </a:lnTo>
                  <a:lnTo>
                    <a:pt x="39" y="132"/>
                  </a:lnTo>
                  <a:lnTo>
                    <a:pt x="10" y="159"/>
                  </a:lnTo>
                  <a:lnTo>
                    <a:pt x="27" y="99"/>
                  </a:lnTo>
                  <a:lnTo>
                    <a:pt x="0" y="9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4" name="Freeform 166">
              <a:extLst>
                <a:ext uri="{FF2B5EF4-FFF2-40B4-BE49-F238E27FC236}">
                  <a16:creationId xmlns:a16="http://schemas.microsoft.com/office/drawing/2014/main" id="{B47E6A69-92D7-A579-495F-482CF67EB528}"/>
                </a:ext>
              </a:extLst>
            </p:cNvPr>
            <p:cNvSpPr>
              <a:spLocks noChangeAspect="1"/>
            </p:cNvSpPr>
            <p:nvPr/>
          </p:nvSpPr>
          <p:spPr bwMode="gray">
            <a:xfrm>
              <a:off x="416" y="2392"/>
              <a:ext cx="40" cy="139"/>
            </a:xfrm>
            <a:custGeom>
              <a:avLst/>
              <a:gdLst>
                <a:gd name="T0" fmla="*/ 0 w 40"/>
                <a:gd name="T1" fmla="*/ 17 h 47"/>
                <a:gd name="T2" fmla="*/ 3 w 40"/>
                <a:gd name="T3" fmla="*/ 0 h 47"/>
                <a:gd name="T4" fmla="*/ 40 w 40"/>
                <a:gd name="T5" fmla="*/ 28 h 47"/>
                <a:gd name="T6" fmla="*/ 12 w 40"/>
                <a:gd name="T7" fmla="*/ 47 h 47"/>
                <a:gd name="T8" fmla="*/ 0 w 40"/>
                <a:gd name="T9" fmla="*/ 17 h 47"/>
              </a:gdLst>
              <a:ahLst/>
              <a:cxnLst>
                <a:cxn ang="0">
                  <a:pos x="T0" y="T1"/>
                </a:cxn>
                <a:cxn ang="0">
                  <a:pos x="T2" y="T3"/>
                </a:cxn>
                <a:cxn ang="0">
                  <a:pos x="T4" y="T5"/>
                </a:cxn>
                <a:cxn ang="0">
                  <a:pos x="T6" y="T7"/>
                </a:cxn>
                <a:cxn ang="0">
                  <a:pos x="T8" y="T9"/>
                </a:cxn>
              </a:cxnLst>
              <a:rect l="0" t="0" r="r" b="b"/>
              <a:pathLst>
                <a:path w="40" h="47">
                  <a:moveTo>
                    <a:pt x="0" y="17"/>
                  </a:moveTo>
                  <a:lnTo>
                    <a:pt x="3" y="0"/>
                  </a:lnTo>
                  <a:lnTo>
                    <a:pt x="40" y="28"/>
                  </a:lnTo>
                  <a:lnTo>
                    <a:pt x="12" y="47"/>
                  </a:lnTo>
                  <a:lnTo>
                    <a:pt x="0" y="17"/>
                  </a:lnTo>
                  <a:close/>
                </a:path>
              </a:pathLst>
            </a:custGeom>
            <a:solidFill>
              <a:schemeClr val="bg1"/>
            </a:solidFill>
            <a:ln w="6350" cmpd="sng">
              <a:solidFill>
                <a:schemeClr val="bg1"/>
              </a:solidFill>
              <a:prstDash val="solid"/>
              <a:round/>
              <a:headEnd/>
              <a:tailEnd/>
            </a:ln>
          </p:spPr>
          <p:txBody>
            <a:bodyPr wrap="none" lIns="32787" tIns="16394" rIns="32787" bIns="16394" anchor="ctr">
              <a:spAutoFit/>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5" name="Freeform 167">
              <a:extLst>
                <a:ext uri="{FF2B5EF4-FFF2-40B4-BE49-F238E27FC236}">
                  <a16:creationId xmlns:a16="http://schemas.microsoft.com/office/drawing/2014/main" id="{34E1F747-BB0F-E7F9-A5DC-679AFA91B5FA}"/>
                </a:ext>
              </a:extLst>
            </p:cNvPr>
            <p:cNvSpPr>
              <a:spLocks noChangeAspect="1"/>
            </p:cNvSpPr>
            <p:nvPr/>
          </p:nvSpPr>
          <p:spPr bwMode="gray">
            <a:xfrm>
              <a:off x="432" y="1639"/>
              <a:ext cx="41" cy="29"/>
            </a:xfrm>
            <a:custGeom>
              <a:avLst/>
              <a:gdLst>
                <a:gd name="T0" fmla="*/ 0 w 92"/>
                <a:gd name="T1" fmla="*/ 21 h 53"/>
                <a:gd name="T2" fmla="*/ 26 w 92"/>
                <a:gd name="T3" fmla="*/ 53 h 53"/>
                <a:gd name="T4" fmla="*/ 92 w 92"/>
                <a:gd name="T5" fmla="*/ 9 h 53"/>
                <a:gd name="T6" fmla="*/ 31 w 92"/>
                <a:gd name="T7" fmla="*/ 0 h 53"/>
                <a:gd name="T8" fmla="*/ 38 w 92"/>
                <a:gd name="T9" fmla="*/ 20 h 53"/>
                <a:gd name="T10" fmla="*/ 0 w 92"/>
                <a:gd name="T11" fmla="*/ 21 h 53"/>
              </a:gdLst>
              <a:ahLst/>
              <a:cxnLst>
                <a:cxn ang="0">
                  <a:pos x="T0" y="T1"/>
                </a:cxn>
                <a:cxn ang="0">
                  <a:pos x="T2" y="T3"/>
                </a:cxn>
                <a:cxn ang="0">
                  <a:pos x="T4" y="T5"/>
                </a:cxn>
                <a:cxn ang="0">
                  <a:pos x="T6" y="T7"/>
                </a:cxn>
                <a:cxn ang="0">
                  <a:pos x="T8" y="T9"/>
                </a:cxn>
                <a:cxn ang="0">
                  <a:pos x="T10" y="T11"/>
                </a:cxn>
              </a:cxnLst>
              <a:rect l="0" t="0" r="r" b="b"/>
              <a:pathLst>
                <a:path w="92" h="53">
                  <a:moveTo>
                    <a:pt x="0" y="21"/>
                  </a:moveTo>
                  <a:lnTo>
                    <a:pt x="26" y="53"/>
                  </a:lnTo>
                  <a:lnTo>
                    <a:pt x="92" y="9"/>
                  </a:lnTo>
                  <a:lnTo>
                    <a:pt x="31" y="0"/>
                  </a:lnTo>
                  <a:lnTo>
                    <a:pt x="38" y="20"/>
                  </a:lnTo>
                  <a:lnTo>
                    <a:pt x="0" y="2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6" name="Freeform 168">
              <a:extLst>
                <a:ext uri="{FF2B5EF4-FFF2-40B4-BE49-F238E27FC236}">
                  <a16:creationId xmlns:a16="http://schemas.microsoft.com/office/drawing/2014/main" id="{03308DAF-F967-B627-BD0A-0A22408BC4F3}"/>
                </a:ext>
              </a:extLst>
            </p:cNvPr>
            <p:cNvSpPr>
              <a:spLocks noChangeAspect="1"/>
            </p:cNvSpPr>
            <p:nvPr/>
          </p:nvSpPr>
          <p:spPr bwMode="gray">
            <a:xfrm>
              <a:off x="686" y="1588"/>
              <a:ext cx="120" cy="128"/>
            </a:xfrm>
            <a:custGeom>
              <a:avLst/>
              <a:gdLst>
                <a:gd name="T0" fmla="*/ 0 w 277"/>
                <a:gd name="T1" fmla="*/ 24 h 248"/>
                <a:gd name="T2" fmla="*/ 11 w 277"/>
                <a:gd name="T3" fmla="*/ 61 h 248"/>
                <a:gd name="T4" fmla="*/ 50 w 277"/>
                <a:gd name="T5" fmla="*/ 76 h 248"/>
                <a:gd name="T6" fmla="*/ 67 w 277"/>
                <a:gd name="T7" fmla="*/ 64 h 248"/>
                <a:gd name="T8" fmla="*/ 34 w 277"/>
                <a:gd name="T9" fmla="*/ 45 h 248"/>
                <a:gd name="T10" fmla="*/ 67 w 277"/>
                <a:gd name="T11" fmla="*/ 45 h 248"/>
                <a:gd name="T12" fmla="*/ 95 w 277"/>
                <a:gd name="T13" fmla="*/ 77 h 248"/>
                <a:gd name="T14" fmla="*/ 86 w 277"/>
                <a:gd name="T15" fmla="*/ 21 h 248"/>
                <a:gd name="T16" fmla="*/ 110 w 277"/>
                <a:gd name="T17" fmla="*/ 70 h 248"/>
                <a:gd name="T18" fmla="*/ 168 w 277"/>
                <a:gd name="T19" fmla="*/ 98 h 248"/>
                <a:gd name="T20" fmla="*/ 157 w 277"/>
                <a:gd name="T21" fmla="*/ 132 h 248"/>
                <a:gd name="T22" fmla="*/ 223 w 277"/>
                <a:gd name="T23" fmla="*/ 175 h 248"/>
                <a:gd name="T24" fmla="*/ 205 w 277"/>
                <a:gd name="T25" fmla="*/ 212 h 248"/>
                <a:gd name="T26" fmla="*/ 241 w 277"/>
                <a:gd name="T27" fmla="*/ 182 h 248"/>
                <a:gd name="T28" fmla="*/ 248 w 277"/>
                <a:gd name="T29" fmla="*/ 248 h 248"/>
                <a:gd name="T30" fmla="*/ 274 w 277"/>
                <a:gd name="T31" fmla="*/ 237 h 248"/>
                <a:gd name="T32" fmla="*/ 277 w 277"/>
                <a:gd name="T33" fmla="*/ 187 h 248"/>
                <a:gd name="T34" fmla="*/ 211 w 277"/>
                <a:gd name="T35" fmla="*/ 160 h 248"/>
                <a:gd name="T36" fmla="*/ 88 w 277"/>
                <a:gd name="T37" fmla="*/ 0 h 248"/>
                <a:gd name="T38" fmla="*/ 18 w 277"/>
                <a:gd name="T39" fmla="*/ 45 h 248"/>
                <a:gd name="T40" fmla="*/ 0 w 277"/>
                <a:gd name="T41" fmla="*/ 2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7" h="248">
                  <a:moveTo>
                    <a:pt x="0" y="24"/>
                  </a:moveTo>
                  <a:lnTo>
                    <a:pt x="11" y="61"/>
                  </a:lnTo>
                  <a:lnTo>
                    <a:pt x="50" y="76"/>
                  </a:lnTo>
                  <a:lnTo>
                    <a:pt x="67" y="64"/>
                  </a:lnTo>
                  <a:lnTo>
                    <a:pt x="34" y="45"/>
                  </a:lnTo>
                  <a:lnTo>
                    <a:pt x="67" y="45"/>
                  </a:lnTo>
                  <a:lnTo>
                    <a:pt x="95" y="77"/>
                  </a:lnTo>
                  <a:lnTo>
                    <a:pt x="86" y="21"/>
                  </a:lnTo>
                  <a:lnTo>
                    <a:pt x="110" y="70"/>
                  </a:lnTo>
                  <a:lnTo>
                    <a:pt x="168" y="98"/>
                  </a:lnTo>
                  <a:lnTo>
                    <a:pt x="157" y="132"/>
                  </a:lnTo>
                  <a:lnTo>
                    <a:pt x="223" y="175"/>
                  </a:lnTo>
                  <a:lnTo>
                    <a:pt x="205" y="212"/>
                  </a:lnTo>
                  <a:lnTo>
                    <a:pt x="241" y="182"/>
                  </a:lnTo>
                  <a:lnTo>
                    <a:pt x="248" y="248"/>
                  </a:lnTo>
                  <a:lnTo>
                    <a:pt x="274" y="237"/>
                  </a:lnTo>
                  <a:lnTo>
                    <a:pt x="277" y="187"/>
                  </a:lnTo>
                  <a:lnTo>
                    <a:pt x="211" y="160"/>
                  </a:lnTo>
                  <a:lnTo>
                    <a:pt x="88" y="0"/>
                  </a:lnTo>
                  <a:lnTo>
                    <a:pt x="18" y="45"/>
                  </a:lnTo>
                  <a:lnTo>
                    <a:pt x="0" y="2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7" name="Freeform 169">
              <a:extLst>
                <a:ext uri="{FF2B5EF4-FFF2-40B4-BE49-F238E27FC236}">
                  <a16:creationId xmlns:a16="http://schemas.microsoft.com/office/drawing/2014/main" id="{A9AD95DF-DFC1-2033-459F-65BCB5755BF2}"/>
                </a:ext>
              </a:extLst>
            </p:cNvPr>
            <p:cNvSpPr>
              <a:spLocks noChangeAspect="1"/>
            </p:cNvSpPr>
            <p:nvPr/>
          </p:nvSpPr>
          <p:spPr bwMode="gray">
            <a:xfrm>
              <a:off x="713" y="1629"/>
              <a:ext cx="17" cy="21"/>
            </a:xfrm>
            <a:custGeom>
              <a:avLst/>
              <a:gdLst>
                <a:gd name="T0" fmla="*/ 0 w 47"/>
                <a:gd name="T1" fmla="*/ 0 h 41"/>
                <a:gd name="T2" fmla="*/ 14 w 47"/>
                <a:gd name="T3" fmla="*/ 41 h 41"/>
                <a:gd name="T4" fmla="*/ 17 w 47"/>
                <a:gd name="T5" fmla="*/ 21 h 41"/>
                <a:gd name="T6" fmla="*/ 47 w 47"/>
                <a:gd name="T7" fmla="*/ 38 h 41"/>
                <a:gd name="T8" fmla="*/ 19 w 47"/>
                <a:gd name="T9" fmla="*/ 21 h 41"/>
                <a:gd name="T10" fmla="*/ 45 w 47"/>
                <a:gd name="T11" fmla="*/ 8 h 41"/>
                <a:gd name="T12" fmla="*/ 0 w 47"/>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47" h="41">
                  <a:moveTo>
                    <a:pt x="0" y="0"/>
                  </a:moveTo>
                  <a:lnTo>
                    <a:pt x="14" y="41"/>
                  </a:lnTo>
                  <a:lnTo>
                    <a:pt x="17" y="21"/>
                  </a:lnTo>
                  <a:lnTo>
                    <a:pt x="47" y="38"/>
                  </a:lnTo>
                  <a:lnTo>
                    <a:pt x="19" y="21"/>
                  </a:lnTo>
                  <a:lnTo>
                    <a:pt x="45" y="8"/>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8" name="Freeform 170">
              <a:extLst>
                <a:ext uri="{FF2B5EF4-FFF2-40B4-BE49-F238E27FC236}">
                  <a16:creationId xmlns:a16="http://schemas.microsoft.com/office/drawing/2014/main" id="{33F0B415-B92D-4B68-50FF-5A025B5A0D32}"/>
                </a:ext>
              </a:extLst>
            </p:cNvPr>
            <p:cNvSpPr>
              <a:spLocks noChangeAspect="1"/>
            </p:cNvSpPr>
            <p:nvPr/>
          </p:nvSpPr>
          <p:spPr bwMode="gray">
            <a:xfrm>
              <a:off x="723" y="1648"/>
              <a:ext cx="11" cy="27"/>
            </a:xfrm>
            <a:custGeom>
              <a:avLst/>
              <a:gdLst>
                <a:gd name="T0" fmla="*/ 0 w 27"/>
                <a:gd name="T1" fmla="*/ 0 h 61"/>
                <a:gd name="T2" fmla="*/ 25 w 27"/>
                <a:gd name="T3" fmla="*/ 12 h 61"/>
                <a:gd name="T4" fmla="*/ 27 w 27"/>
                <a:gd name="T5" fmla="*/ 61 h 61"/>
                <a:gd name="T6" fmla="*/ 0 w 27"/>
                <a:gd name="T7" fmla="*/ 0 h 61"/>
              </a:gdLst>
              <a:ahLst/>
              <a:cxnLst>
                <a:cxn ang="0">
                  <a:pos x="T0" y="T1"/>
                </a:cxn>
                <a:cxn ang="0">
                  <a:pos x="T2" y="T3"/>
                </a:cxn>
                <a:cxn ang="0">
                  <a:pos x="T4" y="T5"/>
                </a:cxn>
                <a:cxn ang="0">
                  <a:pos x="T6" y="T7"/>
                </a:cxn>
              </a:cxnLst>
              <a:rect l="0" t="0" r="r" b="b"/>
              <a:pathLst>
                <a:path w="27" h="61">
                  <a:moveTo>
                    <a:pt x="0" y="0"/>
                  </a:moveTo>
                  <a:lnTo>
                    <a:pt x="25" y="12"/>
                  </a:lnTo>
                  <a:lnTo>
                    <a:pt x="27" y="61"/>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899" name="Freeform 171">
              <a:extLst>
                <a:ext uri="{FF2B5EF4-FFF2-40B4-BE49-F238E27FC236}">
                  <a16:creationId xmlns:a16="http://schemas.microsoft.com/office/drawing/2014/main" id="{0C7A7611-C420-3F59-1A6F-EE38E9FF886E}"/>
                </a:ext>
              </a:extLst>
            </p:cNvPr>
            <p:cNvSpPr>
              <a:spLocks noChangeAspect="1"/>
            </p:cNvSpPr>
            <p:nvPr/>
          </p:nvSpPr>
          <p:spPr bwMode="gray">
            <a:xfrm>
              <a:off x="734" y="1632"/>
              <a:ext cx="17" cy="17"/>
            </a:xfrm>
            <a:custGeom>
              <a:avLst/>
              <a:gdLst>
                <a:gd name="T0" fmla="*/ 0 w 34"/>
                <a:gd name="T1" fmla="*/ 0 h 37"/>
                <a:gd name="T2" fmla="*/ 7 w 34"/>
                <a:gd name="T3" fmla="*/ 37 h 37"/>
                <a:gd name="T4" fmla="*/ 29 w 34"/>
                <a:gd name="T5" fmla="*/ 37 h 37"/>
                <a:gd name="T6" fmla="*/ 18 w 34"/>
                <a:gd name="T7" fmla="*/ 4 h 37"/>
                <a:gd name="T8" fmla="*/ 34 w 34"/>
                <a:gd name="T9" fmla="*/ 27 h 37"/>
                <a:gd name="T10" fmla="*/ 21 w 34"/>
                <a:gd name="T11" fmla="*/ 0 h 37"/>
                <a:gd name="T12" fmla="*/ 0 w 34"/>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34" h="37">
                  <a:moveTo>
                    <a:pt x="0" y="0"/>
                  </a:moveTo>
                  <a:lnTo>
                    <a:pt x="7" y="37"/>
                  </a:lnTo>
                  <a:lnTo>
                    <a:pt x="29" y="37"/>
                  </a:lnTo>
                  <a:lnTo>
                    <a:pt x="18" y="4"/>
                  </a:lnTo>
                  <a:lnTo>
                    <a:pt x="34" y="27"/>
                  </a:lnTo>
                  <a:lnTo>
                    <a:pt x="21" y="0"/>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0" name="Freeform 172">
              <a:extLst>
                <a:ext uri="{FF2B5EF4-FFF2-40B4-BE49-F238E27FC236}">
                  <a16:creationId xmlns:a16="http://schemas.microsoft.com/office/drawing/2014/main" id="{3261B3B4-4685-86AA-3F7D-A77378F571F8}"/>
                </a:ext>
              </a:extLst>
            </p:cNvPr>
            <p:cNvSpPr>
              <a:spLocks noChangeAspect="1"/>
            </p:cNvSpPr>
            <p:nvPr/>
          </p:nvSpPr>
          <p:spPr bwMode="gray">
            <a:xfrm>
              <a:off x="749" y="1659"/>
              <a:ext cx="12" cy="16"/>
            </a:xfrm>
            <a:custGeom>
              <a:avLst/>
              <a:gdLst>
                <a:gd name="T0" fmla="*/ 0 w 30"/>
                <a:gd name="T1" fmla="*/ 0 h 27"/>
                <a:gd name="T2" fmla="*/ 29 w 30"/>
                <a:gd name="T3" fmla="*/ 27 h 27"/>
                <a:gd name="T4" fmla="*/ 30 w 30"/>
                <a:gd name="T5" fmla="*/ 3 h 27"/>
                <a:gd name="T6" fmla="*/ 0 w 30"/>
                <a:gd name="T7" fmla="*/ 0 h 27"/>
              </a:gdLst>
              <a:ahLst/>
              <a:cxnLst>
                <a:cxn ang="0">
                  <a:pos x="T0" y="T1"/>
                </a:cxn>
                <a:cxn ang="0">
                  <a:pos x="T2" y="T3"/>
                </a:cxn>
                <a:cxn ang="0">
                  <a:pos x="T4" y="T5"/>
                </a:cxn>
                <a:cxn ang="0">
                  <a:pos x="T6" y="T7"/>
                </a:cxn>
              </a:cxnLst>
              <a:rect l="0" t="0" r="r" b="b"/>
              <a:pathLst>
                <a:path w="30" h="27">
                  <a:moveTo>
                    <a:pt x="0" y="0"/>
                  </a:moveTo>
                  <a:lnTo>
                    <a:pt x="29" y="27"/>
                  </a:lnTo>
                  <a:lnTo>
                    <a:pt x="30" y="3"/>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1" name="Freeform 173">
              <a:extLst>
                <a:ext uri="{FF2B5EF4-FFF2-40B4-BE49-F238E27FC236}">
                  <a16:creationId xmlns:a16="http://schemas.microsoft.com/office/drawing/2014/main" id="{71B005C2-C494-E6F1-0239-CDDEC0AB1E9B}"/>
                </a:ext>
              </a:extLst>
            </p:cNvPr>
            <p:cNvSpPr>
              <a:spLocks noChangeAspect="1"/>
            </p:cNvSpPr>
            <p:nvPr/>
          </p:nvSpPr>
          <p:spPr bwMode="gray">
            <a:xfrm>
              <a:off x="752" y="1680"/>
              <a:ext cx="17" cy="31"/>
            </a:xfrm>
            <a:custGeom>
              <a:avLst/>
              <a:gdLst>
                <a:gd name="T0" fmla="*/ 0 w 47"/>
                <a:gd name="T1" fmla="*/ 0 h 64"/>
                <a:gd name="T2" fmla="*/ 37 w 47"/>
                <a:gd name="T3" fmla="*/ 23 h 64"/>
                <a:gd name="T4" fmla="*/ 47 w 47"/>
                <a:gd name="T5" fmla="*/ 64 h 64"/>
                <a:gd name="T6" fmla="*/ 0 w 47"/>
                <a:gd name="T7" fmla="*/ 0 h 64"/>
              </a:gdLst>
              <a:ahLst/>
              <a:cxnLst>
                <a:cxn ang="0">
                  <a:pos x="T0" y="T1"/>
                </a:cxn>
                <a:cxn ang="0">
                  <a:pos x="T2" y="T3"/>
                </a:cxn>
                <a:cxn ang="0">
                  <a:pos x="T4" y="T5"/>
                </a:cxn>
                <a:cxn ang="0">
                  <a:pos x="T6" y="T7"/>
                </a:cxn>
              </a:cxnLst>
              <a:rect l="0" t="0" r="r" b="b"/>
              <a:pathLst>
                <a:path w="47" h="64">
                  <a:moveTo>
                    <a:pt x="0" y="0"/>
                  </a:moveTo>
                  <a:lnTo>
                    <a:pt x="37" y="23"/>
                  </a:lnTo>
                  <a:lnTo>
                    <a:pt x="47" y="64"/>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2" name="Freeform 174">
              <a:extLst>
                <a:ext uri="{FF2B5EF4-FFF2-40B4-BE49-F238E27FC236}">
                  <a16:creationId xmlns:a16="http://schemas.microsoft.com/office/drawing/2014/main" id="{C44F177D-3582-22B1-C9CD-93F198A50EA6}"/>
                </a:ext>
              </a:extLst>
            </p:cNvPr>
            <p:cNvSpPr>
              <a:spLocks noChangeAspect="1"/>
            </p:cNvSpPr>
            <p:nvPr/>
          </p:nvSpPr>
          <p:spPr bwMode="gray">
            <a:xfrm>
              <a:off x="784" y="1689"/>
              <a:ext cx="12" cy="18"/>
            </a:xfrm>
            <a:custGeom>
              <a:avLst/>
              <a:gdLst>
                <a:gd name="T0" fmla="*/ 0 w 25"/>
                <a:gd name="T1" fmla="*/ 22 h 38"/>
                <a:gd name="T2" fmla="*/ 13 w 25"/>
                <a:gd name="T3" fmla="*/ 0 h 38"/>
                <a:gd name="T4" fmla="*/ 25 w 25"/>
                <a:gd name="T5" fmla="*/ 38 h 38"/>
                <a:gd name="T6" fmla="*/ 0 w 25"/>
                <a:gd name="T7" fmla="*/ 22 h 38"/>
              </a:gdLst>
              <a:ahLst/>
              <a:cxnLst>
                <a:cxn ang="0">
                  <a:pos x="T0" y="T1"/>
                </a:cxn>
                <a:cxn ang="0">
                  <a:pos x="T2" y="T3"/>
                </a:cxn>
                <a:cxn ang="0">
                  <a:pos x="T4" y="T5"/>
                </a:cxn>
                <a:cxn ang="0">
                  <a:pos x="T6" y="T7"/>
                </a:cxn>
              </a:cxnLst>
              <a:rect l="0" t="0" r="r" b="b"/>
              <a:pathLst>
                <a:path w="25" h="38">
                  <a:moveTo>
                    <a:pt x="0" y="22"/>
                  </a:moveTo>
                  <a:lnTo>
                    <a:pt x="13" y="0"/>
                  </a:lnTo>
                  <a:lnTo>
                    <a:pt x="25" y="38"/>
                  </a:lnTo>
                  <a:lnTo>
                    <a:pt x="0" y="2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3" name="Freeform 175">
              <a:extLst>
                <a:ext uri="{FF2B5EF4-FFF2-40B4-BE49-F238E27FC236}">
                  <a16:creationId xmlns:a16="http://schemas.microsoft.com/office/drawing/2014/main" id="{64A47605-B7B0-77DD-319E-DF01A425DAFD}"/>
                </a:ext>
              </a:extLst>
            </p:cNvPr>
            <p:cNvSpPr>
              <a:spLocks noChangeAspect="1"/>
            </p:cNvSpPr>
            <p:nvPr/>
          </p:nvSpPr>
          <p:spPr bwMode="gray">
            <a:xfrm>
              <a:off x="888" y="2031"/>
              <a:ext cx="872" cy="139"/>
            </a:xfrm>
            <a:custGeom>
              <a:avLst/>
              <a:gdLst>
                <a:gd name="T0" fmla="*/ 23 w 2001"/>
                <a:gd name="T1" fmla="*/ 134 h 971"/>
                <a:gd name="T2" fmla="*/ 28 w 2001"/>
                <a:gd name="T3" fmla="*/ 146 h 971"/>
                <a:gd name="T4" fmla="*/ 61 w 2001"/>
                <a:gd name="T5" fmla="*/ 480 h 971"/>
                <a:gd name="T6" fmla="*/ 80 w 2001"/>
                <a:gd name="T7" fmla="*/ 515 h 971"/>
                <a:gd name="T8" fmla="*/ 211 w 2001"/>
                <a:gd name="T9" fmla="*/ 640 h 971"/>
                <a:gd name="T10" fmla="*/ 343 w 2001"/>
                <a:gd name="T11" fmla="*/ 691 h 971"/>
                <a:gd name="T12" fmla="*/ 633 w 2001"/>
                <a:gd name="T13" fmla="*/ 723 h 971"/>
                <a:gd name="T14" fmla="*/ 801 w 2001"/>
                <a:gd name="T15" fmla="*/ 799 h 971"/>
                <a:gd name="T16" fmla="*/ 957 w 2001"/>
                <a:gd name="T17" fmla="*/ 947 h 971"/>
                <a:gd name="T18" fmla="*/ 1021 w 2001"/>
                <a:gd name="T19" fmla="*/ 833 h 971"/>
                <a:gd name="T20" fmla="*/ 1132 w 2001"/>
                <a:gd name="T21" fmla="*/ 799 h 971"/>
                <a:gd name="T22" fmla="*/ 1224 w 2001"/>
                <a:gd name="T23" fmla="*/ 785 h 971"/>
                <a:gd name="T24" fmla="*/ 1264 w 2001"/>
                <a:gd name="T25" fmla="*/ 778 h 971"/>
                <a:gd name="T26" fmla="*/ 1274 w 2001"/>
                <a:gd name="T27" fmla="*/ 782 h 971"/>
                <a:gd name="T28" fmla="*/ 1453 w 2001"/>
                <a:gd name="T29" fmla="*/ 825 h 971"/>
                <a:gd name="T30" fmla="*/ 1504 w 2001"/>
                <a:gd name="T31" fmla="*/ 971 h 971"/>
                <a:gd name="T32" fmla="*/ 1543 w 2001"/>
                <a:gd name="T33" fmla="*/ 905 h 971"/>
                <a:gd name="T34" fmla="*/ 1525 w 2001"/>
                <a:gd name="T35" fmla="*/ 696 h 971"/>
                <a:gd name="T36" fmla="*/ 1665 w 2001"/>
                <a:gd name="T37" fmla="*/ 564 h 971"/>
                <a:gd name="T38" fmla="*/ 1673 w 2001"/>
                <a:gd name="T39" fmla="*/ 519 h 971"/>
                <a:gd name="T40" fmla="*/ 1643 w 2001"/>
                <a:gd name="T41" fmla="*/ 458 h 971"/>
                <a:gd name="T42" fmla="*/ 1667 w 2001"/>
                <a:gd name="T43" fmla="*/ 433 h 971"/>
                <a:gd name="T44" fmla="*/ 1697 w 2001"/>
                <a:gd name="T45" fmla="*/ 515 h 971"/>
                <a:gd name="T46" fmla="*/ 1707 w 2001"/>
                <a:gd name="T47" fmla="*/ 415 h 971"/>
                <a:gd name="T48" fmla="*/ 1762 w 2001"/>
                <a:gd name="T49" fmla="*/ 365 h 971"/>
                <a:gd name="T50" fmla="*/ 1866 w 2001"/>
                <a:gd name="T51" fmla="*/ 310 h 971"/>
                <a:gd name="T52" fmla="*/ 1997 w 2001"/>
                <a:gd name="T53" fmla="*/ 208 h 971"/>
                <a:gd name="T54" fmla="*/ 1975 w 2001"/>
                <a:gd name="T55" fmla="*/ 163 h 971"/>
                <a:gd name="T56" fmla="*/ 1917 w 2001"/>
                <a:gd name="T57" fmla="*/ 90 h 971"/>
                <a:gd name="T58" fmla="*/ 1697 w 2001"/>
                <a:gd name="T59" fmla="*/ 214 h 971"/>
                <a:gd name="T60" fmla="*/ 1584 w 2001"/>
                <a:gd name="T61" fmla="*/ 271 h 971"/>
                <a:gd name="T62" fmla="*/ 1487 w 2001"/>
                <a:gd name="T63" fmla="*/ 339 h 971"/>
                <a:gd name="T64" fmla="*/ 1442 w 2001"/>
                <a:gd name="T65" fmla="*/ 321 h 971"/>
                <a:gd name="T66" fmla="*/ 1460 w 2001"/>
                <a:gd name="T67" fmla="*/ 293 h 971"/>
                <a:gd name="T68" fmla="*/ 1450 w 2001"/>
                <a:gd name="T69" fmla="*/ 234 h 971"/>
                <a:gd name="T70" fmla="*/ 1427 w 2001"/>
                <a:gd name="T71" fmla="*/ 182 h 971"/>
                <a:gd name="T72" fmla="*/ 1333 w 2001"/>
                <a:gd name="T73" fmla="*/ 208 h 971"/>
                <a:gd name="T74" fmla="*/ 1286 w 2001"/>
                <a:gd name="T75" fmla="*/ 327 h 971"/>
                <a:gd name="T76" fmla="*/ 1301 w 2001"/>
                <a:gd name="T77" fmla="*/ 185 h 971"/>
                <a:gd name="T78" fmla="*/ 1321 w 2001"/>
                <a:gd name="T79" fmla="*/ 153 h 971"/>
                <a:gd name="T80" fmla="*/ 1395 w 2001"/>
                <a:gd name="T81" fmla="*/ 129 h 971"/>
                <a:gd name="T82" fmla="*/ 1256 w 2001"/>
                <a:gd name="T83" fmla="*/ 116 h 971"/>
                <a:gd name="T84" fmla="*/ 1195 w 2001"/>
                <a:gd name="T85" fmla="*/ 125 h 971"/>
                <a:gd name="T86" fmla="*/ 1208 w 2001"/>
                <a:gd name="T87" fmla="*/ 65 h 971"/>
                <a:gd name="T88" fmla="*/ 1023 w 2001"/>
                <a:gd name="T89" fmla="*/ 0 h 971"/>
                <a:gd name="T90" fmla="*/ 66 w 2001"/>
                <a:gd name="T91" fmla="*/ 21 h 971"/>
                <a:gd name="T92" fmla="*/ 61 w 2001"/>
                <a:gd name="T93" fmla="*/ 90 h 971"/>
                <a:gd name="T94" fmla="*/ 0 w 2001"/>
                <a:gd name="T95" fmla="*/ 55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1" h="971">
                  <a:moveTo>
                    <a:pt x="0" y="55"/>
                  </a:moveTo>
                  <a:lnTo>
                    <a:pt x="23" y="134"/>
                  </a:lnTo>
                  <a:lnTo>
                    <a:pt x="51" y="142"/>
                  </a:lnTo>
                  <a:lnTo>
                    <a:pt x="28" y="146"/>
                  </a:lnTo>
                  <a:lnTo>
                    <a:pt x="11" y="387"/>
                  </a:lnTo>
                  <a:lnTo>
                    <a:pt x="61" y="480"/>
                  </a:lnTo>
                  <a:lnTo>
                    <a:pt x="94" y="480"/>
                  </a:lnTo>
                  <a:lnTo>
                    <a:pt x="80" y="515"/>
                  </a:lnTo>
                  <a:lnTo>
                    <a:pt x="145" y="617"/>
                  </a:lnTo>
                  <a:lnTo>
                    <a:pt x="211" y="640"/>
                  </a:lnTo>
                  <a:lnTo>
                    <a:pt x="264" y="697"/>
                  </a:lnTo>
                  <a:lnTo>
                    <a:pt x="343" y="691"/>
                  </a:lnTo>
                  <a:lnTo>
                    <a:pt x="475" y="745"/>
                  </a:lnTo>
                  <a:lnTo>
                    <a:pt x="633" y="723"/>
                  </a:lnTo>
                  <a:lnTo>
                    <a:pt x="729" y="827"/>
                  </a:lnTo>
                  <a:lnTo>
                    <a:pt x="801" y="799"/>
                  </a:lnTo>
                  <a:lnTo>
                    <a:pt x="889" y="924"/>
                  </a:lnTo>
                  <a:lnTo>
                    <a:pt x="957" y="947"/>
                  </a:lnTo>
                  <a:lnTo>
                    <a:pt x="950" y="877"/>
                  </a:lnTo>
                  <a:lnTo>
                    <a:pt x="1021" y="833"/>
                  </a:lnTo>
                  <a:lnTo>
                    <a:pt x="1028" y="801"/>
                  </a:lnTo>
                  <a:lnTo>
                    <a:pt x="1132" y="799"/>
                  </a:lnTo>
                  <a:lnTo>
                    <a:pt x="1223" y="827"/>
                  </a:lnTo>
                  <a:lnTo>
                    <a:pt x="1224" y="785"/>
                  </a:lnTo>
                  <a:lnTo>
                    <a:pt x="1188" y="779"/>
                  </a:lnTo>
                  <a:lnTo>
                    <a:pt x="1264" y="778"/>
                  </a:lnTo>
                  <a:lnTo>
                    <a:pt x="1268" y="758"/>
                  </a:lnTo>
                  <a:lnTo>
                    <a:pt x="1274" y="782"/>
                  </a:lnTo>
                  <a:lnTo>
                    <a:pt x="1416" y="790"/>
                  </a:lnTo>
                  <a:lnTo>
                    <a:pt x="1453" y="825"/>
                  </a:lnTo>
                  <a:lnTo>
                    <a:pt x="1459" y="888"/>
                  </a:lnTo>
                  <a:lnTo>
                    <a:pt x="1504" y="971"/>
                  </a:lnTo>
                  <a:lnTo>
                    <a:pt x="1531" y="968"/>
                  </a:lnTo>
                  <a:lnTo>
                    <a:pt x="1543" y="905"/>
                  </a:lnTo>
                  <a:lnTo>
                    <a:pt x="1495" y="758"/>
                  </a:lnTo>
                  <a:lnTo>
                    <a:pt x="1525" y="696"/>
                  </a:lnTo>
                  <a:lnTo>
                    <a:pt x="1700" y="576"/>
                  </a:lnTo>
                  <a:lnTo>
                    <a:pt x="1665" y="564"/>
                  </a:lnTo>
                  <a:lnTo>
                    <a:pt x="1697" y="559"/>
                  </a:lnTo>
                  <a:lnTo>
                    <a:pt x="1673" y="519"/>
                  </a:lnTo>
                  <a:lnTo>
                    <a:pt x="1679" y="485"/>
                  </a:lnTo>
                  <a:lnTo>
                    <a:pt x="1643" y="458"/>
                  </a:lnTo>
                  <a:lnTo>
                    <a:pt x="1679" y="476"/>
                  </a:lnTo>
                  <a:lnTo>
                    <a:pt x="1667" y="433"/>
                  </a:lnTo>
                  <a:lnTo>
                    <a:pt x="1694" y="421"/>
                  </a:lnTo>
                  <a:lnTo>
                    <a:pt x="1697" y="515"/>
                  </a:lnTo>
                  <a:lnTo>
                    <a:pt x="1724" y="459"/>
                  </a:lnTo>
                  <a:lnTo>
                    <a:pt x="1707" y="415"/>
                  </a:lnTo>
                  <a:lnTo>
                    <a:pt x="1725" y="441"/>
                  </a:lnTo>
                  <a:lnTo>
                    <a:pt x="1762" y="365"/>
                  </a:lnTo>
                  <a:lnTo>
                    <a:pt x="1902" y="330"/>
                  </a:lnTo>
                  <a:lnTo>
                    <a:pt x="1866" y="310"/>
                  </a:lnTo>
                  <a:lnTo>
                    <a:pt x="1892" y="251"/>
                  </a:lnTo>
                  <a:lnTo>
                    <a:pt x="1997" y="208"/>
                  </a:lnTo>
                  <a:lnTo>
                    <a:pt x="2001" y="184"/>
                  </a:lnTo>
                  <a:lnTo>
                    <a:pt x="1975" y="163"/>
                  </a:lnTo>
                  <a:lnTo>
                    <a:pt x="1975" y="108"/>
                  </a:lnTo>
                  <a:lnTo>
                    <a:pt x="1917" y="90"/>
                  </a:lnTo>
                  <a:lnTo>
                    <a:pt x="1875" y="180"/>
                  </a:lnTo>
                  <a:lnTo>
                    <a:pt x="1697" y="214"/>
                  </a:lnTo>
                  <a:lnTo>
                    <a:pt x="1685" y="255"/>
                  </a:lnTo>
                  <a:lnTo>
                    <a:pt x="1584" y="271"/>
                  </a:lnTo>
                  <a:lnTo>
                    <a:pt x="1590" y="284"/>
                  </a:lnTo>
                  <a:lnTo>
                    <a:pt x="1487" y="339"/>
                  </a:lnTo>
                  <a:lnTo>
                    <a:pt x="1444" y="338"/>
                  </a:lnTo>
                  <a:lnTo>
                    <a:pt x="1442" y="321"/>
                  </a:lnTo>
                  <a:lnTo>
                    <a:pt x="1450" y="304"/>
                  </a:lnTo>
                  <a:lnTo>
                    <a:pt x="1460" y="293"/>
                  </a:lnTo>
                  <a:lnTo>
                    <a:pt x="1465" y="275"/>
                  </a:lnTo>
                  <a:lnTo>
                    <a:pt x="1450" y="234"/>
                  </a:lnTo>
                  <a:lnTo>
                    <a:pt x="1415" y="250"/>
                  </a:lnTo>
                  <a:lnTo>
                    <a:pt x="1427" y="182"/>
                  </a:lnTo>
                  <a:lnTo>
                    <a:pt x="1374" y="163"/>
                  </a:lnTo>
                  <a:lnTo>
                    <a:pt x="1333" y="208"/>
                  </a:lnTo>
                  <a:lnTo>
                    <a:pt x="1317" y="323"/>
                  </a:lnTo>
                  <a:lnTo>
                    <a:pt x="1286" y="327"/>
                  </a:lnTo>
                  <a:lnTo>
                    <a:pt x="1275" y="272"/>
                  </a:lnTo>
                  <a:lnTo>
                    <a:pt x="1301" y="185"/>
                  </a:lnTo>
                  <a:lnTo>
                    <a:pt x="1277" y="200"/>
                  </a:lnTo>
                  <a:lnTo>
                    <a:pt x="1321" y="153"/>
                  </a:lnTo>
                  <a:lnTo>
                    <a:pt x="1412" y="152"/>
                  </a:lnTo>
                  <a:lnTo>
                    <a:pt x="1395" y="129"/>
                  </a:lnTo>
                  <a:lnTo>
                    <a:pt x="1390" y="129"/>
                  </a:lnTo>
                  <a:lnTo>
                    <a:pt x="1256" y="116"/>
                  </a:lnTo>
                  <a:lnTo>
                    <a:pt x="1277" y="87"/>
                  </a:lnTo>
                  <a:lnTo>
                    <a:pt x="1195" y="125"/>
                  </a:lnTo>
                  <a:lnTo>
                    <a:pt x="1131" y="125"/>
                  </a:lnTo>
                  <a:lnTo>
                    <a:pt x="1208" y="65"/>
                  </a:lnTo>
                  <a:lnTo>
                    <a:pt x="1044" y="32"/>
                  </a:lnTo>
                  <a:lnTo>
                    <a:pt x="1023" y="0"/>
                  </a:lnTo>
                  <a:lnTo>
                    <a:pt x="1021" y="21"/>
                  </a:lnTo>
                  <a:lnTo>
                    <a:pt x="66" y="21"/>
                  </a:lnTo>
                  <a:lnTo>
                    <a:pt x="84" y="59"/>
                  </a:lnTo>
                  <a:lnTo>
                    <a:pt x="61" y="90"/>
                  </a:lnTo>
                  <a:lnTo>
                    <a:pt x="68" y="58"/>
                  </a:lnTo>
                  <a:lnTo>
                    <a:pt x="0" y="55"/>
                  </a:lnTo>
                  <a:close/>
                </a:path>
              </a:pathLst>
            </a:custGeom>
            <a:solidFill>
              <a:schemeClr val="bg2"/>
            </a:solidFill>
            <a:ln w="6350" cmpd="sng">
              <a:solidFill>
                <a:schemeClr val="bg1"/>
              </a:solidFill>
              <a:prstDash val="solid"/>
              <a:round/>
              <a:headEnd/>
              <a:tailEnd/>
            </a:ln>
          </p:spPr>
          <p:txBody>
            <a:bodyPr lIns="32787" tIns="16394" rIns="32787" bIns="16394" anchor="ctr">
              <a:spAutoFit/>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4" name="Freeform 176">
              <a:extLst>
                <a:ext uri="{FF2B5EF4-FFF2-40B4-BE49-F238E27FC236}">
                  <a16:creationId xmlns:a16="http://schemas.microsoft.com/office/drawing/2014/main" id="{0B9C4C7A-6E68-BF3B-CD49-3FCBE65B19C2}"/>
                </a:ext>
              </a:extLst>
            </p:cNvPr>
            <p:cNvSpPr>
              <a:spLocks noChangeAspect="1"/>
            </p:cNvSpPr>
            <p:nvPr/>
          </p:nvSpPr>
          <p:spPr bwMode="gray">
            <a:xfrm>
              <a:off x="1887" y="3370"/>
              <a:ext cx="79" cy="99"/>
            </a:xfrm>
            <a:custGeom>
              <a:avLst/>
              <a:gdLst>
                <a:gd name="T0" fmla="*/ 0 w 181"/>
                <a:gd name="T1" fmla="*/ 151 h 186"/>
                <a:gd name="T2" fmla="*/ 29 w 181"/>
                <a:gd name="T3" fmla="*/ 7 h 186"/>
                <a:gd name="T4" fmla="*/ 55 w 181"/>
                <a:gd name="T5" fmla="*/ 0 h 186"/>
                <a:gd name="T6" fmla="*/ 160 w 181"/>
                <a:gd name="T7" fmla="*/ 72 h 186"/>
                <a:gd name="T8" fmla="*/ 181 w 181"/>
                <a:gd name="T9" fmla="*/ 103 h 186"/>
                <a:gd name="T10" fmla="*/ 172 w 181"/>
                <a:gd name="T11" fmla="*/ 140 h 186"/>
                <a:gd name="T12" fmla="*/ 123 w 181"/>
                <a:gd name="T13" fmla="*/ 186 h 186"/>
                <a:gd name="T14" fmla="*/ 0 w 181"/>
                <a:gd name="T15" fmla="*/ 15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186">
                  <a:moveTo>
                    <a:pt x="0" y="151"/>
                  </a:moveTo>
                  <a:lnTo>
                    <a:pt x="29" y="7"/>
                  </a:lnTo>
                  <a:lnTo>
                    <a:pt x="55" y="0"/>
                  </a:lnTo>
                  <a:lnTo>
                    <a:pt x="160" y="72"/>
                  </a:lnTo>
                  <a:lnTo>
                    <a:pt x="181" y="103"/>
                  </a:lnTo>
                  <a:lnTo>
                    <a:pt x="172" y="140"/>
                  </a:lnTo>
                  <a:lnTo>
                    <a:pt x="123" y="186"/>
                  </a:lnTo>
                  <a:lnTo>
                    <a:pt x="0" y="1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5" name="Freeform 177">
              <a:extLst>
                <a:ext uri="{FF2B5EF4-FFF2-40B4-BE49-F238E27FC236}">
                  <a16:creationId xmlns:a16="http://schemas.microsoft.com/office/drawing/2014/main" id="{C4ED6EAD-4908-55C9-996E-7DC651DB261C}"/>
                </a:ext>
              </a:extLst>
            </p:cNvPr>
            <p:cNvSpPr>
              <a:spLocks noChangeAspect="1"/>
            </p:cNvSpPr>
            <p:nvPr/>
          </p:nvSpPr>
          <p:spPr bwMode="gray">
            <a:xfrm>
              <a:off x="1663" y="2593"/>
              <a:ext cx="203" cy="208"/>
            </a:xfrm>
            <a:custGeom>
              <a:avLst/>
              <a:gdLst>
                <a:gd name="T0" fmla="*/ 0 w 466"/>
                <a:gd name="T1" fmla="*/ 109 h 398"/>
                <a:gd name="T2" fmla="*/ 43 w 466"/>
                <a:gd name="T3" fmla="*/ 178 h 398"/>
                <a:gd name="T4" fmla="*/ 111 w 466"/>
                <a:gd name="T5" fmla="*/ 186 h 398"/>
                <a:gd name="T6" fmla="*/ 133 w 466"/>
                <a:gd name="T7" fmla="*/ 214 h 398"/>
                <a:gd name="T8" fmla="*/ 201 w 466"/>
                <a:gd name="T9" fmla="*/ 211 h 398"/>
                <a:gd name="T10" fmla="*/ 191 w 466"/>
                <a:gd name="T11" fmla="*/ 331 h 398"/>
                <a:gd name="T12" fmla="*/ 221 w 466"/>
                <a:gd name="T13" fmla="*/ 381 h 398"/>
                <a:gd name="T14" fmla="*/ 262 w 466"/>
                <a:gd name="T15" fmla="*/ 398 h 398"/>
                <a:gd name="T16" fmla="*/ 345 w 466"/>
                <a:gd name="T17" fmla="*/ 350 h 398"/>
                <a:gd name="T18" fmla="*/ 312 w 466"/>
                <a:gd name="T19" fmla="*/ 342 h 398"/>
                <a:gd name="T20" fmla="*/ 295 w 466"/>
                <a:gd name="T21" fmla="*/ 277 h 398"/>
                <a:gd name="T22" fmla="*/ 355 w 466"/>
                <a:gd name="T23" fmla="*/ 289 h 398"/>
                <a:gd name="T24" fmla="*/ 440 w 466"/>
                <a:gd name="T25" fmla="*/ 247 h 398"/>
                <a:gd name="T26" fmla="*/ 416 w 466"/>
                <a:gd name="T27" fmla="*/ 214 h 398"/>
                <a:gd name="T28" fmla="*/ 447 w 466"/>
                <a:gd name="T29" fmla="*/ 185 h 398"/>
                <a:gd name="T30" fmla="*/ 433 w 466"/>
                <a:gd name="T31" fmla="*/ 162 h 398"/>
                <a:gd name="T32" fmla="*/ 466 w 466"/>
                <a:gd name="T33" fmla="*/ 137 h 398"/>
                <a:gd name="T34" fmla="*/ 424 w 466"/>
                <a:gd name="T35" fmla="*/ 132 h 398"/>
                <a:gd name="T36" fmla="*/ 424 w 466"/>
                <a:gd name="T37" fmla="*/ 101 h 398"/>
                <a:gd name="T38" fmla="*/ 357 w 466"/>
                <a:gd name="T39" fmla="*/ 66 h 398"/>
                <a:gd name="T40" fmla="*/ 388 w 466"/>
                <a:gd name="T41" fmla="*/ 57 h 398"/>
                <a:gd name="T42" fmla="*/ 184 w 466"/>
                <a:gd name="T43" fmla="*/ 64 h 398"/>
                <a:gd name="T44" fmla="*/ 116 w 466"/>
                <a:gd name="T45" fmla="*/ 0 h 398"/>
                <a:gd name="T46" fmla="*/ 119 w 466"/>
                <a:gd name="T47" fmla="*/ 28 h 398"/>
                <a:gd name="T48" fmla="*/ 62 w 466"/>
                <a:gd name="T49" fmla="*/ 53 h 398"/>
                <a:gd name="T50" fmla="*/ 80 w 466"/>
                <a:gd name="T51" fmla="*/ 101 h 398"/>
                <a:gd name="T52" fmla="*/ 58 w 466"/>
                <a:gd name="T53" fmla="*/ 118 h 398"/>
                <a:gd name="T54" fmla="*/ 43 w 466"/>
                <a:gd name="T55" fmla="*/ 75 h 398"/>
                <a:gd name="T56" fmla="*/ 66 w 466"/>
                <a:gd name="T57" fmla="*/ 17 h 398"/>
                <a:gd name="T58" fmla="*/ 0 w 466"/>
                <a:gd name="T59" fmla="*/ 109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6" h="398">
                  <a:moveTo>
                    <a:pt x="0" y="109"/>
                  </a:moveTo>
                  <a:lnTo>
                    <a:pt x="43" y="178"/>
                  </a:lnTo>
                  <a:lnTo>
                    <a:pt x="111" y="186"/>
                  </a:lnTo>
                  <a:lnTo>
                    <a:pt x="133" y="214"/>
                  </a:lnTo>
                  <a:lnTo>
                    <a:pt x="201" y="211"/>
                  </a:lnTo>
                  <a:lnTo>
                    <a:pt x="191" y="331"/>
                  </a:lnTo>
                  <a:lnTo>
                    <a:pt x="221" y="381"/>
                  </a:lnTo>
                  <a:lnTo>
                    <a:pt x="262" y="398"/>
                  </a:lnTo>
                  <a:lnTo>
                    <a:pt x="345" y="350"/>
                  </a:lnTo>
                  <a:lnTo>
                    <a:pt x="312" y="342"/>
                  </a:lnTo>
                  <a:lnTo>
                    <a:pt x="295" y="277"/>
                  </a:lnTo>
                  <a:lnTo>
                    <a:pt x="355" y="289"/>
                  </a:lnTo>
                  <a:lnTo>
                    <a:pt x="440" y="247"/>
                  </a:lnTo>
                  <a:lnTo>
                    <a:pt x="416" y="214"/>
                  </a:lnTo>
                  <a:lnTo>
                    <a:pt x="447" y="185"/>
                  </a:lnTo>
                  <a:lnTo>
                    <a:pt x="433" y="162"/>
                  </a:lnTo>
                  <a:lnTo>
                    <a:pt x="466" y="137"/>
                  </a:lnTo>
                  <a:lnTo>
                    <a:pt x="424" y="132"/>
                  </a:lnTo>
                  <a:lnTo>
                    <a:pt x="424" y="101"/>
                  </a:lnTo>
                  <a:lnTo>
                    <a:pt x="357" y="66"/>
                  </a:lnTo>
                  <a:lnTo>
                    <a:pt x="388" y="57"/>
                  </a:lnTo>
                  <a:lnTo>
                    <a:pt x="184" y="64"/>
                  </a:lnTo>
                  <a:lnTo>
                    <a:pt x="116" y="0"/>
                  </a:lnTo>
                  <a:lnTo>
                    <a:pt x="119" y="28"/>
                  </a:lnTo>
                  <a:lnTo>
                    <a:pt x="62" y="53"/>
                  </a:lnTo>
                  <a:lnTo>
                    <a:pt x="80" y="101"/>
                  </a:lnTo>
                  <a:lnTo>
                    <a:pt x="58" y="118"/>
                  </a:lnTo>
                  <a:lnTo>
                    <a:pt x="43" y="75"/>
                  </a:lnTo>
                  <a:lnTo>
                    <a:pt x="66" y="17"/>
                  </a:lnTo>
                  <a:lnTo>
                    <a:pt x="0" y="10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6" name="Freeform 178">
              <a:extLst>
                <a:ext uri="{FF2B5EF4-FFF2-40B4-BE49-F238E27FC236}">
                  <a16:creationId xmlns:a16="http://schemas.microsoft.com/office/drawing/2014/main" id="{DD1F6181-6DAE-DD6F-4EA0-9590FAB10A66}"/>
                </a:ext>
              </a:extLst>
            </p:cNvPr>
            <p:cNvSpPr>
              <a:spLocks noChangeAspect="1"/>
            </p:cNvSpPr>
            <p:nvPr/>
          </p:nvSpPr>
          <p:spPr bwMode="gray">
            <a:xfrm>
              <a:off x="4306" y="2390"/>
              <a:ext cx="106" cy="272"/>
            </a:xfrm>
            <a:custGeom>
              <a:avLst/>
              <a:gdLst>
                <a:gd name="T0" fmla="*/ 0 w 242"/>
                <a:gd name="T1" fmla="*/ 26 h 517"/>
                <a:gd name="T2" fmla="*/ 36 w 242"/>
                <a:gd name="T3" fmla="*/ 81 h 517"/>
                <a:gd name="T4" fmla="*/ 83 w 242"/>
                <a:gd name="T5" fmla="*/ 102 h 517"/>
                <a:gd name="T6" fmla="*/ 60 w 242"/>
                <a:gd name="T7" fmla="*/ 142 h 517"/>
                <a:gd name="T8" fmla="*/ 144 w 242"/>
                <a:gd name="T9" fmla="*/ 211 h 517"/>
                <a:gd name="T10" fmla="*/ 182 w 242"/>
                <a:gd name="T11" fmla="*/ 304 h 517"/>
                <a:gd name="T12" fmla="*/ 186 w 242"/>
                <a:gd name="T13" fmla="*/ 383 h 517"/>
                <a:gd name="T14" fmla="*/ 82 w 242"/>
                <a:gd name="T15" fmla="*/ 453 h 517"/>
                <a:gd name="T16" fmla="*/ 99 w 242"/>
                <a:gd name="T17" fmla="*/ 517 h 517"/>
                <a:gd name="T18" fmla="*/ 132 w 242"/>
                <a:gd name="T19" fmla="*/ 471 h 517"/>
                <a:gd name="T20" fmla="*/ 150 w 242"/>
                <a:gd name="T21" fmla="*/ 483 h 517"/>
                <a:gd name="T22" fmla="*/ 159 w 242"/>
                <a:gd name="T23" fmla="*/ 455 h 517"/>
                <a:gd name="T24" fmla="*/ 242 w 242"/>
                <a:gd name="T25" fmla="*/ 408 h 517"/>
                <a:gd name="T26" fmla="*/ 230 w 242"/>
                <a:gd name="T27" fmla="*/ 278 h 517"/>
                <a:gd name="T28" fmla="*/ 119 w 242"/>
                <a:gd name="T29" fmla="*/ 158 h 517"/>
                <a:gd name="T30" fmla="*/ 131 w 242"/>
                <a:gd name="T31" fmla="*/ 119 h 517"/>
                <a:gd name="T32" fmla="*/ 198 w 242"/>
                <a:gd name="T33" fmla="*/ 60 h 517"/>
                <a:gd name="T34" fmla="*/ 103 w 242"/>
                <a:gd name="T35" fmla="*/ 0 h 517"/>
                <a:gd name="T36" fmla="*/ 0 w 242"/>
                <a:gd name="T37" fmla="*/ 26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2" h="517">
                  <a:moveTo>
                    <a:pt x="0" y="26"/>
                  </a:moveTo>
                  <a:lnTo>
                    <a:pt x="36" y="81"/>
                  </a:lnTo>
                  <a:lnTo>
                    <a:pt x="83" y="102"/>
                  </a:lnTo>
                  <a:lnTo>
                    <a:pt x="60" y="142"/>
                  </a:lnTo>
                  <a:lnTo>
                    <a:pt x="144" y="211"/>
                  </a:lnTo>
                  <a:lnTo>
                    <a:pt x="182" y="304"/>
                  </a:lnTo>
                  <a:lnTo>
                    <a:pt x="186" y="383"/>
                  </a:lnTo>
                  <a:lnTo>
                    <a:pt x="82" y="453"/>
                  </a:lnTo>
                  <a:lnTo>
                    <a:pt x="99" y="517"/>
                  </a:lnTo>
                  <a:lnTo>
                    <a:pt x="132" y="471"/>
                  </a:lnTo>
                  <a:lnTo>
                    <a:pt x="150" y="483"/>
                  </a:lnTo>
                  <a:lnTo>
                    <a:pt x="159" y="455"/>
                  </a:lnTo>
                  <a:lnTo>
                    <a:pt x="242" y="408"/>
                  </a:lnTo>
                  <a:lnTo>
                    <a:pt x="230" y="278"/>
                  </a:lnTo>
                  <a:lnTo>
                    <a:pt x="119" y="158"/>
                  </a:lnTo>
                  <a:lnTo>
                    <a:pt x="131" y="119"/>
                  </a:lnTo>
                  <a:lnTo>
                    <a:pt x="198" y="60"/>
                  </a:lnTo>
                  <a:lnTo>
                    <a:pt x="103" y="0"/>
                  </a:lnTo>
                  <a:lnTo>
                    <a:pt x="0" y="2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7" name="Freeform 179">
              <a:extLst>
                <a:ext uri="{FF2B5EF4-FFF2-40B4-BE49-F238E27FC236}">
                  <a16:creationId xmlns:a16="http://schemas.microsoft.com/office/drawing/2014/main" id="{6BEC64D0-F2B2-2EFE-CAF6-775C48A49F73}"/>
                </a:ext>
              </a:extLst>
            </p:cNvPr>
            <p:cNvSpPr>
              <a:spLocks noChangeAspect="1"/>
            </p:cNvSpPr>
            <p:nvPr/>
          </p:nvSpPr>
          <p:spPr bwMode="gray">
            <a:xfrm>
              <a:off x="3422" y="2469"/>
              <a:ext cx="144" cy="117"/>
            </a:xfrm>
            <a:custGeom>
              <a:avLst/>
              <a:gdLst>
                <a:gd name="T0" fmla="*/ 0 w 334"/>
                <a:gd name="T1" fmla="*/ 224 h 224"/>
                <a:gd name="T2" fmla="*/ 88 w 334"/>
                <a:gd name="T3" fmla="*/ 175 h 224"/>
                <a:gd name="T4" fmla="*/ 72 w 334"/>
                <a:gd name="T5" fmla="*/ 150 h 224"/>
                <a:gd name="T6" fmla="*/ 98 w 334"/>
                <a:gd name="T7" fmla="*/ 121 h 224"/>
                <a:gd name="T8" fmla="*/ 187 w 334"/>
                <a:gd name="T9" fmla="*/ 24 h 224"/>
                <a:gd name="T10" fmla="*/ 298 w 334"/>
                <a:gd name="T11" fmla="*/ 0 h 224"/>
                <a:gd name="T12" fmla="*/ 334 w 334"/>
                <a:gd name="T13" fmla="*/ 87 h 224"/>
                <a:gd name="T14" fmla="*/ 306 w 334"/>
                <a:gd name="T15" fmla="*/ 121 h 224"/>
                <a:gd name="T16" fmla="*/ 179 w 334"/>
                <a:gd name="T17" fmla="*/ 181 h 224"/>
                <a:gd name="T18" fmla="*/ 0 w 334"/>
                <a:gd name="T19"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4" h="224">
                  <a:moveTo>
                    <a:pt x="0" y="224"/>
                  </a:moveTo>
                  <a:lnTo>
                    <a:pt x="88" y="175"/>
                  </a:lnTo>
                  <a:lnTo>
                    <a:pt x="72" y="150"/>
                  </a:lnTo>
                  <a:lnTo>
                    <a:pt x="98" y="121"/>
                  </a:lnTo>
                  <a:lnTo>
                    <a:pt x="187" y="24"/>
                  </a:lnTo>
                  <a:lnTo>
                    <a:pt x="298" y="0"/>
                  </a:lnTo>
                  <a:lnTo>
                    <a:pt x="334" y="87"/>
                  </a:lnTo>
                  <a:lnTo>
                    <a:pt x="306" y="121"/>
                  </a:lnTo>
                  <a:lnTo>
                    <a:pt x="179" y="181"/>
                  </a:lnTo>
                  <a:lnTo>
                    <a:pt x="0" y="22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8" name="Freeform 180">
              <a:extLst>
                <a:ext uri="{FF2B5EF4-FFF2-40B4-BE49-F238E27FC236}">
                  <a16:creationId xmlns:a16="http://schemas.microsoft.com/office/drawing/2014/main" id="{8165511D-5F0A-CBE9-B937-F5C7E3514D15}"/>
                </a:ext>
              </a:extLst>
            </p:cNvPr>
            <p:cNvSpPr>
              <a:spLocks noChangeAspect="1"/>
            </p:cNvSpPr>
            <p:nvPr/>
          </p:nvSpPr>
          <p:spPr bwMode="gray">
            <a:xfrm>
              <a:off x="3408" y="2500"/>
              <a:ext cx="56" cy="86"/>
            </a:xfrm>
            <a:custGeom>
              <a:avLst/>
              <a:gdLst>
                <a:gd name="T0" fmla="*/ 0 w 125"/>
                <a:gd name="T1" fmla="*/ 33 h 164"/>
                <a:gd name="T2" fmla="*/ 27 w 125"/>
                <a:gd name="T3" fmla="*/ 164 h 164"/>
                <a:gd name="T4" fmla="*/ 115 w 125"/>
                <a:gd name="T5" fmla="*/ 115 h 164"/>
                <a:gd name="T6" fmla="*/ 99 w 125"/>
                <a:gd name="T7" fmla="*/ 90 h 164"/>
                <a:gd name="T8" fmla="*/ 125 w 125"/>
                <a:gd name="T9" fmla="*/ 61 h 164"/>
                <a:gd name="T10" fmla="*/ 125 w 125"/>
                <a:gd name="T11" fmla="*/ 24 h 164"/>
                <a:gd name="T12" fmla="*/ 62 w 125"/>
                <a:gd name="T13" fmla="*/ 0 h 164"/>
                <a:gd name="T14" fmla="*/ 0 w 125"/>
                <a:gd name="T15" fmla="*/ 3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64">
                  <a:moveTo>
                    <a:pt x="0" y="33"/>
                  </a:moveTo>
                  <a:lnTo>
                    <a:pt x="27" y="164"/>
                  </a:lnTo>
                  <a:lnTo>
                    <a:pt x="115" y="115"/>
                  </a:lnTo>
                  <a:lnTo>
                    <a:pt x="99" y="90"/>
                  </a:lnTo>
                  <a:lnTo>
                    <a:pt x="125" y="61"/>
                  </a:lnTo>
                  <a:lnTo>
                    <a:pt x="125" y="24"/>
                  </a:lnTo>
                  <a:lnTo>
                    <a:pt x="62" y="0"/>
                  </a:lnTo>
                  <a:lnTo>
                    <a:pt x="0" y="3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09" name="Freeform 181">
              <a:extLst>
                <a:ext uri="{FF2B5EF4-FFF2-40B4-BE49-F238E27FC236}">
                  <a16:creationId xmlns:a16="http://schemas.microsoft.com/office/drawing/2014/main" id="{1A503914-2CE1-B570-5594-2FD96F34DA22}"/>
                </a:ext>
              </a:extLst>
            </p:cNvPr>
            <p:cNvSpPr>
              <a:spLocks noChangeAspect="1"/>
            </p:cNvSpPr>
            <p:nvPr/>
          </p:nvSpPr>
          <p:spPr bwMode="gray">
            <a:xfrm>
              <a:off x="2973" y="1902"/>
              <a:ext cx="141" cy="134"/>
            </a:xfrm>
            <a:custGeom>
              <a:avLst/>
              <a:gdLst>
                <a:gd name="T0" fmla="*/ 0 w 325"/>
                <a:gd name="T1" fmla="*/ 60 h 255"/>
                <a:gd name="T2" fmla="*/ 0 w 325"/>
                <a:gd name="T3" fmla="*/ 19 h 255"/>
                <a:gd name="T4" fmla="*/ 84 w 325"/>
                <a:gd name="T5" fmla="*/ 0 h 255"/>
                <a:gd name="T6" fmla="*/ 151 w 325"/>
                <a:gd name="T7" fmla="*/ 50 h 255"/>
                <a:gd name="T8" fmla="*/ 227 w 325"/>
                <a:gd name="T9" fmla="*/ 36 h 255"/>
                <a:gd name="T10" fmla="*/ 316 w 325"/>
                <a:gd name="T11" fmla="*/ 116 h 255"/>
                <a:gd name="T12" fmla="*/ 304 w 325"/>
                <a:gd name="T13" fmla="*/ 200 h 255"/>
                <a:gd name="T14" fmla="*/ 325 w 325"/>
                <a:gd name="T15" fmla="*/ 236 h 255"/>
                <a:gd name="T16" fmla="*/ 256 w 325"/>
                <a:gd name="T17" fmla="*/ 255 h 255"/>
                <a:gd name="T18" fmla="*/ 224 w 325"/>
                <a:gd name="T19" fmla="*/ 185 h 255"/>
                <a:gd name="T20" fmla="*/ 196 w 325"/>
                <a:gd name="T21" fmla="*/ 213 h 255"/>
                <a:gd name="T22" fmla="*/ 84 w 325"/>
                <a:gd name="T23" fmla="*/ 145 h 255"/>
                <a:gd name="T24" fmla="*/ 30 w 325"/>
                <a:gd name="T25" fmla="*/ 72 h 255"/>
                <a:gd name="T26" fmla="*/ 3 w 325"/>
                <a:gd name="T27" fmla="*/ 87 h 255"/>
                <a:gd name="T28" fmla="*/ 0 w 325"/>
                <a:gd name="T29" fmla="*/ 6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5" h="255">
                  <a:moveTo>
                    <a:pt x="0" y="60"/>
                  </a:moveTo>
                  <a:lnTo>
                    <a:pt x="0" y="19"/>
                  </a:lnTo>
                  <a:lnTo>
                    <a:pt x="84" y="0"/>
                  </a:lnTo>
                  <a:lnTo>
                    <a:pt x="151" y="50"/>
                  </a:lnTo>
                  <a:lnTo>
                    <a:pt x="227" y="36"/>
                  </a:lnTo>
                  <a:lnTo>
                    <a:pt x="316" y="116"/>
                  </a:lnTo>
                  <a:lnTo>
                    <a:pt x="304" y="200"/>
                  </a:lnTo>
                  <a:lnTo>
                    <a:pt x="325" y="236"/>
                  </a:lnTo>
                  <a:lnTo>
                    <a:pt x="256" y="255"/>
                  </a:lnTo>
                  <a:lnTo>
                    <a:pt x="224" y="185"/>
                  </a:lnTo>
                  <a:lnTo>
                    <a:pt x="196" y="213"/>
                  </a:lnTo>
                  <a:lnTo>
                    <a:pt x="84" y="145"/>
                  </a:lnTo>
                  <a:lnTo>
                    <a:pt x="30" y="72"/>
                  </a:lnTo>
                  <a:lnTo>
                    <a:pt x="3" y="87"/>
                  </a:lnTo>
                  <a:lnTo>
                    <a:pt x="0" y="6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0" name="Freeform 182">
              <a:extLst>
                <a:ext uri="{FF2B5EF4-FFF2-40B4-BE49-F238E27FC236}">
                  <a16:creationId xmlns:a16="http://schemas.microsoft.com/office/drawing/2014/main" id="{1A3D890E-E5FC-3554-AB3E-52D0B02FB0F7}"/>
                </a:ext>
              </a:extLst>
            </p:cNvPr>
            <p:cNvSpPr>
              <a:spLocks noChangeAspect="1"/>
            </p:cNvSpPr>
            <p:nvPr/>
          </p:nvSpPr>
          <p:spPr bwMode="gray">
            <a:xfrm>
              <a:off x="2940" y="2920"/>
              <a:ext cx="191" cy="223"/>
            </a:xfrm>
            <a:custGeom>
              <a:avLst/>
              <a:gdLst>
                <a:gd name="T0" fmla="*/ 0 w 439"/>
                <a:gd name="T1" fmla="*/ 402 h 429"/>
                <a:gd name="T2" fmla="*/ 58 w 439"/>
                <a:gd name="T3" fmla="*/ 388 h 429"/>
                <a:gd name="T4" fmla="*/ 340 w 439"/>
                <a:gd name="T5" fmla="*/ 429 h 429"/>
                <a:gd name="T6" fmla="*/ 405 w 439"/>
                <a:gd name="T7" fmla="*/ 411 h 429"/>
                <a:gd name="T8" fmla="*/ 362 w 439"/>
                <a:gd name="T9" fmla="*/ 378 h 429"/>
                <a:gd name="T10" fmla="*/ 362 w 439"/>
                <a:gd name="T11" fmla="*/ 248 h 429"/>
                <a:gd name="T12" fmla="*/ 439 w 439"/>
                <a:gd name="T13" fmla="*/ 248 h 429"/>
                <a:gd name="T14" fmla="*/ 433 w 439"/>
                <a:gd name="T15" fmla="*/ 176 h 429"/>
                <a:gd name="T16" fmla="*/ 362 w 439"/>
                <a:gd name="T17" fmla="*/ 183 h 429"/>
                <a:gd name="T18" fmla="*/ 355 w 439"/>
                <a:gd name="T19" fmla="*/ 60 h 429"/>
                <a:gd name="T20" fmla="*/ 322 w 439"/>
                <a:gd name="T21" fmla="*/ 37 h 429"/>
                <a:gd name="T22" fmla="*/ 278 w 439"/>
                <a:gd name="T23" fmla="*/ 39 h 429"/>
                <a:gd name="T24" fmla="*/ 267 w 439"/>
                <a:gd name="T25" fmla="*/ 76 h 429"/>
                <a:gd name="T26" fmla="*/ 218 w 439"/>
                <a:gd name="T27" fmla="*/ 80 h 429"/>
                <a:gd name="T28" fmla="*/ 160 w 439"/>
                <a:gd name="T29" fmla="*/ 0 h 429"/>
                <a:gd name="T30" fmla="*/ 28 w 439"/>
                <a:gd name="T31" fmla="*/ 17 h 429"/>
                <a:gd name="T32" fmla="*/ 76 w 439"/>
                <a:gd name="T33" fmla="*/ 180 h 429"/>
                <a:gd name="T34" fmla="*/ 0 w 439"/>
                <a:gd name="T35" fmla="*/ 402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9" h="429">
                  <a:moveTo>
                    <a:pt x="0" y="402"/>
                  </a:moveTo>
                  <a:lnTo>
                    <a:pt x="58" y="388"/>
                  </a:lnTo>
                  <a:lnTo>
                    <a:pt x="340" y="429"/>
                  </a:lnTo>
                  <a:lnTo>
                    <a:pt x="405" y="411"/>
                  </a:lnTo>
                  <a:lnTo>
                    <a:pt x="362" y="378"/>
                  </a:lnTo>
                  <a:lnTo>
                    <a:pt x="362" y="248"/>
                  </a:lnTo>
                  <a:lnTo>
                    <a:pt x="439" y="248"/>
                  </a:lnTo>
                  <a:lnTo>
                    <a:pt x="433" y="176"/>
                  </a:lnTo>
                  <a:lnTo>
                    <a:pt x="362" y="183"/>
                  </a:lnTo>
                  <a:lnTo>
                    <a:pt x="355" y="60"/>
                  </a:lnTo>
                  <a:lnTo>
                    <a:pt x="322" y="37"/>
                  </a:lnTo>
                  <a:lnTo>
                    <a:pt x="278" y="39"/>
                  </a:lnTo>
                  <a:lnTo>
                    <a:pt x="267" y="76"/>
                  </a:lnTo>
                  <a:lnTo>
                    <a:pt x="218" y="80"/>
                  </a:lnTo>
                  <a:lnTo>
                    <a:pt x="160" y="0"/>
                  </a:lnTo>
                  <a:lnTo>
                    <a:pt x="28" y="17"/>
                  </a:lnTo>
                  <a:lnTo>
                    <a:pt x="76" y="180"/>
                  </a:lnTo>
                  <a:lnTo>
                    <a:pt x="0" y="40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1" name="Freeform 183">
              <a:extLst>
                <a:ext uri="{FF2B5EF4-FFF2-40B4-BE49-F238E27FC236}">
                  <a16:creationId xmlns:a16="http://schemas.microsoft.com/office/drawing/2014/main" id="{954FD0BE-152E-0131-446E-61D953592960}"/>
                </a:ext>
              </a:extLst>
            </p:cNvPr>
            <p:cNvSpPr>
              <a:spLocks noChangeAspect="1"/>
            </p:cNvSpPr>
            <p:nvPr/>
          </p:nvSpPr>
          <p:spPr bwMode="gray">
            <a:xfrm>
              <a:off x="2947" y="2899"/>
              <a:ext cx="16" cy="21"/>
            </a:xfrm>
            <a:custGeom>
              <a:avLst/>
              <a:gdLst>
                <a:gd name="T0" fmla="*/ 0 w 35"/>
                <a:gd name="T1" fmla="*/ 12 h 38"/>
                <a:gd name="T2" fmla="*/ 12 w 35"/>
                <a:gd name="T3" fmla="*/ 38 h 38"/>
                <a:gd name="T4" fmla="*/ 35 w 35"/>
                <a:gd name="T5" fmla="*/ 0 h 38"/>
                <a:gd name="T6" fmla="*/ 0 w 35"/>
                <a:gd name="T7" fmla="*/ 12 h 38"/>
              </a:gdLst>
              <a:ahLst/>
              <a:cxnLst>
                <a:cxn ang="0">
                  <a:pos x="T0" y="T1"/>
                </a:cxn>
                <a:cxn ang="0">
                  <a:pos x="T2" y="T3"/>
                </a:cxn>
                <a:cxn ang="0">
                  <a:pos x="T4" y="T5"/>
                </a:cxn>
                <a:cxn ang="0">
                  <a:pos x="T6" y="T7"/>
                </a:cxn>
              </a:cxnLst>
              <a:rect l="0" t="0" r="r" b="b"/>
              <a:pathLst>
                <a:path w="35" h="38">
                  <a:moveTo>
                    <a:pt x="0" y="12"/>
                  </a:moveTo>
                  <a:lnTo>
                    <a:pt x="12" y="38"/>
                  </a:lnTo>
                  <a:lnTo>
                    <a:pt x="35" y="0"/>
                  </a:lnTo>
                  <a:lnTo>
                    <a:pt x="0" y="1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2" name="Freeform 184">
              <a:extLst>
                <a:ext uri="{FF2B5EF4-FFF2-40B4-BE49-F238E27FC236}">
                  <a16:creationId xmlns:a16="http://schemas.microsoft.com/office/drawing/2014/main" id="{A3F8B47F-2571-C0A9-87CB-D697AF99B3AB}"/>
                </a:ext>
              </a:extLst>
            </p:cNvPr>
            <p:cNvSpPr>
              <a:spLocks noChangeAspect="1"/>
            </p:cNvSpPr>
            <p:nvPr/>
          </p:nvSpPr>
          <p:spPr bwMode="gray">
            <a:xfrm>
              <a:off x="3067" y="3138"/>
              <a:ext cx="142" cy="167"/>
            </a:xfrm>
            <a:custGeom>
              <a:avLst/>
              <a:gdLst>
                <a:gd name="T0" fmla="*/ 0 w 326"/>
                <a:gd name="T1" fmla="*/ 248 h 322"/>
                <a:gd name="T2" fmla="*/ 0 w 326"/>
                <a:gd name="T3" fmla="*/ 151 h 322"/>
                <a:gd name="T4" fmla="*/ 36 w 326"/>
                <a:gd name="T5" fmla="*/ 150 h 322"/>
                <a:gd name="T6" fmla="*/ 36 w 326"/>
                <a:gd name="T7" fmla="*/ 25 h 322"/>
                <a:gd name="T8" fmla="*/ 102 w 326"/>
                <a:gd name="T9" fmla="*/ 10 h 322"/>
                <a:gd name="T10" fmla="*/ 124 w 326"/>
                <a:gd name="T11" fmla="*/ 32 h 322"/>
                <a:gd name="T12" fmla="*/ 182 w 326"/>
                <a:gd name="T13" fmla="*/ 0 h 322"/>
                <a:gd name="T14" fmla="*/ 279 w 326"/>
                <a:gd name="T15" fmla="*/ 134 h 322"/>
                <a:gd name="T16" fmla="*/ 326 w 326"/>
                <a:gd name="T17" fmla="*/ 157 h 322"/>
                <a:gd name="T18" fmla="*/ 194 w 326"/>
                <a:gd name="T19" fmla="*/ 278 h 322"/>
                <a:gd name="T20" fmla="*/ 118 w 326"/>
                <a:gd name="T21" fmla="*/ 278 h 322"/>
                <a:gd name="T22" fmla="*/ 77 w 326"/>
                <a:gd name="T23" fmla="*/ 321 h 322"/>
                <a:gd name="T24" fmla="*/ 29 w 326"/>
                <a:gd name="T25" fmla="*/ 322 h 322"/>
                <a:gd name="T26" fmla="*/ 30 w 326"/>
                <a:gd name="T27" fmla="*/ 284 h 322"/>
                <a:gd name="T28" fmla="*/ 0 w 326"/>
                <a:gd name="T29" fmla="*/ 24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6" h="322">
                  <a:moveTo>
                    <a:pt x="0" y="248"/>
                  </a:moveTo>
                  <a:lnTo>
                    <a:pt x="0" y="151"/>
                  </a:lnTo>
                  <a:lnTo>
                    <a:pt x="36" y="150"/>
                  </a:lnTo>
                  <a:lnTo>
                    <a:pt x="36" y="25"/>
                  </a:lnTo>
                  <a:lnTo>
                    <a:pt x="102" y="10"/>
                  </a:lnTo>
                  <a:lnTo>
                    <a:pt x="124" y="32"/>
                  </a:lnTo>
                  <a:lnTo>
                    <a:pt x="182" y="0"/>
                  </a:lnTo>
                  <a:lnTo>
                    <a:pt x="279" y="134"/>
                  </a:lnTo>
                  <a:lnTo>
                    <a:pt x="326" y="157"/>
                  </a:lnTo>
                  <a:lnTo>
                    <a:pt x="194" y="278"/>
                  </a:lnTo>
                  <a:lnTo>
                    <a:pt x="118" y="278"/>
                  </a:lnTo>
                  <a:lnTo>
                    <a:pt x="77" y="321"/>
                  </a:lnTo>
                  <a:lnTo>
                    <a:pt x="29" y="322"/>
                  </a:lnTo>
                  <a:lnTo>
                    <a:pt x="30" y="284"/>
                  </a:lnTo>
                  <a:lnTo>
                    <a:pt x="0" y="24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3" name="Freeform 185">
              <a:extLst>
                <a:ext uri="{FF2B5EF4-FFF2-40B4-BE49-F238E27FC236}">
                  <a16:creationId xmlns:a16="http://schemas.microsoft.com/office/drawing/2014/main" id="{BCCCF557-BE7A-8231-E04D-2C24A4355986}"/>
                </a:ext>
              </a:extLst>
            </p:cNvPr>
            <p:cNvSpPr>
              <a:spLocks noChangeAspect="1"/>
            </p:cNvSpPr>
            <p:nvPr/>
          </p:nvSpPr>
          <p:spPr bwMode="gray">
            <a:xfrm>
              <a:off x="3205" y="2857"/>
              <a:ext cx="26" cy="37"/>
            </a:xfrm>
            <a:custGeom>
              <a:avLst/>
              <a:gdLst>
                <a:gd name="T0" fmla="*/ 0 w 60"/>
                <a:gd name="T1" fmla="*/ 10 h 69"/>
                <a:gd name="T2" fmla="*/ 7 w 60"/>
                <a:gd name="T3" fmla="*/ 36 h 69"/>
                <a:gd name="T4" fmla="*/ 22 w 60"/>
                <a:gd name="T5" fmla="*/ 69 h 69"/>
                <a:gd name="T6" fmla="*/ 60 w 60"/>
                <a:gd name="T7" fmla="*/ 29 h 69"/>
                <a:gd name="T8" fmla="*/ 58 w 60"/>
                <a:gd name="T9" fmla="*/ 0 h 69"/>
                <a:gd name="T10" fmla="*/ 0 w 60"/>
                <a:gd name="T11" fmla="*/ 10 h 69"/>
              </a:gdLst>
              <a:ahLst/>
              <a:cxnLst>
                <a:cxn ang="0">
                  <a:pos x="T0" y="T1"/>
                </a:cxn>
                <a:cxn ang="0">
                  <a:pos x="T2" y="T3"/>
                </a:cxn>
                <a:cxn ang="0">
                  <a:pos x="T4" y="T5"/>
                </a:cxn>
                <a:cxn ang="0">
                  <a:pos x="T6" y="T7"/>
                </a:cxn>
                <a:cxn ang="0">
                  <a:pos x="T8" y="T9"/>
                </a:cxn>
                <a:cxn ang="0">
                  <a:pos x="T10" y="T11"/>
                </a:cxn>
              </a:cxnLst>
              <a:rect l="0" t="0" r="r" b="b"/>
              <a:pathLst>
                <a:path w="60" h="69">
                  <a:moveTo>
                    <a:pt x="0" y="10"/>
                  </a:moveTo>
                  <a:lnTo>
                    <a:pt x="7" y="36"/>
                  </a:lnTo>
                  <a:lnTo>
                    <a:pt x="22" y="69"/>
                  </a:lnTo>
                  <a:lnTo>
                    <a:pt x="60" y="29"/>
                  </a:lnTo>
                  <a:lnTo>
                    <a:pt x="58" y="0"/>
                  </a:lnTo>
                  <a:lnTo>
                    <a:pt x="0" y="1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4" name="Freeform 186">
              <a:extLst>
                <a:ext uri="{FF2B5EF4-FFF2-40B4-BE49-F238E27FC236}">
                  <a16:creationId xmlns:a16="http://schemas.microsoft.com/office/drawing/2014/main" id="{B33397EE-D666-4467-F6FF-E27C85CF8381}"/>
                </a:ext>
              </a:extLst>
            </p:cNvPr>
            <p:cNvSpPr>
              <a:spLocks noChangeAspect="1"/>
            </p:cNvSpPr>
            <p:nvPr/>
          </p:nvSpPr>
          <p:spPr bwMode="gray">
            <a:xfrm>
              <a:off x="2894" y="2584"/>
              <a:ext cx="116" cy="205"/>
            </a:xfrm>
            <a:custGeom>
              <a:avLst/>
              <a:gdLst>
                <a:gd name="T0" fmla="*/ 0 w 268"/>
                <a:gd name="T1" fmla="*/ 278 h 389"/>
                <a:gd name="T2" fmla="*/ 38 w 268"/>
                <a:gd name="T3" fmla="*/ 204 h 389"/>
                <a:gd name="T4" fmla="*/ 103 w 268"/>
                <a:gd name="T5" fmla="*/ 214 h 389"/>
                <a:gd name="T6" fmla="*/ 175 w 268"/>
                <a:gd name="T7" fmla="*/ 63 h 389"/>
                <a:gd name="T8" fmla="*/ 210 w 268"/>
                <a:gd name="T9" fmla="*/ 36 h 389"/>
                <a:gd name="T10" fmla="*/ 196 w 268"/>
                <a:gd name="T11" fmla="*/ 6 h 389"/>
                <a:gd name="T12" fmla="*/ 213 w 268"/>
                <a:gd name="T13" fmla="*/ 0 h 389"/>
                <a:gd name="T14" fmla="*/ 238 w 268"/>
                <a:gd name="T15" fmla="*/ 94 h 389"/>
                <a:gd name="T16" fmla="*/ 196 w 268"/>
                <a:gd name="T17" fmla="*/ 111 h 389"/>
                <a:gd name="T18" fmla="*/ 245 w 268"/>
                <a:gd name="T19" fmla="*/ 186 h 389"/>
                <a:gd name="T20" fmla="*/ 213 w 268"/>
                <a:gd name="T21" fmla="*/ 274 h 389"/>
                <a:gd name="T22" fmla="*/ 268 w 268"/>
                <a:gd name="T23" fmla="*/ 341 h 389"/>
                <a:gd name="T24" fmla="*/ 262 w 268"/>
                <a:gd name="T25" fmla="*/ 389 h 389"/>
                <a:gd name="T26" fmla="*/ 170 w 268"/>
                <a:gd name="T27" fmla="*/ 367 h 389"/>
                <a:gd name="T28" fmla="*/ 100 w 268"/>
                <a:gd name="T29" fmla="*/ 366 h 389"/>
                <a:gd name="T30" fmla="*/ 43 w 268"/>
                <a:gd name="T31" fmla="*/ 367 h 389"/>
                <a:gd name="T32" fmla="*/ 42 w 268"/>
                <a:gd name="T33" fmla="*/ 303 h 389"/>
                <a:gd name="T34" fmla="*/ 0 w 268"/>
                <a:gd name="T35" fmla="*/ 27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389">
                  <a:moveTo>
                    <a:pt x="0" y="278"/>
                  </a:moveTo>
                  <a:lnTo>
                    <a:pt x="38" y="204"/>
                  </a:lnTo>
                  <a:lnTo>
                    <a:pt x="103" y="214"/>
                  </a:lnTo>
                  <a:lnTo>
                    <a:pt x="175" y="63"/>
                  </a:lnTo>
                  <a:lnTo>
                    <a:pt x="210" y="36"/>
                  </a:lnTo>
                  <a:lnTo>
                    <a:pt x="196" y="6"/>
                  </a:lnTo>
                  <a:lnTo>
                    <a:pt x="213" y="0"/>
                  </a:lnTo>
                  <a:lnTo>
                    <a:pt x="238" y="94"/>
                  </a:lnTo>
                  <a:lnTo>
                    <a:pt x="196" y="111"/>
                  </a:lnTo>
                  <a:lnTo>
                    <a:pt x="245" y="186"/>
                  </a:lnTo>
                  <a:lnTo>
                    <a:pt x="213" y="274"/>
                  </a:lnTo>
                  <a:lnTo>
                    <a:pt x="268" y="341"/>
                  </a:lnTo>
                  <a:lnTo>
                    <a:pt x="262" y="389"/>
                  </a:lnTo>
                  <a:lnTo>
                    <a:pt x="170" y="367"/>
                  </a:lnTo>
                  <a:lnTo>
                    <a:pt x="100" y="366"/>
                  </a:lnTo>
                  <a:lnTo>
                    <a:pt x="43" y="367"/>
                  </a:lnTo>
                  <a:lnTo>
                    <a:pt x="42" y="303"/>
                  </a:lnTo>
                  <a:lnTo>
                    <a:pt x="0" y="27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5" name="Freeform 187">
              <a:extLst>
                <a:ext uri="{FF2B5EF4-FFF2-40B4-BE49-F238E27FC236}">
                  <a16:creationId xmlns:a16="http://schemas.microsoft.com/office/drawing/2014/main" id="{E4839016-8FF5-4A0A-2716-88F649B017FB}"/>
                </a:ext>
              </a:extLst>
            </p:cNvPr>
            <p:cNvSpPr>
              <a:spLocks noChangeAspect="1"/>
            </p:cNvSpPr>
            <p:nvPr/>
          </p:nvSpPr>
          <p:spPr bwMode="gray">
            <a:xfrm>
              <a:off x="2985" y="2617"/>
              <a:ext cx="197" cy="145"/>
            </a:xfrm>
            <a:custGeom>
              <a:avLst/>
              <a:gdLst>
                <a:gd name="T0" fmla="*/ 0 w 454"/>
                <a:gd name="T1" fmla="*/ 213 h 280"/>
                <a:gd name="T2" fmla="*/ 32 w 454"/>
                <a:gd name="T3" fmla="*/ 125 h 280"/>
                <a:gd name="T4" fmla="*/ 144 w 454"/>
                <a:gd name="T5" fmla="*/ 102 h 280"/>
                <a:gd name="T6" fmla="*/ 156 w 454"/>
                <a:gd name="T7" fmla="*/ 74 h 280"/>
                <a:gd name="T8" fmla="*/ 208 w 454"/>
                <a:gd name="T9" fmla="*/ 64 h 280"/>
                <a:gd name="T10" fmla="*/ 285 w 454"/>
                <a:gd name="T11" fmla="*/ 0 h 280"/>
                <a:gd name="T12" fmla="*/ 310 w 454"/>
                <a:gd name="T13" fmla="*/ 75 h 280"/>
                <a:gd name="T14" fmla="*/ 369 w 454"/>
                <a:gd name="T15" fmla="*/ 102 h 280"/>
                <a:gd name="T16" fmla="*/ 454 w 454"/>
                <a:gd name="T17" fmla="*/ 203 h 280"/>
                <a:gd name="T18" fmla="*/ 243 w 454"/>
                <a:gd name="T19" fmla="*/ 233 h 280"/>
                <a:gd name="T20" fmla="*/ 175 w 454"/>
                <a:gd name="T21" fmla="*/ 203 h 280"/>
                <a:gd name="T22" fmla="*/ 144 w 454"/>
                <a:gd name="T23" fmla="*/ 253 h 280"/>
                <a:gd name="T24" fmla="*/ 84 w 454"/>
                <a:gd name="T25" fmla="*/ 253 h 280"/>
                <a:gd name="T26" fmla="*/ 55 w 454"/>
                <a:gd name="T27" fmla="*/ 280 h 280"/>
                <a:gd name="T28" fmla="*/ 0 w 454"/>
                <a:gd name="T29" fmla="*/ 213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4" h="280">
                  <a:moveTo>
                    <a:pt x="0" y="213"/>
                  </a:moveTo>
                  <a:lnTo>
                    <a:pt x="32" y="125"/>
                  </a:lnTo>
                  <a:lnTo>
                    <a:pt x="144" y="102"/>
                  </a:lnTo>
                  <a:lnTo>
                    <a:pt x="156" y="74"/>
                  </a:lnTo>
                  <a:lnTo>
                    <a:pt x="208" y="64"/>
                  </a:lnTo>
                  <a:lnTo>
                    <a:pt x="285" y="0"/>
                  </a:lnTo>
                  <a:lnTo>
                    <a:pt x="310" y="75"/>
                  </a:lnTo>
                  <a:lnTo>
                    <a:pt x="369" y="102"/>
                  </a:lnTo>
                  <a:lnTo>
                    <a:pt x="454" y="203"/>
                  </a:lnTo>
                  <a:lnTo>
                    <a:pt x="243" y="233"/>
                  </a:lnTo>
                  <a:lnTo>
                    <a:pt x="175" y="203"/>
                  </a:lnTo>
                  <a:lnTo>
                    <a:pt x="144" y="253"/>
                  </a:lnTo>
                  <a:lnTo>
                    <a:pt x="84" y="253"/>
                  </a:lnTo>
                  <a:lnTo>
                    <a:pt x="55" y="280"/>
                  </a:lnTo>
                  <a:lnTo>
                    <a:pt x="0" y="21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6" name="Freeform 188">
              <a:extLst>
                <a:ext uri="{FF2B5EF4-FFF2-40B4-BE49-F238E27FC236}">
                  <a16:creationId xmlns:a16="http://schemas.microsoft.com/office/drawing/2014/main" id="{54D35C2E-D623-DBAC-308D-B1346848D8BB}"/>
                </a:ext>
              </a:extLst>
            </p:cNvPr>
            <p:cNvSpPr>
              <a:spLocks noChangeAspect="1"/>
            </p:cNvSpPr>
            <p:nvPr/>
          </p:nvSpPr>
          <p:spPr bwMode="gray">
            <a:xfrm>
              <a:off x="2969" y="2385"/>
              <a:ext cx="157" cy="296"/>
            </a:xfrm>
            <a:custGeom>
              <a:avLst/>
              <a:gdLst>
                <a:gd name="T0" fmla="*/ 0 w 371"/>
                <a:gd name="T1" fmla="*/ 324 h 567"/>
                <a:gd name="T2" fmla="*/ 53 w 371"/>
                <a:gd name="T3" fmla="*/ 353 h 567"/>
                <a:gd name="T4" fmla="*/ 39 w 371"/>
                <a:gd name="T5" fmla="*/ 381 h 567"/>
                <a:gd name="T6" fmla="*/ 64 w 371"/>
                <a:gd name="T7" fmla="*/ 475 h 567"/>
                <a:gd name="T8" fmla="*/ 22 w 371"/>
                <a:gd name="T9" fmla="*/ 492 h 567"/>
                <a:gd name="T10" fmla="*/ 71 w 371"/>
                <a:gd name="T11" fmla="*/ 567 h 567"/>
                <a:gd name="T12" fmla="*/ 183 w 371"/>
                <a:gd name="T13" fmla="*/ 544 h 567"/>
                <a:gd name="T14" fmla="*/ 195 w 371"/>
                <a:gd name="T15" fmla="*/ 516 h 567"/>
                <a:gd name="T16" fmla="*/ 247 w 371"/>
                <a:gd name="T17" fmla="*/ 506 h 567"/>
                <a:gd name="T18" fmla="*/ 324 w 371"/>
                <a:gd name="T19" fmla="*/ 442 h 567"/>
                <a:gd name="T20" fmla="*/ 297 w 371"/>
                <a:gd name="T21" fmla="*/ 374 h 567"/>
                <a:gd name="T22" fmla="*/ 334 w 371"/>
                <a:gd name="T23" fmla="*/ 281 h 567"/>
                <a:gd name="T24" fmla="*/ 369 w 371"/>
                <a:gd name="T25" fmla="*/ 274 h 567"/>
                <a:gd name="T26" fmla="*/ 371 w 371"/>
                <a:gd name="T27" fmla="*/ 143 h 567"/>
                <a:gd name="T28" fmla="*/ 93 w 371"/>
                <a:gd name="T29" fmla="*/ 0 h 567"/>
                <a:gd name="T30" fmla="*/ 56 w 371"/>
                <a:gd name="T31" fmla="*/ 14 h 567"/>
                <a:gd name="T32" fmla="*/ 56 w 371"/>
                <a:gd name="T33" fmla="*/ 69 h 567"/>
                <a:gd name="T34" fmla="*/ 93 w 371"/>
                <a:gd name="T35" fmla="*/ 108 h 567"/>
                <a:gd name="T36" fmla="*/ 71 w 371"/>
                <a:gd name="T37" fmla="*/ 233 h 567"/>
                <a:gd name="T38" fmla="*/ 0 w 371"/>
                <a:gd name="T39" fmla="*/ 324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1" h="567">
                  <a:moveTo>
                    <a:pt x="0" y="324"/>
                  </a:moveTo>
                  <a:lnTo>
                    <a:pt x="53" y="353"/>
                  </a:lnTo>
                  <a:lnTo>
                    <a:pt x="39" y="381"/>
                  </a:lnTo>
                  <a:lnTo>
                    <a:pt x="64" y="475"/>
                  </a:lnTo>
                  <a:lnTo>
                    <a:pt x="22" y="492"/>
                  </a:lnTo>
                  <a:lnTo>
                    <a:pt x="71" y="567"/>
                  </a:lnTo>
                  <a:lnTo>
                    <a:pt x="183" y="544"/>
                  </a:lnTo>
                  <a:lnTo>
                    <a:pt x="195" y="516"/>
                  </a:lnTo>
                  <a:lnTo>
                    <a:pt x="247" y="506"/>
                  </a:lnTo>
                  <a:lnTo>
                    <a:pt x="324" y="442"/>
                  </a:lnTo>
                  <a:lnTo>
                    <a:pt x="297" y="374"/>
                  </a:lnTo>
                  <a:lnTo>
                    <a:pt x="334" y="281"/>
                  </a:lnTo>
                  <a:lnTo>
                    <a:pt x="369" y="274"/>
                  </a:lnTo>
                  <a:lnTo>
                    <a:pt x="371" y="143"/>
                  </a:lnTo>
                  <a:lnTo>
                    <a:pt x="93" y="0"/>
                  </a:lnTo>
                  <a:lnTo>
                    <a:pt x="56" y="14"/>
                  </a:lnTo>
                  <a:lnTo>
                    <a:pt x="56" y="69"/>
                  </a:lnTo>
                  <a:lnTo>
                    <a:pt x="93" y="108"/>
                  </a:lnTo>
                  <a:lnTo>
                    <a:pt x="71" y="233"/>
                  </a:lnTo>
                  <a:lnTo>
                    <a:pt x="0" y="32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7" name="Freeform 189">
              <a:extLst>
                <a:ext uri="{FF2B5EF4-FFF2-40B4-BE49-F238E27FC236}">
                  <a16:creationId xmlns:a16="http://schemas.microsoft.com/office/drawing/2014/main" id="{53DB1957-1B23-E6C2-E6CA-E2027F67EC37}"/>
                </a:ext>
              </a:extLst>
            </p:cNvPr>
            <p:cNvSpPr>
              <a:spLocks noChangeAspect="1"/>
            </p:cNvSpPr>
            <p:nvPr/>
          </p:nvSpPr>
          <p:spPr bwMode="gray">
            <a:xfrm>
              <a:off x="2935" y="2748"/>
              <a:ext cx="114" cy="157"/>
            </a:xfrm>
            <a:custGeom>
              <a:avLst/>
              <a:gdLst>
                <a:gd name="T0" fmla="*/ 0 w 260"/>
                <a:gd name="T1" fmla="*/ 263 h 301"/>
                <a:gd name="T2" fmla="*/ 27 w 260"/>
                <a:gd name="T3" fmla="*/ 301 h 301"/>
                <a:gd name="T4" fmla="*/ 62 w 260"/>
                <a:gd name="T5" fmla="*/ 289 h 301"/>
                <a:gd name="T6" fmla="*/ 115 w 260"/>
                <a:gd name="T7" fmla="*/ 293 h 301"/>
                <a:gd name="T8" fmla="*/ 163 w 260"/>
                <a:gd name="T9" fmla="*/ 261 h 301"/>
                <a:gd name="T10" fmla="*/ 177 w 260"/>
                <a:gd name="T11" fmla="*/ 201 h 301"/>
                <a:gd name="T12" fmla="*/ 228 w 260"/>
                <a:gd name="T13" fmla="*/ 151 h 301"/>
                <a:gd name="T14" fmla="*/ 260 w 260"/>
                <a:gd name="T15" fmla="*/ 0 h 301"/>
                <a:gd name="T16" fmla="*/ 200 w 260"/>
                <a:gd name="T17" fmla="*/ 0 h 301"/>
                <a:gd name="T18" fmla="*/ 171 w 260"/>
                <a:gd name="T19" fmla="*/ 27 h 301"/>
                <a:gd name="T20" fmla="*/ 165 w 260"/>
                <a:gd name="T21" fmla="*/ 75 h 301"/>
                <a:gd name="T22" fmla="*/ 73 w 260"/>
                <a:gd name="T23" fmla="*/ 53 h 301"/>
                <a:gd name="T24" fmla="*/ 71 w 260"/>
                <a:gd name="T25" fmla="*/ 85 h 301"/>
                <a:gd name="T26" fmla="*/ 107 w 260"/>
                <a:gd name="T27" fmla="*/ 87 h 301"/>
                <a:gd name="T28" fmla="*/ 96 w 260"/>
                <a:gd name="T29" fmla="*/ 206 h 301"/>
                <a:gd name="T30" fmla="*/ 51 w 260"/>
                <a:gd name="T31" fmla="*/ 192 h 301"/>
                <a:gd name="T32" fmla="*/ 0 w 260"/>
                <a:gd name="T33" fmla="*/ 26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301">
                  <a:moveTo>
                    <a:pt x="0" y="263"/>
                  </a:moveTo>
                  <a:lnTo>
                    <a:pt x="27" y="301"/>
                  </a:lnTo>
                  <a:lnTo>
                    <a:pt x="62" y="289"/>
                  </a:lnTo>
                  <a:lnTo>
                    <a:pt x="115" y="293"/>
                  </a:lnTo>
                  <a:lnTo>
                    <a:pt x="163" y="261"/>
                  </a:lnTo>
                  <a:lnTo>
                    <a:pt x="177" y="201"/>
                  </a:lnTo>
                  <a:lnTo>
                    <a:pt x="228" y="151"/>
                  </a:lnTo>
                  <a:lnTo>
                    <a:pt x="260" y="0"/>
                  </a:lnTo>
                  <a:lnTo>
                    <a:pt x="200" y="0"/>
                  </a:lnTo>
                  <a:lnTo>
                    <a:pt x="171" y="27"/>
                  </a:lnTo>
                  <a:lnTo>
                    <a:pt x="165" y="75"/>
                  </a:lnTo>
                  <a:lnTo>
                    <a:pt x="73" y="53"/>
                  </a:lnTo>
                  <a:lnTo>
                    <a:pt x="71" y="85"/>
                  </a:lnTo>
                  <a:lnTo>
                    <a:pt x="107" y="87"/>
                  </a:lnTo>
                  <a:lnTo>
                    <a:pt x="96" y="206"/>
                  </a:lnTo>
                  <a:lnTo>
                    <a:pt x="51" y="192"/>
                  </a:lnTo>
                  <a:lnTo>
                    <a:pt x="0" y="26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8" name="Freeform 190">
              <a:extLst>
                <a:ext uri="{FF2B5EF4-FFF2-40B4-BE49-F238E27FC236}">
                  <a16:creationId xmlns:a16="http://schemas.microsoft.com/office/drawing/2014/main" id="{824C50EC-72EC-D1F1-5D0D-20EAD4DF1FC7}"/>
                </a:ext>
              </a:extLst>
            </p:cNvPr>
            <p:cNvSpPr>
              <a:spLocks noChangeAspect="1"/>
            </p:cNvSpPr>
            <p:nvPr/>
          </p:nvSpPr>
          <p:spPr bwMode="gray">
            <a:xfrm>
              <a:off x="2952" y="2721"/>
              <a:ext cx="286" cy="334"/>
            </a:xfrm>
            <a:custGeom>
              <a:avLst/>
              <a:gdLst>
                <a:gd name="T0" fmla="*/ 0 w 659"/>
                <a:gd name="T1" fmla="*/ 377 h 635"/>
                <a:gd name="T2" fmla="*/ 2 w 659"/>
                <a:gd name="T3" fmla="*/ 394 h 635"/>
                <a:gd name="T4" fmla="*/ 134 w 659"/>
                <a:gd name="T5" fmla="*/ 377 h 635"/>
                <a:gd name="T6" fmla="*/ 192 w 659"/>
                <a:gd name="T7" fmla="*/ 457 h 635"/>
                <a:gd name="T8" fmla="*/ 241 w 659"/>
                <a:gd name="T9" fmla="*/ 453 h 635"/>
                <a:gd name="T10" fmla="*/ 252 w 659"/>
                <a:gd name="T11" fmla="*/ 416 h 635"/>
                <a:gd name="T12" fmla="*/ 296 w 659"/>
                <a:gd name="T13" fmla="*/ 414 h 635"/>
                <a:gd name="T14" fmla="*/ 329 w 659"/>
                <a:gd name="T15" fmla="*/ 437 h 635"/>
                <a:gd name="T16" fmla="*/ 336 w 659"/>
                <a:gd name="T17" fmla="*/ 560 h 635"/>
                <a:gd name="T18" fmla="*/ 407 w 659"/>
                <a:gd name="T19" fmla="*/ 553 h 635"/>
                <a:gd name="T20" fmla="*/ 606 w 659"/>
                <a:gd name="T21" fmla="*/ 635 h 635"/>
                <a:gd name="T22" fmla="*/ 605 w 659"/>
                <a:gd name="T23" fmla="*/ 598 h 635"/>
                <a:gd name="T24" fmla="*/ 566 w 659"/>
                <a:gd name="T25" fmla="*/ 581 h 635"/>
                <a:gd name="T26" fmla="*/ 573 w 659"/>
                <a:gd name="T27" fmla="*/ 491 h 635"/>
                <a:gd name="T28" fmla="*/ 636 w 659"/>
                <a:gd name="T29" fmla="*/ 459 h 635"/>
                <a:gd name="T30" fmla="*/ 597 w 659"/>
                <a:gd name="T31" fmla="*/ 398 h 635"/>
                <a:gd name="T32" fmla="*/ 590 w 659"/>
                <a:gd name="T33" fmla="*/ 294 h 635"/>
                <a:gd name="T34" fmla="*/ 583 w 659"/>
                <a:gd name="T35" fmla="*/ 268 h 635"/>
                <a:gd name="T36" fmla="*/ 606 w 659"/>
                <a:gd name="T37" fmla="*/ 222 h 635"/>
                <a:gd name="T38" fmla="*/ 636 w 659"/>
                <a:gd name="T39" fmla="*/ 135 h 635"/>
                <a:gd name="T40" fmla="*/ 659 w 659"/>
                <a:gd name="T41" fmla="*/ 102 h 635"/>
                <a:gd name="T42" fmla="*/ 646 w 659"/>
                <a:gd name="T43" fmla="*/ 52 h 635"/>
                <a:gd name="T44" fmla="*/ 531 w 659"/>
                <a:gd name="T45" fmla="*/ 0 h 635"/>
                <a:gd name="T46" fmla="*/ 320 w 659"/>
                <a:gd name="T47" fmla="*/ 30 h 635"/>
                <a:gd name="T48" fmla="*/ 252 w 659"/>
                <a:gd name="T49" fmla="*/ 0 h 635"/>
                <a:gd name="T50" fmla="*/ 221 w 659"/>
                <a:gd name="T51" fmla="*/ 50 h 635"/>
                <a:gd name="T52" fmla="*/ 189 w 659"/>
                <a:gd name="T53" fmla="*/ 201 h 635"/>
                <a:gd name="T54" fmla="*/ 138 w 659"/>
                <a:gd name="T55" fmla="*/ 251 h 635"/>
                <a:gd name="T56" fmla="*/ 124 w 659"/>
                <a:gd name="T57" fmla="*/ 311 h 635"/>
                <a:gd name="T58" fmla="*/ 76 w 659"/>
                <a:gd name="T59" fmla="*/ 343 h 635"/>
                <a:gd name="T60" fmla="*/ 23 w 659"/>
                <a:gd name="T61" fmla="*/ 339 h 635"/>
                <a:gd name="T62" fmla="*/ 0 w 659"/>
                <a:gd name="T63" fmla="*/ 377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9" h="635">
                  <a:moveTo>
                    <a:pt x="0" y="377"/>
                  </a:moveTo>
                  <a:lnTo>
                    <a:pt x="2" y="394"/>
                  </a:lnTo>
                  <a:lnTo>
                    <a:pt x="134" y="377"/>
                  </a:lnTo>
                  <a:lnTo>
                    <a:pt x="192" y="457"/>
                  </a:lnTo>
                  <a:lnTo>
                    <a:pt x="241" y="453"/>
                  </a:lnTo>
                  <a:lnTo>
                    <a:pt x="252" y="416"/>
                  </a:lnTo>
                  <a:lnTo>
                    <a:pt x="296" y="414"/>
                  </a:lnTo>
                  <a:lnTo>
                    <a:pt x="329" y="437"/>
                  </a:lnTo>
                  <a:lnTo>
                    <a:pt x="336" y="560"/>
                  </a:lnTo>
                  <a:lnTo>
                    <a:pt x="407" y="553"/>
                  </a:lnTo>
                  <a:lnTo>
                    <a:pt x="606" y="635"/>
                  </a:lnTo>
                  <a:lnTo>
                    <a:pt x="605" y="598"/>
                  </a:lnTo>
                  <a:lnTo>
                    <a:pt x="566" y="581"/>
                  </a:lnTo>
                  <a:lnTo>
                    <a:pt x="573" y="491"/>
                  </a:lnTo>
                  <a:lnTo>
                    <a:pt x="636" y="459"/>
                  </a:lnTo>
                  <a:lnTo>
                    <a:pt x="597" y="398"/>
                  </a:lnTo>
                  <a:lnTo>
                    <a:pt x="590" y="294"/>
                  </a:lnTo>
                  <a:lnTo>
                    <a:pt x="583" y="268"/>
                  </a:lnTo>
                  <a:lnTo>
                    <a:pt x="606" y="222"/>
                  </a:lnTo>
                  <a:lnTo>
                    <a:pt x="636" y="135"/>
                  </a:lnTo>
                  <a:lnTo>
                    <a:pt x="659" y="102"/>
                  </a:lnTo>
                  <a:lnTo>
                    <a:pt x="646" y="52"/>
                  </a:lnTo>
                  <a:lnTo>
                    <a:pt x="531" y="0"/>
                  </a:lnTo>
                  <a:lnTo>
                    <a:pt x="320" y="30"/>
                  </a:lnTo>
                  <a:lnTo>
                    <a:pt x="252" y="0"/>
                  </a:lnTo>
                  <a:lnTo>
                    <a:pt x="221" y="50"/>
                  </a:lnTo>
                  <a:lnTo>
                    <a:pt x="189" y="201"/>
                  </a:lnTo>
                  <a:lnTo>
                    <a:pt x="138" y="251"/>
                  </a:lnTo>
                  <a:lnTo>
                    <a:pt x="124" y="311"/>
                  </a:lnTo>
                  <a:lnTo>
                    <a:pt x="76" y="343"/>
                  </a:lnTo>
                  <a:lnTo>
                    <a:pt x="23" y="339"/>
                  </a:lnTo>
                  <a:lnTo>
                    <a:pt x="0" y="37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19" name="Freeform 191">
              <a:extLst>
                <a:ext uri="{FF2B5EF4-FFF2-40B4-BE49-F238E27FC236}">
                  <a16:creationId xmlns:a16="http://schemas.microsoft.com/office/drawing/2014/main" id="{93452AD5-D2B9-F860-7DB6-8A2DCB9A1358}"/>
                </a:ext>
              </a:extLst>
            </p:cNvPr>
            <p:cNvSpPr>
              <a:spLocks noChangeAspect="1"/>
            </p:cNvSpPr>
            <p:nvPr/>
          </p:nvSpPr>
          <p:spPr bwMode="gray">
            <a:xfrm>
              <a:off x="3254" y="2146"/>
              <a:ext cx="37" cy="22"/>
            </a:xfrm>
            <a:custGeom>
              <a:avLst/>
              <a:gdLst>
                <a:gd name="T0" fmla="*/ 0 w 82"/>
                <a:gd name="T1" fmla="*/ 22 h 43"/>
                <a:gd name="T2" fmla="*/ 29 w 82"/>
                <a:gd name="T3" fmla="*/ 43 h 43"/>
                <a:gd name="T4" fmla="*/ 82 w 82"/>
                <a:gd name="T5" fmla="*/ 0 h 43"/>
                <a:gd name="T6" fmla="*/ 0 w 82"/>
                <a:gd name="T7" fmla="*/ 22 h 43"/>
              </a:gdLst>
              <a:ahLst/>
              <a:cxnLst>
                <a:cxn ang="0">
                  <a:pos x="T0" y="T1"/>
                </a:cxn>
                <a:cxn ang="0">
                  <a:pos x="T2" y="T3"/>
                </a:cxn>
                <a:cxn ang="0">
                  <a:pos x="T4" y="T5"/>
                </a:cxn>
                <a:cxn ang="0">
                  <a:pos x="T6" y="T7"/>
                </a:cxn>
              </a:cxnLst>
              <a:rect l="0" t="0" r="r" b="b"/>
              <a:pathLst>
                <a:path w="82" h="43">
                  <a:moveTo>
                    <a:pt x="0" y="22"/>
                  </a:moveTo>
                  <a:lnTo>
                    <a:pt x="29" y="43"/>
                  </a:lnTo>
                  <a:lnTo>
                    <a:pt x="82" y="0"/>
                  </a:lnTo>
                  <a:lnTo>
                    <a:pt x="0" y="2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0" name="Freeform 192">
              <a:extLst>
                <a:ext uri="{FF2B5EF4-FFF2-40B4-BE49-F238E27FC236}">
                  <a16:creationId xmlns:a16="http://schemas.microsoft.com/office/drawing/2014/main" id="{2A01B6EE-1FC8-6EBE-B871-6BECBB275FF3}"/>
                </a:ext>
              </a:extLst>
            </p:cNvPr>
            <p:cNvSpPr>
              <a:spLocks noChangeAspect="1"/>
            </p:cNvSpPr>
            <p:nvPr/>
          </p:nvSpPr>
          <p:spPr bwMode="gray">
            <a:xfrm>
              <a:off x="2781" y="2590"/>
              <a:ext cx="41" cy="108"/>
            </a:xfrm>
            <a:custGeom>
              <a:avLst/>
              <a:gdLst>
                <a:gd name="T0" fmla="*/ 0 w 94"/>
                <a:gd name="T1" fmla="*/ 52 h 214"/>
                <a:gd name="T2" fmla="*/ 36 w 94"/>
                <a:gd name="T3" fmla="*/ 214 h 214"/>
                <a:gd name="T4" fmla="*/ 67 w 94"/>
                <a:gd name="T5" fmla="*/ 212 h 214"/>
                <a:gd name="T6" fmla="*/ 94 w 94"/>
                <a:gd name="T7" fmla="*/ 25 h 214"/>
                <a:gd name="T8" fmla="*/ 67 w 94"/>
                <a:gd name="T9" fmla="*/ 0 h 214"/>
                <a:gd name="T10" fmla="*/ 50 w 94"/>
                <a:gd name="T11" fmla="*/ 16 h 214"/>
                <a:gd name="T12" fmla="*/ 0 w 94"/>
                <a:gd name="T13" fmla="*/ 52 h 214"/>
              </a:gdLst>
              <a:ahLst/>
              <a:cxnLst>
                <a:cxn ang="0">
                  <a:pos x="T0" y="T1"/>
                </a:cxn>
                <a:cxn ang="0">
                  <a:pos x="T2" y="T3"/>
                </a:cxn>
                <a:cxn ang="0">
                  <a:pos x="T4" y="T5"/>
                </a:cxn>
                <a:cxn ang="0">
                  <a:pos x="T6" y="T7"/>
                </a:cxn>
                <a:cxn ang="0">
                  <a:pos x="T8" y="T9"/>
                </a:cxn>
                <a:cxn ang="0">
                  <a:pos x="T10" y="T11"/>
                </a:cxn>
                <a:cxn ang="0">
                  <a:pos x="T12" y="T13"/>
                </a:cxn>
              </a:cxnLst>
              <a:rect l="0" t="0" r="r" b="b"/>
              <a:pathLst>
                <a:path w="94" h="214">
                  <a:moveTo>
                    <a:pt x="0" y="52"/>
                  </a:moveTo>
                  <a:lnTo>
                    <a:pt x="36" y="214"/>
                  </a:lnTo>
                  <a:lnTo>
                    <a:pt x="67" y="212"/>
                  </a:lnTo>
                  <a:lnTo>
                    <a:pt x="94" y="25"/>
                  </a:lnTo>
                  <a:lnTo>
                    <a:pt x="67" y="0"/>
                  </a:lnTo>
                  <a:lnTo>
                    <a:pt x="50" y="16"/>
                  </a:lnTo>
                  <a:lnTo>
                    <a:pt x="0" y="5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1" name="Freeform 193">
              <a:extLst>
                <a:ext uri="{FF2B5EF4-FFF2-40B4-BE49-F238E27FC236}">
                  <a16:creationId xmlns:a16="http://schemas.microsoft.com/office/drawing/2014/main" id="{E64728D1-FC11-777A-0408-967B6672DBCF}"/>
                </a:ext>
              </a:extLst>
            </p:cNvPr>
            <p:cNvSpPr>
              <a:spLocks noChangeAspect="1"/>
            </p:cNvSpPr>
            <p:nvPr/>
          </p:nvSpPr>
          <p:spPr bwMode="gray">
            <a:xfrm>
              <a:off x="2908" y="2774"/>
              <a:ext cx="29" cy="25"/>
            </a:xfrm>
            <a:custGeom>
              <a:avLst/>
              <a:gdLst>
                <a:gd name="T0" fmla="*/ 0 w 62"/>
                <a:gd name="T1" fmla="*/ 43 h 43"/>
                <a:gd name="T2" fmla="*/ 5 w 62"/>
                <a:gd name="T3" fmla="*/ 1 h 43"/>
                <a:gd name="T4" fmla="*/ 62 w 62"/>
                <a:gd name="T5" fmla="*/ 0 h 43"/>
                <a:gd name="T6" fmla="*/ 62 w 62"/>
                <a:gd name="T7" fmla="*/ 38 h 43"/>
                <a:gd name="T8" fmla="*/ 0 w 62"/>
                <a:gd name="T9" fmla="*/ 43 h 43"/>
              </a:gdLst>
              <a:ahLst/>
              <a:cxnLst>
                <a:cxn ang="0">
                  <a:pos x="T0" y="T1"/>
                </a:cxn>
                <a:cxn ang="0">
                  <a:pos x="T2" y="T3"/>
                </a:cxn>
                <a:cxn ang="0">
                  <a:pos x="T4" y="T5"/>
                </a:cxn>
                <a:cxn ang="0">
                  <a:pos x="T6" y="T7"/>
                </a:cxn>
                <a:cxn ang="0">
                  <a:pos x="T8" y="T9"/>
                </a:cxn>
              </a:cxnLst>
              <a:rect l="0" t="0" r="r" b="b"/>
              <a:pathLst>
                <a:path w="62" h="43">
                  <a:moveTo>
                    <a:pt x="0" y="43"/>
                  </a:moveTo>
                  <a:lnTo>
                    <a:pt x="5" y="1"/>
                  </a:lnTo>
                  <a:lnTo>
                    <a:pt x="62" y="0"/>
                  </a:lnTo>
                  <a:lnTo>
                    <a:pt x="62" y="38"/>
                  </a:lnTo>
                  <a:lnTo>
                    <a:pt x="0" y="4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2" name="Freeform 194">
              <a:extLst>
                <a:ext uri="{FF2B5EF4-FFF2-40B4-BE49-F238E27FC236}">
                  <a16:creationId xmlns:a16="http://schemas.microsoft.com/office/drawing/2014/main" id="{05126968-E18F-A3C2-F0A4-9D672C1489AE}"/>
                </a:ext>
              </a:extLst>
            </p:cNvPr>
            <p:cNvSpPr>
              <a:spLocks noChangeAspect="1"/>
            </p:cNvSpPr>
            <p:nvPr/>
          </p:nvSpPr>
          <p:spPr bwMode="gray">
            <a:xfrm>
              <a:off x="3264" y="2487"/>
              <a:ext cx="226" cy="266"/>
            </a:xfrm>
            <a:custGeom>
              <a:avLst/>
              <a:gdLst>
                <a:gd name="T0" fmla="*/ 0 w 524"/>
                <a:gd name="T1" fmla="*/ 356 h 509"/>
                <a:gd name="T2" fmla="*/ 40 w 524"/>
                <a:gd name="T3" fmla="*/ 329 h 509"/>
                <a:gd name="T4" fmla="*/ 44 w 524"/>
                <a:gd name="T5" fmla="*/ 265 h 509"/>
                <a:gd name="T6" fmla="*/ 112 w 524"/>
                <a:gd name="T7" fmla="*/ 181 h 509"/>
                <a:gd name="T8" fmla="*/ 139 w 524"/>
                <a:gd name="T9" fmla="*/ 33 h 509"/>
                <a:gd name="T10" fmla="*/ 193 w 524"/>
                <a:gd name="T11" fmla="*/ 0 h 509"/>
                <a:gd name="T12" fmla="*/ 232 w 524"/>
                <a:gd name="T13" fmla="*/ 102 h 509"/>
                <a:gd name="T14" fmla="*/ 348 w 524"/>
                <a:gd name="T15" fmla="*/ 188 h 509"/>
                <a:gd name="T16" fmla="*/ 307 w 524"/>
                <a:gd name="T17" fmla="*/ 240 h 509"/>
                <a:gd name="T18" fmla="*/ 345 w 524"/>
                <a:gd name="T19" fmla="*/ 253 h 509"/>
                <a:gd name="T20" fmla="*/ 387 w 524"/>
                <a:gd name="T21" fmla="*/ 316 h 509"/>
                <a:gd name="T22" fmla="*/ 524 w 524"/>
                <a:gd name="T23" fmla="*/ 350 h 509"/>
                <a:gd name="T24" fmla="*/ 418 w 524"/>
                <a:gd name="T25" fmla="*/ 455 h 509"/>
                <a:gd name="T26" fmla="*/ 309 w 524"/>
                <a:gd name="T27" fmla="*/ 493 h 509"/>
                <a:gd name="T28" fmla="*/ 210 w 524"/>
                <a:gd name="T29" fmla="*/ 509 h 509"/>
                <a:gd name="T30" fmla="*/ 100 w 524"/>
                <a:gd name="T31" fmla="*/ 470 h 509"/>
                <a:gd name="T32" fmla="*/ 61 w 524"/>
                <a:gd name="T33" fmla="*/ 398 h 509"/>
                <a:gd name="T34" fmla="*/ 0 w 524"/>
                <a:gd name="T35" fmla="*/ 356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4" h="509">
                  <a:moveTo>
                    <a:pt x="0" y="356"/>
                  </a:moveTo>
                  <a:lnTo>
                    <a:pt x="40" y="329"/>
                  </a:lnTo>
                  <a:lnTo>
                    <a:pt x="44" y="265"/>
                  </a:lnTo>
                  <a:lnTo>
                    <a:pt x="112" y="181"/>
                  </a:lnTo>
                  <a:lnTo>
                    <a:pt x="139" y="33"/>
                  </a:lnTo>
                  <a:lnTo>
                    <a:pt x="193" y="0"/>
                  </a:lnTo>
                  <a:lnTo>
                    <a:pt x="232" y="102"/>
                  </a:lnTo>
                  <a:lnTo>
                    <a:pt x="348" y="188"/>
                  </a:lnTo>
                  <a:lnTo>
                    <a:pt x="307" y="240"/>
                  </a:lnTo>
                  <a:lnTo>
                    <a:pt x="345" y="253"/>
                  </a:lnTo>
                  <a:lnTo>
                    <a:pt x="387" y="316"/>
                  </a:lnTo>
                  <a:lnTo>
                    <a:pt x="524" y="350"/>
                  </a:lnTo>
                  <a:lnTo>
                    <a:pt x="418" y="455"/>
                  </a:lnTo>
                  <a:lnTo>
                    <a:pt x="309" y="493"/>
                  </a:lnTo>
                  <a:lnTo>
                    <a:pt x="210" y="509"/>
                  </a:lnTo>
                  <a:lnTo>
                    <a:pt x="100" y="470"/>
                  </a:lnTo>
                  <a:lnTo>
                    <a:pt x="61" y="398"/>
                  </a:lnTo>
                  <a:lnTo>
                    <a:pt x="0" y="35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3" name="Freeform 195">
              <a:extLst>
                <a:ext uri="{FF2B5EF4-FFF2-40B4-BE49-F238E27FC236}">
                  <a16:creationId xmlns:a16="http://schemas.microsoft.com/office/drawing/2014/main" id="{00C70E74-194D-ABB3-BCEF-A06604EDB745}"/>
                </a:ext>
              </a:extLst>
            </p:cNvPr>
            <p:cNvSpPr>
              <a:spLocks noChangeAspect="1"/>
            </p:cNvSpPr>
            <p:nvPr/>
          </p:nvSpPr>
          <p:spPr bwMode="gray">
            <a:xfrm>
              <a:off x="3397" y="2586"/>
              <a:ext cx="25" cy="35"/>
            </a:xfrm>
            <a:custGeom>
              <a:avLst/>
              <a:gdLst>
                <a:gd name="T0" fmla="*/ 0 w 55"/>
                <a:gd name="T1" fmla="*/ 52 h 65"/>
                <a:gd name="T2" fmla="*/ 38 w 55"/>
                <a:gd name="T3" fmla="*/ 65 h 65"/>
                <a:gd name="T4" fmla="*/ 52 w 55"/>
                <a:gd name="T5" fmla="*/ 44 h 65"/>
                <a:gd name="T6" fmla="*/ 25 w 55"/>
                <a:gd name="T7" fmla="*/ 41 h 65"/>
                <a:gd name="T8" fmla="*/ 55 w 55"/>
                <a:gd name="T9" fmla="*/ 25 h 65"/>
                <a:gd name="T10" fmla="*/ 41 w 55"/>
                <a:gd name="T11" fmla="*/ 0 h 65"/>
                <a:gd name="T12" fmla="*/ 0 w 55"/>
                <a:gd name="T13" fmla="*/ 52 h 65"/>
              </a:gdLst>
              <a:ahLst/>
              <a:cxnLst>
                <a:cxn ang="0">
                  <a:pos x="T0" y="T1"/>
                </a:cxn>
                <a:cxn ang="0">
                  <a:pos x="T2" y="T3"/>
                </a:cxn>
                <a:cxn ang="0">
                  <a:pos x="T4" y="T5"/>
                </a:cxn>
                <a:cxn ang="0">
                  <a:pos x="T6" y="T7"/>
                </a:cxn>
                <a:cxn ang="0">
                  <a:pos x="T8" y="T9"/>
                </a:cxn>
                <a:cxn ang="0">
                  <a:pos x="T10" y="T11"/>
                </a:cxn>
                <a:cxn ang="0">
                  <a:pos x="T12" y="T13"/>
                </a:cxn>
              </a:cxnLst>
              <a:rect l="0" t="0" r="r" b="b"/>
              <a:pathLst>
                <a:path w="55" h="65">
                  <a:moveTo>
                    <a:pt x="0" y="52"/>
                  </a:moveTo>
                  <a:lnTo>
                    <a:pt x="38" y="65"/>
                  </a:lnTo>
                  <a:lnTo>
                    <a:pt x="52" y="44"/>
                  </a:lnTo>
                  <a:lnTo>
                    <a:pt x="25" y="41"/>
                  </a:lnTo>
                  <a:lnTo>
                    <a:pt x="55" y="25"/>
                  </a:lnTo>
                  <a:lnTo>
                    <a:pt x="41" y="0"/>
                  </a:lnTo>
                  <a:lnTo>
                    <a:pt x="0" y="5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4" name="Freeform 196">
              <a:extLst>
                <a:ext uri="{FF2B5EF4-FFF2-40B4-BE49-F238E27FC236}">
                  <a16:creationId xmlns:a16="http://schemas.microsoft.com/office/drawing/2014/main" id="{F4E0835C-9402-C8F8-4314-EF92CF83908E}"/>
                </a:ext>
              </a:extLst>
            </p:cNvPr>
            <p:cNvSpPr>
              <a:spLocks noChangeAspect="1"/>
            </p:cNvSpPr>
            <p:nvPr/>
          </p:nvSpPr>
          <p:spPr bwMode="gray">
            <a:xfrm>
              <a:off x="2898" y="2774"/>
              <a:ext cx="84" cy="112"/>
            </a:xfrm>
            <a:custGeom>
              <a:avLst/>
              <a:gdLst>
                <a:gd name="T0" fmla="*/ 0 w 192"/>
                <a:gd name="T1" fmla="*/ 100 h 211"/>
                <a:gd name="T2" fmla="*/ 21 w 192"/>
                <a:gd name="T3" fmla="*/ 67 h 211"/>
                <a:gd name="T4" fmla="*/ 36 w 192"/>
                <a:gd name="T5" fmla="*/ 70 h 211"/>
                <a:gd name="T6" fmla="*/ 26 w 192"/>
                <a:gd name="T7" fmla="*/ 43 h 211"/>
                <a:gd name="T8" fmla="*/ 88 w 192"/>
                <a:gd name="T9" fmla="*/ 38 h 211"/>
                <a:gd name="T10" fmla="*/ 88 w 192"/>
                <a:gd name="T11" fmla="*/ 0 h 211"/>
                <a:gd name="T12" fmla="*/ 158 w 192"/>
                <a:gd name="T13" fmla="*/ 1 h 211"/>
                <a:gd name="T14" fmla="*/ 156 w 192"/>
                <a:gd name="T15" fmla="*/ 33 h 211"/>
                <a:gd name="T16" fmla="*/ 192 w 192"/>
                <a:gd name="T17" fmla="*/ 35 h 211"/>
                <a:gd name="T18" fmla="*/ 181 w 192"/>
                <a:gd name="T19" fmla="*/ 154 h 211"/>
                <a:gd name="T20" fmla="*/ 136 w 192"/>
                <a:gd name="T21" fmla="*/ 140 h 211"/>
                <a:gd name="T22" fmla="*/ 85 w 192"/>
                <a:gd name="T23" fmla="*/ 211 h 211"/>
                <a:gd name="T24" fmla="*/ 0 w 192"/>
                <a:gd name="T25" fmla="*/ 10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211">
                  <a:moveTo>
                    <a:pt x="0" y="100"/>
                  </a:moveTo>
                  <a:lnTo>
                    <a:pt x="21" y="67"/>
                  </a:lnTo>
                  <a:lnTo>
                    <a:pt x="36" y="70"/>
                  </a:lnTo>
                  <a:lnTo>
                    <a:pt x="26" y="43"/>
                  </a:lnTo>
                  <a:lnTo>
                    <a:pt x="88" y="38"/>
                  </a:lnTo>
                  <a:lnTo>
                    <a:pt x="88" y="0"/>
                  </a:lnTo>
                  <a:lnTo>
                    <a:pt x="158" y="1"/>
                  </a:lnTo>
                  <a:lnTo>
                    <a:pt x="156" y="33"/>
                  </a:lnTo>
                  <a:lnTo>
                    <a:pt x="192" y="35"/>
                  </a:lnTo>
                  <a:lnTo>
                    <a:pt x="181" y="154"/>
                  </a:lnTo>
                  <a:lnTo>
                    <a:pt x="136" y="140"/>
                  </a:lnTo>
                  <a:lnTo>
                    <a:pt x="85" y="211"/>
                  </a:lnTo>
                  <a:lnTo>
                    <a:pt x="0" y="10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5" name="Freeform 197">
              <a:extLst>
                <a:ext uri="{FF2B5EF4-FFF2-40B4-BE49-F238E27FC236}">
                  <a16:creationId xmlns:a16="http://schemas.microsoft.com/office/drawing/2014/main" id="{D09B5184-E1B3-E1D0-D520-398FD1150238}"/>
                </a:ext>
              </a:extLst>
            </p:cNvPr>
            <p:cNvSpPr>
              <a:spLocks noChangeAspect="1"/>
            </p:cNvSpPr>
            <p:nvPr/>
          </p:nvSpPr>
          <p:spPr bwMode="gray">
            <a:xfrm>
              <a:off x="2515" y="2567"/>
              <a:ext cx="52" cy="12"/>
            </a:xfrm>
            <a:custGeom>
              <a:avLst/>
              <a:gdLst>
                <a:gd name="T0" fmla="*/ 0 w 103"/>
                <a:gd name="T1" fmla="*/ 21 h 21"/>
                <a:gd name="T2" fmla="*/ 4 w 103"/>
                <a:gd name="T3" fmla="*/ 0 h 21"/>
                <a:gd name="T4" fmla="*/ 103 w 103"/>
                <a:gd name="T5" fmla="*/ 8 h 21"/>
                <a:gd name="T6" fmla="*/ 0 w 103"/>
                <a:gd name="T7" fmla="*/ 21 h 21"/>
              </a:gdLst>
              <a:ahLst/>
              <a:cxnLst>
                <a:cxn ang="0">
                  <a:pos x="T0" y="T1"/>
                </a:cxn>
                <a:cxn ang="0">
                  <a:pos x="T2" y="T3"/>
                </a:cxn>
                <a:cxn ang="0">
                  <a:pos x="T4" y="T5"/>
                </a:cxn>
                <a:cxn ang="0">
                  <a:pos x="T6" y="T7"/>
                </a:cxn>
              </a:cxnLst>
              <a:rect l="0" t="0" r="r" b="b"/>
              <a:pathLst>
                <a:path w="103" h="21">
                  <a:moveTo>
                    <a:pt x="0" y="21"/>
                  </a:moveTo>
                  <a:lnTo>
                    <a:pt x="4" y="0"/>
                  </a:lnTo>
                  <a:lnTo>
                    <a:pt x="103" y="8"/>
                  </a:lnTo>
                  <a:lnTo>
                    <a:pt x="0" y="2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6" name="Freeform 198">
              <a:extLst>
                <a:ext uri="{FF2B5EF4-FFF2-40B4-BE49-F238E27FC236}">
                  <a16:creationId xmlns:a16="http://schemas.microsoft.com/office/drawing/2014/main" id="{F2137AED-775F-3659-413F-9FC07DD9BD92}"/>
                </a:ext>
              </a:extLst>
            </p:cNvPr>
            <p:cNvSpPr>
              <a:spLocks noChangeAspect="1"/>
            </p:cNvSpPr>
            <p:nvPr/>
          </p:nvSpPr>
          <p:spPr bwMode="gray">
            <a:xfrm>
              <a:off x="2721" y="2611"/>
              <a:ext cx="64" cy="117"/>
            </a:xfrm>
            <a:custGeom>
              <a:avLst/>
              <a:gdLst>
                <a:gd name="T0" fmla="*/ 0 w 148"/>
                <a:gd name="T1" fmla="*/ 212 h 225"/>
                <a:gd name="T2" fmla="*/ 13 w 148"/>
                <a:gd name="T3" fmla="*/ 57 h 225"/>
                <a:gd name="T4" fmla="*/ 6 w 148"/>
                <a:gd name="T5" fmla="*/ 9 h 225"/>
                <a:gd name="T6" fmla="*/ 99 w 148"/>
                <a:gd name="T7" fmla="*/ 0 h 225"/>
                <a:gd name="T8" fmla="*/ 148 w 148"/>
                <a:gd name="T9" fmla="*/ 177 h 225"/>
                <a:gd name="T10" fmla="*/ 38 w 148"/>
                <a:gd name="T11" fmla="*/ 225 h 225"/>
                <a:gd name="T12" fmla="*/ 0 w 148"/>
                <a:gd name="T13" fmla="*/ 212 h 225"/>
              </a:gdLst>
              <a:ahLst/>
              <a:cxnLst>
                <a:cxn ang="0">
                  <a:pos x="T0" y="T1"/>
                </a:cxn>
                <a:cxn ang="0">
                  <a:pos x="T2" y="T3"/>
                </a:cxn>
                <a:cxn ang="0">
                  <a:pos x="T4" y="T5"/>
                </a:cxn>
                <a:cxn ang="0">
                  <a:pos x="T6" y="T7"/>
                </a:cxn>
                <a:cxn ang="0">
                  <a:pos x="T8" y="T9"/>
                </a:cxn>
                <a:cxn ang="0">
                  <a:pos x="T10" y="T11"/>
                </a:cxn>
                <a:cxn ang="0">
                  <a:pos x="T12" y="T13"/>
                </a:cxn>
              </a:cxnLst>
              <a:rect l="0" t="0" r="r" b="b"/>
              <a:pathLst>
                <a:path w="148" h="225">
                  <a:moveTo>
                    <a:pt x="0" y="212"/>
                  </a:moveTo>
                  <a:lnTo>
                    <a:pt x="13" y="57"/>
                  </a:lnTo>
                  <a:lnTo>
                    <a:pt x="6" y="9"/>
                  </a:lnTo>
                  <a:lnTo>
                    <a:pt x="99" y="0"/>
                  </a:lnTo>
                  <a:lnTo>
                    <a:pt x="148" y="177"/>
                  </a:lnTo>
                  <a:lnTo>
                    <a:pt x="38" y="225"/>
                  </a:lnTo>
                  <a:lnTo>
                    <a:pt x="0" y="21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7" name="Freeform 199">
              <a:extLst>
                <a:ext uri="{FF2B5EF4-FFF2-40B4-BE49-F238E27FC236}">
                  <a16:creationId xmlns:a16="http://schemas.microsoft.com/office/drawing/2014/main" id="{7FB1196C-E7F3-EED4-5DC2-9399AE65691B}"/>
                </a:ext>
              </a:extLst>
            </p:cNvPr>
            <p:cNvSpPr>
              <a:spLocks noChangeAspect="1"/>
            </p:cNvSpPr>
            <p:nvPr/>
          </p:nvSpPr>
          <p:spPr bwMode="gray">
            <a:xfrm>
              <a:off x="2541" y="2586"/>
              <a:ext cx="110" cy="96"/>
            </a:xfrm>
            <a:custGeom>
              <a:avLst/>
              <a:gdLst>
                <a:gd name="T0" fmla="*/ 0 w 254"/>
                <a:gd name="T1" fmla="*/ 62 h 186"/>
                <a:gd name="T2" fmla="*/ 43 w 254"/>
                <a:gd name="T3" fmla="*/ 35 h 186"/>
                <a:gd name="T4" fmla="*/ 44 w 254"/>
                <a:gd name="T5" fmla="*/ 0 h 186"/>
                <a:gd name="T6" fmla="*/ 127 w 254"/>
                <a:gd name="T7" fmla="*/ 8 h 186"/>
                <a:gd name="T8" fmla="*/ 149 w 254"/>
                <a:gd name="T9" fmla="*/ 25 h 186"/>
                <a:gd name="T10" fmla="*/ 208 w 254"/>
                <a:gd name="T11" fmla="*/ 5 h 186"/>
                <a:gd name="T12" fmla="*/ 243 w 254"/>
                <a:gd name="T13" fmla="*/ 88 h 186"/>
                <a:gd name="T14" fmla="*/ 254 w 254"/>
                <a:gd name="T15" fmla="*/ 151 h 186"/>
                <a:gd name="T16" fmla="*/ 232 w 254"/>
                <a:gd name="T17" fmla="*/ 146 h 186"/>
                <a:gd name="T18" fmla="*/ 226 w 254"/>
                <a:gd name="T19" fmla="*/ 180 h 186"/>
                <a:gd name="T20" fmla="*/ 190 w 254"/>
                <a:gd name="T21" fmla="*/ 186 h 186"/>
                <a:gd name="T22" fmla="*/ 188 w 254"/>
                <a:gd name="T23" fmla="*/ 151 h 186"/>
                <a:gd name="T24" fmla="*/ 166 w 254"/>
                <a:gd name="T25" fmla="*/ 150 h 186"/>
                <a:gd name="T26" fmla="*/ 132 w 254"/>
                <a:gd name="T27" fmla="*/ 97 h 186"/>
                <a:gd name="T28" fmla="*/ 60 w 254"/>
                <a:gd name="T29" fmla="*/ 126 h 186"/>
                <a:gd name="T30" fmla="*/ 0 w 254"/>
                <a:gd name="T31" fmla="*/ 6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4" h="186">
                  <a:moveTo>
                    <a:pt x="0" y="62"/>
                  </a:moveTo>
                  <a:lnTo>
                    <a:pt x="43" y="35"/>
                  </a:lnTo>
                  <a:lnTo>
                    <a:pt x="44" y="0"/>
                  </a:lnTo>
                  <a:lnTo>
                    <a:pt x="127" y="8"/>
                  </a:lnTo>
                  <a:lnTo>
                    <a:pt x="149" y="25"/>
                  </a:lnTo>
                  <a:lnTo>
                    <a:pt x="208" y="5"/>
                  </a:lnTo>
                  <a:lnTo>
                    <a:pt x="243" y="88"/>
                  </a:lnTo>
                  <a:lnTo>
                    <a:pt x="254" y="151"/>
                  </a:lnTo>
                  <a:lnTo>
                    <a:pt x="232" y="146"/>
                  </a:lnTo>
                  <a:lnTo>
                    <a:pt x="226" y="180"/>
                  </a:lnTo>
                  <a:lnTo>
                    <a:pt x="190" y="186"/>
                  </a:lnTo>
                  <a:lnTo>
                    <a:pt x="188" y="151"/>
                  </a:lnTo>
                  <a:lnTo>
                    <a:pt x="166" y="150"/>
                  </a:lnTo>
                  <a:lnTo>
                    <a:pt x="132" y="97"/>
                  </a:lnTo>
                  <a:lnTo>
                    <a:pt x="60" y="126"/>
                  </a:lnTo>
                  <a:lnTo>
                    <a:pt x="0" y="6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8" name="Freeform 200">
              <a:extLst>
                <a:ext uri="{FF2B5EF4-FFF2-40B4-BE49-F238E27FC236}">
                  <a16:creationId xmlns:a16="http://schemas.microsoft.com/office/drawing/2014/main" id="{8CCC263B-BEC6-6864-5E2A-C0379137B9CD}"/>
                </a:ext>
              </a:extLst>
            </p:cNvPr>
            <p:cNvSpPr>
              <a:spLocks noChangeAspect="1"/>
            </p:cNvSpPr>
            <p:nvPr/>
          </p:nvSpPr>
          <p:spPr bwMode="gray">
            <a:xfrm>
              <a:off x="3441" y="2273"/>
              <a:ext cx="29" cy="11"/>
            </a:xfrm>
            <a:custGeom>
              <a:avLst/>
              <a:gdLst>
                <a:gd name="T0" fmla="*/ 0 w 64"/>
                <a:gd name="T1" fmla="*/ 0 h 17"/>
                <a:gd name="T2" fmla="*/ 33 w 64"/>
                <a:gd name="T3" fmla="*/ 17 h 17"/>
                <a:gd name="T4" fmla="*/ 64 w 64"/>
                <a:gd name="T5" fmla="*/ 4 h 17"/>
                <a:gd name="T6" fmla="*/ 0 w 64"/>
                <a:gd name="T7" fmla="*/ 0 h 17"/>
              </a:gdLst>
              <a:ahLst/>
              <a:cxnLst>
                <a:cxn ang="0">
                  <a:pos x="T0" y="T1"/>
                </a:cxn>
                <a:cxn ang="0">
                  <a:pos x="T2" y="T3"/>
                </a:cxn>
                <a:cxn ang="0">
                  <a:pos x="T4" y="T5"/>
                </a:cxn>
                <a:cxn ang="0">
                  <a:pos x="T6" y="T7"/>
                </a:cxn>
              </a:cxnLst>
              <a:rect l="0" t="0" r="r" b="b"/>
              <a:pathLst>
                <a:path w="64" h="17">
                  <a:moveTo>
                    <a:pt x="0" y="0"/>
                  </a:moveTo>
                  <a:lnTo>
                    <a:pt x="33" y="17"/>
                  </a:lnTo>
                  <a:lnTo>
                    <a:pt x="64" y="4"/>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29" name="Freeform 201">
              <a:extLst>
                <a:ext uri="{FF2B5EF4-FFF2-40B4-BE49-F238E27FC236}">
                  <a16:creationId xmlns:a16="http://schemas.microsoft.com/office/drawing/2014/main" id="{6B9A198B-F87C-25CF-6AC1-2149CD1F772A}"/>
                </a:ext>
              </a:extLst>
            </p:cNvPr>
            <p:cNvSpPr>
              <a:spLocks noChangeAspect="1"/>
            </p:cNvSpPr>
            <p:nvPr/>
          </p:nvSpPr>
          <p:spPr bwMode="gray">
            <a:xfrm>
              <a:off x="3279" y="2197"/>
              <a:ext cx="23" cy="75"/>
            </a:xfrm>
            <a:custGeom>
              <a:avLst/>
              <a:gdLst>
                <a:gd name="T0" fmla="*/ 0 w 55"/>
                <a:gd name="T1" fmla="*/ 74 h 147"/>
                <a:gd name="T2" fmla="*/ 30 w 55"/>
                <a:gd name="T3" fmla="*/ 147 h 147"/>
                <a:gd name="T4" fmla="*/ 33 w 55"/>
                <a:gd name="T5" fmla="*/ 145 h 147"/>
                <a:gd name="T6" fmla="*/ 49 w 55"/>
                <a:gd name="T7" fmla="*/ 66 h 147"/>
                <a:gd name="T8" fmla="*/ 27 w 55"/>
                <a:gd name="T9" fmla="*/ 72 h 147"/>
                <a:gd name="T10" fmla="*/ 33 w 55"/>
                <a:gd name="T11" fmla="*/ 37 h 147"/>
                <a:gd name="T12" fmla="*/ 50 w 55"/>
                <a:gd name="T13" fmla="*/ 20 h 147"/>
                <a:gd name="T14" fmla="*/ 55 w 55"/>
                <a:gd name="T15" fmla="*/ 0 h 147"/>
                <a:gd name="T16" fmla="*/ 36 w 55"/>
                <a:gd name="T17" fmla="*/ 3 h 147"/>
                <a:gd name="T18" fmla="*/ 0 w 55"/>
                <a:gd name="T19" fmla="*/ 7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47">
                  <a:moveTo>
                    <a:pt x="0" y="74"/>
                  </a:moveTo>
                  <a:lnTo>
                    <a:pt x="30" y="147"/>
                  </a:lnTo>
                  <a:lnTo>
                    <a:pt x="33" y="145"/>
                  </a:lnTo>
                  <a:lnTo>
                    <a:pt x="49" y="66"/>
                  </a:lnTo>
                  <a:lnTo>
                    <a:pt x="27" y="72"/>
                  </a:lnTo>
                  <a:lnTo>
                    <a:pt x="33" y="37"/>
                  </a:lnTo>
                  <a:lnTo>
                    <a:pt x="50" y="20"/>
                  </a:lnTo>
                  <a:lnTo>
                    <a:pt x="55" y="0"/>
                  </a:lnTo>
                  <a:lnTo>
                    <a:pt x="36" y="3"/>
                  </a:lnTo>
                  <a:lnTo>
                    <a:pt x="0" y="7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0" name="Freeform 202">
              <a:extLst>
                <a:ext uri="{FF2B5EF4-FFF2-40B4-BE49-F238E27FC236}">
                  <a16:creationId xmlns:a16="http://schemas.microsoft.com/office/drawing/2014/main" id="{21297697-33E9-47EF-8015-3C13607301A4}"/>
                </a:ext>
              </a:extLst>
            </p:cNvPr>
            <p:cNvSpPr>
              <a:spLocks noChangeAspect="1"/>
            </p:cNvSpPr>
            <p:nvPr/>
          </p:nvSpPr>
          <p:spPr bwMode="gray">
            <a:xfrm>
              <a:off x="2637" y="2622"/>
              <a:ext cx="90" cy="116"/>
            </a:xfrm>
            <a:custGeom>
              <a:avLst/>
              <a:gdLst>
                <a:gd name="T0" fmla="*/ 0 w 204"/>
                <a:gd name="T1" fmla="*/ 144 h 219"/>
                <a:gd name="T2" fmla="*/ 2 w 204"/>
                <a:gd name="T3" fmla="*/ 111 h 219"/>
                <a:gd name="T4" fmla="*/ 8 w 204"/>
                <a:gd name="T5" fmla="*/ 77 h 219"/>
                <a:gd name="T6" fmla="*/ 30 w 204"/>
                <a:gd name="T7" fmla="*/ 82 h 219"/>
                <a:gd name="T8" fmla="*/ 19 w 204"/>
                <a:gd name="T9" fmla="*/ 19 h 219"/>
                <a:gd name="T10" fmla="*/ 81 w 204"/>
                <a:gd name="T11" fmla="*/ 0 h 219"/>
                <a:gd name="T12" fmla="*/ 116 w 204"/>
                <a:gd name="T13" fmla="*/ 13 h 219"/>
                <a:gd name="T14" fmla="*/ 134 w 204"/>
                <a:gd name="T15" fmla="*/ 34 h 219"/>
                <a:gd name="T16" fmla="*/ 204 w 204"/>
                <a:gd name="T17" fmla="*/ 41 h 219"/>
                <a:gd name="T18" fmla="*/ 191 w 204"/>
                <a:gd name="T19" fmla="*/ 196 h 219"/>
                <a:gd name="T20" fmla="*/ 33 w 204"/>
                <a:gd name="T21" fmla="*/ 219 h 219"/>
                <a:gd name="T22" fmla="*/ 37 w 204"/>
                <a:gd name="T23" fmla="*/ 169 h 219"/>
                <a:gd name="T24" fmla="*/ 0 w 204"/>
                <a:gd name="T25" fmla="*/ 144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219">
                  <a:moveTo>
                    <a:pt x="0" y="144"/>
                  </a:moveTo>
                  <a:lnTo>
                    <a:pt x="2" y="111"/>
                  </a:lnTo>
                  <a:lnTo>
                    <a:pt x="8" y="77"/>
                  </a:lnTo>
                  <a:lnTo>
                    <a:pt x="30" y="82"/>
                  </a:lnTo>
                  <a:lnTo>
                    <a:pt x="19" y="19"/>
                  </a:lnTo>
                  <a:lnTo>
                    <a:pt x="81" y="0"/>
                  </a:lnTo>
                  <a:lnTo>
                    <a:pt x="116" y="13"/>
                  </a:lnTo>
                  <a:lnTo>
                    <a:pt x="134" y="34"/>
                  </a:lnTo>
                  <a:lnTo>
                    <a:pt x="204" y="41"/>
                  </a:lnTo>
                  <a:lnTo>
                    <a:pt x="191" y="196"/>
                  </a:lnTo>
                  <a:lnTo>
                    <a:pt x="33" y="219"/>
                  </a:lnTo>
                  <a:lnTo>
                    <a:pt x="37" y="169"/>
                  </a:lnTo>
                  <a:lnTo>
                    <a:pt x="0" y="14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1" name="Freeform 203">
              <a:extLst>
                <a:ext uri="{FF2B5EF4-FFF2-40B4-BE49-F238E27FC236}">
                  <a16:creationId xmlns:a16="http://schemas.microsoft.com/office/drawing/2014/main" id="{E281CF50-5800-611C-6A80-8DBFD4B7E949}"/>
                </a:ext>
              </a:extLst>
            </p:cNvPr>
            <p:cNvSpPr>
              <a:spLocks noChangeAspect="1"/>
            </p:cNvSpPr>
            <p:nvPr/>
          </p:nvSpPr>
          <p:spPr bwMode="gray">
            <a:xfrm>
              <a:off x="3291" y="2194"/>
              <a:ext cx="66" cy="83"/>
            </a:xfrm>
            <a:custGeom>
              <a:avLst/>
              <a:gdLst>
                <a:gd name="T0" fmla="*/ 0 w 152"/>
                <a:gd name="T1" fmla="*/ 78 h 162"/>
                <a:gd name="T2" fmla="*/ 6 w 152"/>
                <a:gd name="T3" fmla="*/ 43 h 162"/>
                <a:gd name="T4" fmla="*/ 23 w 152"/>
                <a:gd name="T5" fmla="*/ 26 h 162"/>
                <a:gd name="T6" fmla="*/ 60 w 152"/>
                <a:gd name="T7" fmla="*/ 40 h 162"/>
                <a:gd name="T8" fmla="*/ 135 w 152"/>
                <a:gd name="T9" fmla="*/ 0 h 162"/>
                <a:gd name="T10" fmla="*/ 152 w 152"/>
                <a:gd name="T11" fmla="*/ 45 h 162"/>
                <a:gd name="T12" fmla="*/ 73 w 152"/>
                <a:gd name="T13" fmla="*/ 71 h 162"/>
                <a:gd name="T14" fmla="*/ 111 w 152"/>
                <a:gd name="T15" fmla="*/ 106 h 162"/>
                <a:gd name="T16" fmla="*/ 92 w 152"/>
                <a:gd name="T17" fmla="*/ 130 h 162"/>
                <a:gd name="T18" fmla="*/ 45 w 152"/>
                <a:gd name="T19" fmla="*/ 162 h 162"/>
                <a:gd name="T20" fmla="*/ 6 w 152"/>
                <a:gd name="T21" fmla="*/ 151 h 162"/>
                <a:gd name="T22" fmla="*/ 22 w 152"/>
                <a:gd name="T23" fmla="*/ 72 h 162"/>
                <a:gd name="T24" fmla="*/ 0 w 152"/>
                <a:gd name="T25" fmla="*/ 7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 h="162">
                  <a:moveTo>
                    <a:pt x="0" y="78"/>
                  </a:moveTo>
                  <a:lnTo>
                    <a:pt x="6" y="43"/>
                  </a:lnTo>
                  <a:lnTo>
                    <a:pt x="23" y="26"/>
                  </a:lnTo>
                  <a:lnTo>
                    <a:pt x="60" y="40"/>
                  </a:lnTo>
                  <a:lnTo>
                    <a:pt x="135" y="0"/>
                  </a:lnTo>
                  <a:lnTo>
                    <a:pt x="152" y="45"/>
                  </a:lnTo>
                  <a:lnTo>
                    <a:pt x="73" y="71"/>
                  </a:lnTo>
                  <a:lnTo>
                    <a:pt x="111" y="106"/>
                  </a:lnTo>
                  <a:lnTo>
                    <a:pt x="92" y="130"/>
                  </a:lnTo>
                  <a:lnTo>
                    <a:pt x="45" y="162"/>
                  </a:lnTo>
                  <a:lnTo>
                    <a:pt x="6" y="151"/>
                  </a:lnTo>
                  <a:lnTo>
                    <a:pt x="22" y="72"/>
                  </a:lnTo>
                  <a:lnTo>
                    <a:pt x="0" y="7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2" name="Freeform 204">
              <a:extLst>
                <a:ext uri="{FF2B5EF4-FFF2-40B4-BE49-F238E27FC236}">
                  <a16:creationId xmlns:a16="http://schemas.microsoft.com/office/drawing/2014/main" id="{BF9F6A50-7D12-7EF4-5DB4-05F62A1F64C4}"/>
                </a:ext>
              </a:extLst>
            </p:cNvPr>
            <p:cNvSpPr>
              <a:spLocks noChangeAspect="1"/>
            </p:cNvSpPr>
            <p:nvPr/>
          </p:nvSpPr>
          <p:spPr bwMode="gray">
            <a:xfrm>
              <a:off x="3279" y="2731"/>
              <a:ext cx="118" cy="168"/>
            </a:xfrm>
            <a:custGeom>
              <a:avLst/>
              <a:gdLst>
                <a:gd name="T0" fmla="*/ 0 w 274"/>
                <a:gd name="T1" fmla="*/ 20 h 319"/>
                <a:gd name="T2" fmla="*/ 38 w 274"/>
                <a:gd name="T3" fmla="*/ 88 h 319"/>
                <a:gd name="T4" fmla="*/ 0 w 274"/>
                <a:gd name="T5" fmla="*/ 150 h 319"/>
                <a:gd name="T6" fmla="*/ 30 w 274"/>
                <a:gd name="T7" fmla="*/ 167 h 319"/>
                <a:gd name="T8" fmla="*/ 9 w 274"/>
                <a:gd name="T9" fmla="*/ 190 h 319"/>
                <a:gd name="T10" fmla="*/ 187 w 274"/>
                <a:gd name="T11" fmla="*/ 319 h 319"/>
                <a:gd name="T12" fmla="*/ 263 w 274"/>
                <a:gd name="T13" fmla="*/ 216 h 319"/>
                <a:gd name="T14" fmla="*/ 246 w 274"/>
                <a:gd name="T15" fmla="*/ 188 h 319"/>
                <a:gd name="T16" fmla="*/ 246 w 274"/>
                <a:gd name="T17" fmla="*/ 61 h 319"/>
                <a:gd name="T18" fmla="*/ 274 w 274"/>
                <a:gd name="T19" fmla="*/ 23 h 319"/>
                <a:gd name="T20" fmla="*/ 175 w 274"/>
                <a:gd name="T21" fmla="*/ 39 h 319"/>
                <a:gd name="T22" fmla="*/ 65 w 274"/>
                <a:gd name="T23" fmla="*/ 0 h 319"/>
                <a:gd name="T24" fmla="*/ 0 w 274"/>
                <a:gd name="T25" fmla="*/ 2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319">
                  <a:moveTo>
                    <a:pt x="0" y="20"/>
                  </a:moveTo>
                  <a:lnTo>
                    <a:pt x="38" y="88"/>
                  </a:lnTo>
                  <a:lnTo>
                    <a:pt x="0" y="150"/>
                  </a:lnTo>
                  <a:lnTo>
                    <a:pt x="30" y="167"/>
                  </a:lnTo>
                  <a:lnTo>
                    <a:pt x="9" y="190"/>
                  </a:lnTo>
                  <a:lnTo>
                    <a:pt x="187" y="319"/>
                  </a:lnTo>
                  <a:lnTo>
                    <a:pt x="263" y="216"/>
                  </a:lnTo>
                  <a:lnTo>
                    <a:pt x="246" y="188"/>
                  </a:lnTo>
                  <a:lnTo>
                    <a:pt x="246" y="61"/>
                  </a:lnTo>
                  <a:lnTo>
                    <a:pt x="274" y="23"/>
                  </a:lnTo>
                  <a:lnTo>
                    <a:pt x="175" y="39"/>
                  </a:lnTo>
                  <a:lnTo>
                    <a:pt x="65" y="0"/>
                  </a:lnTo>
                  <a:lnTo>
                    <a:pt x="0" y="2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3" name="Freeform 205">
              <a:extLst>
                <a:ext uri="{FF2B5EF4-FFF2-40B4-BE49-F238E27FC236}">
                  <a16:creationId xmlns:a16="http://schemas.microsoft.com/office/drawing/2014/main" id="{BED94787-6397-DBE5-E0F8-3076C0A33B5C}"/>
                </a:ext>
              </a:extLst>
            </p:cNvPr>
            <p:cNvSpPr>
              <a:spLocks noChangeAspect="1"/>
            </p:cNvSpPr>
            <p:nvPr/>
          </p:nvSpPr>
          <p:spPr bwMode="gray">
            <a:xfrm>
              <a:off x="3470" y="2257"/>
              <a:ext cx="25" cy="26"/>
            </a:xfrm>
            <a:custGeom>
              <a:avLst/>
              <a:gdLst>
                <a:gd name="T0" fmla="*/ 0 w 62"/>
                <a:gd name="T1" fmla="*/ 32 h 52"/>
                <a:gd name="T2" fmla="*/ 51 w 62"/>
                <a:gd name="T3" fmla="*/ 0 h 52"/>
                <a:gd name="T4" fmla="*/ 62 w 62"/>
                <a:gd name="T5" fmla="*/ 52 h 52"/>
                <a:gd name="T6" fmla="*/ 0 w 62"/>
                <a:gd name="T7" fmla="*/ 32 h 52"/>
              </a:gdLst>
              <a:ahLst/>
              <a:cxnLst>
                <a:cxn ang="0">
                  <a:pos x="T0" y="T1"/>
                </a:cxn>
                <a:cxn ang="0">
                  <a:pos x="T2" y="T3"/>
                </a:cxn>
                <a:cxn ang="0">
                  <a:pos x="T4" y="T5"/>
                </a:cxn>
                <a:cxn ang="0">
                  <a:pos x="T6" y="T7"/>
                </a:cxn>
              </a:cxnLst>
              <a:rect l="0" t="0" r="r" b="b"/>
              <a:pathLst>
                <a:path w="62" h="52">
                  <a:moveTo>
                    <a:pt x="0" y="32"/>
                  </a:moveTo>
                  <a:lnTo>
                    <a:pt x="51" y="0"/>
                  </a:lnTo>
                  <a:lnTo>
                    <a:pt x="62" y="52"/>
                  </a:lnTo>
                  <a:lnTo>
                    <a:pt x="0" y="3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4" name="Freeform 206">
              <a:extLst>
                <a:ext uri="{FF2B5EF4-FFF2-40B4-BE49-F238E27FC236}">
                  <a16:creationId xmlns:a16="http://schemas.microsoft.com/office/drawing/2014/main" id="{A4B10941-10A2-2AB7-64C6-BB3ACB4BBA35}"/>
                </a:ext>
              </a:extLst>
            </p:cNvPr>
            <p:cNvSpPr>
              <a:spLocks noChangeAspect="1"/>
            </p:cNvSpPr>
            <p:nvPr/>
          </p:nvSpPr>
          <p:spPr bwMode="gray">
            <a:xfrm>
              <a:off x="3295" y="2164"/>
              <a:ext cx="23" cy="33"/>
            </a:xfrm>
            <a:custGeom>
              <a:avLst/>
              <a:gdLst>
                <a:gd name="T0" fmla="*/ 0 w 55"/>
                <a:gd name="T1" fmla="*/ 61 h 61"/>
                <a:gd name="T2" fmla="*/ 19 w 55"/>
                <a:gd name="T3" fmla="*/ 58 h 61"/>
                <a:gd name="T4" fmla="*/ 55 w 55"/>
                <a:gd name="T5" fmla="*/ 18 h 61"/>
                <a:gd name="T6" fmla="*/ 34 w 55"/>
                <a:gd name="T7" fmla="*/ 0 h 61"/>
                <a:gd name="T8" fmla="*/ 0 w 55"/>
                <a:gd name="T9" fmla="*/ 61 h 61"/>
              </a:gdLst>
              <a:ahLst/>
              <a:cxnLst>
                <a:cxn ang="0">
                  <a:pos x="T0" y="T1"/>
                </a:cxn>
                <a:cxn ang="0">
                  <a:pos x="T2" y="T3"/>
                </a:cxn>
                <a:cxn ang="0">
                  <a:pos x="T4" y="T5"/>
                </a:cxn>
                <a:cxn ang="0">
                  <a:pos x="T6" y="T7"/>
                </a:cxn>
                <a:cxn ang="0">
                  <a:pos x="T8" y="T9"/>
                </a:cxn>
              </a:cxnLst>
              <a:rect l="0" t="0" r="r" b="b"/>
              <a:pathLst>
                <a:path w="55" h="61">
                  <a:moveTo>
                    <a:pt x="0" y="61"/>
                  </a:moveTo>
                  <a:lnTo>
                    <a:pt x="19" y="58"/>
                  </a:lnTo>
                  <a:lnTo>
                    <a:pt x="55" y="18"/>
                  </a:lnTo>
                  <a:lnTo>
                    <a:pt x="34" y="0"/>
                  </a:lnTo>
                  <a:lnTo>
                    <a:pt x="0" y="6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5" name="Freeform 207">
              <a:extLst>
                <a:ext uri="{FF2B5EF4-FFF2-40B4-BE49-F238E27FC236}">
                  <a16:creationId xmlns:a16="http://schemas.microsoft.com/office/drawing/2014/main" id="{BE00054C-C545-4ED7-7D48-AFAA8F1A6DD6}"/>
                </a:ext>
              </a:extLst>
            </p:cNvPr>
            <p:cNvSpPr>
              <a:spLocks noChangeAspect="1"/>
            </p:cNvSpPr>
            <p:nvPr/>
          </p:nvSpPr>
          <p:spPr bwMode="gray">
            <a:xfrm>
              <a:off x="2595" y="2665"/>
              <a:ext cx="63" cy="70"/>
            </a:xfrm>
            <a:custGeom>
              <a:avLst/>
              <a:gdLst>
                <a:gd name="T0" fmla="*/ 0 w 137"/>
                <a:gd name="T1" fmla="*/ 51 h 138"/>
                <a:gd name="T2" fmla="*/ 42 w 137"/>
                <a:gd name="T3" fmla="*/ 0 h 138"/>
                <a:gd name="T4" fmla="*/ 64 w 137"/>
                <a:gd name="T5" fmla="*/ 1 h 138"/>
                <a:gd name="T6" fmla="*/ 66 w 137"/>
                <a:gd name="T7" fmla="*/ 36 h 138"/>
                <a:gd name="T8" fmla="*/ 102 w 137"/>
                <a:gd name="T9" fmla="*/ 30 h 138"/>
                <a:gd name="T10" fmla="*/ 100 w 137"/>
                <a:gd name="T11" fmla="*/ 63 h 138"/>
                <a:gd name="T12" fmla="*/ 137 w 137"/>
                <a:gd name="T13" fmla="*/ 88 h 138"/>
                <a:gd name="T14" fmla="*/ 133 w 137"/>
                <a:gd name="T15" fmla="*/ 138 h 138"/>
                <a:gd name="T16" fmla="*/ 0 w 137"/>
                <a:gd name="T17" fmla="*/ 5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38">
                  <a:moveTo>
                    <a:pt x="0" y="51"/>
                  </a:moveTo>
                  <a:lnTo>
                    <a:pt x="42" y="0"/>
                  </a:lnTo>
                  <a:lnTo>
                    <a:pt x="64" y="1"/>
                  </a:lnTo>
                  <a:lnTo>
                    <a:pt x="66" y="36"/>
                  </a:lnTo>
                  <a:lnTo>
                    <a:pt x="102" y="30"/>
                  </a:lnTo>
                  <a:lnTo>
                    <a:pt x="100" y="63"/>
                  </a:lnTo>
                  <a:lnTo>
                    <a:pt x="137" y="88"/>
                  </a:lnTo>
                  <a:lnTo>
                    <a:pt x="133" y="138"/>
                  </a:lnTo>
                  <a:lnTo>
                    <a:pt x="0" y="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6" name="Freeform 208">
              <a:extLst>
                <a:ext uri="{FF2B5EF4-FFF2-40B4-BE49-F238E27FC236}">
                  <a16:creationId xmlns:a16="http://schemas.microsoft.com/office/drawing/2014/main" id="{F7BBE913-742B-54AA-E15C-885A3B1436D0}"/>
                </a:ext>
              </a:extLst>
            </p:cNvPr>
            <p:cNvSpPr>
              <a:spLocks noChangeAspect="1"/>
            </p:cNvSpPr>
            <p:nvPr/>
          </p:nvSpPr>
          <p:spPr bwMode="gray">
            <a:xfrm>
              <a:off x="2907" y="2197"/>
              <a:ext cx="236" cy="263"/>
            </a:xfrm>
            <a:custGeom>
              <a:avLst/>
              <a:gdLst>
                <a:gd name="T0" fmla="*/ 0 w 543"/>
                <a:gd name="T1" fmla="*/ 263 h 505"/>
                <a:gd name="T2" fmla="*/ 1 w 543"/>
                <a:gd name="T3" fmla="*/ 108 h 505"/>
                <a:gd name="T4" fmla="*/ 70 w 543"/>
                <a:gd name="T5" fmla="*/ 0 h 505"/>
                <a:gd name="T6" fmla="*/ 199 w 543"/>
                <a:gd name="T7" fmla="*/ 31 h 505"/>
                <a:gd name="T8" fmla="*/ 224 w 543"/>
                <a:gd name="T9" fmla="*/ 69 h 505"/>
                <a:gd name="T10" fmla="*/ 329 w 543"/>
                <a:gd name="T11" fmla="*/ 108 h 505"/>
                <a:gd name="T12" fmla="*/ 363 w 543"/>
                <a:gd name="T13" fmla="*/ 95 h 505"/>
                <a:gd name="T14" fmla="*/ 366 w 543"/>
                <a:gd name="T15" fmla="*/ 40 h 505"/>
                <a:gd name="T16" fmla="*/ 400 w 543"/>
                <a:gd name="T17" fmla="*/ 14 h 505"/>
                <a:gd name="T18" fmla="*/ 543 w 543"/>
                <a:gd name="T19" fmla="*/ 57 h 505"/>
                <a:gd name="T20" fmla="*/ 527 w 543"/>
                <a:gd name="T21" fmla="*/ 117 h 505"/>
                <a:gd name="T22" fmla="*/ 543 w 543"/>
                <a:gd name="T23" fmla="*/ 413 h 505"/>
                <a:gd name="T24" fmla="*/ 543 w 543"/>
                <a:gd name="T25" fmla="*/ 483 h 505"/>
                <a:gd name="T26" fmla="*/ 512 w 543"/>
                <a:gd name="T27" fmla="*/ 485 h 505"/>
                <a:gd name="T28" fmla="*/ 512 w 543"/>
                <a:gd name="T29" fmla="*/ 505 h 505"/>
                <a:gd name="T30" fmla="*/ 234 w 543"/>
                <a:gd name="T31" fmla="*/ 362 h 505"/>
                <a:gd name="T32" fmla="*/ 197 w 543"/>
                <a:gd name="T33" fmla="*/ 376 h 505"/>
                <a:gd name="T34" fmla="*/ 82 w 543"/>
                <a:gd name="T35" fmla="*/ 359 h 505"/>
                <a:gd name="T36" fmla="*/ 0 w 543"/>
                <a:gd name="T37" fmla="*/ 26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3" h="505">
                  <a:moveTo>
                    <a:pt x="0" y="263"/>
                  </a:moveTo>
                  <a:lnTo>
                    <a:pt x="1" y="108"/>
                  </a:lnTo>
                  <a:lnTo>
                    <a:pt x="70" y="0"/>
                  </a:lnTo>
                  <a:lnTo>
                    <a:pt x="199" y="31"/>
                  </a:lnTo>
                  <a:lnTo>
                    <a:pt x="224" y="69"/>
                  </a:lnTo>
                  <a:lnTo>
                    <a:pt x="329" y="108"/>
                  </a:lnTo>
                  <a:lnTo>
                    <a:pt x="363" y="95"/>
                  </a:lnTo>
                  <a:lnTo>
                    <a:pt x="366" y="40"/>
                  </a:lnTo>
                  <a:lnTo>
                    <a:pt x="400" y="14"/>
                  </a:lnTo>
                  <a:lnTo>
                    <a:pt x="543" y="57"/>
                  </a:lnTo>
                  <a:lnTo>
                    <a:pt x="527" y="117"/>
                  </a:lnTo>
                  <a:lnTo>
                    <a:pt x="543" y="413"/>
                  </a:lnTo>
                  <a:lnTo>
                    <a:pt x="543" y="483"/>
                  </a:lnTo>
                  <a:lnTo>
                    <a:pt x="512" y="485"/>
                  </a:lnTo>
                  <a:lnTo>
                    <a:pt x="512" y="505"/>
                  </a:lnTo>
                  <a:lnTo>
                    <a:pt x="234" y="362"/>
                  </a:lnTo>
                  <a:lnTo>
                    <a:pt x="197" y="376"/>
                  </a:lnTo>
                  <a:lnTo>
                    <a:pt x="82" y="359"/>
                  </a:lnTo>
                  <a:lnTo>
                    <a:pt x="0" y="26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7" name="Freeform 209">
              <a:extLst>
                <a:ext uri="{FF2B5EF4-FFF2-40B4-BE49-F238E27FC236}">
                  <a16:creationId xmlns:a16="http://schemas.microsoft.com/office/drawing/2014/main" id="{08A41B92-C4B3-4B24-310C-1A0CD7EC7B1C}"/>
                </a:ext>
              </a:extLst>
            </p:cNvPr>
            <p:cNvSpPr>
              <a:spLocks noChangeAspect="1"/>
            </p:cNvSpPr>
            <p:nvPr/>
          </p:nvSpPr>
          <p:spPr bwMode="gray">
            <a:xfrm>
              <a:off x="3414" y="3034"/>
              <a:ext cx="109" cy="246"/>
            </a:xfrm>
            <a:custGeom>
              <a:avLst/>
              <a:gdLst>
                <a:gd name="T0" fmla="*/ 0 w 244"/>
                <a:gd name="T1" fmla="*/ 344 h 482"/>
                <a:gd name="T2" fmla="*/ 22 w 244"/>
                <a:gd name="T3" fmla="*/ 443 h 482"/>
                <a:gd name="T4" fmla="*/ 67 w 244"/>
                <a:gd name="T5" fmla="*/ 482 h 482"/>
                <a:gd name="T6" fmla="*/ 143 w 244"/>
                <a:gd name="T7" fmla="*/ 443 h 482"/>
                <a:gd name="T8" fmla="*/ 228 w 244"/>
                <a:gd name="T9" fmla="*/ 112 h 482"/>
                <a:gd name="T10" fmla="*/ 244 w 244"/>
                <a:gd name="T11" fmla="*/ 124 h 482"/>
                <a:gd name="T12" fmla="*/ 208 w 244"/>
                <a:gd name="T13" fmla="*/ 0 h 482"/>
                <a:gd name="T14" fmla="*/ 164 w 244"/>
                <a:gd name="T15" fmla="*/ 52 h 482"/>
                <a:gd name="T16" fmla="*/ 165 w 244"/>
                <a:gd name="T17" fmla="*/ 88 h 482"/>
                <a:gd name="T18" fmla="*/ 110 w 244"/>
                <a:gd name="T19" fmla="*/ 128 h 482"/>
                <a:gd name="T20" fmla="*/ 43 w 244"/>
                <a:gd name="T21" fmla="*/ 145 h 482"/>
                <a:gd name="T22" fmla="*/ 24 w 244"/>
                <a:gd name="T23" fmla="*/ 187 h 482"/>
                <a:gd name="T24" fmla="*/ 43 w 244"/>
                <a:gd name="T25" fmla="*/ 272 h 482"/>
                <a:gd name="T26" fmla="*/ 0 w 244"/>
                <a:gd name="T27" fmla="*/ 344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482">
                  <a:moveTo>
                    <a:pt x="0" y="344"/>
                  </a:moveTo>
                  <a:lnTo>
                    <a:pt x="22" y="443"/>
                  </a:lnTo>
                  <a:lnTo>
                    <a:pt x="67" y="482"/>
                  </a:lnTo>
                  <a:lnTo>
                    <a:pt x="143" y="443"/>
                  </a:lnTo>
                  <a:lnTo>
                    <a:pt x="228" y="112"/>
                  </a:lnTo>
                  <a:lnTo>
                    <a:pt x="244" y="124"/>
                  </a:lnTo>
                  <a:lnTo>
                    <a:pt x="208" y="0"/>
                  </a:lnTo>
                  <a:lnTo>
                    <a:pt x="164" y="52"/>
                  </a:lnTo>
                  <a:lnTo>
                    <a:pt x="165" y="88"/>
                  </a:lnTo>
                  <a:lnTo>
                    <a:pt x="110" y="128"/>
                  </a:lnTo>
                  <a:lnTo>
                    <a:pt x="43" y="145"/>
                  </a:lnTo>
                  <a:lnTo>
                    <a:pt x="24" y="187"/>
                  </a:lnTo>
                  <a:lnTo>
                    <a:pt x="43" y="272"/>
                  </a:lnTo>
                  <a:lnTo>
                    <a:pt x="0" y="34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8" name="Freeform 210">
              <a:extLst>
                <a:ext uri="{FF2B5EF4-FFF2-40B4-BE49-F238E27FC236}">
                  <a16:creationId xmlns:a16="http://schemas.microsoft.com/office/drawing/2014/main" id="{FF0A15C7-1F97-C7F3-B25A-0D8B91358904}"/>
                </a:ext>
              </a:extLst>
            </p:cNvPr>
            <p:cNvSpPr>
              <a:spLocks noChangeAspect="1"/>
            </p:cNvSpPr>
            <p:nvPr/>
          </p:nvSpPr>
          <p:spPr bwMode="gray">
            <a:xfrm>
              <a:off x="3261" y="2984"/>
              <a:ext cx="48" cy="142"/>
            </a:xfrm>
            <a:custGeom>
              <a:avLst/>
              <a:gdLst>
                <a:gd name="T0" fmla="*/ 0 w 112"/>
                <a:gd name="T1" fmla="*/ 148 h 271"/>
                <a:gd name="T2" fmla="*/ 15 w 112"/>
                <a:gd name="T3" fmla="*/ 165 h 271"/>
                <a:gd name="T4" fmla="*/ 59 w 112"/>
                <a:gd name="T5" fmla="*/ 178 h 271"/>
                <a:gd name="T6" fmla="*/ 53 w 112"/>
                <a:gd name="T7" fmla="*/ 231 h 271"/>
                <a:gd name="T8" fmla="*/ 91 w 112"/>
                <a:gd name="T9" fmla="*/ 271 h 271"/>
                <a:gd name="T10" fmla="*/ 112 w 112"/>
                <a:gd name="T11" fmla="*/ 194 h 271"/>
                <a:gd name="T12" fmla="*/ 76 w 112"/>
                <a:gd name="T13" fmla="*/ 143 h 271"/>
                <a:gd name="T14" fmla="*/ 87 w 112"/>
                <a:gd name="T15" fmla="*/ 172 h 271"/>
                <a:gd name="T16" fmla="*/ 66 w 112"/>
                <a:gd name="T17" fmla="*/ 170 h 271"/>
                <a:gd name="T18" fmla="*/ 43 w 112"/>
                <a:gd name="T19" fmla="*/ 100 h 271"/>
                <a:gd name="T20" fmla="*/ 42 w 112"/>
                <a:gd name="T21" fmla="*/ 7 h 271"/>
                <a:gd name="T22" fmla="*/ 8 w 112"/>
                <a:gd name="T23" fmla="*/ 0 h 271"/>
                <a:gd name="T24" fmla="*/ 35 w 112"/>
                <a:gd name="T25" fmla="*/ 45 h 271"/>
                <a:gd name="T26" fmla="*/ 0 w 112"/>
                <a:gd name="T27" fmla="*/ 14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271">
                  <a:moveTo>
                    <a:pt x="0" y="148"/>
                  </a:moveTo>
                  <a:lnTo>
                    <a:pt x="15" y="165"/>
                  </a:lnTo>
                  <a:lnTo>
                    <a:pt x="59" y="178"/>
                  </a:lnTo>
                  <a:lnTo>
                    <a:pt x="53" y="231"/>
                  </a:lnTo>
                  <a:lnTo>
                    <a:pt x="91" y="271"/>
                  </a:lnTo>
                  <a:lnTo>
                    <a:pt x="112" y="194"/>
                  </a:lnTo>
                  <a:lnTo>
                    <a:pt x="76" y="143"/>
                  </a:lnTo>
                  <a:lnTo>
                    <a:pt x="87" y="172"/>
                  </a:lnTo>
                  <a:lnTo>
                    <a:pt x="66" y="170"/>
                  </a:lnTo>
                  <a:lnTo>
                    <a:pt x="43" y="100"/>
                  </a:lnTo>
                  <a:lnTo>
                    <a:pt x="42" y="7"/>
                  </a:lnTo>
                  <a:lnTo>
                    <a:pt x="8" y="0"/>
                  </a:lnTo>
                  <a:lnTo>
                    <a:pt x="35" y="45"/>
                  </a:lnTo>
                  <a:lnTo>
                    <a:pt x="0" y="14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39" name="Freeform 211">
              <a:extLst>
                <a:ext uri="{FF2B5EF4-FFF2-40B4-BE49-F238E27FC236}">
                  <a16:creationId xmlns:a16="http://schemas.microsoft.com/office/drawing/2014/main" id="{0991700F-C1C0-AB52-AF37-BA22CAFCC841}"/>
                </a:ext>
              </a:extLst>
            </p:cNvPr>
            <p:cNvSpPr>
              <a:spLocks noChangeAspect="1"/>
            </p:cNvSpPr>
            <p:nvPr/>
          </p:nvSpPr>
          <p:spPr bwMode="gray">
            <a:xfrm>
              <a:off x="2585" y="2356"/>
              <a:ext cx="244" cy="274"/>
            </a:xfrm>
            <a:custGeom>
              <a:avLst/>
              <a:gdLst>
                <a:gd name="T0" fmla="*/ 0 w 561"/>
                <a:gd name="T1" fmla="*/ 365 h 527"/>
                <a:gd name="T2" fmla="*/ 23 w 561"/>
                <a:gd name="T3" fmla="*/ 328 h 527"/>
                <a:gd name="T4" fmla="*/ 51 w 561"/>
                <a:gd name="T5" fmla="*/ 353 h 527"/>
                <a:gd name="T6" fmla="*/ 226 w 561"/>
                <a:gd name="T7" fmla="*/ 342 h 527"/>
                <a:gd name="T8" fmla="*/ 189 w 561"/>
                <a:gd name="T9" fmla="*/ 0 h 527"/>
                <a:gd name="T10" fmla="*/ 250 w 561"/>
                <a:gd name="T11" fmla="*/ 0 h 527"/>
                <a:gd name="T12" fmla="*/ 529 w 561"/>
                <a:gd name="T13" fmla="*/ 185 h 527"/>
                <a:gd name="T14" fmla="*/ 532 w 561"/>
                <a:gd name="T15" fmla="*/ 217 h 527"/>
                <a:gd name="T16" fmla="*/ 560 w 561"/>
                <a:gd name="T17" fmla="*/ 212 h 527"/>
                <a:gd name="T18" fmla="*/ 561 w 561"/>
                <a:gd name="T19" fmla="*/ 321 h 527"/>
                <a:gd name="T20" fmla="*/ 538 w 561"/>
                <a:gd name="T21" fmla="*/ 344 h 527"/>
                <a:gd name="T22" fmla="*/ 425 w 561"/>
                <a:gd name="T23" fmla="*/ 359 h 527"/>
                <a:gd name="T24" fmla="*/ 282 w 561"/>
                <a:gd name="T25" fmla="*/ 421 h 527"/>
                <a:gd name="T26" fmla="*/ 238 w 561"/>
                <a:gd name="T27" fmla="*/ 521 h 527"/>
                <a:gd name="T28" fmla="*/ 203 w 561"/>
                <a:gd name="T29" fmla="*/ 508 h 527"/>
                <a:gd name="T30" fmla="*/ 141 w 561"/>
                <a:gd name="T31" fmla="*/ 527 h 527"/>
                <a:gd name="T32" fmla="*/ 106 w 561"/>
                <a:gd name="T33" fmla="*/ 444 h 527"/>
                <a:gd name="T34" fmla="*/ 47 w 561"/>
                <a:gd name="T35" fmla="*/ 464 h 527"/>
                <a:gd name="T36" fmla="*/ 25 w 561"/>
                <a:gd name="T37" fmla="*/ 447 h 527"/>
                <a:gd name="T38" fmla="*/ 0 w 561"/>
                <a:gd name="T39" fmla="*/ 365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1" h="527">
                  <a:moveTo>
                    <a:pt x="0" y="365"/>
                  </a:moveTo>
                  <a:lnTo>
                    <a:pt x="23" y="328"/>
                  </a:lnTo>
                  <a:lnTo>
                    <a:pt x="51" y="353"/>
                  </a:lnTo>
                  <a:lnTo>
                    <a:pt x="226" y="342"/>
                  </a:lnTo>
                  <a:lnTo>
                    <a:pt x="189" y="0"/>
                  </a:lnTo>
                  <a:lnTo>
                    <a:pt x="250" y="0"/>
                  </a:lnTo>
                  <a:lnTo>
                    <a:pt x="529" y="185"/>
                  </a:lnTo>
                  <a:lnTo>
                    <a:pt x="532" y="217"/>
                  </a:lnTo>
                  <a:lnTo>
                    <a:pt x="560" y="212"/>
                  </a:lnTo>
                  <a:lnTo>
                    <a:pt x="561" y="321"/>
                  </a:lnTo>
                  <a:lnTo>
                    <a:pt x="538" y="344"/>
                  </a:lnTo>
                  <a:lnTo>
                    <a:pt x="425" y="359"/>
                  </a:lnTo>
                  <a:lnTo>
                    <a:pt x="282" y="421"/>
                  </a:lnTo>
                  <a:lnTo>
                    <a:pt x="238" y="521"/>
                  </a:lnTo>
                  <a:lnTo>
                    <a:pt x="203" y="508"/>
                  </a:lnTo>
                  <a:lnTo>
                    <a:pt x="141" y="527"/>
                  </a:lnTo>
                  <a:lnTo>
                    <a:pt x="106" y="444"/>
                  </a:lnTo>
                  <a:lnTo>
                    <a:pt x="47" y="464"/>
                  </a:lnTo>
                  <a:lnTo>
                    <a:pt x="25" y="447"/>
                  </a:lnTo>
                  <a:lnTo>
                    <a:pt x="0" y="36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0" name="Freeform 212">
              <a:extLst>
                <a:ext uri="{FF2B5EF4-FFF2-40B4-BE49-F238E27FC236}">
                  <a16:creationId xmlns:a16="http://schemas.microsoft.com/office/drawing/2014/main" id="{61126637-60D3-D2A5-EDFF-9103B7C9480D}"/>
                </a:ext>
              </a:extLst>
            </p:cNvPr>
            <p:cNvSpPr>
              <a:spLocks noChangeAspect="1"/>
            </p:cNvSpPr>
            <p:nvPr/>
          </p:nvSpPr>
          <p:spPr bwMode="gray">
            <a:xfrm>
              <a:off x="2511" y="2313"/>
              <a:ext cx="183" cy="233"/>
            </a:xfrm>
            <a:custGeom>
              <a:avLst/>
              <a:gdLst>
                <a:gd name="T0" fmla="*/ 0 w 419"/>
                <a:gd name="T1" fmla="*/ 225 h 448"/>
                <a:gd name="T2" fmla="*/ 25 w 419"/>
                <a:gd name="T3" fmla="*/ 251 h 448"/>
                <a:gd name="T4" fmla="*/ 30 w 419"/>
                <a:gd name="T5" fmla="*/ 318 h 448"/>
                <a:gd name="T6" fmla="*/ 11 w 419"/>
                <a:gd name="T7" fmla="*/ 403 h 448"/>
                <a:gd name="T8" fmla="*/ 89 w 419"/>
                <a:gd name="T9" fmla="*/ 384 h 448"/>
                <a:gd name="T10" fmla="*/ 169 w 419"/>
                <a:gd name="T11" fmla="*/ 448 h 448"/>
                <a:gd name="T12" fmla="*/ 192 w 419"/>
                <a:gd name="T13" fmla="*/ 411 h 448"/>
                <a:gd name="T14" fmla="*/ 220 w 419"/>
                <a:gd name="T15" fmla="*/ 436 h 448"/>
                <a:gd name="T16" fmla="*/ 395 w 419"/>
                <a:gd name="T17" fmla="*/ 425 h 448"/>
                <a:gd name="T18" fmla="*/ 358 w 419"/>
                <a:gd name="T19" fmla="*/ 83 h 448"/>
                <a:gd name="T20" fmla="*/ 419 w 419"/>
                <a:gd name="T21" fmla="*/ 83 h 448"/>
                <a:gd name="T22" fmla="*/ 291 w 419"/>
                <a:gd name="T23" fmla="*/ 0 h 448"/>
                <a:gd name="T24" fmla="*/ 288 w 419"/>
                <a:gd name="T25" fmla="*/ 45 h 448"/>
                <a:gd name="T26" fmla="*/ 177 w 419"/>
                <a:gd name="T27" fmla="*/ 43 h 448"/>
                <a:gd name="T28" fmla="*/ 175 w 419"/>
                <a:gd name="T29" fmla="*/ 137 h 448"/>
                <a:gd name="T30" fmla="*/ 136 w 419"/>
                <a:gd name="T31" fmla="*/ 154 h 448"/>
                <a:gd name="T32" fmla="*/ 138 w 419"/>
                <a:gd name="T33" fmla="*/ 211 h 448"/>
                <a:gd name="T34" fmla="*/ 0 w 419"/>
                <a:gd name="T35" fmla="*/ 225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9" h="448">
                  <a:moveTo>
                    <a:pt x="0" y="225"/>
                  </a:moveTo>
                  <a:lnTo>
                    <a:pt x="25" y="251"/>
                  </a:lnTo>
                  <a:lnTo>
                    <a:pt x="30" y="318"/>
                  </a:lnTo>
                  <a:lnTo>
                    <a:pt x="11" y="403"/>
                  </a:lnTo>
                  <a:lnTo>
                    <a:pt x="89" y="384"/>
                  </a:lnTo>
                  <a:lnTo>
                    <a:pt x="169" y="448"/>
                  </a:lnTo>
                  <a:lnTo>
                    <a:pt x="192" y="411"/>
                  </a:lnTo>
                  <a:lnTo>
                    <a:pt x="220" y="436"/>
                  </a:lnTo>
                  <a:lnTo>
                    <a:pt x="395" y="425"/>
                  </a:lnTo>
                  <a:lnTo>
                    <a:pt x="358" y="83"/>
                  </a:lnTo>
                  <a:lnTo>
                    <a:pt x="419" y="83"/>
                  </a:lnTo>
                  <a:lnTo>
                    <a:pt x="291" y="0"/>
                  </a:lnTo>
                  <a:lnTo>
                    <a:pt x="288" y="45"/>
                  </a:lnTo>
                  <a:lnTo>
                    <a:pt x="177" y="43"/>
                  </a:lnTo>
                  <a:lnTo>
                    <a:pt x="175" y="137"/>
                  </a:lnTo>
                  <a:lnTo>
                    <a:pt x="136" y="154"/>
                  </a:lnTo>
                  <a:lnTo>
                    <a:pt x="138" y="211"/>
                  </a:lnTo>
                  <a:lnTo>
                    <a:pt x="0" y="22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1" name="Freeform 213">
              <a:extLst>
                <a:ext uri="{FF2B5EF4-FFF2-40B4-BE49-F238E27FC236}">
                  <a16:creationId xmlns:a16="http://schemas.microsoft.com/office/drawing/2014/main" id="{512C179A-6B03-4D99-71A9-A483680216FE}"/>
                </a:ext>
              </a:extLst>
            </p:cNvPr>
            <p:cNvSpPr>
              <a:spLocks noChangeAspect="1"/>
            </p:cNvSpPr>
            <p:nvPr/>
          </p:nvSpPr>
          <p:spPr bwMode="gray">
            <a:xfrm>
              <a:off x="2572" y="2146"/>
              <a:ext cx="175" cy="158"/>
            </a:xfrm>
            <a:custGeom>
              <a:avLst/>
              <a:gdLst>
                <a:gd name="T0" fmla="*/ 0 w 407"/>
                <a:gd name="T1" fmla="*/ 303 h 307"/>
                <a:gd name="T2" fmla="*/ 100 w 407"/>
                <a:gd name="T3" fmla="*/ 244 h 307"/>
                <a:gd name="T4" fmla="*/ 136 w 407"/>
                <a:gd name="T5" fmla="*/ 122 h 307"/>
                <a:gd name="T6" fmla="*/ 221 w 407"/>
                <a:gd name="T7" fmla="*/ 61 h 307"/>
                <a:gd name="T8" fmla="*/ 249 w 407"/>
                <a:gd name="T9" fmla="*/ 0 h 307"/>
                <a:gd name="T10" fmla="*/ 374 w 407"/>
                <a:gd name="T11" fmla="*/ 19 h 307"/>
                <a:gd name="T12" fmla="*/ 407 w 407"/>
                <a:gd name="T13" fmla="*/ 134 h 307"/>
                <a:gd name="T14" fmla="*/ 351 w 407"/>
                <a:gd name="T15" fmla="*/ 137 h 307"/>
                <a:gd name="T16" fmla="*/ 321 w 407"/>
                <a:gd name="T17" fmla="*/ 149 h 307"/>
                <a:gd name="T18" fmla="*/ 326 w 407"/>
                <a:gd name="T19" fmla="*/ 180 h 307"/>
                <a:gd name="T20" fmla="*/ 170 w 407"/>
                <a:gd name="T21" fmla="*/ 248 h 307"/>
                <a:gd name="T22" fmla="*/ 151 w 407"/>
                <a:gd name="T23" fmla="*/ 307 h 307"/>
                <a:gd name="T24" fmla="*/ 0 w 407"/>
                <a:gd name="T25" fmla="*/ 303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7" h="307">
                  <a:moveTo>
                    <a:pt x="0" y="303"/>
                  </a:moveTo>
                  <a:lnTo>
                    <a:pt x="100" y="244"/>
                  </a:lnTo>
                  <a:lnTo>
                    <a:pt x="136" y="122"/>
                  </a:lnTo>
                  <a:lnTo>
                    <a:pt x="221" y="61"/>
                  </a:lnTo>
                  <a:lnTo>
                    <a:pt x="249" y="0"/>
                  </a:lnTo>
                  <a:lnTo>
                    <a:pt x="374" y="19"/>
                  </a:lnTo>
                  <a:lnTo>
                    <a:pt x="407" y="134"/>
                  </a:lnTo>
                  <a:lnTo>
                    <a:pt x="351" y="137"/>
                  </a:lnTo>
                  <a:lnTo>
                    <a:pt x="321" y="149"/>
                  </a:lnTo>
                  <a:lnTo>
                    <a:pt x="326" y="180"/>
                  </a:lnTo>
                  <a:lnTo>
                    <a:pt x="170" y="248"/>
                  </a:lnTo>
                  <a:lnTo>
                    <a:pt x="151" y="307"/>
                  </a:lnTo>
                  <a:lnTo>
                    <a:pt x="0" y="30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2" name="Freeform 214">
              <a:extLst>
                <a:ext uri="{FF2B5EF4-FFF2-40B4-BE49-F238E27FC236}">
                  <a16:creationId xmlns:a16="http://schemas.microsoft.com/office/drawing/2014/main" id="{1E28B705-2D2C-A99F-FB06-4F649DBD0BD7}"/>
                </a:ext>
              </a:extLst>
            </p:cNvPr>
            <p:cNvSpPr>
              <a:spLocks noChangeAspect="1"/>
            </p:cNvSpPr>
            <p:nvPr/>
          </p:nvSpPr>
          <p:spPr bwMode="gray">
            <a:xfrm>
              <a:off x="3218" y="3003"/>
              <a:ext cx="159" cy="302"/>
            </a:xfrm>
            <a:custGeom>
              <a:avLst/>
              <a:gdLst>
                <a:gd name="T0" fmla="*/ 0 w 365"/>
                <a:gd name="T1" fmla="*/ 161 h 578"/>
                <a:gd name="T2" fmla="*/ 10 w 365"/>
                <a:gd name="T3" fmla="*/ 179 h 578"/>
                <a:gd name="T4" fmla="*/ 95 w 365"/>
                <a:gd name="T5" fmla="*/ 206 h 578"/>
                <a:gd name="T6" fmla="*/ 104 w 365"/>
                <a:gd name="T7" fmla="*/ 242 h 578"/>
                <a:gd name="T8" fmla="*/ 99 w 365"/>
                <a:gd name="T9" fmla="*/ 334 h 578"/>
                <a:gd name="T10" fmla="*/ 54 w 365"/>
                <a:gd name="T11" fmla="*/ 430 h 578"/>
                <a:gd name="T12" fmla="*/ 67 w 365"/>
                <a:gd name="T13" fmla="*/ 543 h 578"/>
                <a:gd name="T14" fmla="*/ 71 w 365"/>
                <a:gd name="T15" fmla="*/ 578 h 578"/>
                <a:gd name="T16" fmla="*/ 98 w 365"/>
                <a:gd name="T17" fmla="*/ 578 h 578"/>
                <a:gd name="T18" fmla="*/ 98 w 365"/>
                <a:gd name="T19" fmla="*/ 540 h 578"/>
                <a:gd name="T20" fmla="*/ 188 w 365"/>
                <a:gd name="T21" fmla="*/ 488 h 578"/>
                <a:gd name="T22" fmla="*/ 162 w 365"/>
                <a:gd name="T23" fmla="*/ 334 h 578"/>
                <a:gd name="T24" fmla="*/ 362 w 365"/>
                <a:gd name="T25" fmla="*/ 178 h 578"/>
                <a:gd name="T26" fmla="*/ 365 w 365"/>
                <a:gd name="T27" fmla="*/ 0 h 578"/>
                <a:gd name="T28" fmla="*/ 314 w 365"/>
                <a:gd name="T29" fmla="*/ 31 h 578"/>
                <a:gd name="T30" fmla="*/ 175 w 365"/>
                <a:gd name="T31" fmla="*/ 40 h 578"/>
                <a:gd name="T32" fmla="*/ 172 w 365"/>
                <a:gd name="T33" fmla="*/ 105 h 578"/>
                <a:gd name="T34" fmla="*/ 208 w 365"/>
                <a:gd name="T35" fmla="*/ 156 h 578"/>
                <a:gd name="T36" fmla="*/ 187 w 365"/>
                <a:gd name="T37" fmla="*/ 233 h 578"/>
                <a:gd name="T38" fmla="*/ 149 w 365"/>
                <a:gd name="T39" fmla="*/ 193 h 578"/>
                <a:gd name="T40" fmla="*/ 155 w 365"/>
                <a:gd name="T41" fmla="*/ 140 h 578"/>
                <a:gd name="T42" fmla="*/ 111 w 365"/>
                <a:gd name="T43" fmla="*/ 127 h 578"/>
                <a:gd name="T44" fmla="*/ 0 w 365"/>
                <a:gd name="T45" fmla="*/ 161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5" h="578">
                  <a:moveTo>
                    <a:pt x="0" y="161"/>
                  </a:moveTo>
                  <a:lnTo>
                    <a:pt x="10" y="179"/>
                  </a:lnTo>
                  <a:lnTo>
                    <a:pt x="95" y="206"/>
                  </a:lnTo>
                  <a:lnTo>
                    <a:pt x="104" y="242"/>
                  </a:lnTo>
                  <a:lnTo>
                    <a:pt x="99" y="334"/>
                  </a:lnTo>
                  <a:lnTo>
                    <a:pt x="54" y="430"/>
                  </a:lnTo>
                  <a:lnTo>
                    <a:pt x="67" y="543"/>
                  </a:lnTo>
                  <a:lnTo>
                    <a:pt x="71" y="578"/>
                  </a:lnTo>
                  <a:lnTo>
                    <a:pt x="98" y="578"/>
                  </a:lnTo>
                  <a:lnTo>
                    <a:pt x="98" y="540"/>
                  </a:lnTo>
                  <a:lnTo>
                    <a:pt x="188" y="488"/>
                  </a:lnTo>
                  <a:lnTo>
                    <a:pt x="162" y="334"/>
                  </a:lnTo>
                  <a:lnTo>
                    <a:pt x="362" y="178"/>
                  </a:lnTo>
                  <a:lnTo>
                    <a:pt x="365" y="0"/>
                  </a:lnTo>
                  <a:lnTo>
                    <a:pt x="314" y="31"/>
                  </a:lnTo>
                  <a:lnTo>
                    <a:pt x="175" y="40"/>
                  </a:lnTo>
                  <a:lnTo>
                    <a:pt x="172" y="105"/>
                  </a:lnTo>
                  <a:lnTo>
                    <a:pt x="208" y="156"/>
                  </a:lnTo>
                  <a:lnTo>
                    <a:pt x="187" y="233"/>
                  </a:lnTo>
                  <a:lnTo>
                    <a:pt x="149" y="193"/>
                  </a:lnTo>
                  <a:lnTo>
                    <a:pt x="155" y="140"/>
                  </a:lnTo>
                  <a:lnTo>
                    <a:pt x="111" y="127"/>
                  </a:lnTo>
                  <a:lnTo>
                    <a:pt x="0" y="16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3" name="Freeform 215">
              <a:extLst>
                <a:ext uri="{FF2B5EF4-FFF2-40B4-BE49-F238E27FC236}">
                  <a16:creationId xmlns:a16="http://schemas.microsoft.com/office/drawing/2014/main" id="{BBA2CE56-9E98-05EB-7C27-0B6DE015EF16}"/>
                </a:ext>
              </a:extLst>
            </p:cNvPr>
            <p:cNvSpPr>
              <a:spLocks noChangeAspect="1"/>
            </p:cNvSpPr>
            <p:nvPr/>
          </p:nvSpPr>
          <p:spPr bwMode="gray">
            <a:xfrm>
              <a:off x="2770" y="2384"/>
              <a:ext cx="239" cy="219"/>
            </a:xfrm>
            <a:custGeom>
              <a:avLst/>
              <a:gdLst>
                <a:gd name="T0" fmla="*/ 0 w 551"/>
                <a:gd name="T1" fmla="*/ 305 h 420"/>
                <a:gd name="T2" fmla="*/ 8 w 551"/>
                <a:gd name="T3" fmla="*/ 339 h 420"/>
                <a:gd name="T4" fmla="*/ 75 w 551"/>
                <a:gd name="T5" fmla="*/ 411 h 420"/>
                <a:gd name="T6" fmla="*/ 92 w 551"/>
                <a:gd name="T7" fmla="*/ 395 h 420"/>
                <a:gd name="T8" fmla="*/ 119 w 551"/>
                <a:gd name="T9" fmla="*/ 420 h 420"/>
                <a:gd name="T10" fmla="*/ 160 w 551"/>
                <a:gd name="T11" fmla="*/ 348 h 420"/>
                <a:gd name="T12" fmla="*/ 317 w 551"/>
                <a:gd name="T13" fmla="*/ 384 h 420"/>
                <a:gd name="T14" fmla="*/ 453 w 551"/>
                <a:gd name="T15" fmla="*/ 346 h 420"/>
                <a:gd name="T16" fmla="*/ 458 w 551"/>
                <a:gd name="T17" fmla="*/ 327 h 420"/>
                <a:gd name="T18" fmla="*/ 529 w 551"/>
                <a:gd name="T19" fmla="*/ 236 h 420"/>
                <a:gd name="T20" fmla="*/ 551 w 551"/>
                <a:gd name="T21" fmla="*/ 111 h 420"/>
                <a:gd name="T22" fmla="*/ 514 w 551"/>
                <a:gd name="T23" fmla="*/ 72 h 420"/>
                <a:gd name="T24" fmla="*/ 514 w 551"/>
                <a:gd name="T25" fmla="*/ 17 h 420"/>
                <a:gd name="T26" fmla="*/ 399 w 551"/>
                <a:gd name="T27" fmla="*/ 0 h 420"/>
                <a:gd name="T28" fmla="*/ 189 w 551"/>
                <a:gd name="T29" fmla="*/ 145 h 420"/>
                <a:gd name="T30" fmla="*/ 135 w 551"/>
                <a:gd name="T31" fmla="*/ 158 h 420"/>
                <a:gd name="T32" fmla="*/ 136 w 551"/>
                <a:gd name="T33" fmla="*/ 267 h 420"/>
                <a:gd name="T34" fmla="*/ 113 w 551"/>
                <a:gd name="T35" fmla="*/ 290 h 420"/>
                <a:gd name="T36" fmla="*/ 0 w 551"/>
                <a:gd name="T37" fmla="*/ 305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1" h="420">
                  <a:moveTo>
                    <a:pt x="0" y="305"/>
                  </a:moveTo>
                  <a:lnTo>
                    <a:pt x="8" y="339"/>
                  </a:lnTo>
                  <a:lnTo>
                    <a:pt x="75" y="411"/>
                  </a:lnTo>
                  <a:lnTo>
                    <a:pt x="92" y="395"/>
                  </a:lnTo>
                  <a:lnTo>
                    <a:pt x="119" y="420"/>
                  </a:lnTo>
                  <a:lnTo>
                    <a:pt x="160" y="348"/>
                  </a:lnTo>
                  <a:lnTo>
                    <a:pt x="317" y="384"/>
                  </a:lnTo>
                  <a:lnTo>
                    <a:pt x="453" y="346"/>
                  </a:lnTo>
                  <a:lnTo>
                    <a:pt x="458" y="327"/>
                  </a:lnTo>
                  <a:lnTo>
                    <a:pt x="529" y="236"/>
                  </a:lnTo>
                  <a:lnTo>
                    <a:pt x="551" y="111"/>
                  </a:lnTo>
                  <a:lnTo>
                    <a:pt x="514" y="72"/>
                  </a:lnTo>
                  <a:lnTo>
                    <a:pt x="514" y="17"/>
                  </a:lnTo>
                  <a:lnTo>
                    <a:pt x="399" y="0"/>
                  </a:lnTo>
                  <a:lnTo>
                    <a:pt x="189" y="145"/>
                  </a:lnTo>
                  <a:lnTo>
                    <a:pt x="135" y="158"/>
                  </a:lnTo>
                  <a:lnTo>
                    <a:pt x="136" y="267"/>
                  </a:lnTo>
                  <a:lnTo>
                    <a:pt x="113" y="290"/>
                  </a:lnTo>
                  <a:lnTo>
                    <a:pt x="0" y="305"/>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4" name="Freeform 216">
              <a:extLst>
                <a:ext uri="{FF2B5EF4-FFF2-40B4-BE49-F238E27FC236}">
                  <a16:creationId xmlns:a16="http://schemas.microsoft.com/office/drawing/2014/main" id="{232E6736-4C06-856D-6DE5-C9EF93F97D40}"/>
                </a:ext>
              </a:extLst>
            </p:cNvPr>
            <p:cNvSpPr>
              <a:spLocks noChangeAspect="1"/>
            </p:cNvSpPr>
            <p:nvPr/>
          </p:nvSpPr>
          <p:spPr bwMode="gray">
            <a:xfrm>
              <a:off x="2811" y="2564"/>
              <a:ext cx="172" cy="173"/>
            </a:xfrm>
            <a:custGeom>
              <a:avLst/>
              <a:gdLst>
                <a:gd name="T0" fmla="*/ 0 w 402"/>
                <a:gd name="T1" fmla="*/ 261 h 335"/>
                <a:gd name="T2" fmla="*/ 27 w 402"/>
                <a:gd name="T3" fmla="*/ 74 h 335"/>
                <a:gd name="T4" fmla="*/ 68 w 402"/>
                <a:gd name="T5" fmla="*/ 2 h 335"/>
                <a:gd name="T6" fmla="*/ 225 w 402"/>
                <a:gd name="T7" fmla="*/ 38 h 335"/>
                <a:gd name="T8" fmla="*/ 361 w 402"/>
                <a:gd name="T9" fmla="*/ 0 h 335"/>
                <a:gd name="T10" fmla="*/ 388 w 402"/>
                <a:gd name="T11" fmla="*/ 44 h 335"/>
                <a:gd name="T12" fmla="*/ 402 w 402"/>
                <a:gd name="T13" fmla="*/ 74 h 335"/>
                <a:gd name="T14" fmla="*/ 367 w 402"/>
                <a:gd name="T15" fmla="*/ 101 h 335"/>
                <a:gd name="T16" fmla="*/ 295 w 402"/>
                <a:gd name="T17" fmla="*/ 252 h 335"/>
                <a:gd name="T18" fmla="*/ 230 w 402"/>
                <a:gd name="T19" fmla="*/ 242 h 335"/>
                <a:gd name="T20" fmla="*/ 192 w 402"/>
                <a:gd name="T21" fmla="*/ 316 h 335"/>
                <a:gd name="T22" fmla="*/ 115 w 402"/>
                <a:gd name="T23" fmla="*/ 335 h 335"/>
                <a:gd name="T24" fmla="*/ 68 w 402"/>
                <a:gd name="T25" fmla="*/ 269 h 335"/>
                <a:gd name="T26" fmla="*/ 0 w 402"/>
                <a:gd name="T27" fmla="*/ 26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2" h="335">
                  <a:moveTo>
                    <a:pt x="0" y="261"/>
                  </a:moveTo>
                  <a:lnTo>
                    <a:pt x="27" y="74"/>
                  </a:lnTo>
                  <a:lnTo>
                    <a:pt x="68" y="2"/>
                  </a:lnTo>
                  <a:lnTo>
                    <a:pt x="225" y="38"/>
                  </a:lnTo>
                  <a:lnTo>
                    <a:pt x="361" y="0"/>
                  </a:lnTo>
                  <a:lnTo>
                    <a:pt x="388" y="44"/>
                  </a:lnTo>
                  <a:lnTo>
                    <a:pt x="402" y="74"/>
                  </a:lnTo>
                  <a:lnTo>
                    <a:pt x="367" y="101"/>
                  </a:lnTo>
                  <a:lnTo>
                    <a:pt x="295" y="252"/>
                  </a:lnTo>
                  <a:lnTo>
                    <a:pt x="230" y="242"/>
                  </a:lnTo>
                  <a:lnTo>
                    <a:pt x="192" y="316"/>
                  </a:lnTo>
                  <a:lnTo>
                    <a:pt x="115" y="335"/>
                  </a:lnTo>
                  <a:lnTo>
                    <a:pt x="68" y="269"/>
                  </a:lnTo>
                  <a:lnTo>
                    <a:pt x="0" y="26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5" name="Freeform 217">
              <a:extLst>
                <a:ext uri="{FF2B5EF4-FFF2-40B4-BE49-F238E27FC236}">
                  <a16:creationId xmlns:a16="http://schemas.microsoft.com/office/drawing/2014/main" id="{ADAAD9E7-3935-EB35-17C8-950078BBC925}"/>
                </a:ext>
              </a:extLst>
            </p:cNvPr>
            <p:cNvSpPr>
              <a:spLocks noChangeAspect="1"/>
            </p:cNvSpPr>
            <p:nvPr/>
          </p:nvSpPr>
          <p:spPr bwMode="gray">
            <a:xfrm>
              <a:off x="2515" y="2586"/>
              <a:ext cx="52" cy="31"/>
            </a:xfrm>
            <a:custGeom>
              <a:avLst/>
              <a:gdLst>
                <a:gd name="T0" fmla="*/ 0 w 104"/>
                <a:gd name="T1" fmla="*/ 8 h 62"/>
                <a:gd name="T2" fmla="*/ 29 w 104"/>
                <a:gd name="T3" fmla="*/ 35 h 62"/>
                <a:gd name="T4" fmla="*/ 64 w 104"/>
                <a:gd name="T5" fmla="*/ 26 h 62"/>
                <a:gd name="T6" fmla="*/ 44 w 104"/>
                <a:gd name="T7" fmla="*/ 35 h 62"/>
                <a:gd name="T8" fmla="*/ 60 w 104"/>
                <a:gd name="T9" fmla="*/ 62 h 62"/>
                <a:gd name="T10" fmla="*/ 103 w 104"/>
                <a:gd name="T11" fmla="*/ 35 h 62"/>
                <a:gd name="T12" fmla="*/ 104 w 104"/>
                <a:gd name="T13" fmla="*/ 0 h 62"/>
                <a:gd name="T14" fmla="*/ 0 w 104"/>
                <a:gd name="T15" fmla="*/ 8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62">
                  <a:moveTo>
                    <a:pt x="0" y="8"/>
                  </a:moveTo>
                  <a:lnTo>
                    <a:pt x="29" y="35"/>
                  </a:lnTo>
                  <a:lnTo>
                    <a:pt x="64" y="26"/>
                  </a:lnTo>
                  <a:lnTo>
                    <a:pt x="44" y="35"/>
                  </a:lnTo>
                  <a:lnTo>
                    <a:pt x="60" y="62"/>
                  </a:lnTo>
                  <a:lnTo>
                    <a:pt x="103" y="35"/>
                  </a:lnTo>
                  <a:lnTo>
                    <a:pt x="104" y="0"/>
                  </a:lnTo>
                  <a:lnTo>
                    <a:pt x="0" y="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6" name="Freeform 218">
              <a:extLst>
                <a:ext uri="{FF2B5EF4-FFF2-40B4-BE49-F238E27FC236}">
                  <a16:creationId xmlns:a16="http://schemas.microsoft.com/office/drawing/2014/main" id="{584D4FDE-692A-CE0A-C387-BFE293B10F94}"/>
                </a:ext>
              </a:extLst>
            </p:cNvPr>
            <p:cNvSpPr>
              <a:spLocks noChangeAspect="1"/>
            </p:cNvSpPr>
            <p:nvPr/>
          </p:nvSpPr>
          <p:spPr bwMode="gray">
            <a:xfrm>
              <a:off x="3531" y="2335"/>
              <a:ext cx="12" cy="26"/>
            </a:xfrm>
            <a:custGeom>
              <a:avLst/>
              <a:gdLst>
                <a:gd name="T0" fmla="*/ 0 w 19"/>
                <a:gd name="T1" fmla="*/ 47 h 56"/>
                <a:gd name="T2" fmla="*/ 9 w 19"/>
                <a:gd name="T3" fmla="*/ 56 h 56"/>
                <a:gd name="T4" fmla="*/ 19 w 19"/>
                <a:gd name="T5" fmla="*/ 54 h 56"/>
                <a:gd name="T6" fmla="*/ 11 w 19"/>
                <a:gd name="T7" fmla="*/ 0 h 56"/>
                <a:gd name="T8" fmla="*/ 0 w 19"/>
                <a:gd name="T9" fmla="*/ 47 h 56"/>
              </a:gdLst>
              <a:ahLst/>
              <a:cxnLst>
                <a:cxn ang="0">
                  <a:pos x="T0" y="T1"/>
                </a:cxn>
                <a:cxn ang="0">
                  <a:pos x="T2" y="T3"/>
                </a:cxn>
                <a:cxn ang="0">
                  <a:pos x="T4" y="T5"/>
                </a:cxn>
                <a:cxn ang="0">
                  <a:pos x="T6" y="T7"/>
                </a:cxn>
                <a:cxn ang="0">
                  <a:pos x="T8" y="T9"/>
                </a:cxn>
              </a:cxnLst>
              <a:rect l="0" t="0" r="r" b="b"/>
              <a:pathLst>
                <a:path w="19" h="56">
                  <a:moveTo>
                    <a:pt x="0" y="47"/>
                  </a:moveTo>
                  <a:lnTo>
                    <a:pt x="9" y="56"/>
                  </a:lnTo>
                  <a:lnTo>
                    <a:pt x="19" y="54"/>
                  </a:lnTo>
                  <a:lnTo>
                    <a:pt x="11" y="0"/>
                  </a:lnTo>
                  <a:lnTo>
                    <a:pt x="0" y="4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7" name="Freeform 219">
              <a:extLst>
                <a:ext uri="{FF2B5EF4-FFF2-40B4-BE49-F238E27FC236}">
                  <a16:creationId xmlns:a16="http://schemas.microsoft.com/office/drawing/2014/main" id="{CD229E1D-FA37-D297-ECC0-F3BDDF062628}"/>
                </a:ext>
              </a:extLst>
            </p:cNvPr>
            <p:cNvSpPr>
              <a:spLocks noChangeAspect="1"/>
            </p:cNvSpPr>
            <p:nvPr/>
          </p:nvSpPr>
          <p:spPr bwMode="gray">
            <a:xfrm>
              <a:off x="3205" y="2833"/>
              <a:ext cx="26" cy="29"/>
            </a:xfrm>
            <a:custGeom>
              <a:avLst/>
              <a:gdLst>
                <a:gd name="T0" fmla="*/ 0 w 58"/>
                <a:gd name="T1" fmla="*/ 56 h 56"/>
                <a:gd name="T2" fmla="*/ 23 w 58"/>
                <a:gd name="T3" fmla="*/ 10 h 56"/>
                <a:gd name="T4" fmla="*/ 50 w 58"/>
                <a:gd name="T5" fmla="*/ 0 h 56"/>
                <a:gd name="T6" fmla="*/ 58 w 58"/>
                <a:gd name="T7" fmla="*/ 46 h 56"/>
                <a:gd name="T8" fmla="*/ 0 w 58"/>
                <a:gd name="T9" fmla="*/ 56 h 56"/>
              </a:gdLst>
              <a:ahLst/>
              <a:cxnLst>
                <a:cxn ang="0">
                  <a:pos x="T0" y="T1"/>
                </a:cxn>
                <a:cxn ang="0">
                  <a:pos x="T2" y="T3"/>
                </a:cxn>
                <a:cxn ang="0">
                  <a:pos x="T4" y="T5"/>
                </a:cxn>
                <a:cxn ang="0">
                  <a:pos x="T6" y="T7"/>
                </a:cxn>
                <a:cxn ang="0">
                  <a:pos x="T8" y="T9"/>
                </a:cxn>
              </a:cxnLst>
              <a:rect l="0" t="0" r="r" b="b"/>
              <a:pathLst>
                <a:path w="58" h="56">
                  <a:moveTo>
                    <a:pt x="0" y="56"/>
                  </a:moveTo>
                  <a:lnTo>
                    <a:pt x="23" y="10"/>
                  </a:lnTo>
                  <a:lnTo>
                    <a:pt x="50" y="0"/>
                  </a:lnTo>
                  <a:lnTo>
                    <a:pt x="58" y="46"/>
                  </a:lnTo>
                  <a:lnTo>
                    <a:pt x="0" y="5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8" name="Freeform 220">
              <a:extLst>
                <a:ext uri="{FF2B5EF4-FFF2-40B4-BE49-F238E27FC236}">
                  <a16:creationId xmlns:a16="http://schemas.microsoft.com/office/drawing/2014/main" id="{F2CDC7DC-57DE-9DAF-7F94-3949B02CE225}"/>
                </a:ext>
              </a:extLst>
            </p:cNvPr>
            <p:cNvSpPr>
              <a:spLocks noChangeAspect="1"/>
            </p:cNvSpPr>
            <p:nvPr/>
          </p:nvSpPr>
          <p:spPr bwMode="gray">
            <a:xfrm>
              <a:off x="2502" y="2513"/>
              <a:ext cx="95" cy="76"/>
            </a:xfrm>
            <a:custGeom>
              <a:avLst/>
              <a:gdLst>
                <a:gd name="T0" fmla="*/ 0 w 215"/>
                <a:gd name="T1" fmla="*/ 64 h 146"/>
                <a:gd name="T2" fmla="*/ 32 w 215"/>
                <a:gd name="T3" fmla="*/ 105 h 146"/>
                <a:gd name="T4" fmla="*/ 131 w 215"/>
                <a:gd name="T5" fmla="*/ 113 h 146"/>
                <a:gd name="T6" fmla="*/ 28 w 215"/>
                <a:gd name="T7" fmla="*/ 126 h 146"/>
                <a:gd name="T8" fmla="*/ 28 w 215"/>
                <a:gd name="T9" fmla="*/ 146 h 146"/>
                <a:gd name="T10" fmla="*/ 132 w 215"/>
                <a:gd name="T11" fmla="*/ 138 h 146"/>
                <a:gd name="T12" fmla="*/ 215 w 215"/>
                <a:gd name="T13" fmla="*/ 146 h 146"/>
                <a:gd name="T14" fmla="*/ 190 w 215"/>
                <a:gd name="T15" fmla="*/ 64 h 146"/>
                <a:gd name="T16" fmla="*/ 110 w 215"/>
                <a:gd name="T17" fmla="*/ 0 h 146"/>
                <a:gd name="T18" fmla="*/ 32 w 215"/>
                <a:gd name="T19" fmla="*/ 19 h 146"/>
                <a:gd name="T20" fmla="*/ 0 w 215"/>
                <a:gd name="T21" fmla="*/ 6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 h="146">
                  <a:moveTo>
                    <a:pt x="0" y="64"/>
                  </a:moveTo>
                  <a:lnTo>
                    <a:pt x="32" y="105"/>
                  </a:lnTo>
                  <a:lnTo>
                    <a:pt x="131" y="113"/>
                  </a:lnTo>
                  <a:lnTo>
                    <a:pt x="28" y="126"/>
                  </a:lnTo>
                  <a:lnTo>
                    <a:pt x="28" y="146"/>
                  </a:lnTo>
                  <a:lnTo>
                    <a:pt x="132" y="138"/>
                  </a:lnTo>
                  <a:lnTo>
                    <a:pt x="215" y="146"/>
                  </a:lnTo>
                  <a:lnTo>
                    <a:pt x="190" y="64"/>
                  </a:lnTo>
                  <a:lnTo>
                    <a:pt x="110" y="0"/>
                  </a:lnTo>
                  <a:lnTo>
                    <a:pt x="32" y="19"/>
                  </a:lnTo>
                  <a:lnTo>
                    <a:pt x="0" y="6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49" name="Freeform 221">
              <a:extLst>
                <a:ext uri="{FF2B5EF4-FFF2-40B4-BE49-F238E27FC236}">
                  <a16:creationId xmlns:a16="http://schemas.microsoft.com/office/drawing/2014/main" id="{26D2B668-BC9C-15A0-7E6C-BA71D222AE88}"/>
                </a:ext>
              </a:extLst>
            </p:cNvPr>
            <p:cNvSpPr>
              <a:spLocks noChangeAspect="1"/>
            </p:cNvSpPr>
            <p:nvPr/>
          </p:nvSpPr>
          <p:spPr bwMode="gray">
            <a:xfrm>
              <a:off x="2567" y="2636"/>
              <a:ext cx="52" cy="55"/>
            </a:xfrm>
            <a:custGeom>
              <a:avLst/>
              <a:gdLst>
                <a:gd name="T0" fmla="*/ 0 w 106"/>
                <a:gd name="T1" fmla="*/ 29 h 104"/>
                <a:gd name="T2" fmla="*/ 11 w 106"/>
                <a:gd name="T3" fmla="*/ 71 h 104"/>
                <a:gd name="T4" fmla="*/ 64 w 106"/>
                <a:gd name="T5" fmla="*/ 104 h 104"/>
                <a:gd name="T6" fmla="*/ 106 w 106"/>
                <a:gd name="T7" fmla="*/ 53 h 104"/>
                <a:gd name="T8" fmla="*/ 72 w 106"/>
                <a:gd name="T9" fmla="*/ 0 h 104"/>
                <a:gd name="T10" fmla="*/ 0 w 106"/>
                <a:gd name="T11" fmla="*/ 29 h 104"/>
              </a:gdLst>
              <a:ahLst/>
              <a:cxnLst>
                <a:cxn ang="0">
                  <a:pos x="T0" y="T1"/>
                </a:cxn>
                <a:cxn ang="0">
                  <a:pos x="T2" y="T3"/>
                </a:cxn>
                <a:cxn ang="0">
                  <a:pos x="T4" y="T5"/>
                </a:cxn>
                <a:cxn ang="0">
                  <a:pos x="T6" y="T7"/>
                </a:cxn>
                <a:cxn ang="0">
                  <a:pos x="T8" y="T9"/>
                </a:cxn>
                <a:cxn ang="0">
                  <a:pos x="T10" y="T11"/>
                </a:cxn>
              </a:cxnLst>
              <a:rect l="0" t="0" r="r" b="b"/>
              <a:pathLst>
                <a:path w="106" h="104">
                  <a:moveTo>
                    <a:pt x="0" y="29"/>
                  </a:moveTo>
                  <a:lnTo>
                    <a:pt x="11" y="71"/>
                  </a:lnTo>
                  <a:lnTo>
                    <a:pt x="64" y="104"/>
                  </a:lnTo>
                  <a:lnTo>
                    <a:pt x="106" y="53"/>
                  </a:lnTo>
                  <a:lnTo>
                    <a:pt x="72" y="0"/>
                  </a:lnTo>
                  <a:lnTo>
                    <a:pt x="0" y="2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0" name="Freeform 222">
              <a:extLst>
                <a:ext uri="{FF2B5EF4-FFF2-40B4-BE49-F238E27FC236}">
                  <a16:creationId xmlns:a16="http://schemas.microsoft.com/office/drawing/2014/main" id="{4E54997B-B45A-62DA-803D-E9E65B3E4DDD}"/>
                </a:ext>
              </a:extLst>
            </p:cNvPr>
            <p:cNvSpPr>
              <a:spLocks noChangeAspect="1"/>
            </p:cNvSpPr>
            <p:nvPr/>
          </p:nvSpPr>
          <p:spPr bwMode="gray">
            <a:xfrm>
              <a:off x="3386" y="2599"/>
              <a:ext cx="153" cy="247"/>
            </a:xfrm>
            <a:custGeom>
              <a:avLst/>
              <a:gdLst>
                <a:gd name="T0" fmla="*/ 0 w 355"/>
                <a:gd name="T1" fmla="*/ 443 h 471"/>
                <a:gd name="T2" fmla="*/ 0 w 355"/>
                <a:gd name="T3" fmla="*/ 316 h 471"/>
                <a:gd name="T4" fmla="*/ 28 w 355"/>
                <a:gd name="T5" fmla="*/ 278 h 471"/>
                <a:gd name="T6" fmla="*/ 137 w 355"/>
                <a:gd name="T7" fmla="*/ 240 h 471"/>
                <a:gd name="T8" fmla="*/ 243 w 355"/>
                <a:gd name="T9" fmla="*/ 135 h 471"/>
                <a:gd name="T10" fmla="*/ 106 w 355"/>
                <a:gd name="T11" fmla="*/ 101 h 471"/>
                <a:gd name="T12" fmla="*/ 64 w 355"/>
                <a:gd name="T13" fmla="*/ 38 h 471"/>
                <a:gd name="T14" fmla="*/ 78 w 355"/>
                <a:gd name="T15" fmla="*/ 17 h 471"/>
                <a:gd name="T16" fmla="*/ 133 w 355"/>
                <a:gd name="T17" fmla="*/ 55 h 471"/>
                <a:gd name="T18" fmla="*/ 339 w 355"/>
                <a:gd name="T19" fmla="*/ 0 h 471"/>
                <a:gd name="T20" fmla="*/ 355 w 355"/>
                <a:gd name="T21" fmla="*/ 55 h 471"/>
                <a:gd name="T22" fmla="*/ 230 w 355"/>
                <a:gd name="T23" fmla="*/ 275 h 471"/>
                <a:gd name="T24" fmla="*/ 17 w 355"/>
                <a:gd name="T25" fmla="*/ 471 h 471"/>
                <a:gd name="T26" fmla="*/ 0 w 355"/>
                <a:gd name="T27" fmla="*/ 44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5" h="471">
                  <a:moveTo>
                    <a:pt x="0" y="443"/>
                  </a:moveTo>
                  <a:lnTo>
                    <a:pt x="0" y="316"/>
                  </a:lnTo>
                  <a:lnTo>
                    <a:pt x="28" y="278"/>
                  </a:lnTo>
                  <a:lnTo>
                    <a:pt x="137" y="240"/>
                  </a:lnTo>
                  <a:lnTo>
                    <a:pt x="243" y="135"/>
                  </a:lnTo>
                  <a:lnTo>
                    <a:pt x="106" y="101"/>
                  </a:lnTo>
                  <a:lnTo>
                    <a:pt x="64" y="38"/>
                  </a:lnTo>
                  <a:lnTo>
                    <a:pt x="78" y="17"/>
                  </a:lnTo>
                  <a:lnTo>
                    <a:pt x="133" y="55"/>
                  </a:lnTo>
                  <a:lnTo>
                    <a:pt x="339" y="0"/>
                  </a:lnTo>
                  <a:lnTo>
                    <a:pt x="355" y="55"/>
                  </a:lnTo>
                  <a:lnTo>
                    <a:pt x="230" y="275"/>
                  </a:lnTo>
                  <a:lnTo>
                    <a:pt x="17" y="471"/>
                  </a:lnTo>
                  <a:lnTo>
                    <a:pt x="0" y="44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1" name="Freeform 223">
              <a:extLst>
                <a:ext uri="{FF2B5EF4-FFF2-40B4-BE49-F238E27FC236}">
                  <a16:creationId xmlns:a16="http://schemas.microsoft.com/office/drawing/2014/main" id="{4C41A6E1-5A88-D952-0EE9-EBB8703A0027}"/>
                </a:ext>
              </a:extLst>
            </p:cNvPr>
            <p:cNvSpPr>
              <a:spLocks noChangeAspect="1"/>
            </p:cNvSpPr>
            <p:nvPr/>
          </p:nvSpPr>
          <p:spPr bwMode="gray">
            <a:xfrm>
              <a:off x="3144" y="3098"/>
              <a:ext cx="120" cy="131"/>
            </a:xfrm>
            <a:custGeom>
              <a:avLst/>
              <a:gdLst>
                <a:gd name="T0" fmla="*/ 0 w 273"/>
                <a:gd name="T1" fmla="*/ 77 h 251"/>
                <a:gd name="T2" fmla="*/ 61 w 273"/>
                <a:gd name="T3" fmla="*/ 79 h 251"/>
                <a:gd name="T4" fmla="*/ 122 w 273"/>
                <a:gd name="T5" fmla="*/ 33 h 251"/>
                <a:gd name="T6" fmla="*/ 126 w 273"/>
                <a:gd name="T7" fmla="*/ 14 h 251"/>
                <a:gd name="T8" fmla="*/ 179 w 273"/>
                <a:gd name="T9" fmla="*/ 0 h 251"/>
                <a:gd name="T10" fmla="*/ 264 w 273"/>
                <a:gd name="T11" fmla="*/ 27 h 251"/>
                <a:gd name="T12" fmla="*/ 273 w 273"/>
                <a:gd name="T13" fmla="*/ 63 h 251"/>
                <a:gd name="T14" fmla="*/ 268 w 273"/>
                <a:gd name="T15" fmla="*/ 155 h 251"/>
                <a:gd name="T16" fmla="*/ 223 w 273"/>
                <a:gd name="T17" fmla="*/ 251 h 251"/>
                <a:gd name="T18" fmla="*/ 144 w 273"/>
                <a:gd name="T19" fmla="*/ 234 h 251"/>
                <a:gd name="T20" fmla="*/ 97 w 273"/>
                <a:gd name="T21" fmla="*/ 211 h 251"/>
                <a:gd name="T22" fmla="*/ 0 w 273"/>
                <a:gd name="T23" fmla="*/ 77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3" h="251">
                  <a:moveTo>
                    <a:pt x="0" y="77"/>
                  </a:moveTo>
                  <a:lnTo>
                    <a:pt x="61" y="79"/>
                  </a:lnTo>
                  <a:lnTo>
                    <a:pt x="122" y="33"/>
                  </a:lnTo>
                  <a:lnTo>
                    <a:pt x="126" y="14"/>
                  </a:lnTo>
                  <a:lnTo>
                    <a:pt x="179" y="0"/>
                  </a:lnTo>
                  <a:lnTo>
                    <a:pt x="264" y="27"/>
                  </a:lnTo>
                  <a:lnTo>
                    <a:pt x="273" y="63"/>
                  </a:lnTo>
                  <a:lnTo>
                    <a:pt x="268" y="155"/>
                  </a:lnTo>
                  <a:lnTo>
                    <a:pt x="223" y="251"/>
                  </a:lnTo>
                  <a:lnTo>
                    <a:pt x="144" y="234"/>
                  </a:lnTo>
                  <a:lnTo>
                    <a:pt x="97" y="211"/>
                  </a:lnTo>
                  <a:lnTo>
                    <a:pt x="0" y="7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2" name="Freeform 224">
              <a:extLst>
                <a:ext uri="{FF2B5EF4-FFF2-40B4-BE49-F238E27FC236}">
                  <a16:creationId xmlns:a16="http://schemas.microsoft.com/office/drawing/2014/main" id="{A1809BEA-6055-09B5-B912-0DEB1B3F31FA}"/>
                </a:ext>
              </a:extLst>
            </p:cNvPr>
            <p:cNvSpPr>
              <a:spLocks noChangeAspect="1"/>
            </p:cNvSpPr>
            <p:nvPr/>
          </p:nvSpPr>
          <p:spPr bwMode="gray">
            <a:xfrm>
              <a:off x="2940" y="3121"/>
              <a:ext cx="204" cy="233"/>
            </a:xfrm>
            <a:custGeom>
              <a:avLst/>
              <a:gdLst>
                <a:gd name="T0" fmla="*/ 0 w 471"/>
                <a:gd name="T1" fmla="*/ 14 h 442"/>
                <a:gd name="T2" fmla="*/ 58 w 471"/>
                <a:gd name="T3" fmla="*/ 0 h 442"/>
                <a:gd name="T4" fmla="*/ 340 w 471"/>
                <a:gd name="T5" fmla="*/ 41 h 442"/>
                <a:gd name="T6" fmla="*/ 405 w 471"/>
                <a:gd name="T7" fmla="*/ 23 h 442"/>
                <a:gd name="T8" fmla="*/ 471 w 471"/>
                <a:gd name="T9" fmla="*/ 31 h 442"/>
                <a:gd name="T10" fmla="*/ 413 w 471"/>
                <a:gd name="T11" fmla="*/ 63 h 442"/>
                <a:gd name="T12" fmla="*/ 391 w 471"/>
                <a:gd name="T13" fmla="*/ 41 h 442"/>
                <a:gd name="T14" fmla="*/ 325 w 471"/>
                <a:gd name="T15" fmla="*/ 56 h 442"/>
                <a:gd name="T16" fmla="*/ 325 w 471"/>
                <a:gd name="T17" fmla="*/ 181 h 442"/>
                <a:gd name="T18" fmla="*/ 289 w 471"/>
                <a:gd name="T19" fmla="*/ 182 h 442"/>
                <a:gd name="T20" fmla="*/ 289 w 471"/>
                <a:gd name="T21" fmla="*/ 279 h 442"/>
                <a:gd name="T22" fmla="*/ 289 w 471"/>
                <a:gd name="T23" fmla="*/ 420 h 442"/>
                <a:gd name="T24" fmla="*/ 259 w 471"/>
                <a:gd name="T25" fmla="*/ 442 h 442"/>
                <a:gd name="T26" fmla="*/ 215 w 471"/>
                <a:gd name="T27" fmla="*/ 442 h 442"/>
                <a:gd name="T28" fmla="*/ 191 w 471"/>
                <a:gd name="T29" fmla="*/ 412 h 442"/>
                <a:gd name="T30" fmla="*/ 170 w 471"/>
                <a:gd name="T31" fmla="*/ 428 h 442"/>
                <a:gd name="T32" fmla="*/ 125 w 471"/>
                <a:gd name="T33" fmla="*/ 379 h 442"/>
                <a:gd name="T34" fmla="*/ 100 w 471"/>
                <a:gd name="T35" fmla="*/ 225 h 442"/>
                <a:gd name="T36" fmla="*/ 100 w 471"/>
                <a:gd name="T37" fmla="*/ 206 h 442"/>
                <a:gd name="T38" fmla="*/ 0 w 471"/>
                <a:gd name="T39" fmla="*/ 1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1" h="442">
                  <a:moveTo>
                    <a:pt x="0" y="14"/>
                  </a:moveTo>
                  <a:lnTo>
                    <a:pt x="58" y="0"/>
                  </a:lnTo>
                  <a:lnTo>
                    <a:pt x="340" y="41"/>
                  </a:lnTo>
                  <a:lnTo>
                    <a:pt x="405" y="23"/>
                  </a:lnTo>
                  <a:lnTo>
                    <a:pt x="471" y="31"/>
                  </a:lnTo>
                  <a:lnTo>
                    <a:pt x="413" y="63"/>
                  </a:lnTo>
                  <a:lnTo>
                    <a:pt x="391" y="41"/>
                  </a:lnTo>
                  <a:lnTo>
                    <a:pt x="325" y="56"/>
                  </a:lnTo>
                  <a:lnTo>
                    <a:pt x="325" y="181"/>
                  </a:lnTo>
                  <a:lnTo>
                    <a:pt x="289" y="182"/>
                  </a:lnTo>
                  <a:lnTo>
                    <a:pt x="289" y="279"/>
                  </a:lnTo>
                  <a:lnTo>
                    <a:pt x="289" y="420"/>
                  </a:lnTo>
                  <a:lnTo>
                    <a:pt x="259" y="442"/>
                  </a:lnTo>
                  <a:lnTo>
                    <a:pt x="215" y="442"/>
                  </a:lnTo>
                  <a:lnTo>
                    <a:pt x="191" y="412"/>
                  </a:lnTo>
                  <a:lnTo>
                    <a:pt x="170" y="428"/>
                  </a:lnTo>
                  <a:lnTo>
                    <a:pt x="125" y="379"/>
                  </a:lnTo>
                  <a:lnTo>
                    <a:pt x="100" y="225"/>
                  </a:lnTo>
                  <a:lnTo>
                    <a:pt x="100" y="206"/>
                  </a:lnTo>
                  <a:lnTo>
                    <a:pt x="0" y="1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3" name="Freeform 225">
              <a:extLst>
                <a:ext uri="{FF2B5EF4-FFF2-40B4-BE49-F238E27FC236}">
                  <a16:creationId xmlns:a16="http://schemas.microsoft.com/office/drawing/2014/main" id="{BF4C292F-0911-5326-1018-885836386565}"/>
                </a:ext>
              </a:extLst>
            </p:cNvPr>
            <p:cNvSpPr>
              <a:spLocks noChangeAspect="1"/>
            </p:cNvSpPr>
            <p:nvPr/>
          </p:nvSpPr>
          <p:spPr bwMode="gray">
            <a:xfrm>
              <a:off x="2511" y="2303"/>
              <a:ext cx="126" cy="127"/>
            </a:xfrm>
            <a:custGeom>
              <a:avLst/>
              <a:gdLst>
                <a:gd name="T0" fmla="*/ 0 w 291"/>
                <a:gd name="T1" fmla="*/ 242 h 242"/>
                <a:gd name="T2" fmla="*/ 137 w 291"/>
                <a:gd name="T3" fmla="*/ 0 h 242"/>
                <a:gd name="T4" fmla="*/ 288 w 291"/>
                <a:gd name="T5" fmla="*/ 4 h 242"/>
                <a:gd name="T6" fmla="*/ 291 w 291"/>
                <a:gd name="T7" fmla="*/ 17 h 242"/>
                <a:gd name="T8" fmla="*/ 288 w 291"/>
                <a:gd name="T9" fmla="*/ 62 h 242"/>
                <a:gd name="T10" fmla="*/ 177 w 291"/>
                <a:gd name="T11" fmla="*/ 60 h 242"/>
                <a:gd name="T12" fmla="*/ 175 w 291"/>
                <a:gd name="T13" fmla="*/ 154 h 242"/>
                <a:gd name="T14" fmla="*/ 136 w 291"/>
                <a:gd name="T15" fmla="*/ 171 h 242"/>
                <a:gd name="T16" fmla="*/ 138 w 291"/>
                <a:gd name="T17" fmla="*/ 228 h 242"/>
                <a:gd name="T18" fmla="*/ 0 w 291"/>
                <a:gd name="T19"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1" h="242">
                  <a:moveTo>
                    <a:pt x="0" y="242"/>
                  </a:moveTo>
                  <a:lnTo>
                    <a:pt x="137" y="0"/>
                  </a:lnTo>
                  <a:lnTo>
                    <a:pt x="288" y="4"/>
                  </a:lnTo>
                  <a:lnTo>
                    <a:pt x="291" y="17"/>
                  </a:lnTo>
                  <a:lnTo>
                    <a:pt x="288" y="62"/>
                  </a:lnTo>
                  <a:lnTo>
                    <a:pt x="177" y="60"/>
                  </a:lnTo>
                  <a:lnTo>
                    <a:pt x="175" y="154"/>
                  </a:lnTo>
                  <a:lnTo>
                    <a:pt x="136" y="171"/>
                  </a:lnTo>
                  <a:lnTo>
                    <a:pt x="138" y="228"/>
                  </a:lnTo>
                  <a:lnTo>
                    <a:pt x="0" y="24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4" name="Freeform 226">
              <a:extLst>
                <a:ext uri="{FF2B5EF4-FFF2-40B4-BE49-F238E27FC236}">
                  <a16:creationId xmlns:a16="http://schemas.microsoft.com/office/drawing/2014/main" id="{402D4BAA-8801-F187-EB49-FEC376BB04A8}"/>
                </a:ext>
              </a:extLst>
            </p:cNvPr>
            <p:cNvSpPr>
              <a:spLocks noChangeAspect="1"/>
            </p:cNvSpPr>
            <p:nvPr/>
          </p:nvSpPr>
          <p:spPr bwMode="gray">
            <a:xfrm>
              <a:off x="3097" y="2394"/>
              <a:ext cx="250" cy="357"/>
            </a:xfrm>
            <a:custGeom>
              <a:avLst/>
              <a:gdLst>
                <a:gd name="T0" fmla="*/ 0 w 576"/>
                <a:gd name="T1" fmla="*/ 361 h 684"/>
                <a:gd name="T2" fmla="*/ 27 w 576"/>
                <a:gd name="T3" fmla="*/ 429 h 684"/>
                <a:gd name="T4" fmla="*/ 52 w 576"/>
                <a:gd name="T5" fmla="*/ 504 h 684"/>
                <a:gd name="T6" fmla="*/ 111 w 576"/>
                <a:gd name="T7" fmla="*/ 531 h 684"/>
                <a:gd name="T8" fmla="*/ 196 w 576"/>
                <a:gd name="T9" fmla="*/ 632 h 684"/>
                <a:gd name="T10" fmla="*/ 311 w 576"/>
                <a:gd name="T11" fmla="*/ 684 h 684"/>
                <a:gd name="T12" fmla="*/ 418 w 576"/>
                <a:gd name="T13" fmla="*/ 671 h 684"/>
                <a:gd name="T14" fmla="*/ 483 w 576"/>
                <a:gd name="T15" fmla="*/ 651 h 684"/>
                <a:gd name="T16" fmla="*/ 444 w 576"/>
                <a:gd name="T17" fmla="*/ 579 h 684"/>
                <a:gd name="T18" fmla="*/ 383 w 576"/>
                <a:gd name="T19" fmla="*/ 537 h 684"/>
                <a:gd name="T20" fmla="*/ 423 w 576"/>
                <a:gd name="T21" fmla="*/ 510 h 684"/>
                <a:gd name="T22" fmla="*/ 427 w 576"/>
                <a:gd name="T23" fmla="*/ 446 h 684"/>
                <a:gd name="T24" fmla="*/ 495 w 576"/>
                <a:gd name="T25" fmla="*/ 362 h 684"/>
                <a:gd name="T26" fmla="*/ 522 w 576"/>
                <a:gd name="T27" fmla="*/ 214 h 684"/>
                <a:gd name="T28" fmla="*/ 576 w 576"/>
                <a:gd name="T29" fmla="*/ 181 h 684"/>
                <a:gd name="T30" fmla="*/ 534 w 576"/>
                <a:gd name="T31" fmla="*/ 149 h 684"/>
                <a:gd name="T32" fmla="*/ 518 w 576"/>
                <a:gd name="T33" fmla="*/ 39 h 684"/>
                <a:gd name="T34" fmla="*/ 473 w 576"/>
                <a:gd name="T35" fmla="*/ 0 h 684"/>
                <a:gd name="T36" fmla="*/ 418 w 576"/>
                <a:gd name="T37" fmla="*/ 47 h 684"/>
                <a:gd name="T38" fmla="*/ 105 w 576"/>
                <a:gd name="T39" fmla="*/ 38 h 684"/>
                <a:gd name="T40" fmla="*/ 105 w 576"/>
                <a:gd name="T41" fmla="*/ 108 h 684"/>
                <a:gd name="T42" fmla="*/ 74 w 576"/>
                <a:gd name="T43" fmla="*/ 110 h 684"/>
                <a:gd name="T44" fmla="*/ 74 w 576"/>
                <a:gd name="T45" fmla="*/ 130 h 684"/>
                <a:gd name="T46" fmla="*/ 72 w 576"/>
                <a:gd name="T47" fmla="*/ 261 h 684"/>
                <a:gd name="T48" fmla="*/ 37 w 576"/>
                <a:gd name="T49" fmla="*/ 268 h 684"/>
                <a:gd name="T50" fmla="*/ 0 w 576"/>
                <a:gd name="T51" fmla="*/ 36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6" h="684">
                  <a:moveTo>
                    <a:pt x="0" y="361"/>
                  </a:moveTo>
                  <a:lnTo>
                    <a:pt x="27" y="429"/>
                  </a:lnTo>
                  <a:lnTo>
                    <a:pt x="52" y="504"/>
                  </a:lnTo>
                  <a:lnTo>
                    <a:pt x="111" y="531"/>
                  </a:lnTo>
                  <a:lnTo>
                    <a:pt x="196" y="632"/>
                  </a:lnTo>
                  <a:lnTo>
                    <a:pt x="311" y="684"/>
                  </a:lnTo>
                  <a:lnTo>
                    <a:pt x="418" y="671"/>
                  </a:lnTo>
                  <a:lnTo>
                    <a:pt x="483" y="651"/>
                  </a:lnTo>
                  <a:lnTo>
                    <a:pt x="444" y="579"/>
                  </a:lnTo>
                  <a:lnTo>
                    <a:pt x="383" y="537"/>
                  </a:lnTo>
                  <a:lnTo>
                    <a:pt x="423" y="510"/>
                  </a:lnTo>
                  <a:lnTo>
                    <a:pt x="427" y="446"/>
                  </a:lnTo>
                  <a:lnTo>
                    <a:pt x="495" y="362"/>
                  </a:lnTo>
                  <a:lnTo>
                    <a:pt x="522" y="214"/>
                  </a:lnTo>
                  <a:lnTo>
                    <a:pt x="576" y="181"/>
                  </a:lnTo>
                  <a:lnTo>
                    <a:pt x="534" y="149"/>
                  </a:lnTo>
                  <a:lnTo>
                    <a:pt x="518" y="39"/>
                  </a:lnTo>
                  <a:lnTo>
                    <a:pt x="473" y="0"/>
                  </a:lnTo>
                  <a:lnTo>
                    <a:pt x="418" y="47"/>
                  </a:lnTo>
                  <a:lnTo>
                    <a:pt x="105" y="38"/>
                  </a:lnTo>
                  <a:lnTo>
                    <a:pt x="105" y="108"/>
                  </a:lnTo>
                  <a:lnTo>
                    <a:pt x="74" y="110"/>
                  </a:lnTo>
                  <a:lnTo>
                    <a:pt x="74" y="130"/>
                  </a:lnTo>
                  <a:lnTo>
                    <a:pt x="72" y="261"/>
                  </a:lnTo>
                  <a:lnTo>
                    <a:pt x="37" y="268"/>
                  </a:lnTo>
                  <a:lnTo>
                    <a:pt x="0" y="36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5" name="Freeform 227">
              <a:extLst>
                <a:ext uri="{FF2B5EF4-FFF2-40B4-BE49-F238E27FC236}">
                  <a16:creationId xmlns:a16="http://schemas.microsoft.com/office/drawing/2014/main" id="{02DD3207-14CD-012E-B694-507AEAE4CD7B}"/>
                </a:ext>
              </a:extLst>
            </p:cNvPr>
            <p:cNvSpPr>
              <a:spLocks noChangeAspect="1"/>
            </p:cNvSpPr>
            <p:nvPr/>
          </p:nvSpPr>
          <p:spPr bwMode="gray">
            <a:xfrm>
              <a:off x="3231" y="3287"/>
              <a:ext cx="19" cy="31"/>
            </a:xfrm>
            <a:custGeom>
              <a:avLst/>
              <a:gdLst>
                <a:gd name="T0" fmla="*/ 0 w 42"/>
                <a:gd name="T1" fmla="*/ 31 h 55"/>
                <a:gd name="T2" fmla="*/ 23 w 42"/>
                <a:gd name="T3" fmla="*/ 55 h 55"/>
                <a:gd name="T4" fmla="*/ 42 w 42"/>
                <a:gd name="T5" fmla="*/ 35 h 55"/>
                <a:gd name="T6" fmla="*/ 38 w 42"/>
                <a:gd name="T7" fmla="*/ 0 h 55"/>
                <a:gd name="T8" fmla="*/ 0 w 42"/>
                <a:gd name="T9" fmla="*/ 31 h 55"/>
              </a:gdLst>
              <a:ahLst/>
              <a:cxnLst>
                <a:cxn ang="0">
                  <a:pos x="T0" y="T1"/>
                </a:cxn>
                <a:cxn ang="0">
                  <a:pos x="T2" y="T3"/>
                </a:cxn>
                <a:cxn ang="0">
                  <a:pos x="T4" y="T5"/>
                </a:cxn>
                <a:cxn ang="0">
                  <a:pos x="T6" y="T7"/>
                </a:cxn>
                <a:cxn ang="0">
                  <a:pos x="T8" y="T9"/>
                </a:cxn>
              </a:cxnLst>
              <a:rect l="0" t="0" r="r" b="b"/>
              <a:pathLst>
                <a:path w="42" h="55">
                  <a:moveTo>
                    <a:pt x="0" y="31"/>
                  </a:moveTo>
                  <a:lnTo>
                    <a:pt x="23" y="55"/>
                  </a:lnTo>
                  <a:lnTo>
                    <a:pt x="42" y="35"/>
                  </a:lnTo>
                  <a:lnTo>
                    <a:pt x="38" y="0"/>
                  </a:lnTo>
                  <a:lnTo>
                    <a:pt x="0" y="3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6" name="Freeform 228">
              <a:extLst>
                <a:ext uri="{FF2B5EF4-FFF2-40B4-BE49-F238E27FC236}">
                  <a16:creationId xmlns:a16="http://schemas.microsoft.com/office/drawing/2014/main" id="{8E91ED63-CDDD-689F-FDD5-E9AA9230E422}"/>
                </a:ext>
              </a:extLst>
            </p:cNvPr>
            <p:cNvSpPr>
              <a:spLocks noChangeAspect="1"/>
            </p:cNvSpPr>
            <p:nvPr/>
          </p:nvSpPr>
          <p:spPr bwMode="gray">
            <a:xfrm>
              <a:off x="3215" y="2830"/>
              <a:ext cx="158" cy="195"/>
            </a:xfrm>
            <a:custGeom>
              <a:avLst/>
              <a:gdLst>
                <a:gd name="T0" fmla="*/ 0 w 374"/>
                <a:gd name="T1" fmla="*/ 118 h 371"/>
                <a:gd name="T2" fmla="*/ 3 w 374"/>
                <a:gd name="T3" fmla="*/ 189 h 371"/>
                <a:gd name="T4" fmla="*/ 48 w 374"/>
                <a:gd name="T5" fmla="*/ 262 h 371"/>
                <a:gd name="T6" fmla="*/ 113 w 374"/>
                <a:gd name="T7" fmla="*/ 293 h 371"/>
                <a:gd name="T8" fmla="*/ 147 w 374"/>
                <a:gd name="T9" fmla="*/ 300 h 371"/>
                <a:gd name="T10" fmla="*/ 184 w 374"/>
                <a:gd name="T11" fmla="*/ 371 h 371"/>
                <a:gd name="T12" fmla="*/ 323 w 374"/>
                <a:gd name="T13" fmla="*/ 362 h 371"/>
                <a:gd name="T14" fmla="*/ 374 w 374"/>
                <a:gd name="T15" fmla="*/ 331 h 371"/>
                <a:gd name="T16" fmla="*/ 322 w 374"/>
                <a:gd name="T17" fmla="*/ 185 h 371"/>
                <a:gd name="T18" fmla="*/ 335 w 374"/>
                <a:gd name="T19" fmla="*/ 129 h 371"/>
                <a:gd name="T20" fmla="*/ 157 w 374"/>
                <a:gd name="T21" fmla="*/ 0 h 371"/>
                <a:gd name="T22" fmla="*/ 110 w 374"/>
                <a:gd name="T23" fmla="*/ 64 h 371"/>
                <a:gd name="T24" fmla="*/ 89 w 374"/>
                <a:gd name="T25" fmla="*/ 47 h 371"/>
                <a:gd name="T26" fmla="*/ 76 w 374"/>
                <a:gd name="T27" fmla="*/ 62 h 371"/>
                <a:gd name="T28" fmla="*/ 74 w 374"/>
                <a:gd name="T29" fmla="*/ 0 h 371"/>
                <a:gd name="T30" fmla="*/ 28 w 374"/>
                <a:gd name="T31" fmla="*/ 3 h 371"/>
                <a:gd name="T32" fmla="*/ 36 w 374"/>
                <a:gd name="T33" fmla="*/ 49 h 371"/>
                <a:gd name="T34" fmla="*/ 38 w 374"/>
                <a:gd name="T35" fmla="*/ 78 h 371"/>
                <a:gd name="T36" fmla="*/ 0 w 374"/>
                <a:gd name="T37" fmla="*/ 11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71">
                  <a:moveTo>
                    <a:pt x="0" y="118"/>
                  </a:moveTo>
                  <a:lnTo>
                    <a:pt x="3" y="189"/>
                  </a:lnTo>
                  <a:lnTo>
                    <a:pt x="48" y="262"/>
                  </a:lnTo>
                  <a:lnTo>
                    <a:pt x="113" y="293"/>
                  </a:lnTo>
                  <a:lnTo>
                    <a:pt x="147" y="300"/>
                  </a:lnTo>
                  <a:lnTo>
                    <a:pt x="184" y="371"/>
                  </a:lnTo>
                  <a:lnTo>
                    <a:pt x="323" y="362"/>
                  </a:lnTo>
                  <a:lnTo>
                    <a:pt x="374" y="331"/>
                  </a:lnTo>
                  <a:lnTo>
                    <a:pt x="322" y="185"/>
                  </a:lnTo>
                  <a:lnTo>
                    <a:pt x="335" y="129"/>
                  </a:lnTo>
                  <a:lnTo>
                    <a:pt x="157" y="0"/>
                  </a:lnTo>
                  <a:lnTo>
                    <a:pt x="110" y="64"/>
                  </a:lnTo>
                  <a:lnTo>
                    <a:pt x="89" y="47"/>
                  </a:lnTo>
                  <a:lnTo>
                    <a:pt x="76" y="62"/>
                  </a:lnTo>
                  <a:lnTo>
                    <a:pt x="74" y="0"/>
                  </a:lnTo>
                  <a:lnTo>
                    <a:pt x="28" y="3"/>
                  </a:lnTo>
                  <a:lnTo>
                    <a:pt x="36" y="49"/>
                  </a:lnTo>
                  <a:lnTo>
                    <a:pt x="38" y="78"/>
                  </a:lnTo>
                  <a:lnTo>
                    <a:pt x="0" y="11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7" name="Freeform 229">
              <a:extLst>
                <a:ext uri="{FF2B5EF4-FFF2-40B4-BE49-F238E27FC236}">
                  <a16:creationId xmlns:a16="http://schemas.microsoft.com/office/drawing/2014/main" id="{55ED7A02-268D-C02E-3F81-8FA53A5809CD}"/>
                </a:ext>
              </a:extLst>
            </p:cNvPr>
            <p:cNvSpPr>
              <a:spLocks noChangeAspect="1"/>
            </p:cNvSpPr>
            <p:nvPr/>
          </p:nvSpPr>
          <p:spPr bwMode="gray">
            <a:xfrm>
              <a:off x="2764" y="2611"/>
              <a:ext cx="31" cy="94"/>
            </a:xfrm>
            <a:custGeom>
              <a:avLst/>
              <a:gdLst>
                <a:gd name="T0" fmla="*/ 0 w 74"/>
                <a:gd name="T1" fmla="*/ 0 h 177"/>
                <a:gd name="T2" fmla="*/ 38 w 74"/>
                <a:gd name="T3" fmla="*/ 9 h 177"/>
                <a:gd name="T4" fmla="*/ 74 w 74"/>
                <a:gd name="T5" fmla="*/ 171 h 177"/>
                <a:gd name="T6" fmla="*/ 49 w 74"/>
                <a:gd name="T7" fmla="*/ 177 h 177"/>
                <a:gd name="T8" fmla="*/ 0 w 74"/>
                <a:gd name="T9" fmla="*/ 0 h 177"/>
              </a:gdLst>
              <a:ahLst/>
              <a:cxnLst>
                <a:cxn ang="0">
                  <a:pos x="T0" y="T1"/>
                </a:cxn>
                <a:cxn ang="0">
                  <a:pos x="T2" y="T3"/>
                </a:cxn>
                <a:cxn ang="0">
                  <a:pos x="T4" y="T5"/>
                </a:cxn>
                <a:cxn ang="0">
                  <a:pos x="T6" y="T7"/>
                </a:cxn>
                <a:cxn ang="0">
                  <a:pos x="T8" y="T9"/>
                </a:cxn>
              </a:cxnLst>
              <a:rect l="0" t="0" r="r" b="b"/>
              <a:pathLst>
                <a:path w="74" h="177">
                  <a:moveTo>
                    <a:pt x="0" y="0"/>
                  </a:moveTo>
                  <a:lnTo>
                    <a:pt x="38" y="9"/>
                  </a:lnTo>
                  <a:lnTo>
                    <a:pt x="74" y="171"/>
                  </a:lnTo>
                  <a:lnTo>
                    <a:pt x="49" y="177"/>
                  </a:lnTo>
                  <a:lnTo>
                    <a:pt x="0"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8" name="Freeform 230">
              <a:extLst>
                <a:ext uri="{FF2B5EF4-FFF2-40B4-BE49-F238E27FC236}">
                  <a16:creationId xmlns:a16="http://schemas.microsoft.com/office/drawing/2014/main" id="{6C944FB6-FC70-2191-E94C-D69EA8E78789}"/>
                </a:ext>
              </a:extLst>
            </p:cNvPr>
            <p:cNvSpPr>
              <a:spLocks noChangeAspect="1"/>
            </p:cNvSpPr>
            <p:nvPr/>
          </p:nvSpPr>
          <p:spPr bwMode="gray">
            <a:xfrm>
              <a:off x="3215" y="2742"/>
              <a:ext cx="80" cy="95"/>
            </a:xfrm>
            <a:custGeom>
              <a:avLst/>
              <a:gdLst>
                <a:gd name="T0" fmla="*/ 0 w 185"/>
                <a:gd name="T1" fmla="*/ 183 h 183"/>
                <a:gd name="T2" fmla="*/ 27 w 185"/>
                <a:gd name="T3" fmla="*/ 173 h 183"/>
                <a:gd name="T4" fmla="*/ 73 w 185"/>
                <a:gd name="T5" fmla="*/ 170 h 183"/>
                <a:gd name="T6" fmla="*/ 75 w 185"/>
                <a:gd name="T7" fmla="*/ 145 h 183"/>
                <a:gd name="T8" fmla="*/ 147 w 185"/>
                <a:gd name="T9" fmla="*/ 130 h 183"/>
                <a:gd name="T10" fmla="*/ 185 w 185"/>
                <a:gd name="T11" fmla="*/ 68 h 183"/>
                <a:gd name="T12" fmla="*/ 147 w 185"/>
                <a:gd name="T13" fmla="*/ 0 h 183"/>
                <a:gd name="T14" fmla="*/ 40 w 185"/>
                <a:gd name="T15" fmla="*/ 13 h 183"/>
                <a:gd name="T16" fmla="*/ 53 w 185"/>
                <a:gd name="T17" fmla="*/ 63 h 183"/>
                <a:gd name="T18" fmla="*/ 30 w 185"/>
                <a:gd name="T19" fmla="*/ 96 h 183"/>
                <a:gd name="T20" fmla="*/ 0 w 185"/>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183">
                  <a:moveTo>
                    <a:pt x="0" y="183"/>
                  </a:moveTo>
                  <a:lnTo>
                    <a:pt x="27" y="173"/>
                  </a:lnTo>
                  <a:lnTo>
                    <a:pt x="73" y="170"/>
                  </a:lnTo>
                  <a:lnTo>
                    <a:pt x="75" y="145"/>
                  </a:lnTo>
                  <a:lnTo>
                    <a:pt x="147" y="130"/>
                  </a:lnTo>
                  <a:lnTo>
                    <a:pt x="185" y="68"/>
                  </a:lnTo>
                  <a:lnTo>
                    <a:pt x="147" y="0"/>
                  </a:lnTo>
                  <a:lnTo>
                    <a:pt x="40" y="13"/>
                  </a:lnTo>
                  <a:lnTo>
                    <a:pt x="53" y="63"/>
                  </a:lnTo>
                  <a:lnTo>
                    <a:pt x="30" y="96"/>
                  </a:lnTo>
                  <a:lnTo>
                    <a:pt x="0" y="183"/>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59" name="Freeform 231">
              <a:extLst>
                <a:ext uri="{FF2B5EF4-FFF2-40B4-BE49-F238E27FC236}">
                  <a16:creationId xmlns:a16="http://schemas.microsoft.com/office/drawing/2014/main" id="{839A2746-69D9-5AEE-4625-639727D8B8E5}"/>
                </a:ext>
              </a:extLst>
            </p:cNvPr>
            <p:cNvSpPr>
              <a:spLocks noChangeAspect="1"/>
            </p:cNvSpPr>
            <p:nvPr/>
          </p:nvSpPr>
          <p:spPr bwMode="gray">
            <a:xfrm>
              <a:off x="3135" y="2227"/>
              <a:ext cx="169" cy="189"/>
            </a:xfrm>
            <a:custGeom>
              <a:avLst/>
              <a:gdLst>
                <a:gd name="T0" fmla="*/ 0 w 389"/>
                <a:gd name="T1" fmla="*/ 60 h 365"/>
                <a:gd name="T2" fmla="*/ 16 w 389"/>
                <a:gd name="T3" fmla="*/ 356 h 365"/>
                <a:gd name="T4" fmla="*/ 329 w 389"/>
                <a:gd name="T5" fmla="*/ 365 h 365"/>
                <a:gd name="T6" fmla="*/ 384 w 389"/>
                <a:gd name="T7" fmla="*/ 318 h 365"/>
                <a:gd name="T8" fmla="*/ 389 w 389"/>
                <a:gd name="T9" fmla="*/ 286 h 365"/>
                <a:gd name="T10" fmla="*/ 272 w 389"/>
                <a:gd name="T11" fmla="*/ 77 h 365"/>
                <a:gd name="T12" fmla="*/ 329 w 389"/>
                <a:gd name="T13" fmla="*/ 144 h 365"/>
                <a:gd name="T14" fmla="*/ 359 w 389"/>
                <a:gd name="T15" fmla="*/ 87 h 365"/>
                <a:gd name="T16" fmla="*/ 329 w 389"/>
                <a:gd name="T17" fmla="*/ 14 h 365"/>
                <a:gd name="T18" fmla="*/ 257 w 389"/>
                <a:gd name="T19" fmla="*/ 25 h 365"/>
                <a:gd name="T20" fmla="*/ 255 w 389"/>
                <a:gd name="T21" fmla="*/ 5 h 365"/>
                <a:gd name="T22" fmla="*/ 217 w 389"/>
                <a:gd name="T23" fmla="*/ 5 h 365"/>
                <a:gd name="T24" fmla="*/ 152 w 389"/>
                <a:gd name="T25" fmla="*/ 32 h 365"/>
                <a:gd name="T26" fmla="*/ 16 w 389"/>
                <a:gd name="T27" fmla="*/ 0 h 365"/>
                <a:gd name="T28" fmla="*/ 0 w 389"/>
                <a:gd name="T29" fmla="*/ 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9" h="365">
                  <a:moveTo>
                    <a:pt x="0" y="60"/>
                  </a:moveTo>
                  <a:lnTo>
                    <a:pt x="16" y="356"/>
                  </a:lnTo>
                  <a:lnTo>
                    <a:pt x="329" y="365"/>
                  </a:lnTo>
                  <a:lnTo>
                    <a:pt x="384" y="318"/>
                  </a:lnTo>
                  <a:lnTo>
                    <a:pt x="389" y="286"/>
                  </a:lnTo>
                  <a:lnTo>
                    <a:pt x="272" y="77"/>
                  </a:lnTo>
                  <a:lnTo>
                    <a:pt x="329" y="144"/>
                  </a:lnTo>
                  <a:lnTo>
                    <a:pt x="359" y="87"/>
                  </a:lnTo>
                  <a:lnTo>
                    <a:pt x="329" y="14"/>
                  </a:lnTo>
                  <a:lnTo>
                    <a:pt x="257" y="25"/>
                  </a:lnTo>
                  <a:lnTo>
                    <a:pt x="255" y="5"/>
                  </a:lnTo>
                  <a:lnTo>
                    <a:pt x="217" y="5"/>
                  </a:lnTo>
                  <a:lnTo>
                    <a:pt x="152" y="32"/>
                  </a:lnTo>
                  <a:lnTo>
                    <a:pt x="16" y="0"/>
                  </a:lnTo>
                  <a:lnTo>
                    <a:pt x="0" y="6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0" name="Freeform 232">
              <a:extLst>
                <a:ext uri="{FF2B5EF4-FFF2-40B4-BE49-F238E27FC236}">
                  <a16:creationId xmlns:a16="http://schemas.microsoft.com/office/drawing/2014/main" id="{8E830B5C-84F9-761B-E1B7-CF7A0A3511F9}"/>
                </a:ext>
              </a:extLst>
            </p:cNvPr>
            <p:cNvSpPr>
              <a:spLocks noChangeAspect="1"/>
            </p:cNvSpPr>
            <p:nvPr/>
          </p:nvSpPr>
          <p:spPr bwMode="gray">
            <a:xfrm>
              <a:off x="2689" y="2544"/>
              <a:ext cx="113" cy="103"/>
            </a:xfrm>
            <a:custGeom>
              <a:avLst/>
              <a:gdLst>
                <a:gd name="T0" fmla="*/ 0 w 262"/>
                <a:gd name="T1" fmla="*/ 162 h 190"/>
                <a:gd name="T2" fmla="*/ 18 w 262"/>
                <a:gd name="T3" fmla="*/ 183 h 190"/>
                <a:gd name="T4" fmla="*/ 88 w 262"/>
                <a:gd name="T5" fmla="*/ 190 h 190"/>
                <a:gd name="T6" fmla="*/ 81 w 262"/>
                <a:gd name="T7" fmla="*/ 142 h 190"/>
                <a:gd name="T8" fmla="*/ 174 w 262"/>
                <a:gd name="T9" fmla="*/ 133 h 190"/>
                <a:gd name="T10" fmla="*/ 212 w 262"/>
                <a:gd name="T11" fmla="*/ 142 h 190"/>
                <a:gd name="T12" fmla="*/ 262 w 262"/>
                <a:gd name="T13" fmla="*/ 106 h 190"/>
                <a:gd name="T14" fmla="*/ 195 w 262"/>
                <a:gd name="T15" fmla="*/ 34 h 190"/>
                <a:gd name="T16" fmla="*/ 187 w 262"/>
                <a:gd name="T17" fmla="*/ 0 h 190"/>
                <a:gd name="T18" fmla="*/ 44 w 262"/>
                <a:gd name="T19" fmla="*/ 62 h 190"/>
                <a:gd name="T20" fmla="*/ 0 w 262"/>
                <a:gd name="T21" fmla="*/ 16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 h="190">
                  <a:moveTo>
                    <a:pt x="0" y="162"/>
                  </a:moveTo>
                  <a:lnTo>
                    <a:pt x="18" y="183"/>
                  </a:lnTo>
                  <a:lnTo>
                    <a:pt x="88" y="190"/>
                  </a:lnTo>
                  <a:lnTo>
                    <a:pt x="81" y="142"/>
                  </a:lnTo>
                  <a:lnTo>
                    <a:pt x="174" y="133"/>
                  </a:lnTo>
                  <a:lnTo>
                    <a:pt x="212" y="142"/>
                  </a:lnTo>
                  <a:lnTo>
                    <a:pt x="262" y="106"/>
                  </a:lnTo>
                  <a:lnTo>
                    <a:pt x="195" y="34"/>
                  </a:lnTo>
                  <a:lnTo>
                    <a:pt x="187" y="0"/>
                  </a:lnTo>
                  <a:lnTo>
                    <a:pt x="44" y="62"/>
                  </a:lnTo>
                  <a:lnTo>
                    <a:pt x="0" y="16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1" name="Freeform 233">
              <a:extLst>
                <a:ext uri="{FF2B5EF4-FFF2-40B4-BE49-F238E27FC236}">
                  <a16:creationId xmlns:a16="http://schemas.microsoft.com/office/drawing/2014/main" id="{FF9FBDF9-D882-AC4D-AE90-41AC7C14958E}"/>
                </a:ext>
              </a:extLst>
            </p:cNvPr>
            <p:cNvSpPr>
              <a:spLocks noChangeAspect="1"/>
            </p:cNvSpPr>
            <p:nvPr/>
          </p:nvSpPr>
          <p:spPr bwMode="gray">
            <a:xfrm>
              <a:off x="3097" y="2960"/>
              <a:ext cx="178" cy="179"/>
            </a:xfrm>
            <a:custGeom>
              <a:avLst/>
              <a:gdLst>
                <a:gd name="T0" fmla="*/ 0 w 409"/>
                <a:gd name="T1" fmla="*/ 166 h 339"/>
                <a:gd name="T2" fmla="*/ 0 w 409"/>
                <a:gd name="T3" fmla="*/ 296 h 339"/>
                <a:gd name="T4" fmla="*/ 43 w 409"/>
                <a:gd name="T5" fmla="*/ 329 h 339"/>
                <a:gd name="T6" fmla="*/ 109 w 409"/>
                <a:gd name="T7" fmla="*/ 337 h 339"/>
                <a:gd name="T8" fmla="*/ 170 w 409"/>
                <a:gd name="T9" fmla="*/ 339 h 339"/>
                <a:gd name="T10" fmla="*/ 231 w 409"/>
                <a:gd name="T11" fmla="*/ 293 h 339"/>
                <a:gd name="T12" fmla="*/ 235 w 409"/>
                <a:gd name="T13" fmla="*/ 274 h 339"/>
                <a:gd name="T14" fmla="*/ 288 w 409"/>
                <a:gd name="T15" fmla="*/ 260 h 339"/>
                <a:gd name="T16" fmla="*/ 278 w 409"/>
                <a:gd name="T17" fmla="*/ 242 h 339"/>
                <a:gd name="T18" fmla="*/ 389 w 409"/>
                <a:gd name="T19" fmla="*/ 208 h 339"/>
                <a:gd name="T20" fmla="*/ 374 w 409"/>
                <a:gd name="T21" fmla="*/ 191 h 339"/>
                <a:gd name="T22" fmla="*/ 409 w 409"/>
                <a:gd name="T23" fmla="*/ 88 h 339"/>
                <a:gd name="T24" fmla="*/ 382 w 409"/>
                <a:gd name="T25" fmla="*/ 43 h 339"/>
                <a:gd name="T26" fmla="*/ 317 w 409"/>
                <a:gd name="T27" fmla="*/ 12 h 339"/>
                <a:gd name="T28" fmla="*/ 300 w 409"/>
                <a:gd name="T29" fmla="*/ 0 h 339"/>
                <a:gd name="T30" fmla="*/ 237 w 409"/>
                <a:gd name="T31" fmla="*/ 32 h 339"/>
                <a:gd name="T32" fmla="*/ 230 w 409"/>
                <a:gd name="T33" fmla="*/ 122 h 339"/>
                <a:gd name="T34" fmla="*/ 269 w 409"/>
                <a:gd name="T35" fmla="*/ 139 h 339"/>
                <a:gd name="T36" fmla="*/ 270 w 409"/>
                <a:gd name="T37" fmla="*/ 176 h 339"/>
                <a:gd name="T38" fmla="*/ 71 w 409"/>
                <a:gd name="T39" fmla="*/ 94 h 339"/>
                <a:gd name="T40" fmla="*/ 77 w 409"/>
                <a:gd name="T41" fmla="*/ 166 h 339"/>
                <a:gd name="T42" fmla="*/ 0 w 409"/>
                <a:gd name="T43" fmla="*/ 166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9" h="339">
                  <a:moveTo>
                    <a:pt x="0" y="166"/>
                  </a:moveTo>
                  <a:lnTo>
                    <a:pt x="0" y="296"/>
                  </a:lnTo>
                  <a:lnTo>
                    <a:pt x="43" y="329"/>
                  </a:lnTo>
                  <a:lnTo>
                    <a:pt x="109" y="337"/>
                  </a:lnTo>
                  <a:lnTo>
                    <a:pt x="170" y="339"/>
                  </a:lnTo>
                  <a:lnTo>
                    <a:pt x="231" y="293"/>
                  </a:lnTo>
                  <a:lnTo>
                    <a:pt x="235" y="274"/>
                  </a:lnTo>
                  <a:lnTo>
                    <a:pt x="288" y="260"/>
                  </a:lnTo>
                  <a:lnTo>
                    <a:pt x="278" y="242"/>
                  </a:lnTo>
                  <a:lnTo>
                    <a:pt x="389" y="208"/>
                  </a:lnTo>
                  <a:lnTo>
                    <a:pt x="374" y="191"/>
                  </a:lnTo>
                  <a:lnTo>
                    <a:pt x="409" y="88"/>
                  </a:lnTo>
                  <a:lnTo>
                    <a:pt x="382" y="43"/>
                  </a:lnTo>
                  <a:lnTo>
                    <a:pt x="317" y="12"/>
                  </a:lnTo>
                  <a:lnTo>
                    <a:pt x="300" y="0"/>
                  </a:lnTo>
                  <a:lnTo>
                    <a:pt x="237" y="32"/>
                  </a:lnTo>
                  <a:lnTo>
                    <a:pt x="230" y="122"/>
                  </a:lnTo>
                  <a:lnTo>
                    <a:pt x="269" y="139"/>
                  </a:lnTo>
                  <a:lnTo>
                    <a:pt x="270" y="176"/>
                  </a:lnTo>
                  <a:lnTo>
                    <a:pt x="71" y="94"/>
                  </a:lnTo>
                  <a:lnTo>
                    <a:pt x="77" y="166"/>
                  </a:lnTo>
                  <a:lnTo>
                    <a:pt x="0" y="16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2" name="Freeform 234">
              <a:extLst>
                <a:ext uri="{FF2B5EF4-FFF2-40B4-BE49-F238E27FC236}">
                  <a16:creationId xmlns:a16="http://schemas.microsoft.com/office/drawing/2014/main" id="{9070D9F2-E7B9-048D-5A8F-C2FA0CCAEB2C}"/>
                </a:ext>
              </a:extLst>
            </p:cNvPr>
            <p:cNvSpPr>
              <a:spLocks noChangeAspect="1"/>
            </p:cNvSpPr>
            <p:nvPr/>
          </p:nvSpPr>
          <p:spPr bwMode="gray">
            <a:xfrm>
              <a:off x="3016" y="3218"/>
              <a:ext cx="245" cy="239"/>
            </a:xfrm>
            <a:custGeom>
              <a:avLst/>
              <a:gdLst>
                <a:gd name="T0" fmla="*/ 0 w 568"/>
                <a:gd name="T1" fmla="*/ 240 h 455"/>
                <a:gd name="T2" fmla="*/ 21 w 568"/>
                <a:gd name="T3" fmla="*/ 224 h 455"/>
                <a:gd name="T4" fmla="*/ 45 w 568"/>
                <a:gd name="T5" fmla="*/ 254 h 455"/>
                <a:gd name="T6" fmla="*/ 89 w 568"/>
                <a:gd name="T7" fmla="*/ 254 h 455"/>
                <a:gd name="T8" fmla="*/ 119 w 568"/>
                <a:gd name="T9" fmla="*/ 232 h 455"/>
                <a:gd name="T10" fmla="*/ 119 w 568"/>
                <a:gd name="T11" fmla="*/ 91 h 455"/>
                <a:gd name="T12" fmla="*/ 149 w 568"/>
                <a:gd name="T13" fmla="*/ 127 h 455"/>
                <a:gd name="T14" fmla="*/ 148 w 568"/>
                <a:gd name="T15" fmla="*/ 165 h 455"/>
                <a:gd name="T16" fmla="*/ 196 w 568"/>
                <a:gd name="T17" fmla="*/ 164 h 455"/>
                <a:gd name="T18" fmla="*/ 237 w 568"/>
                <a:gd name="T19" fmla="*/ 121 h 455"/>
                <a:gd name="T20" fmla="*/ 313 w 568"/>
                <a:gd name="T21" fmla="*/ 121 h 455"/>
                <a:gd name="T22" fmla="*/ 445 w 568"/>
                <a:gd name="T23" fmla="*/ 0 h 455"/>
                <a:gd name="T24" fmla="*/ 524 w 568"/>
                <a:gd name="T25" fmla="*/ 17 h 455"/>
                <a:gd name="T26" fmla="*/ 537 w 568"/>
                <a:gd name="T27" fmla="*/ 130 h 455"/>
                <a:gd name="T28" fmla="*/ 499 w 568"/>
                <a:gd name="T29" fmla="*/ 161 h 455"/>
                <a:gd name="T30" fmla="*/ 522 w 568"/>
                <a:gd name="T31" fmla="*/ 185 h 455"/>
                <a:gd name="T32" fmla="*/ 541 w 568"/>
                <a:gd name="T33" fmla="*/ 165 h 455"/>
                <a:gd name="T34" fmla="*/ 568 w 568"/>
                <a:gd name="T35" fmla="*/ 165 h 455"/>
                <a:gd name="T36" fmla="*/ 554 w 568"/>
                <a:gd name="T37" fmla="*/ 232 h 455"/>
                <a:gd name="T38" fmla="*/ 471 w 568"/>
                <a:gd name="T39" fmla="*/ 335 h 455"/>
                <a:gd name="T40" fmla="*/ 368 w 568"/>
                <a:gd name="T41" fmla="*/ 424 h 455"/>
                <a:gd name="T42" fmla="*/ 291 w 568"/>
                <a:gd name="T43" fmla="*/ 454 h 455"/>
                <a:gd name="T44" fmla="*/ 67 w 568"/>
                <a:gd name="T45" fmla="*/ 455 h 455"/>
                <a:gd name="T46" fmla="*/ 49 w 568"/>
                <a:gd name="T47" fmla="*/ 404 h 455"/>
                <a:gd name="T48" fmla="*/ 58 w 568"/>
                <a:gd name="T49" fmla="*/ 363 h 455"/>
                <a:gd name="T50" fmla="*/ 0 w 568"/>
                <a:gd name="T51" fmla="*/ 24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8" h="455">
                  <a:moveTo>
                    <a:pt x="0" y="240"/>
                  </a:moveTo>
                  <a:lnTo>
                    <a:pt x="21" y="224"/>
                  </a:lnTo>
                  <a:lnTo>
                    <a:pt x="45" y="254"/>
                  </a:lnTo>
                  <a:lnTo>
                    <a:pt x="89" y="254"/>
                  </a:lnTo>
                  <a:lnTo>
                    <a:pt x="119" y="232"/>
                  </a:lnTo>
                  <a:lnTo>
                    <a:pt x="119" y="91"/>
                  </a:lnTo>
                  <a:lnTo>
                    <a:pt x="149" y="127"/>
                  </a:lnTo>
                  <a:lnTo>
                    <a:pt x="148" y="165"/>
                  </a:lnTo>
                  <a:lnTo>
                    <a:pt x="196" y="164"/>
                  </a:lnTo>
                  <a:lnTo>
                    <a:pt x="237" y="121"/>
                  </a:lnTo>
                  <a:lnTo>
                    <a:pt x="313" y="121"/>
                  </a:lnTo>
                  <a:lnTo>
                    <a:pt x="445" y="0"/>
                  </a:lnTo>
                  <a:lnTo>
                    <a:pt x="524" y="17"/>
                  </a:lnTo>
                  <a:lnTo>
                    <a:pt x="537" y="130"/>
                  </a:lnTo>
                  <a:lnTo>
                    <a:pt x="499" y="161"/>
                  </a:lnTo>
                  <a:lnTo>
                    <a:pt x="522" y="185"/>
                  </a:lnTo>
                  <a:lnTo>
                    <a:pt x="541" y="165"/>
                  </a:lnTo>
                  <a:lnTo>
                    <a:pt x="568" y="165"/>
                  </a:lnTo>
                  <a:lnTo>
                    <a:pt x="554" y="232"/>
                  </a:lnTo>
                  <a:lnTo>
                    <a:pt x="471" y="335"/>
                  </a:lnTo>
                  <a:lnTo>
                    <a:pt x="368" y="424"/>
                  </a:lnTo>
                  <a:lnTo>
                    <a:pt x="291" y="454"/>
                  </a:lnTo>
                  <a:lnTo>
                    <a:pt x="67" y="455"/>
                  </a:lnTo>
                  <a:lnTo>
                    <a:pt x="49" y="404"/>
                  </a:lnTo>
                  <a:lnTo>
                    <a:pt x="58" y="363"/>
                  </a:lnTo>
                  <a:lnTo>
                    <a:pt x="0" y="24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3" name="Freeform 235">
              <a:extLst>
                <a:ext uri="{FF2B5EF4-FFF2-40B4-BE49-F238E27FC236}">
                  <a16:creationId xmlns:a16="http://schemas.microsoft.com/office/drawing/2014/main" id="{7362355C-493A-1A4B-F917-28848BF97009}"/>
                </a:ext>
              </a:extLst>
            </p:cNvPr>
            <p:cNvSpPr>
              <a:spLocks noChangeAspect="1"/>
            </p:cNvSpPr>
            <p:nvPr/>
          </p:nvSpPr>
          <p:spPr bwMode="gray">
            <a:xfrm>
              <a:off x="3174" y="3345"/>
              <a:ext cx="36" cy="39"/>
            </a:xfrm>
            <a:custGeom>
              <a:avLst/>
              <a:gdLst>
                <a:gd name="T0" fmla="*/ 0 w 80"/>
                <a:gd name="T1" fmla="*/ 41 h 84"/>
                <a:gd name="T2" fmla="*/ 30 w 80"/>
                <a:gd name="T3" fmla="*/ 84 h 84"/>
                <a:gd name="T4" fmla="*/ 80 w 80"/>
                <a:gd name="T5" fmla="*/ 41 h 84"/>
                <a:gd name="T6" fmla="*/ 57 w 80"/>
                <a:gd name="T7" fmla="*/ 0 h 84"/>
                <a:gd name="T8" fmla="*/ 0 w 80"/>
                <a:gd name="T9" fmla="*/ 41 h 84"/>
              </a:gdLst>
              <a:ahLst/>
              <a:cxnLst>
                <a:cxn ang="0">
                  <a:pos x="T0" y="T1"/>
                </a:cxn>
                <a:cxn ang="0">
                  <a:pos x="T2" y="T3"/>
                </a:cxn>
                <a:cxn ang="0">
                  <a:pos x="T4" y="T5"/>
                </a:cxn>
                <a:cxn ang="0">
                  <a:pos x="T6" y="T7"/>
                </a:cxn>
                <a:cxn ang="0">
                  <a:pos x="T8" y="T9"/>
                </a:cxn>
              </a:cxnLst>
              <a:rect l="0" t="0" r="r" b="b"/>
              <a:pathLst>
                <a:path w="80" h="84">
                  <a:moveTo>
                    <a:pt x="0" y="41"/>
                  </a:moveTo>
                  <a:lnTo>
                    <a:pt x="30" y="84"/>
                  </a:lnTo>
                  <a:lnTo>
                    <a:pt x="80" y="41"/>
                  </a:lnTo>
                  <a:lnTo>
                    <a:pt x="57" y="0"/>
                  </a:lnTo>
                  <a:lnTo>
                    <a:pt x="0" y="4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4" name="Freeform 236">
              <a:extLst>
                <a:ext uri="{FF2B5EF4-FFF2-40B4-BE49-F238E27FC236}">
                  <a16:creationId xmlns:a16="http://schemas.microsoft.com/office/drawing/2014/main" id="{FAC95C31-C43C-9474-8FC6-87242FAD9F5D}"/>
                </a:ext>
              </a:extLst>
            </p:cNvPr>
            <p:cNvSpPr>
              <a:spLocks noChangeAspect="1"/>
            </p:cNvSpPr>
            <p:nvPr/>
          </p:nvSpPr>
          <p:spPr bwMode="gray">
            <a:xfrm>
              <a:off x="3116" y="1695"/>
              <a:ext cx="121" cy="113"/>
            </a:xfrm>
            <a:custGeom>
              <a:avLst/>
              <a:gdLst>
                <a:gd name="T0" fmla="*/ 91 w 277"/>
                <a:gd name="T1" fmla="*/ 0 h 215"/>
                <a:gd name="T2" fmla="*/ 113 w 277"/>
                <a:gd name="T3" fmla="*/ 5 h 215"/>
                <a:gd name="T4" fmla="*/ 136 w 277"/>
                <a:gd name="T5" fmla="*/ 21 h 215"/>
                <a:gd name="T6" fmla="*/ 174 w 277"/>
                <a:gd name="T7" fmla="*/ 21 h 215"/>
                <a:gd name="T8" fmla="*/ 212 w 277"/>
                <a:gd name="T9" fmla="*/ 26 h 215"/>
                <a:gd name="T10" fmla="*/ 230 w 277"/>
                <a:gd name="T11" fmla="*/ 51 h 215"/>
                <a:gd name="T12" fmla="*/ 246 w 277"/>
                <a:gd name="T13" fmla="*/ 88 h 215"/>
                <a:gd name="T14" fmla="*/ 252 w 277"/>
                <a:gd name="T15" fmla="*/ 100 h 215"/>
                <a:gd name="T16" fmla="*/ 266 w 277"/>
                <a:gd name="T17" fmla="*/ 111 h 215"/>
                <a:gd name="T18" fmla="*/ 277 w 277"/>
                <a:gd name="T19" fmla="*/ 122 h 215"/>
                <a:gd name="T20" fmla="*/ 277 w 277"/>
                <a:gd name="T21" fmla="*/ 134 h 215"/>
                <a:gd name="T22" fmla="*/ 259 w 277"/>
                <a:gd name="T23" fmla="*/ 134 h 215"/>
                <a:gd name="T24" fmla="*/ 235 w 277"/>
                <a:gd name="T25" fmla="*/ 134 h 215"/>
                <a:gd name="T26" fmla="*/ 246 w 277"/>
                <a:gd name="T27" fmla="*/ 149 h 215"/>
                <a:gd name="T28" fmla="*/ 255 w 277"/>
                <a:gd name="T29" fmla="*/ 158 h 215"/>
                <a:gd name="T30" fmla="*/ 259 w 277"/>
                <a:gd name="T31" fmla="*/ 176 h 215"/>
                <a:gd name="T32" fmla="*/ 246 w 277"/>
                <a:gd name="T33" fmla="*/ 185 h 215"/>
                <a:gd name="T34" fmla="*/ 225 w 277"/>
                <a:gd name="T35" fmla="*/ 185 h 215"/>
                <a:gd name="T36" fmla="*/ 221 w 277"/>
                <a:gd name="T37" fmla="*/ 185 h 215"/>
                <a:gd name="T38" fmla="*/ 212 w 277"/>
                <a:gd name="T39" fmla="*/ 193 h 215"/>
                <a:gd name="T40" fmla="*/ 212 w 277"/>
                <a:gd name="T41" fmla="*/ 210 h 215"/>
                <a:gd name="T42" fmla="*/ 197 w 277"/>
                <a:gd name="T43" fmla="*/ 215 h 215"/>
                <a:gd name="T44" fmla="*/ 184 w 277"/>
                <a:gd name="T45" fmla="*/ 207 h 215"/>
                <a:gd name="T46" fmla="*/ 162 w 277"/>
                <a:gd name="T47" fmla="*/ 202 h 215"/>
                <a:gd name="T48" fmla="*/ 142 w 277"/>
                <a:gd name="T49" fmla="*/ 193 h 215"/>
                <a:gd name="T50" fmla="*/ 124 w 277"/>
                <a:gd name="T51" fmla="*/ 198 h 215"/>
                <a:gd name="T52" fmla="*/ 66 w 277"/>
                <a:gd name="T53" fmla="*/ 176 h 215"/>
                <a:gd name="T54" fmla="*/ 43 w 277"/>
                <a:gd name="T55" fmla="*/ 181 h 215"/>
                <a:gd name="T56" fmla="*/ 23 w 277"/>
                <a:gd name="T57" fmla="*/ 176 h 215"/>
                <a:gd name="T58" fmla="*/ 14 w 277"/>
                <a:gd name="T59" fmla="*/ 193 h 215"/>
                <a:gd name="T60" fmla="*/ 0 w 277"/>
                <a:gd name="T61" fmla="*/ 156 h 215"/>
                <a:gd name="T62" fmla="*/ 25 w 277"/>
                <a:gd name="T63" fmla="*/ 133 h 215"/>
                <a:gd name="T64" fmla="*/ 7 w 277"/>
                <a:gd name="T65" fmla="*/ 88 h 215"/>
                <a:gd name="T66" fmla="*/ 23 w 277"/>
                <a:gd name="T67" fmla="*/ 93 h 215"/>
                <a:gd name="T68" fmla="*/ 26 w 277"/>
                <a:gd name="T69" fmla="*/ 83 h 215"/>
                <a:gd name="T70" fmla="*/ 31 w 277"/>
                <a:gd name="T71" fmla="*/ 66 h 215"/>
                <a:gd name="T72" fmla="*/ 40 w 277"/>
                <a:gd name="T73" fmla="*/ 57 h 215"/>
                <a:gd name="T74" fmla="*/ 43 w 277"/>
                <a:gd name="T75" fmla="*/ 38 h 215"/>
                <a:gd name="T76" fmla="*/ 61 w 277"/>
                <a:gd name="T77" fmla="*/ 17 h 215"/>
                <a:gd name="T78" fmla="*/ 75 w 277"/>
                <a:gd name="T79" fmla="*/ 0 h 215"/>
                <a:gd name="T80" fmla="*/ 91 w 277"/>
                <a:gd name="T8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7" h="215">
                  <a:moveTo>
                    <a:pt x="91" y="0"/>
                  </a:moveTo>
                  <a:lnTo>
                    <a:pt x="113" y="5"/>
                  </a:lnTo>
                  <a:lnTo>
                    <a:pt x="136" y="21"/>
                  </a:lnTo>
                  <a:lnTo>
                    <a:pt x="174" y="21"/>
                  </a:lnTo>
                  <a:lnTo>
                    <a:pt x="212" y="26"/>
                  </a:lnTo>
                  <a:lnTo>
                    <a:pt x="230" y="51"/>
                  </a:lnTo>
                  <a:lnTo>
                    <a:pt x="246" y="88"/>
                  </a:lnTo>
                  <a:lnTo>
                    <a:pt x="252" y="100"/>
                  </a:lnTo>
                  <a:lnTo>
                    <a:pt x="266" y="111"/>
                  </a:lnTo>
                  <a:lnTo>
                    <a:pt x="277" y="122"/>
                  </a:lnTo>
                  <a:lnTo>
                    <a:pt x="277" y="134"/>
                  </a:lnTo>
                  <a:lnTo>
                    <a:pt x="259" y="134"/>
                  </a:lnTo>
                  <a:lnTo>
                    <a:pt x="235" y="134"/>
                  </a:lnTo>
                  <a:lnTo>
                    <a:pt x="246" y="149"/>
                  </a:lnTo>
                  <a:lnTo>
                    <a:pt x="255" y="158"/>
                  </a:lnTo>
                  <a:lnTo>
                    <a:pt x="259" y="176"/>
                  </a:lnTo>
                  <a:lnTo>
                    <a:pt x="246" y="185"/>
                  </a:lnTo>
                  <a:lnTo>
                    <a:pt x="225" y="185"/>
                  </a:lnTo>
                  <a:lnTo>
                    <a:pt x="221" y="185"/>
                  </a:lnTo>
                  <a:lnTo>
                    <a:pt x="212" y="193"/>
                  </a:lnTo>
                  <a:lnTo>
                    <a:pt x="212" y="210"/>
                  </a:lnTo>
                  <a:lnTo>
                    <a:pt x="197" y="215"/>
                  </a:lnTo>
                  <a:lnTo>
                    <a:pt x="184" y="207"/>
                  </a:lnTo>
                  <a:lnTo>
                    <a:pt x="162" y="202"/>
                  </a:lnTo>
                  <a:lnTo>
                    <a:pt x="142" y="193"/>
                  </a:lnTo>
                  <a:lnTo>
                    <a:pt x="124" y="198"/>
                  </a:lnTo>
                  <a:lnTo>
                    <a:pt x="66" y="176"/>
                  </a:lnTo>
                  <a:lnTo>
                    <a:pt x="43" y="181"/>
                  </a:lnTo>
                  <a:lnTo>
                    <a:pt x="23" y="176"/>
                  </a:lnTo>
                  <a:lnTo>
                    <a:pt x="14" y="193"/>
                  </a:lnTo>
                  <a:lnTo>
                    <a:pt x="0" y="156"/>
                  </a:lnTo>
                  <a:lnTo>
                    <a:pt x="25" y="133"/>
                  </a:lnTo>
                  <a:lnTo>
                    <a:pt x="7" y="88"/>
                  </a:lnTo>
                  <a:lnTo>
                    <a:pt x="23" y="93"/>
                  </a:lnTo>
                  <a:lnTo>
                    <a:pt x="26" y="83"/>
                  </a:lnTo>
                  <a:lnTo>
                    <a:pt x="31" y="66"/>
                  </a:lnTo>
                  <a:lnTo>
                    <a:pt x="40" y="57"/>
                  </a:lnTo>
                  <a:lnTo>
                    <a:pt x="43" y="38"/>
                  </a:lnTo>
                  <a:lnTo>
                    <a:pt x="61" y="17"/>
                  </a:lnTo>
                  <a:lnTo>
                    <a:pt x="75" y="0"/>
                  </a:lnTo>
                  <a:lnTo>
                    <a:pt x="91" y="0"/>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5" name="Freeform 237">
              <a:extLst>
                <a:ext uri="{FF2B5EF4-FFF2-40B4-BE49-F238E27FC236}">
                  <a16:creationId xmlns:a16="http://schemas.microsoft.com/office/drawing/2014/main" id="{2262A308-2B68-BD78-8B64-E1D1C6FBAF04}"/>
                </a:ext>
              </a:extLst>
            </p:cNvPr>
            <p:cNvSpPr>
              <a:spLocks noChangeAspect="1"/>
            </p:cNvSpPr>
            <p:nvPr/>
          </p:nvSpPr>
          <p:spPr bwMode="gray">
            <a:xfrm>
              <a:off x="3098" y="1776"/>
              <a:ext cx="262" cy="183"/>
            </a:xfrm>
            <a:custGeom>
              <a:avLst/>
              <a:gdLst>
                <a:gd name="T0" fmla="*/ 313 w 610"/>
                <a:gd name="T1" fmla="*/ 14 h 352"/>
                <a:gd name="T2" fmla="*/ 343 w 610"/>
                <a:gd name="T3" fmla="*/ 0 h 352"/>
                <a:gd name="T4" fmla="*/ 380 w 610"/>
                <a:gd name="T5" fmla="*/ 23 h 352"/>
                <a:gd name="T6" fmla="*/ 395 w 610"/>
                <a:gd name="T7" fmla="*/ 51 h 352"/>
                <a:gd name="T8" fmla="*/ 439 w 610"/>
                <a:gd name="T9" fmla="*/ 76 h 352"/>
                <a:gd name="T10" fmla="*/ 496 w 610"/>
                <a:gd name="T11" fmla="*/ 115 h 352"/>
                <a:gd name="T12" fmla="*/ 537 w 610"/>
                <a:gd name="T13" fmla="*/ 115 h 352"/>
                <a:gd name="T14" fmla="*/ 593 w 610"/>
                <a:gd name="T15" fmla="*/ 131 h 352"/>
                <a:gd name="T16" fmla="*/ 579 w 610"/>
                <a:gd name="T17" fmla="*/ 192 h 352"/>
                <a:gd name="T18" fmla="*/ 528 w 610"/>
                <a:gd name="T19" fmla="*/ 244 h 352"/>
                <a:gd name="T20" fmla="*/ 449 w 610"/>
                <a:gd name="T21" fmla="*/ 287 h 352"/>
                <a:gd name="T22" fmla="*/ 452 w 610"/>
                <a:gd name="T23" fmla="*/ 310 h 352"/>
                <a:gd name="T24" fmla="*/ 413 w 610"/>
                <a:gd name="T25" fmla="*/ 352 h 352"/>
                <a:gd name="T26" fmla="*/ 405 w 610"/>
                <a:gd name="T27" fmla="*/ 282 h 352"/>
                <a:gd name="T28" fmla="*/ 341 w 610"/>
                <a:gd name="T29" fmla="*/ 275 h 352"/>
                <a:gd name="T30" fmla="*/ 339 w 610"/>
                <a:gd name="T31" fmla="*/ 252 h 352"/>
                <a:gd name="T32" fmla="*/ 260 w 610"/>
                <a:gd name="T33" fmla="*/ 312 h 352"/>
                <a:gd name="T34" fmla="*/ 233 w 610"/>
                <a:gd name="T35" fmla="*/ 277 h 352"/>
                <a:gd name="T36" fmla="*/ 257 w 610"/>
                <a:gd name="T37" fmla="*/ 257 h 352"/>
                <a:gd name="T38" fmla="*/ 270 w 610"/>
                <a:gd name="T39" fmla="*/ 237 h 352"/>
                <a:gd name="T40" fmla="*/ 241 w 610"/>
                <a:gd name="T41" fmla="*/ 200 h 352"/>
                <a:gd name="T42" fmla="*/ 186 w 610"/>
                <a:gd name="T43" fmla="*/ 181 h 352"/>
                <a:gd name="T44" fmla="*/ 93 w 610"/>
                <a:gd name="T45" fmla="*/ 192 h 352"/>
                <a:gd name="T46" fmla="*/ 23 w 610"/>
                <a:gd name="T47" fmla="*/ 198 h 352"/>
                <a:gd name="T48" fmla="*/ 14 w 610"/>
                <a:gd name="T49" fmla="*/ 146 h 352"/>
                <a:gd name="T50" fmla="*/ 66 w 610"/>
                <a:gd name="T51" fmla="*/ 79 h 352"/>
                <a:gd name="T52" fmla="*/ 55 w 610"/>
                <a:gd name="T53" fmla="*/ 32 h 352"/>
                <a:gd name="T54" fmla="*/ 83 w 610"/>
                <a:gd name="T55" fmla="*/ 28 h 352"/>
                <a:gd name="T56" fmla="*/ 133 w 610"/>
                <a:gd name="T57" fmla="*/ 33 h 352"/>
                <a:gd name="T58" fmla="*/ 182 w 610"/>
                <a:gd name="T59" fmla="*/ 39 h 352"/>
                <a:gd name="T60" fmla="*/ 224 w 610"/>
                <a:gd name="T61" fmla="*/ 54 h 352"/>
                <a:gd name="T62" fmla="*/ 252 w 610"/>
                <a:gd name="T63" fmla="*/ 57 h 352"/>
                <a:gd name="T64" fmla="*/ 261 w 610"/>
                <a:gd name="T65" fmla="*/ 32 h 352"/>
                <a:gd name="T66" fmla="*/ 295 w 610"/>
                <a:gd name="T67" fmla="*/ 2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0" h="352">
                  <a:moveTo>
                    <a:pt x="303" y="17"/>
                  </a:moveTo>
                  <a:lnTo>
                    <a:pt x="313" y="14"/>
                  </a:lnTo>
                  <a:lnTo>
                    <a:pt x="330" y="5"/>
                  </a:lnTo>
                  <a:lnTo>
                    <a:pt x="343" y="0"/>
                  </a:lnTo>
                  <a:lnTo>
                    <a:pt x="370" y="5"/>
                  </a:lnTo>
                  <a:lnTo>
                    <a:pt x="380" y="23"/>
                  </a:lnTo>
                  <a:lnTo>
                    <a:pt x="386" y="45"/>
                  </a:lnTo>
                  <a:lnTo>
                    <a:pt x="395" y="51"/>
                  </a:lnTo>
                  <a:lnTo>
                    <a:pt x="409" y="47"/>
                  </a:lnTo>
                  <a:lnTo>
                    <a:pt x="439" y="76"/>
                  </a:lnTo>
                  <a:lnTo>
                    <a:pt x="455" y="99"/>
                  </a:lnTo>
                  <a:lnTo>
                    <a:pt x="496" y="115"/>
                  </a:lnTo>
                  <a:lnTo>
                    <a:pt x="523" y="118"/>
                  </a:lnTo>
                  <a:lnTo>
                    <a:pt x="537" y="115"/>
                  </a:lnTo>
                  <a:lnTo>
                    <a:pt x="562" y="126"/>
                  </a:lnTo>
                  <a:lnTo>
                    <a:pt x="593" y="131"/>
                  </a:lnTo>
                  <a:lnTo>
                    <a:pt x="610" y="184"/>
                  </a:lnTo>
                  <a:lnTo>
                    <a:pt x="579" y="192"/>
                  </a:lnTo>
                  <a:lnTo>
                    <a:pt x="573" y="217"/>
                  </a:lnTo>
                  <a:lnTo>
                    <a:pt x="528" y="244"/>
                  </a:lnTo>
                  <a:lnTo>
                    <a:pt x="456" y="263"/>
                  </a:lnTo>
                  <a:lnTo>
                    <a:pt x="449" y="287"/>
                  </a:lnTo>
                  <a:lnTo>
                    <a:pt x="419" y="277"/>
                  </a:lnTo>
                  <a:lnTo>
                    <a:pt x="452" y="310"/>
                  </a:lnTo>
                  <a:lnTo>
                    <a:pt x="491" y="314"/>
                  </a:lnTo>
                  <a:lnTo>
                    <a:pt x="413" y="352"/>
                  </a:lnTo>
                  <a:lnTo>
                    <a:pt x="367" y="312"/>
                  </a:lnTo>
                  <a:lnTo>
                    <a:pt x="405" y="282"/>
                  </a:lnTo>
                  <a:lnTo>
                    <a:pt x="367" y="275"/>
                  </a:lnTo>
                  <a:lnTo>
                    <a:pt x="341" y="275"/>
                  </a:lnTo>
                  <a:lnTo>
                    <a:pt x="346" y="249"/>
                  </a:lnTo>
                  <a:lnTo>
                    <a:pt x="339" y="252"/>
                  </a:lnTo>
                  <a:lnTo>
                    <a:pt x="282" y="266"/>
                  </a:lnTo>
                  <a:lnTo>
                    <a:pt x="260" y="312"/>
                  </a:lnTo>
                  <a:lnTo>
                    <a:pt x="224" y="309"/>
                  </a:lnTo>
                  <a:lnTo>
                    <a:pt x="233" y="277"/>
                  </a:lnTo>
                  <a:lnTo>
                    <a:pt x="235" y="263"/>
                  </a:lnTo>
                  <a:lnTo>
                    <a:pt x="257" y="257"/>
                  </a:lnTo>
                  <a:lnTo>
                    <a:pt x="268" y="246"/>
                  </a:lnTo>
                  <a:lnTo>
                    <a:pt x="270" y="237"/>
                  </a:lnTo>
                  <a:lnTo>
                    <a:pt x="257" y="233"/>
                  </a:lnTo>
                  <a:lnTo>
                    <a:pt x="241" y="200"/>
                  </a:lnTo>
                  <a:lnTo>
                    <a:pt x="216" y="181"/>
                  </a:lnTo>
                  <a:lnTo>
                    <a:pt x="186" y="181"/>
                  </a:lnTo>
                  <a:lnTo>
                    <a:pt x="148" y="189"/>
                  </a:lnTo>
                  <a:lnTo>
                    <a:pt x="93" y="192"/>
                  </a:lnTo>
                  <a:lnTo>
                    <a:pt x="65" y="198"/>
                  </a:lnTo>
                  <a:lnTo>
                    <a:pt x="23" y="198"/>
                  </a:lnTo>
                  <a:lnTo>
                    <a:pt x="0" y="177"/>
                  </a:lnTo>
                  <a:lnTo>
                    <a:pt x="14" y="146"/>
                  </a:lnTo>
                  <a:lnTo>
                    <a:pt x="39" y="113"/>
                  </a:lnTo>
                  <a:lnTo>
                    <a:pt x="66" y="79"/>
                  </a:lnTo>
                  <a:lnTo>
                    <a:pt x="54" y="39"/>
                  </a:lnTo>
                  <a:lnTo>
                    <a:pt x="55" y="32"/>
                  </a:lnTo>
                  <a:lnTo>
                    <a:pt x="63" y="23"/>
                  </a:lnTo>
                  <a:lnTo>
                    <a:pt x="83" y="28"/>
                  </a:lnTo>
                  <a:lnTo>
                    <a:pt x="106" y="23"/>
                  </a:lnTo>
                  <a:lnTo>
                    <a:pt x="133" y="33"/>
                  </a:lnTo>
                  <a:lnTo>
                    <a:pt x="161" y="45"/>
                  </a:lnTo>
                  <a:lnTo>
                    <a:pt x="182" y="39"/>
                  </a:lnTo>
                  <a:lnTo>
                    <a:pt x="202" y="49"/>
                  </a:lnTo>
                  <a:lnTo>
                    <a:pt x="224" y="54"/>
                  </a:lnTo>
                  <a:lnTo>
                    <a:pt x="237" y="62"/>
                  </a:lnTo>
                  <a:lnTo>
                    <a:pt x="252" y="57"/>
                  </a:lnTo>
                  <a:lnTo>
                    <a:pt x="253" y="40"/>
                  </a:lnTo>
                  <a:lnTo>
                    <a:pt x="261" y="32"/>
                  </a:lnTo>
                  <a:lnTo>
                    <a:pt x="286" y="32"/>
                  </a:lnTo>
                  <a:lnTo>
                    <a:pt x="295" y="28"/>
                  </a:lnTo>
                  <a:lnTo>
                    <a:pt x="303" y="17"/>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6" name="Freeform 238">
              <a:extLst>
                <a:ext uri="{FF2B5EF4-FFF2-40B4-BE49-F238E27FC236}">
                  <a16:creationId xmlns:a16="http://schemas.microsoft.com/office/drawing/2014/main" id="{DCE3531F-7A7A-1260-26ED-676ED879761B}"/>
                </a:ext>
              </a:extLst>
            </p:cNvPr>
            <p:cNvSpPr>
              <a:spLocks noChangeAspect="1"/>
            </p:cNvSpPr>
            <p:nvPr/>
          </p:nvSpPr>
          <p:spPr bwMode="gray">
            <a:xfrm>
              <a:off x="3169" y="1870"/>
              <a:ext cx="49" cy="68"/>
            </a:xfrm>
            <a:custGeom>
              <a:avLst/>
              <a:gdLst>
                <a:gd name="T0" fmla="*/ 25 w 113"/>
                <a:gd name="T1" fmla="*/ 34 h 127"/>
                <a:gd name="T2" fmla="*/ 40 w 113"/>
                <a:gd name="T3" fmla="*/ 52 h 127"/>
                <a:gd name="T4" fmla="*/ 47 w 113"/>
                <a:gd name="T5" fmla="*/ 67 h 127"/>
                <a:gd name="T6" fmla="*/ 53 w 113"/>
                <a:gd name="T7" fmla="*/ 124 h 127"/>
                <a:gd name="T8" fmla="*/ 66 w 113"/>
                <a:gd name="T9" fmla="*/ 127 h 127"/>
                <a:gd name="T10" fmla="*/ 75 w 113"/>
                <a:gd name="T11" fmla="*/ 96 h 127"/>
                <a:gd name="T12" fmla="*/ 77 w 113"/>
                <a:gd name="T13" fmla="*/ 80 h 127"/>
                <a:gd name="T14" fmla="*/ 107 w 113"/>
                <a:gd name="T15" fmla="*/ 71 h 127"/>
                <a:gd name="T16" fmla="*/ 113 w 113"/>
                <a:gd name="T17" fmla="*/ 58 h 127"/>
                <a:gd name="T18" fmla="*/ 100 w 113"/>
                <a:gd name="T19" fmla="*/ 54 h 127"/>
                <a:gd name="T20" fmla="*/ 84 w 113"/>
                <a:gd name="T21" fmla="*/ 21 h 127"/>
                <a:gd name="T22" fmla="*/ 59 w 113"/>
                <a:gd name="T23" fmla="*/ 1 h 127"/>
                <a:gd name="T24" fmla="*/ 28 w 113"/>
                <a:gd name="T25" fmla="*/ 0 h 127"/>
                <a:gd name="T26" fmla="*/ 0 w 113"/>
                <a:gd name="T27" fmla="*/ 3 h 127"/>
                <a:gd name="T28" fmla="*/ 25 w 113"/>
                <a:gd name="T29" fmla="*/ 3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27">
                  <a:moveTo>
                    <a:pt x="25" y="34"/>
                  </a:moveTo>
                  <a:lnTo>
                    <a:pt x="40" y="52"/>
                  </a:lnTo>
                  <a:lnTo>
                    <a:pt x="47" y="67"/>
                  </a:lnTo>
                  <a:lnTo>
                    <a:pt x="53" y="124"/>
                  </a:lnTo>
                  <a:lnTo>
                    <a:pt x="66" y="127"/>
                  </a:lnTo>
                  <a:lnTo>
                    <a:pt x="75" y="96"/>
                  </a:lnTo>
                  <a:lnTo>
                    <a:pt x="77" y="80"/>
                  </a:lnTo>
                  <a:lnTo>
                    <a:pt x="107" y="71"/>
                  </a:lnTo>
                  <a:lnTo>
                    <a:pt x="113" y="58"/>
                  </a:lnTo>
                  <a:lnTo>
                    <a:pt x="100" y="54"/>
                  </a:lnTo>
                  <a:lnTo>
                    <a:pt x="84" y="21"/>
                  </a:lnTo>
                  <a:lnTo>
                    <a:pt x="59" y="1"/>
                  </a:lnTo>
                  <a:lnTo>
                    <a:pt x="28" y="0"/>
                  </a:lnTo>
                  <a:lnTo>
                    <a:pt x="0" y="3"/>
                  </a:lnTo>
                  <a:lnTo>
                    <a:pt x="25" y="34"/>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7" name="Freeform 239">
              <a:extLst>
                <a:ext uri="{FF2B5EF4-FFF2-40B4-BE49-F238E27FC236}">
                  <a16:creationId xmlns:a16="http://schemas.microsoft.com/office/drawing/2014/main" id="{C4872E04-44B9-B122-2F97-6C845B462CBB}"/>
                </a:ext>
              </a:extLst>
            </p:cNvPr>
            <p:cNvSpPr>
              <a:spLocks noChangeAspect="1"/>
            </p:cNvSpPr>
            <p:nvPr/>
          </p:nvSpPr>
          <p:spPr bwMode="gray">
            <a:xfrm>
              <a:off x="3349" y="1961"/>
              <a:ext cx="116" cy="64"/>
            </a:xfrm>
            <a:custGeom>
              <a:avLst/>
              <a:gdLst>
                <a:gd name="T0" fmla="*/ 0 w 256"/>
                <a:gd name="T1" fmla="*/ 6 h 114"/>
                <a:gd name="T2" fmla="*/ 61 w 256"/>
                <a:gd name="T3" fmla="*/ 0 h 114"/>
                <a:gd name="T4" fmla="*/ 119 w 256"/>
                <a:gd name="T5" fmla="*/ 23 h 114"/>
                <a:gd name="T6" fmla="*/ 144 w 256"/>
                <a:gd name="T7" fmla="*/ 49 h 114"/>
                <a:gd name="T8" fmla="*/ 175 w 256"/>
                <a:gd name="T9" fmla="*/ 49 h 114"/>
                <a:gd name="T10" fmla="*/ 195 w 256"/>
                <a:gd name="T11" fmla="*/ 37 h 114"/>
                <a:gd name="T12" fmla="*/ 211 w 256"/>
                <a:gd name="T13" fmla="*/ 33 h 114"/>
                <a:gd name="T14" fmla="*/ 227 w 256"/>
                <a:gd name="T15" fmla="*/ 60 h 114"/>
                <a:gd name="T16" fmla="*/ 254 w 256"/>
                <a:gd name="T17" fmla="*/ 66 h 114"/>
                <a:gd name="T18" fmla="*/ 248 w 256"/>
                <a:gd name="T19" fmla="*/ 77 h 114"/>
                <a:gd name="T20" fmla="*/ 256 w 256"/>
                <a:gd name="T21" fmla="*/ 97 h 114"/>
                <a:gd name="T22" fmla="*/ 254 w 256"/>
                <a:gd name="T23" fmla="*/ 113 h 114"/>
                <a:gd name="T24" fmla="*/ 227 w 256"/>
                <a:gd name="T25" fmla="*/ 88 h 114"/>
                <a:gd name="T26" fmla="*/ 211 w 256"/>
                <a:gd name="T27" fmla="*/ 82 h 114"/>
                <a:gd name="T28" fmla="*/ 197 w 256"/>
                <a:gd name="T29" fmla="*/ 82 h 114"/>
                <a:gd name="T30" fmla="*/ 190 w 256"/>
                <a:gd name="T31" fmla="*/ 108 h 114"/>
                <a:gd name="T32" fmla="*/ 170 w 256"/>
                <a:gd name="T33" fmla="*/ 100 h 114"/>
                <a:gd name="T34" fmla="*/ 137 w 256"/>
                <a:gd name="T35" fmla="*/ 114 h 114"/>
                <a:gd name="T36" fmla="*/ 99 w 256"/>
                <a:gd name="T37" fmla="*/ 111 h 114"/>
                <a:gd name="T38" fmla="*/ 97 w 256"/>
                <a:gd name="T39" fmla="*/ 66 h 114"/>
                <a:gd name="T40" fmla="*/ 34 w 256"/>
                <a:gd name="T41" fmla="*/ 27 h 114"/>
                <a:gd name="T42" fmla="*/ 0 w 256"/>
                <a:gd name="T43" fmla="*/ 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6" h="114">
                  <a:moveTo>
                    <a:pt x="0" y="6"/>
                  </a:moveTo>
                  <a:lnTo>
                    <a:pt x="61" y="0"/>
                  </a:lnTo>
                  <a:lnTo>
                    <a:pt x="119" y="23"/>
                  </a:lnTo>
                  <a:lnTo>
                    <a:pt x="144" y="49"/>
                  </a:lnTo>
                  <a:lnTo>
                    <a:pt x="175" y="49"/>
                  </a:lnTo>
                  <a:lnTo>
                    <a:pt x="195" y="37"/>
                  </a:lnTo>
                  <a:lnTo>
                    <a:pt x="211" y="33"/>
                  </a:lnTo>
                  <a:lnTo>
                    <a:pt x="227" y="60"/>
                  </a:lnTo>
                  <a:lnTo>
                    <a:pt x="254" y="66"/>
                  </a:lnTo>
                  <a:lnTo>
                    <a:pt x="248" y="77"/>
                  </a:lnTo>
                  <a:lnTo>
                    <a:pt x="256" y="97"/>
                  </a:lnTo>
                  <a:lnTo>
                    <a:pt x="254" y="113"/>
                  </a:lnTo>
                  <a:lnTo>
                    <a:pt x="227" y="88"/>
                  </a:lnTo>
                  <a:lnTo>
                    <a:pt x="211" y="82"/>
                  </a:lnTo>
                  <a:lnTo>
                    <a:pt x="197" y="82"/>
                  </a:lnTo>
                  <a:lnTo>
                    <a:pt x="190" y="108"/>
                  </a:lnTo>
                  <a:lnTo>
                    <a:pt x="170" y="100"/>
                  </a:lnTo>
                  <a:lnTo>
                    <a:pt x="137" y="114"/>
                  </a:lnTo>
                  <a:lnTo>
                    <a:pt x="99" y="111"/>
                  </a:lnTo>
                  <a:lnTo>
                    <a:pt x="97" y="66"/>
                  </a:lnTo>
                  <a:lnTo>
                    <a:pt x="34" y="27"/>
                  </a:lnTo>
                  <a:lnTo>
                    <a:pt x="0" y="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8" name="Freeform 240">
              <a:extLst>
                <a:ext uri="{FF2B5EF4-FFF2-40B4-BE49-F238E27FC236}">
                  <a16:creationId xmlns:a16="http://schemas.microsoft.com/office/drawing/2014/main" id="{9124C7F7-457A-03E6-7786-D6D8D5057126}"/>
                </a:ext>
              </a:extLst>
            </p:cNvPr>
            <p:cNvSpPr>
              <a:spLocks noChangeAspect="1"/>
            </p:cNvSpPr>
            <p:nvPr/>
          </p:nvSpPr>
          <p:spPr bwMode="gray">
            <a:xfrm>
              <a:off x="3431" y="1996"/>
              <a:ext cx="93" cy="88"/>
            </a:xfrm>
            <a:custGeom>
              <a:avLst/>
              <a:gdLst>
                <a:gd name="T0" fmla="*/ 80 w 213"/>
                <a:gd name="T1" fmla="*/ 8 h 173"/>
                <a:gd name="T2" fmla="*/ 91 w 213"/>
                <a:gd name="T3" fmla="*/ 8 h 173"/>
                <a:gd name="T4" fmla="*/ 123 w 213"/>
                <a:gd name="T5" fmla="*/ 16 h 173"/>
                <a:gd name="T6" fmla="*/ 155 w 213"/>
                <a:gd name="T7" fmla="*/ 38 h 173"/>
                <a:gd name="T8" fmla="*/ 173 w 213"/>
                <a:gd name="T9" fmla="*/ 66 h 173"/>
                <a:gd name="T10" fmla="*/ 213 w 213"/>
                <a:gd name="T11" fmla="*/ 98 h 173"/>
                <a:gd name="T12" fmla="*/ 191 w 213"/>
                <a:gd name="T13" fmla="*/ 105 h 173"/>
                <a:gd name="T14" fmla="*/ 177 w 213"/>
                <a:gd name="T15" fmla="*/ 126 h 173"/>
                <a:gd name="T16" fmla="*/ 174 w 213"/>
                <a:gd name="T17" fmla="*/ 136 h 173"/>
                <a:gd name="T18" fmla="*/ 166 w 213"/>
                <a:gd name="T19" fmla="*/ 173 h 173"/>
                <a:gd name="T20" fmla="*/ 137 w 213"/>
                <a:gd name="T21" fmla="*/ 163 h 173"/>
                <a:gd name="T22" fmla="*/ 130 w 213"/>
                <a:gd name="T23" fmla="*/ 130 h 173"/>
                <a:gd name="T24" fmla="*/ 102 w 213"/>
                <a:gd name="T25" fmla="*/ 143 h 173"/>
                <a:gd name="T26" fmla="*/ 71 w 213"/>
                <a:gd name="T27" fmla="*/ 162 h 173"/>
                <a:gd name="T28" fmla="*/ 54 w 213"/>
                <a:gd name="T29" fmla="*/ 157 h 173"/>
                <a:gd name="T30" fmla="*/ 38 w 213"/>
                <a:gd name="T31" fmla="*/ 141 h 173"/>
                <a:gd name="T32" fmla="*/ 29 w 213"/>
                <a:gd name="T33" fmla="*/ 126 h 173"/>
                <a:gd name="T34" fmla="*/ 41 w 213"/>
                <a:gd name="T35" fmla="*/ 110 h 173"/>
                <a:gd name="T36" fmla="*/ 49 w 213"/>
                <a:gd name="T37" fmla="*/ 122 h 173"/>
                <a:gd name="T38" fmla="*/ 87 w 213"/>
                <a:gd name="T39" fmla="*/ 140 h 173"/>
                <a:gd name="T40" fmla="*/ 95 w 213"/>
                <a:gd name="T41" fmla="*/ 124 h 173"/>
                <a:gd name="T42" fmla="*/ 60 w 213"/>
                <a:gd name="T43" fmla="*/ 97 h 173"/>
                <a:gd name="T44" fmla="*/ 48 w 213"/>
                <a:gd name="T45" fmla="*/ 75 h 173"/>
                <a:gd name="T46" fmla="*/ 37 w 213"/>
                <a:gd name="T47" fmla="*/ 66 h 173"/>
                <a:gd name="T48" fmla="*/ 37 w 213"/>
                <a:gd name="T49" fmla="*/ 53 h 173"/>
                <a:gd name="T50" fmla="*/ 21 w 213"/>
                <a:gd name="T51" fmla="*/ 47 h 173"/>
                <a:gd name="T52" fmla="*/ 0 w 213"/>
                <a:gd name="T53" fmla="*/ 43 h 173"/>
                <a:gd name="T54" fmla="*/ 5 w 213"/>
                <a:gd name="T55" fmla="*/ 26 h 173"/>
                <a:gd name="T56" fmla="*/ 9 w 213"/>
                <a:gd name="T57" fmla="*/ 16 h 173"/>
                <a:gd name="T58" fmla="*/ 26 w 213"/>
                <a:gd name="T59" fmla="*/ 16 h 173"/>
                <a:gd name="T60" fmla="*/ 37 w 213"/>
                <a:gd name="T61" fmla="*/ 22 h 173"/>
                <a:gd name="T62" fmla="*/ 64 w 213"/>
                <a:gd name="T63" fmla="*/ 47 h 173"/>
                <a:gd name="T64" fmla="*/ 66 w 213"/>
                <a:gd name="T65" fmla="*/ 31 h 173"/>
                <a:gd name="T66" fmla="*/ 58 w 213"/>
                <a:gd name="T67" fmla="*/ 12 h 173"/>
                <a:gd name="T68" fmla="*/ 64 w 213"/>
                <a:gd name="T69" fmla="*/ 0 h 173"/>
                <a:gd name="T70" fmla="*/ 80 w 213"/>
                <a:gd name="T71" fmla="*/ 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3" h="173">
                  <a:moveTo>
                    <a:pt x="80" y="8"/>
                  </a:moveTo>
                  <a:lnTo>
                    <a:pt x="91" y="8"/>
                  </a:lnTo>
                  <a:lnTo>
                    <a:pt x="123" y="16"/>
                  </a:lnTo>
                  <a:lnTo>
                    <a:pt x="155" y="38"/>
                  </a:lnTo>
                  <a:lnTo>
                    <a:pt x="173" y="66"/>
                  </a:lnTo>
                  <a:lnTo>
                    <a:pt x="213" y="98"/>
                  </a:lnTo>
                  <a:lnTo>
                    <a:pt x="191" y="105"/>
                  </a:lnTo>
                  <a:lnTo>
                    <a:pt x="177" y="126"/>
                  </a:lnTo>
                  <a:lnTo>
                    <a:pt x="174" y="136"/>
                  </a:lnTo>
                  <a:lnTo>
                    <a:pt x="166" y="173"/>
                  </a:lnTo>
                  <a:lnTo>
                    <a:pt x="137" y="163"/>
                  </a:lnTo>
                  <a:lnTo>
                    <a:pt x="130" y="130"/>
                  </a:lnTo>
                  <a:lnTo>
                    <a:pt x="102" y="143"/>
                  </a:lnTo>
                  <a:lnTo>
                    <a:pt x="71" y="162"/>
                  </a:lnTo>
                  <a:lnTo>
                    <a:pt x="54" y="157"/>
                  </a:lnTo>
                  <a:lnTo>
                    <a:pt x="38" y="141"/>
                  </a:lnTo>
                  <a:lnTo>
                    <a:pt x="29" y="126"/>
                  </a:lnTo>
                  <a:lnTo>
                    <a:pt x="41" y="110"/>
                  </a:lnTo>
                  <a:lnTo>
                    <a:pt x="49" y="122"/>
                  </a:lnTo>
                  <a:lnTo>
                    <a:pt x="87" y="140"/>
                  </a:lnTo>
                  <a:lnTo>
                    <a:pt x="95" y="124"/>
                  </a:lnTo>
                  <a:lnTo>
                    <a:pt x="60" y="97"/>
                  </a:lnTo>
                  <a:lnTo>
                    <a:pt x="48" y="75"/>
                  </a:lnTo>
                  <a:lnTo>
                    <a:pt x="37" y="66"/>
                  </a:lnTo>
                  <a:lnTo>
                    <a:pt x="37" y="53"/>
                  </a:lnTo>
                  <a:lnTo>
                    <a:pt x="21" y="47"/>
                  </a:lnTo>
                  <a:lnTo>
                    <a:pt x="0" y="43"/>
                  </a:lnTo>
                  <a:lnTo>
                    <a:pt x="5" y="26"/>
                  </a:lnTo>
                  <a:lnTo>
                    <a:pt x="9" y="16"/>
                  </a:lnTo>
                  <a:lnTo>
                    <a:pt x="26" y="16"/>
                  </a:lnTo>
                  <a:lnTo>
                    <a:pt x="37" y="22"/>
                  </a:lnTo>
                  <a:lnTo>
                    <a:pt x="64" y="47"/>
                  </a:lnTo>
                  <a:lnTo>
                    <a:pt x="66" y="31"/>
                  </a:lnTo>
                  <a:lnTo>
                    <a:pt x="58" y="12"/>
                  </a:lnTo>
                  <a:lnTo>
                    <a:pt x="64" y="0"/>
                  </a:lnTo>
                  <a:lnTo>
                    <a:pt x="80" y="8"/>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69" name="Freeform 241">
              <a:extLst>
                <a:ext uri="{FF2B5EF4-FFF2-40B4-BE49-F238E27FC236}">
                  <a16:creationId xmlns:a16="http://schemas.microsoft.com/office/drawing/2014/main" id="{2F41917E-2233-4EF4-F804-B7C4CC1F6AFC}"/>
                </a:ext>
              </a:extLst>
            </p:cNvPr>
            <p:cNvSpPr>
              <a:spLocks noChangeAspect="1"/>
            </p:cNvSpPr>
            <p:nvPr/>
          </p:nvSpPr>
          <p:spPr bwMode="gray">
            <a:xfrm>
              <a:off x="3411" y="2013"/>
              <a:ext cx="63" cy="54"/>
            </a:xfrm>
            <a:custGeom>
              <a:avLst/>
              <a:gdLst>
                <a:gd name="T0" fmla="*/ 0 w 141"/>
                <a:gd name="T1" fmla="*/ 16 h 106"/>
                <a:gd name="T2" fmla="*/ 17 w 141"/>
                <a:gd name="T3" fmla="*/ 33 h 106"/>
                <a:gd name="T4" fmla="*/ 38 w 141"/>
                <a:gd name="T5" fmla="*/ 59 h 106"/>
                <a:gd name="T6" fmla="*/ 70 w 141"/>
                <a:gd name="T7" fmla="*/ 93 h 106"/>
                <a:gd name="T8" fmla="*/ 92 w 141"/>
                <a:gd name="T9" fmla="*/ 73 h 106"/>
                <a:gd name="T10" fmla="*/ 93 w 141"/>
                <a:gd name="T11" fmla="*/ 90 h 106"/>
                <a:gd name="T12" fmla="*/ 109 w 141"/>
                <a:gd name="T13" fmla="*/ 93 h 106"/>
                <a:gd name="T14" fmla="*/ 132 w 141"/>
                <a:gd name="T15" fmla="*/ 106 h 106"/>
                <a:gd name="T16" fmla="*/ 141 w 141"/>
                <a:gd name="T17" fmla="*/ 90 h 106"/>
                <a:gd name="T18" fmla="*/ 106 w 141"/>
                <a:gd name="T19" fmla="*/ 63 h 106"/>
                <a:gd name="T20" fmla="*/ 98 w 141"/>
                <a:gd name="T21" fmla="*/ 42 h 106"/>
                <a:gd name="T22" fmla="*/ 83 w 141"/>
                <a:gd name="T23" fmla="*/ 32 h 106"/>
                <a:gd name="T24" fmla="*/ 83 w 141"/>
                <a:gd name="T25" fmla="*/ 19 h 106"/>
                <a:gd name="T26" fmla="*/ 67 w 141"/>
                <a:gd name="T27" fmla="*/ 13 h 106"/>
                <a:gd name="T28" fmla="*/ 44 w 141"/>
                <a:gd name="T29" fmla="*/ 8 h 106"/>
                <a:gd name="T30" fmla="*/ 24 w 141"/>
                <a:gd name="T31" fmla="*/ 0 h 106"/>
                <a:gd name="T32" fmla="*/ 7 w 141"/>
                <a:gd name="T33" fmla="*/ 3 h 106"/>
                <a:gd name="T34" fmla="*/ 0 w 141"/>
                <a:gd name="T35"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106">
                  <a:moveTo>
                    <a:pt x="0" y="16"/>
                  </a:moveTo>
                  <a:lnTo>
                    <a:pt x="17" y="33"/>
                  </a:lnTo>
                  <a:lnTo>
                    <a:pt x="38" y="59"/>
                  </a:lnTo>
                  <a:lnTo>
                    <a:pt x="70" y="93"/>
                  </a:lnTo>
                  <a:lnTo>
                    <a:pt x="92" y="73"/>
                  </a:lnTo>
                  <a:lnTo>
                    <a:pt x="93" y="90"/>
                  </a:lnTo>
                  <a:lnTo>
                    <a:pt x="109" y="93"/>
                  </a:lnTo>
                  <a:lnTo>
                    <a:pt x="132" y="106"/>
                  </a:lnTo>
                  <a:lnTo>
                    <a:pt x="141" y="90"/>
                  </a:lnTo>
                  <a:lnTo>
                    <a:pt x="106" y="63"/>
                  </a:lnTo>
                  <a:lnTo>
                    <a:pt x="98" y="42"/>
                  </a:lnTo>
                  <a:lnTo>
                    <a:pt x="83" y="32"/>
                  </a:lnTo>
                  <a:lnTo>
                    <a:pt x="83" y="19"/>
                  </a:lnTo>
                  <a:lnTo>
                    <a:pt x="67" y="13"/>
                  </a:lnTo>
                  <a:lnTo>
                    <a:pt x="44" y="8"/>
                  </a:lnTo>
                  <a:lnTo>
                    <a:pt x="24" y="0"/>
                  </a:lnTo>
                  <a:lnTo>
                    <a:pt x="7" y="3"/>
                  </a:lnTo>
                  <a:lnTo>
                    <a:pt x="0" y="1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70" name="Freeform 242">
              <a:extLst>
                <a:ext uri="{FF2B5EF4-FFF2-40B4-BE49-F238E27FC236}">
                  <a16:creationId xmlns:a16="http://schemas.microsoft.com/office/drawing/2014/main" id="{5A1E5844-7E36-22E5-6062-B5DB552B57A6}"/>
                </a:ext>
              </a:extLst>
            </p:cNvPr>
            <p:cNvSpPr>
              <a:spLocks noChangeAspect="1"/>
            </p:cNvSpPr>
            <p:nvPr/>
          </p:nvSpPr>
          <p:spPr bwMode="gray">
            <a:xfrm>
              <a:off x="3446" y="1700"/>
              <a:ext cx="630" cy="324"/>
            </a:xfrm>
            <a:custGeom>
              <a:avLst/>
              <a:gdLst>
                <a:gd name="T0" fmla="*/ 1378 w 1452"/>
                <a:gd name="T1" fmla="*/ 257 h 623"/>
                <a:gd name="T2" fmla="*/ 1234 w 1452"/>
                <a:gd name="T3" fmla="*/ 244 h 623"/>
                <a:gd name="T4" fmla="*/ 1180 w 1452"/>
                <a:gd name="T5" fmla="*/ 194 h 623"/>
                <a:gd name="T6" fmla="*/ 1112 w 1452"/>
                <a:gd name="T7" fmla="*/ 202 h 623"/>
                <a:gd name="T8" fmla="*/ 1046 w 1452"/>
                <a:gd name="T9" fmla="*/ 180 h 623"/>
                <a:gd name="T10" fmla="*/ 925 w 1452"/>
                <a:gd name="T11" fmla="*/ 104 h 623"/>
                <a:gd name="T12" fmla="*/ 774 w 1452"/>
                <a:gd name="T13" fmla="*/ 76 h 623"/>
                <a:gd name="T14" fmla="*/ 670 w 1452"/>
                <a:gd name="T15" fmla="*/ 46 h 623"/>
                <a:gd name="T16" fmla="*/ 565 w 1452"/>
                <a:gd name="T17" fmla="*/ 25 h 623"/>
                <a:gd name="T18" fmla="*/ 467 w 1452"/>
                <a:gd name="T19" fmla="*/ 53 h 623"/>
                <a:gd name="T20" fmla="*/ 356 w 1452"/>
                <a:gd name="T21" fmla="*/ 53 h 623"/>
                <a:gd name="T22" fmla="*/ 356 w 1452"/>
                <a:gd name="T23" fmla="*/ 125 h 623"/>
                <a:gd name="T24" fmla="*/ 399 w 1452"/>
                <a:gd name="T25" fmla="*/ 159 h 623"/>
                <a:gd name="T26" fmla="*/ 399 w 1452"/>
                <a:gd name="T27" fmla="*/ 206 h 623"/>
                <a:gd name="T28" fmla="*/ 356 w 1452"/>
                <a:gd name="T29" fmla="*/ 211 h 623"/>
                <a:gd name="T30" fmla="*/ 291 w 1452"/>
                <a:gd name="T31" fmla="*/ 185 h 623"/>
                <a:gd name="T32" fmla="*/ 248 w 1452"/>
                <a:gd name="T33" fmla="*/ 194 h 623"/>
                <a:gd name="T34" fmla="*/ 198 w 1452"/>
                <a:gd name="T35" fmla="*/ 176 h 623"/>
                <a:gd name="T36" fmla="*/ 76 w 1452"/>
                <a:gd name="T37" fmla="*/ 173 h 623"/>
                <a:gd name="T38" fmla="*/ 49 w 1452"/>
                <a:gd name="T39" fmla="*/ 198 h 623"/>
                <a:gd name="T40" fmla="*/ 45 w 1452"/>
                <a:gd name="T41" fmla="*/ 233 h 623"/>
                <a:gd name="T42" fmla="*/ 5 w 1452"/>
                <a:gd name="T43" fmla="*/ 216 h 623"/>
                <a:gd name="T44" fmla="*/ 0 w 1452"/>
                <a:gd name="T45" fmla="*/ 286 h 623"/>
                <a:gd name="T46" fmla="*/ 18 w 1452"/>
                <a:gd name="T47" fmla="*/ 333 h 623"/>
                <a:gd name="T48" fmla="*/ 63 w 1452"/>
                <a:gd name="T49" fmla="*/ 331 h 623"/>
                <a:gd name="T50" fmla="*/ 109 w 1452"/>
                <a:gd name="T51" fmla="*/ 400 h 623"/>
                <a:gd name="T52" fmla="*/ 263 w 1452"/>
                <a:gd name="T53" fmla="*/ 373 h 623"/>
                <a:gd name="T54" fmla="*/ 249 w 1452"/>
                <a:gd name="T55" fmla="*/ 448 h 623"/>
                <a:gd name="T56" fmla="*/ 172 w 1452"/>
                <a:gd name="T57" fmla="*/ 486 h 623"/>
                <a:gd name="T58" fmla="*/ 258 w 1452"/>
                <a:gd name="T59" fmla="*/ 556 h 623"/>
                <a:gd name="T60" fmla="*/ 320 w 1452"/>
                <a:gd name="T61" fmla="*/ 567 h 623"/>
                <a:gd name="T62" fmla="*/ 367 w 1452"/>
                <a:gd name="T63" fmla="*/ 576 h 623"/>
                <a:gd name="T64" fmla="*/ 366 w 1452"/>
                <a:gd name="T65" fmla="*/ 434 h 623"/>
                <a:gd name="T66" fmla="*/ 426 w 1452"/>
                <a:gd name="T67" fmla="*/ 392 h 623"/>
                <a:gd name="T68" fmla="*/ 448 w 1452"/>
                <a:gd name="T69" fmla="*/ 373 h 623"/>
                <a:gd name="T70" fmla="*/ 477 w 1452"/>
                <a:gd name="T71" fmla="*/ 386 h 623"/>
                <a:gd name="T72" fmla="*/ 493 w 1452"/>
                <a:gd name="T73" fmla="*/ 398 h 623"/>
                <a:gd name="T74" fmla="*/ 531 w 1452"/>
                <a:gd name="T75" fmla="*/ 456 h 623"/>
                <a:gd name="T76" fmla="*/ 562 w 1452"/>
                <a:gd name="T77" fmla="*/ 493 h 623"/>
                <a:gd name="T78" fmla="*/ 648 w 1452"/>
                <a:gd name="T79" fmla="*/ 493 h 623"/>
                <a:gd name="T80" fmla="*/ 681 w 1452"/>
                <a:gd name="T81" fmla="*/ 590 h 623"/>
                <a:gd name="T82" fmla="*/ 715 w 1452"/>
                <a:gd name="T83" fmla="*/ 623 h 623"/>
                <a:gd name="T84" fmla="*/ 800 w 1452"/>
                <a:gd name="T85" fmla="*/ 607 h 623"/>
                <a:gd name="T86" fmla="*/ 900 w 1452"/>
                <a:gd name="T87" fmla="*/ 609 h 623"/>
                <a:gd name="T88" fmla="*/ 894 w 1452"/>
                <a:gd name="T89" fmla="*/ 568 h 623"/>
                <a:gd name="T90" fmla="*/ 911 w 1452"/>
                <a:gd name="T91" fmla="*/ 546 h 623"/>
                <a:gd name="T92" fmla="*/ 973 w 1452"/>
                <a:gd name="T93" fmla="*/ 554 h 623"/>
                <a:gd name="T94" fmla="*/ 1059 w 1452"/>
                <a:gd name="T95" fmla="*/ 535 h 623"/>
                <a:gd name="T96" fmla="*/ 1206 w 1452"/>
                <a:gd name="T97" fmla="*/ 563 h 623"/>
                <a:gd name="T98" fmla="*/ 1206 w 1452"/>
                <a:gd name="T99" fmla="*/ 475 h 623"/>
                <a:gd name="T100" fmla="*/ 1315 w 1452"/>
                <a:gd name="T101" fmla="*/ 373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52" h="623">
                  <a:moveTo>
                    <a:pt x="1416" y="321"/>
                  </a:moveTo>
                  <a:lnTo>
                    <a:pt x="1452" y="307"/>
                  </a:lnTo>
                  <a:lnTo>
                    <a:pt x="1378" y="257"/>
                  </a:lnTo>
                  <a:lnTo>
                    <a:pt x="1332" y="278"/>
                  </a:lnTo>
                  <a:lnTo>
                    <a:pt x="1265" y="258"/>
                  </a:lnTo>
                  <a:lnTo>
                    <a:pt x="1234" y="244"/>
                  </a:lnTo>
                  <a:lnTo>
                    <a:pt x="1206" y="244"/>
                  </a:lnTo>
                  <a:lnTo>
                    <a:pt x="1189" y="213"/>
                  </a:lnTo>
                  <a:lnTo>
                    <a:pt x="1180" y="194"/>
                  </a:lnTo>
                  <a:lnTo>
                    <a:pt x="1154" y="194"/>
                  </a:lnTo>
                  <a:lnTo>
                    <a:pt x="1132" y="194"/>
                  </a:lnTo>
                  <a:lnTo>
                    <a:pt x="1112" y="202"/>
                  </a:lnTo>
                  <a:lnTo>
                    <a:pt x="1077" y="168"/>
                  </a:lnTo>
                  <a:lnTo>
                    <a:pt x="1062" y="173"/>
                  </a:lnTo>
                  <a:lnTo>
                    <a:pt x="1046" y="180"/>
                  </a:lnTo>
                  <a:lnTo>
                    <a:pt x="1026" y="187"/>
                  </a:lnTo>
                  <a:lnTo>
                    <a:pt x="995" y="162"/>
                  </a:lnTo>
                  <a:lnTo>
                    <a:pt x="925" y="104"/>
                  </a:lnTo>
                  <a:lnTo>
                    <a:pt x="868" y="70"/>
                  </a:lnTo>
                  <a:lnTo>
                    <a:pt x="834" y="38"/>
                  </a:lnTo>
                  <a:lnTo>
                    <a:pt x="774" y="76"/>
                  </a:lnTo>
                  <a:lnTo>
                    <a:pt x="764" y="49"/>
                  </a:lnTo>
                  <a:lnTo>
                    <a:pt x="680" y="46"/>
                  </a:lnTo>
                  <a:lnTo>
                    <a:pt x="670" y="46"/>
                  </a:lnTo>
                  <a:lnTo>
                    <a:pt x="632" y="0"/>
                  </a:lnTo>
                  <a:lnTo>
                    <a:pt x="592" y="6"/>
                  </a:lnTo>
                  <a:lnTo>
                    <a:pt x="565" y="25"/>
                  </a:lnTo>
                  <a:lnTo>
                    <a:pt x="512" y="36"/>
                  </a:lnTo>
                  <a:lnTo>
                    <a:pt x="495" y="26"/>
                  </a:lnTo>
                  <a:lnTo>
                    <a:pt x="467" y="53"/>
                  </a:lnTo>
                  <a:lnTo>
                    <a:pt x="448" y="49"/>
                  </a:lnTo>
                  <a:lnTo>
                    <a:pt x="372" y="55"/>
                  </a:lnTo>
                  <a:lnTo>
                    <a:pt x="356" y="53"/>
                  </a:lnTo>
                  <a:lnTo>
                    <a:pt x="346" y="59"/>
                  </a:lnTo>
                  <a:lnTo>
                    <a:pt x="377" y="93"/>
                  </a:lnTo>
                  <a:lnTo>
                    <a:pt x="356" y="125"/>
                  </a:lnTo>
                  <a:lnTo>
                    <a:pt x="358" y="147"/>
                  </a:lnTo>
                  <a:lnTo>
                    <a:pt x="358" y="159"/>
                  </a:lnTo>
                  <a:lnTo>
                    <a:pt x="399" y="159"/>
                  </a:lnTo>
                  <a:lnTo>
                    <a:pt x="411" y="180"/>
                  </a:lnTo>
                  <a:lnTo>
                    <a:pt x="411" y="202"/>
                  </a:lnTo>
                  <a:lnTo>
                    <a:pt x="399" y="206"/>
                  </a:lnTo>
                  <a:lnTo>
                    <a:pt x="383" y="194"/>
                  </a:lnTo>
                  <a:lnTo>
                    <a:pt x="366" y="202"/>
                  </a:lnTo>
                  <a:lnTo>
                    <a:pt x="356" y="211"/>
                  </a:lnTo>
                  <a:lnTo>
                    <a:pt x="326" y="194"/>
                  </a:lnTo>
                  <a:lnTo>
                    <a:pt x="318" y="176"/>
                  </a:lnTo>
                  <a:lnTo>
                    <a:pt x="291" y="185"/>
                  </a:lnTo>
                  <a:lnTo>
                    <a:pt x="291" y="190"/>
                  </a:lnTo>
                  <a:lnTo>
                    <a:pt x="273" y="176"/>
                  </a:lnTo>
                  <a:lnTo>
                    <a:pt x="248" y="194"/>
                  </a:lnTo>
                  <a:lnTo>
                    <a:pt x="216" y="202"/>
                  </a:lnTo>
                  <a:lnTo>
                    <a:pt x="207" y="194"/>
                  </a:lnTo>
                  <a:lnTo>
                    <a:pt x="198" y="176"/>
                  </a:lnTo>
                  <a:lnTo>
                    <a:pt x="158" y="173"/>
                  </a:lnTo>
                  <a:lnTo>
                    <a:pt x="92" y="169"/>
                  </a:lnTo>
                  <a:lnTo>
                    <a:pt x="76" y="173"/>
                  </a:lnTo>
                  <a:lnTo>
                    <a:pt x="70" y="185"/>
                  </a:lnTo>
                  <a:lnTo>
                    <a:pt x="59" y="180"/>
                  </a:lnTo>
                  <a:lnTo>
                    <a:pt x="49" y="198"/>
                  </a:lnTo>
                  <a:lnTo>
                    <a:pt x="38" y="213"/>
                  </a:lnTo>
                  <a:lnTo>
                    <a:pt x="38" y="220"/>
                  </a:lnTo>
                  <a:lnTo>
                    <a:pt x="45" y="233"/>
                  </a:lnTo>
                  <a:lnTo>
                    <a:pt x="34" y="238"/>
                  </a:lnTo>
                  <a:lnTo>
                    <a:pt x="22" y="213"/>
                  </a:lnTo>
                  <a:lnTo>
                    <a:pt x="5" y="216"/>
                  </a:lnTo>
                  <a:lnTo>
                    <a:pt x="0" y="249"/>
                  </a:lnTo>
                  <a:lnTo>
                    <a:pt x="0" y="269"/>
                  </a:lnTo>
                  <a:lnTo>
                    <a:pt x="0" y="286"/>
                  </a:lnTo>
                  <a:lnTo>
                    <a:pt x="8" y="301"/>
                  </a:lnTo>
                  <a:lnTo>
                    <a:pt x="18" y="313"/>
                  </a:lnTo>
                  <a:lnTo>
                    <a:pt x="18" y="333"/>
                  </a:lnTo>
                  <a:lnTo>
                    <a:pt x="34" y="331"/>
                  </a:lnTo>
                  <a:lnTo>
                    <a:pt x="54" y="316"/>
                  </a:lnTo>
                  <a:lnTo>
                    <a:pt x="63" y="331"/>
                  </a:lnTo>
                  <a:lnTo>
                    <a:pt x="79" y="349"/>
                  </a:lnTo>
                  <a:lnTo>
                    <a:pt x="93" y="366"/>
                  </a:lnTo>
                  <a:lnTo>
                    <a:pt x="109" y="400"/>
                  </a:lnTo>
                  <a:lnTo>
                    <a:pt x="138" y="392"/>
                  </a:lnTo>
                  <a:lnTo>
                    <a:pt x="187" y="383"/>
                  </a:lnTo>
                  <a:lnTo>
                    <a:pt x="263" y="373"/>
                  </a:lnTo>
                  <a:lnTo>
                    <a:pt x="281" y="397"/>
                  </a:lnTo>
                  <a:lnTo>
                    <a:pt x="284" y="439"/>
                  </a:lnTo>
                  <a:lnTo>
                    <a:pt x="249" y="448"/>
                  </a:lnTo>
                  <a:lnTo>
                    <a:pt x="216" y="456"/>
                  </a:lnTo>
                  <a:lnTo>
                    <a:pt x="221" y="486"/>
                  </a:lnTo>
                  <a:lnTo>
                    <a:pt x="172" y="486"/>
                  </a:lnTo>
                  <a:lnTo>
                    <a:pt x="216" y="547"/>
                  </a:lnTo>
                  <a:lnTo>
                    <a:pt x="237" y="552"/>
                  </a:lnTo>
                  <a:lnTo>
                    <a:pt x="258" y="556"/>
                  </a:lnTo>
                  <a:lnTo>
                    <a:pt x="268" y="581"/>
                  </a:lnTo>
                  <a:lnTo>
                    <a:pt x="280" y="571"/>
                  </a:lnTo>
                  <a:lnTo>
                    <a:pt x="320" y="567"/>
                  </a:lnTo>
                  <a:lnTo>
                    <a:pt x="341" y="576"/>
                  </a:lnTo>
                  <a:lnTo>
                    <a:pt x="356" y="589"/>
                  </a:lnTo>
                  <a:lnTo>
                    <a:pt x="367" y="576"/>
                  </a:lnTo>
                  <a:lnTo>
                    <a:pt x="392" y="579"/>
                  </a:lnTo>
                  <a:lnTo>
                    <a:pt x="348" y="442"/>
                  </a:lnTo>
                  <a:lnTo>
                    <a:pt x="366" y="434"/>
                  </a:lnTo>
                  <a:lnTo>
                    <a:pt x="424" y="405"/>
                  </a:lnTo>
                  <a:lnTo>
                    <a:pt x="434" y="403"/>
                  </a:lnTo>
                  <a:lnTo>
                    <a:pt x="426" y="392"/>
                  </a:lnTo>
                  <a:lnTo>
                    <a:pt x="439" y="398"/>
                  </a:lnTo>
                  <a:lnTo>
                    <a:pt x="439" y="383"/>
                  </a:lnTo>
                  <a:lnTo>
                    <a:pt x="448" y="373"/>
                  </a:lnTo>
                  <a:lnTo>
                    <a:pt x="451" y="377"/>
                  </a:lnTo>
                  <a:lnTo>
                    <a:pt x="465" y="377"/>
                  </a:lnTo>
                  <a:lnTo>
                    <a:pt x="477" y="386"/>
                  </a:lnTo>
                  <a:lnTo>
                    <a:pt x="494" y="368"/>
                  </a:lnTo>
                  <a:lnTo>
                    <a:pt x="504" y="373"/>
                  </a:lnTo>
                  <a:lnTo>
                    <a:pt x="493" y="398"/>
                  </a:lnTo>
                  <a:lnTo>
                    <a:pt x="501" y="431"/>
                  </a:lnTo>
                  <a:lnTo>
                    <a:pt x="531" y="449"/>
                  </a:lnTo>
                  <a:lnTo>
                    <a:pt x="531" y="456"/>
                  </a:lnTo>
                  <a:lnTo>
                    <a:pt x="521" y="471"/>
                  </a:lnTo>
                  <a:lnTo>
                    <a:pt x="526" y="478"/>
                  </a:lnTo>
                  <a:lnTo>
                    <a:pt x="562" y="493"/>
                  </a:lnTo>
                  <a:lnTo>
                    <a:pt x="575" y="513"/>
                  </a:lnTo>
                  <a:lnTo>
                    <a:pt x="610" y="502"/>
                  </a:lnTo>
                  <a:lnTo>
                    <a:pt x="648" y="493"/>
                  </a:lnTo>
                  <a:lnTo>
                    <a:pt x="680" y="554"/>
                  </a:lnTo>
                  <a:lnTo>
                    <a:pt x="691" y="584"/>
                  </a:lnTo>
                  <a:lnTo>
                    <a:pt x="681" y="590"/>
                  </a:lnTo>
                  <a:lnTo>
                    <a:pt x="675" y="601"/>
                  </a:lnTo>
                  <a:lnTo>
                    <a:pt x="706" y="611"/>
                  </a:lnTo>
                  <a:lnTo>
                    <a:pt x="715" y="623"/>
                  </a:lnTo>
                  <a:lnTo>
                    <a:pt x="757" y="611"/>
                  </a:lnTo>
                  <a:lnTo>
                    <a:pt x="772" y="623"/>
                  </a:lnTo>
                  <a:lnTo>
                    <a:pt x="800" y="607"/>
                  </a:lnTo>
                  <a:lnTo>
                    <a:pt x="819" y="604"/>
                  </a:lnTo>
                  <a:lnTo>
                    <a:pt x="846" y="609"/>
                  </a:lnTo>
                  <a:lnTo>
                    <a:pt x="900" y="609"/>
                  </a:lnTo>
                  <a:lnTo>
                    <a:pt x="885" y="597"/>
                  </a:lnTo>
                  <a:lnTo>
                    <a:pt x="885" y="579"/>
                  </a:lnTo>
                  <a:lnTo>
                    <a:pt x="894" y="568"/>
                  </a:lnTo>
                  <a:lnTo>
                    <a:pt x="894" y="558"/>
                  </a:lnTo>
                  <a:lnTo>
                    <a:pt x="877" y="549"/>
                  </a:lnTo>
                  <a:lnTo>
                    <a:pt x="911" y="546"/>
                  </a:lnTo>
                  <a:lnTo>
                    <a:pt x="942" y="549"/>
                  </a:lnTo>
                  <a:lnTo>
                    <a:pt x="949" y="558"/>
                  </a:lnTo>
                  <a:lnTo>
                    <a:pt x="973" y="554"/>
                  </a:lnTo>
                  <a:lnTo>
                    <a:pt x="955" y="527"/>
                  </a:lnTo>
                  <a:lnTo>
                    <a:pt x="975" y="524"/>
                  </a:lnTo>
                  <a:lnTo>
                    <a:pt x="1059" y="535"/>
                  </a:lnTo>
                  <a:lnTo>
                    <a:pt x="1129" y="541"/>
                  </a:lnTo>
                  <a:lnTo>
                    <a:pt x="1180" y="563"/>
                  </a:lnTo>
                  <a:lnTo>
                    <a:pt x="1206" y="563"/>
                  </a:lnTo>
                  <a:lnTo>
                    <a:pt x="1214" y="589"/>
                  </a:lnTo>
                  <a:lnTo>
                    <a:pt x="1234" y="535"/>
                  </a:lnTo>
                  <a:lnTo>
                    <a:pt x="1206" y="475"/>
                  </a:lnTo>
                  <a:lnTo>
                    <a:pt x="1291" y="454"/>
                  </a:lnTo>
                  <a:lnTo>
                    <a:pt x="1301" y="422"/>
                  </a:lnTo>
                  <a:lnTo>
                    <a:pt x="1315" y="373"/>
                  </a:lnTo>
                  <a:lnTo>
                    <a:pt x="1403" y="377"/>
                  </a:lnTo>
                  <a:lnTo>
                    <a:pt x="1416" y="32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71" name="Freeform 243">
              <a:extLst>
                <a:ext uri="{FF2B5EF4-FFF2-40B4-BE49-F238E27FC236}">
                  <a16:creationId xmlns:a16="http://schemas.microsoft.com/office/drawing/2014/main" id="{2CC202D3-E2AC-5A21-6FE5-E048E8D44159}"/>
                </a:ext>
              </a:extLst>
            </p:cNvPr>
            <p:cNvSpPr>
              <a:spLocks noChangeAspect="1"/>
            </p:cNvSpPr>
            <p:nvPr/>
          </p:nvSpPr>
          <p:spPr bwMode="gray">
            <a:xfrm>
              <a:off x="3598" y="1913"/>
              <a:ext cx="276" cy="203"/>
            </a:xfrm>
            <a:custGeom>
              <a:avLst/>
              <a:gdLst>
                <a:gd name="T0" fmla="*/ 60 w 634"/>
                <a:gd name="T1" fmla="*/ 173 h 386"/>
                <a:gd name="T2" fmla="*/ 71 w 634"/>
                <a:gd name="T3" fmla="*/ 144 h 386"/>
                <a:gd name="T4" fmla="*/ 86 w 634"/>
                <a:gd name="T5" fmla="*/ 132 h 386"/>
                <a:gd name="T6" fmla="*/ 113 w 634"/>
                <a:gd name="T7" fmla="*/ 138 h 386"/>
                <a:gd name="T8" fmla="*/ 145 w 634"/>
                <a:gd name="T9" fmla="*/ 146 h 386"/>
                <a:gd name="T10" fmla="*/ 153 w 634"/>
                <a:gd name="T11" fmla="*/ 155 h 386"/>
                <a:gd name="T12" fmla="*/ 173 w 634"/>
                <a:gd name="T13" fmla="*/ 173 h 386"/>
                <a:gd name="T14" fmla="*/ 188 w 634"/>
                <a:gd name="T15" fmla="*/ 217 h 386"/>
                <a:gd name="T16" fmla="*/ 212 w 634"/>
                <a:gd name="T17" fmla="*/ 212 h 386"/>
                <a:gd name="T18" fmla="*/ 246 w 634"/>
                <a:gd name="T19" fmla="*/ 217 h 386"/>
                <a:gd name="T20" fmla="*/ 296 w 634"/>
                <a:gd name="T21" fmla="*/ 269 h 386"/>
                <a:gd name="T22" fmla="*/ 350 w 634"/>
                <a:gd name="T23" fmla="*/ 301 h 386"/>
                <a:gd name="T24" fmla="*/ 400 w 634"/>
                <a:gd name="T25" fmla="*/ 331 h 386"/>
                <a:gd name="T26" fmla="*/ 420 w 634"/>
                <a:gd name="T27" fmla="*/ 386 h 386"/>
                <a:gd name="T28" fmla="*/ 453 w 634"/>
                <a:gd name="T29" fmla="*/ 343 h 386"/>
                <a:gd name="T30" fmla="*/ 457 w 634"/>
                <a:gd name="T31" fmla="*/ 303 h 386"/>
                <a:gd name="T32" fmla="*/ 437 w 634"/>
                <a:gd name="T33" fmla="*/ 245 h 386"/>
                <a:gd name="T34" fmla="*/ 479 w 634"/>
                <a:gd name="T35" fmla="*/ 233 h 386"/>
                <a:gd name="T36" fmla="*/ 534 w 634"/>
                <a:gd name="T37" fmla="*/ 244 h 386"/>
                <a:gd name="T38" fmla="*/ 619 w 634"/>
                <a:gd name="T39" fmla="*/ 239 h 386"/>
                <a:gd name="T40" fmla="*/ 619 w 634"/>
                <a:gd name="T41" fmla="*/ 204 h 386"/>
                <a:gd name="T42" fmla="*/ 517 w 634"/>
                <a:gd name="T43" fmla="*/ 204 h 386"/>
                <a:gd name="T44" fmla="*/ 465 w 634"/>
                <a:gd name="T45" fmla="*/ 200 h 386"/>
                <a:gd name="T46" fmla="*/ 419 w 634"/>
                <a:gd name="T47" fmla="*/ 217 h 386"/>
                <a:gd name="T48" fmla="*/ 388 w 634"/>
                <a:gd name="T49" fmla="*/ 212 h 386"/>
                <a:gd name="T50" fmla="*/ 364 w 634"/>
                <a:gd name="T51" fmla="*/ 216 h 386"/>
                <a:gd name="T52" fmla="*/ 333 w 634"/>
                <a:gd name="T53" fmla="*/ 200 h 386"/>
                <a:gd name="T54" fmla="*/ 332 w 634"/>
                <a:gd name="T55" fmla="*/ 187 h 386"/>
                <a:gd name="T56" fmla="*/ 327 w 634"/>
                <a:gd name="T57" fmla="*/ 143 h 386"/>
                <a:gd name="T58" fmla="*/ 228 w 634"/>
                <a:gd name="T59" fmla="*/ 107 h 386"/>
                <a:gd name="T60" fmla="*/ 178 w 634"/>
                <a:gd name="T61" fmla="*/ 75 h 386"/>
                <a:gd name="T62" fmla="*/ 114 w 634"/>
                <a:gd name="T63" fmla="*/ 91 h 386"/>
                <a:gd name="T64" fmla="*/ 75 w 634"/>
                <a:gd name="T65" fmla="*/ 40 h 386"/>
                <a:gd name="T66" fmla="*/ 76 w 634"/>
                <a:gd name="T67" fmla="*/ 0 h 386"/>
                <a:gd name="T68" fmla="*/ 44 w 634"/>
                <a:gd name="T69" fmla="*/ 17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4" h="386">
                  <a:moveTo>
                    <a:pt x="44" y="176"/>
                  </a:moveTo>
                  <a:lnTo>
                    <a:pt x="60" y="173"/>
                  </a:lnTo>
                  <a:lnTo>
                    <a:pt x="66" y="157"/>
                  </a:lnTo>
                  <a:lnTo>
                    <a:pt x="71" y="144"/>
                  </a:lnTo>
                  <a:lnTo>
                    <a:pt x="91" y="151"/>
                  </a:lnTo>
                  <a:lnTo>
                    <a:pt x="86" y="132"/>
                  </a:lnTo>
                  <a:lnTo>
                    <a:pt x="103" y="124"/>
                  </a:lnTo>
                  <a:lnTo>
                    <a:pt x="113" y="138"/>
                  </a:lnTo>
                  <a:lnTo>
                    <a:pt x="129" y="138"/>
                  </a:lnTo>
                  <a:lnTo>
                    <a:pt x="145" y="146"/>
                  </a:lnTo>
                  <a:lnTo>
                    <a:pt x="153" y="151"/>
                  </a:lnTo>
                  <a:lnTo>
                    <a:pt x="153" y="155"/>
                  </a:lnTo>
                  <a:lnTo>
                    <a:pt x="155" y="167"/>
                  </a:lnTo>
                  <a:lnTo>
                    <a:pt x="173" y="173"/>
                  </a:lnTo>
                  <a:lnTo>
                    <a:pt x="173" y="190"/>
                  </a:lnTo>
                  <a:lnTo>
                    <a:pt x="188" y="217"/>
                  </a:lnTo>
                  <a:lnTo>
                    <a:pt x="205" y="220"/>
                  </a:lnTo>
                  <a:lnTo>
                    <a:pt x="212" y="212"/>
                  </a:lnTo>
                  <a:lnTo>
                    <a:pt x="230" y="203"/>
                  </a:lnTo>
                  <a:lnTo>
                    <a:pt x="246" y="217"/>
                  </a:lnTo>
                  <a:lnTo>
                    <a:pt x="266" y="239"/>
                  </a:lnTo>
                  <a:lnTo>
                    <a:pt x="296" y="269"/>
                  </a:lnTo>
                  <a:lnTo>
                    <a:pt x="349" y="282"/>
                  </a:lnTo>
                  <a:lnTo>
                    <a:pt x="350" y="301"/>
                  </a:lnTo>
                  <a:lnTo>
                    <a:pt x="384" y="313"/>
                  </a:lnTo>
                  <a:lnTo>
                    <a:pt x="400" y="331"/>
                  </a:lnTo>
                  <a:lnTo>
                    <a:pt x="389" y="385"/>
                  </a:lnTo>
                  <a:lnTo>
                    <a:pt x="420" y="386"/>
                  </a:lnTo>
                  <a:lnTo>
                    <a:pt x="441" y="359"/>
                  </a:lnTo>
                  <a:lnTo>
                    <a:pt x="453" y="343"/>
                  </a:lnTo>
                  <a:lnTo>
                    <a:pt x="462" y="329"/>
                  </a:lnTo>
                  <a:lnTo>
                    <a:pt x="457" y="303"/>
                  </a:lnTo>
                  <a:lnTo>
                    <a:pt x="432" y="293"/>
                  </a:lnTo>
                  <a:lnTo>
                    <a:pt x="437" y="245"/>
                  </a:lnTo>
                  <a:lnTo>
                    <a:pt x="460" y="227"/>
                  </a:lnTo>
                  <a:lnTo>
                    <a:pt x="479" y="233"/>
                  </a:lnTo>
                  <a:lnTo>
                    <a:pt x="526" y="225"/>
                  </a:lnTo>
                  <a:lnTo>
                    <a:pt x="534" y="244"/>
                  </a:lnTo>
                  <a:lnTo>
                    <a:pt x="561" y="243"/>
                  </a:lnTo>
                  <a:lnTo>
                    <a:pt x="619" y="239"/>
                  </a:lnTo>
                  <a:lnTo>
                    <a:pt x="634" y="217"/>
                  </a:lnTo>
                  <a:lnTo>
                    <a:pt x="619" y="204"/>
                  </a:lnTo>
                  <a:lnTo>
                    <a:pt x="581" y="204"/>
                  </a:lnTo>
                  <a:lnTo>
                    <a:pt x="517" y="204"/>
                  </a:lnTo>
                  <a:lnTo>
                    <a:pt x="491" y="204"/>
                  </a:lnTo>
                  <a:lnTo>
                    <a:pt x="465" y="200"/>
                  </a:lnTo>
                  <a:lnTo>
                    <a:pt x="424" y="220"/>
                  </a:lnTo>
                  <a:lnTo>
                    <a:pt x="419" y="217"/>
                  </a:lnTo>
                  <a:lnTo>
                    <a:pt x="409" y="208"/>
                  </a:lnTo>
                  <a:lnTo>
                    <a:pt x="388" y="212"/>
                  </a:lnTo>
                  <a:lnTo>
                    <a:pt x="367" y="220"/>
                  </a:lnTo>
                  <a:lnTo>
                    <a:pt x="364" y="216"/>
                  </a:lnTo>
                  <a:lnTo>
                    <a:pt x="359" y="208"/>
                  </a:lnTo>
                  <a:lnTo>
                    <a:pt x="333" y="200"/>
                  </a:lnTo>
                  <a:lnTo>
                    <a:pt x="327" y="198"/>
                  </a:lnTo>
                  <a:lnTo>
                    <a:pt x="332" y="187"/>
                  </a:lnTo>
                  <a:lnTo>
                    <a:pt x="344" y="181"/>
                  </a:lnTo>
                  <a:lnTo>
                    <a:pt x="327" y="143"/>
                  </a:lnTo>
                  <a:lnTo>
                    <a:pt x="300" y="90"/>
                  </a:lnTo>
                  <a:lnTo>
                    <a:pt x="228" y="107"/>
                  </a:lnTo>
                  <a:lnTo>
                    <a:pt x="212" y="90"/>
                  </a:lnTo>
                  <a:lnTo>
                    <a:pt x="178" y="75"/>
                  </a:lnTo>
                  <a:lnTo>
                    <a:pt x="146" y="97"/>
                  </a:lnTo>
                  <a:lnTo>
                    <a:pt x="114" y="91"/>
                  </a:lnTo>
                  <a:lnTo>
                    <a:pt x="80" y="68"/>
                  </a:lnTo>
                  <a:lnTo>
                    <a:pt x="75" y="40"/>
                  </a:lnTo>
                  <a:lnTo>
                    <a:pt x="78" y="20"/>
                  </a:lnTo>
                  <a:lnTo>
                    <a:pt x="76" y="0"/>
                  </a:lnTo>
                  <a:lnTo>
                    <a:pt x="0" y="40"/>
                  </a:lnTo>
                  <a:lnTo>
                    <a:pt x="44" y="176"/>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72" name="Freeform 244">
              <a:extLst>
                <a:ext uri="{FF2B5EF4-FFF2-40B4-BE49-F238E27FC236}">
                  <a16:creationId xmlns:a16="http://schemas.microsoft.com/office/drawing/2014/main" id="{C297251A-99F8-C230-F9BE-59AA1777DAAA}"/>
                </a:ext>
              </a:extLst>
            </p:cNvPr>
            <p:cNvSpPr>
              <a:spLocks noChangeAspect="1"/>
            </p:cNvSpPr>
            <p:nvPr/>
          </p:nvSpPr>
          <p:spPr bwMode="gray">
            <a:xfrm>
              <a:off x="3563" y="1979"/>
              <a:ext cx="209" cy="176"/>
            </a:xfrm>
            <a:custGeom>
              <a:avLst/>
              <a:gdLst>
                <a:gd name="T0" fmla="*/ 0 w 485"/>
                <a:gd name="T1" fmla="*/ 49 h 338"/>
                <a:gd name="T2" fmla="*/ 3 w 485"/>
                <a:gd name="T3" fmla="*/ 93 h 338"/>
                <a:gd name="T4" fmla="*/ 31 w 485"/>
                <a:gd name="T5" fmla="*/ 66 h 338"/>
                <a:gd name="T6" fmla="*/ 66 w 485"/>
                <a:gd name="T7" fmla="*/ 101 h 338"/>
                <a:gd name="T8" fmla="*/ 50 w 485"/>
                <a:gd name="T9" fmla="*/ 121 h 338"/>
                <a:gd name="T10" fmla="*/ 6 w 485"/>
                <a:gd name="T11" fmla="*/ 102 h 338"/>
                <a:gd name="T12" fmla="*/ 2 w 485"/>
                <a:gd name="T13" fmla="*/ 132 h 338"/>
                <a:gd name="T14" fmla="*/ 6 w 485"/>
                <a:gd name="T15" fmla="*/ 150 h 338"/>
                <a:gd name="T16" fmla="*/ 31 w 485"/>
                <a:gd name="T17" fmla="*/ 153 h 338"/>
                <a:gd name="T18" fmla="*/ 19 w 485"/>
                <a:gd name="T19" fmla="*/ 172 h 338"/>
                <a:gd name="T20" fmla="*/ 41 w 485"/>
                <a:gd name="T21" fmla="*/ 186 h 338"/>
                <a:gd name="T22" fmla="*/ 41 w 485"/>
                <a:gd name="T23" fmla="*/ 246 h 338"/>
                <a:gd name="T24" fmla="*/ 107 w 485"/>
                <a:gd name="T25" fmla="*/ 229 h 338"/>
                <a:gd name="T26" fmla="*/ 143 w 485"/>
                <a:gd name="T27" fmla="*/ 211 h 338"/>
                <a:gd name="T28" fmla="*/ 229 w 485"/>
                <a:gd name="T29" fmla="*/ 251 h 338"/>
                <a:gd name="T30" fmla="*/ 282 w 485"/>
                <a:gd name="T31" fmla="*/ 274 h 338"/>
                <a:gd name="T32" fmla="*/ 294 w 485"/>
                <a:gd name="T33" fmla="*/ 287 h 338"/>
                <a:gd name="T34" fmla="*/ 299 w 485"/>
                <a:gd name="T35" fmla="*/ 316 h 338"/>
                <a:gd name="T36" fmla="*/ 349 w 485"/>
                <a:gd name="T37" fmla="*/ 338 h 338"/>
                <a:gd name="T38" fmla="*/ 423 w 485"/>
                <a:gd name="T39" fmla="*/ 257 h 338"/>
                <a:gd name="T40" fmla="*/ 472 w 485"/>
                <a:gd name="T41" fmla="*/ 257 h 338"/>
                <a:gd name="T42" fmla="*/ 480 w 485"/>
                <a:gd name="T43" fmla="*/ 223 h 338"/>
                <a:gd name="T44" fmla="*/ 485 w 485"/>
                <a:gd name="T45" fmla="*/ 210 h 338"/>
                <a:gd name="T46" fmla="*/ 469 w 485"/>
                <a:gd name="T47" fmla="*/ 188 h 338"/>
                <a:gd name="T48" fmla="*/ 433 w 485"/>
                <a:gd name="T49" fmla="*/ 175 h 338"/>
                <a:gd name="T50" fmla="*/ 431 w 485"/>
                <a:gd name="T51" fmla="*/ 158 h 338"/>
                <a:gd name="T52" fmla="*/ 379 w 485"/>
                <a:gd name="T53" fmla="*/ 145 h 338"/>
                <a:gd name="T54" fmla="*/ 349 w 485"/>
                <a:gd name="T55" fmla="*/ 115 h 338"/>
                <a:gd name="T56" fmla="*/ 338 w 485"/>
                <a:gd name="T57" fmla="*/ 96 h 338"/>
                <a:gd name="T58" fmla="*/ 313 w 485"/>
                <a:gd name="T59" fmla="*/ 77 h 338"/>
                <a:gd name="T60" fmla="*/ 297 w 485"/>
                <a:gd name="T61" fmla="*/ 87 h 338"/>
                <a:gd name="T62" fmla="*/ 288 w 485"/>
                <a:gd name="T63" fmla="*/ 96 h 338"/>
                <a:gd name="T64" fmla="*/ 271 w 485"/>
                <a:gd name="T65" fmla="*/ 93 h 338"/>
                <a:gd name="T66" fmla="*/ 256 w 485"/>
                <a:gd name="T67" fmla="*/ 66 h 338"/>
                <a:gd name="T68" fmla="*/ 255 w 485"/>
                <a:gd name="T69" fmla="*/ 49 h 338"/>
                <a:gd name="T70" fmla="*/ 238 w 485"/>
                <a:gd name="T71" fmla="*/ 43 h 338"/>
                <a:gd name="T72" fmla="*/ 234 w 485"/>
                <a:gd name="T73" fmla="*/ 27 h 338"/>
                <a:gd name="T74" fmla="*/ 212 w 485"/>
                <a:gd name="T75" fmla="*/ 14 h 338"/>
                <a:gd name="T76" fmla="*/ 196 w 485"/>
                <a:gd name="T77" fmla="*/ 14 h 338"/>
                <a:gd name="T78" fmla="*/ 186 w 485"/>
                <a:gd name="T79" fmla="*/ 0 h 338"/>
                <a:gd name="T80" fmla="*/ 169 w 485"/>
                <a:gd name="T81" fmla="*/ 8 h 338"/>
                <a:gd name="T82" fmla="*/ 175 w 485"/>
                <a:gd name="T83" fmla="*/ 27 h 338"/>
                <a:gd name="T84" fmla="*/ 167 w 485"/>
                <a:gd name="T85" fmla="*/ 24 h 338"/>
                <a:gd name="T86" fmla="*/ 154 w 485"/>
                <a:gd name="T87" fmla="*/ 20 h 338"/>
                <a:gd name="T88" fmla="*/ 143 w 485"/>
                <a:gd name="T89" fmla="*/ 49 h 338"/>
                <a:gd name="T90" fmla="*/ 125 w 485"/>
                <a:gd name="T91" fmla="*/ 52 h 338"/>
                <a:gd name="T92" fmla="*/ 107 w 485"/>
                <a:gd name="T93" fmla="*/ 48 h 338"/>
                <a:gd name="T94" fmla="*/ 91 w 485"/>
                <a:gd name="T95" fmla="*/ 62 h 338"/>
                <a:gd name="T96" fmla="*/ 76 w 485"/>
                <a:gd name="T97" fmla="*/ 49 h 338"/>
                <a:gd name="T98" fmla="*/ 53 w 485"/>
                <a:gd name="T99" fmla="*/ 36 h 338"/>
                <a:gd name="T100" fmla="*/ 0 w 485"/>
                <a:gd name="T101" fmla="*/ 4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5" h="338">
                  <a:moveTo>
                    <a:pt x="0" y="49"/>
                  </a:moveTo>
                  <a:lnTo>
                    <a:pt x="3" y="93"/>
                  </a:lnTo>
                  <a:lnTo>
                    <a:pt x="31" y="66"/>
                  </a:lnTo>
                  <a:lnTo>
                    <a:pt x="66" y="101"/>
                  </a:lnTo>
                  <a:lnTo>
                    <a:pt x="50" y="121"/>
                  </a:lnTo>
                  <a:lnTo>
                    <a:pt x="6" y="102"/>
                  </a:lnTo>
                  <a:lnTo>
                    <a:pt x="2" y="132"/>
                  </a:lnTo>
                  <a:lnTo>
                    <a:pt x="6" y="150"/>
                  </a:lnTo>
                  <a:lnTo>
                    <a:pt x="31" y="153"/>
                  </a:lnTo>
                  <a:lnTo>
                    <a:pt x="19" y="172"/>
                  </a:lnTo>
                  <a:lnTo>
                    <a:pt x="41" y="186"/>
                  </a:lnTo>
                  <a:lnTo>
                    <a:pt x="41" y="246"/>
                  </a:lnTo>
                  <a:lnTo>
                    <a:pt x="107" y="229"/>
                  </a:lnTo>
                  <a:lnTo>
                    <a:pt x="143" y="211"/>
                  </a:lnTo>
                  <a:lnTo>
                    <a:pt x="229" y="251"/>
                  </a:lnTo>
                  <a:lnTo>
                    <a:pt x="282" y="274"/>
                  </a:lnTo>
                  <a:lnTo>
                    <a:pt x="294" y="287"/>
                  </a:lnTo>
                  <a:lnTo>
                    <a:pt x="299" y="316"/>
                  </a:lnTo>
                  <a:lnTo>
                    <a:pt x="349" y="338"/>
                  </a:lnTo>
                  <a:lnTo>
                    <a:pt x="423" y="257"/>
                  </a:lnTo>
                  <a:lnTo>
                    <a:pt x="472" y="257"/>
                  </a:lnTo>
                  <a:lnTo>
                    <a:pt x="480" y="223"/>
                  </a:lnTo>
                  <a:lnTo>
                    <a:pt x="485" y="210"/>
                  </a:lnTo>
                  <a:lnTo>
                    <a:pt x="469" y="188"/>
                  </a:lnTo>
                  <a:lnTo>
                    <a:pt x="433" y="175"/>
                  </a:lnTo>
                  <a:lnTo>
                    <a:pt x="431" y="158"/>
                  </a:lnTo>
                  <a:lnTo>
                    <a:pt x="379" y="145"/>
                  </a:lnTo>
                  <a:lnTo>
                    <a:pt x="349" y="115"/>
                  </a:lnTo>
                  <a:lnTo>
                    <a:pt x="338" y="96"/>
                  </a:lnTo>
                  <a:lnTo>
                    <a:pt x="313" y="77"/>
                  </a:lnTo>
                  <a:lnTo>
                    <a:pt x="297" y="87"/>
                  </a:lnTo>
                  <a:lnTo>
                    <a:pt x="288" y="96"/>
                  </a:lnTo>
                  <a:lnTo>
                    <a:pt x="271" y="93"/>
                  </a:lnTo>
                  <a:lnTo>
                    <a:pt x="256" y="66"/>
                  </a:lnTo>
                  <a:lnTo>
                    <a:pt x="255" y="49"/>
                  </a:lnTo>
                  <a:lnTo>
                    <a:pt x="238" y="43"/>
                  </a:lnTo>
                  <a:lnTo>
                    <a:pt x="234" y="27"/>
                  </a:lnTo>
                  <a:lnTo>
                    <a:pt x="212" y="14"/>
                  </a:lnTo>
                  <a:lnTo>
                    <a:pt x="196" y="14"/>
                  </a:lnTo>
                  <a:lnTo>
                    <a:pt x="186" y="0"/>
                  </a:lnTo>
                  <a:lnTo>
                    <a:pt x="169" y="8"/>
                  </a:lnTo>
                  <a:lnTo>
                    <a:pt x="175" y="27"/>
                  </a:lnTo>
                  <a:lnTo>
                    <a:pt x="167" y="24"/>
                  </a:lnTo>
                  <a:lnTo>
                    <a:pt x="154" y="20"/>
                  </a:lnTo>
                  <a:lnTo>
                    <a:pt x="143" y="49"/>
                  </a:lnTo>
                  <a:lnTo>
                    <a:pt x="125" y="52"/>
                  </a:lnTo>
                  <a:lnTo>
                    <a:pt x="107" y="48"/>
                  </a:lnTo>
                  <a:lnTo>
                    <a:pt x="91" y="62"/>
                  </a:lnTo>
                  <a:lnTo>
                    <a:pt x="76" y="49"/>
                  </a:lnTo>
                  <a:lnTo>
                    <a:pt x="53" y="36"/>
                  </a:lnTo>
                  <a:lnTo>
                    <a:pt x="0" y="49"/>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73" name="Freeform 245">
              <a:extLst>
                <a:ext uri="{FF2B5EF4-FFF2-40B4-BE49-F238E27FC236}">
                  <a16:creationId xmlns:a16="http://schemas.microsoft.com/office/drawing/2014/main" id="{63F35800-D537-B590-51A2-5EA00E1EA3BE}"/>
                </a:ext>
              </a:extLst>
            </p:cNvPr>
            <p:cNvSpPr>
              <a:spLocks noChangeAspect="1"/>
            </p:cNvSpPr>
            <p:nvPr/>
          </p:nvSpPr>
          <p:spPr bwMode="gray">
            <a:xfrm>
              <a:off x="3797" y="1977"/>
              <a:ext cx="177" cy="88"/>
            </a:xfrm>
            <a:custGeom>
              <a:avLst/>
              <a:gdLst>
                <a:gd name="T0" fmla="*/ 103 w 405"/>
                <a:gd name="T1" fmla="*/ 122 h 172"/>
                <a:gd name="T2" fmla="*/ 74 w 405"/>
                <a:gd name="T3" fmla="*/ 122 h 172"/>
                <a:gd name="T4" fmla="*/ 15 w 405"/>
                <a:gd name="T5" fmla="*/ 129 h 172"/>
                <a:gd name="T6" fmla="*/ 0 w 405"/>
                <a:gd name="T7" fmla="*/ 148 h 172"/>
                <a:gd name="T8" fmla="*/ 15 w 405"/>
                <a:gd name="T9" fmla="*/ 156 h 172"/>
                <a:gd name="T10" fmla="*/ 27 w 405"/>
                <a:gd name="T11" fmla="*/ 162 h 172"/>
                <a:gd name="T12" fmla="*/ 109 w 405"/>
                <a:gd name="T13" fmla="*/ 161 h 172"/>
                <a:gd name="T14" fmla="*/ 163 w 405"/>
                <a:gd name="T15" fmla="*/ 161 h 172"/>
                <a:gd name="T16" fmla="*/ 187 w 405"/>
                <a:gd name="T17" fmla="*/ 172 h 172"/>
                <a:gd name="T18" fmla="*/ 196 w 405"/>
                <a:gd name="T19" fmla="*/ 150 h 172"/>
                <a:gd name="T20" fmla="*/ 219 w 405"/>
                <a:gd name="T21" fmla="*/ 148 h 172"/>
                <a:gd name="T22" fmla="*/ 252 w 405"/>
                <a:gd name="T23" fmla="*/ 140 h 172"/>
                <a:gd name="T24" fmla="*/ 280 w 405"/>
                <a:gd name="T25" fmla="*/ 135 h 172"/>
                <a:gd name="T26" fmla="*/ 332 w 405"/>
                <a:gd name="T27" fmla="*/ 106 h 172"/>
                <a:gd name="T28" fmla="*/ 387 w 405"/>
                <a:gd name="T29" fmla="*/ 79 h 172"/>
                <a:gd name="T30" fmla="*/ 405 w 405"/>
                <a:gd name="T31" fmla="*/ 65 h 172"/>
                <a:gd name="T32" fmla="*/ 398 w 405"/>
                <a:gd name="T33" fmla="*/ 39 h 172"/>
                <a:gd name="T34" fmla="*/ 372 w 405"/>
                <a:gd name="T35" fmla="*/ 39 h 172"/>
                <a:gd name="T36" fmla="*/ 346 w 405"/>
                <a:gd name="T37" fmla="*/ 27 h 172"/>
                <a:gd name="T38" fmla="*/ 320 w 405"/>
                <a:gd name="T39" fmla="*/ 17 h 172"/>
                <a:gd name="T40" fmla="*/ 251 w 405"/>
                <a:gd name="T41" fmla="*/ 11 h 172"/>
                <a:gd name="T42" fmla="*/ 167 w 405"/>
                <a:gd name="T43" fmla="*/ 0 h 172"/>
                <a:gd name="T44" fmla="*/ 150 w 405"/>
                <a:gd name="T45" fmla="*/ 3 h 172"/>
                <a:gd name="T46" fmla="*/ 154 w 405"/>
                <a:gd name="T47" fmla="*/ 17 h 172"/>
                <a:gd name="T48" fmla="*/ 165 w 405"/>
                <a:gd name="T49" fmla="*/ 30 h 172"/>
                <a:gd name="T50" fmla="*/ 141 w 405"/>
                <a:gd name="T51" fmla="*/ 34 h 172"/>
                <a:gd name="T52" fmla="*/ 134 w 405"/>
                <a:gd name="T53" fmla="*/ 25 h 172"/>
                <a:gd name="T54" fmla="*/ 107 w 405"/>
                <a:gd name="T55" fmla="*/ 22 h 172"/>
                <a:gd name="T56" fmla="*/ 69 w 405"/>
                <a:gd name="T57" fmla="*/ 25 h 172"/>
                <a:gd name="T58" fmla="*/ 86 w 405"/>
                <a:gd name="T59" fmla="*/ 34 h 172"/>
                <a:gd name="T60" fmla="*/ 90 w 405"/>
                <a:gd name="T61" fmla="*/ 44 h 172"/>
                <a:gd name="T62" fmla="*/ 77 w 405"/>
                <a:gd name="T63" fmla="*/ 55 h 172"/>
                <a:gd name="T64" fmla="*/ 77 w 405"/>
                <a:gd name="T65" fmla="*/ 73 h 172"/>
                <a:gd name="T66" fmla="*/ 92 w 405"/>
                <a:gd name="T67" fmla="*/ 85 h 172"/>
                <a:gd name="T68" fmla="*/ 141 w 405"/>
                <a:gd name="T69" fmla="*/ 85 h 172"/>
                <a:gd name="T70" fmla="*/ 158 w 405"/>
                <a:gd name="T71" fmla="*/ 83 h 172"/>
                <a:gd name="T72" fmla="*/ 174 w 405"/>
                <a:gd name="T73" fmla="*/ 99 h 172"/>
                <a:gd name="T74" fmla="*/ 156 w 405"/>
                <a:gd name="T75" fmla="*/ 120 h 172"/>
                <a:gd name="T76" fmla="*/ 139 w 405"/>
                <a:gd name="T77" fmla="*/ 120 h 172"/>
                <a:gd name="T78" fmla="*/ 121 w 405"/>
                <a:gd name="T79" fmla="*/ 118 h 172"/>
                <a:gd name="T80" fmla="*/ 113 w 405"/>
                <a:gd name="T81" fmla="*/ 120 h 172"/>
                <a:gd name="T82" fmla="*/ 103 w 405"/>
                <a:gd name="T83" fmla="*/ 12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5" h="172">
                  <a:moveTo>
                    <a:pt x="103" y="122"/>
                  </a:moveTo>
                  <a:lnTo>
                    <a:pt x="74" y="122"/>
                  </a:lnTo>
                  <a:lnTo>
                    <a:pt x="15" y="129"/>
                  </a:lnTo>
                  <a:lnTo>
                    <a:pt x="0" y="148"/>
                  </a:lnTo>
                  <a:lnTo>
                    <a:pt x="15" y="156"/>
                  </a:lnTo>
                  <a:lnTo>
                    <a:pt x="27" y="162"/>
                  </a:lnTo>
                  <a:lnTo>
                    <a:pt x="109" y="161"/>
                  </a:lnTo>
                  <a:lnTo>
                    <a:pt x="163" y="161"/>
                  </a:lnTo>
                  <a:lnTo>
                    <a:pt x="187" y="172"/>
                  </a:lnTo>
                  <a:lnTo>
                    <a:pt x="196" y="150"/>
                  </a:lnTo>
                  <a:lnTo>
                    <a:pt x="219" y="148"/>
                  </a:lnTo>
                  <a:lnTo>
                    <a:pt x="252" y="140"/>
                  </a:lnTo>
                  <a:lnTo>
                    <a:pt x="280" y="135"/>
                  </a:lnTo>
                  <a:lnTo>
                    <a:pt x="332" y="106"/>
                  </a:lnTo>
                  <a:lnTo>
                    <a:pt x="387" y="79"/>
                  </a:lnTo>
                  <a:lnTo>
                    <a:pt x="405" y="65"/>
                  </a:lnTo>
                  <a:lnTo>
                    <a:pt x="398" y="39"/>
                  </a:lnTo>
                  <a:lnTo>
                    <a:pt x="372" y="39"/>
                  </a:lnTo>
                  <a:lnTo>
                    <a:pt x="346" y="27"/>
                  </a:lnTo>
                  <a:lnTo>
                    <a:pt x="320" y="17"/>
                  </a:lnTo>
                  <a:lnTo>
                    <a:pt x="251" y="11"/>
                  </a:lnTo>
                  <a:lnTo>
                    <a:pt x="167" y="0"/>
                  </a:lnTo>
                  <a:lnTo>
                    <a:pt x="150" y="3"/>
                  </a:lnTo>
                  <a:lnTo>
                    <a:pt x="154" y="17"/>
                  </a:lnTo>
                  <a:lnTo>
                    <a:pt x="165" y="30"/>
                  </a:lnTo>
                  <a:lnTo>
                    <a:pt x="141" y="34"/>
                  </a:lnTo>
                  <a:lnTo>
                    <a:pt x="134" y="25"/>
                  </a:lnTo>
                  <a:lnTo>
                    <a:pt x="107" y="22"/>
                  </a:lnTo>
                  <a:lnTo>
                    <a:pt x="69" y="25"/>
                  </a:lnTo>
                  <a:lnTo>
                    <a:pt x="86" y="34"/>
                  </a:lnTo>
                  <a:lnTo>
                    <a:pt x="90" y="44"/>
                  </a:lnTo>
                  <a:lnTo>
                    <a:pt x="77" y="55"/>
                  </a:lnTo>
                  <a:lnTo>
                    <a:pt x="77" y="73"/>
                  </a:lnTo>
                  <a:lnTo>
                    <a:pt x="92" y="85"/>
                  </a:lnTo>
                  <a:lnTo>
                    <a:pt x="141" y="85"/>
                  </a:lnTo>
                  <a:lnTo>
                    <a:pt x="158" y="83"/>
                  </a:lnTo>
                  <a:lnTo>
                    <a:pt x="174" y="99"/>
                  </a:lnTo>
                  <a:lnTo>
                    <a:pt x="156" y="120"/>
                  </a:lnTo>
                  <a:lnTo>
                    <a:pt x="139" y="120"/>
                  </a:lnTo>
                  <a:lnTo>
                    <a:pt x="121" y="118"/>
                  </a:lnTo>
                  <a:lnTo>
                    <a:pt x="113" y="120"/>
                  </a:lnTo>
                  <a:lnTo>
                    <a:pt x="103" y="122"/>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65974" name="Freeform 246">
              <a:extLst>
                <a:ext uri="{FF2B5EF4-FFF2-40B4-BE49-F238E27FC236}">
                  <a16:creationId xmlns:a16="http://schemas.microsoft.com/office/drawing/2014/main" id="{C7BA61DB-94F4-8A77-988C-C7D6D0630228}"/>
                </a:ext>
              </a:extLst>
            </p:cNvPr>
            <p:cNvSpPr>
              <a:spLocks noChangeAspect="1"/>
            </p:cNvSpPr>
            <p:nvPr/>
          </p:nvSpPr>
          <p:spPr bwMode="gray">
            <a:xfrm>
              <a:off x="3774" y="2023"/>
              <a:ext cx="107" cy="91"/>
            </a:xfrm>
            <a:custGeom>
              <a:avLst/>
              <a:gdLst>
                <a:gd name="T0" fmla="*/ 0 w 256"/>
                <a:gd name="T1" fmla="*/ 151 h 178"/>
                <a:gd name="T2" fmla="*/ 2 w 256"/>
                <a:gd name="T3" fmla="*/ 159 h 178"/>
                <a:gd name="T4" fmla="*/ 20 w 256"/>
                <a:gd name="T5" fmla="*/ 161 h 178"/>
                <a:gd name="T6" fmla="*/ 67 w 256"/>
                <a:gd name="T7" fmla="*/ 162 h 178"/>
                <a:gd name="T8" fmla="*/ 121 w 256"/>
                <a:gd name="T9" fmla="*/ 106 h 178"/>
                <a:gd name="T10" fmla="*/ 134 w 256"/>
                <a:gd name="T11" fmla="*/ 143 h 178"/>
                <a:gd name="T12" fmla="*/ 149 w 256"/>
                <a:gd name="T13" fmla="*/ 178 h 178"/>
                <a:gd name="T14" fmla="*/ 182 w 256"/>
                <a:gd name="T15" fmla="*/ 164 h 178"/>
                <a:gd name="T16" fmla="*/ 219 w 256"/>
                <a:gd name="T17" fmla="*/ 150 h 178"/>
                <a:gd name="T18" fmla="*/ 254 w 256"/>
                <a:gd name="T19" fmla="*/ 161 h 178"/>
                <a:gd name="T20" fmla="*/ 256 w 256"/>
                <a:gd name="T21" fmla="*/ 109 h 178"/>
                <a:gd name="T22" fmla="*/ 231 w 256"/>
                <a:gd name="T23" fmla="*/ 98 h 178"/>
                <a:gd name="T24" fmla="*/ 216 w 256"/>
                <a:gd name="T25" fmla="*/ 100 h 178"/>
                <a:gd name="T26" fmla="*/ 227 w 256"/>
                <a:gd name="T27" fmla="*/ 67 h 178"/>
                <a:gd name="T28" fmla="*/ 197 w 256"/>
                <a:gd name="T29" fmla="*/ 60 h 178"/>
                <a:gd name="T30" fmla="*/ 171 w 256"/>
                <a:gd name="T31" fmla="*/ 57 h 178"/>
                <a:gd name="T32" fmla="*/ 135 w 256"/>
                <a:gd name="T33" fmla="*/ 57 h 178"/>
                <a:gd name="T34" fmla="*/ 106 w 256"/>
                <a:gd name="T35" fmla="*/ 57 h 178"/>
                <a:gd name="T36" fmla="*/ 72 w 256"/>
                <a:gd name="T37" fmla="*/ 57 h 178"/>
                <a:gd name="T38" fmla="*/ 42 w 256"/>
                <a:gd name="T39" fmla="*/ 51 h 178"/>
                <a:gd name="T40" fmla="*/ 38 w 256"/>
                <a:gd name="T41" fmla="*/ 46 h 178"/>
                <a:gd name="T42" fmla="*/ 44 w 256"/>
                <a:gd name="T43" fmla="*/ 34 h 178"/>
                <a:gd name="T44" fmla="*/ 56 w 256"/>
                <a:gd name="T45" fmla="*/ 25 h 178"/>
                <a:gd name="T46" fmla="*/ 105 w 256"/>
                <a:gd name="T47" fmla="*/ 17 h 178"/>
                <a:gd name="T48" fmla="*/ 102 w 256"/>
                <a:gd name="T49" fmla="*/ 0 h 178"/>
                <a:gd name="T50" fmla="*/ 66 w 256"/>
                <a:gd name="T51" fmla="*/ 6 h 178"/>
                <a:gd name="T52" fmla="*/ 34 w 256"/>
                <a:gd name="T53" fmla="*/ 3 h 178"/>
                <a:gd name="T54" fmla="*/ 13 w 256"/>
                <a:gd name="T55" fmla="*/ 20 h 178"/>
                <a:gd name="T56" fmla="*/ 7 w 256"/>
                <a:gd name="T57" fmla="*/ 57 h 178"/>
                <a:gd name="T58" fmla="*/ 8 w 256"/>
                <a:gd name="T59" fmla="*/ 66 h 178"/>
                <a:gd name="T60" fmla="*/ 5 w 256"/>
                <a:gd name="T61" fmla="*/ 68 h 178"/>
                <a:gd name="T62" fmla="*/ 28 w 256"/>
                <a:gd name="T63" fmla="*/ 76 h 178"/>
                <a:gd name="T64" fmla="*/ 39 w 256"/>
                <a:gd name="T65" fmla="*/ 95 h 178"/>
                <a:gd name="T66" fmla="*/ 33 w 256"/>
                <a:gd name="T67" fmla="*/ 118 h 178"/>
                <a:gd name="T68" fmla="*/ 27 w 256"/>
                <a:gd name="T69" fmla="*/ 121 h 178"/>
                <a:gd name="T70" fmla="*/ 18 w 256"/>
                <a:gd name="T71" fmla="*/ 131 h 178"/>
                <a:gd name="T72" fmla="*/ 0 w 256"/>
                <a:gd name="T73" fmla="*/ 15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78">
                  <a:moveTo>
                    <a:pt x="0" y="151"/>
                  </a:moveTo>
                  <a:lnTo>
                    <a:pt x="2" y="159"/>
                  </a:lnTo>
                  <a:lnTo>
                    <a:pt x="20" y="161"/>
                  </a:lnTo>
                  <a:lnTo>
                    <a:pt x="67" y="162"/>
                  </a:lnTo>
                  <a:lnTo>
                    <a:pt x="121" y="106"/>
                  </a:lnTo>
                  <a:lnTo>
                    <a:pt x="134" y="143"/>
                  </a:lnTo>
                  <a:lnTo>
                    <a:pt x="149" y="178"/>
                  </a:lnTo>
                  <a:lnTo>
                    <a:pt x="182" y="164"/>
                  </a:lnTo>
                  <a:lnTo>
                    <a:pt x="219" y="150"/>
                  </a:lnTo>
                  <a:lnTo>
                    <a:pt x="254" y="161"/>
                  </a:lnTo>
                  <a:lnTo>
                    <a:pt x="256" y="109"/>
                  </a:lnTo>
                  <a:lnTo>
                    <a:pt x="231" y="98"/>
                  </a:lnTo>
                  <a:lnTo>
                    <a:pt x="216" y="100"/>
                  </a:lnTo>
                  <a:lnTo>
                    <a:pt x="227" y="67"/>
                  </a:lnTo>
                  <a:lnTo>
                    <a:pt x="197" y="60"/>
                  </a:lnTo>
                  <a:lnTo>
                    <a:pt x="171" y="57"/>
                  </a:lnTo>
                  <a:lnTo>
                    <a:pt x="135" y="57"/>
                  </a:lnTo>
                  <a:lnTo>
                    <a:pt x="106" y="57"/>
                  </a:lnTo>
                  <a:lnTo>
                    <a:pt x="72" y="57"/>
                  </a:lnTo>
                  <a:lnTo>
                    <a:pt x="42" y="51"/>
                  </a:lnTo>
                  <a:lnTo>
                    <a:pt x="38" y="46"/>
                  </a:lnTo>
                  <a:lnTo>
                    <a:pt x="44" y="34"/>
                  </a:lnTo>
                  <a:lnTo>
                    <a:pt x="56" y="25"/>
                  </a:lnTo>
                  <a:lnTo>
                    <a:pt x="105" y="17"/>
                  </a:lnTo>
                  <a:lnTo>
                    <a:pt x="102" y="0"/>
                  </a:lnTo>
                  <a:lnTo>
                    <a:pt x="66" y="6"/>
                  </a:lnTo>
                  <a:lnTo>
                    <a:pt x="34" y="3"/>
                  </a:lnTo>
                  <a:lnTo>
                    <a:pt x="13" y="20"/>
                  </a:lnTo>
                  <a:lnTo>
                    <a:pt x="7" y="57"/>
                  </a:lnTo>
                  <a:lnTo>
                    <a:pt x="8" y="66"/>
                  </a:lnTo>
                  <a:lnTo>
                    <a:pt x="5" y="68"/>
                  </a:lnTo>
                  <a:lnTo>
                    <a:pt x="28" y="76"/>
                  </a:lnTo>
                  <a:lnTo>
                    <a:pt x="39" y="95"/>
                  </a:lnTo>
                  <a:lnTo>
                    <a:pt x="33" y="118"/>
                  </a:lnTo>
                  <a:lnTo>
                    <a:pt x="27" y="121"/>
                  </a:lnTo>
                  <a:lnTo>
                    <a:pt x="18" y="131"/>
                  </a:lnTo>
                  <a:lnTo>
                    <a:pt x="0" y="151"/>
                  </a:lnTo>
                  <a:close/>
                </a:path>
              </a:pathLst>
            </a:custGeom>
            <a:solidFill>
              <a:schemeClr val="bg1"/>
            </a:solidFill>
            <a:ln w="1588" cap="flat" cmpd="sng">
              <a:solidFill>
                <a:schemeClr val="bg1"/>
              </a:solidFill>
              <a:prstDash val="solid"/>
              <a:round/>
              <a:headEnd type="none" w="med" len="med"/>
              <a:tailEnd type="none" w="med" len="med"/>
            </a:ln>
            <a:effectLst/>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401655" name="Oval 247">
              <a:extLst>
                <a:ext uri="{FF2B5EF4-FFF2-40B4-BE49-F238E27FC236}">
                  <a16:creationId xmlns:a16="http://schemas.microsoft.com/office/drawing/2014/main" id="{96C380A2-BF2D-6679-8BBD-F203BD8C1BDC}"/>
                </a:ext>
              </a:extLst>
            </p:cNvPr>
            <p:cNvSpPr>
              <a:spLocks noChangeArrowheads="1"/>
            </p:cNvSpPr>
            <p:nvPr/>
          </p:nvSpPr>
          <p:spPr bwMode="gray">
            <a:xfrm>
              <a:off x="4593" y="2818"/>
              <a:ext cx="95" cy="96"/>
            </a:xfrm>
            <a:prstGeom prst="ellipse">
              <a:avLst/>
            </a:prstGeom>
            <a:solidFill>
              <a:schemeClr val="bg1"/>
            </a:solidFill>
            <a:ln w="1588" algn="ctr">
              <a:solidFill>
                <a:schemeClr val="bg1"/>
              </a:solidFill>
              <a:round/>
              <a:headEnd/>
              <a:tailEnd/>
            </a:ln>
          </p:spPr>
          <p:txBody>
            <a:bodyPr/>
            <a:lstStyle>
              <a:lvl1pPr defTabSz="842963">
                <a:defRPr>
                  <a:solidFill>
                    <a:schemeClr val="tx1"/>
                  </a:solidFill>
                  <a:latin typeface="Arial" panose="020B0604020202020204" pitchFamily="34" charset="0"/>
                  <a:cs typeface="Arial" panose="020B0604020202020204" pitchFamily="34" charset="0"/>
                </a:defRPr>
              </a:lvl1pPr>
              <a:lvl2pPr marL="742950" indent="-285750" defTabSz="842963">
                <a:defRPr>
                  <a:solidFill>
                    <a:schemeClr val="tx1"/>
                  </a:solidFill>
                  <a:latin typeface="Arial" panose="020B0604020202020204" pitchFamily="34" charset="0"/>
                  <a:cs typeface="Arial" panose="020B0604020202020204" pitchFamily="34" charset="0"/>
                </a:defRPr>
              </a:lvl2pPr>
              <a:lvl3pPr marL="1143000" indent="-228600" defTabSz="842963">
                <a:defRPr>
                  <a:solidFill>
                    <a:schemeClr val="tx1"/>
                  </a:solidFill>
                  <a:latin typeface="Arial" panose="020B0604020202020204" pitchFamily="34" charset="0"/>
                  <a:cs typeface="Arial" panose="020B0604020202020204" pitchFamily="34" charset="0"/>
                </a:defRPr>
              </a:lvl3pPr>
              <a:lvl4pPr marL="1600200" indent="-228600" defTabSz="842963">
                <a:defRPr>
                  <a:solidFill>
                    <a:schemeClr val="tx1"/>
                  </a:solidFill>
                  <a:latin typeface="Arial" panose="020B0604020202020204" pitchFamily="34" charset="0"/>
                  <a:cs typeface="Arial" panose="020B0604020202020204" pitchFamily="34" charset="0"/>
                </a:defRPr>
              </a:lvl4pPr>
              <a:lvl5pPr marL="2057400" indent="-228600" defTabSz="842963">
                <a:defRPr>
                  <a:solidFill>
                    <a:schemeClr val="tx1"/>
                  </a:solidFill>
                  <a:latin typeface="Arial" panose="020B0604020202020204" pitchFamily="34" charset="0"/>
                  <a:cs typeface="Arial" panose="020B0604020202020204" pitchFamily="34" charset="0"/>
                </a:defRPr>
              </a:lvl5pPr>
              <a:lvl6pPr marL="2514600" indent="-228600" defTabSz="842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42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42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42963"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ct val="50000"/>
                </a:spcBef>
                <a:buFont typeface="Wingdings" pitchFamily="2" charset="2"/>
                <a:buNone/>
              </a:pPr>
              <a:endParaRPr lang="en-US" altLang="ko-KR" sz="1100">
                <a:solidFill>
                  <a:srgbClr val="091D5D"/>
                </a:solidFill>
                <a:latin typeface="Verdana" panose="020B0604030504040204" pitchFamily="34" charset="0"/>
                <a:ea typeface="굴림" panose="020B0600000101010101" pitchFamily="34" charset="-127"/>
              </a:endParaRPr>
            </a:p>
          </p:txBody>
        </p:sp>
      </p:grpSp>
      <p:sp>
        <p:nvSpPr>
          <p:cNvPr id="1865976" name="Text Box 248">
            <a:extLst>
              <a:ext uri="{FF2B5EF4-FFF2-40B4-BE49-F238E27FC236}">
                <a16:creationId xmlns:a16="http://schemas.microsoft.com/office/drawing/2014/main" id="{C9363006-F9F1-D6D7-3D74-DD7BA3C328F3}"/>
              </a:ext>
            </a:extLst>
          </p:cNvPr>
          <p:cNvSpPr txBox="1">
            <a:spLocks noChangeArrowheads="1"/>
          </p:cNvSpPr>
          <p:nvPr/>
        </p:nvSpPr>
        <p:spPr bwMode="auto">
          <a:xfrm>
            <a:off x="3271838" y="5715000"/>
            <a:ext cx="3035300" cy="290513"/>
          </a:xfrm>
          <a:prstGeom prst="rect">
            <a:avLst/>
          </a:prstGeom>
          <a:noFill/>
          <a:ln>
            <a:noFill/>
          </a:ln>
          <a:effectLst/>
        </p:spPr>
        <p:txBody>
          <a:bodyPr wrap="none">
            <a:spAutoFit/>
          </a:bodyPr>
          <a:lstStyle>
            <a:lvl1pPr>
              <a:spcBef>
                <a:spcPct val="0"/>
              </a:spcBef>
              <a:defRPr>
                <a:solidFill>
                  <a:schemeClr val="tx1"/>
                </a:solidFill>
                <a:latin typeface="Arial" panose="020B0604020202020204" pitchFamily="34" charset="0"/>
              </a:defRPr>
            </a:lvl1pPr>
            <a:lvl2pPr marL="571500">
              <a:spcBef>
                <a:spcPct val="0"/>
              </a:spcBef>
              <a:defRPr>
                <a:solidFill>
                  <a:schemeClr val="tx1"/>
                </a:solidFill>
                <a:latin typeface="Arial" panose="020B0604020202020204" pitchFamily="34" charset="0"/>
              </a:defRPr>
            </a:lvl2pPr>
            <a:lvl3pPr marL="1143000">
              <a:spcBef>
                <a:spcPct val="0"/>
              </a:spcBef>
              <a:defRPr>
                <a:solidFill>
                  <a:schemeClr val="tx1"/>
                </a:solidFill>
                <a:latin typeface="Arial" panose="020B0604020202020204" pitchFamily="34" charset="0"/>
              </a:defRPr>
            </a:lvl3pPr>
            <a:lvl4pPr marL="1714500">
              <a:spcBef>
                <a:spcPct val="0"/>
              </a:spcBef>
              <a:defRPr>
                <a:solidFill>
                  <a:schemeClr val="tx1"/>
                </a:solidFill>
                <a:latin typeface="Arial" panose="020B0604020202020204" pitchFamily="34" charset="0"/>
              </a:defRPr>
            </a:lvl4pPr>
            <a:lvl5pPr marL="2286000">
              <a:spcBef>
                <a:spcPct val="0"/>
              </a:spcBef>
              <a:defRPr>
                <a:solidFill>
                  <a:schemeClr val="tx1"/>
                </a:solidFill>
                <a:latin typeface="Arial" panose="020B0604020202020204" pitchFamily="34" charset="0"/>
              </a:defRPr>
            </a:lvl5pPr>
            <a:lvl6pPr marL="2743200" fontAlgn="base">
              <a:spcBef>
                <a:spcPct val="0"/>
              </a:spcBef>
              <a:spcAft>
                <a:spcPct val="0"/>
              </a:spcAft>
              <a:defRPr>
                <a:solidFill>
                  <a:schemeClr val="tx1"/>
                </a:solidFill>
                <a:latin typeface="Arial" panose="020B0604020202020204" pitchFamily="34" charset="0"/>
              </a:defRPr>
            </a:lvl6pPr>
            <a:lvl7pPr marL="3200400" fontAlgn="base">
              <a:spcBef>
                <a:spcPct val="0"/>
              </a:spcBef>
              <a:spcAft>
                <a:spcPct val="0"/>
              </a:spcAft>
              <a:defRPr>
                <a:solidFill>
                  <a:schemeClr val="tx1"/>
                </a:solidFill>
                <a:latin typeface="Arial" panose="020B0604020202020204" pitchFamily="34" charset="0"/>
              </a:defRPr>
            </a:lvl7pPr>
            <a:lvl8pPr marL="3657600" fontAlgn="base">
              <a:spcBef>
                <a:spcPct val="0"/>
              </a:spcBef>
              <a:spcAft>
                <a:spcPct val="0"/>
              </a:spcAft>
              <a:defRPr>
                <a:solidFill>
                  <a:schemeClr val="tx1"/>
                </a:solidFill>
                <a:latin typeface="Arial" panose="020B0604020202020204" pitchFamily="34" charset="0"/>
              </a:defRPr>
            </a:lvl8pPr>
            <a:lvl9pPr marL="4114800" fontAlgn="base">
              <a:spcBef>
                <a:spcPct val="0"/>
              </a:spcBef>
              <a:spcAft>
                <a:spcPct val="0"/>
              </a:spcAft>
              <a:defRPr>
                <a:solidFill>
                  <a:schemeClr val="tx1"/>
                </a:solidFill>
                <a:latin typeface="Arial" panose="020B0604020202020204" pitchFamily="34" charset="0"/>
              </a:defRPr>
            </a:lvl9pPr>
          </a:lstStyle>
          <a:p>
            <a:pPr defTabSz="844083">
              <a:buFont typeface="Wingdings" panose="05000000000000000000" pitchFamily="2" charset="2"/>
              <a:buNone/>
              <a:defRPr/>
            </a:pPr>
            <a:r>
              <a:rPr lang="en-GB" altLang="ko-KR" sz="1292" b="1">
                <a:solidFill>
                  <a:srgbClr val="A13D3A"/>
                </a:solidFill>
                <a:latin typeface="Verdana" panose="020B0604030504040204" pitchFamily="34" charset="0"/>
                <a:cs typeface="+mn-cs"/>
              </a:rPr>
              <a:t>[ ungroup to select countries ]</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 name="슬라이드 번호 개체 틀 3">
            <a:extLst>
              <a:ext uri="{FF2B5EF4-FFF2-40B4-BE49-F238E27FC236}">
                <a16:creationId xmlns:a16="http://schemas.microsoft.com/office/drawing/2014/main" id="{756395A1-3B43-8E7F-59BE-CC38F000576A}"/>
              </a:ext>
            </a:extLst>
          </p:cNvPr>
          <p:cNvSpPr>
            <a:spLocks noGrp="1"/>
          </p:cNvSpPr>
          <p:nvPr>
            <p:ph type="sldNum" sz="quarter" idx="10"/>
          </p:nvPr>
        </p:nvSpPr>
        <p:spPr/>
        <p:txBody>
          <a:bodyPr/>
          <a:lstStyle/>
          <a:p>
            <a:pPr algn="l" defTabSz="844083">
              <a:defRPr/>
            </a:pPr>
            <a:fld id="{25801FE6-2B59-D14E-BE72-72A991EC113A}" type="slidenum">
              <a:rPr lang="en-GB" altLang="en-GB">
                <a:solidFill>
                  <a:srgbClr val="091D5D"/>
                </a:solidFill>
                <a:latin typeface="Verdana" panose="020B0604030504040204" pitchFamily="34" charset="0"/>
                <a:cs typeface="+mn-cs"/>
              </a:rPr>
              <a:pPr algn="l" defTabSz="844083">
                <a:defRPr/>
              </a:pPr>
              <a:t>69</a:t>
            </a:fld>
            <a:endParaRPr lang="en-GB" altLang="en-GB">
              <a:solidFill>
                <a:srgbClr val="091D5D"/>
              </a:solidFill>
              <a:latin typeface="Verdana" panose="020B0604030504040204" pitchFamily="34" charset="0"/>
              <a:cs typeface="+mn-cs"/>
            </a:endParaRPr>
          </a:p>
        </p:txBody>
      </p:sp>
      <p:grpSp>
        <p:nvGrpSpPr>
          <p:cNvPr id="407554" name="Group 2">
            <a:extLst>
              <a:ext uri="{FF2B5EF4-FFF2-40B4-BE49-F238E27FC236}">
                <a16:creationId xmlns:a16="http://schemas.microsoft.com/office/drawing/2014/main" id="{32ACAF9A-B567-655B-D043-F065B6A6C60C}"/>
              </a:ext>
            </a:extLst>
          </p:cNvPr>
          <p:cNvGrpSpPr>
            <a:grpSpLocks/>
          </p:cNvGrpSpPr>
          <p:nvPr/>
        </p:nvGrpSpPr>
        <p:grpSpPr bwMode="auto">
          <a:xfrm>
            <a:off x="2555875" y="1701800"/>
            <a:ext cx="3397250" cy="4244975"/>
            <a:chOff x="1094" y="952"/>
            <a:chExt cx="2140" cy="2897"/>
          </a:xfrm>
        </p:grpSpPr>
        <p:sp>
          <p:nvSpPr>
            <p:cNvPr id="1872899" name="Freeform 3">
              <a:extLst>
                <a:ext uri="{FF2B5EF4-FFF2-40B4-BE49-F238E27FC236}">
                  <a16:creationId xmlns:a16="http://schemas.microsoft.com/office/drawing/2014/main" id="{CB361732-FCC0-EF7C-5DF6-4320476A5DF5}"/>
                </a:ext>
              </a:extLst>
            </p:cNvPr>
            <p:cNvSpPr>
              <a:spLocks noChangeAspect="1"/>
            </p:cNvSpPr>
            <p:nvPr/>
          </p:nvSpPr>
          <p:spPr bwMode="auto">
            <a:xfrm>
              <a:off x="2254" y="952"/>
              <a:ext cx="866" cy="1061"/>
            </a:xfrm>
            <a:custGeom>
              <a:avLst/>
              <a:gdLst>
                <a:gd name="T0" fmla="*/ 810 w 1030"/>
                <a:gd name="T1" fmla="*/ 218 h 1165"/>
                <a:gd name="T2" fmla="*/ 889 w 1030"/>
                <a:gd name="T3" fmla="*/ 115 h 1165"/>
                <a:gd name="T4" fmla="*/ 981 w 1030"/>
                <a:gd name="T5" fmla="*/ 157 h 1165"/>
                <a:gd name="T6" fmla="*/ 956 w 1030"/>
                <a:gd name="T7" fmla="*/ 81 h 1165"/>
                <a:gd name="T8" fmla="*/ 970 w 1030"/>
                <a:gd name="T9" fmla="*/ 34 h 1165"/>
                <a:gd name="T10" fmla="*/ 936 w 1030"/>
                <a:gd name="T11" fmla="*/ 22 h 1165"/>
                <a:gd name="T12" fmla="*/ 895 w 1030"/>
                <a:gd name="T13" fmla="*/ 25 h 1165"/>
                <a:gd name="T14" fmla="*/ 886 w 1030"/>
                <a:gd name="T15" fmla="*/ 31 h 1165"/>
                <a:gd name="T16" fmla="*/ 837 w 1030"/>
                <a:gd name="T17" fmla="*/ 92 h 1165"/>
                <a:gd name="T18" fmla="*/ 830 w 1030"/>
                <a:gd name="T19" fmla="*/ 27 h 1165"/>
                <a:gd name="T20" fmla="*/ 790 w 1030"/>
                <a:gd name="T21" fmla="*/ 81 h 1165"/>
                <a:gd name="T22" fmla="*/ 749 w 1030"/>
                <a:gd name="T23" fmla="*/ 90 h 1165"/>
                <a:gd name="T24" fmla="*/ 706 w 1030"/>
                <a:gd name="T25" fmla="*/ 126 h 1165"/>
                <a:gd name="T26" fmla="*/ 679 w 1030"/>
                <a:gd name="T27" fmla="*/ 146 h 1165"/>
                <a:gd name="T28" fmla="*/ 632 w 1030"/>
                <a:gd name="T29" fmla="*/ 160 h 1165"/>
                <a:gd name="T30" fmla="*/ 612 w 1030"/>
                <a:gd name="T31" fmla="*/ 153 h 1165"/>
                <a:gd name="T32" fmla="*/ 576 w 1030"/>
                <a:gd name="T33" fmla="*/ 193 h 1165"/>
                <a:gd name="T34" fmla="*/ 601 w 1030"/>
                <a:gd name="T35" fmla="*/ 227 h 1165"/>
                <a:gd name="T36" fmla="*/ 560 w 1030"/>
                <a:gd name="T37" fmla="*/ 256 h 1165"/>
                <a:gd name="T38" fmla="*/ 524 w 1030"/>
                <a:gd name="T39" fmla="*/ 277 h 1165"/>
                <a:gd name="T40" fmla="*/ 533 w 1030"/>
                <a:gd name="T41" fmla="*/ 319 h 1165"/>
                <a:gd name="T42" fmla="*/ 502 w 1030"/>
                <a:gd name="T43" fmla="*/ 333 h 1165"/>
                <a:gd name="T44" fmla="*/ 502 w 1030"/>
                <a:gd name="T45" fmla="*/ 362 h 1165"/>
                <a:gd name="T46" fmla="*/ 445 w 1030"/>
                <a:gd name="T47" fmla="*/ 403 h 1165"/>
                <a:gd name="T48" fmla="*/ 443 w 1030"/>
                <a:gd name="T49" fmla="*/ 443 h 1165"/>
                <a:gd name="T50" fmla="*/ 409 w 1030"/>
                <a:gd name="T51" fmla="*/ 497 h 1165"/>
                <a:gd name="T52" fmla="*/ 389 w 1030"/>
                <a:gd name="T53" fmla="*/ 542 h 1165"/>
                <a:gd name="T54" fmla="*/ 358 w 1030"/>
                <a:gd name="T55" fmla="*/ 576 h 1165"/>
                <a:gd name="T56" fmla="*/ 324 w 1030"/>
                <a:gd name="T57" fmla="*/ 592 h 1165"/>
                <a:gd name="T58" fmla="*/ 283 w 1030"/>
                <a:gd name="T59" fmla="*/ 641 h 1165"/>
                <a:gd name="T60" fmla="*/ 297 w 1030"/>
                <a:gd name="T61" fmla="*/ 677 h 1165"/>
                <a:gd name="T62" fmla="*/ 301 w 1030"/>
                <a:gd name="T63" fmla="*/ 679 h 1165"/>
                <a:gd name="T64" fmla="*/ 254 w 1030"/>
                <a:gd name="T65" fmla="*/ 673 h 1165"/>
                <a:gd name="T66" fmla="*/ 218 w 1030"/>
                <a:gd name="T67" fmla="*/ 704 h 1165"/>
                <a:gd name="T68" fmla="*/ 182 w 1030"/>
                <a:gd name="T69" fmla="*/ 718 h 1165"/>
                <a:gd name="T70" fmla="*/ 137 w 1030"/>
                <a:gd name="T71" fmla="*/ 724 h 1165"/>
                <a:gd name="T72" fmla="*/ 121 w 1030"/>
                <a:gd name="T73" fmla="*/ 738 h 1165"/>
                <a:gd name="T74" fmla="*/ 135 w 1030"/>
                <a:gd name="T75" fmla="*/ 776 h 1165"/>
                <a:gd name="T76" fmla="*/ 97 w 1030"/>
                <a:gd name="T77" fmla="*/ 785 h 1165"/>
                <a:gd name="T78" fmla="*/ 45 w 1030"/>
                <a:gd name="T79" fmla="*/ 785 h 1165"/>
                <a:gd name="T80" fmla="*/ 52 w 1030"/>
                <a:gd name="T81" fmla="*/ 799 h 1165"/>
                <a:gd name="T82" fmla="*/ 56 w 1030"/>
                <a:gd name="T83" fmla="*/ 835 h 1165"/>
                <a:gd name="T84" fmla="*/ 85 w 1030"/>
                <a:gd name="T85" fmla="*/ 871 h 1165"/>
                <a:gd name="T86" fmla="*/ 137 w 1030"/>
                <a:gd name="T87" fmla="*/ 873 h 1165"/>
                <a:gd name="T88" fmla="*/ 72 w 1030"/>
                <a:gd name="T89" fmla="*/ 871 h 1165"/>
                <a:gd name="T90" fmla="*/ 31 w 1030"/>
                <a:gd name="T91" fmla="*/ 900 h 1165"/>
                <a:gd name="T92" fmla="*/ 29 w 1030"/>
                <a:gd name="T93" fmla="*/ 927 h 1165"/>
                <a:gd name="T94" fmla="*/ 31 w 1030"/>
                <a:gd name="T95" fmla="*/ 961 h 1165"/>
                <a:gd name="T96" fmla="*/ 83 w 1030"/>
                <a:gd name="T97" fmla="*/ 947 h 1165"/>
                <a:gd name="T98" fmla="*/ 43 w 1030"/>
                <a:gd name="T99" fmla="*/ 985 h 1165"/>
                <a:gd name="T100" fmla="*/ 2 w 1030"/>
                <a:gd name="T101" fmla="*/ 1026 h 1165"/>
                <a:gd name="T102" fmla="*/ 54 w 1030"/>
                <a:gd name="T103" fmla="*/ 1012 h 1165"/>
                <a:gd name="T104" fmla="*/ 9 w 1030"/>
                <a:gd name="T105" fmla="*/ 1057 h 1165"/>
                <a:gd name="T106" fmla="*/ 54 w 1030"/>
                <a:gd name="T107" fmla="*/ 1154 h 1165"/>
                <a:gd name="T108" fmla="*/ 171 w 1030"/>
                <a:gd name="T109" fmla="*/ 1113 h 1165"/>
                <a:gd name="T110" fmla="*/ 238 w 1030"/>
                <a:gd name="T111" fmla="*/ 1057 h 1165"/>
                <a:gd name="T112" fmla="*/ 254 w 1030"/>
                <a:gd name="T113" fmla="*/ 1039 h 1165"/>
                <a:gd name="T114" fmla="*/ 297 w 1030"/>
                <a:gd name="T115" fmla="*/ 1062 h 1165"/>
                <a:gd name="T116" fmla="*/ 349 w 1030"/>
                <a:gd name="T117" fmla="*/ 895 h 1165"/>
                <a:gd name="T118" fmla="*/ 358 w 1030"/>
                <a:gd name="T119" fmla="*/ 704 h 1165"/>
                <a:gd name="T120" fmla="*/ 479 w 1030"/>
                <a:gd name="T121" fmla="*/ 479 h 1165"/>
                <a:gd name="T122" fmla="*/ 594 w 1030"/>
                <a:gd name="T123" fmla="*/ 279 h 1165"/>
                <a:gd name="T124" fmla="*/ 695 w 1030"/>
                <a:gd name="T125" fmla="*/ 22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0" h="1165">
                  <a:moveTo>
                    <a:pt x="706" y="200"/>
                  </a:moveTo>
                  <a:lnTo>
                    <a:pt x="727" y="187"/>
                  </a:lnTo>
                  <a:lnTo>
                    <a:pt x="736" y="187"/>
                  </a:lnTo>
                  <a:lnTo>
                    <a:pt x="740" y="202"/>
                  </a:lnTo>
                  <a:lnTo>
                    <a:pt x="751" y="216"/>
                  </a:lnTo>
                  <a:lnTo>
                    <a:pt x="760" y="227"/>
                  </a:lnTo>
                  <a:lnTo>
                    <a:pt x="765" y="234"/>
                  </a:lnTo>
                  <a:lnTo>
                    <a:pt x="767" y="232"/>
                  </a:lnTo>
                  <a:lnTo>
                    <a:pt x="776" y="234"/>
                  </a:lnTo>
                  <a:lnTo>
                    <a:pt x="781" y="241"/>
                  </a:lnTo>
                  <a:lnTo>
                    <a:pt x="785" y="236"/>
                  </a:lnTo>
                  <a:lnTo>
                    <a:pt x="785" y="234"/>
                  </a:lnTo>
                  <a:lnTo>
                    <a:pt x="790" y="232"/>
                  </a:lnTo>
                  <a:lnTo>
                    <a:pt x="794" y="229"/>
                  </a:lnTo>
                  <a:lnTo>
                    <a:pt x="805" y="220"/>
                  </a:lnTo>
                  <a:lnTo>
                    <a:pt x="810" y="218"/>
                  </a:lnTo>
                  <a:lnTo>
                    <a:pt x="817" y="220"/>
                  </a:lnTo>
                  <a:lnTo>
                    <a:pt x="821" y="223"/>
                  </a:lnTo>
                  <a:lnTo>
                    <a:pt x="830" y="229"/>
                  </a:lnTo>
                  <a:lnTo>
                    <a:pt x="839" y="234"/>
                  </a:lnTo>
                  <a:lnTo>
                    <a:pt x="846" y="241"/>
                  </a:lnTo>
                  <a:lnTo>
                    <a:pt x="853" y="218"/>
                  </a:lnTo>
                  <a:lnTo>
                    <a:pt x="862" y="209"/>
                  </a:lnTo>
                  <a:lnTo>
                    <a:pt x="868" y="202"/>
                  </a:lnTo>
                  <a:lnTo>
                    <a:pt x="873" y="191"/>
                  </a:lnTo>
                  <a:lnTo>
                    <a:pt x="873" y="184"/>
                  </a:lnTo>
                  <a:lnTo>
                    <a:pt x="866" y="157"/>
                  </a:lnTo>
                  <a:lnTo>
                    <a:pt x="866" y="148"/>
                  </a:lnTo>
                  <a:lnTo>
                    <a:pt x="868" y="137"/>
                  </a:lnTo>
                  <a:lnTo>
                    <a:pt x="873" y="135"/>
                  </a:lnTo>
                  <a:lnTo>
                    <a:pt x="882" y="119"/>
                  </a:lnTo>
                  <a:lnTo>
                    <a:pt x="889" y="115"/>
                  </a:lnTo>
                  <a:lnTo>
                    <a:pt x="900" y="110"/>
                  </a:lnTo>
                  <a:lnTo>
                    <a:pt x="907" y="108"/>
                  </a:lnTo>
                  <a:lnTo>
                    <a:pt x="909" y="106"/>
                  </a:lnTo>
                  <a:lnTo>
                    <a:pt x="925" y="92"/>
                  </a:lnTo>
                  <a:lnTo>
                    <a:pt x="929" y="115"/>
                  </a:lnTo>
                  <a:lnTo>
                    <a:pt x="931" y="117"/>
                  </a:lnTo>
                  <a:lnTo>
                    <a:pt x="956" y="117"/>
                  </a:lnTo>
                  <a:lnTo>
                    <a:pt x="958" y="119"/>
                  </a:lnTo>
                  <a:lnTo>
                    <a:pt x="963" y="126"/>
                  </a:lnTo>
                  <a:lnTo>
                    <a:pt x="970" y="133"/>
                  </a:lnTo>
                  <a:lnTo>
                    <a:pt x="972" y="135"/>
                  </a:lnTo>
                  <a:lnTo>
                    <a:pt x="974" y="148"/>
                  </a:lnTo>
                  <a:lnTo>
                    <a:pt x="970" y="180"/>
                  </a:lnTo>
                  <a:lnTo>
                    <a:pt x="974" y="180"/>
                  </a:lnTo>
                  <a:lnTo>
                    <a:pt x="981" y="166"/>
                  </a:lnTo>
                  <a:lnTo>
                    <a:pt x="981" y="157"/>
                  </a:lnTo>
                  <a:lnTo>
                    <a:pt x="992" y="144"/>
                  </a:lnTo>
                  <a:lnTo>
                    <a:pt x="999" y="139"/>
                  </a:lnTo>
                  <a:lnTo>
                    <a:pt x="1008" y="137"/>
                  </a:lnTo>
                  <a:lnTo>
                    <a:pt x="1006" y="126"/>
                  </a:lnTo>
                  <a:lnTo>
                    <a:pt x="1006" y="119"/>
                  </a:lnTo>
                  <a:lnTo>
                    <a:pt x="1006" y="115"/>
                  </a:lnTo>
                  <a:lnTo>
                    <a:pt x="1003" y="110"/>
                  </a:lnTo>
                  <a:lnTo>
                    <a:pt x="999" y="115"/>
                  </a:lnTo>
                  <a:lnTo>
                    <a:pt x="988" y="117"/>
                  </a:lnTo>
                  <a:lnTo>
                    <a:pt x="992" y="103"/>
                  </a:lnTo>
                  <a:lnTo>
                    <a:pt x="985" y="101"/>
                  </a:lnTo>
                  <a:lnTo>
                    <a:pt x="985" y="92"/>
                  </a:lnTo>
                  <a:lnTo>
                    <a:pt x="979" y="92"/>
                  </a:lnTo>
                  <a:lnTo>
                    <a:pt x="970" y="90"/>
                  </a:lnTo>
                  <a:lnTo>
                    <a:pt x="961" y="88"/>
                  </a:lnTo>
                  <a:lnTo>
                    <a:pt x="956" y="81"/>
                  </a:lnTo>
                  <a:lnTo>
                    <a:pt x="963" y="81"/>
                  </a:lnTo>
                  <a:lnTo>
                    <a:pt x="974" y="81"/>
                  </a:lnTo>
                  <a:lnTo>
                    <a:pt x="992" y="88"/>
                  </a:lnTo>
                  <a:lnTo>
                    <a:pt x="1001" y="79"/>
                  </a:lnTo>
                  <a:lnTo>
                    <a:pt x="1006" y="67"/>
                  </a:lnTo>
                  <a:lnTo>
                    <a:pt x="1019" y="61"/>
                  </a:lnTo>
                  <a:lnTo>
                    <a:pt x="1030" y="52"/>
                  </a:lnTo>
                  <a:lnTo>
                    <a:pt x="1021" y="47"/>
                  </a:lnTo>
                  <a:lnTo>
                    <a:pt x="1008" y="40"/>
                  </a:lnTo>
                  <a:lnTo>
                    <a:pt x="992" y="45"/>
                  </a:lnTo>
                  <a:lnTo>
                    <a:pt x="999" y="38"/>
                  </a:lnTo>
                  <a:lnTo>
                    <a:pt x="992" y="27"/>
                  </a:lnTo>
                  <a:lnTo>
                    <a:pt x="981" y="36"/>
                  </a:lnTo>
                  <a:lnTo>
                    <a:pt x="981" y="34"/>
                  </a:lnTo>
                  <a:lnTo>
                    <a:pt x="979" y="27"/>
                  </a:lnTo>
                  <a:lnTo>
                    <a:pt x="970" y="34"/>
                  </a:lnTo>
                  <a:lnTo>
                    <a:pt x="965" y="27"/>
                  </a:lnTo>
                  <a:lnTo>
                    <a:pt x="961" y="20"/>
                  </a:lnTo>
                  <a:lnTo>
                    <a:pt x="956" y="20"/>
                  </a:lnTo>
                  <a:lnTo>
                    <a:pt x="949" y="25"/>
                  </a:lnTo>
                  <a:lnTo>
                    <a:pt x="943" y="38"/>
                  </a:lnTo>
                  <a:lnTo>
                    <a:pt x="943" y="61"/>
                  </a:lnTo>
                  <a:lnTo>
                    <a:pt x="938" y="63"/>
                  </a:lnTo>
                  <a:lnTo>
                    <a:pt x="936" y="63"/>
                  </a:lnTo>
                  <a:lnTo>
                    <a:pt x="931" y="61"/>
                  </a:lnTo>
                  <a:lnTo>
                    <a:pt x="925" y="54"/>
                  </a:lnTo>
                  <a:lnTo>
                    <a:pt x="934" y="40"/>
                  </a:lnTo>
                  <a:lnTo>
                    <a:pt x="934" y="38"/>
                  </a:lnTo>
                  <a:lnTo>
                    <a:pt x="918" y="45"/>
                  </a:lnTo>
                  <a:lnTo>
                    <a:pt x="925" y="34"/>
                  </a:lnTo>
                  <a:lnTo>
                    <a:pt x="925" y="27"/>
                  </a:lnTo>
                  <a:lnTo>
                    <a:pt x="936" y="22"/>
                  </a:lnTo>
                  <a:lnTo>
                    <a:pt x="938" y="11"/>
                  </a:lnTo>
                  <a:lnTo>
                    <a:pt x="929" y="11"/>
                  </a:lnTo>
                  <a:lnTo>
                    <a:pt x="929" y="7"/>
                  </a:lnTo>
                  <a:lnTo>
                    <a:pt x="931" y="4"/>
                  </a:lnTo>
                  <a:lnTo>
                    <a:pt x="925" y="0"/>
                  </a:lnTo>
                  <a:lnTo>
                    <a:pt x="920" y="7"/>
                  </a:lnTo>
                  <a:lnTo>
                    <a:pt x="916" y="9"/>
                  </a:lnTo>
                  <a:lnTo>
                    <a:pt x="911" y="7"/>
                  </a:lnTo>
                  <a:lnTo>
                    <a:pt x="909" y="4"/>
                  </a:lnTo>
                  <a:lnTo>
                    <a:pt x="902" y="7"/>
                  </a:lnTo>
                  <a:lnTo>
                    <a:pt x="904" y="11"/>
                  </a:lnTo>
                  <a:lnTo>
                    <a:pt x="907" y="13"/>
                  </a:lnTo>
                  <a:lnTo>
                    <a:pt x="900" y="11"/>
                  </a:lnTo>
                  <a:lnTo>
                    <a:pt x="900" y="20"/>
                  </a:lnTo>
                  <a:lnTo>
                    <a:pt x="891" y="20"/>
                  </a:lnTo>
                  <a:lnTo>
                    <a:pt x="895" y="25"/>
                  </a:lnTo>
                  <a:lnTo>
                    <a:pt x="902" y="22"/>
                  </a:lnTo>
                  <a:lnTo>
                    <a:pt x="907" y="27"/>
                  </a:lnTo>
                  <a:lnTo>
                    <a:pt x="902" y="34"/>
                  </a:lnTo>
                  <a:lnTo>
                    <a:pt x="902" y="38"/>
                  </a:lnTo>
                  <a:lnTo>
                    <a:pt x="900" y="40"/>
                  </a:lnTo>
                  <a:lnTo>
                    <a:pt x="900" y="49"/>
                  </a:lnTo>
                  <a:lnTo>
                    <a:pt x="900" y="54"/>
                  </a:lnTo>
                  <a:lnTo>
                    <a:pt x="895" y="56"/>
                  </a:lnTo>
                  <a:lnTo>
                    <a:pt x="889" y="61"/>
                  </a:lnTo>
                  <a:lnTo>
                    <a:pt x="886" y="65"/>
                  </a:lnTo>
                  <a:lnTo>
                    <a:pt x="882" y="63"/>
                  </a:lnTo>
                  <a:lnTo>
                    <a:pt x="882" y="54"/>
                  </a:lnTo>
                  <a:lnTo>
                    <a:pt x="886" y="45"/>
                  </a:lnTo>
                  <a:lnTo>
                    <a:pt x="880" y="38"/>
                  </a:lnTo>
                  <a:lnTo>
                    <a:pt x="880" y="36"/>
                  </a:lnTo>
                  <a:lnTo>
                    <a:pt x="886" y="31"/>
                  </a:lnTo>
                  <a:lnTo>
                    <a:pt x="886" y="22"/>
                  </a:lnTo>
                  <a:lnTo>
                    <a:pt x="882" y="20"/>
                  </a:lnTo>
                  <a:lnTo>
                    <a:pt x="880" y="13"/>
                  </a:lnTo>
                  <a:lnTo>
                    <a:pt x="877" y="20"/>
                  </a:lnTo>
                  <a:lnTo>
                    <a:pt x="873" y="31"/>
                  </a:lnTo>
                  <a:lnTo>
                    <a:pt x="866" y="40"/>
                  </a:lnTo>
                  <a:lnTo>
                    <a:pt x="864" y="49"/>
                  </a:lnTo>
                  <a:lnTo>
                    <a:pt x="862" y="54"/>
                  </a:lnTo>
                  <a:lnTo>
                    <a:pt x="855" y="61"/>
                  </a:lnTo>
                  <a:lnTo>
                    <a:pt x="853" y="65"/>
                  </a:lnTo>
                  <a:lnTo>
                    <a:pt x="848" y="67"/>
                  </a:lnTo>
                  <a:lnTo>
                    <a:pt x="848" y="76"/>
                  </a:lnTo>
                  <a:lnTo>
                    <a:pt x="848" y="79"/>
                  </a:lnTo>
                  <a:lnTo>
                    <a:pt x="846" y="88"/>
                  </a:lnTo>
                  <a:lnTo>
                    <a:pt x="841" y="92"/>
                  </a:lnTo>
                  <a:lnTo>
                    <a:pt x="837" y="92"/>
                  </a:lnTo>
                  <a:lnTo>
                    <a:pt x="835" y="83"/>
                  </a:lnTo>
                  <a:lnTo>
                    <a:pt x="839" y="76"/>
                  </a:lnTo>
                  <a:lnTo>
                    <a:pt x="837" y="74"/>
                  </a:lnTo>
                  <a:lnTo>
                    <a:pt x="839" y="63"/>
                  </a:lnTo>
                  <a:lnTo>
                    <a:pt x="839" y="56"/>
                  </a:lnTo>
                  <a:lnTo>
                    <a:pt x="846" y="40"/>
                  </a:lnTo>
                  <a:lnTo>
                    <a:pt x="853" y="36"/>
                  </a:lnTo>
                  <a:lnTo>
                    <a:pt x="855" y="27"/>
                  </a:lnTo>
                  <a:lnTo>
                    <a:pt x="855" y="22"/>
                  </a:lnTo>
                  <a:lnTo>
                    <a:pt x="848" y="27"/>
                  </a:lnTo>
                  <a:lnTo>
                    <a:pt x="841" y="22"/>
                  </a:lnTo>
                  <a:lnTo>
                    <a:pt x="839" y="34"/>
                  </a:lnTo>
                  <a:lnTo>
                    <a:pt x="837" y="31"/>
                  </a:lnTo>
                  <a:lnTo>
                    <a:pt x="835" y="25"/>
                  </a:lnTo>
                  <a:lnTo>
                    <a:pt x="832" y="25"/>
                  </a:lnTo>
                  <a:lnTo>
                    <a:pt x="830" y="27"/>
                  </a:lnTo>
                  <a:lnTo>
                    <a:pt x="823" y="25"/>
                  </a:lnTo>
                  <a:lnTo>
                    <a:pt x="819" y="20"/>
                  </a:lnTo>
                  <a:lnTo>
                    <a:pt x="819" y="31"/>
                  </a:lnTo>
                  <a:lnTo>
                    <a:pt x="812" y="31"/>
                  </a:lnTo>
                  <a:lnTo>
                    <a:pt x="810" y="34"/>
                  </a:lnTo>
                  <a:lnTo>
                    <a:pt x="810" y="36"/>
                  </a:lnTo>
                  <a:lnTo>
                    <a:pt x="817" y="38"/>
                  </a:lnTo>
                  <a:lnTo>
                    <a:pt x="821" y="47"/>
                  </a:lnTo>
                  <a:lnTo>
                    <a:pt x="817" y="45"/>
                  </a:lnTo>
                  <a:lnTo>
                    <a:pt x="812" y="47"/>
                  </a:lnTo>
                  <a:lnTo>
                    <a:pt x="808" y="49"/>
                  </a:lnTo>
                  <a:lnTo>
                    <a:pt x="808" y="63"/>
                  </a:lnTo>
                  <a:lnTo>
                    <a:pt x="803" y="63"/>
                  </a:lnTo>
                  <a:lnTo>
                    <a:pt x="794" y="67"/>
                  </a:lnTo>
                  <a:lnTo>
                    <a:pt x="785" y="76"/>
                  </a:lnTo>
                  <a:lnTo>
                    <a:pt x="790" y="81"/>
                  </a:lnTo>
                  <a:lnTo>
                    <a:pt x="781" y="88"/>
                  </a:lnTo>
                  <a:lnTo>
                    <a:pt x="781" y="94"/>
                  </a:lnTo>
                  <a:lnTo>
                    <a:pt x="778" y="97"/>
                  </a:lnTo>
                  <a:lnTo>
                    <a:pt x="781" y="106"/>
                  </a:lnTo>
                  <a:lnTo>
                    <a:pt x="783" y="108"/>
                  </a:lnTo>
                  <a:lnTo>
                    <a:pt x="781" y="110"/>
                  </a:lnTo>
                  <a:lnTo>
                    <a:pt x="776" y="110"/>
                  </a:lnTo>
                  <a:lnTo>
                    <a:pt x="772" y="106"/>
                  </a:lnTo>
                  <a:lnTo>
                    <a:pt x="772" y="101"/>
                  </a:lnTo>
                  <a:lnTo>
                    <a:pt x="769" y="97"/>
                  </a:lnTo>
                  <a:lnTo>
                    <a:pt x="760" y="103"/>
                  </a:lnTo>
                  <a:lnTo>
                    <a:pt x="751" y="106"/>
                  </a:lnTo>
                  <a:lnTo>
                    <a:pt x="754" y="101"/>
                  </a:lnTo>
                  <a:lnTo>
                    <a:pt x="765" y="92"/>
                  </a:lnTo>
                  <a:lnTo>
                    <a:pt x="754" y="90"/>
                  </a:lnTo>
                  <a:lnTo>
                    <a:pt x="749" y="90"/>
                  </a:lnTo>
                  <a:lnTo>
                    <a:pt x="751" y="92"/>
                  </a:lnTo>
                  <a:lnTo>
                    <a:pt x="751" y="94"/>
                  </a:lnTo>
                  <a:lnTo>
                    <a:pt x="749" y="97"/>
                  </a:lnTo>
                  <a:lnTo>
                    <a:pt x="747" y="94"/>
                  </a:lnTo>
                  <a:lnTo>
                    <a:pt x="747" y="88"/>
                  </a:lnTo>
                  <a:lnTo>
                    <a:pt x="740" y="81"/>
                  </a:lnTo>
                  <a:lnTo>
                    <a:pt x="733" y="81"/>
                  </a:lnTo>
                  <a:lnTo>
                    <a:pt x="733" y="92"/>
                  </a:lnTo>
                  <a:lnTo>
                    <a:pt x="727" y="90"/>
                  </a:lnTo>
                  <a:lnTo>
                    <a:pt x="727" y="115"/>
                  </a:lnTo>
                  <a:lnTo>
                    <a:pt x="720" y="115"/>
                  </a:lnTo>
                  <a:lnTo>
                    <a:pt x="720" y="121"/>
                  </a:lnTo>
                  <a:lnTo>
                    <a:pt x="713" y="121"/>
                  </a:lnTo>
                  <a:lnTo>
                    <a:pt x="711" y="119"/>
                  </a:lnTo>
                  <a:lnTo>
                    <a:pt x="709" y="121"/>
                  </a:lnTo>
                  <a:lnTo>
                    <a:pt x="706" y="126"/>
                  </a:lnTo>
                  <a:lnTo>
                    <a:pt x="700" y="121"/>
                  </a:lnTo>
                  <a:lnTo>
                    <a:pt x="697" y="133"/>
                  </a:lnTo>
                  <a:lnTo>
                    <a:pt x="697" y="139"/>
                  </a:lnTo>
                  <a:lnTo>
                    <a:pt x="702" y="148"/>
                  </a:lnTo>
                  <a:lnTo>
                    <a:pt x="706" y="153"/>
                  </a:lnTo>
                  <a:lnTo>
                    <a:pt x="695" y="153"/>
                  </a:lnTo>
                  <a:lnTo>
                    <a:pt x="693" y="157"/>
                  </a:lnTo>
                  <a:lnTo>
                    <a:pt x="693" y="162"/>
                  </a:lnTo>
                  <a:lnTo>
                    <a:pt x="682" y="173"/>
                  </a:lnTo>
                  <a:lnTo>
                    <a:pt x="686" y="164"/>
                  </a:lnTo>
                  <a:lnTo>
                    <a:pt x="693" y="135"/>
                  </a:lnTo>
                  <a:lnTo>
                    <a:pt x="693" y="117"/>
                  </a:lnTo>
                  <a:lnTo>
                    <a:pt x="686" y="121"/>
                  </a:lnTo>
                  <a:lnTo>
                    <a:pt x="682" y="130"/>
                  </a:lnTo>
                  <a:lnTo>
                    <a:pt x="679" y="135"/>
                  </a:lnTo>
                  <a:lnTo>
                    <a:pt x="679" y="146"/>
                  </a:lnTo>
                  <a:lnTo>
                    <a:pt x="670" y="164"/>
                  </a:lnTo>
                  <a:lnTo>
                    <a:pt x="673" y="139"/>
                  </a:lnTo>
                  <a:lnTo>
                    <a:pt x="668" y="133"/>
                  </a:lnTo>
                  <a:lnTo>
                    <a:pt x="659" y="135"/>
                  </a:lnTo>
                  <a:lnTo>
                    <a:pt x="652" y="139"/>
                  </a:lnTo>
                  <a:lnTo>
                    <a:pt x="657" y="153"/>
                  </a:lnTo>
                  <a:lnTo>
                    <a:pt x="652" y="162"/>
                  </a:lnTo>
                  <a:lnTo>
                    <a:pt x="657" y="166"/>
                  </a:lnTo>
                  <a:lnTo>
                    <a:pt x="664" y="171"/>
                  </a:lnTo>
                  <a:lnTo>
                    <a:pt x="668" y="175"/>
                  </a:lnTo>
                  <a:lnTo>
                    <a:pt x="666" y="180"/>
                  </a:lnTo>
                  <a:lnTo>
                    <a:pt x="655" y="173"/>
                  </a:lnTo>
                  <a:lnTo>
                    <a:pt x="646" y="164"/>
                  </a:lnTo>
                  <a:lnTo>
                    <a:pt x="643" y="157"/>
                  </a:lnTo>
                  <a:lnTo>
                    <a:pt x="639" y="153"/>
                  </a:lnTo>
                  <a:lnTo>
                    <a:pt x="632" y="160"/>
                  </a:lnTo>
                  <a:lnTo>
                    <a:pt x="637" y="164"/>
                  </a:lnTo>
                  <a:lnTo>
                    <a:pt x="650" y="178"/>
                  </a:lnTo>
                  <a:lnTo>
                    <a:pt x="639" y="175"/>
                  </a:lnTo>
                  <a:lnTo>
                    <a:pt x="637" y="184"/>
                  </a:lnTo>
                  <a:lnTo>
                    <a:pt x="637" y="189"/>
                  </a:lnTo>
                  <a:lnTo>
                    <a:pt x="632" y="175"/>
                  </a:lnTo>
                  <a:lnTo>
                    <a:pt x="630" y="166"/>
                  </a:lnTo>
                  <a:lnTo>
                    <a:pt x="625" y="162"/>
                  </a:lnTo>
                  <a:lnTo>
                    <a:pt x="616" y="178"/>
                  </a:lnTo>
                  <a:lnTo>
                    <a:pt x="619" y="187"/>
                  </a:lnTo>
                  <a:lnTo>
                    <a:pt x="616" y="189"/>
                  </a:lnTo>
                  <a:lnTo>
                    <a:pt x="614" y="175"/>
                  </a:lnTo>
                  <a:lnTo>
                    <a:pt x="619" y="164"/>
                  </a:lnTo>
                  <a:lnTo>
                    <a:pt x="616" y="160"/>
                  </a:lnTo>
                  <a:lnTo>
                    <a:pt x="612" y="157"/>
                  </a:lnTo>
                  <a:lnTo>
                    <a:pt x="612" y="153"/>
                  </a:lnTo>
                  <a:lnTo>
                    <a:pt x="607" y="148"/>
                  </a:lnTo>
                  <a:lnTo>
                    <a:pt x="601" y="151"/>
                  </a:lnTo>
                  <a:lnTo>
                    <a:pt x="601" y="153"/>
                  </a:lnTo>
                  <a:lnTo>
                    <a:pt x="598" y="157"/>
                  </a:lnTo>
                  <a:lnTo>
                    <a:pt x="594" y="157"/>
                  </a:lnTo>
                  <a:lnTo>
                    <a:pt x="594" y="160"/>
                  </a:lnTo>
                  <a:lnTo>
                    <a:pt x="596" y="162"/>
                  </a:lnTo>
                  <a:lnTo>
                    <a:pt x="585" y="164"/>
                  </a:lnTo>
                  <a:lnTo>
                    <a:pt x="583" y="171"/>
                  </a:lnTo>
                  <a:lnTo>
                    <a:pt x="580" y="173"/>
                  </a:lnTo>
                  <a:lnTo>
                    <a:pt x="580" y="175"/>
                  </a:lnTo>
                  <a:lnTo>
                    <a:pt x="585" y="180"/>
                  </a:lnTo>
                  <a:lnTo>
                    <a:pt x="583" y="184"/>
                  </a:lnTo>
                  <a:lnTo>
                    <a:pt x="585" y="187"/>
                  </a:lnTo>
                  <a:lnTo>
                    <a:pt x="583" y="191"/>
                  </a:lnTo>
                  <a:lnTo>
                    <a:pt x="576" y="193"/>
                  </a:lnTo>
                  <a:lnTo>
                    <a:pt x="580" y="198"/>
                  </a:lnTo>
                  <a:lnTo>
                    <a:pt x="583" y="198"/>
                  </a:lnTo>
                  <a:lnTo>
                    <a:pt x="587" y="200"/>
                  </a:lnTo>
                  <a:lnTo>
                    <a:pt x="594" y="200"/>
                  </a:lnTo>
                  <a:lnTo>
                    <a:pt x="598" y="189"/>
                  </a:lnTo>
                  <a:lnTo>
                    <a:pt x="607" y="191"/>
                  </a:lnTo>
                  <a:lnTo>
                    <a:pt x="601" y="200"/>
                  </a:lnTo>
                  <a:lnTo>
                    <a:pt x="598" y="207"/>
                  </a:lnTo>
                  <a:lnTo>
                    <a:pt x="598" y="209"/>
                  </a:lnTo>
                  <a:lnTo>
                    <a:pt x="612" y="214"/>
                  </a:lnTo>
                  <a:lnTo>
                    <a:pt x="610" y="216"/>
                  </a:lnTo>
                  <a:lnTo>
                    <a:pt x="603" y="216"/>
                  </a:lnTo>
                  <a:lnTo>
                    <a:pt x="610" y="220"/>
                  </a:lnTo>
                  <a:lnTo>
                    <a:pt x="598" y="220"/>
                  </a:lnTo>
                  <a:lnTo>
                    <a:pt x="601" y="223"/>
                  </a:lnTo>
                  <a:lnTo>
                    <a:pt x="601" y="227"/>
                  </a:lnTo>
                  <a:lnTo>
                    <a:pt x="594" y="227"/>
                  </a:lnTo>
                  <a:lnTo>
                    <a:pt x="587" y="229"/>
                  </a:lnTo>
                  <a:lnTo>
                    <a:pt x="585" y="229"/>
                  </a:lnTo>
                  <a:lnTo>
                    <a:pt x="571" y="229"/>
                  </a:lnTo>
                  <a:lnTo>
                    <a:pt x="569" y="241"/>
                  </a:lnTo>
                  <a:lnTo>
                    <a:pt x="567" y="247"/>
                  </a:lnTo>
                  <a:lnTo>
                    <a:pt x="585" y="245"/>
                  </a:lnTo>
                  <a:lnTo>
                    <a:pt x="589" y="254"/>
                  </a:lnTo>
                  <a:lnTo>
                    <a:pt x="598" y="245"/>
                  </a:lnTo>
                  <a:lnTo>
                    <a:pt x="601" y="247"/>
                  </a:lnTo>
                  <a:lnTo>
                    <a:pt x="601" y="254"/>
                  </a:lnTo>
                  <a:lnTo>
                    <a:pt x="594" y="256"/>
                  </a:lnTo>
                  <a:lnTo>
                    <a:pt x="585" y="259"/>
                  </a:lnTo>
                  <a:lnTo>
                    <a:pt x="576" y="259"/>
                  </a:lnTo>
                  <a:lnTo>
                    <a:pt x="571" y="254"/>
                  </a:lnTo>
                  <a:lnTo>
                    <a:pt x="560" y="256"/>
                  </a:lnTo>
                  <a:lnTo>
                    <a:pt x="560" y="259"/>
                  </a:lnTo>
                  <a:lnTo>
                    <a:pt x="562" y="261"/>
                  </a:lnTo>
                  <a:lnTo>
                    <a:pt x="574" y="274"/>
                  </a:lnTo>
                  <a:lnTo>
                    <a:pt x="558" y="261"/>
                  </a:lnTo>
                  <a:lnTo>
                    <a:pt x="556" y="263"/>
                  </a:lnTo>
                  <a:lnTo>
                    <a:pt x="558" y="268"/>
                  </a:lnTo>
                  <a:lnTo>
                    <a:pt x="558" y="279"/>
                  </a:lnTo>
                  <a:lnTo>
                    <a:pt x="562" y="283"/>
                  </a:lnTo>
                  <a:lnTo>
                    <a:pt x="558" y="288"/>
                  </a:lnTo>
                  <a:lnTo>
                    <a:pt x="558" y="301"/>
                  </a:lnTo>
                  <a:lnTo>
                    <a:pt x="556" y="292"/>
                  </a:lnTo>
                  <a:lnTo>
                    <a:pt x="549" y="279"/>
                  </a:lnTo>
                  <a:lnTo>
                    <a:pt x="547" y="268"/>
                  </a:lnTo>
                  <a:lnTo>
                    <a:pt x="542" y="274"/>
                  </a:lnTo>
                  <a:lnTo>
                    <a:pt x="538" y="274"/>
                  </a:lnTo>
                  <a:lnTo>
                    <a:pt x="524" y="277"/>
                  </a:lnTo>
                  <a:lnTo>
                    <a:pt x="531" y="283"/>
                  </a:lnTo>
                  <a:lnTo>
                    <a:pt x="533" y="286"/>
                  </a:lnTo>
                  <a:lnTo>
                    <a:pt x="531" y="288"/>
                  </a:lnTo>
                  <a:lnTo>
                    <a:pt x="538" y="288"/>
                  </a:lnTo>
                  <a:lnTo>
                    <a:pt x="542" y="292"/>
                  </a:lnTo>
                  <a:lnTo>
                    <a:pt x="531" y="292"/>
                  </a:lnTo>
                  <a:lnTo>
                    <a:pt x="511" y="292"/>
                  </a:lnTo>
                  <a:lnTo>
                    <a:pt x="511" y="299"/>
                  </a:lnTo>
                  <a:lnTo>
                    <a:pt x="506" y="301"/>
                  </a:lnTo>
                  <a:lnTo>
                    <a:pt x="506" y="306"/>
                  </a:lnTo>
                  <a:lnTo>
                    <a:pt x="511" y="315"/>
                  </a:lnTo>
                  <a:lnTo>
                    <a:pt x="499" y="319"/>
                  </a:lnTo>
                  <a:lnTo>
                    <a:pt x="511" y="319"/>
                  </a:lnTo>
                  <a:lnTo>
                    <a:pt x="526" y="313"/>
                  </a:lnTo>
                  <a:lnTo>
                    <a:pt x="538" y="317"/>
                  </a:lnTo>
                  <a:lnTo>
                    <a:pt x="533" y="319"/>
                  </a:lnTo>
                  <a:lnTo>
                    <a:pt x="531" y="317"/>
                  </a:lnTo>
                  <a:lnTo>
                    <a:pt x="526" y="319"/>
                  </a:lnTo>
                  <a:lnTo>
                    <a:pt x="529" y="319"/>
                  </a:lnTo>
                  <a:lnTo>
                    <a:pt x="517" y="319"/>
                  </a:lnTo>
                  <a:lnTo>
                    <a:pt x="517" y="328"/>
                  </a:lnTo>
                  <a:lnTo>
                    <a:pt x="517" y="333"/>
                  </a:lnTo>
                  <a:lnTo>
                    <a:pt x="533" y="331"/>
                  </a:lnTo>
                  <a:lnTo>
                    <a:pt x="533" y="333"/>
                  </a:lnTo>
                  <a:lnTo>
                    <a:pt x="531" y="337"/>
                  </a:lnTo>
                  <a:lnTo>
                    <a:pt x="529" y="344"/>
                  </a:lnTo>
                  <a:lnTo>
                    <a:pt x="529" y="353"/>
                  </a:lnTo>
                  <a:lnTo>
                    <a:pt x="524" y="349"/>
                  </a:lnTo>
                  <a:lnTo>
                    <a:pt x="517" y="342"/>
                  </a:lnTo>
                  <a:lnTo>
                    <a:pt x="515" y="340"/>
                  </a:lnTo>
                  <a:lnTo>
                    <a:pt x="511" y="333"/>
                  </a:lnTo>
                  <a:lnTo>
                    <a:pt x="502" y="333"/>
                  </a:lnTo>
                  <a:lnTo>
                    <a:pt x="499" y="337"/>
                  </a:lnTo>
                  <a:lnTo>
                    <a:pt x="499" y="342"/>
                  </a:lnTo>
                  <a:lnTo>
                    <a:pt x="497" y="344"/>
                  </a:lnTo>
                  <a:lnTo>
                    <a:pt x="488" y="349"/>
                  </a:lnTo>
                  <a:lnTo>
                    <a:pt x="484" y="360"/>
                  </a:lnTo>
                  <a:lnTo>
                    <a:pt x="488" y="360"/>
                  </a:lnTo>
                  <a:lnTo>
                    <a:pt x="504" y="358"/>
                  </a:lnTo>
                  <a:lnTo>
                    <a:pt x="506" y="358"/>
                  </a:lnTo>
                  <a:lnTo>
                    <a:pt x="511" y="360"/>
                  </a:lnTo>
                  <a:lnTo>
                    <a:pt x="517" y="360"/>
                  </a:lnTo>
                  <a:lnTo>
                    <a:pt x="520" y="369"/>
                  </a:lnTo>
                  <a:lnTo>
                    <a:pt x="517" y="371"/>
                  </a:lnTo>
                  <a:lnTo>
                    <a:pt x="517" y="367"/>
                  </a:lnTo>
                  <a:lnTo>
                    <a:pt x="511" y="362"/>
                  </a:lnTo>
                  <a:lnTo>
                    <a:pt x="504" y="373"/>
                  </a:lnTo>
                  <a:lnTo>
                    <a:pt x="502" y="362"/>
                  </a:lnTo>
                  <a:lnTo>
                    <a:pt x="493" y="362"/>
                  </a:lnTo>
                  <a:lnTo>
                    <a:pt x="484" y="367"/>
                  </a:lnTo>
                  <a:lnTo>
                    <a:pt x="479" y="371"/>
                  </a:lnTo>
                  <a:lnTo>
                    <a:pt x="486" y="376"/>
                  </a:lnTo>
                  <a:lnTo>
                    <a:pt x="477" y="376"/>
                  </a:lnTo>
                  <a:lnTo>
                    <a:pt x="472" y="380"/>
                  </a:lnTo>
                  <a:lnTo>
                    <a:pt x="470" y="376"/>
                  </a:lnTo>
                  <a:lnTo>
                    <a:pt x="459" y="382"/>
                  </a:lnTo>
                  <a:lnTo>
                    <a:pt x="450" y="385"/>
                  </a:lnTo>
                  <a:lnTo>
                    <a:pt x="463" y="396"/>
                  </a:lnTo>
                  <a:lnTo>
                    <a:pt x="463" y="398"/>
                  </a:lnTo>
                  <a:lnTo>
                    <a:pt x="461" y="398"/>
                  </a:lnTo>
                  <a:lnTo>
                    <a:pt x="450" y="396"/>
                  </a:lnTo>
                  <a:lnTo>
                    <a:pt x="450" y="400"/>
                  </a:lnTo>
                  <a:lnTo>
                    <a:pt x="457" y="403"/>
                  </a:lnTo>
                  <a:lnTo>
                    <a:pt x="445" y="403"/>
                  </a:lnTo>
                  <a:lnTo>
                    <a:pt x="443" y="409"/>
                  </a:lnTo>
                  <a:lnTo>
                    <a:pt x="436" y="409"/>
                  </a:lnTo>
                  <a:lnTo>
                    <a:pt x="436" y="414"/>
                  </a:lnTo>
                  <a:lnTo>
                    <a:pt x="443" y="416"/>
                  </a:lnTo>
                  <a:lnTo>
                    <a:pt x="450" y="416"/>
                  </a:lnTo>
                  <a:lnTo>
                    <a:pt x="445" y="423"/>
                  </a:lnTo>
                  <a:lnTo>
                    <a:pt x="436" y="425"/>
                  </a:lnTo>
                  <a:lnTo>
                    <a:pt x="432" y="425"/>
                  </a:lnTo>
                  <a:lnTo>
                    <a:pt x="430" y="423"/>
                  </a:lnTo>
                  <a:lnTo>
                    <a:pt x="427" y="427"/>
                  </a:lnTo>
                  <a:lnTo>
                    <a:pt x="427" y="436"/>
                  </a:lnTo>
                  <a:lnTo>
                    <a:pt x="430" y="436"/>
                  </a:lnTo>
                  <a:lnTo>
                    <a:pt x="434" y="439"/>
                  </a:lnTo>
                  <a:lnTo>
                    <a:pt x="443" y="441"/>
                  </a:lnTo>
                  <a:lnTo>
                    <a:pt x="427" y="450"/>
                  </a:lnTo>
                  <a:lnTo>
                    <a:pt x="443" y="443"/>
                  </a:lnTo>
                  <a:lnTo>
                    <a:pt x="463" y="443"/>
                  </a:lnTo>
                  <a:lnTo>
                    <a:pt x="450" y="450"/>
                  </a:lnTo>
                  <a:lnTo>
                    <a:pt x="448" y="452"/>
                  </a:lnTo>
                  <a:lnTo>
                    <a:pt x="448" y="454"/>
                  </a:lnTo>
                  <a:lnTo>
                    <a:pt x="443" y="454"/>
                  </a:lnTo>
                  <a:lnTo>
                    <a:pt x="434" y="450"/>
                  </a:lnTo>
                  <a:lnTo>
                    <a:pt x="414" y="457"/>
                  </a:lnTo>
                  <a:lnTo>
                    <a:pt x="416" y="459"/>
                  </a:lnTo>
                  <a:lnTo>
                    <a:pt x="421" y="459"/>
                  </a:lnTo>
                  <a:lnTo>
                    <a:pt x="421" y="470"/>
                  </a:lnTo>
                  <a:lnTo>
                    <a:pt x="427" y="470"/>
                  </a:lnTo>
                  <a:lnTo>
                    <a:pt x="427" y="477"/>
                  </a:lnTo>
                  <a:lnTo>
                    <a:pt x="416" y="470"/>
                  </a:lnTo>
                  <a:lnTo>
                    <a:pt x="407" y="477"/>
                  </a:lnTo>
                  <a:lnTo>
                    <a:pt x="407" y="488"/>
                  </a:lnTo>
                  <a:lnTo>
                    <a:pt x="409" y="497"/>
                  </a:lnTo>
                  <a:lnTo>
                    <a:pt x="403" y="497"/>
                  </a:lnTo>
                  <a:lnTo>
                    <a:pt x="398" y="497"/>
                  </a:lnTo>
                  <a:lnTo>
                    <a:pt x="398" y="502"/>
                  </a:lnTo>
                  <a:lnTo>
                    <a:pt x="403" y="506"/>
                  </a:lnTo>
                  <a:lnTo>
                    <a:pt x="403" y="511"/>
                  </a:lnTo>
                  <a:lnTo>
                    <a:pt x="409" y="511"/>
                  </a:lnTo>
                  <a:lnTo>
                    <a:pt x="398" y="513"/>
                  </a:lnTo>
                  <a:lnTo>
                    <a:pt x="389" y="502"/>
                  </a:lnTo>
                  <a:lnTo>
                    <a:pt x="389" y="511"/>
                  </a:lnTo>
                  <a:lnTo>
                    <a:pt x="387" y="520"/>
                  </a:lnTo>
                  <a:lnTo>
                    <a:pt x="378" y="524"/>
                  </a:lnTo>
                  <a:lnTo>
                    <a:pt x="376" y="535"/>
                  </a:lnTo>
                  <a:lnTo>
                    <a:pt x="385" y="529"/>
                  </a:lnTo>
                  <a:lnTo>
                    <a:pt x="387" y="533"/>
                  </a:lnTo>
                  <a:lnTo>
                    <a:pt x="389" y="538"/>
                  </a:lnTo>
                  <a:lnTo>
                    <a:pt x="389" y="542"/>
                  </a:lnTo>
                  <a:lnTo>
                    <a:pt x="403" y="538"/>
                  </a:lnTo>
                  <a:lnTo>
                    <a:pt x="378" y="553"/>
                  </a:lnTo>
                  <a:lnTo>
                    <a:pt x="378" y="542"/>
                  </a:lnTo>
                  <a:lnTo>
                    <a:pt x="364" y="553"/>
                  </a:lnTo>
                  <a:lnTo>
                    <a:pt x="358" y="558"/>
                  </a:lnTo>
                  <a:lnTo>
                    <a:pt x="346" y="565"/>
                  </a:lnTo>
                  <a:lnTo>
                    <a:pt x="340" y="569"/>
                  </a:lnTo>
                  <a:lnTo>
                    <a:pt x="344" y="576"/>
                  </a:lnTo>
                  <a:lnTo>
                    <a:pt x="349" y="576"/>
                  </a:lnTo>
                  <a:lnTo>
                    <a:pt x="351" y="571"/>
                  </a:lnTo>
                  <a:lnTo>
                    <a:pt x="367" y="562"/>
                  </a:lnTo>
                  <a:lnTo>
                    <a:pt x="389" y="565"/>
                  </a:lnTo>
                  <a:lnTo>
                    <a:pt x="380" y="565"/>
                  </a:lnTo>
                  <a:lnTo>
                    <a:pt x="362" y="567"/>
                  </a:lnTo>
                  <a:lnTo>
                    <a:pt x="360" y="571"/>
                  </a:lnTo>
                  <a:lnTo>
                    <a:pt x="358" y="576"/>
                  </a:lnTo>
                  <a:lnTo>
                    <a:pt x="349" y="580"/>
                  </a:lnTo>
                  <a:lnTo>
                    <a:pt x="344" y="592"/>
                  </a:lnTo>
                  <a:lnTo>
                    <a:pt x="349" y="594"/>
                  </a:lnTo>
                  <a:lnTo>
                    <a:pt x="349" y="596"/>
                  </a:lnTo>
                  <a:lnTo>
                    <a:pt x="346" y="596"/>
                  </a:lnTo>
                  <a:lnTo>
                    <a:pt x="337" y="596"/>
                  </a:lnTo>
                  <a:lnTo>
                    <a:pt x="335" y="592"/>
                  </a:lnTo>
                  <a:lnTo>
                    <a:pt x="333" y="589"/>
                  </a:lnTo>
                  <a:lnTo>
                    <a:pt x="333" y="594"/>
                  </a:lnTo>
                  <a:lnTo>
                    <a:pt x="335" y="596"/>
                  </a:lnTo>
                  <a:lnTo>
                    <a:pt x="340" y="598"/>
                  </a:lnTo>
                  <a:lnTo>
                    <a:pt x="344" y="607"/>
                  </a:lnTo>
                  <a:lnTo>
                    <a:pt x="337" y="612"/>
                  </a:lnTo>
                  <a:lnTo>
                    <a:pt x="337" y="605"/>
                  </a:lnTo>
                  <a:lnTo>
                    <a:pt x="331" y="598"/>
                  </a:lnTo>
                  <a:lnTo>
                    <a:pt x="324" y="592"/>
                  </a:lnTo>
                  <a:lnTo>
                    <a:pt x="324" y="596"/>
                  </a:lnTo>
                  <a:lnTo>
                    <a:pt x="319" y="598"/>
                  </a:lnTo>
                  <a:lnTo>
                    <a:pt x="317" y="598"/>
                  </a:lnTo>
                  <a:lnTo>
                    <a:pt x="317" y="605"/>
                  </a:lnTo>
                  <a:lnTo>
                    <a:pt x="310" y="605"/>
                  </a:lnTo>
                  <a:lnTo>
                    <a:pt x="306" y="605"/>
                  </a:lnTo>
                  <a:lnTo>
                    <a:pt x="306" y="610"/>
                  </a:lnTo>
                  <a:lnTo>
                    <a:pt x="304" y="612"/>
                  </a:lnTo>
                  <a:lnTo>
                    <a:pt x="297" y="616"/>
                  </a:lnTo>
                  <a:lnTo>
                    <a:pt x="297" y="621"/>
                  </a:lnTo>
                  <a:lnTo>
                    <a:pt x="295" y="623"/>
                  </a:lnTo>
                  <a:lnTo>
                    <a:pt x="290" y="625"/>
                  </a:lnTo>
                  <a:lnTo>
                    <a:pt x="281" y="632"/>
                  </a:lnTo>
                  <a:lnTo>
                    <a:pt x="277" y="639"/>
                  </a:lnTo>
                  <a:lnTo>
                    <a:pt x="283" y="639"/>
                  </a:lnTo>
                  <a:lnTo>
                    <a:pt x="283" y="641"/>
                  </a:lnTo>
                  <a:lnTo>
                    <a:pt x="279" y="646"/>
                  </a:lnTo>
                  <a:lnTo>
                    <a:pt x="274" y="646"/>
                  </a:lnTo>
                  <a:lnTo>
                    <a:pt x="270" y="650"/>
                  </a:lnTo>
                  <a:lnTo>
                    <a:pt x="263" y="652"/>
                  </a:lnTo>
                  <a:lnTo>
                    <a:pt x="263" y="655"/>
                  </a:lnTo>
                  <a:lnTo>
                    <a:pt x="265" y="655"/>
                  </a:lnTo>
                  <a:lnTo>
                    <a:pt x="261" y="661"/>
                  </a:lnTo>
                  <a:lnTo>
                    <a:pt x="254" y="664"/>
                  </a:lnTo>
                  <a:lnTo>
                    <a:pt x="277" y="659"/>
                  </a:lnTo>
                  <a:lnTo>
                    <a:pt x="268" y="664"/>
                  </a:lnTo>
                  <a:lnTo>
                    <a:pt x="268" y="675"/>
                  </a:lnTo>
                  <a:lnTo>
                    <a:pt x="270" y="686"/>
                  </a:lnTo>
                  <a:lnTo>
                    <a:pt x="274" y="688"/>
                  </a:lnTo>
                  <a:lnTo>
                    <a:pt x="279" y="686"/>
                  </a:lnTo>
                  <a:lnTo>
                    <a:pt x="283" y="679"/>
                  </a:lnTo>
                  <a:lnTo>
                    <a:pt x="297" y="677"/>
                  </a:lnTo>
                  <a:lnTo>
                    <a:pt x="301" y="673"/>
                  </a:lnTo>
                  <a:lnTo>
                    <a:pt x="308" y="668"/>
                  </a:lnTo>
                  <a:lnTo>
                    <a:pt x="317" y="655"/>
                  </a:lnTo>
                  <a:lnTo>
                    <a:pt x="310" y="655"/>
                  </a:lnTo>
                  <a:lnTo>
                    <a:pt x="317" y="650"/>
                  </a:lnTo>
                  <a:lnTo>
                    <a:pt x="324" y="648"/>
                  </a:lnTo>
                  <a:lnTo>
                    <a:pt x="331" y="641"/>
                  </a:lnTo>
                  <a:lnTo>
                    <a:pt x="335" y="641"/>
                  </a:lnTo>
                  <a:lnTo>
                    <a:pt x="333" y="646"/>
                  </a:lnTo>
                  <a:lnTo>
                    <a:pt x="337" y="646"/>
                  </a:lnTo>
                  <a:lnTo>
                    <a:pt x="324" y="655"/>
                  </a:lnTo>
                  <a:lnTo>
                    <a:pt x="322" y="661"/>
                  </a:lnTo>
                  <a:lnTo>
                    <a:pt x="324" y="659"/>
                  </a:lnTo>
                  <a:lnTo>
                    <a:pt x="335" y="664"/>
                  </a:lnTo>
                  <a:lnTo>
                    <a:pt x="322" y="668"/>
                  </a:lnTo>
                  <a:lnTo>
                    <a:pt x="301" y="679"/>
                  </a:lnTo>
                  <a:lnTo>
                    <a:pt x="301" y="686"/>
                  </a:lnTo>
                  <a:lnTo>
                    <a:pt x="304" y="691"/>
                  </a:lnTo>
                  <a:lnTo>
                    <a:pt x="301" y="693"/>
                  </a:lnTo>
                  <a:lnTo>
                    <a:pt x="295" y="691"/>
                  </a:lnTo>
                  <a:lnTo>
                    <a:pt x="288" y="691"/>
                  </a:lnTo>
                  <a:lnTo>
                    <a:pt x="281" y="688"/>
                  </a:lnTo>
                  <a:lnTo>
                    <a:pt x="277" y="693"/>
                  </a:lnTo>
                  <a:lnTo>
                    <a:pt x="270" y="700"/>
                  </a:lnTo>
                  <a:lnTo>
                    <a:pt x="268" y="702"/>
                  </a:lnTo>
                  <a:lnTo>
                    <a:pt x="263" y="700"/>
                  </a:lnTo>
                  <a:lnTo>
                    <a:pt x="268" y="691"/>
                  </a:lnTo>
                  <a:lnTo>
                    <a:pt x="265" y="686"/>
                  </a:lnTo>
                  <a:lnTo>
                    <a:pt x="263" y="682"/>
                  </a:lnTo>
                  <a:lnTo>
                    <a:pt x="263" y="675"/>
                  </a:lnTo>
                  <a:lnTo>
                    <a:pt x="261" y="673"/>
                  </a:lnTo>
                  <a:lnTo>
                    <a:pt x="254" y="673"/>
                  </a:lnTo>
                  <a:lnTo>
                    <a:pt x="252" y="675"/>
                  </a:lnTo>
                  <a:lnTo>
                    <a:pt x="245" y="677"/>
                  </a:lnTo>
                  <a:lnTo>
                    <a:pt x="238" y="679"/>
                  </a:lnTo>
                  <a:lnTo>
                    <a:pt x="241" y="682"/>
                  </a:lnTo>
                  <a:lnTo>
                    <a:pt x="241" y="686"/>
                  </a:lnTo>
                  <a:lnTo>
                    <a:pt x="241" y="691"/>
                  </a:lnTo>
                  <a:lnTo>
                    <a:pt x="234" y="693"/>
                  </a:lnTo>
                  <a:lnTo>
                    <a:pt x="234" y="688"/>
                  </a:lnTo>
                  <a:lnTo>
                    <a:pt x="232" y="682"/>
                  </a:lnTo>
                  <a:lnTo>
                    <a:pt x="220" y="682"/>
                  </a:lnTo>
                  <a:lnTo>
                    <a:pt x="220" y="686"/>
                  </a:lnTo>
                  <a:lnTo>
                    <a:pt x="223" y="691"/>
                  </a:lnTo>
                  <a:lnTo>
                    <a:pt x="218" y="691"/>
                  </a:lnTo>
                  <a:lnTo>
                    <a:pt x="211" y="693"/>
                  </a:lnTo>
                  <a:lnTo>
                    <a:pt x="211" y="700"/>
                  </a:lnTo>
                  <a:lnTo>
                    <a:pt x="218" y="704"/>
                  </a:lnTo>
                  <a:lnTo>
                    <a:pt x="214" y="704"/>
                  </a:lnTo>
                  <a:lnTo>
                    <a:pt x="209" y="709"/>
                  </a:lnTo>
                  <a:lnTo>
                    <a:pt x="196" y="704"/>
                  </a:lnTo>
                  <a:lnTo>
                    <a:pt x="193" y="709"/>
                  </a:lnTo>
                  <a:lnTo>
                    <a:pt x="198" y="718"/>
                  </a:lnTo>
                  <a:lnTo>
                    <a:pt x="205" y="722"/>
                  </a:lnTo>
                  <a:lnTo>
                    <a:pt x="200" y="724"/>
                  </a:lnTo>
                  <a:lnTo>
                    <a:pt x="200" y="731"/>
                  </a:lnTo>
                  <a:lnTo>
                    <a:pt x="193" y="722"/>
                  </a:lnTo>
                  <a:lnTo>
                    <a:pt x="191" y="718"/>
                  </a:lnTo>
                  <a:lnTo>
                    <a:pt x="191" y="711"/>
                  </a:lnTo>
                  <a:lnTo>
                    <a:pt x="187" y="706"/>
                  </a:lnTo>
                  <a:lnTo>
                    <a:pt x="178" y="704"/>
                  </a:lnTo>
                  <a:lnTo>
                    <a:pt x="175" y="704"/>
                  </a:lnTo>
                  <a:lnTo>
                    <a:pt x="178" y="706"/>
                  </a:lnTo>
                  <a:lnTo>
                    <a:pt x="182" y="718"/>
                  </a:lnTo>
                  <a:lnTo>
                    <a:pt x="184" y="724"/>
                  </a:lnTo>
                  <a:lnTo>
                    <a:pt x="187" y="731"/>
                  </a:lnTo>
                  <a:lnTo>
                    <a:pt x="196" y="742"/>
                  </a:lnTo>
                  <a:lnTo>
                    <a:pt x="182" y="731"/>
                  </a:lnTo>
                  <a:lnTo>
                    <a:pt x="182" y="724"/>
                  </a:lnTo>
                  <a:lnTo>
                    <a:pt x="178" y="720"/>
                  </a:lnTo>
                  <a:lnTo>
                    <a:pt x="169" y="718"/>
                  </a:lnTo>
                  <a:lnTo>
                    <a:pt x="169" y="711"/>
                  </a:lnTo>
                  <a:lnTo>
                    <a:pt x="155" y="718"/>
                  </a:lnTo>
                  <a:lnTo>
                    <a:pt x="153" y="715"/>
                  </a:lnTo>
                  <a:lnTo>
                    <a:pt x="151" y="706"/>
                  </a:lnTo>
                  <a:lnTo>
                    <a:pt x="142" y="706"/>
                  </a:lnTo>
                  <a:lnTo>
                    <a:pt x="137" y="709"/>
                  </a:lnTo>
                  <a:lnTo>
                    <a:pt x="137" y="715"/>
                  </a:lnTo>
                  <a:lnTo>
                    <a:pt x="148" y="724"/>
                  </a:lnTo>
                  <a:lnTo>
                    <a:pt x="137" y="724"/>
                  </a:lnTo>
                  <a:lnTo>
                    <a:pt x="142" y="731"/>
                  </a:lnTo>
                  <a:lnTo>
                    <a:pt x="148" y="733"/>
                  </a:lnTo>
                  <a:lnTo>
                    <a:pt x="151" y="731"/>
                  </a:lnTo>
                  <a:lnTo>
                    <a:pt x="164" y="731"/>
                  </a:lnTo>
                  <a:lnTo>
                    <a:pt x="155" y="736"/>
                  </a:lnTo>
                  <a:lnTo>
                    <a:pt x="169" y="736"/>
                  </a:lnTo>
                  <a:lnTo>
                    <a:pt x="180" y="736"/>
                  </a:lnTo>
                  <a:lnTo>
                    <a:pt x="178" y="738"/>
                  </a:lnTo>
                  <a:lnTo>
                    <a:pt x="169" y="738"/>
                  </a:lnTo>
                  <a:lnTo>
                    <a:pt x="153" y="745"/>
                  </a:lnTo>
                  <a:lnTo>
                    <a:pt x="164" y="749"/>
                  </a:lnTo>
                  <a:lnTo>
                    <a:pt x="151" y="749"/>
                  </a:lnTo>
                  <a:lnTo>
                    <a:pt x="142" y="742"/>
                  </a:lnTo>
                  <a:lnTo>
                    <a:pt x="137" y="745"/>
                  </a:lnTo>
                  <a:lnTo>
                    <a:pt x="135" y="738"/>
                  </a:lnTo>
                  <a:lnTo>
                    <a:pt x="121" y="738"/>
                  </a:lnTo>
                  <a:lnTo>
                    <a:pt x="112" y="738"/>
                  </a:lnTo>
                  <a:lnTo>
                    <a:pt x="106" y="738"/>
                  </a:lnTo>
                  <a:lnTo>
                    <a:pt x="108" y="745"/>
                  </a:lnTo>
                  <a:lnTo>
                    <a:pt x="112" y="745"/>
                  </a:lnTo>
                  <a:lnTo>
                    <a:pt x="112" y="747"/>
                  </a:lnTo>
                  <a:lnTo>
                    <a:pt x="108" y="747"/>
                  </a:lnTo>
                  <a:lnTo>
                    <a:pt x="106" y="749"/>
                  </a:lnTo>
                  <a:lnTo>
                    <a:pt x="110" y="751"/>
                  </a:lnTo>
                  <a:lnTo>
                    <a:pt x="128" y="756"/>
                  </a:lnTo>
                  <a:lnTo>
                    <a:pt x="135" y="765"/>
                  </a:lnTo>
                  <a:lnTo>
                    <a:pt x="139" y="772"/>
                  </a:lnTo>
                  <a:lnTo>
                    <a:pt x="148" y="774"/>
                  </a:lnTo>
                  <a:lnTo>
                    <a:pt x="148" y="776"/>
                  </a:lnTo>
                  <a:lnTo>
                    <a:pt x="142" y="776"/>
                  </a:lnTo>
                  <a:lnTo>
                    <a:pt x="137" y="774"/>
                  </a:lnTo>
                  <a:lnTo>
                    <a:pt x="135" y="776"/>
                  </a:lnTo>
                  <a:lnTo>
                    <a:pt x="137" y="787"/>
                  </a:lnTo>
                  <a:lnTo>
                    <a:pt x="139" y="787"/>
                  </a:lnTo>
                  <a:lnTo>
                    <a:pt x="128" y="787"/>
                  </a:lnTo>
                  <a:lnTo>
                    <a:pt x="124" y="790"/>
                  </a:lnTo>
                  <a:lnTo>
                    <a:pt x="126" y="785"/>
                  </a:lnTo>
                  <a:lnTo>
                    <a:pt x="128" y="776"/>
                  </a:lnTo>
                  <a:lnTo>
                    <a:pt x="126" y="765"/>
                  </a:lnTo>
                  <a:lnTo>
                    <a:pt x="124" y="758"/>
                  </a:lnTo>
                  <a:lnTo>
                    <a:pt x="117" y="758"/>
                  </a:lnTo>
                  <a:lnTo>
                    <a:pt x="112" y="756"/>
                  </a:lnTo>
                  <a:lnTo>
                    <a:pt x="110" y="765"/>
                  </a:lnTo>
                  <a:lnTo>
                    <a:pt x="110" y="776"/>
                  </a:lnTo>
                  <a:lnTo>
                    <a:pt x="101" y="758"/>
                  </a:lnTo>
                  <a:lnTo>
                    <a:pt x="88" y="765"/>
                  </a:lnTo>
                  <a:lnTo>
                    <a:pt x="85" y="772"/>
                  </a:lnTo>
                  <a:lnTo>
                    <a:pt x="97" y="785"/>
                  </a:lnTo>
                  <a:lnTo>
                    <a:pt x="81" y="785"/>
                  </a:lnTo>
                  <a:lnTo>
                    <a:pt x="79" y="785"/>
                  </a:lnTo>
                  <a:lnTo>
                    <a:pt x="79" y="778"/>
                  </a:lnTo>
                  <a:lnTo>
                    <a:pt x="83" y="774"/>
                  </a:lnTo>
                  <a:lnTo>
                    <a:pt x="74" y="772"/>
                  </a:lnTo>
                  <a:lnTo>
                    <a:pt x="70" y="772"/>
                  </a:lnTo>
                  <a:lnTo>
                    <a:pt x="67" y="769"/>
                  </a:lnTo>
                  <a:lnTo>
                    <a:pt x="65" y="774"/>
                  </a:lnTo>
                  <a:lnTo>
                    <a:pt x="67" y="778"/>
                  </a:lnTo>
                  <a:lnTo>
                    <a:pt x="61" y="776"/>
                  </a:lnTo>
                  <a:lnTo>
                    <a:pt x="56" y="772"/>
                  </a:lnTo>
                  <a:lnTo>
                    <a:pt x="52" y="763"/>
                  </a:lnTo>
                  <a:lnTo>
                    <a:pt x="47" y="772"/>
                  </a:lnTo>
                  <a:lnTo>
                    <a:pt x="52" y="776"/>
                  </a:lnTo>
                  <a:lnTo>
                    <a:pt x="56" y="778"/>
                  </a:lnTo>
                  <a:lnTo>
                    <a:pt x="45" y="785"/>
                  </a:lnTo>
                  <a:lnTo>
                    <a:pt x="45" y="787"/>
                  </a:lnTo>
                  <a:lnTo>
                    <a:pt x="52" y="790"/>
                  </a:lnTo>
                  <a:lnTo>
                    <a:pt x="61" y="790"/>
                  </a:lnTo>
                  <a:lnTo>
                    <a:pt x="67" y="792"/>
                  </a:lnTo>
                  <a:lnTo>
                    <a:pt x="74" y="792"/>
                  </a:lnTo>
                  <a:lnTo>
                    <a:pt x="79" y="794"/>
                  </a:lnTo>
                  <a:lnTo>
                    <a:pt x="83" y="799"/>
                  </a:lnTo>
                  <a:lnTo>
                    <a:pt x="108" y="801"/>
                  </a:lnTo>
                  <a:lnTo>
                    <a:pt x="110" y="805"/>
                  </a:lnTo>
                  <a:lnTo>
                    <a:pt x="97" y="805"/>
                  </a:lnTo>
                  <a:lnTo>
                    <a:pt x="92" y="808"/>
                  </a:lnTo>
                  <a:lnTo>
                    <a:pt x="83" y="808"/>
                  </a:lnTo>
                  <a:lnTo>
                    <a:pt x="74" y="801"/>
                  </a:lnTo>
                  <a:lnTo>
                    <a:pt x="61" y="794"/>
                  </a:lnTo>
                  <a:lnTo>
                    <a:pt x="56" y="794"/>
                  </a:lnTo>
                  <a:lnTo>
                    <a:pt x="52" y="799"/>
                  </a:lnTo>
                  <a:lnTo>
                    <a:pt x="47" y="799"/>
                  </a:lnTo>
                  <a:lnTo>
                    <a:pt x="43" y="808"/>
                  </a:lnTo>
                  <a:lnTo>
                    <a:pt x="38" y="803"/>
                  </a:lnTo>
                  <a:lnTo>
                    <a:pt x="36" y="814"/>
                  </a:lnTo>
                  <a:lnTo>
                    <a:pt x="38" y="817"/>
                  </a:lnTo>
                  <a:lnTo>
                    <a:pt x="43" y="817"/>
                  </a:lnTo>
                  <a:lnTo>
                    <a:pt x="52" y="826"/>
                  </a:lnTo>
                  <a:lnTo>
                    <a:pt x="43" y="821"/>
                  </a:lnTo>
                  <a:lnTo>
                    <a:pt x="47" y="828"/>
                  </a:lnTo>
                  <a:lnTo>
                    <a:pt x="56" y="832"/>
                  </a:lnTo>
                  <a:lnTo>
                    <a:pt x="67" y="832"/>
                  </a:lnTo>
                  <a:lnTo>
                    <a:pt x="70" y="835"/>
                  </a:lnTo>
                  <a:lnTo>
                    <a:pt x="70" y="839"/>
                  </a:lnTo>
                  <a:lnTo>
                    <a:pt x="67" y="839"/>
                  </a:lnTo>
                  <a:lnTo>
                    <a:pt x="61" y="839"/>
                  </a:lnTo>
                  <a:lnTo>
                    <a:pt x="56" y="835"/>
                  </a:lnTo>
                  <a:lnTo>
                    <a:pt x="43" y="832"/>
                  </a:lnTo>
                  <a:lnTo>
                    <a:pt x="36" y="830"/>
                  </a:lnTo>
                  <a:lnTo>
                    <a:pt x="29" y="835"/>
                  </a:lnTo>
                  <a:lnTo>
                    <a:pt x="36" y="839"/>
                  </a:lnTo>
                  <a:lnTo>
                    <a:pt x="43" y="841"/>
                  </a:lnTo>
                  <a:lnTo>
                    <a:pt x="40" y="844"/>
                  </a:lnTo>
                  <a:lnTo>
                    <a:pt x="36" y="844"/>
                  </a:lnTo>
                  <a:lnTo>
                    <a:pt x="27" y="848"/>
                  </a:lnTo>
                  <a:lnTo>
                    <a:pt x="38" y="855"/>
                  </a:lnTo>
                  <a:lnTo>
                    <a:pt x="38" y="862"/>
                  </a:lnTo>
                  <a:lnTo>
                    <a:pt x="47" y="864"/>
                  </a:lnTo>
                  <a:lnTo>
                    <a:pt x="58" y="864"/>
                  </a:lnTo>
                  <a:lnTo>
                    <a:pt x="67" y="868"/>
                  </a:lnTo>
                  <a:lnTo>
                    <a:pt x="74" y="868"/>
                  </a:lnTo>
                  <a:lnTo>
                    <a:pt x="81" y="871"/>
                  </a:lnTo>
                  <a:lnTo>
                    <a:pt x="85" y="871"/>
                  </a:lnTo>
                  <a:lnTo>
                    <a:pt x="97" y="859"/>
                  </a:lnTo>
                  <a:lnTo>
                    <a:pt x="101" y="850"/>
                  </a:lnTo>
                  <a:lnTo>
                    <a:pt x="106" y="848"/>
                  </a:lnTo>
                  <a:lnTo>
                    <a:pt x="101" y="857"/>
                  </a:lnTo>
                  <a:lnTo>
                    <a:pt x="97" y="864"/>
                  </a:lnTo>
                  <a:lnTo>
                    <a:pt x="108" y="868"/>
                  </a:lnTo>
                  <a:lnTo>
                    <a:pt x="112" y="871"/>
                  </a:lnTo>
                  <a:lnTo>
                    <a:pt x="110" y="873"/>
                  </a:lnTo>
                  <a:lnTo>
                    <a:pt x="110" y="875"/>
                  </a:lnTo>
                  <a:lnTo>
                    <a:pt x="117" y="875"/>
                  </a:lnTo>
                  <a:lnTo>
                    <a:pt x="124" y="873"/>
                  </a:lnTo>
                  <a:lnTo>
                    <a:pt x="124" y="862"/>
                  </a:lnTo>
                  <a:lnTo>
                    <a:pt x="137" y="848"/>
                  </a:lnTo>
                  <a:lnTo>
                    <a:pt x="135" y="857"/>
                  </a:lnTo>
                  <a:lnTo>
                    <a:pt x="128" y="871"/>
                  </a:lnTo>
                  <a:lnTo>
                    <a:pt x="137" y="873"/>
                  </a:lnTo>
                  <a:lnTo>
                    <a:pt x="139" y="875"/>
                  </a:lnTo>
                  <a:lnTo>
                    <a:pt x="128" y="877"/>
                  </a:lnTo>
                  <a:lnTo>
                    <a:pt x="124" y="884"/>
                  </a:lnTo>
                  <a:lnTo>
                    <a:pt x="117" y="877"/>
                  </a:lnTo>
                  <a:lnTo>
                    <a:pt x="112" y="882"/>
                  </a:lnTo>
                  <a:lnTo>
                    <a:pt x="112" y="884"/>
                  </a:lnTo>
                  <a:lnTo>
                    <a:pt x="115" y="889"/>
                  </a:lnTo>
                  <a:lnTo>
                    <a:pt x="117" y="900"/>
                  </a:lnTo>
                  <a:lnTo>
                    <a:pt x="108" y="895"/>
                  </a:lnTo>
                  <a:lnTo>
                    <a:pt x="101" y="891"/>
                  </a:lnTo>
                  <a:lnTo>
                    <a:pt x="108" y="884"/>
                  </a:lnTo>
                  <a:lnTo>
                    <a:pt x="101" y="873"/>
                  </a:lnTo>
                  <a:lnTo>
                    <a:pt x="97" y="871"/>
                  </a:lnTo>
                  <a:lnTo>
                    <a:pt x="88" y="873"/>
                  </a:lnTo>
                  <a:lnTo>
                    <a:pt x="81" y="875"/>
                  </a:lnTo>
                  <a:lnTo>
                    <a:pt x="72" y="871"/>
                  </a:lnTo>
                  <a:lnTo>
                    <a:pt x="52" y="864"/>
                  </a:lnTo>
                  <a:lnTo>
                    <a:pt x="40" y="871"/>
                  </a:lnTo>
                  <a:lnTo>
                    <a:pt x="38" y="871"/>
                  </a:lnTo>
                  <a:lnTo>
                    <a:pt x="36" y="864"/>
                  </a:lnTo>
                  <a:lnTo>
                    <a:pt x="27" y="864"/>
                  </a:lnTo>
                  <a:lnTo>
                    <a:pt x="22" y="857"/>
                  </a:lnTo>
                  <a:lnTo>
                    <a:pt x="18" y="855"/>
                  </a:lnTo>
                  <a:lnTo>
                    <a:pt x="16" y="857"/>
                  </a:lnTo>
                  <a:lnTo>
                    <a:pt x="16" y="859"/>
                  </a:lnTo>
                  <a:lnTo>
                    <a:pt x="22" y="871"/>
                  </a:lnTo>
                  <a:lnTo>
                    <a:pt x="22" y="875"/>
                  </a:lnTo>
                  <a:lnTo>
                    <a:pt x="22" y="877"/>
                  </a:lnTo>
                  <a:lnTo>
                    <a:pt x="25" y="884"/>
                  </a:lnTo>
                  <a:lnTo>
                    <a:pt x="40" y="884"/>
                  </a:lnTo>
                  <a:lnTo>
                    <a:pt x="31" y="886"/>
                  </a:lnTo>
                  <a:lnTo>
                    <a:pt x="31" y="900"/>
                  </a:lnTo>
                  <a:lnTo>
                    <a:pt x="27" y="891"/>
                  </a:lnTo>
                  <a:lnTo>
                    <a:pt x="18" y="886"/>
                  </a:lnTo>
                  <a:lnTo>
                    <a:pt x="18" y="898"/>
                  </a:lnTo>
                  <a:lnTo>
                    <a:pt x="27" y="911"/>
                  </a:lnTo>
                  <a:lnTo>
                    <a:pt x="40" y="902"/>
                  </a:lnTo>
                  <a:lnTo>
                    <a:pt x="45" y="902"/>
                  </a:lnTo>
                  <a:lnTo>
                    <a:pt x="38" y="909"/>
                  </a:lnTo>
                  <a:lnTo>
                    <a:pt x="36" y="911"/>
                  </a:lnTo>
                  <a:lnTo>
                    <a:pt x="29" y="913"/>
                  </a:lnTo>
                  <a:lnTo>
                    <a:pt x="29" y="918"/>
                  </a:lnTo>
                  <a:lnTo>
                    <a:pt x="38" y="920"/>
                  </a:lnTo>
                  <a:lnTo>
                    <a:pt x="47" y="911"/>
                  </a:lnTo>
                  <a:lnTo>
                    <a:pt x="47" y="913"/>
                  </a:lnTo>
                  <a:lnTo>
                    <a:pt x="43" y="918"/>
                  </a:lnTo>
                  <a:lnTo>
                    <a:pt x="38" y="925"/>
                  </a:lnTo>
                  <a:lnTo>
                    <a:pt x="29" y="927"/>
                  </a:lnTo>
                  <a:lnTo>
                    <a:pt x="27" y="918"/>
                  </a:lnTo>
                  <a:lnTo>
                    <a:pt x="25" y="918"/>
                  </a:lnTo>
                  <a:lnTo>
                    <a:pt x="25" y="927"/>
                  </a:lnTo>
                  <a:lnTo>
                    <a:pt x="22" y="931"/>
                  </a:lnTo>
                  <a:lnTo>
                    <a:pt x="22" y="934"/>
                  </a:lnTo>
                  <a:lnTo>
                    <a:pt x="16" y="940"/>
                  </a:lnTo>
                  <a:lnTo>
                    <a:pt x="27" y="945"/>
                  </a:lnTo>
                  <a:lnTo>
                    <a:pt x="29" y="943"/>
                  </a:lnTo>
                  <a:lnTo>
                    <a:pt x="36" y="940"/>
                  </a:lnTo>
                  <a:lnTo>
                    <a:pt x="38" y="938"/>
                  </a:lnTo>
                  <a:lnTo>
                    <a:pt x="40" y="943"/>
                  </a:lnTo>
                  <a:lnTo>
                    <a:pt x="38" y="947"/>
                  </a:lnTo>
                  <a:lnTo>
                    <a:pt x="31" y="952"/>
                  </a:lnTo>
                  <a:lnTo>
                    <a:pt x="40" y="952"/>
                  </a:lnTo>
                  <a:lnTo>
                    <a:pt x="38" y="958"/>
                  </a:lnTo>
                  <a:lnTo>
                    <a:pt x="31" y="961"/>
                  </a:lnTo>
                  <a:lnTo>
                    <a:pt x="27" y="961"/>
                  </a:lnTo>
                  <a:lnTo>
                    <a:pt x="25" y="965"/>
                  </a:lnTo>
                  <a:lnTo>
                    <a:pt x="22" y="970"/>
                  </a:lnTo>
                  <a:lnTo>
                    <a:pt x="29" y="970"/>
                  </a:lnTo>
                  <a:lnTo>
                    <a:pt x="36" y="967"/>
                  </a:lnTo>
                  <a:lnTo>
                    <a:pt x="40" y="967"/>
                  </a:lnTo>
                  <a:lnTo>
                    <a:pt x="45" y="956"/>
                  </a:lnTo>
                  <a:lnTo>
                    <a:pt x="54" y="947"/>
                  </a:lnTo>
                  <a:lnTo>
                    <a:pt x="61" y="938"/>
                  </a:lnTo>
                  <a:lnTo>
                    <a:pt x="74" y="934"/>
                  </a:lnTo>
                  <a:lnTo>
                    <a:pt x="88" y="934"/>
                  </a:lnTo>
                  <a:lnTo>
                    <a:pt x="94" y="931"/>
                  </a:lnTo>
                  <a:lnTo>
                    <a:pt x="97" y="929"/>
                  </a:lnTo>
                  <a:lnTo>
                    <a:pt x="101" y="938"/>
                  </a:lnTo>
                  <a:lnTo>
                    <a:pt x="92" y="938"/>
                  </a:lnTo>
                  <a:lnTo>
                    <a:pt x="83" y="947"/>
                  </a:lnTo>
                  <a:lnTo>
                    <a:pt x="81" y="956"/>
                  </a:lnTo>
                  <a:lnTo>
                    <a:pt x="79" y="958"/>
                  </a:lnTo>
                  <a:lnTo>
                    <a:pt x="74" y="954"/>
                  </a:lnTo>
                  <a:lnTo>
                    <a:pt x="81" y="938"/>
                  </a:lnTo>
                  <a:lnTo>
                    <a:pt x="70" y="940"/>
                  </a:lnTo>
                  <a:lnTo>
                    <a:pt x="67" y="940"/>
                  </a:lnTo>
                  <a:lnTo>
                    <a:pt x="67" y="945"/>
                  </a:lnTo>
                  <a:lnTo>
                    <a:pt x="56" y="954"/>
                  </a:lnTo>
                  <a:lnTo>
                    <a:pt x="58" y="958"/>
                  </a:lnTo>
                  <a:lnTo>
                    <a:pt x="54" y="961"/>
                  </a:lnTo>
                  <a:lnTo>
                    <a:pt x="47" y="967"/>
                  </a:lnTo>
                  <a:lnTo>
                    <a:pt x="45" y="972"/>
                  </a:lnTo>
                  <a:lnTo>
                    <a:pt x="36" y="979"/>
                  </a:lnTo>
                  <a:lnTo>
                    <a:pt x="29" y="981"/>
                  </a:lnTo>
                  <a:lnTo>
                    <a:pt x="38" y="983"/>
                  </a:lnTo>
                  <a:lnTo>
                    <a:pt x="43" y="985"/>
                  </a:lnTo>
                  <a:lnTo>
                    <a:pt x="54" y="985"/>
                  </a:lnTo>
                  <a:lnTo>
                    <a:pt x="58" y="985"/>
                  </a:lnTo>
                  <a:lnTo>
                    <a:pt x="47" y="992"/>
                  </a:lnTo>
                  <a:lnTo>
                    <a:pt x="40" y="994"/>
                  </a:lnTo>
                  <a:lnTo>
                    <a:pt x="29" y="997"/>
                  </a:lnTo>
                  <a:lnTo>
                    <a:pt x="31" y="999"/>
                  </a:lnTo>
                  <a:lnTo>
                    <a:pt x="29" y="1001"/>
                  </a:lnTo>
                  <a:lnTo>
                    <a:pt x="27" y="1001"/>
                  </a:lnTo>
                  <a:lnTo>
                    <a:pt x="22" y="999"/>
                  </a:lnTo>
                  <a:lnTo>
                    <a:pt x="18" y="1008"/>
                  </a:lnTo>
                  <a:lnTo>
                    <a:pt x="16" y="1008"/>
                  </a:lnTo>
                  <a:lnTo>
                    <a:pt x="13" y="1003"/>
                  </a:lnTo>
                  <a:lnTo>
                    <a:pt x="9" y="999"/>
                  </a:lnTo>
                  <a:lnTo>
                    <a:pt x="0" y="1008"/>
                  </a:lnTo>
                  <a:lnTo>
                    <a:pt x="2" y="1017"/>
                  </a:lnTo>
                  <a:lnTo>
                    <a:pt x="2" y="1026"/>
                  </a:lnTo>
                  <a:lnTo>
                    <a:pt x="9" y="1028"/>
                  </a:lnTo>
                  <a:lnTo>
                    <a:pt x="13" y="1030"/>
                  </a:lnTo>
                  <a:lnTo>
                    <a:pt x="16" y="1021"/>
                  </a:lnTo>
                  <a:lnTo>
                    <a:pt x="18" y="1021"/>
                  </a:lnTo>
                  <a:lnTo>
                    <a:pt x="18" y="1026"/>
                  </a:lnTo>
                  <a:lnTo>
                    <a:pt x="22" y="1035"/>
                  </a:lnTo>
                  <a:lnTo>
                    <a:pt x="29" y="1028"/>
                  </a:lnTo>
                  <a:lnTo>
                    <a:pt x="27" y="1024"/>
                  </a:lnTo>
                  <a:lnTo>
                    <a:pt x="27" y="1021"/>
                  </a:lnTo>
                  <a:lnTo>
                    <a:pt x="29" y="1015"/>
                  </a:lnTo>
                  <a:lnTo>
                    <a:pt x="31" y="1017"/>
                  </a:lnTo>
                  <a:lnTo>
                    <a:pt x="31" y="1021"/>
                  </a:lnTo>
                  <a:lnTo>
                    <a:pt x="36" y="1021"/>
                  </a:lnTo>
                  <a:lnTo>
                    <a:pt x="38" y="1026"/>
                  </a:lnTo>
                  <a:lnTo>
                    <a:pt x="47" y="1012"/>
                  </a:lnTo>
                  <a:lnTo>
                    <a:pt x="54" y="1012"/>
                  </a:lnTo>
                  <a:lnTo>
                    <a:pt x="58" y="1015"/>
                  </a:lnTo>
                  <a:lnTo>
                    <a:pt x="47" y="1021"/>
                  </a:lnTo>
                  <a:lnTo>
                    <a:pt x="38" y="1030"/>
                  </a:lnTo>
                  <a:lnTo>
                    <a:pt x="43" y="1037"/>
                  </a:lnTo>
                  <a:lnTo>
                    <a:pt x="40" y="1042"/>
                  </a:lnTo>
                  <a:lnTo>
                    <a:pt x="36" y="1048"/>
                  </a:lnTo>
                  <a:lnTo>
                    <a:pt x="31" y="1050"/>
                  </a:lnTo>
                  <a:lnTo>
                    <a:pt x="27" y="1053"/>
                  </a:lnTo>
                  <a:lnTo>
                    <a:pt x="27" y="1064"/>
                  </a:lnTo>
                  <a:lnTo>
                    <a:pt x="43" y="1066"/>
                  </a:lnTo>
                  <a:lnTo>
                    <a:pt x="36" y="1068"/>
                  </a:lnTo>
                  <a:lnTo>
                    <a:pt x="29" y="1077"/>
                  </a:lnTo>
                  <a:lnTo>
                    <a:pt x="22" y="1066"/>
                  </a:lnTo>
                  <a:lnTo>
                    <a:pt x="16" y="1066"/>
                  </a:lnTo>
                  <a:lnTo>
                    <a:pt x="11" y="1068"/>
                  </a:lnTo>
                  <a:lnTo>
                    <a:pt x="9" y="1057"/>
                  </a:lnTo>
                  <a:lnTo>
                    <a:pt x="4" y="1064"/>
                  </a:lnTo>
                  <a:lnTo>
                    <a:pt x="0" y="1071"/>
                  </a:lnTo>
                  <a:lnTo>
                    <a:pt x="2" y="1098"/>
                  </a:lnTo>
                  <a:lnTo>
                    <a:pt x="16" y="1118"/>
                  </a:lnTo>
                  <a:lnTo>
                    <a:pt x="27" y="1127"/>
                  </a:lnTo>
                  <a:lnTo>
                    <a:pt x="38" y="1134"/>
                  </a:lnTo>
                  <a:lnTo>
                    <a:pt x="45" y="1136"/>
                  </a:lnTo>
                  <a:lnTo>
                    <a:pt x="54" y="1134"/>
                  </a:lnTo>
                  <a:lnTo>
                    <a:pt x="47" y="1138"/>
                  </a:lnTo>
                  <a:lnTo>
                    <a:pt x="40" y="1140"/>
                  </a:lnTo>
                  <a:lnTo>
                    <a:pt x="40" y="1149"/>
                  </a:lnTo>
                  <a:lnTo>
                    <a:pt x="43" y="1152"/>
                  </a:lnTo>
                  <a:lnTo>
                    <a:pt x="43" y="1154"/>
                  </a:lnTo>
                  <a:lnTo>
                    <a:pt x="54" y="1147"/>
                  </a:lnTo>
                  <a:lnTo>
                    <a:pt x="58" y="1147"/>
                  </a:lnTo>
                  <a:lnTo>
                    <a:pt x="54" y="1154"/>
                  </a:lnTo>
                  <a:lnTo>
                    <a:pt x="67" y="1154"/>
                  </a:lnTo>
                  <a:lnTo>
                    <a:pt x="67" y="1156"/>
                  </a:lnTo>
                  <a:lnTo>
                    <a:pt x="61" y="1163"/>
                  </a:lnTo>
                  <a:lnTo>
                    <a:pt x="74" y="1165"/>
                  </a:lnTo>
                  <a:lnTo>
                    <a:pt x="94" y="1165"/>
                  </a:lnTo>
                  <a:lnTo>
                    <a:pt x="108" y="1161"/>
                  </a:lnTo>
                  <a:lnTo>
                    <a:pt x="115" y="1156"/>
                  </a:lnTo>
                  <a:lnTo>
                    <a:pt x="121" y="1154"/>
                  </a:lnTo>
                  <a:lnTo>
                    <a:pt x="130" y="1149"/>
                  </a:lnTo>
                  <a:lnTo>
                    <a:pt x="142" y="1140"/>
                  </a:lnTo>
                  <a:lnTo>
                    <a:pt x="148" y="1138"/>
                  </a:lnTo>
                  <a:lnTo>
                    <a:pt x="153" y="1131"/>
                  </a:lnTo>
                  <a:lnTo>
                    <a:pt x="155" y="1127"/>
                  </a:lnTo>
                  <a:lnTo>
                    <a:pt x="157" y="1125"/>
                  </a:lnTo>
                  <a:lnTo>
                    <a:pt x="169" y="1120"/>
                  </a:lnTo>
                  <a:lnTo>
                    <a:pt x="171" y="1113"/>
                  </a:lnTo>
                  <a:lnTo>
                    <a:pt x="169" y="1111"/>
                  </a:lnTo>
                  <a:lnTo>
                    <a:pt x="178" y="1111"/>
                  </a:lnTo>
                  <a:lnTo>
                    <a:pt x="182" y="1109"/>
                  </a:lnTo>
                  <a:lnTo>
                    <a:pt x="182" y="1104"/>
                  </a:lnTo>
                  <a:lnTo>
                    <a:pt x="187" y="1100"/>
                  </a:lnTo>
                  <a:lnTo>
                    <a:pt x="196" y="1098"/>
                  </a:lnTo>
                  <a:lnTo>
                    <a:pt x="200" y="1086"/>
                  </a:lnTo>
                  <a:lnTo>
                    <a:pt x="207" y="1093"/>
                  </a:lnTo>
                  <a:lnTo>
                    <a:pt x="209" y="1098"/>
                  </a:lnTo>
                  <a:lnTo>
                    <a:pt x="218" y="1095"/>
                  </a:lnTo>
                  <a:lnTo>
                    <a:pt x="223" y="1093"/>
                  </a:lnTo>
                  <a:lnTo>
                    <a:pt x="227" y="1086"/>
                  </a:lnTo>
                  <a:lnTo>
                    <a:pt x="234" y="1080"/>
                  </a:lnTo>
                  <a:lnTo>
                    <a:pt x="236" y="1077"/>
                  </a:lnTo>
                  <a:lnTo>
                    <a:pt x="241" y="1068"/>
                  </a:lnTo>
                  <a:lnTo>
                    <a:pt x="238" y="1057"/>
                  </a:lnTo>
                  <a:lnTo>
                    <a:pt x="236" y="1053"/>
                  </a:lnTo>
                  <a:lnTo>
                    <a:pt x="236" y="1039"/>
                  </a:lnTo>
                  <a:lnTo>
                    <a:pt x="241" y="1030"/>
                  </a:lnTo>
                  <a:lnTo>
                    <a:pt x="241" y="1044"/>
                  </a:lnTo>
                  <a:lnTo>
                    <a:pt x="245" y="1044"/>
                  </a:lnTo>
                  <a:lnTo>
                    <a:pt x="247" y="1039"/>
                  </a:lnTo>
                  <a:lnTo>
                    <a:pt x="247" y="1035"/>
                  </a:lnTo>
                  <a:lnTo>
                    <a:pt x="245" y="1026"/>
                  </a:lnTo>
                  <a:lnTo>
                    <a:pt x="250" y="1017"/>
                  </a:lnTo>
                  <a:lnTo>
                    <a:pt x="254" y="1012"/>
                  </a:lnTo>
                  <a:lnTo>
                    <a:pt x="261" y="1024"/>
                  </a:lnTo>
                  <a:lnTo>
                    <a:pt x="259" y="1021"/>
                  </a:lnTo>
                  <a:lnTo>
                    <a:pt x="254" y="1021"/>
                  </a:lnTo>
                  <a:lnTo>
                    <a:pt x="250" y="1028"/>
                  </a:lnTo>
                  <a:lnTo>
                    <a:pt x="252" y="1035"/>
                  </a:lnTo>
                  <a:lnTo>
                    <a:pt x="254" y="1039"/>
                  </a:lnTo>
                  <a:lnTo>
                    <a:pt x="252" y="1048"/>
                  </a:lnTo>
                  <a:lnTo>
                    <a:pt x="250" y="1068"/>
                  </a:lnTo>
                  <a:lnTo>
                    <a:pt x="252" y="1071"/>
                  </a:lnTo>
                  <a:lnTo>
                    <a:pt x="252" y="1073"/>
                  </a:lnTo>
                  <a:lnTo>
                    <a:pt x="254" y="1077"/>
                  </a:lnTo>
                  <a:lnTo>
                    <a:pt x="254" y="1080"/>
                  </a:lnTo>
                  <a:lnTo>
                    <a:pt x="261" y="1084"/>
                  </a:lnTo>
                  <a:lnTo>
                    <a:pt x="265" y="1086"/>
                  </a:lnTo>
                  <a:lnTo>
                    <a:pt x="268" y="1095"/>
                  </a:lnTo>
                  <a:lnTo>
                    <a:pt x="270" y="1098"/>
                  </a:lnTo>
                  <a:lnTo>
                    <a:pt x="277" y="1100"/>
                  </a:lnTo>
                  <a:lnTo>
                    <a:pt x="281" y="1109"/>
                  </a:lnTo>
                  <a:lnTo>
                    <a:pt x="288" y="1109"/>
                  </a:lnTo>
                  <a:lnTo>
                    <a:pt x="292" y="1104"/>
                  </a:lnTo>
                  <a:lnTo>
                    <a:pt x="297" y="1086"/>
                  </a:lnTo>
                  <a:lnTo>
                    <a:pt x="297" y="1062"/>
                  </a:lnTo>
                  <a:lnTo>
                    <a:pt x="304" y="1048"/>
                  </a:lnTo>
                  <a:lnTo>
                    <a:pt x="308" y="1037"/>
                  </a:lnTo>
                  <a:lnTo>
                    <a:pt x="308" y="1021"/>
                  </a:lnTo>
                  <a:lnTo>
                    <a:pt x="322" y="1012"/>
                  </a:lnTo>
                  <a:lnTo>
                    <a:pt x="337" y="999"/>
                  </a:lnTo>
                  <a:lnTo>
                    <a:pt x="340" y="992"/>
                  </a:lnTo>
                  <a:lnTo>
                    <a:pt x="344" y="981"/>
                  </a:lnTo>
                  <a:lnTo>
                    <a:pt x="346" y="974"/>
                  </a:lnTo>
                  <a:lnTo>
                    <a:pt x="346" y="961"/>
                  </a:lnTo>
                  <a:lnTo>
                    <a:pt x="340" y="952"/>
                  </a:lnTo>
                  <a:lnTo>
                    <a:pt x="337" y="943"/>
                  </a:lnTo>
                  <a:lnTo>
                    <a:pt x="335" y="931"/>
                  </a:lnTo>
                  <a:lnTo>
                    <a:pt x="335" y="927"/>
                  </a:lnTo>
                  <a:lnTo>
                    <a:pt x="337" y="918"/>
                  </a:lnTo>
                  <a:lnTo>
                    <a:pt x="340" y="902"/>
                  </a:lnTo>
                  <a:lnTo>
                    <a:pt x="349" y="895"/>
                  </a:lnTo>
                  <a:lnTo>
                    <a:pt x="362" y="889"/>
                  </a:lnTo>
                  <a:lnTo>
                    <a:pt x="362" y="873"/>
                  </a:lnTo>
                  <a:lnTo>
                    <a:pt x="353" y="868"/>
                  </a:lnTo>
                  <a:lnTo>
                    <a:pt x="346" y="859"/>
                  </a:lnTo>
                  <a:lnTo>
                    <a:pt x="351" y="839"/>
                  </a:lnTo>
                  <a:lnTo>
                    <a:pt x="362" y="814"/>
                  </a:lnTo>
                  <a:lnTo>
                    <a:pt x="360" y="803"/>
                  </a:lnTo>
                  <a:lnTo>
                    <a:pt x="358" y="794"/>
                  </a:lnTo>
                  <a:lnTo>
                    <a:pt x="351" y="785"/>
                  </a:lnTo>
                  <a:lnTo>
                    <a:pt x="351" y="772"/>
                  </a:lnTo>
                  <a:lnTo>
                    <a:pt x="349" y="763"/>
                  </a:lnTo>
                  <a:lnTo>
                    <a:pt x="349" y="756"/>
                  </a:lnTo>
                  <a:lnTo>
                    <a:pt x="358" y="745"/>
                  </a:lnTo>
                  <a:lnTo>
                    <a:pt x="353" y="729"/>
                  </a:lnTo>
                  <a:lnTo>
                    <a:pt x="351" y="715"/>
                  </a:lnTo>
                  <a:lnTo>
                    <a:pt x="358" y="704"/>
                  </a:lnTo>
                  <a:lnTo>
                    <a:pt x="362" y="691"/>
                  </a:lnTo>
                  <a:lnTo>
                    <a:pt x="364" y="679"/>
                  </a:lnTo>
                  <a:lnTo>
                    <a:pt x="376" y="666"/>
                  </a:lnTo>
                  <a:lnTo>
                    <a:pt x="391" y="646"/>
                  </a:lnTo>
                  <a:lnTo>
                    <a:pt x="405" y="639"/>
                  </a:lnTo>
                  <a:lnTo>
                    <a:pt x="416" y="637"/>
                  </a:lnTo>
                  <a:lnTo>
                    <a:pt x="423" y="646"/>
                  </a:lnTo>
                  <a:lnTo>
                    <a:pt x="434" y="650"/>
                  </a:lnTo>
                  <a:lnTo>
                    <a:pt x="445" y="612"/>
                  </a:lnTo>
                  <a:lnTo>
                    <a:pt x="432" y="596"/>
                  </a:lnTo>
                  <a:lnTo>
                    <a:pt x="463" y="569"/>
                  </a:lnTo>
                  <a:lnTo>
                    <a:pt x="470" y="542"/>
                  </a:lnTo>
                  <a:lnTo>
                    <a:pt x="472" y="508"/>
                  </a:lnTo>
                  <a:lnTo>
                    <a:pt x="477" y="502"/>
                  </a:lnTo>
                  <a:lnTo>
                    <a:pt x="484" y="495"/>
                  </a:lnTo>
                  <a:lnTo>
                    <a:pt x="479" y="479"/>
                  </a:lnTo>
                  <a:lnTo>
                    <a:pt x="479" y="468"/>
                  </a:lnTo>
                  <a:lnTo>
                    <a:pt x="484" y="466"/>
                  </a:lnTo>
                  <a:lnTo>
                    <a:pt x="499" y="454"/>
                  </a:lnTo>
                  <a:lnTo>
                    <a:pt x="511" y="450"/>
                  </a:lnTo>
                  <a:lnTo>
                    <a:pt x="517" y="443"/>
                  </a:lnTo>
                  <a:lnTo>
                    <a:pt x="515" y="432"/>
                  </a:lnTo>
                  <a:lnTo>
                    <a:pt x="517" y="418"/>
                  </a:lnTo>
                  <a:lnTo>
                    <a:pt x="538" y="403"/>
                  </a:lnTo>
                  <a:lnTo>
                    <a:pt x="547" y="389"/>
                  </a:lnTo>
                  <a:lnTo>
                    <a:pt x="549" y="382"/>
                  </a:lnTo>
                  <a:lnTo>
                    <a:pt x="553" y="369"/>
                  </a:lnTo>
                  <a:lnTo>
                    <a:pt x="549" y="353"/>
                  </a:lnTo>
                  <a:lnTo>
                    <a:pt x="549" y="337"/>
                  </a:lnTo>
                  <a:lnTo>
                    <a:pt x="562" y="328"/>
                  </a:lnTo>
                  <a:lnTo>
                    <a:pt x="571" y="301"/>
                  </a:lnTo>
                  <a:lnTo>
                    <a:pt x="594" y="279"/>
                  </a:lnTo>
                  <a:lnTo>
                    <a:pt x="610" y="288"/>
                  </a:lnTo>
                  <a:lnTo>
                    <a:pt x="619" y="279"/>
                  </a:lnTo>
                  <a:lnTo>
                    <a:pt x="616" y="268"/>
                  </a:lnTo>
                  <a:lnTo>
                    <a:pt x="619" y="261"/>
                  </a:lnTo>
                  <a:lnTo>
                    <a:pt x="625" y="250"/>
                  </a:lnTo>
                  <a:lnTo>
                    <a:pt x="628" y="241"/>
                  </a:lnTo>
                  <a:lnTo>
                    <a:pt x="630" y="236"/>
                  </a:lnTo>
                  <a:lnTo>
                    <a:pt x="652" y="245"/>
                  </a:lnTo>
                  <a:lnTo>
                    <a:pt x="668" y="250"/>
                  </a:lnTo>
                  <a:lnTo>
                    <a:pt x="679" y="256"/>
                  </a:lnTo>
                  <a:lnTo>
                    <a:pt x="691" y="256"/>
                  </a:lnTo>
                  <a:lnTo>
                    <a:pt x="697" y="245"/>
                  </a:lnTo>
                  <a:lnTo>
                    <a:pt x="691" y="243"/>
                  </a:lnTo>
                  <a:lnTo>
                    <a:pt x="693" y="227"/>
                  </a:lnTo>
                  <a:lnTo>
                    <a:pt x="706" y="227"/>
                  </a:lnTo>
                  <a:lnTo>
                    <a:pt x="695" y="220"/>
                  </a:lnTo>
                  <a:lnTo>
                    <a:pt x="693" y="202"/>
                  </a:lnTo>
                  <a:lnTo>
                    <a:pt x="706" y="202"/>
                  </a:lnTo>
                  <a:lnTo>
                    <a:pt x="727" y="223"/>
                  </a:lnTo>
                  <a:lnTo>
                    <a:pt x="706" y="20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0" name="Freeform 4">
              <a:extLst>
                <a:ext uri="{FF2B5EF4-FFF2-40B4-BE49-F238E27FC236}">
                  <a16:creationId xmlns:a16="http://schemas.microsoft.com/office/drawing/2014/main" id="{DFC5C0C7-2B0F-34BD-2390-E1DDB19A1D00}"/>
                </a:ext>
              </a:extLst>
            </p:cNvPr>
            <p:cNvSpPr>
              <a:spLocks noChangeAspect="1"/>
            </p:cNvSpPr>
            <p:nvPr/>
          </p:nvSpPr>
          <p:spPr bwMode="auto">
            <a:xfrm>
              <a:off x="1094" y="3069"/>
              <a:ext cx="277" cy="428"/>
            </a:xfrm>
            <a:custGeom>
              <a:avLst/>
              <a:gdLst>
                <a:gd name="T0" fmla="*/ 176 w 329"/>
                <a:gd name="T1" fmla="*/ 9 h 470"/>
                <a:gd name="T2" fmla="*/ 196 w 329"/>
                <a:gd name="T3" fmla="*/ 11 h 470"/>
                <a:gd name="T4" fmla="*/ 225 w 329"/>
                <a:gd name="T5" fmla="*/ 0 h 470"/>
                <a:gd name="T6" fmla="*/ 225 w 329"/>
                <a:gd name="T7" fmla="*/ 15 h 470"/>
                <a:gd name="T8" fmla="*/ 237 w 329"/>
                <a:gd name="T9" fmla="*/ 33 h 470"/>
                <a:gd name="T10" fmla="*/ 255 w 329"/>
                <a:gd name="T11" fmla="*/ 45 h 470"/>
                <a:gd name="T12" fmla="*/ 270 w 329"/>
                <a:gd name="T13" fmla="*/ 51 h 470"/>
                <a:gd name="T14" fmla="*/ 304 w 329"/>
                <a:gd name="T15" fmla="*/ 65 h 470"/>
                <a:gd name="T16" fmla="*/ 309 w 329"/>
                <a:gd name="T17" fmla="*/ 78 h 470"/>
                <a:gd name="T18" fmla="*/ 322 w 329"/>
                <a:gd name="T19" fmla="*/ 92 h 470"/>
                <a:gd name="T20" fmla="*/ 302 w 329"/>
                <a:gd name="T21" fmla="*/ 119 h 470"/>
                <a:gd name="T22" fmla="*/ 268 w 329"/>
                <a:gd name="T23" fmla="*/ 135 h 470"/>
                <a:gd name="T24" fmla="*/ 275 w 329"/>
                <a:gd name="T25" fmla="*/ 150 h 470"/>
                <a:gd name="T26" fmla="*/ 264 w 329"/>
                <a:gd name="T27" fmla="*/ 173 h 470"/>
                <a:gd name="T28" fmla="*/ 248 w 329"/>
                <a:gd name="T29" fmla="*/ 193 h 470"/>
                <a:gd name="T30" fmla="*/ 234 w 329"/>
                <a:gd name="T31" fmla="*/ 209 h 470"/>
                <a:gd name="T32" fmla="*/ 241 w 329"/>
                <a:gd name="T33" fmla="*/ 225 h 470"/>
                <a:gd name="T34" fmla="*/ 228 w 329"/>
                <a:gd name="T35" fmla="*/ 243 h 470"/>
                <a:gd name="T36" fmla="*/ 196 w 329"/>
                <a:gd name="T37" fmla="*/ 245 h 470"/>
                <a:gd name="T38" fmla="*/ 185 w 329"/>
                <a:gd name="T39" fmla="*/ 245 h 470"/>
                <a:gd name="T40" fmla="*/ 185 w 329"/>
                <a:gd name="T41" fmla="*/ 276 h 470"/>
                <a:gd name="T42" fmla="*/ 194 w 329"/>
                <a:gd name="T43" fmla="*/ 312 h 470"/>
                <a:gd name="T44" fmla="*/ 176 w 329"/>
                <a:gd name="T45" fmla="*/ 337 h 470"/>
                <a:gd name="T46" fmla="*/ 183 w 329"/>
                <a:gd name="T47" fmla="*/ 384 h 470"/>
                <a:gd name="T48" fmla="*/ 149 w 329"/>
                <a:gd name="T49" fmla="*/ 418 h 470"/>
                <a:gd name="T50" fmla="*/ 115 w 329"/>
                <a:gd name="T51" fmla="*/ 465 h 470"/>
                <a:gd name="T52" fmla="*/ 68 w 329"/>
                <a:gd name="T53" fmla="*/ 461 h 470"/>
                <a:gd name="T54" fmla="*/ 25 w 329"/>
                <a:gd name="T55" fmla="*/ 441 h 470"/>
                <a:gd name="T56" fmla="*/ 0 w 329"/>
                <a:gd name="T57" fmla="*/ 434 h 470"/>
                <a:gd name="T58" fmla="*/ 23 w 329"/>
                <a:gd name="T59" fmla="*/ 405 h 470"/>
                <a:gd name="T60" fmla="*/ 39 w 329"/>
                <a:gd name="T61" fmla="*/ 371 h 470"/>
                <a:gd name="T62" fmla="*/ 45 w 329"/>
                <a:gd name="T63" fmla="*/ 346 h 470"/>
                <a:gd name="T64" fmla="*/ 54 w 329"/>
                <a:gd name="T65" fmla="*/ 317 h 470"/>
                <a:gd name="T66" fmla="*/ 61 w 329"/>
                <a:gd name="T67" fmla="*/ 317 h 470"/>
                <a:gd name="T68" fmla="*/ 57 w 329"/>
                <a:gd name="T69" fmla="*/ 308 h 470"/>
                <a:gd name="T70" fmla="*/ 27 w 329"/>
                <a:gd name="T71" fmla="*/ 303 h 470"/>
                <a:gd name="T72" fmla="*/ 41 w 329"/>
                <a:gd name="T73" fmla="*/ 288 h 470"/>
                <a:gd name="T74" fmla="*/ 50 w 329"/>
                <a:gd name="T75" fmla="*/ 281 h 470"/>
                <a:gd name="T76" fmla="*/ 54 w 329"/>
                <a:gd name="T77" fmla="*/ 272 h 470"/>
                <a:gd name="T78" fmla="*/ 23 w 329"/>
                <a:gd name="T79" fmla="*/ 272 h 470"/>
                <a:gd name="T80" fmla="*/ 36 w 329"/>
                <a:gd name="T81" fmla="*/ 245 h 470"/>
                <a:gd name="T82" fmla="*/ 45 w 329"/>
                <a:gd name="T83" fmla="*/ 218 h 470"/>
                <a:gd name="T84" fmla="*/ 68 w 329"/>
                <a:gd name="T85" fmla="*/ 211 h 470"/>
                <a:gd name="T86" fmla="*/ 75 w 329"/>
                <a:gd name="T87" fmla="*/ 198 h 470"/>
                <a:gd name="T88" fmla="*/ 99 w 329"/>
                <a:gd name="T89" fmla="*/ 173 h 470"/>
                <a:gd name="T90" fmla="*/ 115 w 329"/>
                <a:gd name="T91" fmla="*/ 146 h 470"/>
                <a:gd name="T92" fmla="*/ 129 w 329"/>
                <a:gd name="T93" fmla="*/ 128 h 470"/>
                <a:gd name="T94" fmla="*/ 140 w 329"/>
                <a:gd name="T95" fmla="*/ 112 h 470"/>
                <a:gd name="T96" fmla="*/ 135 w 329"/>
                <a:gd name="T97" fmla="*/ 114 h 470"/>
                <a:gd name="T98" fmla="*/ 138 w 329"/>
                <a:gd name="T99" fmla="*/ 105 h 470"/>
                <a:gd name="T100" fmla="*/ 144 w 329"/>
                <a:gd name="T101" fmla="*/ 67 h 470"/>
                <a:gd name="T102" fmla="*/ 153 w 329"/>
                <a:gd name="T103" fmla="*/ 2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9" h="470">
                  <a:moveTo>
                    <a:pt x="158" y="20"/>
                  </a:moveTo>
                  <a:lnTo>
                    <a:pt x="167" y="15"/>
                  </a:lnTo>
                  <a:lnTo>
                    <a:pt x="176" y="9"/>
                  </a:lnTo>
                  <a:lnTo>
                    <a:pt x="180" y="11"/>
                  </a:lnTo>
                  <a:lnTo>
                    <a:pt x="185" y="11"/>
                  </a:lnTo>
                  <a:lnTo>
                    <a:pt x="196" y="11"/>
                  </a:lnTo>
                  <a:lnTo>
                    <a:pt x="210" y="9"/>
                  </a:lnTo>
                  <a:lnTo>
                    <a:pt x="221" y="2"/>
                  </a:lnTo>
                  <a:lnTo>
                    <a:pt x="225" y="0"/>
                  </a:lnTo>
                  <a:lnTo>
                    <a:pt x="228" y="2"/>
                  </a:lnTo>
                  <a:lnTo>
                    <a:pt x="228" y="13"/>
                  </a:lnTo>
                  <a:lnTo>
                    <a:pt x="225" y="15"/>
                  </a:lnTo>
                  <a:lnTo>
                    <a:pt x="225" y="27"/>
                  </a:lnTo>
                  <a:lnTo>
                    <a:pt x="228" y="36"/>
                  </a:lnTo>
                  <a:lnTo>
                    <a:pt x="237" y="33"/>
                  </a:lnTo>
                  <a:lnTo>
                    <a:pt x="241" y="36"/>
                  </a:lnTo>
                  <a:lnTo>
                    <a:pt x="246" y="40"/>
                  </a:lnTo>
                  <a:lnTo>
                    <a:pt x="255" y="45"/>
                  </a:lnTo>
                  <a:lnTo>
                    <a:pt x="259" y="51"/>
                  </a:lnTo>
                  <a:lnTo>
                    <a:pt x="266" y="54"/>
                  </a:lnTo>
                  <a:lnTo>
                    <a:pt x="270" y="51"/>
                  </a:lnTo>
                  <a:lnTo>
                    <a:pt x="275" y="49"/>
                  </a:lnTo>
                  <a:lnTo>
                    <a:pt x="282" y="49"/>
                  </a:lnTo>
                  <a:lnTo>
                    <a:pt x="304" y="65"/>
                  </a:lnTo>
                  <a:lnTo>
                    <a:pt x="311" y="65"/>
                  </a:lnTo>
                  <a:lnTo>
                    <a:pt x="318" y="69"/>
                  </a:lnTo>
                  <a:lnTo>
                    <a:pt x="309" y="78"/>
                  </a:lnTo>
                  <a:lnTo>
                    <a:pt x="309" y="83"/>
                  </a:lnTo>
                  <a:lnTo>
                    <a:pt x="315" y="90"/>
                  </a:lnTo>
                  <a:lnTo>
                    <a:pt x="322" y="92"/>
                  </a:lnTo>
                  <a:lnTo>
                    <a:pt x="329" y="103"/>
                  </a:lnTo>
                  <a:lnTo>
                    <a:pt x="318" y="105"/>
                  </a:lnTo>
                  <a:lnTo>
                    <a:pt x="302" y="119"/>
                  </a:lnTo>
                  <a:lnTo>
                    <a:pt x="282" y="121"/>
                  </a:lnTo>
                  <a:lnTo>
                    <a:pt x="277" y="126"/>
                  </a:lnTo>
                  <a:lnTo>
                    <a:pt x="268" y="135"/>
                  </a:lnTo>
                  <a:lnTo>
                    <a:pt x="270" y="137"/>
                  </a:lnTo>
                  <a:lnTo>
                    <a:pt x="275" y="135"/>
                  </a:lnTo>
                  <a:lnTo>
                    <a:pt x="275" y="150"/>
                  </a:lnTo>
                  <a:lnTo>
                    <a:pt x="270" y="159"/>
                  </a:lnTo>
                  <a:lnTo>
                    <a:pt x="268" y="164"/>
                  </a:lnTo>
                  <a:lnTo>
                    <a:pt x="264" y="173"/>
                  </a:lnTo>
                  <a:lnTo>
                    <a:pt x="255" y="182"/>
                  </a:lnTo>
                  <a:lnTo>
                    <a:pt x="255" y="189"/>
                  </a:lnTo>
                  <a:lnTo>
                    <a:pt x="248" y="193"/>
                  </a:lnTo>
                  <a:lnTo>
                    <a:pt x="239" y="195"/>
                  </a:lnTo>
                  <a:lnTo>
                    <a:pt x="237" y="202"/>
                  </a:lnTo>
                  <a:lnTo>
                    <a:pt x="234" y="209"/>
                  </a:lnTo>
                  <a:lnTo>
                    <a:pt x="246" y="211"/>
                  </a:lnTo>
                  <a:lnTo>
                    <a:pt x="246" y="220"/>
                  </a:lnTo>
                  <a:lnTo>
                    <a:pt x="241" y="225"/>
                  </a:lnTo>
                  <a:lnTo>
                    <a:pt x="237" y="234"/>
                  </a:lnTo>
                  <a:lnTo>
                    <a:pt x="232" y="238"/>
                  </a:lnTo>
                  <a:lnTo>
                    <a:pt x="228" y="243"/>
                  </a:lnTo>
                  <a:lnTo>
                    <a:pt x="223" y="247"/>
                  </a:lnTo>
                  <a:lnTo>
                    <a:pt x="214" y="249"/>
                  </a:lnTo>
                  <a:lnTo>
                    <a:pt x="196" y="245"/>
                  </a:lnTo>
                  <a:lnTo>
                    <a:pt x="189" y="238"/>
                  </a:lnTo>
                  <a:lnTo>
                    <a:pt x="183" y="238"/>
                  </a:lnTo>
                  <a:lnTo>
                    <a:pt x="185" y="245"/>
                  </a:lnTo>
                  <a:lnTo>
                    <a:pt x="189" y="256"/>
                  </a:lnTo>
                  <a:lnTo>
                    <a:pt x="189" y="265"/>
                  </a:lnTo>
                  <a:lnTo>
                    <a:pt x="185" y="276"/>
                  </a:lnTo>
                  <a:lnTo>
                    <a:pt x="192" y="290"/>
                  </a:lnTo>
                  <a:lnTo>
                    <a:pt x="194" y="303"/>
                  </a:lnTo>
                  <a:lnTo>
                    <a:pt x="194" y="312"/>
                  </a:lnTo>
                  <a:lnTo>
                    <a:pt x="194" y="326"/>
                  </a:lnTo>
                  <a:lnTo>
                    <a:pt x="176" y="330"/>
                  </a:lnTo>
                  <a:lnTo>
                    <a:pt x="176" y="337"/>
                  </a:lnTo>
                  <a:lnTo>
                    <a:pt x="169" y="348"/>
                  </a:lnTo>
                  <a:lnTo>
                    <a:pt x="171" y="382"/>
                  </a:lnTo>
                  <a:lnTo>
                    <a:pt x="183" y="384"/>
                  </a:lnTo>
                  <a:lnTo>
                    <a:pt x="180" y="398"/>
                  </a:lnTo>
                  <a:lnTo>
                    <a:pt x="167" y="398"/>
                  </a:lnTo>
                  <a:lnTo>
                    <a:pt x="149" y="418"/>
                  </a:lnTo>
                  <a:lnTo>
                    <a:pt x="122" y="434"/>
                  </a:lnTo>
                  <a:lnTo>
                    <a:pt x="115" y="447"/>
                  </a:lnTo>
                  <a:lnTo>
                    <a:pt x="115" y="465"/>
                  </a:lnTo>
                  <a:lnTo>
                    <a:pt x="95" y="465"/>
                  </a:lnTo>
                  <a:lnTo>
                    <a:pt x="72" y="470"/>
                  </a:lnTo>
                  <a:lnTo>
                    <a:pt x="68" y="461"/>
                  </a:lnTo>
                  <a:lnTo>
                    <a:pt x="59" y="454"/>
                  </a:lnTo>
                  <a:lnTo>
                    <a:pt x="41" y="447"/>
                  </a:lnTo>
                  <a:lnTo>
                    <a:pt x="25" y="441"/>
                  </a:lnTo>
                  <a:lnTo>
                    <a:pt x="12" y="441"/>
                  </a:lnTo>
                  <a:lnTo>
                    <a:pt x="3" y="441"/>
                  </a:lnTo>
                  <a:lnTo>
                    <a:pt x="0" y="434"/>
                  </a:lnTo>
                  <a:lnTo>
                    <a:pt x="9" y="427"/>
                  </a:lnTo>
                  <a:lnTo>
                    <a:pt x="16" y="416"/>
                  </a:lnTo>
                  <a:lnTo>
                    <a:pt x="23" y="405"/>
                  </a:lnTo>
                  <a:lnTo>
                    <a:pt x="27" y="398"/>
                  </a:lnTo>
                  <a:lnTo>
                    <a:pt x="36" y="378"/>
                  </a:lnTo>
                  <a:lnTo>
                    <a:pt x="39" y="371"/>
                  </a:lnTo>
                  <a:lnTo>
                    <a:pt x="39" y="362"/>
                  </a:lnTo>
                  <a:lnTo>
                    <a:pt x="41" y="355"/>
                  </a:lnTo>
                  <a:lnTo>
                    <a:pt x="45" y="346"/>
                  </a:lnTo>
                  <a:lnTo>
                    <a:pt x="52" y="330"/>
                  </a:lnTo>
                  <a:lnTo>
                    <a:pt x="54" y="319"/>
                  </a:lnTo>
                  <a:lnTo>
                    <a:pt x="54" y="317"/>
                  </a:lnTo>
                  <a:lnTo>
                    <a:pt x="52" y="312"/>
                  </a:lnTo>
                  <a:lnTo>
                    <a:pt x="54" y="306"/>
                  </a:lnTo>
                  <a:lnTo>
                    <a:pt x="61" y="317"/>
                  </a:lnTo>
                  <a:lnTo>
                    <a:pt x="66" y="319"/>
                  </a:lnTo>
                  <a:lnTo>
                    <a:pt x="66" y="312"/>
                  </a:lnTo>
                  <a:lnTo>
                    <a:pt x="57" y="308"/>
                  </a:lnTo>
                  <a:lnTo>
                    <a:pt x="54" y="306"/>
                  </a:lnTo>
                  <a:lnTo>
                    <a:pt x="45" y="306"/>
                  </a:lnTo>
                  <a:lnTo>
                    <a:pt x="27" y="303"/>
                  </a:lnTo>
                  <a:lnTo>
                    <a:pt x="32" y="288"/>
                  </a:lnTo>
                  <a:lnTo>
                    <a:pt x="39" y="285"/>
                  </a:lnTo>
                  <a:lnTo>
                    <a:pt x="41" y="288"/>
                  </a:lnTo>
                  <a:lnTo>
                    <a:pt x="45" y="290"/>
                  </a:lnTo>
                  <a:lnTo>
                    <a:pt x="50" y="288"/>
                  </a:lnTo>
                  <a:lnTo>
                    <a:pt x="50" y="281"/>
                  </a:lnTo>
                  <a:lnTo>
                    <a:pt x="59" y="274"/>
                  </a:lnTo>
                  <a:lnTo>
                    <a:pt x="57" y="267"/>
                  </a:lnTo>
                  <a:lnTo>
                    <a:pt x="54" y="272"/>
                  </a:lnTo>
                  <a:lnTo>
                    <a:pt x="39" y="279"/>
                  </a:lnTo>
                  <a:lnTo>
                    <a:pt x="25" y="276"/>
                  </a:lnTo>
                  <a:lnTo>
                    <a:pt x="23" y="272"/>
                  </a:lnTo>
                  <a:lnTo>
                    <a:pt x="25" y="265"/>
                  </a:lnTo>
                  <a:lnTo>
                    <a:pt x="32" y="249"/>
                  </a:lnTo>
                  <a:lnTo>
                    <a:pt x="36" y="245"/>
                  </a:lnTo>
                  <a:lnTo>
                    <a:pt x="41" y="238"/>
                  </a:lnTo>
                  <a:lnTo>
                    <a:pt x="45" y="225"/>
                  </a:lnTo>
                  <a:lnTo>
                    <a:pt x="45" y="218"/>
                  </a:lnTo>
                  <a:lnTo>
                    <a:pt x="59" y="218"/>
                  </a:lnTo>
                  <a:lnTo>
                    <a:pt x="66" y="216"/>
                  </a:lnTo>
                  <a:lnTo>
                    <a:pt x="68" y="211"/>
                  </a:lnTo>
                  <a:lnTo>
                    <a:pt x="72" y="209"/>
                  </a:lnTo>
                  <a:lnTo>
                    <a:pt x="72" y="204"/>
                  </a:lnTo>
                  <a:lnTo>
                    <a:pt x="75" y="198"/>
                  </a:lnTo>
                  <a:lnTo>
                    <a:pt x="84" y="191"/>
                  </a:lnTo>
                  <a:lnTo>
                    <a:pt x="95" y="180"/>
                  </a:lnTo>
                  <a:lnTo>
                    <a:pt x="99" y="173"/>
                  </a:lnTo>
                  <a:lnTo>
                    <a:pt x="106" y="166"/>
                  </a:lnTo>
                  <a:lnTo>
                    <a:pt x="113" y="150"/>
                  </a:lnTo>
                  <a:lnTo>
                    <a:pt x="115" y="146"/>
                  </a:lnTo>
                  <a:lnTo>
                    <a:pt x="122" y="137"/>
                  </a:lnTo>
                  <a:lnTo>
                    <a:pt x="126" y="132"/>
                  </a:lnTo>
                  <a:lnTo>
                    <a:pt x="129" y="128"/>
                  </a:lnTo>
                  <a:lnTo>
                    <a:pt x="135" y="126"/>
                  </a:lnTo>
                  <a:lnTo>
                    <a:pt x="140" y="119"/>
                  </a:lnTo>
                  <a:lnTo>
                    <a:pt x="140" y="112"/>
                  </a:lnTo>
                  <a:lnTo>
                    <a:pt x="140" y="108"/>
                  </a:lnTo>
                  <a:lnTo>
                    <a:pt x="140" y="110"/>
                  </a:lnTo>
                  <a:lnTo>
                    <a:pt x="135" y="114"/>
                  </a:lnTo>
                  <a:lnTo>
                    <a:pt x="131" y="119"/>
                  </a:lnTo>
                  <a:lnTo>
                    <a:pt x="131" y="112"/>
                  </a:lnTo>
                  <a:lnTo>
                    <a:pt x="138" y="105"/>
                  </a:lnTo>
                  <a:lnTo>
                    <a:pt x="144" y="90"/>
                  </a:lnTo>
                  <a:lnTo>
                    <a:pt x="144" y="72"/>
                  </a:lnTo>
                  <a:lnTo>
                    <a:pt x="144" y="67"/>
                  </a:lnTo>
                  <a:lnTo>
                    <a:pt x="151" y="58"/>
                  </a:lnTo>
                  <a:lnTo>
                    <a:pt x="153" y="42"/>
                  </a:lnTo>
                  <a:lnTo>
                    <a:pt x="153" y="29"/>
                  </a:lnTo>
                  <a:lnTo>
                    <a:pt x="158" y="2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1" name="Freeform 5">
              <a:extLst>
                <a:ext uri="{FF2B5EF4-FFF2-40B4-BE49-F238E27FC236}">
                  <a16:creationId xmlns:a16="http://schemas.microsoft.com/office/drawing/2014/main" id="{CFA6C09C-516D-9524-AD92-FA197651E515}"/>
                </a:ext>
              </a:extLst>
            </p:cNvPr>
            <p:cNvSpPr>
              <a:spLocks noChangeAspect="1"/>
            </p:cNvSpPr>
            <p:nvPr/>
          </p:nvSpPr>
          <p:spPr bwMode="auto">
            <a:xfrm>
              <a:off x="1194" y="2956"/>
              <a:ext cx="705" cy="675"/>
            </a:xfrm>
            <a:custGeom>
              <a:avLst/>
              <a:gdLst>
                <a:gd name="T0" fmla="*/ 63 w 837"/>
                <a:gd name="T1" fmla="*/ 508 h 742"/>
                <a:gd name="T2" fmla="*/ 74 w 837"/>
                <a:gd name="T3" fmla="*/ 436 h 742"/>
                <a:gd name="T4" fmla="*/ 65 w 837"/>
                <a:gd name="T5" fmla="*/ 369 h 742"/>
                <a:gd name="T6" fmla="*/ 108 w 837"/>
                <a:gd name="T7" fmla="*/ 367 h 742"/>
                <a:gd name="T8" fmla="*/ 117 w 837"/>
                <a:gd name="T9" fmla="*/ 326 h 742"/>
                <a:gd name="T10" fmla="*/ 148 w 837"/>
                <a:gd name="T11" fmla="*/ 288 h 742"/>
                <a:gd name="T12" fmla="*/ 162 w 837"/>
                <a:gd name="T13" fmla="*/ 245 h 742"/>
                <a:gd name="T14" fmla="*/ 189 w 837"/>
                <a:gd name="T15" fmla="*/ 207 h 742"/>
                <a:gd name="T16" fmla="*/ 155 w 837"/>
                <a:gd name="T17" fmla="*/ 173 h 742"/>
                <a:gd name="T18" fmla="*/ 121 w 837"/>
                <a:gd name="T19" fmla="*/ 160 h 742"/>
                <a:gd name="T20" fmla="*/ 108 w 837"/>
                <a:gd name="T21" fmla="*/ 126 h 742"/>
                <a:gd name="T22" fmla="*/ 60 w 837"/>
                <a:gd name="T23" fmla="*/ 135 h 742"/>
                <a:gd name="T24" fmla="*/ 49 w 837"/>
                <a:gd name="T25" fmla="*/ 119 h 742"/>
                <a:gd name="T26" fmla="*/ 65 w 837"/>
                <a:gd name="T27" fmla="*/ 99 h 742"/>
                <a:gd name="T28" fmla="*/ 65 w 837"/>
                <a:gd name="T29" fmla="*/ 79 h 742"/>
                <a:gd name="T30" fmla="*/ 65 w 837"/>
                <a:gd name="T31" fmla="*/ 63 h 742"/>
                <a:gd name="T32" fmla="*/ 47 w 837"/>
                <a:gd name="T33" fmla="*/ 38 h 742"/>
                <a:gd name="T34" fmla="*/ 58 w 837"/>
                <a:gd name="T35" fmla="*/ 22 h 742"/>
                <a:gd name="T36" fmla="*/ 103 w 837"/>
                <a:gd name="T37" fmla="*/ 22 h 742"/>
                <a:gd name="T38" fmla="*/ 121 w 837"/>
                <a:gd name="T39" fmla="*/ 13 h 742"/>
                <a:gd name="T40" fmla="*/ 155 w 837"/>
                <a:gd name="T41" fmla="*/ 9 h 742"/>
                <a:gd name="T42" fmla="*/ 186 w 837"/>
                <a:gd name="T43" fmla="*/ 18 h 742"/>
                <a:gd name="T44" fmla="*/ 222 w 837"/>
                <a:gd name="T45" fmla="*/ 40 h 742"/>
                <a:gd name="T46" fmla="*/ 270 w 837"/>
                <a:gd name="T47" fmla="*/ 61 h 742"/>
                <a:gd name="T48" fmla="*/ 310 w 837"/>
                <a:gd name="T49" fmla="*/ 67 h 742"/>
                <a:gd name="T50" fmla="*/ 369 w 837"/>
                <a:gd name="T51" fmla="*/ 106 h 742"/>
                <a:gd name="T52" fmla="*/ 414 w 837"/>
                <a:gd name="T53" fmla="*/ 112 h 742"/>
                <a:gd name="T54" fmla="*/ 474 w 837"/>
                <a:gd name="T55" fmla="*/ 137 h 742"/>
                <a:gd name="T56" fmla="*/ 537 w 837"/>
                <a:gd name="T57" fmla="*/ 169 h 742"/>
                <a:gd name="T58" fmla="*/ 553 w 837"/>
                <a:gd name="T59" fmla="*/ 200 h 742"/>
                <a:gd name="T60" fmla="*/ 614 w 837"/>
                <a:gd name="T61" fmla="*/ 236 h 742"/>
                <a:gd name="T62" fmla="*/ 670 w 837"/>
                <a:gd name="T63" fmla="*/ 272 h 742"/>
                <a:gd name="T64" fmla="*/ 720 w 837"/>
                <a:gd name="T65" fmla="*/ 274 h 742"/>
                <a:gd name="T66" fmla="*/ 753 w 837"/>
                <a:gd name="T67" fmla="*/ 292 h 742"/>
                <a:gd name="T68" fmla="*/ 785 w 837"/>
                <a:gd name="T69" fmla="*/ 306 h 742"/>
                <a:gd name="T70" fmla="*/ 803 w 837"/>
                <a:gd name="T71" fmla="*/ 331 h 742"/>
                <a:gd name="T72" fmla="*/ 837 w 837"/>
                <a:gd name="T73" fmla="*/ 340 h 742"/>
                <a:gd name="T74" fmla="*/ 830 w 837"/>
                <a:gd name="T75" fmla="*/ 373 h 742"/>
                <a:gd name="T76" fmla="*/ 742 w 837"/>
                <a:gd name="T77" fmla="*/ 412 h 742"/>
                <a:gd name="T78" fmla="*/ 663 w 837"/>
                <a:gd name="T79" fmla="*/ 416 h 742"/>
                <a:gd name="T80" fmla="*/ 634 w 837"/>
                <a:gd name="T81" fmla="*/ 452 h 742"/>
                <a:gd name="T82" fmla="*/ 582 w 837"/>
                <a:gd name="T83" fmla="*/ 486 h 742"/>
                <a:gd name="T84" fmla="*/ 546 w 837"/>
                <a:gd name="T85" fmla="*/ 524 h 742"/>
                <a:gd name="T86" fmla="*/ 537 w 837"/>
                <a:gd name="T87" fmla="*/ 553 h 742"/>
                <a:gd name="T88" fmla="*/ 546 w 837"/>
                <a:gd name="T89" fmla="*/ 589 h 742"/>
                <a:gd name="T90" fmla="*/ 526 w 837"/>
                <a:gd name="T91" fmla="*/ 628 h 742"/>
                <a:gd name="T92" fmla="*/ 477 w 837"/>
                <a:gd name="T93" fmla="*/ 668 h 742"/>
                <a:gd name="T94" fmla="*/ 477 w 837"/>
                <a:gd name="T95" fmla="*/ 693 h 742"/>
                <a:gd name="T96" fmla="*/ 405 w 837"/>
                <a:gd name="T97" fmla="*/ 697 h 742"/>
                <a:gd name="T98" fmla="*/ 348 w 837"/>
                <a:gd name="T99" fmla="*/ 742 h 742"/>
                <a:gd name="T100" fmla="*/ 301 w 837"/>
                <a:gd name="T101" fmla="*/ 736 h 742"/>
                <a:gd name="T102" fmla="*/ 231 w 837"/>
                <a:gd name="T103" fmla="*/ 711 h 742"/>
                <a:gd name="T104" fmla="*/ 173 w 837"/>
                <a:gd name="T105" fmla="*/ 711 h 742"/>
                <a:gd name="T106" fmla="*/ 101 w 837"/>
                <a:gd name="T107" fmla="*/ 731 h 742"/>
                <a:gd name="T108" fmla="*/ 65 w 837"/>
                <a:gd name="T109" fmla="*/ 709 h 742"/>
                <a:gd name="T110" fmla="*/ 58 w 837"/>
                <a:gd name="T111" fmla="*/ 673 h 742"/>
                <a:gd name="T112" fmla="*/ 51 w 837"/>
                <a:gd name="T113" fmla="*/ 632 h 742"/>
                <a:gd name="T114" fmla="*/ 2 w 837"/>
                <a:gd name="T115" fmla="*/ 589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7" h="742">
                  <a:moveTo>
                    <a:pt x="0" y="571"/>
                  </a:moveTo>
                  <a:lnTo>
                    <a:pt x="2" y="558"/>
                  </a:lnTo>
                  <a:lnTo>
                    <a:pt x="29" y="542"/>
                  </a:lnTo>
                  <a:lnTo>
                    <a:pt x="47" y="522"/>
                  </a:lnTo>
                  <a:lnTo>
                    <a:pt x="60" y="520"/>
                  </a:lnTo>
                  <a:lnTo>
                    <a:pt x="63" y="508"/>
                  </a:lnTo>
                  <a:lnTo>
                    <a:pt x="51" y="506"/>
                  </a:lnTo>
                  <a:lnTo>
                    <a:pt x="49" y="472"/>
                  </a:lnTo>
                  <a:lnTo>
                    <a:pt x="56" y="461"/>
                  </a:lnTo>
                  <a:lnTo>
                    <a:pt x="56" y="454"/>
                  </a:lnTo>
                  <a:lnTo>
                    <a:pt x="74" y="450"/>
                  </a:lnTo>
                  <a:lnTo>
                    <a:pt x="74" y="436"/>
                  </a:lnTo>
                  <a:lnTo>
                    <a:pt x="74" y="427"/>
                  </a:lnTo>
                  <a:lnTo>
                    <a:pt x="72" y="414"/>
                  </a:lnTo>
                  <a:lnTo>
                    <a:pt x="65" y="400"/>
                  </a:lnTo>
                  <a:lnTo>
                    <a:pt x="69" y="389"/>
                  </a:lnTo>
                  <a:lnTo>
                    <a:pt x="69" y="380"/>
                  </a:lnTo>
                  <a:lnTo>
                    <a:pt x="65" y="369"/>
                  </a:lnTo>
                  <a:lnTo>
                    <a:pt x="63" y="362"/>
                  </a:lnTo>
                  <a:lnTo>
                    <a:pt x="69" y="362"/>
                  </a:lnTo>
                  <a:lnTo>
                    <a:pt x="76" y="369"/>
                  </a:lnTo>
                  <a:lnTo>
                    <a:pt x="94" y="373"/>
                  </a:lnTo>
                  <a:lnTo>
                    <a:pt x="103" y="371"/>
                  </a:lnTo>
                  <a:lnTo>
                    <a:pt x="108" y="367"/>
                  </a:lnTo>
                  <a:lnTo>
                    <a:pt x="117" y="358"/>
                  </a:lnTo>
                  <a:lnTo>
                    <a:pt x="121" y="349"/>
                  </a:lnTo>
                  <a:lnTo>
                    <a:pt x="126" y="344"/>
                  </a:lnTo>
                  <a:lnTo>
                    <a:pt x="126" y="335"/>
                  </a:lnTo>
                  <a:lnTo>
                    <a:pt x="114" y="333"/>
                  </a:lnTo>
                  <a:lnTo>
                    <a:pt x="117" y="326"/>
                  </a:lnTo>
                  <a:lnTo>
                    <a:pt x="119" y="319"/>
                  </a:lnTo>
                  <a:lnTo>
                    <a:pt x="128" y="317"/>
                  </a:lnTo>
                  <a:lnTo>
                    <a:pt x="135" y="313"/>
                  </a:lnTo>
                  <a:lnTo>
                    <a:pt x="135" y="306"/>
                  </a:lnTo>
                  <a:lnTo>
                    <a:pt x="144" y="297"/>
                  </a:lnTo>
                  <a:lnTo>
                    <a:pt x="148" y="288"/>
                  </a:lnTo>
                  <a:lnTo>
                    <a:pt x="155" y="274"/>
                  </a:lnTo>
                  <a:lnTo>
                    <a:pt x="155" y="259"/>
                  </a:lnTo>
                  <a:lnTo>
                    <a:pt x="150" y="261"/>
                  </a:lnTo>
                  <a:lnTo>
                    <a:pt x="148" y="259"/>
                  </a:lnTo>
                  <a:lnTo>
                    <a:pt x="157" y="250"/>
                  </a:lnTo>
                  <a:lnTo>
                    <a:pt x="162" y="245"/>
                  </a:lnTo>
                  <a:lnTo>
                    <a:pt x="182" y="243"/>
                  </a:lnTo>
                  <a:lnTo>
                    <a:pt x="198" y="229"/>
                  </a:lnTo>
                  <a:lnTo>
                    <a:pt x="209" y="227"/>
                  </a:lnTo>
                  <a:lnTo>
                    <a:pt x="202" y="216"/>
                  </a:lnTo>
                  <a:lnTo>
                    <a:pt x="195" y="214"/>
                  </a:lnTo>
                  <a:lnTo>
                    <a:pt x="189" y="207"/>
                  </a:lnTo>
                  <a:lnTo>
                    <a:pt x="189" y="202"/>
                  </a:lnTo>
                  <a:lnTo>
                    <a:pt x="198" y="193"/>
                  </a:lnTo>
                  <a:lnTo>
                    <a:pt x="191" y="189"/>
                  </a:lnTo>
                  <a:lnTo>
                    <a:pt x="184" y="189"/>
                  </a:lnTo>
                  <a:lnTo>
                    <a:pt x="162" y="173"/>
                  </a:lnTo>
                  <a:lnTo>
                    <a:pt x="155" y="173"/>
                  </a:lnTo>
                  <a:lnTo>
                    <a:pt x="150" y="175"/>
                  </a:lnTo>
                  <a:lnTo>
                    <a:pt x="146" y="178"/>
                  </a:lnTo>
                  <a:lnTo>
                    <a:pt x="139" y="175"/>
                  </a:lnTo>
                  <a:lnTo>
                    <a:pt x="135" y="169"/>
                  </a:lnTo>
                  <a:lnTo>
                    <a:pt x="126" y="164"/>
                  </a:lnTo>
                  <a:lnTo>
                    <a:pt x="121" y="160"/>
                  </a:lnTo>
                  <a:lnTo>
                    <a:pt x="117" y="157"/>
                  </a:lnTo>
                  <a:lnTo>
                    <a:pt x="108" y="160"/>
                  </a:lnTo>
                  <a:lnTo>
                    <a:pt x="105" y="151"/>
                  </a:lnTo>
                  <a:lnTo>
                    <a:pt x="105" y="139"/>
                  </a:lnTo>
                  <a:lnTo>
                    <a:pt x="108" y="137"/>
                  </a:lnTo>
                  <a:lnTo>
                    <a:pt x="108" y="126"/>
                  </a:lnTo>
                  <a:lnTo>
                    <a:pt x="105" y="124"/>
                  </a:lnTo>
                  <a:lnTo>
                    <a:pt x="101" y="126"/>
                  </a:lnTo>
                  <a:lnTo>
                    <a:pt x="90" y="133"/>
                  </a:lnTo>
                  <a:lnTo>
                    <a:pt x="76" y="135"/>
                  </a:lnTo>
                  <a:lnTo>
                    <a:pt x="65" y="135"/>
                  </a:lnTo>
                  <a:lnTo>
                    <a:pt x="60" y="135"/>
                  </a:lnTo>
                  <a:lnTo>
                    <a:pt x="56" y="133"/>
                  </a:lnTo>
                  <a:lnTo>
                    <a:pt x="47" y="139"/>
                  </a:lnTo>
                  <a:lnTo>
                    <a:pt x="38" y="144"/>
                  </a:lnTo>
                  <a:lnTo>
                    <a:pt x="38" y="137"/>
                  </a:lnTo>
                  <a:lnTo>
                    <a:pt x="42" y="126"/>
                  </a:lnTo>
                  <a:lnTo>
                    <a:pt x="49" y="119"/>
                  </a:lnTo>
                  <a:lnTo>
                    <a:pt x="60" y="112"/>
                  </a:lnTo>
                  <a:lnTo>
                    <a:pt x="69" y="108"/>
                  </a:lnTo>
                  <a:lnTo>
                    <a:pt x="60" y="108"/>
                  </a:lnTo>
                  <a:lnTo>
                    <a:pt x="56" y="108"/>
                  </a:lnTo>
                  <a:lnTo>
                    <a:pt x="56" y="103"/>
                  </a:lnTo>
                  <a:lnTo>
                    <a:pt x="65" y="99"/>
                  </a:lnTo>
                  <a:lnTo>
                    <a:pt x="63" y="97"/>
                  </a:lnTo>
                  <a:lnTo>
                    <a:pt x="60" y="97"/>
                  </a:lnTo>
                  <a:lnTo>
                    <a:pt x="58" y="94"/>
                  </a:lnTo>
                  <a:lnTo>
                    <a:pt x="56" y="90"/>
                  </a:lnTo>
                  <a:lnTo>
                    <a:pt x="60" y="83"/>
                  </a:lnTo>
                  <a:lnTo>
                    <a:pt x="65" y="79"/>
                  </a:lnTo>
                  <a:lnTo>
                    <a:pt x="63" y="76"/>
                  </a:lnTo>
                  <a:lnTo>
                    <a:pt x="56" y="79"/>
                  </a:lnTo>
                  <a:lnTo>
                    <a:pt x="51" y="81"/>
                  </a:lnTo>
                  <a:lnTo>
                    <a:pt x="47" y="76"/>
                  </a:lnTo>
                  <a:lnTo>
                    <a:pt x="51" y="67"/>
                  </a:lnTo>
                  <a:lnTo>
                    <a:pt x="65" y="63"/>
                  </a:lnTo>
                  <a:lnTo>
                    <a:pt x="65" y="61"/>
                  </a:lnTo>
                  <a:lnTo>
                    <a:pt x="63" y="61"/>
                  </a:lnTo>
                  <a:lnTo>
                    <a:pt x="51" y="61"/>
                  </a:lnTo>
                  <a:lnTo>
                    <a:pt x="51" y="52"/>
                  </a:lnTo>
                  <a:lnTo>
                    <a:pt x="51" y="40"/>
                  </a:lnTo>
                  <a:lnTo>
                    <a:pt x="47" y="38"/>
                  </a:lnTo>
                  <a:lnTo>
                    <a:pt x="47" y="36"/>
                  </a:lnTo>
                  <a:lnTo>
                    <a:pt x="49" y="34"/>
                  </a:lnTo>
                  <a:lnTo>
                    <a:pt x="49" y="29"/>
                  </a:lnTo>
                  <a:lnTo>
                    <a:pt x="56" y="27"/>
                  </a:lnTo>
                  <a:lnTo>
                    <a:pt x="56" y="25"/>
                  </a:lnTo>
                  <a:lnTo>
                    <a:pt x="58" y="22"/>
                  </a:lnTo>
                  <a:lnTo>
                    <a:pt x="63" y="25"/>
                  </a:lnTo>
                  <a:lnTo>
                    <a:pt x="65" y="25"/>
                  </a:lnTo>
                  <a:lnTo>
                    <a:pt x="78" y="18"/>
                  </a:lnTo>
                  <a:lnTo>
                    <a:pt x="90" y="18"/>
                  </a:lnTo>
                  <a:lnTo>
                    <a:pt x="94" y="20"/>
                  </a:lnTo>
                  <a:lnTo>
                    <a:pt x="103" y="22"/>
                  </a:lnTo>
                  <a:lnTo>
                    <a:pt x="108" y="20"/>
                  </a:lnTo>
                  <a:lnTo>
                    <a:pt x="119" y="20"/>
                  </a:lnTo>
                  <a:lnTo>
                    <a:pt x="121" y="25"/>
                  </a:lnTo>
                  <a:lnTo>
                    <a:pt x="128" y="25"/>
                  </a:lnTo>
                  <a:lnTo>
                    <a:pt x="128" y="20"/>
                  </a:lnTo>
                  <a:lnTo>
                    <a:pt x="121" y="13"/>
                  </a:lnTo>
                  <a:lnTo>
                    <a:pt x="126" y="9"/>
                  </a:lnTo>
                  <a:lnTo>
                    <a:pt x="135" y="9"/>
                  </a:lnTo>
                  <a:lnTo>
                    <a:pt x="144" y="7"/>
                  </a:lnTo>
                  <a:lnTo>
                    <a:pt x="146" y="4"/>
                  </a:lnTo>
                  <a:lnTo>
                    <a:pt x="155" y="0"/>
                  </a:lnTo>
                  <a:lnTo>
                    <a:pt x="155" y="9"/>
                  </a:lnTo>
                  <a:lnTo>
                    <a:pt x="159" y="7"/>
                  </a:lnTo>
                  <a:lnTo>
                    <a:pt x="168" y="4"/>
                  </a:lnTo>
                  <a:lnTo>
                    <a:pt x="171" y="4"/>
                  </a:lnTo>
                  <a:lnTo>
                    <a:pt x="173" y="9"/>
                  </a:lnTo>
                  <a:lnTo>
                    <a:pt x="175" y="13"/>
                  </a:lnTo>
                  <a:lnTo>
                    <a:pt x="186" y="18"/>
                  </a:lnTo>
                  <a:lnTo>
                    <a:pt x="189" y="22"/>
                  </a:lnTo>
                  <a:lnTo>
                    <a:pt x="195" y="27"/>
                  </a:lnTo>
                  <a:lnTo>
                    <a:pt x="204" y="36"/>
                  </a:lnTo>
                  <a:lnTo>
                    <a:pt x="209" y="38"/>
                  </a:lnTo>
                  <a:lnTo>
                    <a:pt x="213" y="40"/>
                  </a:lnTo>
                  <a:lnTo>
                    <a:pt x="222" y="40"/>
                  </a:lnTo>
                  <a:lnTo>
                    <a:pt x="231" y="47"/>
                  </a:lnTo>
                  <a:lnTo>
                    <a:pt x="240" y="49"/>
                  </a:lnTo>
                  <a:lnTo>
                    <a:pt x="245" y="49"/>
                  </a:lnTo>
                  <a:lnTo>
                    <a:pt x="256" y="52"/>
                  </a:lnTo>
                  <a:lnTo>
                    <a:pt x="261" y="54"/>
                  </a:lnTo>
                  <a:lnTo>
                    <a:pt x="270" y="61"/>
                  </a:lnTo>
                  <a:lnTo>
                    <a:pt x="274" y="61"/>
                  </a:lnTo>
                  <a:lnTo>
                    <a:pt x="285" y="54"/>
                  </a:lnTo>
                  <a:lnTo>
                    <a:pt x="292" y="61"/>
                  </a:lnTo>
                  <a:lnTo>
                    <a:pt x="294" y="65"/>
                  </a:lnTo>
                  <a:lnTo>
                    <a:pt x="301" y="67"/>
                  </a:lnTo>
                  <a:lnTo>
                    <a:pt x="310" y="67"/>
                  </a:lnTo>
                  <a:lnTo>
                    <a:pt x="315" y="79"/>
                  </a:lnTo>
                  <a:lnTo>
                    <a:pt x="321" y="81"/>
                  </a:lnTo>
                  <a:lnTo>
                    <a:pt x="337" y="88"/>
                  </a:lnTo>
                  <a:lnTo>
                    <a:pt x="342" y="90"/>
                  </a:lnTo>
                  <a:lnTo>
                    <a:pt x="357" y="99"/>
                  </a:lnTo>
                  <a:lnTo>
                    <a:pt x="369" y="106"/>
                  </a:lnTo>
                  <a:lnTo>
                    <a:pt x="373" y="108"/>
                  </a:lnTo>
                  <a:lnTo>
                    <a:pt x="382" y="108"/>
                  </a:lnTo>
                  <a:lnTo>
                    <a:pt x="391" y="108"/>
                  </a:lnTo>
                  <a:lnTo>
                    <a:pt x="396" y="110"/>
                  </a:lnTo>
                  <a:lnTo>
                    <a:pt x="405" y="108"/>
                  </a:lnTo>
                  <a:lnTo>
                    <a:pt x="414" y="112"/>
                  </a:lnTo>
                  <a:lnTo>
                    <a:pt x="425" y="117"/>
                  </a:lnTo>
                  <a:lnTo>
                    <a:pt x="427" y="119"/>
                  </a:lnTo>
                  <a:lnTo>
                    <a:pt x="427" y="126"/>
                  </a:lnTo>
                  <a:lnTo>
                    <a:pt x="443" y="133"/>
                  </a:lnTo>
                  <a:lnTo>
                    <a:pt x="450" y="135"/>
                  </a:lnTo>
                  <a:lnTo>
                    <a:pt x="474" y="137"/>
                  </a:lnTo>
                  <a:lnTo>
                    <a:pt x="495" y="153"/>
                  </a:lnTo>
                  <a:lnTo>
                    <a:pt x="508" y="157"/>
                  </a:lnTo>
                  <a:lnTo>
                    <a:pt x="519" y="160"/>
                  </a:lnTo>
                  <a:lnTo>
                    <a:pt x="535" y="160"/>
                  </a:lnTo>
                  <a:lnTo>
                    <a:pt x="537" y="162"/>
                  </a:lnTo>
                  <a:lnTo>
                    <a:pt x="537" y="169"/>
                  </a:lnTo>
                  <a:lnTo>
                    <a:pt x="537" y="175"/>
                  </a:lnTo>
                  <a:lnTo>
                    <a:pt x="544" y="180"/>
                  </a:lnTo>
                  <a:lnTo>
                    <a:pt x="551" y="180"/>
                  </a:lnTo>
                  <a:lnTo>
                    <a:pt x="558" y="182"/>
                  </a:lnTo>
                  <a:lnTo>
                    <a:pt x="553" y="191"/>
                  </a:lnTo>
                  <a:lnTo>
                    <a:pt x="553" y="200"/>
                  </a:lnTo>
                  <a:lnTo>
                    <a:pt x="564" y="200"/>
                  </a:lnTo>
                  <a:lnTo>
                    <a:pt x="576" y="202"/>
                  </a:lnTo>
                  <a:lnTo>
                    <a:pt x="589" y="205"/>
                  </a:lnTo>
                  <a:lnTo>
                    <a:pt x="596" y="216"/>
                  </a:lnTo>
                  <a:lnTo>
                    <a:pt x="605" y="229"/>
                  </a:lnTo>
                  <a:lnTo>
                    <a:pt x="614" y="236"/>
                  </a:lnTo>
                  <a:lnTo>
                    <a:pt x="618" y="236"/>
                  </a:lnTo>
                  <a:lnTo>
                    <a:pt x="623" y="238"/>
                  </a:lnTo>
                  <a:lnTo>
                    <a:pt x="630" y="250"/>
                  </a:lnTo>
                  <a:lnTo>
                    <a:pt x="636" y="256"/>
                  </a:lnTo>
                  <a:lnTo>
                    <a:pt x="657" y="261"/>
                  </a:lnTo>
                  <a:lnTo>
                    <a:pt x="670" y="272"/>
                  </a:lnTo>
                  <a:lnTo>
                    <a:pt x="677" y="272"/>
                  </a:lnTo>
                  <a:lnTo>
                    <a:pt x="684" y="270"/>
                  </a:lnTo>
                  <a:lnTo>
                    <a:pt x="688" y="265"/>
                  </a:lnTo>
                  <a:lnTo>
                    <a:pt x="693" y="261"/>
                  </a:lnTo>
                  <a:lnTo>
                    <a:pt x="706" y="270"/>
                  </a:lnTo>
                  <a:lnTo>
                    <a:pt x="720" y="274"/>
                  </a:lnTo>
                  <a:lnTo>
                    <a:pt x="717" y="279"/>
                  </a:lnTo>
                  <a:lnTo>
                    <a:pt x="717" y="288"/>
                  </a:lnTo>
                  <a:lnTo>
                    <a:pt x="726" y="297"/>
                  </a:lnTo>
                  <a:lnTo>
                    <a:pt x="740" y="292"/>
                  </a:lnTo>
                  <a:lnTo>
                    <a:pt x="744" y="297"/>
                  </a:lnTo>
                  <a:lnTo>
                    <a:pt x="753" y="292"/>
                  </a:lnTo>
                  <a:lnTo>
                    <a:pt x="758" y="299"/>
                  </a:lnTo>
                  <a:lnTo>
                    <a:pt x="762" y="306"/>
                  </a:lnTo>
                  <a:lnTo>
                    <a:pt x="769" y="304"/>
                  </a:lnTo>
                  <a:lnTo>
                    <a:pt x="771" y="304"/>
                  </a:lnTo>
                  <a:lnTo>
                    <a:pt x="780" y="306"/>
                  </a:lnTo>
                  <a:lnTo>
                    <a:pt x="785" y="306"/>
                  </a:lnTo>
                  <a:lnTo>
                    <a:pt x="789" y="313"/>
                  </a:lnTo>
                  <a:lnTo>
                    <a:pt x="794" y="317"/>
                  </a:lnTo>
                  <a:lnTo>
                    <a:pt x="794" y="319"/>
                  </a:lnTo>
                  <a:lnTo>
                    <a:pt x="796" y="322"/>
                  </a:lnTo>
                  <a:lnTo>
                    <a:pt x="801" y="326"/>
                  </a:lnTo>
                  <a:lnTo>
                    <a:pt x="803" y="331"/>
                  </a:lnTo>
                  <a:lnTo>
                    <a:pt x="805" y="331"/>
                  </a:lnTo>
                  <a:lnTo>
                    <a:pt x="812" y="328"/>
                  </a:lnTo>
                  <a:lnTo>
                    <a:pt x="814" y="331"/>
                  </a:lnTo>
                  <a:lnTo>
                    <a:pt x="816" y="331"/>
                  </a:lnTo>
                  <a:lnTo>
                    <a:pt x="828" y="328"/>
                  </a:lnTo>
                  <a:lnTo>
                    <a:pt x="837" y="340"/>
                  </a:lnTo>
                  <a:lnTo>
                    <a:pt x="837" y="344"/>
                  </a:lnTo>
                  <a:lnTo>
                    <a:pt x="832" y="342"/>
                  </a:lnTo>
                  <a:lnTo>
                    <a:pt x="828" y="346"/>
                  </a:lnTo>
                  <a:lnTo>
                    <a:pt x="830" y="353"/>
                  </a:lnTo>
                  <a:lnTo>
                    <a:pt x="830" y="358"/>
                  </a:lnTo>
                  <a:lnTo>
                    <a:pt x="830" y="373"/>
                  </a:lnTo>
                  <a:lnTo>
                    <a:pt x="823" y="380"/>
                  </a:lnTo>
                  <a:lnTo>
                    <a:pt x="814" y="382"/>
                  </a:lnTo>
                  <a:lnTo>
                    <a:pt x="805" y="382"/>
                  </a:lnTo>
                  <a:lnTo>
                    <a:pt x="780" y="389"/>
                  </a:lnTo>
                  <a:lnTo>
                    <a:pt x="749" y="405"/>
                  </a:lnTo>
                  <a:lnTo>
                    <a:pt x="742" y="412"/>
                  </a:lnTo>
                  <a:lnTo>
                    <a:pt x="733" y="412"/>
                  </a:lnTo>
                  <a:lnTo>
                    <a:pt x="726" y="412"/>
                  </a:lnTo>
                  <a:lnTo>
                    <a:pt x="713" y="414"/>
                  </a:lnTo>
                  <a:lnTo>
                    <a:pt x="688" y="414"/>
                  </a:lnTo>
                  <a:lnTo>
                    <a:pt x="677" y="416"/>
                  </a:lnTo>
                  <a:lnTo>
                    <a:pt x="663" y="416"/>
                  </a:lnTo>
                  <a:lnTo>
                    <a:pt x="661" y="418"/>
                  </a:lnTo>
                  <a:lnTo>
                    <a:pt x="645" y="430"/>
                  </a:lnTo>
                  <a:lnTo>
                    <a:pt x="643" y="436"/>
                  </a:lnTo>
                  <a:lnTo>
                    <a:pt x="645" y="441"/>
                  </a:lnTo>
                  <a:lnTo>
                    <a:pt x="645" y="445"/>
                  </a:lnTo>
                  <a:lnTo>
                    <a:pt x="634" y="452"/>
                  </a:lnTo>
                  <a:lnTo>
                    <a:pt x="632" y="452"/>
                  </a:lnTo>
                  <a:lnTo>
                    <a:pt x="630" y="450"/>
                  </a:lnTo>
                  <a:lnTo>
                    <a:pt x="614" y="459"/>
                  </a:lnTo>
                  <a:lnTo>
                    <a:pt x="605" y="468"/>
                  </a:lnTo>
                  <a:lnTo>
                    <a:pt x="603" y="470"/>
                  </a:lnTo>
                  <a:lnTo>
                    <a:pt x="582" y="486"/>
                  </a:lnTo>
                  <a:lnTo>
                    <a:pt x="576" y="488"/>
                  </a:lnTo>
                  <a:lnTo>
                    <a:pt x="571" y="495"/>
                  </a:lnTo>
                  <a:lnTo>
                    <a:pt x="562" y="499"/>
                  </a:lnTo>
                  <a:lnTo>
                    <a:pt x="558" y="506"/>
                  </a:lnTo>
                  <a:lnTo>
                    <a:pt x="549" y="513"/>
                  </a:lnTo>
                  <a:lnTo>
                    <a:pt x="546" y="524"/>
                  </a:lnTo>
                  <a:lnTo>
                    <a:pt x="537" y="535"/>
                  </a:lnTo>
                  <a:lnTo>
                    <a:pt x="537" y="542"/>
                  </a:lnTo>
                  <a:lnTo>
                    <a:pt x="531" y="540"/>
                  </a:lnTo>
                  <a:lnTo>
                    <a:pt x="531" y="551"/>
                  </a:lnTo>
                  <a:lnTo>
                    <a:pt x="535" y="551"/>
                  </a:lnTo>
                  <a:lnTo>
                    <a:pt x="537" y="553"/>
                  </a:lnTo>
                  <a:lnTo>
                    <a:pt x="540" y="558"/>
                  </a:lnTo>
                  <a:lnTo>
                    <a:pt x="540" y="567"/>
                  </a:lnTo>
                  <a:lnTo>
                    <a:pt x="537" y="567"/>
                  </a:lnTo>
                  <a:lnTo>
                    <a:pt x="537" y="569"/>
                  </a:lnTo>
                  <a:lnTo>
                    <a:pt x="540" y="580"/>
                  </a:lnTo>
                  <a:lnTo>
                    <a:pt x="546" y="589"/>
                  </a:lnTo>
                  <a:lnTo>
                    <a:pt x="549" y="594"/>
                  </a:lnTo>
                  <a:lnTo>
                    <a:pt x="560" y="607"/>
                  </a:lnTo>
                  <a:lnTo>
                    <a:pt x="560" y="612"/>
                  </a:lnTo>
                  <a:lnTo>
                    <a:pt x="549" y="619"/>
                  </a:lnTo>
                  <a:lnTo>
                    <a:pt x="537" y="623"/>
                  </a:lnTo>
                  <a:lnTo>
                    <a:pt x="526" y="628"/>
                  </a:lnTo>
                  <a:lnTo>
                    <a:pt x="513" y="632"/>
                  </a:lnTo>
                  <a:lnTo>
                    <a:pt x="508" y="637"/>
                  </a:lnTo>
                  <a:lnTo>
                    <a:pt x="495" y="641"/>
                  </a:lnTo>
                  <a:lnTo>
                    <a:pt x="490" y="650"/>
                  </a:lnTo>
                  <a:lnTo>
                    <a:pt x="479" y="666"/>
                  </a:lnTo>
                  <a:lnTo>
                    <a:pt x="477" y="668"/>
                  </a:lnTo>
                  <a:lnTo>
                    <a:pt x="470" y="673"/>
                  </a:lnTo>
                  <a:lnTo>
                    <a:pt x="465" y="677"/>
                  </a:lnTo>
                  <a:lnTo>
                    <a:pt x="468" y="682"/>
                  </a:lnTo>
                  <a:lnTo>
                    <a:pt x="474" y="679"/>
                  </a:lnTo>
                  <a:lnTo>
                    <a:pt x="477" y="679"/>
                  </a:lnTo>
                  <a:lnTo>
                    <a:pt x="477" y="693"/>
                  </a:lnTo>
                  <a:lnTo>
                    <a:pt x="461" y="695"/>
                  </a:lnTo>
                  <a:lnTo>
                    <a:pt x="454" y="695"/>
                  </a:lnTo>
                  <a:lnTo>
                    <a:pt x="443" y="695"/>
                  </a:lnTo>
                  <a:lnTo>
                    <a:pt x="438" y="691"/>
                  </a:lnTo>
                  <a:lnTo>
                    <a:pt x="418" y="695"/>
                  </a:lnTo>
                  <a:lnTo>
                    <a:pt x="405" y="697"/>
                  </a:lnTo>
                  <a:lnTo>
                    <a:pt x="380" y="711"/>
                  </a:lnTo>
                  <a:lnTo>
                    <a:pt x="369" y="731"/>
                  </a:lnTo>
                  <a:lnTo>
                    <a:pt x="362" y="736"/>
                  </a:lnTo>
                  <a:lnTo>
                    <a:pt x="355" y="738"/>
                  </a:lnTo>
                  <a:lnTo>
                    <a:pt x="353" y="742"/>
                  </a:lnTo>
                  <a:lnTo>
                    <a:pt x="348" y="742"/>
                  </a:lnTo>
                  <a:lnTo>
                    <a:pt x="342" y="736"/>
                  </a:lnTo>
                  <a:lnTo>
                    <a:pt x="330" y="731"/>
                  </a:lnTo>
                  <a:lnTo>
                    <a:pt x="321" y="731"/>
                  </a:lnTo>
                  <a:lnTo>
                    <a:pt x="315" y="733"/>
                  </a:lnTo>
                  <a:lnTo>
                    <a:pt x="310" y="736"/>
                  </a:lnTo>
                  <a:lnTo>
                    <a:pt x="301" y="736"/>
                  </a:lnTo>
                  <a:lnTo>
                    <a:pt x="292" y="729"/>
                  </a:lnTo>
                  <a:lnTo>
                    <a:pt x="283" y="724"/>
                  </a:lnTo>
                  <a:lnTo>
                    <a:pt x="265" y="724"/>
                  </a:lnTo>
                  <a:lnTo>
                    <a:pt x="256" y="722"/>
                  </a:lnTo>
                  <a:lnTo>
                    <a:pt x="247" y="718"/>
                  </a:lnTo>
                  <a:lnTo>
                    <a:pt x="231" y="711"/>
                  </a:lnTo>
                  <a:lnTo>
                    <a:pt x="218" y="711"/>
                  </a:lnTo>
                  <a:lnTo>
                    <a:pt x="202" y="704"/>
                  </a:lnTo>
                  <a:lnTo>
                    <a:pt x="198" y="706"/>
                  </a:lnTo>
                  <a:lnTo>
                    <a:pt x="189" y="709"/>
                  </a:lnTo>
                  <a:lnTo>
                    <a:pt x="182" y="711"/>
                  </a:lnTo>
                  <a:lnTo>
                    <a:pt x="173" y="711"/>
                  </a:lnTo>
                  <a:lnTo>
                    <a:pt x="157" y="711"/>
                  </a:lnTo>
                  <a:lnTo>
                    <a:pt x="139" y="711"/>
                  </a:lnTo>
                  <a:lnTo>
                    <a:pt x="121" y="715"/>
                  </a:lnTo>
                  <a:lnTo>
                    <a:pt x="114" y="722"/>
                  </a:lnTo>
                  <a:lnTo>
                    <a:pt x="105" y="729"/>
                  </a:lnTo>
                  <a:lnTo>
                    <a:pt x="101" y="731"/>
                  </a:lnTo>
                  <a:lnTo>
                    <a:pt x="92" y="731"/>
                  </a:lnTo>
                  <a:lnTo>
                    <a:pt x="81" y="729"/>
                  </a:lnTo>
                  <a:lnTo>
                    <a:pt x="76" y="722"/>
                  </a:lnTo>
                  <a:lnTo>
                    <a:pt x="76" y="718"/>
                  </a:lnTo>
                  <a:lnTo>
                    <a:pt x="74" y="711"/>
                  </a:lnTo>
                  <a:lnTo>
                    <a:pt x="65" y="709"/>
                  </a:lnTo>
                  <a:lnTo>
                    <a:pt x="63" y="704"/>
                  </a:lnTo>
                  <a:lnTo>
                    <a:pt x="56" y="688"/>
                  </a:lnTo>
                  <a:lnTo>
                    <a:pt x="56" y="682"/>
                  </a:lnTo>
                  <a:lnTo>
                    <a:pt x="51" y="677"/>
                  </a:lnTo>
                  <a:lnTo>
                    <a:pt x="56" y="677"/>
                  </a:lnTo>
                  <a:lnTo>
                    <a:pt x="58" y="673"/>
                  </a:lnTo>
                  <a:lnTo>
                    <a:pt x="51" y="664"/>
                  </a:lnTo>
                  <a:lnTo>
                    <a:pt x="51" y="659"/>
                  </a:lnTo>
                  <a:lnTo>
                    <a:pt x="56" y="652"/>
                  </a:lnTo>
                  <a:lnTo>
                    <a:pt x="56" y="648"/>
                  </a:lnTo>
                  <a:lnTo>
                    <a:pt x="56" y="639"/>
                  </a:lnTo>
                  <a:lnTo>
                    <a:pt x="51" y="632"/>
                  </a:lnTo>
                  <a:lnTo>
                    <a:pt x="42" y="614"/>
                  </a:lnTo>
                  <a:lnTo>
                    <a:pt x="38" y="612"/>
                  </a:lnTo>
                  <a:lnTo>
                    <a:pt x="33" y="607"/>
                  </a:lnTo>
                  <a:lnTo>
                    <a:pt x="31" y="601"/>
                  </a:lnTo>
                  <a:lnTo>
                    <a:pt x="15" y="594"/>
                  </a:lnTo>
                  <a:lnTo>
                    <a:pt x="2" y="589"/>
                  </a:lnTo>
                  <a:lnTo>
                    <a:pt x="2" y="583"/>
                  </a:lnTo>
                  <a:lnTo>
                    <a:pt x="2" y="569"/>
                  </a:lnTo>
                  <a:lnTo>
                    <a:pt x="0" y="565"/>
                  </a:lnTo>
                  <a:lnTo>
                    <a:pt x="0" y="57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2" name="Freeform 6">
              <a:extLst>
                <a:ext uri="{FF2B5EF4-FFF2-40B4-BE49-F238E27FC236}">
                  <a16:creationId xmlns:a16="http://schemas.microsoft.com/office/drawing/2014/main" id="{31C87840-63D9-1542-F966-4070422E18D7}"/>
                </a:ext>
              </a:extLst>
            </p:cNvPr>
            <p:cNvSpPr>
              <a:spLocks noChangeAspect="1"/>
            </p:cNvSpPr>
            <p:nvPr/>
          </p:nvSpPr>
          <p:spPr bwMode="auto">
            <a:xfrm>
              <a:off x="1728" y="3507"/>
              <a:ext cx="22" cy="16"/>
            </a:xfrm>
            <a:custGeom>
              <a:avLst/>
              <a:gdLst>
                <a:gd name="T0" fmla="*/ 27 w 27"/>
                <a:gd name="T1" fmla="*/ 2 h 18"/>
                <a:gd name="T2" fmla="*/ 23 w 27"/>
                <a:gd name="T3" fmla="*/ 0 h 18"/>
                <a:gd name="T4" fmla="*/ 14 w 27"/>
                <a:gd name="T5" fmla="*/ 0 h 18"/>
                <a:gd name="T6" fmla="*/ 9 w 27"/>
                <a:gd name="T7" fmla="*/ 2 h 18"/>
                <a:gd name="T8" fmla="*/ 2 w 27"/>
                <a:gd name="T9" fmla="*/ 7 h 18"/>
                <a:gd name="T10" fmla="*/ 0 w 27"/>
                <a:gd name="T11" fmla="*/ 16 h 18"/>
                <a:gd name="T12" fmla="*/ 7 w 27"/>
                <a:gd name="T13" fmla="*/ 16 h 18"/>
                <a:gd name="T14" fmla="*/ 9 w 27"/>
                <a:gd name="T15" fmla="*/ 18 h 18"/>
                <a:gd name="T16" fmla="*/ 14 w 27"/>
                <a:gd name="T17" fmla="*/ 18 h 18"/>
                <a:gd name="T18" fmla="*/ 23 w 27"/>
                <a:gd name="T19" fmla="*/ 14 h 18"/>
                <a:gd name="T20" fmla="*/ 27 w 27"/>
                <a:gd name="T21" fmla="*/ 7 h 18"/>
                <a:gd name="T22" fmla="*/ 27 w 27"/>
                <a:gd name="T2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8">
                  <a:moveTo>
                    <a:pt x="27" y="2"/>
                  </a:moveTo>
                  <a:lnTo>
                    <a:pt x="23" y="0"/>
                  </a:lnTo>
                  <a:lnTo>
                    <a:pt x="14" y="0"/>
                  </a:lnTo>
                  <a:lnTo>
                    <a:pt x="9" y="2"/>
                  </a:lnTo>
                  <a:lnTo>
                    <a:pt x="2" y="7"/>
                  </a:lnTo>
                  <a:lnTo>
                    <a:pt x="0" y="16"/>
                  </a:lnTo>
                  <a:lnTo>
                    <a:pt x="7" y="16"/>
                  </a:lnTo>
                  <a:lnTo>
                    <a:pt x="9" y="18"/>
                  </a:lnTo>
                  <a:lnTo>
                    <a:pt x="14" y="18"/>
                  </a:lnTo>
                  <a:lnTo>
                    <a:pt x="23" y="14"/>
                  </a:lnTo>
                  <a:lnTo>
                    <a:pt x="27" y="7"/>
                  </a:lnTo>
                  <a:lnTo>
                    <a:pt x="27" y="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3" name="Freeform 7">
              <a:extLst>
                <a:ext uri="{FF2B5EF4-FFF2-40B4-BE49-F238E27FC236}">
                  <a16:creationId xmlns:a16="http://schemas.microsoft.com/office/drawing/2014/main" id="{962F904D-6360-CEB6-2814-16EC50D0D840}"/>
                </a:ext>
              </a:extLst>
            </p:cNvPr>
            <p:cNvSpPr>
              <a:spLocks noChangeAspect="1"/>
            </p:cNvSpPr>
            <p:nvPr/>
          </p:nvSpPr>
          <p:spPr bwMode="auto">
            <a:xfrm>
              <a:off x="1728" y="3507"/>
              <a:ext cx="22" cy="16"/>
            </a:xfrm>
            <a:custGeom>
              <a:avLst/>
              <a:gdLst>
                <a:gd name="T0" fmla="*/ 27 w 27"/>
                <a:gd name="T1" fmla="*/ 2 h 18"/>
                <a:gd name="T2" fmla="*/ 23 w 27"/>
                <a:gd name="T3" fmla="*/ 0 h 18"/>
                <a:gd name="T4" fmla="*/ 14 w 27"/>
                <a:gd name="T5" fmla="*/ 0 h 18"/>
                <a:gd name="T6" fmla="*/ 9 w 27"/>
                <a:gd name="T7" fmla="*/ 2 h 18"/>
                <a:gd name="T8" fmla="*/ 2 w 27"/>
                <a:gd name="T9" fmla="*/ 7 h 18"/>
                <a:gd name="T10" fmla="*/ 0 w 27"/>
                <a:gd name="T11" fmla="*/ 16 h 18"/>
                <a:gd name="T12" fmla="*/ 7 w 27"/>
                <a:gd name="T13" fmla="*/ 16 h 18"/>
                <a:gd name="T14" fmla="*/ 9 w 27"/>
                <a:gd name="T15" fmla="*/ 18 h 18"/>
                <a:gd name="T16" fmla="*/ 14 w 27"/>
                <a:gd name="T17" fmla="*/ 18 h 18"/>
                <a:gd name="T18" fmla="*/ 23 w 27"/>
                <a:gd name="T19" fmla="*/ 14 h 18"/>
                <a:gd name="T20" fmla="*/ 27 w 27"/>
                <a:gd name="T21" fmla="*/ 7 h 18"/>
                <a:gd name="T22" fmla="*/ 27 w 27"/>
                <a:gd name="T2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8">
                  <a:moveTo>
                    <a:pt x="27" y="2"/>
                  </a:moveTo>
                  <a:lnTo>
                    <a:pt x="23" y="0"/>
                  </a:lnTo>
                  <a:lnTo>
                    <a:pt x="14" y="0"/>
                  </a:lnTo>
                  <a:lnTo>
                    <a:pt x="9" y="2"/>
                  </a:lnTo>
                  <a:lnTo>
                    <a:pt x="2" y="7"/>
                  </a:lnTo>
                  <a:lnTo>
                    <a:pt x="0" y="16"/>
                  </a:lnTo>
                  <a:lnTo>
                    <a:pt x="7" y="16"/>
                  </a:lnTo>
                  <a:lnTo>
                    <a:pt x="9" y="18"/>
                  </a:lnTo>
                  <a:lnTo>
                    <a:pt x="14" y="18"/>
                  </a:lnTo>
                  <a:lnTo>
                    <a:pt x="23" y="14"/>
                  </a:lnTo>
                  <a:lnTo>
                    <a:pt x="27" y="7"/>
                  </a:lnTo>
                  <a:lnTo>
                    <a:pt x="27" y="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4" name="Freeform 8">
              <a:extLst>
                <a:ext uri="{FF2B5EF4-FFF2-40B4-BE49-F238E27FC236}">
                  <a16:creationId xmlns:a16="http://schemas.microsoft.com/office/drawing/2014/main" id="{AADD3A09-E7A3-D153-524C-7CDDDA9B13DA}"/>
                </a:ext>
              </a:extLst>
            </p:cNvPr>
            <p:cNvSpPr>
              <a:spLocks noChangeAspect="1"/>
            </p:cNvSpPr>
            <p:nvPr/>
          </p:nvSpPr>
          <p:spPr bwMode="auto">
            <a:xfrm>
              <a:off x="1804" y="3464"/>
              <a:ext cx="62" cy="51"/>
            </a:xfrm>
            <a:custGeom>
              <a:avLst/>
              <a:gdLst>
                <a:gd name="T0" fmla="*/ 16 w 74"/>
                <a:gd name="T1" fmla="*/ 27 h 56"/>
                <a:gd name="T2" fmla="*/ 7 w 74"/>
                <a:gd name="T3" fmla="*/ 27 h 56"/>
                <a:gd name="T4" fmla="*/ 5 w 74"/>
                <a:gd name="T5" fmla="*/ 31 h 56"/>
                <a:gd name="T6" fmla="*/ 2 w 74"/>
                <a:gd name="T7" fmla="*/ 25 h 56"/>
                <a:gd name="T8" fmla="*/ 0 w 74"/>
                <a:gd name="T9" fmla="*/ 20 h 56"/>
                <a:gd name="T10" fmla="*/ 2 w 74"/>
                <a:gd name="T11" fmla="*/ 18 h 56"/>
                <a:gd name="T12" fmla="*/ 16 w 74"/>
                <a:gd name="T13" fmla="*/ 9 h 56"/>
                <a:gd name="T14" fmla="*/ 38 w 74"/>
                <a:gd name="T15" fmla="*/ 0 h 56"/>
                <a:gd name="T16" fmla="*/ 52 w 74"/>
                <a:gd name="T17" fmla="*/ 0 h 56"/>
                <a:gd name="T18" fmla="*/ 61 w 74"/>
                <a:gd name="T19" fmla="*/ 0 h 56"/>
                <a:gd name="T20" fmla="*/ 56 w 74"/>
                <a:gd name="T21" fmla="*/ 7 h 56"/>
                <a:gd name="T22" fmla="*/ 61 w 74"/>
                <a:gd name="T23" fmla="*/ 11 h 56"/>
                <a:gd name="T24" fmla="*/ 59 w 74"/>
                <a:gd name="T25" fmla="*/ 18 h 56"/>
                <a:gd name="T26" fmla="*/ 61 w 74"/>
                <a:gd name="T27" fmla="*/ 20 h 56"/>
                <a:gd name="T28" fmla="*/ 70 w 74"/>
                <a:gd name="T29" fmla="*/ 20 h 56"/>
                <a:gd name="T30" fmla="*/ 74 w 74"/>
                <a:gd name="T31" fmla="*/ 25 h 56"/>
                <a:gd name="T32" fmla="*/ 65 w 74"/>
                <a:gd name="T33" fmla="*/ 38 h 56"/>
                <a:gd name="T34" fmla="*/ 59 w 74"/>
                <a:gd name="T35" fmla="*/ 47 h 56"/>
                <a:gd name="T36" fmla="*/ 47 w 74"/>
                <a:gd name="T37" fmla="*/ 52 h 56"/>
                <a:gd name="T38" fmla="*/ 43 w 74"/>
                <a:gd name="T39" fmla="*/ 56 h 56"/>
                <a:gd name="T40" fmla="*/ 38 w 74"/>
                <a:gd name="T41" fmla="*/ 54 h 56"/>
                <a:gd name="T42" fmla="*/ 32 w 74"/>
                <a:gd name="T43" fmla="*/ 52 h 56"/>
                <a:gd name="T44" fmla="*/ 20 w 74"/>
                <a:gd name="T45" fmla="*/ 47 h 56"/>
                <a:gd name="T46" fmla="*/ 16 w 74"/>
                <a:gd name="T47" fmla="*/ 40 h 56"/>
                <a:gd name="T48" fmla="*/ 18 w 74"/>
                <a:gd name="T49" fmla="*/ 31 h 56"/>
                <a:gd name="T50" fmla="*/ 16 w 74"/>
                <a:gd name="T51"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56">
                  <a:moveTo>
                    <a:pt x="16" y="27"/>
                  </a:moveTo>
                  <a:lnTo>
                    <a:pt x="7" y="27"/>
                  </a:lnTo>
                  <a:lnTo>
                    <a:pt x="5" y="31"/>
                  </a:lnTo>
                  <a:lnTo>
                    <a:pt x="2" y="25"/>
                  </a:lnTo>
                  <a:lnTo>
                    <a:pt x="0" y="20"/>
                  </a:lnTo>
                  <a:lnTo>
                    <a:pt x="2" y="18"/>
                  </a:lnTo>
                  <a:lnTo>
                    <a:pt x="16" y="9"/>
                  </a:lnTo>
                  <a:lnTo>
                    <a:pt x="38" y="0"/>
                  </a:lnTo>
                  <a:lnTo>
                    <a:pt x="52" y="0"/>
                  </a:lnTo>
                  <a:lnTo>
                    <a:pt x="61" y="0"/>
                  </a:lnTo>
                  <a:lnTo>
                    <a:pt x="56" y="7"/>
                  </a:lnTo>
                  <a:lnTo>
                    <a:pt x="61" y="11"/>
                  </a:lnTo>
                  <a:lnTo>
                    <a:pt x="59" y="18"/>
                  </a:lnTo>
                  <a:lnTo>
                    <a:pt x="61" y="20"/>
                  </a:lnTo>
                  <a:lnTo>
                    <a:pt x="70" y="20"/>
                  </a:lnTo>
                  <a:lnTo>
                    <a:pt x="74" y="25"/>
                  </a:lnTo>
                  <a:lnTo>
                    <a:pt x="65" y="38"/>
                  </a:lnTo>
                  <a:lnTo>
                    <a:pt x="59" y="47"/>
                  </a:lnTo>
                  <a:lnTo>
                    <a:pt x="47" y="52"/>
                  </a:lnTo>
                  <a:lnTo>
                    <a:pt x="43" y="56"/>
                  </a:lnTo>
                  <a:lnTo>
                    <a:pt x="38" y="54"/>
                  </a:lnTo>
                  <a:lnTo>
                    <a:pt x="32" y="52"/>
                  </a:lnTo>
                  <a:lnTo>
                    <a:pt x="20" y="47"/>
                  </a:lnTo>
                  <a:lnTo>
                    <a:pt x="16" y="40"/>
                  </a:lnTo>
                  <a:lnTo>
                    <a:pt x="18" y="31"/>
                  </a:lnTo>
                  <a:lnTo>
                    <a:pt x="16" y="2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5" name="Freeform 9">
              <a:extLst>
                <a:ext uri="{FF2B5EF4-FFF2-40B4-BE49-F238E27FC236}">
                  <a16:creationId xmlns:a16="http://schemas.microsoft.com/office/drawing/2014/main" id="{0F5DCA64-6944-9473-D2B7-E625A534B9A4}"/>
                </a:ext>
              </a:extLst>
            </p:cNvPr>
            <p:cNvSpPr>
              <a:spLocks noChangeAspect="1"/>
            </p:cNvSpPr>
            <p:nvPr/>
          </p:nvSpPr>
          <p:spPr bwMode="auto">
            <a:xfrm>
              <a:off x="1804" y="3464"/>
              <a:ext cx="62" cy="51"/>
            </a:xfrm>
            <a:custGeom>
              <a:avLst/>
              <a:gdLst>
                <a:gd name="T0" fmla="*/ 16 w 74"/>
                <a:gd name="T1" fmla="*/ 27 h 56"/>
                <a:gd name="T2" fmla="*/ 7 w 74"/>
                <a:gd name="T3" fmla="*/ 27 h 56"/>
                <a:gd name="T4" fmla="*/ 5 w 74"/>
                <a:gd name="T5" fmla="*/ 31 h 56"/>
                <a:gd name="T6" fmla="*/ 2 w 74"/>
                <a:gd name="T7" fmla="*/ 25 h 56"/>
                <a:gd name="T8" fmla="*/ 0 w 74"/>
                <a:gd name="T9" fmla="*/ 20 h 56"/>
                <a:gd name="T10" fmla="*/ 2 w 74"/>
                <a:gd name="T11" fmla="*/ 18 h 56"/>
                <a:gd name="T12" fmla="*/ 16 w 74"/>
                <a:gd name="T13" fmla="*/ 9 h 56"/>
                <a:gd name="T14" fmla="*/ 38 w 74"/>
                <a:gd name="T15" fmla="*/ 0 h 56"/>
                <a:gd name="T16" fmla="*/ 52 w 74"/>
                <a:gd name="T17" fmla="*/ 0 h 56"/>
                <a:gd name="T18" fmla="*/ 61 w 74"/>
                <a:gd name="T19" fmla="*/ 0 h 56"/>
                <a:gd name="T20" fmla="*/ 56 w 74"/>
                <a:gd name="T21" fmla="*/ 7 h 56"/>
                <a:gd name="T22" fmla="*/ 61 w 74"/>
                <a:gd name="T23" fmla="*/ 11 h 56"/>
                <a:gd name="T24" fmla="*/ 59 w 74"/>
                <a:gd name="T25" fmla="*/ 18 h 56"/>
                <a:gd name="T26" fmla="*/ 61 w 74"/>
                <a:gd name="T27" fmla="*/ 20 h 56"/>
                <a:gd name="T28" fmla="*/ 70 w 74"/>
                <a:gd name="T29" fmla="*/ 20 h 56"/>
                <a:gd name="T30" fmla="*/ 74 w 74"/>
                <a:gd name="T31" fmla="*/ 25 h 56"/>
                <a:gd name="T32" fmla="*/ 65 w 74"/>
                <a:gd name="T33" fmla="*/ 38 h 56"/>
                <a:gd name="T34" fmla="*/ 59 w 74"/>
                <a:gd name="T35" fmla="*/ 47 h 56"/>
                <a:gd name="T36" fmla="*/ 47 w 74"/>
                <a:gd name="T37" fmla="*/ 52 h 56"/>
                <a:gd name="T38" fmla="*/ 43 w 74"/>
                <a:gd name="T39" fmla="*/ 56 h 56"/>
                <a:gd name="T40" fmla="*/ 38 w 74"/>
                <a:gd name="T41" fmla="*/ 54 h 56"/>
                <a:gd name="T42" fmla="*/ 32 w 74"/>
                <a:gd name="T43" fmla="*/ 52 h 56"/>
                <a:gd name="T44" fmla="*/ 20 w 74"/>
                <a:gd name="T45" fmla="*/ 47 h 56"/>
                <a:gd name="T46" fmla="*/ 16 w 74"/>
                <a:gd name="T47" fmla="*/ 40 h 56"/>
                <a:gd name="T48" fmla="*/ 18 w 74"/>
                <a:gd name="T49" fmla="*/ 31 h 56"/>
                <a:gd name="T50" fmla="*/ 16 w 74"/>
                <a:gd name="T51"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56">
                  <a:moveTo>
                    <a:pt x="16" y="27"/>
                  </a:moveTo>
                  <a:lnTo>
                    <a:pt x="7" y="27"/>
                  </a:lnTo>
                  <a:lnTo>
                    <a:pt x="5" y="31"/>
                  </a:lnTo>
                  <a:lnTo>
                    <a:pt x="2" y="25"/>
                  </a:lnTo>
                  <a:lnTo>
                    <a:pt x="0" y="20"/>
                  </a:lnTo>
                  <a:lnTo>
                    <a:pt x="2" y="18"/>
                  </a:lnTo>
                  <a:lnTo>
                    <a:pt x="16" y="9"/>
                  </a:lnTo>
                  <a:lnTo>
                    <a:pt x="38" y="0"/>
                  </a:lnTo>
                  <a:lnTo>
                    <a:pt x="52" y="0"/>
                  </a:lnTo>
                  <a:lnTo>
                    <a:pt x="61" y="0"/>
                  </a:lnTo>
                  <a:lnTo>
                    <a:pt x="56" y="7"/>
                  </a:lnTo>
                  <a:lnTo>
                    <a:pt x="61" y="11"/>
                  </a:lnTo>
                  <a:lnTo>
                    <a:pt x="59" y="18"/>
                  </a:lnTo>
                  <a:lnTo>
                    <a:pt x="61" y="20"/>
                  </a:lnTo>
                  <a:lnTo>
                    <a:pt x="70" y="20"/>
                  </a:lnTo>
                  <a:lnTo>
                    <a:pt x="74" y="25"/>
                  </a:lnTo>
                  <a:lnTo>
                    <a:pt x="65" y="38"/>
                  </a:lnTo>
                  <a:lnTo>
                    <a:pt x="59" y="47"/>
                  </a:lnTo>
                  <a:lnTo>
                    <a:pt x="47" y="52"/>
                  </a:lnTo>
                  <a:lnTo>
                    <a:pt x="43" y="56"/>
                  </a:lnTo>
                  <a:lnTo>
                    <a:pt x="38" y="54"/>
                  </a:lnTo>
                  <a:lnTo>
                    <a:pt x="32" y="52"/>
                  </a:lnTo>
                  <a:lnTo>
                    <a:pt x="20" y="47"/>
                  </a:lnTo>
                  <a:lnTo>
                    <a:pt x="16" y="40"/>
                  </a:lnTo>
                  <a:lnTo>
                    <a:pt x="18" y="31"/>
                  </a:lnTo>
                  <a:lnTo>
                    <a:pt x="16" y="2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6" name="Freeform 10">
              <a:extLst>
                <a:ext uri="{FF2B5EF4-FFF2-40B4-BE49-F238E27FC236}">
                  <a16:creationId xmlns:a16="http://schemas.microsoft.com/office/drawing/2014/main" id="{8025D004-728B-28CD-0B77-9C9DF2040A20}"/>
                </a:ext>
              </a:extLst>
            </p:cNvPr>
            <p:cNvSpPr>
              <a:spLocks noChangeAspect="1"/>
            </p:cNvSpPr>
            <p:nvPr/>
          </p:nvSpPr>
          <p:spPr bwMode="auto">
            <a:xfrm>
              <a:off x="1890" y="3459"/>
              <a:ext cx="25" cy="25"/>
            </a:xfrm>
            <a:custGeom>
              <a:avLst/>
              <a:gdLst>
                <a:gd name="T0" fmla="*/ 24 w 29"/>
                <a:gd name="T1" fmla="*/ 27 h 27"/>
                <a:gd name="T2" fmla="*/ 15 w 29"/>
                <a:gd name="T3" fmla="*/ 23 h 27"/>
                <a:gd name="T4" fmla="*/ 13 w 29"/>
                <a:gd name="T5" fmla="*/ 18 h 27"/>
                <a:gd name="T6" fmla="*/ 4 w 29"/>
                <a:gd name="T7" fmla="*/ 16 h 27"/>
                <a:gd name="T8" fmla="*/ 0 w 29"/>
                <a:gd name="T9" fmla="*/ 14 h 27"/>
                <a:gd name="T10" fmla="*/ 0 w 29"/>
                <a:gd name="T11" fmla="*/ 5 h 27"/>
                <a:gd name="T12" fmla="*/ 15 w 29"/>
                <a:gd name="T13" fmla="*/ 3 h 27"/>
                <a:gd name="T14" fmla="*/ 18 w 29"/>
                <a:gd name="T15" fmla="*/ 0 h 27"/>
                <a:gd name="T16" fmla="*/ 22 w 29"/>
                <a:gd name="T17" fmla="*/ 3 h 27"/>
                <a:gd name="T18" fmla="*/ 24 w 29"/>
                <a:gd name="T19" fmla="*/ 5 h 27"/>
                <a:gd name="T20" fmla="*/ 29 w 29"/>
                <a:gd name="T21" fmla="*/ 12 h 27"/>
                <a:gd name="T22" fmla="*/ 29 w 29"/>
                <a:gd name="T23" fmla="*/ 16 h 27"/>
                <a:gd name="T24" fmla="*/ 29 w 29"/>
                <a:gd name="T25" fmla="*/ 25 h 27"/>
                <a:gd name="T26" fmla="*/ 24 w 29"/>
                <a:gd name="T2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7">
                  <a:moveTo>
                    <a:pt x="24" y="27"/>
                  </a:moveTo>
                  <a:lnTo>
                    <a:pt x="15" y="23"/>
                  </a:lnTo>
                  <a:lnTo>
                    <a:pt x="13" y="18"/>
                  </a:lnTo>
                  <a:lnTo>
                    <a:pt x="4" y="16"/>
                  </a:lnTo>
                  <a:lnTo>
                    <a:pt x="0" y="14"/>
                  </a:lnTo>
                  <a:lnTo>
                    <a:pt x="0" y="5"/>
                  </a:lnTo>
                  <a:lnTo>
                    <a:pt x="15" y="3"/>
                  </a:lnTo>
                  <a:lnTo>
                    <a:pt x="18" y="0"/>
                  </a:lnTo>
                  <a:lnTo>
                    <a:pt x="22" y="3"/>
                  </a:lnTo>
                  <a:lnTo>
                    <a:pt x="24" y="5"/>
                  </a:lnTo>
                  <a:lnTo>
                    <a:pt x="29" y="12"/>
                  </a:lnTo>
                  <a:lnTo>
                    <a:pt x="29" y="16"/>
                  </a:lnTo>
                  <a:lnTo>
                    <a:pt x="29" y="25"/>
                  </a:lnTo>
                  <a:lnTo>
                    <a:pt x="24" y="2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7" name="Freeform 11">
              <a:extLst>
                <a:ext uri="{FF2B5EF4-FFF2-40B4-BE49-F238E27FC236}">
                  <a16:creationId xmlns:a16="http://schemas.microsoft.com/office/drawing/2014/main" id="{203D8DD7-4C90-6F3E-ED64-9C736E37EC04}"/>
                </a:ext>
              </a:extLst>
            </p:cNvPr>
            <p:cNvSpPr>
              <a:spLocks noChangeAspect="1"/>
            </p:cNvSpPr>
            <p:nvPr/>
          </p:nvSpPr>
          <p:spPr bwMode="auto">
            <a:xfrm>
              <a:off x="1890" y="3459"/>
              <a:ext cx="25" cy="25"/>
            </a:xfrm>
            <a:custGeom>
              <a:avLst/>
              <a:gdLst>
                <a:gd name="T0" fmla="*/ 24 w 29"/>
                <a:gd name="T1" fmla="*/ 27 h 27"/>
                <a:gd name="T2" fmla="*/ 15 w 29"/>
                <a:gd name="T3" fmla="*/ 23 h 27"/>
                <a:gd name="T4" fmla="*/ 13 w 29"/>
                <a:gd name="T5" fmla="*/ 18 h 27"/>
                <a:gd name="T6" fmla="*/ 4 w 29"/>
                <a:gd name="T7" fmla="*/ 16 h 27"/>
                <a:gd name="T8" fmla="*/ 0 w 29"/>
                <a:gd name="T9" fmla="*/ 14 h 27"/>
                <a:gd name="T10" fmla="*/ 0 w 29"/>
                <a:gd name="T11" fmla="*/ 5 h 27"/>
                <a:gd name="T12" fmla="*/ 15 w 29"/>
                <a:gd name="T13" fmla="*/ 3 h 27"/>
                <a:gd name="T14" fmla="*/ 18 w 29"/>
                <a:gd name="T15" fmla="*/ 0 h 27"/>
                <a:gd name="T16" fmla="*/ 22 w 29"/>
                <a:gd name="T17" fmla="*/ 3 h 27"/>
                <a:gd name="T18" fmla="*/ 24 w 29"/>
                <a:gd name="T19" fmla="*/ 5 h 27"/>
                <a:gd name="T20" fmla="*/ 29 w 29"/>
                <a:gd name="T21" fmla="*/ 12 h 27"/>
                <a:gd name="T22" fmla="*/ 29 w 29"/>
                <a:gd name="T23" fmla="*/ 16 h 27"/>
                <a:gd name="T24" fmla="*/ 29 w 29"/>
                <a:gd name="T25" fmla="*/ 25 h 27"/>
                <a:gd name="T26" fmla="*/ 24 w 29"/>
                <a:gd name="T2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7">
                  <a:moveTo>
                    <a:pt x="24" y="27"/>
                  </a:moveTo>
                  <a:lnTo>
                    <a:pt x="15" y="23"/>
                  </a:lnTo>
                  <a:lnTo>
                    <a:pt x="13" y="18"/>
                  </a:lnTo>
                  <a:lnTo>
                    <a:pt x="4" y="16"/>
                  </a:lnTo>
                  <a:lnTo>
                    <a:pt x="0" y="14"/>
                  </a:lnTo>
                  <a:lnTo>
                    <a:pt x="0" y="5"/>
                  </a:lnTo>
                  <a:lnTo>
                    <a:pt x="15" y="3"/>
                  </a:lnTo>
                  <a:lnTo>
                    <a:pt x="18" y="0"/>
                  </a:lnTo>
                  <a:lnTo>
                    <a:pt x="22" y="3"/>
                  </a:lnTo>
                  <a:lnTo>
                    <a:pt x="24" y="5"/>
                  </a:lnTo>
                  <a:lnTo>
                    <a:pt x="29" y="12"/>
                  </a:lnTo>
                  <a:lnTo>
                    <a:pt x="29" y="16"/>
                  </a:lnTo>
                  <a:lnTo>
                    <a:pt x="29" y="25"/>
                  </a:lnTo>
                  <a:lnTo>
                    <a:pt x="24" y="2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8" name="Freeform 12">
              <a:extLst>
                <a:ext uri="{FF2B5EF4-FFF2-40B4-BE49-F238E27FC236}">
                  <a16:creationId xmlns:a16="http://schemas.microsoft.com/office/drawing/2014/main" id="{AA8C7A1B-1112-99AE-6799-F82C960FCACF}"/>
                </a:ext>
              </a:extLst>
            </p:cNvPr>
            <p:cNvSpPr>
              <a:spLocks noChangeAspect="1"/>
            </p:cNvSpPr>
            <p:nvPr/>
          </p:nvSpPr>
          <p:spPr bwMode="auto">
            <a:xfrm>
              <a:off x="2352" y="2113"/>
              <a:ext cx="16" cy="14"/>
            </a:xfrm>
            <a:custGeom>
              <a:avLst/>
              <a:gdLst>
                <a:gd name="T0" fmla="*/ 9 w 18"/>
                <a:gd name="T1" fmla="*/ 21 h 21"/>
                <a:gd name="T2" fmla="*/ 0 w 18"/>
                <a:gd name="T3" fmla="*/ 14 h 21"/>
                <a:gd name="T4" fmla="*/ 7 w 18"/>
                <a:gd name="T5" fmla="*/ 12 h 21"/>
                <a:gd name="T6" fmla="*/ 7 w 18"/>
                <a:gd name="T7" fmla="*/ 0 h 21"/>
                <a:gd name="T8" fmla="*/ 18 w 18"/>
                <a:gd name="T9" fmla="*/ 0 h 21"/>
                <a:gd name="T10" fmla="*/ 11 w 18"/>
                <a:gd name="T11" fmla="*/ 5 h 21"/>
                <a:gd name="T12" fmla="*/ 13 w 18"/>
                <a:gd name="T13" fmla="*/ 12 h 21"/>
                <a:gd name="T14" fmla="*/ 13 w 18"/>
                <a:gd name="T15" fmla="*/ 14 h 21"/>
                <a:gd name="T16" fmla="*/ 11 w 18"/>
                <a:gd name="T17" fmla="*/ 18 h 21"/>
                <a:gd name="T18" fmla="*/ 9 w 18"/>
                <a:gd name="T19" fmla="*/ 18 h 21"/>
                <a:gd name="T20" fmla="*/ 9 w 18"/>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1">
                  <a:moveTo>
                    <a:pt x="9" y="21"/>
                  </a:moveTo>
                  <a:lnTo>
                    <a:pt x="0" y="14"/>
                  </a:lnTo>
                  <a:lnTo>
                    <a:pt x="7" y="12"/>
                  </a:lnTo>
                  <a:lnTo>
                    <a:pt x="7" y="0"/>
                  </a:lnTo>
                  <a:lnTo>
                    <a:pt x="18" y="0"/>
                  </a:lnTo>
                  <a:lnTo>
                    <a:pt x="11" y="5"/>
                  </a:lnTo>
                  <a:lnTo>
                    <a:pt x="13" y="12"/>
                  </a:lnTo>
                  <a:lnTo>
                    <a:pt x="13" y="14"/>
                  </a:lnTo>
                  <a:lnTo>
                    <a:pt x="11" y="18"/>
                  </a:lnTo>
                  <a:lnTo>
                    <a:pt x="9" y="18"/>
                  </a:lnTo>
                  <a:lnTo>
                    <a:pt x="9" y="2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09" name="Freeform 13">
              <a:extLst>
                <a:ext uri="{FF2B5EF4-FFF2-40B4-BE49-F238E27FC236}">
                  <a16:creationId xmlns:a16="http://schemas.microsoft.com/office/drawing/2014/main" id="{36283AE6-964D-84DD-8467-8B4034AD4789}"/>
                </a:ext>
              </a:extLst>
            </p:cNvPr>
            <p:cNvSpPr>
              <a:spLocks noChangeAspect="1"/>
            </p:cNvSpPr>
            <p:nvPr/>
          </p:nvSpPr>
          <p:spPr bwMode="auto">
            <a:xfrm>
              <a:off x="2352" y="2113"/>
              <a:ext cx="16" cy="14"/>
            </a:xfrm>
            <a:custGeom>
              <a:avLst/>
              <a:gdLst>
                <a:gd name="T0" fmla="*/ 9 w 18"/>
                <a:gd name="T1" fmla="*/ 21 h 21"/>
                <a:gd name="T2" fmla="*/ 0 w 18"/>
                <a:gd name="T3" fmla="*/ 14 h 21"/>
                <a:gd name="T4" fmla="*/ 7 w 18"/>
                <a:gd name="T5" fmla="*/ 12 h 21"/>
                <a:gd name="T6" fmla="*/ 7 w 18"/>
                <a:gd name="T7" fmla="*/ 0 h 21"/>
                <a:gd name="T8" fmla="*/ 18 w 18"/>
                <a:gd name="T9" fmla="*/ 0 h 21"/>
                <a:gd name="T10" fmla="*/ 11 w 18"/>
                <a:gd name="T11" fmla="*/ 5 h 21"/>
                <a:gd name="T12" fmla="*/ 13 w 18"/>
                <a:gd name="T13" fmla="*/ 12 h 21"/>
                <a:gd name="T14" fmla="*/ 13 w 18"/>
                <a:gd name="T15" fmla="*/ 14 h 21"/>
                <a:gd name="T16" fmla="*/ 11 w 18"/>
                <a:gd name="T17" fmla="*/ 18 h 21"/>
                <a:gd name="T18" fmla="*/ 9 w 18"/>
                <a:gd name="T19" fmla="*/ 18 h 21"/>
                <a:gd name="T20" fmla="*/ 9 w 18"/>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1">
                  <a:moveTo>
                    <a:pt x="9" y="21"/>
                  </a:moveTo>
                  <a:lnTo>
                    <a:pt x="0" y="14"/>
                  </a:lnTo>
                  <a:lnTo>
                    <a:pt x="7" y="12"/>
                  </a:lnTo>
                  <a:lnTo>
                    <a:pt x="7" y="0"/>
                  </a:lnTo>
                  <a:lnTo>
                    <a:pt x="18" y="0"/>
                  </a:lnTo>
                  <a:lnTo>
                    <a:pt x="11" y="5"/>
                  </a:lnTo>
                  <a:lnTo>
                    <a:pt x="13" y="12"/>
                  </a:lnTo>
                  <a:lnTo>
                    <a:pt x="13" y="14"/>
                  </a:lnTo>
                  <a:lnTo>
                    <a:pt x="11" y="18"/>
                  </a:lnTo>
                  <a:lnTo>
                    <a:pt x="9" y="18"/>
                  </a:lnTo>
                  <a:lnTo>
                    <a:pt x="9" y="2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0" name="Freeform 14">
              <a:extLst>
                <a:ext uri="{FF2B5EF4-FFF2-40B4-BE49-F238E27FC236}">
                  <a16:creationId xmlns:a16="http://schemas.microsoft.com/office/drawing/2014/main" id="{9ACC82F6-C47E-B4B3-EDF6-C92AC277AEC2}"/>
                </a:ext>
              </a:extLst>
            </p:cNvPr>
            <p:cNvSpPr>
              <a:spLocks noChangeAspect="1"/>
            </p:cNvSpPr>
            <p:nvPr/>
          </p:nvSpPr>
          <p:spPr bwMode="auto">
            <a:xfrm>
              <a:off x="2384" y="2231"/>
              <a:ext cx="46" cy="51"/>
            </a:xfrm>
            <a:custGeom>
              <a:avLst/>
              <a:gdLst>
                <a:gd name="T0" fmla="*/ 41 w 54"/>
                <a:gd name="T1" fmla="*/ 54 h 54"/>
                <a:gd name="T2" fmla="*/ 27 w 54"/>
                <a:gd name="T3" fmla="*/ 54 h 54"/>
                <a:gd name="T4" fmla="*/ 16 w 54"/>
                <a:gd name="T5" fmla="*/ 49 h 54"/>
                <a:gd name="T6" fmla="*/ 9 w 54"/>
                <a:gd name="T7" fmla="*/ 47 h 54"/>
                <a:gd name="T8" fmla="*/ 9 w 54"/>
                <a:gd name="T9" fmla="*/ 38 h 54"/>
                <a:gd name="T10" fmla="*/ 7 w 54"/>
                <a:gd name="T11" fmla="*/ 27 h 54"/>
                <a:gd name="T12" fmla="*/ 2 w 54"/>
                <a:gd name="T13" fmla="*/ 22 h 54"/>
                <a:gd name="T14" fmla="*/ 0 w 54"/>
                <a:gd name="T15" fmla="*/ 20 h 54"/>
                <a:gd name="T16" fmla="*/ 2 w 54"/>
                <a:gd name="T17" fmla="*/ 11 h 54"/>
                <a:gd name="T18" fmla="*/ 7 w 54"/>
                <a:gd name="T19" fmla="*/ 4 h 54"/>
                <a:gd name="T20" fmla="*/ 11 w 54"/>
                <a:gd name="T21" fmla="*/ 7 h 54"/>
                <a:gd name="T22" fmla="*/ 14 w 54"/>
                <a:gd name="T23" fmla="*/ 9 h 54"/>
                <a:gd name="T24" fmla="*/ 16 w 54"/>
                <a:gd name="T25" fmla="*/ 4 h 54"/>
                <a:gd name="T26" fmla="*/ 23 w 54"/>
                <a:gd name="T27" fmla="*/ 0 h 54"/>
                <a:gd name="T28" fmla="*/ 32 w 54"/>
                <a:gd name="T29" fmla="*/ 0 h 54"/>
                <a:gd name="T30" fmla="*/ 41 w 54"/>
                <a:gd name="T31" fmla="*/ 13 h 54"/>
                <a:gd name="T32" fmla="*/ 45 w 54"/>
                <a:gd name="T33" fmla="*/ 13 h 54"/>
                <a:gd name="T34" fmla="*/ 45 w 54"/>
                <a:gd name="T35" fmla="*/ 7 h 54"/>
                <a:gd name="T36" fmla="*/ 50 w 54"/>
                <a:gd name="T37" fmla="*/ 7 h 54"/>
                <a:gd name="T38" fmla="*/ 54 w 54"/>
                <a:gd name="T39" fmla="*/ 18 h 54"/>
                <a:gd name="T40" fmla="*/ 52 w 54"/>
                <a:gd name="T41" fmla="*/ 18 h 54"/>
                <a:gd name="T42" fmla="*/ 50 w 54"/>
                <a:gd name="T43" fmla="*/ 22 h 54"/>
                <a:gd name="T44" fmla="*/ 54 w 54"/>
                <a:gd name="T45" fmla="*/ 27 h 54"/>
                <a:gd name="T46" fmla="*/ 54 w 54"/>
                <a:gd name="T47" fmla="*/ 38 h 54"/>
                <a:gd name="T48" fmla="*/ 50 w 54"/>
                <a:gd name="T49" fmla="*/ 43 h 54"/>
                <a:gd name="T50" fmla="*/ 50 w 54"/>
                <a:gd name="T51" fmla="*/ 49 h 54"/>
                <a:gd name="T52" fmla="*/ 45 w 54"/>
                <a:gd name="T53" fmla="*/ 54 h 54"/>
                <a:gd name="T54" fmla="*/ 41 w 54"/>
                <a:gd name="T5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54">
                  <a:moveTo>
                    <a:pt x="41" y="54"/>
                  </a:moveTo>
                  <a:lnTo>
                    <a:pt x="27" y="54"/>
                  </a:lnTo>
                  <a:lnTo>
                    <a:pt x="16" y="49"/>
                  </a:lnTo>
                  <a:lnTo>
                    <a:pt x="9" y="47"/>
                  </a:lnTo>
                  <a:lnTo>
                    <a:pt x="9" y="38"/>
                  </a:lnTo>
                  <a:lnTo>
                    <a:pt x="7" y="27"/>
                  </a:lnTo>
                  <a:lnTo>
                    <a:pt x="2" y="22"/>
                  </a:lnTo>
                  <a:lnTo>
                    <a:pt x="0" y="20"/>
                  </a:lnTo>
                  <a:lnTo>
                    <a:pt x="2" y="11"/>
                  </a:lnTo>
                  <a:lnTo>
                    <a:pt x="7" y="4"/>
                  </a:lnTo>
                  <a:lnTo>
                    <a:pt x="11" y="7"/>
                  </a:lnTo>
                  <a:lnTo>
                    <a:pt x="14" y="9"/>
                  </a:lnTo>
                  <a:lnTo>
                    <a:pt x="16" y="4"/>
                  </a:lnTo>
                  <a:lnTo>
                    <a:pt x="23" y="0"/>
                  </a:lnTo>
                  <a:lnTo>
                    <a:pt x="32" y="0"/>
                  </a:lnTo>
                  <a:lnTo>
                    <a:pt x="41" y="13"/>
                  </a:lnTo>
                  <a:lnTo>
                    <a:pt x="45" y="13"/>
                  </a:lnTo>
                  <a:lnTo>
                    <a:pt x="45" y="7"/>
                  </a:lnTo>
                  <a:lnTo>
                    <a:pt x="50" y="7"/>
                  </a:lnTo>
                  <a:lnTo>
                    <a:pt x="54" y="18"/>
                  </a:lnTo>
                  <a:lnTo>
                    <a:pt x="52" y="18"/>
                  </a:lnTo>
                  <a:lnTo>
                    <a:pt x="50" y="22"/>
                  </a:lnTo>
                  <a:lnTo>
                    <a:pt x="54" y="27"/>
                  </a:lnTo>
                  <a:lnTo>
                    <a:pt x="54" y="38"/>
                  </a:lnTo>
                  <a:lnTo>
                    <a:pt x="50" y="43"/>
                  </a:lnTo>
                  <a:lnTo>
                    <a:pt x="50" y="49"/>
                  </a:lnTo>
                  <a:lnTo>
                    <a:pt x="45" y="54"/>
                  </a:lnTo>
                  <a:lnTo>
                    <a:pt x="41" y="5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1" name="Freeform 15">
              <a:extLst>
                <a:ext uri="{FF2B5EF4-FFF2-40B4-BE49-F238E27FC236}">
                  <a16:creationId xmlns:a16="http://schemas.microsoft.com/office/drawing/2014/main" id="{61303B67-B281-0130-87E2-8EEA39362519}"/>
                </a:ext>
              </a:extLst>
            </p:cNvPr>
            <p:cNvSpPr>
              <a:spLocks noChangeAspect="1"/>
            </p:cNvSpPr>
            <p:nvPr/>
          </p:nvSpPr>
          <p:spPr bwMode="auto">
            <a:xfrm>
              <a:off x="2316" y="2052"/>
              <a:ext cx="135" cy="245"/>
            </a:xfrm>
            <a:custGeom>
              <a:avLst/>
              <a:gdLst>
                <a:gd name="T0" fmla="*/ 74 w 160"/>
                <a:gd name="T1" fmla="*/ 261 h 263"/>
                <a:gd name="T2" fmla="*/ 68 w 160"/>
                <a:gd name="T3" fmla="*/ 247 h 263"/>
                <a:gd name="T4" fmla="*/ 68 w 160"/>
                <a:gd name="T5" fmla="*/ 236 h 263"/>
                <a:gd name="T6" fmla="*/ 74 w 160"/>
                <a:gd name="T7" fmla="*/ 220 h 263"/>
                <a:gd name="T8" fmla="*/ 74 w 160"/>
                <a:gd name="T9" fmla="*/ 205 h 263"/>
                <a:gd name="T10" fmla="*/ 90 w 160"/>
                <a:gd name="T11" fmla="*/ 196 h 263"/>
                <a:gd name="T12" fmla="*/ 83 w 160"/>
                <a:gd name="T13" fmla="*/ 189 h 263"/>
                <a:gd name="T14" fmla="*/ 104 w 160"/>
                <a:gd name="T15" fmla="*/ 180 h 263"/>
                <a:gd name="T16" fmla="*/ 113 w 160"/>
                <a:gd name="T17" fmla="*/ 169 h 263"/>
                <a:gd name="T18" fmla="*/ 126 w 160"/>
                <a:gd name="T19" fmla="*/ 139 h 263"/>
                <a:gd name="T20" fmla="*/ 131 w 160"/>
                <a:gd name="T21" fmla="*/ 155 h 263"/>
                <a:gd name="T22" fmla="*/ 140 w 160"/>
                <a:gd name="T23" fmla="*/ 153 h 263"/>
                <a:gd name="T24" fmla="*/ 153 w 160"/>
                <a:gd name="T25" fmla="*/ 128 h 263"/>
                <a:gd name="T26" fmla="*/ 126 w 160"/>
                <a:gd name="T27" fmla="*/ 112 h 263"/>
                <a:gd name="T28" fmla="*/ 126 w 160"/>
                <a:gd name="T29" fmla="*/ 108 h 263"/>
                <a:gd name="T30" fmla="*/ 117 w 160"/>
                <a:gd name="T31" fmla="*/ 99 h 263"/>
                <a:gd name="T32" fmla="*/ 122 w 160"/>
                <a:gd name="T33" fmla="*/ 70 h 263"/>
                <a:gd name="T34" fmla="*/ 104 w 160"/>
                <a:gd name="T35" fmla="*/ 67 h 263"/>
                <a:gd name="T36" fmla="*/ 88 w 160"/>
                <a:gd name="T37" fmla="*/ 65 h 263"/>
                <a:gd name="T38" fmla="*/ 77 w 160"/>
                <a:gd name="T39" fmla="*/ 99 h 263"/>
                <a:gd name="T40" fmla="*/ 65 w 160"/>
                <a:gd name="T41" fmla="*/ 97 h 263"/>
                <a:gd name="T42" fmla="*/ 68 w 160"/>
                <a:gd name="T43" fmla="*/ 83 h 263"/>
                <a:gd name="T44" fmla="*/ 50 w 160"/>
                <a:gd name="T45" fmla="*/ 94 h 263"/>
                <a:gd name="T46" fmla="*/ 41 w 160"/>
                <a:gd name="T47" fmla="*/ 101 h 263"/>
                <a:gd name="T48" fmla="*/ 36 w 160"/>
                <a:gd name="T49" fmla="*/ 99 h 263"/>
                <a:gd name="T50" fmla="*/ 25 w 160"/>
                <a:gd name="T51" fmla="*/ 81 h 263"/>
                <a:gd name="T52" fmla="*/ 38 w 160"/>
                <a:gd name="T53" fmla="*/ 79 h 263"/>
                <a:gd name="T54" fmla="*/ 63 w 160"/>
                <a:gd name="T55" fmla="*/ 63 h 263"/>
                <a:gd name="T56" fmla="*/ 79 w 160"/>
                <a:gd name="T57" fmla="*/ 63 h 263"/>
                <a:gd name="T58" fmla="*/ 119 w 160"/>
                <a:gd name="T59" fmla="*/ 65 h 263"/>
                <a:gd name="T60" fmla="*/ 140 w 160"/>
                <a:gd name="T61" fmla="*/ 58 h 263"/>
                <a:gd name="T62" fmla="*/ 146 w 160"/>
                <a:gd name="T63" fmla="*/ 27 h 263"/>
                <a:gd name="T64" fmla="*/ 160 w 160"/>
                <a:gd name="T65" fmla="*/ 0 h 263"/>
                <a:gd name="T66" fmla="*/ 119 w 160"/>
                <a:gd name="T67" fmla="*/ 16 h 263"/>
                <a:gd name="T68" fmla="*/ 88 w 160"/>
                <a:gd name="T69" fmla="*/ 45 h 263"/>
                <a:gd name="T70" fmla="*/ 50 w 160"/>
                <a:gd name="T71" fmla="*/ 45 h 263"/>
                <a:gd name="T72" fmla="*/ 20 w 160"/>
                <a:gd name="T73" fmla="*/ 99 h 263"/>
                <a:gd name="T74" fmla="*/ 7 w 160"/>
                <a:gd name="T75" fmla="*/ 155 h 263"/>
                <a:gd name="T76" fmla="*/ 7 w 160"/>
                <a:gd name="T77" fmla="*/ 191 h 263"/>
                <a:gd name="T78" fmla="*/ 14 w 160"/>
                <a:gd name="T79" fmla="*/ 198 h 263"/>
                <a:gd name="T80" fmla="*/ 20 w 160"/>
                <a:gd name="T81" fmla="*/ 218 h 263"/>
                <a:gd name="T82" fmla="*/ 34 w 160"/>
                <a:gd name="T83" fmla="*/ 254 h 263"/>
                <a:gd name="T84" fmla="*/ 54 w 160"/>
                <a:gd name="T85"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263">
                  <a:moveTo>
                    <a:pt x="68" y="263"/>
                  </a:moveTo>
                  <a:lnTo>
                    <a:pt x="68" y="261"/>
                  </a:lnTo>
                  <a:lnTo>
                    <a:pt x="74" y="261"/>
                  </a:lnTo>
                  <a:lnTo>
                    <a:pt x="77" y="261"/>
                  </a:lnTo>
                  <a:lnTo>
                    <a:pt x="77" y="254"/>
                  </a:lnTo>
                  <a:lnTo>
                    <a:pt x="68" y="247"/>
                  </a:lnTo>
                  <a:lnTo>
                    <a:pt x="63" y="245"/>
                  </a:lnTo>
                  <a:lnTo>
                    <a:pt x="65" y="238"/>
                  </a:lnTo>
                  <a:lnTo>
                    <a:pt x="68" y="236"/>
                  </a:lnTo>
                  <a:lnTo>
                    <a:pt x="77" y="236"/>
                  </a:lnTo>
                  <a:lnTo>
                    <a:pt x="79" y="227"/>
                  </a:lnTo>
                  <a:lnTo>
                    <a:pt x="74" y="220"/>
                  </a:lnTo>
                  <a:lnTo>
                    <a:pt x="77" y="216"/>
                  </a:lnTo>
                  <a:lnTo>
                    <a:pt x="79" y="211"/>
                  </a:lnTo>
                  <a:lnTo>
                    <a:pt x="74" y="205"/>
                  </a:lnTo>
                  <a:lnTo>
                    <a:pt x="81" y="202"/>
                  </a:lnTo>
                  <a:lnTo>
                    <a:pt x="88" y="198"/>
                  </a:lnTo>
                  <a:lnTo>
                    <a:pt x="90" y="196"/>
                  </a:lnTo>
                  <a:lnTo>
                    <a:pt x="88" y="193"/>
                  </a:lnTo>
                  <a:lnTo>
                    <a:pt x="77" y="184"/>
                  </a:lnTo>
                  <a:lnTo>
                    <a:pt x="83" y="189"/>
                  </a:lnTo>
                  <a:lnTo>
                    <a:pt x="92" y="189"/>
                  </a:lnTo>
                  <a:lnTo>
                    <a:pt x="97" y="184"/>
                  </a:lnTo>
                  <a:lnTo>
                    <a:pt x="104" y="180"/>
                  </a:lnTo>
                  <a:lnTo>
                    <a:pt x="97" y="175"/>
                  </a:lnTo>
                  <a:lnTo>
                    <a:pt x="108" y="175"/>
                  </a:lnTo>
                  <a:lnTo>
                    <a:pt x="113" y="169"/>
                  </a:lnTo>
                  <a:lnTo>
                    <a:pt x="113" y="153"/>
                  </a:lnTo>
                  <a:lnTo>
                    <a:pt x="117" y="146"/>
                  </a:lnTo>
                  <a:lnTo>
                    <a:pt x="126" y="139"/>
                  </a:lnTo>
                  <a:lnTo>
                    <a:pt x="126" y="146"/>
                  </a:lnTo>
                  <a:lnTo>
                    <a:pt x="131" y="148"/>
                  </a:lnTo>
                  <a:lnTo>
                    <a:pt x="131" y="155"/>
                  </a:lnTo>
                  <a:lnTo>
                    <a:pt x="133" y="155"/>
                  </a:lnTo>
                  <a:lnTo>
                    <a:pt x="135" y="148"/>
                  </a:lnTo>
                  <a:lnTo>
                    <a:pt x="140" y="153"/>
                  </a:lnTo>
                  <a:lnTo>
                    <a:pt x="144" y="146"/>
                  </a:lnTo>
                  <a:lnTo>
                    <a:pt x="149" y="137"/>
                  </a:lnTo>
                  <a:lnTo>
                    <a:pt x="153" y="128"/>
                  </a:lnTo>
                  <a:lnTo>
                    <a:pt x="149" y="121"/>
                  </a:lnTo>
                  <a:lnTo>
                    <a:pt x="131" y="121"/>
                  </a:lnTo>
                  <a:lnTo>
                    <a:pt x="126" y="112"/>
                  </a:lnTo>
                  <a:lnTo>
                    <a:pt x="117" y="119"/>
                  </a:lnTo>
                  <a:lnTo>
                    <a:pt x="122" y="112"/>
                  </a:lnTo>
                  <a:lnTo>
                    <a:pt x="126" y="108"/>
                  </a:lnTo>
                  <a:lnTo>
                    <a:pt x="126" y="106"/>
                  </a:lnTo>
                  <a:lnTo>
                    <a:pt x="110" y="99"/>
                  </a:lnTo>
                  <a:lnTo>
                    <a:pt x="117" y="99"/>
                  </a:lnTo>
                  <a:lnTo>
                    <a:pt x="126" y="97"/>
                  </a:lnTo>
                  <a:lnTo>
                    <a:pt x="126" y="79"/>
                  </a:lnTo>
                  <a:lnTo>
                    <a:pt x="122" y="70"/>
                  </a:lnTo>
                  <a:lnTo>
                    <a:pt x="117" y="67"/>
                  </a:lnTo>
                  <a:lnTo>
                    <a:pt x="108" y="65"/>
                  </a:lnTo>
                  <a:lnTo>
                    <a:pt x="104" y="67"/>
                  </a:lnTo>
                  <a:lnTo>
                    <a:pt x="95" y="67"/>
                  </a:lnTo>
                  <a:lnTo>
                    <a:pt x="92" y="67"/>
                  </a:lnTo>
                  <a:lnTo>
                    <a:pt x="88" y="65"/>
                  </a:lnTo>
                  <a:lnTo>
                    <a:pt x="74" y="74"/>
                  </a:lnTo>
                  <a:lnTo>
                    <a:pt x="74" y="92"/>
                  </a:lnTo>
                  <a:lnTo>
                    <a:pt x="77" y="99"/>
                  </a:lnTo>
                  <a:lnTo>
                    <a:pt x="70" y="101"/>
                  </a:lnTo>
                  <a:lnTo>
                    <a:pt x="68" y="97"/>
                  </a:lnTo>
                  <a:lnTo>
                    <a:pt x="65" y="97"/>
                  </a:lnTo>
                  <a:lnTo>
                    <a:pt x="63" y="99"/>
                  </a:lnTo>
                  <a:lnTo>
                    <a:pt x="68" y="88"/>
                  </a:lnTo>
                  <a:lnTo>
                    <a:pt x="68" y="83"/>
                  </a:lnTo>
                  <a:lnTo>
                    <a:pt x="63" y="81"/>
                  </a:lnTo>
                  <a:lnTo>
                    <a:pt x="54" y="88"/>
                  </a:lnTo>
                  <a:lnTo>
                    <a:pt x="50" y="94"/>
                  </a:lnTo>
                  <a:lnTo>
                    <a:pt x="50" y="99"/>
                  </a:lnTo>
                  <a:lnTo>
                    <a:pt x="47" y="101"/>
                  </a:lnTo>
                  <a:lnTo>
                    <a:pt x="41" y="101"/>
                  </a:lnTo>
                  <a:lnTo>
                    <a:pt x="41" y="94"/>
                  </a:lnTo>
                  <a:lnTo>
                    <a:pt x="36" y="92"/>
                  </a:lnTo>
                  <a:lnTo>
                    <a:pt x="36" y="99"/>
                  </a:lnTo>
                  <a:lnTo>
                    <a:pt x="25" y="92"/>
                  </a:lnTo>
                  <a:lnTo>
                    <a:pt x="23" y="88"/>
                  </a:lnTo>
                  <a:lnTo>
                    <a:pt x="25" y="81"/>
                  </a:lnTo>
                  <a:lnTo>
                    <a:pt x="34" y="88"/>
                  </a:lnTo>
                  <a:lnTo>
                    <a:pt x="38" y="85"/>
                  </a:lnTo>
                  <a:lnTo>
                    <a:pt x="38" y="79"/>
                  </a:lnTo>
                  <a:lnTo>
                    <a:pt x="41" y="74"/>
                  </a:lnTo>
                  <a:lnTo>
                    <a:pt x="47" y="70"/>
                  </a:lnTo>
                  <a:lnTo>
                    <a:pt x="63" y="63"/>
                  </a:lnTo>
                  <a:lnTo>
                    <a:pt x="74" y="63"/>
                  </a:lnTo>
                  <a:lnTo>
                    <a:pt x="77" y="65"/>
                  </a:lnTo>
                  <a:lnTo>
                    <a:pt x="79" y="63"/>
                  </a:lnTo>
                  <a:lnTo>
                    <a:pt x="92" y="58"/>
                  </a:lnTo>
                  <a:lnTo>
                    <a:pt x="104" y="58"/>
                  </a:lnTo>
                  <a:lnTo>
                    <a:pt x="119" y="65"/>
                  </a:lnTo>
                  <a:lnTo>
                    <a:pt x="131" y="67"/>
                  </a:lnTo>
                  <a:lnTo>
                    <a:pt x="135" y="65"/>
                  </a:lnTo>
                  <a:lnTo>
                    <a:pt x="140" y="58"/>
                  </a:lnTo>
                  <a:lnTo>
                    <a:pt x="144" y="54"/>
                  </a:lnTo>
                  <a:lnTo>
                    <a:pt x="146" y="45"/>
                  </a:lnTo>
                  <a:lnTo>
                    <a:pt x="146" y="27"/>
                  </a:lnTo>
                  <a:lnTo>
                    <a:pt x="149" y="16"/>
                  </a:lnTo>
                  <a:lnTo>
                    <a:pt x="149" y="13"/>
                  </a:lnTo>
                  <a:lnTo>
                    <a:pt x="160" y="0"/>
                  </a:lnTo>
                  <a:lnTo>
                    <a:pt x="144" y="13"/>
                  </a:lnTo>
                  <a:lnTo>
                    <a:pt x="122" y="13"/>
                  </a:lnTo>
                  <a:lnTo>
                    <a:pt x="119" y="16"/>
                  </a:lnTo>
                  <a:lnTo>
                    <a:pt x="110" y="22"/>
                  </a:lnTo>
                  <a:lnTo>
                    <a:pt x="101" y="38"/>
                  </a:lnTo>
                  <a:lnTo>
                    <a:pt x="88" y="45"/>
                  </a:lnTo>
                  <a:lnTo>
                    <a:pt x="77" y="52"/>
                  </a:lnTo>
                  <a:lnTo>
                    <a:pt x="61" y="45"/>
                  </a:lnTo>
                  <a:lnTo>
                    <a:pt x="50" y="45"/>
                  </a:lnTo>
                  <a:lnTo>
                    <a:pt x="25" y="72"/>
                  </a:lnTo>
                  <a:lnTo>
                    <a:pt x="23" y="88"/>
                  </a:lnTo>
                  <a:lnTo>
                    <a:pt x="20" y="99"/>
                  </a:lnTo>
                  <a:lnTo>
                    <a:pt x="14" y="110"/>
                  </a:lnTo>
                  <a:lnTo>
                    <a:pt x="9" y="135"/>
                  </a:lnTo>
                  <a:lnTo>
                    <a:pt x="7" y="155"/>
                  </a:lnTo>
                  <a:lnTo>
                    <a:pt x="0" y="180"/>
                  </a:lnTo>
                  <a:lnTo>
                    <a:pt x="0" y="193"/>
                  </a:lnTo>
                  <a:lnTo>
                    <a:pt x="7" y="191"/>
                  </a:lnTo>
                  <a:lnTo>
                    <a:pt x="9" y="189"/>
                  </a:lnTo>
                  <a:lnTo>
                    <a:pt x="11" y="191"/>
                  </a:lnTo>
                  <a:lnTo>
                    <a:pt x="14" y="198"/>
                  </a:lnTo>
                  <a:lnTo>
                    <a:pt x="23" y="209"/>
                  </a:lnTo>
                  <a:lnTo>
                    <a:pt x="23" y="216"/>
                  </a:lnTo>
                  <a:lnTo>
                    <a:pt x="20" y="218"/>
                  </a:lnTo>
                  <a:lnTo>
                    <a:pt x="20" y="234"/>
                  </a:lnTo>
                  <a:lnTo>
                    <a:pt x="18" y="247"/>
                  </a:lnTo>
                  <a:lnTo>
                    <a:pt x="34" y="254"/>
                  </a:lnTo>
                  <a:lnTo>
                    <a:pt x="38" y="259"/>
                  </a:lnTo>
                  <a:lnTo>
                    <a:pt x="47" y="263"/>
                  </a:lnTo>
                  <a:lnTo>
                    <a:pt x="54" y="263"/>
                  </a:lnTo>
                  <a:lnTo>
                    <a:pt x="65" y="263"/>
                  </a:lnTo>
                  <a:lnTo>
                    <a:pt x="68" y="26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2" name="Freeform 16">
              <a:extLst>
                <a:ext uri="{FF2B5EF4-FFF2-40B4-BE49-F238E27FC236}">
                  <a16:creationId xmlns:a16="http://schemas.microsoft.com/office/drawing/2014/main" id="{58AF6B34-F478-104C-F56E-A4F7D4E40C01}"/>
                </a:ext>
              </a:extLst>
            </p:cNvPr>
            <p:cNvSpPr>
              <a:spLocks noChangeAspect="1"/>
            </p:cNvSpPr>
            <p:nvPr/>
          </p:nvSpPr>
          <p:spPr bwMode="auto">
            <a:xfrm>
              <a:off x="2434" y="2293"/>
              <a:ext cx="38" cy="33"/>
            </a:xfrm>
            <a:custGeom>
              <a:avLst/>
              <a:gdLst>
                <a:gd name="T0" fmla="*/ 40 w 45"/>
                <a:gd name="T1" fmla="*/ 36 h 36"/>
                <a:gd name="T2" fmla="*/ 31 w 45"/>
                <a:gd name="T3" fmla="*/ 30 h 36"/>
                <a:gd name="T4" fmla="*/ 22 w 45"/>
                <a:gd name="T5" fmla="*/ 36 h 36"/>
                <a:gd name="T6" fmla="*/ 11 w 45"/>
                <a:gd name="T7" fmla="*/ 25 h 36"/>
                <a:gd name="T8" fmla="*/ 0 w 45"/>
                <a:gd name="T9" fmla="*/ 14 h 36"/>
                <a:gd name="T10" fmla="*/ 4 w 45"/>
                <a:gd name="T11" fmla="*/ 14 h 36"/>
                <a:gd name="T12" fmla="*/ 4 w 45"/>
                <a:gd name="T13" fmla="*/ 3 h 36"/>
                <a:gd name="T14" fmla="*/ 11 w 45"/>
                <a:gd name="T15" fmla="*/ 0 h 36"/>
                <a:gd name="T16" fmla="*/ 18 w 45"/>
                <a:gd name="T17" fmla="*/ 3 h 36"/>
                <a:gd name="T18" fmla="*/ 22 w 45"/>
                <a:gd name="T19" fmla="*/ 12 h 36"/>
                <a:gd name="T20" fmla="*/ 27 w 45"/>
                <a:gd name="T21" fmla="*/ 14 h 36"/>
                <a:gd name="T22" fmla="*/ 33 w 45"/>
                <a:gd name="T23" fmla="*/ 12 h 36"/>
                <a:gd name="T24" fmla="*/ 36 w 45"/>
                <a:gd name="T25" fmla="*/ 9 h 36"/>
                <a:gd name="T26" fmla="*/ 36 w 45"/>
                <a:gd name="T27" fmla="*/ 14 h 36"/>
                <a:gd name="T28" fmla="*/ 40 w 45"/>
                <a:gd name="T29" fmla="*/ 16 h 36"/>
                <a:gd name="T30" fmla="*/ 45 w 45"/>
                <a:gd name="T31" fmla="*/ 23 h 36"/>
                <a:gd name="T32" fmla="*/ 45 w 45"/>
                <a:gd name="T33" fmla="*/ 27 h 36"/>
                <a:gd name="T34" fmla="*/ 40 w 45"/>
                <a:gd name="T3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36">
                  <a:moveTo>
                    <a:pt x="40" y="36"/>
                  </a:moveTo>
                  <a:lnTo>
                    <a:pt x="31" y="30"/>
                  </a:lnTo>
                  <a:lnTo>
                    <a:pt x="22" y="36"/>
                  </a:lnTo>
                  <a:lnTo>
                    <a:pt x="11" y="25"/>
                  </a:lnTo>
                  <a:lnTo>
                    <a:pt x="0" y="14"/>
                  </a:lnTo>
                  <a:lnTo>
                    <a:pt x="4" y="14"/>
                  </a:lnTo>
                  <a:lnTo>
                    <a:pt x="4" y="3"/>
                  </a:lnTo>
                  <a:lnTo>
                    <a:pt x="11" y="0"/>
                  </a:lnTo>
                  <a:lnTo>
                    <a:pt x="18" y="3"/>
                  </a:lnTo>
                  <a:lnTo>
                    <a:pt x="22" y="12"/>
                  </a:lnTo>
                  <a:lnTo>
                    <a:pt x="27" y="14"/>
                  </a:lnTo>
                  <a:lnTo>
                    <a:pt x="33" y="12"/>
                  </a:lnTo>
                  <a:lnTo>
                    <a:pt x="36" y="9"/>
                  </a:lnTo>
                  <a:lnTo>
                    <a:pt x="36" y="14"/>
                  </a:lnTo>
                  <a:lnTo>
                    <a:pt x="40" y="16"/>
                  </a:lnTo>
                  <a:lnTo>
                    <a:pt x="45" y="23"/>
                  </a:lnTo>
                  <a:lnTo>
                    <a:pt x="45" y="27"/>
                  </a:lnTo>
                  <a:lnTo>
                    <a:pt x="40" y="3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3" name="Freeform 17">
              <a:extLst>
                <a:ext uri="{FF2B5EF4-FFF2-40B4-BE49-F238E27FC236}">
                  <a16:creationId xmlns:a16="http://schemas.microsoft.com/office/drawing/2014/main" id="{B7E10DA2-5C38-D0F2-014F-AA040CA7A103}"/>
                </a:ext>
              </a:extLst>
            </p:cNvPr>
            <p:cNvSpPr>
              <a:spLocks noChangeAspect="1"/>
            </p:cNvSpPr>
            <p:nvPr/>
          </p:nvSpPr>
          <p:spPr bwMode="auto">
            <a:xfrm>
              <a:off x="2467" y="2300"/>
              <a:ext cx="20" cy="31"/>
            </a:xfrm>
            <a:custGeom>
              <a:avLst/>
              <a:gdLst>
                <a:gd name="T0" fmla="*/ 7 w 23"/>
                <a:gd name="T1" fmla="*/ 34 h 34"/>
                <a:gd name="T2" fmla="*/ 9 w 23"/>
                <a:gd name="T3" fmla="*/ 20 h 34"/>
                <a:gd name="T4" fmla="*/ 5 w 23"/>
                <a:gd name="T5" fmla="*/ 9 h 34"/>
                <a:gd name="T6" fmla="*/ 0 w 23"/>
                <a:gd name="T7" fmla="*/ 5 h 34"/>
                <a:gd name="T8" fmla="*/ 5 w 23"/>
                <a:gd name="T9" fmla="*/ 0 h 34"/>
                <a:gd name="T10" fmla="*/ 9 w 23"/>
                <a:gd name="T11" fmla="*/ 2 h 34"/>
                <a:gd name="T12" fmla="*/ 11 w 23"/>
                <a:gd name="T13" fmla="*/ 7 h 34"/>
                <a:gd name="T14" fmla="*/ 16 w 23"/>
                <a:gd name="T15" fmla="*/ 7 h 34"/>
                <a:gd name="T16" fmla="*/ 23 w 23"/>
                <a:gd name="T17" fmla="*/ 14 h 34"/>
                <a:gd name="T18" fmla="*/ 20 w 23"/>
                <a:gd name="T19" fmla="*/ 18 h 34"/>
                <a:gd name="T20" fmla="*/ 14 w 23"/>
                <a:gd name="T21" fmla="*/ 23 h 34"/>
                <a:gd name="T22" fmla="*/ 7 w 23"/>
                <a:gd name="T2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4">
                  <a:moveTo>
                    <a:pt x="7" y="34"/>
                  </a:moveTo>
                  <a:lnTo>
                    <a:pt x="9" y="20"/>
                  </a:lnTo>
                  <a:lnTo>
                    <a:pt x="5" y="9"/>
                  </a:lnTo>
                  <a:lnTo>
                    <a:pt x="0" y="5"/>
                  </a:lnTo>
                  <a:lnTo>
                    <a:pt x="5" y="0"/>
                  </a:lnTo>
                  <a:lnTo>
                    <a:pt x="9" y="2"/>
                  </a:lnTo>
                  <a:lnTo>
                    <a:pt x="11" y="7"/>
                  </a:lnTo>
                  <a:lnTo>
                    <a:pt x="16" y="7"/>
                  </a:lnTo>
                  <a:lnTo>
                    <a:pt x="23" y="14"/>
                  </a:lnTo>
                  <a:lnTo>
                    <a:pt x="20" y="18"/>
                  </a:lnTo>
                  <a:lnTo>
                    <a:pt x="14" y="23"/>
                  </a:lnTo>
                  <a:lnTo>
                    <a:pt x="7" y="3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4" name="Freeform 18">
              <a:extLst>
                <a:ext uri="{FF2B5EF4-FFF2-40B4-BE49-F238E27FC236}">
                  <a16:creationId xmlns:a16="http://schemas.microsoft.com/office/drawing/2014/main" id="{75042E7D-0E3C-296E-BC0D-1215299FB45C}"/>
                </a:ext>
              </a:extLst>
            </p:cNvPr>
            <p:cNvSpPr>
              <a:spLocks noChangeAspect="1"/>
            </p:cNvSpPr>
            <p:nvPr/>
          </p:nvSpPr>
          <p:spPr bwMode="auto">
            <a:xfrm>
              <a:off x="2467" y="2300"/>
              <a:ext cx="20" cy="31"/>
            </a:xfrm>
            <a:custGeom>
              <a:avLst/>
              <a:gdLst>
                <a:gd name="T0" fmla="*/ 7 w 23"/>
                <a:gd name="T1" fmla="*/ 34 h 34"/>
                <a:gd name="T2" fmla="*/ 9 w 23"/>
                <a:gd name="T3" fmla="*/ 20 h 34"/>
                <a:gd name="T4" fmla="*/ 5 w 23"/>
                <a:gd name="T5" fmla="*/ 9 h 34"/>
                <a:gd name="T6" fmla="*/ 0 w 23"/>
                <a:gd name="T7" fmla="*/ 5 h 34"/>
                <a:gd name="T8" fmla="*/ 5 w 23"/>
                <a:gd name="T9" fmla="*/ 0 h 34"/>
                <a:gd name="T10" fmla="*/ 9 w 23"/>
                <a:gd name="T11" fmla="*/ 2 h 34"/>
                <a:gd name="T12" fmla="*/ 11 w 23"/>
                <a:gd name="T13" fmla="*/ 7 h 34"/>
                <a:gd name="T14" fmla="*/ 16 w 23"/>
                <a:gd name="T15" fmla="*/ 7 h 34"/>
                <a:gd name="T16" fmla="*/ 23 w 23"/>
                <a:gd name="T17" fmla="*/ 14 h 34"/>
                <a:gd name="T18" fmla="*/ 20 w 23"/>
                <a:gd name="T19" fmla="*/ 18 h 34"/>
                <a:gd name="T20" fmla="*/ 14 w 23"/>
                <a:gd name="T21" fmla="*/ 23 h 34"/>
                <a:gd name="T22" fmla="*/ 7 w 23"/>
                <a:gd name="T2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4">
                  <a:moveTo>
                    <a:pt x="7" y="34"/>
                  </a:moveTo>
                  <a:lnTo>
                    <a:pt x="9" y="20"/>
                  </a:lnTo>
                  <a:lnTo>
                    <a:pt x="5" y="9"/>
                  </a:lnTo>
                  <a:lnTo>
                    <a:pt x="0" y="5"/>
                  </a:lnTo>
                  <a:lnTo>
                    <a:pt x="5" y="0"/>
                  </a:lnTo>
                  <a:lnTo>
                    <a:pt x="9" y="2"/>
                  </a:lnTo>
                  <a:lnTo>
                    <a:pt x="11" y="7"/>
                  </a:lnTo>
                  <a:lnTo>
                    <a:pt x="16" y="7"/>
                  </a:lnTo>
                  <a:lnTo>
                    <a:pt x="23" y="14"/>
                  </a:lnTo>
                  <a:lnTo>
                    <a:pt x="20" y="18"/>
                  </a:lnTo>
                  <a:lnTo>
                    <a:pt x="14" y="23"/>
                  </a:lnTo>
                  <a:lnTo>
                    <a:pt x="7" y="3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5" name="Freeform 19">
              <a:extLst>
                <a:ext uri="{FF2B5EF4-FFF2-40B4-BE49-F238E27FC236}">
                  <a16:creationId xmlns:a16="http://schemas.microsoft.com/office/drawing/2014/main" id="{026C4B25-C7B9-CEAD-16A8-B2071D9DD3CA}"/>
                </a:ext>
              </a:extLst>
            </p:cNvPr>
            <p:cNvSpPr>
              <a:spLocks noChangeAspect="1"/>
            </p:cNvSpPr>
            <p:nvPr/>
          </p:nvSpPr>
          <p:spPr bwMode="auto">
            <a:xfrm>
              <a:off x="2487" y="2296"/>
              <a:ext cx="16" cy="12"/>
            </a:xfrm>
            <a:custGeom>
              <a:avLst/>
              <a:gdLst>
                <a:gd name="T0" fmla="*/ 0 w 20"/>
                <a:gd name="T1" fmla="*/ 13 h 13"/>
                <a:gd name="T2" fmla="*/ 0 w 20"/>
                <a:gd name="T3" fmla="*/ 6 h 13"/>
                <a:gd name="T4" fmla="*/ 4 w 20"/>
                <a:gd name="T5" fmla="*/ 0 h 13"/>
                <a:gd name="T6" fmla="*/ 13 w 20"/>
                <a:gd name="T7" fmla="*/ 0 h 13"/>
                <a:gd name="T8" fmla="*/ 20 w 20"/>
                <a:gd name="T9" fmla="*/ 6 h 13"/>
                <a:gd name="T10" fmla="*/ 20 w 20"/>
                <a:gd name="T11" fmla="*/ 11 h 13"/>
                <a:gd name="T12" fmla="*/ 11 w 20"/>
                <a:gd name="T13" fmla="*/ 6 h 13"/>
                <a:gd name="T14" fmla="*/ 0 w 20"/>
                <a:gd name="T15" fmla="*/ 11 h 13"/>
                <a:gd name="T16" fmla="*/ 0 w 2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0" y="13"/>
                  </a:moveTo>
                  <a:lnTo>
                    <a:pt x="0" y="6"/>
                  </a:lnTo>
                  <a:lnTo>
                    <a:pt x="4" y="0"/>
                  </a:lnTo>
                  <a:lnTo>
                    <a:pt x="13" y="0"/>
                  </a:lnTo>
                  <a:lnTo>
                    <a:pt x="20" y="6"/>
                  </a:lnTo>
                  <a:lnTo>
                    <a:pt x="20" y="11"/>
                  </a:lnTo>
                  <a:lnTo>
                    <a:pt x="11" y="6"/>
                  </a:lnTo>
                  <a:lnTo>
                    <a:pt x="0" y="11"/>
                  </a:lnTo>
                  <a:lnTo>
                    <a:pt x="0" y="1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6" name="Freeform 20">
              <a:extLst>
                <a:ext uri="{FF2B5EF4-FFF2-40B4-BE49-F238E27FC236}">
                  <a16:creationId xmlns:a16="http://schemas.microsoft.com/office/drawing/2014/main" id="{3D384894-55C7-75E8-7950-7A0981BF1BAB}"/>
                </a:ext>
              </a:extLst>
            </p:cNvPr>
            <p:cNvSpPr>
              <a:spLocks noChangeAspect="1"/>
            </p:cNvSpPr>
            <p:nvPr/>
          </p:nvSpPr>
          <p:spPr bwMode="auto">
            <a:xfrm>
              <a:off x="2487" y="2296"/>
              <a:ext cx="16" cy="12"/>
            </a:xfrm>
            <a:custGeom>
              <a:avLst/>
              <a:gdLst>
                <a:gd name="T0" fmla="*/ 0 w 20"/>
                <a:gd name="T1" fmla="*/ 13 h 13"/>
                <a:gd name="T2" fmla="*/ 0 w 20"/>
                <a:gd name="T3" fmla="*/ 6 h 13"/>
                <a:gd name="T4" fmla="*/ 4 w 20"/>
                <a:gd name="T5" fmla="*/ 0 h 13"/>
                <a:gd name="T6" fmla="*/ 13 w 20"/>
                <a:gd name="T7" fmla="*/ 0 h 13"/>
                <a:gd name="T8" fmla="*/ 20 w 20"/>
                <a:gd name="T9" fmla="*/ 6 h 13"/>
                <a:gd name="T10" fmla="*/ 20 w 20"/>
                <a:gd name="T11" fmla="*/ 11 h 13"/>
                <a:gd name="T12" fmla="*/ 11 w 20"/>
                <a:gd name="T13" fmla="*/ 6 h 13"/>
                <a:gd name="T14" fmla="*/ 0 w 20"/>
                <a:gd name="T15" fmla="*/ 11 h 13"/>
                <a:gd name="T16" fmla="*/ 0 w 2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0" y="13"/>
                  </a:moveTo>
                  <a:lnTo>
                    <a:pt x="0" y="6"/>
                  </a:lnTo>
                  <a:lnTo>
                    <a:pt x="4" y="0"/>
                  </a:lnTo>
                  <a:lnTo>
                    <a:pt x="13" y="0"/>
                  </a:lnTo>
                  <a:lnTo>
                    <a:pt x="20" y="6"/>
                  </a:lnTo>
                  <a:lnTo>
                    <a:pt x="20" y="11"/>
                  </a:lnTo>
                  <a:lnTo>
                    <a:pt x="11" y="6"/>
                  </a:lnTo>
                  <a:lnTo>
                    <a:pt x="0" y="11"/>
                  </a:lnTo>
                  <a:lnTo>
                    <a:pt x="0"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7" name="Freeform 21">
              <a:extLst>
                <a:ext uri="{FF2B5EF4-FFF2-40B4-BE49-F238E27FC236}">
                  <a16:creationId xmlns:a16="http://schemas.microsoft.com/office/drawing/2014/main" id="{5250DE2B-58B9-CEC1-2B19-AD16FB761455}"/>
                </a:ext>
              </a:extLst>
            </p:cNvPr>
            <p:cNvSpPr>
              <a:spLocks noChangeAspect="1"/>
            </p:cNvSpPr>
            <p:nvPr/>
          </p:nvSpPr>
          <p:spPr bwMode="auto">
            <a:xfrm>
              <a:off x="2417" y="2282"/>
              <a:ext cx="13" cy="27"/>
            </a:xfrm>
            <a:custGeom>
              <a:avLst/>
              <a:gdLst>
                <a:gd name="T0" fmla="*/ 3 w 16"/>
                <a:gd name="T1" fmla="*/ 34 h 34"/>
                <a:gd name="T2" fmla="*/ 0 w 16"/>
                <a:gd name="T3" fmla="*/ 27 h 34"/>
                <a:gd name="T4" fmla="*/ 3 w 16"/>
                <a:gd name="T5" fmla="*/ 20 h 34"/>
                <a:gd name="T6" fmla="*/ 14 w 16"/>
                <a:gd name="T7" fmla="*/ 2 h 34"/>
                <a:gd name="T8" fmla="*/ 16 w 16"/>
                <a:gd name="T9" fmla="*/ 0 h 34"/>
                <a:gd name="T10" fmla="*/ 16 w 16"/>
                <a:gd name="T11" fmla="*/ 2 h 34"/>
                <a:gd name="T12" fmla="*/ 14 w 16"/>
                <a:gd name="T13" fmla="*/ 13 h 34"/>
                <a:gd name="T14" fmla="*/ 12 w 16"/>
                <a:gd name="T15" fmla="*/ 22 h 34"/>
                <a:gd name="T16" fmla="*/ 3 w 1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4">
                  <a:moveTo>
                    <a:pt x="3" y="34"/>
                  </a:moveTo>
                  <a:lnTo>
                    <a:pt x="0" y="27"/>
                  </a:lnTo>
                  <a:lnTo>
                    <a:pt x="3" y="20"/>
                  </a:lnTo>
                  <a:lnTo>
                    <a:pt x="14" y="2"/>
                  </a:lnTo>
                  <a:lnTo>
                    <a:pt x="16" y="0"/>
                  </a:lnTo>
                  <a:lnTo>
                    <a:pt x="16" y="2"/>
                  </a:lnTo>
                  <a:lnTo>
                    <a:pt x="14" y="13"/>
                  </a:lnTo>
                  <a:lnTo>
                    <a:pt x="12" y="22"/>
                  </a:lnTo>
                  <a:lnTo>
                    <a:pt x="3" y="3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8" name="Freeform 22">
              <a:extLst>
                <a:ext uri="{FF2B5EF4-FFF2-40B4-BE49-F238E27FC236}">
                  <a16:creationId xmlns:a16="http://schemas.microsoft.com/office/drawing/2014/main" id="{8CECEB5C-05AD-6346-B4C9-E9F9C1B45371}"/>
                </a:ext>
              </a:extLst>
            </p:cNvPr>
            <p:cNvSpPr>
              <a:spLocks noChangeAspect="1"/>
            </p:cNvSpPr>
            <p:nvPr/>
          </p:nvSpPr>
          <p:spPr bwMode="auto">
            <a:xfrm>
              <a:off x="2417" y="2282"/>
              <a:ext cx="13" cy="27"/>
            </a:xfrm>
            <a:custGeom>
              <a:avLst/>
              <a:gdLst>
                <a:gd name="T0" fmla="*/ 3 w 16"/>
                <a:gd name="T1" fmla="*/ 34 h 34"/>
                <a:gd name="T2" fmla="*/ 0 w 16"/>
                <a:gd name="T3" fmla="*/ 27 h 34"/>
                <a:gd name="T4" fmla="*/ 3 w 16"/>
                <a:gd name="T5" fmla="*/ 20 h 34"/>
                <a:gd name="T6" fmla="*/ 14 w 16"/>
                <a:gd name="T7" fmla="*/ 2 h 34"/>
                <a:gd name="T8" fmla="*/ 16 w 16"/>
                <a:gd name="T9" fmla="*/ 0 h 34"/>
                <a:gd name="T10" fmla="*/ 16 w 16"/>
                <a:gd name="T11" fmla="*/ 2 h 34"/>
                <a:gd name="T12" fmla="*/ 14 w 16"/>
                <a:gd name="T13" fmla="*/ 13 h 34"/>
                <a:gd name="T14" fmla="*/ 12 w 16"/>
                <a:gd name="T15" fmla="*/ 22 h 34"/>
                <a:gd name="T16" fmla="*/ 3 w 1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4">
                  <a:moveTo>
                    <a:pt x="3" y="34"/>
                  </a:moveTo>
                  <a:lnTo>
                    <a:pt x="0" y="27"/>
                  </a:lnTo>
                  <a:lnTo>
                    <a:pt x="3" y="20"/>
                  </a:lnTo>
                  <a:lnTo>
                    <a:pt x="14" y="2"/>
                  </a:lnTo>
                  <a:lnTo>
                    <a:pt x="16" y="0"/>
                  </a:lnTo>
                  <a:lnTo>
                    <a:pt x="16" y="2"/>
                  </a:lnTo>
                  <a:lnTo>
                    <a:pt x="14" y="13"/>
                  </a:lnTo>
                  <a:lnTo>
                    <a:pt x="12" y="22"/>
                  </a:lnTo>
                  <a:lnTo>
                    <a:pt x="3" y="3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19" name="Freeform 23">
              <a:extLst>
                <a:ext uri="{FF2B5EF4-FFF2-40B4-BE49-F238E27FC236}">
                  <a16:creationId xmlns:a16="http://schemas.microsoft.com/office/drawing/2014/main" id="{31622B6C-1345-18DE-5C5A-95B9A86318F3}"/>
                </a:ext>
              </a:extLst>
            </p:cNvPr>
            <p:cNvSpPr>
              <a:spLocks noChangeAspect="1"/>
            </p:cNvSpPr>
            <p:nvPr/>
          </p:nvSpPr>
          <p:spPr bwMode="auto">
            <a:xfrm>
              <a:off x="2398" y="2288"/>
              <a:ext cx="10" cy="14"/>
            </a:xfrm>
            <a:custGeom>
              <a:avLst/>
              <a:gdLst>
                <a:gd name="T0" fmla="*/ 13 w 13"/>
                <a:gd name="T1" fmla="*/ 15 h 15"/>
                <a:gd name="T2" fmla="*/ 4 w 13"/>
                <a:gd name="T3" fmla="*/ 9 h 15"/>
                <a:gd name="T4" fmla="*/ 0 w 13"/>
                <a:gd name="T5" fmla="*/ 0 h 15"/>
                <a:gd name="T6" fmla="*/ 7 w 13"/>
                <a:gd name="T7" fmla="*/ 4 h 15"/>
                <a:gd name="T8" fmla="*/ 11 w 13"/>
                <a:gd name="T9" fmla="*/ 6 h 15"/>
                <a:gd name="T10" fmla="*/ 11 w 13"/>
                <a:gd name="T11" fmla="*/ 9 h 15"/>
                <a:gd name="T12" fmla="*/ 13 w 13"/>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3" y="15"/>
                  </a:moveTo>
                  <a:lnTo>
                    <a:pt x="4" y="9"/>
                  </a:lnTo>
                  <a:lnTo>
                    <a:pt x="0" y="0"/>
                  </a:lnTo>
                  <a:lnTo>
                    <a:pt x="7" y="4"/>
                  </a:lnTo>
                  <a:lnTo>
                    <a:pt x="11" y="6"/>
                  </a:lnTo>
                  <a:lnTo>
                    <a:pt x="11" y="9"/>
                  </a:lnTo>
                  <a:lnTo>
                    <a:pt x="13" y="15"/>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0" name="Freeform 24">
              <a:extLst>
                <a:ext uri="{FF2B5EF4-FFF2-40B4-BE49-F238E27FC236}">
                  <a16:creationId xmlns:a16="http://schemas.microsoft.com/office/drawing/2014/main" id="{7E5AD5FB-7BAB-5534-0265-D866924D300C}"/>
                </a:ext>
              </a:extLst>
            </p:cNvPr>
            <p:cNvSpPr>
              <a:spLocks noChangeAspect="1"/>
            </p:cNvSpPr>
            <p:nvPr/>
          </p:nvSpPr>
          <p:spPr bwMode="auto">
            <a:xfrm>
              <a:off x="2398" y="2288"/>
              <a:ext cx="10" cy="14"/>
            </a:xfrm>
            <a:custGeom>
              <a:avLst/>
              <a:gdLst>
                <a:gd name="T0" fmla="*/ 13 w 13"/>
                <a:gd name="T1" fmla="*/ 15 h 15"/>
                <a:gd name="T2" fmla="*/ 4 w 13"/>
                <a:gd name="T3" fmla="*/ 9 h 15"/>
                <a:gd name="T4" fmla="*/ 0 w 13"/>
                <a:gd name="T5" fmla="*/ 0 h 15"/>
                <a:gd name="T6" fmla="*/ 7 w 13"/>
                <a:gd name="T7" fmla="*/ 4 h 15"/>
                <a:gd name="T8" fmla="*/ 11 w 13"/>
                <a:gd name="T9" fmla="*/ 6 h 15"/>
                <a:gd name="T10" fmla="*/ 11 w 13"/>
                <a:gd name="T11" fmla="*/ 9 h 15"/>
                <a:gd name="T12" fmla="*/ 13 w 13"/>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3" y="15"/>
                  </a:moveTo>
                  <a:lnTo>
                    <a:pt x="4" y="9"/>
                  </a:lnTo>
                  <a:lnTo>
                    <a:pt x="0" y="0"/>
                  </a:lnTo>
                  <a:lnTo>
                    <a:pt x="7" y="4"/>
                  </a:lnTo>
                  <a:lnTo>
                    <a:pt x="11" y="6"/>
                  </a:lnTo>
                  <a:lnTo>
                    <a:pt x="11" y="9"/>
                  </a:lnTo>
                  <a:lnTo>
                    <a:pt x="13" y="1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1" name="Freeform 25">
              <a:extLst>
                <a:ext uri="{FF2B5EF4-FFF2-40B4-BE49-F238E27FC236}">
                  <a16:creationId xmlns:a16="http://schemas.microsoft.com/office/drawing/2014/main" id="{B94E6DA8-16CB-F44C-8549-D73D520BC841}"/>
                </a:ext>
              </a:extLst>
            </p:cNvPr>
            <p:cNvSpPr>
              <a:spLocks noChangeAspect="1"/>
            </p:cNvSpPr>
            <p:nvPr/>
          </p:nvSpPr>
          <p:spPr bwMode="auto">
            <a:xfrm>
              <a:off x="2381" y="2277"/>
              <a:ext cx="11" cy="16"/>
            </a:xfrm>
            <a:custGeom>
              <a:avLst/>
              <a:gdLst>
                <a:gd name="T0" fmla="*/ 11 w 13"/>
                <a:gd name="T1" fmla="*/ 18 h 18"/>
                <a:gd name="T2" fmla="*/ 6 w 13"/>
                <a:gd name="T3" fmla="*/ 14 h 18"/>
                <a:gd name="T4" fmla="*/ 4 w 13"/>
                <a:gd name="T5" fmla="*/ 14 h 18"/>
                <a:gd name="T6" fmla="*/ 2 w 13"/>
                <a:gd name="T7" fmla="*/ 7 h 18"/>
                <a:gd name="T8" fmla="*/ 2 w 13"/>
                <a:gd name="T9" fmla="*/ 5 h 18"/>
                <a:gd name="T10" fmla="*/ 0 w 13"/>
                <a:gd name="T11" fmla="*/ 3 h 18"/>
                <a:gd name="T12" fmla="*/ 4 w 13"/>
                <a:gd name="T13" fmla="*/ 0 h 18"/>
                <a:gd name="T14" fmla="*/ 11 w 13"/>
                <a:gd name="T15" fmla="*/ 5 h 18"/>
                <a:gd name="T16" fmla="*/ 13 w 13"/>
                <a:gd name="T17" fmla="*/ 7 h 18"/>
                <a:gd name="T18" fmla="*/ 11 w 13"/>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8">
                  <a:moveTo>
                    <a:pt x="11" y="18"/>
                  </a:moveTo>
                  <a:lnTo>
                    <a:pt x="6" y="14"/>
                  </a:lnTo>
                  <a:lnTo>
                    <a:pt x="4" y="14"/>
                  </a:lnTo>
                  <a:lnTo>
                    <a:pt x="2" y="7"/>
                  </a:lnTo>
                  <a:lnTo>
                    <a:pt x="2" y="5"/>
                  </a:lnTo>
                  <a:lnTo>
                    <a:pt x="0" y="3"/>
                  </a:lnTo>
                  <a:lnTo>
                    <a:pt x="4" y="0"/>
                  </a:lnTo>
                  <a:lnTo>
                    <a:pt x="11" y="5"/>
                  </a:lnTo>
                  <a:lnTo>
                    <a:pt x="13" y="7"/>
                  </a:lnTo>
                  <a:lnTo>
                    <a:pt x="11"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2" name="Freeform 26">
              <a:extLst>
                <a:ext uri="{FF2B5EF4-FFF2-40B4-BE49-F238E27FC236}">
                  <a16:creationId xmlns:a16="http://schemas.microsoft.com/office/drawing/2014/main" id="{ED62AD3D-DBD3-6D44-8A00-7BF7D04396C9}"/>
                </a:ext>
              </a:extLst>
            </p:cNvPr>
            <p:cNvSpPr>
              <a:spLocks noChangeAspect="1"/>
            </p:cNvSpPr>
            <p:nvPr/>
          </p:nvSpPr>
          <p:spPr bwMode="auto">
            <a:xfrm>
              <a:off x="2381" y="2277"/>
              <a:ext cx="11" cy="16"/>
            </a:xfrm>
            <a:custGeom>
              <a:avLst/>
              <a:gdLst>
                <a:gd name="T0" fmla="*/ 11 w 13"/>
                <a:gd name="T1" fmla="*/ 18 h 18"/>
                <a:gd name="T2" fmla="*/ 6 w 13"/>
                <a:gd name="T3" fmla="*/ 14 h 18"/>
                <a:gd name="T4" fmla="*/ 4 w 13"/>
                <a:gd name="T5" fmla="*/ 14 h 18"/>
                <a:gd name="T6" fmla="*/ 2 w 13"/>
                <a:gd name="T7" fmla="*/ 7 h 18"/>
                <a:gd name="T8" fmla="*/ 2 w 13"/>
                <a:gd name="T9" fmla="*/ 5 h 18"/>
                <a:gd name="T10" fmla="*/ 0 w 13"/>
                <a:gd name="T11" fmla="*/ 3 h 18"/>
                <a:gd name="T12" fmla="*/ 4 w 13"/>
                <a:gd name="T13" fmla="*/ 0 h 18"/>
                <a:gd name="T14" fmla="*/ 11 w 13"/>
                <a:gd name="T15" fmla="*/ 5 h 18"/>
                <a:gd name="T16" fmla="*/ 13 w 13"/>
                <a:gd name="T17" fmla="*/ 7 h 18"/>
                <a:gd name="T18" fmla="*/ 11 w 13"/>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8">
                  <a:moveTo>
                    <a:pt x="11" y="18"/>
                  </a:moveTo>
                  <a:lnTo>
                    <a:pt x="6" y="14"/>
                  </a:lnTo>
                  <a:lnTo>
                    <a:pt x="4" y="14"/>
                  </a:lnTo>
                  <a:lnTo>
                    <a:pt x="2" y="7"/>
                  </a:lnTo>
                  <a:lnTo>
                    <a:pt x="2" y="5"/>
                  </a:lnTo>
                  <a:lnTo>
                    <a:pt x="0" y="3"/>
                  </a:lnTo>
                  <a:lnTo>
                    <a:pt x="4" y="0"/>
                  </a:lnTo>
                  <a:lnTo>
                    <a:pt x="11" y="5"/>
                  </a:lnTo>
                  <a:lnTo>
                    <a:pt x="13" y="7"/>
                  </a:lnTo>
                  <a:lnTo>
                    <a:pt x="11"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3" name="Freeform 27">
              <a:extLst>
                <a:ext uri="{FF2B5EF4-FFF2-40B4-BE49-F238E27FC236}">
                  <a16:creationId xmlns:a16="http://schemas.microsoft.com/office/drawing/2014/main" id="{2BEE4528-4517-D518-5810-C61D47341E0C}"/>
                </a:ext>
              </a:extLst>
            </p:cNvPr>
            <p:cNvSpPr>
              <a:spLocks noChangeAspect="1"/>
            </p:cNvSpPr>
            <p:nvPr/>
          </p:nvSpPr>
          <p:spPr bwMode="auto">
            <a:xfrm>
              <a:off x="2604" y="2283"/>
              <a:ext cx="17" cy="26"/>
            </a:xfrm>
            <a:custGeom>
              <a:avLst/>
              <a:gdLst>
                <a:gd name="T0" fmla="*/ 14 w 20"/>
                <a:gd name="T1" fmla="*/ 32 h 32"/>
                <a:gd name="T2" fmla="*/ 0 w 20"/>
                <a:gd name="T3" fmla="*/ 18 h 32"/>
                <a:gd name="T4" fmla="*/ 2 w 20"/>
                <a:gd name="T5" fmla="*/ 0 h 32"/>
                <a:gd name="T6" fmla="*/ 14 w 20"/>
                <a:gd name="T7" fmla="*/ 7 h 32"/>
                <a:gd name="T8" fmla="*/ 18 w 20"/>
                <a:gd name="T9" fmla="*/ 11 h 32"/>
                <a:gd name="T10" fmla="*/ 20 w 20"/>
                <a:gd name="T11" fmla="*/ 14 h 32"/>
                <a:gd name="T12" fmla="*/ 20 w 20"/>
                <a:gd name="T13" fmla="*/ 25 h 32"/>
                <a:gd name="T14" fmla="*/ 14 w 20"/>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2">
                  <a:moveTo>
                    <a:pt x="14" y="32"/>
                  </a:moveTo>
                  <a:lnTo>
                    <a:pt x="0" y="18"/>
                  </a:lnTo>
                  <a:lnTo>
                    <a:pt x="2" y="0"/>
                  </a:lnTo>
                  <a:lnTo>
                    <a:pt x="14" y="7"/>
                  </a:lnTo>
                  <a:lnTo>
                    <a:pt x="18" y="11"/>
                  </a:lnTo>
                  <a:lnTo>
                    <a:pt x="20" y="14"/>
                  </a:lnTo>
                  <a:lnTo>
                    <a:pt x="20" y="25"/>
                  </a:lnTo>
                  <a:lnTo>
                    <a:pt x="14" y="3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4" name="Freeform 28">
              <a:extLst>
                <a:ext uri="{FF2B5EF4-FFF2-40B4-BE49-F238E27FC236}">
                  <a16:creationId xmlns:a16="http://schemas.microsoft.com/office/drawing/2014/main" id="{BE4F0307-BA4E-6CFA-F74C-2ECD06131216}"/>
                </a:ext>
              </a:extLst>
            </p:cNvPr>
            <p:cNvSpPr>
              <a:spLocks noChangeAspect="1"/>
            </p:cNvSpPr>
            <p:nvPr/>
          </p:nvSpPr>
          <p:spPr bwMode="auto">
            <a:xfrm>
              <a:off x="2604" y="2283"/>
              <a:ext cx="17" cy="26"/>
            </a:xfrm>
            <a:custGeom>
              <a:avLst/>
              <a:gdLst>
                <a:gd name="T0" fmla="*/ 14 w 20"/>
                <a:gd name="T1" fmla="*/ 32 h 32"/>
                <a:gd name="T2" fmla="*/ 0 w 20"/>
                <a:gd name="T3" fmla="*/ 18 h 32"/>
                <a:gd name="T4" fmla="*/ 2 w 20"/>
                <a:gd name="T5" fmla="*/ 0 h 32"/>
                <a:gd name="T6" fmla="*/ 14 w 20"/>
                <a:gd name="T7" fmla="*/ 7 h 32"/>
                <a:gd name="T8" fmla="*/ 18 w 20"/>
                <a:gd name="T9" fmla="*/ 11 h 32"/>
                <a:gd name="T10" fmla="*/ 20 w 20"/>
                <a:gd name="T11" fmla="*/ 14 h 32"/>
                <a:gd name="T12" fmla="*/ 20 w 20"/>
                <a:gd name="T13" fmla="*/ 25 h 32"/>
                <a:gd name="T14" fmla="*/ 14 w 20"/>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2">
                  <a:moveTo>
                    <a:pt x="14" y="32"/>
                  </a:moveTo>
                  <a:lnTo>
                    <a:pt x="0" y="18"/>
                  </a:lnTo>
                  <a:lnTo>
                    <a:pt x="2" y="0"/>
                  </a:lnTo>
                  <a:lnTo>
                    <a:pt x="14" y="7"/>
                  </a:lnTo>
                  <a:lnTo>
                    <a:pt x="18" y="11"/>
                  </a:lnTo>
                  <a:lnTo>
                    <a:pt x="20" y="14"/>
                  </a:lnTo>
                  <a:lnTo>
                    <a:pt x="20" y="25"/>
                  </a:lnTo>
                  <a:lnTo>
                    <a:pt x="14" y="3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5" name="Freeform 29">
              <a:extLst>
                <a:ext uri="{FF2B5EF4-FFF2-40B4-BE49-F238E27FC236}">
                  <a16:creationId xmlns:a16="http://schemas.microsoft.com/office/drawing/2014/main" id="{B721A824-94E9-19EE-5E4B-F1EE60C6CACA}"/>
                </a:ext>
              </a:extLst>
            </p:cNvPr>
            <p:cNvSpPr>
              <a:spLocks noChangeAspect="1"/>
            </p:cNvSpPr>
            <p:nvPr/>
          </p:nvSpPr>
          <p:spPr bwMode="auto">
            <a:xfrm>
              <a:off x="2445" y="2203"/>
              <a:ext cx="68" cy="99"/>
            </a:xfrm>
            <a:custGeom>
              <a:avLst/>
              <a:gdLst>
                <a:gd name="T0" fmla="*/ 43 w 81"/>
                <a:gd name="T1" fmla="*/ 108 h 108"/>
                <a:gd name="T2" fmla="*/ 36 w 81"/>
                <a:gd name="T3" fmla="*/ 102 h 108"/>
                <a:gd name="T4" fmla="*/ 34 w 81"/>
                <a:gd name="T5" fmla="*/ 97 h 108"/>
                <a:gd name="T6" fmla="*/ 32 w 81"/>
                <a:gd name="T7" fmla="*/ 88 h 108"/>
                <a:gd name="T8" fmla="*/ 32 w 81"/>
                <a:gd name="T9" fmla="*/ 86 h 108"/>
                <a:gd name="T10" fmla="*/ 23 w 81"/>
                <a:gd name="T11" fmla="*/ 84 h 108"/>
                <a:gd name="T12" fmla="*/ 11 w 81"/>
                <a:gd name="T13" fmla="*/ 79 h 108"/>
                <a:gd name="T14" fmla="*/ 5 w 81"/>
                <a:gd name="T15" fmla="*/ 72 h 108"/>
                <a:gd name="T16" fmla="*/ 5 w 81"/>
                <a:gd name="T17" fmla="*/ 50 h 108"/>
                <a:gd name="T18" fmla="*/ 0 w 81"/>
                <a:gd name="T19" fmla="*/ 30 h 108"/>
                <a:gd name="T20" fmla="*/ 5 w 81"/>
                <a:gd name="T21" fmla="*/ 27 h 108"/>
                <a:gd name="T22" fmla="*/ 9 w 81"/>
                <a:gd name="T23" fmla="*/ 27 h 108"/>
                <a:gd name="T24" fmla="*/ 14 w 81"/>
                <a:gd name="T25" fmla="*/ 23 h 108"/>
                <a:gd name="T26" fmla="*/ 20 w 81"/>
                <a:gd name="T27" fmla="*/ 23 h 108"/>
                <a:gd name="T28" fmla="*/ 25 w 81"/>
                <a:gd name="T29" fmla="*/ 18 h 108"/>
                <a:gd name="T30" fmla="*/ 23 w 81"/>
                <a:gd name="T31" fmla="*/ 12 h 108"/>
                <a:gd name="T32" fmla="*/ 18 w 81"/>
                <a:gd name="T33" fmla="*/ 5 h 108"/>
                <a:gd name="T34" fmla="*/ 18 w 81"/>
                <a:gd name="T35" fmla="*/ 3 h 108"/>
                <a:gd name="T36" fmla="*/ 20 w 81"/>
                <a:gd name="T37" fmla="*/ 3 h 108"/>
                <a:gd name="T38" fmla="*/ 32 w 81"/>
                <a:gd name="T39" fmla="*/ 9 h 108"/>
                <a:gd name="T40" fmla="*/ 41 w 81"/>
                <a:gd name="T41" fmla="*/ 9 h 108"/>
                <a:gd name="T42" fmla="*/ 41 w 81"/>
                <a:gd name="T43" fmla="*/ 23 h 108"/>
                <a:gd name="T44" fmla="*/ 38 w 81"/>
                <a:gd name="T45" fmla="*/ 27 h 108"/>
                <a:gd name="T46" fmla="*/ 41 w 81"/>
                <a:gd name="T47" fmla="*/ 30 h 108"/>
                <a:gd name="T48" fmla="*/ 43 w 81"/>
                <a:gd name="T49" fmla="*/ 23 h 108"/>
                <a:gd name="T50" fmla="*/ 52 w 81"/>
                <a:gd name="T51" fmla="*/ 18 h 108"/>
                <a:gd name="T52" fmla="*/ 50 w 81"/>
                <a:gd name="T53" fmla="*/ 32 h 108"/>
                <a:gd name="T54" fmla="*/ 54 w 81"/>
                <a:gd name="T55" fmla="*/ 39 h 108"/>
                <a:gd name="T56" fmla="*/ 54 w 81"/>
                <a:gd name="T57" fmla="*/ 18 h 108"/>
                <a:gd name="T58" fmla="*/ 50 w 81"/>
                <a:gd name="T59" fmla="*/ 14 h 108"/>
                <a:gd name="T60" fmla="*/ 50 w 81"/>
                <a:gd name="T61" fmla="*/ 9 h 108"/>
                <a:gd name="T62" fmla="*/ 54 w 81"/>
                <a:gd name="T63" fmla="*/ 5 h 108"/>
                <a:gd name="T64" fmla="*/ 63 w 81"/>
                <a:gd name="T65" fmla="*/ 0 h 108"/>
                <a:gd name="T66" fmla="*/ 70 w 81"/>
                <a:gd name="T67" fmla="*/ 0 h 108"/>
                <a:gd name="T68" fmla="*/ 81 w 81"/>
                <a:gd name="T69" fmla="*/ 14 h 108"/>
                <a:gd name="T70" fmla="*/ 81 w 81"/>
                <a:gd name="T71" fmla="*/ 27 h 108"/>
                <a:gd name="T72" fmla="*/ 77 w 81"/>
                <a:gd name="T73" fmla="*/ 41 h 108"/>
                <a:gd name="T74" fmla="*/ 61 w 81"/>
                <a:gd name="T75" fmla="*/ 54 h 108"/>
                <a:gd name="T76" fmla="*/ 65 w 81"/>
                <a:gd name="T77" fmla="*/ 68 h 108"/>
                <a:gd name="T78" fmla="*/ 68 w 81"/>
                <a:gd name="T79" fmla="*/ 72 h 108"/>
                <a:gd name="T80" fmla="*/ 65 w 81"/>
                <a:gd name="T81" fmla="*/ 79 h 108"/>
                <a:gd name="T82" fmla="*/ 50 w 81"/>
                <a:gd name="T83" fmla="*/ 88 h 108"/>
                <a:gd name="T84" fmla="*/ 50 w 81"/>
                <a:gd name="T85" fmla="*/ 97 h 108"/>
                <a:gd name="T86" fmla="*/ 43 w 81"/>
                <a:gd name="T87"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1" h="108">
                  <a:moveTo>
                    <a:pt x="43" y="108"/>
                  </a:moveTo>
                  <a:lnTo>
                    <a:pt x="36" y="102"/>
                  </a:lnTo>
                  <a:lnTo>
                    <a:pt x="34" y="97"/>
                  </a:lnTo>
                  <a:lnTo>
                    <a:pt x="32" y="88"/>
                  </a:lnTo>
                  <a:lnTo>
                    <a:pt x="32" y="86"/>
                  </a:lnTo>
                  <a:lnTo>
                    <a:pt x="23" y="84"/>
                  </a:lnTo>
                  <a:lnTo>
                    <a:pt x="11" y="79"/>
                  </a:lnTo>
                  <a:lnTo>
                    <a:pt x="5" y="72"/>
                  </a:lnTo>
                  <a:lnTo>
                    <a:pt x="5" y="50"/>
                  </a:lnTo>
                  <a:lnTo>
                    <a:pt x="0" y="30"/>
                  </a:lnTo>
                  <a:lnTo>
                    <a:pt x="5" y="27"/>
                  </a:lnTo>
                  <a:lnTo>
                    <a:pt x="9" y="27"/>
                  </a:lnTo>
                  <a:lnTo>
                    <a:pt x="14" y="23"/>
                  </a:lnTo>
                  <a:lnTo>
                    <a:pt x="20" y="23"/>
                  </a:lnTo>
                  <a:lnTo>
                    <a:pt x="25" y="18"/>
                  </a:lnTo>
                  <a:lnTo>
                    <a:pt x="23" y="12"/>
                  </a:lnTo>
                  <a:lnTo>
                    <a:pt x="18" y="5"/>
                  </a:lnTo>
                  <a:lnTo>
                    <a:pt x="18" y="3"/>
                  </a:lnTo>
                  <a:lnTo>
                    <a:pt x="20" y="3"/>
                  </a:lnTo>
                  <a:lnTo>
                    <a:pt x="32" y="9"/>
                  </a:lnTo>
                  <a:lnTo>
                    <a:pt x="41" y="9"/>
                  </a:lnTo>
                  <a:lnTo>
                    <a:pt x="41" y="23"/>
                  </a:lnTo>
                  <a:lnTo>
                    <a:pt x="38" y="27"/>
                  </a:lnTo>
                  <a:lnTo>
                    <a:pt x="41" y="30"/>
                  </a:lnTo>
                  <a:lnTo>
                    <a:pt x="43" y="23"/>
                  </a:lnTo>
                  <a:lnTo>
                    <a:pt x="52" y="18"/>
                  </a:lnTo>
                  <a:lnTo>
                    <a:pt x="50" y="32"/>
                  </a:lnTo>
                  <a:lnTo>
                    <a:pt x="54" y="39"/>
                  </a:lnTo>
                  <a:lnTo>
                    <a:pt x="54" y="18"/>
                  </a:lnTo>
                  <a:lnTo>
                    <a:pt x="50" y="14"/>
                  </a:lnTo>
                  <a:lnTo>
                    <a:pt x="50" y="9"/>
                  </a:lnTo>
                  <a:lnTo>
                    <a:pt x="54" y="5"/>
                  </a:lnTo>
                  <a:lnTo>
                    <a:pt x="63" y="0"/>
                  </a:lnTo>
                  <a:lnTo>
                    <a:pt x="70" y="0"/>
                  </a:lnTo>
                  <a:lnTo>
                    <a:pt x="81" y="14"/>
                  </a:lnTo>
                  <a:lnTo>
                    <a:pt x="81" y="27"/>
                  </a:lnTo>
                  <a:lnTo>
                    <a:pt x="77" y="41"/>
                  </a:lnTo>
                  <a:lnTo>
                    <a:pt x="61" y="54"/>
                  </a:lnTo>
                  <a:lnTo>
                    <a:pt x="65" y="68"/>
                  </a:lnTo>
                  <a:lnTo>
                    <a:pt x="68" y="72"/>
                  </a:lnTo>
                  <a:lnTo>
                    <a:pt x="65" y="79"/>
                  </a:lnTo>
                  <a:lnTo>
                    <a:pt x="50" y="88"/>
                  </a:lnTo>
                  <a:lnTo>
                    <a:pt x="50" y="97"/>
                  </a:lnTo>
                  <a:lnTo>
                    <a:pt x="43" y="10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6" name="Freeform 30">
              <a:extLst>
                <a:ext uri="{FF2B5EF4-FFF2-40B4-BE49-F238E27FC236}">
                  <a16:creationId xmlns:a16="http://schemas.microsoft.com/office/drawing/2014/main" id="{0B7E7E52-E58D-E690-09D3-A38A40B4CE48}"/>
                </a:ext>
              </a:extLst>
            </p:cNvPr>
            <p:cNvSpPr>
              <a:spLocks noChangeAspect="1"/>
            </p:cNvSpPr>
            <p:nvPr/>
          </p:nvSpPr>
          <p:spPr bwMode="auto">
            <a:xfrm>
              <a:off x="2453" y="2093"/>
              <a:ext cx="9" cy="12"/>
            </a:xfrm>
            <a:custGeom>
              <a:avLst/>
              <a:gdLst>
                <a:gd name="T0" fmla="*/ 5 w 11"/>
                <a:gd name="T1" fmla="*/ 13 h 13"/>
                <a:gd name="T2" fmla="*/ 0 w 11"/>
                <a:gd name="T3" fmla="*/ 4 h 13"/>
                <a:gd name="T4" fmla="*/ 5 w 11"/>
                <a:gd name="T5" fmla="*/ 4 h 13"/>
                <a:gd name="T6" fmla="*/ 11 w 11"/>
                <a:gd name="T7" fmla="*/ 0 h 13"/>
                <a:gd name="T8" fmla="*/ 9 w 11"/>
                <a:gd name="T9" fmla="*/ 4 h 13"/>
                <a:gd name="T10" fmla="*/ 5 w 11"/>
                <a:gd name="T11" fmla="*/ 11 h 13"/>
                <a:gd name="T12" fmla="*/ 5 w 11"/>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5" y="13"/>
                  </a:moveTo>
                  <a:lnTo>
                    <a:pt x="0" y="4"/>
                  </a:lnTo>
                  <a:lnTo>
                    <a:pt x="5" y="4"/>
                  </a:lnTo>
                  <a:lnTo>
                    <a:pt x="11" y="0"/>
                  </a:lnTo>
                  <a:lnTo>
                    <a:pt x="9" y="4"/>
                  </a:lnTo>
                  <a:lnTo>
                    <a:pt x="5" y="11"/>
                  </a:lnTo>
                  <a:lnTo>
                    <a:pt x="5" y="1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7" name="Freeform 31">
              <a:extLst>
                <a:ext uri="{FF2B5EF4-FFF2-40B4-BE49-F238E27FC236}">
                  <a16:creationId xmlns:a16="http://schemas.microsoft.com/office/drawing/2014/main" id="{60551199-6E1F-ABFF-D51A-E87B255676E0}"/>
                </a:ext>
              </a:extLst>
            </p:cNvPr>
            <p:cNvSpPr>
              <a:spLocks noChangeAspect="1"/>
            </p:cNvSpPr>
            <p:nvPr/>
          </p:nvSpPr>
          <p:spPr bwMode="auto">
            <a:xfrm>
              <a:off x="2453" y="2093"/>
              <a:ext cx="9" cy="12"/>
            </a:xfrm>
            <a:custGeom>
              <a:avLst/>
              <a:gdLst>
                <a:gd name="T0" fmla="*/ 5 w 11"/>
                <a:gd name="T1" fmla="*/ 13 h 13"/>
                <a:gd name="T2" fmla="*/ 0 w 11"/>
                <a:gd name="T3" fmla="*/ 4 h 13"/>
                <a:gd name="T4" fmla="*/ 5 w 11"/>
                <a:gd name="T5" fmla="*/ 4 h 13"/>
                <a:gd name="T6" fmla="*/ 11 w 11"/>
                <a:gd name="T7" fmla="*/ 0 h 13"/>
                <a:gd name="T8" fmla="*/ 9 w 11"/>
                <a:gd name="T9" fmla="*/ 4 h 13"/>
                <a:gd name="T10" fmla="*/ 5 w 11"/>
                <a:gd name="T11" fmla="*/ 11 h 13"/>
                <a:gd name="T12" fmla="*/ 5 w 11"/>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5" y="13"/>
                  </a:moveTo>
                  <a:lnTo>
                    <a:pt x="0" y="4"/>
                  </a:lnTo>
                  <a:lnTo>
                    <a:pt x="5" y="4"/>
                  </a:lnTo>
                  <a:lnTo>
                    <a:pt x="11" y="0"/>
                  </a:lnTo>
                  <a:lnTo>
                    <a:pt x="9" y="4"/>
                  </a:lnTo>
                  <a:lnTo>
                    <a:pt x="5" y="11"/>
                  </a:lnTo>
                  <a:lnTo>
                    <a:pt x="5"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8" name="Freeform 32">
              <a:extLst>
                <a:ext uri="{FF2B5EF4-FFF2-40B4-BE49-F238E27FC236}">
                  <a16:creationId xmlns:a16="http://schemas.microsoft.com/office/drawing/2014/main" id="{481DD31E-9D18-C56F-AB58-CE5329DC2109}"/>
                </a:ext>
              </a:extLst>
            </p:cNvPr>
            <p:cNvSpPr>
              <a:spLocks noChangeAspect="1"/>
            </p:cNvSpPr>
            <p:nvPr/>
          </p:nvSpPr>
          <p:spPr bwMode="auto">
            <a:xfrm>
              <a:off x="2325" y="2257"/>
              <a:ext cx="7" cy="10"/>
            </a:xfrm>
            <a:custGeom>
              <a:avLst/>
              <a:gdLst>
                <a:gd name="T0" fmla="*/ 0 w 7"/>
                <a:gd name="T1" fmla="*/ 11 h 11"/>
                <a:gd name="T2" fmla="*/ 0 w 7"/>
                <a:gd name="T3" fmla="*/ 2 h 11"/>
                <a:gd name="T4" fmla="*/ 3 w 7"/>
                <a:gd name="T5" fmla="*/ 0 h 11"/>
                <a:gd name="T6" fmla="*/ 7 w 7"/>
                <a:gd name="T7" fmla="*/ 2 h 11"/>
                <a:gd name="T8" fmla="*/ 3 w 7"/>
                <a:gd name="T9" fmla="*/ 11 h 11"/>
                <a:gd name="T10" fmla="*/ 0 w 7"/>
                <a:gd name="T11" fmla="*/ 11 h 11"/>
              </a:gdLst>
              <a:ahLst/>
              <a:cxnLst>
                <a:cxn ang="0">
                  <a:pos x="T0" y="T1"/>
                </a:cxn>
                <a:cxn ang="0">
                  <a:pos x="T2" y="T3"/>
                </a:cxn>
                <a:cxn ang="0">
                  <a:pos x="T4" y="T5"/>
                </a:cxn>
                <a:cxn ang="0">
                  <a:pos x="T6" y="T7"/>
                </a:cxn>
                <a:cxn ang="0">
                  <a:pos x="T8" y="T9"/>
                </a:cxn>
                <a:cxn ang="0">
                  <a:pos x="T10" y="T11"/>
                </a:cxn>
              </a:cxnLst>
              <a:rect l="0" t="0" r="r" b="b"/>
              <a:pathLst>
                <a:path w="7" h="11">
                  <a:moveTo>
                    <a:pt x="0" y="11"/>
                  </a:moveTo>
                  <a:lnTo>
                    <a:pt x="0" y="2"/>
                  </a:lnTo>
                  <a:lnTo>
                    <a:pt x="3" y="0"/>
                  </a:lnTo>
                  <a:lnTo>
                    <a:pt x="7" y="2"/>
                  </a:lnTo>
                  <a:lnTo>
                    <a:pt x="3" y="11"/>
                  </a:lnTo>
                  <a:lnTo>
                    <a:pt x="0" y="1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29" name="Freeform 33">
              <a:extLst>
                <a:ext uri="{FF2B5EF4-FFF2-40B4-BE49-F238E27FC236}">
                  <a16:creationId xmlns:a16="http://schemas.microsoft.com/office/drawing/2014/main" id="{42200758-1D01-C392-67A0-8B6350C78F3B}"/>
                </a:ext>
              </a:extLst>
            </p:cNvPr>
            <p:cNvSpPr>
              <a:spLocks noChangeAspect="1"/>
            </p:cNvSpPr>
            <p:nvPr/>
          </p:nvSpPr>
          <p:spPr bwMode="auto">
            <a:xfrm>
              <a:off x="2325" y="2257"/>
              <a:ext cx="7" cy="10"/>
            </a:xfrm>
            <a:custGeom>
              <a:avLst/>
              <a:gdLst>
                <a:gd name="T0" fmla="*/ 0 w 7"/>
                <a:gd name="T1" fmla="*/ 11 h 11"/>
                <a:gd name="T2" fmla="*/ 0 w 7"/>
                <a:gd name="T3" fmla="*/ 2 h 11"/>
                <a:gd name="T4" fmla="*/ 3 w 7"/>
                <a:gd name="T5" fmla="*/ 0 h 11"/>
                <a:gd name="T6" fmla="*/ 7 w 7"/>
                <a:gd name="T7" fmla="*/ 2 h 11"/>
                <a:gd name="T8" fmla="*/ 3 w 7"/>
                <a:gd name="T9" fmla="*/ 11 h 11"/>
                <a:gd name="T10" fmla="*/ 0 w 7"/>
                <a:gd name="T11" fmla="*/ 11 h 11"/>
              </a:gdLst>
              <a:ahLst/>
              <a:cxnLst>
                <a:cxn ang="0">
                  <a:pos x="T0" y="T1"/>
                </a:cxn>
                <a:cxn ang="0">
                  <a:pos x="T2" y="T3"/>
                </a:cxn>
                <a:cxn ang="0">
                  <a:pos x="T4" y="T5"/>
                </a:cxn>
                <a:cxn ang="0">
                  <a:pos x="T6" y="T7"/>
                </a:cxn>
                <a:cxn ang="0">
                  <a:pos x="T8" y="T9"/>
                </a:cxn>
                <a:cxn ang="0">
                  <a:pos x="T10" y="T11"/>
                </a:cxn>
              </a:cxnLst>
              <a:rect l="0" t="0" r="r" b="b"/>
              <a:pathLst>
                <a:path w="7" h="11">
                  <a:moveTo>
                    <a:pt x="0" y="11"/>
                  </a:moveTo>
                  <a:lnTo>
                    <a:pt x="0" y="2"/>
                  </a:lnTo>
                  <a:lnTo>
                    <a:pt x="3" y="0"/>
                  </a:lnTo>
                  <a:lnTo>
                    <a:pt x="7" y="2"/>
                  </a:lnTo>
                  <a:lnTo>
                    <a:pt x="3" y="11"/>
                  </a:lnTo>
                  <a:lnTo>
                    <a:pt x="0" y="1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0" name="Freeform 34">
              <a:extLst>
                <a:ext uri="{FF2B5EF4-FFF2-40B4-BE49-F238E27FC236}">
                  <a16:creationId xmlns:a16="http://schemas.microsoft.com/office/drawing/2014/main" id="{E48849ED-BA68-010B-D119-FC031D2F8328}"/>
                </a:ext>
              </a:extLst>
            </p:cNvPr>
            <p:cNvSpPr>
              <a:spLocks noChangeAspect="1"/>
            </p:cNvSpPr>
            <p:nvPr/>
          </p:nvSpPr>
          <p:spPr bwMode="auto">
            <a:xfrm>
              <a:off x="2154" y="2277"/>
              <a:ext cx="441" cy="664"/>
            </a:xfrm>
            <a:custGeom>
              <a:avLst/>
              <a:gdLst>
                <a:gd name="T0" fmla="*/ 57 w 525"/>
                <a:gd name="T1" fmla="*/ 617 h 729"/>
                <a:gd name="T2" fmla="*/ 104 w 525"/>
                <a:gd name="T3" fmla="*/ 545 h 729"/>
                <a:gd name="T4" fmla="*/ 61 w 525"/>
                <a:gd name="T5" fmla="*/ 529 h 729"/>
                <a:gd name="T6" fmla="*/ 14 w 525"/>
                <a:gd name="T7" fmla="*/ 502 h 729"/>
                <a:gd name="T8" fmla="*/ 14 w 525"/>
                <a:gd name="T9" fmla="*/ 446 h 729"/>
                <a:gd name="T10" fmla="*/ 25 w 525"/>
                <a:gd name="T11" fmla="*/ 378 h 729"/>
                <a:gd name="T12" fmla="*/ 27 w 525"/>
                <a:gd name="T13" fmla="*/ 313 h 729"/>
                <a:gd name="T14" fmla="*/ 50 w 525"/>
                <a:gd name="T15" fmla="*/ 257 h 729"/>
                <a:gd name="T16" fmla="*/ 88 w 525"/>
                <a:gd name="T17" fmla="*/ 237 h 729"/>
                <a:gd name="T18" fmla="*/ 95 w 525"/>
                <a:gd name="T19" fmla="*/ 194 h 729"/>
                <a:gd name="T20" fmla="*/ 111 w 525"/>
                <a:gd name="T21" fmla="*/ 138 h 729"/>
                <a:gd name="T22" fmla="*/ 111 w 525"/>
                <a:gd name="T23" fmla="*/ 108 h 729"/>
                <a:gd name="T24" fmla="*/ 160 w 525"/>
                <a:gd name="T25" fmla="*/ 124 h 729"/>
                <a:gd name="T26" fmla="*/ 169 w 525"/>
                <a:gd name="T27" fmla="*/ 120 h 729"/>
                <a:gd name="T28" fmla="*/ 178 w 525"/>
                <a:gd name="T29" fmla="*/ 156 h 729"/>
                <a:gd name="T30" fmla="*/ 194 w 525"/>
                <a:gd name="T31" fmla="*/ 102 h 729"/>
                <a:gd name="T32" fmla="*/ 239 w 525"/>
                <a:gd name="T33" fmla="*/ 129 h 729"/>
                <a:gd name="T34" fmla="*/ 221 w 525"/>
                <a:gd name="T35" fmla="*/ 102 h 729"/>
                <a:gd name="T36" fmla="*/ 214 w 525"/>
                <a:gd name="T37" fmla="*/ 75 h 729"/>
                <a:gd name="T38" fmla="*/ 203 w 525"/>
                <a:gd name="T39" fmla="*/ 50 h 729"/>
                <a:gd name="T40" fmla="*/ 216 w 525"/>
                <a:gd name="T41" fmla="*/ 27 h 729"/>
                <a:gd name="T42" fmla="*/ 243 w 525"/>
                <a:gd name="T43" fmla="*/ 16 h 729"/>
                <a:gd name="T44" fmla="*/ 279 w 525"/>
                <a:gd name="T45" fmla="*/ 27 h 729"/>
                <a:gd name="T46" fmla="*/ 277 w 525"/>
                <a:gd name="T47" fmla="*/ 50 h 729"/>
                <a:gd name="T48" fmla="*/ 309 w 525"/>
                <a:gd name="T49" fmla="*/ 70 h 729"/>
                <a:gd name="T50" fmla="*/ 331 w 525"/>
                <a:gd name="T51" fmla="*/ 88 h 729"/>
                <a:gd name="T52" fmla="*/ 340 w 525"/>
                <a:gd name="T53" fmla="*/ 115 h 729"/>
                <a:gd name="T54" fmla="*/ 369 w 525"/>
                <a:gd name="T55" fmla="*/ 97 h 729"/>
                <a:gd name="T56" fmla="*/ 432 w 525"/>
                <a:gd name="T57" fmla="*/ 72 h 729"/>
                <a:gd name="T58" fmla="*/ 419 w 525"/>
                <a:gd name="T59" fmla="*/ 81 h 729"/>
                <a:gd name="T60" fmla="*/ 466 w 525"/>
                <a:gd name="T61" fmla="*/ 111 h 729"/>
                <a:gd name="T62" fmla="*/ 484 w 525"/>
                <a:gd name="T63" fmla="*/ 142 h 729"/>
                <a:gd name="T64" fmla="*/ 507 w 525"/>
                <a:gd name="T65" fmla="*/ 183 h 729"/>
                <a:gd name="T66" fmla="*/ 489 w 525"/>
                <a:gd name="T67" fmla="*/ 237 h 729"/>
                <a:gd name="T68" fmla="*/ 513 w 525"/>
                <a:gd name="T69" fmla="*/ 309 h 729"/>
                <a:gd name="T70" fmla="*/ 522 w 525"/>
                <a:gd name="T71" fmla="*/ 403 h 729"/>
                <a:gd name="T72" fmla="*/ 502 w 525"/>
                <a:gd name="T73" fmla="*/ 408 h 729"/>
                <a:gd name="T74" fmla="*/ 495 w 525"/>
                <a:gd name="T75" fmla="*/ 408 h 729"/>
                <a:gd name="T76" fmla="*/ 432 w 525"/>
                <a:gd name="T77" fmla="*/ 430 h 729"/>
                <a:gd name="T78" fmla="*/ 385 w 525"/>
                <a:gd name="T79" fmla="*/ 446 h 729"/>
                <a:gd name="T80" fmla="*/ 347 w 525"/>
                <a:gd name="T81" fmla="*/ 459 h 729"/>
                <a:gd name="T82" fmla="*/ 363 w 525"/>
                <a:gd name="T83" fmla="*/ 513 h 729"/>
                <a:gd name="T84" fmla="*/ 403 w 525"/>
                <a:gd name="T85" fmla="*/ 558 h 729"/>
                <a:gd name="T86" fmla="*/ 432 w 525"/>
                <a:gd name="T87" fmla="*/ 628 h 729"/>
                <a:gd name="T88" fmla="*/ 387 w 525"/>
                <a:gd name="T89" fmla="*/ 686 h 729"/>
                <a:gd name="T90" fmla="*/ 387 w 525"/>
                <a:gd name="T91" fmla="*/ 711 h 729"/>
                <a:gd name="T92" fmla="*/ 367 w 525"/>
                <a:gd name="T93" fmla="*/ 716 h 729"/>
                <a:gd name="T94" fmla="*/ 300 w 525"/>
                <a:gd name="T95" fmla="*/ 704 h 729"/>
                <a:gd name="T96" fmla="*/ 246 w 525"/>
                <a:gd name="T97" fmla="*/ 702 h 729"/>
                <a:gd name="T98" fmla="*/ 205 w 525"/>
                <a:gd name="T99" fmla="*/ 704 h 729"/>
                <a:gd name="T100" fmla="*/ 176 w 525"/>
                <a:gd name="T101" fmla="*/ 693 h 729"/>
                <a:gd name="T102" fmla="*/ 138 w 525"/>
                <a:gd name="T103" fmla="*/ 671 h 729"/>
                <a:gd name="T104" fmla="*/ 104 w 525"/>
                <a:gd name="T105" fmla="*/ 675 h 729"/>
                <a:gd name="T106" fmla="*/ 36 w 525"/>
                <a:gd name="T107" fmla="*/ 660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5" h="729">
                  <a:moveTo>
                    <a:pt x="36" y="660"/>
                  </a:moveTo>
                  <a:lnTo>
                    <a:pt x="43" y="653"/>
                  </a:lnTo>
                  <a:lnTo>
                    <a:pt x="50" y="644"/>
                  </a:lnTo>
                  <a:lnTo>
                    <a:pt x="52" y="635"/>
                  </a:lnTo>
                  <a:lnTo>
                    <a:pt x="54" y="628"/>
                  </a:lnTo>
                  <a:lnTo>
                    <a:pt x="57" y="617"/>
                  </a:lnTo>
                  <a:lnTo>
                    <a:pt x="68" y="599"/>
                  </a:lnTo>
                  <a:lnTo>
                    <a:pt x="77" y="572"/>
                  </a:lnTo>
                  <a:lnTo>
                    <a:pt x="81" y="565"/>
                  </a:lnTo>
                  <a:lnTo>
                    <a:pt x="93" y="558"/>
                  </a:lnTo>
                  <a:lnTo>
                    <a:pt x="99" y="547"/>
                  </a:lnTo>
                  <a:lnTo>
                    <a:pt x="104" y="545"/>
                  </a:lnTo>
                  <a:lnTo>
                    <a:pt x="95" y="543"/>
                  </a:lnTo>
                  <a:lnTo>
                    <a:pt x="88" y="536"/>
                  </a:lnTo>
                  <a:lnTo>
                    <a:pt x="84" y="540"/>
                  </a:lnTo>
                  <a:lnTo>
                    <a:pt x="77" y="540"/>
                  </a:lnTo>
                  <a:lnTo>
                    <a:pt x="70" y="531"/>
                  </a:lnTo>
                  <a:lnTo>
                    <a:pt x="61" y="529"/>
                  </a:lnTo>
                  <a:lnTo>
                    <a:pt x="57" y="522"/>
                  </a:lnTo>
                  <a:lnTo>
                    <a:pt x="52" y="518"/>
                  </a:lnTo>
                  <a:lnTo>
                    <a:pt x="36" y="516"/>
                  </a:lnTo>
                  <a:lnTo>
                    <a:pt x="29" y="518"/>
                  </a:lnTo>
                  <a:lnTo>
                    <a:pt x="23" y="516"/>
                  </a:lnTo>
                  <a:lnTo>
                    <a:pt x="14" y="502"/>
                  </a:lnTo>
                  <a:lnTo>
                    <a:pt x="9" y="491"/>
                  </a:lnTo>
                  <a:lnTo>
                    <a:pt x="5" y="482"/>
                  </a:lnTo>
                  <a:lnTo>
                    <a:pt x="0" y="471"/>
                  </a:lnTo>
                  <a:lnTo>
                    <a:pt x="18" y="457"/>
                  </a:lnTo>
                  <a:lnTo>
                    <a:pt x="18" y="446"/>
                  </a:lnTo>
                  <a:lnTo>
                    <a:pt x="14" y="446"/>
                  </a:lnTo>
                  <a:lnTo>
                    <a:pt x="9" y="444"/>
                  </a:lnTo>
                  <a:lnTo>
                    <a:pt x="9" y="423"/>
                  </a:lnTo>
                  <a:lnTo>
                    <a:pt x="9" y="417"/>
                  </a:lnTo>
                  <a:lnTo>
                    <a:pt x="9" y="405"/>
                  </a:lnTo>
                  <a:lnTo>
                    <a:pt x="25" y="390"/>
                  </a:lnTo>
                  <a:lnTo>
                    <a:pt x="25" y="378"/>
                  </a:lnTo>
                  <a:lnTo>
                    <a:pt x="23" y="374"/>
                  </a:lnTo>
                  <a:lnTo>
                    <a:pt x="14" y="365"/>
                  </a:lnTo>
                  <a:lnTo>
                    <a:pt x="11" y="363"/>
                  </a:lnTo>
                  <a:lnTo>
                    <a:pt x="11" y="327"/>
                  </a:lnTo>
                  <a:lnTo>
                    <a:pt x="20" y="322"/>
                  </a:lnTo>
                  <a:lnTo>
                    <a:pt x="27" y="313"/>
                  </a:lnTo>
                  <a:lnTo>
                    <a:pt x="27" y="300"/>
                  </a:lnTo>
                  <a:lnTo>
                    <a:pt x="29" y="295"/>
                  </a:lnTo>
                  <a:lnTo>
                    <a:pt x="29" y="291"/>
                  </a:lnTo>
                  <a:lnTo>
                    <a:pt x="23" y="266"/>
                  </a:lnTo>
                  <a:lnTo>
                    <a:pt x="41" y="261"/>
                  </a:lnTo>
                  <a:lnTo>
                    <a:pt x="50" y="257"/>
                  </a:lnTo>
                  <a:lnTo>
                    <a:pt x="54" y="255"/>
                  </a:lnTo>
                  <a:lnTo>
                    <a:pt x="63" y="255"/>
                  </a:lnTo>
                  <a:lnTo>
                    <a:pt x="68" y="252"/>
                  </a:lnTo>
                  <a:lnTo>
                    <a:pt x="81" y="252"/>
                  </a:lnTo>
                  <a:lnTo>
                    <a:pt x="84" y="243"/>
                  </a:lnTo>
                  <a:lnTo>
                    <a:pt x="88" y="237"/>
                  </a:lnTo>
                  <a:lnTo>
                    <a:pt x="95" y="230"/>
                  </a:lnTo>
                  <a:lnTo>
                    <a:pt x="97" y="223"/>
                  </a:lnTo>
                  <a:lnTo>
                    <a:pt x="88" y="214"/>
                  </a:lnTo>
                  <a:lnTo>
                    <a:pt x="77" y="207"/>
                  </a:lnTo>
                  <a:lnTo>
                    <a:pt x="81" y="194"/>
                  </a:lnTo>
                  <a:lnTo>
                    <a:pt x="95" y="194"/>
                  </a:lnTo>
                  <a:lnTo>
                    <a:pt x="95" y="185"/>
                  </a:lnTo>
                  <a:lnTo>
                    <a:pt x="97" y="174"/>
                  </a:lnTo>
                  <a:lnTo>
                    <a:pt x="104" y="160"/>
                  </a:lnTo>
                  <a:lnTo>
                    <a:pt x="108" y="153"/>
                  </a:lnTo>
                  <a:lnTo>
                    <a:pt x="108" y="147"/>
                  </a:lnTo>
                  <a:lnTo>
                    <a:pt x="111" y="138"/>
                  </a:lnTo>
                  <a:lnTo>
                    <a:pt x="117" y="133"/>
                  </a:lnTo>
                  <a:lnTo>
                    <a:pt x="106" y="131"/>
                  </a:lnTo>
                  <a:lnTo>
                    <a:pt x="104" y="126"/>
                  </a:lnTo>
                  <a:lnTo>
                    <a:pt x="108" y="115"/>
                  </a:lnTo>
                  <a:lnTo>
                    <a:pt x="111" y="113"/>
                  </a:lnTo>
                  <a:lnTo>
                    <a:pt x="111" y="108"/>
                  </a:lnTo>
                  <a:lnTo>
                    <a:pt x="120" y="102"/>
                  </a:lnTo>
                  <a:lnTo>
                    <a:pt x="124" y="102"/>
                  </a:lnTo>
                  <a:lnTo>
                    <a:pt x="153" y="102"/>
                  </a:lnTo>
                  <a:lnTo>
                    <a:pt x="160" y="108"/>
                  </a:lnTo>
                  <a:lnTo>
                    <a:pt x="162" y="115"/>
                  </a:lnTo>
                  <a:lnTo>
                    <a:pt x="160" y="124"/>
                  </a:lnTo>
                  <a:lnTo>
                    <a:pt x="162" y="129"/>
                  </a:lnTo>
                  <a:lnTo>
                    <a:pt x="167" y="131"/>
                  </a:lnTo>
                  <a:lnTo>
                    <a:pt x="176" y="133"/>
                  </a:lnTo>
                  <a:lnTo>
                    <a:pt x="176" y="131"/>
                  </a:lnTo>
                  <a:lnTo>
                    <a:pt x="169" y="126"/>
                  </a:lnTo>
                  <a:lnTo>
                    <a:pt x="169" y="120"/>
                  </a:lnTo>
                  <a:lnTo>
                    <a:pt x="176" y="117"/>
                  </a:lnTo>
                  <a:lnTo>
                    <a:pt x="180" y="129"/>
                  </a:lnTo>
                  <a:lnTo>
                    <a:pt x="180" y="133"/>
                  </a:lnTo>
                  <a:lnTo>
                    <a:pt x="178" y="144"/>
                  </a:lnTo>
                  <a:lnTo>
                    <a:pt x="178" y="158"/>
                  </a:lnTo>
                  <a:lnTo>
                    <a:pt x="178" y="156"/>
                  </a:lnTo>
                  <a:lnTo>
                    <a:pt x="183" y="144"/>
                  </a:lnTo>
                  <a:lnTo>
                    <a:pt x="187" y="133"/>
                  </a:lnTo>
                  <a:lnTo>
                    <a:pt x="189" y="129"/>
                  </a:lnTo>
                  <a:lnTo>
                    <a:pt x="187" y="120"/>
                  </a:lnTo>
                  <a:lnTo>
                    <a:pt x="189" y="108"/>
                  </a:lnTo>
                  <a:lnTo>
                    <a:pt x="194" y="102"/>
                  </a:lnTo>
                  <a:lnTo>
                    <a:pt x="201" y="102"/>
                  </a:lnTo>
                  <a:lnTo>
                    <a:pt x="210" y="104"/>
                  </a:lnTo>
                  <a:lnTo>
                    <a:pt x="219" y="108"/>
                  </a:lnTo>
                  <a:lnTo>
                    <a:pt x="228" y="111"/>
                  </a:lnTo>
                  <a:lnTo>
                    <a:pt x="232" y="115"/>
                  </a:lnTo>
                  <a:lnTo>
                    <a:pt x="239" y="129"/>
                  </a:lnTo>
                  <a:lnTo>
                    <a:pt x="248" y="138"/>
                  </a:lnTo>
                  <a:lnTo>
                    <a:pt x="259" y="142"/>
                  </a:lnTo>
                  <a:lnTo>
                    <a:pt x="248" y="133"/>
                  </a:lnTo>
                  <a:lnTo>
                    <a:pt x="239" y="113"/>
                  </a:lnTo>
                  <a:lnTo>
                    <a:pt x="230" y="102"/>
                  </a:lnTo>
                  <a:lnTo>
                    <a:pt x="221" y="102"/>
                  </a:lnTo>
                  <a:lnTo>
                    <a:pt x="214" y="97"/>
                  </a:lnTo>
                  <a:lnTo>
                    <a:pt x="210" y="88"/>
                  </a:lnTo>
                  <a:lnTo>
                    <a:pt x="210" y="86"/>
                  </a:lnTo>
                  <a:lnTo>
                    <a:pt x="216" y="86"/>
                  </a:lnTo>
                  <a:lnTo>
                    <a:pt x="219" y="84"/>
                  </a:lnTo>
                  <a:lnTo>
                    <a:pt x="214" y="75"/>
                  </a:lnTo>
                  <a:lnTo>
                    <a:pt x="210" y="72"/>
                  </a:lnTo>
                  <a:lnTo>
                    <a:pt x="216" y="70"/>
                  </a:lnTo>
                  <a:lnTo>
                    <a:pt x="214" y="68"/>
                  </a:lnTo>
                  <a:lnTo>
                    <a:pt x="205" y="63"/>
                  </a:lnTo>
                  <a:lnTo>
                    <a:pt x="203" y="59"/>
                  </a:lnTo>
                  <a:lnTo>
                    <a:pt x="203" y="50"/>
                  </a:lnTo>
                  <a:lnTo>
                    <a:pt x="210" y="50"/>
                  </a:lnTo>
                  <a:lnTo>
                    <a:pt x="221" y="50"/>
                  </a:lnTo>
                  <a:lnTo>
                    <a:pt x="223" y="45"/>
                  </a:lnTo>
                  <a:lnTo>
                    <a:pt x="221" y="39"/>
                  </a:lnTo>
                  <a:lnTo>
                    <a:pt x="219" y="34"/>
                  </a:lnTo>
                  <a:lnTo>
                    <a:pt x="216" y="27"/>
                  </a:lnTo>
                  <a:lnTo>
                    <a:pt x="214" y="21"/>
                  </a:lnTo>
                  <a:lnTo>
                    <a:pt x="210" y="14"/>
                  </a:lnTo>
                  <a:lnTo>
                    <a:pt x="214" y="0"/>
                  </a:lnTo>
                  <a:lnTo>
                    <a:pt x="230" y="7"/>
                  </a:lnTo>
                  <a:lnTo>
                    <a:pt x="234" y="12"/>
                  </a:lnTo>
                  <a:lnTo>
                    <a:pt x="243" y="16"/>
                  </a:lnTo>
                  <a:lnTo>
                    <a:pt x="250" y="16"/>
                  </a:lnTo>
                  <a:lnTo>
                    <a:pt x="261" y="16"/>
                  </a:lnTo>
                  <a:lnTo>
                    <a:pt x="266" y="21"/>
                  </a:lnTo>
                  <a:lnTo>
                    <a:pt x="273" y="25"/>
                  </a:lnTo>
                  <a:lnTo>
                    <a:pt x="275" y="27"/>
                  </a:lnTo>
                  <a:lnTo>
                    <a:pt x="279" y="27"/>
                  </a:lnTo>
                  <a:lnTo>
                    <a:pt x="284" y="32"/>
                  </a:lnTo>
                  <a:lnTo>
                    <a:pt x="264" y="48"/>
                  </a:lnTo>
                  <a:lnTo>
                    <a:pt x="270" y="48"/>
                  </a:lnTo>
                  <a:lnTo>
                    <a:pt x="279" y="43"/>
                  </a:lnTo>
                  <a:lnTo>
                    <a:pt x="284" y="45"/>
                  </a:lnTo>
                  <a:lnTo>
                    <a:pt x="277" y="50"/>
                  </a:lnTo>
                  <a:lnTo>
                    <a:pt x="275" y="57"/>
                  </a:lnTo>
                  <a:lnTo>
                    <a:pt x="284" y="57"/>
                  </a:lnTo>
                  <a:lnTo>
                    <a:pt x="286" y="59"/>
                  </a:lnTo>
                  <a:lnTo>
                    <a:pt x="293" y="61"/>
                  </a:lnTo>
                  <a:lnTo>
                    <a:pt x="300" y="63"/>
                  </a:lnTo>
                  <a:lnTo>
                    <a:pt x="309" y="70"/>
                  </a:lnTo>
                  <a:lnTo>
                    <a:pt x="309" y="72"/>
                  </a:lnTo>
                  <a:lnTo>
                    <a:pt x="318" y="75"/>
                  </a:lnTo>
                  <a:lnTo>
                    <a:pt x="327" y="75"/>
                  </a:lnTo>
                  <a:lnTo>
                    <a:pt x="331" y="72"/>
                  </a:lnTo>
                  <a:lnTo>
                    <a:pt x="333" y="81"/>
                  </a:lnTo>
                  <a:lnTo>
                    <a:pt x="331" y="88"/>
                  </a:lnTo>
                  <a:lnTo>
                    <a:pt x="327" y="95"/>
                  </a:lnTo>
                  <a:lnTo>
                    <a:pt x="315" y="99"/>
                  </a:lnTo>
                  <a:lnTo>
                    <a:pt x="318" y="108"/>
                  </a:lnTo>
                  <a:lnTo>
                    <a:pt x="309" y="115"/>
                  </a:lnTo>
                  <a:lnTo>
                    <a:pt x="329" y="108"/>
                  </a:lnTo>
                  <a:lnTo>
                    <a:pt x="340" y="115"/>
                  </a:lnTo>
                  <a:lnTo>
                    <a:pt x="349" y="115"/>
                  </a:lnTo>
                  <a:lnTo>
                    <a:pt x="358" y="108"/>
                  </a:lnTo>
                  <a:lnTo>
                    <a:pt x="360" y="104"/>
                  </a:lnTo>
                  <a:lnTo>
                    <a:pt x="358" y="102"/>
                  </a:lnTo>
                  <a:lnTo>
                    <a:pt x="356" y="99"/>
                  </a:lnTo>
                  <a:lnTo>
                    <a:pt x="369" y="97"/>
                  </a:lnTo>
                  <a:lnTo>
                    <a:pt x="376" y="97"/>
                  </a:lnTo>
                  <a:lnTo>
                    <a:pt x="387" y="95"/>
                  </a:lnTo>
                  <a:lnTo>
                    <a:pt x="399" y="88"/>
                  </a:lnTo>
                  <a:lnTo>
                    <a:pt x="410" y="77"/>
                  </a:lnTo>
                  <a:lnTo>
                    <a:pt x="417" y="72"/>
                  </a:lnTo>
                  <a:lnTo>
                    <a:pt x="432" y="72"/>
                  </a:lnTo>
                  <a:lnTo>
                    <a:pt x="426" y="75"/>
                  </a:lnTo>
                  <a:lnTo>
                    <a:pt x="412" y="84"/>
                  </a:lnTo>
                  <a:lnTo>
                    <a:pt x="410" y="86"/>
                  </a:lnTo>
                  <a:lnTo>
                    <a:pt x="412" y="88"/>
                  </a:lnTo>
                  <a:lnTo>
                    <a:pt x="417" y="86"/>
                  </a:lnTo>
                  <a:lnTo>
                    <a:pt x="419" y="81"/>
                  </a:lnTo>
                  <a:lnTo>
                    <a:pt x="437" y="81"/>
                  </a:lnTo>
                  <a:lnTo>
                    <a:pt x="444" y="84"/>
                  </a:lnTo>
                  <a:lnTo>
                    <a:pt x="446" y="97"/>
                  </a:lnTo>
                  <a:lnTo>
                    <a:pt x="457" y="102"/>
                  </a:lnTo>
                  <a:lnTo>
                    <a:pt x="457" y="111"/>
                  </a:lnTo>
                  <a:lnTo>
                    <a:pt x="466" y="111"/>
                  </a:lnTo>
                  <a:lnTo>
                    <a:pt x="475" y="111"/>
                  </a:lnTo>
                  <a:lnTo>
                    <a:pt x="480" y="115"/>
                  </a:lnTo>
                  <a:lnTo>
                    <a:pt x="480" y="120"/>
                  </a:lnTo>
                  <a:lnTo>
                    <a:pt x="484" y="126"/>
                  </a:lnTo>
                  <a:lnTo>
                    <a:pt x="482" y="133"/>
                  </a:lnTo>
                  <a:lnTo>
                    <a:pt x="484" y="142"/>
                  </a:lnTo>
                  <a:lnTo>
                    <a:pt x="500" y="147"/>
                  </a:lnTo>
                  <a:lnTo>
                    <a:pt x="500" y="144"/>
                  </a:lnTo>
                  <a:lnTo>
                    <a:pt x="500" y="153"/>
                  </a:lnTo>
                  <a:lnTo>
                    <a:pt x="502" y="160"/>
                  </a:lnTo>
                  <a:lnTo>
                    <a:pt x="502" y="169"/>
                  </a:lnTo>
                  <a:lnTo>
                    <a:pt x="507" y="183"/>
                  </a:lnTo>
                  <a:lnTo>
                    <a:pt x="507" y="196"/>
                  </a:lnTo>
                  <a:lnTo>
                    <a:pt x="507" y="207"/>
                  </a:lnTo>
                  <a:lnTo>
                    <a:pt x="495" y="214"/>
                  </a:lnTo>
                  <a:lnTo>
                    <a:pt x="489" y="221"/>
                  </a:lnTo>
                  <a:lnTo>
                    <a:pt x="486" y="230"/>
                  </a:lnTo>
                  <a:lnTo>
                    <a:pt x="489" y="237"/>
                  </a:lnTo>
                  <a:lnTo>
                    <a:pt x="498" y="243"/>
                  </a:lnTo>
                  <a:lnTo>
                    <a:pt x="511" y="255"/>
                  </a:lnTo>
                  <a:lnTo>
                    <a:pt x="507" y="277"/>
                  </a:lnTo>
                  <a:lnTo>
                    <a:pt x="509" y="284"/>
                  </a:lnTo>
                  <a:lnTo>
                    <a:pt x="511" y="295"/>
                  </a:lnTo>
                  <a:lnTo>
                    <a:pt x="513" y="309"/>
                  </a:lnTo>
                  <a:lnTo>
                    <a:pt x="511" y="322"/>
                  </a:lnTo>
                  <a:lnTo>
                    <a:pt x="513" y="340"/>
                  </a:lnTo>
                  <a:lnTo>
                    <a:pt x="520" y="354"/>
                  </a:lnTo>
                  <a:lnTo>
                    <a:pt x="525" y="365"/>
                  </a:lnTo>
                  <a:lnTo>
                    <a:pt x="525" y="392"/>
                  </a:lnTo>
                  <a:lnTo>
                    <a:pt x="522" y="403"/>
                  </a:lnTo>
                  <a:lnTo>
                    <a:pt x="522" y="410"/>
                  </a:lnTo>
                  <a:lnTo>
                    <a:pt x="522" y="417"/>
                  </a:lnTo>
                  <a:lnTo>
                    <a:pt x="516" y="421"/>
                  </a:lnTo>
                  <a:lnTo>
                    <a:pt x="511" y="419"/>
                  </a:lnTo>
                  <a:lnTo>
                    <a:pt x="511" y="410"/>
                  </a:lnTo>
                  <a:lnTo>
                    <a:pt x="502" y="408"/>
                  </a:lnTo>
                  <a:lnTo>
                    <a:pt x="500" y="396"/>
                  </a:lnTo>
                  <a:lnTo>
                    <a:pt x="498" y="394"/>
                  </a:lnTo>
                  <a:lnTo>
                    <a:pt x="486" y="392"/>
                  </a:lnTo>
                  <a:lnTo>
                    <a:pt x="480" y="396"/>
                  </a:lnTo>
                  <a:lnTo>
                    <a:pt x="489" y="403"/>
                  </a:lnTo>
                  <a:lnTo>
                    <a:pt x="495" y="408"/>
                  </a:lnTo>
                  <a:lnTo>
                    <a:pt x="495" y="410"/>
                  </a:lnTo>
                  <a:lnTo>
                    <a:pt x="473" y="410"/>
                  </a:lnTo>
                  <a:lnTo>
                    <a:pt x="453" y="426"/>
                  </a:lnTo>
                  <a:lnTo>
                    <a:pt x="444" y="423"/>
                  </a:lnTo>
                  <a:lnTo>
                    <a:pt x="437" y="423"/>
                  </a:lnTo>
                  <a:lnTo>
                    <a:pt x="432" y="430"/>
                  </a:lnTo>
                  <a:lnTo>
                    <a:pt x="428" y="432"/>
                  </a:lnTo>
                  <a:lnTo>
                    <a:pt x="417" y="439"/>
                  </a:lnTo>
                  <a:lnTo>
                    <a:pt x="405" y="444"/>
                  </a:lnTo>
                  <a:lnTo>
                    <a:pt x="392" y="439"/>
                  </a:lnTo>
                  <a:lnTo>
                    <a:pt x="390" y="439"/>
                  </a:lnTo>
                  <a:lnTo>
                    <a:pt x="385" y="446"/>
                  </a:lnTo>
                  <a:lnTo>
                    <a:pt x="372" y="450"/>
                  </a:lnTo>
                  <a:lnTo>
                    <a:pt x="367" y="457"/>
                  </a:lnTo>
                  <a:lnTo>
                    <a:pt x="360" y="464"/>
                  </a:lnTo>
                  <a:lnTo>
                    <a:pt x="356" y="462"/>
                  </a:lnTo>
                  <a:lnTo>
                    <a:pt x="349" y="457"/>
                  </a:lnTo>
                  <a:lnTo>
                    <a:pt x="347" y="459"/>
                  </a:lnTo>
                  <a:lnTo>
                    <a:pt x="347" y="464"/>
                  </a:lnTo>
                  <a:lnTo>
                    <a:pt x="354" y="475"/>
                  </a:lnTo>
                  <a:lnTo>
                    <a:pt x="358" y="491"/>
                  </a:lnTo>
                  <a:lnTo>
                    <a:pt x="363" y="500"/>
                  </a:lnTo>
                  <a:lnTo>
                    <a:pt x="363" y="504"/>
                  </a:lnTo>
                  <a:lnTo>
                    <a:pt x="363" y="513"/>
                  </a:lnTo>
                  <a:lnTo>
                    <a:pt x="367" y="520"/>
                  </a:lnTo>
                  <a:lnTo>
                    <a:pt x="367" y="527"/>
                  </a:lnTo>
                  <a:lnTo>
                    <a:pt x="372" y="531"/>
                  </a:lnTo>
                  <a:lnTo>
                    <a:pt x="385" y="549"/>
                  </a:lnTo>
                  <a:lnTo>
                    <a:pt x="399" y="552"/>
                  </a:lnTo>
                  <a:lnTo>
                    <a:pt x="403" y="558"/>
                  </a:lnTo>
                  <a:lnTo>
                    <a:pt x="419" y="579"/>
                  </a:lnTo>
                  <a:lnTo>
                    <a:pt x="437" y="590"/>
                  </a:lnTo>
                  <a:lnTo>
                    <a:pt x="444" y="610"/>
                  </a:lnTo>
                  <a:lnTo>
                    <a:pt x="444" y="617"/>
                  </a:lnTo>
                  <a:lnTo>
                    <a:pt x="439" y="621"/>
                  </a:lnTo>
                  <a:lnTo>
                    <a:pt x="432" y="628"/>
                  </a:lnTo>
                  <a:lnTo>
                    <a:pt x="419" y="621"/>
                  </a:lnTo>
                  <a:lnTo>
                    <a:pt x="414" y="644"/>
                  </a:lnTo>
                  <a:lnTo>
                    <a:pt x="403" y="648"/>
                  </a:lnTo>
                  <a:lnTo>
                    <a:pt x="392" y="653"/>
                  </a:lnTo>
                  <a:lnTo>
                    <a:pt x="374" y="666"/>
                  </a:lnTo>
                  <a:lnTo>
                    <a:pt x="387" y="686"/>
                  </a:lnTo>
                  <a:lnTo>
                    <a:pt x="390" y="693"/>
                  </a:lnTo>
                  <a:lnTo>
                    <a:pt x="390" y="698"/>
                  </a:lnTo>
                  <a:lnTo>
                    <a:pt x="387" y="702"/>
                  </a:lnTo>
                  <a:lnTo>
                    <a:pt x="383" y="702"/>
                  </a:lnTo>
                  <a:lnTo>
                    <a:pt x="383" y="709"/>
                  </a:lnTo>
                  <a:lnTo>
                    <a:pt x="387" y="711"/>
                  </a:lnTo>
                  <a:lnTo>
                    <a:pt x="392" y="718"/>
                  </a:lnTo>
                  <a:lnTo>
                    <a:pt x="392" y="729"/>
                  </a:lnTo>
                  <a:lnTo>
                    <a:pt x="387" y="729"/>
                  </a:lnTo>
                  <a:lnTo>
                    <a:pt x="381" y="729"/>
                  </a:lnTo>
                  <a:lnTo>
                    <a:pt x="363" y="722"/>
                  </a:lnTo>
                  <a:lnTo>
                    <a:pt x="367" y="716"/>
                  </a:lnTo>
                  <a:lnTo>
                    <a:pt x="356" y="711"/>
                  </a:lnTo>
                  <a:lnTo>
                    <a:pt x="345" y="711"/>
                  </a:lnTo>
                  <a:lnTo>
                    <a:pt x="336" y="702"/>
                  </a:lnTo>
                  <a:lnTo>
                    <a:pt x="329" y="704"/>
                  </a:lnTo>
                  <a:lnTo>
                    <a:pt x="318" y="704"/>
                  </a:lnTo>
                  <a:lnTo>
                    <a:pt x="300" y="704"/>
                  </a:lnTo>
                  <a:lnTo>
                    <a:pt x="288" y="711"/>
                  </a:lnTo>
                  <a:lnTo>
                    <a:pt x="277" y="711"/>
                  </a:lnTo>
                  <a:lnTo>
                    <a:pt x="266" y="711"/>
                  </a:lnTo>
                  <a:lnTo>
                    <a:pt x="257" y="704"/>
                  </a:lnTo>
                  <a:lnTo>
                    <a:pt x="252" y="702"/>
                  </a:lnTo>
                  <a:lnTo>
                    <a:pt x="246" y="702"/>
                  </a:lnTo>
                  <a:lnTo>
                    <a:pt x="237" y="698"/>
                  </a:lnTo>
                  <a:lnTo>
                    <a:pt x="214" y="718"/>
                  </a:lnTo>
                  <a:lnTo>
                    <a:pt x="210" y="718"/>
                  </a:lnTo>
                  <a:lnTo>
                    <a:pt x="210" y="716"/>
                  </a:lnTo>
                  <a:lnTo>
                    <a:pt x="207" y="709"/>
                  </a:lnTo>
                  <a:lnTo>
                    <a:pt x="205" y="704"/>
                  </a:lnTo>
                  <a:lnTo>
                    <a:pt x="201" y="704"/>
                  </a:lnTo>
                  <a:lnTo>
                    <a:pt x="196" y="700"/>
                  </a:lnTo>
                  <a:lnTo>
                    <a:pt x="192" y="698"/>
                  </a:lnTo>
                  <a:lnTo>
                    <a:pt x="187" y="693"/>
                  </a:lnTo>
                  <a:lnTo>
                    <a:pt x="176" y="689"/>
                  </a:lnTo>
                  <a:lnTo>
                    <a:pt x="176" y="693"/>
                  </a:lnTo>
                  <a:lnTo>
                    <a:pt x="169" y="698"/>
                  </a:lnTo>
                  <a:lnTo>
                    <a:pt x="174" y="700"/>
                  </a:lnTo>
                  <a:lnTo>
                    <a:pt x="153" y="686"/>
                  </a:lnTo>
                  <a:lnTo>
                    <a:pt x="144" y="680"/>
                  </a:lnTo>
                  <a:lnTo>
                    <a:pt x="138" y="675"/>
                  </a:lnTo>
                  <a:lnTo>
                    <a:pt x="138" y="671"/>
                  </a:lnTo>
                  <a:lnTo>
                    <a:pt x="131" y="671"/>
                  </a:lnTo>
                  <a:lnTo>
                    <a:pt x="126" y="669"/>
                  </a:lnTo>
                  <a:lnTo>
                    <a:pt x="122" y="662"/>
                  </a:lnTo>
                  <a:lnTo>
                    <a:pt x="111" y="662"/>
                  </a:lnTo>
                  <a:lnTo>
                    <a:pt x="111" y="671"/>
                  </a:lnTo>
                  <a:lnTo>
                    <a:pt x="104" y="675"/>
                  </a:lnTo>
                  <a:lnTo>
                    <a:pt x="95" y="675"/>
                  </a:lnTo>
                  <a:lnTo>
                    <a:pt x="84" y="673"/>
                  </a:lnTo>
                  <a:lnTo>
                    <a:pt x="70" y="675"/>
                  </a:lnTo>
                  <a:lnTo>
                    <a:pt x="54" y="671"/>
                  </a:lnTo>
                  <a:lnTo>
                    <a:pt x="43" y="662"/>
                  </a:lnTo>
                  <a:lnTo>
                    <a:pt x="36" y="66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1" name="Freeform 35">
              <a:extLst>
                <a:ext uri="{FF2B5EF4-FFF2-40B4-BE49-F238E27FC236}">
                  <a16:creationId xmlns:a16="http://schemas.microsoft.com/office/drawing/2014/main" id="{8879BABA-A6DA-E059-CA6A-861FB0EC4603}"/>
                </a:ext>
              </a:extLst>
            </p:cNvPr>
            <p:cNvSpPr>
              <a:spLocks noChangeAspect="1"/>
            </p:cNvSpPr>
            <p:nvPr/>
          </p:nvSpPr>
          <p:spPr bwMode="auto">
            <a:xfrm>
              <a:off x="2314" y="2269"/>
              <a:ext cx="8" cy="21"/>
            </a:xfrm>
            <a:custGeom>
              <a:avLst/>
              <a:gdLst>
                <a:gd name="T0" fmla="*/ 0 w 9"/>
                <a:gd name="T1" fmla="*/ 23 h 23"/>
                <a:gd name="T2" fmla="*/ 0 w 9"/>
                <a:gd name="T3" fmla="*/ 14 h 23"/>
                <a:gd name="T4" fmla="*/ 2 w 9"/>
                <a:gd name="T5" fmla="*/ 3 h 23"/>
                <a:gd name="T6" fmla="*/ 9 w 9"/>
                <a:gd name="T7" fmla="*/ 0 h 23"/>
                <a:gd name="T8" fmla="*/ 7 w 9"/>
                <a:gd name="T9" fmla="*/ 9 h 23"/>
                <a:gd name="T10" fmla="*/ 2 w 9"/>
                <a:gd name="T11" fmla="*/ 16 h 23"/>
                <a:gd name="T12" fmla="*/ 0 w 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0" y="23"/>
                  </a:moveTo>
                  <a:lnTo>
                    <a:pt x="0" y="14"/>
                  </a:lnTo>
                  <a:lnTo>
                    <a:pt x="2" y="3"/>
                  </a:lnTo>
                  <a:lnTo>
                    <a:pt x="9" y="0"/>
                  </a:lnTo>
                  <a:lnTo>
                    <a:pt x="7" y="9"/>
                  </a:lnTo>
                  <a:lnTo>
                    <a:pt x="2" y="16"/>
                  </a:lnTo>
                  <a:lnTo>
                    <a:pt x="0" y="2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2" name="Freeform 36">
              <a:extLst>
                <a:ext uri="{FF2B5EF4-FFF2-40B4-BE49-F238E27FC236}">
                  <a16:creationId xmlns:a16="http://schemas.microsoft.com/office/drawing/2014/main" id="{A0307C91-153E-9CC4-18D4-599868BD3781}"/>
                </a:ext>
              </a:extLst>
            </p:cNvPr>
            <p:cNvSpPr>
              <a:spLocks noChangeAspect="1"/>
            </p:cNvSpPr>
            <p:nvPr/>
          </p:nvSpPr>
          <p:spPr bwMode="auto">
            <a:xfrm>
              <a:off x="2314" y="2269"/>
              <a:ext cx="8" cy="21"/>
            </a:xfrm>
            <a:custGeom>
              <a:avLst/>
              <a:gdLst>
                <a:gd name="T0" fmla="*/ 0 w 9"/>
                <a:gd name="T1" fmla="*/ 23 h 23"/>
                <a:gd name="T2" fmla="*/ 0 w 9"/>
                <a:gd name="T3" fmla="*/ 14 h 23"/>
                <a:gd name="T4" fmla="*/ 2 w 9"/>
                <a:gd name="T5" fmla="*/ 3 h 23"/>
                <a:gd name="T6" fmla="*/ 9 w 9"/>
                <a:gd name="T7" fmla="*/ 0 h 23"/>
                <a:gd name="T8" fmla="*/ 7 w 9"/>
                <a:gd name="T9" fmla="*/ 9 h 23"/>
                <a:gd name="T10" fmla="*/ 2 w 9"/>
                <a:gd name="T11" fmla="*/ 16 h 23"/>
                <a:gd name="T12" fmla="*/ 0 w 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0" y="23"/>
                  </a:moveTo>
                  <a:lnTo>
                    <a:pt x="0" y="14"/>
                  </a:lnTo>
                  <a:lnTo>
                    <a:pt x="2" y="3"/>
                  </a:lnTo>
                  <a:lnTo>
                    <a:pt x="9" y="0"/>
                  </a:lnTo>
                  <a:lnTo>
                    <a:pt x="7" y="9"/>
                  </a:lnTo>
                  <a:lnTo>
                    <a:pt x="2" y="16"/>
                  </a:lnTo>
                  <a:lnTo>
                    <a:pt x="0" y="2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3" name="Freeform 37">
              <a:extLst>
                <a:ext uri="{FF2B5EF4-FFF2-40B4-BE49-F238E27FC236}">
                  <a16:creationId xmlns:a16="http://schemas.microsoft.com/office/drawing/2014/main" id="{A21B36D4-15A8-625B-1DBD-0BCADA5B967B}"/>
                </a:ext>
              </a:extLst>
            </p:cNvPr>
            <p:cNvSpPr>
              <a:spLocks noChangeAspect="1"/>
            </p:cNvSpPr>
            <p:nvPr/>
          </p:nvSpPr>
          <p:spPr bwMode="auto">
            <a:xfrm>
              <a:off x="2321" y="2292"/>
              <a:ext cx="3" cy="10"/>
            </a:xfrm>
            <a:custGeom>
              <a:avLst/>
              <a:gdLst>
                <a:gd name="T0" fmla="*/ 4 w 4"/>
                <a:gd name="T1" fmla="*/ 11 h 11"/>
                <a:gd name="T2" fmla="*/ 0 w 4"/>
                <a:gd name="T3" fmla="*/ 11 h 11"/>
                <a:gd name="T4" fmla="*/ 0 w 4"/>
                <a:gd name="T5" fmla="*/ 5 h 11"/>
                <a:gd name="T6" fmla="*/ 2 w 4"/>
                <a:gd name="T7" fmla="*/ 0 h 11"/>
                <a:gd name="T8" fmla="*/ 4 w 4"/>
                <a:gd name="T9" fmla="*/ 0 h 11"/>
                <a:gd name="T10" fmla="*/ 4 w 4"/>
                <a:gd name="T11" fmla="*/ 9 h 11"/>
                <a:gd name="T12" fmla="*/ 4 w 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4" y="11"/>
                  </a:moveTo>
                  <a:lnTo>
                    <a:pt x="0" y="11"/>
                  </a:lnTo>
                  <a:lnTo>
                    <a:pt x="0" y="5"/>
                  </a:lnTo>
                  <a:lnTo>
                    <a:pt x="2" y="0"/>
                  </a:lnTo>
                  <a:lnTo>
                    <a:pt x="4" y="0"/>
                  </a:lnTo>
                  <a:lnTo>
                    <a:pt x="4" y="9"/>
                  </a:lnTo>
                  <a:lnTo>
                    <a:pt x="4" y="1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4" name="Freeform 38">
              <a:extLst>
                <a:ext uri="{FF2B5EF4-FFF2-40B4-BE49-F238E27FC236}">
                  <a16:creationId xmlns:a16="http://schemas.microsoft.com/office/drawing/2014/main" id="{0F9AFFEB-CF9F-236A-3428-BADDF4BDDEF2}"/>
                </a:ext>
              </a:extLst>
            </p:cNvPr>
            <p:cNvSpPr>
              <a:spLocks noChangeAspect="1"/>
            </p:cNvSpPr>
            <p:nvPr/>
          </p:nvSpPr>
          <p:spPr bwMode="auto">
            <a:xfrm>
              <a:off x="2321" y="2292"/>
              <a:ext cx="3" cy="10"/>
            </a:xfrm>
            <a:custGeom>
              <a:avLst/>
              <a:gdLst>
                <a:gd name="T0" fmla="*/ 4 w 4"/>
                <a:gd name="T1" fmla="*/ 11 h 11"/>
                <a:gd name="T2" fmla="*/ 0 w 4"/>
                <a:gd name="T3" fmla="*/ 11 h 11"/>
                <a:gd name="T4" fmla="*/ 0 w 4"/>
                <a:gd name="T5" fmla="*/ 5 h 11"/>
                <a:gd name="T6" fmla="*/ 2 w 4"/>
                <a:gd name="T7" fmla="*/ 0 h 11"/>
                <a:gd name="T8" fmla="*/ 4 w 4"/>
                <a:gd name="T9" fmla="*/ 0 h 11"/>
                <a:gd name="T10" fmla="*/ 4 w 4"/>
                <a:gd name="T11" fmla="*/ 9 h 11"/>
                <a:gd name="T12" fmla="*/ 4 w 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4" y="11"/>
                  </a:moveTo>
                  <a:lnTo>
                    <a:pt x="0" y="11"/>
                  </a:lnTo>
                  <a:lnTo>
                    <a:pt x="0" y="5"/>
                  </a:lnTo>
                  <a:lnTo>
                    <a:pt x="2" y="0"/>
                  </a:lnTo>
                  <a:lnTo>
                    <a:pt x="4" y="0"/>
                  </a:lnTo>
                  <a:lnTo>
                    <a:pt x="4" y="9"/>
                  </a:lnTo>
                  <a:lnTo>
                    <a:pt x="4" y="1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5" name="Freeform 39">
              <a:extLst>
                <a:ext uri="{FF2B5EF4-FFF2-40B4-BE49-F238E27FC236}">
                  <a16:creationId xmlns:a16="http://schemas.microsoft.com/office/drawing/2014/main" id="{D440413F-AFF3-BEC0-E7A1-64F5C09A1B05}"/>
                </a:ext>
              </a:extLst>
            </p:cNvPr>
            <p:cNvSpPr>
              <a:spLocks noChangeAspect="1"/>
            </p:cNvSpPr>
            <p:nvPr/>
          </p:nvSpPr>
          <p:spPr bwMode="auto">
            <a:xfrm>
              <a:off x="2555" y="2374"/>
              <a:ext cx="17" cy="26"/>
            </a:xfrm>
            <a:custGeom>
              <a:avLst/>
              <a:gdLst>
                <a:gd name="T0" fmla="*/ 20 w 20"/>
                <a:gd name="T1" fmla="*/ 32 h 32"/>
                <a:gd name="T2" fmla="*/ 4 w 20"/>
                <a:gd name="T3" fmla="*/ 30 h 32"/>
                <a:gd name="T4" fmla="*/ 6 w 20"/>
                <a:gd name="T5" fmla="*/ 18 h 32"/>
                <a:gd name="T6" fmla="*/ 13 w 20"/>
                <a:gd name="T7" fmla="*/ 12 h 32"/>
                <a:gd name="T8" fmla="*/ 4 w 20"/>
                <a:gd name="T9" fmla="*/ 9 h 32"/>
                <a:gd name="T10" fmla="*/ 4 w 20"/>
                <a:gd name="T11" fmla="*/ 5 h 32"/>
                <a:gd name="T12" fmla="*/ 2 w 20"/>
                <a:gd name="T13" fmla="*/ 3 h 32"/>
                <a:gd name="T14" fmla="*/ 0 w 20"/>
                <a:gd name="T15" fmla="*/ 0 h 32"/>
                <a:gd name="T16" fmla="*/ 4 w 20"/>
                <a:gd name="T17" fmla="*/ 0 h 32"/>
                <a:gd name="T18" fmla="*/ 9 w 20"/>
                <a:gd name="T19" fmla="*/ 7 h 32"/>
                <a:gd name="T20" fmla="*/ 18 w 20"/>
                <a:gd name="T21" fmla="*/ 12 h 32"/>
                <a:gd name="T22" fmla="*/ 20 w 20"/>
                <a:gd name="T23" fmla="*/ 18 h 32"/>
                <a:gd name="T24" fmla="*/ 20 w 20"/>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2">
                  <a:moveTo>
                    <a:pt x="20" y="32"/>
                  </a:moveTo>
                  <a:lnTo>
                    <a:pt x="4" y="30"/>
                  </a:lnTo>
                  <a:lnTo>
                    <a:pt x="6" y="18"/>
                  </a:lnTo>
                  <a:lnTo>
                    <a:pt x="13" y="12"/>
                  </a:lnTo>
                  <a:lnTo>
                    <a:pt x="4" y="9"/>
                  </a:lnTo>
                  <a:lnTo>
                    <a:pt x="4" y="5"/>
                  </a:lnTo>
                  <a:lnTo>
                    <a:pt x="2" y="3"/>
                  </a:lnTo>
                  <a:lnTo>
                    <a:pt x="0" y="0"/>
                  </a:lnTo>
                  <a:lnTo>
                    <a:pt x="4" y="0"/>
                  </a:lnTo>
                  <a:lnTo>
                    <a:pt x="9" y="7"/>
                  </a:lnTo>
                  <a:lnTo>
                    <a:pt x="18" y="12"/>
                  </a:lnTo>
                  <a:lnTo>
                    <a:pt x="20" y="18"/>
                  </a:lnTo>
                  <a:lnTo>
                    <a:pt x="20" y="3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6" name="Freeform 40">
              <a:extLst>
                <a:ext uri="{FF2B5EF4-FFF2-40B4-BE49-F238E27FC236}">
                  <a16:creationId xmlns:a16="http://schemas.microsoft.com/office/drawing/2014/main" id="{95DEC070-1B4F-26E3-3588-CA57605D6059}"/>
                </a:ext>
              </a:extLst>
            </p:cNvPr>
            <p:cNvSpPr>
              <a:spLocks noChangeAspect="1"/>
            </p:cNvSpPr>
            <p:nvPr/>
          </p:nvSpPr>
          <p:spPr bwMode="auto">
            <a:xfrm>
              <a:off x="2555" y="2374"/>
              <a:ext cx="17" cy="26"/>
            </a:xfrm>
            <a:custGeom>
              <a:avLst/>
              <a:gdLst>
                <a:gd name="T0" fmla="*/ 20 w 20"/>
                <a:gd name="T1" fmla="*/ 32 h 32"/>
                <a:gd name="T2" fmla="*/ 4 w 20"/>
                <a:gd name="T3" fmla="*/ 30 h 32"/>
                <a:gd name="T4" fmla="*/ 6 w 20"/>
                <a:gd name="T5" fmla="*/ 18 h 32"/>
                <a:gd name="T6" fmla="*/ 13 w 20"/>
                <a:gd name="T7" fmla="*/ 12 h 32"/>
                <a:gd name="T8" fmla="*/ 4 w 20"/>
                <a:gd name="T9" fmla="*/ 9 h 32"/>
                <a:gd name="T10" fmla="*/ 4 w 20"/>
                <a:gd name="T11" fmla="*/ 5 h 32"/>
                <a:gd name="T12" fmla="*/ 2 w 20"/>
                <a:gd name="T13" fmla="*/ 3 h 32"/>
                <a:gd name="T14" fmla="*/ 0 w 20"/>
                <a:gd name="T15" fmla="*/ 0 h 32"/>
                <a:gd name="T16" fmla="*/ 4 w 20"/>
                <a:gd name="T17" fmla="*/ 0 h 32"/>
                <a:gd name="T18" fmla="*/ 9 w 20"/>
                <a:gd name="T19" fmla="*/ 7 h 32"/>
                <a:gd name="T20" fmla="*/ 18 w 20"/>
                <a:gd name="T21" fmla="*/ 12 h 32"/>
                <a:gd name="T22" fmla="*/ 20 w 20"/>
                <a:gd name="T23" fmla="*/ 18 h 32"/>
                <a:gd name="T24" fmla="*/ 20 w 20"/>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2">
                  <a:moveTo>
                    <a:pt x="20" y="32"/>
                  </a:moveTo>
                  <a:lnTo>
                    <a:pt x="4" y="30"/>
                  </a:lnTo>
                  <a:lnTo>
                    <a:pt x="6" y="18"/>
                  </a:lnTo>
                  <a:lnTo>
                    <a:pt x="13" y="12"/>
                  </a:lnTo>
                  <a:lnTo>
                    <a:pt x="4" y="9"/>
                  </a:lnTo>
                  <a:lnTo>
                    <a:pt x="4" y="5"/>
                  </a:lnTo>
                  <a:lnTo>
                    <a:pt x="2" y="3"/>
                  </a:lnTo>
                  <a:lnTo>
                    <a:pt x="0" y="0"/>
                  </a:lnTo>
                  <a:lnTo>
                    <a:pt x="4" y="0"/>
                  </a:lnTo>
                  <a:lnTo>
                    <a:pt x="9" y="7"/>
                  </a:lnTo>
                  <a:lnTo>
                    <a:pt x="18" y="12"/>
                  </a:lnTo>
                  <a:lnTo>
                    <a:pt x="20" y="18"/>
                  </a:lnTo>
                  <a:lnTo>
                    <a:pt x="20" y="3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7" name="Freeform 41">
              <a:extLst>
                <a:ext uri="{FF2B5EF4-FFF2-40B4-BE49-F238E27FC236}">
                  <a16:creationId xmlns:a16="http://schemas.microsoft.com/office/drawing/2014/main" id="{4780902B-9FA7-D586-E3A6-ED440E6317A1}"/>
                </a:ext>
              </a:extLst>
            </p:cNvPr>
            <p:cNvSpPr>
              <a:spLocks noChangeAspect="1"/>
            </p:cNvSpPr>
            <p:nvPr/>
          </p:nvSpPr>
          <p:spPr bwMode="auto">
            <a:xfrm>
              <a:off x="2532" y="2329"/>
              <a:ext cx="27" cy="36"/>
            </a:xfrm>
            <a:custGeom>
              <a:avLst/>
              <a:gdLst>
                <a:gd name="T0" fmla="*/ 27 w 31"/>
                <a:gd name="T1" fmla="*/ 40 h 40"/>
                <a:gd name="T2" fmla="*/ 20 w 31"/>
                <a:gd name="T3" fmla="*/ 38 h 40"/>
                <a:gd name="T4" fmla="*/ 18 w 31"/>
                <a:gd name="T5" fmla="*/ 31 h 40"/>
                <a:gd name="T6" fmla="*/ 9 w 31"/>
                <a:gd name="T7" fmla="*/ 40 h 40"/>
                <a:gd name="T8" fmla="*/ 0 w 31"/>
                <a:gd name="T9" fmla="*/ 38 h 40"/>
                <a:gd name="T10" fmla="*/ 0 w 31"/>
                <a:gd name="T11" fmla="*/ 24 h 40"/>
                <a:gd name="T12" fmla="*/ 2 w 31"/>
                <a:gd name="T13" fmla="*/ 24 h 40"/>
                <a:gd name="T14" fmla="*/ 0 w 31"/>
                <a:gd name="T15" fmla="*/ 18 h 40"/>
                <a:gd name="T16" fmla="*/ 0 w 31"/>
                <a:gd name="T17" fmla="*/ 15 h 40"/>
                <a:gd name="T18" fmla="*/ 4 w 31"/>
                <a:gd name="T19" fmla="*/ 13 h 40"/>
                <a:gd name="T20" fmla="*/ 6 w 31"/>
                <a:gd name="T21" fmla="*/ 13 h 40"/>
                <a:gd name="T22" fmla="*/ 9 w 31"/>
                <a:gd name="T23" fmla="*/ 15 h 40"/>
                <a:gd name="T24" fmla="*/ 18 w 31"/>
                <a:gd name="T25" fmla="*/ 15 h 40"/>
                <a:gd name="T26" fmla="*/ 13 w 31"/>
                <a:gd name="T27" fmla="*/ 11 h 40"/>
                <a:gd name="T28" fmla="*/ 6 w 31"/>
                <a:gd name="T29" fmla="*/ 11 h 40"/>
                <a:gd name="T30" fmla="*/ 4 w 31"/>
                <a:gd name="T31" fmla="*/ 6 h 40"/>
                <a:gd name="T32" fmla="*/ 6 w 31"/>
                <a:gd name="T33" fmla="*/ 2 h 40"/>
                <a:gd name="T34" fmla="*/ 13 w 31"/>
                <a:gd name="T35" fmla="*/ 0 h 40"/>
                <a:gd name="T36" fmla="*/ 15 w 31"/>
                <a:gd name="T37" fmla="*/ 4 h 40"/>
                <a:gd name="T38" fmla="*/ 20 w 31"/>
                <a:gd name="T39" fmla="*/ 11 h 40"/>
                <a:gd name="T40" fmla="*/ 22 w 31"/>
                <a:gd name="T41" fmla="*/ 15 h 40"/>
                <a:gd name="T42" fmla="*/ 20 w 31"/>
                <a:gd name="T43" fmla="*/ 18 h 40"/>
                <a:gd name="T44" fmla="*/ 20 w 31"/>
                <a:gd name="T45" fmla="*/ 24 h 40"/>
                <a:gd name="T46" fmla="*/ 22 w 31"/>
                <a:gd name="T47" fmla="*/ 29 h 40"/>
                <a:gd name="T48" fmla="*/ 31 w 31"/>
                <a:gd name="T49" fmla="*/ 31 h 40"/>
                <a:gd name="T50" fmla="*/ 31 w 31"/>
                <a:gd name="T51" fmla="*/ 33 h 40"/>
                <a:gd name="T52" fmla="*/ 27 w 31"/>
                <a:gd name="T53" fmla="*/ 38 h 40"/>
                <a:gd name="T54" fmla="*/ 27 w 31"/>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40">
                  <a:moveTo>
                    <a:pt x="27" y="40"/>
                  </a:moveTo>
                  <a:lnTo>
                    <a:pt x="20" y="38"/>
                  </a:lnTo>
                  <a:lnTo>
                    <a:pt x="18" y="31"/>
                  </a:lnTo>
                  <a:lnTo>
                    <a:pt x="9" y="40"/>
                  </a:lnTo>
                  <a:lnTo>
                    <a:pt x="0" y="38"/>
                  </a:lnTo>
                  <a:lnTo>
                    <a:pt x="0" y="24"/>
                  </a:lnTo>
                  <a:lnTo>
                    <a:pt x="2" y="24"/>
                  </a:lnTo>
                  <a:lnTo>
                    <a:pt x="0" y="18"/>
                  </a:lnTo>
                  <a:lnTo>
                    <a:pt x="0" y="15"/>
                  </a:lnTo>
                  <a:lnTo>
                    <a:pt x="4" y="13"/>
                  </a:lnTo>
                  <a:lnTo>
                    <a:pt x="6" y="13"/>
                  </a:lnTo>
                  <a:lnTo>
                    <a:pt x="9" y="15"/>
                  </a:lnTo>
                  <a:lnTo>
                    <a:pt x="18" y="15"/>
                  </a:lnTo>
                  <a:lnTo>
                    <a:pt x="13" y="11"/>
                  </a:lnTo>
                  <a:lnTo>
                    <a:pt x="6" y="11"/>
                  </a:lnTo>
                  <a:lnTo>
                    <a:pt x="4" y="6"/>
                  </a:lnTo>
                  <a:lnTo>
                    <a:pt x="6" y="2"/>
                  </a:lnTo>
                  <a:lnTo>
                    <a:pt x="13" y="0"/>
                  </a:lnTo>
                  <a:lnTo>
                    <a:pt x="15" y="4"/>
                  </a:lnTo>
                  <a:lnTo>
                    <a:pt x="20" y="11"/>
                  </a:lnTo>
                  <a:lnTo>
                    <a:pt x="22" y="15"/>
                  </a:lnTo>
                  <a:lnTo>
                    <a:pt x="20" y="18"/>
                  </a:lnTo>
                  <a:lnTo>
                    <a:pt x="20" y="24"/>
                  </a:lnTo>
                  <a:lnTo>
                    <a:pt x="22" y="29"/>
                  </a:lnTo>
                  <a:lnTo>
                    <a:pt x="31" y="31"/>
                  </a:lnTo>
                  <a:lnTo>
                    <a:pt x="31" y="33"/>
                  </a:lnTo>
                  <a:lnTo>
                    <a:pt x="27" y="38"/>
                  </a:lnTo>
                  <a:lnTo>
                    <a:pt x="27" y="4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8" name="Freeform 42">
              <a:extLst>
                <a:ext uri="{FF2B5EF4-FFF2-40B4-BE49-F238E27FC236}">
                  <a16:creationId xmlns:a16="http://schemas.microsoft.com/office/drawing/2014/main" id="{9F18BB7C-E511-E5F9-BF93-7B1257D6870A}"/>
                </a:ext>
              </a:extLst>
            </p:cNvPr>
            <p:cNvSpPr>
              <a:spLocks noChangeAspect="1"/>
            </p:cNvSpPr>
            <p:nvPr/>
          </p:nvSpPr>
          <p:spPr bwMode="auto">
            <a:xfrm>
              <a:off x="2532" y="2329"/>
              <a:ext cx="27" cy="36"/>
            </a:xfrm>
            <a:custGeom>
              <a:avLst/>
              <a:gdLst>
                <a:gd name="T0" fmla="*/ 27 w 31"/>
                <a:gd name="T1" fmla="*/ 40 h 40"/>
                <a:gd name="T2" fmla="*/ 20 w 31"/>
                <a:gd name="T3" fmla="*/ 38 h 40"/>
                <a:gd name="T4" fmla="*/ 18 w 31"/>
                <a:gd name="T5" fmla="*/ 31 h 40"/>
                <a:gd name="T6" fmla="*/ 9 w 31"/>
                <a:gd name="T7" fmla="*/ 40 h 40"/>
                <a:gd name="T8" fmla="*/ 0 w 31"/>
                <a:gd name="T9" fmla="*/ 38 h 40"/>
                <a:gd name="T10" fmla="*/ 0 w 31"/>
                <a:gd name="T11" fmla="*/ 24 h 40"/>
                <a:gd name="T12" fmla="*/ 2 w 31"/>
                <a:gd name="T13" fmla="*/ 24 h 40"/>
                <a:gd name="T14" fmla="*/ 0 w 31"/>
                <a:gd name="T15" fmla="*/ 18 h 40"/>
                <a:gd name="T16" fmla="*/ 0 w 31"/>
                <a:gd name="T17" fmla="*/ 15 h 40"/>
                <a:gd name="T18" fmla="*/ 4 w 31"/>
                <a:gd name="T19" fmla="*/ 13 h 40"/>
                <a:gd name="T20" fmla="*/ 6 w 31"/>
                <a:gd name="T21" fmla="*/ 13 h 40"/>
                <a:gd name="T22" fmla="*/ 9 w 31"/>
                <a:gd name="T23" fmla="*/ 15 h 40"/>
                <a:gd name="T24" fmla="*/ 18 w 31"/>
                <a:gd name="T25" fmla="*/ 15 h 40"/>
                <a:gd name="T26" fmla="*/ 13 w 31"/>
                <a:gd name="T27" fmla="*/ 11 h 40"/>
                <a:gd name="T28" fmla="*/ 6 w 31"/>
                <a:gd name="T29" fmla="*/ 11 h 40"/>
                <a:gd name="T30" fmla="*/ 4 w 31"/>
                <a:gd name="T31" fmla="*/ 6 h 40"/>
                <a:gd name="T32" fmla="*/ 6 w 31"/>
                <a:gd name="T33" fmla="*/ 2 h 40"/>
                <a:gd name="T34" fmla="*/ 13 w 31"/>
                <a:gd name="T35" fmla="*/ 0 h 40"/>
                <a:gd name="T36" fmla="*/ 15 w 31"/>
                <a:gd name="T37" fmla="*/ 4 h 40"/>
                <a:gd name="T38" fmla="*/ 20 w 31"/>
                <a:gd name="T39" fmla="*/ 11 h 40"/>
                <a:gd name="T40" fmla="*/ 22 w 31"/>
                <a:gd name="T41" fmla="*/ 15 h 40"/>
                <a:gd name="T42" fmla="*/ 20 w 31"/>
                <a:gd name="T43" fmla="*/ 18 h 40"/>
                <a:gd name="T44" fmla="*/ 20 w 31"/>
                <a:gd name="T45" fmla="*/ 24 h 40"/>
                <a:gd name="T46" fmla="*/ 22 w 31"/>
                <a:gd name="T47" fmla="*/ 29 h 40"/>
                <a:gd name="T48" fmla="*/ 31 w 31"/>
                <a:gd name="T49" fmla="*/ 31 h 40"/>
                <a:gd name="T50" fmla="*/ 31 w 31"/>
                <a:gd name="T51" fmla="*/ 33 h 40"/>
                <a:gd name="T52" fmla="*/ 27 w 31"/>
                <a:gd name="T53" fmla="*/ 38 h 40"/>
                <a:gd name="T54" fmla="*/ 27 w 31"/>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 h="40">
                  <a:moveTo>
                    <a:pt x="27" y="40"/>
                  </a:moveTo>
                  <a:lnTo>
                    <a:pt x="20" y="38"/>
                  </a:lnTo>
                  <a:lnTo>
                    <a:pt x="18" y="31"/>
                  </a:lnTo>
                  <a:lnTo>
                    <a:pt x="9" y="40"/>
                  </a:lnTo>
                  <a:lnTo>
                    <a:pt x="0" y="38"/>
                  </a:lnTo>
                  <a:lnTo>
                    <a:pt x="0" y="24"/>
                  </a:lnTo>
                  <a:lnTo>
                    <a:pt x="2" y="24"/>
                  </a:lnTo>
                  <a:lnTo>
                    <a:pt x="0" y="18"/>
                  </a:lnTo>
                  <a:lnTo>
                    <a:pt x="0" y="15"/>
                  </a:lnTo>
                  <a:lnTo>
                    <a:pt x="4" y="13"/>
                  </a:lnTo>
                  <a:lnTo>
                    <a:pt x="6" y="13"/>
                  </a:lnTo>
                  <a:lnTo>
                    <a:pt x="9" y="15"/>
                  </a:lnTo>
                  <a:lnTo>
                    <a:pt x="18" y="15"/>
                  </a:lnTo>
                  <a:lnTo>
                    <a:pt x="13" y="11"/>
                  </a:lnTo>
                  <a:lnTo>
                    <a:pt x="6" y="11"/>
                  </a:lnTo>
                  <a:lnTo>
                    <a:pt x="4" y="6"/>
                  </a:lnTo>
                  <a:lnTo>
                    <a:pt x="6" y="2"/>
                  </a:lnTo>
                  <a:lnTo>
                    <a:pt x="13" y="0"/>
                  </a:lnTo>
                  <a:lnTo>
                    <a:pt x="15" y="4"/>
                  </a:lnTo>
                  <a:lnTo>
                    <a:pt x="20" y="11"/>
                  </a:lnTo>
                  <a:lnTo>
                    <a:pt x="22" y="15"/>
                  </a:lnTo>
                  <a:lnTo>
                    <a:pt x="20" y="18"/>
                  </a:lnTo>
                  <a:lnTo>
                    <a:pt x="20" y="24"/>
                  </a:lnTo>
                  <a:lnTo>
                    <a:pt x="22" y="29"/>
                  </a:lnTo>
                  <a:lnTo>
                    <a:pt x="31" y="31"/>
                  </a:lnTo>
                  <a:lnTo>
                    <a:pt x="31" y="33"/>
                  </a:lnTo>
                  <a:lnTo>
                    <a:pt x="27" y="38"/>
                  </a:lnTo>
                  <a:lnTo>
                    <a:pt x="27" y="4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39" name="Freeform 43">
              <a:extLst>
                <a:ext uri="{FF2B5EF4-FFF2-40B4-BE49-F238E27FC236}">
                  <a16:creationId xmlns:a16="http://schemas.microsoft.com/office/drawing/2014/main" id="{D2831601-F5A4-01EE-066B-EFFFC8C60F48}"/>
                </a:ext>
              </a:extLst>
            </p:cNvPr>
            <p:cNvSpPr>
              <a:spLocks noChangeAspect="1"/>
            </p:cNvSpPr>
            <p:nvPr/>
          </p:nvSpPr>
          <p:spPr bwMode="auto">
            <a:xfrm>
              <a:off x="2430" y="2333"/>
              <a:ext cx="12" cy="8"/>
            </a:xfrm>
            <a:custGeom>
              <a:avLst/>
              <a:gdLst>
                <a:gd name="T0" fmla="*/ 14 w 14"/>
                <a:gd name="T1" fmla="*/ 9 h 9"/>
                <a:gd name="T2" fmla="*/ 0 w 14"/>
                <a:gd name="T3" fmla="*/ 9 h 9"/>
                <a:gd name="T4" fmla="*/ 0 w 14"/>
                <a:gd name="T5" fmla="*/ 0 h 9"/>
                <a:gd name="T6" fmla="*/ 5 w 14"/>
                <a:gd name="T7" fmla="*/ 0 h 9"/>
                <a:gd name="T8" fmla="*/ 9 w 14"/>
                <a:gd name="T9" fmla="*/ 2 h 9"/>
                <a:gd name="T10" fmla="*/ 11 w 14"/>
                <a:gd name="T11" fmla="*/ 7 h 9"/>
                <a:gd name="T12" fmla="*/ 14 w 14"/>
                <a:gd name="T13" fmla="*/ 7 h 9"/>
                <a:gd name="T14" fmla="*/ 14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4" y="9"/>
                  </a:moveTo>
                  <a:lnTo>
                    <a:pt x="0" y="9"/>
                  </a:lnTo>
                  <a:lnTo>
                    <a:pt x="0" y="0"/>
                  </a:lnTo>
                  <a:lnTo>
                    <a:pt x="5" y="0"/>
                  </a:lnTo>
                  <a:lnTo>
                    <a:pt x="9" y="2"/>
                  </a:lnTo>
                  <a:lnTo>
                    <a:pt x="11" y="7"/>
                  </a:lnTo>
                  <a:lnTo>
                    <a:pt x="14" y="7"/>
                  </a:lnTo>
                  <a:lnTo>
                    <a:pt x="14" y="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0" name="Freeform 44">
              <a:extLst>
                <a:ext uri="{FF2B5EF4-FFF2-40B4-BE49-F238E27FC236}">
                  <a16:creationId xmlns:a16="http://schemas.microsoft.com/office/drawing/2014/main" id="{2446C110-3635-AA3E-2E96-6ACA0A8DD6E2}"/>
                </a:ext>
              </a:extLst>
            </p:cNvPr>
            <p:cNvSpPr>
              <a:spLocks noChangeAspect="1"/>
            </p:cNvSpPr>
            <p:nvPr/>
          </p:nvSpPr>
          <p:spPr bwMode="auto">
            <a:xfrm>
              <a:off x="2430" y="2333"/>
              <a:ext cx="12" cy="8"/>
            </a:xfrm>
            <a:custGeom>
              <a:avLst/>
              <a:gdLst>
                <a:gd name="T0" fmla="*/ 14 w 14"/>
                <a:gd name="T1" fmla="*/ 9 h 9"/>
                <a:gd name="T2" fmla="*/ 0 w 14"/>
                <a:gd name="T3" fmla="*/ 9 h 9"/>
                <a:gd name="T4" fmla="*/ 0 w 14"/>
                <a:gd name="T5" fmla="*/ 0 h 9"/>
                <a:gd name="T6" fmla="*/ 5 w 14"/>
                <a:gd name="T7" fmla="*/ 0 h 9"/>
                <a:gd name="T8" fmla="*/ 9 w 14"/>
                <a:gd name="T9" fmla="*/ 2 h 9"/>
                <a:gd name="T10" fmla="*/ 11 w 14"/>
                <a:gd name="T11" fmla="*/ 7 h 9"/>
                <a:gd name="T12" fmla="*/ 14 w 14"/>
                <a:gd name="T13" fmla="*/ 7 h 9"/>
                <a:gd name="T14" fmla="*/ 14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4" y="9"/>
                  </a:moveTo>
                  <a:lnTo>
                    <a:pt x="0" y="9"/>
                  </a:lnTo>
                  <a:lnTo>
                    <a:pt x="0" y="0"/>
                  </a:lnTo>
                  <a:lnTo>
                    <a:pt x="5" y="0"/>
                  </a:lnTo>
                  <a:lnTo>
                    <a:pt x="9" y="2"/>
                  </a:lnTo>
                  <a:lnTo>
                    <a:pt x="11" y="7"/>
                  </a:lnTo>
                  <a:lnTo>
                    <a:pt x="14" y="7"/>
                  </a:lnTo>
                  <a:lnTo>
                    <a:pt x="14"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1" name="Freeform 45">
              <a:extLst>
                <a:ext uri="{FF2B5EF4-FFF2-40B4-BE49-F238E27FC236}">
                  <a16:creationId xmlns:a16="http://schemas.microsoft.com/office/drawing/2014/main" id="{8D84F1B1-13CF-B2C7-9BBE-6EECBC70D901}"/>
                </a:ext>
              </a:extLst>
            </p:cNvPr>
            <p:cNvSpPr>
              <a:spLocks noChangeAspect="1"/>
            </p:cNvSpPr>
            <p:nvPr/>
          </p:nvSpPr>
          <p:spPr bwMode="auto">
            <a:xfrm>
              <a:off x="2572" y="2395"/>
              <a:ext cx="23" cy="46"/>
            </a:xfrm>
            <a:custGeom>
              <a:avLst/>
              <a:gdLst>
                <a:gd name="T0" fmla="*/ 0 w 27"/>
                <a:gd name="T1" fmla="*/ 18 h 51"/>
                <a:gd name="T2" fmla="*/ 11 w 27"/>
                <a:gd name="T3" fmla="*/ 27 h 51"/>
                <a:gd name="T4" fmla="*/ 16 w 27"/>
                <a:gd name="T5" fmla="*/ 38 h 51"/>
                <a:gd name="T6" fmla="*/ 20 w 27"/>
                <a:gd name="T7" fmla="*/ 45 h 51"/>
                <a:gd name="T8" fmla="*/ 22 w 27"/>
                <a:gd name="T9" fmla="*/ 51 h 51"/>
                <a:gd name="T10" fmla="*/ 25 w 27"/>
                <a:gd name="T11" fmla="*/ 45 h 51"/>
                <a:gd name="T12" fmla="*/ 22 w 27"/>
                <a:gd name="T13" fmla="*/ 38 h 51"/>
                <a:gd name="T14" fmla="*/ 20 w 27"/>
                <a:gd name="T15" fmla="*/ 27 h 51"/>
                <a:gd name="T16" fmla="*/ 25 w 27"/>
                <a:gd name="T17" fmla="*/ 13 h 51"/>
                <a:gd name="T18" fmla="*/ 27 w 27"/>
                <a:gd name="T19" fmla="*/ 9 h 51"/>
                <a:gd name="T20" fmla="*/ 27 w 27"/>
                <a:gd name="T21" fmla="*/ 0 h 51"/>
                <a:gd name="T22" fmla="*/ 25 w 27"/>
                <a:gd name="T23" fmla="*/ 2 h 51"/>
                <a:gd name="T24" fmla="*/ 22 w 27"/>
                <a:gd name="T25" fmla="*/ 9 h 51"/>
                <a:gd name="T26" fmla="*/ 20 w 27"/>
                <a:gd name="T27" fmla="*/ 11 h 51"/>
                <a:gd name="T28" fmla="*/ 13 w 27"/>
                <a:gd name="T29" fmla="*/ 11 h 51"/>
                <a:gd name="T30" fmla="*/ 11 w 27"/>
                <a:gd name="T31" fmla="*/ 4 h 51"/>
                <a:gd name="T32" fmla="*/ 9 w 27"/>
                <a:gd name="T33" fmla="*/ 11 h 51"/>
                <a:gd name="T34" fmla="*/ 2 w 27"/>
                <a:gd name="T35" fmla="*/ 13 h 51"/>
                <a:gd name="T36" fmla="*/ 0 w 27"/>
                <a:gd name="T37" fmla="*/ 11 h 51"/>
                <a:gd name="T38" fmla="*/ 0 w 27"/>
                <a:gd name="T39"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51">
                  <a:moveTo>
                    <a:pt x="0" y="18"/>
                  </a:moveTo>
                  <a:lnTo>
                    <a:pt x="11" y="27"/>
                  </a:lnTo>
                  <a:lnTo>
                    <a:pt x="16" y="38"/>
                  </a:lnTo>
                  <a:lnTo>
                    <a:pt x="20" y="45"/>
                  </a:lnTo>
                  <a:lnTo>
                    <a:pt x="22" y="51"/>
                  </a:lnTo>
                  <a:lnTo>
                    <a:pt x="25" y="45"/>
                  </a:lnTo>
                  <a:lnTo>
                    <a:pt x="22" y="38"/>
                  </a:lnTo>
                  <a:lnTo>
                    <a:pt x="20" y="27"/>
                  </a:lnTo>
                  <a:lnTo>
                    <a:pt x="25" y="13"/>
                  </a:lnTo>
                  <a:lnTo>
                    <a:pt x="27" y="9"/>
                  </a:lnTo>
                  <a:lnTo>
                    <a:pt x="27" y="0"/>
                  </a:lnTo>
                  <a:lnTo>
                    <a:pt x="25" y="2"/>
                  </a:lnTo>
                  <a:lnTo>
                    <a:pt x="22" y="9"/>
                  </a:lnTo>
                  <a:lnTo>
                    <a:pt x="20" y="11"/>
                  </a:lnTo>
                  <a:lnTo>
                    <a:pt x="13" y="11"/>
                  </a:lnTo>
                  <a:lnTo>
                    <a:pt x="11" y="4"/>
                  </a:lnTo>
                  <a:lnTo>
                    <a:pt x="9" y="11"/>
                  </a:lnTo>
                  <a:lnTo>
                    <a:pt x="2" y="13"/>
                  </a:lnTo>
                  <a:lnTo>
                    <a:pt x="0" y="11"/>
                  </a:lnTo>
                  <a:lnTo>
                    <a:pt x="0"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2" name="Freeform 46">
              <a:extLst>
                <a:ext uri="{FF2B5EF4-FFF2-40B4-BE49-F238E27FC236}">
                  <a16:creationId xmlns:a16="http://schemas.microsoft.com/office/drawing/2014/main" id="{6EF9C0DE-3A7B-CBE3-3E50-0ADF3DECA1CA}"/>
                </a:ext>
              </a:extLst>
            </p:cNvPr>
            <p:cNvSpPr>
              <a:spLocks noChangeAspect="1"/>
            </p:cNvSpPr>
            <p:nvPr/>
          </p:nvSpPr>
          <p:spPr bwMode="auto">
            <a:xfrm>
              <a:off x="2572" y="2395"/>
              <a:ext cx="23" cy="46"/>
            </a:xfrm>
            <a:custGeom>
              <a:avLst/>
              <a:gdLst>
                <a:gd name="T0" fmla="*/ 0 w 27"/>
                <a:gd name="T1" fmla="*/ 18 h 51"/>
                <a:gd name="T2" fmla="*/ 11 w 27"/>
                <a:gd name="T3" fmla="*/ 27 h 51"/>
                <a:gd name="T4" fmla="*/ 16 w 27"/>
                <a:gd name="T5" fmla="*/ 38 h 51"/>
                <a:gd name="T6" fmla="*/ 20 w 27"/>
                <a:gd name="T7" fmla="*/ 45 h 51"/>
                <a:gd name="T8" fmla="*/ 22 w 27"/>
                <a:gd name="T9" fmla="*/ 51 h 51"/>
                <a:gd name="T10" fmla="*/ 25 w 27"/>
                <a:gd name="T11" fmla="*/ 45 h 51"/>
                <a:gd name="T12" fmla="*/ 22 w 27"/>
                <a:gd name="T13" fmla="*/ 38 h 51"/>
                <a:gd name="T14" fmla="*/ 20 w 27"/>
                <a:gd name="T15" fmla="*/ 27 h 51"/>
                <a:gd name="T16" fmla="*/ 25 w 27"/>
                <a:gd name="T17" fmla="*/ 13 h 51"/>
                <a:gd name="T18" fmla="*/ 27 w 27"/>
                <a:gd name="T19" fmla="*/ 9 h 51"/>
                <a:gd name="T20" fmla="*/ 27 w 27"/>
                <a:gd name="T21" fmla="*/ 0 h 51"/>
                <a:gd name="T22" fmla="*/ 25 w 27"/>
                <a:gd name="T23" fmla="*/ 2 h 51"/>
                <a:gd name="T24" fmla="*/ 22 w 27"/>
                <a:gd name="T25" fmla="*/ 9 h 51"/>
                <a:gd name="T26" fmla="*/ 20 w 27"/>
                <a:gd name="T27" fmla="*/ 11 h 51"/>
                <a:gd name="T28" fmla="*/ 13 w 27"/>
                <a:gd name="T29" fmla="*/ 11 h 51"/>
                <a:gd name="T30" fmla="*/ 11 w 27"/>
                <a:gd name="T31" fmla="*/ 4 h 51"/>
                <a:gd name="T32" fmla="*/ 9 w 27"/>
                <a:gd name="T33" fmla="*/ 11 h 51"/>
                <a:gd name="T34" fmla="*/ 2 w 27"/>
                <a:gd name="T35" fmla="*/ 13 h 51"/>
                <a:gd name="T36" fmla="*/ 0 w 27"/>
                <a:gd name="T37" fmla="*/ 11 h 51"/>
                <a:gd name="T38" fmla="*/ 0 w 27"/>
                <a:gd name="T39"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51">
                  <a:moveTo>
                    <a:pt x="0" y="18"/>
                  </a:moveTo>
                  <a:lnTo>
                    <a:pt x="11" y="27"/>
                  </a:lnTo>
                  <a:lnTo>
                    <a:pt x="16" y="38"/>
                  </a:lnTo>
                  <a:lnTo>
                    <a:pt x="20" y="45"/>
                  </a:lnTo>
                  <a:lnTo>
                    <a:pt x="22" y="51"/>
                  </a:lnTo>
                  <a:lnTo>
                    <a:pt x="25" y="45"/>
                  </a:lnTo>
                  <a:lnTo>
                    <a:pt x="22" y="38"/>
                  </a:lnTo>
                  <a:lnTo>
                    <a:pt x="20" y="27"/>
                  </a:lnTo>
                  <a:lnTo>
                    <a:pt x="25" y="13"/>
                  </a:lnTo>
                  <a:lnTo>
                    <a:pt x="27" y="9"/>
                  </a:lnTo>
                  <a:lnTo>
                    <a:pt x="27" y="0"/>
                  </a:lnTo>
                  <a:lnTo>
                    <a:pt x="25" y="2"/>
                  </a:lnTo>
                  <a:lnTo>
                    <a:pt x="22" y="9"/>
                  </a:lnTo>
                  <a:lnTo>
                    <a:pt x="20" y="11"/>
                  </a:lnTo>
                  <a:lnTo>
                    <a:pt x="13" y="11"/>
                  </a:lnTo>
                  <a:lnTo>
                    <a:pt x="11" y="4"/>
                  </a:lnTo>
                  <a:lnTo>
                    <a:pt x="9" y="11"/>
                  </a:lnTo>
                  <a:lnTo>
                    <a:pt x="2" y="13"/>
                  </a:lnTo>
                  <a:lnTo>
                    <a:pt x="0" y="11"/>
                  </a:lnTo>
                  <a:lnTo>
                    <a:pt x="0"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3" name="Freeform 47">
              <a:extLst>
                <a:ext uri="{FF2B5EF4-FFF2-40B4-BE49-F238E27FC236}">
                  <a16:creationId xmlns:a16="http://schemas.microsoft.com/office/drawing/2014/main" id="{39CF286C-5CD8-E819-4B40-A549E81D1953}"/>
                </a:ext>
              </a:extLst>
            </p:cNvPr>
            <p:cNvSpPr>
              <a:spLocks noChangeAspect="1"/>
            </p:cNvSpPr>
            <p:nvPr/>
          </p:nvSpPr>
          <p:spPr bwMode="auto">
            <a:xfrm>
              <a:off x="1598" y="2538"/>
              <a:ext cx="641" cy="719"/>
            </a:xfrm>
            <a:custGeom>
              <a:avLst/>
              <a:gdLst>
                <a:gd name="T0" fmla="*/ 310 w 763"/>
                <a:gd name="T1" fmla="*/ 104 h 790"/>
                <a:gd name="T2" fmla="*/ 279 w 763"/>
                <a:gd name="T3" fmla="*/ 115 h 790"/>
                <a:gd name="T4" fmla="*/ 236 w 763"/>
                <a:gd name="T5" fmla="*/ 79 h 790"/>
                <a:gd name="T6" fmla="*/ 200 w 763"/>
                <a:gd name="T7" fmla="*/ 54 h 790"/>
                <a:gd name="T8" fmla="*/ 207 w 763"/>
                <a:gd name="T9" fmla="*/ 122 h 790"/>
                <a:gd name="T10" fmla="*/ 184 w 763"/>
                <a:gd name="T11" fmla="*/ 160 h 790"/>
                <a:gd name="T12" fmla="*/ 166 w 763"/>
                <a:gd name="T13" fmla="*/ 162 h 790"/>
                <a:gd name="T14" fmla="*/ 139 w 763"/>
                <a:gd name="T15" fmla="*/ 144 h 790"/>
                <a:gd name="T16" fmla="*/ 99 w 763"/>
                <a:gd name="T17" fmla="*/ 110 h 790"/>
                <a:gd name="T18" fmla="*/ 58 w 763"/>
                <a:gd name="T19" fmla="*/ 108 h 790"/>
                <a:gd name="T20" fmla="*/ 4 w 763"/>
                <a:gd name="T21" fmla="*/ 119 h 790"/>
                <a:gd name="T22" fmla="*/ 18 w 763"/>
                <a:gd name="T23" fmla="*/ 133 h 790"/>
                <a:gd name="T24" fmla="*/ 0 w 763"/>
                <a:gd name="T25" fmla="*/ 160 h 790"/>
                <a:gd name="T26" fmla="*/ 34 w 763"/>
                <a:gd name="T27" fmla="*/ 187 h 790"/>
                <a:gd name="T28" fmla="*/ 79 w 763"/>
                <a:gd name="T29" fmla="*/ 218 h 790"/>
                <a:gd name="T30" fmla="*/ 99 w 763"/>
                <a:gd name="T31" fmla="*/ 230 h 790"/>
                <a:gd name="T32" fmla="*/ 108 w 763"/>
                <a:gd name="T33" fmla="*/ 254 h 790"/>
                <a:gd name="T34" fmla="*/ 142 w 763"/>
                <a:gd name="T35" fmla="*/ 284 h 790"/>
                <a:gd name="T36" fmla="*/ 126 w 763"/>
                <a:gd name="T37" fmla="*/ 297 h 790"/>
                <a:gd name="T38" fmla="*/ 151 w 763"/>
                <a:gd name="T39" fmla="*/ 367 h 790"/>
                <a:gd name="T40" fmla="*/ 153 w 763"/>
                <a:gd name="T41" fmla="*/ 409 h 790"/>
                <a:gd name="T42" fmla="*/ 142 w 763"/>
                <a:gd name="T43" fmla="*/ 385 h 790"/>
                <a:gd name="T44" fmla="*/ 166 w 763"/>
                <a:gd name="T45" fmla="*/ 477 h 790"/>
                <a:gd name="T46" fmla="*/ 139 w 763"/>
                <a:gd name="T47" fmla="*/ 459 h 790"/>
                <a:gd name="T48" fmla="*/ 121 w 763"/>
                <a:gd name="T49" fmla="*/ 524 h 790"/>
                <a:gd name="T50" fmla="*/ 74 w 763"/>
                <a:gd name="T51" fmla="*/ 607 h 790"/>
                <a:gd name="T52" fmla="*/ 74 w 763"/>
                <a:gd name="T53" fmla="*/ 650 h 790"/>
                <a:gd name="T54" fmla="*/ 139 w 763"/>
                <a:gd name="T55" fmla="*/ 695 h 790"/>
                <a:gd name="T56" fmla="*/ 209 w 763"/>
                <a:gd name="T57" fmla="*/ 724 h 790"/>
                <a:gd name="T58" fmla="*/ 265 w 763"/>
                <a:gd name="T59" fmla="*/ 756 h 790"/>
                <a:gd name="T60" fmla="*/ 310 w 763"/>
                <a:gd name="T61" fmla="*/ 772 h 790"/>
                <a:gd name="T62" fmla="*/ 335 w 763"/>
                <a:gd name="T63" fmla="*/ 790 h 790"/>
                <a:gd name="T64" fmla="*/ 353 w 763"/>
                <a:gd name="T65" fmla="*/ 751 h 790"/>
                <a:gd name="T66" fmla="*/ 394 w 763"/>
                <a:gd name="T67" fmla="*/ 711 h 790"/>
                <a:gd name="T68" fmla="*/ 432 w 763"/>
                <a:gd name="T69" fmla="*/ 711 h 790"/>
                <a:gd name="T70" fmla="*/ 454 w 763"/>
                <a:gd name="T71" fmla="*/ 724 h 790"/>
                <a:gd name="T72" fmla="*/ 484 w 763"/>
                <a:gd name="T73" fmla="*/ 718 h 790"/>
                <a:gd name="T74" fmla="*/ 499 w 763"/>
                <a:gd name="T75" fmla="*/ 749 h 790"/>
                <a:gd name="T76" fmla="*/ 553 w 763"/>
                <a:gd name="T77" fmla="*/ 774 h 790"/>
                <a:gd name="T78" fmla="*/ 594 w 763"/>
                <a:gd name="T79" fmla="*/ 756 h 790"/>
                <a:gd name="T80" fmla="*/ 659 w 763"/>
                <a:gd name="T81" fmla="*/ 729 h 790"/>
                <a:gd name="T82" fmla="*/ 673 w 763"/>
                <a:gd name="T83" fmla="*/ 688 h 790"/>
                <a:gd name="T84" fmla="*/ 619 w 763"/>
                <a:gd name="T85" fmla="*/ 675 h 790"/>
                <a:gd name="T86" fmla="*/ 628 w 763"/>
                <a:gd name="T87" fmla="*/ 621 h 790"/>
                <a:gd name="T88" fmla="*/ 652 w 763"/>
                <a:gd name="T89" fmla="*/ 580 h 790"/>
                <a:gd name="T90" fmla="*/ 646 w 763"/>
                <a:gd name="T91" fmla="*/ 522 h 790"/>
                <a:gd name="T92" fmla="*/ 628 w 763"/>
                <a:gd name="T93" fmla="*/ 472 h 790"/>
                <a:gd name="T94" fmla="*/ 610 w 763"/>
                <a:gd name="T95" fmla="*/ 452 h 790"/>
                <a:gd name="T96" fmla="*/ 670 w 763"/>
                <a:gd name="T97" fmla="*/ 403 h 790"/>
                <a:gd name="T98" fmla="*/ 702 w 763"/>
                <a:gd name="T99" fmla="*/ 367 h 790"/>
                <a:gd name="T100" fmla="*/ 752 w 763"/>
                <a:gd name="T101" fmla="*/ 272 h 790"/>
                <a:gd name="T102" fmla="*/ 720 w 763"/>
                <a:gd name="T103" fmla="*/ 243 h 790"/>
                <a:gd name="T104" fmla="*/ 664 w 763"/>
                <a:gd name="T105" fmla="*/ 196 h 790"/>
                <a:gd name="T106" fmla="*/ 583 w 763"/>
                <a:gd name="T107" fmla="*/ 144 h 790"/>
                <a:gd name="T108" fmla="*/ 567 w 763"/>
                <a:gd name="T109" fmla="*/ 137 h 790"/>
                <a:gd name="T110" fmla="*/ 553 w 763"/>
                <a:gd name="T111" fmla="*/ 101 h 790"/>
                <a:gd name="T112" fmla="*/ 513 w 763"/>
                <a:gd name="T113" fmla="*/ 63 h 790"/>
                <a:gd name="T114" fmla="*/ 441 w 763"/>
                <a:gd name="T115" fmla="*/ 5 h 790"/>
                <a:gd name="T116" fmla="*/ 405 w 763"/>
                <a:gd name="T117" fmla="*/ 70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63" h="790">
                  <a:moveTo>
                    <a:pt x="391" y="77"/>
                  </a:moveTo>
                  <a:lnTo>
                    <a:pt x="387" y="77"/>
                  </a:lnTo>
                  <a:lnTo>
                    <a:pt x="378" y="81"/>
                  </a:lnTo>
                  <a:lnTo>
                    <a:pt x="353" y="83"/>
                  </a:lnTo>
                  <a:lnTo>
                    <a:pt x="331" y="90"/>
                  </a:lnTo>
                  <a:lnTo>
                    <a:pt x="319" y="92"/>
                  </a:lnTo>
                  <a:lnTo>
                    <a:pt x="315" y="95"/>
                  </a:lnTo>
                  <a:lnTo>
                    <a:pt x="310" y="104"/>
                  </a:lnTo>
                  <a:lnTo>
                    <a:pt x="315" y="110"/>
                  </a:lnTo>
                  <a:lnTo>
                    <a:pt x="324" y="117"/>
                  </a:lnTo>
                  <a:lnTo>
                    <a:pt x="326" y="117"/>
                  </a:lnTo>
                  <a:lnTo>
                    <a:pt x="319" y="122"/>
                  </a:lnTo>
                  <a:lnTo>
                    <a:pt x="306" y="119"/>
                  </a:lnTo>
                  <a:lnTo>
                    <a:pt x="295" y="122"/>
                  </a:lnTo>
                  <a:lnTo>
                    <a:pt x="283" y="122"/>
                  </a:lnTo>
                  <a:lnTo>
                    <a:pt x="279" y="115"/>
                  </a:lnTo>
                  <a:lnTo>
                    <a:pt x="270" y="110"/>
                  </a:lnTo>
                  <a:lnTo>
                    <a:pt x="263" y="106"/>
                  </a:lnTo>
                  <a:lnTo>
                    <a:pt x="254" y="104"/>
                  </a:lnTo>
                  <a:lnTo>
                    <a:pt x="250" y="101"/>
                  </a:lnTo>
                  <a:lnTo>
                    <a:pt x="241" y="101"/>
                  </a:lnTo>
                  <a:lnTo>
                    <a:pt x="236" y="97"/>
                  </a:lnTo>
                  <a:lnTo>
                    <a:pt x="234" y="83"/>
                  </a:lnTo>
                  <a:lnTo>
                    <a:pt x="236" y="79"/>
                  </a:lnTo>
                  <a:lnTo>
                    <a:pt x="241" y="79"/>
                  </a:lnTo>
                  <a:lnTo>
                    <a:pt x="241" y="74"/>
                  </a:lnTo>
                  <a:lnTo>
                    <a:pt x="236" y="68"/>
                  </a:lnTo>
                  <a:lnTo>
                    <a:pt x="232" y="65"/>
                  </a:lnTo>
                  <a:lnTo>
                    <a:pt x="223" y="65"/>
                  </a:lnTo>
                  <a:lnTo>
                    <a:pt x="220" y="63"/>
                  </a:lnTo>
                  <a:lnTo>
                    <a:pt x="211" y="61"/>
                  </a:lnTo>
                  <a:lnTo>
                    <a:pt x="200" y="54"/>
                  </a:lnTo>
                  <a:lnTo>
                    <a:pt x="205" y="68"/>
                  </a:lnTo>
                  <a:lnTo>
                    <a:pt x="200" y="74"/>
                  </a:lnTo>
                  <a:lnTo>
                    <a:pt x="200" y="81"/>
                  </a:lnTo>
                  <a:lnTo>
                    <a:pt x="205" y="92"/>
                  </a:lnTo>
                  <a:lnTo>
                    <a:pt x="207" y="101"/>
                  </a:lnTo>
                  <a:lnTo>
                    <a:pt x="205" y="108"/>
                  </a:lnTo>
                  <a:lnTo>
                    <a:pt x="205" y="117"/>
                  </a:lnTo>
                  <a:lnTo>
                    <a:pt x="207" y="122"/>
                  </a:lnTo>
                  <a:lnTo>
                    <a:pt x="207" y="124"/>
                  </a:lnTo>
                  <a:lnTo>
                    <a:pt x="207" y="131"/>
                  </a:lnTo>
                  <a:lnTo>
                    <a:pt x="200" y="137"/>
                  </a:lnTo>
                  <a:lnTo>
                    <a:pt x="198" y="151"/>
                  </a:lnTo>
                  <a:lnTo>
                    <a:pt x="205" y="160"/>
                  </a:lnTo>
                  <a:lnTo>
                    <a:pt x="200" y="162"/>
                  </a:lnTo>
                  <a:lnTo>
                    <a:pt x="193" y="162"/>
                  </a:lnTo>
                  <a:lnTo>
                    <a:pt x="184" y="160"/>
                  </a:lnTo>
                  <a:lnTo>
                    <a:pt x="180" y="158"/>
                  </a:lnTo>
                  <a:lnTo>
                    <a:pt x="180" y="153"/>
                  </a:lnTo>
                  <a:lnTo>
                    <a:pt x="182" y="151"/>
                  </a:lnTo>
                  <a:lnTo>
                    <a:pt x="180" y="146"/>
                  </a:lnTo>
                  <a:lnTo>
                    <a:pt x="175" y="149"/>
                  </a:lnTo>
                  <a:lnTo>
                    <a:pt x="169" y="153"/>
                  </a:lnTo>
                  <a:lnTo>
                    <a:pt x="166" y="164"/>
                  </a:lnTo>
                  <a:lnTo>
                    <a:pt x="166" y="162"/>
                  </a:lnTo>
                  <a:lnTo>
                    <a:pt x="166" y="153"/>
                  </a:lnTo>
                  <a:lnTo>
                    <a:pt x="164" y="151"/>
                  </a:lnTo>
                  <a:lnTo>
                    <a:pt x="155" y="151"/>
                  </a:lnTo>
                  <a:lnTo>
                    <a:pt x="153" y="151"/>
                  </a:lnTo>
                  <a:lnTo>
                    <a:pt x="151" y="149"/>
                  </a:lnTo>
                  <a:lnTo>
                    <a:pt x="151" y="146"/>
                  </a:lnTo>
                  <a:lnTo>
                    <a:pt x="148" y="140"/>
                  </a:lnTo>
                  <a:lnTo>
                    <a:pt x="139" y="144"/>
                  </a:lnTo>
                  <a:lnTo>
                    <a:pt x="128" y="146"/>
                  </a:lnTo>
                  <a:lnTo>
                    <a:pt x="124" y="144"/>
                  </a:lnTo>
                  <a:lnTo>
                    <a:pt x="124" y="137"/>
                  </a:lnTo>
                  <a:lnTo>
                    <a:pt x="121" y="124"/>
                  </a:lnTo>
                  <a:lnTo>
                    <a:pt x="117" y="122"/>
                  </a:lnTo>
                  <a:lnTo>
                    <a:pt x="115" y="117"/>
                  </a:lnTo>
                  <a:lnTo>
                    <a:pt x="110" y="110"/>
                  </a:lnTo>
                  <a:lnTo>
                    <a:pt x="99" y="110"/>
                  </a:lnTo>
                  <a:lnTo>
                    <a:pt x="88" y="108"/>
                  </a:lnTo>
                  <a:lnTo>
                    <a:pt x="83" y="115"/>
                  </a:lnTo>
                  <a:lnTo>
                    <a:pt x="81" y="117"/>
                  </a:lnTo>
                  <a:lnTo>
                    <a:pt x="79" y="117"/>
                  </a:lnTo>
                  <a:lnTo>
                    <a:pt x="72" y="117"/>
                  </a:lnTo>
                  <a:lnTo>
                    <a:pt x="70" y="115"/>
                  </a:lnTo>
                  <a:lnTo>
                    <a:pt x="61" y="110"/>
                  </a:lnTo>
                  <a:lnTo>
                    <a:pt x="58" y="108"/>
                  </a:lnTo>
                  <a:lnTo>
                    <a:pt x="52" y="108"/>
                  </a:lnTo>
                  <a:lnTo>
                    <a:pt x="38" y="108"/>
                  </a:lnTo>
                  <a:lnTo>
                    <a:pt x="27" y="108"/>
                  </a:lnTo>
                  <a:lnTo>
                    <a:pt x="16" y="108"/>
                  </a:lnTo>
                  <a:lnTo>
                    <a:pt x="9" y="110"/>
                  </a:lnTo>
                  <a:lnTo>
                    <a:pt x="2" y="110"/>
                  </a:lnTo>
                  <a:lnTo>
                    <a:pt x="4" y="117"/>
                  </a:lnTo>
                  <a:lnTo>
                    <a:pt x="4" y="119"/>
                  </a:lnTo>
                  <a:lnTo>
                    <a:pt x="2" y="122"/>
                  </a:lnTo>
                  <a:lnTo>
                    <a:pt x="2" y="124"/>
                  </a:lnTo>
                  <a:lnTo>
                    <a:pt x="11" y="126"/>
                  </a:lnTo>
                  <a:lnTo>
                    <a:pt x="25" y="131"/>
                  </a:lnTo>
                  <a:lnTo>
                    <a:pt x="29" y="135"/>
                  </a:lnTo>
                  <a:lnTo>
                    <a:pt x="31" y="137"/>
                  </a:lnTo>
                  <a:lnTo>
                    <a:pt x="25" y="137"/>
                  </a:lnTo>
                  <a:lnTo>
                    <a:pt x="18" y="133"/>
                  </a:lnTo>
                  <a:lnTo>
                    <a:pt x="11" y="133"/>
                  </a:lnTo>
                  <a:lnTo>
                    <a:pt x="13" y="137"/>
                  </a:lnTo>
                  <a:lnTo>
                    <a:pt x="11" y="144"/>
                  </a:lnTo>
                  <a:lnTo>
                    <a:pt x="25" y="149"/>
                  </a:lnTo>
                  <a:lnTo>
                    <a:pt x="18" y="153"/>
                  </a:lnTo>
                  <a:lnTo>
                    <a:pt x="4" y="153"/>
                  </a:lnTo>
                  <a:lnTo>
                    <a:pt x="0" y="151"/>
                  </a:lnTo>
                  <a:lnTo>
                    <a:pt x="0" y="160"/>
                  </a:lnTo>
                  <a:lnTo>
                    <a:pt x="9" y="164"/>
                  </a:lnTo>
                  <a:lnTo>
                    <a:pt x="16" y="171"/>
                  </a:lnTo>
                  <a:lnTo>
                    <a:pt x="13" y="178"/>
                  </a:lnTo>
                  <a:lnTo>
                    <a:pt x="11" y="185"/>
                  </a:lnTo>
                  <a:lnTo>
                    <a:pt x="18" y="187"/>
                  </a:lnTo>
                  <a:lnTo>
                    <a:pt x="27" y="180"/>
                  </a:lnTo>
                  <a:lnTo>
                    <a:pt x="31" y="185"/>
                  </a:lnTo>
                  <a:lnTo>
                    <a:pt x="34" y="187"/>
                  </a:lnTo>
                  <a:lnTo>
                    <a:pt x="45" y="191"/>
                  </a:lnTo>
                  <a:lnTo>
                    <a:pt x="56" y="200"/>
                  </a:lnTo>
                  <a:lnTo>
                    <a:pt x="58" y="205"/>
                  </a:lnTo>
                  <a:lnTo>
                    <a:pt x="61" y="209"/>
                  </a:lnTo>
                  <a:lnTo>
                    <a:pt x="70" y="214"/>
                  </a:lnTo>
                  <a:lnTo>
                    <a:pt x="74" y="214"/>
                  </a:lnTo>
                  <a:lnTo>
                    <a:pt x="79" y="216"/>
                  </a:lnTo>
                  <a:lnTo>
                    <a:pt x="79" y="218"/>
                  </a:lnTo>
                  <a:lnTo>
                    <a:pt x="72" y="223"/>
                  </a:lnTo>
                  <a:lnTo>
                    <a:pt x="72" y="234"/>
                  </a:lnTo>
                  <a:lnTo>
                    <a:pt x="79" y="234"/>
                  </a:lnTo>
                  <a:lnTo>
                    <a:pt x="81" y="230"/>
                  </a:lnTo>
                  <a:lnTo>
                    <a:pt x="83" y="223"/>
                  </a:lnTo>
                  <a:lnTo>
                    <a:pt x="85" y="223"/>
                  </a:lnTo>
                  <a:lnTo>
                    <a:pt x="88" y="230"/>
                  </a:lnTo>
                  <a:lnTo>
                    <a:pt x="99" y="230"/>
                  </a:lnTo>
                  <a:lnTo>
                    <a:pt x="94" y="232"/>
                  </a:lnTo>
                  <a:lnTo>
                    <a:pt x="92" y="234"/>
                  </a:lnTo>
                  <a:lnTo>
                    <a:pt x="92" y="236"/>
                  </a:lnTo>
                  <a:lnTo>
                    <a:pt x="97" y="236"/>
                  </a:lnTo>
                  <a:lnTo>
                    <a:pt x="103" y="241"/>
                  </a:lnTo>
                  <a:lnTo>
                    <a:pt x="110" y="243"/>
                  </a:lnTo>
                  <a:lnTo>
                    <a:pt x="110" y="248"/>
                  </a:lnTo>
                  <a:lnTo>
                    <a:pt x="108" y="254"/>
                  </a:lnTo>
                  <a:lnTo>
                    <a:pt x="108" y="259"/>
                  </a:lnTo>
                  <a:lnTo>
                    <a:pt x="112" y="263"/>
                  </a:lnTo>
                  <a:lnTo>
                    <a:pt x="117" y="266"/>
                  </a:lnTo>
                  <a:lnTo>
                    <a:pt x="126" y="266"/>
                  </a:lnTo>
                  <a:lnTo>
                    <a:pt x="139" y="275"/>
                  </a:lnTo>
                  <a:lnTo>
                    <a:pt x="142" y="279"/>
                  </a:lnTo>
                  <a:lnTo>
                    <a:pt x="144" y="284"/>
                  </a:lnTo>
                  <a:lnTo>
                    <a:pt x="142" y="284"/>
                  </a:lnTo>
                  <a:lnTo>
                    <a:pt x="135" y="275"/>
                  </a:lnTo>
                  <a:lnTo>
                    <a:pt x="124" y="272"/>
                  </a:lnTo>
                  <a:lnTo>
                    <a:pt x="117" y="272"/>
                  </a:lnTo>
                  <a:lnTo>
                    <a:pt x="117" y="275"/>
                  </a:lnTo>
                  <a:lnTo>
                    <a:pt x="117" y="284"/>
                  </a:lnTo>
                  <a:lnTo>
                    <a:pt x="124" y="288"/>
                  </a:lnTo>
                  <a:lnTo>
                    <a:pt x="126" y="293"/>
                  </a:lnTo>
                  <a:lnTo>
                    <a:pt x="126" y="297"/>
                  </a:lnTo>
                  <a:lnTo>
                    <a:pt x="121" y="304"/>
                  </a:lnTo>
                  <a:lnTo>
                    <a:pt x="115" y="306"/>
                  </a:lnTo>
                  <a:lnTo>
                    <a:pt x="115" y="313"/>
                  </a:lnTo>
                  <a:lnTo>
                    <a:pt x="126" y="333"/>
                  </a:lnTo>
                  <a:lnTo>
                    <a:pt x="128" y="353"/>
                  </a:lnTo>
                  <a:lnTo>
                    <a:pt x="137" y="356"/>
                  </a:lnTo>
                  <a:lnTo>
                    <a:pt x="142" y="362"/>
                  </a:lnTo>
                  <a:lnTo>
                    <a:pt x="151" y="367"/>
                  </a:lnTo>
                  <a:lnTo>
                    <a:pt x="155" y="374"/>
                  </a:lnTo>
                  <a:lnTo>
                    <a:pt x="157" y="376"/>
                  </a:lnTo>
                  <a:lnTo>
                    <a:pt x="157" y="380"/>
                  </a:lnTo>
                  <a:lnTo>
                    <a:pt x="155" y="385"/>
                  </a:lnTo>
                  <a:lnTo>
                    <a:pt x="155" y="387"/>
                  </a:lnTo>
                  <a:lnTo>
                    <a:pt x="157" y="398"/>
                  </a:lnTo>
                  <a:lnTo>
                    <a:pt x="155" y="407"/>
                  </a:lnTo>
                  <a:lnTo>
                    <a:pt x="153" y="409"/>
                  </a:lnTo>
                  <a:lnTo>
                    <a:pt x="144" y="403"/>
                  </a:lnTo>
                  <a:lnTo>
                    <a:pt x="144" y="394"/>
                  </a:lnTo>
                  <a:lnTo>
                    <a:pt x="151" y="383"/>
                  </a:lnTo>
                  <a:lnTo>
                    <a:pt x="139" y="374"/>
                  </a:lnTo>
                  <a:lnTo>
                    <a:pt x="130" y="367"/>
                  </a:lnTo>
                  <a:lnTo>
                    <a:pt x="135" y="376"/>
                  </a:lnTo>
                  <a:lnTo>
                    <a:pt x="142" y="383"/>
                  </a:lnTo>
                  <a:lnTo>
                    <a:pt x="142" y="385"/>
                  </a:lnTo>
                  <a:lnTo>
                    <a:pt x="137" y="394"/>
                  </a:lnTo>
                  <a:lnTo>
                    <a:pt x="142" y="407"/>
                  </a:lnTo>
                  <a:lnTo>
                    <a:pt x="139" y="425"/>
                  </a:lnTo>
                  <a:lnTo>
                    <a:pt x="144" y="430"/>
                  </a:lnTo>
                  <a:lnTo>
                    <a:pt x="153" y="439"/>
                  </a:lnTo>
                  <a:lnTo>
                    <a:pt x="162" y="457"/>
                  </a:lnTo>
                  <a:lnTo>
                    <a:pt x="164" y="463"/>
                  </a:lnTo>
                  <a:lnTo>
                    <a:pt x="166" y="477"/>
                  </a:lnTo>
                  <a:lnTo>
                    <a:pt x="164" y="486"/>
                  </a:lnTo>
                  <a:lnTo>
                    <a:pt x="162" y="493"/>
                  </a:lnTo>
                  <a:lnTo>
                    <a:pt x="157" y="486"/>
                  </a:lnTo>
                  <a:lnTo>
                    <a:pt x="162" y="484"/>
                  </a:lnTo>
                  <a:lnTo>
                    <a:pt x="157" y="459"/>
                  </a:lnTo>
                  <a:lnTo>
                    <a:pt x="153" y="443"/>
                  </a:lnTo>
                  <a:lnTo>
                    <a:pt x="144" y="439"/>
                  </a:lnTo>
                  <a:lnTo>
                    <a:pt x="139" y="459"/>
                  </a:lnTo>
                  <a:lnTo>
                    <a:pt x="130" y="472"/>
                  </a:lnTo>
                  <a:lnTo>
                    <a:pt x="126" y="493"/>
                  </a:lnTo>
                  <a:lnTo>
                    <a:pt x="121" y="513"/>
                  </a:lnTo>
                  <a:lnTo>
                    <a:pt x="126" y="513"/>
                  </a:lnTo>
                  <a:lnTo>
                    <a:pt x="128" y="511"/>
                  </a:lnTo>
                  <a:lnTo>
                    <a:pt x="128" y="515"/>
                  </a:lnTo>
                  <a:lnTo>
                    <a:pt x="126" y="520"/>
                  </a:lnTo>
                  <a:lnTo>
                    <a:pt x="121" y="524"/>
                  </a:lnTo>
                  <a:lnTo>
                    <a:pt x="115" y="522"/>
                  </a:lnTo>
                  <a:lnTo>
                    <a:pt x="112" y="535"/>
                  </a:lnTo>
                  <a:lnTo>
                    <a:pt x="110" y="540"/>
                  </a:lnTo>
                  <a:lnTo>
                    <a:pt x="108" y="551"/>
                  </a:lnTo>
                  <a:lnTo>
                    <a:pt x="101" y="562"/>
                  </a:lnTo>
                  <a:lnTo>
                    <a:pt x="99" y="567"/>
                  </a:lnTo>
                  <a:lnTo>
                    <a:pt x="81" y="596"/>
                  </a:lnTo>
                  <a:lnTo>
                    <a:pt x="74" y="607"/>
                  </a:lnTo>
                  <a:lnTo>
                    <a:pt x="65" y="619"/>
                  </a:lnTo>
                  <a:lnTo>
                    <a:pt x="58" y="621"/>
                  </a:lnTo>
                  <a:lnTo>
                    <a:pt x="58" y="628"/>
                  </a:lnTo>
                  <a:lnTo>
                    <a:pt x="58" y="634"/>
                  </a:lnTo>
                  <a:lnTo>
                    <a:pt x="65" y="639"/>
                  </a:lnTo>
                  <a:lnTo>
                    <a:pt x="72" y="639"/>
                  </a:lnTo>
                  <a:lnTo>
                    <a:pt x="79" y="641"/>
                  </a:lnTo>
                  <a:lnTo>
                    <a:pt x="74" y="650"/>
                  </a:lnTo>
                  <a:lnTo>
                    <a:pt x="74" y="659"/>
                  </a:lnTo>
                  <a:lnTo>
                    <a:pt x="85" y="659"/>
                  </a:lnTo>
                  <a:lnTo>
                    <a:pt x="97" y="661"/>
                  </a:lnTo>
                  <a:lnTo>
                    <a:pt x="110" y="664"/>
                  </a:lnTo>
                  <a:lnTo>
                    <a:pt x="117" y="675"/>
                  </a:lnTo>
                  <a:lnTo>
                    <a:pt x="126" y="688"/>
                  </a:lnTo>
                  <a:lnTo>
                    <a:pt x="135" y="695"/>
                  </a:lnTo>
                  <a:lnTo>
                    <a:pt x="139" y="695"/>
                  </a:lnTo>
                  <a:lnTo>
                    <a:pt x="144" y="697"/>
                  </a:lnTo>
                  <a:lnTo>
                    <a:pt x="151" y="709"/>
                  </a:lnTo>
                  <a:lnTo>
                    <a:pt x="157" y="715"/>
                  </a:lnTo>
                  <a:lnTo>
                    <a:pt x="178" y="720"/>
                  </a:lnTo>
                  <a:lnTo>
                    <a:pt x="191" y="731"/>
                  </a:lnTo>
                  <a:lnTo>
                    <a:pt x="198" y="731"/>
                  </a:lnTo>
                  <a:lnTo>
                    <a:pt x="205" y="729"/>
                  </a:lnTo>
                  <a:lnTo>
                    <a:pt x="209" y="724"/>
                  </a:lnTo>
                  <a:lnTo>
                    <a:pt x="214" y="720"/>
                  </a:lnTo>
                  <a:lnTo>
                    <a:pt x="227" y="729"/>
                  </a:lnTo>
                  <a:lnTo>
                    <a:pt x="241" y="733"/>
                  </a:lnTo>
                  <a:lnTo>
                    <a:pt x="252" y="733"/>
                  </a:lnTo>
                  <a:lnTo>
                    <a:pt x="256" y="736"/>
                  </a:lnTo>
                  <a:lnTo>
                    <a:pt x="261" y="742"/>
                  </a:lnTo>
                  <a:lnTo>
                    <a:pt x="261" y="751"/>
                  </a:lnTo>
                  <a:lnTo>
                    <a:pt x="265" y="756"/>
                  </a:lnTo>
                  <a:lnTo>
                    <a:pt x="274" y="751"/>
                  </a:lnTo>
                  <a:lnTo>
                    <a:pt x="279" y="758"/>
                  </a:lnTo>
                  <a:lnTo>
                    <a:pt x="283" y="765"/>
                  </a:lnTo>
                  <a:lnTo>
                    <a:pt x="290" y="763"/>
                  </a:lnTo>
                  <a:lnTo>
                    <a:pt x="292" y="763"/>
                  </a:lnTo>
                  <a:lnTo>
                    <a:pt x="301" y="765"/>
                  </a:lnTo>
                  <a:lnTo>
                    <a:pt x="306" y="765"/>
                  </a:lnTo>
                  <a:lnTo>
                    <a:pt x="310" y="772"/>
                  </a:lnTo>
                  <a:lnTo>
                    <a:pt x="315" y="776"/>
                  </a:lnTo>
                  <a:lnTo>
                    <a:pt x="315" y="778"/>
                  </a:lnTo>
                  <a:lnTo>
                    <a:pt x="317" y="781"/>
                  </a:lnTo>
                  <a:lnTo>
                    <a:pt x="322" y="785"/>
                  </a:lnTo>
                  <a:lnTo>
                    <a:pt x="324" y="790"/>
                  </a:lnTo>
                  <a:lnTo>
                    <a:pt x="326" y="790"/>
                  </a:lnTo>
                  <a:lnTo>
                    <a:pt x="333" y="787"/>
                  </a:lnTo>
                  <a:lnTo>
                    <a:pt x="335" y="790"/>
                  </a:lnTo>
                  <a:lnTo>
                    <a:pt x="337" y="790"/>
                  </a:lnTo>
                  <a:lnTo>
                    <a:pt x="349" y="787"/>
                  </a:lnTo>
                  <a:lnTo>
                    <a:pt x="351" y="778"/>
                  </a:lnTo>
                  <a:lnTo>
                    <a:pt x="351" y="774"/>
                  </a:lnTo>
                  <a:lnTo>
                    <a:pt x="353" y="774"/>
                  </a:lnTo>
                  <a:lnTo>
                    <a:pt x="351" y="765"/>
                  </a:lnTo>
                  <a:lnTo>
                    <a:pt x="353" y="758"/>
                  </a:lnTo>
                  <a:lnTo>
                    <a:pt x="353" y="751"/>
                  </a:lnTo>
                  <a:lnTo>
                    <a:pt x="358" y="745"/>
                  </a:lnTo>
                  <a:lnTo>
                    <a:pt x="358" y="742"/>
                  </a:lnTo>
                  <a:lnTo>
                    <a:pt x="358" y="731"/>
                  </a:lnTo>
                  <a:lnTo>
                    <a:pt x="364" y="722"/>
                  </a:lnTo>
                  <a:lnTo>
                    <a:pt x="367" y="720"/>
                  </a:lnTo>
                  <a:lnTo>
                    <a:pt x="378" y="718"/>
                  </a:lnTo>
                  <a:lnTo>
                    <a:pt x="394" y="718"/>
                  </a:lnTo>
                  <a:lnTo>
                    <a:pt x="394" y="711"/>
                  </a:lnTo>
                  <a:lnTo>
                    <a:pt x="403" y="711"/>
                  </a:lnTo>
                  <a:lnTo>
                    <a:pt x="416" y="704"/>
                  </a:lnTo>
                  <a:lnTo>
                    <a:pt x="416" y="697"/>
                  </a:lnTo>
                  <a:lnTo>
                    <a:pt x="427" y="702"/>
                  </a:lnTo>
                  <a:lnTo>
                    <a:pt x="421" y="704"/>
                  </a:lnTo>
                  <a:lnTo>
                    <a:pt x="423" y="709"/>
                  </a:lnTo>
                  <a:lnTo>
                    <a:pt x="423" y="711"/>
                  </a:lnTo>
                  <a:lnTo>
                    <a:pt x="432" y="711"/>
                  </a:lnTo>
                  <a:lnTo>
                    <a:pt x="436" y="715"/>
                  </a:lnTo>
                  <a:lnTo>
                    <a:pt x="448" y="720"/>
                  </a:lnTo>
                  <a:lnTo>
                    <a:pt x="454" y="718"/>
                  </a:lnTo>
                  <a:lnTo>
                    <a:pt x="448" y="715"/>
                  </a:lnTo>
                  <a:lnTo>
                    <a:pt x="454" y="709"/>
                  </a:lnTo>
                  <a:lnTo>
                    <a:pt x="457" y="715"/>
                  </a:lnTo>
                  <a:lnTo>
                    <a:pt x="454" y="720"/>
                  </a:lnTo>
                  <a:lnTo>
                    <a:pt x="454" y="724"/>
                  </a:lnTo>
                  <a:lnTo>
                    <a:pt x="457" y="729"/>
                  </a:lnTo>
                  <a:lnTo>
                    <a:pt x="461" y="729"/>
                  </a:lnTo>
                  <a:lnTo>
                    <a:pt x="470" y="733"/>
                  </a:lnTo>
                  <a:lnTo>
                    <a:pt x="472" y="731"/>
                  </a:lnTo>
                  <a:lnTo>
                    <a:pt x="475" y="724"/>
                  </a:lnTo>
                  <a:lnTo>
                    <a:pt x="484" y="729"/>
                  </a:lnTo>
                  <a:lnTo>
                    <a:pt x="484" y="724"/>
                  </a:lnTo>
                  <a:lnTo>
                    <a:pt x="484" y="718"/>
                  </a:lnTo>
                  <a:lnTo>
                    <a:pt x="490" y="722"/>
                  </a:lnTo>
                  <a:lnTo>
                    <a:pt x="493" y="724"/>
                  </a:lnTo>
                  <a:lnTo>
                    <a:pt x="488" y="729"/>
                  </a:lnTo>
                  <a:lnTo>
                    <a:pt x="486" y="731"/>
                  </a:lnTo>
                  <a:lnTo>
                    <a:pt x="488" y="733"/>
                  </a:lnTo>
                  <a:lnTo>
                    <a:pt x="493" y="736"/>
                  </a:lnTo>
                  <a:lnTo>
                    <a:pt x="499" y="738"/>
                  </a:lnTo>
                  <a:lnTo>
                    <a:pt x="499" y="749"/>
                  </a:lnTo>
                  <a:lnTo>
                    <a:pt x="504" y="756"/>
                  </a:lnTo>
                  <a:lnTo>
                    <a:pt x="513" y="760"/>
                  </a:lnTo>
                  <a:lnTo>
                    <a:pt x="520" y="765"/>
                  </a:lnTo>
                  <a:lnTo>
                    <a:pt x="529" y="769"/>
                  </a:lnTo>
                  <a:lnTo>
                    <a:pt x="533" y="772"/>
                  </a:lnTo>
                  <a:lnTo>
                    <a:pt x="540" y="772"/>
                  </a:lnTo>
                  <a:lnTo>
                    <a:pt x="542" y="776"/>
                  </a:lnTo>
                  <a:lnTo>
                    <a:pt x="553" y="774"/>
                  </a:lnTo>
                  <a:lnTo>
                    <a:pt x="560" y="776"/>
                  </a:lnTo>
                  <a:lnTo>
                    <a:pt x="567" y="774"/>
                  </a:lnTo>
                  <a:lnTo>
                    <a:pt x="574" y="774"/>
                  </a:lnTo>
                  <a:lnTo>
                    <a:pt x="583" y="772"/>
                  </a:lnTo>
                  <a:lnTo>
                    <a:pt x="585" y="765"/>
                  </a:lnTo>
                  <a:lnTo>
                    <a:pt x="585" y="763"/>
                  </a:lnTo>
                  <a:lnTo>
                    <a:pt x="589" y="760"/>
                  </a:lnTo>
                  <a:lnTo>
                    <a:pt x="594" y="756"/>
                  </a:lnTo>
                  <a:lnTo>
                    <a:pt x="598" y="749"/>
                  </a:lnTo>
                  <a:lnTo>
                    <a:pt x="607" y="749"/>
                  </a:lnTo>
                  <a:lnTo>
                    <a:pt x="619" y="742"/>
                  </a:lnTo>
                  <a:lnTo>
                    <a:pt x="625" y="738"/>
                  </a:lnTo>
                  <a:lnTo>
                    <a:pt x="628" y="733"/>
                  </a:lnTo>
                  <a:lnTo>
                    <a:pt x="637" y="731"/>
                  </a:lnTo>
                  <a:lnTo>
                    <a:pt x="650" y="733"/>
                  </a:lnTo>
                  <a:lnTo>
                    <a:pt x="659" y="729"/>
                  </a:lnTo>
                  <a:lnTo>
                    <a:pt x="659" y="718"/>
                  </a:lnTo>
                  <a:lnTo>
                    <a:pt x="668" y="706"/>
                  </a:lnTo>
                  <a:lnTo>
                    <a:pt x="673" y="704"/>
                  </a:lnTo>
                  <a:lnTo>
                    <a:pt x="679" y="697"/>
                  </a:lnTo>
                  <a:lnTo>
                    <a:pt x="679" y="695"/>
                  </a:lnTo>
                  <a:lnTo>
                    <a:pt x="677" y="691"/>
                  </a:lnTo>
                  <a:lnTo>
                    <a:pt x="677" y="688"/>
                  </a:lnTo>
                  <a:lnTo>
                    <a:pt x="673" y="688"/>
                  </a:lnTo>
                  <a:lnTo>
                    <a:pt x="668" y="693"/>
                  </a:lnTo>
                  <a:lnTo>
                    <a:pt x="664" y="695"/>
                  </a:lnTo>
                  <a:lnTo>
                    <a:pt x="657" y="695"/>
                  </a:lnTo>
                  <a:lnTo>
                    <a:pt x="652" y="693"/>
                  </a:lnTo>
                  <a:lnTo>
                    <a:pt x="641" y="688"/>
                  </a:lnTo>
                  <a:lnTo>
                    <a:pt x="639" y="679"/>
                  </a:lnTo>
                  <a:lnTo>
                    <a:pt x="632" y="679"/>
                  </a:lnTo>
                  <a:lnTo>
                    <a:pt x="619" y="675"/>
                  </a:lnTo>
                  <a:lnTo>
                    <a:pt x="619" y="666"/>
                  </a:lnTo>
                  <a:lnTo>
                    <a:pt x="625" y="664"/>
                  </a:lnTo>
                  <a:lnTo>
                    <a:pt x="623" y="661"/>
                  </a:lnTo>
                  <a:lnTo>
                    <a:pt x="616" y="650"/>
                  </a:lnTo>
                  <a:lnTo>
                    <a:pt x="623" y="641"/>
                  </a:lnTo>
                  <a:lnTo>
                    <a:pt x="628" y="634"/>
                  </a:lnTo>
                  <a:lnTo>
                    <a:pt x="632" y="632"/>
                  </a:lnTo>
                  <a:lnTo>
                    <a:pt x="628" y="621"/>
                  </a:lnTo>
                  <a:lnTo>
                    <a:pt x="625" y="616"/>
                  </a:lnTo>
                  <a:lnTo>
                    <a:pt x="625" y="605"/>
                  </a:lnTo>
                  <a:lnTo>
                    <a:pt x="623" y="594"/>
                  </a:lnTo>
                  <a:lnTo>
                    <a:pt x="632" y="594"/>
                  </a:lnTo>
                  <a:lnTo>
                    <a:pt x="639" y="592"/>
                  </a:lnTo>
                  <a:lnTo>
                    <a:pt x="643" y="589"/>
                  </a:lnTo>
                  <a:lnTo>
                    <a:pt x="646" y="583"/>
                  </a:lnTo>
                  <a:lnTo>
                    <a:pt x="652" y="580"/>
                  </a:lnTo>
                  <a:lnTo>
                    <a:pt x="652" y="578"/>
                  </a:lnTo>
                  <a:lnTo>
                    <a:pt x="646" y="571"/>
                  </a:lnTo>
                  <a:lnTo>
                    <a:pt x="643" y="567"/>
                  </a:lnTo>
                  <a:lnTo>
                    <a:pt x="643" y="558"/>
                  </a:lnTo>
                  <a:lnTo>
                    <a:pt x="639" y="547"/>
                  </a:lnTo>
                  <a:lnTo>
                    <a:pt x="655" y="533"/>
                  </a:lnTo>
                  <a:lnTo>
                    <a:pt x="650" y="526"/>
                  </a:lnTo>
                  <a:lnTo>
                    <a:pt x="646" y="522"/>
                  </a:lnTo>
                  <a:lnTo>
                    <a:pt x="641" y="520"/>
                  </a:lnTo>
                  <a:lnTo>
                    <a:pt x="628" y="520"/>
                  </a:lnTo>
                  <a:lnTo>
                    <a:pt x="643" y="502"/>
                  </a:lnTo>
                  <a:lnTo>
                    <a:pt x="643" y="493"/>
                  </a:lnTo>
                  <a:lnTo>
                    <a:pt x="646" y="486"/>
                  </a:lnTo>
                  <a:lnTo>
                    <a:pt x="643" y="484"/>
                  </a:lnTo>
                  <a:lnTo>
                    <a:pt x="639" y="477"/>
                  </a:lnTo>
                  <a:lnTo>
                    <a:pt x="628" y="472"/>
                  </a:lnTo>
                  <a:lnTo>
                    <a:pt x="614" y="479"/>
                  </a:lnTo>
                  <a:lnTo>
                    <a:pt x="603" y="484"/>
                  </a:lnTo>
                  <a:lnTo>
                    <a:pt x="601" y="486"/>
                  </a:lnTo>
                  <a:lnTo>
                    <a:pt x="601" y="477"/>
                  </a:lnTo>
                  <a:lnTo>
                    <a:pt x="603" y="468"/>
                  </a:lnTo>
                  <a:lnTo>
                    <a:pt x="610" y="459"/>
                  </a:lnTo>
                  <a:lnTo>
                    <a:pt x="612" y="454"/>
                  </a:lnTo>
                  <a:lnTo>
                    <a:pt x="610" y="452"/>
                  </a:lnTo>
                  <a:lnTo>
                    <a:pt x="612" y="445"/>
                  </a:lnTo>
                  <a:lnTo>
                    <a:pt x="623" y="439"/>
                  </a:lnTo>
                  <a:lnTo>
                    <a:pt x="632" y="432"/>
                  </a:lnTo>
                  <a:lnTo>
                    <a:pt x="643" y="425"/>
                  </a:lnTo>
                  <a:lnTo>
                    <a:pt x="655" y="414"/>
                  </a:lnTo>
                  <a:lnTo>
                    <a:pt x="664" y="409"/>
                  </a:lnTo>
                  <a:lnTo>
                    <a:pt x="666" y="407"/>
                  </a:lnTo>
                  <a:lnTo>
                    <a:pt x="670" y="403"/>
                  </a:lnTo>
                  <a:lnTo>
                    <a:pt x="670" y="398"/>
                  </a:lnTo>
                  <a:lnTo>
                    <a:pt x="666" y="396"/>
                  </a:lnTo>
                  <a:lnTo>
                    <a:pt x="668" y="389"/>
                  </a:lnTo>
                  <a:lnTo>
                    <a:pt x="684" y="389"/>
                  </a:lnTo>
                  <a:lnTo>
                    <a:pt x="688" y="387"/>
                  </a:lnTo>
                  <a:lnTo>
                    <a:pt x="695" y="380"/>
                  </a:lnTo>
                  <a:lnTo>
                    <a:pt x="695" y="374"/>
                  </a:lnTo>
                  <a:lnTo>
                    <a:pt x="702" y="367"/>
                  </a:lnTo>
                  <a:lnTo>
                    <a:pt x="709" y="358"/>
                  </a:lnTo>
                  <a:lnTo>
                    <a:pt x="711" y="349"/>
                  </a:lnTo>
                  <a:lnTo>
                    <a:pt x="713" y="342"/>
                  </a:lnTo>
                  <a:lnTo>
                    <a:pt x="716" y="331"/>
                  </a:lnTo>
                  <a:lnTo>
                    <a:pt x="727" y="313"/>
                  </a:lnTo>
                  <a:lnTo>
                    <a:pt x="736" y="286"/>
                  </a:lnTo>
                  <a:lnTo>
                    <a:pt x="740" y="279"/>
                  </a:lnTo>
                  <a:lnTo>
                    <a:pt x="752" y="272"/>
                  </a:lnTo>
                  <a:lnTo>
                    <a:pt x="758" y="261"/>
                  </a:lnTo>
                  <a:lnTo>
                    <a:pt x="763" y="259"/>
                  </a:lnTo>
                  <a:lnTo>
                    <a:pt x="754" y="257"/>
                  </a:lnTo>
                  <a:lnTo>
                    <a:pt x="747" y="250"/>
                  </a:lnTo>
                  <a:lnTo>
                    <a:pt x="743" y="254"/>
                  </a:lnTo>
                  <a:lnTo>
                    <a:pt x="736" y="254"/>
                  </a:lnTo>
                  <a:lnTo>
                    <a:pt x="729" y="245"/>
                  </a:lnTo>
                  <a:lnTo>
                    <a:pt x="720" y="243"/>
                  </a:lnTo>
                  <a:lnTo>
                    <a:pt x="716" y="236"/>
                  </a:lnTo>
                  <a:lnTo>
                    <a:pt x="711" y="232"/>
                  </a:lnTo>
                  <a:lnTo>
                    <a:pt x="695" y="230"/>
                  </a:lnTo>
                  <a:lnTo>
                    <a:pt x="688" y="232"/>
                  </a:lnTo>
                  <a:lnTo>
                    <a:pt x="682" y="230"/>
                  </a:lnTo>
                  <a:lnTo>
                    <a:pt x="673" y="216"/>
                  </a:lnTo>
                  <a:lnTo>
                    <a:pt x="668" y="205"/>
                  </a:lnTo>
                  <a:lnTo>
                    <a:pt x="664" y="196"/>
                  </a:lnTo>
                  <a:lnTo>
                    <a:pt x="659" y="185"/>
                  </a:lnTo>
                  <a:lnTo>
                    <a:pt x="650" y="185"/>
                  </a:lnTo>
                  <a:lnTo>
                    <a:pt x="643" y="180"/>
                  </a:lnTo>
                  <a:lnTo>
                    <a:pt x="632" y="171"/>
                  </a:lnTo>
                  <a:lnTo>
                    <a:pt x="625" y="171"/>
                  </a:lnTo>
                  <a:lnTo>
                    <a:pt x="607" y="164"/>
                  </a:lnTo>
                  <a:lnTo>
                    <a:pt x="596" y="153"/>
                  </a:lnTo>
                  <a:lnTo>
                    <a:pt x="583" y="144"/>
                  </a:lnTo>
                  <a:lnTo>
                    <a:pt x="585" y="137"/>
                  </a:lnTo>
                  <a:lnTo>
                    <a:pt x="587" y="131"/>
                  </a:lnTo>
                  <a:lnTo>
                    <a:pt x="594" y="122"/>
                  </a:lnTo>
                  <a:lnTo>
                    <a:pt x="587" y="117"/>
                  </a:lnTo>
                  <a:lnTo>
                    <a:pt x="576" y="124"/>
                  </a:lnTo>
                  <a:lnTo>
                    <a:pt x="574" y="133"/>
                  </a:lnTo>
                  <a:lnTo>
                    <a:pt x="569" y="135"/>
                  </a:lnTo>
                  <a:lnTo>
                    <a:pt x="567" y="137"/>
                  </a:lnTo>
                  <a:lnTo>
                    <a:pt x="560" y="137"/>
                  </a:lnTo>
                  <a:lnTo>
                    <a:pt x="553" y="135"/>
                  </a:lnTo>
                  <a:lnTo>
                    <a:pt x="547" y="131"/>
                  </a:lnTo>
                  <a:lnTo>
                    <a:pt x="547" y="124"/>
                  </a:lnTo>
                  <a:lnTo>
                    <a:pt x="553" y="117"/>
                  </a:lnTo>
                  <a:lnTo>
                    <a:pt x="549" y="108"/>
                  </a:lnTo>
                  <a:lnTo>
                    <a:pt x="547" y="106"/>
                  </a:lnTo>
                  <a:lnTo>
                    <a:pt x="553" y="101"/>
                  </a:lnTo>
                  <a:lnTo>
                    <a:pt x="556" y="95"/>
                  </a:lnTo>
                  <a:lnTo>
                    <a:pt x="553" y="90"/>
                  </a:lnTo>
                  <a:lnTo>
                    <a:pt x="553" y="88"/>
                  </a:lnTo>
                  <a:lnTo>
                    <a:pt x="547" y="83"/>
                  </a:lnTo>
                  <a:lnTo>
                    <a:pt x="535" y="83"/>
                  </a:lnTo>
                  <a:lnTo>
                    <a:pt x="531" y="79"/>
                  </a:lnTo>
                  <a:lnTo>
                    <a:pt x="529" y="68"/>
                  </a:lnTo>
                  <a:lnTo>
                    <a:pt x="513" y="63"/>
                  </a:lnTo>
                  <a:lnTo>
                    <a:pt x="511" y="38"/>
                  </a:lnTo>
                  <a:lnTo>
                    <a:pt x="493" y="38"/>
                  </a:lnTo>
                  <a:lnTo>
                    <a:pt x="488" y="27"/>
                  </a:lnTo>
                  <a:lnTo>
                    <a:pt x="488" y="14"/>
                  </a:lnTo>
                  <a:lnTo>
                    <a:pt x="479" y="0"/>
                  </a:lnTo>
                  <a:lnTo>
                    <a:pt x="461" y="0"/>
                  </a:lnTo>
                  <a:lnTo>
                    <a:pt x="445" y="0"/>
                  </a:lnTo>
                  <a:lnTo>
                    <a:pt x="441" y="5"/>
                  </a:lnTo>
                  <a:lnTo>
                    <a:pt x="432" y="7"/>
                  </a:lnTo>
                  <a:lnTo>
                    <a:pt x="421" y="11"/>
                  </a:lnTo>
                  <a:lnTo>
                    <a:pt x="418" y="14"/>
                  </a:lnTo>
                  <a:lnTo>
                    <a:pt x="414" y="36"/>
                  </a:lnTo>
                  <a:lnTo>
                    <a:pt x="407" y="41"/>
                  </a:lnTo>
                  <a:lnTo>
                    <a:pt x="405" y="54"/>
                  </a:lnTo>
                  <a:lnTo>
                    <a:pt x="403" y="65"/>
                  </a:lnTo>
                  <a:lnTo>
                    <a:pt x="405" y="70"/>
                  </a:lnTo>
                  <a:lnTo>
                    <a:pt x="403" y="74"/>
                  </a:lnTo>
                  <a:lnTo>
                    <a:pt x="396" y="74"/>
                  </a:lnTo>
                  <a:lnTo>
                    <a:pt x="394" y="77"/>
                  </a:lnTo>
                  <a:lnTo>
                    <a:pt x="391" y="7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4" name="Freeform 48">
              <a:extLst>
                <a:ext uri="{FF2B5EF4-FFF2-40B4-BE49-F238E27FC236}">
                  <a16:creationId xmlns:a16="http://schemas.microsoft.com/office/drawing/2014/main" id="{4FDD0D01-242F-85E2-1EBF-FC437705750C}"/>
                </a:ext>
              </a:extLst>
            </p:cNvPr>
            <p:cNvSpPr>
              <a:spLocks noChangeAspect="1"/>
            </p:cNvSpPr>
            <p:nvPr/>
          </p:nvSpPr>
          <p:spPr bwMode="auto">
            <a:xfrm>
              <a:off x="1726" y="2596"/>
              <a:ext cx="11" cy="5"/>
            </a:xfrm>
            <a:custGeom>
              <a:avLst/>
              <a:gdLst>
                <a:gd name="T0" fmla="*/ 13 w 13"/>
                <a:gd name="T1" fmla="*/ 0 h 7"/>
                <a:gd name="T2" fmla="*/ 0 w 13"/>
                <a:gd name="T3" fmla="*/ 5 h 7"/>
                <a:gd name="T4" fmla="*/ 4 w 13"/>
                <a:gd name="T5" fmla="*/ 7 h 7"/>
                <a:gd name="T6" fmla="*/ 9 w 13"/>
                <a:gd name="T7" fmla="*/ 5 h 7"/>
                <a:gd name="T8" fmla="*/ 11 w 13"/>
                <a:gd name="T9" fmla="*/ 2 h 7"/>
                <a:gd name="T10" fmla="*/ 13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13" y="0"/>
                  </a:moveTo>
                  <a:lnTo>
                    <a:pt x="0" y="5"/>
                  </a:lnTo>
                  <a:lnTo>
                    <a:pt x="4" y="7"/>
                  </a:lnTo>
                  <a:lnTo>
                    <a:pt x="9" y="5"/>
                  </a:lnTo>
                  <a:lnTo>
                    <a:pt x="11" y="2"/>
                  </a:lnTo>
                  <a:lnTo>
                    <a:pt x="13"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5" name="Freeform 49">
              <a:extLst>
                <a:ext uri="{FF2B5EF4-FFF2-40B4-BE49-F238E27FC236}">
                  <a16:creationId xmlns:a16="http://schemas.microsoft.com/office/drawing/2014/main" id="{B61C70EB-D09E-346F-1A55-4742B6183F61}"/>
                </a:ext>
              </a:extLst>
            </p:cNvPr>
            <p:cNvSpPr>
              <a:spLocks noChangeAspect="1"/>
            </p:cNvSpPr>
            <p:nvPr/>
          </p:nvSpPr>
          <p:spPr bwMode="auto">
            <a:xfrm>
              <a:off x="1726" y="2596"/>
              <a:ext cx="11" cy="5"/>
            </a:xfrm>
            <a:custGeom>
              <a:avLst/>
              <a:gdLst>
                <a:gd name="T0" fmla="*/ 13 w 13"/>
                <a:gd name="T1" fmla="*/ 0 h 7"/>
                <a:gd name="T2" fmla="*/ 0 w 13"/>
                <a:gd name="T3" fmla="*/ 5 h 7"/>
                <a:gd name="T4" fmla="*/ 4 w 13"/>
                <a:gd name="T5" fmla="*/ 7 h 7"/>
                <a:gd name="T6" fmla="*/ 9 w 13"/>
                <a:gd name="T7" fmla="*/ 5 h 7"/>
                <a:gd name="T8" fmla="*/ 11 w 13"/>
                <a:gd name="T9" fmla="*/ 2 h 7"/>
                <a:gd name="T10" fmla="*/ 13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13" y="0"/>
                  </a:moveTo>
                  <a:lnTo>
                    <a:pt x="0" y="5"/>
                  </a:lnTo>
                  <a:lnTo>
                    <a:pt x="4" y="7"/>
                  </a:lnTo>
                  <a:lnTo>
                    <a:pt x="9" y="5"/>
                  </a:lnTo>
                  <a:lnTo>
                    <a:pt x="11" y="2"/>
                  </a:lnTo>
                  <a:lnTo>
                    <a:pt x="13"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6" name="Freeform 50">
              <a:extLst>
                <a:ext uri="{FF2B5EF4-FFF2-40B4-BE49-F238E27FC236}">
                  <a16:creationId xmlns:a16="http://schemas.microsoft.com/office/drawing/2014/main" id="{D258CBDA-00EA-E693-088D-31B957B9CF69}"/>
                </a:ext>
              </a:extLst>
            </p:cNvPr>
            <p:cNvSpPr>
              <a:spLocks noChangeAspect="1"/>
            </p:cNvSpPr>
            <p:nvPr/>
          </p:nvSpPr>
          <p:spPr bwMode="auto">
            <a:xfrm>
              <a:off x="1741" y="2622"/>
              <a:ext cx="11" cy="13"/>
            </a:xfrm>
            <a:custGeom>
              <a:avLst/>
              <a:gdLst>
                <a:gd name="T0" fmla="*/ 13 w 13"/>
                <a:gd name="T1" fmla="*/ 5 h 9"/>
                <a:gd name="T2" fmla="*/ 13 w 13"/>
                <a:gd name="T3" fmla="*/ 3 h 9"/>
                <a:gd name="T4" fmla="*/ 7 w 13"/>
                <a:gd name="T5" fmla="*/ 0 h 9"/>
                <a:gd name="T6" fmla="*/ 0 w 13"/>
                <a:gd name="T7" fmla="*/ 3 h 9"/>
                <a:gd name="T8" fmla="*/ 0 w 13"/>
                <a:gd name="T9" fmla="*/ 9 h 9"/>
                <a:gd name="T10" fmla="*/ 13 w 13"/>
                <a:gd name="T11" fmla="*/ 9 h 9"/>
                <a:gd name="T12" fmla="*/ 13 w 13"/>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3" y="5"/>
                  </a:moveTo>
                  <a:lnTo>
                    <a:pt x="13" y="3"/>
                  </a:lnTo>
                  <a:lnTo>
                    <a:pt x="7" y="0"/>
                  </a:lnTo>
                  <a:lnTo>
                    <a:pt x="0" y="3"/>
                  </a:lnTo>
                  <a:lnTo>
                    <a:pt x="0" y="9"/>
                  </a:lnTo>
                  <a:lnTo>
                    <a:pt x="13" y="9"/>
                  </a:lnTo>
                  <a:lnTo>
                    <a:pt x="13" y="5"/>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7" name="Freeform 51">
              <a:extLst>
                <a:ext uri="{FF2B5EF4-FFF2-40B4-BE49-F238E27FC236}">
                  <a16:creationId xmlns:a16="http://schemas.microsoft.com/office/drawing/2014/main" id="{70CBE862-A635-4CA8-DC53-58D9F089EFC7}"/>
                </a:ext>
              </a:extLst>
            </p:cNvPr>
            <p:cNvSpPr>
              <a:spLocks noChangeAspect="1"/>
            </p:cNvSpPr>
            <p:nvPr/>
          </p:nvSpPr>
          <p:spPr bwMode="auto">
            <a:xfrm>
              <a:off x="1741" y="2622"/>
              <a:ext cx="11" cy="13"/>
            </a:xfrm>
            <a:custGeom>
              <a:avLst/>
              <a:gdLst>
                <a:gd name="T0" fmla="*/ 13 w 13"/>
                <a:gd name="T1" fmla="*/ 5 h 9"/>
                <a:gd name="T2" fmla="*/ 13 w 13"/>
                <a:gd name="T3" fmla="*/ 3 h 9"/>
                <a:gd name="T4" fmla="*/ 7 w 13"/>
                <a:gd name="T5" fmla="*/ 0 h 9"/>
                <a:gd name="T6" fmla="*/ 0 w 13"/>
                <a:gd name="T7" fmla="*/ 3 h 9"/>
                <a:gd name="T8" fmla="*/ 0 w 13"/>
                <a:gd name="T9" fmla="*/ 9 h 9"/>
                <a:gd name="T10" fmla="*/ 13 w 13"/>
                <a:gd name="T11" fmla="*/ 9 h 9"/>
                <a:gd name="T12" fmla="*/ 13 w 13"/>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3" y="5"/>
                  </a:moveTo>
                  <a:lnTo>
                    <a:pt x="13" y="3"/>
                  </a:lnTo>
                  <a:lnTo>
                    <a:pt x="7" y="0"/>
                  </a:lnTo>
                  <a:lnTo>
                    <a:pt x="0" y="3"/>
                  </a:lnTo>
                  <a:lnTo>
                    <a:pt x="0" y="9"/>
                  </a:lnTo>
                  <a:lnTo>
                    <a:pt x="13" y="9"/>
                  </a:lnTo>
                  <a:lnTo>
                    <a:pt x="13" y="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8" name="Freeform 52">
              <a:extLst>
                <a:ext uri="{FF2B5EF4-FFF2-40B4-BE49-F238E27FC236}">
                  <a16:creationId xmlns:a16="http://schemas.microsoft.com/office/drawing/2014/main" id="{03861678-0C2E-5397-079C-A31E45BEF8BE}"/>
                </a:ext>
              </a:extLst>
            </p:cNvPr>
            <p:cNvSpPr>
              <a:spLocks noChangeAspect="1"/>
            </p:cNvSpPr>
            <p:nvPr/>
          </p:nvSpPr>
          <p:spPr bwMode="auto">
            <a:xfrm>
              <a:off x="2183" y="3270"/>
              <a:ext cx="59" cy="140"/>
            </a:xfrm>
            <a:custGeom>
              <a:avLst/>
              <a:gdLst>
                <a:gd name="T0" fmla="*/ 30 w 70"/>
                <a:gd name="T1" fmla="*/ 151 h 153"/>
                <a:gd name="T2" fmla="*/ 28 w 70"/>
                <a:gd name="T3" fmla="*/ 149 h 153"/>
                <a:gd name="T4" fmla="*/ 23 w 70"/>
                <a:gd name="T5" fmla="*/ 140 h 153"/>
                <a:gd name="T6" fmla="*/ 14 w 70"/>
                <a:gd name="T7" fmla="*/ 135 h 153"/>
                <a:gd name="T8" fmla="*/ 12 w 70"/>
                <a:gd name="T9" fmla="*/ 126 h 153"/>
                <a:gd name="T10" fmla="*/ 19 w 70"/>
                <a:gd name="T11" fmla="*/ 124 h 153"/>
                <a:gd name="T12" fmla="*/ 19 w 70"/>
                <a:gd name="T13" fmla="*/ 122 h 153"/>
                <a:gd name="T14" fmla="*/ 16 w 70"/>
                <a:gd name="T15" fmla="*/ 120 h 153"/>
                <a:gd name="T16" fmla="*/ 9 w 70"/>
                <a:gd name="T17" fmla="*/ 115 h 153"/>
                <a:gd name="T18" fmla="*/ 5 w 70"/>
                <a:gd name="T19" fmla="*/ 111 h 153"/>
                <a:gd name="T20" fmla="*/ 12 w 70"/>
                <a:gd name="T21" fmla="*/ 108 h 153"/>
                <a:gd name="T22" fmla="*/ 14 w 70"/>
                <a:gd name="T23" fmla="*/ 104 h 153"/>
                <a:gd name="T24" fmla="*/ 5 w 70"/>
                <a:gd name="T25" fmla="*/ 97 h 153"/>
                <a:gd name="T26" fmla="*/ 0 w 70"/>
                <a:gd name="T27" fmla="*/ 97 h 153"/>
                <a:gd name="T28" fmla="*/ 3 w 70"/>
                <a:gd name="T29" fmla="*/ 95 h 153"/>
                <a:gd name="T30" fmla="*/ 9 w 70"/>
                <a:gd name="T31" fmla="*/ 93 h 153"/>
                <a:gd name="T32" fmla="*/ 12 w 70"/>
                <a:gd name="T33" fmla="*/ 86 h 153"/>
                <a:gd name="T34" fmla="*/ 5 w 70"/>
                <a:gd name="T35" fmla="*/ 81 h 153"/>
                <a:gd name="T36" fmla="*/ 3 w 70"/>
                <a:gd name="T37" fmla="*/ 68 h 153"/>
                <a:gd name="T38" fmla="*/ 9 w 70"/>
                <a:gd name="T39" fmla="*/ 68 h 153"/>
                <a:gd name="T40" fmla="*/ 14 w 70"/>
                <a:gd name="T41" fmla="*/ 66 h 153"/>
                <a:gd name="T42" fmla="*/ 12 w 70"/>
                <a:gd name="T43" fmla="*/ 59 h 153"/>
                <a:gd name="T44" fmla="*/ 3 w 70"/>
                <a:gd name="T45" fmla="*/ 59 h 153"/>
                <a:gd name="T46" fmla="*/ 14 w 70"/>
                <a:gd name="T47" fmla="*/ 50 h 153"/>
                <a:gd name="T48" fmla="*/ 19 w 70"/>
                <a:gd name="T49" fmla="*/ 41 h 153"/>
                <a:gd name="T50" fmla="*/ 25 w 70"/>
                <a:gd name="T51" fmla="*/ 36 h 153"/>
                <a:gd name="T52" fmla="*/ 39 w 70"/>
                <a:gd name="T53" fmla="*/ 36 h 153"/>
                <a:gd name="T54" fmla="*/ 52 w 70"/>
                <a:gd name="T55" fmla="*/ 30 h 153"/>
                <a:gd name="T56" fmla="*/ 59 w 70"/>
                <a:gd name="T57" fmla="*/ 34 h 153"/>
                <a:gd name="T58" fmla="*/ 59 w 70"/>
                <a:gd name="T59" fmla="*/ 23 h 153"/>
                <a:gd name="T60" fmla="*/ 61 w 70"/>
                <a:gd name="T61" fmla="*/ 14 h 153"/>
                <a:gd name="T62" fmla="*/ 66 w 70"/>
                <a:gd name="T63" fmla="*/ 9 h 153"/>
                <a:gd name="T64" fmla="*/ 61 w 70"/>
                <a:gd name="T65" fmla="*/ 7 h 153"/>
                <a:gd name="T66" fmla="*/ 66 w 70"/>
                <a:gd name="T67" fmla="*/ 0 h 153"/>
                <a:gd name="T68" fmla="*/ 68 w 70"/>
                <a:gd name="T69" fmla="*/ 3 h 153"/>
                <a:gd name="T70" fmla="*/ 70 w 70"/>
                <a:gd name="T71" fmla="*/ 9 h 153"/>
                <a:gd name="T72" fmla="*/ 70 w 70"/>
                <a:gd name="T73" fmla="*/ 25 h 153"/>
                <a:gd name="T74" fmla="*/ 66 w 70"/>
                <a:gd name="T75" fmla="*/ 36 h 153"/>
                <a:gd name="T76" fmla="*/ 68 w 70"/>
                <a:gd name="T77" fmla="*/ 45 h 153"/>
                <a:gd name="T78" fmla="*/ 70 w 70"/>
                <a:gd name="T79" fmla="*/ 54 h 153"/>
                <a:gd name="T80" fmla="*/ 66 w 70"/>
                <a:gd name="T81" fmla="*/ 90 h 153"/>
                <a:gd name="T82" fmla="*/ 57 w 70"/>
                <a:gd name="T83" fmla="*/ 111 h 153"/>
                <a:gd name="T84" fmla="*/ 57 w 70"/>
                <a:gd name="T85" fmla="*/ 122 h 153"/>
                <a:gd name="T86" fmla="*/ 52 w 70"/>
                <a:gd name="T87" fmla="*/ 133 h 153"/>
                <a:gd name="T88" fmla="*/ 50 w 70"/>
                <a:gd name="T89" fmla="*/ 138 h 153"/>
                <a:gd name="T90" fmla="*/ 39 w 70"/>
                <a:gd name="T91" fmla="*/ 147 h 153"/>
                <a:gd name="T92" fmla="*/ 39 w 70"/>
                <a:gd name="T93" fmla="*/ 153 h 153"/>
                <a:gd name="T94" fmla="*/ 30 w 70"/>
                <a:gd name="T95" fmla="*/ 153 h 153"/>
                <a:gd name="T96" fmla="*/ 30 w 70"/>
                <a:gd name="T97"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153">
                  <a:moveTo>
                    <a:pt x="30" y="151"/>
                  </a:moveTo>
                  <a:lnTo>
                    <a:pt x="28" y="149"/>
                  </a:lnTo>
                  <a:lnTo>
                    <a:pt x="23" y="140"/>
                  </a:lnTo>
                  <a:lnTo>
                    <a:pt x="14" y="135"/>
                  </a:lnTo>
                  <a:lnTo>
                    <a:pt x="12" y="126"/>
                  </a:lnTo>
                  <a:lnTo>
                    <a:pt x="19" y="124"/>
                  </a:lnTo>
                  <a:lnTo>
                    <a:pt x="19" y="122"/>
                  </a:lnTo>
                  <a:lnTo>
                    <a:pt x="16" y="120"/>
                  </a:lnTo>
                  <a:lnTo>
                    <a:pt x="9" y="115"/>
                  </a:lnTo>
                  <a:lnTo>
                    <a:pt x="5" y="111"/>
                  </a:lnTo>
                  <a:lnTo>
                    <a:pt x="12" y="108"/>
                  </a:lnTo>
                  <a:lnTo>
                    <a:pt x="14" y="104"/>
                  </a:lnTo>
                  <a:lnTo>
                    <a:pt x="5" y="97"/>
                  </a:lnTo>
                  <a:lnTo>
                    <a:pt x="0" y="97"/>
                  </a:lnTo>
                  <a:lnTo>
                    <a:pt x="3" y="95"/>
                  </a:lnTo>
                  <a:lnTo>
                    <a:pt x="9" y="93"/>
                  </a:lnTo>
                  <a:lnTo>
                    <a:pt x="12" y="86"/>
                  </a:lnTo>
                  <a:lnTo>
                    <a:pt x="5" y="81"/>
                  </a:lnTo>
                  <a:lnTo>
                    <a:pt x="3" y="68"/>
                  </a:lnTo>
                  <a:lnTo>
                    <a:pt x="9" y="68"/>
                  </a:lnTo>
                  <a:lnTo>
                    <a:pt x="14" y="66"/>
                  </a:lnTo>
                  <a:lnTo>
                    <a:pt x="12" y="59"/>
                  </a:lnTo>
                  <a:lnTo>
                    <a:pt x="3" y="59"/>
                  </a:lnTo>
                  <a:lnTo>
                    <a:pt x="14" y="50"/>
                  </a:lnTo>
                  <a:lnTo>
                    <a:pt x="19" y="41"/>
                  </a:lnTo>
                  <a:lnTo>
                    <a:pt x="25" y="36"/>
                  </a:lnTo>
                  <a:lnTo>
                    <a:pt x="39" y="36"/>
                  </a:lnTo>
                  <a:lnTo>
                    <a:pt x="52" y="30"/>
                  </a:lnTo>
                  <a:lnTo>
                    <a:pt x="59" y="34"/>
                  </a:lnTo>
                  <a:lnTo>
                    <a:pt x="59" y="23"/>
                  </a:lnTo>
                  <a:lnTo>
                    <a:pt x="61" y="14"/>
                  </a:lnTo>
                  <a:lnTo>
                    <a:pt x="66" y="9"/>
                  </a:lnTo>
                  <a:lnTo>
                    <a:pt x="61" y="7"/>
                  </a:lnTo>
                  <a:lnTo>
                    <a:pt x="66" y="0"/>
                  </a:lnTo>
                  <a:lnTo>
                    <a:pt x="68" y="3"/>
                  </a:lnTo>
                  <a:lnTo>
                    <a:pt x="70" y="9"/>
                  </a:lnTo>
                  <a:lnTo>
                    <a:pt x="70" y="25"/>
                  </a:lnTo>
                  <a:lnTo>
                    <a:pt x="66" y="36"/>
                  </a:lnTo>
                  <a:lnTo>
                    <a:pt x="68" y="45"/>
                  </a:lnTo>
                  <a:lnTo>
                    <a:pt x="70" y="54"/>
                  </a:lnTo>
                  <a:lnTo>
                    <a:pt x="66" y="90"/>
                  </a:lnTo>
                  <a:lnTo>
                    <a:pt x="57" y="111"/>
                  </a:lnTo>
                  <a:lnTo>
                    <a:pt x="57" y="122"/>
                  </a:lnTo>
                  <a:lnTo>
                    <a:pt x="52" y="133"/>
                  </a:lnTo>
                  <a:lnTo>
                    <a:pt x="50" y="138"/>
                  </a:lnTo>
                  <a:lnTo>
                    <a:pt x="39" y="147"/>
                  </a:lnTo>
                  <a:lnTo>
                    <a:pt x="39" y="153"/>
                  </a:lnTo>
                  <a:lnTo>
                    <a:pt x="30" y="153"/>
                  </a:lnTo>
                  <a:lnTo>
                    <a:pt x="30" y="15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49" name="Freeform 53">
              <a:extLst>
                <a:ext uri="{FF2B5EF4-FFF2-40B4-BE49-F238E27FC236}">
                  <a16:creationId xmlns:a16="http://schemas.microsoft.com/office/drawing/2014/main" id="{3152411F-2A31-1819-91EA-ED61A11CBE1E}"/>
                </a:ext>
              </a:extLst>
            </p:cNvPr>
            <p:cNvSpPr>
              <a:spLocks noChangeAspect="1"/>
            </p:cNvSpPr>
            <p:nvPr/>
          </p:nvSpPr>
          <p:spPr bwMode="auto">
            <a:xfrm>
              <a:off x="2129" y="2646"/>
              <a:ext cx="37" cy="60"/>
            </a:xfrm>
            <a:custGeom>
              <a:avLst/>
              <a:gdLst>
                <a:gd name="T0" fmla="*/ 27 w 45"/>
                <a:gd name="T1" fmla="*/ 66 h 66"/>
                <a:gd name="T2" fmla="*/ 18 w 45"/>
                <a:gd name="T3" fmla="*/ 66 h 66"/>
                <a:gd name="T4" fmla="*/ 11 w 45"/>
                <a:gd name="T5" fmla="*/ 61 h 66"/>
                <a:gd name="T6" fmla="*/ 0 w 45"/>
                <a:gd name="T7" fmla="*/ 52 h 66"/>
                <a:gd name="T8" fmla="*/ 7 w 45"/>
                <a:gd name="T9" fmla="*/ 39 h 66"/>
                <a:gd name="T10" fmla="*/ 7 w 45"/>
                <a:gd name="T11" fmla="*/ 18 h 66"/>
                <a:gd name="T12" fmla="*/ 11 w 45"/>
                <a:gd name="T13" fmla="*/ 16 h 66"/>
                <a:gd name="T14" fmla="*/ 23 w 45"/>
                <a:gd name="T15" fmla="*/ 5 h 66"/>
                <a:gd name="T16" fmla="*/ 27 w 45"/>
                <a:gd name="T17" fmla="*/ 3 h 66"/>
                <a:gd name="T18" fmla="*/ 36 w 45"/>
                <a:gd name="T19" fmla="*/ 0 h 66"/>
                <a:gd name="T20" fmla="*/ 36 w 45"/>
                <a:gd name="T21" fmla="*/ 12 h 66"/>
                <a:gd name="T22" fmla="*/ 36 w 45"/>
                <a:gd name="T23" fmla="*/ 18 h 66"/>
                <a:gd name="T24" fmla="*/ 36 w 45"/>
                <a:gd name="T25" fmla="*/ 39 h 66"/>
                <a:gd name="T26" fmla="*/ 41 w 45"/>
                <a:gd name="T27" fmla="*/ 41 h 66"/>
                <a:gd name="T28" fmla="*/ 45 w 45"/>
                <a:gd name="T29" fmla="*/ 41 h 66"/>
                <a:gd name="T30" fmla="*/ 45 w 45"/>
                <a:gd name="T31" fmla="*/ 52 h 66"/>
                <a:gd name="T32" fmla="*/ 27 w 45"/>
                <a:gd name="T3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66">
                  <a:moveTo>
                    <a:pt x="27" y="66"/>
                  </a:moveTo>
                  <a:lnTo>
                    <a:pt x="18" y="66"/>
                  </a:lnTo>
                  <a:lnTo>
                    <a:pt x="11" y="61"/>
                  </a:lnTo>
                  <a:lnTo>
                    <a:pt x="0" y="52"/>
                  </a:lnTo>
                  <a:lnTo>
                    <a:pt x="7" y="39"/>
                  </a:lnTo>
                  <a:lnTo>
                    <a:pt x="7" y="18"/>
                  </a:lnTo>
                  <a:lnTo>
                    <a:pt x="11" y="16"/>
                  </a:lnTo>
                  <a:lnTo>
                    <a:pt x="23" y="5"/>
                  </a:lnTo>
                  <a:lnTo>
                    <a:pt x="27" y="3"/>
                  </a:lnTo>
                  <a:lnTo>
                    <a:pt x="36" y="0"/>
                  </a:lnTo>
                  <a:lnTo>
                    <a:pt x="36" y="12"/>
                  </a:lnTo>
                  <a:lnTo>
                    <a:pt x="36" y="18"/>
                  </a:lnTo>
                  <a:lnTo>
                    <a:pt x="36" y="39"/>
                  </a:lnTo>
                  <a:lnTo>
                    <a:pt x="41" y="41"/>
                  </a:lnTo>
                  <a:lnTo>
                    <a:pt x="45" y="41"/>
                  </a:lnTo>
                  <a:lnTo>
                    <a:pt x="45" y="52"/>
                  </a:lnTo>
                  <a:lnTo>
                    <a:pt x="27" y="6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0" name="Freeform 54">
              <a:extLst>
                <a:ext uri="{FF2B5EF4-FFF2-40B4-BE49-F238E27FC236}">
                  <a16:creationId xmlns:a16="http://schemas.microsoft.com/office/drawing/2014/main" id="{446E31CF-E027-A2E7-A36D-756D62AC256F}"/>
                </a:ext>
              </a:extLst>
            </p:cNvPr>
            <p:cNvSpPr>
              <a:spLocks noChangeAspect="1"/>
            </p:cNvSpPr>
            <p:nvPr/>
          </p:nvSpPr>
          <p:spPr bwMode="auto">
            <a:xfrm>
              <a:off x="2129" y="2646"/>
              <a:ext cx="37" cy="60"/>
            </a:xfrm>
            <a:custGeom>
              <a:avLst/>
              <a:gdLst>
                <a:gd name="T0" fmla="*/ 27 w 45"/>
                <a:gd name="T1" fmla="*/ 66 h 66"/>
                <a:gd name="T2" fmla="*/ 18 w 45"/>
                <a:gd name="T3" fmla="*/ 66 h 66"/>
                <a:gd name="T4" fmla="*/ 11 w 45"/>
                <a:gd name="T5" fmla="*/ 61 h 66"/>
                <a:gd name="T6" fmla="*/ 0 w 45"/>
                <a:gd name="T7" fmla="*/ 52 h 66"/>
                <a:gd name="T8" fmla="*/ 7 w 45"/>
                <a:gd name="T9" fmla="*/ 39 h 66"/>
                <a:gd name="T10" fmla="*/ 7 w 45"/>
                <a:gd name="T11" fmla="*/ 18 h 66"/>
                <a:gd name="T12" fmla="*/ 11 w 45"/>
                <a:gd name="T13" fmla="*/ 16 h 66"/>
                <a:gd name="T14" fmla="*/ 23 w 45"/>
                <a:gd name="T15" fmla="*/ 5 h 66"/>
                <a:gd name="T16" fmla="*/ 27 w 45"/>
                <a:gd name="T17" fmla="*/ 3 h 66"/>
                <a:gd name="T18" fmla="*/ 36 w 45"/>
                <a:gd name="T19" fmla="*/ 0 h 66"/>
                <a:gd name="T20" fmla="*/ 36 w 45"/>
                <a:gd name="T21" fmla="*/ 12 h 66"/>
                <a:gd name="T22" fmla="*/ 36 w 45"/>
                <a:gd name="T23" fmla="*/ 18 h 66"/>
                <a:gd name="T24" fmla="*/ 36 w 45"/>
                <a:gd name="T25" fmla="*/ 39 h 66"/>
                <a:gd name="T26" fmla="*/ 41 w 45"/>
                <a:gd name="T27" fmla="*/ 41 h 66"/>
                <a:gd name="T28" fmla="*/ 45 w 45"/>
                <a:gd name="T29" fmla="*/ 41 h 66"/>
                <a:gd name="T30" fmla="*/ 45 w 45"/>
                <a:gd name="T31" fmla="*/ 52 h 66"/>
                <a:gd name="T32" fmla="*/ 27 w 45"/>
                <a:gd name="T3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66">
                  <a:moveTo>
                    <a:pt x="27" y="66"/>
                  </a:moveTo>
                  <a:lnTo>
                    <a:pt x="18" y="66"/>
                  </a:lnTo>
                  <a:lnTo>
                    <a:pt x="11" y="61"/>
                  </a:lnTo>
                  <a:lnTo>
                    <a:pt x="0" y="52"/>
                  </a:lnTo>
                  <a:lnTo>
                    <a:pt x="7" y="39"/>
                  </a:lnTo>
                  <a:lnTo>
                    <a:pt x="7" y="18"/>
                  </a:lnTo>
                  <a:lnTo>
                    <a:pt x="11" y="16"/>
                  </a:lnTo>
                  <a:lnTo>
                    <a:pt x="23" y="5"/>
                  </a:lnTo>
                  <a:lnTo>
                    <a:pt x="27" y="3"/>
                  </a:lnTo>
                  <a:lnTo>
                    <a:pt x="36" y="0"/>
                  </a:lnTo>
                  <a:lnTo>
                    <a:pt x="36" y="12"/>
                  </a:lnTo>
                  <a:lnTo>
                    <a:pt x="36" y="18"/>
                  </a:lnTo>
                  <a:lnTo>
                    <a:pt x="36" y="39"/>
                  </a:lnTo>
                  <a:lnTo>
                    <a:pt x="41" y="41"/>
                  </a:lnTo>
                  <a:lnTo>
                    <a:pt x="45" y="41"/>
                  </a:lnTo>
                  <a:lnTo>
                    <a:pt x="45" y="52"/>
                  </a:lnTo>
                  <a:lnTo>
                    <a:pt x="27" y="66"/>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1" name="Freeform 55">
              <a:extLst>
                <a:ext uri="{FF2B5EF4-FFF2-40B4-BE49-F238E27FC236}">
                  <a16:creationId xmlns:a16="http://schemas.microsoft.com/office/drawing/2014/main" id="{22D9CCD0-2B4B-9C84-522F-02A2DF4E3ABE}"/>
                </a:ext>
              </a:extLst>
            </p:cNvPr>
            <p:cNvSpPr>
              <a:spLocks noChangeAspect="1"/>
            </p:cNvSpPr>
            <p:nvPr/>
          </p:nvSpPr>
          <p:spPr bwMode="auto">
            <a:xfrm>
              <a:off x="2046" y="2384"/>
              <a:ext cx="196" cy="224"/>
            </a:xfrm>
            <a:custGeom>
              <a:avLst/>
              <a:gdLst>
                <a:gd name="T0" fmla="*/ 234 w 234"/>
                <a:gd name="T1" fmla="*/ 36 h 246"/>
                <a:gd name="T2" fmla="*/ 223 w 234"/>
                <a:gd name="T3" fmla="*/ 57 h 246"/>
                <a:gd name="T4" fmla="*/ 221 w 234"/>
                <a:gd name="T5" fmla="*/ 77 h 246"/>
                <a:gd name="T6" fmla="*/ 203 w 234"/>
                <a:gd name="T7" fmla="*/ 90 h 246"/>
                <a:gd name="T8" fmla="*/ 223 w 234"/>
                <a:gd name="T9" fmla="*/ 106 h 246"/>
                <a:gd name="T10" fmla="*/ 214 w 234"/>
                <a:gd name="T11" fmla="*/ 120 h 246"/>
                <a:gd name="T12" fmla="*/ 207 w 234"/>
                <a:gd name="T13" fmla="*/ 135 h 246"/>
                <a:gd name="T14" fmla="*/ 189 w 234"/>
                <a:gd name="T15" fmla="*/ 138 h 246"/>
                <a:gd name="T16" fmla="*/ 176 w 234"/>
                <a:gd name="T17" fmla="*/ 140 h 246"/>
                <a:gd name="T18" fmla="*/ 149 w 234"/>
                <a:gd name="T19" fmla="*/ 149 h 246"/>
                <a:gd name="T20" fmla="*/ 155 w 234"/>
                <a:gd name="T21" fmla="*/ 178 h 246"/>
                <a:gd name="T22" fmla="*/ 153 w 234"/>
                <a:gd name="T23" fmla="*/ 183 h 246"/>
                <a:gd name="T24" fmla="*/ 146 w 234"/>
                <a:gd name="T25" fmla="*/ 205 h 246"/>
                <a:gd name="T26" fmla="*/ 137 w 234"/>
                <a:gd name="T27" fmla="*/ 246 h 246"/>
                <a:gd name="T28" fmla="*/ 119 w 234"/>
                <a:gd name="T29" fmla="*/ 237 h 246"/>
                <a:gd name="T30" fmla="*/ 126 w 234"/>
                <a:gd name="T31" fmla="*/ 205 h 246"/>
                <a:gd name="T32" fmla="*/ 106 w 234"/>
                <a:gd name="T33" fmla="*/ 178 h 246"/>
                <a:gd name="T34" fmla="*/ 86 w 234"/>
                <a:gd name="T35" fmla="*/ 165 h 246"/>
                <a:gd name="T36" fmla="*/ 61 w 234"/>
                <a:gd name="T37" fmla="*/ 162 h 246"/>
                <a:gd name="T38" fmla="*/ 43 w 234"/>
                <a:gd name="T39" fmla="*/ 174 h 246"/>
                <a:gd name="T40" fmla="*/ 20 w 234"/>
                <a:gd name="T41" fmla="*/ 169 h 246"/>
                <a:gd name="T42" fmla="*/ 0 w 234"/>
                <a:gd name="T43" fmla="*/ 160 h 246"/>
                <a:gd name="T44" fmla="*/ 20 w 234"/>
                <a:gd name="T45" fmla="*/ 165 h 246"/>
                <a:gd name="T46" fmla="*/ 43 w 234"/>
                <a:gd name="T47" fmla="*/ 169 h 246"/>
                <a:gd name="T48" fmla="*/ 34 w 234"/>
                <a:gd name="T49" fmla="*/ 160 h 246"/>
                <a:gd name="T50" fmla="*/ 9 w 234"/>
                <a:gd name="T51" fmla="*/ 149 h 246"/>
                <a:gd name="T52" fmla="*/ 20 w 234"/>
                <a:gd name="T53" fmla="*/ 147 h 246"/>
                <a:gd name="T54" fmla="*/ 38 w 234"/>
                <a:gd name="T55" fmla="*/ 153 h 246"/>
                <a:gd name="T56" fmla="*/ 47 w 234"/>
                <a:gd name="T57" fmla="*/ 156 h 246"/>
                <a:gd name="T58" fmla="*/ 41 w 234"/>
                <a:gd name="T59" fmla="*/ 147 h 246"/>
                <a:gd name="T60" fmla="*/ 50 w 234"/>
                <a:gd name="T61" fmla="*/ 144 h 246"/>
                <a:gd name="T62" fmla="*/ 43 w 234"/>
                <a:gd name="T63" fmla="*/ 135 h 246"/>
                <a:gd name="T64" fmla="*/ 34 w 234"/>
                <a:gd name="T65" fmla="*/ 120 h 246"/>
                <a:gd name="T66" fmla="*/ 43 w 234"/>
                <a:gd name="T67" fmla="*/ 122 h 246"/>
                <a:gd name="T68" fmla="*/ 54 w 234"/>
                <a:gd name="T69" fmla="*/ 135 h 246"/>
                <a:gd name="T70" fmla="*/ 63 w 234"/>
                <a:gd name="T71" fmla="*/ 147 h 246"/>
                <a:gd name="T72" fmla="*/ 65 w 234"/>
                <a:gd name="T73" fmla="*/ 138 h 246"/>
                <a:gd name="T74" fmla="*/ 50 w 234"/>
                <a:gd name="T75" fmla="*/ 120 h 246"/>
                <a:gd name="T76" fmla="*/ 63 w 234"/>
                <a:gd name="T77" fmla="*/ 99 h 246"/>
                <a:gd name="T78" fmla="*/ 77 w 234"/>
                <a:gd name="T79" fmla="*/ 90 h 246"/>
                <a:gd name="T80" fmla="*/ 81 w 234"/>
                <a:gd name="T81" fmla="*/ 68 h 246"/>
                <a:gd name="T82" fmla="*/ 95 w 234"/>
                <a:gd name="T83" fmla="*/ 41 h 246"/>
                <a:gd name="T84" fmla="*/ 108 w 234"/>
                <a:gd name="T85" fmla="*/ 30 h 246"/>
                <a:gd name="T86" fmla="*/ 119 w 234"/>
                <a:gd name="T87" fmla="*/ 36 h 246"/>
                <a:gd name="T88" fmla="*/ 124 w 234"/>
                <a:gd name="T89" fmla="*/ 50 h 246"/>
                <a:gd name="T90" fmla="*/ 119 w 234"/>
                <a:gd name="T91" fmla="*/ 61 h 246"/>
                <a:gd name="T92" fmla="*/ 108 w 234"/>
                <a:gd name="T93" fmla="*/ 77 h 246"/>
                <a:gd name="T94" fmla="*/ 113 w 234"/>
                <a:gd name="T95" fmla="*/ 79 h 246"/>
                <a:gd name="T96" fmla="*/ 131 w 234"/>
                <a:gd name="T97" fmla="*/ 79 h 246"/>
                <a:gd name="T98" fmla="*/ 146 w 234"/>
                <a:gd name="T99" fmla="*/ 70 h 246"/>
                <a:gd name="T100" fmla="*/ 151 w 234"/>
                <a:gd name="T101" fmla="*/ 81 h 246"/>
                <a:gd name="T102" fmla="*/ 155 w 234"/>
                <a:gd name="T103" fmla="*/ 79 h 246"/>
                <a:gd name="T104" fmla="*/ 164 w 234"/>
                <a:gd name="T105" fmla="*/ 72 h 246"/>
                <a:gd name="T106" fmla="*/ 146 w 234"/>
                <a:gd name="T107" fmla="*/ 63 h 246"/>
                <a:gd name="T108" fmla="*/ 140 w 234"/>
                <a:gd name="T109" fmla="*/ 50 h 246"/>
                <a:gd name="T110" fmla="*/ 140 w 234"/>
                <a:gd name="T111" fmla="*/ 25 h 246"/>
                <a:gd name="T112" fmla="*/ 144 w 234"/>
                <a:gd name="T113" fmla="*/ 16 h 246"/>
                <a:gd name="T114" fmla="*/ 153 w 234"/>
                <a:gd name="T115" fmla="*/ 3 h 246"/>
                <a:gd name="T116" fmla="*/ 176 w 234"/>
                <a:gd name="T117" fmla="*/ 0 h 246"/>
                <a:gd name="T118" fmla="*/ 183 w 234"/>
                <a:gd name="T119" fmla="*/ 9 h 246"/>
                <a:gd name="T120" fmla="*/ 216 w 234"/>
                <a:gd name="T121" fmla="*/ 9 h 246"/>
                <a:gd name="T122" fmla="*/ 225 w 234"/>
                <a:gd name="T123" fmla="*/ 25 h 246"/>
                <a:gd name="T124" fmla="*/ 234 w 234"/>
                <a:gd name="T125" fmla="*/ 3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4" h="246">
                  <a:moveTo>
                    <a:pt x="234" y="30"/>
                  </a:moveTo>
                  <a:lnTo>
                    <a:pt x="234" y="36"/>
                  </a:lnTo>
                  <a:lnTo>
                    <a:pt x="230" y="43"/>
                  </a:lnTo>
                  <a:lnTo>
                    <a:pt x="223" y="57"/>
                  </a:lnTo>
                  <a:lnTo>
                    <a:pt x="221" y="68"/>
                  </a:lnTo>
                  <a:lnTo>
                    <a:pt x="221" y="77"/>
                  </a:lnTo>
                  <a:lnTo>
                    <a:pt x="207" y="77"/>
                  </a:lnTo>
                  <a:lnTo>
                    <a:pt x="203" y="90"/>
                  </a:lnTo>
                  <a:lnTo>
                    <a:pt x="214" y="97"/>
                  </a:lnTo>
                  <a:lnTo>
                    <a:pt x="223" y="106"/>
                  </a:lnTo>
                  <a:lnTo>
                    <a:pt x="221" y="113"/>
                  </a:lnTo>
                  <a:lnTo>
                    <a:pt x="214" y="120"/>
                  </a:lnTo>
                  <a:lnTo>
                    <a:pt x="210" y="126"/>
                  </a:lnTo>
                  <a:lnTo>
                    <a:pt x="207" y="135"/>
                  </a:lnTo>
                  <a:lnTo>
                    <a:pt x="194" y="135"/>
                  </a:lnTo>
                  <a:lnTo>
                    <a:pt x="189" y="138"/>
                  </a:lnTo>
                  <a:lnTo>
                    <a:pt x="180" y="138"/>
                  </a:lnTo>
                  <a:lnTo>
                    <a:pt x="176" y="140"/>
                  </a:lnTo>
                  <a:lnTo>
                    <a:pt x="167" y="144"/>
                  </a:lnTo>
                  <a:lnTo>
                    <a:pt x="149" y="149"/>
                  </a:lnTo>
                  <a:lnTo>
                    <a:pt x="155" y="174"/>
                  </a:lnTo>
                  <a:lnTo>
                    <a:pt x="155" y="178"/>
                  </a:lnTo>
                  <a:lnTo>
                    <a:pt x="153" y="180"/>
                  </a:lnTo>
                  <a:lnTo>
                    <a:pt x="153" y="183"/>
                  </a:lnTo>
                  <a:lnTo>
                    <a:pt x="153" y="196"/>
                  </a:lnTo>
                  <a:lnTo>
                    <a:pt x="146" y="205"/>
                  </a:lnTo>
                  <a:lnTo>
                    <a:pt x="137" y="210"/>
                  </a:lnTo>
                  <a:lnTo>
                    <a:pt x="137" y="246"/>
                  </a:lnTo>
                  <a:lnTo>
                    <a:pt x="126" y="239"/>
                  </a:lnTo>
                  <a:lnTo>
                    <a:pt x="119" y="237"/>
                  </a:lnTo>
                  <a:lnTo>
                    <a:pt x="117" y="232"/>
                  </a:lnTo>
                  <a:lnTo>
                    <a:pt x="126" y="205"/>
                  </a:lnTo>
                  <a:lnTo>
                    <a:pt x="113" y="192"/>
                  </a:lnTo>
                  <a:lnTo>
                    <a:pt x="106" y="178"/>
                  </a:lnTo>
                  <a:lnTo>
                    <a:pt x="97" y="176"/>
                  </a:lnTo>
                  <a:lnTo>
                    <a:pt x="86" y="165"/>
                  </a:lnTo>
                  <a:lnTo>
                    <a:pt x="74" y="165"/>
                  </a:lnTo>
                  <a:lnTo>
                    <a:pt x="61" y="162"/>
                  </a:lnTo>
                  <a:lnTo>
                    <a:pt x="50" y="167"/>
                  </a:lnTo>
                  <a:lnTo>
                    <a:pt x="43" y="174"/>
                  </a:lnTo>
                  <a:lnTo>
                    <a:pt x="34" y="174"/>
                  </a:lnTo>
                  <a:lnTo>
                    <a:pt x="20" y="169"/>
                  </a:lnTo>
                  <a:lnTo>
                    <a:pt x="11" y="167"/>
                  </a:lnTo>
                  <a:lnTo>
                    <a:pt x="0" y="160"/>
                  </a:lnTo>
                  <a:lnTo>
                    <a:pt x="9" y="160"/>
                  </a:lnTo>
                  <a:lnTo>
                    <a:pt x="20" y="165"/>
                  </a:lnTo>
                  <a:lnTo>
                    <a:pt x="38" y="167"/>
                  </a:lnTo>
                  <a:lnTo>
                    <a:pt x="43" y="169"/>
                  </a:lnTo>
                  <a:lnTo>
                    <a:pt x="47" y="165"/>
                  </a:lnTo>
                  <a:lnTo>
                    <a:pt x="34" y="160"/>
                  </a:lnTo>
                  <a:lnTo>
                    <a:pt x="16" y="160"/>
                  </a:lnTo>
                  <a:lnTo>
                    <a:pt x="9" y="149"/>
                  </a:lnTo>
                  <a:lnTo>
                    <a:pt x="11" y="144"/>
                  </a:lnTo>
                  <a:lnTo>
                    <a:pt x="20" y="147"/>
                  </a:lnTo>
                  <a:lnTo>
                    <a:pt x="25" y="149"/>
                  </a:lnTo>
                  <a:lnTo>
                    <a:pt x="38" y="153"/>
                  </a:lnTo>
                  <a:lnTo>
                    <a:pt x="43" y="156"/>
                  </a:lnTo>
                  <a:lnTo>
                    <a:pt x="47" y="156"/>
                  </a:lnTo>
                  <a:lnTo>
                    <a:pt x="41" y="151"/>
                  </a:lnTo>
                  <a:lnTo>
                    <a:pt x="41" y="147"/>
                  </a:lnTo>
                  <a:lnTo>
                    <a:pt x="47" y="144"/>
                  </a:lnTo>
                  <a:lnTo>
                    <a:pt x="50" y="144"/>
                  </a:lnTo>
                  <a:lnTo>
                    <a:pt x="47" y="140"/>
                  </a:lnTo>
                  <a:lnTo>
                    <a:pt x="43" y="135"/>
                  </a:lnTo>
                  <a:lnTo>
                    <a:pt x="36" y="124"/>
                  </a:lnTo>
                  <a:lnTo>
                    <a:pt x="34" y="120"/>
                  </a:lnTo>
                  <a:lnTo>
                    <a:pt x="36" y="117"/>
                  </a:lnTo>
                  <a:lnTo>
                    <a:pt x="43" y="122"/>
                  </a:lnTo>
                  <a:lnTo>
                    <a:pt x="47" y="126"/>
                  </a:lnTo>
                  <a:lnTo>
                    <a:pt x="54" y="135"/>
                  </a:lnTo>
                  <a:lnTo>
                    <a:pt x="61" y="140"/>
                  </a:lnTo>
                  <a:lnTo>
                    <a:pt x="63" y="147"/>
                  </a:lnTo>
                  <a:lnTo>
                    <a:pt x="68" y="144"/>
                  </a:lnTo>
                  <a:lnTo>
                    <a:pt x="65" y="138"/>
                  </a:lnTo>
                  <a:lnTo>
                    <a:pt x="61" y="135"/>
                  </a:lnTo>
                  <a:lnTo>
                    <a:pt x="50" y="120"/>
                  </a:lnTo>
                  <a:lnTo>
                    <a:pt x="54" y="111"/>
                  </a:lnTo>
                  <a:lnTo>
                    <a:pt x="63" y="99"/>
                  </a:lnTo>
                  <a:lnTo>
                    <a:pt x="70" y="93"/>
                  </a:lnTo>
                  <a:lnTo>
                    <a:pt x="77" y="90"/>
                  </a:lnTo>
                  <a:lnTo>
                    <a:pt x="79" y="81"/>
                  </a:lnTo>
                  <a:lnTo>
                    <a:pt x="81" y="68"/>
                  </a:lnTo>
                  <a:lnTo>
                    <a:pt x="90" y="54"/>
                  </a:lnTo>
                  <a:lnTo>
                    <a:pt x="95" y="41"/>
                  </a:lnTo>
                  <a:lnTo>
                    <a:pt x="104" y="34"/>
                  </a:lnTo>
                  <a:lnTo>
                    <a:pt x="108" y="30"/>
                  </a:lnTo>
                  <a:lnTo>
                    <a:pt x="113" y="30"/>
                  </a:lnTo>
                  <a:lnTo>
                    <a:pt x="119" y="36"/>
                  </a:lnTo>
                  <a:lnTo>
                    <a:pt x="122" y="39"/>
                  </a:lnTo>
                  <a:lnTo>
                    <a:pt x="124" y="50"/>
                  </a:lnTo>
                  <a:lnTo>
                    <a:pt x="126" y="54"/>
                  </a:lnTo>
                  <a:lnTo>
                    <a:pt x="119" y="61"/>
                  </a:lnTo>
                  <a:lnTo>
                    <a:pt x="110" y="70"/>
                  </a:lnTo>
                  <a:lnTo>
                    <a:pt x="108" y="77"/>
                  </a:lnTo>
                  <a:lnTo>
                    <a:pt x="108" y="79"/>
                  </a:lnTo>
                  <a:lnTo>
                    <a:pt x="113" y="79"/>
                  </a:lnTo>
                  <a:lnTo>
                    <a:pt x="119" y="81"/>
                  </a:lnTo>
                  <a:lnTo>
                    <a:pt x="131" y="79"/>
                  </a:lnTo>
                  <a:lnTo>
                    <a:pt x="140" y="72"/>
                  </a:lnTo>
                  <a:lnTo>
                    <a:pt x="146" y="70"/>
                  </a:lnTo>
                  <a:lnTo>
                    <a:pt x="151" y="72"/>
                  </a:lnTo>
                  <a:lnTo>
                    <a:pt x="151" y="81"/>
                  </a:lnTo>
                  <a:lnTo>
                    <a:pt x="153" y="84"/>
                  </a:lnTo>
                  <a:lnTo>
                    <a:pt x="155" y="79"/>
                  </a:lnTo>
                  <a:lnTo>
                    <a:pt x="160" y="77"/>
                  </a:lnTo>
                  <a:lnTo>
                    <a:pt x="164" y="72"/>
                  </a:lnTo>
                  <a:lnTo>
                    <a:pt x="162" y="68"/>
                  </a:lnTo>
                  <a:lnTo>
                    <a:pt x="146" y="63"/>
                  </a:lnTo>
                  <a:lnTo>
                    <a:pt x="149" y="52"/>
                  </a:lnTo>
                  <a:lnTo>
                    <a:pt x="140" y="50"/>
                  </a:lnTo>
                  <a:lnTo>
                    <a:pt x="137" y="36"/>
                  </a:lnTo>
                  <a:lnTo>
                    <a:pt x="140" y="25"/>
                  </a:lnTo>
                  <a:lnTo>
                    <a:pt x="140" y="21"/>
                  </a:lnTo>
                  <a:lnTo>
                    <a:pt x="144" y="16"/>
                  </a:lnTo>
                  <a:lnTo>
                    <a:pt x="149" y="12"/>
                  </a:lnTo>
                  <a:lnTo>
                    <a:pt x="153" y="3"/>
                  </a:lnTo>
                  <a:lnTo>
                    <a:pt x="164" y="0"/>
                  </a:lnTo>
                  <a:lnTo>
                    <a:pt x="176" y="0"/>
                  </a:lnTo>
                  <a:lnTo>
                    <a:pt x="180" y="7"/>
                  </a:lnTo>
                  <a:lnTo>
                    <a:pt x="183" y="9"/>
                  </a:lnTo>
                  <a:lnTo>
                    <a:pt x="194" y="3"/>
                  </a:lnTo>
                  <a:lnTo>
                    <a:pt x="216" y="9"/>
                  </a:lnTo>
                  <a:lnTo>
                    <a:pt x="223" y="16"/>
                  </a:lnTo>
                  <a:lnTo>
                    <a:pt x="225" y="25"/>
                  </a:lnTo>
                  <a:lnTo>
                    <a:pt x="234" y="27"/>
                  </a:lnTo>
                  <a:lnTo>
                    <a:pt x="234" y="3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2" name="Freeform 56">
              <a:extLst>
                <a:ext uri="{FF2B5EF4-FFF2-40B4-BE49-F238E27FC236}">
                  <a16:creationId xmlns:a16="http://schemas.microsoft.com/office/drawing/2014/main" id="{F59E7DAF-E7A7-058F-9B62-59B9E4802F3F}"/>
                </a:ext>
              </a:extLst>
            </p:cNvPr>
            <p:cNvSpPr>
              <a:spLocks noChangeAspect="1"/>
            </p:cNvSpPr>
            <p:nvPr/>
          </p:nvSpPr>
          <p:spPr bwMode="auto">
            <a:xfrm>
              <a:off x="2000" y="2526"/>
              <a:ext cx="173" cy="167"/>
            </a:xfrm>
            <a:custGeom>
              <a:avLst/>
              <a:gdLst>
                <a:gd name="T0" fmla="*/ 20 w 205"/>
                <a:gd name="T1" fmla="*/ 9 h 184"/>
                <a:gd name="T2" fmla="*/ 41 w 205"/>
                <a:gd name="T3" fmla="*/ 0 h 184"/>
                <a:gd name="T4" fmla="*/ 65 w 205"/>
                <a:gd name="T5" fmla="*/ 11 h 184"/>
                <a:gd name="T6" fmla="*/ 88 w 205"/>
                <a:gd name="T7" fmla="*/ 18 h 184"/>
                <a:gd name="T8" fmla="*/ 104 w 205"/>
                <a:gd name="T9" fmla="*/ 11 h 184"/>
                <a:gd name="T10" fmla="*/ 128 w 205"/>
                <a:gd name="T11" fmla="*/ 9 h 184"/>
                <a:gd name="T12" fmla="*/ 151 w 205"/>
                <a:gd name="T13" fmla="*/ 20 h 184"/>
                <a:gd name="T14" fmla="*/ 167 w 205"/>
                <a:gd name="T15" fmla="*/ 36 h 184"/>
                <a:gd name="T16" fmla="*/ 171 w 205"/>
                <a:gd name="T17" fmla="*/ 76 h 184"/>
                <a:gd name="T18" fmla="*/ 180 w 205"/>
                <a:gd name="T19" fmla="*/ 83 h 184"/>
                <a:gd name="T20" fmla="*/ 194 w 205"/>
                <a:gd name="T21" fmla="*/ 92 h 184"/>
                <a:gd name="T22" fmla="*/ 205 w 205"/>
                <a:gd name="T23" fmla="*/ 105 h 184"/>
                <a:gd name="T24" fmla="*/ 189 w 205"/>
                <a:gd name="T25" fmla="*/ 132 h 184"/>
                <a:gd name="T26" fmla="*/ 176 w 205"/>
                <a:gd name="T27" fmla="*/ 135 h 184"/>
                <a:gd name="T28" fmla="*/ 164 w 205"/>
                <a:gd name="T29" fmla="*/ 148 h 184"/>
                <a:gd name="T30" fmla="*/ 160 w 205"/>
                <a:gd name="T31" fmla="*/ 171 h 184"/>
                <a:gd name="T32" fmla="*/ 146 w 205"/>
                <a:gd name="T33" fmla="*/ 184 h 184"/>
                <a:gd name="T34" fmla="*/ 117 w 205"/>
                <a:gd name="T35" fmla="*/ 166 h 184"/>
                <a:gd name="T36" fmla="*/ 106 w 205"/>
                <a:gd name="T37" fmla="*/ 148 h 184"/>
                <a:gd name="T38" fmla="*/ 115 w 205"/>
                <a:gd name="T39" fmla="*/ 135 h 184"/>
                <a:gd name="T40" fmla="*/ 97 w 205"/>
                <a:gd name="T41" fmla="*/ 137 h 184"/>
                <a:gd name="T42" fmla="*/ 90 w 205"/>
                <a:gd name="T43" fmla="*/ 148 h 184"/>
                <a:gd name="T44" fmla="*/ 81 w 205"/>
                <a:gd name="T45" fmla="*/ 150 h 184"/>
                <a:gd name="T46" fmla="*/ 68 w 205"/>
                <a:gd name="T47" fmla="*/ 144 h 184"/>
                <a:gd name="T48" fmla="*/ 68 w 205"/>
                <a:gd name="T49" fmla="*/ 135 h 184"/>
                <a:gd name="T50" fmla="*/ 74 w 205"/>
                <a:gd name="T51" fmla="*/ 130 h 184"/>
                <a:gd name="T52" fmla="*/ 68 w 205"/>
                <a:gd name="T53" fmla="*/ 117 h 184"/>
                <a:gd name="T54" fmla="*/ 74 w 205"/>
                <a:gd name="T55" fmla="*/ 103 h 184"/>
                <a:gd name="T56" fmla="*/ 68 w 205"/>
                <a:gd name="T57" fmla="*/ 96 h 184"/>
                <a:gd name="T58" fmla="*/ 52 w 205"/>
                <a:gd name="T59" fmla="*/ 92 h 184"/>
                <a:gd name="T60" fmla="*/ 34 w 205"/>
                <a:gd name="T61" fmla="*/ 76 h 184"/>
                <a:gd name="T62" fmla="*/ 14 w 205"/>
                <a:gd name="T63" fmla="*/ 51 h 184"/>
                <a:gd name="T64" fmla="*/ 9 w 205"/>
                <a:gd name="T65" fmla="*/ 2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5" h="184">
                  <a:moveTo>
                    <a:pt x="0" y="13"/>
                  </a:moveTo>
                  <a:lnTo>
                    <a:pt x="20" y="9"/>
                  </a:lnTo>
                  <a:lnTo>
                    <a:pt x="32" y="6"/>
                  </a:lnTo>
                  <a:lnTo>
                    <a:pt x="41" y="0"/>
                  </a:lnTo>
                  <a:lnTo>
                    <a:pt x="54" y="4"/>
                  </a:lnTo>
                  <a:lnTo>
                    <a:pt x="65" y="11"/>
                  </a:lnTo>
                  <a:lnTo>
                    <a:pt x="74" y="13"/>
                  </a:lnTo>
                  <a:lnTo>
                    <a:pt x="88" y="18"/>
                  </a:lnTo>
                  <a:lnTo>
                    <a:pt x="97" y="18"/>
                  </a:lnTo>
                  <a:lnTo>
                    <a:pt x="104" y="11"/>
                  </a:lnTo>
                  <a:lnTo>
                    <a:pt x="115" y="6"/>
                  </a:lnTo>
                  <a:lnTo>
                    <a:pt x="128" y="9"/>
                  </a:lnTo>
                  <a:lnTo>
                    <a:pt x="140" y="9"/>
                  </a:lnTo>
                  <a:lnTo>
                    <a:pt x="151" y="20"/>
                  </a:lnTo>
                  <a:lnTo>
                    <a:pt x="160" y="22"/>
                  </a:lnTo>
                  <a:lnTo>
                    <a:pt x="167" y="36"/>
                  </a:lnTo>
                  <a:lnTo>
                    <a:pt x="180" y="49"/>
                  </a:lnTo>
                  <a:lnTo>
                    <a:pt x="171" y="76"/>
                  </a:lnTo>
                  <a:lnTo>
                    <a:pt x="173" y="81"/>
                  </a:lnTo>
                  <a:lnTo>
                    <a:pt x="180" y="83"/>
                  </a:lnTo>
                  <a:lnTo>
                    <a:pt x="191" y="90"/>
                  </a:lnTo>
                  <a:lnTo>
                    <a:pt x="194" y="92"/>
                  </a:lnTo>
                  <a:lnTo>
                    <a:pt x="203" y="101"/>
                  </a:lnTo>
                  <a:lnTo>
                    <a:pt x="205" y="105"/>
                  </a:lnTo>
                  <a:lnTo>
                    <a:pt x="205" y="117"/>
                  </a:lnTo>
                  <a:lnTo>
                    <a:pt x="189" y="132"/>
                  </a:lnTo>
                  <a:lnTo>
                    <a:pt x="180" y="132"/>
                  </a:lnTo>
                  <a:lnTo>
                    <a:pt x="176" y="135"/>
                  </a:lnTo>
                  <a:lnTo>
                    <a:pt x="171" y="144"/>
                  </a:lnTo>
                  <a:lnTo>
                    <a:pt x="164" y="148"/>
                  </a:lnTo>
                  <a:lnTo>
                    <a:pt x="160" y="150"/>
                  </a:lnTo>
                  <a:lnTo>
                    <a:pt x="160" y="171"/>
                  </a:lnTo>
                  <a:lnTo>
                    <a:pt x="153" y="184"/>
                  </a:lnTo>
                  <a:lnTo>
                    <a:pt x="146" y="184"/>
                  </a:lnTo>
                  <a:lnTo>
                    <a:pt x="128" y="177"/>
                  </a:lnTo>
                  <a:lnTo>
                    <a:pt x="117" y="166"/>
                  </a:lnTo>
                  <a:lnTo>
                    <a:pt x="104" y="157"/>
                  </a:lnTo>
                  <a:lnTo>
                    <a:pt x="106" y="148"/>
                  </a:lnTo>
                  <a:lnTo>
                    <a:pt x="108" y="144"/>
                  </a:lnTo>
                  <a:lnTo>
                    <a:pt x="115" y="135"/>
                  </a:lnTo>
                  <a:lnTo>
                    <a:pt x="108" y="130"/>
                  </a:lnTo>
                  <a:lnTo>
                    <a:pt x="97" y="137"/>
                  </a:lnTo>
                  <a:lnTo>
                    <a:pt x="95" y="144"/>
                  </a:lnTo>
                  <a:lnTo>
                    <a:pt x="90" y="148"/>
                  </a:lnTo>
                  <a:lnTo>
                    <a:pt x="88" y="150"/>
                  </a:lnTo>
                  <a:lnTo>
                    <a:pt x="81" y="150"/>
                  </a:lnTo>
                  <a:lnTo>
                    <a:pt x="74" y="148"/>
                  </a:lnTo>
                  <a:lnTo>
                    <a:pt x="68" y="144"/>
                  </a:lnTo>
                  <a:lnTo>
                    <a:pt x="65" y="139"/>
                  </a:lnTo>
                  <a:lnTo>
                    <a:pt x="68" y="135"/>
                  </a:lnTo>
                  <a:lnTo>
                    <a:pt x="74" y="132"/>
                  </a:lnTo>
                  <a:lnTo>
                    <a:pt x="74" y="130"/>
                  </a:lnTo>
                  <a:lnTo>
                    <a:pt x="70" y="119"/>
                  </a:lnTo>
                  <a:lnTo>
                    <a:pt x="68" y="117"/>
                  </a:lnTo>
                  <a:lnTo>
                    <a:pt x="74" y="114"/>
                  </a:lnTo>
                  <a:lnTo>
                    <a:pt x="74" y="103"/>
                  </a:lnTo>
                  <a:lnTo>
                    <a:pt x="74" y="101"/>
                  </a:lnTo>
                  <a:lnTo>
                    <a:pt x="68" y="96"/>
                  </a:lnTo>
                  <a:lnTo>
                    <a:pt x="56" y="96"/>
                  </a:lnTo>
                  <a:lnTo>
                    <a:pt x="52" y="92"/>
                  </a:lnTo>
                  <a:lnTo>
                    <a:pt x="50" y="78"/>
                  </a:lnTo>
                  <a:lnTo>
                    <a:pt x="34" y="76"/>
                  </a:lnTo>
                  <a:lnTo>
                    <a:pt x="32" y="51"/>
                  </a:lnTo>
                  <a:lnTo>
                    <a:pt x="14" y="51"/>
                  </a:lnTo>
                  <a:lnTo>
                    <a:pt x="9" y="38"/>
                  </a:lnTo>
                  <a:lnTo>
                    <a:pt x="9" y="24"/>
                  </a:lnTo>
                  <a:lnTo>
                    <a:pt x="0"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3" name="Freeform 57">
              <a:extLst>
                <a:ext uri="{FF2B5EF4-FFF2-40B4-BE49-F238E27FC236}">
                  <a16:creationId xmlns:a16="http://schemas.microsoft.com/office/drawing/2014/main" id="{C6F074AB-BAD2-4EEB-2E10-D4B09C776535}"/>
                </a:ext>
              </a:extLst>
            </p:cNvPr>
            <p:cNvSpPr>
              <a:spLocks noChangeAspect="1"/>
            </p:cNvSpPr>
            <p:nvPr/>
          </p:nvSpPr>
          <p:spPr bwMode="auto">
            <a:xfrm>
              <a:off x="1809" y="2511"/>
              <a:ext cx="23" cy="15"/>
            </a:xfrm>
            <a:custGeom>
              <a:avLst/>
              <a:gdLst>
                <a:gd name="T0" fmla="*/ 27 w 27"/>
                <a:gd name="T1" fmla="*/ 13 h 16"/>
                <a:gd name="T2" fmla="*/ 11 w 27"/>
                <a:gd name="T3" fmla="*/ 16 h 16"/>
                <a:gd name="T4" fmla="*/ 2 w 27"/>
                <a:gd name="T5" fmla="*/ 11 h 16"/>
                <a:gd name="T6" fmla="*/ 0 w 27"/>
                <a:gd name="T7" fmla="*/ 7 h 16"/>
                <a:gd name="T8" fmla="*/ 4 w 27"/>
                <a:gd name="T9" fmla="*/ 0 h 16"/>
                <a:gd name="T10" fmla="*/ 13 w 27"/>
                <a:gd name="T11" fmla="*/ 0 h 16"/>
                <a:gd name="T12" fmla="*/ 18 w 27"/>
                <a:gd name="T13" fmla="*/ 7 h 16"/>
                <a:gd name="T14" fmla="*/ 25 w 27"/>
                <a:gd name="T15" fmla="*/ 9 h 16"/>
                <a:gd name="T16" fmla="*/ 27 w 2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3"/>
                  </a:moveTo>
                  <a:lnTo>
                    <a:pt x="11" y="16"/>
                  </a:lnTo>
                  <a:lnTo>
                    <a:pt x="2" y="11"/>
                  </a:lnTo>
                  <a:lnTo>
                    <a:pt x="0" y="7"/>
                  </a:lnTo>
                  <a:lnTo>
                    <a:pt x="4" y="0"/>
                  </a:lnTo>
                  <a:lnTo>
                    <a:pt x="13" y="0"/>
                  </a:lnTo>
                  <a:lnTo>
                    <a:pt x="18" y="7"/>
                  </a:lnTo>
                  <a:lnTo>
                    <a:pt x="25" y="9"/>
                  </a:lnTo>
                  <a:lnTo>
                    <a:pt x="27" y="1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4" name="Freeform 58">
              <a:extLst>
                <a:ext uri="{FF2B5EF4-FFF2-40B4-BE49-F238E27FC236}">
                  <a16:creationId xmlns:a16="http://schemas.microsoft.com/office/drawing/2014/main" id="{D7A13A5B-3ED1-6848-CF29-4986CB49777C}"/>
                </a:ext>
              </a:extLst>
            </p:cNvPr>
            <p:cNvSpPr>
              <a:spLocks noChangeAspect="1"/>
            </p:cNvSpPr>
            <p:nvPr/>
          </p:nvSpPr>
          <p:spPr bwMode="auto">
            <a:xfrm>
              <a:off x="1809" y="2511"/>
              <a:ext cx="23" cy="15"/>
            </a:xfrm>
            <a:custGeom>
              <a:avLst/>
              <a:gdLst>
                <a:gd name="T0" fmla="*/ 27 w 27"/>
                <a:gd name="T1" fmla="*/ 13 h 16"/>
                <a:gd name="T2" fmla="*/ 11 w 27"/>
                <a:gd name="T3" fmla="*/ 16 h 16"/>
                <a:gd name="T4" fmla="*/ 2 w 27"/>
                <a:gd name="T5" fmla="*/ 11 h 16"/>
                <a:gd name="T6" fmla="*/ 0 w 27"/>
                <a:gd name="T7" fmla="*/ 7 h 16"/>
                <a:gd name="T8" fmla="*/ 4 w 27"/>
                <a:gd name="T9" fmla="*/ 0 h 16"/>
                <a:gd name="T10" fmla="*/ 13 w 27"/>
                <a:gd name="T11" fmla="*/ 0 h 16"/>
                <a:gd name="T12" fmla="*/ 18 w 27"/>
                <a:gd name="T13" fmla="*/ 7 h 16"/>
                <a:gd name="T14" fmla="*/ 25 w 27"/>
                <a:gd name="T15" fmla="*/ 9 h 16"/>
                <a:gd name="T16" fmla="*/ 27 w 2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3"/>
                  </a:moveTo>
                  <a:lnTo>
                    <a:pt x="11" y="16"/>
                  </a:lnTo>
                  <a:lnTo>
                    <a:pt x="2" y="11"/>
                  </a:lnTo>
                  <a:lnTo>
                    <a:pt x="0" y="7"/>
                  </a:lnTo>
                  <a:lnTo>
                    <a:pt x="4" y="0"/>
                  </a:lnTo>
                  <a:lnTo>
                    <a:pt x="13" y="0"/>
                  </a:lnTo>
                  <a:lnTo>
                    <a:pt x="18" y="7"/>
                  </a:lnTo>
                  <a:lnTo>
                    <a:pt x="25" y="9"/>
                  </a:lnTo>
                  <a:lnTo>
                    <a:pt x="27"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5" name="Freeform 59">
              <a:extLst>
                <a:ext uri="{FF2B5EF4-FFF2-40B4-BE49-F238E27FC236}">
                  <a16:creationId xmlns:a16="http://schemas.microsoft.com/office/drawing/2014/main" id="{8863E6A3-36C4-086E-08A9-6317FED0F5B7}"/>
                </a:ext>
              </a:extLst>
            </p:cNvPr>
            <p:cNvSpPr>
              <a:spLocks noChangeAspect="1"/>
            </p:cNvSpPr>
            <p:nvPr/>
          </p:nvSpPr>
          <p:spPr bwMode="auto">
            <a:xfrm>
              <a:off x="1782" y="1898"/>
              <a:ext cx="5" cy="10"/>
            </a:xfrm>
            <a:custGeom>
              <a:avLst/>
              <a:gdLst>
                <a:gd name="T0" fmla="*/ 3 w 5"/>
                <a:gd name="T1" fmla="*/ 11 h 11"/>
                <a:gd name="T2" fmla="*/ 0 w 5"/>
                <a:gd name="T3" fmla="*/ 3 h 11"/>
                <a:gd name="T4" fmla="*/ 3 w 5"/>
                <a:gd name="T5" fmla="*/ 0 h 11"/>
                <a:gd name="T6" fmla="*/ 5 w 5"/>
                <a:gd name="T7" fmla="*/ 3 h 11"/>
                <a:gd name="T8" fmla="*/ 5 w 5"/>
                <a:gd name="T9" fmla="*/ 11 h 11"/>
                <a:gd name="T10" fmla="*/ 3 w 5"/>
                <a:gd name="T11" fmla="*/ 11 h 11"/>
              </a:gdLst>
              <a:ahLst/>
              <a:cxnLst>
                <a:cxn ang="0">
                  <a:pos x="T0" y="T1"/>
                </a:cxn>
                <a:cxn ang="0">
                  <a:pos x="T2" y="T3"/>
                </a:cxn>
                <a:cxn ang="0">
                  <a:pos x="T4" y="T5"/>
                </a:cxn>
                <a:cxn ang="0">
                  <a:pos x="T6" y="T7"/>
                </a:cxn>
                <a:cxn ang="0">
                  <a:pos x="T8" y="T9"/>
                </a:cxn>
                <a:cxn ang="0">
                  <a:pos x="T10" y="T11"/>
                </a:cxn>
              </a:cxnLst>
              <a:rect l="0" t="0" r="r" b="b"/>
              <a:pathLst>
                <a:path w="5" h="11">
                  <a:moveTo>
                    <a:pt x="3" y="11"/>
                  </a:moveTo>
                  <a:lnTo>
                    <a:pt x="0" y="3"/>
                  </a:lnTo>
                  <a:lnTo>
                    <a:pt x="3" y="0"/>
                  </a:lnTo>
                  <a:lnTo>
                    <a:pt x="5" y="3"/>
                  </a:lnTo>
                  <a:lnTo>
                    <a:pt x="5" y="11"/>
                  </a:lnTo>
                  <a:lnTo>
                    <a:pt x="3" y="1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6" name="Freeform 60">
              <a:extLst>
                <a:ext uri="{FF2B5EF4-FFF2-40B4-BE49-F238E27FC236}">
                  <a16:creationId xmlns:a16="http://schemas.microsoft.com/office/drawing/2014/main" id="{FA6E761B-C914-88A7-5F97-5551354291F1}"/>
                </a:ext>
              </a:extLst>
            </p:cNvPr>
            <p:cNvSpPr>
              <a:spLocks noChangeAspect="1"/>
            </p:cNvSpPr>
            <p:nvPr/>
          </p:nvSpPr>
          <p:spPr bwMode="auto">
            <a:xfrm>
              <a:off x="1782" y="1898"/>
              <a:ext cx="5" cy="10"/>
            </a:xfrm>
            <a:custGeom>
              <a:avLst/>
              <a:gdLst>
                <a:gd name="T0" fmla="*/ 3 w 5"/>
                <a:gd name="T1" fmla="*/ 11 h 11"/>
                <a:gd name="T2" fmla="*/ 0 w 5"/>
                <a:gd name="T3" fmla="*/ 3 h 11"/>
                <a:gd name="T4" fmla="*/ 3 w 5"/>
                <a:gd name="T5" fmla="*/ 0 h 11"/>
                <a:gd name="T6" fmla="*/ 5 w 5"/>
                <a:gd name="T7" fmla="*/ 3 h 11"/>
                <a:gd name="T8" fmla="*/ 5 w 5"/>
                <a:gd name="T9" fmla="*/ 11 h 11"/>
                <a:gd name="T10" fmla="*/ 3 w 5"/>
                <a:gd name="T11" fmla="*/ 11 h 11"/>
              </a:gdLst>
              <a:ahLst/>
              <a:cxnLst>
                <a:cxn ang="0">
                  <a:pos x="T0" y="T1"/>
                </a:cxn>
                <a:cxn ang="0">
                  <a:pos x="T2" y="T3"/>
                </a:cxn>
                <a:cxn ang="0">
                  <a:pos x="T4" y="T5"/>
                </a:cxn>
                <a:cxn ang="0">
                  <a:pos x="T6" y="T7"/>
                </a:cxn>
                <a:cxn ang="0">
                  <a:pos x="T8" y="T9"/>
                </a:cxn>
                <a:cxn ang="0">
                  <a:pos x="T10" y="T11"/>
                </a:cxn>
              </a:cxnLst>
              <a:rect l="0" t="0" r="r" b="b"/>
              <a:pathLst>
                <a:path w="5" h="11">
                  <a:moveTo>
                    <a:pt x="3" y="11"/>
                  </a:moveTo>
                  <a:lnTo>
                    <a:pt x="0" y="3"/>
                  </a:lnTo>
                  <a:lnTo>
                    <a:pt x="3" y="0"/>
                  </a:lnTo>
                  <a:lnTo>
                    <a:pt x="5" y="3"/>
                  </a:lnTo>
                  <a:lnTo>
                    <a:pt x="5" y="11"/>
                  </a:lnTo>
                  <a:lnTo>
                    <a:pt x="3" y="1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7" name="Freeform 61">
              <a:extLst>
                <a:ext uri="{FF2B5EF4-FFF2-40B4-BE49-F238E27FC236}">
                  <a16:creationId xmlns:a16="http://schemas.microsoft.com/office/drawing/2014/main" id="{49472A21-3592-E3EA-5630-296DC8455160}"/>
                </a:ext>
              </a:extLst>
            </p:cNvPr>
            <p:cNvSpPr>
              <a:spLocks noChangeAspect="1"/>
            </p:cNvSpPr>
            <p:nvPr/>
          </p:nvSpPr>
          <p:spPr bwMode="auto">
            <a:xfrm>
              <a:off x="1921" y="1824"/>
              <a:ext cx="13" cy="13"/>
            </a:xfrm>
            <a:custGeom>
              <a:avLst/>
              <a:gdLst>
                <a:gd name="T0" fmla="*/ 6 w 15"/>
                <a:gd name="T1" fmla="*/ 14 h 14"/>
                <a:gd name="T2" fmla="*/ 0 w 15"/>
                <a:gd name="T3" fmla="*/ 9 h 14"/>
                <a:gd name="T4" fmla="*/ 0 w 15"/>
                <a:gd name="T5" fmla="*/ 0 h 14"/>
                <a:gd name="T6" fmla="*/ 6 w 15"/>
                <a:gd name="T7" fmla="*/ 3 h 14"/>
                <a:gd name="T8" fmla="*/ 6 w 15"/>
                <a:gd name="T9" fmla="*/ 7 h 14"/>
                <a:gd name="T10" fmla="*/ 15 w 15"/>
                <a:gd name="T11" fmla="*/ 12 h 14"/>
                <a:gd name="T12" fmla="*/ 6 w 1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5" h="14">
                  <a:moveTo>
                    <a:pt x="6" y="14"/>
                  </a:moveTo>
                  <a:lnTo>
                    <a:pt x="0" y="9"/>
                  </a:lnTo>
                  <a:lnTo>
                    <a:pt x="0" y="0"/>
                  </a:lnTo>
                  <a:lnTo>
                    <a:pt x="6" y="3"/>
                  </a:lnTo>
                  <a:lnTo>
                    <a:pt x="6" y="7"/>
                  </a:lnTo>
                  <a:lnTo>
                    <a:pt x="15" y="12"/>
                  </a:lnTo>
                  <a:lnTo>
                    <a:pt x="6" y="1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8" name="Freeform 62">
              <a:extLst>
                <a:ext uri="{FF2B5EF4-FFF2-40B4-BE49-F238E27FC236}">
                  <a16:creationId xmlns:a16="http://schemas.microsoft.com/office/drawing/2014/main" id="{3B8DA8F2-1C43-B7EB-5C2D-892C060B9296}"/>
                </a:ext>
              </a:extLst>
            </p:cNvPr>
            <p:cNvSpPr>
              <a:spLocks noChangeAspect="1"/>
            </p:cNvSpPr>
            <p:nvPr/>
          </p:nvSpPr>
          <p:spPr bwMode="auto">
            <a:xfrm>
              <a:off x="1921" y="1824"/>
              <a:ext cx="13" cy="13"/>
            </a:xfrm>
            <a:custGeom>
              <a:avLst/>
              <a:gdLst>
                <a:gd name="T0" fmla="*/ 6 w 15"/>
                <a:gd name="T1" fmla="*/ 14 h 14"/>
                <a:gd name="T2" fmla="*/ 0 w 15"/>
                <a:gd name="T3" fmla="*/ 9 h 14"/>
                <a:gd name="T4" fmla="*/ 0 w 15"/>
                <a:gd name="T5" fmla="*/ 0 h 14"/>
                <a:gd name="T6" fmla="*/ 6 w 15"/>
                <a:gd name="T7" fmla="*/ 3 h 14"/>
                <a:gd name="T8" fmla="*/ 6 w 15"/>
                <a:gd name="T9" fmla="*/ 7 h 14"/>
                <a:gd name="T10" fmla="*/ 15 w 15"/>
                <a:gd name="T11" fmla="*/ 12 h 14"/>
                <a:gd name="T12" fmla="*/ 6 w 1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5" h="14">
                  <a:moveTo>
                    <a:pt x="6" y="14"/>
                  </a:moveTo>
                  <a:lnTo>
                    <a:pt x="0" y="9"/>
                  </a:lnTo>
                  <a:lnTo>
                    <a:pt x="0" y="0"/>
                  </a:lnTo>
                  <a:lnTo>
                    <a:pt x="6" y="3"/>
                  </a:lnTo>
                  <a:lnTo>
                    <a:pt x="6" y="7"/>
                  </a:lnTo>
                  <a:lnTo>
                    <a:pt x="15" y="12"/>
                  </a:lnTo>
                  <a:lnTo>
                    <a:pt x="6" y="1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59" name="Freeform 63">
              <a:extLst>
                <a:ext uri="{FF2B5EF4-FFF2-40B4-BE49-F238E27FC236}">
                  <a16:creationId xmlns:a16="http://schemas.microsoft.com/office/drawing/2014/main" id="{48F72913-991F-C2CE-DB36-25CD00F6B7E3}"/>
                </a:ext>
              </a:extLst>
            </p:cNvPr>
            <p:cNvSpPr>
              <a:spLocks noChangeAspect="1"/>
            </p:cNvSpPr>
            <p:nvPr/>
          </p:nvSpPr>
          <p:spPr bwMode="auto">
            <a:xfrm>
              <a:off x="1759" y="2049"/>
              <a:ext cx="12" cy="26"/>
            </a:xfrm>
            <a:custGeom>
              <a:avLst/>
              <a:gdLst>
                <a:gd name="T0" fmla="*/ 7 w 14"/>
                <a:gd name="T1" fmla="*/ 27 h 27"/>
                <a:gd name="T2" fmla="*/ 0 w 14"/>
                <a:gd name="T3" fmla="*/ 15 h 27"/>
                <a:gd name="T4" fmla="*/ 5 w 14"/>
                <a:gd name="T5" fmla="*/ 0 h 27"/>
                <a:gd name="T6" fmla="*/ 12 w 14"/>
                <a:gd name="T7" fmla="*/ 0 h 27"/>
                <a:gd name="T8" fmla="*/ 14 w 14"/>
                <a:gd name="T9" fmla="*/ 6 h 27"/>
                <a:gd name="T10" fmla="*/ 12 w 14"/>
                <a:gd name="T11" fmla="*/ 15 h 27"/>
                <a:gd name="T12" fmla="*/ 12 w 14"/>
                <a:gd name="T13" fmla="*/ 27 h 27"/>
                <a:gd name="T14" fmla="*/ 7 w 14"/>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7">
                  <a:moveTo>
                    <a:pt x="7" y="27"/>
                  </a:moveTo>
                  <a:lnTo>
                    <a:pt x="0" y="15"/>
                  </a:lnTo>
                  <a:lnTo>
                    <a:pt x="5" y="0"/>
                  </a:lnTo>
                  <a:lnTo>
                    <a:pt x="12" y="0"/>
                  </a:lnTo>
                  <a:lnTo>
                    <a:pt x="14" y="6"/>
                  </a:lnTo>
                  <a:lnTo>
                    <a:pt x="12" y="15"/>
                  </a:lnTo>
                  <a:lnTo>
                    <a:pt x="12" y="27"/>
                  </a:lnTo>
                  <a:lnTo>
                    <a:pt x="7" y="2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0" name="Freeform 64">
              <a:extLst>
                <a:ext uri="{FF2B5EF4-FFF2-40B4-BE49-F238E27FC236}">
                  <a16:creationId xmlns:a16="http://schemas.microsoft.com/office/drawing/2014/main" id="{E1159B75-B6FB-7AB6-7626-F28A60EFCD55}"/>
                </a:ext>
              </a:extLst>
            </p:cNvPr>
            <p:cNvSpPr>
              <a:spLocks noChangeAspect="1"/>
            </p:cNvSpPr>
            <p:nvPr/>
          </p:nvSpPr>
          <p:spPr bwMode="auto">
            <a:xfrm>
              <a:off x="1759" y="2049"/>
              <a:ext cx="12" cy="26"/>
            </a:xfrm>
            <a:custGeom>
              <a:avLst/>
              <a:gdLst>
                <a:gd name="T0" fmla="*/ 7 w 14"/>
                <a:gd name="T1" fmla="*/ 27 h 27"/>
                <a:gd name="T2" fmla="*/ 0 w 14"/>
                <a:gd name="T3" fmla="*/ 15 h 27"/>
                <a:gd name="T4" fmla="*/ 5 w 14"/>
                <a:gd name="T5" fmla="*/ 0 h 27"/>
                <a:gd name="T6" fmla="*/ 12 w 14"/>
                <a:gd name="T7" fmla="*/ 0 h 27"/>
                <a:gd name="T8" fmla="*/ 14 w 14"/>
                <a:gd name="T9" fmla="*/ 6 h 27"/>
                <a:gd name="T10" fmla="*/ 12 w 14"/>
                <a:gd name="T11" fmla="*/ 15 h 27"/>
                <a:gd name="T12" fmla="*/ 12 w 14"/>
                <a:gd name="T13" fmla="*/ 27 h 27"/>
                <a:gd name="T14" fmla="*/ 7 w 14"/>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7">
                  <a:moveTo>
                    <a:pt x="7" y="27"/>
                  </a:moveTo>
                  <a:lnTo>
                    <a:pt x="0" y="15"/>
                  </a:lnTo>
                  <a:lnTo>
                    <a:pt x="5" y="0"/>
                  </a:lnTo>
                  <a:lnTo>
                    <a:pt x="12" y="0"/>
                  </a:lnTo>
                  <a:lnTo>
                    <a:pt x="14" y="6"/>
                  </a:lnTo>
                  <a:lnTo>
                    <a:pt x="12" y="15"/>
                  </a:lnTo>
                  <a:lnTo>
                    <a:pt x="12" y="27"/>
                  </a:lnTo>
                  <a:lnTo>
                    <a:pt x="7" y="2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1" name="Freeform 65">
              <a:extLst>
                <a:ext uri="{FF2B5EF4-FFF2-40B4-BE49-F238E27FC236}">
                  <a16:creationId xmlns:a16="http://schemas.microsoft.com/office/drawing/2014/main" id="{31130C42-AFA6-32AA-A806-D8E01D7C4692}"/>
                </a:ext>
              </a:extLst>
            </p:cNvPr>
            <p:cNvSpPr>
              <a:spLocks noChangeAspect="1"/>
            </p:cNvSpPr>
            <p:nvPr/>
          </p:nvSpPr>
          <p:spPr bwMode="auto">
            <a:xfrm>
              <a:off x="1719" y="2021"/>
              <a:ext cx="18" cy="15"/>
            </a:xfrm>
            <a:custGeom>
              <a:avLst/>
              <a:gdLst>
                <a:gd name="T0" fmla="*/ 13 w 22"/>
                <a:gd name="T1" fmla="*/ 20 h 20"/>
                <a:gd name="T2" fmla="*/ 7 w 22"/>
                <a:gd name="T3" fmla="*/ 20 h 20"/>
                <a:gd name="T4" fmla="*/ 9 w 22"/>
                <a:gd name="T5" fmla="*/ 14 h 20"/>
                <a:gd name="T6" fmla="*/ 9 w 22"/>
                <a:gd name="T7" fmla="*/ 7 h 20"/>
                <a:gd name="T8" fmla="*/ 0 w 22"/>
                <a:gd name="T9" fmla="*/ 9 h 20"/>
                <a:gd name="T10" fmla="*/ 7 w 22"/>
                <a:gd name="T11" fmla="*/ 0 h 20"/>
                <a:gd name="T12" fmla="*/ 13 w 22"/>
                <a:gd name="T13" fmla="*/ 0 h 20"/>
                <a:gd name="T14" fmla="*/ 22 w 22"/>
                <a:gd name="T15" fmla="*/ 0 h 20"/>
                <a:gd name="T16" fmla="*/ 22 w 22"/>
                <a:gd name="T17" fmla="*/ 5 h 20"/>
                <a:gd name="T18" fmla="*/ 22 w 22"/>
                <a:gd name="T19" fmla="*/ 18 h 20"/>
                <a:gd name="T20" fmla="*/ 20 w 22"/>
                <a:gd name="T21" fmla="*/ 20 h 20"/>
                <a:gd name="T22" fmla="*/ 13 w 22"/>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0">
                  <a:moveTo>
                    <a:pt x="13" y="20"/>
                  </a:moveTo>
                  <a:lnTo>
                    <a:pt x="7" y="20"/>
                  </a:lnTo>
                  <a:lnTo>
                    <a:pt x="9" y="14"/>
                  </a:lnTo>
                  <a:lnTo>
                    <a:pt x="9" y="7"/>
                  </a:lnTo>
                  <a:lnTo>
                    <a:pt x="0" y="9"/>
                  </a:lnTo>
                  <a:lnTo>
                    <a:pt x="7" y="0"/>
                  </a:lnTo>
                  <a:lnTo>
                    <a:pt x="13" y="0"/>
                  </a:lnTo>
                  <a:lnTo>
                    <a:pt x="22" y="0"/>
                  </a:lnTo>
                  <a:lnTo>
                    <a:pt x="22" y="5"/>
                  </a:lnTo>
                  <a:lnTo>
                    <a:pt x="22" y="18"/>
                  </a:lnTo>
                  <a:lnTo>
                    <a:pt x="20" y="20"/>
                  </a:lnTo>
                  <a:lnTo>
                    <a:pt x="13" y="2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2" name="Freeform 66">
              <a:extLst>
                <a:ext uri="{FF2B5EF4-FFF2-40B4-BE49-F238E27FC236}">
                  <a16:creationId xmlns:a16="http://schemas.microsoft.com/office/drawing/2014/main" id="{DAC51889-CA25-C101-6F59-3F5C4D2CBA8D}"/>
                </a:ext>
              </a:extLst>
            </p:cNvPr>
            <p:cNvSpPr>
              <a:spLocks noChangeAspect="1"/>
            </p:cNvSpPr>
            <p:nvPr/>
          </p:nvSpPr>
          <p:spPr bwMode="auto">
            <a:xfrm>
              <a:off x="1719" y="2021"/>
              <a:ext cx="18" cy="15"/>
            </a:xfrm>
            <a:custGeom>
              <a:avLst/>
              <a:gdLst>
                <a:gd name="T0" fmla="*/ 13 w 22"/>
                <a:gd name="T1" fmla="*/ 20 h 20"/>
                <a:gd name="T2" fmla="*/ 7 w 22"/>
                <a:gd name="T3" fmla="*/ 20 h 20"/>
                <a:gd name="T4" fmla="*/ 9 w 22"/>
                <a:gd name="T5" fmla="*/ 14 h 20"/>
                <a:gd name="T6" fmla="*/ 9 w 22"/>
                <a:gd name="T7" fmla="*/ 7 h 20"/>
                <a:gd name="T8" fmla="*/ 0 w 22"/>
                <a:gd name="T9" fmla="*/ 9 h 20"/>
                <a:gd name="T10" fmla="*/ 7 w 22"/>
                <a:gd name="T11" fmla="*/ 0 h 20"/>
                <a:gd name="T12" fmla="*/ 13 w 22"/>
                <a:gd name="T13" fmla="*/ 0 h 20"/>
                <a:gd name="T14" fmla="*/ 22 w 22"/>
                <a:gd name="T15" fmla="*/ 0 h 20"/>
                <a:gd name="T16" fmla="*/ 22 w 22"/>
                <a:gd name="T17" fmla="*/ 5 h 20"/>
                <a:gd name="T18" fmla="*/ 22 w 22"/>
                <a:gd name="T19" fmla="*/ 18 h 20"/>
                <a:gd name="T20" fmla="*/ 20 w 22"/>
                <a:gd name="T21" fmla="*/ 20 h 20"/>
                <a:gd name="T22" fmla="*/ 13 w 22"/>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0">
                  <a:moveTo>
                    <a:pt x="13" y="20"/>
                  </a:moveTo>
                  <a:lnTo>
                    <a:pt x="7" y="20"/>
                  </a:lnTo>
                  <a:lnTo>
                    <a:pt x="9" y="14"/>
                  </a:lnTo>
                  <a:lnTo>
                    <a:pt x="9" y="7"/>
                  </a:lnTo>
                  <a:lnTo>
                    <a:pt x="0" y="9"/>
                  </a:lnTo>
                  <a:lnTo>
                    <a:pt x="7" y="0"/>
                  </a:lnTo>
                  <a:lnTo>
                    <a:pt x="13" y="0"/>
                  </a:lnTo>
                  <a:lnTo>
                    <a:pt x="22" y="0"/>
                  </a:lnTo>
                  <a:lnTo>
                    <a:pt x="22" y="5"/>
                  </a:lnTo>
                  <a:lnTo>
                    <a:pt x="22" y="18"/>
                  </a:lnTo>
                  <a:lnTo>
                    <a:pt x="20" y="20"/>
                  </a:lnTo>
                  <a:lnTo>
                    <a:pt x="13" y="2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3" name="Freeform 67">
              <a:extLst>
                <a:ext uri="{FF2B5EF4-FFF2-40B4-BE49-F238E27FC236}">
                  <a16:creationId xmlns:a16="http://schemas.microsoft.com/office/drawing/2014/main" id="{CDD51438-F2CA-6077-6C38-3F3389CC9ABC}"/>
                </a:ext>
              </a:extLst>
            </p:cNvPr>
            <p:cNvSpPr>
              <a:spLocks noChangeAspect="1"/>
            </p:cNvSpPr>
            <p:nvPr/>
          </p:nvSpPr>
          <p:spPr bwMode="auto">
            <a:xfrm>
              <a:off x="1747" y="2010"/>
              <a:ext cx="12" cy="13"/>
            </a:xfrm>
            <a:custGeom>
              <a:avLst/>
              <a:gdLst>
                <a:gd name="T0" fmla="*/ 4 w 15"/>
                <a:gd name="T1" fmla="*/ 16 h 16"/>
                <a:gd name="T2" fmla="*/ 0 w 15"/>
                <a:gd name="T3" fmla="*/ 4 h 16"/>
                <a:gd name="T4" fmla="*/ 4 w 15"/>
                <a:gd name="T5" fmla="*/ 0 h 16"/>
                <a:gd name="T6" fmla="*/ 15 w 15"/>
                <a:gd name="T7" fmla="*/ 0 h 16"/>
                <a:gd name="T8" fmla="*/ 15 w 15"/>
                <a:gd name="T9" fmla="*/ 4 h 16"/>
                <a:gd name="T10" fmla="*/ 13 w 15"/>
                <a:gd name="T11" fmla="*/ 11 h 16"/>
                <a:gd name="T12" fmla="*/ 4 w 1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4" y="16"/>
                  </a:moveTo>
                  <a:lnTo>
                    <a:pt x="0" y="4"/>
                  </a:lnTo>
                  <a:lnTo>
                    <a:pt x="4" y="0"/>
                  </a:lnTo>
                  <a:lnTo>
                    <a:pt x="15" y="0"/>
                  </a:lnTo>
                  <a:lnTo>
                    <a:pt x="15" y="4"/>
                  </a:lnTo>
                  <a:lnTo>
                    <a:pt x="13" y="11"/>
                  </a:lnTo>
                  <a:lnTo>
                    <a:pt x="4" y="1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4" name="Freeform 68">
              <a:extLst>
                <a:ext uri="{FF2B5EF4-FFF2-40B4-BE49-F238E27FC236}">
                  <a16:creationId xmlns:a16="http://schemas.microsoft.com/office/drawing/2014/main" id="{A2032779-9EDF-90FF-2D40-08F34B188133}"/>
                </a:ext>
              </a:extLst>
            </p:cNvPr>
            <p:cNvSpPr>
              <a:spLocks noChangeAspect="1"/>
            </p:cNvSpPr>
            <p:nvPr/>
          </p:nvSpPr>
          <p:spPr bwMode="auto">
            <a:xfrm>
              <a:off x="1747" y="2010"/>
              <a:ext cx="12" cy="13"/>
            </a:xfrm>
            <a:custGeom>
              <a:avLst/>
              <a:gdLst>
                <a:gd name="T0" fmla="*/ 4 w 15"/>
                <a:gd name="T1" fmla="*/ 16 h 16"/>
                <a:gd name="T2" fmla="*/ 0 w 15"/>
                <a:gd name="T3" fmla="*/ 4 h 16"/>
                <a:gd name="T4" fmla="*/ 4 w 15"/>
                <a:gd name="T5" fmla="*/ 0 h 16"/>
                <a:gd name="T6" fmla="*/ 15 w 15"/>
                <a:gd name="T7" fmla="*/ 0 h 16"/>
                <a:gd name="T8" fmla="*/ 15 w 15"/>
                <a:gd name="T9" fmla="*/ 4 h 16"/>
                <a:gd name="T10" fmla="*/ 13 w 15"/>
                <a:gd name="T11" fmla="*/ 11 h 16"/>
                <a:gd name="T12" fmla="*/ 4 w 1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4" y="16"/>
                  </a:moveTo>
                  <a:lnTo>
                    <a:pt x="0" y="4"/>
                  </a:lnTo>
                  <a:lnTo>
                    <a:pt x="4" y="0"/>
                  </a:lnTo>
                  <a:lnTo>
                    <a:pt x="15" y="0"/>
                  </a:lnTo>
                  <a:lnTo>
                    <a:pt x="15" y="4"/>
                  </a:lnTo>
                  <a:lnTo>
                    <a:pt x="13" y="11"/>
                  </a:lnTo>
                  <a:lnTo>
                    <a:pt x="4" y="16"/>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5" name="Freeform 69">
              <a:extLst>
                <a:ext uri="{FF2B5EF4-FFF2-40B4-BE49-F238E27FC236}">
                  <a16:creationId xmlns:a16="http://schemas.microsoft.com/office/drawing/2014/main" id="{3C705E4A-ADA4-619B-8811-3CF827A89434}"/>
                </a:ext>
              </a:extLst>
            </p:cNvPr>
            <p:cNvSpPr>
              <a:spLocks noChangeAspect="1"/>
            </p:cNvSpPr>
            <p:nvPr/>
          </p:nvSpPr>
          <p:spPr bwMode="auto">
            <a:xfrm>
              <a:off x="1737" y="2001"/>
              <a:ext cx="8" cy="10"/>
            </a:xfrm>
            <a:custGeom>
              <a:avLst/>
              <a:gdLst>
                <a:gd name="T0" fmla="*/ 5 w 9"/>
                <a:gd name="T1" fmla="*/ 9 h 9"/>
                <a:gd name="T2" fmla="*/ 0 w 9"/>
                <a:gd name="T3" fmla="*/ 2 h 9"/>
                <a:gd name="T4" fmla="*/ 9 w 9"/>
                <a:gd name="T5" fmla="*/ 0 h 9"/>
                <a:gd name="T6" fmla="*/ 5 w 9"/>
                <a:gd name="T7" fmla="*/ 4 h 9"/>
                <a:gd name="T8" fmla="*/ 5 w 9"/>
                <a:gd name="T9" fmla="*/ 9 h 9"/>
              </a:gdLst>
              <a:ahLst/>
              <a:cxnLst>
                <a:cxn ang="0">
                  <a:pos x="T0" y="T1"/>
                </a:cxn>
                <a:cxn ang="0">
                  <a:pos x="T2" y="T3"/>
                </a:cxn>
                <a:cxn ang="0">
                  <a:pos x="T4" y="T5"/>
                </a:cxn>
                <a:cxn ang="0">
                  <a:pos x="T6" y="T7"/>
                </a:cxn>
                <a:cxn ang="0">
                  <a:pos x="T8" y="T9"/>
                </a:cxn>
              </a:cxnLst>
              <a:rect l="0" t="0" r="r" b="b"/>
              <a:pathLst>
                <a:path w="9" h="9">
                  <a:moveTo>
                    <a:pt x="5" y="9"/>
                  </a:moveTo>
                  <a:lnTo>
                    <a:pt x="0" y="2"/>
                  </a:lnTo>
                  <a:lnTo>
                    <a:pt x="9" y="0"/>
                  </a:lnTo>
                  <a:lnTo>
                    <a:pt x="5" y="4"/>
                  </a:lnTo>
                  <a:lnTo>
                    <a:pt x="5" y="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6" name="Freeform 70">
              <a:extLst>
                <a:ext uri="{FF2B5EF4-FFF2-40B4-BE49-F238E27FC236}">
                  <a16:creationId xmlns:a16="http://schemas.microsoft.com/office/drawing/2014/main" id="{A3A1E273-4A76-2705-3A4D-EEA6E4FDF67C}"/>
                </a:ext>
              </a:extLst>
            </p:cNvPr>
            <p:cNvSpPr>
              <a:spLocks noChangeAspect="1"/>
            </p:cNvSpPr>
            <p:nvPr/>
          </p:nvSpPr>
          <p:spPr bwMode="auto">
            <a:xfrm>
              <a:off x="1737" y="2001"/>
              <a:ext cx="8" cy="10"/>
            </a:xfrm>
            <a:custGeom>
              <a:avLst/>
              <a:gdLst>
                <a:gd name="T0" fmla="*/ 5 w 9"/>
                <a:gd name="T1" fmla="*/ 9 h 9"/>
                <a:gd name="T2" fmla="*/ 0 w 9"/>
                <a:gd name="T3" fmla="*/ 2 h 9"/>
                <a:gd name="T4" fmla="*/ 9 w 9"/>
                <a:gd name="T5" fmla="*/ 0 h 9"/>
                <a:gd name="T6" fmla="*/ 5 w 9"/>
                <a:gd name="T7" fmla="*/ 4 h 9"/>
                <a:gd name="T8" fmla="*/ 5 w 9"/>
                <a:gd name="T9" fmla="*/ 9 h 9"/>
              </a:gdLst>
              <a:ahLst/>
              <a:cxnLst>
                <a:cxn ang="0">
                  <a:pos x="T0" y="T1"/>
                </a:cxn>
                <a:cxn ang="0">
                  <a:pos x="T2" y="T3"/>
                </a:cxn>
                <a:cxn ang="0">
                  <a:pos x="T4" y="T5"/>
                </a:cxn>
                <a:cxn ang="0">
                  <a:pos x="T6" y="T7"/>
                </a:cxn>
                <a:cxn ang="0">
                  <a:pos x="T8" y="T9"/>
                </a:cxn>
              </a:cxnLst>
              <a:rect l="0" t="0" r="r" b="b"/>
              <a:pathLst>
                <a:path w="9" h="9">
                  <a:moveTo>
                    <a:pt x="5" y="9"/>
                  </a:moveTo>
                  <a:lnTo>
                    <a:pt x="0" y="2"/>
                  </a:lnTo>
                  <a:lnTo>
                    <a:pt x="9" y="0"/>
                  </a:lnTo>
                  <a:lnTo>
                    <a:pt x="5" y="4"/>
                  </a:lnTo>
                  <a:lnTo>
                    <a:pt x="5"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7" name="Freeform 71">
              <a:extLst>
                <a:ext uri="{FF2B5EF4-FFF2-40B4-BE49-F238E27FC236}">
                  <a16:creationId xmlns:a16="http://schemas.microsoft.com/office/drawing/2014/main" id="{C6ACEC28-93E9-70E5-0DF8-9225A5412DC9}"/>
                </a:ext>
              </a:extLst>
            </p:cNvPr>
            <p:cNvSpPr>
              <a:spLocks noChangeAspect="1"/>
            </p:cNvSpPr>
            <p:nvPr/>
          </p:nvSpPr>
          <p:spPr bwMode="auto">
            <a:xfrm>
              <a:off x="1741" y="1962"/>
              <a:ext cx="30" cy="26"/>
            </a:xfrm>
            <a:custGeom>
              <a:avLst/>
              <a:gdLst>
                <a:gd name="T0" fmla="*/ 0 w 36"/>
                <a:gd name="T1" fmla="*/ 29 h 29"/>
                <a:gd name="T2" fmla="*/ 13 w 36"/>
                <a:gd name="T3" fmla="*/ 29 h 29"/>
                <a:gd name="T4" fmla="*/ 34 w 36"/>
                <a:gd name="T5" fmla="*/ 29 h 29"/>
                <a:gd name="T6" fmla="*/ 36 w 36"/>
                <a:gd name="T7" fmla="*/ 25 h 29"/>
                <a:gd name="T8" fmla="*/ 27 w 36"/>
                <a:gd name="T9" fmla="*/ 16 h 29"/>
                <a:gd name="T10" fmla="*/ 22 w 36"/>
                <a:gd name="T11" fmla="*/ 11 h 29"/>
                <a:gd name="T12" fmla="*/ 22 w 36"/>
                <a:gd name="T13" fmla="*/ 4 h 29"/>
                <a:gd name="T14" fmla="*/ 16 w 36"/>
                <a:gd name="T15" fmla="*/ 0 h 29"/>
                <a:gd name="T16" fmla="*/ 11 w 36"/>
                <a:gd name="T17" fmla="*/ 0 h 29"/>
                <a:gd name="T18" fmla="*/ 9 w 36"/>
                <a:gd name="T19" fmla="*/ 4 h 29"/>
                <a:gd name="T20" fmla="*/ 16 w 36"/>
                <a:gd name="T21" fmla="*/ 11 h 29"/>
                <a:gd name="T22" fmla="*/ 20 w 36"/>
                <a:gd name="T23" fmla="*/ 13 h 29"/>
                <a:gd name="T24" fmla="*/ 20 w 36"/>
                <a:gd name="T25" fmla="*/ 16 h 29"/>
                <a:gd name="T26" fmla="*/ 13 w 36"/>
                <a:gd name="T27" fmla="*/ 18 h 29"/>
                <a:gd name="T28" fmla="*/ 11 w 36"/>
                <a:gd name="T29" fmla="*/ 18 h 29"/>
                <a:gd name="T30" fmla="*/ 13 w 36"/>
                <a:gd name="T31" fmla="*/ 22 h 29"/>
                <a:gd name="T32" fmla="*/ 13 w 36"/>
                <a:gd name="T33" fmla="*/ 25 h 29"/>
                <a:gd name="T34" fmla="*/ 0 w 36"/>
                <a:gd name="T35" fmla="*/ 25 h 29"/>
                <a:gd name="T36" fmla="*/ 0 w 36"/>
                <a:gd name="T3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29">
                  <a:moveTo>
                    <a:pt x="0" y="29"/>
                  </a:moveTo>
                  <a:lnTo>
                    <a:pt x="13" y="29"/>
                  </a:lnTo>
                  <a:lnTo>
                    <a:pt x="34" y="29"/>
                  </a:lnTo>
                  <a:lnTo>
                    <a:pt x="36" y="25"/>
                  </a:lnTo>
                  <a:lnTo>
                    <a:pt x="27" y="16"/>
                  </a:lnTo>
                  <a:lnTo>
                    <a:pt x="22" y="11"/>
                  </a:lnTo>
                  <a:lnTo>
                    <a:pt x="22" y="4"/>
                  </a:lnTo>
                  <a:lnTo>
                    <a:pt x="16" y="0"/>
                  </a:lnTo>
                  <a:lnTo>
                    <a:pt x="11" y="0"/>
                  </a:lnTo>
                  <a:lnTo>
                    <a:pt x="9" y="4"/>
                  </a:lnTo>
                  <a:lnTo>
                    <a:pt x="16" y="11"/>
                  </a:lnTo>
                  <a:lnTo>
                    <a:pt x="20" y="13"/>
                  </a:lnTo>
                  <a:lnTo>
                    <a:pt x="20" y="16"/>
                  </a:lnTo>
                  <a:lnTo>
                    <a:pt x="13" y="18"/>
                  </a:lnTo>
                  <a:lnTo>
                    <a:pt x="11" y="18"/>
                  </a:lnTo>
                  <a:lnTo>
                    <a:pt x="13" y="22"/>
                  </a:lnTo>
                  <a:lnTo>
                    <a:pt x="13" y="25"/>
                  </a:lnTo>
                  <a:lnTo>
                    <a:pt x="0" y="25"/>
                  </a:lnTo>
                  <a:lnTo>
                    <a:pt x="0" y="2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8" name="Freeform 72">
              <a:extLst>
                <a:ext uri="{FF2B5EF4-FFF2-40B4-BE49-F238E27FC236}">
                  <a16:creationId xmlns:a16="http://schemas.microsoft.com/office/drawing/2014/main" id="{6D941A07-4910-4DCB-F92A-ACF5F819FE9E}"/>
                </a:ext>
              </a:extLst>
            </p:cNvPr>
            <p:cNvSpPr>
              <a:spLocks noChangeAspect="1"/>
            </p:cNvSpPr>
            <p:nvPr/>
          </p:nvSpPr>
          <p:spPr bwMode="auto">
            <a:xfrm>
              <a:off x="1741" y="1962"/>
              <a:ext cx="30" cy="26"/>
            </a:xfrm>
            <a:custGeom>
              <a:avLst/>
              <a:gdLst>
                <a:gd name="T0" fmla="*/ 0 w 36"/>
                <a:gd name="T1" fmla="*/ 29 h 29"/>
                <a:gd name="T2" fmla="*/ 13 w 36"/>
                <a:gd name="T3" fmla="*/ 29 h 29"/>
                <a:gd name="T4" fmla="*/ 34 w 36"/>
                <a:gd name="T5" fmla="*/ 29 h 29"/>
                <a:gd name="T6" fmla="*/ 36 w 36"/>
                <a:gd name="T7" fmla="*/ 25 h 29"/>
                <a:gd name="T8" fmla="*/ 27 w 36"/>
                <a:gd name="T9" fmla="*/ 16 h 29"/>
                <a:gd name="T10" fmla="*/ 22 w 36"/>
                <a:gd name="T11" fmla="*/ 11 h 29"/>
                <a:gd name="T12" fmla="*/ 22 w 36"/>
                <a:gd name="T13" fmla="*/ 4 h 29"/>
                <a:gd name="T14" fmla="*/ 16 w 36"/>
                <a:gd name="T15" fmla="*/ 0 h 29"/>
                <a:gd name="T16" fmla="*/ 11 w 36"/>
                <a:gd name="T17" fmla="*/ 0 h 29"/>
                <a:gd name="T18" fmla="*/ 9 w 36"/>
                <a:gd name="T19" fmla="*/ 4 h 29"/>
                <a:gd name="T20" fmla="*/ 16 w 36"/>
                <a:gd name="T21" fmla="*/ 11 h 29"/>
                <a:gd name="T22" fmla="*/ 20 w 36"/>
                <a:gd name="T23" fmla="*/ 13 h 29"/>
                <a:gd name="T24" fmla="*/ 20 w 36"/>
                <a:gd name="T25" fmla="*/ 16 h 29"/>
                <a:gd name="T26" fmla="*/ 13 w 36"/>
                <a:gd name="T27" fmla="*/ 18 h 29"/>
                <a:gd name="T28" fmla="*/ 11 w 36"/>
                <a:gd name="T29" fmla="*/ 18 h 29"/>
                <a:gd name="T30" fmla="*/ 13 w 36"/>
                <a:gd name="T31" fmla="*/ 22 h 29"/>
                <a:gd name="T32" fmla="*/ 13 w 36"/>
                <a:gd name="T33" fmla="*/ 25 h 29"/>
                <a:gd name="T34" fmla="*/ 0 w 36"/>
                <a:gd name="T35" fmla="*/ 25 h 29"/>
                <a:gd name="T36" fmla="*/ 0 w 36"/>
                <a:gd name="T3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29">
                  <a:moveTo>
                    <a:pt x="0" y="29"/>
                  </a:moveTo>
                  <a:lnTo>
                    <a:pt x="13" y="29"/>
                  </a:lnTo>
                  <a:lnTo>
                    <a:pt x="34" y="29"/>
                  </a:lnTo>
                  <a:lnTo>
                    <a:pt x="36" y="25"/>
                  </a:lnTo>
                  <a:lnTo>
                    <a:pt x="27" y="16"/>
                  </a:lnTo>
                  <a:lnTo>
                    <a:pt x="22" y="11"/>
                  </a:lnTo>
                  <a:lnTo>
                    <a:pt x="22" y="4"/>
                  </a:lnTo>
                  <a:lnTo>
                    <a:pt x="16" y="0"/>
                  </a:lnTo>
                  <a:lnTo>
                    <a:pt x="11" y="0"/>
                  </a:lnTo>
                  <a:lnTo>
                    <a:pt x="9" y="4"/>
                  </a:lnTo>
                  <a:lnTo>
                    <a:pt x="16" y="11"/>
                  </a:lnTo>
                  <a:lnTo>
                    <a:pt x="20" y="13"/>
                  </a:lnTo>
                  <a:lnTo>
                    <a:pt x="20" y="16"/>
                  </a:lnTo>
                  <a:lnTo>
                    <a:pt x="13" y="18"/>
                  </a:lnTo>
                  <a:lnTo>
                    <a:pt x="11" y="18"/>
                  </a:lnTo>
                  <a:lnTo>
                    <a:pt x="13" y="22"/>
                  </a:lnTo>
                  <a:lnTo>
                    <a:pt x="13" y="25"/>
                  </a:lnTo>
                  <a:lnTo>
                    <a:pt x="0" y="25"/>
                  </a:lnTo>
                  <a:lnTo>
                    <a:pt x="0" y="2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69" name="Freeform 73">
              <a:extLst>
                <a:ext uri="{FF2B5EF4-FFF2-40B4-BE49-F238E27FC236}">
                  <a16:creationId xmlns:a16="http://schemas.microsoft.com/office/drawing/2014/main" id="{6DEB9397-1E60-54E4-5F3F-990936F5C796}"/>
                </a:ext>
              </a:extLst>
            </p:cNvPr>
            <p:cNvSpPr>
              <a:spLocks noChangeAspect="1"/>
            </p:cNvSpPr>
            <p:nvPr/>
          </p:nvSpPr>
          <p:spPr bwMode="auto">
            <a:xfrm>
              <a:off x="1724" y="1957"/>
              <a:ext cx="10" cy="7"/>
            </a:xfrm>
            <a:custGeom>
              <a:avLst/>
              <a:gdLst>
                <a:gd name="T0" fmla="*/ 11 w 11"/>
                <a:gd name="T1" fmla="*/ 3 h 7"/>
                <a:gd name="T2" fmla="*/ 4 w 11"/>
                <a:gd name="T3" fmla="*/ 7 h 7"/>
                <a:gd name="T4" fmla="*/ 0 w 11"/>
                <a:gd name="T5" fmla="*/ 5 h 7"/>
                <a:gd name="T6" fmla="*/ 0 w 11"/>
                <a:gd name="T7" fmla="*/ 0 h 7"/>
                <a:gd name="T8" fmla="*/ 6 w 11"/>
                <a:gd name="T9" fmla="*/ 0 h 7"/>
                <a:gd name="T10" fmla="*/ 11 w 11"/>
                <a:gd name="T11" fmla="*/ 3 h 7"/>
              </a:gdLst>
              <a:ahLst/>
              <a:cxnLst>
                <a:cxn ang="0">
                  <a:pos x="T0" y="T1"/>
                </a:cxn>
                <a:cxn ang="0">
                  <a:pos x="T2" y="T3"/>
                </a:cxn>
                <a:cxn ang="0">
                  <a:pos x="T4" y="T5"/>
                </a:cxn>
                <a:cxn ang="0">
                  <a:pos x="T6" y="T7"/>
                </a:cxn>
                <a:cxn ang="0">
                  <a:pos x="T8" y="T9"/>
                </a:cxn>
                <a:cxn ang="0">
                  <a:pos x="T10" y="T11"/>
                </a:cxn>
              </a:cxnLst>
              <a:rect l="0" t="0" r="r" b="b"/>
              <a:pathLst>
                <a:path w="11" h="7">
                  <a:moveTo>
                    <a:pt x="11" y="3"/>
                  </a:moveTo>
                  <a:lnTo>
                    <a:pt x="4" y="7"/>
                  </a:lnTo>
                  <a:lnTo>
                    <a:pt x="0" y="5"/>
                  </a:lnTo>
                  <a:lnTo>
                    <a:pt x="0" y="0"/>
                  </a:lnTo>
                  <a:lnTo>
                    <a:pt x="6" y="0"/>
                  </a:lnTo>
                  <a:lnTo>
                    <a:pt x="11" y="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0" name="Freeform 74">
              <a:extLst>
                <a:ext uri="{FF2B5EF4-FFF2-40B4-BE49-F238E27FC236}">
                  <a16:creationId xmlns:a16="http://schemas.microsoft.com/office/drawing/2014/main" id="{D56BD604-5BAB-F6A6-27E7-5AB905367D8D}"/>
                </a:ext>
              </a:extLst>
            </p:cNvPr>
            <p:cNvSpPr>
              <a:spLocks noChangeAspect="1"/>
            </p:cNvSpPr>
            <p:nvPr/>
          </p:nvSpPr>
          <p:spPr bwMode="auto">
            <a:xfrm>
              <a:off x="1724" y="1957"/>
              <a:ext cx="10" cy="7"/>
            </a:xfrm>
            <a:custGeom>
              <a:avLst/>
              <a:gdLst>
                <a:gd name="T0" fmla="*/ 11 w 11"/>
                <a:gd name="T1" fmla="*/ 3 h 7"/>
                <a:gd name="T2" fmla="*/ 4 w 11"/>
                <a:gd name="T3" fmla="*/ 7 h 7"/>
                <a:gd name="T4" fmla="*/ 0 w 11"/>
                <a:gd name="T5" fmla="*/ 5 h 7"/>
                <a:gd name="T6" fmla="*/ 0 w 11"/>
                <a:gd name="T7" fmla="*/ 0 h 7"/>
                <a:gd name="T8" fmla="*/ 6 w 11"/>
                <a:gd name="T9" fmla="*/ 0 h 7"/>
                <a:gd name="T10" fmla="*/ 11 w 11"/>
                <a:gd name="T11" fmla="*/ 3 h 7"/>
              </a:gdLst>
              <a:ahLst/>
              <a:cxnLst>
                <a:cxn ang="0">
                  <a:pos x="T0" y="T1"/>
                </a:cxn>
                <a:cxn ang="0">
                  <a:pos x="T2" y="T3"/>
                </a:cxn>
                <a:cxn ang="0">
                  <a:pos x="T4" y="T5"/>
                </a:cxn>
                <a:cxn ang="0">
                  <a:pos x="T6" y="T7"/>
                </a:cxn>
                <a:cxn ang="0">
                  <a:pos x="T8" y="T9"/>
                </a:cxn>
                <a:cxn ang="0">
                  <a:pos x="T10" y="T11"/>
                </a:cxn>
              </a:cxnLst>
              <a:rect l="0" t="0" r="r" b="b"/>
              <a:pathLst>
                <a:path w="11" h="7">
                  <a:moveTo>
                    <a:pt x="11" y="3"/>
                  </a:moveTo>
                  <a:lnTo>
                    <a:pt x="4" y="7"/>
                  </a:lnTo>
                  <a:lnTo>
                    <a:pt x="0" y="5"/>
                  </a:lnTo>
                  <a:lnTo>
                    <a:pt x="0" y="0"/>
                  </a:lnTo>
                  <a:lnTo>
                    <a:pt x="6" y="0"/>
                  </a:lnTo>
                  <a:lnTo>
                    <a:pt x="11" y="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1" name="Freeform 75">
              <a:extLst>
                <a:ext uri="{FF2B5EF4-FFF2-40B4-BE49-F238E27FC236}">
                  <a16:creationId xmlns:a16="http://schemas.microsoft.com/office/drawing/2014/main" id="{EEC87CD1-6F37-C038-73B5-1ED58300D7BB}"/>
                </a:ext>
              </a:extLst>
            </p:cNvPr>
            <p:cNvSpPr>
              <a:spLocks noChangeAspect="1"/>
            </p:cNvSpPr>
            <p:nvPr/>
          </p:nvSpPr>
          <p:spPr bwMode="auto">
            <a:xfrm>
              <a:off x="1739" y="1952"/>
              <a:ext cx="8" cy="8"/>
            </a:xfrm>
            <a:custGeom>
              <a:avLst/>
              <a:gdLst>
                <a:gd name="T0" fmla="*/ 0 w 9"/>
                <a:gd name="T1" fmla="*/ 6 h 9"/>
                <a:gd name="T2" fmla="*/ 0 w 9"/>
                <a:gd name="T3" fmla="*/ 2 h 9"/>
                <a:gd name="T4" fmla="*/ 6 w 9"/>
                <a:gd name="T5" fmla="*/ 0 h 9"/>
                <a:gd name="T6" fmla="*/ 9 w 9"/>
                <a:gd name="T7" fmla="*/ 0 h 9"/>
                <a:gd name="T8" fmla="*/ 9 w 9"/>
                <a:gd name="T9" fmla="*/ 2 h 9"/>
                <a:gd name="T10" fmla="*/ 2 w 9"/>
                <a:gd name="T11" fmla="*/ 9 h 9"/>
                <a:gd name="T12" fmla="*/ 0 w 9"/>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0" y="6"/>
                  </a:moveTo>
                  <a:lnTo>
                    <a:pt x="0" y="2"/>
                  </a:lnTo>
                  <a:lnTo>
                    <a:pt x="6" y="0"/>
                  </a:lnTo>
                  <a:lnTo>
                    <a:pt x="9" y="0"/>
                  </a:lnTo>
                  <a:lnTo>
                    <a:pt x="9" y="2"/>
                  </a:lnTo>
                  <a:lnTo>
                    <a:pt x="2" y="9"/>
                  </a:lnTo>
                  <a:lnTo>
                    <a:pt x="0" y="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2" name="Freeform 76">
              <a:extLst>
                <a:ext uri="{FF2B5EF4-FFF2-40B4-BE49-F238E27FC236}">
                  <a16:creationId xmlns:a16="http://schemas.microsoft.com/office/drawing/2014/main" id="{6E6502A5-1B63-D632-7DAA-7B2AC5423D53}"/>
                </a:ext>
              </a:extLst>
            </p:cNvPr>
            <p:cNvSpPr>
              <a:spLocks noChangeAspect="1"/>
            </p:cNvSpPr>
            <p:nvPr/>
          </p:nvSpPr>
          <p:spPr bwMode="auto">
            <a:xfrm>
              <a:off x="1739" y="1952"/>
              <a:ext cx="8" cy="8"/>
            </a:xfrm>
            <a:custGeom>
              <a:avLst/>
              <a:gdLst>
                <a:gd name="T0" fmla="*/ 0 w 9"/>
                <a:gd name="T1" fmla="*/ 6 h 9"/>
                <a:gd name="T2" fmla="*/ 0 w 9"/>
                <a:gd name="T3" fmla="*/ 2 h 9"/>
                <a:gd name="T4" fmla="*/ 6 w 9"/>
                <a:gd name="T5" fmla="*/ 0 h 9"/>
                <a:gd name="T6" fmla="*/ 9 w 9"/>
                <a:gd name="T7" fmla="*/ 0 h 9"/>
                <a:gd name="T8" fmla="*/ 9 w 9"/>
                <a:gd name="T9" fmla="*/ 2 h 9"/>
                <a:gd name="T10" fmla="*/ 2 w 9"/>
                <a:gd name="T11" fmla="*/ 9 h 9"/>
                <a:gd name="T12" fmla="*/ 0 w 9"/>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0" y="6"/>
                  </a:moveTo>
                  <a:lnTo>
                    <a:pt x="0" y="2"/>
                  </a:lnTo>
                  <a:lnTo>
                    <a:pt x="6" y="0"/>
                  </a:lnTo>
                  <a:lnTo>
                    <a:pt x="9" y="0"/>
                  </a:lnTo>
                  <a:lnTo>
                    <a:pt x="9" y="2"/>
                  </a:lnTo>
                  <a:lnTo>
                    <a:pt x="2" y="9"/>
                  </a:lnTo>
                  <a:lnTo>
                    <a:pt x="0" y="6"/>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3" name="Freeform 77">
              <a:extLst>
                <a:ext uri="{FF2B5EF4-FFF2-40B4-BE49-F238E27FC236}">
                  <a16:creationId xmlns:a16="http://schemas.microsoft.com/office/drawing/2014/main" id="{C72AA2FC-A965-94FA-8447-DD49D2EB9BC8}"/>
                </a:ext>
              </a:extLst>
            </p:cNvPr>
            <p:cNvSpPr>
              <a:spLocks noChangeAspect="1"/>
            </p:cNvSpPr>
            <p:nvPr/>
          </p:nvSpPr>
          <p:spPr bwMode="auto">
            <a:xfrm>
              <a:off x="1745" y="2166"/>
              <a:ext cx="25" cy="25"/>
            </a:xfrm>
            <a:custGeom>
              <a:avLst/>
              <a:gdLst>
                <a:gd name="T0" fmla="*/ 21 w 30"/>
                <a:gd name="T1" fmla="*/ 22 h 27"/>
                <a:gd name="T2" fmla="*/ 16 w 30"/>
                <a:gd name="T3" fmla="*/ 22 h 27"/>
                <a:gd name="T4" fmla="*/ 7 w 30"/>
                <a:gd name="T5" fmla="*/ 27 h 27"/>
                <a:gd name="T6" fmla="*/ 3 w 30"/>
                <a:gd name="T7" fmla="*/ 25 h 27"/>
                <a:gd name="T8" fmla="*/ 0 w 30"/>
                <a:gd name="T9" fmla="*/ 22 h 27"/>
                <a:gd name="T10" fmla="*/ 9 w 30"/>
                <a:gd name="T11" fmla="*/ 9 h 27"/>
                <a:gd name="T12" fmla="*/ 18 w 30"/>
                <a:gd name="T13" fmla="*/ 2 h 27"/>
                <a:gd name="T14" fmla="*/ 30 w 30"/>
                <a:gd name="T15" fmla="*/ 0 h 27"/>
                <a:gd name="T16" fmla="*/ 30 w 30"/>
                <a:gd name="T17" fmla="*/ 9 h 27"/>
                <a:gd name="T18" fmla="*/ 30 w 30"/>
                <a:gd name="T19" fmla="*/ 11 h 27"/>
                <a:gd name="T20" fmla="*/ 25 w 30"/>
                <a:gd name="T21" fmla="*/ 16 h 27"/>
                <a:gd name="T22" fmla="*/ 21 w 30"/>
                <a:gd name="T23"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7">
                  <a:moveTo>
                    <a:pt x="21" y="22"/>
                  </a:moveTo>
                  <a:lnTo>
                    <a:pt x="16" y="22"/>
                  </a:lnTo>
                  <a:lnTo>
                    <a:pt x="7" y="27"/>
                  </a:lnTo>
                  <a:lnTo>
                    <a:pt x="3" y="25"/>
                  </a:lnTo>
                  <a:lnTo>
                    <a:pt x="0" y="22"/>
                  </a:lnTo>
                  <a:lnTo>
                    <a:pt x="9" y="9"/>
                  </a:lnTo>
                  <a:lnTo>
                    <a:pt x="18" y="2"/>
                  </a:lnTo>
                  <a:lnTo>
                    <a:pt x="30" y="0"/>
                  </a:lnTo>
                  <a:lnTo>
                    <a:pt x="30" y="9"/>
                  </a:lnTo>
                  <a:lnTo>
                    <a:pt x="30" y="11"/>
                  </a:lnTo>
                  <a:lnTo>
                    <a:pt x="25" y="16"/>
                  </a:lnTo>
                  <a:lnTo>
                    <a:pt x="21" y="2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4" name="Freeform 78">
              <a:extLst>
                <a:ext uri="{FF2B5EF4-FFF2-40B4-BE49-F238E27FC236}">
                  <a16:creationId xmlns:a16="http://schemas.microsoft.com/office/drawing/2014/main" id="{F1DF54BB-5619-4A5D-A314-9B12E6764547}"/>
                </a:ext>
              </a:extLst>
            </p:cNvPr>
            <p:cNvSpPr>
              <a:spLocks noChangeAspect="1"/>
            </p:cNvSpPr>
            <p:nvPr/>
          </p:nvSpPr>
          <p:spPr bwMode="auto">
            <a:xfrm>
              <a:off x="1745" y="2166"/>
              <a:ext cx="25" cy="25"/>
            </a:xfrm>
            <a:custGeom>
              <a:avLst/>
              <a:gdLst>
                <a:gd name="T0" fmla="*/ 21 w 30"/>
                <a:gd name="T1" fmla="*/ 22 h 27"/>
                <a:gd name="T2" fmla="*/ 16 w 30"/>
                <a:gd name="T3" fmla="*/ 22 h 27"/>
                <a:gd name="T4" fmla="*/ 7 w 30"/>
                <a:gd name="T5" fmla="*/ 27 h 27"/>
                <a:gd name="T6" fmla="*/ 3 w 30"/>
                <a:gd name="T7" fmla="*/ 25 h 27"/>
                <a:gd name="T8" fmla="*/ 0 w 30"/>
                <a:gd name="T9" fmla="*/ 22 h 27"/>
                <a:gd name="T10" fmla="*/ 9 w 30"/>
                <a:gd name="T11" fmla="*/ 9 h 27"/>
                <a:gd name="T12" fmla="*/ 18 w 30"/>
                <a:gd name="T13" fmla="*/ 2 h 27"/>
                <a:gd name="T14" fmla="*/ 30 w 30"/>
                <a:gd name="T15" fmla="*/ 0 h 27"/>
                <a:gd name="T16" fmla="*/ 30 w 30"/>
                <a:gd name="T17" fmla="*/ 9 h 27"/>
                <a:gd name="T18" fmla="*/ 30 w 30"/>
                <a:gd name="T19" fmla="*/ 11 h 27"/>
                <a:gd name="T20" fmla="*/ 25 w 30"/>
                <a:gd name="T21" fmla="*/ 16 h 27"/>
                <a:gd name="T22" fmla="*/ 21 w 30"/>
                <a:gd name="T23"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7">
                  <a:moveTo>
                    <a:pt x="21" y="22"/>
                  </a:moveTo>
                  <a:lnTo>
                    <a:pt x="16" y="22"/>
                  </a:lnTo>
                  <a:lnTo>
                    <a:pt x="7" y="27"/>
                  </a:lnTo>
                  <a:lnTo>
                    <a:pt x="3" y="25"/>
                  </a:lnTo>
                  <a:lnTo>
                    <a:pt x="0" y="22"/>
                  </a:lnTo>
                  <a:lnTo>
                    <a:pt x="9" y="9"/>
                  </a:lnTo>
                  <a:lnTo>
                    <a:pt x="18" y="2"/>
                  </a:lnTo>
                  <a:lnTo>
                    <a:pt x="30" y="0"/>
                  </a:lnTo>
                  <a:lnTo>
                    <a:pt x="30" y="9"/>
                  </a:lnTo>
                  <a:lnTo>
                    <a:pt x="30" y="11"/>
                  </a:lnTo>
                  <a:lnTo>
                    <a:pt x="25" y="16"/>
                  </a:lnTo>
                  <a:lnTo>
                    <a:pt x="21" y="2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5" name="Freeform 79">
              <a:extLst>
                <a:ext uri="{FF2B5EF4-FFF2-40B4-BE49-F238E27FC236}">
                  <a16:creationId xmlns:a16="http://schemas.microsoft.com/office/drawing/2014/main" id="{A8EC5C57-4786-72B9-8CA4-A3026CF22830}"/>
                </a:ext>
              </a:extLst>
            </p:cNvPr>
            <p:cNvSpPr>
              <a:spLocks noChangeAspect="1"/>
            </p:cNvSpPr>
            <p:nvPr/>
          </p:nvSpPr>
          <p:spPr bwMode="auto">
            <a:xfrm>
              <a:off x="1758" y="1874"/>
              <a:ext cx="35" cy="55"/>
            </a:xfrm>
            <a:custGeom>
              <a:avLst/>
              <a:gdLst>
                <a:gd name="T0" fmla="*/ 27 w 41"/>
                <a:gd name="T1" fmla="*/ 61 h 61"/>
                <a:gd name="T2" fmla="*/ 23 w 41"/>
                <a:gd name="T3" fmla="*/ 61 h 61"/>
                <a:gd name="T4" fmla="*/ 27 w 41"/>
                <a:gd name="T5" fmla="*/ 56 h 61"/>
                <a:gd name="T6" fmla="*/ 23 w 41"/>
                <a:gd name="T7" fmla="*/ 54 h 61"/>
                <a:gd name="T8" fmla="*/ 18 w 41"/>
                <a:gd name="T9" fmla="*/ 54 h 61"/>
                <a:gd name="T10" fmla="*/ 16 w 41"/>
                <a:gd name="T11" fmla="*/ 52 h 61"/>
                <a:gd name="T12" fmla="*/ 9 w 41"/>
                <a:gd name="T13" fmla="*/ 45 h 61"/>
                <a:gd name="T14" fmla="*/ 9 w 41"/>
                <a:gd name="T15" fmla="*/ 32 h 61"/>
                <a:gd name="T16" fmla="*/ 0 w 41"/>
                <a:gd name="T17" fmla="*/ 18 h 61"/>
                <a:gd name="T18" fmla="*/ 2 w 41"/>
                <a:gd name="T19" fmla="*/ 14 h 61"/>
                <a:gd name="T20" fmla="*/ 7 w 41"/>
                <a:gd name="T21" fmla="*/ 14 h 61"/>
                <a:gd name="T22" fmla="*/ 14 w 41"/>
                <a:gd name="T23" fmla="*/ 14 h 61"/>
                <a:gd name="T24" fmla="*/ 18 w 41"/>
                <a:gd name="T25" fmla="*/ 16 h 61"/>
                <a:gd name="T26" fmla="*/ 20 w 41"/>
                <a:gd name="T27" fmla="*/ 16 h 61"/>
                <a:gd name="T28" fmla="*/ 27 w 41"/>
                <a:gd name="T29" fmla="*/ 3 h 61"/>
                <a:gd name="T30" fmla="*/ 29 w 41"/>
                <a:gd name="T31" fmla="*/ 0 h 61"/>
                <a:gd name="T32" fmla="*/ 29 w 41"/>
                <a:gd name="T33" fmla="*/ 3 h 61"/>
                <a:gd name="T34" fmla="*/ 34 w 41"/>
                <a:gd name="T35" fmla="*/ 9 h 61"/>
                <a:gd name="T36" fmla="*/ 29 w 41"/>
                <a:gd name="T37" fmla="*/ 18 h 61"/>
                <a:gd name="T38" fmla="*/ 27 w 41"/>
                <a:gd name="T39" fmla="*/ 27 h 61"/>
                <a:gd name="T40" fmla="*/ 27 w 41"/>
                <a:gd name="T41" fmla="*/ 41 h 61"/>
                <a:gd name="T42" fmla="*/ 27 w 41"/>
                <a:gd name="T43" fmla="*/ 45 h 61"/>
                <a:gd name="T44" fmla="*/ 34 w 41"/>
                <a:gd name="T45" fmla="*/ 50 h 61"/>
                <a:gd name="T46" fmla="*/ 41 w 41"/>
                <a:gd name="T47" fmla="*/ 52 h 61"/>
                <a:gd name="T48" fmla="*/ 34 w 41"/>
                <a:gd name="T49" fmla="*/ 56 h 61"/>
                <a:gd name="T50" fmla="*/ 29 w 41"/>
                <a:gd name="T51" fmla="*/ 59 h 61"/>
                <a:gd name="T52" fmla="*/ 27 w 41"/>
                <a:gd name="T5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61">
                  <a:moveTo>
                    <a:pt x="27" y="61"/>
                  </a:moveTo>
                  <a:lnTo>
                    <a:pt x="23" y="61"/>
                  </a:lnTo>
                  <a:lnTo>
                    <a:pt x="27" y="56"/>
                  </a:lnTo>
                  <a:lnTo>
                    <a:pt x="23" y="54"/>
                  </a:lnTo>
                  <a:lnTo>
                    <a:pt x="18" y="54"/>
                  </a:lnTo>
                  <a:lnTo>
                    <a:pt x="16" y="52"/>
                  </a:lnTo>
                  <a:lnTo>
                    <a:pt x="9" y="45"/>
                  </a:lnTo>
                  <a:lnTo>
                    <a:pt x="9" y="32"/>
                  </a:lnTo>
                  <a:lnTo>
                    <a:pt x="0" y="18"/>
                  </a:lnTo>
                  <a:lnTo>
                    <a:pt x="2" y="14"/>
                  </a:lnTo>
                  <a:lnTo>
                    <a:pt x="7" y="14"/>
                  </a:lnTo>
                  <a:lnTo>
                    <a:pt x="14" y="14"/>
                  </a:lnTo>
                  <a:lnTo>
                    <a:pt x="18" y="16"/>
                  </a:lnTo>
                  <a:lnTo>
                    <a:pt x="20" y="16"/>
                  </a:lnTo>
                  <a:lnTo>
                    <a:pt x="27" y="3"/>
                  </a:lnTo>
                  <a:lnTo>
                    <a:pt x="29" y="0"/>
                  </a:lnTo>
                  <a:lnTo>
                    <a:pt x="29" y="3"/>
                  </a:lnTo>
                  <a:lnTo>
                    <a:pt x="34" y="9"/>
                  </a:lnTo>
                  <a:lnTo>
                    <a:pt x="29" y="18"/>
                  </a:lnTo>
                  <a:lnTo>
                    <a:pt x="27" y="27"/>
                  </a:lnTo>
                  <a:lnTo>
                    <a:pt x="27" y="41"/>
                  </a:lnTo>
                  <a:lnTo>
                    <a:pt x="27" y="45"/>
                  </a:lnTo>
                  <a:lnTo>
                    <a:pt x="34" y="50"/>
                  </a:lnTo>
                  <a:lnTo>
                    <a:pt x="41" y="52"/>
                  </a:lnTo>
                  <a:lnTo>
                    <a:pt x="34" y="56"/>
                  </a:lnTo>
                  <a:lnTo>
                    <a:pt x="29" y="59"/>
                  </a:lnTo>
                  <a:lnTo>
                    <a:pt x="27" y="6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6" name="Freeform 80">
              <a:extLst>
                <a:ext uri="{FF2B5EF4-FFF2-40B4-BE49-F238E27FC236}">
                  <a16:creationId xmlns:a16="http://schemas.microsoft.com/office/drawing/2014/main" id="{A92418ED-35C2-45CD-07BD-A4D8D5A20C48}"/>
                </a:ext>
              </a:extLst>
            </p:cNvPr>
            <p:cNvSpPr>
              <a:spLocks noChangeAspect="1"/>
            </p:cNvSpPr>
            <p:nvPr/>
          </p:nvSpPr>
          <p:spPr bwMode="auto">
            <a:xfrm>
              <a:off x="1758" y="1874"/>
              <a:ext cx="35" cy="55"/>
            </a:xfrm>
            <a:custGeom>
              <a:avLst/>
              <a:gdLst>
                <a:gd name="T0" fmla="*/ 27 w 41"/>
                <a:gd name="T1" fmla="*/ 61 h 61"/>
                <a:gd name="T2" fmla="*/ 23 w 41"/>
                <a:gd name="T3" fmla="*/ 61 h 61"/>
                <a:gd name="T4" fmla="*/ 27 w 41"/>
                <a:gd name="T5" fmla="*/ 56 h 61"/>
                <a:gd name="T6" fmla="*/ 23 w 41"/>
                <a:gd name="T7" fmla="*/ 54 h 61"/>
                <a:gd name="T8" fmla="*/ 18 w 41"/>
                <a:gd name="T9" fmla="*/ 54 h 61"/>
                <a:gd name="T10" fmla="*/ 16 w 41"/>
                <a:gd name="T11" fmla="*/ 52 h 61"/>
                <a:gd name="T12" fmla="*/ 9 w 41"/>
                <a:gd name="T13" fmla="*/ 45 h 61"/>
                <a:gd name="T14" fmla="*/ 9 w 41"/>
                <a:gd name="T15" fmla="*/ 32 h 61"/>
                <a:gd name="T16" fmla="*/ 0 w 41"/>
                <a:gd name="T17" fmla="*/ 18 h 61"/>
                <a:gd name="T18" fmla="*/ 2 w 41"/>
                <a:gd name="T19" fmla="*/ 14 h 61"/>
                <a:gd name="T20" fmla="*/ 7 w 41"/>
                <a:gd name="T21" fmla="*/ 14 h 61"/>
                <a:gd name="T22" fmla="*/ 14 w 41"/>
                <a:gd name="T23" fmla="*/ 14 h 61"/>
                <a:gd name="T24" fmla="*/ 18 w 41"/>
                <a:gd name="T25" fmla="*/ 16 h 61"/>
                <a:gd name="T26" fmla="*/ 20 w 41"/>
                <a:gd name="T27" fmla="*/ 16 h 61"/>
                <a:gd name="T28" fmla="*/ 27 w 41"/>
                <a:gd name="T29" fmla="*/ 3 h 61"/>
                <a:gd name="T30" fmla="*/ 29 w 41"/>
                <a:gd name="T31" fmla="*/ 0 h 61"/>
                <a:gd name="T32" fmla="*/ 29 w 41"/>
                <a:gd name="T33" fmla="*/ 3 h 61"/>
                <a:gd name="T34" fmla="*/ 34 w 41"/>
                <a:gd name="T35" fmla="*/ 9 h 61"/>
                <a:gd name="T36" fmla="*/ 29 w 41"/>
                <a:gd name="T37" fmla="*/ 18 h 61"/>
                <a:gd name="T38" fmla="*/ 27 w 41"/>
                <a:gd name="T39" fmla="*/ 27 h 61"/>
                <a:gd name="T40" fmla="*/ 27 w 41"/>
                <a:gd name="T41" fmla="*/ 41 h 61"/>
                <a:gd name="T42" fmla="*/ 27 w 41"/>
                <a:gd name="T43" fmla="*/ 45 h 61"/>
                <a:gd name="T44" fmla="*/ 34 w 41"/>
                <a:gd name="T45" fmla="*/ 50 h 61"/>
                <a:gd name="T46" fmla="*/ 41 w 41"/>
                <a:gd name="T47" fmla="*/ 52 h 61"/>
                <a:gd name="T48" fmla="*/ 34 w 41"/>
                <a:gd name="T49" fmla="*/ 56 h 61"/>
                <a:gd name="T50" fmla="*/ 29 w 41"/>
                <a:gd name="T51" fmla="*/ 59 h 61"/>
                <a:gd name="T52" fmla="*/ 27 w 41"/>
                <a:gd name="T5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61">
                  <a:moveTo>
                    <a:pt x="27" y="61"/>
                  </a:moveTo>
                  <a:lnTo>
                    <a:pt x="23" y="61"/>
                  </a:lnTo>
                  <a:lnTo>
                    <a:pt x="27" y="56"/>
                  </a:lnTo>
                  <a:lnTo>
                    <a:pt x="23" y="54"/>
                  </a:lnTo>
                  <a:lnTo>
                    <a:pt x="18" y="54"/>
                  </a:lnTo>
                  <a:lnTo>
                    <a:pt x="16" y="52"/>
                  </a:lnTo>
                  <a:lnTo>
                    <a:pt x="9" y="45"/>
                  </a:lnTo>
                  <a:lnTo>
                    <a:pt x="9" y="32"/>
                  </a:lnTo>
                  <a:lnTo>
                    <a:pt x="0" y="18"/>
                  </a:lnTo>
                  <a:lnTo>
                    <a:pt x="2" y="14"/>
                  </a:lnTo>
                  <a:lnTo>
                    <a:pt x="7" y="14"/>
                  </a:lnTo>
                  <a:lnTo>
                    <a:pt x="14" y="14"/>
                  </a:lnTo>
                  <a:lnTo>
                    <a:pt x="18" y="16"/>
                  </a:lnTo>
                  <a:lnTo>
                    <a:pt x="20" y="16"/>
                  </a:lnTo>
                  <a:lnTo>
                    <a:pt x="27" y="3"/>
                  </a:lnTo>
                  <a:lnTo>
                    <a:pt x="29" y="0"/>
                  </a:lnTo>
                  <a:lnTo>
                    <a:pt x="29" y="3"/>
                  </a:lnTo>
                  <a:lnTo>
                    <a:pt x="34" y="9"/>
                  </a:lnTo>
                  <a:lnTo>
                    <a:pt x="29" y="18"/>
                  </a:lnTo>
                  <a:lnTo>
                    <a:pt x="27" y="27"/>
                  </a:lnTo>
                  <a:lnTo>
                    <a:pt x="27" y="41"/>
                  </a:lnTo>
                  <a:lnTo>
                    <a:pt x="27" y="45"/>
                  </a:lnTo>
                  <a:lnTo>
                    <a:pt x="34" y="50"/>
                  </a:lnTo>
                  <a:lnTo>
                    <a:pt x="41" y="52"/>
                  </a:lnTo>
                  <a:lnTo>
                    <a:pt x="34" y="56"/>
                  </a:lnTo>
                  <a:lnTo>
                    <a:pt x="29" y="59"/>
                  </a:lnTo>
                  <a:lnTo>
                    <a:pt x="27" y="6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7" name="Freeform 81">
              <a:extLst>
                <a:ext uri="{FF2B5EF4-FFF2-40B4-BE49-F238E27FC236}">
                  <a16:creationId xmlns:a16="http://schemas.microsoft.com/office/drawing/2014/main" id="{B088D1E6-A4A1-137C-9E6D-A250EF221B7D}"/>
                </a:ext>
              </a:extLst>
            </p:cNvPr>
            <p:cNvSpPr>
              <a:spLocks noChangeAspect="1"/>
            </p:cNvSpPr>
            <p:nvPr/>
          </p:nvSpPr>
          <p:spPr bwMode="auto">
            <a:xfrm>
              <a:off x="1758" y="1925"/>
              <a:ext cx="6" cy="11"/>
            </a:xfrm>
            <a:custGeom>
              <a:avLst/>
              <a:gdLst>
                <a:gd name="T0" fmla="*/ 5 w 7"/>
                <a:gd name="T1" fmla="*/ 12 h 12"/>
                <a:gd name="T2" fmla="*/ 0 w 7"/>
                <a:gd name="T3" fmla="*/ 5 h 12"/>
                <a:gd name="T4" fmla="*/ 2 w 7"/>
                <a:gd name="T5" fmla="*/ 3 h 12"/>
                <a:gd name="T6" fmla="*/ 7 w 7"/>
                <a:gd name="T7" fmla="*/ 0 h 12"/>
                <a:gd name="T8" fmla="*/ 7 w 7"/>
                <a:gd name="T9" fmla="*/ 9 h 12"/>
                <a:gd name="T10" fmla="*/ 5 w 7"/>
                <a:gd name="T11" fmla="*/ 12 h 12"/>
              </a:gdLst>
              <a:ahLst/>
              <a:cxnLst>
                <a:cxn ang="0">
                  <a:pos x="T0" y="T1"/>
                </a:cxn>
                <a:cxn ang="0">
                  <a:pos x="T2" y="T3"/>
                </a:cxn>
                <a:cxn ang="0">
                  <a:pos x="T4" y="T5"/>
                </a:cxn>
                <a:cxn ang="0">
                  <a:pos x="T6" y="T7"/>
                </a:cxn>
                <a:cxn ang="0">
                  <a:pos x="T8" y="T9"/>
                </a:cxn>
                <a:cxn ang="0">
                  <a:pos x="T10" y="T11"/>
                </a:cxn>
              </a:cxnLst>
              <a:rect l="0" t="0" r="r" b="b"/>
              <a:pathLst>
                <a:path w="7" h="12">
                  <a:moveTo>
                    <a:pt x="5" y="12"/>
                  </a:moveTo>
                  <a:lnTo>
                    <a:pt x="0" y="5"/>
                  </a:lnTo>
                  <a:lnTo>
                    <a:pt x="2" y="3"/>
                  </a:lnTo>
                  <a:lnTo>
                    <a:pt x="7" y="0"/>
                  </a:lnTo>
                  <a:lnTo>
                    <a:pt x="7" y="9"/>
                  </a:lnTo>
                  <a:lnTo>
                    <a:pt x="5" y="1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8" name="Freeform 82">
              <a:extLst>
                <a:ext uri="{FF2B5EF4-FFF2-40B4-BE49-F238E27FC236}">
                  <a16:creationId xmlns:a16="http://schemas.microsoft.com/office/drawing/2014/main" id="{BD54EC6C-F62A-5C72-30F6-143915ED248D}"/>
                </a:ext>
              </a:extLst>
            </p:cNvPr>
            <p:cNvSpPr>
              <a:spLocks noChangeAspect="1"/>
            </p:cNvSpPr>
            <p:nvPr/>
          </p:nvSpPr>
          <p:spPr bwMode="auto">
            <a:xfrm>
              <a:off x="1758" y="1925"/>
              <a:ext cx="6" cy="11"/>
            </a:xfrm>
            <a:custGeom>
              <a:avLst/>
              <a:gdLst>
                <a:gd name="T0" fmla="*/ 5 w 7"/>
                <a:gd name="T1" fmla="*/ 12 h 12"/>
                <a:gd name="T2" fmla="*/ 0 w 7"/>
                <a:gd name="T3" fmla="*/ 5 h 12"/>
                <a:gd name="T4" fmla="*/ 2 w 7"/>
                <a:gd name="T5" fmla="*/ 3 h 12"/>
                <a:gd name="T6" fmla="*/ 7 w 7"/>
                <a:gd name="T7" fmla="*/ 0 h 12"/>
                <a:gd name="T8" fmla="*/ 7 w 7"/>
                <a:gd name="T9" fmla="*/ 9 h 12"/>
                <a:gd name="T10" fmla="*/ 5 w 7"/>
                <a:gd name="T11" fmla="*/ 12 h 12"/>
              </a:gdLst>
              <a:ahLst/>
              <a:cxnLst>
                <a:cxn ang="0">
                  <a:pos x="T0" y="T1"/>
                </a:cxn>
                <a:cxn ang="0">
                  <a:pos x="T2" y="T3"/>
                </a:cxn>
                <a:cxn ang="0">
                  <a:pos x="T4" y="T5"/>
                </a:cxn>
                <a:cxn ang="0">
                  <a:pos x="T6" y="T7"/>
                </a:cxn>
                <a:cxn ang="0">
                  <a:pos x="T8" y="T9"/>
                </a:cxn>
                <a:cxn ang="0">
                  <a:pos x="T10" y="T11"/>
                </a:cxn>
              </a:cxnLst>
              <a:rect l="0" t="0" r="r" b="b"/>
              <a:pathLst>
                <a:path w="7" h="12">
                  <a:moveTo>
                    <a:pt x="5" y="12"/>
                  </a:moveTo>
                  <a:lnTo>
                    <a:pt x="0" y="5"/>
                  </a:lnTo>
                  <a:lnTo>
                    <a:pt x="2" y="3"/>
                  </a:lnTo>
                  <a:lnTo>
                    <a:pt x="7" y="0"/>
                  </a:lnTo>
                  <a:lnTo>
                    <a:pt x="7" y="9"/>
                  </a:lnTo>
                  <a:lnTo>
                    <a:pt x="5" y="1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79" name="Freeform 83">
              <a:extLst>
                <a:ext uri="{FF2B5EF4-FFF2-40B4-BE49-F238E27FC236}">
                  <a16:creationId xmlns:a16="http://schemas.microsoft.com/office/drawing/2014/main" id="{9D281061-5F1A-1D06-BE75-881030D5E00E}"/>
                </a:ext>
              </a:extLst>
            </p:cNvPr>
            <p:cNvSpPr>
              <a:spLocks noChangeAspect="1"/>
            </p:cNvSpPr>
            <p:nvPr/>
          </p:nvSpPr>
          <p:spPr bwMode="auto">
            <a:xfrm>
              <a:off x="1714" y="1906"/>
              <a:ext cx="10" cy="7"/>
            </a:xfrm>
            <a:custGeom>
              <a:avLst/>
              <a:gdLst>
                <a:gd name="T0" fmla="*/ 12 w 12"/>
                <a:gd name="T1" fmla="*/ 5 h 7"/>
                <a:gd name="T2" fmla="*/ 5 w 12"/>
                <a:gd name="T3" fmla="*/ 7 h 7"/>
                <a:gd name="T4" fmla="*/ 0 w 12"/>
                <a:gd name="T5" fmla="*/ 5 h 7"/>
                <a:gd name="T6" fmla="*/ 0 w 12"/>
                <a:gd name="T7" fmla="*/ 0 h 7"/>
                <a:gd name="T8" fmla="*/ 5 w 12"/>
                <a:gd name="T9" fmla="*/ 0 h 7"/>
                <a:gd name="T10" fmla="*/ 12 w 12"/>
                <a:gd name="T11" fmla="*/ 5 h 7"/>
              </a:gdLst>
              <a:ahLst/>
              <a:cxnLst>
                <a:cxn ang="0">
                  <a:pos x="T0" y="T1"/>
                </a:cxn>
                <a:cxn ang="0">
                  <a:pos x="T2" y="T3"/>
                </a:cxn>
                <a:cxn ang="0">
                  <a:pos x="T4" y="T5"/>
                </a:cxn>
                <a:cxn ang="0">
                  <a:pos x="T6" y="T7"/>
                </a:cxn>
                <a:cxn ang="0">
                  <a:pos x="T8" y="T9"/>
                </a:cxn>
                <a:cxn ang="0">
                  <a:pos x="T10" y="T11"/>
                </a:cxn>
              </a:cxnLst>
              <a:rect l="0" t="0" r="r" b="b"/>
              <a:pathLst>
                <a:path w="12" h="7">
                  <a:moveTo>
                    <a:pt x="12" y="5"/>
                  </a:moveTo>
                  <a:lnTo>
                    <a:pt x="5" y="7"/>
                  </a:lnTo>
                  <a:lnTo>
                    <a:pt x="0" y="5"/>
                  </a:lnTo>
                  <a:lnTo>
                    <a:pt x="0" y="0"/>
                  </a:lnTo>
                  <a:lnTo>
                    <a:pt x="5" y="0"/>
                  </a:lnTo>
                  <a:lnTo>
                    <a:pt x="12" y="5"/>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0" name="Freeform 84">
              <a:extLst>
                <a:ext uri="{FF2B5EF4-FFF2-40B4-BE49-F238E27FC236}">
                  <a16:creationId xmlns:a16="http://schemas.microsoft.com/office/drawing/2014/main" id="{45967C5F-8370-D4B7-F338-770DBA5A6548}"/>
                </a:ext>
              </a:extLst>
            </p:cNvPr>
            <p:cNvSpPr>
              <a:spLocks noChangeAspect="1"/>
            </p:cNvSpPr>
            <p:nvPr/>
          </p:nvSpPr>
          <p:spPr bwMode="auto">
            <a:xfrm>
              <a:off x="1714" y="1906"/>
              <a:ext cx="10" cy="7"/>
            </a:xfrm>
            <a:custGeom>
              <a:avLst/>
              <a:gdLst>
                <a:gd name="T0" fmla="*/ 12 w 12"/>
                <a:gd name="T1" fmla="*/ 5 h 7"/>
                <a:gd name="T2" fmla="*/ 5 w 12"/>
                <a:gd name="T3" fmla="*/ 7 h 7"/>
                <a:gd name="T4" fmla="*/ 0 w 12"/>
                <a:gd name="T5" fmla="*/ 5 h 7"/>
                <a:gd name="T6" fmla="*/ 0 w 12"/>
                <a:gd name="T7" fmla="*/ 0 h 7"/>
                <a:gd name="T8" fmla="*/ 5 w 12"/>
                <a:gd name="T9" fmla="*/ 0 h 7"/>
                <a:gd name="T10" fmla="*/ 12 w 12"/>
                <a:gd name="T11" fmla="*/ 5 h 7"/>
              </a:gdLst>
              <a:ahLst/>
              <a:cxnLst>
                <a:cxn ang="0">
                  <a:pos x="T0" y="T1"/>
                </a:cxn>
                <a:cxn ang="0">
                  <a:pos x="T2" y="T3"/>
                </a:cxn>
                <a:cxn ang="0">
                  <a:pos x="T4" y="T5"/>
                </a:cxn>
                <a:cxn ang="0">
                  <a:pos x="T6" y="T7"/>
                </a:cxn>
                <a:cxn ang="0">
                  <a:pos x="T8" y="T9"/>
                </a:cxn>
                <a:cxn ang="0">
                  <a:pos x="T10" y="T11"/>
                </a:cxn>
              </a:cxnLst>
              <a:rect l="0" t="0" r="r" b="b"/>
              <a:pathLst>
                <a:path w="12" h="7">
                  <a:moveTo>
                    <a:pt x="12" y="5"/>
                  </a:moveTo>
                  <a:lnTo>
                    <a:pt x="5" y="7"/>
                  </a:lnTo>
                  <a:lnTo>
                    <a:pt x="0" y="5"/>
                  </a:lnTo>
                  <a:lnTo>
                    <a:pt x="0" y="0"/>
                  </a:lnTo>
                  <a:lnTo>
                    <a:pt x="5" y="0"/>
                  </a:lnTo>
                  <a:lnTo>
                    <a:pt x="12" y="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1" name="Freeform 85">
              <a:extLst>
                <a:ext uri="{FF2B5EF4-FFF2-40B4-BE49-F238E27FC236}">
                  <a16:creationId xmlns:a16="http://schemas.microsoft.com/office/drawing/2014/main" id="{F4C5EBF3-F70D-4B74-EEB9-8DA2A7418FC6}"/>
                </a:ext>
              </a:extLst>
            </p:cNvPr>
            <p:cNvSpPr>
              <a:spLocks noChangeAspect="1"/>
            </p:cNvSpPr>
            <p:nvPr/>
          </p:nvSpPr>
          <p:spPr bwMode="auto">
            <a:xfrm>
              <a:off x="1726" y="1882"/>
              <a:ext cx="8" cy="25"/>
            </a:xfrm>
            <a:custGeom>
              <a:avLst/>
              <a:gdLst>
                <a:gd name="T0" fmla="*/ 2 w 9"/>
                <a:gd name="T1" fmla="*/ 23 h 23"/>
                <a:gd name="T2" fmla="*/ 0 w 9"/>
                <a:gd name="T3" fmla="*/ 14 h 23"/>
                <a:gd name="T4" fmla="*/ 4 w 9"/>
                <a:gd name="T5" fmla="*/ 0 h 23"/>
                <a:gd name="T6" fmla="*/ 9 w 9"/>
                <a:gd name="T7" fmla="*/ 5 h 23"/>
                <a:gd name="T8" fmla="*/ 9 w 9"/>
                <a:gd name="T9" fmla="*/ 9 h 23"/>
                <a:gd name="T10" fmla="*/ 2 w 9"/>
                <a:gd name="T11" fmla="*/ 18 h 23"/>
                <a:gd name="T12" fmla="*/ 2 w 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2" y="23"/>
                  </a:moveTo>
                  <a:lnTo>
                    <a:pt x="0" y="14"/>
                  </a:lnTo>
                  <a:lnTo>
                    <a:pt x="4" y="0"/>
                  </a:lnTo>
                  <a:lnTo>
                    <a:pt x="9" y="5"/>
                  </a:lnTo>
                  <a:lnTo>
                    <a:pt x="9" y="9"/>
                  </a:lnTo>
                  <a:lnTo>
                    <a:pt x="2" y="18"/>
                  </a:lnTo>
                  <a:lnTo>
                    <a:pt x="2" y="2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2" name="Freeform 86">
              <a:extLst>
                <a:ext uri="{FF2B5EF4-FFF2-40B4-BE49-F238E27FC236}">
                  <a16:creationId xmlns:a16="http://schemas.microsoft.com/office/drawing/2014/main" id="{A0B5F686-453F-C5C6-4202-85436ECF1733}"/>
                </a:ext>
              </a:extLst>
            </p:cNvPr>
            <p:cNvSpPr>
              <a:spLocks noChangeAspect="1"/>
            </p:cNvSpPr>
            <p:nvPr/>
          </p:nvSpPr>
          <p:spPr bwMode="auto">
            <a:xfrm>
              <a:off x="1726" y="1882"/>
              <a:ext cx="8" cy="25"/>
            </a:xfrm>
            <a:custGeom>
              <a:avLst/>
              <a:gdLst>
                <a:gd name="T0" fmla="*/ 2 w 9"/>
                <a:gd name="T1" fmla="*/ 23 h 23"/>
                <a:gd name="T2" fmla="*/ 0 w 9"/>
                <a:gd name="T3" fmla="*/ 14 h 23"/>
                <a:gd name="T4" fmla="*/ 4 w 9"/>
                <a:gd name="T5" fmla="*/ 0 h 23"/>
                <a:gd name="T6" fmla="*/ 9 w 9"/>
                <a:gd name="T7" fmla="*/ 5 h 23"/>
                <a:gd name="T8" fmla="*/ 9 w 9"/>
                <a:gd name="T9" fmla="*/ 9 h 23"/>
                <a:gd name="T10" fmla="*/ 2 w 9"/>
                <a:gd name="T11" fmla="*/ 18 h 23"/>
                <a:gd name="T12" fmla="*/ 2 w 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2" y="23"/>
                  </a:moveTo>
                  <a:lnTo>
                    <a:pt x="0" y="14"/>
                  </a:lnTo>
                  <a:lnTo>
                    <a:pt x="4" y="0"/>
                  </a:lnTo>
                  <a:lnTo>
                    <a:pt x="9" y="5"/>
                  </a:lnTo>
                  <a:lnTo>
                    <a:pt x="9" y="9"/>
                  </a:lnTo>
                  <a:lnTo>
                    <a:pt x="2" y="18"/>
                  </a:lnTo>
                  <a:lnTo>
                    <a:pt x="2" y="2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3" name="Freeform 87">
              <a:extLst>
                <a:ext uri="{FF2B5EF4-FFF2-40B4-BE49-F238E27FC236}">
                  <a16:creationId xmlns:a16="http://schemas.microsoft.com/office/drawing/2014/main" id="{571BFCB3-CFE1-B72D-A5B0-023B832634D2}"/>
                </a:ext>
              </a:extLst>
            </p:cNvPr>
            <p:cNvSpPr>
              <a:spLocks noChangeAspect="1"/>
            </p:cNvSpPr>
            <p:nvPr/>
          </p:nvSpPr>
          <p:spPr bwMode="auto">
            <a:xfrm>
              <a:off x="1735" y="1874"/>
              <a:ext cx="2" cy="8"/>
            </a:xfrm>
            <a:custGeom>
              <a:avLst/>
              <a:gdLst>
                <a:gd name="T0" fmla="*/ 2 w 2"/>
                <a:gd name="T1" fmla="*/ 9 h 9"/>
                <a:gd name="T2" fmla="*/ 0 w 2"/>
                <a:gd name="T3" fmla="*/ 5 h 9"/>
                <a:gd name="T4" fmla="*/ 0 w 2"/>
                <a:gd name="T5" fmla="*/ 0 h 9"/>
                <a:gd name="T6" fmla="*/ 2 w 2"/>
                <a:gd name="T7" fmla="*/ 3 h 9"/>
                <a:gd name="T8" fmla="*/ 2 w 2"/>
                <a:gd name="T9" fmla="*/ 9 h 9"/>
              </a:gdLst>
              <a:ahLst/>
              <a:cxnLst>
                <a:cxn ang="0">
                  <a:pos x="T0" y="T1"/>
                </a:cxn>
                <a:cxn ang="0">
                  <a:pos x="T2" y="T3"/>
                </a:cxn>
                <a:cxn ang="0">
                  <a:pos x="T4" y="T5"/>
                </a:cxn>
                <a:cxn ang="0">
                  <a:pos x="T6" y="T7"/>
                </a:cxn>
                <a:cxn ang="0">
                  <a:pos x="T8" y="T9"/>
                </a:cxn>
              </a:cxnLst>
              <a:rect l="0" t="0" r="r" b="b"/>
              <a:pathLst>
                <a:path w="2" h="9">
                  <a:moveTo>
                    <a:pt x="2" y="9"/>
                  </a:moveTo>
                  <a:lnTo>
                    <a:pt x="0" y="5"/>
                  </a:lnTo>
                  <a:lnTo>
                    <a:pt x="0" y="0"/>
                  </a:lnTo>
                  <a:lnTo>
                    <a:pt x="2" y="3"/>
                  </a:lnTo>
                  <a:lnTo>
                    <a:pt x="2" y="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4" name="Freeform 88">
              <a:extLst>
                <a:ext uri="{FF2B5EF4-FFF2-40B4-BE49-F238E27FC236}">
                  <a16:creationId xmlns:a16="http://schemas.microsoft.com/office/drawing/2014/main" id="{4E3F26AF-7746-84E7-9FA3-F2062FF3C8EA}"/>
                </a:ext>
              </a:extLst>
            </p:cNvPr>
            <p:cNvSpPr>
              <a:spLocks noChangeAspect="1"/>
            </p:cNvSpPr>
            <p:nvPr/>
          </p:nvSpPr>
          <p:spPr bwMode="auto">
            <a:xfrm>
              <a:off x="1735" y="1874"/>
              <a:ext cx="2" cy="8"/>
            </a:xfrm>
            <a:custGeom>
              <a:avLst/>
              <a:gdLst>
                <a:gd name="T0" fmla="*/ 2 w 2"/>
                <a:gd name="T1" fmla="*/ 9 h 9"/>
                <a:gd name="T2" fmla="*/ 0 w 2"/>
                <a:gd name="T3" fmla="*/ 5 h 9"/>
                <a:gd name="T4" fmla="*/ 0 w 2"/>
                <a:gd name="T5" fmla="*/ 0 h 9"/>
                <a:gd name="T6" fmla="*/ 2 w 2"/>
                <a:gd name="T7" fmla="*/ 3 h 9"/>
                <a:gd name="T8" fmla="*/ 2 w 2"/>
                <a:gd name="T9" fmla="*/ 9 h 9"/>
              </a:gdLst>
              <a:ahLst/>
              <a:cxnLst>
                <a:cxn ang="0">
                  <a:pos x="T0" y="T1"/>
                </a:cxn>
                <a:cxn ang="0">
                  <a:pos x="T2" y="T3"/>
                </a:cxn>
                <a:cxn ang="0">
                  <a:pos x="T4" y="T5"/>
                </a:cxn>
                <a:cxn ang="0">
                  <a:pos x="T6" y="T7"/>
                </a:cxn>
                <a:cxn ang="0">
                  <a:pos x="T8" y="T9"/>
                </a:cxn>
              </a:cxnLst>
              <a:rect l="0" t="0" r="r" b="b"/>
              <a:pathLst>
                <a:path w="2" h="9">
                  <a:moveTo>
                    <a:pt x="2" y="9"/>
                  </a:moveTo>
                  <a:lnTo>
                    <a:pt x="0" y="5"/>
                  </a:lnTo>
                  <a:lnTo>
                    <a:pt x="0" y="0"/>
                  </a:lnTo>
                  <a:lnTo>
                    <a:pt x="2" y="3"/>
                  </a:lnTo>
                  <a:lnTo>
                    <a:pt x="2"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5" name="Freeform 89">
              <a:extLst>
                <a:ext uri="{FF2B5EF4-FFF2-40B4-BE49-F238E27FC236}">
                  <a16:creationId xmlns:a16="http://schemas.microsoft.com/office/drawing/2014/main" id="{09B7C6A0-3AF2-F076-FFC2-2A24C15196D8}"/>
                </a:ext>
              </a:extLst>
            </p:cNvPr>
            <p:cNvSpPr>
              <a:spLocks noChangeAspect="1"/>
            </p:cNvSpPr>
            <p:nvPr/>
          </p:nvSpPr>
          <p:spPr bwMode="auto">
            <a:xfrm>
              <a:off x="1735" y="1860"/>
              <a:ext cx="14" cy="16"/>
            </a:xfrm>
            <a:custGeom>
              <a:avLst/>
              <a:gdLst>
                <a:gd name="T0" fmla="*/ 7 w 16"/>
                <a:gd name="T1" fmla="*/ 18 h 18"/>
                <a:gd name="T2" fmla="*/ 2 w 16"/>
                <a:gd name="T3" fmla="*/ 11 h 18"/>
                <a:gd name="T4" fmla="*/ 2 w 16"/>
                <a:gd name="T5" fmla="*/ 6 h 18"/>
                <a:gd name="T6" fmla="*/ 0 w 16"/>
                <a:gd name="T7" fmla="*/ 2 h 18"/>
                <a:gd name="T8" fmla="*/ 2 w 16"/>
                <a:gd name="T9" fmla="*/ 0 h 18"/>
                <a:gd name="T10" fmla="*/ 7 w 16"/>
                <a:gd name="T11" fmla="*/ 2 h 18"/>
                <a:gd name="T12" fmla="*/ 7 w 16"/>
                <a:gd name="T13" fmla="*/ 6 h 18"/>
                <a:gd name="T14" fmla="*/ 16 w 16"/>
                <a:gd name="T15" fmla="*/ 2 h 18"/>
                <a:gd name="T16" fmla="*/ 16 w 16"/>
                <a:gd name="T17" fmla="*/ 11 h 18"/>
                <a:gd name="T18" fmla="*/ 11 w 16"/>
                <a:gd name="T19" fmla="*/ 15 h 18"/>
                <a:gd name="T20" fmla="*/ 7 w 16"/>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7" y="18"/>
                  </a:moveTo>
                  <a:lnTo>
                    <a:pt x="2" y="11"/>
                  </a:lnTo>
                  <a:lnTo>
                    <a:pt x="2" y="6"/>
                  </a:lnTo>
                  <a:lnTo>
                    <a:pt x="0" y="2"/>
                  </a:lnTo>
                  <a:lnTo>
                    <a:pt x="2" y="0"/>
                  </a:lnTo>
                  <a:lnTo>
                    <a:pt x="7" y="2"/>
                  </a:lnTo>
                  <a:lnTo>
                    <a:pt x="7" y="6"/>
                  </a:lnTo>
                  <a:lnTo>
                    <a:pt x="16" y="2"/>
                  </a:lnTo>
                  <a:lnTo>
                    <a:pt x="16" y="11"/>
                  </a:lnTo>
                  <a:lnTo>
                    <a:pt x="11" y="15"/>
                  </a:lnTo>
                  <a:lnTo>
                    <a:pt x="7"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6" name="Freeform 90">
              <a:extLst>
                <a:ext uri="{FF2B5EF4-FFF2-40B4-BE49-F238E27FC236}">
                  <a16:creationId xmlns:a16="http://schemas.microsoft.com/office/drawing/2014/main" id="{D14A355F-2FB2-BC71-004B-B1C8BE33230D}"/>
                </a:ext>
              </a:extLst>
            </p:cNvPr>
            <p:cNvSpPr>
              <a:spLocks noChangeAspect="1"/>
            </p:cNvSpPr>
            <p:nvPr/>
          </p:nvSpPr>
          <p:spPr bwMode="auto">
            <a:xfrm>
              <a:off x="1735" y="1860"/>
              <a:ext cx="14" cy="16"/>
            </a:xfrm>
            <a:custGeom>
              <a:avLst/>
              <a:gdLst>
                <a:gd name="T0" fmla="*/ 7 w 16"/>
                <a:gd name="T1" fmla="*/ 18 h 18"/>
                <a:gd name="T2" fmla="*/ 2 w 16"/>
                <a:gd name="T3" fmla="*/ 11 h 18"/>
                <a:gd name="T4" fmla="*/ 2 w 16"/>
                <a:gd name="T5" fmla="*/ 6 h 18"/>
                <a:gd name="T6" fmla="*/ 0 w 16"/>
                <a:gd name="T7" fmla="*/ 2 h 18"/>
                <a:gd name="T8" fmla="*/ 2 w 16"/>
                <a:gd name="T9" fmla="*/ 0 h 18"/>
                <a:gd name="T10" fmla="*/ 7 w 16"/>
                <a:gd name="T11" fmla="*/ 2 h 18"/>
                <a:gd name="T12" fmla="*/ 7 w 16"/>
                <a:gd name="T13" fmla="*/ 6 h 18"/>
                <a:gd name="T14" fmla="*/ 16 w 16"/>
                <a:gd name="T15" fmla="*/ 2 h 18"/>
                <a:gd name="T16" fmla="*/ 16 w 16"/>
                <a:gd name="T17" fmla="*/ 11 h 18"/>
                <a:gd name="T18" fmla="*/ 11 w 16"/>
                <a:gd name="T19" fmla="*/ 15 h 18"/>
                <a:gd name="T20" fmla="*/ 7 w 16"/>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7" y="18"/>
                  </a:moveTo>
                  <a:lnTo>
                    <a:pt x="2" y="11"/>
                  </a:lnTo>
                  <a:lnTo>
                    <a:pt x="2" y="6"/>
                  </a:lnTo>
                  <a:lnTo>
                    <a:pt x="0" y="2"/>
                  </a:lnTo>
                  <a:lnTo>
                    <a:pt x="2" y="0"/>
                  </a:lnTo>
                  <a:lnTo>
                    <a:pt x="7" y="2"/>
                  </a:lnTo>
                  <a:lnTo>
                    <a:pt x="7" y="6"/>
                  </a:lnTo>
                  <a:lnTo>
                    <a:pt x="16" y="2"/>
                  </a:lnTo>
                  <a:lnTo>
                    <a:pt x="16" y="11"/>
                  </a:lnTo>
                  <a:lnTo>
                    <a:pt x="11" y="15"/>
                  </a:lnTo>
                  <a:lnTo>
                    <a:pt x="7"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7" name="Freeform 91">
              <a:extLst>
                <a:ext uri="{FF2B5EF4-FFF2-40B4-BE49-F238E27FC236}">
                  <a16:creationId xmlns:a16="http://schemas.microsoft.com/office/drawing/2014/main" id="{78D9B1B8-A979-434C-DDF0-F19F3C7A5385}"/>
                </a:ext>
              </a:extLst>
            </p:cNvPr>
            <p:cNvSpPr>
              <a:spLocks noChangeAspect="1"/>
            </p:cNvSpPr>
            <p:nvPr/>
          </p:nvSpPr>
          <p:spPr bwMode="auto">
            <a:xfrm>
              <a:off x="1755" y="1813"/>
              <a:ext cx="51" cy="49"/>
            </a:xfrm>
            <a:custGeom>
              <a:avLst/>
              <a:gdLst>
                <a:gd name="T0" fmla="*/ 6 w 60"/>
                <a:gd name="T1" fmla="*/ 54 h 54"/>
                <a:gd name="T2" fmla="*/ 0 w 60"/>
                <a:gd name="T3" fmla="*/ 47 h 54"/>
                <a:gd name="T4" fmla="*/ 6 w 60"/>
                <a:gd name="T5" fmla="*/ 40 h 54"/>
                <a:gd name="T6" fmla="*/ 11 w 60"/>
                <a:gd name="T7" fmla="*/ 38 h 54"/>
                <a:gd name="T8" fmla="*/ 9 w 60"/>
                <a:gd name="T9" fmla="*/ 36 h 54"/>
                <a:gd name="T10" fmla="*/ 6 w 60"/>
                <a:gd name="T11" fmla="*/ 29 h 54"/>
                <a:gd name="T12" fmla="*/ 13 w 60"/>
                <a:gd name="T13" fmla="*/ 25 h 54"/>
                <a:gd name="T14" fmla="*/ 13 w 60"/>
                <a:gd name="T15" fmla="*/ 20 h 54"/>
                <a:gd name="T16" fmla="*/ 18 w 60"/>
                <a:gd name="T17" fmla="*/ 11 h 54"/>
                <a:gd name="T18" fmla="*/ 22 w 60"/>
                <a:gd name="T19" fmla="*/ 22 h 54"/>
                <a:gd name="T20" fmla="*/ 24 w 60"/>
                <a:gd name="T21" fmla="*/ 20 h 54"/>
                <a:gd name="T22" fmla="*/ 27 w 60"/>
                <a:gd name="T23" fmla="*/ 20 h 54"/>
                <a:gd name="T24" fmla="*/ 31 w 60"/>
                <a:gd name="T25" fmla="*/ 13 h 54"/>
                <a:gd name="T26" fmla="*/ 31 w 60"/>
                <a:gd name="T27" fmla="*/ 9 h 54"/>
                <a:gd name="T28" fmla="*/ 36 w 60"/>
                <a:gd name="T29" fmla="*/ 9 h 54"/>
                <a:gd name="T30" fmla="*/ 45 w 60"/>
                <a:gd name="T31" fmla="*/ 9 h 54"/>
                <a:gd name="T32" fmla="*/ 47 w 60"/>
                <a:gd name="T33" fmla="*/ 7 h 54"/>
                <a:gd name="T34" fmla="*/ 60 w 60"/>
                <a:gd name="T35" fmla="*/ 0 h 54"/>
                <a:gd name="T36" fmla="*/ 60 w 60"/>
                <a:gd name="T37" fmla="*/ 11 h 54"/>
                <a:gd name="T38" fmla="*/ 58 w 60"/>
                <a:gd name="T39" fmla="*/ 20 h 54"/>
                <a:gd name="T40" fmla="*/ 51 w 60"/>
                <a:gd name="T41" fmla="*/ 27 h 54"/>
                <a:gd name="T42" fmla="*/ 47 w 60"/>
                <a:gd name="T43" fmla="*/ 29 h 54"/>
                <a:gd name="T44" fmla="*/ 45 w 60"/>
                <a:gd name="T45" fmla="*/ 34 h 54"/>
                <a:gd name="T46" fmla="*/ 36 w 60"/>
                <a:gd name="T47" fmla="*/ 34 h 54"/>
                <a:gd name="T48" fmla="*/ 40 w 60"/>
                <a:gd name="T49" fmla="*/ 38 h 54"/>
                <a:gd name="T50" fmla="*/ 33 w 60"/>
                <a:gd name="T51" fmla="*/ 40 h 54"/>
                <a:gd name="T52" fmla="*/ 33 w 60"/>
                <a:gd name="T53" fmla="*/ 43 h 54"/>
                <a:gd name="T54" fmla="*/ 27 w 60"/>
                <a:gd name="T55" fmla="*/ 40 h 54"/>
                <a:gd name="T56" fmla="*/ 24 w 60"/>
                <a:gd name="T57" fmla="*/ 36 h 54"/>
                <a:gd name="T58" fmla="*/ 24 w 60"/>
                <a:gd name="T59" fmla="*/ 40 h 54"/>
                <a:gd name="T60" fmla="*/ 20 w 60"/>
                <a:gd name="T61" fmla="*/ 43 h 54"/>
                <a:gd name="T62" fmla="*/ 18 w 60"/>
                <a:gd name="T63" fmla="*/ 49 h 54"/>
                <a:gd name="T64" fmla="*/ 11 w 60"/>
                <a:gd name="T65" fmla="*/ 52 h 54"/>
                <a:gd name="T66" fmla="*/ 6 w 60"/>
                <a:gd name="T67" fmla="*/ 49 h 54"/>
                <a:gd name="T68" fmla="*/ 6 w 60"/>
                <a:gd name="T6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54">
                  <a:moveTo>
                    <a:pt x="6" y="54"/>
                  </a:moveTo>
                  <a:lnTo>
                    <a:pt x="0" y="47"/>
                  </a:lnTo>
                  <a:lnTo>
                    <a:pt x="6" y="40"/>
                  </a:lnTo>
                  <a:lnTo>
                    <a:pt x="11" y="38"/>
                  </a:lnTo>
                  <a:lnTo>
                    <a:pt x="9" y="36"/>
                  </a:lnTo>
                  <a:lnTo>
                    <a:pt x="6" y="29"/>
                  </a:lnTo>
                  <a:lnTo>
                    <a:pt x="13" y="25"/>
                  </a:lnTo>
                  <a:lnTo>
                    <a:pt x="13" y="20"/>
                  </a:lnTo>
                  <a:lnTo>
                    <a:pt x="18" y="11"/>
                  </a:lnTo>
                  <a:lnTo>
                    <a:pt x="22" y="22"/>
                  </a:lnTo>
                  <a:lnTo>
                    <a:pt x="24" y="20"/>
                  </a:lnTo>
                  <a:lnTo>
                    <a:pt x="27" y="20"/>
                  </a:lnTo>
                  <a:lnTo>
                    <a:pt x="31" y="13"/>
                  </a:lnTo>
                  <a:lnTo>
                    <a:pt x="31" y="9"/>
                  </a:lnTo>
                  <a:lnTo>
                    <a:pt x="36" y="9"/>
                  </a:lnTo>
                  <a:lnTo>
                    <a:pt x="45" y="9"/>
                  </a:lnTo>
                  <a:lnTo>
                    <a:pt x="47" y="7"/>
                  </a:lnTo>
                  <a:lnTo>
                    <a:pt x="60" y="0"/>
                  </a:lnTo>
                  <a:lnTo>
                    <a:pt x="60" y="11"/>
                  </a:lnTo>
                  <a:lnTo>
                    <a:pt x="58" y="20"/>
                  </a:lnTo>
                  <a:lnTo>
                    <a:pt x="51" y="27"/>
                  </a:lnTo>
                  <a:lnTo>
                    <a:pt x="47" y="29"/>
                  </a:lnTo>
                  <a:lnTo>
                    <a:pt x="45" y="34"/>
                  </a:lnTo>
                  <a:lnTo>
                    <a:pt x="36" y="34"/>
                  </a:lnTo>
                  <a:lnTo>
                    <a:pt x="40" y="38"/>
                  </a:lnTo>
                  <a:lnTo>
                    <a:pt x="33" y="40"/>
                  </a:lnTo>
                  <a:lnTo>
                    <a:pt x="33" y="43"/>
                  </a:lnTo>
                  <a:lnTo>
                    <a:pt x="27" y="40"/>
                  </a:lnTo>
                  <a:lnTo>
                    <a:pt x="24" y="36"/>
                  </a:lnTo>
                  <a:lnTo>
                    <a:pt x="24" y="40"/>
                  </a:lnTo>
                  <a:lnTo>
                    <a:pt x="20" y="43"/>
                  </a:lnTo>
                  <a:lnTo>
                    <a:pt x="18" y="49"/>
                  </a:lnTo>
                  <a:lnTo>
                    <a:pt x="11" y="52"/>
                  </a:lnTo>
                  <a:lnTo>
                    <a:pt x="6" y="49"/>
                  </a:lnTo>
                  <a:lnTo>
                    <a:pt x="6" y="5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8" name="Freeform 92">
              <a:extLst>
                <a:ext uri="{FF2B5EF4-FFF2-40B4-BE49-F238E27FC236}">
                  <a16:creationId xmlns:a16="http://schemas.microsoft.com/office/drawing/2014/main" id="{736E1FA7-A0C7-555A-AECC-F59A312BA133}"/>
                </a:ext>
              </a:extLst>
            </p:cNvPr>
            <p:cNvSpPr>
              <a:spLocks noChangeAspect="1"/>
            </p:cNvSpPr>
            <p:nvPr/>
          </p:nvSpPr>
          <p:spPr bwMode="auto">
            <a:xfrm>
              <a:off x="1755" y="1813"/>
              <a:ext cx="51" cy="49"/>
            </a:xfrm>
            <a:custGeom>
              <a:avLst/>
              <a:gdLst>
                <a:gd name="T0" fmla="*/ 6 w 60"/>
                <a:gd name="T1" fmla="*/ 54 h 54"/>
                <a:gd name="T2" fmla="*/ 0 w 60"/>
                <a:gd name="T3" fmla="*/ 47 h 54"/>
                <a:gd name="T4" fmla="*/ 6 w 60"/>
                <a:gd name="T5" fmla="*/ 40 h 54"/>
                <a:gd name="T6" fmla="*/ 11 w 60"/>
                <a:gd name="T7" fmla="*/ 38 h 54"/>
                <a:gd name="T8" fmla="*/ 9 w 60"/>
                <a:gd name="T9" fmla="*/ 36 h 54"/>
                <a:gd name="T10" fmla="*/ 6 w 60"/>
                <a:gd name="T11" fmla="*/ 29 h 54"/>
                <a:gd name="T12" fmla="*/ 13 w 60"/>
                <a:gd name="T13" fmla="*/ 25 h 54"/>
                <a:gd name="T14" fmla="*/ 13 w 60"/>
                <a:gd name="T15" fmla="*/ 20 h 54"/>
                <a:gd name="T16" fmla="*/ 18 w 60"/>
                <a:gd name="T17" fmla="*/ 11 h 54"/>
                <a:gd name="T18" fmla="*/ 22 w 60"/>
                <a:gd name="T19" fmla="*/ 22 h 54"/>
                <a:gd name="T20" fmla="*/ 24 w 60"/>
                <a:gd name="T21" fmla="*/ 20 h 54"/>
                <a:gd name="T22" fmla="*/ 27 w 60"/>
                <a:gd name="T23" fmla="*/ 20 h 54"/>
                <a:gd name="T24" fmla="*/ 31 w 60"/>
                <a:gd name="T25" fmla="*/ 13 h 54"/>
                <a:gd name="T26" fmla="*/ 31 w 60"/>
                <a:gd name="T27" fmla="*/ 9 h 54"/>
                <a:gd name="T28" fmla="*/ 36 w 60"/>
                <a:gd name="T29" fmla="*/ 9 h 54"/>
                <a:gd name="T30" fmla="*/ 45 w 60"/>
                <a:gd name="T31" fmla="*/ 9 h 54"/>
                <a:gd name="T32" fmla="*/ 47 w 60"/>
                <a:gd name="T33" fmla="*/ 7 h 54"/>
                <a:gd name="T34" fmla="*/ 60 w 60"/>
                <a:gd name="T35" fmla="*/ 0 h 54"/>
                <a:gd name="T36" fmla="*/ 60 w 60"/>
                <a:gd name="T37" fmla="*/ 11 h 54"/>
                <a:gd name="T38" fmla="*/ 58 w 60"/>
                <a:gd name="T39" fmla="*/ 20 h 54"/>
                <a:gd name="T40" fmla="*/ 51 w 60"/>
                <a:gd name="T41" fmla="*/ 27 h 54"/>
                <a:gd name="T42" fmla="*/ 47 w 60"/>
                <a:gd name="T43" fmla="*/ 29 h 54"/>
                <a:gd name="T44" fmla="*/ 45 w 60"/>
                <a:gd name="T45" fmla="*/ 34 h 54"/>
                <a:gd name="T46" fmla="*/ 36 w 60"/>
                <a:gd name="T47" fmla="*/ 34 h 54"/>
                <a:gd name="T48" fmla="*/ 40 w 60"/>
                <a:gd name="T49" fmla="*/ 38 h 54"/>
                <a:gd name="T50" fmla="*/ 33 w 60"/>
                <a:gd name="T51" fmla="*/ 40 h 54"/>
                <a:gd name="T52" fmla="*/ 33 w 60"/>
                <a:gd name="T53" fmla="*/ 43 h 54"/>
                <a:gd name="T54" fmla="*/ 27 w 60"/>
                <a:gd name="T55" fmla="*/ 40 h 54"/>
                <a:gd name="T56" fmla="*/ 24 w 60"/>
                <a:gd name="T57" fmla="*/ 36 h 54"/>
                <a:gd name="T58" fmla="*/ 24 w 60"/>
                <a:gd name="T59" fmla="*/ 40 h 54"/>
                <a:gd name="T60" fmla="*/ 20 w 60"/>
                <a:gd name="T61" fmla="*/ 43 h 54"/>
                <a:gd name="T62" fmla="*/ 18 w 60"/>
                <a:gd name="T63" fmla="*/ 49 h 54"/>
                <a:gd name="T64" fmla="*/ 11 w 60"/>
                <a:gd name="T65" fmla="*/ 52 h 54"/>
                <a:gd name="T66" fmla="*/ 6 w 60"/>
                <a:gd name="T67" fmla="*/ 49 h 54"/>
                <a:gd name="T68" fmla="*/ 6 w 60"/>
                <a:gd name="T6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54">
                  <a:moveTo>
                    <a:pt x="6" y="54"/>
                  </a:moveTo>
                  <a:lnTo>
                    <a:pt x="0" y="47"/>
                  </a:lnTo>
                  <a:lnTo>
                    <a:pt x="6" y="40"/>
                  </a:lnTo>
                  <a:lnTo>
                    <a:pt x="11" y="38"/>
                  </a:lnTo>
                  <a:lnTo>
                    <a:pt x="9" y="36"/>
                  </a:lnTo>
                  <a:lnTo>
                    <a:pt x="6" y="29"/>
                  </a:lnTo>
                  <a:lnTo>
                    <a:pt x="13" y="25"/>
                  </a:lnTo>
                  <a:lnTo>
                    <a:pt x="13" y="20"/>
                  </a:lnTo>
                  <a:lnTo>
                    <a:pt x="18" y="11"/>
                  </a:lnTo>
                  <a:lnTo>
                    <a:pt x="22" y="22"/>
                  </a:lnTo>
                  <a:lnTo>
                    <a:pt x="24" y="20"/>
                  </a:lnTo>
                  <a:lnTo>
                    <a:pt x="27" y="20"/>
                  </a:lnTo>
                  <a:lnTo>
                    <a:pt x="31" y="13"/>
                  </a:lnTo>
                  <a:lnTo>
                    <a:pt x="31" y="9"/>
                  </a:lnTo>
                  <a:lnTo>
                    <a:pt x="36" y="9"/>
                  </a:lnTo>
                  <a:lnTo>
                    <a:pt x="45" y="9"/>
                  </a:lnTo>
                  <a:lnTo>
                    <a:pt x="47" y="7"/>
                  </a:lnTo>
                  <a:lnTo>
                    <a:pt x="60" y="0"/>
                  </a:lnTo>
                  <a:lnTo>
                    <a:pt x="60" y="11"/>
                  </a:lnTo>
                  <a:lnTo>
                    <a:pt x="58" y="20"/>
                  </a:lnTo>
                  <a:lnTo>
                    <a:pt x="51" y="27"/>
                  </a:lnTo>
                  <a:lnTo>
                    <a:pt x="47" y="29"/>
                  </a:lnTo>
                  <a:lnTo>
                    <a:pt x="45" y="34"/>
                  </a:lnTo>
                  <a:lnTo>
                    <a:pt x="36" y="34"/>
                  </a:lnTo>
                  <a:lnTo>
                    <a:pt x="40" y="38"/>
                  </a:lnTo>
                  <a:lnTo>
                    <a:pt x="33" y="40"/>
                  </a:lnTo>
                  <a:lnTo>
                    <a:pt x="33" y="43"/>
                  </a:lnTo>
                  <a:lnTo>
                    <a:pt x="27" y="40"/>
                  </a:lnTo>
                  <a:lnTo>
                    <a:pt x="24" y="36"/>
                  </a:lnTo>
                  <a:lnTo>
                    <a:pt x="24" y="40"/>
                  </a:lnTo>
                  <a:lnTo>
                    <a:pt x="20" y="43"/>
                  </a:lnTo>
                  <a:lnTo>
                    <a:pt x="18" y="49"/>
                  </a:lnTo>
                  <a:lnTo>
                    <a:pt x="11" y="52"/>
                  </a:lnTo>
                  <a:lnTo>
                    <a:pt x="6" y="49"/>
                  </a:lnTo>
                  <a:lnTo>
                    <a:pt x="6" y="5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89" name="Freeform 93">
              <a:extLst>
                <a:ext uri="{FF2B5EF4-FFF2-40B4-BE49-F238E27FC236}">
                  <a16:creationId xmlns:a16="http://schemas.microsoft.com/office/drawing/2014/main" id="{CB381884-0317-3AB0-3549-C0403354EF8C}"/>
                </a:ext>
              </a:extLst>
            </p:cNvPr>
            <p:cNvSpPr>
              <a:spLocks noChangeAspect="1"/>
            </p:cNvSpPr>
            <p:nvPr/>
          </p:nvSpPr>
          <p:spPr bwMode="auto">
            <a:xfrm>
              <a:off x="1734" y="2249"/>
              <a:ext cx="21" cy="22"/>
            </a:xfrm>
            <a:custGeom>
              <a:avLst/>
              <a:gdLst>
                <a:gd name="T0" fmla="*/ 25 w 25"/>
                <a:gd name="T1" fmla="*/ 18 h 22"/>
                <a:gd name="T2" fmla="*/ 18 w 25"/>
                <a:gd name="T3" fmla="*/ 20 h 22"/>
                <a:gd name="T4" fmla="*/ 16 w 25"/>
                <a:gd name="T5" fmla="*/ 20 h 22"/>
                <a:gd name="T6" fmla="*/ 4 w 25"/>
                <a:gd name="T7" fmla="*/ 22 h 22"/>
                <a:gd name="T8" fmla="*/ 2 w 25"/>
                <a:gd name="T9" fmla="*/ 20 h 22"/>
                <a:gd name="T10" fmla="*/ 0 w 25"/>
                <a:gd name="T11" fmla="*/ 11 h 22"/>
                <a:gd name="T12" fmla="*/ 2 w 25"/>
                <a:gd name="T13" fmla="*/ 4 h 22"/>
                <a:gd name="T14" fmla="*/ 4 w 25"/>
                <a:gd name="T15" fmla="*/ 0 h 22"/>
                <a:gd name="T16" fmla="*/ 13 w 25"/>
                <a:gd name="T17" fmla="*/ 2 h 22"/>
                <a:gd name="T18" fmla="*/ 16 w 25"/>
                <a:gd name="T19" fmla="*/ 9 h 22"/>
                <a:gd name="T20" fmla="*/ 22 w 25"/>
                <a:gd name="T21" fmla="*/ 11 h 22"/>
                <a:gd name="T22" fmla="*/ 25 w 25"/>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2">
                  <a:moveTo>
                    <a:pt x="25" y="18"/>
                  </a:moveTo>
                  <a:lnTo>
                    <a:pt x="18" y="20"/>
                  </a:lnTo>
                  <a:lnTo>
                    <a:pt x="16" y="20"/>
                  </a:lnTo>
                  <a:lnTo>
                    <a:pt x="4" y="22"/>
                  </a:lnTo>
                  <a:lnTo>
                    <a:pt x="2" y="20"/>
                  </a:lnTo>
                  <a:lnTo>
                    <a:pt x="0" y="11"/>
                  </a:lnTo>
                  <a:lnTo>
                    <a:pt x="2" y="4"/>
                  </a:lnTo>
                  <a:lnTo>
                    <a:pt x="4" y="0"/>
                  </a:lnTo>
                  <a:lnTo>
                    <a:pt x="13" y="2"/>
                  </a:lnTo>
                  <a:lnTo>
                    <a:pt x="16" y="9"/>
                  </a:lnTo>
                  <a:lnTo>
                    <a:pt x="22" y="11"/>
                  </a:lnTo>
                  <a:lnTo>
                    <a:pt x="25"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0" name="Freeform 94">
              <a:extLst>
                <a:ext uri="{FF2B5EF4-FFF2-40B4-BE49-F238E27FC236}">
                  <a16:creationId xmlns:a16="http://schemas.microsoft.com/office/drawing/2014/main" id="{642B4772-207A-9FA2-BD4D-7D56BFC120C1}"/>
                </a:ext>
              </a:extLst>
            </p:cNvPr>
            <p:cNvSpPr>
              <a:spLocks noChangeAspect="1"/>
            </p:cNvSpPr>
            <p:nvPr/>
          </p:nvSpPr>
          <p:spPr bwMode="auto">
            <a:xfrm>
              <a:off x="1734" y="2249"/>
              <a:ext cx="21" cy="22"/>
            </a:xfrm>
            <a:custGeom>
              <a:avLst/>
              <a:gdLst>
                <a:gd name="T0" fmla="*/ 25 w 25"/>
                <a:gd name="T1" fmla="*/ 18 h 22"/>
                <a:gd name="T2" fmla="*/ 18 w 25"/>
                <a:gd name="T3" fmla="*/ 20 h 22"/>
                <a:gd name="T4" fmla="*/ 16 w 25"/>
                <a:gd name="T5" fmla="*/ 20 h 22"/>
                <a:gd name="T6" fmla="*/ 4 w 25"/>
                <a:gd name="T7" fmla="*/ 22 h 22"/>
                <a:gd name="T8" fmla="*/ 2 w 25"/>
                <a:gd name="T9" fmla="*/ 20 h 22"/>
                <a:gd name="T10" fmla="*/ 0 w 25"/>
                <a:gd name="T11" fmla="*/ 11 h 22"/>
                <a:gd name="T12" fmla="*/ 2 w 25"/>
                <a:gd name="T13" fmla="*/ 4 h 22"/>
                <a:gd name="T14" fmla="*/ 4 w 25"/>
                <a:gd name="T15" fmla="*/ 0 h 22"/>
                <a:gd name="T16" fmla="*/ 13 w 25"/>
                <a:gd name="T17" fmla="*/ 2 h 22"/>
                <a:gd name="T18" fmla="*/ 16 w 25"/>
                <a:gd name="T19" fmla="*/ 9 h 22"/>
                <a:gd name="T20" fmla="*/ 22 w 25"/>
                <a:gd name="T21" fmla="*/ 11 h 22"/>
                <a:gd name="T22" fmla="*/ 25 w 25"/>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2">
                  <a:moveTo>
                    <a:pt x="25" y="18"/>
                  </a:moveTo>
                  <a:lnTo>
                    <a:pt x="18" y="20"/>
                  </a:lnTo>
                  <a:lnTo>
                    <a:pt x="16" y="20"/>
                  </a:lnTo>
                  <a:lnTo>
                    <a:pt x="4" y="22"/>
                  </a:lnTo>
                  <a:lnTo>
                    <a:pt x="2" y="20"/>
                  </a:lnTo>
                  <a:lnTo>
                    <a:pt x="0" y="11"/>
                  </a:lnTo>
                  <a:lnTo>
                    <a:pt x="2" y="4"/>
                  </a:lnTo>
                  <a:lnTo>
                    <a:pt x="4" y="0"/>
                  </a:lnTo>
                  <a:lnTo>
                    <a:pt x="13" y="2"/>
                  </a:lnTo>
                  <a:lnTo>
                    <a:pt x="16" y="9"/>
                  </a:lnTo>
                  <a:lnTo>
                    <a:pt x="22" y="11"/>
                  </a:lnTo>
                  <a:lnTo>
                    <a:pt x="25"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nvGrpSpPr>
            <p:cNvPr id="407649" name="Group 95">
              <a:extLst>
                <a:ext uri="{FF2B5EF4-FFF2-40B4-BE49-F238E27FC236}">
                  <a16:creationId xmlns:a16="http://schemas.microsoft.com/office/drawing/2014/main" id="{5417B059-1488-285C-5509-9767499E9A02}"/>
                </a:ext>
              </a:extLst>
            </p:cNvPr>
            <p:cNvGrpSpPr>
              <a:grpSpLocks/>
            </p:cNvGrpSpPr>
            <p:nvPr/>
          </p:nvGrpSpPr>
          <p:grpSpPr bwMode="auto">
            <a:xfrm>
              <a:off x="1605" y="1824"/>
              <a:ext cx="384" cy="705"/>
              <a:chOff x="1739" y="1824"/>
              <a:chExt cx="416" cy="705"/>
            </a:xfrm>
          </p:grpSpPr>
          <p:sp>
            <p:nvSpPr>
              <p:cNvPr id="1872992" name="Freeform 96">
                <a:extLst>
                  <a:ext uri="{FF2B5EF4-FFF2-40B4-BE49-F238E27FC236}">
                    <a16:creationId xmlns:a16="http://schemas.microsoft.com/office/drawing/2014/main" id="{8B2FBDED-DEF0-5034-A1C6-C138CF20BEE0}"/>
                  </a:ext>
                </a:extLst>
              </p:cNvPr>
              <p:cNvSpPr>
                <a:spLocks noChangeAspect="1"/>
              </p:cNvSpPr>
              <p:nvPr/>
            </p:nvSpPr>
            <p:spPr bwMode="auto">
              <a:xfrm>
                <a:off x="1739" y="1824"/>
                <a:ext cx="416" cy="705"/>
              </a:xfrm>
              <a:custGeom>
                <a:avLst/>
                <a:gdLst>
                  <a:gd name="T0" fmla="*/ 364 w 457"/>
                  <a:gd name="T1" fmla="*/ 329 h 774"/>
                  <a:gd name="T2" fmla="*/ 315 w 457"/>
                  <a:gd name="T3" fmla="*/ 261 h 774"/>
                  <a:gd name="T4" fmla="*/ 301 w 457"/>
                  <a:gd name="T5" fmla="*/ 250 h 774"/>
                  <a:gd name="T6" fmla="*/ 337 w 457"/>
                  <a:gd name="T7" fmla="*/ 221 h 774"/>
                  <a:gd name="T8" fmla="*/ 396 w 457"/>
                  <a:gd name="T9" fmla="*/ 155 h 774"/>
                  <a:gd name="T10" fmla="*/ 331 w 457"/>
                  <a:gd name="T11" fmla="*/ 106 h 774"/>
                  <a:gd name="T12" fmla="*/ 308 w 457"/>
                  <a:gd name="T13" fmla="*/ 104 h 774"/>
                  <a:gd name="T14" fmla="*/ 306 w 457"/>
                  <a:gd name="T15" fmla="*/ 72 h 774"/>
                  <a:gd name="T16" fmla="*/ 378 w 457"/>
                  <a:gd name="T17" fmla="*/ 45 h 774"/>
                  <a:gd name="T18" fmla="*/ 369 w 457"/>
                  <a:gd name="T19" fmla="*/ 23 h 774"/>
                  <a:gd name="T20" fmla="*/ 317 w 457"/>
                  <a:gd name="T21" fmla="*/ 21 h 774"/>
                  <a:gd name="T22" fmla="*/ 292 w 457"/>
                  <a:gd name="T23" fmla="*/ 7 h 774"/>
                  <a:gd name="T24" fmla="*/ 270 w 457"/>
                  <a:gd name="T25" fmla="*/ 21 h 774"/>
                  <a:gd name="T26" fmla="*/ 270 w 457"/>
                  <a:gd name="T27" fmla="*/ 63 h 774"/>
                  <a:gd name="T28" fmla="*/ 238 w 457"/>
                  <a:gd name="T29" fmla="*/ 66 h 774"/>
                  <a:gd name="T30" fmla="*/ 229 w 457"/>
                  <a:gd name="T31" fmla="*/ 104 h 774"/>
                  <a:gd name="T32" fmla="*/ 202 w 457"/>
                  <a:gd name="T33" fmla="*/ 133 h 774"/>
                  <a:gd name="T34" fmla="*/ 184 w 457"/>
                  <a:gd name="T35" fmla="*/ 146 h 774"/>
                  <a:gd name="T36" fmla="*/ 191 w 457"/>
                  <a:gd name="T37" fmla="*/ 153 h 774"/>
                  <a:gd name="T38" fmla="*/ 205 w 457"/>
                  <a:gd name="T39" fmla="*/ 180 h 774"/>
                  <a:gd name="T40" fmla="*/ 182 w 457"/>
                  <a:gd name="T41" fmla="*/ 234 h 774"/>
                  <a:gd name="T42" fmla="*/ 196 w 457"/>
                  <a:gd name="T43" fmla="*/ 230 h 774"/>
                  <a:gd name="T44" fmla="*/ 205 w 457"/>
                  <a:gd name="T45" fmla="*/ 221 h 774"/>
                  <a:gd name="T46" fmla="*/ 229 w 457"/>
                  <a:gd name="T47" fmla="*/ 234 h 774"/>
                  <a:gd name="T48" fmla="*/ 218 w 457"/>
                  <a:gd name="T49" fmla="*/ 272 h 774"/>
                  <a:gd name="T50" fmla="*/ 182 w 457"/>
                  <a:gd name="T51" fmla="*/ 317 h 774"/>
                  <a:gd name="T52" fmla="*/ 187 w 457"/>
                  <a:gd name="T53" fmla="*/ 331 h 774"/>
                  <a:gd name="T54" fmla="*/ 252 w 457"/>
                  <a:gd name="T55" fmla="*/ 338 h 774"/>
                  <a:gd name="T56" fmla="*/ 245 w 457"/>
                  <a:gd name="T57" fmla="*/ 425 h 774"/>
                  <a:gd name="T58" fmla="*/ 245 w 457"/>
                  <a:gd name="T59" fmla="*/ 455 h 774"/>
                  <a:gd name="T60" fmla="*/ 238 w 457"/>
                  <a:gd name="T61" fmla="*/ 491 h 774"/>
                  <a:gd name="T62" fmla="*/ 205 w 457"/>
                  <a:gd name="T63" fmla="*/ 488 h 774"/>
                  <a:gd name="T64" fmla="*/ 146 w 457"/>
                  <a:gd name="T65" fmla="*/ 502 h 774"/>
                  <a:gd name="T66" fmla="*/ 157 w 457"/>
                  <a:gd name="T67" fmla="*/ 536 h 774"/>
                  <a:gd name="T68" fmla="*/ 74 w 457"/>
                  <a:gd name="T69" fmla="*/ 581 h 774"/>
                  <a:gd name="T70" fmla="*/ 76 w 457"/>
                  <a:gd name="T71" fmla="*/ 608 h 774"/>
                  <a:gd name="T72" fmla="*/ 128 w 457"/>
                  <a:gd name="T73" fmla="*/ 628 h 774"/>
                  <a:gd name="T74" fmla="*/ 157 w 457"/>
                  <a:gd name="T75" fmla="*/ 664 h 774"/>
                  <a:gd name="T76" fmla="*/ 223 w 457"/>
                  <a:gd name="T77" fmla="*/ 653 h 774"/>
                  <a:gd name="T78" fmla="*/ 153 w 457"/>
                  <a:gd name="T79" fmla="*/ 680 h 774"/>
                  <a:gd name="T80" fmla="*/ 94 w 457"/>
                  <a:gd name="T81" fmla="*/ 682 h 774"/>
                  <a:gd name="T82" fmla="*/ 7 w 457"/>
                  <a:gd name="T83" fmla="*/ 731 h 774"/>
                  <a:gd name="T84" fmla="*/ 29 w 457"/>
                  <a:gd name="T85" fmla="*/ 749 h 774"/>
                  <a:gd name="T86" fmla="*/ 85 w 457"/>
                  <a:gd name="T87" fmla="*/ 740 h 774"/>
                  <a:gd name="T88" fmla="*/ 108 w 457"/>
                  <a:gd name="T89" fmla="*/ 763 h 774"/>
                  <a:gd name="T90" fmla="*/ 175 w 457"/>
                  <a:gd name="T91" fmla="*/ 738 h 774"/>
                  <a:gd name="T92" fmla="*/ 247 w 457"/>
                  <a:gd name="T93" fmla="*/ 752 h 774"/>
                  <a:gd name="T94" fmla="*/ 279 w 457"/>
                  <a:gd name="T95" fmla="*/ 763 h 774"/>
                  <a:gd name="T96" fmla="*/ 396 w 457"/>
                  <a:gd name="T97" fmla="*/ 765 h 774"/>
                  <a:gd name="T98" fmla="*/ 362 w 457"/>
                  <a:gd name="T99" fmla="*/ 713 h 774"/>
                  <a:gd name="T100" fmla="*/ 412 w 457"/>
                  <a:gd name="T101" fmla="*/ 693 h 774"/>
                  <a:gd name="T102" fmla="*/ 434 w 457"/>
                  <a:gd name="T103" fmla="*/ 671 h 774"/>
                  <a:gd name="T104" fmla="*/ 398 w 457"/>
                  <a:gd name="T105" fmla="*/ 581 h 774"/>
                  <a:gd name="T106" fmla="*/ 396 w 457"/>
                  <a:gd name="T107" fmla="*/ 536 h 774"/>
                  <a:gd name="T108" fmla="*/ 396 w 457"/>
                  <a:gd name="T109" fmla="*/ 518 h 774"/>
                  <a:gd name="T110" fmla="*/ 396 w 457"/>
                  <a:gd name="T111" fmla="*/ 46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7" h="774">
                    <a:moveTo>
                      <a:pt x="382" y="430"/>
                    </a:moveTo>
                    <a:lnTo>
                      <a:pt x="364" y="414"/>
                    </a:lnTo>
                    <a:lnTo>
                      <a:pt x="355" y="405"/>
                    </a:lnTo>
                    <a:lnTo>
                      <a:pt x="355" y="398"/>
                    </a:lnTo>
                    <a:lnTo>
                      <a:pt x="358" y="383"/>
                    </a:lnTo>
                    <a:lnTo>
                      <a:pt x="358" y="365"/>
                    </a:lnTo>
                    <a:lnTo>
                      <a:pt x="358" y="351"/>
                    </a:lnTo>
                    <a:lnTo>
                      <a:pt x="364" y="329"/>
                    </a:lnTo>
                    <a:lnTo>
                      <a:pt x="362" y="317"/>
                    </a:lnTo>
                    <a:lnTo>
                      <a:pt x="358" y="313"/>
                    </a:lnTo>
                    <a:lnTo>
                      <a:pt x="358" y="302"/>
                    </a:lnTo>
                    <a:lnTo>
                      <a:pt x="355" y="295"/>
                    </a:lnTo>
                    <a:lnTo>
                      <a:pt x="351" y="290"/>
                    </a:lnTo>
                    <a:lnTo>
                      <a:pt x="344" y="281"/>
                    </a:lnTo>
                    <a:lnTo>
                      <a:pt x="317" y="261"/>
                    </a:lnTo>
                    <a:lnTo>
                      <a:pt x="315" y="261"/>
                    </a:lnTo>
                    <a:lnTo>
                      <a:pt x="313" y="263"/>
                    </a:lnTo>
                    <a:lnTo>
                      <a:pt x="301" y="263"/>
                    </a:lnTo>
                    <a:lnTo>
                      <a:pt x="292" y="261"/>
                    </a:lnTo>
                    <a:lnTo>
                      <a:pt x="283" y="254"/>
                    </a:lnTo>
                    <a:lnTo>
                      <a:pt x="279" y="248"/>
                    </a:lnTo>
                    <a:lnTo>
                      <a:pt x="283" y="245"/>
                    </a:lnTo>
                    <a:lnTo>
                      <a:pt x="288" y="248"/>
                    </a:lnTo>
                    <a:lnTo>
                      <a:pt x="301" y="250"/>
                    </a:lnTo>
                    <a:lnTo>
                      <a:pt x="315" y="243"/>
                    </a:lnTo>
                    <a:lnTo>
                      <a:pt x="328" y="250"/>
                    </a:lnTo>
                    <a:lnTo>
                      <a:pt x="337" y="243"/>
                    </a:lnTo>
                    <a:lnTo>
                      <a:pt x="328" y="234"/>
                    </a:lnTo>
                    <a:lnTo>
                      <a:pt x="331" y="232"/>
                    </a:lnTo>
                    <a:lnTo>
                      <a:pt x="331" y="230"/>
                    </a:lnTo>
                    <a:lnTo>
                      <a:pt x="324" y="223"/>
                    </a:lnTo>
                    <a:lnTo>
                      <a:pt x="337" y="221"/>
                    </a:lnTo>
                    <a:lnTo>
                      <a:pt x="344" y="218"/>
                    </a:lnTo>
                    <a:lnTo>
                      <a:pt x="353" y="209"/>
                    </a:lnTo>
                    <a:lnTo>
                      <a:pt x="358" y="205"/>
                    </a:lnTo>
                    <a:lnTo>
                      <a:pt x="369" y="198"/>
                    </a:lnTo>
                    <a:lnTo>
                      <a:pt x="382" y="180"/>
                    </a:lnTo>
                    <a:lnTo>
                      <a:pt x="391" y="178"/>
                    </a:lnTo>
                    <a:lnTo>
                      <a:pt x="394" y="169"/>
                    </a:lnTo>
                    <a:lnTo>
                      <a:pt x="396" y="155"/>
                    </a:lnTo>
                    <a:lnTo>
                      <a:pt x="396" y="140"/>
                    </a:lnTo>
                    <a:lnTo>
                      <a:pt x="391" y="128"/>
                    </a:lnTo>
                    <a:lnTo>
                      <a:pt x="385" y="124"/>
                    </a:lnTo>
                    <a:lnTo>
                      <a:pt x="382" y="122"/>
                    </a:lnTo>
                    <a:lnTo>
                      <a:pt x="355" y="110"/>
                    </a:lnTo>
                    <a:lnTo>
                      <a:pt x="344" y="106"/>
                    </a:lnTo>
                    <a:lnTo>
                      <a:pt x="340" y="104"/>
                    </a:lnTo>
                    <a:lnTo>
                      <a:pt x="331" y="106"/>
                    </a:lnTo>
                    <a:lnTo>
                      <a:pt x="326" y="106"/>
                    </a:lnTo>
                    <a:lnTo>
                      <a:pt x="308" y="106"/>
                    </a:lnTo>
                    <a:lnTo>
                      <a:pt x="288" y="115"/>
                    </a:lnTo>
                    <a:lnTo>
                      <a:pt x="274" y="124"/>
                    </a:lnTo>
                    <a:lnTo>
                      <a:pt x="283" y="122"/>
                    </a:lnTo>
                    <a:lnTo>
                      <a:pt x="292" y="108"/>
                    </a:lnTo>
                    <a:lnTo>
                      <a:pt x="299" y="106"/>
                    </a:lnTo>
                    <a:lnTo>
                      <a:pt x="308" y="104"/>
                    </a:lnTo>
                    <a:lnTo>
                      <a:pt x="310" y="99"/>
                    </a:lnTo>
                    <a:lnTo>
                      <a:pt x="306" y="97"/>
                    </a:lnTo>
                    <a:lnTo>
                      <a:pt x="297" y="95"/>
                    </a:lnTo>
                    <a:lnTo>
                      <a:pt x="310" y="92"/>
                    </a:lnTo>
                    <a:lnTo>
                      <a:pt x="315" y="95"/>
                    </a:lnTo>
                    <a:lnTo>
                      <a:pt x="328" y="84"/>
                    </a:lnTo>
                    <a:lnTo>
                      <a:pt x="313" y="81"/>
                    </a:lnTo>
                    <a:lnTo>
                      <a:pt x="306" y="72"/>
                    </a:lnTo>
                    <a:lnTo>
                      <a:pt x="310" y="77"/>
                    </a:lnTo>
                    <a:lnTo>
                      <a:pt x="317" y="79"/>
                    </a:lnTo>
                    <a:lnTo>
                      <a:pt x="324" y="72"/>
                    </a:lnTo>
                    <a:lnTo>
                      <a:pt x="337" y="68"/>
                    </a:lnTo>
                    <a:lnTo>
                      <a:pt x="351" y="59"/>
                    </a:lnTo>
                    <a:lnTo>
                      <a:pt x="364" y="54"/>
                    </a:lnTo>
                    <a:lnTo>
                      <a:pt x="371" y="52"/>
                    </a:lnTo>
                    <a:lnTo>
                      <a:pt x="378" y="45"/>
                    </a:lnTo>
                    <a:lnTo>
                      <a:pt x="380" y="41"/>
                    </a:lnTo>
                    <a:lnTo>
                      <a:pt x="378" y="39"/>
                    </a:lnTo>
                    <a:lnTo>
                      <a:pt x="385" y="34"/>
                    </a:lnTo>
                    <a:lnTo>
                      <a:pt x="385" y="30"/>
                    </a:lnTo>
                    <a:lnTo>
                      <a:pt x="387" y="30"/>
                    </a:lnTo>
                    <a:lnTo>
                      <a:pt x="382" y="25"/>
                    </a:lnTo>
                    <a:lnTo>
                      <a:pt x="378" y="25"/>
                    </a:lnTo>
                    <a:lnTo>
                      <a:pt x="369" y="23"/>
                    </a:lnTo>
                    <a:lnTo>
                      <a:pt x="364" y="25"/>
                    </a:lnTo>
                    <a:lnTo>
                      <a:pt x="358" y="23"/>
                    </a:lnTo>
                    <a:lnTo>
                      <a:pt x="351" y="23"/>
                    </a:lnTo>
                    <a:lnTo>
                      <a:pt x="342" y="21"/>
                    </a:lnTo>
                    <a:lnTo>
                      <a:pt x="340" y="16"/>
                    </a:lnTo>
                    <a:lnTo>
                      <a:pt x="331" y="21"/>
                    </a:lnTo>
                    <a:lnTo>
                      <a:pt x="326" y="16"/>
                    </a:lnTo>
                    <a:lnTo>
                      <a:pt x="317" y="21"/>
                    </a:lnTo>
                    <a:lnTo>
                      <a:pt x="317" y="12"/>
                    </a:lnTo>
                    <a:lnTo>
                      <a:pt x="315" y="9"/>
                    </a:lnTo>
                    <a:lnTo>
                      <a:pt x="313" y="9"/>
                    </a:lnTo>
                    <a:lnTo>
                      <a:pt x="310" y="14"/>
                    </a:lnTo>
                    <a:lnTo>
                      <a:pt x="310" y="9"/>
                    </a:lnTo>
                    <a:lnTo>
                      <a:pt x="301" y="7"/>
                    </a:lnTo>
                    <a:lnTo>
                      <a:pt x="299" y="0"/>
                    </a:lnTo>
                    <a:lnTo>
                      <a:pt x="292" y="7"/>
                    </a:lnTo>
                    <a:lnTo>
                      <a:pt x="297" y="14"/>
                    </a:lnTo>
                    <a:lnTo>
                      <a:pt x="288" y="14"/>
                    </a:lnTo>
                    <a:lnTo>
                      <a:pt x="283" y="16"/>
                    </a:lnTo>
                    <a:lnTo>
                      <a:pt x="283" y="25"/>
                    </a:lnTo>
                    <a:lnTo>
                      <a:pt x="283" y="30"/>
                    </a:lnTo>
                    <a:lnTo>
                      <a:pt x="279" y="30"/>
                    </a:lnTo>
                    <a:lnTo>
                      <a:pt x="274" y="25"/>
                    </a:lnTo>
                    <a:lnTo>
                      <a:pt x="270" y="21"/>
                    </a:lnTo>
                    <a:lnTo>
                      <a:pt x="268" y="25"/>
                    </a:lnTo>
                    <a:lnTo>
                      <a:pt x="270" y="30"/>
                    </a:lnTo>
                    <a:lnTo>
                      <a:pt x="270" y="39"/>
                    </a:lnTo>
                    <a:lnTo>
                      <a:pt x="268" y="41"/>
                    </a:lnTo>
                    <a:lnTo>
                      <a:pt x="265" y="41"/>
                    </a:lnTo>
                    <a:lnTo>
                      <a:pt x="265" y="43"/>
                    </a:lnTo>
                    <a:lnTo>
                      <a:pt x="268" y="54"/>
                    </a:lnTo>
                    <a:lnTo>
                      <a:pt x="270" y="63"/>
                    </a:lnTo>
                    <a:lnTo>
                      <a:pt x="261" y="59"/>
                    </a:lnTo>
                    <a:lnTo>
                      <a:pt x="259" y="54"/>
                    </a:lnTo>
                    <a:lnTo>
                      <a:pt x="254" y="54"/>
                    </a:lnTo>
                    <a:lnTo>
                      <a:pt x="247" y="50"/>
                    </a:lnTo>
                    <a:lnTo>
                      <a:pt x="243" y="57"/>
                    </a:lnTo>
                    <a:lnTo>
                      <a:pt x="238" y="52"/>
                    </a:lnTo>
                    <a:lnTo>
                      <a:pt x="238" y="59"/>
                    </a:lnTo>
                    <a:lnTo>
                      <a:pt x="238" y="66"/>
                    </a:lnTo>
                    <a:lnTo>
                      <a:pt x="236" y="70"/>
                    </a:lnTo>
                    <a:lnTo>
                      <a:pt x="241" y="81"/>
                    </a:lnTo>
                    <a:lnTo>
                      <a:pt x="236" y="79"/>
                    </a:lnTo>
                    <a:lnTo>
                      <a:pt x="227" y="77"/>
                    </a:lnTo>
                    <a:lnTo>
                      <a:pt x="223" y="95"/>
                    </a:lnTo>
                    <a:lnTo>
                      <a:pt x="236" y="95"/>
                    </a:lnTo>
                    <a:lnTo>
                      <a:pt x="229" y="99"/>
                    </a:lnTo>
                    <a:lnTo>
                      <a:pt x="229" y="104"/>
                    </a:lnTo>
                    <a:lnTo>
                      <a:pt x="236" y="108"/>
                    </a:lnTo>
                    <a:lnTo>
                      <a:pt x="227" y="110"/>
                    </a:lnTo>
                    <a:lnTo>
                      <a:pt x="227" y="122"/>
                    </a:lnTo>
                    <a:lnTo>
                      <a:pt x="216" y="115"/>
                    </a:lnTo>
                    <a:lnTo>
                      <a:pt x="214" y="122"/>
                    </a:lnTo>
                    <a:lnTo>
                      <a:pt x="216" y="124"/>
                    </a:lnTo>
                    <a:lnTo>
                      <a:pt x="209" y="124"/>
                    </a:lnTo>
                    <a:lnTo>
                      <a:pt x="202" y="133"/>
                    </a:lnTo>
                    <a:lnTo>
                      <a:pt x="209" y="135"/>
                    </a:lnTo>
                    <a:lnTo>
                      <a:pt x="211" y="135"/>
                    </a:lnTo>
                    <a:lnTo>
                      <a:pt x="209" y="137"/>
                    </a:lnTo>
                    <a:lnTo>
                      <a:pt x="202" y="137"/>
                    </a:lnTo>
                    <a:lnTo>
                      <a:pt x="198" y="142"/>
                    </a:lnTo>
                    <a:lnTo>
                      <a:pt x="191" y="142"/>
                    </a:lnTo>
                    <a:lnTo>
                      <a:pt x="184" y="140"/>
                    </a:lnTo>
                    <a:lnTo>
                      <a:pt x="184" y="146"/>
                    </a:lnTo>
                    <a:lnTo>
                      <a:pt x="187" y="149"/>
                    </a:lnTo>
                    <a:lnTo>
                      <a:pt x="191" y="151"/>
                    </a:lnTo>
                    <a:lnTo>
                      <a:pt x="198" y="151"/>
                    </a:lnTo>
                    <a:lnTo>
                      <a:pt x="202" y="149"/>
                    </a:lnTo>
                    <a:lnTo>
                      <a:pt x="209" y="151"/>
                    </a:lnTo>
                    <a:lnTo>
                      <a:pt x="200" y="151"/>
                    </a:lnTo>
                    <a:lnTo>
                      <a:pt x="198" y="153"/>
                    </a:lnTo>
                    <a:lnTo>
                      <a:pt x="191" y="153"/>
                    </a:lnTo>
                    <a:lnTo>
                      <a:pt x="200" y="167"/>
                    </a:lnTo>
                    <a:lnTo>
                      <a:pt x="205" y="167"/>
                    </a:lnTo>
                    <a:lnTo>
                      <a:pt x="227" y="155"/>
                    </a:lnTo>
                    <a:lnTo>
                      <a:pt x="232" y="153"/>
                    </a:lnTo>
                    <a:lnTo>
                      <a:pt x="218" y="164"/>
                    </a:lnTo>
                    <a:lnTo>
                      <a:pt x="211" y="178"/>
                    </a:lnTo>
                    <a:lnTo>
                      <a:pt x="209" y="180"/>
                    </a:lnTo>
                    <a:lnTo>
                      <a:pt x="205" y="180"/>
                    </a:lnTo>
                    <a:lnTo>
                      <a:pt x="196" y="191"/>
                    </a:lnTo>
                    <a:lnTo>
                      <a:pt x="196" y="198"/>
                    </a:lnTo>
                    <a:lnTo>
                      <a:pt x="196" y="209"/>
                    </a:lnTo>
                    <a:lnTo>
                      <a:pt x="189" y="209"/>
                    </a:lnTo>
                    <a:lnTo>
                      <a:pt x="184" y="216"/>
                    </a:lnTo>
                    <a:lnTo>
                      <a:pt x="184" y="218"/>
                    </a:lnTo>
                    <a:lnTo>
                      <a:pt x="175" y="232"/>
                    </a:lnTo>
                    <a:lnTo>
                      <a:pt x="182" y="234"/>
                    </a:lnTo>
                    <a:lnTo>
                      <a:pt x="184" y="234"/>
                    </a:lnTo>
                    <a:lnTo>
                      <a:pt x="175" y="243"/>
                    </a:lnTo>
                    <a:lnTo>
                      <a:pt x="169" y="254"/>
                    </a:lnTo>
                    <a:lnTo>
                      <a:pt x="160" y="263"/>
                    </a:lnTo>
                    <a:lnTo>
                      <a:pt x="155" y="277"/>
                    </a:lnTo>
                    <a:lnTo>
                      <a:pt x="169" y="272"/>
                    </a:lnTo>
                    <a:lnTo>
                      <a:pt x="178" y="252"/>
                    </a:lnTo>
                    <a:lnTo>
                      <a:pt x="196" y="230"/>
                    </a:lnTo>
                    <a:lnTo>
                      <a:pt x="191" y="230"/>
                    </a:lnTo>
                    <a:lnTo>
                      <a:pt x="198" y="221"/>
                    </a:lnTo>
                    <a:lnTo>
                      <a:pt x="202" y="218"/>
                    </a:lnTo>
                    <a:lnTo>
                      <a:pt x="209" y="209"/>
                    </a:lnTo>
                    <a:lnTo>
                      <a:pt x="214" y="205"/>
                    </a:lnTo>
                    <a:lnTo>
                      <a:pt x="216" y="205"/>
                    </a:lnTo>
                    <a:lnTo>
                      <a:pt x="214" y="212"/>
                    </a:lnTo>
                    <a:lnTo>
                      <a:pt x="205" y="221"/>
                    </a:lnTo>
                    <a:lnTo>
                      <a:pt x="200" y="230"/>
                    </a:lnTo>
                    <a:lnTo>
                      <a:pt x="202" y="234"/>
                    </a:lnTo>
                    <a:lnTo>
                      <a:pt x="202" y="245"/>
                    </a:lnTo>
                    <a:lnTo>
                      <a:pt x="205" y="250"/>
                    </a:lnTo>
                    <a:lnTo>
                      <a:pt x="209" y="234"/>
                    </a:lnTo>
                    <a:lnTo>
                      <a:pt x="216" y="232"/>
                    </a:lnTo>
                    <a:lnTo>
                      <a:pt x="223" y="230"/>
                    </a:lnTo>
                    <a:lnTo>
                      <a:pt x="229" y="234"/>
                    </a:lnTo>
                    <a:lnTo>
                      <a:pt x="232" y="243"/>
                    </a:lnTo>
                    <a:lnTo>
                      <a:pt x="225" y="236"/>
                    </a:lnTo>
                    <a:lnTo>
                      <a:pt x="218" y="236"/>
                    </a:lnTo>
                    <a:lnTo>
                      <a:pt x="216" y="243"/>
                    </a:lnTo>
                    <a:lnTo>
                      <a:pt x="214" y="250"/>
                    </a:lnTo>
                    <a:lnTo>
                      <a:pt x="211" y="254"/>
                    </a:lnTo>
                    <a:lnTo>
                      <a:pt x="216" y="263"/>
                    </a:lnTo>
                    <a:lnTo>
                      <a:pt x="218" y="272"/>
                    </a:lnTo>
                    <a:lnTo>
                      <a:pt x="216" y="277"/>
                    </a:lnTo>
                    <a:lnTo>
                      <a:pt x="211" y="281"/>
                    </a:lnTo>
                    <a:lnTo>
                      <a:pt x="202" y="288"/>
                    </a:lnTo>
                    <a:lnTo>
                      <a:pt x="200" y="293"/>
                    </a:lnTo>
                    <a:lnTo>
                      <a:pt x="198" y="295"/>
                    </a:lnTo>
                    <a:lnTo>
                      <a:pt x="189" y="299"/>
                    </a:lnTo>
                    <a:lnTo>
                      <a:pt x="187" y="304"/>
                    </a:lnTo>
                    <a:lnTo>
                      <a:pt x="182" y="317"/>
                    </a:lnTo>
                    <a:lnTo>
                      <a:pt x="175" y="315"/>
                    </a:lnTo>
                    <a:lnTo>
                      <a:pt x="173" y="320"/>
                    </a:lnTo>
                    <a:lnTo>
                      <a:pt x="175" y="324"/>
                    </a:lnTo>
                    <a:lnTo>
                      <a:pt x="175" y="331"/>
                    </a:lnTo>
                    <a:lnTo>
                      <a:pt x="173" y="347"/>
                    </a:lnTo>
                    <a:lnTo>
                      <a:pt x="178" y="342"/>
                    </a:lnTo>
                    <a:lnTo>
                      <a:pt x="182" y="333"/>
                    </a:lnTo>
                    <a:lnTo>
                      <a:pt x="187" y="331"/>
                    </a:lnTo>
                    <a:lnTo>
                      <a:pt x="189" y="333"/>
                    </a:lnTo>
                    <a:lnTo>
                      <a:pt x="205" y="349"/>
                    </a:lnTo>
                    <a:lnTo>
                      <a:pt x="209" y="347"/>
                    </a:lnTo>
                    <a:lnTo>
                      <a:pt x="209" y="338"/>
                    </a:lnTo>
                    <a:lnTo>
                      <a:pt x="214" y="342"/>
                    </a:lnTo>
                    <a:lnTo>
                      <a:pt x="218" y="349"/>
                    </a:lnTo>
                    <a:lnTo>
                      <a:pt x="243" y="349"/>
                    </a:lnTo>
                    <a:lnTo>
                      <a:pt x="252" y="338"/>
                    </a:lnTo>
                    <a:lnTo>
                      <a:pt x="259" y="344"/>
                    </a:lnTo>
                    <a:lnTo>
                      <a:pt x="274" y="351"/>
                    </a:lnTo>
                    <a:lnTo>
                      <a:pt x="261" y="351"/>
                    </a:lnTo>
                    <a:lnTo>
                      <a:pt x="238" y="371"/>
                    </a:lnTo>
                    <a:lnTo>
                      <a:pt x="238" y="405"/>
                    </a:lnTo>
                    <a:lnTo>
                      <a:pt x="243" y="414"/>
                    </a:lnTo>
                    <a:lnTo>
                      <a:pt x="245" y="419"/>
                    </a:lnTo>
                    <a:lnTo>
                      <a:pt x="245" y="425"/>
                    </a:lnTo>
                    <a:lnTo>
                      <a:pt x="252" y="419"/>
                    </a:lnTo>
                    <a:lnTo>
                      <a:pt x="256" y="425"/>
                    </a:lnTo>
                    <a:lnTo>
                      <a:pt x="265" y="419"/>
                    </a:lnTo>
                    <a:lnTo>
                      <a:pt x="265" y="428"/>
                    </a:lnTo>
                    <a:lnTo>
                      <a:pt x="261" y="432"/>
                    </a:lnTo>
                    <a:lnTo>
                      <a:pt x="256" y="443"/>
                    </a:lnTo>
                    <a:lnTo>
                      <a:pt x="247" y="448"/>
                    </a:lnTo>
                    <a:lnTo>
                      <a:pt x="245" y="455"/>
                    </a:lnTo>
                    <a:lnTo>
                      <a:pt x="247" y="459"/>
                    </a:lnTo>
                    <a:lnTo>
                      <a:pt x="252" y="461"/>
                    </a:lnTo>
                    <a:lnTo>
                      <a:pt x="243" y="466"/>
                    </a:lnTo>
                    <a:lnTo>
                      <a:pt x="238" y="473"/>
                    </a:lnTo>
                    <a:lnTo>
                      <a:pt x="236" y="477"/>
                    </a:lnTo>
                    <a:lnTo>
                      <a:pt x="236" y="484"/>
                    </a:lnTo>
                    <a:lnTo>
                      <a:pt x="238" y="488"/>
                    </a:lnTo>
                    <a:lnTo>
                      <a:pt x="238" y="491"/>
                    </a:lnTo>
                    <a:lnTo>
                      <a:pt x="241" y="495"/>
                    </a:lnTo>
                    <a:lnTo>
                      <a:pt x="241" y="500"/>
                    </a:lnTo>
                    <a:lnTo>
                      <a:pt x="229" y="488"/>
                    </a:lnTo>
                    <a:lnTo>
                      <a:pt x="225" y="500"/>
                    </a:lnTo>
                    <a:lnTo>
                      <a:pt x="223" y="497"/>
                    </a:lnTo>
                    <a:lnTo>
                      <a:pt x="218" y="491"/>
                    </a:lnTo>
                    <a:lnTo>
                      <a:pt x="214" y="488"/>
                    </a:lnTo>
                    <a:lnTo>
                      <a:pt x="205" y="488"/>
                    </a:lnTo>
                    <a:lnTo>
                      <a:pt x="200" y="488"/>
                    </a:lnTo>
                    <a:lnTo>
                      <a:pt x="196" y="486"/>
                    </a:lnTo>
                    <a:lnTo>
                      <a:pt x="189" y="486"/>
                    </a:lnTo>
                    <a:lnTo>
                      <a:pt x="178" y="486"/>
                    </a:lnTo>
                    <a:lnTo>
                      <a:pt x="169" y="491"/>
                    </a:lnTo>
                    <a:lnTo>
                      <a:pt x="162" y="495"/>
                    </a:lnTo>
                    <a:lnTo>
                      <a:pt x="157" y="502"/>
                    </a:lnTo>
                    <a:lnTo>
                      <a:pt x="146" y="502"/>
                    </a:lnTo>
                    <a:lnTo>
                      <a:pt x="130" y="513"/>
                    </a:lnTo>
                    <a:lnTo>
                      <a:pt x="135" y="518"/>
                    </a:lnTo>
                    <a:lnTo>
                      <a:pt x="144" y="515"/>
                    </a:lnTo>
                    <a:lnTo>
                      <a:pt x="148" y="513"/>
                    </a:lnTo>
                    <a:lnTo>
                      <a:pt x="160" y="513"/>
                    </a:lnTo>
                    <a:lnTo>
                      <a:pt x="160" y="518"/>
                    </a:lnTo>
                    <a:lnTo>
                      <a:pt x="160" y="527"/>
                    </a:lnTo>
                    <a:lnTo>
                      <a:pt x="157" y="536"/>
                    </a:lnTo>
                    <a:lnTo>
                      <a:pt x="146" y="565"/>
                    </a:lnTo>
                    <a:lnTo>
                      <a:pt x="142" y="569"/>
                    </a:lnTo>
                    <a:lnTo>
                      <a:pt x="130" y="572"/>
                    </a:lnTo>
                    <a:lnTo>
                      <a:pt x="126" y="572"/>
                    </a:lnTo>
                    <a:lnTo>
                      <a:pt x="117" y="578"/>
                    </a:lnTo>
                    <a:lnTo>
                      <a:pt x="108" y="581"/>
                    </a:lnTo>
                    <a:lnTo>
                      <a:pt x="103" y="581"/>
                    </a:lnTo>
                    <a:lnTo>
                      <a:pt x="74" y="581"/>
                    </a:lnTo>
                    <a:lnTo>
                      <a:pt x="74" y="585"/>
                    </a:lnTo>
                    <a:lnTo>
                      <a:pt x="76" y="592"/>
                    </a:lnTo>
                    <a:lnTo>
                      <a:pt x="83" y="594"/>
                    </a:lnTo>
                    <a:lnTo>
                      <a:pt x="74" y="599"/>
                    </a:lnTo>
                    <a:lnTo>
                      <a:pt x="83" y="605"/>
                    </a:lnTo>
                    <a:lnTo>
                      <a:pt x="90" y="608"/>
                    </a:lnTo>
                    <a:lnTo>
                      <a:pt x="83" y="608"/>
                    </a:lnTo>
                    <a:lnTo>
                      <a:pt x="76" y="608"/>
                    </a:lnTo>
                    <a:lnTo>
                      <a:pt x="79" y="612"/>
                    </a:lnTo>
                    <a:lnTo>
                      <a:pt x="90" y="617"/>
                    </a:lnTo>
                    <a:lnTo>
                      <a:pt x="99" y="614"/>
                    </a:lnTo>
                    <a:lnTo>
                      <a:pt x="103" y="612"/>
                    </a:lnTo>
                    <a:lnTo>
                      <a:pt x="115" y="612"/>
                    </a:lnTo>
                    <a:lnTo>
                      <a:pt x="117" y="621"/>
                    </a:lnTo>
                    <a:lnTo>
                      <a:pt x="119" y="626"/>
                    </a:lnTo>
                    <a:lnTo>
                      <a:pt x="128" y="628"/>
                    </a:lnTo>
                    <a:lnTo>
                      <a:pt x="117" y="628"/>
                    </a:lnTo>
                    <a:lnTo>
                      <a:pt x="117" y="635"/>
                    </a:lnTo>
                    <a:lnTo>
                      <a:pt x="121" y="639"/>
                    </a:lnTo>
                    <a:lnTo>
                      <a:pt x="130" y="639"/>
                    </a:lnTo>
                    <a:lnTo>
                      <a:pt x="139" y="641"/>
                    </a:lnTo>
                    <a:lnTo>
                      <a:pt x="142" y="644"/>
                    </a:lnTo>
                    <a:lnTo>
                      <a:pt x="148" y="657"/>
                    </a:lnTo>
                    <a:lnTo>
                      <a:pt x="157" y="664"/>
                    </a:lnTo>
                    <a:lnTo>
                      <a:pt x="162" y="666"/>
                    </a:lnTo>
                    <a:lnTo>
                      <a:pt x="171" y="664"/>
                    </a:lnTo>
                    <a:lnTo>
                      <a:pt x="178" y="657"/>
                    </a:lnTo>
                    <a:lnTo>
                      <a:pt x="191" y="662"/>
                    </a:lnTo>
                    <a:lnTo>
                      <a:pt x="198" y="662"/>
                    </a:lnTo>
                    <a:lnTo>
                      <a:pt x="211" y="653"/>
                    </a:lnTo>
                    <a:lnTo>
                      <a:pt x="227" y="644"/>
                    </a:lnTo>
                    <a:lnTo>
                      <a:pt x="223" y="653"/>
                    </a:lnTo>
                    <a:lnTo>
                      <a:pt x="205" y="664"/>
                    </a:lnTo>
                    <a:lnTo>
                      <a:pt x="196" y="666"/>
                    </a:lnTo>
                    <a:lnTo>
                      <a:pt x="184" y="671"/>
                    </a:lnTo>
                    <a:lnTo>
                      <a:pt x="178" y="680"/>
                    </a:lnTo>
                    <a:lnTo>
                      <a:pt x="175" y="684"/>
                    </a:lnTo>
                    <a:lnTo>
                      <a:pt x="171" y="684"/>
                    </a:lnTo>
                    <a:lnTo>
                      <a:pt x="162" y="682"/>
                    </a:lnTo>
                    <a:lnTo>
                      <a:pt x="153" y="680"/>
                    </a:lnTo>
                    <a:lnTo>
                      <a:pt x="142" y="675"/>
                    </a:lnTo>
                    <a:lnTo>
                      <a:pt x="133" y="671"/>
                    </a:lnTo>
                    <a:lnTo>
                      <a:pt x="117" y="668"/>
                    </a:lnTo>
                    <a:lnTo>
                      <a:pt x="108" y="668"/>
                    </a:lnTo>
                    <a:lnTo>
                      <a:pt x="108" y="675"/>
                    </a:lnTo>
                    <a:lnTo>
                      <a:pt x="106" y="680"/>
                    </a:lnTo>
                    <a:lnTo>
                      <a:pt x="101" y="682"/>
                    </a:lnTo>
                    <a:lnTo>
                      <a:pt x="94" y="682"/>
                    </a:lnTo>
                    <a:lnTo>
                      <a:pt x="88" y="680"/>
                    </a:lnTo>
                    <a:lnTo>
                      <a:pt x="83" y="686"/>
                    </a:lnTo>
                    <a:lnTo>
                      <a:pt x="83" y="698"/>
                    </a:lnTo>
                    <a:lnTo>
                      <a:pt x="61" y="709"/>
                    </a:lnTo>
                    <a:lnTo>
                      <a:pt x="47" y="711"/>
                    </a:lnTo>
                    <a:lnTo>
                      <a:pt x="29" y="725"/>
                    </a:lnTo>
                    <a:lnTo>
                      <a:pt x="20" y="727"/>
                    </a:lnTo>
                    <a:lnTo>
                      <a:pt x="7" y="731"/>
                    </a:lnTo>
                    <a:lnTo>
                      <a:pt x="2" y="736"/>
                    </a:lnTo>
                    <a:lnTo>
                      <a:pt x="0" y="738"/>
                    </a:lnTo>
                    <a:lnTo>
                      <a:pt x="9" y="738"/>
                    </a:lnTo>
                    <a:lnTo>
                      <a:pt x="13" y="740"/>
                    </a:lnTo>
                    <a:lnTo>
                      <a:pt x="18" y="740"/>
                    </a:lnTo>
                    <a:lnTo>
                      <a:pt x="20" y="752"/>
                    </a:lnTo>
                    <a:lnTo>
                      <a:pt x="22" y="758"/>
                    </a:lnTo>
                    <a:lnTo>
                      <a:pt x="29" y="749"/>
                    </a:lnTo>
                    <a:lnTo>
                      <a:pt x="36" y="736"/>
                    </a:lnTo>
                    <a:lnTo>
                      <a:pt x="43" y="740"/>
                    </a:lnTo>
                    <a:lnTo>
                      <a:pt x="49" y="738"/>
                    </a:lnTo>
                    <a:lnTo>
                      <a:pt x="56" y="736"/>
                    </a:lnTo>
                    <a:lnTo>
                      <a:pt x="61" y="734"/>
                    </a:lnTo>
                    <a:lnTo>
                      <a:pt x="65" y="736"/>
                    </a:lnTo>
                    <a:lnTo>
                      <a:pt x="74" y="740"/>
                    </a:lnTo>
                    <a:lnTo>
                      <a:pt x="85" y="740"/>
                    </a:lnTo>
                    <a:lnTo>
                      <a:pt x="88" y="740"/>
                    </a:lnTo>
                    <a:lnTo>
                      <a:pt x="88" y="736"/>
                    </a:lnTo>
                    <a:lnTo>
                      <a:pt x="90" y="736"/>
                    </a:lnTo>
                    <a:lnTo>
                      <a:pt x="90" y="747"/>
                    </a:lnTo>
                    <a:lnTo>
                      <a:pt x="94" y="752"/>
                    </a:lnTo>
                    <a:lnTo>
                      <a:pt x="101" y="754"/>
                    </a:lnTo>
                    <a:lnTo>
                      <a:pt x="103" y="761"/>
                    </a:lnTo>
                    <a:lnTo>
                      <a:pt x="108" y="763"/>
                    </a:lnTo>
                    <a:lnTo>
                      <a:pt x="126" y="752"/>
                    </a:lnTo>
                    <a:lnTo>
                      <a:pt x="126" y="745"/>
                    </a:lnTo>
                    <a:lnTo>
                      <a:pt x="130" y="740"/>
                    </a:lnTo>
                    <a:lnTo>
                      <a:pt x="133" y="736"/>
                    </a:lnTo>
                    <a:lnTo>
                      <a:pt x="139" y="734"/>
                    </a:lnTo>
                    <a:lnTo>
                      <a:pt x="146" y="731"/>
                    </a:lnTo>
                    <a:lnTo>
                      <a:pt x="160" y="731"/>
                    </a:lnTo>
                    <a:lnTo>
                      <a:pt x="175" y="738"/>
                    </a:lnTo>
                    <a:lnTo>
                      <a:pt x="189" y="758"/>
                    </a:lnTo>
                    <a:lnTo>
                      <a:pt x="196" y="752"/>
                    </a:lnTo>
                    <a:lnTo>
                      <a:pt x="205" y="758"/>
                    </a:lnTo>
                    <a:lnTo>
                      <a:pt x="216" y="758"/>
                    </a:lnTo>
                    <a:lnTo>
                      <a:pt x="216" y="747"/>
                    </a:lnTo>
                    <a:lnTo>
                      <a:pt x="229" y="752"/>
                    </a:lnTo>
                    <a:lnTo>
                      <a:pt x="241" y="752"/>
                    </a:lnTo>
                    <a:lnTo>
                      <a:pt x="247" y="752"/>
                    </a:lnTo>
                    <a:lnTo>
                      <a:pt x="252" y="749"/>
                    </a:lnTo>
                    <a:lnTo>
                      <a:pt x="254" y="745"/>
                    </a:lnTo>
                    <a:lnTo>
                      <a:pt x="256" y="745"/>
                    </a:lnTo>
                    <a:lnTo>
                      <a:pt x="261" y="749"/>
                    </a:lnTo>
                    <a:lnTo>
                      <a:pt x="265" y="752"/>
                    </a:lnTo>
                    <a:lnTo>
                      <a:pt x="279" y="752"/>
                    </a:lnTo>
                    <a:lnTo>
                      <a:pt x="286" y="761"/>
                    </a:lnTo>
                    <a:lnTo>
                      <a:pt x="279" y="763"/>
                    </a:lnTo>
                    <a:lnTo>
                      <a:pt x="297" y="763"/>
                    </a:lnTo>
                    <a:lnTo>
                      <a:pt x="308" y="763"/>
                    </a:lnTo>
                    <a:lnTo>
                      <a:pt x="317" y="765"/>
                    </a:lnTo>
                    <a:lnTo>
                      <a:pt x="340" y="774"/>
                    </a:lnTo>
                    <a:lnTo>
                      <a:pt x="371" y="774"/>
                    </a:lnTo>
                    <a:lnTo>
                      <a:pt x="385" y="774"/>
                    </a:lnTo>
                    <a:lnTo>
                      <a:pt x="387" y="765"/>
                    </a:lnTo>
                    <a:lnTo>
                      <a:pt x="396" y="765"/>
                    </a:lnTo>
                    <a:lnTo>
                      <a:pt x="407" y="761"/>
                    </a:lnTo>
                    <a:lnTo>
                      <a:pt x="409" y="749"/>
                    </a:lnTo>
                    <a:lnTo>
                      <a:pt x="412" y="740"/>
                    </a:lnTo>
                    <a:lnTo>
                      <a:pt x="405" y="738"/>
                    </a:lnTo>
                    <a:lnTo>
                      <a:pt x="394" y="734"/>
                    </a:lnTo>
                    <a:lnTo>
                      <a:pt x="385" y="727"/>
                    </a:lnTo>
                    <a:lnTo>
                      <a:pt x="371" y="718"/>
                    </a:lnTo>
                    <a:lnTo>
                      <a:pt x="362" y="713"/>
                    </a:lnTo>
                    <a:lnTo>
                      <a:pt x="385" y="713"/>
                    </a:lnTo>
                    <a:lnTo>
                      <a:pt x="391" y="713"/>
                    </a:lnTo>
                    <a:lnTo>
                      <a:pt x="394" y="707"/>
                    </a:lnTo>
                    <a:lnTo>
                      <a:pt x="387" y="704"/>
                    </a:lnTo>
                    <a:lnTo>
                      <a:pt x="385" y="700"/>
                    </a:lnTo>
                    <a:lnTo>
                      <a:pt x="387" y="693"/>
                    </a:lnTo>
                    <a:lnTo>
                      <a:pt x="400" y="693"/>
                    </a:lnTo>
                    <a:lnTo>
                      <a:pt x="412" y="693"/>
                    </a:lnTo>
                    <a:lnTo>
                      <a:pt x="414" y="686"/>
                    </a:lnTo>
                    <a:lnTo>
                      <a:pt x="412" y="682"/>
                    </a:lnTo>
                    <a:lnTo>
                      <a:pt x="409" y="680"/>
                    </a:lnTo>
                    <a:lnTo>
                      <a:pt x="412" y="680"/>
                    </a:lnTo>
                    <a:lnTo>
                      <a:pt x="414" y="677"/>
                    </a:lnTo>
                    <a:lnTo>
                      <a:pt x="421" y="680"/>
                    </a:lnTo>
                    <a:lnTo>
                      <a:pt x="425" y="680"/>
                    </a:lnTo>
                    <a:lnTo>
                      <a:pt x="434" y="671"/>
                    </a:lnTo>
                    <a:lnTo>
                      <a:pt x="439" y="664"/>
                    </a:lnTo>
                    <a:lnTo>
                      <a:pt x="450" y="653"/>
                    </a:lnTo>
                    <a:lnTo>
                      <a:pt x="454" y="644"/>
                    </a:lnTo>
                    <a:lnTo>
                      <a:pt x="457" y="626"/>
                    </a:lnTo>
                    <a:lnTo>
                      <a:pt x="452" y="608"/>
                    </a:lnTo>
                    <a:lnTo>
                      <a:pt x="441" y="596"/>
                    </a:lnTo>
                    <a:lnTo>
                      <a:pt x="427" y="587"/>
                    </a:lnTo>
                    <a:lnTo>
                      <a:pt x="398" y="581"/>
                    </a:lnTo>
                    <a:lnTo>
                      <a:pt x="394" y="585"/>
                    </a:lnTo>
                    <a:lnTo>
                      <a:pt x="385" y="592"/>
                    </a:lnTo>
                    <a:lnTo>
                      <a:pt x="380" y="585"/>
                    </a:lnTo>
                    <a:lnTo>
                      <a:pt x="380" y="583"/>
                    </a:lnTo>
                    <a:lnTo>
                      <a:pt x="382" y="578"/>
                    </a:lnTo>
                    <a:lnTo>
                      <a:pt x="387" y="569"/>
                    </a:lnTo>
                    <a:lnTo>
                      <a:pt x="396" y="558"/>
                    </a:lnTo>
                    <a:lnTo>
                      <a:pt x="396" y="536"/>
                    </a:lnTo>
                    <a:lnTo>
                      <a:pt x="387" y="524"/>
                    </a:lnTo>
                    <a:lnTo>
                      <a:pt x="385" y="515"/>
                    </a:lnTo>
                    <a:lnTo>
                      <a:pt x="385" y="513"/>
                    </a:lnTo>
                    <a:lnTo>
                      <a:pt x="376" y="504"/>
                    </a:lnTo>
                    <a:lnTo>
                      <a:pt x="362" y="502"/>
                    </a:lnTo>
                    <a:lnTo>
                      <a:pt x="376" y="502"/>
                    </a:lnTo>
                    <a:lnTo>
                      <a:pt x="385" y="509"/>
                    </a:lnTo>
                    <a:lnTo>
                      <a:pt x="396" y="518"/>
                    </a:lnTo>
                    <a:lnTo>
                      <a:pt x="396" y="513"/>
                    </a:lnTo>
                    <a:lnTo>
                      <a:pt x="394" y="502"/>
                    </a:lnTo>
                    <a:lnTo>
                      <a:pt x="387" y="488"/>
                    </a:lnTo>
                    <a:lnTo>
                      <a:pt x="382" y="473"/>
                    </a:lnTo>
                    <a:lnTo>
                      <a:pt x="385" y="468"/>
                    </a:lnTo>
                    <a:lnTo>
                      <a:pt x="385" y="470"/>
                    </a:lnTo>
                    <a:lnTo>
                      <a:pt x="391" y="470"/>
                    </a:lnTo>
                    <a:lnTo>
                      <a:pt x="396" y="466"/>
                    </a:lnTo>
                    <a:lnTo>
                      <a:pt x="391" y="459"/>
                    </a:lnTo>
                    <a:lnTo>
                      <a:pt x="385" y="452"/>
                    </a:lnTo>
                    <a:lnTo>
                      <a:pt x="385" y="432"/>
                    </a:lnTo>
                    <a:lnTo>
                      <a:pt x="382" y="43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3" name="Freeform 97">
                <a:extLst>
                  <a:ext uri="{FF2B5EF4-FFF2-40B4-BE49-F238E27FC236}">
                    <a16:creationId xmlns:a16="http://schemas.microsoft.com/office/drawing/2014/main" id="{FD1D5C7E-BB89-2C74-D5C9-D5F2C0F00FAE}"/>
                  </a:ext>
                </a:extLst>
              </p:cNvPr>
              <p:cNvSpPr>
                <a:spLocks noChangeAspect="1"/>
              </p:cNvSpPr>
              <p:nvPr/>
            </p:nvSpPr>
            <p:spPr bwMode="auto">
              <a:xfrm>
                <a:off x="1747" y="2067"/>
                <a:ext cx="129" cy="106"/>
              </a:xfrm>
              <a:custGeom>
                <a:avLst/>
                <a:gdLst>
                  <a:gd name="T0" fmla="*/ 94 w 137"/>
                  <a:gd name="T1" fmla="*/ 117 h 117"/>
                  <a:gd name="T2" fmla="*/ 90 w 137"/>
                  <a:gd name="T3" fmla="*/ 112 h 117"/>
                  <a:gd name="T4" fmla="*/ 83 w 137"/>
                  <a:gd name="T5" fmla="*/ 108 h 117"/>
                  <a:gd name="T6" fmla="*/ 74 w 137"/>
                  <a:gd name="T7" fmla="*/ 99 h 117"/>
                  <a:gd name="T8" fmla="*/ 65 w 137"/>
                  <a:gd name="T9" fmla="*/ 96 h 117"/>
                  <a:gd name="T10" fmla="*/ 63 w 137"/>
                  <a:gd name="T11" fmla="*/ 92 h 117"/>
                  <a:gd name="T12" fmla="*/ 61 w 137"/>
                  <a:gd name="T13" fmla="*/ 83 h 117"/>
                  <a:gd name="T14" fmla="*/ 54 w 137"/>
                  <a:gd name="T15" fmla="*/ 72 h 117"/>
                  <a:gd name="T16" fmla="*/ 49 w 137"/>
                  <a:gd name="T17" fmla="*/ 69 h 117"/>
                  <a:gd name="T18" fmla="*/ 43 w 137"/>
                  <a:gd name="T19" fmla="*/ 76 h 117"/>
                  <a:gd name="T20" fmla="*/ 38 w 137"/>
                  <a:gd name="T21" fmla="*/ 83 h 117"/>
                  <a:gd name="T22" fmla="*/ 13 w 137"/>
                  <a:gd name="T23" fmla="*/ 83 h 117"/>
                  <a:gd name="T24" fmla="*/ 11 w 137"/>
                  <a:gd name="T25" fmla="*/ 63 h 117"/>
                  <a:gd name="T26" fmla="*/ 7 w 137"/>
                  <a:gd name="T27" fmla="*/ 51 h 117"/>
                  <a:gd name="T28" fmla="*/ 0 w 137"/>
                  <a:gd name="T29" fmla="*/ 42 h 117"/>
                  <a:gd name="T30" fmla="*/ 4 w 137"/>
                  <a:gd name="T31" fmla="*/ 38 h 117"/>
                  <a:gd name="T32" fmla="*/ 11 w 137"/>
                  <a:gd name="T33" fmla="*/ 29 h 117"/>
                  <a:gd name="T34" fmla="*/ 20 w 137"/>
                  <a:gd name="T35" fmla="*/ 36 h 117"/>
                  <a:gd name="T36" fmla="*/ 20 w 137"/>
                  <a:gd name="T37" fmla="*/ 22 h 117"/>
                  <a:gd name="T38" fmla="*/ 29 w 137"/>
                  <a:gd name="T39" fmla="*/ 20 h 117"/>
                  <a:gd name="T40" fmla="*/ 36 w 137"/>
                  <a:gd name="T41" fmla="*/ 22 h 117"/>
                  <a:gd name="T42" fmla="*/ 38 w 137"/>
                  <a:gd name="T43" fmla="*/ 24 h 117"/>
                  <a:gd name="T44" fmla="*/ 52 w 137"/>
                  <a:gd name="T45" fmla="*/ 11 h 117"/>
                  <a:gd name="T46" fmla="*/ 63 w 137"/>
                  <a:gd name="T47" fmla="*/ 2 h 117"/>
                  <a:gd name="T48" fmla="*/ 74 w 137"/>
                  <a:gd name="T49" fmla="*/ 2 h 117"/>
                  <a:gd name="T50" fmla="*/ 81 w 137"/>
                  <a:gd name="T51" fmla="*/ 2 h 117"/>
                  <a:gd name="T52" fmla="*/ 83 w 137"/>
                  <a:gd name="T53" fmla="*/ 0 h 117"/>
                  <a:gd name="T54" fmla="*/ 90 w 137"/>
                  <a:gd name="T55" fmla="*/ 0 h 117"/>
                  <a:gd name="T56" fmla="*/ 99 w 137"/>
                  <a:gd name="T57" fmla="*/ 2 h 117"/>
                  <a:gd name="T58" fmla="*/ 108 w 137"/>
                  <a:gd name="T59" fmla="*/ 0 h 117"/>
                  <a:gd name="T60" fmla="*/ 117 w 137"/>
                  <a:gd name="T61" fmla="*/ 6 h 117"/>
                  <a:gd name="T62" fmla="*/ 121 w 137"/>
                  <a:gd name="T63" fmla="*/ 9 h 117"/>
                  <a:gd name="T64" fmla="*/ 126 w 137"/>
                  <a:gd name="T65" fmla="*/ 15 h 117"/>
                  <a:gd name="T66" fmla="*/ 126 w 137"/>
                  <a:gd name="T67" fmla="*/ 36 h 117"/>
                  <a:gd name="T68" fmla="*/ 133 w 137"/>
                  <a:gd name="T69" fmla="*/ 51 h 117"/>
                  <a:gd name="T70" fmla="*/ 130 w 137"/>
                  <a:gd name="T71" fmla="*/ 56 h 117"/>
                  <a:gd name="T72" fmla="*/ 124 w 137"/>
                  <a:gd name="T73" fmla="*/ 58 h 117"/>
                  <a:gd name="T74" fmla="*/ 121 w 137"/>
                  <a:gd name="T75" fmla="*/ 58 h 117"/>
                  <a:gd name="T76" fmla="*/ 121 w 137"/>
                  <a:gd name="T77" fmla="*/ 63 h 117"/>
                  <a:gd name="T78" fmla="*/ 124 w 137"/>
                  <a:gd name="T79" fmla="*/ 65 h 117"/>
                  <a:gd name="T80" fmla="*/ 130 w 137"/>
                  <a:gd name="T81" fmla="*/ 63 h 117"/>
                  <a:gd name="T82" fmla="*/ 135 w 137"/>
                  <a:gd name="T83" fmla="*/ 65 h 117"/>
                  <a:gd name="T84" fmla="*/ 137 w 137"/>
                  <a:gd name="T85" fmla="*/ 76 h 117"/>
                  <a:gd name="T86" fmla="*/ 137 w 137"/>
                  <a:gd name="T87" fmla="*/ 83 h 117"/>
                  <a:gd name="T88" fmla="*/ 133 w 137"/>
                  <a:gd name="T89" fmla="*/ 92 h 117"/>
                  <a:gd name="T90" fmla="*/ 130 w 137"/>
                  <a:gd name="T91" fmla="*/ 85 h 117"/>
                  <a:gd name="T92" fmla="*/ 133 w 137"/>
                  <a:gd name="T93" fmla="*/ 81 h 117"/>
                  <a:gd name="T94" fmla="*/ 133 w 137"/>
                  <a:gd name="T95" fmla="*/ 78 h 117"/>
                  <a:gd name="T96" fmla="*/ 124 w 137"/>
                  <a:gd name="T97" fmla="*/ 76 h 117"/>
                  <a:gd name="T98" fmla="*/ 124 w 137"/>
                  <a:gd name="T99" fmla="*/ 90 h 117"/>
                  <a:gd name="T100" fmla="*/ 124 w 137"/>
                  <a:gd name="T101" fmla="*/ 99 h 117"/>
                  <a:gd name="T102" fmla="*/ 119 w 137"/>
                  <a:gd name="T103" fmla="*/ 103 h 117"/>
                  <a:gd name="T104" fmla="*/ 108 w 137"/>
                  <a:gd name="T105" fmla="*/ 103 h 117"/>
                  <a:gd name="T106" fmla="*/ 106 w 137"/>
                  <a:gd name="T107" fmla="*/ 108 h 117"/>
                  <a:gd name="T108" fmla="*/ 99 w 137"/>
                  <a:gd name="T109" fmla="*/ 112 h 117"/>
                  <a:gd name="T110" fmla="*/ 94 w 137"/>
                  <a:gd name="T11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17">
                    <a:moveTo>
                      <a:pt x="94" y="117"/>
                    </a:moveTo>
                    <a:lnTo>
                      <a:pt x="90" y="112"/>
                    </a:lnTo>
                    <a:lnTo>
                      <a:pt x="83" y="108"/>
                    </a:lnTo>
                    <a:lnTo>
                      <a:pt x="74" y="99"/>
                    </a:lnTo>
                    <a:lnTo>
                      <a:pt x="65" y="96"/>
                    </a:lnTo>
                    <a:lnTo>
                      <a:pt x="63" y="92"/>
                    </a:lnTo>
                    <a:lnTo>
                      <a:pt x="61" y="83"/>
                    </a:lnTo>
                    <a:lnTo>
                      <a:pt x="54" y="72"/>
                    </a:lnTo>
                    <a:lnTo>
                      <a:pt x="49" y="69"/>
                    </a:lnTo>
                    <a:lnTo>
                      <a:pt x="43" y="76"/>
                    </a:lnTo>
                    <a:lnTo>
                      <a:pt x="38" y="83"/>
                    </a:lnTo>
                    <a:lnTo>
                      <a:pt x="13" y="83"/>
                    </a:lnTo>
                    <a:lnTo>
                      <a:pt x="11" y="63"/>
                    </a:lnTo>
                    <a:lnTo>
                      <a:pt x="7" y="51"/>
                    </a:lnTo>
                    <a:lnTo>
                      <a:pt x="0" y="42"/>
                    </a:lnTo>
                    <a:lnTo>
                      <a:pt x="4" y="38"/>
                    </a:lnTo>
                    <a:lnTo>
                      <a:pt x="11" y="29"/>
                    </a:lnTo>
                    <a:lnTo>
                      <a:pt x="20" y="36"/>
                    </a:lnTo>
                    <a:lnTo>
                      <a:pt x="20" y="22"/>
                    </a:lnTo>
                    <a:lnTo>
                      <a:pt x="29" y="20"/>
                    </a:lnTo>
                    <a:lnTo>
                      <a:pt x="36" y="22"/>
                    </a:lnTo>
                    <a:lnTo>
                      <a:pt x="38" y="24"/>
                    </a:lnTo>
                    <a:lnTo>
                      <a:pt x="52" y="11"/>
                    </a:lnTo>
                    <a:lnTo>
                      <a:pt x="63" y="2"/>
                    </a:lnTo>
                    <a:lnTo>
                      <a:pt x="74" y="2"/>
                    </a:lnTo>
                    <a:lnTo>
                      <a:pt x="81" y="2"/>
                    </a:lnTo>
                    <a:lnTo>
                      <a:pt x="83" y="0"/>
                    </a:lnTo>
                    <a:lnTo>
                      <a:pt x="90" y="0"/>
                    </a:lnTo>
                    <a:lnTo>
                      <a:pt x="99" y="2"/>
                    </a:lnTo>
                    <a:lnTo>
                      <a:pt x="108" y="0"/>
                    </a:lnTo>
                    <a:lnTo>
                      <a:pt x="117" y="6"/>
                    </a:lnTo>
                    <a:lnTo>
                      <a:pt x="121" y="9"/>
                    </a:lnTo>
                    <a:lnTo>
                      <a:pt x="126" y="15"/>
                    </a:lnTo>
                    <a:lnTo>
                      <a:pt x="126" y="36"/>
                    </a:lnTo>
                    <a:lnTo>
                      <a:pt x="133" y="51"/>
                    </a:lnTo>
                    <a:lnTo>
                      <a:pt x="130" y="56"/>
                    </a:lnTo>
                    <a:lnTo>
                      <a:pt x="124" y="58"/>
                    </a:lnTo>
                    <a:lnTo>
                      <a:pt x="121" y="58"/>
                    </a:lnTo>
                    <a:lnTo>
                      <a:pt x="121" y="63"/>
                    </a:lnTo>
                    <a:lnTo>
                      <a:pt x="124" y="65"/>
                    </a:lnTo>
                    <a:lnTo>
                      <a:pt x="130" y="63"/>
                    </a:lnTo>
                    <a:lnTo>
                      <a:pt x="135" y="65"/>
                    </a:lnTo>
                    <a:lnTo>
                      <a:pt x="137" y="76"/>
                    </a:lnTo>
                    <a:lnTo>
                      <a:pt x="137" y="83"/>
                    </a:lnTo>
                    <a:lnTo>
                      <a:pt x="133" y="92"/>
                    </a:lnTo>
                    <a:lnTo>
                      <a:pt x="130" y="85"/>
                    </a:lnTo>
                    <a:lnTo>
                      <a:pt x="133" y="81"/>
                    </a:lnTo>
                    <a:lnTo>
                      <a:pt x="133" y="78"/>
                    </a:lnTo>
                    <a:lnTo>
                      <a:pt x="124" y="76"/>
                    </a:lnTo>
                    <a:lnTo>
                      <a:pt x="124" y="90"/>
                    </a:lnTo>
                    <a:lnTo>
                      <a:pt x="124" y="99"/>
                    </a:lnTo>
                    <a:lnTo>
                      <a:pt x="119" y="103"/>
                    </a:lnTo>
                    <a:lnTo>
                      <a:pt x="108" y="103"/>
                    </a:lnTo>
                    <a:lnTo>
                      <a:pt x="106" y="108"/>
                    </a:lnTo>
                    <a:lnTo>
                      <a:pt x="99" y="112"/>
                    </a:lnTo>
                    <a:lnTo>
                      <a:pt x="94" y="11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sp>
          <p:nvSpPr>
            <p:cNvPr id="1872994" name="Freeform 98">
              <a:extLst>
                <a:ext uri="{FF2B5EF4-FFF2-40B4-BE49-F238E27FC236}">
                  <a16:creationId xmlns:a16="http://schemas.microsoft.com/office/drawing/2014/main" id="{0E4FC3BF-3044-BA6B-DF0A-A3C09E679F85}"/>
                </a:ext>
              </a:extLst>
            </p:cNvPr>
            <p:cNvSpPr>
              <a:spLocks noChangeAspect="1"/>
            </p:cNvSpPr>
            <p:nvPr/>
          </p:nvSpPr>
          <p:spPr bwMode="auto">
            <a:xfrm>
              <a:off x="1445" y="2046"/>
              <a:ext cx="247" cy="272"/>
            </a:xfrm>
            <a:custGeom>
              <a:avLst/>
              <a:gdLst>
                <a:gd name="T0" fmla="*/ 267 w 294"/>
                <a:gd name="T1" fmla="*/ 119 h 299"/>
                <a:gd name="T2" fmla="*/ 249 w 294"/>
                <a:gd name="T3" fmla="*/ 92 h 299"/>
                <a:gd name="T4" fmla="*/ 207 w 294"/>
                <a:gd name="T5" fmla="*/ 74 h 299"/>
                <a:gd name="T6" fmla="*/ 220 w 294"/>
                <a:gd name="T7" fmla="*/ 45 h 299"/>
                <a:gd name="T8" fmla="*/ 263 w 294"/>
                <a:gd name="T9" fmla="*/ 25 h 299"/>
                <a:gd name="T10" fmla="*/ 274 w 294"/>
                <a:gd name="T11" fmla="*/ 0 h 299"/>
                <a:gd name="T12" fmla="*/ 261 w 294"/>
                <a:gd name="T13" fmla="*/ 2 h 299"/>
                <a:gd name="T14" fmla="*/ 252 w 294"/>
                <a:gd name="T15" fmla="*/ 0 h 299"/>
                <a:gd name="T16" fmla="*/ 234 w 294"/>
                <a:gd name="T17" fmla="*/ 0 h 299"/>
                <a:gd name="T18" fmla="*/ 204 w 294"/>
                <a:gd name="T19" fmla="*/ 18 h 299"/>
                <a:gd name="T20" fmla="*/ 193 w 294"/>
                <a:gd name="T21" fmla="*/ 25 h 299"/>
                <a:gd name="T22" fmla="*/ 193 w 294"/>
                <a:gd name="T23" fmla="*/ 43 h 299"/>
                <a:gd name="T24" fmla="*/ 184 w 294"/>
                <a:gd name="T25" fmla="*/ 52 h 299"/>
                <a:gd name="T26" fmla="*/ 173 w 294"/>
                <a:gd name="T27" fmla="*/ 70 h 299"/>
                <a:gd name="T28" fmla="*/ 153 w 294"/>
                <a:gd name="T29" fmla="*/ 59 h 299"/>
                <a:gd name="T30" fmla="*/ 128 w 294"/>
                <a:gd name="T31" fmla="*/ 47 h 299"/>
                <a:gd name="T32" fmla="*/ 112 w 294"/>
                <a:gd name="T33" fmla="*/ 45 h 299"/>
                <a:gd name="T34" fmla="*/ 108 w 294"/>
                <a:gd name="T35" fmla="*/ 56 h 299"/>
                <a:gd name="T36" fmla="*/ 103 w 294"/>
                <a:gd name="T37" fmla="*/ 77 h 299"/>
                <a:gd name="T38" fmla="*/ 96 w 294"/>
                <a:gd name="T39" fmla="*/ 88 h 299"/>
                <a:gd name="T40" fmla="*/ 72 w 294"/>
                <a:gd name="T41" fmla="*/ 99 h 299"/>
                <a:gd name="T42" fmla="*/ 72 w 294"/>
                <a:gd name="T43" fmla="*/ 117 h 299"/>
                <a:gd name="T44" fmla="*/ 83 w 294"/>
                <a:gd name="T45" fmla="*/ 119 h 299"/>
                <a:gd name="T46" fmla="*/ 87 w 294"/>
                <a:gd name="T47" fmla="*/ 133 h 299"/>
                <a:gd name="T48" fmla="*/ 114 w 294"/>
                <a:gd name="T49" fmla="*/ 144 h 299"/>
                <a:gd name="T50" fmla="*/ 117 w 294"/>
                <a:gd name="T51" fmla="*/ 126 h 299"/>
                <a:gd name="T52" fmla="*/ 99 w 294"/>
                <a:gd name="T53" fmla="*/ 153 h 299"/>
                <a:gd name="T54" fmla="*/ 67 w 294"/>
                <a:gd name="T55" fmla="*/ 178 h 299"/>
                <a:gd name="T56" fmla="*/ 72 w 294"/>
                <a:gd name="T57" fmla="*/ 191 h 299"/>
                <a:gd name="T58" fmla="*/ 110 w 294"/>
                <a:gd name="T59" fmla="*/ 203 h 299"/>
                <a:gd name="T60" fmla="*/ 76 w 294"/>
                <a:gd name="T61" fmla="*/ 200 h 299"/>
                <a:gd name="T62" fmla="*/ 45 w 294"/>
                <a:gd name="T63" fmla="*/ 200 h 299"/>
                <a:gd name="T64" fmla="*/ 29 w 294"/>
                <a:gd name="T65" fmla="*/ 209 h 299"/>
                <a:gd name="T66" fmla="*/ 4 w 294"/>
                <a:gd name="T67" fmla="*/ 216 h 299"/>
                <a:gd name="T68" fmla="*/ 29 w 294"/>
                <a:gd name="T69" fmla="*/ 223 h 299"/>
                <a:gd name="T70" fmla="*/ 0 w 294"/>
                <a:gd name="T71" fmla="*/ 241 h 299"/>
                <a:gd name="T72" fmla="*/ 33 w 294"/>
                <a:gd name="T73" fmla="*/ 254 h 299"/>
                <a:gd name="T74" fmla="*/ 4 w 294"/>
                <a:gd name="T75" fmla="*/ 268 h 299"/>
                <a:gd name="T76" fmla="*/ 29 w 294"/>
                <a:gd name="T77" fmla="*/ 275 h 299"/>
                <a:gd name="T78" fmla="*/ 11 w 294"/>
                <a:gd name="T79" fmla="*/ 286 h 299"/>
                <a:gd name="T80" fmla="*/ 51 w 294"/>
                <a:gd name="T81" fmla="*/ 295 h 299"/>
                <a:gd name="T82" fmla="*/ 76 w 294"/>
                <a:gd name="T83" fmla="*/ 297 h 299"/>
                <a:gd name="T84" fmla="*/ 94 w 294"/>
                <a:gd name="T85" fmla="*/ 295 h 299"/>
                <a:gd name="T86" fmla="*/ 110 w 294"/>
                <a:gd name="T87" fmla="*/ 281 h 299"/>
                <a:gd name="T88" fmla="*/ 126 w 294"/>
                <a:gd name="T89" fmla="*/ 288 h 299"/>
                <a:gd name="T90" fmla="*/ 153 w 294"/>
                <a:gd name="T91" fmla="*/ 279 h 299"/>
                <a:gd name="T92" fmla="*/ 198 w 294"/>
                <a:gd name="T93" fmla="*/ 284 h 299"/>
                <a:gd name="T94" fmla="*/ 222 w 294"/>
                <a:gd name="T95" fmla="*/ 288 h 299"/>
                <a:gd name="T96" fmla="*/ 225 w 294"/>
                <a:gd name="T97" fmla="*/ 275 h 299"/>
                <a:gd name="T98" fmla="*/ 243 w 294"/>
                <a:gd name="T99" fmla="*/ 252 h 299"/>
                <a:gd name="T100" fmla="*/ 263 w 294"/>
                <a:gd name="T101" fmla="*/ 214 h 299"/>
                <a:gd name="T102" fmla="*/ 263 w 294"/>
                <a:gd name="T103" fmla="*/ 196 h 299"/>
                <a:gd name="T104" fmla="*/ 274 w 294"/>
                <a:gd name="T105" fmla="*/ 182 h 299"/>
                <a:gd name="T106" fmla="*/ 276 w 294"/>
                <a:gd name="T107" fmla="*/ 155 h 299"/>
                <a:gd name="T108" fmla="*/ 294 w 294"/>
                <a:gd name="T109" fmla="*/ 14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299">
                  <a:moveTo>
                    <a:pt x="294" y="140"/>
                  </a:moveTo>
                  <a:lnTo>
                    <a:pt x="290" y="135"/>
                  </a:lnTo>
                  <a:lnTo>
                    <a:pt x="283" y="131"/>
                  </a:lnTo>
                  <a:lnTo>
                    <a:pt x="274" y="122"/>
                  </a:lnTo>
                  <a:lnTo>
                    <a:pt x="267" y="119"/>
                  </a:lnTo>
                  <a:lnTo>
                    <a:pt x="265" y="115"/>
                  </a:lnTo>
                  <a:lnTo>
                    <a:pt x="263" y="108"/>
                  </a:lnTo>
                  <a:lnTo>
                    <a:pt x="261" y="106"/>
                  </a:lnTo>
                  <a:lnTo>
                    <a:pt x="254" y="95"/>
                  </a:lnTo>
                  <a:lnTo>
                    <a:pt x="249" y="92"/>
                  </a:lnTo>
                  <a:lnTo>
                    <a:pt x="243" y="99"/>
                  </a:lnTo>
                  <a:lnTo>
                    <a:pt x="238" y="106"/>
                  </a:lnTo>
                  <a:lnTo>
                    <a:pt x="213" y="106"/>
                  </a:lnTo>
                  <a:lnTo>
                    <a:pt x="211" y="86"/>
                  </a:lnTo>
                  <a:lnTo>
                    <a:pt x="207" y="74"/>
                  </a:lnTo>
                  <a:lnTo>
                    <a:pt x="200" y="65"/>
                  </a:lnTo>
                  <a:lnTo>
                    <a:pt x="204" y="61"/>
                  </a:lnTo>
                  <a:lnTo>
                    <a:pt x="211" y="52"/>
                  </a:lnTo>
                  <a:lnTo>
                    <a:pt x="220" y="59"/>
                  </a:lnTo>
                  <a:lnTo>
                    <a:pt x="220" y="45"/>
                  </a:lnTo>
                  <a:lnTo>
                    <a:pt x="229" y="43"/>
                  </a:lnTo>
                  <a:lnTo>
                    <a:pt x="236" y="45"/>
                  </a:lnTo>
                  <a:lnTo>
                    <a:pt x="238" y="47"/>
                  </a:lnTo>
                  <a:lnTo>
                    <a:pt x="252" y="34"/>
                  </a:lnTo>
                  <a:lnTo>
                    <a:pt x="263" y="25"/>
                  </a:lnTo>
                  <a:lnTo>
                    <a:pt x="274" y="20"/>
                  </a:lnTo>
                  <a:lnTo>
                    <a:pt x="285" y="18"/>
                  </a:lnTo>
                  <a:lnTo>
                    <a:pt x="279" y="7"/>
                  </a:lnTo>
                  <a:lnTo>
                    <a:pt x="279" y="2"/>
                  </a:lnTo>
                  <a:lnTo>
                    <a:pt x="274" y="0"/>
                  </a:lnTo>
                  <a:lnTo>
                    <a:pt x="270" y="0"/>
                  </a:lnTo>
                  <a:lnTo>
                    <a:pt x="274" y="0"/>
                  </a:lnTo>
                  <a:lnTo>
                    <a:pt x="274" y="5"/>
                  </a:lnTo>
                  <a:lnTo>
                    <a:pt x="267" y="2"/>
                  </a:lnTo>
                  <a:lnTo>
                    <a:pt x="261" y="2"/>
                  </a:lnTo>
                  <a:lnTo>
                    <a:pt x="256" y="18"/>
                  </a:lnTo>
                  <a:lnTo>
                    <a:pt x="249" y="23"/>
                  </a:lnTo>
                  <a:lnTo>
                    <a:pt x="252" y="18"/>
                  </a:lnTo>
                  <a:lnTo>
                    <a:pt x="252" y="7"/>
                  </a:lnTo>
                  <a:lnTo>
                    <a:pt x="252" y="0"/>
                  </a:lnTo>
                  <a:lnTo>
                    <a:pt x="249" y="5"/>
                  </a:lnTo>
                  <a:lnTo>
                    <a:pt x="247" y="9"/>
                  </a:lnTo>
                  <a:lnTo>
                    <a:pt x="240" y="0"/>
                  </a:lnTo>
                  <a:lnTo>
                    <a:pt x="238" y="5"/>
                  </a:lnTo>
                  <a:lnTo>
                    <a:pt x="234" y="0"/>
                  </a:lnTo>
                  <a:lnTo>
                    <a:pt x="225" y="0"/>
                  </a:lnTo>
                  <a:lnTo>
                    <a:pt x="213" y="5"/>
                  </a:lnTo>
                  <a:lnTo>
                    <a:pt x="207" y="7"/>
                  </a:lnTo>
                  <a:lnTo>
                    <a:pt x="207" y="11"/>
                  </a:lnTo>
                  <a:lnTo>
                    <a:pt x="204" y="18"/>
                  </a:lnTo>
                  <a:lnTo>
                    <a:pt x="209" y="20"/>
                  </a:lnTo>
                  <a:lnTo>
                    <a:pt x="198" y="20"/>
                  </a:lnTo>
                  <a:lnTo>
                    <a:pt x="195" y="23"/>
                  </a:lnTo>
                  <a:lnTo>
                    <a:pt x="198" y="25"/>
                  </a:lnTo>
                  <a:lnTo>
                    <a:pt x="193" y="25"/>
                  </a:lnTo>
                  <a:lnTo>
                    <a:pt x="180" y="23"/>
                  </a:lnTo>
                  <a:lnTo>
                    <a:pt x="177" y="29"/>
                  </a:lnTo>
                  <a:lnTo>
                    <a:pt x="180" y="34"/>
                  </a:lnTo>
                  <a:lnTo>
                    <a:pt x="191" y="38"/>
                  </a:lnTo>
                  <a:lnTo>
                    <a:pt x="193" y="43"/>
                  </a:lnTo>
                  <a:lnTo>
                    <a:pt x="198" y="45"/>
                  </a:lnTo>
                  <a:lnTo>
                    <a:pt x="211" y="45"/>
                  </a:lnTo>
                  <a:lnTo>
                    <a:pt x="204" y="50"/>
                  </a:lnTo>
                  <a:lnTo>
                    <a:pt x="193" y="52"/>
                  </a:lnTo>
                  <a:lnTo>
                    <a:pt x="184" y="52"/>
                  </a:lnTo>
                  <a:lnTo>
                    <a:pt x="180" y="59"/>
                  </a:lnTo>
                  <a:lnTo>
                    <a:pt x="173" y="59"/>
                  </a:lnTo>
                  <a:lnTo>
                    <a:pt x="177" y="61"/>
                  </a:lnTo>
                  <a:lnTo>
                    <a:pt x="180" y="65"/>
                  </a:lnTo>
                  <a:lnTo>
                    <a:pt x="173" y="70"/>
                  </a:lnTo>
                  <a:lnTo>
                    <a:pt x="171" y="70"/>
                  </a:lnTo>
                  <a:lnTo>
                    <a:pt x="166" y="63"/>
                  </a:lnTo>
                  <a:lnTo>
                    <a:pt x="159" y="61"/>
                  </a:lnTo>
                  <a:lnTo>
                    <a:pt x="157" y="59"/>
                  </a:lnTo>
                  <a:lnTo>
                    <a:pt x="153" y="59"/>
                  </a:lnTo>
                  <a:lnTo>
                    <a:pt x="146" y="61"/>
                  </a:lnTo>
                  <a:lnTo>
                    <a:pt x="144" y="63"/>
                  </a:lnTo>
                  <a:lnTo>
                    <a:pt x="141" y="50"/>
                  </a:lnTo>
                  <a:lnTo>
                    <a:pt x="135" y="47"/>
                  </a:lnTo>
                  <a:lnTo>
                    <a:pt x="128" y="47"/>
                  </a:lnTo>
                  <a:lnTo>
                    <a:pt x="123" y="45"/>
                  </a:lnTo>
                  <a:lnTo>
                    <a:pt x="117" y="43"/>
                  </a:lnTo>
                  <a:lnTo>
                    <a:pt x="114" y="43"/>
                  </a:lnTo>
                  <a:lnTo>
                    <a:pt x="117" y="47"/>
                  </a:lnTo>
                  <a:lnTo>
                    <a:pt x="112" y="45"/>
                  </a:lnTo>
                  <a:lnTo>
                    <a:pt x="108" y="36"/>
                  </a:lnTo>
                  <a:lnTo>
                    <a:pt x="99" y="47"/>
                  </a:lnTo>
                  <a:lnTo>
                    <a:pt x="103" y="50"/>
                  </a:lnTo>
                  <a:lnTo>
                    <a:pt x="103" y="56"/>
                  </a:lnTo>
                  <a:lnTo>
                    <a:pt x="108" y="56"/>
                  </a:lnTo>
                  <a:lnTo>
                    <a:pt x="103" y="63"/>
                  </a:lnTo>
                  <a:lnTo>
                    <a:pt x="103" y="65"/>
                  </a:lnTo>
                  <a:lnTo>
                    <a:pt x="96" y="74"/>
                  </a:lnTo>
                  <a:lnTo>
                    <a:pt x="99" y="74"/>
                  </a:lnTo>
                  <a:lnTo>
                    <a:pt x="103" y="77"/>
                  </a:lnTo>
                  <a:lnTo>
                    <a:pt x="108" y="79"/>
                  </a:lnTo>
                  <a:lnTo>
                    <a:pt x="110" y="86"/>
                  </a:lnTo>
                  <a:lnTo>
                    <a:pt x="110" y="88"/>
                  </a:lnTo>
                  <a:lnTo>
                    <a:pt x="103" y="90"/>
                  </a:lnTo>
                  <a:lnTo>
                    <a:pt x="96" y="88"/>
                  </a:lnTo>
                  <a:lnTo>
                    <a:pt x="90" y="88"/>
                  </a:lnTo>
                  <a:lnTo>
                    <a:pt x="90" y="99"/>
                  </a:lnTo>
                  <a:lnTo>
                    <a:pt x="85" y="101"/>
                  </a:lnTo>
                  <a:lnTo>
                    <a:pt x="76" y="101"/>
                  </a:lnTo>
                  <a:lnTo>
                    <a:pt x="72" y="99"/>
                  </a:lnTo>
                  <a:lnTo>
                    <a:pt x="69" y="101"/>
                  </a:lnTo>
                  <a:lnTo>
                    <a:pt x="72" y="106"/>
                  </a:lnTo>
                  <a:lnTo>
                    <a:pt x="69" y="106"/>
                  </a:lnTo>
                  <a:lnTo>
                    <a:pt x="67" y="113"/>
                  </a:lnTo>
                  <a:lnTo>
                    <a:pt x="72" y="117"/>
                  </a:lnTo>
                  <a:lnTo>
                    <a:pt x="72" y="119"/>
                  </a:lnTo>
                  <a:lnTo>
                    <a:pt x="76" y="117"/>
                  </a:lnTo>
                  <a:lnTo>
                    <a:pt x="81" y="115"/>
                  </a:lnTo>
                  <a:lnTo>
                    <a:pt x="85" y="115"/>
                  </a:lnTo>
                  <a:lnTo>
                    <a:pt x="83" y="119"/>
                  </a:lnTo>
                  <a:lnTo>
                    <a:pt x="76" y="122"/>
                  </a:lnTo>
                  <a:lnTo>
                    <a:pt x="76" y="128"/>
                  </a:lnTo>
                  <a:lnTo>
                    <a:pt x="90" y="122"/>
                  </a:lnTo>
                  <a:lnTo>
                    <a:pt x="90" y="126"/>
                  </a:lnTo>
                  <a:lnTo>
                    <a:pt x="87" y="133"/>
                  </a:lnTo>
                  <a:lnTo>
                    <a:pt x="90" y="133"/>
                  </a:lnTo>
                  <a:lnTo>
                    <a:pt x="90" y="140"/>
                  </a:lnTo>
                  <a:lnTo>
                    <a:pt x="94" y="142"/>
                  </a:lnTo>
                  <a:lnTo>
                    <a:pt x="103" y="146"/>
                  </a:lnTo>
                  <a:lnTo>
                    <a:pt x="114" y="144"/>
                  </a:lnTo>
                  <a:lnTo>
                    <a:pt x="112" y="128"/>
                  </a:lnTo>
                  <a:lnTo>
                    <a:pt x="108" y="122"/>
                  </a:lnTo>
                  <a:lnTo>
                    <a:pt x="108" y="117"/>
                  </a:lnTo>
                  <a:lnTo>
                    <a:pt x="114" y="119"/>
                  </a:lnTo>
                  <a:lnTo>
                    <a:pt x="117" y="126"/>
                  </a:lnTo>
                  <a:lnTo>
                    <a:pt x="117" y="142"/>
                  </a:lnTo>
                  <a:lnTo>
                    <a:pt x="117" y="155"/>
                  </a:lnTo>
                  <a:lnTo>
                    <a:pt x="108" y="155"/>
                  </a:lnTo>
                  <a:lnTo>
                    <a:pt x="103" y="153"/>
                  </a:lnTo>
                  <a:lnTo>
                    <a:pt x="99" y="153"/>
                  </a:lnTo>
                  <a:lnTo>
                    <a:pt x="90" y="158"/>
                  </a:lnTo>
                  <a:lnTo>
                    <a:pt x="85" y="164"/>
                  </a:lnTo>
                  <a:lnTo>
                    <a:pt x="90" y="169"/>
                  </a:lnTo>
                  <a:lnTo>
                    <a:pt x="76" y="173"/>
                  </a:lnTo>
                  <a:lnTo>
                    <a:pt x="67" y="178"/>
                  </a:lnTo>
                  <a:lnTo>
                    <a:pt x="58" y="185"/>
                  </a:lnTo>
                  <a:lnTo>
                    <a:pt x="54" y="187"/>
                  </a:lnTo>
                  <a:lnTo>
                    <a:pt x="65" y="187"/>
                  </a:lnTo>
                  <a:lnTo>
                    <a:pt x="69" y="187"/>
                  </a:lnTo>
                  <a:lnTo>
                    <a:pt x="72" y="191"/>
                  </a:lnTo>
                  <a:lnTo>
                    <a:pt x="81" y="196"/>
                  </a:lnTo>
                  <a:lnTo>
                    <a:pt x="87" y="196"/>
                  </a:lnTo>
                  <a:lnTo>
                    <a:pt x="99" y="191"/>
                  </a:lnTo>
                  <a:lnTo>
                    <a:pt x="103" y="200"/>
                  </a:lnTo>
                  <a:lnTo>
                    <a:pt x="110" y="203"/>
                  </a:lnTo>
                  <a:lnTo>
                    <a:pt x="110" y="205"/>
                  </a:lnTo>
                  <a:lnTo>
                    <a:pt x="99" y="203"/>
                  </a:lnTo>
                  <a:lnTo>
                    <a:pt x="94" y="203"/>
                  </a:lnTo>
                  <a:lnTo>
                    <a:pt x="85" y="200"/>
                  </a:lnTo>
                  <a:lnTo>
                    <a:pt x="76" y="200"/>
                  </a:lnTo>
                  <a:lnTo>
                    <a:pt x="65" y="196"/>
                  </a:lnTo>
                  <a:lnTo>
                    <a:pt x="58" y="196"/>
                  </a:lnTo>
                  <a:lnTo>
                    <a:pt x="54" y="200"/>
                  </a:lnTo>
                  <a:lnTo>
                    <a:pt x="51" y="200"/>
                  </a:lnTo>
                  <a:lnTo>
                    <a:pt x="45" y="200"/>
                  </a:lnTo>
                  <a:lnTo>
                    <a:pt x="42" y="203"/>
                  </a:lnTo>
                  <a:lnTo>
                    <a:pt x="40" y="209"/>
                  </a:lnTo>
                  <a:lnTo>
                    <a:pt x="40" y="214"/>
                  </a:lnTo>
                  <a:lnTo>
                    <a:pt x="31" y="214"/>
                  </a:lnTo>
                  <a:lnTo>
                    <a:pt x="29" y="209"/>
                  </a:lnTo>
                  <a:lnTo>
                    <a:pt x="24" y="209"/>
                  </a:lnTo>
                  <a:lnTo>
                    <a:pt x="18" y="205"/>
                  </a:lnTo>
                  <a:lnTo>
                    <a:pt x="11" y="209"/>
                  </a:lnTo>
                  <a:lnTo>
                    <a:pt x="6" y="212"/>
                  </a:lnTo>
                  <a:lnTo>
                    <a:pt x="4" y="216"/>
                  </a:lnTo>
                  <a:lnTo>
                    <a:pt x="11" y="218"/>
                  </a:lnTo>
                  <a:lnTo>
                    <a:pt x="13" y="218"/>
                  </a:lnTo>
                  <a:lnTo>
                    <a:pt x="15" y="223"/>
                  </a:lnTo>
                  <a:lnTo>
                    <a:pt x="18" y="223"/>
                  </a:lnTo>
                  <a:lnTo>
                    <a:pt x="29" y="223"/>
                  </a:lnTo>
                  <a:lnTo>
                    <a:pt x="33" y="227"/>
                  </a:lnTo>
                  <a:lnTo>
                    <a:pt x="20" y="230"/>
                  </a:lnTo>
                  <a:lnTo>
                    <a:pt x="11" y="232"/>
                  </a:lnTo>
                  <a:lnTo>
                    <a:pt x="4" y="239"/>
                  </a:lnTo>
                  <a:lnTo>
                    <a:pt x="0" y="241"/>
                  </a:lnTo>
                  <a:lnTo>
                    <a:pt x="0" y="245"/>
                  </a:lnTo>
                  <a:lnTo>
                    <a:pt x="6" y="245"/>
                  </a:lnTo>
                  <a:lnTo>
                    <a:pt x="6" y="254"/>
                  </a:lnTo>
                  <a:lnTo>
                    <a:pt x="24" y="254"/>
                  </a:lnTo>
                  <a:lnTo>
                    <a:pt x="33" y="254"/>
                  </a:lnTo>
                  <a:lnTo>
                    <a:pt x="27" y="257"/>
                  </a:lnTo>
                  <a:lnTo>
                    <a:pt x="24" y="259"/>
                  </a:lnTo>
                  <a:lnTo>
                    <a:pt x="18" y="259"/>
                  </a:lnTo>
                  <a:lnTo>
                    <a:pt x="4" y="261"/>
                  </a:lnTo>
                  <a:lnTo>
                    <a:pt x="4" y="268"/>
                  </a:lnTo>
                  <a:lnTo>
                    <a:pt x="15" y="268"/>
                  </a:lnTo>
                  <a:lnTo>
                    <a:pt x="24" y="270"/>
                  </a:lnTo>
                  <a:lnTo>
                    <a:pt x="29" y="270"/>
                  </a:lnTo>
                  <a:lnTo>
                    <a:pt x="40" y="270"/>
                  </a:lnTo>
                  <a:lnTo>
                    <a:pt x="29" y="275"/>
                  </a:lnTo>
                  <a:lnTo>
                    <a:pt x="18" y="275"/>
                  </a:lnTo>
                  <a:lnTo>
                    <a:pt x="31" y="279"/>
                  </a:lnTo>
                  <a:lnTo>
                    <a:pt x="18" y="281"/>
                  </a:lnTo>
                  <a:lnTo>
                    <a:pt x="13" y="284"/>
                  </a:lnTo>
                  <a:lnTo>
                    <a:pt x="11" y="286"/>
                  </a:lnTo>
                  <a:lnTo>
                    <a:pt x="38" y="286"/>
                  </a:lnTo>
                  <a:lnTo>
                    <a:pt x="33" y="293"/>
                  </a:lnTo>
                  <a:lnTo>
                    <a:pt x="31" y="295"/>
                  </a:lnTo>
                  <a:lnTo>
                    <a:pt x="33" y="295"/>
                  </a:lnTo>
                  <a:lnTo>
                    <a:pt x="51" y="295"/>
                  </a:lnTo>
                  <a:lnTo>
                    <a:pt x="56" y="295"/>
                  </a:lnTo>
                  <a:lnTo>
                    <a:pt x="65" y="295"/>
                  </a:lnTo>
                  <a:lnTo>
                    <a:pt x="69" y="295"/>
                  </a:lnTo>
                  <a:lnTo>
                    <a:pt x="72" y="297"/>
                  </a:lnTo>
                  <a:lnTo>
                    <a:pt x="76" y="297"/>
                  </a:lnTo>
                  <a:lnTo>
                    <a:pt x="81" y="299"/>
                  </a:lnTo>
                  <a:lnTo>
                    <a:pt x="85" y="295"/>
                  </a:lnTo>
                  <a:lnTo>
                    <a:pt x="85" y="293"/>
                  </a:lnTo>
                  <a:lnTo>
                    <a:pt x="90" y="293"/>
                  </a:lnTo>
                  <a:lnTo>
                    <a:pt x="94" y="295"/>
                  </a:lnTo>
                  <a:lnTo>
                    <a:pt x="99" y="293"/>
                  </a:lnTo>
                  <a:lnTo>
                    <a:pt x="103" y="288"/>
                  </a:lnTo>
                  <a:lnTo>
                    <a:pt x="103" y="286"/>
                  </a:lnTo>
                  <a:lnTo>
                    <a:pt x="101" y="279"/>
                  </a:lnTo>
                  <a:lnTo>
                    <a:pt x="110" y="281"/>
                  </a:lnTo>
                  <a:lnTo>
                    <a:pt x="112" y="286"/>
                  </a:lnTo>
                  <a:lnTo>
                    <a:pt x="110" y="288"/>
                  </a:lnTo>
                  <a:lnTo>
                    <a:pt x="112" y="293"/>
                  </a:lnTo>
                  <a:lnTo>
                    <a:pt x="117" y="293"/>
                  </a:lnTo>
                  <a:lnTo>
                    <a:pt x="126" y="288"/>
                  </a:lnTo>
                  <a:lnTo>
                    <a:pt x="128" y="288"/>
                  </a:lnTo>
                  <a:lnTo>
                    <a:pt x="135" y="286"/>
                  </a:lnTo>
                  <a:lnTo>
                    <a:pt x="130" y="286"/>
                  </a:lnTo>
                  <a:lnTo>
                    <a:pt x="144" y="286"/>
                  </a:lnTo>
                  <a:lnTo>
                    <a:pt x="153" y="279"/>
                  </a:lnTo>
                  <a:lnTo>
                    <a:pt x="164" y="281"/>
                  </a:lnTo>
                  <a:lnTo>
                    <a:pt x="173" y="286"/>
                  </a:lnTo>
                  <a:lnTo>
                    <a:pt x="186" y="281"/>
                  </a:lnTo>
                  <a:lnTo>
                    <a:pt x="193" y="286"/>
                  </a:lnTo>
                  <a:lnTo>
                    <a:pt x="198" y="284"/>
                  </a:lnTo>
                  <a:lnTo>
                    <a:pt x="200" y="286"/>
                  </a:lnTo>
                  <a:lnTo>
                    <a:pt x="207" y="293"/>
                  </a:lnTo>
                  <a:lnTo>
                    <a:pt x="211" y="293"/>
                  </a:lnTo>
                  <a:lnTo>
                    <a:pt x="213" y="295"/>
                  </a:lnTo>
                  <a:lnTo>
                    <a:pt x="222" y="288"/>
                  </a:lnTo>
                  <a:lnTo>
                    <a:pt x="222" y="286"/>
                  </a:lnTo>
                  <a:lnTo>
                    <a:pt x="220" y="281"/>
                  </a:lnTo>
                  <a:lnTo>
                    <a:pt x="213" y="279"/>
                  </a:lnTo>
                  <a:lnTo>
                    <a:pt x="220" y="279"/>
                  </a:lnTo>
                  <a:lnTo>
                    <a:pt x="225" y="275"/>
                  </a:lnTo>
                  <a:lnTo>
                    <a:pt x="227" y="270"/>
                  </a:lnTo>
                  <a:lnTo>
                    <a:pt x="229" y="268"/>
                  </a:lnTo>
                  <a:lnTo>
                    <a:pt x="236" y="266"/>
                  </a:lnTo>
                  <a:lnTo>
                    <a:pt x="238" y="259"/>
                  </a:lnTo>
                  <a:lnTo>
                    <a:pt x="243" y="252"/>
                  </a:lnTo>
                  <a:lnTo>
                    <a:pt x="252" y="245"/>
                  </a:lnTo>
                  <a:lnTo>
                    <a:pt x="261" y="234"/>
                  </a:lnTo>
                  <a:lnTo>
                    <a:pt x="263" y="230"/>
                  </a:lnTo>
                  <a:lnTo>
                    <a:pt x="263" y="223"/>
                  </a:lnTo>
                  <a:lnTo>
                    <a:pt x="263" y="214"/>
                  </a:lnTo>
                  <a:lnTo>
                    <a:pt x="265" y="212"/>
                  </a:lnTo>
                  <a:lnTo>
                    <a:pt x="265" y="209"/>
                  </a:lnTo>
                  <a:lnTo>
                    <a:pt x="265" y="205"/>
                  </a:lnTo>
                  <a:lnTo>
                    <a:pt x="263" y="200"/>
                  </a:lnTo>
                  <a:lnTo>
                    <a:pt x="263" y="196"/>
                  </a:lnTo>
                  <a:lnTo>
                    <a:pt x="265" y="196"/>
                  </a:lnTo>
                  <a:lnTo>
                    <a:pt x="267" y="198"/>
                  </a:lnTo>
                  <a:lnTo>
                    <a:pt x="270" y="196"/>
                  </a:lnTo>
                  <a:lnTo>
                    <a:pt x="270" y="187"/>
                  </a:lnTo>
                  <a:lnTo>
                    <a:pt x="274" y="182"/>
                  </a:lnTo>
                  <a:lnTo>
                    <a:pt x="276" y="178"/>
                  </a:lnTo>
                  <a:lnTo>
                    <a:pt x="274" y="171"/>
                  </a:lnTo>
                  <a:lnTo>
                    <a:pt x="270" y="164"/>
                  </a:lnTo>
                  <a:lnTo>
                    <a:pt x="274" y="158"/>
                  </a:lnTo>
                  <a:lnTo>
                    <a:pt x="276" y="155"/>
                  </a:lnTo>
                  <a:lnTo>
                    <a:pt x="276" y="153"/>
                  </a:lnTo>
                  <a:lnTo>
                    <a:pt x="276" y="135"/>
                  </a:lnTo>
                  <a:lnTo>
                    <a:pt x="285" y="142"/>
                  </a:lnTo>
                  <a:lnTo>
                    <a:pt x="285" y="135"/>
                  </a:lnTo>
                  <a:lnTo>
                    <a:pt x="294" y="14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5" name="Freeform 99">
              <a:extLst>
                <a:ext uri="{FF2B5EF4-FFF2-40B4-BE49-F238E27FC236}">
                  <a16:creationId xmlns:a16="http://schemas.microsoft.com/office/drawing/2014/main" id="{EAF4BBF2-D688-1644-4830-D7EF53405389}"/>
                </a:ext>
              </a:extLst>
            </p:cNvPr>
            <p:cNvSpPr>
              <a:spLocks noChangeAspect="1"/>
            </p:cNvSpPr>
            <p:nvPr/>
          </p:nvSpPr>
          <p:spPr bwMode="auto">
            <a:xfrm>
              <a:off x="1516" y="2100"/>
              <a:ext cx="9" cy="11"/>
            </a:xfrm>
            <a:custGeom>
              <a:avLst/>
              <a:gdLst>
                <a:gd name="T0" fmla="*/ 5 w 11"/>
                <a:gd name="T1" fmla="*/ 13 h 13"/>
                <a:gd name="T2" fmla="*/ 5 w 11"/>
                <a:gd name="T3" fmla="*/ 6 h 13"/>
                <a:gd name="T4" fmla="*/ 0 w 11"/>
                <a:gd name="T5" fmla="*/ 2 h 13"/>
                <a:gd name="T6" fmla="*/ 9 w 11"/>
                <a:gd name="T7" fmla="*/ 0 h 13"/>
                <a:gd name="T8" fmla="*/ 11 w 11"/>
                <a:gd name="T9" fmla="*/ 2 h 13"/>
                <a:gd name="T10" fmla="*/ 11 w 11"/>
                <a:gd name="T11" fmla="*/ 6 h 13"/>
                <a:gd name="T12" fmla="*/ 9 w 11"/>
                <a:gd name="T13" fmla="*/ 13 h 13"/>
                <a:gd name="T14" fmla="*/ 5 w 11"/>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5" y="13"/>
                  </a:moveTo>
                  <a:lnTo>
                    <a:pt x="5" y="6"/>
                  </a:lnTo>
                  <a:lnTo>
                    <a:pt x="0" y="2"/>
                  </a:lnTo>
                  <a:lnTo>
                    <a:pt x="9" y="0"/>
                  </a:lnTo>
                  <a:lnTo>
                    <a:pt x="11" y="2"/>
                  </a:lnTo>
                  <a:lnTo>
                    <a:pt x="11" y="6"/>
                  </a:lnTo>
                  <a:lnTo>
                    <a:pt x="9" y="13"/>
                  </a:lnTo>
                  <a:lnTo>
                    <a:pt x="5" y="1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6" name="Freeform 100">
              <a:extLst>
                <a:ext uri="{FF2B5EF4-FFF2-40B4-BE49-F238E27FC236}">
                  <a16:creationId xmlns:a16="http://schemas.microsoft.com/office/drawing/2014/main" id="{78C307A7-C2CF-5A7F-1E91-EF4C2DA6C1C1}"/>
                </a:ext>
              </a:extLst>
            </p:cNvPr>
            <p:cNvSpPr>
              <a:spLocks noChangeAspect="1"/>
            </p:cNvSpPr>
            <p:nvPr/>
          </p:nvSpPr>
          <p:spPr bwMode="auto">
            <a:xfrm>
              <a:off x="1516" y="2100"/>
              <a:ext cx="9" cy="11"/>
            </a:xfrm>
            <a:custGeom>
              <a:avLst/>
              <a:gdLst>
                <a:gd name="T0" fmla="*/ 5 w 11"/>
                <a:gd name="T1" fmla="*/ 13 h 13"/>
                <a:gd name="T2" fmla="*/ 5 w 11"/>
                <a:gd name="T3" fmla="*/ 6 h 13"/>
                <a:gd name="T4" fmla="*/ 0 w 11"/>
                <a:gd name="T5" fmla="*/ 2 h 13"/>
                <a:gd name="T6" fmla="*/ 9 w 11"/>
                <a:gd name="T7" fmla="*/ 0 h 13"/>
                <a:gd name="T8" fmla="*/ 11 w 11"/>
                <a:gd name="T9" fmla="*/ 2 h 13"/>
                <a:gd name="T10" fmla="*/ 11 w 11"/>
                <a:gd name="T11" fmla="*/ 6 h 13"/>
                <a:gd name="T12" fmla="*/ 9 w 11"/>
                <a:gd name="T13" fmla="*/ 13 h 13"/>
                <a:gd name="T14" fmla="*/ 5 w 11"/>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5" y="13"/>
                  </a:moveTo>
                  <a:lnTo>
                    <a:pt x="5" y="6"/>
                  </a:lnTo>
                  <a:lnTo>
                    <a:pt x="0" y="2"/>
                  </a:lnTo>
                  <a:lnTo>
                    <a:pt x="9" y="0"/>
                  </a:lnTo>
                  <a:lnTo>
                    <a:pt x="11" y="2"/>
                  </a:lnTo>
                  <a:lnTo>
                    <a:pt x="11" y="6"/>
                  </a:lnTo>
                  <a:lnTo>
                    <a:pt x="9" y="13"/>
                  </a:lnTo>
                  <a:lnTo>
                    <a:pt x="5"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7" name="Freeform 101">
              <a:extLst>
                <a:ext uri="{FF2B5EF4-FFF2-40B4-BE49-F238E27FC236}">
                  <a16:creationId xmlns:a16="http://schemas.microsoft.com/office/drawing/2014/main" id="{C52C235A-F0C9-3FF1-0336-724B2A421A86}"/>
                </a:ext>
              </a:extLst>
            </p:cNvPr>
            <p:cNvSpPr>
              <a:spLocks noChangeAspect="1"/>
            </p:cNvSpPr>
            <p:nvPr/>
          </p:nvSpPr>
          <p:spPr bwMode="auto">
            <a:xfrm>
              <a:off x="2795" y="2062"/>
              <a:ext cx="11" cy="13"/>
            </a:xfrm>
            <a:custGeom>
              <a:avLst/>
              <a:gdLst>
                <a:gd name="T0" fmla="*/ 3 w 14"/>
                <a:gd name="T1" fmla="*/ 14 h 14"/>
                <a:gd name="T2" fmla="*/ 0 w 14"/>
                <a:gd name="T3" fmla="*/ 2 h 14"/>
                <a:gd name="T4" fmla="*/ 9 w 14"/>
                <a:gd name="T5" fmla="*/ 0 h 14"/>
                <a:gd name="T6" fmla="*/ 14 w 14"/>
                <a:gd name="T7" fmla="*/ 2 h 14"/>
                <a:gd name="T8" fmla="*/ 9 w 14"/>
                <a:gd name="T9" fmla="*/ 7 h 14"/>
                <a:gd name="T10" fmla="*/ 3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3" y="14"/>
                  </a:moveTo>
                  <a:lnTo>
                    <a:pt x="0" y="2"/>
                  </a:lnTo>
                  <a:lnTo>
                    <a:pt x="9" y="0"/>
                  </a:lnTo>
                  <a:lnTo>
                    <a:pt x="14" y="2"/>
                  </a:lnTo>
                  <a:lnTo>
                    <a:pt x="9" y="7"/>
                  </a:lnTo>
                  <a:lnTo>
                    <a:pt x="3" y="1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8" name="Freeform 102">
              <a:extLst>
                <a:ext uri="{FF2B5EF4-FFF2-40B4-BE49-F238E27FC236}">
                  <a16:creationId xmlns:a16="http://schemas.microsoft.com/office/drawing/2014/main" id="{51725B0F-AF32-81DD-1F3F-8E869870F6B2}"/>
                </a:ext>
              </a:extLst>
            </p:cNvPr>
            <p:cNvSpPr>
              <a:spLocks noChangeAspect="1"/>
            </p:cNvSpPr>
            <p:nvPr/>
          </p:nvSpPr>
          <p:spPr bwMode="auto">
            <a:xfrm>
              <a:off x="2795" y="2062"/>
              <a:ext cx="11" cy="13"/>
            </a:xfrm>
            <a:custGeom>
              <a:avLst/>
              <a:gdLst>
                <a:gd name="T0" fmla="*/ 3 w 14"/>
                <a:gd name="T1" fmla="*/ 14 h 14"/>
                <a:gd name="T2" fmla="*/ 0 w 14"/>
                <a:gd name="T3" fmla="*/ 2 h 14"/>
                <a:gd name="T4" fmla="*/ 9 w 14"/>
                <a:gd name="T5" fmla="*/ 0 h 14"/>
                <a:gd name="T6" fmla="*/ 14 w 14"/>
                <a:gd name="T7" fmla="*/ 2 h 14"/>
                <a:gd name="T8" fmla="*/ 9 w 14"/>
                <a:gd name="T9" fmla="*/ 7 h 14"/>
                <a:gd name="T10" fmla="*/ 3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3" y="14"/>
                  </a:moveTo>
                  <a:lnTo>
                    <a:pt x="0" y="2"/>
                  </a:lnTo>
                  <a:lnTo>
                    <a:pt x="9" y="0"/>
                  </a:lnTo>
                  <a:lnTo>
                    <a:pt x="14" y="2"/>
                  </a:lnTo>
                  <a:lnTo>
                    <a:pt x="9" y="7"/>
                  </a:lnTo>
                  <a:lnTo>
                    <a:pt x="3" y="1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2999" name="Freeform 103">
              <a:extLst>
                <a:ext uri="{FF2B5EF4-FFF2-40B4-BE49-F238E27FC236}">
                  <a16:creationId xmlns:a16="http://schemas.microsoft.com/office/drawing/2014/main" id="{284E7CB8-0CC4-0566-32B9-1F5350208A17}"/>
                </a:ext>
              </a:extLst>
            </p:cNvPr>
            <p:cNvSpPr>
              <a:spLocks noChangeAspect="1"/>
            </p:cNvSpPr>
            <p:nvPr/>
          </p:nvSpPr>
          <p:spPr bwMode="auto">
            <a:xfrm>
              <a:off x="2481" y="2021"/>
              <a:ext cx="15" cy="13"/>
            </a:xfrm>
            <a:custGeom>
              <a:avLst/>
              <a:gdLst>
                <a:gd name="T0" fmla="*/ 18 w 18"/>
                <a:gd name="T1" fmla="*/ 0 h 14"/>
                <a:gd name="T2" fmla="*/ 9 w 18"/>
                <a:gd name="T3" fmla="*/ 0 h 14"/>
                <a:gd name="T4" fmla="*/ 4 w 18"/>
                <a:gd name="T5" fmla="*/ 2 h 14"/>
                <a:gd name="T6" fmla="*/ 0 w 18"/>
                <a:gd name="T7" fmla="*/ 7 h 14"/>
                <a:gd name="T8" fmla="*/ 0 w 18"/>
                <a:gd name="T9" fmla="*/ 14 h 14"/>
                <a:gd name="T10" fmla="*/ 7 w 18"/>
                <a:gd name="T11" fmla="*/ 14 h 14"/>
                <a:gd name="T12" fmla="*/ 11 w 18"/>
                <a:gd name="T13" fmla="*/ 14 h 14"/>
                <a:gd name="T14" fmla="*/ 18 w 18"/>
                <a:gd name="T15" fmla="*/ 5 h 14"/>
                <a:gd name="T16" fmla="*/ 18 w 18"/>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8" y="0"/>
                  </a:moveTo>
                  <a:lnTo>
                    <a:pt x="9" y="0"/>
                  </a:lnTo>
                  <a:lnTo>
                    <a:pt x="4" y="2"/>
                  </a:lnTo>
                  <a:lnTo>
                    <a:pt x="0" y="7"/>
                  </a:lnTo>
                  <a:lnTo>
                    <a:pt x="0" y="14"/>
                  </a:lnTo>
                  <a:lnTo>
                    <a:pt x="7" y="14"/>
                  </a:lnTo>
                  <a:lnTo>
                    <a:pt x="11" y="14"/>
                  </a:lnTo>
                  <a:lnTo>
                    <a:pt x="18" y="5"/>
                  </a:lnTo>
                  <a:lnTo>
                    <a:pt x="18"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0" name="Freeform 104">
              <a:extLst>
                <a:ext uri="{FF2B5EF4-FFF2-40B4-BE49-F238E27FC236}">
                  <a16:creationId xmlns:a16="http://schemas.microsoft.com/office/drawing/2014/main" id="{C306CED9-5EB3-E67B-548B-447221B62D74}"/>
                </a:ext>
              </a:extLst>
            </p:cNvPr>
            <p:cNvSpPr>
              <a:spLocks noChangeAspect="1"/>
            </p:cNvSpPr>
            <p:nvPr/>
          </p:nvSpPr>
          <p:spPr bwMode="auto">
            <a:xfrm>
              <a:off x="2481" y="2021"/>
              <a:ext cx="15" cy="13"/>
            </a:xfrm>
            <a:custGeom>
              <a:avLst/>
              <a:gdLst>
                <a:gd name="T0" fmla="*/ 18 w 18"/>
                <a:gd name="T1" fmla="*/ 0 h 14"/>
                <a:gd name="T2" fmla="*/ 9 w 18"/>
                <a:gd name="T3" fmla="*/ 0 h 14"/>
                <a:gd name="T4" fmla="*/ 4 w 18"/>
                <a:gd name="T5" fmla="*/ 2 h 14"/>
                <a:gd name="T6" fmla="*/ 0 w 18"/>
                <a:gd name="T7" fmla="*/ 7 h 14"/>
                <a:gd name="T8" fmla="*/ 0 w 18"/>
                <a:gd name="T9" fmla="*/ 14 h 14"/>
                <a:gd name="T10" fmla="*/ 7 w 18"/>
                <a:gd name="T11" fmla="*/ 14 h 14"/>
                <a:gd name="T12" fmla="*/ 11 w 18"/>
                <a:gd name="T13" fmla="*/ 14 h 14"/>
                <a:gd name="T14" fmla="*/ 18 w 18"/>
                <a:gd name="T15" fmla="*/ 5 h 14"/>
                <a:gd name="T16" fmla="*/ 18 w 18"/>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8" y="0"/>
                  </a:moveTo>
                  <a:lnTo>
                    <a:pt x="9" y="0"/>
                  </a:lnTo>
                  <a:lnTo>
                    <a:pt x="4" y="2"/>
                  </a:lnTo>
                  <a:lnTo>
                    <a:pt x="0" y="7"/>
                  </a:lnTo>
                  <a:lnTo>
                    <a:pt x="0" y="14"/>
                  </a:lnTo>
                  <a:lnTo>
                    <a:pt x="7" y="14"/>
                  </a:lnTo>
                  <a:lnTo>
                    <a:pt x="11" y="14"/>
                  </a:lnTo>
                  <a:lnTo>
                    <a:pt x="18" y="5"/>
                  </a:lnTo>
                  <a:lnTo>
                    <a:pt x="18"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1" name="Freeform 105">
              <a:extLst>
                <a:ext uri="{FF2B5EF4-FFF2-40B4-BE49-F238E27FC236}">
                  <a16:creationId xmlns:a16="http://schemas.microsoft.com/office/drawing/2014/main" id="{708CD54F-D25F-8C3F-82CC-7F30761612FE}"/>
                </a:ext>
              </a:extLst>
            </p:cNvPr>
            <p:cNvSpPr>
              <a:spLocks noChangeAspect="1"/>
            </p:cNvSpPr>
            <p:nvPr/>
          </p:nvSpPr>
          <p:spPr bwMode="auto">
            <a:xfrm>
              <a:off x="2481" y="2036"/>
              <a:ext cx="9" cy="10"/>
            </a:xfrm>
            <a:custGeom>
              <a:avLst/>
              <a:gdLst>
                <a:gd name="T0" fmla="*/ 11 w 11"/>
                <a:gd name="T1" fmla="*/ 0 h 11"/>
                <a:gd name="T2" fmla="*/ 0 w 11"/>
                <a:gd name="T3" fmla="*/ 2 h 11"/>
                <a:gd name="T4" fmla="*/ 0 w 11"/>
                <a:gd name="T5" fmla="*/ 11 h 11"/>
                <a:gd name="T6" fmla="*/ 11 w 11"/>
                <a:gd name="T7" fmla="*/ 11 h 11"/>
                <a:gd name="T8" fmla="*/ 11 w 11"/>
                <a:gd name="T9" fmla="*/ 0 h 11"/>
              </a:gdLst>
              <a:ahLst/>
              <a:cxnLst>
                <a:cxn ang="0">
                  <a:pos x="T0" y="T1"/>
                </a:cxn>
                <a:cxn ang="0">
                  <a:pos x="T2" y="T3"/>
                </a:cxn>
                <a:cxn ang="0">
                  <a:pos x="T4" y="T5"/>
                </a:cxn>
                <a:cxn ang="0">
                  <a:pos x="T6" y="T7"/>
                </a:cxn>
                <a:cxn ang="0">
                  <a:pos x="T8" y="T9"/>
                </a:cxn>
              </a:cxnLst>
              <a:rect l="0" t="0" r="r" b="b"/>
              <a:pathLst>
                <a:path w="11" h="11">
                  <a:moveTo>
                    <a:pt x="11" y="0"/>
                  </a:moveTo>
                  <a:lnTo>
                    <a:pt x="0" y="2"/>
                  </a:lnTo>
                  <a:lnTo>
                    <a:pt x="0" y="11"/>
                  </a:lnTo>
                  <a:lnTo>
                    <a:pt x="11" y="11"/>
                  </a:lnTo>
                  <a:lnTo>
                    <a:pt x="11"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2" name="Freeform 106">
              <a:extLst>
                <a:ext uri="{FF2B5EF4-FFF2-40B4-BE49-F238E27FC236}">
                  <a16:creationId xmlns:a16="http://schemas.microsoft.com/office/drawing/2014/main" id="{0029AA40-3727-E8EA-2ABF-5D50B44DB9FA}"/>
                </a:ext>
              </a:extLst>
            </p:cNvPr>
            <p:cNvSpPr>
              <a:spLocks noChangeAspect="1"/>
            </p:cNvSpPr>
            <p:nvPr/>
          </p:nvSpPr>
          <p:spPr bwMode="auto">
            <a:xfrm>
              <a:off x="2481" y="2036"/>
              <a:ext cx="9" cy="10"/>
            </a:xfrm>
            <a:custGeom>
              <a:avLst/>
              <a:gdLst>
                <a:gd name="T0" fmla="*/ 11 w 11"/>
                <a:gd name="T1" fmla="*/ 0 h 11"/>
                <a:gd name="T2" fmla="*/ 0 w 11"/>
                <a:gd name="T3" fmla="*/ 2 h 11"/>
                <a:gd name="T4" fmla="*/ 0 w 11"/>
                <a:gd name="T5" fmla="*/ 11 h 11"/>
                <a:gd name="T6" fmla="*/ 11 w 11"/>
                <a:gd name="T7" fmla="*/ 11 h 11"/>
                <a:gd name="T8" fmla="*/ 11 w 11"/>
                <a:gd name="T9" fmla="*/ 0 h 11"/>
              </a:gdLst>
              <a:ahLst/>
              <a:cxnLst>
                <a:cxn ang="0">
                  <a:pos x="T0" y="T1"/>
                </a:cxn>
                <a:cxn ang="0">
                  <a:pos x="T2" y="T3"/>
                </a:cxn>
                <a:cxn ang="0">
                  <a:pos x="T4" y="T5"/>
                </a:cxn>
                <a:cxn ang="0">
                  <a:pos x="T6" y="T7"/>
                </a:cxn>
                <a:cxn ang="0">
                  <a:pos x="T8" y="T9"/>
                </a:cxn>
              </a:cxnLst>
              <a:rect l="0" t="0" r="r" b="b"/>
              <a:pathLst>
                <a:path w="11" h="11">
                  <a:moveTo>
                    <a:pt x="11" y="0"/>
                  </a:moveTo>
                  <a:lnTo>
                    <a:pt x="0" y="2"/>
                  </a:lnTo>
                  <a:lnTo>
                    <a:pt x="0" y="11"/>
                  </a:lnTo>
                  <a:lnTo>
                    <a:pt x="11" y="11"/>
                  </a:lnTo>
                  <a:lnTo>
                    <a:pt x="11"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3" name="Freeform 107">
              <a:extLst>
                <a:ext uri="{FF2B5EF4-FFF2-40B4-BE49-F238E27FC236}">
                  <a16:creationId xmlns:a16="http://schemas.microsoft.com/office/drawing/2014/main" id="{5029E9F8-04B7-72FC-71B6-3F6CE82FE9EF}"/>
                </a:ext>
              </a:extLst>
            </p:cNvPr>
            <p:cNvSpPr>
              <a:spLocks noChangeAspect="1"/>
            </p:cNvSpPr>
            <p:nvPr/>
          </p:nvSpPr>
          <p:spPr bwMode="auto">
            <a:xfrm>
              <a:off x="2477" y="1136"/>
              <a:ext cx="479" cy="1141"/>
            </a:xfrm>
            <a:custGeom>
              <a:avLst/>
              <a:gdLst>
                <a:gd name="T0" fmla="*/ 525 w 570"/>
                <a:gd name="T1" fmla="*/ 75 h 1253"/>
                <a:gd name="T2" fmla="*/ 540 w 570"/>
                <a:gd name="T3" fmla="*/ 135 h 1253"/>
                <a:gd name="T4" fmla="*/ 556 w 570"/>
                <a:gd name="T5" fmla="*/ 180 h 1253"/>
                <a:gd name="T6" fmla="*/ 565 w 570"/>
                <a:gd name="T7" fmla="*/ 266 h 1253"/>
                <a:gd name="T8" fmla="*/ 543 w 570"/>
                <a:gd name="T9" fmla="*/ 293 h 1253"/>
                <a:gd name="T10" fmla="*/ 507 w 570"/>
                <a:gd name="T11" fmla="*/ 291 h 1253"/>
                <a:gd name="T12" fmla="*/ 486 w 570"/>
                <a:gd name="T13" fmla="*/ 320 h 1253"/>
                <a:gd name="T14" fmla="*/ 482 w 570"/>
                <a:gd name="T15" fmla="*/ 345 h 1253"/>
                <a:gd name="T16" fmla="*/ 462 w 570"/>
                <a:gd name="T17" fmla="*/ 376 h 1253"/>
                <a:gd name="T18" fmla="*/ 468 w 570"/>
                <a:gd name="T19" fmla="*/ 405 h 1253"/>
                <a:gd name="T20" fmla="*/ 482 w 570"/>
                <a:gd name="T21" fmla="*/ 423 h 1253"/>
                <a:gd name="T22" fmla="*/ 459 w 570"/>
                <a:gd name="T23" fmla="*/ 471 h 1253"/>
                <a:gd name="T24" fmla="*/ 403 w 570"/>
                <a:gd name="T25" fmla="*/ 513 h 1253"/>
                <a:gd name="T26" fmla="*/ 372 w 570"/>
                <a:gd name="T27" fmla="*/ 531 h 1253"/>
                <a:gd name="T28" fmla="*/ 347 w 570"/>
                <a:gd name="T29" fmla="*/ 556 h 1253"/>
                <a:gd name="T30" fmla="*/ 333 w 570"/>
                <a:gd name="T31" fmla="*/ 574 h 1253"/>
                <a:gd name="T32" fmla="*/ 318 w 570"/>
                <a:gd name="T33" fmla="*/ 606 h 1253"/>
                <a:gd name="T34" fmla="*/ 315 w 570"/>
                <a:gd name="T35" fmla="*/ 617 h 1253"/>
                <a:gd name="T36" fmla="*/ 306 w 570"/>
                <a:gd name="T37" fmla="*/ 669 h 1253"/>
                <a:gd name="T38" fmla="*/ 291 w 570"/>
                <a:gd name="T39" fmla="*/ 693 h 1253"/>
                <a:gd name="T40" fmla="*/ 295 w 570"/>
                <a:gd name="T41" fmla="*/ 743 h 1253"/>
                <a:gd name="T42" fmla="*/ 311 w 570"/>
                <a:gd name="T43" fmla="*/ 768 h 1253"/>
                <a:gd name="T44" fmla="*/ 351 w 570"/>
                <a:gd name="T45" fmla="*/ 799 h 1253"/>
                <a:gd name="T46" fmla="*/ 378 w 570"/>
                <a:gd name="T47" fmla="*/ 851 h 1253"/>
                <a:gd name="T48" fmla="*/ 342 w 570"/>
                <a:gd name="T49" fmla="*/ 896 h 1253"/>
                <a:gd name="T50" fmla="*/ 320 w 570"/>
                <a:gd name="T51" fmla="*/ 934 h 1253"/>
                <a:gd name="T52" fmla="*/ 302 w 570"/>
                <a:gd name="T53" fmla="*/ 934 h 1253"/>
                <a:gd name="T54" fmla="*/ 268 w 570"/>
                <a:gd name="T55" fmla="*/ 963 h 1253"/>
                <a:gd name="T56" fmla="*/ 268 w 570"/>
                <a:gd name="T57" fmla="*/ 981 h 1253"/>
                <a:gd name="T58" fmla="*/ 252 w 570"/>
                <a:gd name="T59" fmla="*/ 1015 h 1253"/>
                <a:gd name="T60" fmla="*/ 255 w 570"/>
                <a:gd name="T61" fmla="*/ 1062 h 1253"/>
                <a:gd name="T62" fmla="*/ 246 w 570"/>
                <a:gd name="T63" fmla="*/ 1112 h 1253"/>
                <a:gd name="T64" fmla="*/ 205 w 570"/>
                <a:gd name="T65" fmla="*/ 1186 h 1253"/>
                <a:gd name="T66" fmla="*/ 156 w 570"/>
                <a:gd name="T67" fmla="*/ 1184 h 1253"/>
                <a:gd name="T68" fmla="*/ 129 w 570"/>
                <a:gd name="T69" fmla="*/ 1202 h 1253"/>
                <a:gd name="T70" fmla="*/ 88 w 570"/>
                <a:gd name="T71" fmla="*/ 1251 h 1253"/>
                <a:gd name="T72" fmla="*/ 57 w 570"/>
                <a:gd name="T73" fmla="*/ 1222 h 1253"/>
                <a:gd name="T74" fmla="*/ 45 w 570"/>
                <a:gd name="T75" fmla="*/ 1168 h 1253"/>
                <a:gd name="T76" fmla="*/ 52 w 570"/>
                <a:gd name="T77" fmla="*/ 1152 h 1253"/>
                <a:gd name="T78" fmla="*/ 50 w 570"/>
                <a:gd name="T79" fmla="*/ 1105 h 1253"/>
                <a:gd name="T80" fmla="*/ 23 w 570"/>
                <a:gd name="T81" fmla="*/ 1037 h 1253"/>
                <a:gd name="T82" fmla="*/ 18 w 570"/>
                <a:gd name="T83" fmla="*/ 995 h 1253"/>
                <a:gd name="T84" fmla="*/ 3 w 570"/>
                <a:gd name="T85" fmla="*/ 963 h 1253"/>
                <a:gd name="T86" fmla="*/ 0 w 570"/>
                <a:gd name="T87" fmla="*/ 918 h 1253"/>
                <a:gd name="T88" fmla="*/ 3 w 570"/>
                <a:gd name="T89" fmla="*/ 893 h 1253"/>
                <a:gd name="T90" fmla="*/ 32 w 570"/>
                <a:gd name="T91" fmla="*/ 884 h 1253"/>
                <a:gd name="T92" fmla="*/ 72 w 570"/>
                <a:gd name="T93" fmla="*/ 797 h 1253"/>
                <a:gd name="T94" fmla="*/ 72 w 570"/>
                <a:gd name="T95" fmla="*/ 741 h 1253"/>
                <a:gd name="T96" fmla="*/ 97 w 570"/>
                <a:gd name="T97" fmla="*/ 687 h 1253"/>
                <a:gd name="T98" fmla="*/ 95 w 570"/>
                <a:gd name="T99" fmla="*/ 601 h 1253"/>
                <a:gd name="T100" fmla="*/ 93 w 570"/>
                <a:gd name="T101" fmla="*/ 543 h 1253"/>
                <a:gd name="T102" fmla="*/ 111 w 570"/>
                <a:gd name="T103" fmla="*/ 464 h 1253"/>
                <a:gd name="T104" fmla="*/ 180 w 570"/>
                <a:gd name="T105" fmla="*/ 410 h 1253"/>
                <a:gd name="T106" fmla="*/ 219 w 570"/>
                <a:gd name="T107" fmla="*/ 293 h 1253"/>
                <a:gd name="T108" fmla="*/ 252 w 570"/>
                <a:gd name="T109" fmla="*/ 241 h 1253"/>
                <a:gd name="T110" fmla="*/ 288 w 570"/>
                <a:gd name="T111" fmla="*/ 167 h 1253"/>
                <a:gd name="T112" fmla="*/ 345 w 570"/>
                <a:gd name="T113" fmla="*/ 86 h 1253"/>
                <a:gd name="T114" fmla="*/ 365 w 570"/>
                <a:gd name="T115" fmla="*/ 34 h 1253"/>
                <a:gd name="T116" fmla="*/ 426 w 570"/>
                <a:gd name="T117" fmla="*/ 41 h 1253"/>
                <a:gd name="T118" fmla="*/ 462 w 570"/>
                <a:gd name="T119" fmla="*/ 21 h 1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0" h="1253">
                  <a:moveTo>
                    <a:pt x="464" y="32"/>
                  </a:moveTo>
                  <a:lnTo>
                    <a:pt x="489" y="52"/>
                  </a:lnTo>
                  <a:lnTo>
                    <a:pt x="507" y="57"/>
                  </a:lnTo>
                  <a:lnTo>
                    <a:pt x="516" y="61"/>
                  </a:lnTo>
                  <a:lnTo>
                    <a:pt x="520" y="66"/>
                  </a:lnTo>
                  <a:lnTo>
                    <a:pt x="525" y="75"/>
                  </a:lnTo>
                  <a:lnTo>
                    <a:pt x="529" y="84"/>
                  </a:lnTo>
                  <a:lnTo>
                    <a:pt x="538" y="90"/>
                  </a:lnTo>
                  <a:lnTo>
                    <a:pt x="543" y="95"/>
                  </a:lnTo>
                  <a:lnTo>
                    <a:pt x="543" y="102"/>
                  </a:lnTo>
                  <a:lnTo>
                    <a:pt x="540" y="115"/>
                  </a:lnTo>
                  <a:lnTo>
                    <a:pt x="540" y="135"/>
                  </a:lnTo>
                  <a:lnTo>
                    <a:pt x="545" y="140"/>
                  </a:lnTo>
                  <a:lnTo>
                    <a:pt x="552" y="147"/>
                  </a:lnTo>
                  <a:lnTo>
                    <a:pt x="545" y="158"/>
                  </a:lnTo>
                  <a:lnTo>
                    <a:pt x="540" y="165"/>
                  </a:lnTo>
                  <a:lnTo>
                    <a:pt x="547" y="169"/>
                  </a:lnTo>
                  <a:lnTo>
                    <a:pt x="556" y="180"/>
                  </a:lnTo>
                  <a:lnTo>
                    <a:pt x="556" y="187"/>
                  </a:lnTo>
                  <a:lnTo>
                    <a:pt x="558" y="198"/>
                  </a:lnTo>
                  <a:lnTo>
                    <a:pt x="556" y="221"/>
                  </a:lnTo>
                  <a:lnTo>
                    <a:pt x="554" y="241"/>
                  </a:lnTo>
                  <a:lnTo>
                    <a:pt x="556" y="252"/>
                  </a:lnTo>
                  <a:lnTo>
                    <a:pt x="565" y="266"/>
                  </a:lnTo>
                  <a:lnTo>
                    <a:pt x="570" y="277"/>
                  </a:lnTo>
                  <a:lnTo>
                    <a:pt x="570" y="286"/>
                  </a:lnTo>
                  <a:lnTo>
                    <a:pt x="561" y="293"/>
                  </a:lnTo>
                  <a:lnTo>
                    <a:pt x="554" y="286"/>
                  </a:lnTo>
                  <a:lnTo>
                    <a:pt x="547" y="293"/>
                  </a:lnTo>
                  <a:lnTo>
                    <a:pt x="543" y="293"/>
                  </a:lnTo>
                  <a:lnTo>
                    <a:pt x="538" y="293"/>
                  </a:lnTo>
                  <a:lnTo>
                    <a:pt x="534" y="300"/>
                  </a:lnTo>
                  <a:lnTo>
                    <a:pt x="525" y="293"/>
                  </a:lnTo>
                  <a:lnTo>
                    <a:pt x="516" y="286"/>
                  </a:lnTo>
                  <a:lnTo>
                    <a:pt x="511" y="293"/>
                  </a:lnTo>
                  <a:lnTo>
                    <a:pt x="507" y="291"/>
                  </a:lnTo>
                  <a:lnTo>
                    <a:pt x="504" y="291"/>
                  </a:lnTo>
                  <a:lnTo>
                    <a:pt x="502" y="304"/>
                  </a:lnTo>
                  <a:lnTo>
                    <a:pt x="507" y="309"/>
                  </a:lnTo>
                  <a:lnTo>
                    <a:pt x="500" y="313"/>
                  </a:lnTo>
                  <a:lnTo>
                    <a:pt x="495" y="313"/>
                  </a:lnTo>
                  <a:lnTo>
                    <a:pt x="486" y="320"/>
                  </a:lnTo>
                  <a:lnTo>
                    <a:pt x="491" y="322"/>
                  </a:lnTo>
                  <a:lnTo>
                    <a:pt x="482" y="327"/>
                  </a:lnTo>
                  <a:lnTo>
                    <a:pt x="475" y="327"/>
                  </a:lnTo>
                  <a:lnTo>
                    <a:pt x="473" y="333"/>
                  </a:lnTo>
                  <a:lnTo>
                    <a:pt x="477" y="338"/>
                  </a:lnTo>
                  <a:lnTo>
                    <a:pt x="482" y="345"/>
                  </a:lnTo>
                  <a:lnTo>
                    <a:pt x="475" y="347"/>
                  </a:lnTo>
                  <a:lnTo>
                    <a:pt x="473" y="340"/>
                  </a:lnTo>
                  <a:lnTo>
                    <a:pt x="475" y="351"/>
                  </a:lnTo>
                  <a:lnTo>
                    <a:pt x="473" y="363"/>
                  </a:lnTo>
                  <a:lnTo>
                    <a:pt x="473" y="374"/>
                  </a:lnTo>
                  <a:lnTo>
                    <a:pt x="462" y="376"/>
                  </a:lnTo>
                  <a:lnTo>
                    <a:pt x="473" y="387"/>
                  </a:lnTo>
                  <a:lnTo>
                    <a:pt x="471" y="392"/>
                  </a:lnTo>
                  <a:lnTo>
                    <a:pt x="462" y="394"/>
                  </a:lnTo>
                  <a:lnTo>
                    <a:pt x="459" y="401"/>
                  </a:lnTo>
                  <a:lnTo>
                    <a:pt x="462" y="403"/>
                  </a:lnTo>
                  <a:lnTo>
                    <a:pt x="468" y="405"/>
                  </a:lnTo>
                  <a:lnTo>
                    <a:pt x="468" y="408"/>
                  </a:lnTo>
                  <a:lnTo>
                    <a:pt x="464" y="408"/>
                  </a:lnTo>
                  <a:lnTo>
                    <a:pt x="468" y="408"/>
                  </a:lnTo>
                  <a:lnTo>
                    <a:pt x="475" y="414"/>
                  </a:lnTo>
                  <a:lnTo>
                    <a:pt x="475" y="421"/>
                  </a:lnTo>
                  <a:lnTo>
                    <a:pt x="482" y="423"/>
                  </a:lnTo>
                  <a:lnTo>
                    <a:pt x="475" y="430"/>
                  </a:lnTo>
                  <a:lnTo>
                    <a:pt x="473" y="432"/>
                  </a:lnTo>
                  <a:lnTo>
                    <a:pt x="468" y="437"/>
                  </a:lnTo>
                  <a:lnTo>
                    <a:pt x="462" y="453"/>
                  </a:lnTo>
                  <a:lnTo>
                    <a:pt x="462" y="471"/>
                  </a:lnTo>
                  <a:lnTo>
                    <a:pt x="459" y="471"/>
                  </a:lnTo>
                  <a:lnTo>
                    <a:pt x="441" y="489"/>
                  </a:lnTo>
                  <a:lnTo>
                    <a:pt x="430" y="493"/>
                  </a:lnTo>
                  <a:lnTo>
                    <a:pt x="428" y="498"/>
                  </a:lnTo>
                  <a:lnTo>
                    <a:pt x="419" y="504"/>
                  </a:lnTo>
                  <a:lnTo>
                    <a:pt x="405" y="516"/>
                  </a:lnTo>
                  <a:lnTo>
                    <a:pt x="403" y="513"/>
                  </a:lnTo>
                  <a:lnTo>
                    <a:pt x="399" y="509"/>
                  </a:lnTo>
                  <a:lnTo>
                    <a:pt x="392" y="516"/>
                  </a:lnTo>
                  <a:lnTo>
                    <a:pt x="390" y="522"/>
                  </a:lnTo>
                  <a:lnTo>
                    <a:pt x="381" y="527"/>
                  </a:lnTo>
                  <a:lnTo>
                    <a:pt x="378" y="536"/>
                  </a:lnTo>
                  <a:lnTo>
                    <a:pt x="372" y="531"/>
                  </a:lnTo>
                  <a:lnTo>
                    <a:pt x="365" y="536"/>
                  </a:lnTo>
                  <a:lnTo>
                    <a:pt x="360" y="543"/>
                  </a:lnTo>
                  <a:lnTo>
                    <a:pt x="358" y="547"/>
                  </a:lnTo>
                  <a:lnTo>
                    <a:pt x="354" y="549"/>
                  </a:lnTo>
                  <a:lnTo>
                    <a:pt x="351" y="554"/>
                  </a:lnTo>
                  <a:lnTo>
                    <a:pt x="347" y="556"/>
                  </a:lnTo>
                  <a:lnTo>
                    <a:pt x="358" y="561"/>
                  </a:lnTo>
                  <a:lnTo>
                    <a:pt x="351" y="570"/>
                  </a:lnTo>
                  <a:lnTo>
                    <a:pt x="347" y="574"/>
                  </a:lnTo>
                  <a:lnTo>
                    <a:pt x="338" y="574"/>
                  </a:lnTo>
                  <a:lnTo>
                    <a:pt x="331" y="567"/>
                  </a:lnTo>
                  <a:lnTo>
                    <a:pt x="333" y="574"/>
                  </a:lnTo>
                  <a:lnTo>
                    <a:pt x="331" y="579"/>
                  </a:lnTo>
                  <a:lnTo>
                    <a:pt x="331" y="583"/>
                  </a:lnTo>
                  <a:lnTo>
                    <a:pt x="333" y="590"/>
                  </a:lnTo>
                  <a:lnTo>
                    <a:pt x="324" y="601"/>
                  </a:lnTo>
                  <a:lnTo>
                    <a:pt x="320" y="603"/>
                  </a:lnTo>
                  <a:lnTo>
                    <a:pt x="318" y="606"/>
                  </a:lnTo>
                  <a:lnTo>
                    <a:pt x="315" y="601"/>
                  </a:lnTo>
                  <a:lnTo>
                    <a:pt x="311" y="601"/>
                  </a:lnTo>
                  <a:lnTo>
                    <a:pt x="315" y="606"/>
                  </a:lnTo>
                  <a:lnTo>
                    <a:pt x="318" y="612"/>
                  </a:lnTo>
                  <a:lnTo>
                    <a:pt x="311" y="612"/>
                  </a:lnTo>
                  <a:lnTo>
                    <a:pt x="315" y="617"/>
                  </a:lnTo>
                  <a:lnTo>
                    <a:pt x="318" y="624"/>
                  </a:lnTo>
                  <a:lnTo>
                    <a:pt x="315" y="626"/>
                  </a:lnTo>
                  <a:lnTo>
                    <a:pt x="309" y="624"/>
                  </a:lnTo>
                  <a:lnTo>
                    <a:pt x="309" y="639"/>
                  </a:lnTo>
                  <a:lnTo>
                    <a:pt x="304" y="653"/>
                  </a:lnTo>
                  <a:lnTo>
                    <a:pt x="306" y="669"/>
                  </a:lnTo>
                  <a:lnTo>
                    <a:pt x="304" y="673"/>
                  </a:lnTo>
                  <a:lnTo>
                    <a:pt x="302" y="673"/>
                  </a:lnTo>
                  <a:lnTo>
                    <a:pt x="295" y="673"/>
                  </a:lnTo>
                  <a:lnTo>
                    <a:pt x="293" y="675"/>
                  </a:lnTo>
                  <a:lnTo>
                    <a:pt x="293" y="687"/>
                  </a:lnTo>
                  <a:lnTo>
                    <a:pt x="291" y="693"/>
                  </a:lnTo>
                  <a:lnTo>
                    <a:pt x="293" y="698"/>
                  </a:lnTo>
                  <a:lnTo>
                    <a:pt x="295" y="711"/>
                  </a:lnTo>
                  <a:lnTo>
                    <a:pt x="293" y="725"/>
                  </a:lnTo>
                  <a:lnTo>
                    <a:pt x="293" y="736"/>
                  </a:lnTo>
                  <a:lnTo>
                    <a:pt x="293" y="741"/>
                  </a:lnTo>
                  <a:lnTo>
                    <a:pt x="295" y="743"/>
                  </a:lnTo>
                  <a:lnTo>
                    <a:pt x="295" y="745"/>
                  </a:lnTo>
                  <a:lnTo>
                    <a:pt x="302" y="756"/>
                  </a:lnTo>
                  <a:lnTo>
                    <a:pt x="293" y="763"/>
                  </a:lnTo>
                  <a:lnTo>
                    <a:pt x="302" y="765"/>
                  </a:lnTo>
                  <a:lnTo>
                    <a:pt x="309" y="765"/>
                  </a:lnTo>
                  <a:lnTo>
                    <a:pt x="311" y="768"/>
                  </a:lnTo>
                  <a:lnTo>
                    <a:pt x="315" y="779"/>
                  </a:lnTo>
                  <a:lnTo>
                    <a:pt x="322" y="772"/>
                  </a:lnTo>
                  <a:lnTo>
                    <a:pt x="329" y="770"/>
                  </a:lnTo>
                  <a:lnTo>
                    <a:pt x="333" y="781"/>
                  </a:lnTo>
                  <a:lnTo>
                    <a:pt x="336" y="790"/>
                  </a:lnTo>
                  <a:lnTo>
                    <a:pt x="351" y="799"/>
                  </a:lnTo>
                  <a:lnTo>
                    <a:pt x="349" y="806"/>
                  </a:lnTo>
                  <a:lnTo>
                    <a:pt x="354" y="810"/>
                  </a:lnTo>
                  <a:lnTo>
                    <a:pt x="365" y="819"/>
                  </a:lnTo>
                  <a:lnTo>
                    <a:pt x="365" y="828"/>
                  </a:lnTo>
                  <a:lnTo>
                    <a:pt x="376" y="840"/>
                  </a:lnTo>
                  <a:lnTo>
                    <a:pt x="378" y="851"/>
                  </a:lnTo>
                  <a:lnTo>
                    <a:pt x="365" y="855"/>
                  </a:lnTo>
                  <a:lnTo>
                    <a:pt x="351" y="871"/>
                  </a:lnTo>
                  <a:lnTo>
                    <a:pt x="342" y="880"/>
                  </a:lnTo>
                  <a:lnTo>
                    <a:pt x="333" y="880"/>
                  </a:lnTo>
                  <a:lnTo>
                    <a:pt x="329" y="884"/>
                  </a:lnTo>
                  <a:lnTo>
                    <a:pt x="342" y="896"/>
                  </a:lnTo>
                  <a:lnTo>
                    <a:pt x="342" y="905"/>
                  </a:lnTo>
                  <a:lnTo>
                    <a:pt x="338" y="909"/>
                  </a:lnTo>
                  <a:lnTo>
                    <a:pt x="331" y="920"/>
                  </a:lnTo>
                  <a:lnTo>
                    <a:pt x="329" y="916"/>
                  </a:lnTo>
                  <a:lnTo>
                    <a:pt x="324" y="918"/>
                  </a:lnTo>
                  <a:lnTo>
                    <a:pt x="320" y="934"/>
                  </a:lnTo>
                  <a:lnTo>
                    <a:pt x="318" y="936"/>
                  </a:lnTo>
                  <a:lnTo>
                    <a:pt x="315" y="920"/>
                  </a:lnTo>
                  <a:lnTo>
                    <a:pt x="315" y="916"/>
                  </a:lnTo>
                  <a:lnTo>
                    <a:pt x="311" y="907"/>
                  </a:lnTo>
                  <a:lnTo>
                    <a:pt x="302" y="918"/>
                  </a:lnTo>
                  <a:lnTo>
                    <a:pt x="302" y="934"/>
                  </a:lnTo>
                  <a:lnTo>
                    <a:pt x="295" y="938"/>
                  </a:lnTo>
                  <a:lnTo>
                    <a:pt x="288" y="945"/>
                  </a:lnTo>
                  <a:lnTo>
                    <a:pt x="282" y="941"/>
                  </a:lnTo>
                  <a:lnTo>
                    <a:pt x="273" y="950"/>
                  </a:lnTo>
                  <a:lnTo>
                    <a:pt x="261" y="950"/>
                  </a:lnTo>
                  <a:lnTo>
                    <a:pt x="268" y="963"/>
                  </a:lnTo>
                  <a:lnTo>
                    <a:pt x="266" y="968"/>
                  </a:lnTo>
                  <a:lnTo>
                    <a:pt x="264" y="972"/>
                  </a:lnTo>
                  <a:lnTo>
                    <a:pt x="266" y="977"/>
                  </a:lnTo>
                  <a:lnTo>
                    <a:pt x="261" y="977"/>
                  </a:lnTo>
                  <a:lnTo>
                    <a:pt x="261" y="979"/>
                  </a:lnTo>
                  <a:lnTo>
                    <a:pt x="268" y="981"/>
                  </a:lnTo>
                  <a:lnTo>
                    <a:pt x="273" y="986"/>
                  </a:lnTo>
                  <a:lnTo>
                    <a:pt x="273" y="992"/>
                  </a:lnTo>
                  <a:lnTo>
                    <a:pt x="266" y="1004"/>
                  </a:lnTo>
                  <a:lnTo>
                    <a:pt x="261" y="1010"/>
                  </a:lnTo>
                  <a:lnTo>
                    <a:pt x="261" y="1019"/>
                  </a:lnTo>
                  <a:lnTo>
                    <a:pt x="252" y="1015"/>
                  </a:lnTo>
                  <a:lnTo>
                    <a:pt x="255" y="1028"/>
                  </a:lnTo>
                  <a:lnTo>
                    <a:pt x="255" y="1037"/>
                  </a:lnTo>
                  <a:lnTo>
                    <a:pt x="255" y="1046"/>
                  </a:lnTo>
                  <a:lnTo>
                    <a:pt x="252" y="1049"/>
                  </a:lnTo>
                  <a:lnTo>
                    <a:pt x="252" y="1055"/>
                  </a:lnTo>
                  <a:lnTo>
                    <a:pt x="255" y="1062"/>
                  </a:lnTo>
                  <a:lnTo>
                    <a:pt x="252" y="1073"/>
                  </a:lnTo>
                  <a:lnTo>
                    <a:pt x="248" y="1085"/>
                  </a:lnTo>
                  <a:lnTo>
                    <a:pt x="250" y="1091"/>
                  </a:lnTo>
                  <a:lnTo>
                    <a:pt x="250" y="1098"/>
                  </a:lnTo>
                  <a:lnTo>
                    <a:pt x="248" y="1100"/>
                  </a:lnTo>
                  <a:lnTo>
                    <a:pt x="246" y="1112"/>
                  </a:lnTo>
                  <a:lnTo>
                    <a:pt x="246" y="1118"/>
                  </a:lnTo>
                  <a:lnTo>
                    <a:pt x="237" y="1134"/>
                  </a:lnTo>
                  <a:lnTo>
                    <a:pt x="225" y="1159"/>
                  </a:lnTo>
                  <a:lnTo>
                    <a:pt x="219" y="1181"/>
                  </a:lnTo>
                  <a:lnTo>
                    <a:pt x="212" y="1186"/>
                  </a:lnTo>
                  <a:lnTo>
                    <a:pt x="205" y="1186"/>
                  </a:lnTo>
                  <a:lnTo>
                    <a:pt x="196" y="1184"/>
                  </a:lnTo>
                  <a:lnTo>
                    <a:pt x="192" y="1184"/>
                  </a:lnTo>
                  <a:lnTo>
                    <a:pt x="178" y="1184"/>
                  </a:lnTo>
                  <a:lnTo>
                    <a:pt x="171" y="1184"/>
                  </a:lnTo>
                  <a:lnTo>
                    <a:pt x="167" y="1186"/>
                  </a:lnTo>
                  <a:lnTo>
                    <a:pt x="156" y="1184"/>
                  </a:lnTo>
                  <a:lnTo>
                    <a:pt x="151" y="1184"/>
                  </a:lnTo>
                  <a:lnTo>
                    <a:pt x="153" y="1186"/>
                  </a:lnTo>
                  <a:lnTo>
                    <a:pt x="153" y="1188"/>
                  </a:lnTo>
                  <a:lnTo>
                    <a:pt x="149" y="1190"/>
                  </a:lnTo>
                  <a:lnTo>
                    <a:pt x="138" y="1190"/>
                  </a:lnTo>
                  <a:lnTo>
                    <a:pt x="129" y="1202"/>
                  </a:lnTo>
                  <a:lnTo>
                    <a:pt x="124" y="1215"/>
                  </a:lnTo>
                  <a:lnTo>
                    <a:pt x="133" y="1226"/>
                  </a:lnTo>
                  <a:lnTo>
                    <a:pt x="122" y="1247"/>
                  </a:lnTo>
                  <a:lnTo>
                    <a:pt x="111" y="1247"/>
                  </a:lnTo>
                  <a:lnTo>
                    <a:pt x="99" y="1244"/>
                  </a:lnTo>
                  <a:lnTo>
                    <a:pt x="88" y="1251"/>
                  </a:lnTo>
                  <a:lnTo>
                    <a:pt x="79" y="1253"/>
                  </a:lnTo>
                  <a:lnTo>
                    <a:pt x="63" y="1247"/>
                  </a:lnTo>
                  <a:lnTo>
                    <a:pt x="54" y="1242"/>
                  </a:lnTo>
                  <a:lnTo>
                    <a:pt x="52" y="1240"/>
                  </a:lnTo>
                  <a:lnTo>
                    <a:pt x="57" y="1233"/>
                  </a:lnTo>
                  <a:lnTo>
                    <a:pt x="57" y="1222"/>
                  </a:lnTo>
                  <a:lnTo>
                    <a:pt x="63" y="1222"/>
                  </a:lnTo>
                  <a:lnTo>
                    <a:pt x="63" y="1213"/>
                  </a:lnTo>
                  <a:lnTo>
                    <a:pt x="57" y="1199"/>
                  </a:lnTo>
                  <a:lnTo>
                    <a:pt x="54" y="1190"/>
                  </a:lnTo>
                  <a:lnTo>
                    <a:pt x="52" y="1186"/>
                  </a:lnTo>
                  <a:lnTo>
                    <a:pt x="45" y="1168"/>
                  </a:lnTo>
                  <a:lnTo>
                    <a:pt x="43" y="1159"/>
                  </a:lnTo>
                  <a:lnTo>
                    <a:pt x="45" y="1159"/>
                  </a:lnTo>
                  <a:lnTo>
                    <a:pt x="52" y="1161"/>
                  </a:lnTo>
                  <a:lnTo>
                    <a:pt x="54" y="1161"/>
                  </a:lnTo>
                  <a:lnTo>
                    <a:pt x="57" y="1159"/>
                  </a:lnTo>
                  <a:lnTo>
                    <a:pt x="52" y="1152"/>
                  </a:lnTo>
                  <a:lnTo>
                    <a:pt x="52" y="1143"/>
                  </a:lnTo>
                  <a:lnTo>
                    <a:pt x="57" y="1141"/>
                  </a:lnTo>
                  <a:lnTo>
                    <a:pt x="66" y="1145"/>
                  </a:lnTo>
                  <a:lnTo>
                    <a:pt x="66" y="1127"/>
                  </a:lnTo>
                  <a:lnTo>
                    <a:pt x="57" y="1125"/>
                  </a:lnTo>
                  <a:lnTo>
                    <a:pt x="50" y="1105"/>
                  </a:lnTo>
                  <a:lnTo>
                    <a:pt x="45" y="1100"/>
                  </a:lnTo>
                  <a:lnTo>
                    <a:pt x="41" y="1091"/>
                  </a:lnTo>
                  <a:lnTo>
                    <a:pt x="32" y="1058"/>
                  </a:lnTo>
                  <a:lnTo>
                    <a:pt x="27" y="1051"/>
                  </a:lnTo>
                  <a:lnTo>
                    <a:pt x="25" y="1046"/>
                  </a:lnTo>
                  <a:lnTo>
                    <a:pt x="23" y="1037"/>
                  </a:lnTo>
                  <a:lnTo>
                    <a:pt x="18" y="1033"/>
                  </a:lnTo>
                  <a:lnTo>
                    <a:pt x="18" y="1024"/>
                  </a:lnTo>
                  <a:lnTo>
                    <a:pt x="16" y="1024"/>
                  </a:lnTo>
                  <a:lnTo>
                    <a:pt x="16" y="1010"/>
                  </a:lnTo>
                  <a:lnTo>
                    <a:pt x="16" y="1004"/>
                  </a:lnTo>
                  <a:lnTo>
                    <a:pt x="18" y="995"/>
                  </a:lnTo>
                  <a:lnTo>
                    <a:pt x="27" y="972"/>
                  </a:lnTo>
                  <a:lnTo>
                    <a:pt x="27" y="963"/>
                  </a:lnTo>
                  <a:lnTo>
                    <a:pt x="25" y="963"/>
                  </a:lnTo>
                  <a:lnTo>
                    <a:pt x="16" y="963"/>
                  </a:lnTo>
                  <a:lnTo>
                    <a:pt x="12" y="965"/>
                  </a:lnTo>
                  <a:lnTo>
                    <a:pt x="3" y="963"/>
                  </a:lnTo>
                  <a:lnTo>
                    <a:pt x="0" y="959"/>
                  </a:lnTo>
                  <a:lnTo>
                    <a:pt x="0" y="947"/>
                  </a:lnTo>
                  <a:lnTo>
                    <a:pt x="3" y="938"/>
                  </a:lnTo>
                  <a:lnTo>
                    <a:pt x="3" y="932"/>
                  </a:lnTo>
                  <a:lnTo>
                    <a:pt x="3" y="925"/>
                  </a:lnTo>
                  <a:lnTo>
                    <a:pt x="0" y="918"/>
                  </a:lnTo>
                  <a:lnTo>
                    <a:pt x="3" y="909"/>
                  </a:lnTo>
                  <a:lnTo>
                    <a:pt x="3" y="905"/>
                  </a:lnTo>
                  <a:lnTo>
                    <a:pt x="3" y="902"/>
                  </a:lnTo>
                  <a:lnTo>
                    <a:pt x="0" y="896"/>
                  </a:lnTo>
                  <a:lnTo>
                    <a:pt x="3" y="891"/>
                  </a:lnTo>
                  <a:lnTo>
                    <a:pt x="3" y="893"/>
                  </a:lnTo>
                  <a:lnTo>
                    <a:pt x="5" y="896"/>
                  </a:lnTo>
                  <a:lnTo>
                    <a:pt x="12" y="898"/>
                  </a:lnTo>
                  <a:lnTo>
                    <a:pt x="16" y="907"/>
                  </a:lnTo>
                  <a:lnTo>
                    <a:pt x="23" y="907"/>
                  </a:lnTo>
                  <a:lnTo>
                    <a:pt x="27" y="902"/>
                  </a:lnTo>
                  <a:lnTo>
                    <a:pt x="32" y="884"/>
                  </a:lnTo>
                  <a:lnTo>
                    <a:pt x="32" y="860"/>
                  </a:lnTo>
                  <a:lnTo>
                    <a:pt x="39" y="846"/>
                  </a:lnTo>
                  <a:lnTo>
                    <a:pt x="43" y="835"/>
                  </a:lnTo>
                  <a:lnTo>
                    <a:pt x="43" y="819"/>
                  </a:lnTo>
                  <a:lnTo>
                    <a:pt x="57" y="810"/>
                  </a:lnTo>
                  <a:lnTo>
                    <a:pt x="72" y="797"/>
                  </a:lnTo>
                  <a:lnTo>
                    <a:pt x="75" y="790"/>
                  </a:lnTo>
                  <a:lnTo>
                    <a:pt x="79" y="779"/>
                  </a:lnTo>
                  <a:lnTo>
                    <a:pt x="81" y="772"/>
                  </a:lnTo>
                  <a:lnTo>
                    <a:pt x="81" y="759"/>
                  </a:lnTo>
                  <a:lnTo>
                    <a:pt x="75" y="750"/>
                  </a:lnTo>
                  <a:lnTo>
                    <a:pt x="72" y="741"/>
                  </a:lnTo>
                  <a:lnTo>
                    <a:pt x="70" y="729"/>
                  </a:lnTo>
                  <a:lnTo>
                    <a:pt x="70" y="725"/>
                  </a:lnTo>
                  <a:lnTo>
                    <a:pt x="72" y="716"/>
                  </a:lnTo>
                  <a:lnTo>
                    <a:pt x="75" y="700"/>
                  </a:lnTo>
                  <a:lnTo>
                    <a:pt x="84" y="693"/>
                  </a:lnTo>
                  <a:lnTo>
                    <a:pt x="97" y="687"/>
                  </a:lnTo>
                  <a:lnTo>
                    <a:pt x="97" y="671"/>
                  </a:lnTo>
                  <a:lnTo>
                    <a:pt x="88" y="662"/>
                  </a:lnTo>
                  <a:lnTo>
                    <a:pt x="81" y="657"/>
                  </a:lnTo>
                  <a:lnTo>
                    <a:pt x="86" y="637"/>
                  </a:lnTo>
                  <a:lnTo>
                    <a:pt x="97" y="612"/>
                  </a:lnTo>
                  <a:lnTo>
                    <a:pt x="95" y="601"/>
                  </a:lnTo>
                  <a:lnTo>
                    <a:pt x="93" y="592"/>
                  </a:lnTo>
                  <a:lnTo>
                    <a:pt x="86" y="583"/>
                  </a:lnTo>
                  <a:lnTo>
                    <a:pt x="86" y="570"/>
                  </a:lnTo>
                  <a:lnTo>
                    <a:pt x="84" y="561"/>
                  </a:lnTo>
                  <a:lnTo>
                    <a:pt x="84" y="554"/>
                  </a:lnTo>
                  <a:lnTo>
                    <a:pt x="93" y="543"/>
                  </a:lnTo>
                  <a:lnTo>
                    <a:pt x="88" y="527"/>
                  </a:lnTo>
                  <a:lnTo>
                    <a:pt x="86" y="513"/>
                  </a:lnTo>
                  <a:lnTo>
                    <a:pt x="93" y="502"/>
                  </a:lnTo>
                  <a:lnTo>
                    <a:pt x="97" y="489"/>
                  </a:lnTo>
                  <a:lnTo>
                    <a:pt x="99" y="477"/>
                  </a:lnTo>
                  <a:lnTo>
                    <a:pt x="111" y="464"/>
                  </a:lnTo>
                  <a:lnTo>
                    <a:pt x="126" y="444"/>
                  </a:lnTo>
                  <a:lnTo>
                    <a:pt x="140" y="437"/>
                  </a:lnTo>
                  <a:lnTo>
                    <a:pt x="151" y="435"/>
                  </a:lnTo>
                  <a:lnTo>
                    <a:pt x="158" y="444"/>
                  </a:lnTo>
                  <a:lnTo>
                    <a:pt x="169" y="448"/>
                  </a:lnTo>
                  <a:lnTo>
                    <a:pt x="180" y="410"/>
                  </a:lnTo>
                  <a:lnTo>
                    <a:pt x="167" y="394"/>
                  </a:lnTo>
                  <a:lnTo>
                    <a:pt x="198" y="367"/>
                  </a:lnTo>
                  <a:lnTo>
                    <a:pt x="205" y="340"/>
                  </a:lnTo>
                  <a:lnTo>
                    <a:pt x="207" y="306"/>
                  </a:lnTo>
                  <a:lnTo>
                    <a:pt x="212" y="300"/>
                  </a:lnTo>
                  <a:lnTo>
                    <a:pt x="219" y="293"/>
                  </a:lnTo>
                  <a:lnTo>
                    <a:pt x="214" y="277"/>
                  </a:lnTo>
                  <a:lnTo>
                    <a:pt x="214" y="266"/>
                  </a:lnTo>
                  <a:lnTo>
                    <a:pt x="219" y="264"/>
                  </a:lnTo>
                  <a:lnTo>
                    <a:pt x="234" y="252"/>
                  </a:lnTo>
                  <a:lnTo>
                    <a:pt x="246" y="248"/>
                  </a:lnTo>
                  <a:lnTo>
                    <a:pt x="252" y="241"/>
                  </a:lnTo>
                  <a:lnTo>
                    <a:pt x="250" y="230"/>
                  </a:lnTo>
                  <a:lnTo>
                    <a:pt x="252" y="216"/>
                  </a:lnTo>
                  <a:lnTo>
                    <a:pt x="273" y="201"/>
                  </a:lnTo>
                  <a:lnTo>
                    <a:pt x="282" y="187"/>
                  </a:lnTo>
                  <a:lnTo>
                    <a:pt x="284" y="180"/>
                  </a:lnTo>
                  <a:lnTo>
                    <a:pt x="288" y="167"/>
                  </a:lnTo>
                  <a:lnTo>
                    <a:pt x="284" y="151"/>
                  </a:lnTo>
                  <a:lnTo>
                    <a:pt x="284" y="135"/>
                  </a:lnTo>
                  <a:lnTo>
                    <a:pt x="297" y="126"/>
                  </a:lnTo>
                  <a:lnTo>
                    <a:pt x="306" y="99"/>
                  </a:lnTo>
                  <a:lnTo>
                    <a:pt x="329" y="77"/>
                  </a:lnTo>
                  <a:lnTo>
                    <a:pt x="345" y="86"/>
                  </a:lnTo>
                  <a:lnTo>
                    <a:pt x="354" y="77"/>
                  </a:lnTo>
                  <a:lnTo>
                    <a:pt x="351" y="66"/>
                  </a:lnTo>
                  <a:lnTo>
                    <a:pt x="354" y="59"/>
                  </a:lnTo>
                  <a:lnTo>
                    <a:pt x="360" y="48"/>
                  </a:lnTo>
                  <a:lnTo>
                    <a:pt x="363" y="39"/>
                  </a:lnTo>
                  <a:lnTo>
                    <a:pt x="365" y="34"/>
                  </a:lnTo>
                  <a:lnTo>
                    <a:pt x="387" y="43"/>
                  </a:lnTo>
                  <a:lnTo>
                    <a:pt x="403" y="48"/>
                  </a:lnTo>
                  <a:lnTo>
                    <a:pt x="414" y="54"/>
                  </a:lnTo>
                  <a:lnTo>
                    <a:pt x="426" y="54"/>
                  </a:lnTo>
                  <a:lnTo>
                    <a:pt x="432" y="43"/>
                  </a:lnTo>
                  <a:lnTo>
                    <a:pt x="426" y="41"/>
                  </a:lnTo>
                  <a:lnTo>
                    <a:pt x="428" y="25"/>
                  </a:lnTo>
                  <a:lnTo>
                    <a:pt x="441" y="25"/>
                  </a:lnTo>
                  <a:lnTo>
                    <a:pt x="430" y="18"/>
                  </a:lnTo>
                  <a:lnTo>
                    <a:pt x="428" y="0"/>
                  </a:lnTo>
                  <a:lnTo>
                    <a:pt x="441" y="0"/>
                  </a:lnTo>
                  <a:lnTo>
                    <a:pt x="462" y="21"/>
                  </a:lnTo>
                  <a:lnTo>
                    <a:pt x="464" y="3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4" name="Freeform 108">
              <a:extLst>
                <a:ext uri="{FF2B5EF4-FFF2-40B4-BE49-F238E27FC236}">
                  <a16:creationId xmlns:a16="http://schemas.microsoft.com/office/drawing/2014/main" id="{972909C7-D6A1-7DA7-60E2-39C645C1ECF8}"/>
                </a:ext>
              </a:extLst>
            </p:cNvPr>
            <p:cNvSpPr>
              <a:spLocks noChangeAspect="1"/>
            </p:cNvSpPr>
            <p:nvPr/>
          </p:nvSpPr>
          <p:spPr bwMode="auto">
            <a:xfrm>
              <a:off x="2754" y="2067"/>
              <a:ext cx="39" cy="87"/>
            </a:xfrm>
            <a:custGeom>
              <a:avLst/>
              <a:gdLst>
                <a:gd name="T0" fmla="*/ 0 w 47"/>
                <a:gd name="T1" fmla="*/ 92 h 92"/>
                <a:gd name="T2" fmla="*/ 2 w 47"/>
                <a:gd name="T3" fmla="*/ 90 h 92"/>
                <a:gd name="T4" fmla="*/ 2 w 47"/>
                <a:gd name="T5" fmla="*/ 69 h 92"/>
                <a:gd name="T6" fmla="*/ 4 w 47"/>
                <a:gd name="T7" fmla="*/ 51 h 92"/>
                <a:gd name="T8" fmla="*/ 2 w 47"/>
                <a:gd name="T9" fmla="*/ 47 h 92"/>
                <a:gd name="T10" fmla="*/ 2 w 47"/>
                <a:gd name="T11" fmla="*/ 38 h 92"/>
                <a:gd name="T12" fmla="*/ 4 w 47"/>
                <a:gd name="T13" fmla="*/ 33 h 92"/>
                <a:gd name="T14" fmla="*/ 13 w 47"/>
                <a:gd name="T15" fmla="*/ 24 h 92"/>
                <a:gd name="T16" fmla="*/ 18 w 47"/>
                <a:gd name="T17" fmla="*/ 13 h 92"/>
                <a:gd name="T18" fmla="*/ 22 w 47"/>
                <a:gd name="T19" fmla="*/ 9 h 92"/>
                <a:gd name="T20" fmla="*/ 29 w 47"/>
                <a:gd name="T21" fmla="*/ 2 h 92"/>
                <a:gd name="T22" fmla="*/ 31 w 47"/>
                <a:gd name="T23" fmla="*/ 2 h 92"/>
                <a:gd name="T24" fmla="*/ 36 w 47"/>
                <a:gd name="T25" fmla="*/ 9 h 92"/>
                <a:gd name="T26" fmla="*/ 38 w 47"/>
                <a:gd name="T27" fmla="*/ 6 h 92"/>
                <a:gd name="T28" fmla="*/ 38 w 47"/>
                <a:gd name="T29" fmla="*/ 0 h 92"/>
                <a:gd name="T30" fmla="*/ 45 w 47"/>
                <a:gd name="T31" fmla="*/ 0 h 92"/>
                <a:gd name="T32" fmla="*/ 47 w 47"/>
                <a:gd name="T33" fmla="*/ 9 h 92"/>
                <a:gd name="T34" fmla="*/ 43 w 47"/>
                <a:gd name="T35" fmla="*/ 20 h 92"/>
                <a:gd name="T36" fmla="*/ 36 w 47"/>
                <a:gd name="T37" fmla="*/ 24 h 92"/>
                <a:gd name="T38" fmla="*/ 36 w 47"/>
                <a:gd name="T39" fmla="*/ 38 h 92"/>
                <a:gd name="T40" fmla="*/ 38 w 47"/>
                <a:gd name="T41" fmla="*/ 49 h 92"/>
                <a:gd name="T42" fmla="*/ 36 w 47"/>
                <a:gd name="T43" fmla="*/ 51 h 92"/>
                <a:gd name="T44" fmla="*/ 31 w 47"/>
                <a:gd name="T45" fmla="*/ 54 h 92"/>
                <a:gd name="T46" fmla="*/ 29 w 47"/>
                <a:gd name="T47" fmla="*/ 63 h 92"/>
                <a:gd name="T48" fmla="*/ 22 w 47"/>
                <a:gd name="T49" fmla="*/ 65 h 92"/>
                <a:gd name="T50" fmla="*/ 18 w 47"/>
                <a:gd name="T51" fmla="*/ 69 h 92"/>
                <a:gd name="T52" fmla="*/ 18 w 47"/>
                <a:gd name="T53" fmla="*/ 76 h 92"/>
                <a:gd name="T54" fmla="*/ 16 w 47"/>
                <a:gd name="T55" fmla="*/ 78 h 92"/>
                <a:gd name="T56" fmla="*/ 13 w 47"/>
                <a:gd name="T57" fmla="*/ 83 h 92"/>
                <a:gd name="T58" fmla="*/ 9 w 47"/>
                <a:gd name="T59" fmla="*/ 90 h 92"/>
                <a:gd name="T60" fmla="*/ 2 w 47"/>
                <a:gd name="T61" fmla="*/ 92 h 92"/>
                <a:gd name="T62" fmla="*/ 0 w 47"/>
                <a:gd name="T63"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92">
                  <a:moveTo>
                    <a:pt x="0" y="92"/>
                  </a:moveTo>
                  <a:lnTo>
                    <a:pt x="2" y="90"/>
                  </a:lnTo>
                  <a:lnTo>
                    <a:pt x="2" y="69"/>
                  </a:lnTo>
                  <a:lnTo>
                    <a:pt x="4" y="51"/>
                  </a:lnTo>
                  <a:lnTo>
                    <a:pt x="2" y="47"/>
                  </a:lnTo>
                  <a:lnTo>
                    <a:pt x="2" y="38"/>
                  </a:lnTo>
                  <a:lnTo>
                    <a:pt x="4" y="33"/>
                  </a:lnTo>
                  <a:lnTo>
                    <a:pt x="13" y="24"/>
                  </a:lnTo>
                  <a:lnTo>
                    <a:pt x="18" y="13"/>
                  </a:lnTo>
                  <a:lnTo>
                    <a:pt x="22" y="9"/>
                  </a:lnTo>
                  <a:lnTo>
                    <a:pt x="29" y="2"/>
                  </a:lnTo>
                  <a:lnTo>
                    <a:pt x="31" y="2"/>
                  </a:lnTo>
                  <a:lnTo>
                    <a:pt x="36" y="9"/>
                  </a:lnTo>
                  <a:lnTo>
                    <a:pt x="38" y="6"/>
                  </a:lnTo>
                  <a:lnTo>
                    <a:pt x="38" y="0"/>
                  </a:lnTo>
                  <a:lnTo>
                    <a:pt x="45" y="0"/>
                  </a:lnTo>
                  <a:lnTo>
                    <a:pt x="47" y="9"/>
                  </a:lnTo>
                  <a:lnTo>
                    <a:pt x="43" y="20"/>
                  </a:lnTo>
                  <a:lnTo>
                    <a:pt x="36" y="24"/>
                  </a:lnTo>
                  <a:lnTo>
                    <a:pt x="36" y="38"/>
                  </a:lnTo>
                  <a:lnTo>
                    <a:pt x="38" y="49"/>
                  </a:lnTo>
                  <a:lnTo>
                    <a:pt x="36" y="51"/>
                  </a:lnTo>
                  <a:lnTo>
                    <a:pt x="31" y="54"/>
                  </a:lnTo>
                  <a:lnTo>
                    <a:pt x="29" y="63"/>
                  </a:lnTo>
                  <a:lnTo>
                    <a:pt x="22" y="65"/>
                  </a:lnTo>
                  <a:lnTo>
                    <a:pt x="18" y="69"/>
                  </a:lnTo>
                  <a:lnTo>
                    <a:pt x="18" y="76"/>
                  </a:lnTo>
                  <a:lnTo>
                    <a:pt x="16" y="78"/>
                  </a:lnTo>
                  <a:lnTo>
                    <a:pt x="13" y="83"/>
                  </a:lnTo>
                  <a:lnTo>
                    <a:pt x="9" y="90"/>
                  </a:lnTo>
                  <a:lnTo>
                    <a:pt x="2" y="92"/>
                  </a:lnTo>
                  <a:lnTo>
                    <a:pt x="0" y="9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5" name="Freeform 109">
              <a:extLst>
                <a:ext uri="{FF2B5EF4-FFF2-40B4-BE49-F238E27FC236}">
                  <a16:creationId xmlns:a16="http://schemas.microsoft.com/office/drawing/2014/main" id="{1EDF342A-C1CD-BD3C-058A-A51227392BCA}"/>
                </a:ext>
              </a:extLst>
            </p:cNvPr>
            <p:cNvSpPr>
              <a:spLocks noChangeAspect="1"/>
            </p:cNvSpPr>
            <p:nvPr/>
          </p:nvSpPr>
          <p:spPr bwMode="auto">
            <a:xfrm>
              <a:off x="2678" y="2113"/>
              <a:ext cx="32" cy="92"/>
            </a:xfrm>
            <a:custGeom>
              <a:avLst/>
              <a:gdLst>
                <a:gd name="T0" fmla="*/ 38 w 38"/>
                <a:gd name="T1" fmla="*/ 0 h 102"/>
                <a:gd name="T2" fmla="*/ 36 w 38"/>
                <a:gd name="T3" fmla="*/ 3 h 102"/>
                <a:gd name="T4" fmla="*/ 34 w 38"/>
                <a:gd name="T5" fmla="*/ 14 h 102"/>
                <a:gd name="T6" fmla="*/ 22 w 38"/>
                <a:gd name="T7" fmla="*/ 27 h 102"/>
                <a:gd name="T8" fmla="*/ 22 w 38"/>
                <a:gd name="T9" fmla="*/ 34 h 102"/>
                <a:gd name="T10" fmla="*/ 20 w 38"/>
                <a:gd name="T11" fmla="*/ 41 h 102"/>
                <a:gd name="T12" fmla="*/ 16 w 38"/>
                <a:gd name="T13" fmla="*/ 45 h 102"/>
                <a:gd name="T14" fmla="*/ 13 w 38"/>
                <a:gd name="T15" fmla="*/ 48 h 102"/>
                <a:gd name="T16" fmla="*/ 11 w 38"/>
                <a:gd name="T17" fmla="*/ 54 h 102"/>
                <a:gd name="T18" fmla="*/ 9 w 38"/>
                <a:gd name="T19" fmla="*/ 66 h 102"/>
                <a:gd name="T20" fmla="*/ 2 w 38"/>
                <a:gd name="T21" fmla="*/ 75 h 102"/>
                <a:gd name="T22" fmla="*/ 0 w 38"/>
                <a:gd name="T23" fmla="*/ 81 h 102"/>
                <a:gd name="T24" fmla="*/ 0 w 38"/>
                <a:gd name="T25" fmla="*/ 99 h 102"/>
                <a:gd name="T26" fmla="*/ 2 w 38"/>
                <a:gd name="T27" fmla="*/ 102 h 102"/>
                <a:gd name="T28" fmla="*/ 7 w 38"/>
                <a:gd name="T29" fmla="*/ 99 h 102"/>
                <a:gd name="T30" fmla="*/ 9 w 38"/>
                <a:gd name="T31" fmla="*/ 88 h 102"/>
                <a:gd name="T32" fmla="*/ 13 w 38"/>
                <a:gd name="T33" fmla="*/ 72 h 102"/>
                <a:gd name="T34" fmla="*/ 25 w 38"/>
                <a:gd name="T35" fmla="*/ 48 h 102"/>
                <a:gd name="T36" fmla="*/ 29 w 38"/>
                <a:gd name="T37" fmla="*/ 34 h 102"/>
                <a:gd name="T38" fmla="*/ 34 w 38"/>
                <a:gd name="T39" fmla="*/ 27 h 102"/>
                <a:gd name="T40" fmla="*/ 38 w 38"/>
                <a:gd name="T4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102">
                  <a:moveTo>
                    <a:pt x="38" y="0"/>
                  </a:moveTo>
                  <a:lnTo>
                    <a:pt x="36" y="3"/>
                  </a:lnTo>
                  <a:lnTo>
                    <a:pt x="34" y="14"/>
                  </a:lnTo>
                  <a:lnTo>
                    <a:pt x="22" y="27"/>
                  </a:lnTo>
                  <a:lnTo>
                    <a:pt x="22" y="34"/>
                  </a:lnTo>
                  <a:lnTo>
                    <a:pt x="20" y="41"/>
                  </a:lnTo>
                  <a:lnTo>
                    <a:pt x="16" y="45"/>
                  </a:lnTo>
                  <a:lnTo>
                    <a:pt x="13" y="48"/>
                  </a:lnTo>
                  <a:lnTo>
                    <a:pt x="11" y="54"/>
                  </a:lnTo>
                  <a:lnTo>
                    <a:pt x="9" y="66"/>
                  </a:lnTo>
                  <a:lnTo>
                    <a:pt x="2" y="75"/>
                  </a:lnTo>
                  <a:lnTo>
                    <a:pt x="0" y="81"/>
                  </a:lnTo>
                  <a:lnTo>
                    <a:pt x="0" y="99"/>
                  </a:lnTo>
                  <a:lnTo>
                    <a:pt x="2" y="102"/>
                  </a:lnTo>
                  <a:lnTo>
                    <a:pt x="7" y="99"/>
                  </a:lnTo>
                  <a:lnTo>
                    <a:pt x="9" y="88"/>
                  </a:lnTo>
                  <a:lnTo>
                    <a:pt x="13" y="72"/>
                  </a:lnTo>
                  <a:lnTo>
                    <a:pt x="25" y="48"/>
                  </a:lnTo>
                  <a:lnTo>
                    <a:pt x="29" y="34"/>
                  </a:lnTo>
                  <a:lnTo>
                    <a:pt x="34" y="27"/>
                  </a:lnTo>
                  <a:lnTo>
                    <a:pt x="38"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6" name="Freeform 110">
              <a:extLst>
                <a:ext uri="{FF2B5EF4-FFF2-40B4-BE49-F238E27FC236}">
                  <a16:creationId xmlns:a16="http://schemas.microsoft.com/office/drawing/2014/main" id="{872D1A80-2AC1-2D8E-87D7-23E5390571FD}"/>
                </a:ext>
              </a:extLst>
            </p:cNvPr>
            <p:cNvSpPr>
              <a:spLocks noChangeAspect="1"/>
            </p:cNvSpPr>
            <p:nvPr/>
          </p:nvSpPr>
          <p:spPr bwMode="auto">
            <a:xfrm>
              <a:off x="2678" y="2113"/>
              <a:ext cx="32" cy="92"/>
            </a:xfrm>
            <a:custGeom>
              <a:avLst/>
              <a:gdLst>
                <a:gd name="T0" fmla="*/ 38 w 38"/>
                <a:gd name="T1" fmla="*/ 0 h 102"/>
                <a:gd name="T2" fmla="*/ 36 w 38"/>
                <a:gd name="T3" fmla="*/ 3 h 102"/>
                <a:gd name="T4" fmla="*/ 34 w 38"/>
                <a:gd name="T5" fmla="*/ 14 h 102"/>
                <a:gd name="T6" fmla="*/ 22 w 38"/>
                <a:gd name="T7" fmla="*/ 27 h 102"/>
                <a:gd name="T8" fmla="*/ 22 w 38"/>
                <a:gd name="T9" fmla="*/ 34 h 102"/>
                <a:gd name="T10" fmla="*/ 20 w 38"/>
                <a:gd name="T11" fmla="*/ 41 h 102"/>
                <a:gd name="T12" fmla="*/ 16 w 38"/>
                <a:gd name="T13" fmla="*/ 45 h 102"/>
                <a:gd name="T14" fmla="*/ 13 w 38"/>
                <a:gd name="T15" fmla="*/ 48 h 102"/>
                <a:gd name="T16" fmla="*/ 11 w 38"/>
                <a:gd name="T17" fmla="*/ 54 h 102"/>
                <a:gd name="T18" fmla="*/ 9 w 38"/>
                <a:gd name="T19" fmla="*/ 66 h 102"/>
                <a:gd name="T20" fmla="*/ 2 w 38"/>
                <a:gd name="T21" fmla="*/ 75 h 102"/>
                <a:gd name="T22" fmla="*/ 0 w 38"/>
                <a:gd name="T23" fmla="*/ 81 h 102"/>
                <a:gd name="T24" fmla="*/ 0 w 38"/>
                <a:gd name="T25" fmla="*/ 99 h 102"/>
                <a:gd name="T26" fmla="*/ 2 w 38"/>
                <a:gd name="T27" fmla="*/ 102 h 102"/>
                <a:gd name="T28" fmla="*/ 7 w 38"/>
                <a:gd name="T29" fmla="*/ 99 h 102"/>
                <a:gd name="T30" fmla="*/ 9 w 38"/>
                <a:gd name="T31" fmla="*/ 88 h 102"/>
                <a:gd name="T32" fmla="*/ 13 w 38"/>
                <a:gd name="T33" fmla="*/ 72 h 102"/>
                <a:gd name="T34" fmla="*/ 25 w 38"/>
                <a:gd name="T35" fmla="*/ 48 h 102"/>
                <a:gd name="T36" fmla="*/ 29 w 38"/>
                <a:gd name="T37" fmla="*/ 34 h 102"/>
                <a:gd name="T38" fmla="*/ 34 w 38"/>
                <a:gd name="T39" fmla="*/ 27 h 102"/>
                <a:gd name="T40" fmla="*/ 38 w 38"/>
                <a:gd name="T4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102">
                  <a:moveTo>
                    <a:pt x="38" y="0"/>
                  </a:moveTo>
                  <a:lnTo>
                    <a:pt x="36" y="3"/>
                  </a:lnTo>
                  <a:lnTo>
                    <a:pt x="34" y="14"/>
                  </a:lnTo>
                  <a:lnTo>
                    <a:pt x="22" y="27"/>
                  </a:lnTo>
                  <a:lnTo>
                    <a:pt x="22" y="34"/>
                  </a:lnTo>
                  <a:lnTo>
                    <a:pt x="20" y="41"/>
                  </a:lnTo>
                  <a:lnTo>
                    <a:pt x="16" y="45"/>
                  </a:lnTo>
                  <a:lnTo>
                    <a:pt x="13" y="48"/>
                  </a:lnTo>
                  <a:lnTo>
                    <a:pt x="11" y="54"/>
                  </a:lnTo>
                  <a:lnTo>
                    <a:pt x="9" y="66"/>
                  </a:lnTo>
                  <a:lnTo>
                    <a:pt x="2" y="75"/>
                  </a:lnTo>
                  <a:lnTo>
                    <a:pt x="0" y="81"/>
                  </a:lnTo>
                  <a:lnTo>
                    <a:pt x="0" y="99"/>
                  </a:lnTo>
                  <a:lnTo>
                    <a:pt x="2" y="102"/>
                  </a:lnTo>
                  <a:lnTo>
                    <a:pt x="7" y="99"/>
                  </a:lnTo>
                  <a:lnTo>
                    <a:pt x="9" y="88"/>
                  </a:lnTo>
                  <a:lnTo>
                    <a:pt x="13" y="72"/>
                  </a:lnTo>
                  <a:lnTo>
                    <a:pt x="25" y="48"/>
                  </a:lnTo>
                  <a:lnTo>
                    <a:pt x="29" y="34"/>
                  </a:lnTo>
                  <a:lnTo>
                    <a:pt x="34" y="27"/>
                  </a:lnTo>
                  <a:lnTo>
                    <a:pt x="38"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7" name="Freeform 111">
              <a:extLst>
                <a:ext uri="{FF2B5EF4-FFF2-40B4-BE49-F238E27FC236}">
                  <a16:creationId xmlns:a16="http://schemas.microsoft.com/office/drawing/2014/main" id="{58731D53-6C77-BB34-902D-AF1E4790C5AB}"/>
                </a:ext>
              </a:extLst>
            </p:cNvPr>
            <p:cNvSpPr>
              <a:spLocks noChangeAspect="1"/>
            </p:cNvSpPr>
            <p:nvPr/>
          </p:nvSpPr>
          <p:spPr bwMode="auto">
            <a:xfrm>
              <a:off x="2555" y="1680"/>
              <a:ext cx="4" cy="12"/>
            </a:xfrm>
            <a:custGeom>
              <a:avLst/>
              <a:gdLst>
                <a:gd name="T0" fmla="*/ 4 w 4"/>
                <a:gd name="T1" fmla="*/ 13 h 13"/>
                <a:gd name="T2" fmla="*/ 0 w 4"/>
                <a:gd name="T3" fmla="*/ 0 h 13"/>
                <a:gd name="T4" fmla="*/ 4 w 4"/>
                <a:gd name="T5" fmla="*/ 2 h 13"/>
                <a:gd name="T6" fmla="*/ 4 w 4"/>
                <a:gd name="T7" fmla="*/ 9 h 13"/>
                <a:gd name="T8" fmla="*/ 4 w 4"/>
                <a:gd name="T9" fmla="*/ 13 h 13"/>
              </a:gdLst>
              <a:ahLst/>
              <a:cxnLst>
                <a:cxn ang="0">
                  <a:pos x="T0" y="T1"/>
                </a:cxn>
                <a:cxn ang="0">
                  <a:pos x="T2" y="T3"/>
                </a:cxn>
                <a:cxn ang="0">
                  <a:pos x="T4" y="T5"/>
                </a:cxn>
                <a:cxn ang="0">
                  <a:pos x="T6" y="T7"/>
                </a:cxn>
                <a:cxn ang="0">
                  <a:pos x="T8" y="T9"/>
                </a:cxn>
              </a:cxnLst>
              <a:rect l="0" t="0" r="r" b="b"/>
              <a:pathLst>
                <a:path w="4" h="13">
                  <a:moveTo>
                    <a:pt x="4" y="13"/>
                  </a:moveTo>
                  <a:lnTo>
                    <a:pt x="0" y="0"/>
                  </a:lnTo>
                  <a:lnTo>
                    <a:pt x="4" y="2"/>
                  </a:lnTo>
                  <a:lnTo>
                    <a:pt x="4" y="9"/>
                  </a:lnTo>
                  <a:lnTo>
                    <a:pt x="4" y="1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8" name="Freeform 112">
              <a:extLst>
                <a:ext uri="{FF2B5EF4-FFF2-40B4-BE49-F238E27FC236}">
                  <a16:creationId xmlns:a16="http://schemas.microsoft.com/office/drawing/2014/main" id="{5C8C695F-8BA3-7950-C7A9-22E162CE0264}"/>
                </a:ext>
              </a:extLst>
            </p:cNvPr>
            <p:cNvSpPr>
              <a:spLocks noChangeAspect="1"/>
            </p:cNvSpPr>
            <p:nvPr/>
          </p:nvSpPr>
          <p:spPr bwMode="auto">
            <a:xfrm>
              <a:off x="2555" y="1680"/>
              <a:ext cx="4" cy="12"/>
            </a:xfrm>
            <a:custGeom>
              <a:avLst/>
              <a:gdLst>
                <a:gd name="T0" fmla="*/ 4 w 4"/>
                <a:gd name="T1" fmla="*/ 13 h 13"/>
                <a:gd name="T2" fmla="*/ 0 w 4"/>
                <a:gd name="T3" fmla="*/ 0 h 13"/>
                <a:gd name="T4" fmla="*/ 4 w 4"/>
                <a:gd name="T5" fmla="*/ 2 h 13"/>
                <a:gd name="T6" fmla="*/ 4 w 4"/>
                <a:gd name="T7" fmla="*/ 9 h 13"/>
                <a:gd name="T8" fmla="*/ 4 w 4"/>
                <a:gd name="T9" fmla="*/ 13 h 13"/>
              </a:gdLst>
              <a:ahLst/>
              <a:cxnLst>
                <a:cxn ang="0">
                  <a:pos x="T0" y="T1"/>
                </a:cxn>
                <a:cxn ang="0">
                  <a:pos x="T2" y="T3"/>
                </a:cxn>
                <a:cxn ang="0">
                  <a:pos x="T4" y="T5"/>
                </a:cxn>
                <a:cxn ang="0">
                  <a:pos x="T6" y="T7"/>
                </a:cxn>
                <a:cxn ang="0">
                  <a:pos x="T8" y="T9"/>
                </a:cxn>
              </a:cxnLst>
              <a:rect l="0" t="0" r="r" b="b"/>
              <a:pathLst>
                <a:path w="4" h="13">
                  <a:moveTo>
                    <a:pt x="4" y="13"/>
                  </a:moveTo>
                  <a:lnTo>
                    <a:pt x="0" y="0"/>
                  </a:lnTo>
                  <a:lnTo>
                    <a:pt x="4" y="2"/>
                  </a:lnTo>
                  <a:lnTo>
                    <a:pt x="4" y="9"/>
                  </a:lnTo>
                  <a:lnTo>
                    <a:pt x="4"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09" name="Freeform 113">
              <a:extLst>
                <a:ext uri="{FF2B5EF4-FFF2-40B4-BE49-F238E27FC236}">
                  <a16:creationId xmlns:a16="http://schemas.microsoft.com/office/drawing/2014/main" id="{BD17D001-EE1A-7779-D4B1-70BBEFC63324}"/>
                </a:ext>
              </a:extLst>
            </p:cNvPr>
            <p:cNvSpPr>
              <a:spLocks noChangeAspect="1"/>
            </p:cNvSpPr>
            <p:nvPr/>
          </p:nvSpPr>
          <p:spPr bwMode="auto">
            <a:xfrm>
              <a:off x="2923" y="1870"/>
              <a:ext cx="18" cy="16"/>
            </a:xfrm>
            <a:custGeom>
              <a:avLst/>
              <a:gdLst>
                <a:gd name="T0" fmla="*/ 16 w 21"/>
                <a:gd name="T1" fmla="*/ 16 h 18"/>
                <a:gd name="T2" fmla="*/ 9 w 21"/>
                <a:gd name="T3" fmla="*/ 13 h 18"/>
                <a:gd name="T4" fmla="*/ 3 w 21"/>
                <a:gd name="T5" fmla="*/ 18 h 18"/>
                <a:gd name="T6" fmla="*/ 0 w 21"/>
                <a:gd name="T7" fmla="*/ 16 h 18"/>
                <a:gd name="T8" fmla="*/ 0 w 21"/>
                <a:gd name="T9" fmla="*/ 9 h 18"/>
                <a:gd name="T10" fmla="*/ 3 w 21"/>
                <a:gd name="T11" fmla="*/ 7 h 18"/>
                <a:gd name="T12" fmla="*/ 3 w 21"/>
                <a:gd name="T13" fmla="*/ 2 h 18"/>
                <a:gd name="T14" fmla="*/ 9 w 21"/>
                <a:gd name="T15" fmla="*/ 4 h 18"/>
                <a:gd name="T16" fmla="*/ 21 w 21"/>
                <a:gd name="T17" fmla="*/ 0 h 18"/>
                <a:gd name="T18" fmla="*/ 16 w 21"/>
                <a:gd name="T19" fmla="*/ 9 h 18"/>
                <a:gd name="T20" fmla="*/ 16 w 21"/>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8">
                  <a:moveTo>
                    <a:pt x="16" y="16"/>
                  </a:moveTo>
                  <a:lnTo>
                    <a:pt x="9" y="13"/>
                  </a:lnTo>
                  <a:lnTo>
                    <a:pt x="3" y="18"/>
                  </a:lnTo>
                  <a:lnTo>
                    <a:pt x="0" y="16"/>
                  </a:lnTo>
                  <a:lnTo>
                    <a:pt x="0" y="9"/>
                  </a:lnTo>
                  <a:lnTo>
                    <a:pt x="3" y="7"/>
                  </a:lnTo>
                  <a:lnTo>
                    <a:pt x="3" y="2"/>
                  </a:lnTo>
                  <a:lnTo>
                    <a:pt x="9" y="4"/>
                  </a:lnTo>
                  <a:lnTo>
                    <a:pt x="21" y="0"/>
                  </a:lnTo>
                  <a:lnTo>
                    <a:pt x="16" y="9"/>
                  </a:lnTo>
                  <a:lnTo>
                    <a:pt x="16" y="1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0" name="Freeform 114">
              <a:extLst>
                <a:ext uri="{FF2B5EF4-FFF2-40B4-BE49-F238E27FC236}">
                  <a16:creationId xmlns:a16="http://schemas.microsoft.com/office/drawing/2014/main" id="{B87C32AE-318D-02ED-4D37-3BFA7F3B8B44}"/>
                </a:ext>
              </a:extLst>
            </p:cNvPr>
            <p:cNvSpPr>
              <a:spLocks noChangeAspect="1"/>
            </p:cNvSpPr>
            <p:nvPr/>
          </p:nvSpPr>
          <p:spPr bwMode="auto">
            <a:xfrm>
              <a:off x="2923" y="1870"/>
              <a:ext cx="18" cy="16"/>
            </a:xfrm>
            <a:custGeom>
              <a:avLst/>
              <a:gdLst>
                <a:gd name="T0" fmla="*/ 16 w 21"/>
                <a:gd name="T1" fmla="*/ 16 h 18"/>
                <a:gd name="T2" fmla="*/ 9 w 21"/>
                <a:gd name="T3" fmla="*/ 13 h 18"/>
                <a:gd name="T4" fmla="*/ 3 w 21"/>
                <a:gd name="T5" fmla="*/ 18 h 18"/>
                <a:gd name="T6" fmla="*/ 0 w 21"/>
                <a:gd name="T7" fmla="*/ 16 h 18"/>
                <a:gd name="T8" fmla="*/ 0 w 21"/>
                <a:gd name="T9" fmla="*/ 9 h 18"/>
                <a:gd name="T10" fmla="*/ 3 w 21"/>
                <a:gd name="T11" fmla="*/ 7 h 18"/>
                <a:gd name="T12" fmla="*/ 3 w 21"/>
                <a:gd name="T13" fmla="*/ 2 h 18"/>
                <a:gd name="T14" fmla="*/ 9 w 21"/>
                <a:gd name="T15" fmla="*/ 4 h 18"/>
                <a:gd name="T16" fmla="*/ 21 w 21"/>
                <a:gd name="T17" fmla="*/ 0 h 18"/>
                <a:gd name="T18" fmla="*/ 16 w 21"/>
                <a:gd name="T19" fmla="*/ 9 h 18"/>
                <a:gd name="T20" fmla="*/ 16 w 21"/>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8">
                  <a:moveTo>
                    <a:pt x="16" y="16"/>
                  </a:moveTo>
                  <a:lnTo>
                    <a:pt x="9" y="13"/>
                  </a:lnTo>
                  <a:lnTo>
                    <a:pt x="3" y="18"/>
                  </a:lnTo>
                  <a:lnTo>
                    <a:pt x="0" y="16"/>
                  </a:lnTo>
                  <a:lnTo>
                    <a:pt x="0" y="9"/>
                  </a:lnTo>
                  <a:lnTo>
                    <a:pt x="3" y="7"/>
                  </a:lnTo>
                  <a:lnTo>
                    <a:pt x="3" y="2"/>
                  </a:lnTo>
                  <a:lnTo>
                    <a:pt x="9" y="4"/>
                  </a:lnTo>
                  <a:lnTo>
                    <a:pt x="21" y="0"/>
                  </a:lnTo>
                  <a:lnTo>
                    <a:pt x="16" y="9"/>
                  </a:lnTo>
                  <a:lnTo>
                    <a:pt x="16" y="16"/>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1" name="Freeform 115">
              <a:extLst>
                <a:ext uri="{FF2B5EF4-FFF2-40B4-BE49-F238E27FC236}">
                  <a16:creationId xmlns:a16="http://schemas.microsoft.com/office/drawing/2014/main" id="{80FE4BC2-A47A-7678-F546-142AAAC17A95}"/>
                </a:ext>
              </a:extLst>
            </p:cNvPr>
            <p:cNvSpPr>
              <a:spLocks noChangeAspect="1"/>
            </p:cNvSpPr>
            <p:nvPr/>
          </p:nvSpPr>
          <p:spPr bwMode="auto">
            <a:xfrm>
              <a:off x="2848" y="1037"/>
              <a:ext cx="386" cy="870"/>
            </a:xfrm>
            <a:custGeom>
              <a:avLst/>
              <a:gdLst>
                <a:gd name="T0" fmla="*/ 75 w 459"/>
                <a:gd name="T1" fmla="*/ 171 h 950"/>
                <a:gd name="T2" fmla="*/ 102 w 459"/>
                <a:gd name="T3" fmla="*/ 205 h 950"/>
                <a:gd name="T4" fmla="*/ 111 w 459"/>
                <a:gd name="T5" fmla="*/ 257 h 950"/>
                <a:gd name="T6" fmla="*/ 115 w 459"/>
                <a:gd name="T7" fmla="*/ 297 h 950"/>
                <a:gd name="T8" fmla="*/ 129 w 459"/>
                <a:gd name="T9" fmla="*/ 389 h 950"/>
                <a:gd name="T10" fmla="*/ 149 w 459"/>
                <a:gd name="T11" fmla="*/ 405 h 950"/>
                <a:gd name="T12" fmla="*/ 180 w 459"/>
                <a:gd name="T13" fmla="*/ 450 h 950"/>
                <a:gd name="T14" fmla="*/ 185 w 459"/>
                <a:gd name="T15" fmla="*/ 470 h 950"/>
                <a:gd name="T16" fmla="*/ 176 w 459"/>
                <a:gd name="T17" fmla="*/ 477 h 950"/>
                <a:gd name="T18" fmla="*/ 135 w 459"/>
                <a:gd name="T19" fmla="*/ 524 h 950"/>
                <a:gd name="T20" fmla="*/ 111 w 459"/>
                <a:gd name="T21" fmla="*/ 563 h 950"/>
                <a:gd name="T22" fmla="*/ 93 w 459"/>
                <a:gd name="T23" fmla="*/ 599 h 950"/>
                <a:gd name="T24" fmla="*/ 79 w 459"/>
                <a:gd name="T25" fmla="*/ 617 h 950"/>
                <a:gd name="T26" fmla="*/ 45 w 459"/>
                <a:gd name="T27" fmla="*/ 641 h 950"/>
                <a:gd name="T28" fmla="*/ 32 w 459"/>
                <a:gd name="T29" fmla="*/ 673 h 950"/>
                <a:gd name="T30" fmla="*/ 30 w 459"/>
                <a:gd name="T31" fmla="*/ 720 h 950"/>
                <a:gd name="T32" fmla="*/ 41 w 459"/>
                <a:gd name="T33" fmla="*/ 740 h 950"/>
                <a:gd name="T34" fmla="*/ 45 w 459"/>
                <a:gd name="T35" fmla="*/ 772 h 950"/>
                <a:gd name="T36" fmla="*/ 48 w 459"/>
                <a:gd name="T37" fmla="*/ 812 h 950"/>
                <a:gd name="T38" fmla="*/ 41 w 459"/>
                <a:gd name="T39" fmla="*/ 846 h 950"/>
                <a:gd name="T40" fmla="*/ 43 w 459"/>
                <a:gd name="T41" fmla="*/ 878 h 950"/>
                <a:gd name="T42" fmla="*/ 59 w 459"/>
                <a:gd name="T43" fmla="*/ 891 h 950"/>
                <a:gd name="T44" fmla="*/ 90 w 459"/>
                <a:gd name="T45" fmla="*/ 900 h 950"/>
                <a:gd name="T46" fmla="*/ 106 w 459"/>
                <a:gd name="T47" fmla="*/ 911 h 950"/>
                <a:gd name="T48" fmla="*/ 113 w 459"/>
                <a:gd name="T49" fmla="*/ 920 h 950"/>
                <a:gd name="T50" fmla="*/ 126 w 459"/>
                <a:gd name="T51" fmla="*/ 943 h 950"/>
                <a:gd name="T52" fmla="*/ 140 w 459"/>
                <a:gd name="T53" fmla="*/ 934 h 950"/>
                <a:gd name="T54" fmla="*/ 160 w 459"/>
                <a:gd name="T55" fmla="*/ 932 h 950"/>
                <a:gd name="T56" fmla="*/ 214 w 459"/>
                <a:gd name="T57" fmla="*/ 911 h 950"/>
                <a:gd name="T58" fmla="*/ 237 w 459"/>
                <a:gd name="T59" fmla="*/ 891 h 950"/>
                <a:gd name="T60" fmla="*/ 246 w 459"/>
                <a:gd name="T61" fmla="*/ 891 h 950"/>
                <a:gd name="T62" fmla="*/ 266 w 459"/>
                <a:gd name="T63" fmla="*/ 887 h 950"/>
                <a:gd name="T64" fmla="*/ 275 w 459"/>
                <a:gd name="T65" fmla="*/ 880 h 950"/>
                <a:gd name="T66" fmla="*/ 313 w 459"/>
                <a:gd name="T67" fmla="*/ 875 h 950"/>
                <a:gd name="T68" fmla="*/ 383 w 459"/>
                <a:gd name="T69" fmla="*/ 794 h 950"/>
                <a:gd name="T70" fmla="*/ 417 w 459"/>
                <a:gd name="T71" fmla="*/ 736 h 950"/>
                <a:gd name="T72" fmla="*/ 403 w 459"/>
                <a:gd name="T73" fmla="*/ 587 h 950"/>
                <a:gd name="T74" fmla="*/ 396 w 459"/>
                <a:gd name="T75" fmla="*/ 515 h 950"/>
                <a:gd name="T76" fmla="*/ 376 w 459"/>
                <a:gd name="T77" fmla="*/ 477 h 950"/>
                <a:gd name="T78" fmla="*/ 358 w 459"/>
                <a:gd name="T79" fmla="*/ 461 h 950"/>
                <a:gd name="T80" fmla="*/ 356 w 459"/>
                <a:gd name="T81" fmla="*/ 423 h 950"/>
                <a:gd name="T82" fmla="*/ 356 w 459"/>
                <a:gd name="T83" fmla="*/ 385 h 950"/>
                <a:gd name="T84" fmla="*/ 329 w 459"/>
                <a:gd name="T85" fmla="*/ 317 h 950"/>
                <a:gd name="T86" fmla="*/ 315 w 459"/>
                <a:gd name="T87" fmla="*/ 239 h 950"/>
                <a:gd name="T88" fmla="*/ 313 w 459"/>
                <a:gd name="T89" fmla="*/ 205 h 950"/>
                <a:gd name="T90" fmla="*/ 282 w 459"/>
                <a:gd name="T91" fmla="*/ 169 h 950"/>
                <a:gd name="T92" fmla="*/ 259 w 459"/>
                <a:gd name="T93" fmla="*/ 135 h 950"/>
                <a:gd name="T94" fmla="*/ 268 w 459"/>
                <a:gd name="T95" fmla="*/ 56 h 950"/>
                <a:gd name="T96" fmla="*/ 250 w 459"/>
                <a:gd name="T97" fmla="*/ 25 h 950"/>
                <a:gd name="T98" fmla="*/ 201 w 459"/>
                <a:gd name="T99" fmla="*/ 16 h 950"/>
                <a:gd name="T100" fmla="*/ 162 w 459"/>
                <a:gd name="T101" fmla="*/ 45 h 950"/>
                <a:gd name="T102" fmla="*/ 162 w 459"/>
                <a:gd name="T103" fmla="*/ 110 h 950"/>
                <a:gd name="T104" fmla="*/ 115 w 459"/>
                <a:gd name="T105" fmla="*/ 131 h 950"/>
                <a:gd name="T106" fmla="*/ 84 w 459"/>
                <a:gd name="T107" fmla="*/ 140 h 950"/>
                <a:gd name="T108" fmla="*/ 61 w 459"/>
                <a:gd name="T109" fmla="*/ 140 h 950"/>
                <a:gd name="T110" fmla="*/ 30 w 459"/>
                <a:gd name="T111" fmla="*/ 95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9" h="950">
                  <a:moveTo>
                    <a:pt x="21" y="135"/>
                  </a:moveTo>
                  <a:lnTo>
                    <a:pt x="23" y="142"/>
                  </a:lnTo>
                  <a:lnTo>
                    <a:pt x="48" y="162"/>
                  </a:lnTo>
                  <a:lnTo>
                    <a:pt x="66" y="167"/>
                  </a:lnTo>
                  <a:lnTo>
                    <a:pt x="75" y="171"/>
                  </a:lnTo>
                  <a:lnTo>
                    <a:pt x="79" y="176"/>
                  </a:lnTo>
                  <a:lnTo>
                    <a:pt x="84" y="185"/>
                  </a:lnTo>
                  <a:lnTo>
                    <a:pt x="88" y="194"/>
                  </a:lnTo>
                  <a:lnTo>
                    <a:pt x="97" y="200"/>
                  </a:lnTo>
                  <a:lnTo>
                    <a:pt x="102" y="205"/>
                  </a:lnTo>
                  <a:lnTo>
                    <a:pt x="102" y="212"/>
                  </a:lnTo>
                  <a:lnTo>
                    <a:pt x="99" y="225"/>
                  </a:lnTo>
                  <a:lnTo>
                    <a:pt x="99" y="245"/>
                  </a:lnTo>
                  <a:lnTo>
                    <a:pt x="104" y="250"/>
                  </a:lnTo>
                  <a:lnTo>
                    <a:pt x="111" y="257"/>
                  </a:lnTo>
                  <a:lnTo>
                    <a:pt x="104" y="268"/>
                  </a:lnTo>
                  <a:lnTo>
                    <a:pt x="99" y="275"/>
                  </a:lnTo>
                  <a:lnTo>
                    <a:pt x="106" y="279"/>
                  </a:lnTo>
                  <a:lnTo>
                    <a:pt x="115" y="290"/>
                  </a:lnTo>
                  <a:lnTo>
                    <a:pt x="115" y="297"/>
                  </a:lnTo>
                  <a:lnTo>
                    <a:pt x="117" y="308"/>
                  </a:lnTo>
                  <a:lnTo>
                    <a:pt x="115" y="331"/>
                  </a:lnTo>
                  <a:lnTo>
                    <a:pt x="113" y="351"/>
                  </a:lnTo>
                  <a:lnTo>
                    <a:pt x="115" y="362"/>
                  </a:lnTo>
                  <a:lnTo>
                    <a:pt x="129" y="389"/>
                  </a:lnTo>
                  <a:lnTo>
                    <a:pt x="129" y="396"/>
                  </a:lnTo>
                  <a:lnTo>
                    <a:pt x="129" y="394"/>
                  </a:lnTo>
                  <a:lnTo>
                    <a:pt x="133" y="396"/>
                  </a:lnTo>
                  <a:lnTo>
                    <a:pt x="142" y="396"/>
                  </a:lnTo>
                  <a:lnTo>
                    <a:pt x="149" y="405"/>
                  </a:lnTo>
                  <a:lnTo>
                    <a:pt x="169" y="407"/>
                  </a:lnTo>
                  <a:lnTo>
                    <a:pt x="176" y="419"/>
                  </a:lnTo>
                  <a:lnTo>
                    <a:pt x="176" y="430"/>
                  </a:lnTo>
                  <a:lnTo>
                    <a:pt x="180" y="443"/>
                  </a:lnTo>
                  <a:lnTo>
                    <a:pt x="180" y="450"/>
                  </a:lnTo>
                  <a:lnTo>
                    <a:pt x="183" y="459"/>
                  </a:lnTo>
                  <a:lnTo>
                    <a:pt x="189" y="464"/>
                  </a:lnTo>
                  <a:lnTo>
                    <a:pt x="194" y="466"/>
                  </a:lnTo>
                  <a:lnTo>
                    <a:pt x="189" y="470"/>
                  </a:lnTo>
                  <a:lnTo>
                    <a:pt x="185" y="470"/>
                  </a:lnTo>
                  <a:lnTo>
                    <a:pt x="183" y="473"/>
                  </a:lnTo>
                  <a:lnTo>
                    <a:pt x="183" y="475"/>
                  </a:lnTo>
                  <a:lnTo>
                    <a:pt x="185" y="479"/>
                  </a:lnTo>
                  <a:lnTo>
                    <a:pt x="183" y="484"/>
                  </a:lnTo>
                  <a:lnTo>
                    <a:pt x="176" y="477"/>
                  </a:lnTo>
                  <a:lnTo>
                    <a:pt x="160" y="484"/>
                  </a:lnTo>
                  <a:lnTo>
                    <a:pt x="149" y="504"/>
                  </a:lnTo>
                  <a:lnTo>
                    <a:pt x="147" y="513"/>
                  </a:lnTo>
                  <a:lnTo>
                    <a:pt x="144" y="518"/>
                  </a:lnTo>
                  <a:lnTo>
                    <a:pt x="135" y="524"/>
                  </a:lnTo>
                  <a:lnTo>
                    <a:pt x="131" y="531"/>
                  </a:lnTo>
                  <a:lnTo>
                    <a:pt x="129" y="540"/>
                  </a:lnTo>
                  <a:lnTo>
                    <a:pt x="120" y="547"/>
                  </a:lnTo>
                  <a:lnTo>
                    <a:pt x="120" y="558"/>
                  </a:lnTo>
                  <a:lnTo>
                    <a:pt x="111" y="563"/>
                  </a:lnTo>
                  <a:lnTo>
                    <a:pt x="102" y="576"/>
                  </a:lnTo>
                  <a:lnTo>
                    <a:pt x="102" y="585"/>
                  </a:lnTo>
                  <a:lnTo>
                    <a:pt x="102" y="583"/>
                  </a:lnTo>
                  <a:lnTo>
                    <a:pt x="99" y="596"/>
                  </a:lnTo>
                  <a:lnTo>
                    <a:pt x="93" y="599"/>
                  </a:lnTo>
                  <a:lnTo>
                    <a:pt x="86" y="594"/>
                  </a:lnTo>
                  <a:lnTo>
                    <a:pt x="84" y="601"/>
                  </a:lnTo>
                  <a:lnTo>
                    <a:pt x="79" y="608"/>
                  </a:lnTo>
                  <a:lnTo>
                    <a:pt x="86" y="612"/>
                  </a:lnTo>
                  <a:lnTo>
                    <a:pt x="79" y="617"/>
                  </a:lnTo>
                  <a:lnTo>
                    <a:pt x="72" y="619"/>
                  </a:lnTo>
                  <a:lnTo>
                    <a:pt x="72" y="630"/>
                  </a:lnTo>
                  <a:lnTo>
                    <a:pt x="57" y="644"/>
                  </a:lnTo>
                  <a:lnTo>
                    <a:pt x="54" y="637"/>
                  </a:lnTo>
                  <a:lnTo>
                    <a:pt x="45" y="641"/>
                  </a:lnTo>
                  <a:lnTo>
                    <a:pt x="45" y="655"/>
                  </a:lnTo>
                  <a:lnTo>
                    <a:pt x="45" y="659"/>
                  </a:lnTo>
                  <a:lnTo>
                    <a:pt x="43" y="659"/>
                  </a:lnTo>
                  <a:lnTo>
                    <a:pt x="41" y="673"/>
                  </a:lnTo>
                  <a:lnTo>
                    <a:pt x="32" y="673"/>
                  </a:lnTo>
                  <a:lnTo>
                    <a:pt x="27" y="684"/>
                  </a:lnTo>
                  <a:lnTo>
                    <a:pt x="27" y="698"/>
                  </a:lnTo>
                  <a:lnTo>
                    <a:pt x="32" y="700"/>
                  </a:lnTo>
                  <a:lnTo>
                    <a:pt x="27" y="711"/>
                  </a:lnTo>
                  <a:lnTo>
                    <a:pt x="30" y="720"/>
                  </a:lnTo>
                  <a:lnTo>
                    <a:pt x="32" y="722"/>
                  </a:lnTo>
                  <a:lnTo>
                    <a:pt x="36" y="725"/>
                  </a:lnTo>
                  <a:lnTo>
                    <a:pt x="34" y="729"/>
                  </a:lnTo>
                  <a:lnTo>
                    <a:pt x="41" y="734"/>
                  </a:lnTo>
                  <a:lnTo>
                    <a:pt x="41" y="740"/>
                  </a:lnTo>
                  <a:lnTo>
                    <a:pt x="34" y="752"/>
                  </a:lnTo>
                  <a:lnTo>
                    <a:pt x="36" y="758"/>
                  </a:lnTo>
                  <a:lnTo>
                    <a:pt x="41" y="765"/>
                  </a:lnTo>
                  <a:lnTo>
                    <a:pt x="48" y="770"/>
                  </a:lnTo>
                  <a:lnTo>
                    <a:pt x="45" y="772"/>
                  </a:lnTo>
                  <a:lnTo>
                    <a:pt x="45" y="776"/>
                  </a:lnTo>
                  <a:lnTo>
                    <a:pt x="50" y="783"/>
                  </a:lnTo>
                  <a:lnTo>
                    <a:pt x="48" y="792"/>
                  </a:lnTo>
                  <a:lnTo>
                    <a:pt x="45" y="794"/>
                  </a:lnTo>
                  <a:lnTo>
                    <a:pt x="48" y="812"/>
                  </a:lnTo>
                  <a:lnTo>
                    <a:pt x="48" y="826"/>
                  </a:lnTo>
                  <a:lnTo>
                    <a:pt x="43" y="833"/>
                  </a:lnTo>
                  <a:lnTo>
                    <a:pt x="41" y="835"/>
                  </a:lnTo>
                  <a:lnTo>
                    <a:pt x="41" y="837"/>
                  </a:lnTo>
                  <a:lnTo>
                    <a:pt x="41" y="846"/>
                  </a:lnTo>
                  <a:lnTo>
                    <a:pt x="45" y="848"/>
                  </a:lnTo>
                  <a:lnTo>
                    <a:pt x="45" y="851"/>
                  </a:lnTo>
                  <a:lnTo>
                    <a:pt x="43" y="860"/>
                  </a:lnTo>
                  <a:lnTo>
                    <a:pt x="43" y="873"/>
                  </a:lnTo>
                  <a:lnTo>
                    <a:pt x="43" y="878"/>
                  </a:lnTo>
                  <a:lnTo>
                    <a:pt x="48" y="887"/>
                  </a:lnTo>
                  <a:lnTo>
                    <a:pt x="54" y="891"/>
                  </a:lnTo>
                  <a:lnTo>
                    <a:pt x="59" y="887"/>
                  </a:lnTo>
                  <a:lnTo>
                    <a:pt x="61" y="880"/>
                  </a:lnTo>
                  <a:lnTo>
                    <a:pt x="59" y="891"/>
                  </a:lnTo>
                  <a:lnTo>
                    <a:pt x="63" y="891"/>
                  </a:lnTo>
                  <a:lnTo>
                    <a:pt x="66" y="889"/>
                  </a:lnTo>
                  <a:lnTo>
                    <a:pt x="79" y="891"/>
                  </a:lnTo>
                  <a:lnTo>
                    <a:pt x="84" y="900"/>
                  </a:lnTo>
                  <a:lnTo>
                    <a:pt x="90" y="900"/>
                  </a:lnTo>
                  <a:lnTo>
                    <a:pt x="99" y="902"/>
                  </a:lnTo>
                  <a:lnTo>
                    <a:pt x="93" y="907"/>
                  </a:lnTo>
                  <a:lnTo>
                    <a:pt x="97" y="911"/>
                  </a:lnTo>
                  <a:lnTo>
                    <a:pt x="97" y="916"/>
                  </a:lnTo>
                  <a:lnTo>
                    <a:pt x="106" y="911"/>
                  </a:lnTo>
                  <a:lnTo>
                    <a:pt x="106" y="907"/>
                  </a:lnTo>
                  <a:lnTo>
                    <a:pt x="113" y="905"/>
                  </a:lnTo>
                  <a:lnTo>
                    <a:pt x="117" y="902"/>
                  </a:lnTo>
                  <a:lnTo>
                    <a:pt x="115" y="909"/>
                  </a:lnTo>
                  <a:lnTo>
                    <a:pt x="113" y="920"/>
                  </a:lnTo>
                  <a:lnTo>
                    <a:pt x="120" y="932"/>
                  </a:lnTo>
                  <a:lnTo>
                    <a:pt x="113" y="936"/>
                  </a:lnTo>
                  <a:lnTo>
                    <a:pt x="113" y="943"/>
                  </a:lnTo>
                  <a:lnTo>
                    <a:pt x="120" y="938"/>
                  </a:lnTo>
                  <a:lnTo>
                    <a:pt x="126" y="943"/>
                  </a:lnTo>
                  <a:lnTo>
                    <a:pt x="120" y="947"/>
                  </a:lnTo>
                  <a:lnTo>
                    <a:pt x="117" y="950"/>
                  </a:lnTo>
                  <a:lnTo>
                    <a:pt x="129" y="950"/>
                  </a:lnTo>
                  <a:lnTo>
                    <a:pt x="135" y="938"/>
                  </a:lnTo>
                  <a:lnTo>
                    <a:pt x="140" y="934"/>
                  </a:lnTo>
                  <a:lnTo>
                    <a:pt x="140" y="938"/>
                  </a:lnTo>
                  <a:lnTo>
                    <a:pt x="142" y="943"/>
                  </a:lnTo>
                  <a:lnTo>
                    <a:pt x="153" y="938"/>
                  </a:lnTo>
                  <a:lnTo>
                    <a:pt x="156" y="934"/>
                  </a:lnTo>
                  <a:lnTo>
                    <a:pt x="160" y="932"/>
                  </a:lnTo>
                  <a:lnTo>
                    <a:pt x="176" y="932"/>
                  </a:lnTo>
                  <a:lnTo>
                    <a:pt x="194" y="925"/>
                  </a:lnTo>
                  <a:lnTo>
                    <a:pt x="203" y="916"/>
                  </a:lnTo>
                  <a:lnTo>
                    <a:pt x="210" y="916"/>
                  </a:lnTo>
                  <a:lnTo>
                    <a:pt x="214" y="911"/>
                  </a:lnTo>
                  <a:lnTo>
                    <a:pt x="219" y="907"/>
                  </a:lnTo>
                  <a:lnTo>
                    <a:pt x="223" y="902"/>
                  </a:lnTo>
                  <a:lnTo>
                    <a:pt x="228" y="900"/>
                  </a:lnTo>
                  <a:lnTo>
                    <a:pt x="230" y="896"/>
                  </a:lnTo>
                  <a:lnTo>
                    <a:pt x="237" y="891"/>
                  </a:lnTo>
                  <a:lnTo>
                    <a:pt x="239" y="893"/>
                  </a:lnTo>
                  <a:lnTo>
                    <a:pt x="239" y="896"/>
                  </a:lnTo>
                  <a:lnTo>
                    <a:pt x="237" y="900"/>
                  </a:lnTo>
                  <a:lnTo>
                    <a:pt x="246" y="902"/>
                  </a:lnTo>
                  <a:lnTo>
                    <a:pt x="246" y="891"/>
                  </a:lnTo>
                  <a:lnTo>
                    <a:pt x="255" y="891"/>
                  </a:lnTo>
                  <a:lnTo>
                    <a:pt x="250" y="880"/>
                  </a:lnTo>
                  <a:lnTo>
                    <a:pt x="255" y="882"/>
                  </a:lnTo>
                  <a:lnTo>
                    <a:pt x="264" y="887"/>
                  </a:lnTo>
                  <a:lnTo>
                    <a:pt x="266" y="887"/>
                  </a:lnTo>
                  <a:lnTo>
                    <a:pt x="268" y="889"/>
                  </a:lnTo>
                  <a:lnTo>
                    <a:pt x="273" y="887"/>
                  </a:lnTo>
                  <a:lnTo>
                    <a:pt x="270" y="880"/>
                  </a:lnTo>
                  <a:lnTo>
                    <a:pt x="273" y="875"/>
                  </a:lnTo>
                  <a:lnTo>
                    <a:pt x="275" y="880"/>
                  </a:lnTo>
                  <a:lnTo>
                    <a:pt x="279" y="882"/>
                  </a:lnTo>
                  <a:lnTo>
                    <a:pt x="284" y="882"/>
                  </a:lnTo>
                  <a:lnTo>
                    <a:pt x="288" y="880"/>
                  </a:lnTo>
                  <a:lnTo>
                    <a:pt x="302" y="873"/>
                  </a:lnTo>
                  <a:lnTo>
                    <a:pt x="313" y="875"/>
                  </a:lnTo>
                  <a:lnTo>
                    <a:pt x="327" y="873"/>
                  </a:lnTo>
                  <a:lnTo>
                    <a:pt x="329" y="866"/>
                  </a:lnTo>
                  <a:lnTo>
                    <a:pt x="356" y="821"/>
                  </a:lnTo>
                  <a:lnTo>
                    <a:pt x="363" y="821"/>
                  </a:lnTo>
                  <a:lnTo>
                    <a:pt x="383" y="794"/>
                  </a:lnTo>
                  <a:lnTo>
                    <a:pt x="394" y="785"/>
                  </a:lnTo>
                  <a:lnTo>
                    <a:pt x="399" y="776"/>
                  </a:lnTo>
                  <a:lnTo>
                    <a:pt x="405" y="756"/>
                  </a:lnTo>
                  <a:lnTo>
                    <a:pt x="412" y="740"/>
                  </a:lnTo>
                  <a:lnTo>
                    <a:pt x="417" y="736"/>
                  </a:lnTo>
                  <a:lnTo>
                    <a:pt x="417" y="734"/>
                  </a:lnTo>
                  <a:lnTo>
                    <a:pt x="450" y="644"/>
                  </a:lnTo>
                  <a:lnTo>
                    <a:pt x="459" y="619"/>
                  </a:lnTo>
                  <a:lnTo>
                    <a:pt x="423" y="590"/>
                  </a:lnTo>
                  <a:lnTo>
                    <a:pt x="403" y="587"/>
                  </a:lnTo>
                  <a:lnTo>
                    <a:pt x="385" y="567"/>
                  </a:lnTo>
                  <a:lnTo>
                    <a:pt x="396" y="556"/>
                  </a:lnTo>
                  <a:lnTo>
                    <a:pt x="396" y="540"/>
                  </a:lnTo>
                  <a:lnTo>
                    <a:pt x="405" y="529"/>
                  </a:lnTo>
                  <a:lnTo>
                    <a:pt x="396" y="515"/>
                  </a:lnTo>
                  <a:lnTo>
                    <a:pt x="392" y="511"/>
                  </a:lnTo>
                  <a:lnTo>
                    <a:pt x="390" y="504"/>
                  </a:lnTo>
                  <a:lnTo>
                    <a:pt x="376" y="504"/>
                  </a:lnTo>
                  <a:lnTo>
                    <a:pt x="376" y="484"/>
                  </a:lnTo>
                  <a:lnTo>
                    <a:pt x="376" y="477"/>
                  </a:lnTo>
                  <a:lnTo>
                    <a:pt x="378" y="475"/>
                  </a:lnTo>
                  <a:lnTo>
                    <a:pt x="376" y="466"/>
                  </a:lnTo>
                  <a:lnTo>
                    <a:pt x="372" y="464"/>
                  </a:lnTo>
                  <a:lnTo>
                    <a:pt x="367" y="464"/>
                  </a:lnTo>
                  <a:lnTo>
                    <a:pt x="358" y="461"/>
                  </a:lnTo>
                  <a:lnTo>
                    <a:pt x="354" y="455"/>
                  </a:lnTo>
                  <a:lnTo>
                    <a:pt x="351" y="443"/>
                  </a:lnTo>
                  <a:lnTo>
                    <a:pt x="356" y="437"/>
                  </a:lnTo>
                  <a:lnTo>
                    <a:pt x="358" y="430"/>
                  </a:lnTo>
                  <a:lnTo>
                    <a:pt x="356" y="423"/>
                  </a:lnTo>
                  <a:lnTo>
                    <a:pt x="342" y="423"/>
                  </a:lnTo>
                  <a:lnTo>
                    <a:pt x="349" y="416"/>
                  </a:lnTo>
                  <a:lnTo>
                    <a:pt x="349" y="389"/>
                  </a:lnTo>
                  <a:lnTo>
                    <a:pt x="354" y="387"/>
                  </a:lnTo>
                  <a:lnTo>
                    <a:pt x="356" y="385"/>
                  </a:lnTo>
                  <a:lnTo>
                    <a:pt x="354" y="376"/>
                  </a:lnTo>
                  <a:lnTo>
                    <a:pt x="351" y="362"/>
                  </a:lnTo>
                  <a:lnTo>
                    <a:pt x="345" y="349"/>
                  </a:lnTo>
                  <a:lnTo>
                    <a:pt x="342" y="338"/>
                  </a:lnTo>
                  <a:lnTo>
                    <a:pt x="329" y="317"/>
                  </a:lnTo>
                  <a:lnTo>
                    <a:pt x="315" y="297"/>
                  </a:lnTo>
                  <a:lnTo>
                    <a:pt x="311" y="275"/>
                  </a:lnTo>
                  <a:lnTo>
                    <a:pt x="311" y="257"/>
                  </a:lnTo>
                  <a:lnTo>
                    <a:pt x="313" y="248"/>
                  </a:lnTo>
                  <a:lnTo>
                    <a:pt x="315" y="239"/>
                  </a:lnTo>
                  <a:lnTo>
                    <a:pt x="322" y="221"/>
                  </a:lnTo>
                  <a:lnTo>
                    <a:pt x="324" y="214"/>
                  </a:lnTo>
                  <a:lnTo>
                    <a:pt x="324" y="209"/>
                  </a:lnTo>
                  <a:lnTo>
                    <a:pt x="322" y="207"/>
                  </a:lnTo>
                  <a:lnTo>
                    <a:pt x="313" y="205"/>
                  </a:lnTo>
                  <a:lnTo>
                    <a:pt x="306" y="198"/>
                  </a:lnTo>
                  <a:lnTo>
                    <a:pt x="302" y="196"/>
                  </a:lnTo>
                  <a:lnTo>
                    <a:pt x="293" y="180"/>
                  </a:lnTo>
                  <a:lnTo>
                    <a:pt x="286" y="171"/>
                  </a:lnTo>
                  <a:lnTo>
                    <a:pt x="282" y="169"/>
                  </a:lnTo>
                  <a:lnTo>
                    <a:pt x="273" y="167"/>
                  </a:lnTo>
                  <a:lnTo>
                    <a:pt x="266" y="162"/>
                  </a:lnTo>
                  <a:lnTo>
                    <a:pt x="259" y="149"/>
                  </a:lnTo>
                  <a:lnTo>
                    <a:pt x="257" y="140"/>
                  </a:lnTo>
                  <a:lnTo>
                    <a:pt x="259" y="135"/>
                  </a:lnTo>
                  <a:lnTo>
                    <a:pt x="266" y="108"/>
                  </a:lnTo>
                  <a:lnTo>
                    <a:pt x="259" y="101"/>
                  </a:lnTo>
                  <a:lnTo>
                    <a:pt x="255" y="95"/>
                  </a:lnTo>
                  <a:lnTo>
                    <a:pt x="264" y="88"/>
                  </a:lnTo>
                  <a:lnTo>
                    <a:pt x="268" y="56"/>
                  </a:lnTo>
                  <a:lnTo>
                    <a:pt x="266" y="43"/>
                  </a:lnTo>
                  <a:lnTo>
                    <a:pt x="264" y="41"/>
                  </a:lnTo>
                  <a:lnTo>
                    <a:pt x="257" y="34"/>
                  </a:lnTo>
                  <a:lnTo>
                    <a:pt x="252" y="27"/>
                  </a:lnTo>
                  <a:lnTo>
                    <a:pt x="250" y="25"/>
                  </a:lnTo>
                  <a:lnTo>
                    <a:pt x="225" y="25"/>
                  </a:lnTo>
                  <a:lnTo>
                    <a:pt x="223" y="23"/>
                  </a:lnTo>
                  <a:lnTo>
                    <a:pt x="219" y="0"/>
                  </a:lnTo>
                  <a:lnTo>
                    <a:pt x="203" y="14"/>
                  </a:lnTo>
                  <a:lnTo>
                    <a:pt x="201" y="16"/>
                  </a:lnTo>
                  <a:lnTo>
                    <a:pt x="194" y="18"/>
                  </a:lnTo>
                  <a:lnTo>
                    <a:pt x="183" y="23"/>
                  </a:lnTo>
                  <a:lnTo>
                    <a:pt x="176" y="27"/>
                  </a:lnTo>
                  <a:lnTo>
                    <a:pt x="167" y="43"/>
                  </a:lnTo>
                  <a:lnTo>
                    <a:pt x="162" y="45"/>
                  </a:lnTo>
                  <a:lnTo>
                    <a:pt x="160" y="56"/>
                  </a:lnTo>
                  <a:lnTo>
                    <a:pt x="160" y="65"/>
                  </a:lnTo>
                  <a:lnTo>
                    <a:pt x="167" y="92"/>
                  </a:lnTo>
                  <a:lnTo>
                    <a:pt x="167" y="99"/>
                  </a:lnTo>
                  <a:lnTo>
                    <a:pt x="162" y="110"/>
                  </a:lnTo>
                  <a:lnTo>
                    <a:pt x="156" y="117"/>
                  </a:lnTo>
                  <a:lnTo>
                    <a:pt x="147" y="126"/>
                  </a:lnTo>
                  <a:lnTo>
                    <a:pt x="140" y="149"/>
                  </a:lnTo>
                  <a:lnTo>
                    <a:pt x="124" y="137"/>
                  </a:lnTo>
                  <a:lnTo>
                    <a:pt x="115" y="131"/>
                  </a:lnTo>
                  <a:lnTo>
                    <a:pt x="111" y="128"/>
                  </a:lnTo>
                  <a:lnTo>
                    <a:pt x="104" y="126"/>
                  </a:lnTo>
                  <a:lnTo>
                    <a:pt x="99" y="128"/>
                  </a:lnTo>
                  <a:lnTo>
                    <a:pt x="88" y="137"/>
                  </a:lnTo>
                  <a:lnTo>
                    <a:pt x="84" y="140"/>
                  </a:lnTo>
                  <a:lnTo>
                    <a:pt x="79" y="142"/>
                  </a:lnTo>
                  <a:lnTo>
                    <a:pt x="79" y="144"/>
                  </a:lnTo>
                  <a:lnTo>
                    <a:pt x="75" y="149"/>
                  </a:lnTo>
                  <a:lnTo>
                    <a:pt x="70" y="142"/>
                  </a:lnTo>
                  <a:lnTo>
                    <a:pt x="61" y="140"/>
                  </a:lnTo>
                  <a:lnTo>
                    <a:pt x="59" y="142"/>
                  </a:lnTo>
                  <a:lnTo>
                    <a:pt x="54" y="135"/>
                  </a:lnTo>
                  <a:lnTo>
                    <a:pt x="45" y="124"/>
                  </a:lnTo>
                  <a:lnTo>
                    <a:pt x="34" y="110"/>
                  </a:lnTo>
                  <a:lnTo>
                    <a:pt x="30" y="95"/>
                  </a:lnTo>
                  <a:lnTo>
                    <a:pt x="21" y="95"/>
                  </a:lnTo>
                  <a:lnTo>
                    <a:pt x="0" y="108"/>
                  </a:lnTo>
                  <a:lnTo>
                    <a:pt x="21" y="13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2" name="Freeform 116">
              <a:extLst>
                <a:ext uri="{FF2B5EF4-FFF2-40B4-BE49-F238E27FC236}">
                  <a16:creationId xmlns:a16="http://schemas.microsoft.com/office/drawing/2014/main" id="{4B107DE5-9D79-E0B5-C7D0-4C707F323831}"/>
                </a:ext>
              </a:extLst>
            </p:cNvPr>
            <p:cNvSpPr>
              <a:spLocks noChangeAspect="1"/>
            </p:cNvSpPr>
            <p:nvPr/>
          </p:nvSpPr>
          <p:spPr bwMode="auto">
            <a:xfrm>
              <a:off x="2923" y="1870"/>
              <a:ext cx="18" cy="16"/>
            </a:xfrm>
            <a:custGeom>
              <a:avLst/>
              <a:gdLst>
                <a:gd name="T0" fmla="*/ 16 w 21"/>
                <a:gd name="T1" fmla="*/ 16 h 18"/>
                <a:gd name="T2" fmla="*/ 9 w 21"/>
                <a:gd name="T3" fmla="*/ 13 h 18"/>
                <a:gd name="T4" fmla="*/ 3 w 21"/>
                <a:gd name="T5" fmla="*/ 18 h 18"/>
                <a:gd name="T6" fmla="*/ 0 w 21"/>
                <a:gd name="T7" fmla="*/ 16 h 18"/>
                <a:gd name="T8" fmla="*/ 0 w 21"/>
                <a:gd name="T9" fmla="*/ 9 h 18"/>
                <a:gd name="T10" fmla="*/ 3 w 21"/>
                <a:gd name="T11" fmla="*/ 7 h 18"/>
                <a:gd name="T12" fmla="*/ 3 w 21"/>
                <a:gd name="T13" fmla="*/ 2 h 18"/>
                <a:gd name="T14" fmla="*/ 9 w 21"/>
                <a:gd name="T15" fmla="*/ 4 h 18"/>
                <a:gd name="T16" fmla="*/ 21 w 21"/>
                <a:gd name="T17" fmla="*/ 0 h 18"/>
                <a:gd name="T18" fmla="*/ 16 w 21"/>
                <a:gd name="T19" fmla="*/ 9 h 18"/>
                <a:gd name="T20" fmla="*/ 16 w 21"/>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8">
                  <a:moveTo>
                    <a:pt x="16" y="16"/>
                  </a:moveTo>
                  <a:lnTo>
                    <a:pt x="9" y="13"/>
                  </a:lnTo>
                  <a:lnTo>
                    <a:pt x="3" y="18"/>
                  </a:lnTo>
                  <a:lnTo>
                    <a:pt x="0" y="16"/>
                  </a:lnTo>
                  <a:lnTo>
                    <a:pt x="0" y="9"/>
                  </a:lnTo>
                  <a:lnTo>
                    <a:pt x="3" y="7"/>
                  </a:lnTo>
                  <a:lnTo>
                    <a:pt x="3" y="2"/>
                  </a:lnTo>
                  <a:lnTo>
                    <a:pt x="9" y="4"/>
                  </a:lnTo>
                  <a:lnTo>
                    <a:pt x="21" y="0"/>
                  </a:lnTo>
                  <a:lnTo>
                    <a:pt x="16" y="9"/>
                  </a:lnTo>
                  <a:lnTo>
                    <a:pt x="16" y="1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3" name="Freeform 117">
              <a:extLst>
                <a:ext uri="{FF2B5EF4-FFF2-40B4-BE49-F238E27FC236}">
                  <a16:creationId xmlns:a16="http://schemas.microsoft.com/office/drawing/2014/main" id="{13789CCE-9970-67A6-8392-ECF55121B6F0}"/>
                </a:ext>
              </a:extLst>
            </p:cNvPr>
            <p:cNvSpPr>
              <a:spLocks noChangeAspect="1"/>
            </p:cNvSpPr>
            <p:nvPr/>
          </p:nvSpPr>
          <p:spPr bwMode="auto">
            <a:xfrm>
              <a:off x="2923" y="1870"/>
              <a:ext cx="18" cy="16"/>
            </a:xfrm>
            <a:custGeom>
              <a:avLst/>
              <a:gdLst>
                <a:gd name="T0" fmla="*/ 16 w 21"/>
                <a:gd name="T1" fmla="*/ 16 h 18"/>
                <a:gd name="T2" fmla="*/ 9 w 21"/>
                <a:gd name="T3" fmla="*/ 13 h 18"/>
                <a:gd name="T4" fmla="*/ 3 w 21"/>
                <a:gd name="T5" fmla="*/ 18 h 18"/>
                <a:gd name="T6" fmla="*/ 0 w 21"/>
                <a:gd name="T7" fmla="*/ 16 h 18"/>
                <a:gd name="T8" fmla="*/ 0 w 21"/>
                <a:gd name="T9" fmla="*/ 9 h 18"/>
                <a:gd name="T10" fmla="*/ 3 w 21"/>
                <a:gd name="T11" fmla="*/ 7 h 18"/>
                <a:gd name="T12" fmla="*/ 3 w 21"/>
                <a:gd name="T13" fmla="*/ 2 h 18"/>
                <a:gd name="T14" fmla="*/ 9 w 21"/>
                <a:gd name="T15" fmla="*/ 4 h 18"/>
                <a:gd name="T16" fmla="*/ 21 w 21"/>
                <a:gd name="T17" fmla="*/ 0 h 18"/>
                <a:gd name="T18" fmla="*/ 16 w 21"/>
                <a:gd name="T19" fmla="*/ 9 h 18"/>
                <a:gd name="T20" fmla="*/ 16 w 21"/>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8">
                  <a:moveTo>
                    <a:pt x="16" y="16"/>
                  </a:moveTo>
                  <a:lnTo>
                    <a:pt x="9" y="13"/>
                  </a:lnTo>
                  <a:lnTo>
                    <a:pt x="3" y="18"/>
                  </a:lnTo>
                  <a:lnTo>
                    <a:pt x="0" y="16"/>
                  </a:lnTo>
                  <a:lnTo>
                    <a:pt x="0" y="9"/>
                  </a:lnTo>
                  <a:lnTo>
                    <a:pt x="3" y="7"/>
                  </a:lnTo>
                  <a:lnTo>
                    <a:pt x="3" y="2"/>
                  </a:lnTo>
                  <a:lnTo>
                    <a:pt x="9" y="4"/>
                  </a:lnTo>
                  <a:lnTo>
                    <a:pt x="21" y="0"/>
                  </a:lnTo>
                  <a:lnTo>
                    <a:pt x="16" y="9"/>
                  </a:lnTo>
                  <a:lnTo>
                    <a:pt x="16" y="16"/>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4" name="Freeform 118">
              <a:extLst>
                <a:ext uri="{FF2B5EF4-FFF2-40B4-BE49-F238E27FC236}">
                  <a16:creationId xmlns:a16="http://schemas.microsoft.com/office/drawing/2014/main" id="{3678964D-C765-EEDB-AB15-F924A03162C0}"/>
                </a:ext>
              </a:extLst>
            </p:cNvPr>
            <p:cNvSpPr>
              <a:spLocks noChangeAspect="1"/>
            </p:cNvSpPr>
            <p:nvPr/>
          </p:nvSpPr>
          <p:spPr bwMode="auto">
            <a:xfrm>
              <a:off x="2287" y="2804"/>
              <a:ext cx="405" cy="225"/>
            </a:xfrm>
            <a:custGeom>
              <a:avLst/>
              <a:gdLst>
                <a:gd name="T0" fmla="*/ 59 w 480"/>
                <a:gd name="T1" fmla="*/ 175 h 247"/>
                <a:gd name="T2" fmla="*/ 39 w 480"/>
                <a:gd name="T3" fmla="*/ 184 h 247"/>
                <a:gd name="T4" fmla="*/ 25 w 480"/>
                <a:gd name="T5" fmla="*/ 170 h 247"/>
                <a:gd name="T6" fmla="*/ 5 w 480"/>
                <a:gd name="T7" fmla="*/ 161 h 247"/>
                <a:gd name="T8" fmla="*/ 3 w 480"/>
                <a:gd name="T9" fmla="*/ 139 h 247"/>
                <a:gd name="T10" fmla="*/ 7 w 480"/>
                <a:gd name="T11" fmla="*/ 119 h 247"/>
                <a:gd name="T12" fmla="*/ 25 w 480"/>
                <a:gd name="T13" fmla="*/ 114 h 247"/>
                <a:gd name="T14" fmla="*/ 39 w 480"/>
                <a:gd name="T15" fmla="*/ 125 h 247"/>
                <a:gd name="T16" fmla="*/ 48 w 480"/>
                <a:gd name="T17" fmla="*/ 137 h 247"/>
                <a:gd name="T18" fmla="*/ 75 w 480"/>
                <a:gd name="T19" fmla="*/ 119 h 247"/>
                <a:gd name="T20" fmla="*/ 95 w 480"/>
                <a:gd name="T21" fmla="*/ 125 h 247"/>
                <a:gd name="T22" fmla="*/ 126 w 480"/>
                <a:gd name="T23" fmla="*/ 132 h 247"/>
                <a:gd name="T24" fmla="*/ 167 w 480"/>
                <a:gd name="T25" fmla="*/ 125 h 247"/>
                <a:gd name="T26" fmla="*/ 194 w 480"/>
                <a:gd name="T27" fmla="*/ 132 h 247"/>
                <a:gd name="T28" fmla="*/ 219 w 480"/>
                <a:gd name="T29" fmla="*/ 150 h 247"/>
                <a:gd name="T30" fmla="*/ 230 w 480"/>
                <a:gd name="T31" fmla="*/ 139 h 247"/>
                <a:gd name="T32" fmla="*/ 221 w 480"/>
                <a:gd name="T33" fmla="*/ 123 h 247"/>
                <a:gd name="T34" fmla="*/ 228 w 480"/>
                <a:gd name="T35" fmla="*/ 114 h 247"/>
                <a:gd name="T36" fmla="*/ 230 w 480"/>
                <a:gd name="T37" fmla="*/ 74 h 247"/>
                <a:gd name="T38" fmla="*/ 257 w 480"/>
                <a:gd name="T39" fmla="*/ 42 h 247"/>
                <a:gd name="T40" fmla="*/ 282 w 480"/>
                <a:gd name="T41" fmla="*/ 38 h 247"/>
                <a:gd name="T42" fmla="*/ 295 w 480"/>
                <a:gd name="T43" fmla="*/ 38 h 247"/>
                <a:gd name="T44" fmla="*/ 311 w 480"/>
                <a:gd name="T45" fmla="*/ 51 h 247"/>
                <a:gd name="T46" fmla="*/ 324 w 480"/>
                <a:gd name="T47" fmla="*/ 38 h 247"/>
                <a:gd name="T48" fmla="*/ 345 w 480"/>
                <a:gd name="T49" fmla="*/ 27 h 247"/>
                <a:gd name="T50" fmla="*/ 351 w 480"/>
                <a:gd name="T51" fmla="*/ 6 h 247"/>
                <a:gd name="T52" fmla="*/ 378 w 480"/>
                <a:gd name="T53" fmla="*/ 11 h 247"/>
                <a:gd name="T54" fmla="*/ 392 w 480"/>
                <a:gd name="T55" fmla="*/ 22 h 247"/>
                <a:gd name="T56" fmla="*/ 417 w 480"/>
                <a:gd name="T57" fmla="*/ 38 h 247"/>
                <a:gd name="T58" fmla="*/ 457 w 480"/>
                <a:gd name="T59" fmla="*/ 38 h 247"/>
                <a:gd name="T60" fmla="*/ 471 w 480"/>
                <a:gd name="T61" fmla="*/ 51 h 247"/>
                <a:gd name="T62" fmla="*/ 464 w 480"/>
                <a:gd name="T63" fmla="*/ 76 h 247"/>
                <a:gd name="T64" fmla="*/ 466 w 480"/>
                <a:gd name="T65" fmla="*/ 92 h 247"/>
                <a:gd name="T66" fmla="*/ 480 w 480"/>
                <a:gd name="T67" fmla="*/ 103 h 247"/>
                <a:gd name="T68" fmla="*/ 471 w 480"/>
                <a:gd name="T69" fmla="*/ 119 h 247"/>
                <a:gd name="T70" fmla="*/ 459 w 480"/>
                <a:gd name="T71" fmla="*/ 132 h 247"/>
                <a:gd name="T72" fmla="*/ 435 w 480"/>
                <a:gd name="T73" fmla="*/ 134 h 247"/>
                <a:gd name="T74" fmla="*/ 430 w 480"/>
                <a:gd name="T75" fmla="*/ 152 h 247"/>
                <a:gd name="T76" fmla="*/ 432 w 480"/>
                <a:gd name="T77" fmla="*/ 173 h 247"/>
                <a:gd name="T78" fmla="*/ 430 w 480"/>
                <a:gd name="T79" fmla="*/ 191 h 247"/>
                <a:gd name="T80" fmla="*/ 414 w 480"/>
                <a:gd name="T81" fmla="*/ 206 h 247"/>
                <a:gd name="T82" fmla="*/ 396 w 480"/>
                <a:gd name="T83" fmla="*/ 218 h 247"/>
                <a:gd name="T84" fmla="*/ 349 w 480"/>
                <a:gd name="T85" fmla="*/ 227 h 247"/>
                <a:gd name="T86" fmla="*/ 311 w 480"/>
                <a:gd name="T87" fmla="*/ 247 h 247"/>
                <a:gd name="T88" fmla="*/ 279 w 480"/>
                <a:gd name="T89" fmla="*/ 233 h 247"/>
                <a:gd name="T90" fmla="*/ 243 w 480"/>
                <a:gd name="T91" fmla="*/ 229 h 247"/>
                <a:gd name="T92" fmla="*/ 201 w 480"/>
                <a:gd name="T93" fmla="*/ 218 h 247"/>
                <a:gd name="T94" fmla="*/ 165 w 480"/>
                <a:gd name="T95" fmla="*/ 193 h 247"/>
                <a:gd name="T96" fmla="*/ 142 w 480"/>
                <a:gd name="T97" fmla="*/ 191 h 247"/>
                <a:gd name="T98" fmla="*/ 111 w 480"/>
                <a:gd name="T99" fmla="*/ 179 h 247"/>
                <a:gd name="T100" fmla="*/ 88 w 480"/>
                <a:gd name="T101" fmla="*/ 193 h 247"/>
                <a:gd name="T102" fmla="*/ 57 w 480"/>
                <a:gd name="T103" fmla="*/ 19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0" h="247">
                  <a:moveTo>
                    <a:pt x="57" y="191"/>
                  </a:moveTo>
                  <a:lnTo>
                    <a:pt x="61" y="179"/>
                  </a:lnTo>
                  <a:lnTo>
                    <a:pt x="59" y="175"/>
                  </a:lnTo>
                  <a:lnTo>
                    <a:pt x="54" y="173"/>
                  </a:lnTo>
                  <a:lnTo>
                    <a:pt x="48" y="177"/>
                  </a:lnTo>
                  <a:lnTo>
                    <a:pt x="39" y="184"/>
                  </a:lnTo>
                  <a:lnTo>
                    <a:pt x="32" y="179"/>
                  </a:lnTo>
                  <a:lnTo>
                    <a:pt x="30" y="173"/>
                  </a:lnTo>
                  <a:lnTo>
                    <a:pt x="25" y="170"/>
                  </a:lnTo>
                  <a:lnTo>
                    <a:pt x="21" y="164"/>
                  </a:lnTo>
                  <a:lnTo>
                    <a:pt x="16" y="161"/>
                  </a:lnTo>
                  <a:lnTo>
                    <a:pt x="5" y="161"/>
                  </a:lnTo>
                  <a:lnTo>
                    <a:pt x="3" y="159"/>
                  </a:lnTo>
                  <a:lnTo>
                    <a:pt x="0" y="150"/>
                  </a:lnTo>
                  <a:lnTo>
                    <a:pt x="3" y="139"/>
                  </a:lnTo>
                  <a:lnTo>
                    <a:pt x="12" y="130"/>
                  </a:lnTo>
                  <a:lnTo>
                    <a:pt x="12" y="121"/>
                  </a:lnTo>
                  <a:lnTo>
                    <a:pt x="7" y="119"/>
                  </a:lnTo>
                  <a:lnTo>
                    <a:pt x="14" y="114"/>
                  </a:lnTo>
                  <a:lnTo>
                    <a:pt x="14" y="110"/>
                  </a:lnTo>
                  <a:lnTo>
                    <a:pt x="25" y="114"/>
                  </a:lnTo>
                  <a:lnTo>
                    <a:pt x="30" y="119"/>
                  </a:lnTo>
                  <a:lnTo>
                    <a:pt x="34" y="121"/>
                  </a:lnTo>
                  <a:lnTo>
                    <a:pt x="39" y="125"/>
                  </a:lnTo>
                  <a:lnTo>
                    <a:pt x="43" y="125"/>
                  </a:lnTo>
                  <a:lnTo>
                    <a:pt x="45" y="130"/>
                  </a:lnTo>
                  <a:lnTo>
                    <a:pt x="48" y="137"/>
                  </a:lnTo>
                  <a:lnTo>
                    <a:pt x="48" y="139"/>
                  </a:lnTo>
                  <a:lnTo>
                    <a:pt x="52" y="139"/>
                  </a:lnTo>
                  <a:lnTo>
                    <a:pt x="75" y="119"/>
                  </a:lnTo>
                  <a:lnTo>
                    <a:pt x="84" y="123"/>
                  </a:lnTo>
                  <a:lnTo>
                    <a:pt x="90" y="123"/>
                  </a:lnTo>
                  <a:lnTo>
                    <a:pt x="95" y="125"/>
                  </a:lnTo>
                  <a:lnTo>
                    <a:pt x="104" y="132"/>
                  </a:lnTo>
                  <a:lnTo>
                    <a:pt x="115" y="132"/>
                  </a:lnTo>
                  <a:lnTo>
                    <a:pt x="126" y="132"/>
                  </a:lnTo>
                  <a:lnTo>
                    <a:pt x="138" y="125"/>
                  </a:lnTo>
                  <a:lnTo>
                    <a:pt x="156" y="125"/>
                  </a:lnTo>
                  <a:lnTo>
                    <a:pt x="167" y="125"/>
                  </a:lnTo>
                  <a:lnTo>
                    <a:pt x="174" y="123"/>
                  </a:lnTo>
                  <a:lnTo>
                    <a:pt x="183" y="132"/>
                  </a:lnTo>
                  <a:lnTo>
                    <a:pt x="194" y="132"/>
                  </a:lnTo>
                  <a:lnTo>
                    <a:pt x="205" y="137"/>
                  </a:lnTo>
                  <a:lnTo>
                    <a:pt x="201" y="143"/>
                  </a:lnTo>
                  <a:lnTo>
                    <a:pt x="219" y="150"/>
                  </a:lnTo>
                  <a:lnTo>
                    <a:pt x="225" y="150"/>
                  </a:lnTo>
                  <a:lnTo>
                    <a:pt x="230" y="150"/>
                  </a:lnTo>
                  <a:lnTo>
                    <a:pt x="230" y="139"/>
                  </a:lnTo>
                  <a:lnTo>
                    <a:pt x="225" y="132"/>
                  </a:lnTo>
                  <a:lnTo>
                    <a:pt x="221" y="130"/>
                  </a:lnTo>
                  <a:lnTo>
                    <a:pt x="221" y="123"/>
                  </a:lnTo>
                  <a:lnTo>
                    <a:pt x="225" y="123"/>
                  </a:lnTo>
                  <a:lnTo>
                    <a:pt x="228" y="119"/>
                  </a:lnTo>
                  <a:lnTo>
                    <a:pt x="228" y="114"/>
                  </a:lnTo>
                  <a:lnTo>
                    <a:pt x="225" y="107"/>
                  </a:lnTo>
                  <a:lnTo>
                    <a:pt x="212" y="87"/>
                  </a:lnTo>
                  <a:lnTo>
                    <a:pt x="230" y="74"/>
                  </a:lnTo>
                  <a:lnTo>
                    <a:pt x="241" y="69"/>
                  </a:lnTo>
                  <a:lnTo>
                    <a:pt x="252" y="65"/>
                  </a:lnTo>
                  <a:lnTo>
                    <a:pt x="257" y="42"/>
                  </a:lnTo>
                  <a:lnTo>
                    <a:pt x="270" y="49"/>
                  </a:lnTo>
                  <a:lnTo>
                    <a:pt x="277" y="42"/>
                  </a:lnTo>
                  <a:lnTo>
                    <a:pt x="282" y="38"/>
                  </a:lnTo>
                  <a:lnTo>
                    <a:pt x="282" y="31"/>
                  </a:lnTo>
                  <a:lnTo>
                    <a:pt x="288" y="33"/>
                  </a:lnTo>
                  <a:lnTo>
                    <a:pt x="295" y="38"/>
                  </a:lnTo>
                  <a:lnTo>
                    <a:pt x="297" y="42"/>
                  </a:lnTo>
                  <a:lnTo>
                    <a:pt x="304" y="49"/>
                  </a:lnTo>
                  <a:lnTo>
                    <a:pt x="311" y="51"/>
                  </a:lnTo>
                  <a:lnTo>
                    <a:pt x="318" y="40"/>
                  </a:lnTo>
                  <a:lnTo>
                    <a:pt x="322" y="40"/>
                  </a:lnTo>
                  <a:lnTo>
                    <a:pt x="324" y="38"/>
                  </a:lnTo>
                  <a:lnTo>
                    <a:pt x="331" y="33"/>
                  </a:lnTo>
                  <a:lnTo>
                    <a:pt x="336" y="31"/>
                  </a:lnTo>
                  <a:lnTo>
                    <a:pt x="345" y="27"/>
                  </a:lnTo>
                  <a:lnTo>
                    <a:pt x="349" y="31"/>
                  </a:lnTo>
                  <a:lnTo>
                    <a:pt x="351" y="18"/>
                  </a:lnTo>
                  <a:lnTo>
                    <a:pt x="351" y="6"/>
                  </a:lnTo>
                  <a:lnTo>
                    <a:pt x="358" y="0"/>
                  </a:lnTo>
                  <a:lnTo>
                    <a:pt x="367" y="6"/>
                  </a:lnTo>
                  <a:lnTo>
                    <a:pt x="378" y="11"/>
                  </a:lnTo>
                  <a:lnTo>
                    <a:pt x="383" y="13"/>
                  </a:lnTo>
                  <a:lnTo>
                    <a:pt x="390" y="20"/>
                  </a:lnTo>
                  <a:lnTo>
                    <a:pt x="392" y="22"/>
                  </a:lnTo>
                  <a:lnTo>
                    <a:pt x="396" y="24"/>
                  </a:lnTo>
                  <a:lnTo>
                    <a:pt x="405" y="33"/>
                  </a:lnTo>
                  <a:lnTo>
                    <a:pt x="417" y="38"/>
                  </a:lnTo>
                  <a:lnTo>
                    <a:pt x="430" y="38"/>
                  </a:lnTo>
                  <a:lnTo>
                    <a:pt x="439" y="33"/>
                  </a:lnTo>
                  <a:lnTo>
                    <a:pt x="457" y="38"/>
                  </a:lnTo>
                  <a:lnTo>
                    <a:pt x="466" y="40"/>
                  </a:lnTo>
                  <a:lnTo>
                    <a:pt x="466" y="42"/>
                  </a:lnTo>
                  <a:lnTo>
                    <a:pt x="471" y="51"/>
                  </a:lnTo>
                  <a:lnTo>
                    <a:pt x="466" y="63"/>
                  </a:lnTo>
                  <a:lnTo>
                    <a:pt x="464" y="69"/>
                  </a:lnTo>
                  <a:lnTo>
                    <a:pt x="464" y="76"/>
                  </a:lnTo>
                  <a:lnTo>
                    <a:pt x="466" y="78"/>
                  </a:lnTo>
                  <a:lnTo>
                    <a:pt x="466" y="83"/>
                  </a:lnTo>
                  <a:lnTo>
                    <a:pt x="466" y="92"/>
                  </a:lnTo>
                  <a:lnTo>
                    <a:pt x="473" y="92"/>
                  </a:lnTo>
                  <a:lnTo>
                    <a:pt x="477" y="96"/>
                  </a:lnTo>
                  <a:lnTo>
                    <a:pt x="480" y="103"/>
                  </a:lnTo>
                  <a:lnTo>
                    <a:pt x="464" y="107"/>
                  </a:lnTo>
                  <a:lnTo>
                    <a:pt x="459" y="110"/>
                  </a:lnTo>
                  <a:lnTo>
                    <a:pt x="471" y="119"/>
                  </a:lnTo>
                  <a:lnTo>
                    <a:pt x="475" y="121"/>
                  </a:lnTo>
                  <a:lnTo>
                    <a:pt x="475" y="123"/>
                  </a:lnTo>
                  <a:lnTo>
                    <a:pt x="459" y="132"/>
                  </a:lnTo>
                  <a:lnTo>
                    <a:pt x="444" y="121"/>
                  </a:lnTo>
                  <a:lnTo>
                    <a:pt x="430" y="125"/>
                  </a:lnTo>
                  <a:lnTo>
                    <a:pt x="435" y="134"/>
                  </a:lnTo>
                  <a:lnTo>
                    <a:pt x="437" y="143"/>
                  </a:lnTo>
                  <a:lnTo>
                    <a:pt x="437" y="150"/>
                  </a:lnTo>
                  <a:lnTo>
                    <a:pt x="430" y="152"/>
                  </a:lnTo>
                  <a:lnTo>
                    <a:pt x="423" y="159"/>
                  </a:lnTo>
                  <a:lnTo>
                    <a:pt x="428" y="166"/>
                  </a:lnTo>
                  <a:lnTo>
                    <a:pt x="432" y="173"/>
                  </a:lnTo>
                  <a:lnTo>
                    <a:pt x="430" y="179"/>
                  </a:lnTo>
                  <a:lnTo>
                    <a:pt x="432" y="186"/>
                  </a:lnTo>
                  <a:lnTo>
                    <a:pt x="430" y="191"/>
                  </a:lnTo>
                  <a:lnTo>
                    <a:pt x="428" y="193"/>
                  </a:lnTo>
                  <a:lnTo>
                    <a:pt x="419" y="195"/>
                  </a:lnTo>
                  <a:lnTo>
                    <a:pt x="414" y="206"/>
                  </a:lnTo>
                  <a:lnTo>
                    <a:pt x="405" y="206"/>
                  </a:lnTo>
                  <a:lnTo>
                    <a:pt x="403" y="213"/>
                  </a:lnTo>
                  <a:lnTo>
                    <a:pt x="396" y="218"/>
                  </a:lnTo>
                  <a:lnTo>
                    <a:pt x="383" y="218"/>
                  </a:lnTo>
                  <a:lnTo>
                    <a:pt x="378" y="227"/>
                  </a:lnTo>
                  <a:lnTo>
                    <a:pt x="349" y="227"/>
                  </a:lnTo>
                  <a:lnTo>
                    <a:pt x="333" y="233"/>
                  </a:lnTo>
                  <a:lnTo>
                    <a:pt x="322" y="240"/>
                  </a:lnTo>
                  <a:lnTo>
                    <a:pt x="311" y="247"/>
                  </a:lnTo>
                  <a:lnTo>
                    <a:pt x="297" y="242"/>
                  </a:lnTo>
                  <a:lnTo>
                    <a:pt x="288" y="240"/>
                  </a:lnTo>
                  <a:lnTo>
                    <a:pt x="279" y="233"/>
                  </a:lnTo>
                  <a:lnTo>
                    <a:pt x="268" y="231"/>
                  </a:lnTo>
                  <a:lnTo>
                    <a:pt x="250" y="231"/>
                  </a:lnTo>
                  <a:lnTo>
                    <a:pt x="243" y="229"/>
                  </a:lnTo>
                  <a:lnTo>
                    <a:pt x="237" y="222"/>
                  </a:lnTo>
                  <a:lnTo>
                    <a:pt x="214" y="218"/>
                  </a:lnTo>
                  <a:lnTo>
                    <a:pt x="201" y="218"/>
                  </a:lnTo>
                  <a:lnTo>
                    <a:pt x="192" y="215"/>
                  </a:lnTo>
                  <a:lnTo>
                    <a:pt x="167" y="206"/>
                  </a:lnTo>
                  <a:lnTo>
                    <a:pt x="165" y="193"/>
                  </a:lnTo>
                  <a:lnTo>
                    <a:pt x="165" y="186"/>
                  </a:lnTo>
                  <a:lnTo>
                    <a:pt x="156" y="186"/>
                  </a:lnTo>
                  <a:lnTo>
                    <a:pt x="142" y="191"/>
                  </a:lnTo>
                  <a:lnTo>
                    <a:pt x="124" y="179"/>
                  </a:lnTo>
                  <a:lnTo>
                    <a:pt x="117" y="177"/>
                  </a:lnTo>
                  <a:lnTo>
                    <a:pt x="111" y="179"/>
                  </a:lnTo>
                  <a:lnTo>
                    <a:pt x="108" y="184"/>
                  </a:lnTo>
                  <a:lnTo>
                    <a:pt x="102" y="188"/>
                  </a:lnTo>
                  <a:lnTo>
                    <a:pt x="88" y="193"/>
                  </a:lnTo>
                  <a:lnTo>
                    <a:pt x="70" y="193"/>
                  </a:lnTo>
                  <a:lnTo>
                    <a:pt x="59" y="188"/>
                  </a:lnTo>
                  <a:lnTo>
                    <a:pt x="57" y="19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5" name="Freeform 119">
              <a:extLst>
                <a:ext uri="{FF2B5EF4-FFF2-40B4-BE49-F238E27FC236}">
                  <a16:creationId xmlns:a16="http://schemas.microsoft.com/office/drawing/2014/main" id="{DD421759-759F-0A43-C332-233F42A8CD1C}"/>
                </a:ext>
              </a:extLst>
            </p:cNvPr>
            <p:cNvSpPr>
              <a:spLocks noChangeAspect="1"/>
            </p:cNvSpPr>
            <p:nvPr/>
          </p:nvSpPr>
          <p:spPr bwMode="auto">
            <a:xfrm>
              <a:off x="2250" y="1882"/>
              <a:ext cx="4" cy="16"/>
            </a:xfrm>
            <a:custGeom>
              <a:avLst/>
              <a:gdLst>
                <a:gd name="T0" fmla="*/ 0 w 5"/>
                <a:gd name="T1" fmla="*/ 18 h 18"/>
                <a:gd name="T2" fmla="*/ 0 w 5"/>
                <a:gd name="T3" fmla="*/ 14 h 18"/>
                <a:gd name="T4" fmla="*/ 5 w 5"/>
                <a:gd name="T5" fmla="*/ 0 h 18"/>
                <a:gd name="T6" fmla="*/ 5 w 5"/>
                <a:gd name="T7" fmla="*/ 9 h 18"/>
                <a:gd name="T8" fmla="*/ 5 w 5"/>
                <a:gd name="T9" fmla="*/ 16 h 18"/>
                <a:gd name="T10" fmla="*/ 3 w 5"/>
                <a:gd name="T11" fmla="*/ 18 h 18"/>
                <a:gd name="T12" fmla="*/ 0 w 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5" h="18">
                  <a:moveTo>
                    <a:pt x="0" y="18"/>
                  </a:moveTo>
                  <a:lnTo>
                    <a:pt x="0" y="14"/>
                  </a:lnTo>
                  <a:lnTo>
                    <a:pt x="5" y="0"/>
                  </a:lnTo>
                  <a:lnTo>
                    <a:pt x="5" y="9"/>
                  </a:lnTo>
                  <a:lnTo>
                    <a:pt x="5" y="16"/>
                  </a:lnTo>
                  <a:lnTo>
                    <a:pt x="3" y="18"/>
                  </a:lnTo>
                  <a:lnTo>
                    <a:pt x="0"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6" name="Freeform 120">
              <a:extLst>
                <a:ext uri="{FF2B5EF4-FFF2-40B4-BE49-F238E27FC236}">
                  <a16:creationId xmlns:a16="http://schemas.microsoft.com/office/drawing/2014/main" id="{2408FC21-B394-1CE8-864F-971C65500C59}"/>
                </a:ext>
              </a:extLst>
            </p:cNvPr>
            <p:cNvSpPr>
              <a:spLocks noChangeAspect="1"/>
            </p:cNvSpPr>
            <p:nvPr/>
          </p:nvSpPr>
          <p:spPr bwMode="auto">
            <a:xfrm>
              <a:off x="2250" y="1882"/>
              <a:ext cx="4" cy="16"/>
            </a:xfrm>
            <a:custGeom>
              <a:avLst/>
              <a:gdLst>
                <a:gd name="T0" fmla="*/ 0 w 5"/>
                <a:gd name="T1" fmla="*/ 18 h 18"/>
                <a:gd name="T2" fmla="*/ 0 w 5"/>
                <a:gd name="T3" fmla="*/ 14 h 18"/>
                <a:gd name="T4" fmla="*/ 5 w 5"/>
                <a:gd name="T5" fmla="*/ 0 h 18"/>
                <a:gd name="T6" fmla="*/ 5 w 5"/>
                <a:gd name="T7" fmla="*/ 9 h 18"/>
                <a:gd name="T8" fmla="*/ 5 w 5"/>
                <a:gd name="T9" fmla="*/ 16 h 18"/>
                <a:gd name="T10" fmla="*/ 3 w 5"/>
                <a:gd name="T11" fmla="*/ 18 h 18"/>
                <a:gd name="T12" fmla="*/ 0 w 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5" h="18">
                  <a:moveTo>
                    <a:pt x="0" y="18"/>
                  </a:moveTo>
                  <a:lnTo>
                    <a:pt x="0" y="14"/>
                  </a:lnTo>
                  <a:lnTo>
                    <a:pt x="5" y="0"/>
                  </a:lnTo>
                  <a:lnTo>
                    <a:pt x="5" y="9"/>
                  </a:lnTo>
                  <a:lnTo>
                    <a:pt x="5" y="16"/>
                  </a:lnTo>
                  <a:lnTo>
                    <a:pt x="3" y="18"/>
                  </a:lnTo>
                  <a:lnTo>
                    <a:pt x="0"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7" name="Freeform 121">
              <a:extLst>
                <a:ext uri="{FF2B5EF4-FFF2-40B4-BE49-F238E27FC236}">
                  <a16:creationId xmlns:a16="http://schemas.microsoft.com/office/drawing/2014/main" id="{58597931-F27F-A807-E6A0-079C31B25EF9}"/>
                </a:ext>
              </a:extLst>
            </p:cNvPr>
            <p:cNvSpPr>
              <a:spLocks noChangeAspect="1"/>
            </p:cNvSpPr>
            <p:nvPr/>
          </p:nvSpPr>
          <p:spPr bwMode="auto">
            <a:xfrm>
              <a:off x="2256" y="1844"/>
              <a:ext cx="7" cy="16"/>
            </a:xfrm>
            <a:custGeom>
              <a:avLst/>
              <a:gdLst>
                <a:gd name="T0" fmla="*/ 0 w 9"/>
                <a:gd name="T1" fmla="*/ 18 h 18"/>
                <a:gd name="T2" fmla="*/ 0 w 9"/>
                <a:gd name="T3" fmla="*/ 6 h 18"/>
                <a:gd name="T4" fmla="*/ 0 w 9"/>
                <a:gd name="T5" fmla="*/ 0 h 18"/>
                <a:gd name="T6" fmla="*/ 7 w 9"/>
                <a:gd name="T7" fmla="*/ 4 h 18"/>
                <a:gd name="T8" fmla="*/ 9 w 9"/>
                <a:gd name="T9" fmla="*/ 9 h 18"/>
                <a:gd name="T10" fmla="*/ 9 w 9"/>
                <a:gd name="T11" fmla="*/ 13 h 18"/>
                <a:gd name="T12" fmla="*/ 7 w 9"/>
                <a:gd name="T13" fmla="*/ 15 h 18"/>
                <a:gd name="T14" fmla="*/ 0 w 9"/>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0" y="18"/>
                  </a:moveTo>
                  <a:lnTo>
                    <a:pt x="0" y="6"/>
                  </a:lnTo>
                  <a:lnTo>
                    <a:pt x="0" y="0"/>
                  </a:lnTo>
                  <a:lnTo>
                    <a:pt x="7" y="4"/>
                  </a:lnTo>
                  <a:lnTo>
                    <a:pt x="9" y="9"/>
                  </a:lnTo>
                  <a:lnTo>
                    <a:pt x="9" y="13"/>
                  </a:lnTo>
                  <a:lnTo>
                    <a:pt x="7" y="15"/>
                  </a:lnTo>
                  <a:lnTo>
                    <a:pt x="0"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8" name="Freeform 122">
              <a:extLst>
                <a:ext uri="{FF2B5EF4-FFF2-40B4-BE49-F238E27FC236}">
                  <a16:creationId xmlns:a16="http://schemas.microsoft.com/office/drawing/2014/main" id="{B731710D-1CBD-09F0-A739-7481AD0FD798}"/>
                </a:ext>
              </a:extLst>
            </p:cNvPr>
            <p:cNvSpPr>
              <a:spLocks noChangeAspect="1"/>
            </p:cNvSpPr>
            <p:nvPr/>
          </p:nvSpPr>
          <p:spPr bwMode="auto">
            <a:xfrm>
              <a:off x="2256" y="1844"/>
              <a:ext cx="7" cy="16"/>
            </a:xfrm>
            <a:custGeom>
              <a:avLst/>
              <a:gdLst>
                <a:gd name="T0" fmla="*/ 0 w 9"/>
                <a:gd name="T1" fmla="*/ 18 h 18"/>
                <a:gd name="T2" fmla="*/ 0 w 9"/>
                <a:gd name="T3" fmla="*/ 6 h 18"/>
                <a:gd name="T4" fmla="*/ 0 w 9"/>
                <a:gd name="T5" fmla="*/ 0 h 18"/>
                <a:gd name="T6" fmla="*/ 7 w 9"/>
                <a:gd name="T7" fmla="*/ 4 h 18"/>
                <a:gd name="T8" fmla="*/ 9 w 9"/>
                <a:gd name="T9" fmla="*/ 9 h 18"/>
                <a:gd name="T10" fmla="*/ 9 w 9"/>
                <a:gd name="T11" fmla="*/ 13 h 18"/>
                <a:gd name="T12" fmla="*/ 7 w 9"/>
                <a:gd name="T13" fmla="*/ 15 h 18"/>
                <a:gd name="T14" fmla="*/ 0 w 9"/>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0" y="18"/>
                  </a:moveTo>
                  <a:lnTo>
                    <a:pt x="0" y="6"/>
                  </a:lnTo>
                  <a:lnTo>
                    <a:pt x="0" y="0"/>
                  </a:lnTo>
                  <a:lnTo>
                    <a:pt x="7" y="4"/>
                  </a:lnTo>
                  <a:lnTo>
                    <a:pt x="9" y="9"/>
                  </a:lnTo>
                  <a:lnTo>
                    <a:pt x="9" y="13"/>
                  </a:lnTo>
                  <a:lnTo>
                    <a:pt x="7" y="15"/>
                  </a:lnTo>
                  <a:lnTo>
                    <a:pt x="0"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19" name="Freeform 123">
              <a:extLst>
                <a:ext uri="{FF2B5EF4-FFF2-40B4-BE49-F238E27FC236}">
                  <a16:creationId xmlns:a16="http://schemas.microsoft.com/office/drawing/2014/main" id="{7D9E2375-BEBB-45E7-12FD-DC90DFBB1AAB}"/>
                </a:ext>
              </a:extLst>
            </p:cNvPr>
            <p:cNvSpPr>
              <a:spLocks noChangeAspect="1"/>
            </p:cNvSpPr>
            <p:nvPr/>
          </p:nvSpPr>
          <p:spPr bwMode="auto">
            <a:xfrm>
              <a:off x="2265" y="1835"/>
              <a:ext cx="8" cy="14"/>
            </a:xfrm>
            <a:custGeom>
              <a:avLst/>
              <a:gdLst>
                <a:gd name="T0" fmla="*/ 3 w 9"/>
                <a:gd name="T1" fmla="*/ 15 h 15"/>
                <a:gd name="T2" fmla="*/ 0 w 9"/>
                <a:gd name="T3" fmla="*/ 11 h 15"/>
                <a:gd name="T4" fmla="*/ 0 w 9"/>
                <a:gd name="T5" fmla="*/ 0 h 15"/>
                <a:gd name="T6" fmla="*/ 3 w 9"/>
                <a:gd name="T7" fmla="*/ 2 h 15"/>
                <a:gd name="T8" fmla="*/ 9 w 9"/>
                <a:gd name="T9" fmla="*/ 9 h 15"/>
                <a:gd name="T10" fmla="*/ 5 w 9"/>
                <a:gd name="T11" fmla="*/ 15 h 15"/>
                <a:gd name="T12" fmla="*/ 3 w 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9" h="15">
                  <a:moveTo>
                    <a:pt x="3" y="15"/>
                  </a:moveTo>
                  <a:lnTo>
                    <a:pt x="0" y="11"/>
                  </a:lnTo>
                  <a:lnTo>
                    <a:pt x="0" y="0"/>
                  </a:lnTo>
                  <a:lnTo>
                    <a:pt x="3" y="2"/>
                  </a:lnTo>
                  <a:lnTo>
                    <a:pt x="9" y="9"/>
                  </a:lnTo>
                  <a:lnTo>
                    <a:pt x="5" y="15"/>
                  </a:lnTo>
                  <a:lnTo>
                    <a:pt x="3" y="15"/>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0" name="Freeform 124">
              <a:extLst>
                <a:ext uri="{FF2B5EF4-FFF2-40B4-BE49-F238E27FC236}">
                  <a16:creationId xmlns:a16="http://schemas.microsoft.com/office/drawing/2014/main" id="{56F45757-16C9-17CB-69BB-A06171F03A10}"/>
                </a:ext>
              </a:extLst>
            </p:cNvPr>
            <p:cNvSpPr>
              <a:spLocks noChangeAspect="1"/>
            </p:cNvSpPr>
            <p:nvPr/>
          </p:nvSpPr>
          <p:spPr bwMode="auto">
            <a:xfrm>
              <a:off x="2265" y="1835"/>
              <a:ext cx="8" cy="14"/>
            </a:xfrm>
            <a:custGeom>
              <a:avLst/>
              <a:gdLst>
                <a:gd name="T0" fmla="*/ 3 w 9"/>
                <a:gd name="T1" fmla="*/ 15 h 15"/>
                <a:gd name="T2" fmla="*/ 0 w 9"/>
                <a:gd name="T3" fmla="*/ 11 h 15"/>
                <a:gd name="T4" fmla="*/ 0 w 9"/>
                <a:gd name="T5" fmla="*/ 0 h 15"/>
                <a:gd name="T6" fmla="*/ 3 w 9"/>
                <a:gd name="T7" fmla="*/ 2 h 15"/>
                <a:gd name="T8" fmla="*/ 9 w 9"/>
                <a:gd name="T9" fmla="*/ 9 h 15"/>
                <a:gd name="T10" fmla="*/ 5 w 9"/>
                <a:gd name="T11" fmla="*/ 15 h 15"/>
                <a:gd name="T12" fmla="*/ 3 w 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9" h="15">
                  <a:moveTo>
                    <a:pt x="3" y="15"/>
                  </a:moveTo>
                  <a:lnTo>
                    <a:pt x="0" y="11"/>
                  </a:lnTo>
                  <a:lnTo>
                    <a:pt x="0" y="0"/>
                  </a:lnTo>
                  <a:lnTo>
                    <a:pt x="3" y="2"/>
                  </a:lnTo>
                  <a:lnTo>
                    <a:pt x="9" y="9"/>
                  </a:lnTo>
                  <a:lnTo>
                    <a:pt x="5" y="15"/>
                  </a:lnTo>
                  <a:lnTo>
                    <a:pt x="3" y="1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1" name="Freeform 125">
              <a:extLst>
                <a:ext uri="{FF2B5EF4-FFF2-40B4-BE49-F238E27FC236}">
                  <a16:creationId xmlns:a16="http://schemas.microsoft.com/office/drawing/2014/main" id="{625E938C-7A70-CA0F-0671-C97F7ABA8FC3}"/>
                </a:ext>
              </a:extLst>
            </p:cNvPr>
            <p:cNvSpPr>
              <a:spLocks noChangeAspect="1"/>
            </p:cNvSpPr>
            <p:nvPr/>
          </p:nvSpPr>
          <p:spPr bwMode="auto">
            <a:xfrm>
              <a:off x="2265" y="1857"/>
              <a:ext cx="4" cy="5"/>
            </a:xfrm>
            <a:custGeom>
              <a:avLst/>
              <a:gdLst>
                <a:gd name="T0" fmla="*/ 5 w 5"/>
                <a:gd name="T1" fmla="*/ 0 h 5"/>
                <a:gd name="T2" fmla="*/ 0 w 5"/>
                <a:gd name="T3" fmla="*/ 0 h 5"/>
                <a:gd name="T4" fmla="*/ 0 w 5"/>
                <a:gd name="T5" fmla="*/ 5 h 5"/>
                <a:gd name="T6" fmla="*/ 3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lnTo>
                    <a:pt x="0" y="0"/>
                  </a:lnTo>
                  <a:lnTo>
                    <a:pt x="0" y="5"/>
                  </a:lnTo>
                  <a:lnTo>
                    <a:pt x="3" y="5"/>
                  </a:lnTo>
                  <a:lnTo>
                    <a:pt x="5"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2" name="Freeform 126">
              <a:extLst>
                <a:ext uri="{FF2B5EF4-FFF2-40B4-BE49-F238E27FC236}">
                  <a16:creationId xmlns:a16="http://schemas.microsoft.com/office/drawing/2014/main" id="{6AED5B9C-E2B5-D1BF-8BF2-43DD5DF8C25A}"/>
                </a:ext>
              </a:extLst>
            </p:cNvPr>
            <p:cNvSpPr>
              <a:spLocks noChangeAspect="1"/>
            </p:cNvSpPr>
            <p:nvPr/>
          </p:nvSpPr>
          <p:spPr bwMode="auto">
            <a:xfrm>
              <a:off x="2265" y="1857"/>
              <a:ext cx="4" cy="5"/>
            </a:xfrm>
            <a:custGeom>
              <a:avLst/>
              <a:gdLst>
                <a:gd name="T0" fmla="*/ 5 w 5"/>
                <a:gd name="T1" fmla="*/ 0 h 5"/>
                <a:gd name="T2" fmla="*/ 0 w 5"/>
                <a:gd name="T3" fmla="*/ 0 h 5"/>
                <a:gd name="T4" fmla="*/ 0 w 5"/>
                <a:gd name="T5" fmla="*/ 5 h 5"/>
                <a:gd name="T6" fmla="*/ 3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lnTo>
                    <a:pt x="0" y="0"/>
                  </a:lnTo>
                  <a:lnTo>
                    <a:pt x="0" y="5"/>
                  </a:lnTo>
                  <a:lnTo>
                    <a:pt x="3" y="5"/>
                  </a:lnTo>
                  <a:lnTo>
                    <a:pt x="5"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3" name="Freeform 127">
              <a:extLst>
                <a:ext uri="{FF2B5EF4-FFF2-40B4-BE49-F238E27FC236}">
                  <a16:creationId xmlns:a16="http://schemas.microsoft.com/office/drawing/2014/main" id="{6E959482-472F-EA90-352B-C5A644BB7BCF}"/>
                </a:ext>
              </a:extLst>
            </p:cNvPr>
            <p:cNvSpPr>
              <a:spLocks noChangeAspect="1"/>
            </p:cNvSpPr>
            <p:nvPr/>
          </p:nvSpPr>
          <p:spPr bwMode="auto">
            <a:xfrm>
              <a:off x="2265" y="1821"/>
              <a:ext cx="2" cy="8"/>
            </a:xfrm>
            <a:custGeom>
              <a:avLst/>
              <a:gdLst>
                <a:gd name="T0" fmla="*/ 0 w 3"/>
                <a:gd name="T1" fmla="*/ 7 h 7"/>
                <a:gd name="T2" fmla="*/ 0 w 3"/>
                <a:gd name="T3" fmla="*/ 0 h 7"/>
                <a:gd name="T4" fmla="*/ 3 w 3"/>
                <a:gd name="T5" fmla="*/ 0 h 7"/>
                <a:gd name="T6" fmla="*/ 3 w 3"/>
                <a:gd name="T7" fmla="*/ 4 h 7"/>
                <a:gd name="T8" fmla="*/ 0 w 3"/>
                <a:gd name="T9" fmla="*/ 7 h 7"/>
              </a:gdLst>
              <a:ahLst/>
              <a:cxnLst>
                <a:cxn ang="0">
                  <a:pos x="T0" y="T1"/>
                </a:cxn>
                <a:cxn ang="0">
                  <a:pos x="T2" y="T3"/>
                </a:cxn>
                <a:cxn ang="0">
                  <a:pos x="T4" y="T5"/>
                </a:cxn>
                <a:cxn ang="0">
                  <a:pos x="T6" y="T7"/>
                </a:cxn>
                <a:cxn ang="0">
                  <a:pos x="T8" y="T9"/>
                </a:cxn>
              </a:cxnLst>
              <a:rect l="0" t="0" r="r" b="b"/>
              <a:pathLst>
                <a:path w="3" h="7">
                  <a:moveTo>
                    <a:pt x="0" y="7"/>
                  </a:moveTo>
                  <a:lnTo>
                    <a:pt x="0" y="0"/>
                  </a:lnTo>
                  <a:lnTo>
                    <a:pt x="3" y="0"/>
                  </a:lnTo>
                  <a:lnTo>
                    <a:pt x="3" y="4"/>
                  </a:lnTo>
                  <a:lnTo>
                    <a:pt x="0" y="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4" name="Freeform 128">
              <a:extLst>
                <a:ext uri="{FF2B5EF4-FFF2-40B4-BE49-F238E27FC236}">
                  <a16:creationId xmlns:a16="http://schemas.microsoft.com/office/drawing/2014/main" id="{A4375394-E822-B673-7B10-F3B449272D01}"/>
                </a:ext>
              </a:extLst>
            </p:cNvPr>
            <p:cNvSpPr>
              <a:spLocks noChangeAspect="1"/>
            </p:cNvSpPr>
            <p:nvPr/>
          </p:nvSpPr>
          <p:spPr bwMode="auto">
            <a:xfrm>
              <a:off x="2265" y="1821"/>
              <a:ext cx="2" cy="8"/>
            </a:xfrm>
            <a:custGeom>
              <a:avLst/>
              <a:gdLst>
                <a:gd name="T0" fmla="*/ 0 w 3"/>
                <a:gd name="T1" fmla="*/ 7 h 7"/>
                <a:gd name="T2" fmla="*/ 0 w 3"/>
                <a:gd name="T3" fmla="*/ 0 h 7"/>
                <a:gd name="T4" fmla="*/ 3 w 3"/>
                <a:gd name="T5" fmla="*/ 0 h 7"/>
                <a:gd name="T6" fmla="*/ 3 w 3"/>
                <a:gd name="T7" fmla="*/ 4 h 7"/>
                <a:gd name="T8" fmla="*/ 0 w 3"/>
                <a:gd name="T9" fmla="*/ 7 h 7"/>
              </a:gdLst>
              <a:ahLst/>
              <a:cxnLst>
                <a:cxn ang="0">
                  <a:pos x="T0" y="T1"/>
                </a:cxn>
                <a:cxn ang="0">
                  <a:pos x="T2" y="T3"/>
                </a:cxn>
                <a:cxn ang="0">
                  <a:pos x="T4" y="T5"/>
                </a:cxn>
                <a:cxn ang="0">
                  <a:pos x="T6" y="T7"/>
                </a:cxn>
                <a:cxn ang="0">
                  <a:pos x="T8" y="T9"/>
                </a:cxn>
              </a:cxnLst>
              <a:rect l="0" t="0" r="r" b="b"/>
              <a:pathLst>
                <a:path w="3" h="7">
                  <a:moveTo>
                    <a:pt x="0" y="7"/>
                  </a:moveTo>
                  <a:lnTo>
                    <a:pt x="0" y="0"/>
                  </a:lnTo>
                  <a:lnTo>
                    <a:pt x="3" y="0"/>
                  </a:lnTo>
                  <a:lnTo>
                    <a:pt x="3" y="4"/>
                  </a:lnTo>
                  <a:lnTo>
                    <a:pt x="0" y="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5" name="Freeform 129">
              <a:extLst>
                <a:ext uri="{FF2B5EF4-FFF2-40B4-BE49-F238E27FC236}">
                  <a16:creationId xmlns:a16="http://schemas.microsoft.com/office/drawing/2014/main" id="{8B5B6DB6-7DAF-1E11-EA2B-1DDB40B3056E}"/>
                </a:ext>
              </a:extLst>
            </p:cNvPr>
            <p:cNvSpPr>
              <a:spLocks noChangeAspect="1"/>
            </p:cNvSpPr>
            <p:nvPr/>
          </p:nvSpPr>
          <p:spPr bwMode="auto">
            <a:xfrm>
              <a:off x="2262" y="1802"/>
              <a:ext cx="3" cy="11"/>
            </a:xfrm>
            <a:custGeom>
              <a:avLst/>
              <a:gdLst>
                <a:gd name="T0" fmla="*/ 0 w 4"/>
                <a:gd name="T1" fmla="*/ 11 h 11"/>
                <a:gd name="T2" fmla="*/ 0 w 4"/>
                <a:gd name="T3" fmla="*/ 0 h 11"/>
                <a:gd name="T4" fmla="*/ 4 w 4"/>
                <a:gd name="T5" fmla="*/ 0 h 11"/>
                <a:gd name="T6" fmla="*/ 4 w 4"/>
                <a:gd name="T7" fmla="*/ 4 h 11"/>
                <a:gd name="T8" fmla="*/ 2 w 4"/>
                <a:gd name="T9" fmla="*/ 6 h 11"/>
                <a:gd name="T10" fmla="*/ 4 w 4"/>
                <a:gd name="T11" fmla="*/ 9 h 11"/>
                <a:gd name="T12" fmla="*/ 0 w 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0" y="11"/>
                  </a:moveTo>
                  <a:lnTo>
                    <a:pt x="0" y="0"/>
                  </a:lnTo>
                  <a:lnTo>
                    <a:pt x="4" y="0"/>
                  </a:lnTo>
                  <a:lnTo>
                    <a:pt x="4" y="4"/>
                  </a:lnTo>
                  <a:lnTo>
                    <a:pt x="2" y="6"/>
                  </a:lnTo>
                  <a:lnTo>
                    <a:pt x="4" y="9"/>
                  </a:lnTo>
                  <a:lnTo>
                    <a:pt x="0" y="1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6" name="Freeform 130">
              <a:extLst>
                <a:ext uri="{FF2B5EF4-FFF2-40B4-BE49-F238E27FC236}">
                  <a16:creationId xmlns:a16="http://schemas.microsoft.com/office/drawing/2014/main" id="{D68254E6-5D15-89FA-E77A-631D6EBBC3F5}"/>
                </a:ext>
              </a:extLst>
            </p:cNvPr>
            <p:cNvSpPr>
              <a:spLocks noChangeAspect="1"/>
            </p:cNvSpPr>
            <p:nvPr/>
          </p:nvSpPr>
          <p:spPr bwMode="auto">
            <a:xfrm>
              <a:off x="2262" y="1802"/>
              <a:ext cx="3" cy="11"/>
            </a:xfrm>
            <a:custGeom>
              <a:avLst/>
              <a:gdLst>
                <a:gd name="T0" fmla="*/ 0 w 4"/>
                <a:gd name="T1" fmla="*/ 11 h 11"/>
                <a:gd name="T2" fmla="*/ 0 w 4"/>
                <a:gd name="T3" fmla="*/ 0 h 11"/>
                <a:gd name="T4" fmla="*/ 4 w 4"/>
                <a:gd name="T5" fmla="*/ 0 h 11"/>
                <a:gd name="T6" fmla="*/ 4 w 4"/>
                <a:gd name="T7" fmla="*/ 4 h 11"/>
                <a:gd name="T8" fmla="*/ 2 w 4"/>
                <a:gd name="T9" fmla="*/ 6 h 11"/>
                <a:gd name="T10" fmla="*/ 4 w 4"/>
                <a:gd name="T11" fmla="*/ 9 h 11"/>
                <a:gd name="T12" fmla="*/ 0 w 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0" y="11"/>
                  </a:moveTo>
                  <a:lnTo>
                    <a:pt x="0" y="0"/>
                  </a:lnTo>
                  <a:lnTo>
                    <a:pt x="4" y="0"/>
                  </a:lnTo>
                  <a:lnTo>
                    <a:pt x="4" y="4"/>
                  </a:lnTo>
                  <a:lnTo>
                    <a:pt x="2" y="6"/>
                  </a:lnTo>
                  <a:lnTo>
                    <a:pt x="4" y="9"/>
                  </a:lnTo>
                  <a:lnTo>
                    <a:pt x="0" y="1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7" name="Freeform 131">
              <a:extLst>
                <a:ext uri="{FF2B5EF4-FFF2-40B4-BE49-F238E27FC236}">
                  <a16:creationId xmlns:a16="http://schemas.microsoft.com/office/drawing/2014/main" id="{AB16DA81-4024-E0EE-4D35-946BF8CAC98B}"/>
                </a:ext>
              </a:extLst>
            </p:cNvPr>
            <p:cNvSpPr>
              <a:spLocks noChangeAspect="1"/>
            </p:cNvSpPr>
            <p:nvPr/>
          </p:nvSpPr>
          <p:spPr bwMode="auto">
            <a:xfrm>
              <a:off x="2280" y="1671"/>
              <a:ext cx="10" cy="9"/>
            </a:xfrm>
            <a:custGeom>
              <a:avLst/>
              <a:gdLst>
                <a:gd name="T0" fmla="*/ 12 w 12"/>
                <a:gd name="T1" fmla="*/ 9 h 9"/>
                <a:gd name="T2" fmla="*/ 7 w 12"/>
                <a:gd name="T3" fmla="*/ 9 h 9"/>
                <a:gd name="T4" fmla="*/ 0 w 12"/>
                <a:gd name="T5" fmla="*/ 9 h 9"/>
                <a:gd name="T6" fmla="*/ 0 w 12"/>
                <a:gd name="T7" fmla="*/ 2 h 9"/>
                <a:gd name="T8" fmla="*/ 5 w 12"/>
                <a:gd name="T9" fmla="*/ 0 h 9"/>
                <a:gd name="T10" fmla="*/ 12 w 12"/>
                <a:gd name="T11" fmla="*/ 9 h 9"/>
              </a:gdLst>
              <a:ahLst/>
              <a:cxnLst>
                <a:cxn ang="0">
                  <a:pos x="T0" y="T1"/>
                </a:cxn>
                <a:cxn ang="0">
                  <a:pos x="T2" y="T3"/>
                </a:cxn>
                <a:cxn ang="0">
                  <a:pos x="T4" y="T5"/>
                </a:cxn>
                <a:cxn ang="0">
                  <a:pos x="T6" y="T7"/>
                </a:cxn>
                <a:cxn ang="0">
                  <a:pos x="T8" y="T9"/>
                </a:cxn>
                <a:cxn ang="0">
                  <a:pos x="T10" y="T11"/>
                </a:cxn>
              </a:cxnLst>
              <a:rect l="0" t="0" r="r" b="b"/>
              <a:pathLst>
                <a:path w="12" h="9">
                  <a:moveTo>
                    <a:pt x="12" y="9"/>
                  </a:moveTo>
                  <a:lnTo>
                    <a:pt x="7" y="9"/>
                  </a:lnTo>
                  <a:lnTo>
                    <a:pt x="0" y="9"/>
                  </a:lnTo>
                  <a:lnTo>
                    <a:pt x="0" y="2"/>
                  </a:lnTo>
                  <a:lnTo>
                    <a:pt x="5" y="0"/>
                  </a:lnTo>
                  <a:lnTo>
                    <a:pt x="12" y="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8" name="Freeform 132">
              <a:extLst>
                <a:ext uri="{FF2B5EF4-FFF2-40B4-BE49-F238E27FC236}">
                  <a16:creationId xmlns:a16="http://schemas.microsoft.com/office/drawing/2014/main" id="{170D6802-A19B-2380-3A1F-637FC95F43A2}"/>
                </a:ext>
              </a:extLst>
            </p:cNvPr>
            <p:cNvSpPr>
              <a:spLocks noChangeAspect="1"/>
            </p:cNvSpPr>
            <p:nvPr/>
          </p:nvSpPr>
          <p:spPr bwMode="auto">
            <a:xfrm>
              <a:off x="2280" y="1671"/>
              <a:ext cx="10" cy="9"/>
            </a:xfrm>
            <a:custGeom>
              <a:avLst/>
              <a:gdLst>
                <a:gd name="T0" fmla="*/ 12 w 12"/>
                <a:gd name="T1" fmla="*/ 9 h 9"/>
                <a:gd name="T2" fmla="*/ 7 w 12"/>
                <a:gd name="T3" fmla="*/ 9 h 9"/>
                <a:gd name="T4" fmla="*/ 0 w 12"/>
                <a:gd name="T5" fmla="*/ 9 h 9"/>
                <a:gd name="T6" fmla="*/ 0 w 12"/>
                <a:gd name="T7" fmla="*/ 2 h 9"/>
                <a:gd name="T8" fmla="*/ 5 w 12"/>
                <a:gd name="T9" fmla="*/ 0 h 9"/>
                <a:gd name="T10" fmla="*/ 12 w 12"/>
                <a:gd name="T11" fmla="*/ 9 h 9"/>
              </a:gdLst>
              <a:ahLst/>
              <a:cxnLst>
                <a:cxn ang="0">
                  <a:pos x="T0" y="T1"/>
                </a:cxn>
                <a:cxn ang="0">
                  <a:pos x="T2" y="T3"/>
                </a:cxn>
                <a:cxn ang="0">
                  <a:pos x="T4" y="T5"/>
                </a:cxn>
                <a:cxn ang="0">
                  <a:pos x="T6" y="T7"/>
                </a:cxn>
                <a:cxn ang="0">
                  <a:pos x="T8" y="T9"/>
                </a:cxn>
                <a:cxn ang="0">
                  <a:pos x="T10" y="T11"/>
                </a:cxn>
              </a:cxnLst>
              <a:rect l="0" t="0" r="r" b="b"/>
              <a:pathLst>
                <a:path w="12" h="9">
                  <a:moveTo>
                    <a:pt x="12" y="9"/>
                  </a:moveTo>
                  <a:lnTo>
                    <a:pt x="7" y="9"/>
                  </a:lnTo>
                  <a:lnTo>
                    <a:pt x="0" y="9"/>
                  </a:lnTo>
                  <a:lnTo>
                    <a:pt x="0" y="2"/>
                  </a:lnTo>
                  <a:lnTo>
                    <a:pt x="5" y="0"/>
                  </a:lnTo>
                  <a:lnTo>
                    <a:pt x="12"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29" name="Freeform 133">
              <a:extLst>
                <a:ext uri="{FF2B5EF4-FFF2-40B4-BE49-F238E27FC236}">
                  <a16:creationId xmlns:a16="http://schemas.microsoft.com/office/drawing/2014/main" id="{74DB6B4F-5AD2-6172-D10B-677BDC6EADE9}"/>
                </a:ext>
              </a:extLst>
            </p:cNvPr>
            <p:cNvSpPr>
              <a:spLocks noChangeAspect="1"/>
            </p:cNvSpPr>
            <p:nvPr/>
          </p:nvSpPr>
          <p:spPr bwMode="auto">
            <a:xfrm>
              <a:off x="2619" y="1200"/>
              <a:ext cx="9" cy="22"/>
            </a:xfrm>
            <a:custGeom>
              <a:avLst/>
              <a:gdLst>
                <a:gd name="T0" fmla="*/ 0 w 11"/>
                <a:gd name="T1" fmla="*/ 25 h 25"/>
                <a:gd name="T2" fmla="*/ 9 w 11"/>
                <a:gd name="T3" fmla="*/ 0 h 25"/>
                <a:gd name="T4" fmla="*/ 11 w 11"/>
                <a:gd name="T5" fmla="*/ 11 h 25"/>
                <a:gd name="T6" fmla="*/ 7 w 11"/>
                <a:gd name="T7" fmla="*/ 20 h 25"/>
                <a:gd name="T8" fmla="*/ 0 w 11"/>
                <a:gd name="T9" fmla="*/ 25 h 25"/>
              </a:gdLst>
              <a:ahLst/>
              <a:cxnLst>
                <a:cxn ang="0">
                  <a:pos x="T0" y="T1"/>
                </a:cxn>
                <a:cxn ang="0">
                  <a:pos x="T2" y="T3"/>
                </a:cxn>
                <a:cxn ang="0">
                  <a:pos x="T4" y="T5"/>
                </a:cxn>
                <a:cxn ang="0">
                  <a:pos x="T6" y="T7"/>
                </a:cxn>
                <a:cxn ang="0">
                  <a:pos x="T8" y="T9"/>
                </a:cxn>
              </a:cxnLst>
              <a:rect l="0" t="0" r="r" b="b"/>
              <a:pathLst>
                <a:path w="11" h="25">
                  <a:moveTo>
                    <a:pt x="0" y="25"/>
                  </a:moveTo>
                  <a:lnTo>
                    <a:pt x="9" y="0"/>
                  </a:lnTo>
                  <a:lnTo>
                    <a:pt x="11" y="11"/>
                  </a:lnTo>
                  <a:lnTo>
                    <a:pt x="7" y="20"/>
                  </a:lnTo>
                  <a:lnTo>
                    <a:pt x="0" y="25"/>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0" name="Freeform 134">
              <a:extLst>
                <a:ext uri="{FF2B5EF4-FFF2-40B4-BE49-F238E27FC236}">
                  <a16:creationId xmlns:a16="http://schemas.microsoft.com/office/drawing/2014/main" id="{0BF395A3-F434-9AA3-ED43-C402F570ED21}"/>
                </a:ext>
              </a:extLst>
            </p:cNvPr>
            <p:cNvSpPr>
              <a:spLocks noChangeAspect="1"/>
            </p:cNvSpPr>
            <p:nvPr/>
          </p:nvSpPr>
          <p:spPr bwMode="auto">
            <a:xfrm>
              <a:off x="2619" y="1200"/>
              <a:ext cx="9" cy="22"/>
            </a:xfrm>
            <a:custGeom>
              <a:avLst/>
              <a:gdLst>
                <a:gd name="T0" fmla="*/ 0 w 11"/>
                <a:gd name="T1" fmla="*/ 25 h 25"/>
                <a:gd name="T2" fmla="*/ 9 w 11"/>
                <a:gd name="T3" fmla="*/ 0 h 25"/>
                <a:gd name="T4" fmla="*/ 11 w 11"/>
                <a:gd name="T5" fmla="*/ 11 h 25"/>
                <a:gd name="T6" fmla="*/ 7 w 11"/>
                <a:gd name="T7" fmla="*/ 20 h 25"/>
                <a:gd name="T8" fmla="*/ 0 w 11"/>
                <a:gd name="T9" fmla="*/ 25 h 25"/>
              </a:gdLst>
              <a:ahLst/>
              <a:cxnLst>
                <a:cxn ang="0">
                  <a:pos x="T0" y="T1"/>
                </a:cxn>
                <a:cxn ang="0">
                  <a:pos x="T2" y="T3"/>
                </a:cxn>
                <a:cxn ang="0">
                  <a:pos x="T4" y="T5"/>
                </a:cxn>
                <a:cxn ang="0">
                  <a:pos x="T6" y="T7"/>
                </a:cxn>
                <a:cxn ang="0">
                  <a:pos x="T8" y="T9"/>
                </a:cxn>
              </a:cxnLst>
              <a:rect l="0" t="0" r="r" b="b"/>
              <a:pathLst>
                <a:path w="11" h="25">
                  <a:moveTo>
                    <a:pt x="0" y="25"/>
                  </a:moveTo>
                  <a:lnTo>
                    <a:pt x="9" y="0"/>
                  </a:lnTo>
                  <a:lnTo>
                    <a:pt x="11" y="11"/>
                  </a:lnTo>
                  <a:lnTo>
                    <a:pt x="7" y="20"/>
                  </a:lnTo>
                  <a:lnTo>
                    <a:pt x="0" y="2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1" name="Freeform 135">
              <a:extLst>
                <a:ext uri="{FF2B5EF4-FFF2-40B4-BE49-F238E27FC236}">
                  <a16:creationId xmlns:a16="http://schemas.microsoft.com/office/drawing/2014/main" id="{5157FEF4-B7AF-71D6-43F5-F9D989F4BD8D}"/>
                </a:ext>
              </a:extLst>
            </p:cNvPr>
            <p:cNvSpPr>
              <a:spLocks noChangeAspect="1"/>
            </p:cNvSpPr>
            <p:nvPr/>
          </p:nvSpPr>
          <p:spPr bwMode="auto">
            <a:xfrm>
              <a:off x="2633" y="1198"/>
              <a:ext cx="5" cy="12"/>
            </a:xfrm>
            <a:custGeom>
              <a:avLst/>
              <a:gdLst>
                <a:gd name="T0" fmla="*/ 0 w 7"/>
                <a:gd name="T1" fmla="*/ 13 h 13"/>
                <a:gd name="T2" fmla="*/ 0 w 7"/>
                <a:gd name="T3" fmla="*/ 7 h 13"/>
                <a:gd name="T4" fmla="*/ 0 w 7"/>
                <a:gd name="T5" fmla="*/ 0 h 13"/>
                <a:gd name="T6" fmla="*/ 7 w 7"/>
                <a:gd name="T7" fmla="*/ 4 h 13"/>
                <a:gd name="T8" fmla="*/ 0 w 7"/>
                <a:gd name="T9" fmla="*/ 13 h 13"/>
              </a:gdLst>
              <a:ahLst/>
              <a:cxnLst>
                <a:cxn ang="0">
                  <a:pos x="T0" y="T1"/>
                </a:cxn>
                <a:cxn ang="0">
                  <a:pos x="T2" y="T3"/>
                </a:cxn>
                <a:cxn ang="0">
                  <a:pos x="T4" y="T5"/>
                </a:cxn>
                <a:cxn ang="0">
                  <a:pos x="T6" y="T7"/>
                </a:cxn>
                <a:cxn ang="0">
                  <a:pos x="T8" y="T9"/>
                </a:cxn>
              </a:cxnLst>
              <a:rect l="0" t="0" r="r" b="b"/>
              <a:pathLst>
                <a:path w="7" h="13">
                  <a:moveTo>
                    <a:pt x="0" y="13"/>
                  </a:moveTo>
                  <a:lnTo>
                    <a:pt x="0" y="7"/>
                  </a:lnTo>
                  <a:lnTo>
                    <a:pt x="0" y="0"/>
                  </a:lnTo>
                  <a:lnTo>
                    <a:pt x="7" y="4"/>
                  </a:lnTo>
                  <a:lnTo>
                    <a:pt x="0" y="1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2" name="Freeform 136">
              <a:extLst>
                <a:ext uri="{FF2B5EF4-FFF2-40B4-BE49-F238E27FC236}">
                  <a16:creationId xmlns:a16="http://schemas.microsoft.com/office/drawing/2014/main" id="{C76846E8-7647-D2DA-CD5B-982C97480713}"/>
                </a:ext>
              </a:extLst>
            </p:cNvPr>
            <p:cNvSpPr>
              <a:spLocks noChangeAspect="1"/>
            </p:cNvSpPr>
            <p:nvPr/>
          </p:nvSpPr>
          <p:spPr bwMode="auto">
            <a:xfrm>
              <a:off x="2633" y="1198"/>
              <a:ext cx="5" cy="12"/>
            </a:xfrm>
            <a:custGeom>
              <a:avLst/>
              <a:gdLst>
                <a:gd name="T0" fmla="*/ 0 w 7"/>
                <a:gd name="T1" fmla="*/ 13 h 13"/>
                <a:gd name="T2" fmla="*/ 0 w 7"/>
                <a:gd name="T3" fmla="*/ 7 h 13"/>
                <a:gd name="T4" fmla="*/ 0 w 7"/>
                <a:gd name="T5" fmla="*/ 0 h 13"/>
                <a:gd name="T6" fmla="*/ 7 w 7"/>
                <a:gd name="T7" fmla="*/ 4 h 13"/>
                <a:gd name="T8" fmla="*/ 0 w 7"/>
                <a:gd name="T9" fmla="*/ 13 h 13"/>
              </a:gdLst>
              <a:ahLst/>
              <a:cxnLst>
                <a:cxn ang="0">
                  <a:pos x="T0" y="T1"/>
                </a:cxn>
                <a:cxn ang="0">
                  <a:pos x="T2" y="T3"/>
                </a:cxn>
                <a:cxn ang="0">
                  <a:pos x="T4" y="T5"/>
                </a:cxn>
                <a:cxn ang="0">
                  <a:pos x="T6" y="T7"/>
                </a:cxn>
                <a:cxn ang="0">
                  <a:pos x="T8" y="T9"/>
                </a:cxn>
              </a:cxnLst>
              <a:rect l="0" t="0" r="r" b="b"/>
              <a:pathLst>
                <a:path w="7" h="13">
                  <a:moveTo>
                    <a:pt x="0" y="13"/>
                  </a:moveTo>
                  <a:lnTo>
                    <a:pt x="0" y="7"/>
                  </a:lnTo>
                  <a:lnTo>
                    <a:pt x="0" y="0"/>
                  </a:lnTo>
                  <a:lnTo>
                    <a:pt x="7" y="4"/>
                  </a:lnTo>
                  <a:lnTo>
                    <a:pt x="0" y="13"/>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3" name="Freeform 137">
              <a:extLst>
                <a:ext uri="{FF2B5EF4-FFF2-40B4-BE49-F238E27FC236}">
                  <a16:creationId xmlns:a16="http://schemas.microsoft.com/office/drawing/2014/main" id="{F9C9FF40-A033-7C5B-8E95-FE5CF2A8C8F0}"/>
                </a:ext>
              </a:extLst>
            </p:cNvPr>
            <p:cNvSpPr>
              <a:spLocks noChangeAspect="1"/>
            </p:cNvSpPr>
            <p:nvPr/>
          </p:nvSpPr>
          <p:spPr bwMode="auto">
            <a:xfrm>
              <a:off x="2640" y="1185"/>
              <a:ext cx="15" cy="21"/>
            </a:xfrm>
            <a:custGeom>
              <a:avLst/>
              <a:gdLst>
                <a:gd name="T0" fmla="*/ 11 w 18"/>
                <a:gd name="T1" fmla="*/ 21 h 21"/>
                <a:gd name="T2" fmla="*/ 2 w 18"/>
                <a:gd name="T3" fmla="*/ 18 h 21"/>
                <a:gd name="T4" fmla="*/ 0 w 18"/>
                <a:gd name="T5" fmla="*/ 18 h 21"/>
                <a:gd name="T6" fmla="*/ 2 w 18"/>
                <a:gd name="T7" fmla="*/ 16 h 21"/>
                <a:gd name="T8" fmla="*/ 4 w 18"/>
                <a:gd name="T9" fmla="*/ 3 h 21"/>
                <a:gd name="T10" fmla="*/ 11 w 18"/>
                <a:gd name="T11" fmla="*/ 3 h 21"/>
                <a:gd name="T12" fmla="*/ 13 w 18"/>
                <a:gd name="T13" fmla="*/ 5 h 21"/>
                <a:gd name="T14" fmla="*/ 18 w 18"/>
                <a:gd name="T15" fmla="*/ 0 h 21"/>
                <a:gd name="T16" fmla="*/ 16 w 18"/>
                <a:gd name="T17" fmla="*/ 14 h 21"/>
                <a:gd name="T18" fmla="*/ 13 w 18"/>
                <a:gd name="T19" fmla="*/ 16 h 21"/>
                <a:gd name="T20" fmla="*/ 11 w 18"/>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1">
                  <a:moveTo>
                    <a:pt x="11" y="21"/>
                  </a:moveTo>
                  <a:lnTo>
                    <a:pt x="2" y="18"/>
                  </a:lnTo>
                  <a:lnTo>
                    <a:pt x="0" y="18"/>
                  </a:lnTo>
                  <a:lnTo>
                    <a:pt x="2" y="16"/>
                  </a:lnTo>
                  <a:lnTo>
                    <a:pt x="4" y="3"/>
                  </a:lnTo>
                  <a:lnTo>
                    <a:pt x="11" y="3"/>
                  </a:lnTo>
                  <a:lnTo>
                    <a:pt x="13" y="5"/>
                  </a:lnTo>
                  <a:lnTo>
                    <a:pt x="18" y="0"/>
                  </a:lnTo>
                  <a:lnTo>
                    <a:pt x="16" y="14"/>
                  </a:lnTo>
                  <a:lnTo>
                    <a:pt x="13" y="16"/>
                  </a:lnTo>
                  <a:lnTo>
                    <a:pt x="11" y="2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4" name="Freeform 138">
              <a:extLst>
                <a:ext uri="{FF2B5EF4-FFF2-40B4-BE49-F238E27FC236}">
                  <a16:creationId xmlns:a16="http://schemas.microsoft.com/office/drawing/2014/main" id="{870DCAA9-1908-4904-8E52-0CD2CFCDE1D8}"/>
                </a:ext>
              </a:extLst>
            </p:cNvPr>
            <p:cNvSpPr>
              <a:spLocks noChangeAspect="1"/>
            </p:cNvSpPr>
            <p:nvPr/>
          </p:nvSpPr>
          <p:spPr bwMode="auto">
            <a:xfrm>
              <a:off x="2640" y="1185"/>
              <a:ext cx="15" cy="21"/>
            </a:xfrm>
            <a:custGeom>
              <a:avLst/>
              <a:gdLst>
                <a:gd name="T0" fmla="*/ 11 w 18"/>
                <a:gd name="T1" fmla="*/ 21 h 21"/>
                <a:gd name="T2" fmla="*/ 2 w 18"/>
                <a:gd name="T3" fmla="*/ 18 h 21"/>
                <a:gd name="T4" fmla="*/ 0 w 18"/>
                <a:gd name="T5" fmla="*/ 18 h 21"/>
                <a:gd name="T6" fmla="*/ 2 w 18"/>
                <a:gd name="T7" fmla="*/ 16 h 21"/>
                <a:gd name="T8" fmla="*/ 4 w 18"/>
                <a:gd name="T9" fmla="*/ 3 h 21"/>
                <a:gd name="T10" fmla="*/ 11 w 18"/>
                <a:gd name="T11" fmla="*/ 3 h 21"/>
                <a:gd name="T12" fmla="*/ 13 w 18"/>
                <a:gd name="T13" fmla="*/ 5 h 21"/>
                <a:gd name="T14" fmla="*/ 18 w 18"/>
                <a:gd name="T15" fmla="*/ 0 h 21"/>
                <a:gd name="T16" fmla="*/ 16 w 18"/>
                <a:gd name="T17" fmla="*/ 14 h 21"/>
                <a:gd name="T18" fmla="*/ 13 w 18"/>
                <a:gd name="T19" fmla="*/ 16 h 21"/>
                <a:gd name="T20" fmla="*/ 11 w 18"/>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1">
                  <a:moveTo>
                    <a:pt x="11" y="21"/>
                  </a:moveTo>
                  <a:lnTo>
                    <a:pt x="2" y="18"/>
                  </a:lnTo>
                  <a:lnTo>
                    <a:pt x="0" y="18"/>
                  </a:lnTo>
                  <a:lnTo>
                    <a:pt x="2" y="16"/>
                  </a:lnTo>
                  <a:lnTo>
                    <a:pt x="4" y="3"/>
                  </a:lnTo>
                  <a:lnTo>
                    <a:pt x="11" y="3"/>
                  </a:lnTo>
                  <a:lnTo>
                    <a:pt x="13" y="5"/>
                  </a:lnTo>
                  <a:lnTo>
                    <a:pt x="18" y="0"/>
                  </a:lnTo>
                  <a:lnTo>
                    <a:pt x="16" y="14"/>
                  </a:lnTo>
                  <a:lnTo>
                    <a:pt x="13" y="16"/>
                  </a:lnTo>
                  <a:lnTo>
                    <a:pt x="11" y="2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5" name="Freeform 139">
              <a:extLst>
                <a:ext uri="{FF2B5EF4-FFF2-40B4-BE49-F238E27FC236}">
                  <a16:creationId xmlns:a16="http://schemas.microsoft.com/office/drawing/2014/main" id="{2ADE44B0-CF46-F904-4237-B6AC61B07820}"/>
                </a:ext>
              </a:extLst>
            </p:cNvPr>
            <p:cNvSpPr>
              <a:spLocks noChangeAspect="1"/>
            </p:cNvSpPr>
            <p:nvPr/>
          </p:nvSpPr>
          <p:spPr bwMode="auto">
            <a:xfrm>
              <a:off x="2663" y="1175"/>
              <a:ext cx="26" cy="27"/>
            </a:xfrm>
            <a:custGeom>
              <a:avLst/>
              <a:gdLst>
                <a:gd name="T0" fmla="*/ 0 w 31"/>
                <a:gd name="T1" fmla="*/ 29 h 29"/>
                <a:gd name="T2" fmla="*/ 0 w 31"/>
                <a:gd name="T3" fmla="*/ 16 h 29"/>
                <a:gd name="T4" fmla="*/ 11 w 31"/>
                <a:gd name="T5" fmla="*/ 11 h 29"/>
                <a:gd name="T6" fmla="*/ 13 w 31"/>
                <a:gd name="T7" fmla="*/ 2 h 29"/>
                <a:gd name="T8" fmla="*/ 20 w 31"/>
                <a:gd name="T9" fmla="*/ 2 h 29"/>
                <a:gd name="T10" fmla="*/ 25 w 31"/>
                <a:gd name="T11" fmla="*/ 5 h 29"/>
                <a:gd name="T12" fmla="*/ 25 w 31"/>
                <a:gd name="T13" fmla="*/ 2 h 29"/>
                <a:gd name="T14" fmla="*/ 29 w 31"/>
                <a:gd name="T15" fmla="*/ 0 h 29"/>
                <a:gd name="T16" fmla="*/ 31 w 31"/>
                <a:gd name="T17" fmla="*/ 0 h 29"/>
                <a:gd name="T18" fmla="*/ 16 w 31"/>
                <a:gd name="T19" fmla="*/ 18 h 29"/>
                <a:gd name="T20" fmla="*/ 16 w 31"/>
                <a:gd name="T21" fmla="*/ 14 h 29"/>
                <a:gd name="T22" fmla="*/ 13 w 31"/>
                <a:gd name="T23" fmla="*/ 16 h 29"/>
                <a:gd name="T24" fmla="*/ 7 w 31"/>
                <a:gd name="T25" fmla="*/ 23 h 29"/>
                <a:gd name="T26" fmla="*/ 0 w 31"/>
                <a:gd name="T27" fmla="*/ 27 h 29"/>
                <a:gd name="T28" fmla="*/ 0 w 31"/>
                <a:gd name="T2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29">
                  <a:moveTo>
                    <a:pt x="0" y="29"/>
                  </a:moveTo>
                  <a:lnTo>
                    <a:pt x="0" y="16"/>
                  </a:lnTo>
                  <a:lnTo>
                    <a:pt x="11" y="11"/>
                  </a:lnTo>
                  <a:lnTo>
                    <a:pt x="13" y="2"/>
                  </a:lnTo>
                  <a:lnTo>
                    <a:pt x="20" y="2"/>
                  </a:lnTo>
                  <a:lnTo>
                    <a:pt x="25" y="5"/>
                  </a:lnTo>
                  <a:lnTo>
                    <a:pt x="25" y="2"/>
                  </a:lnTo>
                  <a:lnTo>
                    <a:pt x="29" y="0"/>
                  </a:lnTo>
                  <a:lnTo>
                    <a:pt x="31" y="0"/>
                  </a:lnTo>
                  <a:lnTo>
                    <a:pt x="16" y="18"/>
                  </a:lnTo>
                  <a:lnTo>
                    <a:pt x="16" y="14"/>
                  </a:lnTo>
                  <a:lnTo>
                    <a:pt x="13" y="16"/>
                  </a:lnTo>
                  <a:lnTo>
                    <a:pt x="7" y="23"/>
                  </a:lnTo>
                  <a:lnTo>
                    <a:pt x="0" y="27"/>
                  </a:lnTo>
                  <a:lnTo>
                    <a:pt x="0" y="2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6" name="Freeform 140">
              <a:extLst>
                <a:ext uri="{FF2B5EF4-FFF2-40B4-BE49-F238E27FC236}">
                  <a16:creationId xmlns:a16="http://schemas.microsoft.com/office/drawing/2014/main" id="{5E394B64-9847-FFE1-1AFC-0A99217695AD}"/>
                </a:ext>
              </a:extLst>
            </p:cNvPr>
            <p:cNvSpPr>
              <a:spLocks noChangeAspect="1"/>
            </p:cNvSpPr>
            <p:nvPr/>
          </p:nvSpPr>
          <p:spPr bwMode="auto">
            <a:xfrm>
              <a:off x="2663" y="1175"/>
              <a:ext cx="26" cy="27"/>
            </a:xfrm>
            <a:custGeom>
              <a:avLst/>
              <a:gdLst>
                <a:gd name="T0" fmla="*/ 0 w 31"/>
                <a:gd name="T1" fmla="*/ 29 h 29"/>
                <a:gd name="T2" fmla="*/ 0 w 31"/>
                <a:gd name="T3" fmla="*/ 16 h 29"/>
                <a:gd name="T4" fmla="*/ 11 w 31"/>
                <a:gd name="T5" fmla="*/ 11 h 29"/>
                <a:gd name="T6" fmla="*/ 13 w 31"/>
                <a:gd name="T7" fmla="*/ 2 h 29"/>
                <a:gd name="T8" fmla="*/ 20 w 31"/>
                <a:gd name="T9" fmla="*/ 2 h 29"/>
                <a:gd name="T10" fmla="*/ 25 w 31"/>
                <a:gd name="T11" fmla="*/ 5 h 29"/>
                <a:gd name="T12" fmla="*/ 25 w 31"/>
                <a:gd name="T13" fmla="*/ 2 h 29"/>
                <a:gd name="T14" fmla="*/ 29 w 31"/>
                <a:gd name="T15" fmla="*/ 0 h 29"/>
                <a:gd name="T16" fmla="*/ 31 w 31"/>
                <a:gd name="T17" fmla="*/ 0 h 29"/>
                <a:gd name="T18" fmla="*/ 16 w 31"/>
                <a:gd name="T19" fmla="*/ 18 h 29"/>
                <a:gd name="T20" fmla="*/ 16 w 31"/>
                <a:gd name="T21" fmla="*/ 14 h 29"/>
                <a:gd name="T22" fmla="*/ 13 w 31"/>
                <a:gd name="T23" fmla="*/ 16 h 29"/>
                <a:gd name="T24" fmla="*/ 7 w 31"/>
                <a:gd name="T25" fmla="*/ 23 h 29"/>
                <a:gd name="T26" fmla="*/ 0 w 31"/>
                <a:gd name="T27" fmla="*/ 27 h 29"/>
                <a:gd name="T28" fmla="*/ 0 w 31"/>
                <a:gd name="T2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29">
                  <a:moveTo>
                    <a:pt x="0" y="29"/>
                  </a:moveTo>
                  <a:lnTo>
                    <a:pt x="0" y="16"/>
                  </a:lnTo>
                  <a:lnTo>
                    <a:pt x="11" y="11"/>
                  </a:lnTo>
                  <a:lnTo>
                    <a:pt x="13" y="2"/>
                  </a:lnTo>
                  <a:lnTo>
                    <a:pt x="20" y="2"/>
                  </a:lnTo>
                  <a:lnTo>
                    <a:pt x="25" y="5"/>
                  </a:lnTo>
                  <a:lnTo>
                    <a:pt x="25" y="2"/>
                  </a:lnTo>
                  <a:lnTo>
                    <a:pt x="29" y="0"/>
                  </a:lnTo>
                  <a:lnTo>
                    <a:pt x="31" y="0"/>
                  </a:lnTo>
                  <a:lnTo>
                    <a:pt x="16" y="18"/>
                  </a:lnTo>
                  <a:lnTo>
                    <a:pt x="16" y="14"/>
                  </a:lnTo>
                  <a:lnTo>
                    <a:pt x="13" y="16"/>
                  </a:lnTo>
                  <a:lnTo>
                    <a:pt x="7" y="23"/>
                  </a:lnTo>
                  <a:lnTo>
                    <a:pt x="0" y="27"/>
                  </a:lnTo>
                  <a:lnTo>
                    <a:pt x="0" y="2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7" name="Freeform 141">
              <a:extLst>
                <a:ext uri="{FF2B5EF4-FFF2-40B4-BE49-F238E27FC236}">
                  <a16:creationId xmlns:a16="http://schemas.microsoft.com/office/drawing/2014/main" id="{D4D82BF7-35A9-54D1-41FE-E99FDB2B7F4C}"/>
                </a:ext>
              </a:extLst>
            </p:cNvPr>
            <p:cNvSpPr>
              <a:spLocks noChangeAspect="1"/>
            </p:cNvSpPr>
            <p:nvPr/>
          </p:nvSpPr>
          <p:spPr bwMode="auto">
            <a:xfrm>
              <a:off x="2672" y="1134"/>
              <a:ext cx="24" cy="31"/>
            </a:xfrm>
            <a:custGeom>
              <a:avLst/>
              <a:gdLst>
                <a:gd name="T0" fmla="*/ 0 w 29"/>
                <a:gd name="T1" fmla="*/ 34 h 34"/>
                <a:gd name="T2" fmla="*/ 0 w 29"/>
                <a:gd name="T3" fmla="*/ 27 h 34"/>
                <a:gd name="T4" fmla="*/ 2 w 29"/>
                <a:gd name="T5" fmla="*/ 16 h 34"/>
                <a:gd name="T6" fmla="*/ 5 w 29"/>
                <a:gd name="T7" fmla="*/ 16 h 34"/>
                <a:gd name="T8" fmla="*/ 7 w 29"/>
                <a:gd name="T9" fmla="*/ 18 h 34"/>
                <a:gd name="T10" fmla="*/ 16 w 29"/>
                <a:gd name="T11" fmla="*/ 16 h 34"/>
                <a:gd name="T12" fmla="*/ 18 w 29"/>
                <a:gd name="T13" fmla="*/ 9 h 34"/>
                <a:gd name="T14" fmla="*/ 20 w 29"/>
                <a:gd name="T15" fmla="*/ 0 h 34"/>
                <a:gd name="T16" fmla="*/ 27 w 29"/>
                <a:gd name="T17" fmla="*/ 0 h 34"/>
                <a:gd name="T18" fmla="*/ 27 w 29"/>
                <a:gd name="T19" fmla="*/ 7 h 34"/>
                <a:gd name="T20" fmla="*/ 29 w 29"/>
                <a:gd name="T21" fmla="*/ 9 h 34"/>
                <a:gd name="T22" fmla="*/ 29 w 29"/>
                <a:gd name="T23" fmla="*/ 14 h 34"/>
                <a:gd name="T24" fmla="*/ 29 w 29"/>
                <a:gd name="T25" fmla="*/ 18 h 34"/>
                <a:gd name="T26" fmla="*/ 27 w 29"/>
                <a:gd name="T27" fmla="*/ 20 h 34"/>
                <a:gd name="T28" fmla="*/ 29 w 29"/>
                <a:gd name="T29" fmla="*/ 23 h 34"/>
                <a:gd name="T30" fmla="*/ 29 w 29"/>
                <a:gd name="T31" fmla="*/ 27 h 34"/>
                <a:gd name="T32" fmla="*/ 20 w 29"/>
                <a:gd name="T33" fmla="*/ 34 h 34"/>
                <a:gd name="T34" fmla="*/ 14 w 29"/>
                <a:gd name="T35" fmla="*/ 29 h 34"/>
                <a:gd name="T36" fmla="*/ 20 w 29"/>
                <a:gd name="T37" fmla="*/ 23 h 34"/>
                <a:gd name="T38" fmla="*/ 16 w 29"/>
                <a:gd name="T39" fmla="*/ 27 h 34"/>
                <a:gd name="T40" fmla="*/ 7 w 29"/>
                <a:gd name="T41" fmla="*/ 27 h 34"/>
                <a:gd name="T42" fmla="*/ 2 w 29"/>
                <a:gd name="T43" fmla="*/ 29 h 34"/>
                <a:gd name="T44" fmla="*/ 2 w 29"/>
                <a:gd name="T45" fmla="*/ 32 h 34"/>
                <a:gd name="T46" fmla="*/ 0 w 29"/>
                <a:gd name="T47" fmla="*/ 27 h 34"/>
                <a:gd name="T48" fmla="*/ 0 w 29"/>
                <a:gd name="T4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4">
                  <a:moveTo>
                    <a:pt x="0" y="34"/>
                  </a:moveTo>
                  <a:lnTo>
                    <a:pt x="0" y="27"/>
                  </a:lnTo>
                  <a:lnTo>
                    <a:pt x="2" y="16"/>
                  </a:lnTo>
                  <a:lnTo>
                    <a:pt x="5" y="16"/>
                  </a:lnTo>
                  <a:lnTo>
                    <a:pt x="7" y="18"/>
                  </a:lnTo>
                  <a:lnTo>
                    <a:pt x="16" y="16"/>
                  </a:lnTo>
                  <a:lnTo>
                    <a:pt x="18" y="9"/>
                  </a:lnTo>
                  <a:lnTo>
                    <a:pt x="20" y="0"/>
                  </a:lnTo>
                  <a:lnTo>
                    <a:pt x="27" y="0"/>
                  </a:lnTo>
                  <a:lnTo>
                    <a:pt x="27" y="7"/>
                  </a:lnTo>
                  <a:lnTo>
                    <a:pt x="29" y="9"/>
                  </a:lnTo>
                  <a:lnTo>
                    <a:pt x="29" y="14"/>
                  </a:lnTo>
                  <a:lnTo>
                    <a:pt x="29" y="18"/>
                  </a:lnTo>
                  <a:lnTo>
                    <a:pt x="27" y="20"/>
                  </a:lnTo>
                  <a:lnTo>
                    <a:pt x="29" y="23"/>
                  </a:lnTo>
                  <a:lnTo>
                    <a:pt x="29" y="27"/>
                  </a:lnTo>
                  <a:lnTo>
                    <a:pt x="20" y="34"/>
                  </a:lnTo>
                  <a:lnTo>
                    <a:pt x="14" y="29"/>
                  </a:lnTo>
                  <a:lnTo>
                    <a:pt x="20" y="23"/>
                  </a:lnTo>
                  <a:lnTo>
                    <a:pt x="16" y="27"/>
                  </a:lnTo>
                  <a:lnTo>
                    <a:pt x="7" y="27"/>
                  </a:lnTo>
                  <a:lnTo>
                    <a:pt x="2" y="29"/>
                  </a:lnTo>
                  <a:lnTo>
                    <a:pt x="2" y="32"/>
                  </a:lnTo>
                  <a:lnTo>
                    <a:pt x="0" y="27"/>
                  </a:lnTo>
                  <a:lnTo>
                    <a:pt x="0" y="3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8" name="Freeform 142">
              <a:extLst>
                <a:ext uri="{FF2B5EF4-FFF2-40B4-BE49-F238E27FC236}">
                  <a16:creationId xmlns:a16="http://schemas.microsoft.com/office/drawing/2014/main" id="{82D4E784-1715-833A-E68F-8F8CE093B630}"/>
                </a:ext>
              </a:extLst>
            </p:cNvPr>
            <p:cNvSpPr>
              <a:spLocks noChangeAspect="1"/>
            </p:cNvSpPr>
            <p:nvPr/>
          </p:nvSpPr>
          <p:spPr bwMode="auto">
            <a:xfrm>
              <a:off x="2672" y="1134"/>
              <a:ext cx="24" cy="31"/>
            </a:xfrm>
            <a:custGeom>
              <a:avLst/>
              <a:gdLst>
                <a:gd name="T0" fmla="*/ 0 w 29"/>
                <a:gd name="T1" fmla="*/ 34 h 34"/>
                <a:gd name="T2" fmla="*/ 0 w 29"/>
                <a:gd name="T3" fmla="*/ 27 h 34"/>
                <a:gd name="T4" fmla="*/ 2 w 29"/>
                <a:gd name="T5" fmla="*/ 16 h 34"/>
                <a:gd name="T6" fmla="*/ 5 w 29"/>
                <a:gd name="T7" fmla="*/ 16 h 34"/>
                <a:gd name="T8" fmla="*/ 7 w 29"/>
                <a:gd name="T9" fmla="*/ 18 h 34"/>
                <a:gd name="T10" fmla="*/ 16 w 29"/>
                <a:gd name="T11" fmla="*/ 16 h 34"/>
                <a:gd name="T12" fmla="*/ 18 w 29"/>
                <a:gd name="T13" fmla="*/ 9 h 34"/>
                <a:gd name="T14" fmla="*/ 20 w 29"/>
                <a:gd name="T15" fmla="*/ 0 h 34"/>
                <a:gd name="T16" fmla="*/ 27 w 29"/>
                <a:gd name="T17" fmla="*/ 0 h 34"/>
                <a:gd name="T18" fmla="*/ 27 w 29"/>
                <a:gd name="T19" fmla="*/ 7 h 34"/>
                <a:gd name="T20" fmla="*/ 29 w 29"/>
                <a:gd name="T21" fmla="*/ 9 h 34"/>
                <a:gd name="T22" fmla="*/ 29 w 29"/>
                <a:gd name="T23" fmla="*/ 14 h 34"/>
                <a:gd name="T24" fmla="*/ 29 w 29"/>
                <a:gd name="T25" fmla="*/ 18 h 34"/>
                <a:gd name="T26" fmla="*/ 27 w 29"/>
                <a:gd name="T27" fmla="*/ 20 h 34"/>
                <a:gd name="T28" fmla="*/ 29 w 29"/>
                <a:gd name="T29" fmla="*/ 23 h 34"/>
                <a:gd name="T30" fmla="*/ 29 w 29"/>
                <a:gd name="T31" fmla="*/ 27 h 34"/>
                <a:gd name="T32" fmla="*/ 20 w 29"/>
                <a:gd name="T33" fmla="*/ 34 h 34"/>
                <a:gd name="T34" fmla="*/ 14 w 29"/>
                <a:gd name="T35" fmla="*/ 29 h 34"/>
                <a:gd name="T36" fmla="*/ 20 w 29"/>
                <a:gd name="T37" fmla="*/ 23 h 34"/>
                <a:gd name="T38" fmla="*/ 16 w 29"/>
                <a:gd name="T39" fmla="*/ 27 h 34"/>
                <a:gd name="T40" fmla="*/ 7 w 29"/>
                <a:gd name="T41" fmla="*/ 27 h 34"/>
                <a:gd name="T42" fmla="*/ 2 w 29"/>
                <a:gd name="T43" fmla="*/ 29 h 34"/>
                <a:gd name="T44" fmla="*/ 2 w 29"/>
                <a:gd name="T45" fmla="*/ 32 h 34"/>
                <a:gd name="T46" fmla="*/ 0 w 29"/>
                <a:gd name="T47" fmla="*/ 27 h 34"/>
                <a:gd name="T48" fmla="*/ 0 w 29"/>
                <a:gd name="T4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34">
                  <a:moveTo>
                    <a:pt x="0" y="34"/>
                  </a:moveTo>
                  <a:lnTo>
                    <a:pt x="0" y="27"/>
                  </a:lnTo>
                  <a:lnTo>
                    <a:pt x="2" y="16"/>
                  </a:lnTo>
                  <a:lnTo>
                    <a:pt x="5" y="16"/>
                  </a:lnTo>
                  <a:lnTo>
                    <a:pt x="7" y="18"/>
                  </a:lnTo>
                  <a:lnTo>
                    <a:pt x="16" y="16"/>
                  </a:lnTo>
                  <a:lnTo>
                    <a:pt x="18" y="9"/>
                  </a:lnTo>
                  <a:lnTo>
                    <a:pt x="20" y="0"/>
                  </a:lnTo>
                  <a:lnTo>
                    <a:pt x="27" y="0"/>
                  </a:lnTo>
                  <a:lnTo>
                    <a:pt x="27" y="7"/>
                  </a:lnTo>
                  <a:lnTo>
                    <a:pt x="29" y="9"/>
                  </a:lnTo>
                  <a:lnTo>
                    <a:pt x="29" y="14"/>
                  </a:lnTo>
                  <a:lnTo>
                    <a:pt x="29" y="18"/>
                  </a:lnTo>
                  <a:lnTo>
                    <a:pt x="27" y="20"/>
                  </a:lnTo>
                  <a:lnTo>
                    <a:pt x="29" y="23"/>
                  </a:lnTo>
                  <a:lnTo>
                    <a:pt x="29" y="27"/>
                  </a:lnTo>
                  <a:lnTo>
                    <a:pt x="20" y="34"/>
                  </a:lnTo>
                  <a:lnTo>
                    <a:pt x="14" y="29"/>
                  </a:lnTo>
                  <a:lnTo>
                    <a:pt x="20" y="23"/>
                  </a:lnTo>
                  <a:lnTo>
                    <a:pt x="16" y="27"/>
                  </a:lnTo>
                  <a:lnTo>
                    <a:pt x="7" y="27"/>
                  </a:lnTo>
                  <a:lnTo>
                    <a:pt x="2" y="29"/>
                  </a:lnTo>
                  <a:lnTo>
                    <a:pt x="2" y="32"/>
                  </a:lnTo>
                  <a:lnTo>
                    <a:pt x="0" y="27"/>
                  </a:lnTo>
                  <a:lnTo>
                    <a:pt x="0" y="3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39" name="Freeform 143">
              <a:extLst>
                <a:ext uri="{FF2B5EF4-FFF2-40B4-BE49-F238E27FC236}">
                  <a16:creationId xmlns:a16="http://schemas.microsoft.com/office/drawing/2014/main" id="{1F05697E-8F87-18ED-3864-A1C37C7F9322}"/>
                </a:ext>
              </a:extLst>
            </p:cNvPr>
            <p:cNvSpPr>
              <a:spLocks noChangeAspect="1"/>
            </p:cNvSpPr>
            <p:nvPr/>
          </p:nvSpPr>
          <p:spPr bwMode="auto">
            <a:xfrm>
              <a:off x="2687" y="1134"/>
              <a:ext cx="43" cy="56"/>
            </a:xfrm>
            <a:custGeom>
              <a:avLst/>
              <a:gdLst>
                <a:gd name="T0" fmla="*/ 0 w 52"/>
                <a:gd name="T1" fmla="*/ 59 h 61"/>
                <a:gd name="T2" fmla="*/ 2 w 52"/>
                <a:gd name="T3" fmla="*/ 50 h 61"/>
                <a:gd name="T4" fmla="*/ 9 w 52"/>
                <a:gd name="T5" fmla="*/ 45 h 61"/>
                <a:gd name="T6" fmla="*/ 5 w 52"/>
                <a:gd name="T7" fmla="*/ 43 h 61"/>
                <a:gd name="T8" fmla="*/ 5 w 52"/>
                <a:gd name="T9" fmla="*/ 36 h 61"/>
                <a:gd name="T10" fmla="*/ 9 w 52"/>
                <a:gd name="T11" fmla="*/ 34 h 61"/>
                <a:gd name="T12" fmla="*/ 16 w 52"/>
                <a:gd name="T13" fmla="*/ 34 h 61"/>
                <a:gd name="T14" fmla="*/ 14 w 52"/>
                <a:gd name="T15" fmla="*/ 29 h 61"/>
                <a:gd name="T16" fmla="*/ 16 w 52"/>
                <a:gd name="T17" fmla="*/ 27 h 61"/>
                <a:gd name="T18" fmla="*/ 18 w 52"/>
                <a:gd name="T19" fmla="*/ 23 h 61"/>
                <a:gd name="T20" fmla="*/ 18 w 52"/>
                <a:gd name="T21" fmla="*/ 20 h 61"/>
                <a:gd name="T22" fmla="*/ 16 w 52"/>
                <a:gd name="T23" fmla="*/ 18 h 61"/>
                <a:gd name="T24" fmla="*/ 18 w 52"/>
                <a:gd name="T25" fmla="*/ 16 h 61"/>
                <a:gd name="T26" fmla="*/ 23 w 52"/>
                <a:gd name="T27" fmla="*/ 14 h 61"/>
                <a:gd name="T28" fmla="*/ 23 w 52"/>
                <a:gd name="T29" fmla="*/ 7 h 61"/>
                <a:gd name="T30" fmla="*/ 32 w 52"/>
                <a:gd name="T31" fmla="*/ 0 h 61"/>
                <a:gd name="T32" fmla="*/ 32 w 52"/>
                <a:gd name="T33" fmla="*/ 14 h 61"/>
                <a:gd name="T34" fmla="*/ 29 w 52"/>
                <a:gd name="T35" fmla="*/ 20 h 61"/>
                <a:gd name="T36" fmla="*/ 32 w 52"/>
                <a:gd name="T37" fmla="*/ 23 h 61"/>
                <a:gd name="T38" fmla="*/ 32 w 52"/>
                <a:gd name="T39" fmla="*/ 27 h 61"/>
                <a:gd name="T40" fmla="*/ 27 w 52"/>
                <a:gd name="T41" fmla="*/ 32 h 61"/>
                <a:gd name="T42" fmla="*/ 27 w 52"/>
                <a:gd name="T43" fmla="*/ 36 h 61"/>
                <a:gd name="T44" fmla="*/ 34 w 52"/>
                <a:gd name="T45" fmla="*/ 29 h 61"/>
                <a:gd name="T46" fmla="*/ 43 w 52"/>
                <a:gd name="T47" fmla="*/ 7 h 61"/>
                <a:gd name="T48" fmla="*/ 47 w 52"/>
                <a:gd name="T49" fmla="*/ 14 h 61"/>
                <a:gd name="T50" fmla="*/ 52 w 52"/>
                <a:gd name="T51" fmla="*/ 20 h 61"/>
                <a:gd name="T52" fmla="*/ 47 w 52"/>
                <a:gd name="T53" fmla="*/ 34 h 61"/>
                <a:gd name="T54" fmla="*/ 34 w 52"/>
                <a:gd name="T55" fmla="*/ 47 h 61"/>
                <a:gd name="T56" fmla="*/ 32 w 52"/>
                <a:gd name="T57" fmla="*/ 47 h 61"/>
                <a:gd name="T58" fmla="*/ 29 w 52"/>
                <a:gd name="T59" fmla="*/ 45 h 61"/>
                <a:gd name="T60" fmla="*/ 23 w 52"/>
                <a:gd name="T61" fmla="*/ 56 h 61"/>
                <a:gd name="T62" fmla="*/ 18 w 52"/>
                <a:gd name="T63" fmla="*/ 61 h 61"/>
                <a:gd name="T64" fmla="*/ 14 w 52"/>
                <a:gd name="T65" fmla="*/ 59 h 61"/>
                <a:gd name="T66" fmla="*/ 11 w 52"/>
                <a:gd name="T67" fmla="*/ 54 h 61"/>
                <a:gd name="T68" fmla="*/ 18 w 52"/>
                <a:gd name="T69" fmla="*/ 47 h 61"/>
                <a:gd name="T70" fmla="*/ 18 w 52"/>
                <a:gd name="T71" fmla="*/ 43 h 61"/>
                <a:gd name="T72" fmla="*/ 11 w 52"/>
                <a:gd name="T73" fmla="*/ 50 h 61"/>
                <a:gd name="T74" fmla="*/ 0 w 52"/>
                <a:gd name="T75" fmla="*/ 61 h 61"/>
                <a:gd name="T76" fmla="*/ 0 w 52"/>
                <a:gd name="T77" fmla="*/ 5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1">
                  <a:moveTo>
                    <a:pt x="0" y="59"/>
                  </a:moveTo>
                  <a:lnTo>
                    <a:pt x="2" y="50"/>
                  </a:lnTo>
                  <a:lnTo>
                    <a:pt x="9" y="45"/>
                  </a:lnTo>
                  <a:lnTo>
                    <a:pt x="5" y="43"/>
                  </a:lnTo>
                  <a:lnTo>
                    <a:pt x="5" y="36"/>
                  </a:lnTo>
                  <a:lnTo>
                    <a:pt x="9" y="34"/>
                  </a:lnTo>
                  <a:lnTo>
                    <a:pt x="16" y="34"/>
                  </a:lnTo>
                  <a:lnTo>
                    <a:pt x="14" y="29"/>
                  </a:lnTo>
                  <a:lnTo>
                    <a:pt x="16" y="27"/>
                  </a:lnTo>
                  <a:lnTo>
                    <a:pt x="18" y="23"/>
                  </a:lnTo>
                  <a:lnTo>
                    <a:pt x="18" y="20"/>
                  </a:lnTo>
                  <a:lnTo>
                    <a:pt x="16" y="18"/>
                  </a:lnTo>
                  <a:lnTo>
                    <a:pt x="18" y="16"/>
                  </a:lnTo>
                  <a:lnTo>
                    <a:pt x="23" y="14"/>
                  </a:lnTo>
                  <a:lnTo>
                    <a:pt x="23" y="7"/>
                  </a:lnTo>
                  <a:lnTo>
                    <a:pt x="32" y="0"/>
                  </a:lnTo>
                  <a:lnTo>
                    <a:pt x="32" y="14"/>
                  </a:lnTo>
                  <a:lnTo>
                    <a:pt x="29" y="20"/>
                  </a:lnTo>
                  <a:lnTo>
                    <a:pt x="32" y="23"/>
                  </a:lnTo>
                  <a:lnTo>
                    <a:pt x="32" y="27"/>
                  </a:lnTo>
                  <a:lnTo>
                    <a:pt x="27" y="32"/>
                  </a:lnTo>
                  <a:lnTo>
                    <a:pt x="27" y="36"/>
                  </a:lnTo>
                  <a:lnTo>
                    <a:pt x="34" y="29"/>
                  </a:lnTo>
                  <a:lnTo>
                    <a:pt x="43" y="7"/>
                  </a:lnTo>
                  <a:lnTo>
                    <a:pt x="47" y="14"/>
                  </a:lnTo>
                  <a:lnTo>
                    <a:pt x="52" y="20"/>
                  </a:lnTo>
                  <a:lnTo>
                    <a:pt x="47" y="34"/>
                  </a:lnTo>
                  <a:lnTo>
                    <a:pt x="34" y="47"/>
                  </a:lnTo>
                  <a:lnTo>
                    <a:pt x="32" y="47"/>
                  </a:lnTo>
                  <a:lnTo>
                    <a:pt x="29" y="45"/>
                  </a:lnTo>
                  <a:lnTo>
                    <a:pt x="23" y="56"/>
                  </a:lnTo>
                  <a:lnTo>
                    <a:pt x="18" y="61"/>
                  </a:lnTo>
                  <a:lnTo>
                    <a:pt x="14" y="59"/>
                  </a:lnTo>
                  <a:lnTo>
                    <a:pt x="11" y="54"/>
                  </a:lnTo>
                  <a:lnTo>
                    <a:pt x="18" y="47"/>
                  </a:lnTo>
                  <a:lnTo>
                    <a:pt x="18" y="43"/>
                  </a:lnTo>
                  <a:lnTo>
                    <a:pt x="11" y="50"/>
                  </a:lnTo>
                  <a:lnTo>
                    <a:pt x="0" y="61"/>
                  </a:lnTo>
                  <a:lnTo>
                    <a:pt x="0" y="5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0" name="Freeform 144">
              <a:extLst>
                <a:ext uri="{FF2B5EF4-FFF2-40B4-BE49-F238E27FC236}">
                  <a16:creationId xmlns:a16="http://schemas.microsoft.com/office/drawing/2014/main" id="{D0358D00-B509-2CD1-BD5A-5E267123AF2B}"/>
                </a:ext>
              </a:extLst>
            </p:cNvPr>
            <p:cNvSpPr>
              <a:spLocks noChangeAspect="1"/>
            </p:cNvSpPr>
            <p:nvPr/>
          </p:nvSpPr>
          <p:spPr bwMode="auto">
            <a:xfrm>
              <a:off x="2687" y="1134"/>
              <a:ext cx="43" cy="56"/>
            </a:xfrm>
            <a:custGeom>
              <a:avLst/>
              <a:gdLst>
                <a:gd name="T0" fmla="*/ 0 w 52"/>
                <a:gd name="T1" fmla="*/ 59 h 61"/>
                <a:gd name="T2" fmla="*/ 2 w 52"/>
                <a:gd name="T3" fmla="*/ 50 h 61"/>
                <a:gd name="T4" fmla="*/ 9 w 52"/>
                <a:gd name="T5" fmla="*/ 45 h 61"/>
                <a:gd name="T6" fmla="*/ 5 w 52"/>
                <a:gd name="T7" fmla="*/ 43 h 61"/>
                <a:gd name="T8" fmla="*/ 5 w 52"/>
                <a:gd name="T9" fmla="*/ 36 h 61"/>
                <a:gd name="T10" fmla="*/ 9 w 52"/>
                <a:gd name="T11" fmla="*/ 34 h 61"/>
                <a:gd name="T12" fmla="*/ 16 w 52"/>
                <a:gd name="T13" fmla="*/ 34 h 61"/>
                <a:gd name="T14" fmla="*/ 14 w 52"/>
                <a:gd name="T15" fmla="*/ 29 h 61"/>
                <a:gd name="T16" fmla="*/ 16 w 52"/>
                <a:gd name="T17" fmla="*/ 27 h 61"/>
                <a:gd name="T18" fmla="*/ 18 w 52"/>
                <a:gd name="T19" fmla="*/ 23 h 61"/>
                <a:gd name="T20" fmla="*/ 18 w 52"/>
                <a:gd name="T21" fmla="*/ 20 h 61"/>
                <a:gd name="T22" fmla="*/ 16 w 52"/>
                <a:gd name="T23" fmla="*/ 18 h 61"/>
                <a:gd name="T24" fmla="*/ 18 w 52"/>
                <a:gd name="T25" fmla="*/ 16 h 61"/>
                <a:gd name="T26" fmla="*/ 23 w 52"/>
                <a:gd name="T27" fmla="*/ 14 h 61"/>
                <a:gd name="T28" fmla="*/ 23 w 52"/>
                <a:gd name="T29" fmla="*/ 7 h 61"/>
                <a:gd name="T30" fmla="*/ 32 w 52"/>
                <a:gd name="T31" fmla="*/ 0 h 61"/>
                <a:gd name="T32" fmla="*/ 32 w 52"/>
                <a:gd name="T33" fmla="*/ 14 h 61"/>
                <a:gd name="T34" fmla="*/ 29 w 52"/>
                <a:gd name="T35" fmla="*/ 20 h 61"/>
                <a:gd name="T36" fmla="*/ 32 w 52"/>
                <a:gd name="T37" fmla="*/ 23 h 61"/>
                <a:gd name="T38" fmla="*/ 32 w 52"/>
                <a:gd name="T39" fmla="*/ 27 h 61"/>
                <a:gd name="T40" fmla="*/ 27 w 52"/>
                <a:gd name="T41" fmla="*/ 32 h 61"/>
                <a:gd name="T42" fmla="*/ 27 w 52"/>
                <a:gd name="T43" fmla="*/ 36 h 61"/>
                <a:gd name="T44" fmla="*/ 34 w 52"/>
                <a:gd name="T45" fmla="*/ 29 h 61"/>
                <a:gd name="T46" fmla="*/ 43 w 52"/>
                <a:gd name="T47" fmla="*/ 7 h 61"/>
                <a:gd name="T48" fmla="*/ 47 w 52"/>
                <a:gd name="T49" fmla="*/ 14 h 61"/>
                <a:gd name="T50" fmla="*/ 52 w 52"/>
                <a:gd name="T51" fmla="*/ 20 h 61"/>
                <a:gd name="T52" fmla="*/ 47 w 52"/>
                <a:gd name="T53" fmla="*/ 34 h 61"/>
                <a:gd name="T54" fmla="*/ 34 w 52"/>
                <a:gd name="T55" fmla="*/ 47 h 61"/>
                <a:gd name="T56" fmla="*/ 32 w 52"/>
                <a:gd name="T57" fmla="*/ 47 h 61"/>
                <a:gd name="T58" fmla="*/ 29 w 52"/>
                <a:gd name="T59" fmla="*/ 45 h 61"/>
                <a:gd name="T60" fmla="*/ 23 w 52"/>
                <a:gd name="T61" fmla="*/ 56 h 61"/>
                <a:gd name="T62" fmla="*/ 18 w 52"/>
                <a:gd name="T63" fmla="*/ 61 h 61"/>
                <a:gd name="T64" fmla="*/ 14 w 52"/>
                <a:gd name="T65" fmla="*/ 59 h 61"/>
                <a:gd name="T66" fmla="*/ 11 w 52"/>
                <a:gd name="T67" fmla="*/ 54 h 61"/>
                <a:gd name="T68" fmla="*/ 18 w 52"/>
                <a:gd name="T69" fmla="*/ 47 h 61"/>
                <a:gd name="T70" fmla="*/ 18 w 52"/>
                <a:gd name="T71" fmla="*/ 43 h 61"/>
                <a:gd name="T72" fmla="*/ 11 w 52"/>
                <a:gd name="T73" fmla="*/ 50 h 61"/>
                <a:gd name="T74" fmla="*/ 0 w 52"/>
                <a:gd name="T75" fmla="*/ 61 h 61"/>
                <a:gd name="T76" fmla="*/ 0 w 52"/>
                <a:gd name="T77" fmla="*/ 5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1">
                  <a:moveTo>
                    <a:pt x="0" y="59"/>
                  </a:moveTo>
                  <a:lnTo>
                    <a:pt x="2" y="50"/>
                  </a:lnTo>
                  <a:lnTo>
                    <a:pt x="9" y="45"/>
                  </a:lnTo>
                  <a:lnTo>
                    <a:pt x="5" y="43"/>
                  </a:lnTo>
                  <a:lnTo>
                    <a:pt x="5" y="36"/>
                  </a:lnTo>
                  <a:lnTo>
                    <a:pt x="9" y="34"/>
                  </a:lnTo>
                  <a:lnTo>
                    <a:pt x="16" y="34"/>
                  </a:lnTo>
                  <a:lnTo>
                    <a:pt x="14" y="29"/>
                  </a:lnTo>
                  <a:lnTo>
                    <a:pt x="16" y="27"/>
                  </a:lnTo>
                  <a:lnTo>
                    <a:pt x="18" y="23"/>
                  </a:lnTo>
                  <a:lnTo>
                    <a:pt x="18" y="20"/>
                  </a:lnTo>
                  <a:lnTo>
                    <a:pt x="16" y="18"/>
                  </a:lnTo>
                  <a:lnTo>
                    <a:pt x="18" y="16"/>
                  </a:lnTo>
                  <a:lnTo>
                    <a:pt x="23" y="14"/>
                  </a:lnTo>
                  <a:lnTo>
                    <a:pt x="23" y="7"/>
                  </a:lnTo>
                  <a:lnTo>
                    <a:pt x="32" y="0"/>
                  </a:lnTo>
                  <a:lnTo>
                    <a:pt x="32" y="14"/>
                  </a:lnTo>
                  <a:lnTo>
                    <a:pt x="29" y="20"/>
                  </a:lnTo>
                  <a:lnTo>
                    <a:pt x="32" y="23"/>
                  </a:lnTo>
                  <a:lnTo>
                    <a:pt x="32" y="27"/>
                  </a:lnTo>
                  <a:lnTo>
                    <a:pt x="27" y="32"/>
                  </a:lnTo>
                  <a:lnTo>
                    <a:pt x="27" y="36"/>
                  </a:lnTo>
                  <a:lnTo>
                    <a:pt x="34" y="29"/>
                  </a:lnTo>
                  <a:lnTo>
                    <a:pt x="43" y="7"/>
                  </a:lnTo>
                  <a:lnTo>
                    <a:pt x="47" y="14"/>
                  </a:lnTo>
                  <a:lnTo>
                    <a:pt x="52" y="20"/>
                  </a:lnTo>
                  <a:lnTo>
                    <a:pt x="47" y="34"/>
                  </a:lnTo>
                  <a:lnTo>
                    <a:pt x="34" y="47"/>
                  </a:lnTo>
                  <a:lnTo>
                    <a:pt x="32" y="47"/>
                  </a:lnTo>
                  <a:lnTo>
                    <a:pt x="29" y="45"/>
                  </a:lnTo>
                  <a:lnTo>
                    <a:pt x="23" y="56"/>
                  </a:lnTo>
                  <a:lnTo>
                    <a:pt x="18" y="61"/>
                  </a:lnTo>
                  <a:lnTo>
                    <a:pt x="14" y="59"/>
                  </a:lnTo>
                  <a:lnTo>
                    <a:pt x="11" y="54"/>
                  </a:lnTo>
                  <a:lnTo>
                    <a:pt x="18" y="47"/>
                  </a:lnTo>
                  <a:lnTo>
                    <a:pt x="18" y="43"/>
                  </a:lnTo>
                  <a:lnTo>
                    <a:pt x="11" y="50"/>
                  </a:lnTo>
                  <a:lnTo>
                    <a:pt x="0" y="61"/>
                  </a:lnTo>
                  <a:lnTo>
                    <a:pt x="0" y="5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1" name="Freeform 145">
              <a:extLst>
                <a:ext uri="{FF2B5EF4-FFF2-40B4-BE49-F238E27FC236}">
                  <a16:creationId xmlns:a16="http://schemas.microsoft.com/office/drawing/2014/main" id="{53582135-77ED-ED34-A452-31964C9EA575}"/>
                </a:ext>
              </a:extLst>
            </p:cNvPr>
            <p:cNvSpPr>
              <a:spLocks noChangeAspect="1"/>
            </p:cNvSpPr>
            <p:nvPr/>
          </p:nvSpPr>
          <p:spPr bwMode="auto">
            <a:xfrm>
              <a:off x="2701" y="1111"/>
              <a:ext cx="18" cy="29"/>
            </a:xfrm>
            <a:custGeom>
              <a:avLst/>
              <a:gdLst>
                <a:gd name="T0" fmla="*/ 0 w 22"/>
                <a:gd name="T1" fmla="*/ 34 h 34"/>
                <a:gd name="T2" fmla="*/ 7 w 22"/>
                <a:gd name="T3" fmla="*/ 16 h 34"/>
                <a:gd name="T4" fmla="*/ 22 w 22"/>
                <a:gd name="T5" fmla="*/ 0 h 34"/>
                <a:gd name="T6" fmla="*/ 22 w 22"/>
                <a:gd name="T7" fmla="*/ 14 h 34"/>
                <a:gd name="T8" fmla="*/ 13 w 22"/>
                <a:gd name="T9" fmla="*/ 23 h 34"/>
                <a:gd name="T10" fmla="*/ 7 w 22"/>
                <a:gd name="T11" fmla="*/ 27 h 34"/>
                <a:gd name="T12" fmla="*/ 2 w 22"/>
                <a:gd name="T13" fmla="*/ 32 h 34"/>
                <a:gd name="T14" fmla="*/ 0 w 22"/>
                <a:gd name="T15" fmla="*/ 34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0" y="34"/>
                  </a:moveTo>
                  <a:lnTo>
                    <a:pt x="7" y="16"/>
                  </a:lnTo>
                  <a:lnTo>
                    <a:pt x="22" y="0"/>
                  </a:lnTo>
                  <a:lnTo>
                    <a:pt x="22" y="14"/>
                  </a:lnTo>
                  <a:lnTo>
                    <a:pt x="13" y="23"/>
                  </a:lnTo>
                  <a:lnTo>
                    <a:pt x="7" y="27"/>
                  </a:lnTo>
                  <a:lnTo>
                    <a:pt x="2" y="32"/>
                  </a:lnTo>
                  <a:lnTo>
                    <a:pt x="0" y="34"/>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2" name="Freeform 146">
              <a:extLst>
                <a:ext uri="{FF2B5EF4-FFF2-40B4-BE49-F238E27FC236}">
                  <a16:creationId xmlns:a16="http://schemas.microsoft.com/office/drawing/2014/main" id="{8E5AB5E2-CE8E-F1FE-DD2A-6FDD77DB04BE}"/>
                </a:ext>
              </a:extLst>
            </p:cNvPr>
            <p:cNvSpPr>
              <a:spLocks noChangeAspect="1"/>
            </p:cNvSpPr>
            <p:nvPr/>
          </p:nvSpPr>
          <p:spPr bwMode="auto">
            <a:xfrm>
              <a:off x="2701" y="1111"/>
              <a:ext cx="18" cy="29"/>
            </a:xfrm>
            <a:custGeom>
              <a:avLst/>
              <a:gdLst>
                <a:gd name="T0" fmla="*/ 0 w 22"/>
                <a:gd name="T1" fmla="*/ 34 h 34"/>
                <a:gd name="T2" fmla="*/ 7 w 22"/>
                <a:gd name="T3" fmla="*/ 16 h 34"/>
                <a:gd name="T4" fmla="*/ 22 w 22"/>
                <a:gd name="T5" fmla="*/ 0 h 34"/>
                <a:gd name="T6" fmla="*/ 22 w 22"/>
                <a:gd name="T7" fmla="*/ 14 h 34"/>
                <a:gd name="T8" fmla="*/ 13 w 22"/>
                <a:gd name="T9" fmla="*/ 23 h 34"/>
                <a:gd name="T10" fmla="*/ 7 w 22"/>
                <a:gd name="T11" fmla="*/ 27 h 34"/>
                <a:gd name="T12" fmla="*/ 2 w 22"/>
                <a:gd name="T13" fmla="*/ 32 h 34"/>
                <a:gd name="T14" fmla="*/ 0 w 22"/>
                <a:gd name="T15" fmla="*/ 34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0" y="34"/>
                  </a:moveTo>
                  <a:lnTo>
                    <a:pt x="7" y="16"/>
                  </a:lnTo>
                  <a:lnTo>
                    <a:pt x="22" y="0"/>
                  </a:lnTo>
                  <a:lnTo>
                    <a:pt x="22" y="14"/>
                  </a:lnTo>
                  <a:lnTo>
                    <a:pt x="13" y="23"/>
                  </a:lnTo>
                  <a:lnTo>
                    <a:pt x="7" y="27"/>
                  </a:lnTo>
                  <a:lnTo>
                    <a:pt x="2" y="32"/>
                  </a:lnTo>
                  <a:lnTo>
                    <a:pt x="0" y="34"/>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3" name="Freeform 147">
              <a:extLst>
                <a:ext uri="{FF2B5EF4-FFF2-40B4-BE49-F238E27FC236}">
                  <a16:creationId xmlns:a16="http://schemas.microsoft.com/office/drawing/2014/main" id="{343B9803-9983-AEE6-5E1D-84C27726E739}"/>
                </a:ext>
              </a:extLst>
            </p:cNvPr>
            <p:cNvSpPr>
              <a:spLocks noChangeAspect="1"/>
            </p:cNvSpPr>
            <p:nvPr/>
          </p:nvSpPr>
          <p:spPr bwMode="auto">
            <a:xfrm>
              <a:off x="2721" y="1173"/>
              <a:ext cx="6" cy="7"/>
            </a:xfrm>
            <a:custGeom>
              <a:avLst/>
              <a:gdLst>
                <a:gd name="T0" fmla="*/ 6 w 6"/>
                <a:gd name="T1" fmla="*/ 7 h 7"/>
                <a:gd name="T2" fmla="*/ 2 w 6"/>
                <a:gd name="T3" fmla="*/ 7 h 7"/>
                <a:gd name="T4" fmla="*/ 0 w 6"/>
                <a:gd name="T5" fmla="*/ 4 h 7"/>
                <a:gd name="T6" fmla="*/ 4 w 6"/>
                <a:gd name="T7" fmla="*/ 0 h 7"/>
                <a:gd name="T8" fmla="*/ 6 w 6"/>
                <a:gd name="T9" fmla="*/ 0 h 7"/>
                <a:gd name="T10" fmla="*/ 6 w 6"/>
                <a:gd name="T11" fmla="*/ 4 h 7"/>
                <a:gd name="T12" fmla="*/ 6 w 6"/>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6" y="7"/>
                  </a:moveTo>
                  <a:lnTo>
                    <a:pt x="2" y="7"/>
                  </a:lnTo>
                  <a:lnTo>
                    <a:pt x="0" y="4"/>
                  </a:lnTo>
                  <a:lnTo>
                    <a:pt x="4" y="0"/>
                  </a:lnTo>
                  <a:lnTo>
                    <a:pt x="6" y="0"/>
                  </a:lnTo>
                  <a:lnTo>
                    <a:pt x="6" y="4"/>
                  </a:lnTo>
                  <a:lnTo>
                    <a:pt x="6" y="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4" name="Freeform 148">
              <a:extLst>
                <a:ext uri="{FF2B5EF4-FFF2-40B4-BE49-F238E27FC236}">
                  <a16:creationId xmlns:a16="http://schemas.microsoft.com/office/drawing/2014/main" id="{F31ACDF6-40FF-DD5C-66A4-0F5BFD00C61C}"/>
                </a:ext>
              </a:extLst>
            </p:cNvPr>
            <p:cNvSpPr>
              <a:spLocks noChangeAspect="1"/>
            </p:cNvSpPr>
            <p:nvPr/>
          </p:nvSpPr>
          <p:spPr bwMode="auto">
            <a:xfrm>
              <a:off x="2721" y="1173"/>
              <a:ext cx="6" cy="7"/>
            </a:xfrm>
            <a:custGeom>
              <a:avLst/>
              <a:gdLst>
                <a:gd name="T0" fmla="*/ 6 w 6"/>
                <a:gd name="T1" fmla="*/ 7 h 7"/>
                <a:gd name="T2" fmla="*/ 2 w 6"/>
                <a:gd name="T3" fmla="*/ 7 h 7"/>
                <a:gd name="T4" fmla="*/ 0 w 6"/>
                <a:gd name="T5" fmla="*/ 4 h 7"/>
                <a:gd name="T6" fmla="*/ 4 w 6"/>
                <a:gd name="T7" fmla="*/ 0 h 7"/>
                <a:gd name="T8" fmla="*/ 6 w 6"/>
                <a:gd name="T9" fmla="*/ 0 h 7"/>
                <a:gd name="T10" fmla="*/ 6 w 6"/>
                <a:gd name="T11" fmla="*/ 4 h 7"/>
                <a:gd name="T12" fmla="*/ 6 w 6"/>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6" y="7"/>
                  </a:moveTo>
                  <a:lnTo>
                    <a:pt x="2" y="7"/>
                  </a:lnTo>
                  <a:lnTo>
                    <a:pt x="0" y="4"/>
                  </a:lnTo>
                  <a:lnTo>
                    <a:pt x="4" y="0"/>
                  </a:lnTo>
                  <a:lnTo>
                    <a:pt x="6" y="0"/>
                  </a:lnTo>
                  <a:lnTo>
                    <a:pt x="6" y="4"/>
                  </a:lnTo>
                  <a:lnTo>
                    <a:pt x="6" y="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5" name="Freeform 149">
              <a:extLst>
                <a:ext uri="{FF2B5EF4-FFF2-40B4-BE49-F238E27FC236}">
                  <a16:creationId xmlns:a16="http://schemas.microsoft.com/office/drawing/2014/main" id="{255291F0-2601-0E4B-6D57-63045FBAED0A}"/>
                </a:ext>
              </a:extLst>
            </p:cNvPr>
            <p:cNvSpPr>
              <a:spLocks noChangeAspect="1"/>
            </p:cNvSpPr>
            <p:nvPr/>
          </p:nvSpPr>
          <p:spPr bwMode="auto">
            <a:xfrm>
              <a:off x="2739" y="1149"/>
              <a:ext cx="10" cy="4"/>
            </a:xfrm>
            <a:custGeom>
              <a:avLst/>
              <a:gdLst>
                <a:gd name="T0" fmla="*/ 11 w 13"/>
                <a:gd name="T1" fmla="*/ 7 h 7"/>
                <a:gd name="T2" fmla="*/ 0 w 13"/>
                <a:gd name="T3" fmla="*/ 4 h 7"/>
                <a:gd name="T4" fmla="*/ 11 w 13"/>
                <a:gd name="T5" fmla="*/ 0 h 7"/>
                <a:gd name="T6" fmla="*/ 13 w 13"/>
                <a:gd name="T7" fmla="*/ 7 h 7"/>
                <a:gd name="T8" fmla="*/ 11 w 13"/>
                <a:gd name="T9" fmla="*/ 7 h 7"/>
              </a:gdLst>
              <a:ahLst/>
              <a:cxnLst>
                <a:cxn ang="0">
                  <a:pos x="T0" y="T1"/>
                </a:cxn>
                <a:cxn ang="0">
                  <a:pos x="T2" y="T3"/>
                </a:cxn>
                <a:cxn ang="0">
                  <a:pos x="T4" y="T5"/>
                </a:cxn>
                <a:cxn ang="0">
                  <a:pos x="T6" y="T7"/>
                </a:cxn>
                <a:cxn ang="0">
                  <a:pos x="T8" y="T9"/>
                </a:cxn>
              </a:cxnLst>
              <a:rect l="0" t="0" r="r" b="b"/>
              <a:pathLst>
                <a:path w="13" h="7">
                  <a:moveTo>
                    <a:pt x="11" y="7"/>
                  </a:moveTo>
                  <a:lnTo>
                    <a:pt x="0" y="4"/>
                  </a:lnTo>
                  <a:lnTo>
                    <a:pt x="11" y="0"/>
                  </a:lnTo>
                  <a:lnTo>
                    <a:pt x="13" y="7"/>
                  </a:lnTo>
                  <a:lnTo>
                    <a:pt x="11" y="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6" name="Freeform 150">
              <a:extLst>
                <a:ext uri="{FF2B5EF4-FFF2-40B4-BE49-F238E27FC236}">
                  <a16:creationId xmlns:a16="http://schemas.microsoft.com/office/drawing/2014/main" id="{8B88EB41-78CC-5D67-BF1B-4285AD7404B1}"/>
                </a:ext>
              </a:extLst>
            </p:cNvPr>
            <p:cNvSpPr>
              <a:spLocks noChangeAspect="1"/>
            </p:cNvSpPr>
            <p:nvPr/>
          </p:nvSpPr>
          <p:spPr bwMode="auto">
            <a:xfrm>
              <a:off x="2739" y="1149"/>
              <a:ext cx="10" cy="4"/>
            </a:xfrm>
            <a:custGeom>
              <a:avLst/>
              <a:gdLst>
                <a:gd name="T0" fmla="*/ 11 w 13"/>
                <a:gd name="T1" fmla="*/ 7 h 7"/>
                <a:gd name="T2" fmla="*/ 0 w 13"/>
                <a:gd name="T3" fmla="*/ 4 h 7"/>
                <a:gd name="T4" fmla="*/ 11 w 13"/>
                <a:gd name="T5" fmla="*/ 0 h 7"/>
                <a:gd name="T6" fmla="*/ 13 w 13"/>
                <a:gd name="T7" fmla="*/ 7 h 7"/>
                <a:gd name="T8" fmla="*/ 11 w 13"/>
                <a:gd name="T9" fmla="*/ 7 h 7"/>
              </a:gdLst>
              <a:ahLst/>
              <a:cxnLst>
                <a:cxn ang="0">
                  <a:pos x="T0" y="T1"/>
                </a:cxn>
                <a:cxn ang="0">
                  <a:pos x="T2" y="T3"/>
                </a:cxn>
                <a:cxn ang="0">
                  <a:pos x="T4" y="T5"/>
                </a:cxn>
                <a:cxn ang="0">
                  <a:pos x="T6" y="T7"/>
                </a:cxn>
                <a:cxn ang="0">
                  <a:pos x="T8" y="T9"/>
                </a:cxn>
              </a:cxnLst>
              <a:rect l="0" t="0" r="r" b="b"/>
              <a:pathLst>
                <a:path w="13" h="7">
                  <a:moveTo>
                    <a:pt x="11" y="7"/>
                  </a:moveTo>
                  <a:lnTo>
                    <a:pt x="0" y="4"/>
                  </a:lnTo>
                  <a:lnTo>
                    <a:pt x="11" y="0"/>
                  </a:lnTo>
                  <a:lnTo>
                    <a:pt x="13" y="7"/>
                  </a:lnTo>
                  <a:lnTo>
                    <a:pt x="11" y="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7" name="Freeform 151">
              <a:extLst>
                <a:ext uri="{FF2B5EF4-FFF2-40B4-BE49-F238E27FC236}">
                  <a16:creationId xmlns:a16="http://schemas.microsoft.com/office/drawing/2014/main" id="{52706983-876A-0FAE-5B94-800DF0494A3D}"/>
                </a:ext>
              </a:extLst>
            </p:cNvPr>
            <p:cNvSpPr>
              <a:spLocks noChangeAspect="1"/>
            </p:cNvSpPr>
            <p:nvPr/>
          </p:nvSpPr>
          <p:spPr bwMode="auto">
            <a:xfrm>
              <a:off x="2749" y="1141"/>
              <a:ext cx="8" cy="13"/>
            </a:xfrm>
            <a:custGeom>
              <a:avLst/>
              <a:gdLst>
                <a:gd name="T0" fmla="*/ 5 w 9"/>
                <a:gd name="T1" fmla="*/ 9 h 9"/>
                <a:gd name="T2" fmla="*/ 0 w 9"/>
                <a:gd name="T3" fmla="*/ 7 h 9"/>
                <a:gd name="T4" fmla="*/ 5 w 9"/>
                <a:gd name="T5" fmla="*/ 0 h 9"/>
                <a:gd name="T6" fmla="*/ 9 w 9"/>
                <a:gd name="T7" fmla="*/ 7 h 9"/>
                <a:gd name="T8" fmla="*/ 7 w 9"/>
                <a:gd name="T9" fmla="*/ 9 h 9"/>
                <a:gd name="T10" fmla="*/ 5 w 9"/>
                <a:gd name="T11" fmla="*/ 9 h 9"/>
              </a:gdLst>
              <a:ahLst/>
              <a:cxnLst>
                <a:cxn ang="0">
                  <a:pos x="T0" y="T1"/>
                </a:cxn>
                <a:cxn ang="0">
                  <a:pos x="T2" y="T3"/>
                </a:cxn>
                <a:cxn ang="0">
                  <a:pos x="T4" y="T5"/>
                </a:cxn>
                <a:cxn ang="0">
                  <a:pos x="T6" y="T7"/>
                </a:cxn>
                <a:cxn ang="0">
                  <a:pos x="T8" y="T9"/>
                </a:cxn>
                <a:cxn ang="0">
                  <a:pos x="T10" y="T11"/>
                </a:cxn>
              </a:cxnLst>
              <a:rect l="0" t="0" r="r" b="b"/>
              <a:pathLst>
                <a:path w="9" h="9">
                  <a:moveTo>
                    <a:pt x="5" y="9"/>
                  </a:moveTo>
                  <a:lnTo>
                    <a:pt x="0" y="7"/>
                  </a:lnTo>
                  <a:lnTo>
                    <a:pt x="5" y="0"/>
                  </a:lnTo>
                  <a:lnTo>
                    <a:pt x="9" y="7"/>
                  </a:lnTo>
                  <a:lnTo>
                    <a:pt x="7" y="9"/>
                  </a:lnTo>
                  <a:lnTo>
                    <a:pt x="5" y="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8" name="Freeform 152">
              <a:extLst>
                <a:ext uri="{FF2B5EF4-FFF2-40B4-BE49-F238E27FC236}">
                  <a16:creationId xmlns:a16="http://schemas.microsoft.com/office/drawing/2014/main" id="{18414BAE-8EC6-E6C0-92EF-769FE3D010F7}"/>
                </a:ext>
              </a:extLst>
            </p:cNvPr>
            <p:cNvSpPr>
              <a:spLocks noChangeAspect="1"/>
            </p:cNvSpPr>
            <p:nvPr/>
          </p:nvSpPr>
          <p:spPr bwMode="auto">
            <a:xfrm>
              <a:off x="2749" y="1141"/>
              <a:ext cx="8" cy="13"/>
            </a:xfrm>
            <a:custGeom>
              <a:avLst/>
              <a:gdLst>
                <a:gd name="T0" fmla="*/ 5 w 9"/>
                <a:gd name="T1" fmla="*/ 9 h 9"/>
                <a:gd name="T2" fmla="*/ 0 w 9"/>
                <a:gd name="T3" fmla="*/ 7 h 9"/>
                <a:gd name="T4" fmla="*/ 5 w 9"/>
                <a:gd name="T5" fmla="*/ 0 h 9"/>
                <a:gd name="T6" fmla="*/ 9 w 9"/>
                <a:gd name="T7" fmla="*/ 7 h 9"/>
                <a:gd name="T8" fmla="*/ 7 w 9"/>
                <a:gd name="T9" fmla="*/ 9 h 9"/>
                <a:gd name="T10" fmla="*/ 5 w 9"/>
                <a:gd name="T11" fmla="*/ 9 h 9"/>
              </a:gdLst>
              <a:ahLst/>
              <a:cxnLst>
                <a:cxn ang="0">
                  <a:pos x="T0" y="T1"/>
                </a:cxn>
                <a:cxn ang="0">
                  <a:pos x="T2" y="T3"/>
                </a:cxn>
                <a:cxn ang="0">
                  <a:pos x="T4" y="T5"/>
                </a:cxn>
                <a:cxn ang="0">
                  <a:pos x="T6" y="T7"/>
                </a:cxn>
                <a:cxn ang="0">
                  <a:pos x="T8" y="T9"/>
                </a:cxn>
                <a:cxn ang="0">
                  <a:pos x="T10" y="T11"/>
                </a:cxn>
              </a:cxnLst>
              <a:rect l="0" t="0" r="r" b="b"/>
              <a:pathLst>
                <a:path w="9" h="9">
                  <a:moveTo>
                    <a:pt x="5" y="9"/>
                  </a:moveTo>
                  <a:lnTo>
                    <a:pt x="0" y="7"/>
                  </a:lnTo>
                  <a:lnTo>
                    <a:pt x="5" y="0"/>
                  </a:lnTo>
                  <a:lnTo>
                    <a:pt x="9" y="7"/>
                  </a:lnTo>
                  <a:lnTo>
                    <a:pt x="7" y="9"/>
                  </a:lnTo>
                  <a:lnTo>
                    <a:pt x="5"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49" name="Freeform 153">
              <a:extLst>
                <a:ext uri="{FF2B5EF4-FFF2-40B4-BE49-F238E27FC236}">
                  <a16:creationId xmlns:a16="http://schemas.microsoft.com/office/drawing/2014/main" id="{A3CF5016-851C-1194-1AE6-3992C88DB2C5}"/>
                </a:ext>
              </a:extLst>
            </p:cNvPr>
            <p:cNvSpPr>
              <a:spLocks noChangeAspect="1"/>
            </p:cNvSpPr>
            <p:nvPr/>
          </p:nvSpPr>
          <p:spPr bwMode="auto">
            <a:xfrm>
              <a:off x="2775" y="1070"/>
              <a:ext cx="26" cy="25"/>
            </a:xfrm>
            <a:custGeom>
              <a:avLst/>
              <a:gdLst>
                <a:gd name="T0" fmla="*/ 24 w 31"/>
                <a:gd name="T1" fmla="*/ 21 h 27"/>
                <a:gd name="T2" fmla="*/ 13 w 31"/>
                <a:gd name="T3" fmla="*/ 23 h 27"/>
                <a:gd name="T4" fmla="*/ 9 w 31"/>
                <a:gd name="T5" fmla="*/ 27 h 27"/>
                <a:gd name="T6" fmla="*/ 0 w 31"/>
                <a:gd name="T7" fmla="*/ 23 h 27"/>
                <a:gd name="T8" fmla="*/ 0 w 31"/>
                <a:gd name="T9" fmla="*/ 18 h 27"/>
                <a:gd name="T10" fmla="*/ 6 w 31"/>
                <a:gd name="T11" fmla="*/ 16 h 27"/>
                <a:gd name="T12" fmla="*/ 6 w 31"/>
                <a:gd name="T13" fmla="*/ 9 h 27"/>
                <a:gd name="T14" fmla="*/ 13 w 31"/>
                <a:gd name="T15" fmla="*/ 9 h 27"/>
                <a:gd name="T16" fmla="*/ 13 w 31"/>
                <a:gd name="T17" fmla="*/ 3 h 27"/>
                <a:gd name="T18" fmla="*/ 18 w 31"/>
                <a:gd name="T19" fmla="*/ 3 h 27"/>
                <a:gd name="T20" fmla="*/ 22 w 31"/>
                <a:gd name="T21" fmla="*/ 5 h 27"/>
                <a:gd name="T22" fmla="*/ 24 w 31"/>
                <a:gd name="T23" fmla="*/ 5 h 27"/>
                <a:gd name="T24" fmla="*/ 24 w 31"/>
                <a:gd name="T25" fmla="*/ 0 h 27"/>
                <a:gd name="T26" fmla="*/ 27 w 31"/>
                <a:gd name="T27" fmla="*/ 0 h 27"/>
                <a:gd name="T28" fmla="*/ 31 w 31"/>
                <a:gd name="T29" fmla="*/ 7 h 27"/>
                <a:gd name="T30" fmla="*/ 31 w 31"/>
                <a:gd name="T31" fmla="*/ 9 h 27"/>
                <a:gd name="T32" fmla="*/ 24 w 31"/>
                <a:gd name="T33" fmla="*/ 18 h 27"/>
                <a:gd name="T34" fmla="*/ 24 w 31"/>
                <a:gd name="T35"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7">
                  <a:moveTo>
                    <a:pt x="24" y="21"/>
                  </a:moveTo>
                  <a:lnTo>
                    <a:pt x="13" y="23"/>
                  </a:lnTo>
                  <a:lnTo>
                    <a:pt x="9" y="27"/>
                  </a:lnTo>
                  <a:lnTo>
                    <a:pt x="0" y="23"/>
                  </a:lnTo>
                  <a:lnTo>
                    <a:pt x="0" y="18"/>
                  </a:lnTo>
                  <a:lnTo>
                    <a:pt x="6" y="16"/>
                  </a:lnTo>
                  <a:lnTo>
                    <a:pt x="6" y="9"/>
                  </a:lnTo>
                  <a:lnTo>
                    <a:pt x="13" y="9"/>
                  </a:lnTo>
                  <a:lnTo>
                    <a:pt x="13" y="3"/>
                  </a:lnTo>
                  <a:lnTo>
                    <a:pt x="18" y="3"/>
                  </a:lnTo>
                  <a:lnTo>
                    <a:pt x="22" y="5"/>
                  </a:lnTo>
                  <a:lnTo>
                    <a:pt x="24" y="5"/>
                  </a:lnTo>
                  <a:lnTo>
                    <a:pt x="24" y="0"/>
                  </a:lnTo>
                  <a:lnTo>
                    <a:pt x="27" y="0"/>
                  </a:lnTo>
                  <a:lnTo>
                    <a:pt x="31" y="7"/>
                  </a:lnTo>
                  <a:lnTo>
                    <a:pt x="31" y="9"/>
                  </a:lnTo>
                  <a:lnTo>
                    <a:pt x="24" y="18"/>
                  </a:lnTo>
                  <a:lnTo>
                    <a:pt x="24" y="21"/>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0" name="Freeform 154">
              <a:extLst>
                <a:ext uri="{FF2B5EF4-FFF2-40B4-BE49-F238E27FC236}">
                  <a16:creationId xmlns:a16="http://schemas.microsoft.com/office/drawing/2014/main" id="{EEB8303B-9E19-EE8C-71AE-549A0568455C}"/>
                </a:ext>
              </a:extLst>
            </p:cNvPr>
            <p:cNvSpPr>
              <a:spLocks noChangeAspect="1"/>
            </p:cNvSpPr>
            <p:nvPr/>
          </p:nvSpPr>
          <p:spPr bwMode="auto">
            <a:xfrm>
              <a:off x="2775" y="1070"/>
              <a:ext cx="26" cy="25"/>
            </a:xfrm>
            <a:custGeom>
              <a:avLst/>
              <a:gdLst>
                <a:gd name="T0" fmla="*/ 24 w 31"/>
                <a:gd name="T1" fmla="*/ 21 h 27"/>
                <a:gd name="T2" fmla="*/ 13 w 31"/>
                <a:gd name="T3" fmla="*/ 23 h 27"/>
                <a:gd name="T4" fmla="*/ 9 w 31"/>
                <a:gd name="T5" fmla="*/ 27 h 27"/>
                <a:gd name="T6" fmla="*/ 0 w 31"/>
                <a:gd name="T7" fmla="*/ 23 h 27"/>
                <a:gd name="T8" fmla="*/ 0 w 31"/>
                <a:gd name="T9" fmla="*/ 18 h 27"/>
                <a:gd name="T10" fmla="*/ 6 w 31"/>
                <a:gd name="T11" fmla="*/ 16 h 27"/>
                <a:gd name="T12" fmla="*/ 6 w 31"/>
                <a:gd name="T13" fmla="*/ 9 h 27"/>
                <a:gd name="T14" fmla="*/ 13 w 31"/>
                <a:gd name="T15" fmla="*/ 9 h 27"/>
                <a:gd name="T16" fmla="*/ 13 w 31"/>
                <a:gd name="T17" fmla="*/ 3 h 27"/>
                <a:gd name="T18" fmla="*/ 18 w 31"/>
                <a:gd name="T19" fmla="*/ 3 h 27"/>
                <a:gd name="T20" fmla="*/ 22 w 31"/>
                <a:gd name="T21" fmla="*/ 5 h 27"/>
                <a:gd name="T22" fmla="*/ 24 w 31"/>
                <a:gd name="T23" fmla="*/ 5 h 27"/>
                <a:gd name="T24" fmla="*/ 24 w 31"/>
                <a:gd name="T25" fmla="*/ 0 h 27"/>
                <a:gd name="T26" fmla="*/ 27 w 31"/>
                <a:gd name="T27" fmla="*/ 0 h 27"/>
                <a:gd name="T28" fmla="*/ 31 w 31"/>
                <a:gd name="T29" fmla="*/ 7 h 27"/>
                <a:gd name="T30" fmla="*/ 31 w 31"/>
                <a:gd name="T31" fmla="*/ 9 h 27"/>
                <a:gd name="T32" fmla="*/ 24 w 31"/>
                <a:gd name="T33" fmla="*/ 18 h 27"/>
                <a:gd name="T34" fmla="*/ 24 w 31"/>
                <a:gd name="T35"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7">
                  <a:moveTo>
                    <a:pt x="24" y="21"/>
                  </a:moveTo>
                  <a:lnTo>
                    <a:pt x="13" y="23"/>
                  </a:lnTo>
                  <a:lnTo>
                    <a:pt x="9" y="27"/>
                  </a:lnTo>
                  <a:lnTo>
                    <a:pt x="0" y="23"/>
                  </a:lnTo>
                  <a:lnTo>
                    <a:pt x="0" y="18"/>
                  </a:lnTo>
                  <a:lnTo>
                    <a:pt x="6" y="16"/>
                  </a:lnTo>
                  <a:lnTo>
                    <a:pt x="6" y="9"/>
                  </a:lnTo>
                  <a:lnTo>
                    <a:pt x="13" y="9"/>
                  </a:lnTo>
                  <a:lnTo>
                    <a:pt x="13" y="3"/>
                  </a:lnTo>
                  <a:lnTo>
                    <a:pt x="18" y="3"/>
                  </a:lnTo>
                  <a:lnTo>
                    <a:pt x="22" y="5"/>
                  </a:lnTo>
                  <a:lnTo>
                    <a:pt x="24" y="5"/>
                  </a:lnTo>
                  <a:lnTo>
                    <a:pt x="24" y="0"/>
                  </a:lnTo>
                  <a:lnTo>
                    <a:pt x="27" y="0"/>
                  </a:lnTo>
                  <a:lnTo>
                    <a:pt x="31" y="7"/>
                  </a:lnTo>
                  <a:lnTo>
                    <a:pt x="31" y="9"/>
                  </a:lnTo>
                  <a:lnTo>
                    <a:pt x="24" y="18"/>
                  </a:lnTo>
                  <a:lnTo>
                    <a:pt x="24" y="21"/>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1" name="Freeform 155">
              <a:extLst>
                <a:ext uri="{FF2B5EF4-FFF2-40B4-BE49-F238E27FC236}">
                  <a16:creationId xmlns:a16="http://schemas.microsoft.com/office/drawing/2014/main" id="{7BEC8E0A-818A-842C-C57D-891C1610D6FE}"/>
                </a:ext>
              </a:extLst>
            </p:cNvPr>
            <p:cNvSpPr>
              <a:spLocks noChangeAspect="1"/>
            </p:cNvSpPr>
            <p:nvPr/>
          </p:nvSpPr>
          <p:spPr bwMode="auto">
            <a:xfrm>
              <a:off x="2791" y="1050"/>
              <a:ext cx="26" cy="26"/>
            </a:xfrm>
            <a:custGeom>
              <a:avLst/>
              <a:gdLst>
                <a:gd name="T0" fmla="*/ 18 w 31"/>
                <a:gd name="T1" fmla="*/ 22 h 22"/>
                <a:gd name="T2" fmla="*/ 7 w 31"/>
                <a:gd name="T3" fmla="*/ 18 h 22"/>
                <a:gd name="T4" fmla="*/ 2 w 31"/>
                <a:gd name="T5" fmla="*/ 22 h 22"/>
                <a:gd name="T6" fmla="*/ 0 w 31"/>
                <a:gd name="T7" fmla="*/ 18 h 22"/>
                <a:gd name="T8" fmla="*/ 13 w 31"/>
                <a:gd name="T9" fmla="*/ 2 h 22"/>
                <a:gd name="T10" fmla="*/ 16 w 31"/>
                <a:gd name="T11" fmla="*/ 0 h 22"/>
                <a:gd name="T12" fmla="*/ 20 w 31"/>
                <a:gd name="T13" fmla="*/ 0 h 22"/>
                <a:gd name="T14" fmla="*/ 29 w 31"/>
                <a:gd name="T15" fmla="*/ 2 h 22"/>
                <a:gd name="T16" fmla="*/ 31 w 31"/>
                <a:gd name="T17" fmla="*/ 7 h 22"/>
                <a:gd name="T18" fmla="*/ 31 w 31"/>
                <a:gd name="T19" fmla="*/ 11 h 22"/>
                <a:gd name="T20" fmla="*/ 27 w 31"/>
                <a:gd name="T21" fmla="*/ 13 h 22"/>
                <a:gd name="T22" fmla="*/ 25 w 31"/>
                <a:gd name="T23" fmla="*/ 16 h 22"/>
                <a:gd name="T24" fmla="*/ 18 w 3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2">
                  <a:moveTo>
                    <a:pt x="18" y="22"/>
                  </a:moveTo>
                  <a:lnTo>
                    <a:pt x="7" y="18"/>
                  </a:lnTo>
                  <a:lnTo>
                    <a:pt x="2" y="22"/>
                  </a:lnTo>
                  <a:lnTo>
                    <a:pt x="0" y="18"/>
                  </a:lnTo>
                  <a:lnTo>
                    <a:pt x="13" y="2"/>
                  </a:lnTo>
                  <a:lnTo>
                    <a:pt x="16" y="0"/>
                  </a:lnTo>
                  <a:lnTo>
                    <a:pt x="20" y="0"/>
                  </a:lnTo>
                  <a:lnTo>
                    <a:pt x="29" y="2"/>
                  </a:lnTo>
                  <a:lnTo>
                    <a:pt x="31" y="7"/>
                  </a:lnTo>
                  <a:lnTo>
                    <a:pt x="31" y="11"/>
                  </a:lnTo>
                  <a:lnTo>
                    <a:pt x="27" y="13"/>
                  </a:lnTo>
                  <a:lnTo>
                    <a:pt x="25" y="16"/>
                  </a:lnTo>
                  <a:lnTo>
                    <a:pt x="18" y="2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2" name="Freeform 156">
              <a:extLst>
                <a:ext uri="{FF2B5EF4-FFF2-40B4-BE49-F238E27FC236}">
                  <a16:creationId xmlns:a16="http://schemas.microsoft.com/office/drawing/2014/main" id="{7D75A099-AE52-FB5E-719B-2E9FD04EE6CC}"/>
                </a:ext>
              </a:extLst>
            </p:cNvPr>
            <p:cNvSpPr>
              <a:spLocks noChangeAspect="1"/>
            </p:cNvSpPr>
            <p:nvPr/>
          </p:nvSpPr>
          <p:spPr bwMode="auto">
            <a:xfrm>
              <a:off x="2791" y="1050"/>
              <a:ext cx="26" cy="26"/>
            </a:xfrm>
            <a:custGeom>
              <a:avLst/>
              <a:gdLst>
                <a:gd name="T0" fmla="*/ 18 w 31"/>
                <a:gd name="T1" fmla="*/ 22 h 22"/>
                <a:gd name="T2" fmla="*/ 7 w 31"/>
                <a:gd name="T3" fmla="*/ 18 h 22"/>
                <a:gd name="T4" fmla="*/ 2 w 31"/>
                <a:gd name="T5" fmla="*/ 22 h 22"/>
                <a:gd name="T6" fmla="*/ 0 w 31"/>
                <a:gd name="T7" fmla="*/ 18 h 22"/>
                <a:gd name="T8" fmla="*/ 13 w 31"/>
                <a:gd name="T9" fmla="*/ 2 h 22"/>
                <a:gd name="T10" fmla="*/ 16 w 31"/>
                <a:gd name="T11" fmla="*/ 0 h 22"/>
                <a:gd name="T12" fmla="*/ 20 w 31"/>
                <a:gd name="T13" fmla="*/ 0 h 22"/>
                <a:gd name="T14" fmla="*/ 29 w 31"/>
                <a:gd name="T15" fmla="*/ 2 h 22"/>
                <a:gd name="T16" fmla="*/ 31 w 31"/>
                <a:gd name="T17" fmla="*/ 7 h 22"/>
                <a:gd name="T18" fmla="*/ 31 w 31"/>
                <a:gd name="T19" fmla="*/ 11 h 22"/>
                <a:gd name="T20" fmla="*/ 27 w 31"/>
                <a:gd name="T21" fmla="*/ 13 h 22"/>
                <a:gd name="T22" fmla="*/ 25 w 31"/>
                <a:gd name="T23" fmla="*/ 16 h 22"/>
                <a:gd name="T24" fmla="*/ 18 w 3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2">
                  <a:moveTo>
                    <a:pt x="18" y="22"/>
                  </a:moveTo>
                  <a:lnTo>
                    <a:pt x="7" y="18"/>
                  </a:lnTo>
                  <a:lnTo>
                    <a:pt x="2" y="22"/>
                  </a:lnTo>
                  <a:lnTo>
                    <a:pt x="0" y="18"/>
                  </a:lnTo>
                  <a:lnTo>
                    <a:pt x="13" y="2"/>
                  </a:lnTo>
                  <a:lnTo>
                    <a:pt x="16" y="0"/>
                  </a:lnTo>
                  <a:lnTo>
                    <a:pt x="20" y="0"/>
                  </a:lnTo>
                  <a:lnTo>
                    <a:pt x="29" y="2"/>
                  </a:lnTo>
                  <a:lnTo>
                    <a:pt x="31" y="7"/>
                  </a:lnTo>
                  <a:lnTo>
                    <a:pt x="31" y="11"/>
                  </a:lnTo>
                  <a:lnTo>
                    <a:pt x="27" y="13"/>
                  </a:lnTo>
                  <a:lnTo>
                    <a:pt x="25" y="16"/>
                  </a:lnTo>
                  <a:lnTo>
                    <a:pt x="18" y="2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3" name="Freeform 157">
              <a:extLst>
                <a:ext uri="{FF2B5EF4-FFF2-40B4-BE49-F238E27FC236}">
                  <a16:creationId xmlns:a16="http://schemas.microsoft.com/office/drawing/2014/main" id="{C597AE11-D964-9188-7F1C-E7FC98866CAC}"/>
                </a:ext>
              </a:extLst>
            </p:cNvPr>
            <p:cNvSpPr>
              <a:spLocks noChangeAspect="1"/>
            </p:cNvSpPr>
            <p:nvPr/>
          </p:nvSpPr>
          <p:spPr bwMode="auto">
            <a:xfrm>
              <a:off x="2673" y="1165"/>
              <a:ext cx="12" cy="8"/>
            </a:xfrm>
            <a:custGeom>
              <a:avLst/>
              <a:gdLst>
                <a:gd name="T0" fmla="*/ 12 w 14"/>
                <a:gd name="T1" fmla="*/ 9 h 9"/>
                <a:gd name="T2" fmla="*/ 0 w 14"/>
                <a:gd name="T3" fmla="*/ 2 h 9"/>
                <a:gd name="T4" fmla="*/ 7 w 14"/>
                <a:gd name="T5" fmla="*/ 0 h 9"/>
                <a:gd name="T6" fmla="*/ 14 w 14"/>
                <a:gd name="T7" fmla="*/ 7 h 9"/>
                <a:gd name="T8" fmla="*/ 12 w 14"/>
                <a:gd name="T9" fmla="*/ 9 h 9"/>
              </a:gdLst>
              <a:ahLst/>
              <a:cxnLst>
                <a:cxn ang="0">
                  <a:pos x="T0" y="T1"/>
                </a:cxn>
                <a:cxn ang="0">
                  <a:pos x="T2" y="T3"/>
                </a:cxn>
                <a:cxn ang="0">
                  <a:pos x="T4" y="T5"/>
                </a:cxn>
                <a:cxn ang="0">
                  <a:pos x="T6" y="T7"/>
                </a:cxn>
                <a:cxn ang="0">
                  <a:pos x="T8" y="T9"/>
                </a:cxn>
              </a:cxnLst>
              <a:rect l="0" t="0" r="r" b="b"/>
              <a:pathLst>
                <a:path w="14" h="9">
                  <a:moveTo>
                    <a:pt x="12" y="9"/>
                  </a:moveTo>
                  <a:lnTo>
                    <a:pt x="0" y="2"/>
                  </a:lnTo>
                  <a:lnTo>
                    <a:pt x="7" y="0"/>
                  </a:lnTo>
                  <a:lnTo>
                    <a:pt x="14" y="7"/>
                  </a:lnTo>
                  <a:lnTo>
                    <a:pt x="12" y="9"/>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4" name="Freeform 158">
              <a:extLst>
                <a:ext uri="{FF2B5EF4-FFF2-40B4-BE49-F238E27FC236}">
                  <a16:creationId xmlns:a16="http://schemas.microsoft.com/office/drawing/2014/main" id="{186970C2-F0C3-0589-87A0-0212F42A9E0B}"/>
                </a:ext>
              </a:extLst>
            </p:cNvPr>
            <p:cNvSpPr>
              <a:spLocks noChangeAspect="1"/>
            </p:cNvSpPr>
            <p:nvPr/>
          </p:nvSpPr>
          <p:spPr bwMode="auto">
            <a:xfrm>
              <a:off x="2673" y="1165"/>
              <a:ext cx="12" cy="8"/>
            </a:xfrm>
            <a:custGeom>
              <a:avLst/>
              <a:gdLst>
                <a:gd name="T0" fmla="*/ 12 w 14"/>
                <a:gd name="T1" fmla="*/ 9 h 9"/>
                <a:gd name="T2" fmla="*/ 0 w 14"/>
                <a:gd name="T3" fmla="*/ 2 h 9"/>
                <a:gd name="T4" fmla="*/ 7 w 14"/>
                <a:gd name="T5" fmla="*/ 0 h 9"/>
                <a:gd name="T6" fmla="*/ 14 w 14"/>
                <a:gd name="T7" fmla="*/ 7 h 9"/>
                <a:gd name="T8" fmla="*/ 12 w 14"/>
                <a:gd name="T9" fmla="*/ 9 h 9"/>
              </a:gdLst>
              <a:ahLst/>
              <a:cxnLst>
                <a:cxn ang="0">
                  <a:pos x="T0" y="T1"/>
                </a:cxn>
                <a:cxn ang="0">
                  <a:pos x="T2" y="T3"/>
                </a:cxn>
                <a:cxn ang="0">
                  <a:pos x="T4" y="T5"/>
                </a:cxn>
                <a:cxn ang="0">
                  <a:pos x="T6" y="T7"/>
                </a:cxn>
                <a:cxn ang="0">
                  <a:pos x="T8" y="T9"/>
                </a:cxn>
              </a:cxnLst>
              <a:rect l="0" t="0" r="r" b="b"/>
              <a:pathLst>
                <a:path w="14" h="9">
                  <a:moveTo>
                    <a:pt x="12" y="9"/>
                  </a:moveTo>
                  <a:lnTo>
                    <a:pt x="0" y="2"/>
                  </a:lnTo>
                  <a:lnTo>
                    <a:pt x="7" y="0"/>
                  </a:lnTo>
                  <a:lnTo>
                    <a:pt x="14" y="7"/>
                  </a:lnTo>
                  <a:lnTo>
                    <a:pt x="12"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5" name="Freeform 159">
              <a:extLst>
                <a:ext uri="{FF2B5EF4-FFF2-40B4-BE49-F238E27FC236}">
                  <a16:creationId xmlns:a16="http://schemas.microsoft.com/office/drawing/2014/main" id="{262905FD-1BF4-F31B-7E5E-FF6BE226FF7F}"/>
                </a:ext>
              </a:extLst>
            </p:cNvPr>
            <p:cNvSpPr>
              <a:spLocks noChangeAspect="1"/>
            </p:cNvSpPr>
            <p:nvPr/>
          </p:nvSpPr>
          <p:spPr bwMode="auto">
            <a:xfrm>
              <a:off x="2815" y="1057"/>
              <a:ext cx="10" cy="13"/>
            </a:xfrm>
            <a:custGeom>
              <a:avLst/>
              <a:gdLst>
                <a:gd name="T0" fmla="*/ 2 w 11"/>
                <a:gd name="T1" fmla="*/ 15 h 15"/>
                <a:gd name="T2" fmla="*/ 0 w 11"/>
                <a:gd name="T3" fmla="*/ 11 h 15"/>
                <a:gd name="T4" fmla="*/ 2 w 11"/>
                <a:gd name="T5" fmla="*/ 6 h 15"/>
                <a:gd name="T6" fmla="*/ 11 w 11"/>
                <a:gd name="T7" fmla="*/ 0 h 15"/>
                <a:gd name="T8" fmla="*/ 11 w 11"/>
                <a:gd name="T9" fmla="*/ 2 h 15"/>
                <a:gd name="T10" fmla="*/ 5 w 11"/>
                <a:gd name="T11" fmla="*/ 11 h 15"/>
                <a:gd name="T12" fmla="*/ 2 w 11"/>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1" h="15">
                  <a:moveTo>
                    <a:pt x="2" y="15"/>
                  </a:moveTo>
                  <a:lnTo>
                    <a:pt x="0" y="11"/>
                  </a:lnTo>
                  <a:lnTo>
                    <a:pt x="2" y="6"/>
                  </a:lnTo>
                  <a:lnTo>
                    <a:pt x="11" y="0"/>
                  </a:lnTo>
                  <a:lnTo>
                    <a:pt x="11" y="2"/>
                  </a:lnTo>
                  <a:lnTo>
                    <a:pt x="5" y="11"/>
                  </a:lnTo>
                  <a:lnTo>
                    <a:pt x="2" y="15"/>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6" name="Freeform 160">
              <a:extLst>
                <a:ext uri="{FF2B5EF4-FFF2-40B4-BE49-F238E27FC236}">
                  <a16:creationId xmlns:a16="http://schemas.microsoft.com/office/drawing/2014/main" id="{98B8E076-B18A-FB75-9242-E33A93AC228D}"/>
                </a:ext>
              </a:extLst>
            </p:cNvPr>
            <p:cNvSpPr>
              <a:spLocks noChangeAspect="1"/>
            </p:cNvSpPr>
            <p:nvPr/>
          </p:nvSpPr>
          <p:spPr bwMode="auto">
            <a:xfrm>
              <a:off x="2815" y="1057"/>
              <a:ext cx="10" cy="13"/>
            </a:xfrm>
            <a:custGeom>
              <a:avLst/>
              <a:gdLst>
                <a:gd name="T0" fmla="*/ 2 w 11"/>
                <a:gd name="T1" fmla="*/ 15 h 15"/>
                <a:gd name="T2" fmla="*/ 0 w 11"/>
                <a:gd name="T3" fmla="*/ 11 h 15"/>
                <a:gd name="T4" fmla="*/ 2 w 11"/>
                <a:gd name="T5" fmla="*/ 6 h 15"/>
                <a:gd name="T6" fmla="*/ 11 w 11"/>
                <a:gd name="T7" fmla="*/ 0 h 15"/>
                <a:gd name="T8" fmla="*/ 11 w 11"/>
                <a:gd name="T9" fmla="*/ 2 h 15"/>
                <a:gd name="T10" fmla="*/ 5 w 11"/>
                <a:gd name="T11" fmla="*/ 11 h 15"/>
                <a:gd name="T12" fmla="*/ 2 w 11"/>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1" h="15">
                  <a:moveTo>
                    <a:pt x="2" y="15"/>
                  </a:moveTo>
                  <a:lnTo>
                    <a:pt x="0" y="11"/>
                  </a:lnTo>
                  <a:lnTo>
                    <a:pt x="2" y="6"/>
                  </a:lnTo>
                  <a:lnTo>
                    <a:pt x="11" y="0"/>
                  </a:lnTo>
                  <a:lnTo>
                    <a:pt x="11" y="2"/>
                  </a:lnTo>
                  <a:lnTo>
                    <a:pt x="5" y="11"/>
                  </a:lnTo>
                  <a:lnTo>
                    <a:pt x="2" y="15"/>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7" name="Freeform 161">
              <a:extLst>
                <a:ext uri="{FF2B5EF4-FFF2-40B4-BE49-F238E27FC236}">
                  <a16:creationId xmlns:a16="http://schemas.microsoft.com/office/drawing/2014/main" id="{EB803F4A-847F-CB66-DC16-8E059604B11E}"/>
                </a:ext>
              </a:extLst>
            </p:cNvPr>
            <p:cNvSpPr>
              <a:spLocks noChangeAspect="1"/>
            </p:cNvSpPr>
            <p:nvPr/>
          </p:nvSpPr>
          <p:spPr bwMode="auto">
            <a:xfrm>
              <a:off x="2817" y="1034"/>
              <a:ext cx="10" cy="15"/>
            </a:xfrm>
            <a:custGeom>
              <a:avLst/>
              <a:gdLst>
                <a:gd name="T0" fmla="*/ 9 w 12"/>
                <a:gd name="T1" fmla="*/ 18 h 18"/>
                <a:gd name="T2" fmla="*/ 0 w 12"/>
                <a:gd name="T3" fmla="*/ 7 h 18"/>
                <a:gd name="T4" fmla="*/ 0 w 12"/>
                <a:gd name="T5" fmla="*/ 0 h 18"/>
                <a:gd name="T6" fmla="*/ 3 w 12"/>
                <a:gd name="T7" fmla="*/ 0 h 18"/>
                <a:gd name="T8" fmla="*/ 9 w 12"/>
                <a:gd name="T9" fmla="*/ 4 h 18"/>
                <a:gd name="T10" fmla="*/ 12 w 12"/>
                <a:gd name="T11" fmla="*/ 11 h 18"/>
                <a:gd name="T12" fmla="*/ 12 w 12"/>
                <a:gd name="T13" fmla="*/ 18 h 18"/>
                <a:gd name="T14" fmla="*/ 7 w 12"/>
                <a:gd name="T15" fmla="*/ 18 h 18"/>
                <a:gd name="T16" fmla="*/ 9 w 12"/>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8">
                  <a:moveTo>
                    <a:pt x="9" y="18"/>
                  </a:moveTo>
                  <a:lnTo>
                    <a:pt x="0" y="7"/>
                  </a:lnTo>
                  <a:lnTo>
                    <a:pt x="0" y="0"/>
                  </a:lnTo>
                  <a:lnTo>
                    <a:pt x="3" y="0"/>
                  </a:lnTo>
                  <a:lnTo>
                    <a:pt x="9" y="4"/>
                  </a:lnTo>
                  <a:lnTo>
                    <a:pt x="12" y="11"/>
                  </a:lnTo>
                  <a:lnTo>
                    <a:pt x="12" y="18"/>
                  </a:lnTo>
                  <a:lnTo>
                    <a:pt x="7" y="18"/>
                  </a:lnTo>
                  <a:lnTo>
                    <a:pt x="9"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8" name="Freeform 162">
              <a:extLst>
                <a:ext uri="{FF2B5EF4-FFF2-40B4-BE49-F238E27FC236}">
                  <a16:creationId xmlns:a16="http://schemas.microsoft.com/office/drawing/2014/main" id="{061150FC-0733-8693-29A9-83513082B3B5}"/>
                </a:ext>
              </a:extLst>
            </p:cNvPr>
            <p:cNvSpPr>
              <a:spLocks noChangeAspect="1"/>
            </p:cNvSpPr>
            <p:nvPr/>
          </p:nvSpPr>
          <p:spPr bwMode="auto">
            <a:xfrm>
              <a:off x="2817" y="1034"/>
              <a:ext cx="10" cy="15"/>
            </a:xfrm>
            <a:custGeom>
              <a:avLst/>
              <a:gdLst>
                <a:gd name="T0" fmla="*/ 9 w 12"/>
                <a:gd name="T1" fmla="*/ 18 h 18"/>
                <a:gd name="T2" fmla="*/ 0 w 12"/>
                <a:gd name="T3" fmla="*/ 7 h 18"/>
                <a:gd name="T4" fmla="*/ 0 w 12"/>
                <a:gd name="T5" fmla="*/ 0 h 18"/>
                <a:gd name="T6" fmla="*/ 3 w 12"/>
                <a:gd name="T7" fmla="*/ 0 h 18"/>
                <a:gd name="T8" fmla="*/ 9 w 12"/>
                <a:gd name="T9" fmla="*/ 4 h 18"/>
                <a:gd name="T10" fmla="*/ 12 w 12"/>
                <a:gd name="T11" fmla="*/ 11 h 18"/>
                <a:gd name="T12" fmla="*/ 12 w 12"/>
                <a:gd name="T13" fmla="*/ 18 h 18"/>
                <a:gd name="T14" fmla="*/ 7 w 12"/>
                <a:gd name="T15" fmla="*/ 18 h 18"/>
                <a:gd name="T16" fmla="*/ 9 w 12"/>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8">
                  <a:moveTo>
                    <a:pt x="9" y="18"/>
                  </a:moveTo>
                  <a:lnTo>
                    <a:pt x="0" y="7"/>
                  </a:lnTo>
                  <a:lnTo>
                    <a:pt x="0" y="0"/>
                  </a:lnTo>
                  <a:lnTo>
                    <a:pt x="3" y="0"/>
                  </a:lnTo>
                  <a:lnTo>
                    <a:pt x="9" y="4"/>
                  </a:lnTo>
                  <a:lnTo>
                    <a:pt x="12" y="11"/>
                  </a:lnTo>
                  <a:lnTo>
                    <a:pt x="12" y="18"/>
                  </a:lnTo>
                  <a:lnTo>
                    <a:pt x="7" y="18"/>
                  </a:lnTo>
                  <a:lnTo>
                    <a:pt x="9"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59" name="Freeform 163">
              <a:extLst>
                <a:ext uri="{FF2B5EF4-FFF2-40B4-BE49-F238E27FC236}">
                  <a16:creationId xmlns:a16="http://schemas.microsoft.com/office/drawing/2014/main" id="{44AA9538-4AB8-5462-E9F9-B0D1668132DB}"/>
                </a:ext>
              </a:extLst>
            </p:cNvPr>
            <p:cNvSpPr>
              <a:spLocks noChangeAspect="1"/>
            </p:cNvSpPr>
            <p:nvPr/>
          </p:nvSpPr>
          <p:spPr bwMode="auto">
            <a:xfrm>
              <a:off x="2837" y="1037"/>
              <a:ext cx="7" cy="15"/>
            </a:xfrm>
            <a:custGeom>
              <a:avLst/>
              <a:gdLst>
                <a:gd name="T0" fmla="*/ 4 w 9"/>
                <a:gd name="T1" fmla="*/ 18 h 18"/>
                <a:gd name="T2" fmla="*/ 2 w 9"/>
                <a:gd name="T3" fmla="*/ 14 h 18"/>
                <a:gd name="T4" fmla="*/ 0 w 9"/>
                <a:gd name="T5" fmla="*/ 2 h 18"/>
                <a:gd name="T6" fmla="*/ 4 w 9"/>
                <a:gd name="T7" fmla="*/ 0 h 18"/>
                <a:gd name="T8" fmla="*/ 7 w 9"/>
                <a:gd name="T9" fmla="*/ 2 h 18"/>
                <a:gd name="T10" fmla="*/ 9 w 9"/>
                <a:gd name="T11" fmla="*/ 11 h 18"/>
                <a:gd name="T12" fmla="*/ 7 w 9"/>
                <a:gd name="T13" fmla="*/ 14 h 18"/>
                <a:gd name="T14" fmla="*/ 4 w 9"/>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4" y="18"/>
                  </a:moveTo>
                  <a:lnTo>
                    <a:pt x="2" y="14"/>
                  </a:lnTo>
                  <a:lnTo>
                    <a:pt x="0" y="2"/>
                  </a:lnTo>
                  <a:lnTo>
                    <a:pt x="4" y="0"/>
                  </a:lnTo>
                  <a:lnTo>
                    <a:pt x="7" y="2"/>
                  </a:lnTo>
                  <a:lnTo>
                    <a:pt x="9" y="11"/>
                  </a:lnTo>
                  <a:lnTo>
                    <a:pt x="7" y="14"/>
                  </a:lnTo>
                  <a:lnTo>
                    <a:pt x="4" y="18"/>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0" name="Freeform 164">
              <a:extLst>
                <a:ext uri="{FF2B5EF4-FFF2-40B4-BE49-F238E27FC236}">
                  <a16:creationId xmlns:a16="http://schemas.microsoft.com/office/drawing/2014/main" id="{160B4E19-4367-41FA-FFDF-86800FC49340}"/>
                </a:ext>
              </a:extLst>
            </p:cNvPr>
            <p:cNvSpPr>
              <a:spLocks noChangeAspect="1"/>
            </p:cNvSpPr>
            <p:nvPr/>
          </p:nvSpPr>
          <p:spPr bwMode="auto">
            <a:xfrm>
              <a:off x="2837" y="1037"/>
              <a:ext cx="7" cy="15"/>
            </a:xfrm>
            <a:custGeom>
              <a:avLst/>
              <a:gdLst>
                <a:gd name="T0" fmla="*/ 4 w 9"/>
                <a:gd name="T1" fmla="*/ 18 h 18"/>
                <a:gd name="T2" fmla="*/ 2 w 9"/>
                <a:gd name="T3" fmla="*/ 14 h 18"/>
                <a:gd name="T4" fmla="*/ 0 w 9"/>
                <a:gd name="T5" fmla="*/ 2 h 18"/>
                <a:gd name="T6" fmla="*/ 4 w 9"/>
                <a:gd name="T7" fmla="*/ 0 h 18"/>
                <a:gd name="T8" fmla="*/ 7 w 9"/>
                <a:gd name="T9" fmla="*/ 2 h 18"/>
                <a:gd name="T10" fmla="*/ 9 w 9"/>
                <a:gd name="T11" fmla="*/ 11 h 18"/>
                <a:gd name="T12" fmla="*/ 7 w 9"/>
                <a:gd name="T13" fmla="*/ 14 h 18"/>
                <a:gd name="T14" fmla="*/ 4 w 9"/>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4" y="18"/>
                  </a:moveTo>
                  <a:lnTo>
                    <a:pt x="2" y="14"/>
                  </a:lnTo>
                  <a:lnTo>
                    <a:pt x="0" y="2"/>
                  </a:lnTo>
                  <a:lnTo>
                    <a:pt x="4" y="0"/>
                  </a:lnTo>
                  <a:lnTo>
                    <a:pt x="7" y="2"/>
                  </a:lnTo>
                  <a:lnTo>
                    <a:pt x="9" y="11"/>
                  </a:lnTo>
                  <a:lnTo>
                    <a:pt x="7" y="14"/>
                  </a:lnTo>
                  <a:lnTo>
                    <a:pt x="4" y="18"/>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1" name="Freeform 165">
              <a:extLst>
                <a:ext uri="{FF2B5EF4-FFF2-40B4-BE49-F238E27FC236}">
                  <a16:creationId xmlns:a16="http://schemas.microsoft.com/office/drawing/2014/main" id="{F2C514DD-2D9B-9FC0-2655-CB6B3F3E1229}"/>
                </a:ext>
              </a:extLst>
            </p:cNvPr>
            <p:cNvSpPr>
              <a:spLocks noChangeAspect="1"/>
            </p:cNvSpPr>
            <p:nvPr/>
          </p:nvSpPr>
          <p:spPr bwMode="auto">
            <a:xfrm>
              <a:off x="2886" y="1021"/>
              <a:ext cx="12" cy="11"/>
            </a:xfrm>
            <a:custGeom>
              <a:avLst/>
              <a:gdLst>
                <a:gd name="T0" fmla="*/ 16 w 16"/>
                <a:gd name="T1" fmla="*/ 12 h 12"/>
                <a:gd name="T2" fmla="*/ 5 w 16"/>
                <a:gd name="T3" fmla="*/ 7 h 12"/>
                <a:gd name="T4" fmla="*/ 0 w 16"/>
                <a:gd name="T5" fmla="*/ 5 h 12"/>
                <a:gd name="T6" fmla="*/ 0 w 16"/>
                <a:gd name="T7" fmla="*/ 3 h 12"/>
                <a:gd name="T8" fmla="*/ 5 w 16"/>
                <a:gd name="T9" fmla="*/ 0 h 12"/>
                <a:gd name="T10" fmla="*/ 9 w 16"/>
                <a:gd name="T11" fmla="*/ 0 h 12"/>
                <a:gd name="T12" fmla="*/ 16 w 16"/>
                <a:gd name="T13" fmla="*/ 5 h 12"/>
                <a:gd name="T14" fmla="*/ 16 w 1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12"/>
                  </a:moveTo>
                  <a:lnTo>
                    <a:pt x="5" y="7"/>
                  </a:lnTo>
                  <a:lnTo>
                    <a:pt x="0" y="5"/>
                  </a:lnTo>
                  <a:lnTo>
                    <a:pt x="0" y="3"/>
                  </a:lnTo>
                  <a:lnTo>
                    <a:pt x="5" y="0"/>
                  </a:lnTo>
                  <a:lnTo>
                    <a:pt x="9" y="0"/>
                  </a:lnTo>
                  <a:lnTo>
                    <a:pt x="16" y="5"/>
                  </a:lnTo>
                  <a:lnTo>
                    <a:pt x="16" y="12"/>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2" name="Freeform 166">
              <a:extLst>
                <a:ext uri="{FF2B5EF4-FFF2-40B4-BE49-F238E27FC236}">
                  <a16:creationId xmlns:a16="http://schemas.microsoft.com/office/drawing/2014/main" id="{A04182CD-0A6A-1788-987C-969DEED563A1}"/>
                </a:ext>
              </a:extLst>
            </p:cNvPr>
            <p:cNvSpPr>
              <a:spLocks noChangeAspect="1"/>
            </p:cNvSpPr>
            <p:nvPr/>
          </p:nvSpPr>
          <p:spPr bwMode="auto">
            <a:xfrm>
              <a:off x="2886" y="1021"/>
              <a:ext cx="12" cy="11"/>
            </a:xfrm>
            <a:custGeom>
              <a:avLst/>
              <a:gdLst>
                <a:gd name="T0" fmla="*/ 16 w 16"/>
                <a:gd name="T1" fmla="*/ 12 h 12"/>
                <a:gd name="T2" fmla="*/ 5 w 16"/>
                <a:gd name="T3" fmla="*/ 7 h 12"/>
                <a:gd name="T4" fmla="*/ 0 w 16"/>
                <a:gd name="T5" fmla="*/ 5 h 12"/>
                <a:gd name="T6" fmla="*/ 0 w 16"/>
                <a:gd name="T7" fmla="*/ 3 h 12"/>
                <a:gd name="T8" fmla="*/ 5 w 16"/>
                <a:gd name="T9" fmla="*/ 0 h 12"/>
                <a:gd name="T10" fmla="*/ 9 w 16"/>
                <a:gd name="T11" fmla="*/ 0 h 12"/>
                <a:gd name="T12" fmla="*/ 16 w 16"/>
                <a:gd name="T13" fmla="*/ 5 h 12"/>
                <a:gd name="T14" fmla="*/ 16 w 1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12"/>
                  </a:moveTo>
                  <a:lnTo>
                    <a:pt x="5" y="7"/>
                  </a:lnTo>
                  <a:lnTo>
                    <a:pt x="0" y="5"/>
                  </a:lnTo>
                  <a:lnTo>
                    <a:pt x="0" y="3"/>
                  </a:lnTo>
                  <a:lnTo>
                    <a:pt x="5" y="0"/>
                  </a:lnTo>
                  <a:lnTo>
                    <a:pt x="9" y="0"/>
                  </a:lnTo>
                  <a:lnTo>
                    <a:pt x="16" y="5"/>
                  </a:lnTo>
                  <a:lnTo>
                    <a:pt x="16" y="12"/>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3" name="Freeform 167">
              <a:extLst>
                <a:ext uri="{FF2B5EF4-FFF2-40B4-BE49-F238E27FC236}">
                  <a16:creationId xmlns:a16="http://schemas.microsoft.com/office/drawing/2014/main" id="{F38F6ADD-4B0B-0892-C22C-CFC06D9F665B}"/>
                </a:ext>
              </a:extLst>
            </p:cNvPr>
            <p:cNvSpPr>
              <a:spLocks noChangeAspect="1"/>
            </p:cNvSpPr>
            <p:nvPr/>
          </p:nvSpPr>
          <p:spPr bwMode="auto">
            <a:xfrm>
              <a:off x="2898" y="1001"/>
              <a:ext cx="20" cy="25"/>
            </a:xfrm>
            <a:custGeom>
              <a:avLst/>
              <a:gdLst>
                <a:gd name="T0" fmla="*/ 13 w 25"/>
                <a:gd name="T1" fmla="*/ 27 h 27"/>
                <a:gd name="T2" fmla="*/ 4 w 25"/>
                <a:gd name="T3" fmla="*/ 22 h 27"/>
                <a:gd name="T4" fmla="*/ 0 w 25"/>
                <a:gd name="T5" fmla="*/ 13 h 27"/>
                <a:gd name="T6" fmla="*/ 4 w 25"/>
                <a:gd name="T7" fmla="*/ 11 h 27"/>
                <a:gd name="T8" fmla="*/ 7 w 25"/>
                <a:gd name="T9" fmla="*/ 11 h 27"/>
                <a:gd name="T10" fmla="*/ 13 w 25"/>
                <a:gd name="T11" fmla="*/ 9 h 27"/>
                <a:gd name="T12" fmla="*/ 16 w 25"/>
                <a:gd name="T13" fmla="*/ 7 h 27"/>
                <a:gd name="T14" fmla="*/ 16 w 25"/>
                <a:gd name="T15" fmla="*/ 0 h 27"/>
                <a:gd name="T16" fmla="*/ 20 w 25"/>
                <a:gd name="T17" fmla="*/ 2 h 27"/>
                <a:gd name="T18" fmla="*/ 25 w 25"/>
                <a:gd name="T19" fmla="*/ 9 h 27"/>
                <a:gd name="T20" fmla="*/ 25 w 25"/>
                <a:gd name="T21" fmla="*/ 11 h 27"/>
                <a:gd name="T22" fmla="*/ 20 w 25"/>
                <a:gd name="T23" fmla="*/ 20 h 27"/>
                <a:gd name="T24" fmla="*/ 16 w 25"/>
                <a:gd name="T25" fmla="*/ 25 h 27"/>
                <a:gd name="T26" fmla="*/ 13 w 25"/>
                <a:gd name="T2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7">
                  <a:moveTo>
                    <a:pt x="13" y="27"/>
                  </a:moveTo>
                  <a:lnTo>
                    <a:pt x="4" y="22"/>
                  </a:lnTo>
                  <a:lnTo>
                    <a:pt x="0" y="13"/>
                  </a:lnTo>
                  <a:lnTo>
                    <a:pt x="4" y="11"/>
                  </a:lnTo>
                  <a:lnTo>
                    <a:pt x="7" y="11"/>
                  </a:lnTo>
                  <a:lnTo>
                    <a:pt x="13" y="9"/>
                  </a:lnTo>
                  <a:lnTo>
                    <a:pt x="16" y="7"/>
                  </a:lnTo>
                  <a:lnTo>
                    <a:pt x="16" y="0"/>
                  </a:lnTo>
                  <a:lnTo>
                    <a:pt x="20" y="2"/>
                  </a:lnTo>
                  <a:lnTo>
                    <a:pt x="25" y="9"/>
                  </a:lnTo>
                  <a:lnTo>
                    <a:pt x="25" y="11"/>
                  </a:lnTo>
                  <a:lnTo>
                    <a:pt x="20" y="20"/>
                  </a:lnTo>
                  <a:lnTo>
                    <a:pt x="16" y="25"/>
                  </a:lnTo>
                  <a:lnTo>
                    <a:pt x="13" y="27"/>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4" name="Freeform 168">
              <a:extLst>
                <a:ext uri="{FF2B5EF4-FFF2-40B4-BE49-F238E27FC236}">
                  <a16:creationId xmlns:a16="http://schemas.microsoft.com/office/drawing/2014/main" id="{AF87AA46-4041-3876-8D60-4E93E2B1627B}"/>
                </a:ext>
              </a:extLst>
            </p:cNvPr>
            <p:cNvSpPr>
              <a:spLocks noChangeAspect="1"/>
            </p:cNvSpPr>
            <p:nvPr/>
          </p:nvSpPr>
          <p:spPr bwMode="auto">
            <a:xfrm>
              <a:off x="2898" y="1001"/>
              <a:ext cx="20" cy="25"/>
            </a:xfrm>
            <a:custGeom>
              <a:avLst/>
              <a:gdLst>
                <a:gd name="T0" fmla="*/ 13 w 25"/>
                <a:gd name="T1" fmla="*/ 27 h 27"/>
                <a:gd name="T2" fmla="*/ 4 w 25"/>
                <a:gd name="T3" fmla="*/ 22 h 27"/>
                <a:gd name="T4" fmla="*/ 0 w 25"/>
                <a:gd name="T5" fmla="*/ 13 h 27"/>
                <a:gd name="T6" fmla="*/ 4 w 25"/>
                <a:gd name="T7" fmla="*/ 11 h 27"/>
                <a:gd name="T8" fmla="*/ 7 w 25"/>
                <a:gd name="T9" fmla="*/ 11 h 27"/>
                <a:gd name="T10" fmla="*/ 13 w 25"/>
                <a:gd name="T11" fmla="*/ 9 h 27"/>
                <a:gd name="T12" fmla="*/ 16 w 25"/>
                <a:gd name="T13" fmla="*/ 7 h 27"/>
                <a:gd name="T14" fmla="*/ 16 w 25"/>
                <a:gd name="T15" fmla="*/ 0 h 27"/>
                <a:gd name="T16" fmla="*/ 20 w 25"/>
                <a:gd name="T17" fmla="*/ 2 h 27"/>
                <a:gd name="T18" fmla="*/ 25 w 25"/>
                <a:gd name="T19" fmla="*/ 9 h 27"/>
                <a:gd name="T20" fmla="*/ 25 w 25"/>
                <a:gd name="T21" fmla="*/ 11 h 27"/>
                <a:gd name="T22" fmla="*/ 20 w 25"/>
                <a:gd name="T23" fmla="*/ 20 h 27"/>
                <a:gd name="T24" fmla="*/ 16 w 25"/>
                <a:gd name="T25" fmla="*/ 25 h 27"/>
                <a:gd name="T26" fmla="*/ 13 w 25"/>
                <a:gd name="T2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7">
                  <a:moveTo>
                    <a:pt x="13" y="27"/>
                  </a:moveTo>
                  <a:lnTo>
                    <a:pt x="4" y="22"/>
                  </a:lnTo>
                  <a:lnTo>
                    <a:pt x="0" y="13"/>
                  </a:lnTo>
                  <a:lnTo>
                    <a:pt x="4" y="11"/>
                  </a:lnTo>
                  <a:lnTo>
                    <a:pt x="7" y="11"/>
                  </a:lnTo>
                  <a:lnTo>
                    <a:pt x="13" y="9"/>
                  </a:lnTo>
                  <a:lnTo>
                    <a:pt x="16" y="7"/>
                  </a:lnTo>
                  <a:lnTo>
                    <a:pt x="16" y="0"/>
                  </a:lnTo>
                  <a:lnTo>
                    <a:pt x="20" y="2"/>
                  </a:lnTo>
                  <a:lnTo>
                    <a:pt x="25" y="9"/>
                  </a:lnTo>
                  <a:lnTo>
                    <a:pt x="25" y="11"/>
                  </a:lnTo>
                  <a:lnTo>
                    <a:pt x="20" y="20"/>
                  </a:lnTo>
                  <a:lnTo>
                    <a:pt x="16" y="25"/>
                  </a:lnTo>
                  <a:lnTo>
                    <a:pt x="13" y="27"/>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5" name="Freeform 169">
              <a:extLst>
                <a:ext uri="{FF2B5EF4-FFF2-40B4-BE49-F238E27FC236}">
                  <a16:creationId xmlns:a16="http://schemas.microsoft.com/office/drawing/2014/main" id="{B0ADD0FE-F164-411B-90A7-BCF41AD94CCF}"/>
                </a:ext>
              </a:extLst>
            </p:cNvPr>
            <p:cNvSpPr>
              <a:spLocks noChangeAspect="1"/>
            </p:cNvSpPr>
            <p:nvPr/>
          </p:nvSpPr>
          <p:spPr bwMode="auto">
            <a:xfrm>
              <a:off x="2914" y="993"/>
              <a:ext cx="15" cy="15"/>
            </a:xfrm>
            <a:custGeom>
              <a:avLst/>
              <a:gdLst>
                <a:gd name="T0" fmla="*/ 9 w 18"/>
                <a:gd name="T1" fmla="*/ 16 h 16"/>
                <a:gd name="T2" fmla="*/ 0 w 18"/>
                <a:gd name="T3" fmla="*/ 2 h 16"/>
                <a:gd name="T4" fmla="*/ 11 w 18"/>
                <a:gd name="T5" fmla="*/ 0 h 16"/>
                <a:gd name="T6" fmla="*/ 14 w 18"/>
                <a:gd name="T7" fmla="*/ 2 h 16"/>
                <a:gd name="T8" fmla="*/ 18 w 18"/>
                <a:gd name="T9" fmla="*/ 7 h 16"/>
                <a:gd name="T10" fmla="*/ 11 w 18"/>
                <a:gd name="T11" fmla="*/ 11 h 16"/>
                <a:gd name="T12" fmla="*/ 9 w 1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8" h="16">
                  <a:moveTo>
                    <a:pt x="9" y="16"/>
                  </a:moveTo>
                  <a:lnTo>
                    <a:pt x="0" y="2"/>
                  </a:lnTo>
                  <a:lnTo>
                    <a:pt x="11" y="0"/>
                  </a:lnTo>
                  <a:lnTo>
                    <a:pt x="14" y="2"/>
                  </a:lnTo>
                  <a:lnTo>
                    <a:pt x="18" y="7"/>
                  </a:lnTo>
                  <a:lnTo>
                    <a:pt x="11" y="11"/>
                  </a:lnTo>
                  <a:lnTo>
                    <a:pt x="9" y="16"/>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6" name="Freeform 170">
              <a:extLst>
                <a:ext uri="{FF2B5EF4-FFF2-40B4-BE49-F238E27FC236}">
                  <a16:creationId xmlns:a16="http://schemas.microsoft.com/office/drawing/2014/main" id="{16518AC0-DA88-3BED-DB32-11A0D5334495}"/>
                </a:ext>
              </a:extLst>
            </p:cNvPr>
            <p:cNvSpPr>
              <a:spLocks noChangeAspect="1"/>
            </p:cNvSpPr>
            <p:nvPr/>
          </p:nvSpPr>
          <p:spPr bwMode="auto">
            <a:xfrm>
              <a:off x="2914" y="993"/>
              <a:ext cx="15" cy="15"/>
            </a:xfrm>
            <a:custGeom>
              <a:avLst/>
              <a:gdLst>
                <a:gd name="T0" fmla="*/ 9 w 18"/>
                <a:gd name="T1" fmla="*/ 16 h 16"/>
                <a:gd name="T2" fmla="*/ 0 w 18"/>
                <a:gd name="T3" fmla="*/ 2 h 16"/>
                <a:gd name="T4" fmla="*/ 11 w 18"/>
                <a:gd name="T5" fmla="*/ 0 h 16"/>
                <a:gd name="T6" fmla="*/ 14 w 18"/>
                <a:gd name="T7" fmla="*/ 2 h 16"/>
                <a:gd name="T8" fmla="*/ 18 w 18"/>
                <a:gd name="T9" fmla="*/ 7 h 16"/>
                <a:gd name="T10" fmla="*/ 11 w 18"/>
                <a:gd name="T11" fmla="*/ 11 h 16"/>
                <a:gd name="T12" fmla="*/ 9 w 1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8" h="16">
                  <a:moveTo>
                    <a:pt x="9" y="16"/>
                  </a:moveTo>
                  <a:lnTo>
                    <a:pt x="0" y="2"/>
                  </a:lnTo>
                  <a:lnTo>
                    <a:pt x="11" y="0"/>
                  </a:lnTo>
                  <a:lnTo>
                    <a:pt x="14" y="2"/>
                  </a:lnTo>
                  <a:lnTo>
                    <a:pt x="18" y="7"/>
                  </a:lnTo>
                  <a:lnTo>
                    <a:pt x="11" y="11"/>
                  </a:lnTo>
                  <a:lnTo>
                    <a:pt x="9" y="16"/>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7" name="Freeform 171">
              <a:extLst>
                <a:ext uri="{FF2B5EF4-FFF2-40B4-BE49-F238E27FC236}">
                  <a16:creationId xmlns:a16="http://schemas.microsoft.com/office/drawing/2014/main" id="{6FD3CB8F-3D18-35C9-16D7-2343F5E1B5CD}"/>
                </a:ext>
              </a:extLst>
            </p:cNvPr>
            <p:cNvSpPr>
              <a:spLocks noChangeAspect="1"/>
            </p:cNvSpPr>
            <p:nvPr/>
          </p:nvSpPr>
          <p:spPr bwMode="auto">
            <a:xfrm>
              <a:off x="2550" y="1479"/>
              <a:ext cx="10" cy="13"/>
            </a:xfrm>
            <a:custGeom>
              <a:avLst/>
              <a:gdLst>
                <a:gd name="T0" fmla="*/ 13 w 13"/>
                <a:gd name="T1" fmla="*/ 0 h 11"/>
                <a:gd name="T2" fmla="*/ 0 w 13"/>
                <a:gd name="T3" fmla="*/ 5 h 11"/>
                <a:gd name="T4" fmla="*/ 7 w 13"/>
                <a:gd name="T5" fmla="*/ 11 h 11"/>
                <a:gd name="T6" fmla="*/ 13 w 13"/>
                <a:gd name="T7" fmla="*/ 0 h 11"/>
              </a:gdLst>
              <a:ahLst/>
              <a:cxnLst>
                <a:cxn ang="0">
                  <a:pos x="T0" y="T1"/>
                </a:cxn>
                <a:cxn ang="0">
                  <a:pos x="T2" y="T3"/>
                </a:cxn>
                <a:cxn ang="0">
                  <a:pos x="T4" y="T5"/>
                </a:cxn>
                <a:cxn ang="0">
                  <a:pos x="T6" y="T7"/>
                </a:cxn>
              </a:cxnLst>
              <a:rect l="0" t="0" r="r" b="b"/>
              <a:pathLst>
                <a:path w="13" h="11">
                  <a:moveTo>
                    <a:pt x="13" y="0"/>
                  </a:moveTo>
                  <a:lnTo>
                    <a:pt x="0" y="5"/>
                  </a:lnTo>
                  <a:lnTo>
                    <a:pt x="7" y="11"/>
                  </a:lnTo>
                  <a:lnTo>
                    <a:pt x="13"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8" name="Freeform 172">
              <a:extLst>
                <a:ext uri="{FF2B5EF4-FFF2-40B4-BE49-F238E27FC236}">
                  <a16:creationId xmlns:a16="http://schemas.microsoft.com/office/drawing/2014/main" id="{74927560-FD5E-7E2A-953B-CF1F2DAE06DE}"/>
                </a:ext>
              </a:extLst>
            </p:cNvPr>
            <p:cNvSpPr>
              <a:spLocks noChangeAspect="1"/>
            </p:cNvSpPr>
            <p:nvPr/>
          </p:nvSpPr>
          <p:spPr bwMode="auto">
            <a:xfrm>
              <a:off x="2550" y="1479"/>
              <a:ext cx="10" cy="13"/>
            </a:xfrm>
            <a:custGeom>
              <a:avLst/>
              <a:gdLst>
                <a:gd name="T0" fmla="*/ 13 w 13"/>
                <a:gd name="T1" fmla="*/ 0 h 11"/>
                <a:gd name="T2" fmla="*/ 0 w 13"/>
                <a:gd name="T3" fmla="*/ 5 h 11"/>
                <a:gd name="T4" fmla="*/ 7 w 13"/>
                <a:gd name="T5" fmla="*/ 11 h 11"/>
                <a:gd name="T6" fmla="*/ 13 w 13"/>
                <a:gd name="T7" fmla="*/ 0 h 11"/>
              </a:gdLst>
              <a:ahLst/>
              <a:cxnLst>
                <a:cxn ang="0">
                  <a:pos x="T0" y="T1"/>
                </a:cxn>
                <a:cxn ang="0">
                  <a:pos x="T2" y="T3"/>
                </a:cxn>
                <a:cxn ang="0">
                  <a:pos x="T4" y="T5"/>
                </a:cxn>
                <a:cxn ang="0">
                  <a:pos x="T6" y="T7"/>
                </a:cxn>
              </a:cxnLst>
              <a:rect l="0" t="0" r="r" b="b"/>
              <a:pathLst>
                <a:path w="13" h="11">
                  <a:moveTo>
                    <a:pt x="13" y="0"/>
                  </a:moveTo>
                  <a:lnTo>
                    <a:pt x="0" y="5"/>
                  </a:lnTo>
                  <a:lnTo>
                    <a:pt x="7" y="11"/>
                  </a:lnTo>
                  <a:lnTo>
                    <a:pt x="13"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69" name="Freeform 173">
              <a:extLst>
                <a:ext uri="{FF2B5EF4-FFF2-40B4-BE49-F238E27FC236}">
                  <a16:creationId xmlns:a16="http://schemas.microsoft.com/office/drawing/2014/main" id="{C04FADA2-DCA4-1D0E-FDAE-609E53950D84}"/>
                </a:ext>
              </a:extLst>
            </p:cNvPr>
            <p:cNvSpPr>
              <a:spLocks noChangeAspect="1"/>
            </p:cNvSpPr>
            <p:nvPr/>
          </p:nvSpPr>
          <p:spPr bwMode="auto">
            <a:xfrm>
              <a:off x="2103" y="2878"/>
              <a:ext cx="236" cy="168"/>
            </a:xfrm>
            <a:custGeom>
              <a:avLst/>
              <a:gdLst>
                <a:gd name="T0" fmla="*/ 94 w 281"/>
                <a:gd name="T1" fmla="*/ 6 h 184"/>
                <a:gd name="T2" fmla="*/ 67 w 281"/>
                <a:gd name="T3" fmla="*/ 15 h 184"/>
                <a:gd name="T4" fmla="*/ 69 w 281"/>
                <a:gd name="T5" fmla="*/ 24 h 184"/>
                <a:gd name="T6" fmla="*/ 65 w 281"/>
                <a:gd name="T7" fmla="*/ 33 h 184"/>
                <a:gd name="T8" fmla="*/ 56 w 281"/>
                <a:gd name="T9" fmla="*/ 40 h 184"/>
                <a:gd name="T10" fmla="*/ 40 w 281"/>
                <a:gd name="T11" fmla="*/ 56 h 184"/>
                <a:gd name="T12" fmla="*/ 22 w 281"/>
                <a:gd name="T13" fmla="*/ 65 h 184"/>
                <a:gd name="T14" fmla="*/ 9 w 281"/>
                <a:gd name="T15" fmla="*/ 78 h 184"/>
                <a:gd name="T16" fmla="*/ 9 w 281"/>
                <a:gd name="T17" fmla="*/ 85 h 184"/>
                <a:gd name="T18" fmla="*/ 0 w 281"/>
                <a:gd name="T19" fmla="*/ 103 h 184"/>
                <a:gd name="T20" fmla="*/ 2 w 281"/>
                <a:gd name="T21" fmla="*/ 112 h 184"/>
                <a:gd name="T22" fmla="*/ 13 w 281"/>
                <a:gd name="T23" fmla="*/ 105 h 184"/>
                <a:gd name="T24" fmla="*/ 38 w 281"/>
                <a:gd name="T25" fmla="*/ 103 h 184"/>
                <a:gd name="T26" fmla="*/ 45 w 281"/>
                <a:gd name="T27" fmla="*/ 119 h 184"/>
                <a:gd name="T28" fmla="*/ 42 w 281"/>
                <a:gd name="T29" fmla="*/ 128 h 184"/>
                <a:gd name="T30" fmla="*/ 40 w 281"/>
                <a:gd name="T31" fmla="*/ 146 h 184"/>
                <a:gd name="T32" fmla="*/ 49 w 281"/>
                <a:gd name="T33" fmla="*/ 152 h 184"/>
                <a:gd name="T34" fmla="*/ 67 w 281"/>
                <a:gd name="T35" fmla="*/ 159 h 184"/>
                <a:gd name="T36" fmla="*/ 78 w 281"/>
                <a:gd name="T37" fmla="*/ 159 h 184"/>
                <a:gd name="T38" fmla="*/ 85 w 281"/>
                <a:gd name="T39" fmla="*/ 150 h 184"/>
                <a:gd name="T40" fmla="*/ 99 w 281"/>
                <a:gd name="T41" fmla="*/ 161 h 184"/>
                <a:gd name="T42" fmla="*/ 135 w 281"/>
                <a:gd name="T43" fmla="*/ 134 h 184"/>
                <a:gd name="T44" fmla="*/ 142 w 281"/>
                <a:gd name="T45" fmla="*/ 150 h 184"/>
                <a:gd name="T46" fmla="*/ 157 w 281"/>
                <a:gd name="T47" fmla="*/ 173 h 184"/>
                <a:gd name="T48" fmla="*/ 169 w 281"/>
                <a:gd name="T49" fmla="*/ 184 h 184"/>
                <a:gd name="T50" fmla="*/ 180 w 281"/>
                <a:gd name="T51" fmla="*/ 168 h 184"/>
                <a:gd name="T52" fmla="*/ 184 w 281"/>
                <a:gd name="T53" fmla="*/ 155 h 184"/>
                <a:gd name="T54" fmla="*/ 196 w 281"/>
                <a:gd name="T55" fmla="*/ 137 h 184"/>
                <a:gd name="T56" fmla="*/ 202 w 281"/>
                <a:gd name="T57" fmla="*/ 132 h 184"/>
                <a:gd name="T58" fmla="*/ 209 w 281"/>
                <a:gd name="T59" fmla="*/ 152 h 184"/>
                <a:gd name="T60" fmla="*/ 223 w 281"/>
                <a:gd name="T61" fmla="*/ 146 h 184"/>
                <a:gd name="T62" fmla="*/ 241 w 281"/>
                <a:gd name="T63" fmla="*/ 161 h 184"/>
                <a:gd name="T64" fmla="*/ 241 w 281"/>
                <a:gd name="T65" fmla="*/ 146 h 184"/>
                <a:gd name="T66" fmla="*/ 238 w 281"/>
                <a:gd name="T67" fmla="*/ 132 h 184"/>
                <a:gd name="T68" fmla="*/ 261 w 281"/>
                <a:gd name="T69" fmla="*/ 125 h 184"/>
                <a:gd name="T70" fmla="*/ 272 w 281"/>
                <a:gd name="T71" fmla="*/ 123 h 184"/>
                <a:gd name="T72" fmla="*/ 277 w 281"/>
                <a:gd name="T73" fmla="*/ 110 h 184"/>
                <a:gd name="T74" fmla="*/ 279 w 281"/>
                <a:gd name="T75" fmla="*/ 94 h 184"/>
                <a:gd name="T76" fmla="*/ 268 w 281"/>
                <a:gd name="T77" fmla="*/ 96 h 184"/>
                <a:gd name="T78" fmla="*/ 252 w 281"/>
                <a:gd name="T79" fmla="*/ 98 h 184"/>
                <a:gd name="T80" fmla="*/ 245 w 281"/>
                <a:gd name="T81" fmla="*/ 89 h 184"/>
                <a:gd name="T82" fmla="*/ 236 w 281"/>
                <a:gd name="T83" fmla="*/ 80 h 184"/>
                <a:gd name="T84" fmla="*/ 223 w 281"/>
                <a:gd name="T85" fmla="*/ 78 h 184"/>
                <a:gd name="T86" fmla="*/ 223 w 281"/>
                <a:gd name="T87" fmla="*/ 58 h 184"/>
                <a:gd name="T88" fmla="*/ 232 w 281"/>
                <a:gd name="T89" fmla="*/ 40 h 184"/>
                <a:gd name="T90" fmla="*/ 202 w 281"/>
                <a:gd name="T91" fmla="*/ 20 h 184"/>
                <a:gd name="T92" fmla="*/ 196 w 281"/>
                <a:gd name="T93" fmla="*/ 11 h 184"/>
                <a:gd name="T94" fmla="*/ 184 w 281"/>
                <a:gd name="T95" fmla="*/ 9 h 184"/>
                <a:gd name="T96" fmla="*/ 169 w 281"/>
                <a:gd name="T97" fmla="*/ 6 h 184"/>
                <a:gd name="T98" fmla="*/ 162 w 281"/>
                <a:gd name="T99" fmla="*/ 15 h 184"/>
                <a:gd name="T100" fmla="*/ 142 w 281"/>
                <a:gd name="T101" fmla="*/ 13 h 184"/>
                <a:gd name="T102" fmla="*/ 112 w 281"/>
                <a:gd name="T103" fmla="*/ 11 h 184"/>
                <a:gd name="T104" fmla="*/ 94 w 281"/>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 h="184">
                  <a:moveTo>
                    <a:pt x="94" y="0"/>
                  </a:moveTo>
                  <a:lnTo>
                    <a:pt x="94" y="6"/>
                  </a:lnTo>
                  <a:lnTo>
                    <a:pt x="85" y="15"/>
                  </a:lnTo>
                  <a:lnTo>
                    <a:pt x="67" y="15"/>
                  </a:lnTo>
                  <a:lnTo>
                    <a:pt x="65" y="22"/>
                  </a:lnTo>
                  <a:lnTo>
                    <a:pt x="69" y="24"/>
                  </a:lnTo>
                  <a:lnTo>
                    <a:pt x="69" y="29"/>
                  </a:lnTo>
                  <a:lnTo>
                    <a:pt x="65" y="33"/>
                  </a:lnTo>
                  <a:lnTo>
                    <a:pt x="63" y="35"/>
                  </a:lnTo>
                  <a:lnTo>
                    <a:pt x="56" y="40"/>
                  </a:lnTo>
                  <a:lnTo>
                    <a:pt x="45" y="51"/>
                  </a:lnTo>
                  <a:lnTo>
                    <a:pt x="40" y="56"/>
                  </a:lnTo>
                  <a:lnTo>
                    <a:pt x="31" y="58"/>
                  </a:lnTo>
                  <a:lnTo>
                    <a:pt x="22" y="65"/>
                  </a:lnTo>
                  <a:lnTo>
                    <a:pt x="11" y="71"/>
                  </a:lnTo>
                  <a:lnTo>
                    <a:pt x="9" y="78"/>
                  </a:lnTo>
                  <a:lnTo>
                    <a:pt x="11" y="80"/>
                  </a:lnTo>
                  <a:lnTo>
                    <a:pt x="9" y="85"/>
                  </a:lnTo>
                  <a:lnTo>
                    <a:pt x="2" y="94"/>
                  </a:lnTo>
                  <a:lnTo>
                    <a:pt x="0" y="103"/>
                  </a:lnTo>
                  <a:lnTo>
                    <a:pt x="0" y="112"/>
                  </a:lnTo>
                  <a:lnTo>
                    <a:pt x="2" y="112"/>
                  </a:lnTo>
                  <a:lnTo>
                    <a:pt x="6" y="110"/>
                  </a:lnTo>
                  <a:lnTo>
                    <a:pt x="13" y="105"/>
                  </a:lnTo>
                  <a:lnTo>
                    <a:pt x="27" y="98"/>
                  </a:lnTo>
                  <a:lnTo>
                    <a:pt x="38" y="103"/>
                  </a:lnTo>
                  <a:lnTo>
                    <a:pt x="45" y="110"/>
                  </a:lnTo>
                  <a:lnTo>
                    <a:pt x="45" y="119"/>
                  </a:lnTo>
                  <a:lnTo>
                    <a:pt x="45" y="123"/>
                  </a:lnTo>
                  <a:lnTo>
                    <a:pt x="42" y="128"/>
                  </a:lnTo>
                  <a:lnTo>
                    <a:pt x="27" y="146"/>
                  </a:lnTo>
                  <a:lnTo>
                    <a:pt x="40" y="146"/>
                  </a:lnTo>
                  <a:lnTo>
                    <a:pt x="45" y="148"/>
                  </a:lnTo>
                  <a:lnTo>
                    <a:pt x="49" y="152"/>
                  </a:lnTo>
                  <a:lnTo>
                    <a:pt x="54" y="159"/>
                  </a:lnTo>
                  <a:lnTo>
                    <a:pt x="67" y="159"/>
                  </a:lnTo>
                  <a:lnTo>
                    <a:pt x="76" y="155"/>
                  </a:lnTo>
                  <a:lnTo>
                    <a:pt x="78" y="159"/>
                  </a:lnTo>
                  <a:lnTo>
                    <a:pt x="81" y="159"/>
                  </a:lnTo>
                  <a:lnTo>
                    <a:pt x="85" y="150"/>
                  </a:lnTo>
                  <a:lnTo>
                    <a:pt x="94" y="155"/>
                  </a:lnTo>
                  <a:lnTo>
                    <a:pt x="99" y="161"/>
                  </a:lnTo>
                  <a:lnTo>
                    <a:pt x="101" y="161"/>
                  </a:lnTo>
                  <a:lnTo>
                    <a:pt x="135" y="134"/>
                  </a:lnTo>
                  <a:lnTo>
                    <a:pt x="142" y="134"/>
                  </a:lnTo>
                  <a:lnTo>
                    <a:pt x="142" y="150"/>
                  </a:lnTo>
                  <a:lnTo>
                    <a:pt x="153" y="161"/>
                  </a:lnTo>
                  <a:lnTo>
                    <a:pt x="157" y="173"/>
                  </a:lnTo>
                  <a:lnTo>
                    <a:pt x="164" y="179"/>
                  </a:lnTo>
                  <a:lnTo>
                    <a:pt x="169" y="184"/>
                  </a:lnTo>
                  <a:lnTo>
                    <a:pt x="178" y="175"/>
                  </a:lnTo>
                  <a:lnTo>
                    <a:pt x="180" y="168"/>
                  </a:lnTo>
                  <a:lnTo>
                    <a:pt x="180" y="161"/>
                  </a:lnTo>
                  <a:lnTo>
                    <a:pt x="184" y="155"/>
                  </a:lnTo>
                  <a:lnTo>
                    <a:pt x="193" y="148"/>
                  </a:lnTo>
                  <a:lnTo>
                    <a:pt x="196" y="137"/>
                  </a:lnTo>
                  <a:lnTo>
                    <a:pt x="196" y="132"/>
                  </a:lnTo>
                  <a:lnTo>
                    <a:pt x="202" y="132"/>
                  </a:lnTo>
                  <a:lnTo>
                    <a:pt x="207" y="137"/>
                  </a:lnTo>
                  <a:lnTo>
                    <a:pt x="209" y="152"/>
                  </a:lnTo>
                  <a:lnTo>
                    <a:pt x="218" y="150"/>
                  </a:lnTo>
                  <a:lnTo>
                    <a:pt x="223" y="146"/>
                  </a:lnTo>
                  <a:lnTo>
                    <a:pt x="234" y="159"/>
                  </a:lnTo>
                  <a:lnTo>
                    <a:pt x="241" y="161"/>
                  </a:lnTo>
                  <a:lnTo>
                    <a:pt x="245" y="152"/>
                  </a:lnTo>
                  <a:lnTo>
                    <a:pt x="241" y="146"/>
                  </a:lnTo>
                  <a:lnTo>
                    <a:pt x="241" y="137"/>
                  </a:lnTo>
                  <a:lnTo>
                    <a:pt x="238" y="132"/>
                  </a:lnTo>
                  <a:lnTo>
                    <a:pt x="252" y="123"/>
                  </a:lnTo>
                  <a:lnTo>
                    <a:pt x="261" y="125"/>
                  </a:lnTo>
                  <a:lnTo>
                    <a:pt x="265" y="125"/>
                  </a:lnTo>
                  <a:lnTo>
                    <a:pt x="272" y="123"/>
                  </a:lnTo>
                  <a:lnTo>
                    <a:pt x="272" y="119"/>
                  </a:lnTo>
                  <a:lnTo>
                    <a:pt x="277" y="110"/>
                  </a:lnTo>
                  <a:lnTo>
                    <a:pt x="281" y="98"/>
                  </a:lnTo>
                  <a:lnTo>
                    <a:pt x="279" y="94"/>
                  </a:lnTo>
                  <a:lnTo>
                    <a:pt x="274" y="92"/>
                  </a:lnTo>
                  <a:lnTo>
                    <a:pt x="268" y="96"/>
                  </a:lnTo>
                  <a:lnTo>
                    <a:pt x="259" y="103"/>
                  </a:lnTo>
                  <a:lnTo>
                    <a:pt x="252" y="98"/>
                  </a:lnTo>
                  <a:lnTo>
                    <a:pt x="250" y="92"/>
                  </a:lnTo>
                  <a:lnTo>
                    <a:pt x="245" y="89"/>
                  </a:lnTo>
                  <a:lnTo>
                    <a:pt x="241" y="83"/>
                  </a:lnTo>
                  <a:lnTo>
                    <a:pt x="236" y="80"/>
                  </a:lnTo>
                  <a:lnTo>
                    <a:pt x="225" y="80"/>
                  </a:lnTo>
                  <a:lnTo>
                    <a:pt x="223" y="78"/>
                  </a:lnTo>
                  <a:lnTo>
                    <a:pt x="220" y="69"/>
                  </a:lnTo>
                  <a:lnTo>
                    <a:pt x="223" y="58"/>
                  </a:lnTo>
                  <a:lnTo>
                    <a:pt x="232" y="49"/>
                  </a:lnTo>
                  <a:lnTo>
                    <a:pt x="232" y="40"/>
                  </a:lnTo>
                  <a:lnTo>
                    <a:pt x="211" y="26"/>
                  </a:lnTo>
                  <a:lnTo>
                    <a:pt x="202" y="20"/>
                  </a:lnTo>
                  <a:lnTo>
                    <a:pt x="196" y="15"/>
                  </a:lnTo>
                  <a:lnTo>
                    <a:pt x="196" y="11"/>
                  </a:lnTo>
                  <a:lnTo>
                    <a:pt x="189" y="11"/>
                  </a:lnTo>
                  <a:lnTo>
                    <a:pt x="184" y="9"/>
                  </a:lnTo>
                  <a:lnTo>
                    <a:pt x="180" y="2"/>
                  </a:lnTo>
                  <a:lnTo>
                    <a:pt x="169" y="6"/>
                  </a:lnTo>
                  <a:lnTo>
                    <a:pt x="169" y="11"/>
                  </a:lnTo>
                  <a:lnTo>
                    <a:pt x="162" y="15"/>
                  </a:lnTo>
                  <a:lnTo>
                    <a:pt x="153" y="15"/>
                  </a:lnTo>
                  <a:lnTo>
                    <a:pt x="142" y="13"/>
                  </a:lnTo>
                  <a:lnTo>
                    <a:pt x="128" y="15"/>
                  </a:lnTo>
                  <a:lnTo>
                    <a:pt x="112" y="11"/>
                  </a:lnTo>
                  <a:lnTo>
                    <a:pt x="101" y="6"/>
                  </a:lnTo>
                  <a:lnTo>
                    <a:pt x="94"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70" name="Freeform 174">
              <a:extLst>
                <a:ext uri="{FF2B5EF4-FFF2-40B4-BE49-F238E27FC236}">
                  <a16:creationId xmlns:a16="http://schemas.microsoft.com/office/drawing/2014/main" id="{49297133-2CEE-0E15-BA39-37284C44BB6D}"/>
                </a:ext>
              </a:extLst>
            </p:cNvPr>
            <p:cNvSpPr>
              <a:spLocks noChangeAspect="1"/>
            </p:cNvSpPr>
            <p:nvPr/>
          </p:nvSpPr>
          <p:spPr bwMode="auto">
            <a:xfrm>
              <a:off x="2141" y="3418"/>
              <a:ext cx="101" cy="204"/>
            </a:xfrm>
            <a:custGeom>
              <a:avLst/>
              <a:gdLst>
                <a:gd name="T0" fmla="*/ 81 w 121"/>
                <a:gd name="T1" fmla="*/ 5 h 221"/>
                <a:gd name="T2" fmla="*/ 70 w 121"/>
                <a:gd name="T3" fmla="*/ 12 h 221"/>
                <a:gd name="T4" fmla="*/ 49 w 121"/>
                <a:gd name="T5" fmla="*/ 27 h 221"/>
                <a:gd name="T6" fmla="*/ 27 w 121"/>
                <a:gd name="T7" fmla="*/ 34 h 221"/>
                <a:gd name="T8" fmla="*/ 13 w 121"/>
                <a:gd name="T9" fmla="*/ 16 h 221"/>
                <a:gd name="T10" fmla="*/ 6 w 121"/>
                <a:gd name="T11" fmla="*/ 34 h 221"/>
                <a:gd name="T12" fmla="*/ 6 w 121"/>
                <a:gd name="T13" fmla="*/ 43 h 221"/>
                <a:gd name="T14" fmla="*/ 6 w 121"/>
                <a:gd name="T15" fmla="*/ 48 h 221"/>
                <a:gd name="T16" fmla="*/ 9 w 121"/>
                <a:gd name="T17" fmla="*/ 54 h 221"/>
                <a:gd name="T18" fmla="*/ 13 w 121"/>
                <a:gd name="T19" fmla="*/ 61 h 221"/>
                <a:gd name="T20" fmla="*/ 18 w 121"/>
                <a:gd name="T21" fmla="*/ 75 h 221"/>
                <a:gd name="T22" fmla="*/ 22 w 121"/>
                <a:gd name="T23" fmla="*/ 97 h 221"/>
                <a:gd name="T24" fmla="*/ 18 w 121"/>
                <a:gd name="T25" fmla="*/ 113 h 221"/>
                <a:gd name="T26" fmla="*/ 11 w 121"/>
                <a:gd name="T27" fmla="*/ 124 h 221"/>
                <a:gd name="T28" fmla="*/ 18 w 121"/>
                <a:gd name="T29" fmla="*/ 126 h 221"/>
                <a:gd name="T30" fmla="*/ 20 w 121"/>
                <a:gd name="T31" fmla="*/ 133 h 221"/>
                <a:gd name="T32" fmla="*/ 13 w 121"/>
                <a:gd name="T33" fmla="*/ 138 h 221"/>
                <a:gd name="T34" fmla="*/ 13 w 121"/>
                <a:gd name="T35" fmla="*/ 147 h 221"/>
                <a:gd name="T36" fmla="*/ 9 w 121"/>
                <a:gd name="T37" fmla="*/ 160 h 221"/>
                <a:gd name="T38" fmla="*/ 4 w 121"/>
                <a:gd name="T39" fmla="*/ 185 h 221"/>
                <a:gd name="T40" fmla="*/ 4 w 121"/>
                <a:gd name="T41" fmla="*/ 194 h 221"/>
                <a:gd name="T42" fmla="*/ 9 w 121"/>
                <a:gd name="T43" fmla="*/ 201 h 221"/>
                <a:gd name="T44" fmla="*/ 11 w 121"/>
                <a:gd name="T45" fmla="*/ 210 h 221"/>
                <a:gd name="T46" fmla="*/ 18 w 121"/>
                <a:gd name="T47" fmla="*/ 216 h 221"/>
                <a:gd name="T48" fmla="*/ 24 w 121"/>
                <a:gd name="T49" fmla="*/ 216 h 221"/>
                <a:gd name="T50" fmla="*/ 36 w 121"/>
                <a:gd name="T51" fmla="*/ 221 h 221"/>
                <a:gd name="T52" fmla="*/ 42 w 121"/>
                <a:gd name="T53" fmla="*/ 212 h 221"/>
                <a:gd name="T54" fmla="*/ 51 w 121"/>
                <a:gd name="T55" fmla="*/ 196 h 221"/>
                <a:gd name="T56" fmla="*/ 70 w 121"/>
                <a:gd name="T57" fmla="*/ 198 h 221"/>
                <a:gd name="T58" fmla="*/ 81 w 121"/>
                <a:gd name="T59" fmla="*/ 210 h 221"/>
                <a:gd name="T60" fmla="*/ 90 w 121"/>
                <a:gd name="T61" fmla="*/ 201 h 221"/>
                <a:gd name="T62" fmla="*/ 92 w 121"/>
                <a:gd name="T63" fmla="*/ 185 h 221"/>
                <a:gd name="T64" fmla="*/ 103 w 121"/>
                <a:gd name="T65" fmla="*/ 117 h 221"/>
                <a:gd name="T66" fmla="*/ 119 w 121"/>
                <a:gd name="T67" fmla="*/ 90 h 221"/>
                <a:gd name="T68" fmla="*/ 121 w 121"/>
                <a:gd name="T69" fmla="*/ 77 h 221"/>
                <a:gd name="T70" fmla="*/ 112 w 121"/>
                <a:gd name="T71" fmla="*/ 54 h 221"/>
                <a:gd name="T72" fmla="*/ 110 w 121"/>
                <a:gd name="T73" fmla="*/ 34 h 221"/>
                <a:gd name="T74" fmla="*/ 108 w 121"/>
                <a:gd name="T75" fmla="*/ 30 h 221"/>
                <a:gd name="T76" fmla="*/ 112 w 121"/>
                <a:gd name="T77" fmla="*/ 23 h 221"/>
                <a:gd name="T78" fmla="*/ 108 w 121"/>
                <a:gd name="T79" fmla="*/ 21 h 221"/>
                <a:gd name="T80" fmla="*/ 103 w 121"/>
                <a:gd name="T81" fmla="*/ 16 h 221"/>
                <a:gd name="T82" fmla="*/ 97 w 121"/>
                <a:gd name="T83" fmla="*/ 7 h 221"/>
                <a:gd name="T84" fmla="*/ 90 w 121"/>
                <a:gd name="T85" fmla="*/ 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1" h="221">
                  <a:moveTo>
                    <a:pt x="83" y="0"/>
                  </a:moveTo>
                  <a:lnTo>
                    <a:pt x="81" y="5"/>
                  </a:lnTo>
                  <a:lnTo>
                    <a:pt x="79" y="7"/>
                  </a:lnTo>
                  <a:lnTo>
                    <a:pt x="70" y="12"/>
                  </a:lnTo>
                  <a:lnTo>
                    <a:pt x="60" y="21"/>
                  </a:lnTo>
                  <a:lnTo>
                    <a:pt x="49" y="27"/>
                  </a:lnTo>
                  <a:lnTo>
                    <a:pt x="40" y="30"/>
                  </a:lnTo>
                  <a:lnTo>
                    <a:pt x="27" y="34"/>
                  </a:lnTo>
                  <a:lnTo>
                    <a:pt x="22" y="30"/>
                  </a:lnTo>
                  <a:lnTo>
                    <a:pt x="13" y="16"/>
                  </a:lnTo>
                  <a:lnTo>
                    <a:pt x="9" y="27"/>
                  </a:lnTo>
                  <a:lnTo>
                    <a:pt x="6" y="34"/>
                  </a:lnTo>
                  <a:lnTo>
                    <a:pt x="4" y="41"/>
                  </a:lnTo>
                  <a:lnTo>
                    <a:pt x="6" y="43"/>
                  </a:lnTo>
                  <a:lnTo>
                    <a:pt x="6" y="45"/>
                  </a:lnTo>
                  <a:lnTo>
                    <a:pt x="6" y="48"/>
                  </a:lnTo>
                  <a:lnTo>
                    <a:pt x="9" y="50"/>
                  </a:lnTo>
                  <a:lnTo>
                    <a:pt x="9" y="54"/>
                  </a:lnTo>
                  <a:lnTo>
                    <a:pt x="13" y="54"/>
                  </a:lnTo>
                  <a:lnTo>
                    <a:pt x="13" y="61"/>
                  </a:lnTo>
                  <a:lnTo>
                    <a:pt x="20" y="70"/>
                  </a:lnTo>
                  <a:lnTo>
                    <a:pt x="18" y="75"/>
                  </a:lnTo>
                  <a:lnTo>
                    <a:pt x="22" y="84"/>
                  </a:lnTo>
                  <a:lnTo>
                    <a:pt x="22" y="97"/>
                  </a:lnTo>
                  <a:lnTo>
                    <a:pt x="20" y="104"/>
                  </a:lnTo>
                  <a:lnTo>
                    <a:pt x="18" y="113"/>
                  </a:lnTo>
                  <a:lnTo>
                    <a:pt x="11" y="117"/>
                  </a:lnTo>
                  <a:lnTo>
                    <a:pt x="11" y="124"/>
                  </a:lnTo>
                  <a:lnTo>
                    <a:pt x="13" y="126"/>
                  </a:lnTo>
                  <a:lnTo>
                    <a:pt x="18" y="126"/>
                  </a:lnTo>
                  <a:lnTo>
                    <a:pt x="20" y="129"/>
                  </a:lnTo>
                  <a:lnTo>
                    <a:pt x="20" y="133"/>
                  </a:lnTo>
                  <a:lnTo>
                    <a:pt x="18" y="144"/>
                  </a:lnTo>
                  <a:lnTo>
                    <a:pt x="13" y="138"/>
                  </a:lnTo>
                  <a:lnTo>
                    <a:pt x="11" y="142"/>
                  </a:lnTo>
                  <a:lnTo>
                    <a:pt x="13" y="147"/>
                  </a:lnTo>
                  <a:lnTo>
                    <a:pt x="13" y="151"/>
                  </a:lnTo>
                  <a:lnTo>
                    <a:pt x="9" y="160"/>
                  </a:lnTo>
                  <a:lnTo>
                    <a:pt x="4" y="171"/>
                  </a:lnTo>
                  <a:lnTo>
                    <a:pt x="4" y="185"/>
                  </a:lnTo>
                  <a:lnTo>
                    <a:pt x="0" y="189"/>
                  </a:lnTo>
                  <a:lnTo>
                    <a:pt x="4" y="194"/>
                  </a:lnTo>
                  <a:lnTo>
                    <a:pt x="6" y="198"/>
                  </a:lnTo>
                  <a:lnTo>
                    <a:pt x="9" y="201"/>
                  </a:lnTo>
                  <a:lnTo>
                    <a:pt x="11" y="207"/>
                  </a:lnTo>
                  <a:lnTo>
                    <a:pt x="11" y="210"/>
                  </a:lnTo>
                  <a:lnTo>
                    <a:pt x="13" y="214"/>
                  </a:lnTo>
                  <a:lnTo>
                    <a:pt x="18" y="216"/>
                  </a:lnTo>
                  <a:lnTo>
                    <a:pt x="22" y="216"/>
                  </a:lnTo>
                  <a:lnTo>
                    <a:pt x="24" y="216"/>
                  </a:lnTo>
                  <a:lnTo>
                    <a:pt x="27" y="221"/>
                  </a:lnTo>
                  <a:lnTo>
                    <a:pt x="36" y="221"/>
                  </a:lnTo>
                  <a:lnTo>
                    <a:pt x="40" y="216"/>
                  </a:lnTo>
                  <a:lnTo>
                    <a:pt x="42" y="212"/>
                  </a:lnTo>
                  <a:lnTo>
                    <a:pt x="49" y="203"/>
                  </a:lnTo>
                  <a:lnTo>
                    <a:pt x="51" y="196"/>
                  </a:lnTo>
                  <a:lnTo>
                    <a:pt x="63" y="189"/>
                  </a:lnTo>
                  <a:lnTo>
                    <a:pt x="70" y="198"/>
                  </a:lnTo>
                  <a:lnTo>
                    <a:pt x="76" y="203"/>
                  </a:lnTo>
                  <a:lnTo>
                    <a:pt x="81" y="210"/>
                  </a:lnTo>
                  <a:lnTo>
                    <a:pt x="83" y="207"/>
                  </a:lnTo>
                  <a:lnTo>
                    <a:pt x="90" y="201"/>
                  </a:lnTo>
                  <a:lnTo>
                    <a:pt x="90" y="196"/>
                  </a:lnTo>
                  <a:lnTo>
                    <a:pt x="92" y="185"/>
                  </a:lnTo>
                  <a:lnTo>
                    <a:pt x="103" y="140"/>
                  </a:lnTo>
                  <a:lnTo>
                    <a:pt x="103" y="117"/>
                  </a:lnTo>
                  <a:lnTo>
                    <a:pt x="108" y="97"/>
                  </a:lnTo>
                  <a:lnTo>
                    <a:pt x="119" y="90"/>
                  </a:lnTo>
                  <a:lnTo>
                    <a:pt x="121" y="86"/>
                  </a:lnTo>
                  <a:lnTo>
                    <a:pt x="121" y="77"/>
                  </a:lnTo>
                  <a:lnTo>
                    <a:pt x="117" y="61"/>
                  </a:lnTo>
                  <a:lnTo>
                    <a:pt x="112" y="54"/>
                  </a:lnTo>
                  <a:lnTo>
                    <a:pt x="112" y="43"/>
                  </a:lnTo>
                  <a:lnTo>
                    <a:pt x="110" y="34"/>
                  </a:lnTo>
                  <a:lnTo>
                    <a:pt x="106" y="32"/>
                  </a:lnTo>
                  <a:lnTo>
                    <a:pt x="108" y="30"/>
                  </a:lnTo>
                  <a:lnTo>
                    <a:pt x="112" y="27"/>
                  </a:lnTo>
                  <a:lnTo>
                    <a:pt x="112" y="23"/>
                  </a:lnTo>
                  <a:lnTo>
                    <a:pt x="106" y="23"/>
                  </a:lnTo>
                  <a:lnTo>
                    <a:pt x="108" y="21"/>
                  </a:lnTo>
                  <a:lnTo>
                    <a:pt x="110" y="16"/>
                  </a:lnTo>
                  <a:lnTo>
                    <a:pt x="103" y="16"/>
                  </a:lnTo>
                  <a:lnTo>
                    <a:pt x="101" y="14"/>
                  </a:lnTo>
                  <a:lnTo>
                    <a:pt x="97" y="7"/>
                  </a:lnTo>
                  <a:lnTo>
                    <a:pt x="90" y="5"/>
                  </a:lnTo>
                  <a:lnTo>
                    <a:pt x="90" y="3"/>
                  </a:lnTo>
                  <a:lnTo>
                    <a:pt x="83"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71" name="Freeform 175">
              <a:extLst>
                <a:ext uri="{FF2B5EF4-FFF2-40B4-BE49-F238E27FC236}">
                  <a16:creationId xmlns:a16="http://schemas.microsoft.com/office/drawing/2014/main" id="{24DF5ECD-F848-6978-8F2D-6D3757B1928B}"/>
                </a:ext>
              </a:extLst>
            </p:cNvPr>
            <p:cNvSpPr>
              <a:spLocks noChangeAspect="1"/>
            </p:cNvSpPr>
            <p:nvPr/>
          </p:nvSpPr>
          <p:spPr bwMode="auto">
            <a:xfrm>
              <a:off x="1797" y="3205"/>
              <a:ext cx="20" cy="21"/>
            </a:xfrm>
            <a:custGeom>
              <a:avLst/>
              <a:gdLst>
                <a:gd name="T0" fmla="*/ 7 w 23"/>
                <a:gd name="T1" fmla="*/ 0 h 23"/>
                <a:gd name="T2" fmla="*/ 3 w 23"/>
                <a:gd name="T3" fmla="*/ 5 h 23"/>
                <a:gd name="T4" fmla="*/ 0 w 23"/>
                <a:gd name="T5" fmla="*/ 14 h 23"/>
                <a:gd name="T6" fmla="*/ 9 w 23"/>
                <a:gd name="T7" fmla="*/ 23 h 23"/>
                <a:gd name="T8" fmla="*/ 23 w 23"/>
                <a:gd name="T9" fmla="*/ 18 h 23"/>
                <a:gd name="T10" fmla="*/ 23 w 23"/>
                <a:gd name="T11" fmla="*/ 9 h 23"/>
                <a:gd name="T12" fmla="*/ 18 w 23"/>
                <a:gd name="T13" fmla="*/ 3 h 23"/>
                <a:gd name="T14" fmla="*/ 14 w 23"/>
                <a:gd name="T15" fmla="*/ 0 h 23"/>
                <a:gd name="T16" fmla="*/ 7 w 23"/>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7" y="0"/>
                  </a:moveTo>
                  <a:lnTo>
                    <a:pt x="3" y="5"/>
                  </a:lnTo>
                  <a:lnTo>
                    <a:pt x="0" y="14"/>
                  </a:lnTo>
                  <a:lnTo>
                    <a:pt x="9" y="23"/>
                  </a:lnTo>
                  <a:lnTo>
                    <a:pt x="23" y="18"/>
                  </a:lnTo>
                  <a:lnTo>
                    <a:pt x="23" y="9"/>
                  </a:lnTo>
                  <a:lnTo>
                    <a:pt x="18" y="3"/>
                  </a:lnTo>
                  <a:lnTo>
                    <a:pt x="14" y="0"/>
                  </a:lnTo>
                  <a:lnTo>
                    <a:pt x="7" y="0"/>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72" name="Freeform 176">
              <a:extLst>
                <a:ext uri="{FF2B5EF4-FFF2-40B4-BE49-F238E27FC236}">
                  <a16:creationId xmlns:a16="http://schemas.microsoft.com/office/drawing/2014/main" id="{2B2F877A-69EC-E63F-1A8D-589CF5497043}"/>
                </a:ext>
              </a:extLst>
            </p:cNvPr>
            <p:cNvSpPr>
              <a:spLocks noChangeAspect="1"/>
            </p:cNvSpPr>
            <p:nvPr/>
          </p:nvSpPr>
          <p:spPr bwMode="auto">
            <a:xfrm>
              <a:off x="1797" y="3205"/>
              <a:ext cx="20" cy="21"/>
            </a:xfrm>
            <a:custGeom>
              <a:avLst/>
              <a:gdLst>
                <a:gd name="T0" fmla="*/ 7 w 23"/>
                <a:gd name="T1" fmla="*/ 0 h 23"/>
                <a:gd name="T2" fmla="*/ 3 w 23"/>
                <a:gd name="T3" fmla="*/ 5 h 23"/>
                <a:gd name="T4" fmla="*/ 0 w 23"/>
                <a:gd name="T5" fmla="*/ 14 h 23"/>
                <a:gd name="T6" fmla="*/ 9 w 23"/>
                <a:gd name="T7" fmla="*/ 23 h 23"/>
                <a:gd name="T8" fmla="*/ 23 w 23"/>
                <a:gd name="T9" fmla="*/ 18 h 23"/>
                <a:gd name="T10" fmla="*/ 23 w 23"/>
                <a:gd name="T11" fmla="*/ 9 h 23"/>
                <a:gd name="T12" fmla="*/ 18 w 23"/>
                <a:gd name="T13" fmla="*/ 3 h 23"/>
                <a:gd name="T14" fmla="*/ 14 w 23"/>
                <a:gd name="T15" fmla="*/ 0 h 23"/>
                <a:gd name="T16" fmla="*/ 7 w 23"/>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7" y="0"/>
                  </a:moveTo>
                  <a:lnTo>
                    <a:pt x="3" y="5"/>
                  </a:lnTo>
                  <a:lnTo>
                    <a:pt x="0" y="14"/>
                  </a:lnTo>
                  <a:lnTo>
                    <a:pt x="9" y="23"/>
                  </a:lnTo>
                  <a:lnTo>
                    <a:pt x="23" y="18"/>
                  </a:lnTo>
                  <a:lnTo>
                    <a:pt x="23" y="9"/>
                  </a:lnTo>
                  <a:lnTo>
                    <a:pt x="18" y="3"/>
                  </a:lnTo>
                  <a:lnTo>
                    <a:pt x="14" y="0"/>
                  </a:lnTo>
                  <a:lnTo>
                    <a:pt x="7" y="0"/>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73" name="Freeform 177">
              <a:extLst>
                <a:ext uri="{FF2B5EF4-FFF2-40B4-BE49-F238E27FC236}">
                  <a16:creationId xmlns:a16="http://schemas.microsoft.com/office/drawing/2014/main" id="{A16E7C27-9752-BA9D-B3EA-AEFAE7BDA3A4}"/>
                </a:ext>
              </a:extLst>
            </p:cNvPr>
            <p:cNvSpPr>
              <a:spLocks noChangeAspect="1"/>
            </p:cNvSpPr>
            <p:nvPr/>
          </p:nvSpPr>
          <p:spPr bwMode="auto">
            <a:xfrm>
              <a:off x="2110" y="2964"/>
              <a:ext cx="639" cy="782"/>
            </a:xfrm>
            <a:custGeom>
              <a:avLst/>
              <a:gdLst>
                <a:gd name="T0" fmla="*/ 317 w 760"/>
                <a:gd name="T1" fmla="*/ 2 h 859"/>
                <a:gd name="T2" fmla="*/ 371 w 760"/>
                <a:gd name="T3" fmla="*/ 16 h 859"/>
                <a:gd name="T4" fmla="*/ 452 w 760"/>
                <a:gd name="T5" fmla="*/ 52 h 859"/>
                <a:gd name="T6" fmla="*/ 450 w 760"/>
                <a:gd name="T7" fmla="*/ 83 h 859"/>
                <a:gd name="T8" fmla="*/ 457 w 760"/>
                <a:gd name="T9" fmla="*/ 115 h 859"/>
                <a:gd name="T10" fmla="*/ 457 w 760"/>
                <a:gd name="T11" fmla="*/ 128 h 859"/>
                <a:gd name="T12" fmla="*/ 421 w 760"/>
                <a:gd name="T13" fmla="*/ 124 h 859"/>
                <a:gd name="T14" fmla="*/ 380 w 760"/>
                <a:gd name="T15" fmla="*/ 135 h 859"/>
                <a:gd name="T16" fmla="*/ 364 w 760"/>
                <a:gd name="T17" fmla="*/ 173 h 859"/>
                <a:gd name="T18" fmla="*/ 367 w 760"/>
                <a:gd name="T19" fmla="*/ 202 h 859"/>
                <a:gd name="T20" fmla="*/ 358 w 760"/>
                <a:gd name="T21" fmla="*/ 236 h 859"/>
                <a:gd name="T22" fmla="*/ 416 w 760"/>
                <a:gd name="T23" fmla="*/ 313 h 859"/>
                <a:gd name="T24" fmla="*/ 459 w 760"/>
                <a:gd name="T25" fmla="*/ 407 h 859"/>
                <a:gd name="T26" fmla="*/ 508 w 760"/>
                <a:gd name="T27" fmla="*/ 463 h 859"/>
                <a:gd name="T28" fmla="*/ 601 w 760"/>
                <a:gd name="T29" fmla="*/ 488 h 859"/>
                <a:gd name="T30" fmla="*/ 585 w 760"/>
                <a:gd name="T31" fmla="*/ 526 h 859"/>
                <a:gd name="T32" fmla="*/ 684 w 760"/>
                <a:gd name="T33" fmla="*/ 589 h 859"/>
                <a:gd name="T34" fmla="*/ 745 w 760"/>
                <a:gd name="T35" fmla="*/ 632 h 859"/>
                <a:gd name="T36" fmla="*/ 751 w 760"/>
                <a:gd name="T37" fmla="*/ 695 h 859"/>
                <a:gd name="T38" fmla="*/ 711 w 760"/>
                <a:gd name="T39" fmla="*/ 648 h 859"/>
                <a:gd name="T40" fmla="*/ 661 w 760"/>
                <a:gd name="T41" fmla="*/ 628 h 859"/>
                <a:gd name="T42" fmla="*/ 625 w 760"/>
                <a:gd name="T43" fmla="*/ 686 h 859"/>
                <a:gd name="T44" fmla="*/ 652 w 760"/>
                <a:gd name="T45" fmla="*/ 724 h 859"/>
                <a:gd name="T46" fmla="*/ 666 w 760"/>
                <a:gd name="T47" fmla="*/ 769 h 859"/>
                <a:gd name="T48" fmla="*/ 625 w 760"/>
                <a:gd name="T49" fmla="*/ 792 h 859"/>
                <a:gd name="T50" fmla="*/ 574 w 760"/>
                <a:gd name="T51" fmla="*/ 859 h 859"/>
                <a:gd name="T52" fmla="*/ 567 w 760"/>
                <a:gd name="T53" fmla="*/ 817 h 859"/>
                <a:gd name="T54" fmla="*/ 594 w 760"/>
                <a:gd name="T55" fmla="*/ 781 h 859"/>
                <a:gd name="T56" fmla="*/ 571 w 760"/>
                <a:gd name="T57" fmla="*/ 702 h 859"/>
                <a:gd name="T58" fmla="*/ 533 w 760"/>
                <a:gd name="T59" fmla="*/ 661 h 859"/>
                <a:gd name="T60" fmla="*/ 508 w 760"/>
                <a:gd name="T61" fmla="*/ 632 h 859"/>
                <a:gd name="T62" fmla="*/ 470 w 760"/>
                <a:gd name="T63" fmla="*/ 605 h 859"/>
                <a:gd name="T64" fmla="*/ 450 w 760"/>
                <a:gd name="T65" fmla="*/ 580 h 859"/>
                <a:gd name="T66" fmla="*/ 398 w 760"/>
                <a:gd name="T67" fmla="*/ 535 h 859"/>
                <a:gd name="T68" fmla="*/ 322 w 760"/>
                <a:gd name="T69" fmla="*/ 461 h 859"/>
                <a:gd name="T70" fmla="*/ 277 w 760"/>
                <a:gd name="T71" fmla="*/ 421 h 859"/>
                <a:gd name="T72" fmla="*/ 241 w 760"/>
                <a:gd name="T73" fmla="*/ 378 h 859"/>
                <a:gd name="T74" fmla="*/ 225 w 760"/>
                <a:gd name="T75" fmla="*/ 340 h 859"/>
                <a:gd name="T76" fmla="*/ 196 w 760"/>
                <a:gd name="T77" fmla="*/ 259 h 859"/>
                <a:gd name="T78" fmla="*/ 144 w 760"/>
                <a:gd name="T79" fmla="*/ 218 h 859"/>
                <a:gd name="T80" fmla="*/ 65 w 760"/>
                <a:gd name="T81" fmla="*/ 256 h 859"/>
                <a:gd name="T82" fmla="*/ 56 w 760"/>
                <a:gd name="T83" fmla="*/ 234 h 859"/>
                <a:gd name="T84" fmla="*/ 45 w 760"/>
                <a:gd name="T85" fmla="*/ 227 h 859"/>
                <a:gd name="T86" fmla="*/ 2 w 760"/>
                <a:gd name="T87" fmla="*/ 205 h 859"/>
                <a:gd name="T88" fmla="*/ 4 w 760"/>
                <a:gd name="T89" fmla="*/ 173 h 859"/>
                <a:gd name="T90" fmla="*/ 4 w 760"/>
                <a:gd name="T91" fmla="*/ 128 h 859"/>
                <a:gd name="T92" fmla="*/ 36 w 760"/>
                <a:gd name="T93" fmla="*/ 110 h 859"/>
                <a:gd name="T94" fmla="*/ 22 w 760"/>
                <a:gd name="T95" fmla="*/ 74 h 859"/>
                <a:gd name="T96" fmla="*/ 69 w 760"/>
                <a:gd name="T97" fmla="*/ 54 h 859"/>
                <a:gd name="T98" fmla="*/ 126 w 760"/>
                <a:gd name="T99" fmla="*/ 38 h 859"/>
                <a:gd name="T100" fmla="*/ 162 w 760"/>
                <a:gd name="T101" fmla="*/ 79 h 859"/>
                <a:gd name="T102" fmla="*/ 182 w 760"/>
                <a:gd name="T103" fmla="*/ 34 h 859"/>
                <a:gd name="T104" fmla="*/ 218 w 760"/>
                <a:gd name="T105" fmla="*/ 61 h 859"/>
                <a:gd name="T106" fmla="*/ 238 w 760"/>
                <a:gd name="T107" fmla="*/ 2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0" h="859">
                  <a:moveTo>
                    <a:pt x="265" y="9"/>
                  </a:moveTo>
                  <a:lnTo>
                    <a:pt x="277" y="16"/>
                  </a:lnTo>
                  <a:lnTo>
                    <a:pt x="295" y="16"/>
                  </a:lnTo>
                  <a:lnTo>
                    <a:pt x="308" y="9"/>
                  </a:lnTo>
                  <a:lnTo>
                    <a:pt x="313" y="4"/>
                  </a:lnTo>
                  <a:lnTo>
                    <a:pt x="317" y="2"/>
                  </a:lnTo>
                  <a:lnTo>
                    <a:pt x="324" y="0"/>
                  </a:lnTo>
                  <a:lnTo>
                    <a:pt x="331" y="2"/>
                  </a:lnTo>
                  <a:lnTo>
                    <a:pt x="349" y="13"/>
                  </a:lnTo>
                  <a:lnTo>
                    <a:pt x="362" y="7"/>
                  </a:lnTo>
                  <a:lnTo>
                    <a:pt x="371" y="7"/>
                  </a:lnTo>
                  <a:lnTo>
                    <a:pt x="371" y="16"/>
                  </a:lnTo>
                  <a:lnTo>
                    <a:pt x="373" y="29"/>
                  </a:lnTo>
                  <a:lnTo>
                    <a:pt x="398" y="38"/>
                  </a:lnTo>
                  <a:lnTo>
                    <a:pt x="407" y="40"/>
                  </a:lnTo>
                  <a:lnTo>
                    <a:pt x="421" y="40"/>
                  </a:lnTo>
                  <a:lnTo>
                    <a:pt x="443" y="45"/>
                  </a:lnTo>
                  <a:lnTo>
                    <a:pt x="452" y="52"/>
                  </a:lnTo>
                  <a:lnTo>
                    <a:pt x="457" y="54"/>
                  </a:lnTo>
                  <a:lnTo>
                    <a:pt x="452" y="65"/>
                  </a:lnTo>
                  <a:lnTo>
                    <a:pt x="434" y="67"/>
                  </a:lnTo>
                  <a:lnTo>
                    <a:pt x="439" y="79"/>
                  </a:lnTo>
                  <a:lnTo>
                    <a:pt x="450" y="79"/>
                  </a:lnTo>
                  <a:lnTo>
                    <a:pt x="450" y="83"/>
                  </a:lnTo>
                  <a:lnTo>
                    <a:pt x="443" y="88"/>
                  </a:lnTo>
                  <a:lnTo>
                    <a:pt x="443" y="97"/>
                  </a:lnTo>
                  <a:lnTo>
                    <a:pt x="450" y="101"/>
                  </a:lnTo>
                  <a:lnTo>
                    <a:pt x="452" y="106"/>
                  </a:lnTo>
                  <a:lnTo>
                    <a:pt x="454" y="110"/>
                  </a:lnTo>
                  <a:lnTo>
                    <a:pt x="457" y="115"/>
                  </a:lnTo>
                  <a:lnTo>
                    <a:pt x="463" y="119"/>
                  </a:lnTo>
                  <a:lnTo>
                    <a:pt x="468" y="124"/>
                  </a:lnTo>
                  <a:lnTo>
                    <a:pt x="470" y="126"/>
                  </a:lnTo>
                  <a:lnTo>
                    <a:pt x="470" y="139"/>
                  </a:lnTo>
                  <a:lnTo>
                    <a:pt x="457" y="139"/>
                  </a:lnTo>
                  <a:lnTo>
                    <a:pt x="457" y="128"/>
                  </a:lnTo>
                  <a:lnTo>
                    <a:pt x="454" y="126"/>
                  </a:lnTo>
                  <a:lnTo>
                    <a:pt x="450" y="124"/>
                  </a:lnTo>
                  <a:lnTo>
                    <a:pt x="443" y="126"/>
                  </a:lnTo>
                  <a:lnTo>
                    <a:pt x="439" y="126"/>
                  </a:lnTo>
                  <a:lnTo>
                    <a:pt x="425" y="121"/>
                  </a:lnTo>
                  <a:lnTo>
                    <a:pt x="421" y="124"/>
                  </a:lnTo>
                  <a:lnTo>
                    <a:pt x="418" y="126"/>
                  </a:lnTo>
                  <a:lnTo>
                    <a:pt x="414" y="128"/>
                  </a:lnTo>
                  <a:lnTo>
                    <a:pt x="400" y="135"/>
                  </a:lnTo>
                  <a:lnTo>
                    <a:pt x="387" y="142"/>
                  </a:lnTo>
                  <a:lnTo>
                    <a:pt x="376" y="142"/>
                  </a:lnTo>
                  <a:lnTo>
                    <a:pt x="380" y="135"/>
                  </a:lnTo>
                  <a:lnTo>
                    <a:pt x="367" y="142"/>
                  </a:lnTo>
                  <a:lnTo>
                    <a:pt x="360" y="148"/>
                  </a:lnTo>
                  <a:lnTo>
                    <a:pt x="358" y="153"/>
                  </a:lnTo>
                  <a:lnTo>
                    <a:pt x="358" y="162"/>
                  </a:lnTo>
                  <a:lnTo>
                    <a:pt x="360" y="164"/>
                  </a:lnTo>
                  <a:lnTo>
                    <a:pt x="364" y="173"/>
                  </a:lnTo>
                  <a:lnTo>
                    <a:pt x="367" y="178"/>
                  </a:lnTo>
                  <a:lnTo>
                    <a:pt x="373" y="187"/>
                  </a:lnTo>
                  <a:lnTo>
                    <a:pt x="373" y="191"/>
                  </a:lnTo>
                  <a:lnTo>
                    <a:pt x="371" y="196"/>
                  </a:lnTo>
                  <a:lnTo>
                    <a:pt x="367" y="196"/>
                  </a:lnTo>
                  <a:lnTo>
                    <a:pt x="367" y="202"/>
                  </a:lnTo>
                  <a:lnTo>
                    <a:pt x="362" y="205"/>
                  </a:lnTo>
                  <a:lnTo>
                    <a:pt x="358" y="202"/>
                  </a:lnTo>
                  <a:lnTo>
                    <a:pt x="353" y="205"/>
                  </a:lnTo>
                  <a:lnTo>
                    <a:pt x="358" y="214"/>
                  </a:lnTo>
                  <a:lnTo>
                    <a:pt x="358" y="223"/>
                  </a:lnTo>
                  <a:lnTo>
                    <a:pt x="358" y="236"/>
                  </a:lnTo>
                  <a:lnTo>
                    <a:pt x="364" y="259"/>
                  </a:lnTo>
                  <a:lnTo>
                    <a:pt x="378" y="283"/>
                  </a:lnTo>
                  <a:lnTo>
                    <a:pt x="389" y="288"/>
                  </a:lnTo>
                  <a:lnTo>
                    <a:pt x="398" y="295"/>
                  </a:lnTo>
                  <a:lnTo>
                    <a:pt x="407" y="306"/>
                  </a:lnTo>
                  <a:lnTo>
                    <a:pt x="416" y="313"/>
                  </a:lnTo>
                  <a:lnTo>
                    <a:pt x="425" y="315"/>
                  </a:lnTo>
                  <a:lnTo>
                    <a:pt x="430" y="319"/>
                  </a:lnTo>
                  <a:lnTo>
                    <a:pt x="439" y="324"/>
                  </a:lnTo>
                  <a:lnTo>
                    <a:pt x="443" y="335"/>
                  </a:lnTo>
                  <a:lnTo>
                    <a:pt x="452" y="367"/>
                  </a:lnTo>
                  <a:lnTo>
                    <a:pt x="459" y="407"/>
                  </a:lnTo>
                  <a:lnTo>
                    <a:pt x="466" y="421"/>
                  </a:lnTo>
                  <a:lnTo>
                    <a:pt x="472" y="430"/>
                  </a:lnTo>
                  <a:lnTo>
                    <a:pt x="479" y="434"/>
                  </a:lnTo>
                  <a:lnTo>
                    <a:pt x="490" y="448"/>
                  </a:lnTo>
                  <a:lnTo>
                    <a:pt x="497" y="457"/>
                  </a:lnTo>
                  <a:lnTo>
                    <a:pt x="508" y="463"/>
                  </a:lnTo>
                  <a:lnTo>
                    <a:pt x="531" y="481"/>
                  </a:lnTo>
                  <a:lnTo>
                    <a:pt x="540" y="484"/>
                  </a:lnTo>
                  <a:lnTo>
                    <a:pt x="558" y="484"/>
                  </a:lnTo>
                  <a:lnTo>
                    <a:pt x="580" y="484"/>
                  </a:lnTo>
                  <a:lnTo>
                    <a:pt x="594" y="486"/>
                  </a:lnTo>
                  <a:lnTo>
                    <a:pt x="601" y="488"/>
                  </a:lnTo>
                  <a:lnTo>
                    <a:pt x="603" y="502"/>
                  </a:lnTo>
                  <a:lnTo>
                    <a:pt x="598" y="504"/>
                  </a:lnTo>
                  <a:lnTo>
                    <a:pt x="589" y="508"/>
                  </a:lnTo>
                  <a:lnTo>
                    <a:pt x="580" y="515"/>
                  </a:lnTo>
                  <a:lnTo>
                    <a:pt x="585" y="522"/>
                  </a:lnTo>
                  <a:lnTo>
                    <a:pt x="585" y="526"/>
                  </a:lnTo>
                  <a:lnTo>
                    <a:pt x="592" y="535"/>
                  </a:lnTo>
                  <a:lnTo>
                    <a:pt x="607" y="542"/>
                  </a:lnTo>
                  <a:lnTo>
                    <a:pt x="625" y="556"/>
                  </a:lnTo>
                  <a:lnTo>
                    <a:pt x="659" y="569"/>
                  </a:lnTo>
                  <a:lnTo>
                    <a:pt x="673" y="580"/>
                  </a:lnTo>
                  <a:lnTo>
                    <a:pt x="684" y="589"/>
                  </a:lnTo>
                  <a:lnTo>
                    <a:pt x="695" y="601"/>
                  </a:lnTo>
                  <a:lnTo>
                    <a:pt x="702" y="603"/>
                  </a:lnTo>
                  <a:lnTo>
                    <a:pt x="706" y="605"/>
                  </a:lnTo>
                  <a:lnTo>
                    <a:pt x="731" y="621"/>
                  </a:lnTo>
                  <a:lnTo>
                    <a:pt x="740" y="630"/>
                  </a:lnTo>
                  <a:lnTo>
                    <a:pt x="745" y="632"/>
                  </a:lnTo>
                  <a:lnTo>
                    <a:pt x="751" y="641"/>
                  </a:lnTo>
                  <a:lnTo>
                    <a:pt x="758" y="650"/>
                  </a:lnTo>
                  <a:lnTo>
                    <a:pt x="760" y="659"/>
                  </a:lnTo>
                  <a:lnTo>
                    <a:pt x="754" y="675"/>
                  </a:lnTo>
                  <a:lnTo>
                    <a:pt x="754" y="691"/>
                  </a:lnTo>
                  <a:lnTo>
                    <a:pt x="751" y="695"/>
                  </a:lnTo>
                  <a:lnTo>
                    <a:pt x="747" y="691"/>
                  </a:lnTo>
                  <a:lnTo>
                    <a:pt x="727" y="677"/>
                  </a:lnTo>
                  <a:lnTo>
                    <a:pt x="724" y="670"/>
                  </a:lnTo>
                  <a:lnTo>
                    <a:pt x="722" y="659"/>
                  </a:lnTo>
                  <a:lnTo>
                    <a:pt x="718" y="650"/>
                  </a:lnTo>
                  <a:lnTo>
                    <a:pt x="711" y="648"/>
                  </a:lnTo>
                  <a:lnTo>
                    <a:pt x="702" y="646"/>
                  </a:lnTo>
                  <a:lnTo>
                    <a:pt x="682" y="641"/>
                  </a:lnTo>
                  <a:lnTo>
                    <a:pt x="675" y="637"/>
                  </a:lnTo>
                  <a:lnTo>
                    <a:pt x="668" y="634"/>
                  </a:lnTo>
                  <a:lnTo>
                    <a:pt x="668" y="630"/>
                  </a:lnTo>
                  <a:lnTo>
                    <a:pt x="661" y="628"/>
                  </a:lnTo>
                  <a:lnTo>
                    <a:pt x="655" y="632"/>
                  </a:lnTo>
                  <a:lnTo>
                    <a:pt x="646" y="634"/>
                  </a:lnTo>
                  <a:lnTo>
                    <a:pt x="634" y="650"/>
                  </a:lnTo>
                  <a:lnTo>
                    <a:pt x="628" y="664"/>
                  </a:lnTo>
                  <a:lnTo>
                    <a:pt x="628" y="675"/>
                  </a:lnTo>
                  <a:lnTo>
                    <a:pt x="625" y="686"/>
                  </a:lnTo>
                  <a:lnTo>
                    <a:pt x="625" y="688"/>
                  </a:lnTo>
                  <a:lnTo>
                    <a:pt x="621" y="695"/>
                  </a:lnTo>
                  <a:lnTo>
                    <a:pt x="625" y="702"/>
                  </a:lnTo>
                  <a:lnTo>
                    <a:pt x="639" y="709"/>
                  </a:lnTo>
                  <a:lnTo>
                    <a:pt x="648" y="718"/>
                  </a:lnTo>
                  <a:lnTo>
                    <a:pt x="652" y="724"/>
                  </a:lnTo>
                  <a:lnTo>
                    <a:pt x="661" y="731"/>
                  </a:lnTo>
                  <a:lnTo>
                    <a:pt x="666" y="738"/>
                  </a:lnTo>
                  <a:lnTo>
                    <a:pt x="661" y="749"/>
                  </a:lnTo>
                  <a:lnTo>
                    <a:pt x="659" y="756"/>
                  </a:lnTo>
                  <a:lnTo>
                    <a:pt x="661" y="763"/>
                  </a:lnTo>
                  <a:lnTo>
                    <a:pt x="666" y="769"/>
                  </a:lnTo>
                  <a:lnTo>
                    <a:pt x="659" y="776"/>
                  </a:lnTo>
                  <a:lnTo>
                    <a:pt x="657" y="776"/>
                  </a:lnTo>
                  <a:lnTo>
                    <a:pt x="646" y="772"/>
                  </a:lnTo>
                  <a:lnTo>
                    <a:pt x="630" y="783"/>
                  </a:lnTo>
                  <a:lnTo>
                    <a:pt x="628" y="785"/>
                  </a:lnTo>
                  <a:lnTo>
                    <a:pt x="625" y="792"/>
                  </a:lnTo>
                  <a:lnTo>
                    <a:pt x="619" y="803"/>
                  </a:lnTo>
                  <a:lnTo>
                    <a:pt x="619" y="817"/>
                  </a:lnTo>
                  <a:lnTo>
                    <a:pt x="607" y="823"/>
                  </a:lnTo>
                  <a:lnTo>
                    <a:pt x="592" y="841"/>
                  </a:lnTo>
                  <a:lnTo>
                    <a:pt x="585" y="850"/>
                  </a:lnTo>
                  <a:lnTo>
                    <a:pt x="574" y="859"/>
                  </a:lnTo>
                  <a:lnTo>
                    <a:pt x="551" y="857"/>
                  </a:lnTo>
                  <a:lnTo>
                    <a:pt x="549" y="846"/>
                  </a:lnTo>
                  <a:lnTo>
                    <a:pt x="549" y="832"/>
                  </a:lnTo>
                  <a:lnTo>
                    <a:pt x="560" y="828"/>
                  </a:lnTo>
                  <a:lnTo>
                    <a:pt x="565" y="823"/>
                  </a:lnTo>
                  <a:lnTo>
                    <a:pt x="567" y="817"/>
                  </a:lnTo>
                  <a:lnTo>
                    <a:pt x="571" y="805"/>
                  </a:lnTo>
                  <a:lnTo>
                    <a:pt x="567" y="796"/>
                  </a:lnTo>
                  <a:lnTo>
                    <a:pt x="571" y="792"/>
                  </a:lnTo>
                  <a:lnTo>
                    <a:pt x="585" y="790"/>
                  </a:lnTo>
                  <a:lnTo>
                    <a:pt x="592" y="783"/>
                  </a:lnTo>
                  <a:lnTo>
                    <a:pt x="594" y="781"/>
                  </a:lnTo>
                  <a:lnTo>
                    <a:pt x="592" y="776"/>
                  </a:lnTo>
                  <a:lnTo>
                    <a:pt x="587" y="767"/>
                  </a:lnTo>
                  <a:lnTo>
                    <a:pt x="585" y="751"/>
                  </a:lnTo>
                  <a:lnTo>
                    <a:pt x="585" y="727"/>
                  </a:lnTo>
                  <a:lnTo>
                    <a:pt x="580" y="724"/>
                  </a:lnTo>
                  <a:lnTo>
                    <a:pt x="571" y="702"/>
                  </a:lnTo>
                  <a:lnTo>
                    <a:pt x="567" y="691"/>
                  </a:lnTo>
                  <a:lnTo>
                    <a:pt x="565" y="677"/>
                  </a:lnTo>
                  <a:lnTo>
                    <a:pt x="560" y="668"/>
                  </a:lnTo>
                  <a:lnTo>
                    <a:pt x="551" y="661"/>
                  </a:lnTo>
                  <a:lnTo>
                    <a:pt x="540" y="664"/>
                  </a:lnTo>
                  <a:lnTo>
                    <a:pt x="533" y="661"/>
                  </a:lnTo>
                  <a:lnTo>
                    <a:pt x="526" y="657"/>
                  </a:lnTo>
                  <a:lnTo>
                    <a:pt x="524" y="655"/>
                  </a:lnTo>
                  <a:lnTo>
                    <a:pt x="520" y="648"/>
                  </a:lnTo>
                  <a:lnTo>
                    <a:pt x="517" y="646"/>
                  </a:lnTo>
                  <a:lnTo>
                    <a:pt x="511" y="643"/>
                  </a:lnTo>
                  <a:lnTo>
                    <a:pt x="508" y="632"/>
                  </a:lnTo>
                  <a:lnTo>
                    <a:pt x="511" y="623"/>
                  </a:lnTo>
                  <a:lnTo>
                    <a:pt x="508" y="616"/>
                  </a:lnTo>
                  <a:lnTo>
                    <a:pt x="506" y="614"/>
                  </a:lnTo>
                  <a:lnTo>
                    <a:pt x="504" y="605"/>
                  </a:lnTo>
                  <a:lnTo>
                    <a:pt x="493" y="603"/>
                  </a:lnTo>
                  <a:lnTo>
                    <a:pt x="470" y="605"/>
                  </a:lnTo>
                  <a:lnTo>
                    <a:pt x="472" y="596"/>
                  </a:lnTo>
                  <a:lnTo>
                    <a:pt x="477" y="594"/>
                  </a:lnTo>
                  <a:lnTo>
                    <a:pt x="470" y="589"/>
                  </a:lnTo>
                  <a:lnTo>
                    <a:pt x="459" y="583"/>
                  </a:lnTo>
                  <a:lnTo>
                    <a:pt x="454" y="589"/>
                  </a:lnTo>
                  <a:lnTo>
                    <a:pt x="450" y="580"/>
                  </a:lnTo>
                  <a:lnTo>
                    <a:pt x="445" y="567"/>
                  </a:lnTo>
                  <a:lnTo>
                    <a:pt x="439" y="560"/>
                  </a:lnTo>
                  <a:lnTo>
                    <a:pt x="430" y="542"/>
                  </a:lnTo>
                  <a:lnTo>
                    <a:pt x="412" y="540"/>
                  </a:lnTo>
                  <a:lnTo>
                    <a:pt x="405" y="538"/>
                  </a:lnTo>
                  <a:lnTo>
                    <a:pt x="398" y="535"/>
                  </a:lnTo>
                  <a:lnTo>
                    <a:pt x="380" y="535"/>
                  </a:lnTo>
                  <a:lnTo>
                    <a:pt x="371" y="522"/>
                  </a:lnTo>
                  <a:lnTo>
                    <a:pt x="349" y="504"/>
                  </a:lnTo>
                  <a:lnTo>
                    <a:pt x="331" y="477"/>
                  </a:lnTo>
                  <a:lnTo>
                    <a:pt x="326" y="470"/>
                  </a:lnTo>
                  <a:lnTo>
                    <a:pt x="322" y="461"/>
                  </a:lnTo>
                  <a:lnTo>
                    <a:pt x="313" y="457"/>
                  </a:lnTo>
                  <a:lnTo>
                    <a:pt x="304" y="450"/>
                  </a:lnTo>
                  <a:lnTo>
                    <a:pt x="295" y="436"/>
                  </a:lnTo>
                  <a:lnTo>
                    <a:pt x="290" y="430"/>
                  </a:lnTo>
                  <a:lnTo>
                    <a:pt x="281" y="421"/>
                  </a:lnTo>
                  <a:lnTo>
                    <a:pt x="277" y="421"/>
                  </a:lnTo>
                  <a:lnTo>
                    <a:pt x="268" y="418"/>
                  </a:lnTo>
                  <a:lnTo>
                    <a:pt x="259" y="418"/>
                  </a:lnTo>
                  <a:lnTo>
                    <a:pt x="263" y="407"/>
                  </a:lnTo>
                  <a:lnTo>
                    <a:pt x="259" y="400"/>
                  </a:lnTo>
                  <a:lnTo>
                    <a:pt x="254" y="389"/>
                  </a:lnTo>
                  <a:lnTo>
                    <a:pt x="241" y="378"/>
                  </a:lnTo>
                  <a:lnTo>
                    <a:pt x="241" y="369"/>
                  </a:lnTo>
                  <a:lnTo>
                    <a:pt x="236" y="364"/>
                  </a:lnTo>
                  <a:lnTo>
                    <a:pt x="223" y="360"/>
                  </a:lnTo>
                  <a:lnTo>
                    <a:pt x="218" y="351"/>
                  </a:lnTo>
                  <a:lnTo>
                    <a:pt x="218" y="349"/>
                  </a:lnTo>
                  <a:lnTo>
                    <a:pt x="225" y="340"/>
                  </a:lnTo>
                  <a:lnTo>
                    <a:pt x="218" y="313"/>
                  </a:lnTo>
                  <a:lnTo>
                    <a:pt x="214" y="295"/>
                  </a:lnTo>
                  <a:lnTo>
                    <a:pt x="214" y="272"/>
                  </a:lnTo>
                  <a:lnTo>
                    <a:pt x="209" y="263"/>
                  </a:lnTo>
                  <a:lnTo>
                    <a:pt x="200" y="259"/>
                  </a:lnTo>
                  <a:lnTo>
                    <a:pt x="196" y="259"/>
                  </a:lnTo>
                  <a:lnTo>
                    <a:pt x="189" y="256"/>
                  </a:lnTo>
                  <a:lnTo>
                    <a:pt x="178" y="245"/>
                  </a:lnTo>
                  <a:lnTo>
                    <a:pt x="162" y="229"/>
                  </a:lnTo>
                  <a:lnTo>
                    <a:pt x="153" y="229"/>
                  </a:lnTo>
                  <a:lnTo>
                    <a:pt x="146" y="223"/>
                  </a:lnTo>
                  <a:lnTo>
                    <a:pt x="144" y="218"/>
                  </a:lnTo>
                  <a:lnTo>
                    <a:pt x="137" y="216"/>
                  </a:lnTo>
                  <a:lnTo>
                    <a:pt x="121" y="216"/>
                  </a:lnTo>
                  <a:lnTo>
                    <a:pt x="99" y="227"/>
                  </a:lnTo>
                  <a:lnTo>
                    <a:pt x="90" y="236"/>
                  </a:lnTo>
                  <a:lnTo>
                    <a:pt x="78" y="247"/>
                  </a:lnTo>
                  <a:lnTo>
                    <a:pt x="65" y="256"/>
                  </a:lnTo>
                  <a:lnTo>
                    <a:pt x="58" y="259"/>
                  </a:lnTo>
                  <a:lnTo>
                    <a:pt x="51" y="259"/>
                  </a:lnTo>
                  <a:lnTo>
                    <a:pt x="42" y="259"/>
                  </a:lnTo>
                  <a:lnTo>
                    <a:pt x="42" y="247"/>
                  </a:lnTo>
                  <a:lnTo>
                    <a:pt x="51" y="236"/>
                  </a:lnTo>
                  <a:lnTo>
                    <a:pt x="56" y="234"/>
                  </a:lnTo>
                  <a:lnTo>
                    <a:pt x="63" y="229"/>
                  </a:lnTo>
                  <a:lnTo>
                    <a:pt x="58" y="220"/>
                  </a:lnTo>
                  <a:lnTo>
                    <a:pt x="58" y="218"/>
                  </a:lnTo>
                  <a:lnTo>
                    <a:pt x="56" y="218"/>
                  </a:lnTo>
                  <a:lnTo>
                    <a:pt x="51" y="223"/>
                  </a:lnTo>
                  <a:lnTo>
                    <a:pt x="45" y="227"/>
                  </a:lnTo>
                  <a:lnTo>
                    <a:pt x="40" y="227"/>
                  </a:lnTo>
                  <a:lnTo>
                    <a:pt x="36" y="223"/>
                  </a:lnTo>
                  <a:lnTo>
                    <a:pt x="24" y="218"/>
                  </a:lnTo>
                  <a:lnTo>
                    <a:pt x="22" y="209"/>
                  </a:lnTo>
                  <a:lnTo>
                    <a:pt x="15" y="209"/>
                  </a:lnTo>
                  <a:lnTo>
                    <a:pt x="2" y="205"/>
                  </a:lnTo>
                  <a:lnTo>
                    <a:pt x="2" y="196"/>
                  </a:lnTo>
                  <a:lnTo>
                    <a:pt x="9" y="193"/>
                  </a:lnTo>
                  <a:lnTo>
                    <a:pt x="4" y="191"/>
                  </a:lnTo>
                  <a:lnTo>
                    <a:pt x="0" y="187"/>
                  </a:lnTo>
                  <a:lnTo>
                    <a:pt x="0" y="180"/>
                  </a:lnTo>
                  <a:lnTo>
                    <a:pt x="4" y="173"/>
                  </a:lnTo>
                  <a:lnTo>
                    <a:pt x="11" y="164"/>
                  </a:lnTo>
                  <a:lnTo>
                    <a:pt x="15" y="162"/>
                  </a:lnTo>
                  <a:lnTo>
                    <a:pt x="11" y="151"/>
                  </a:lnTo>
                  <a:lnTo>
                    <a:pt x="9" y="146"/>
                  </a:lnTo>
                  <a:lnTo>
                    <a:pt x="9" y="137"/>
                  </a:lnTo>
                  <a:lnTo>
                    <a:pt x="4" y="128"/>
                  </a:lnTo>
                  <a:lnTo>
                    <a:pt x="4" y="124"/>
                  </a:lnTo>
                  <a:lnTo>
                    <a:pt x="15" y="124"/>
                  </a:lnTo>
                  <a:lnTo>
                    <a:pt x="22" y="121"/>
                  </a:lnTo>
                  <a:lnTo>
                    <a:pt x="27" y="119"/>
                  </a:lnTo>
                  <a:lnTo>
                    <a:pt x="29" y="112"/>
                  </a:lnTo>
                  <a:lnTo>
                    <a:pt x="36" y="110"/>
                  </a:lnTo>
                  <a:lnTo>
                    <a:pt x="36" y="106"/>
                  </a:lnTo>
                  <a:lnTo>
                    <a:pt x="29" y="101"/>
                  </a:lnTo>
                  <a:lnTo>
                    <a:pt x="27" y="97"/>
                  </a:lnTo>
                  <a:lnTo>
                    <a:pt x="29" y="92"/>
                  </a:lnTo>
                  <a:lnTo>
                    <a:pt x="27" y="88"/>
                  </a:lnTo>
                  <a:lnTo>
                    <a:pt x="22" y="74"/>
                  </a:lnTo>
                  <a:lnTo>
                    <a:pt x="38" y="61"/>
                  </a:lnTo>
                  <a:lnTo>
                    <a:pt x="51" y="61"/>
                  </a:lnTo>
                  <a:lnTo>
                    <a:pt x="58" y="58"/>
                  </a:lnTo>
                  <a:lnTo>
                    <a:pt x="63" y="61"/>
                  </a:lnTo>
                  <a:lnTo>
                    <a:pt x="65" y="61"/>
                  </a:lnTo>
                  <a:lnTo>
                    <a:pt x="69" y="54"/>
                  </a:lnTo>
                  <a:lnTo>
                    <a:pt x="85" y="65"/>
                  </a:lnTo>
                  <a:lnTo>
                    <a:pt x="94" y="58"/>
                  </a:lnTo>
                  <a:lnTo>
                    <a:pt x="103" y="52"/>
                  </a:lnTo>
                  <a:lnTo>
                    <a:pt x="112" y="40"/>
                  </a:lnTo>
                  <a:lnTo>
                    <a:pt x="119" y="38"/>
                  </a:lnTo>
                  <a:lnTo>
                    <a:pt x="126" y="38"/>
                  </a:lnTo>
                  <a:lnTo>
                    <a:pt x="126" y="54"/>
                  </a:lnTo>
                  <a:lnTo>
                    <a:pt x="137" y="65"/>
                  </a:lnTo>
                  <a:lnTo>
                    <a:pt x="144" y="74"/>
                  </a:lnTo>
                  <a:lnTo>
                    <a:pt x="148" y="83"/>
                  </a:lnTo>
                  <a:lnTo>
                    <a:pt x="153" y="88"/>
                  </a:lnTo>
                  <a:lnTo>
                    <a:pt x="162" y="79"/>
                  </a:lnTo>
                  <a:lnTo>
                    <a:pt x="164" y="70"/>
                  </a:lnTo>
                  <a:lnTo>
                    <a:pt x="164" y="65"/>
                  </a:lnTo>
                  <a:lnTo>
                    <a:pt x="171" y="58"/>
                  </a:lnTo>
                  <a:lnTo>
                    <a:pt x="178" y="52"/>
                  </a:lnTo>
                  <a:lnTo>
                    <a:pt x="182" y="40"/>
                  </a:lnTo>
                  <a:lnTo>
                    <a:pt x="182" y="34"/>
                  </a:lnTo>
                  <a:lnTo>
                    <a:pt x="191" y="38"/>
                  </a:lnTo>
                  <a:lnTo>
                    <a:pt x="191" y="47"/>
                  </a:lnTo>
                  <a:lnTo>
                    <a:pt x="196" y="56"/>
                  </a:lnTo>
                  <a:lnTo>
                    <a:pt x="202" y="54"/>
                  </a:lnTo>
                  <a:lnTo>
                    <a:pt x="209" y="47"/>
                  </a:lnTo>
                  <a:lnTo>
                    <a:pt x="218" y="61"/>
                  </a:lnTo>
                  <a:lnTo>
                    <a:pt x="227" y="65"/>
                  </a:lnTo>
                  <a:lnTo>
                    <a:pt x="229" y="56"/>
                  </a:lnTo>
                  <a:lnTo>
                    <a:pt x="227" y="47"/>
                  </a:lnTo>
                  <a:lnTo>
                    <a:pt x="227" y="40"/>
                  </a:lnTo>
                  <a:lnTo>
                    <a:pt x="225" y="34"/>
                  </a:lnTo>
                  <a:lnTo>
                    <a:pt x="238" y="25"/>
                  </a:lnTo>
                  <a:lnTo>
                    <a:pt x="252" y="29"/>
                  </a:lnTo>
                  <a:lnTo>
                    <a:pt x="256" y="27"/>
                  </a:lnTo>
                  <a:lnTo>
                    <a:pt x="256" y="20"/>
                  </a:lnTo>
                  <a:lnTo>
                    <a:pt x="263" y="13"/>
                  </a:lnTo>
                  <a:lnTo>
                    <a:pt x="265" y="9"/>
                  </a:lnTo>
                </a:path>
              </a:pathLst>
            </a:custGeom>
            <a:solidFill>
              <a:schemeClr val="bg1"/>
            </a:solidFill>
            <a:ln w="9525">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3074" name="Freeform 178">
              <a:extLst>
                <a:ext uri="{FF2B5EF4-FFF2-40B4-BE49-F238E27FC236}">
                  <a16:creationId xmlns:a16="http://schemas.microsoft.com/office/drawing/2014/main" id="{B332473A-CB66-094F-4CDE-56F3629CD936}"/>
                </a:ext>
              </a:extLst>
            </p:cNvPr>
            <p:cNvSpPr>
              <a:spLocks noChangeAspect="1"/>
            </p:cNvSpPr>
            <p:nvPr/>
          </p:nvSpPr>
          <p:spPr bwMode="auto">
            <a:xfrm>
              <a:off x="2371" y="3710"/>
              <a:ext cx="199" cy="139"/>
            </a:xfrm>
            <a:custGeom>
              <a:avLst/>
              <a:gdLst>
                <a:gd name="T0" fmla="*/ 187 w 237"/>
                <a:gd name="T1" fmla="*/ 148 h 153"/>
                <a:gd name="T2" fmla="*/ 169 w 237"/>
                <a:gd name="T3" fmla="*/ 146 h 153"/>
                <a:gd name="T4" fmla="*/ 144 w 237"/>
                <a:gd name="T5" fmla="*/ 135 h 153"/>
                <a:gd name="T6" fmla="*/ 124 w 237"/>
                <a:gd name="T7" fmla="*/ 110 h 153"/>
                <a:gd name="T8" fmla="*/ 102 w 237"/>
                <a:gd name="T9" fmla="*/ 108 h 153"/>
                <a:gd name="T10" fmla="*/ 88 w 237"/>
                <a:gd name="T11" fmla="*/ 99 h 153"/>
                <a:gd name="T12" fmla="*/ 63 w 237"/>
                <a:gd name="T13" fmla="*/ 81 h 153"/>
                <a:gd name="T14" fmla="*/ 52 w 237"/>
                <a:gd name="T15" fmla="*/ 67 h 153"/>
                <a:gd name="T16" fmla="*/ 39 w 237"/>
                <a:gd name="T17" fmla="*/ 63 h 153"/>
                <a:gd name="T18" fmla="*/ 30 w 237"/>
                <a:gd name="T19" fmla="*/ 56 h 153"/>
                <a:gd name="T20" fmla="*/ 16 w 237"/>
                <a:gd name="T21" fmla="*/ 54 h 153"/>
                <a:gd name="T22" fmla="*/ 0 w 237"/>
                <a:gd name="T23" fmla="*/ 31 h 153"/>
                <a:gd name="T24" fmla="*/ 7 w 237"/>
                <a:gd name="T25" fmla="*/ 13 h 153"/>
                <a:gd name="T26" fmla="*/ 16 w 237"/>
                <a:gd name="T27" fmla="*/ 9 h 153"/>
                <a:gd name="T28" fmla="*/ 25 w 237"/>
                <a:gd name="T29" fmla="*/ 2 h 153"/>
                <a:gd name="T30" fmla="*/ 30 w 237"/>
                <a:gd name="T31" fmla="*/ 0 h 153"/>
                <a:gd name="T32" fmla="*/ 39 w 237"/>
                <a:gd name="T33" fmla="*/ 9 h 153"/>
                <a:gd name="T34" fmla="*/ 48 w 237"/>
                <a:gd name="T35" fmla="*/ 9 h 153"/>
                <a:gd name="T36" fmla="*/ 52 w 237"/>
                <a:gd name="T37" fmla="*/ 2 h 153"/>
                <a:gd name="T38" fmla="*/ 68 w 237"/>
                <a:gd name="T39" fmla="*/ 0 h 153"/>
                <a:gd name="T40" fmla="*/ 79 w 237"/>
                <a:gd name="T41" fmla="*/ 9 h 153"/>
                <a:gd name="T42" fmla="*/ 88 w 237"/>
                <a:gd name="T43" fmla="*/ 16 h 153"/>
                <a:gd name="T44" fmla="*/ 115 w 237"/>
                <a:gd name="T45" fmla="*/ 18 h 153"/>
                <a:gd name="T46" fmla="*/ 129 w 237"/>
                <a:gd name="T47" fmla="*/ 18 h 153"/>
                <a:gd name="T48" fmla="*/ 153 w 237"/>
                <a:gd name="T49" fmla="*/ 22 h 153"/>
                <a:gd name="T50" fmla="*/ 183 w 237"/>
                <a:gd name="T51" fmla="*/ 13 h 153"/>
                <a:gd name="T52" fmla="*/ 210 w 237"/>
                <a:gd name="T53" fmla="*/ 11 h 153"/>
                <a:gd name="T54" fmla="*/ 225 w 237"/>
                <a:gd name="T55" fmla="*/ 9 h 153"/>
                <a:gd name="T56" fmla="*/ 237 w 237"/>
                <a:gd name="T57" fmla="*/ 9 h 153"/>
                <a:gd name="T58" fmla="*/ 228 w 237"/>
                <a:gd name="T59" fmla="*/ 25 h 153"/>
                <a:gd name="T60" fmla="*/ 210 w 237"/>
                <a:gd name="T61" fmla="*/ 49 h 153"/>
                <a:gd name="T62" fmla="*/ 198 w 237"/>
                <a:gd name="T63" fmla="*/ 81 h 153"/>
                <a:gd name="T64" fmla="*/ 207 w 237"/>
                <a:gd name="T65" fmla="*/ 99 h 153"/>
                <a:gd name="T66" fmla="*/ 201 w 237"/>
                <a:gd name="T67" fmla="*/ 103 h 153"/>
                <a:gd name="T68" fmla="*/ 212 w 237"/>
                <a:gd name="T69" fmla="*/ 117 h 153"/>
                <a:gd name="T70" fmla="*/ 201 w 237"/>
                <a:gd name="T71" fmla="*/ 126 h 153"/>
                <a:gd name="T72" fmla="*/ 194 w 237"/>
                <a:gd name="T73" fmla="*/ 144 h 153"/>
                <a:gd name="T74" fmla="*/ 194 w 237"/>
                <a:gd name="T7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7" h="153">
                  <a:moveTo>
                    <a:pt x="194" y="153"/>
                  </a:moveTo>
                  <a:lnTo>
                    <a:pt x="187" y="148"/>
                  </a:lnTo>
                  <a:lnTo>
                    <a:pt x="180" y="148"/>
                  </a:lnTo>
                  <a:lnTo>
                    <a:pt x="169" y="146"/>
                  </a:lnTo>
                  <a:lnTo>
                    <a:pt x="156" y="144"/>
                  </a:lnTo>
                  <a:lnTo>
                    <a:pt x="144" y="135"/>
                  </a:lnTo>
                  <a:lnTo>
                    <a:pt x="133" y="112"/>
                  </a:lnTo>
                  <a:lnTo>
                    <a:pt x="124" y="110"/>
                  </a:lnTo>
                  <a:lnTo>
                    <a:pt x="111" y="108"/>
                  </a:lnTo>
                  <a:lnTo>
                    <a:pt x="102" y="108"/>
                  </a:lnTo>
                  <a:lnTo>
                    <a:pt x="95" y="103"/>
                  </a:lnTo>
                  <a:lnTo>
                    <a:pt x="88" y="99"/>
                  </a:lnTo>
                  <a:lnTo>
                    <a:pt x="77" y="92"/>
                  </a:lnTo>
                  <a:lnTo>
                    <a:pt x="63" y="81"/>
                  </a:lnTo>
                  <a:lnTo>
                    <a:pt x="57" y="72"/>
                  </a:lnTo>
                  <a:lnTo>
                    <a:pt x="52" y="67"/>
                  </a:lnTo>
                  <a:lnTo>
                    <a:pt x="43" y="67"/>
                  </a:lnTo>
                  <a:lnTo>
                    <a:pt x="39" y="63"/>
                  </a:lnTo>
                  <a:lnTo>
                    <a:pt x="36" y="56"/>
                  </a:lnTo>
                  <a:lnTo>
                    <a:pt x="30" y="56"/>
                  </a:lnTo>
                  <a:lnTo>
                    <a:pt x="23" y="58"/>
                  </a:lnTo>
                  <a:lnTo>
                    <a:pt x="16" y="54"/>
                  </a:lnTo>
                  <a:lnTo>
                    <a:pt x="7" y="49"/>
                  </a:lnTo>
                  <a:lnTo>
                    <a:pt x="0" y="31"/>
                  </a:lnTo>
                  <a:lnTo>
                    <a:pt x="3" y="22"/>
                  </a:lnTo>
                  <a:lnTo>
                    <a:pt x="7" y="13"/>
                  </a:lnTo>
                  <a:lnTo>
                    <a:pt x="12" y="9"/>
                  </a:lnTo>
                  <a:lnTo>
                    <a:pt x="16" y="9"/>
                  </a:lnTo>
                  <a:lnTo>
                    <a:pt x="21" y="4"/>
                  </a:lnTo>
                  <a:lnTo>
                    <a:pt x="25" y="2"/>
                  </a:lnTo>
                  <a:lnTo>
                    <a:pt x="27" y="0"/>
                  </a:lnTo>
                  <a:lnTo>
                    <a:pt x="30" y="0"/>
                  </a:lnTo>
                  <a:lnTo>
                    <a:pt x="34" y="4"/>
                  </a:lnTo>
                  <a:lnTo>
                    <a:pt x="39" y="9"/>
                  </a:lnTo>
                  <a:lnTo>
                    <a:pt x="43" y="11"/>
                  </a:lnTo>
                  <a:lnTo>
                    <a:pt x="48" y="9"/>
                  </a:lnTo>
                  <a:lnTo>
                    <a:pt x="50" y="2"/>
                  </a:lnTo>
                  <a:lnTo>
                    <a:pt x="52" y="2"/>
                  </a:lnTo>
                  <a:lnTo>
                    <a:pt x="63" y="0"/>
                  </a:lnTo>
                  <a:lnTo>
                    <a:pt x="68" y="0"/>
                  </a:lnTo>
                  <a:lnTo>
                    <a:pt x="75" y="4"/>
                  </a:lnTo>
                  <a:lnTo>
                    <a:pt x="79" y="9"/>
                  </a:lnTo>
                  <a:lnTo>
                    <a:pt x="84" y="11"/>
                  </a:lnTo>
                  <a:lnTo>
                    <a:pt x="88" y="16"/>
                  </a:lnTo>
                  <a:lnTo>
                    <a:pt x="102" y="22"/>
                  </a:lnTo>
                  <a:lnTo>
                    <a:pt x="115" y="18"/>
                  </a:lnTo>
                  <a:lnTo>
                    <a:pt x="124" y="18"/>
                  </a:lnTo>
                  <a:lnTo>
                    <a:pt x="129" y="18"/>
                  </a:lnTo>
                  <a:lnTo>
                    <a:pt x="133" y="22"/>
                  </a:lnTo>
                  <a:lnTo>
                    <a:pt x="153" y="22"/>
                  </a:lnTo>
                  <a:lnTo>
                    <a:pt x="171" y="16"/>
                  </a:lnTo>
                  <a:lnTo>
                    <a:pt x="183" y="13"/>
                  </a:lnTo>
                  <a:lnTo>
                    <a:pt x="207" y="13"/>
                  </a:lnTo>
                  <a:lnTo>
                    <a:pt x="210" y="11"/>
                  </a:lnTo>
                  <a:lnTo>
                    <a:pt x="214" y="9"/>
                  </a:lnTo>
                  <a:lnTo>
                    <a:pt x="225" y="9"/>
                  </a:lnTo>
                  <a:lnTo>
                    <a:pt x="230" y="4"/>
                  </a:lnTo>
                  <a:lnTo>
                    <a:pt x="237" y="9"/>
                  </a:lnTo>
                  <a:lnTo>
                    <a:pt x="230" y="18"/>
                  </a:lnTo>
                  <a:lnTo>
                    <a:pt x="228" y="25"/>
                  </a:lnTo>
                  <a:lnTo>
                    <a:pt x="223" y="31"/>
                  </a:lnTo>
                  <a:lnTo>
                    <a:pt x="210" y="49"/>
                  </a:lnTo>
                  <a:lnTo>
                    <a:pt x="203" y="67"/>
                  </a:lnTo>
                  <a:lnTo>
                    <a:pt x="198" y="81"/>
                  </a:lnTo>
                  <a:lnTo>
                    <a:pt x="198" y="94"/>
                  </a:lnTo>
                  <a:lnTo>
                    <a:pt x="207" y="99"/>
                  </a:lnTo>
                  <a:lnTo>
                    <a:pt x="210" y="106"/>
                  </a:lnTo>
                  <a:lnTo>
                    <a:pt x="201" y="103"/>
                  </a:lnTo>
                  <a:lnTo>
                    <a:pt x="207" y="110"/>
                  </a:lnTo>
                  <a:lnTo>
                    <a:pt x="212" y="117"/>
                  </a:lnTo>
                  <a:lnTo>
                    <a:pt x="212" y="121"/>
                  </a:lnTo>
                  <a:lnTo>
                    <a:pt x="201" y="126"/>
                  </a:lnTo>
                  <a:lnTo>
                    <a:pt x="196" y="133"/>
                  </a:lnTo>
                  <a:lnTo>
                    <a:pt x="194" y="144"/>
                  </a:lnTo>
                  <a:lnTo>
                    <a:pt x="194" y="151"/>
                  </a:lnTo>
                  <a:lnTo>
                    <a:pt x="194" y="153"/>
                  </a:lnTo>
                  <a:close/>
                </a:path>
              </a:pathLst>
            </a:custGeom>
            <a:solidFill>
              <a:schemeClr val="bg1"/>
            </a:solidFill>
            <a:ln w="9525">
              <a:solidFill>
                <a:schemeClr val="tx1"/>
              </a:solidFill>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sp>
        <p:nvSpPr>
          <p:cNvPr id="1873075" name="Rectangle 179">
            <a:extLst>
              <a:ext uri="{FF2B5EF4-FFF2-40B4-BE49-F238E27FC236}">
                <a16:creationId xmlns:a16="http://schemas.microsoft.com/office/drawing/2014/main" id="{6ACDECB7-2BFF-9F87-34CD-9B0971D5EF6B}"/>
              </a:ext>
            </a:extLst>
          </p:cNvPr>
          <p:cNvSpPr>
            <a:spLocks noGrp="1" noChangeArrowheads="1"/>
          </p:cNvSpPr>
          <p:nvPr>
            <p:ph type="title"/>
          </p:nvPr>
        </p:nvSpPr>
        <p:spPr/>
        <p:txBody>
          <a:bodyPr/>
          <a:lstStyle/>
          <a:p>
            <a:pPr eaLnBrk="1" hangingPunct="1">
              <a:lnSpc>
                <a:spcPts val="1939"/>
              </a:lnSpc>
              <a:defRPr/>
            </a:pPr>
            <a:r>
              <a:rPr lang="en-GB" altLang="ko-KR" sz="1846"/>
              <a:t>Map of Europe</a:t>
            </a:r>
          </a:p>
        </p:txBody>
      </p:sp>
      <p:sp>
        <p:nvSpPr>
          <p:cNvPr id="1873076" name="Text Box 180">
            <a:extLst>
              <a:ext uri="{FF2B5EF4-FFF2-40B4-BE49-F238E27FC236}">
                <a16:creationId xmlns:a16="http://schemas.microsoft.com/office/drawing/2014/main" id="{109B2DF3-6CBA-0FDE-ACC9-6942786D93A4}"/>
              </a:ext>
            </a:extLst>
          </p:cNvPr>
          <p:cNvSpPr txBox="1">
            <a:spLocks noChangeArrowheads="1"/>
          </p:cNvSpPr>
          <p:nvPr/>
        </p:nvSpPr>
        <p:spPr bwMode="auto">
          <a:xfrm>
            <a:off x="384175" y="1320800"/>
            <a:ext cx="2089150" cy="319088"/>
          </a:xfrm>
          <a:prstGeom prst="rect">
            <a:avLst/>
          </a:prstGeom>
          <a:noFill/>
          <a:ln>
            <a:noFill/>
          </a:ln>
          <a:effectLst/>
        </p:spPr>
        <p:txBody>
          <a:bodyPr wrap="none">
            <a:spAutoFit/>
          </a:bodyPr>
          <a:lstStyle>
            <a:lvl1pPr>
              <a:spcBef>
                <a:spcPct val="0"/>
              </a:spcBef>
              <a:defRPr>
                <a:solidFill>
                  <a:schemeClr val="tx1"/>
                </a:solidFill>
                <a:latin typeface="Arial" panose="020B0604020202020204" pitchFamily="34" charset="0"/>
              </a:defRPr>
            </a:lvl1pPr>
            <a:lvl2pPr marL="571500">
              <a:spcBef>
                <a:spcPct val="0"/>
              </a:spcBef>
              <a:defRPr>
                <a:solidFill>
                  <a:schemeClr val="tx1"/>
                </a:solidFill>
                <a:latin typeface="Arial" panose="020B0604020202020204" pitchFamily="34" charset="0"/>
              </a:defRPr>
            </a:lvl2pPr>
            <a:lvl3pPr marL="1143000">
              <a:spcBef>
                <a:spcPct val="0"/>
              </a:spcBef>
              <a:defRPr>
                <a:solidFill>
                  <a:schemeClr val="tx1"/>
                </a:solidFill>
                <a:latin typeface="Arial" panose="020B0604020202020204" pitchFamily="34" charset="0"/>
              </a:defRPr>
            </a:lvl3pPr>
            <a:lvl4pPr marL="1714500">
              <a:spcBef>
                <a:spcPct val="0"/>
              </a:spcBef>
              <a:defRPr>
                <a:solidFill>
                  <a:schemeClr val="tx1"/>
                </a:solidFill>
                <a:latin typeface="Arial" panose="020B0604020202020204" pitchFamily="34" charset="0"/>
              </a:defRPr>
            </a:lvl4pPr>
            <a:lvl5pPr marL="2286000">
              <a:spcBef>
                <a:spcPct val="0"/>
              </a:spcBef>
              <a:defRPr>
                <a:solidFill>
                  <a:schemeClr val="tx1"/>
                </a:solidFill>
                <a:latin typeface="Arial" panose="020B0604020202020204" pitchFamily="34" charset="0"/>
              </a:defRPr>
            </a:lvl5pPr>
            <a:lvl6pPr marL="2743200" fontAlgn="base">
              <a:spcBef>
                <a:spcPct val="0"/>
              </a:spcBef>
              <a:spcAft>
                <a:spcPct val="0"/>
              </a:spcAft>
              <a:defRPr>
                <a:solidFill>
                  <a:schemeClr val="tx1"/>
                </a:solidFill>
                <a:latin typeface="Arial" panose="020B0604020202020204" pitchFamily="34" charset="0"/>
              </a:defRPr>
            </a:lvl6pPr>
            <a:lvl7pPr marL="3200400" fontAlgn="base">
              <a:spcBef>
                <a:spcPct val="0"/>
              </a:spcBef>
              <a:spcAft>
                <a:spcPct val="0"/>
              </a:spcAft>
              <a:defRPr>
                <a:solidFill>
                  <a:schemeClr val="tx1"/>
                </a:solidFill>
                <a:latin typeface="Arial" panose="020B0604020202020204" pitchFamily="34" charset="0"/>
              </a:defRPr>
            </a:lvl7pPr>
            <a:lvl8pPr marL="3657600" fontAlgn="base">
              <a:spcBef>
                <a:spcPct val="0"/>
              </a:spcBef>
              <a:spcAft>
                <a:spcPct val="0"/>
              </a:spcAft>
              <a:defRPr>
                <a:solidFill>
                  <a:schemeClr val="tx1"/>
                </a:solidFill>
                <a:latin typeface="Arial" panose="020B0604020202020204" pitchFamily="34" charset="0"/>
              </a:defRPr>
            </a:lvl8pPr>
            <a:lvl9pPr marL="4114800" fontAlgn="base">
              <a:spcBef>
                <a:spcPct val="0"/>
              </a:spcBef>
              <a:spcAft>
                <a:spcPct val="0"/>
              </a:spcAft>
              <a:defRPr>
                <a:solidFill>
                  <a:schemeClr val="tx1"/>
                </a:solidFill>
                <a:latin typeface="Arial" panose="020B0604020202020204" pitchFamily="34" charset="0"/>
              </a:defRPr>
            </a:lvl9pPr>
          </a:lstStyle>
          <a:p>
            <a:pPr defTabSz="844083">
              <a:buFont typeface="Wingdings" panose="05000000000000000000" pitchFamily="2" charset="2"/>
              <a:buNone/>
              <a:defRPr/>
            </a:pPr>
            <a:r>
              <a:rPr lang="en-GB" altLang="ko-KR" sz="1477">
                <a:solidFill>
                  <a:srgbClr val="091D5D"/>
                </a:solidFill>
                <a:latin typeface="Verdana" panose="020B0604030504040204" pitchFamily="34" charset="0"/>
                <a:cs typeface="+mn-cs"/>
              </a:rPr>
              <a:t>Subtitle comes here</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슬라이드 번호 개체 틀 3">
            <a:extLst>
              <a:ext uri="{FF2B5EF4-FFF2-40B4-BE49-F238E27FC236}">
                <a16:creationId xmlns:a16="http://schemas.microsoft.com/office/drawing/2014/main" id="{0A7AA04C-6359-D06D-197F-416840CB50B6}"/>
              </a:ext>
            </a:extLst>
          </p:cNvPr>
          <p:cNvSpPr>
            <a:spLocks noGrp="1"/>
          </p:cNvSpPr>
          <p:nvPr>
            <p:ph type="sldNum" sz="quarter" idx="10"/>
          </p:nvPr>
        </p:nvSpPr>
        <p:spPr/>
        <p:txBody>
          <a:bodyPr/>
          <a:lstStyle/>
          <a:p>
            <a:pPr algn="l" defTabSz="844083">
              <a:defRPr/>
            </a:pPr>
            <a:fld id="{FDB7AE2A-9B27-EC49-B1A7-DF36ABE58A7F}" type="slidenum">
              <a:rPr lang="en-GB" altLang="en-GB">
                <a:solidFill>
                  <a:srgbClr val="091D5D"/>
                </a:solidFill>
                <a:latin typeface="Verdana" panose="020B0604030504040204" pitchFamily="34" charset="0"/>
                <a:cs typeface="+mn-cs"/>
              </a:rPr>
              <a:pPr algn="l" defTabSz="844083">
                <a:defRPr/>
              </a:pPr>
              <a:t>70</a:t>
            </a:fld>
            <a:endParaRPr lang="en-GB" altLang="en-GB">
              <a:solidFill>
                <a:srgbClr val="091D5D"/>
              </a:solidFill>
              <a:latin typeface="Verdana" panose="020B0604030504040204" pitchFamily="34" charset="0"/>
              <a:cs typeface="+mn-cs"/>
            </a:endParaRPr>
          </a:p>
        </p:txBody>
      </p:sp>
      <p:sp>
        <p:nvSpPr>
          <p:cNvPr id="1874946" name="Rectangle 2">
            <a:extLst>
              <a:ext uri="{FF2B5EF4-FFF2-40B4-BE49-F238E27FC236}">
                <a16:creationId xmlns:a16="http://schemas.microsoft.com/office/drawing/2014/main" id="{E6A6ED85-2CA4-54A8-97E2-7F08451E968A}"/>
              </a:ext>
            </a:extLst>
          </p:cNvPr>
          <p:cNvSpPr>
            <a:spLocks noGrp="1" noChangeArrowheads="1"/>
          </p:cNvSpPr>
          <p:nvPr>
            <p:ph type="title"/>
          </p:nvPr>
        </p:nvSpPr>
        <p:spPr/>
        <p:txBody>
          <a:bodyPr/>
          <a:lstStyle/>
          <a:p>
            <a:pPr eaLnBrk="1" hangingPunct="1">
              <a:lnSpc>
                <a:spcPts val="1939"/>
              </a:lnSpc>
              <a:defRPr/>
            </a:pPr>
            <a:r>
              <a:rPr lang="en-GB" altLang="ko-KR" sz="1846"/>
              <a:t>Map of United States</a:t>
            </a:r>
          </a:p>
        </p:txBody>
      </p:sp>
      <p:sp>
        <p:nvSpPr>
          <p:cNvPr id="1874947" name="Freeform 3">
            <a:extLst>
              <a:ext uri="{FF2B5EF4-FFF2-40B4-BE49-F238E27FC236}">
                <a16:creationId xmlns:a16="http://schemas.microsoft.com/office/drawing/2014/main" id="{7BAE3CC0-6E09-6B1A-6165-AC184160DFB8}"/>
              </a:ext>
            </a:extLst>
          </p:cNvPr>
          <p:cNvSpPr>
            <a:spLocks/>
          </p:cNvSpPr>
          <p:nvPr/>
        </p:nvSpPr>
        <p:spPr bwMode="auto">
          <a:xfrm>
            <a:off x="6567488" y="2135188"/>
            <a:ext cx="365125" cy="552450"/>
          </a:xfrm>
          <a:custGeom>
            <a:avLst/>
            <a:gdLst>
              <a:gd name="T0" fmla="*/ 54 w 230"/>
              <a:gd name="T1" fmla="*/ 12 h 377"/>
              <a:gd name="T2" fmla="*/ 20 w 230"/>
              <a:gd name="T3" fmla="*/ 81 h 377"/>
              <a:gd name="T4" fmla="*/ 36 w 230"/>
              <a:gd name="T5" fmla="*/ 107 h 377"/>
              <a:gd name="T6" fmla="*/ 20 w 230"/>
              <a:gd name="T7" fmla="*/ 139 h 377"/>
              <a:gd name="T8" fmla="*/ 30 w 230"/>
              <a:gd name="T9" fmla="*/ 149 h 377"/>
              <a:gd name="T10" fmla="*/ 23 w 230"/>
              <a:gd name="T11" fmla="*/ 171 h 377"/>
              <a:gd name="T12" fmla="*/ 23 w 230"/>
              <a:gd name="T13" fmla="*/ 206 h 377"/>
              <a:gd name="T14" fmla="*/ 0 w 230"/>
              <a:gd name="T15" fmla="*/ 219 h 377"/>
              <a:gd name="T16" fmla="*/ 9 w 230"/>
              <a:gd name="T17" fmla="*/ 229 h 377"/>
              <a:gd name="T18" fmla="*/ 57 w 230"/>
              <a:gd name="T19" fmla="*/ 361 h 377"/>
              <a:gd name="T20" fmla="*/ 95 w 230"/>
              <a:gd name="T21" fmla="*/ 377 h 377"/>
              <a:gd name="T22" fmla="*/ 93 w 230"/>
              <a:gd name="T23" fmla="*/ 350 h 377"/>
              <a:gd name="T24" fmla="*/ 112 w 230"/>
              <a:gd name="T25" fmla="*/ 329 h 377"/>
              <a:gd name="T26" fmla="*/ 105 w 230"/>
              <a:gd name="T27" fmla="*/ 307 h 377"/>
              <a:gd name="T28" fmla="*/ 152 w 230"/>
              <a:gd name="T29" fmla="*/ 280 h 377"/>
              <a:gd name="T30" fmla="*/ 154 w 230"/>
              <a:gd name="T31" fmla="*/ 243 h 377"/>
              <a:gd name="T32" fmla="*/ 182 w 230"/>
              <a:gd name="T33" fmla="*/ 241 h 377"/>
              <a:gd name="T34" fmla="*/ 204 w 230"/>
              <a:gd name="T35" fmla="*/ 213 h 377"/>
              <a:gd name="T36" fmla="*/ 230 w 230"/>
              <a:gd name="T37" fmla="*/ 194 h 377"/>
              <a:gd name="T38" fmla="*/ 230 w 230"/>
              <a:gd name="T39" fmla="*/ 171 h 377"/>
              <a:gd name="T40" fmla="*/ 194 w 230"/>
              <a:gd name="T41" fmla="*/ 163 h 377"/>
              <a:gd name="T42" fmla="*/ 187 w 230"/>
              <a:gd name="T43" fmla="*/ 138 h 377"/>
              <a:gd name="T44" fmla="*/ 151 w 230"/>
              <a:gd name="T45" fmla="*/ 134 h 377"/>
              <a:gd name="T46" fmla="*/ 122 w 230"/>
              <a:gd name="T47" fmla="*/ 22 h 377"/>
              <a:gd name="T48" fmla="*/ 108 w 230"/>
              <a:gd name="T49" fmla="*/ 0 h 377"/>
              <a:gd name="T50" fmla="*/ 72 w 230"/>
              <a:gd name="T51" fmla="*/ 9 h 377"/>
              <a:gd name="T52" fmla="*/ 66 w 230"/>
              <a:gd name="T53" fmla="*/ 20 h 377"/>
              <a:gd name="T54" fmla="*/ 54 w 230"/>
              <a:gd name="T55" fmla="*/ 1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0" h="377">
                <a:moveTo>
                  <a:pt x="54" y="12"/>
                </a:moveTo>
                <a:lnTo>
                  <a:pt x="20" y="81"/>
                </a:lnTo>
                <a:lnTo>
                  <a:pt x="36" y="107"/>
                </a:lnTo>
                <a:lnTo>
                  <a:pt x="20" y="139"/>
                </a:lnTo>
                <a:lnTo>
                  <a:pt x="30" y="149"/>
                </a:lnTo>
                <a:lnTo>
                  <a:pt x="23" y="171"/>
                </a:lnTo>
                <a:lnTo>
                  <a:pt x="23" y="206"/>
                </a:lnTo>
                <a:lnTo>
                  <a:pt x="0" y="219"/>
                </a:lnTo>
                <a:lnTo>
                  <a:pt x="9" y="229"/>
                </a:lnTo>
                <a:lnTo>
                  <a:pt x="57" y="361"/>
                </a:lnTo>
                <a:lnTo>
                  <a:pt x="95" y="377"/>
                </a:lnTo>
                <a:lnTo>
                  <a:pt x="93" y="350"/>
                </a:lnTo>
                <a:lnTo>
                  <a:pt x="112" y="329"/>
                </a:lnTo>
                <a:lnTo>
                  <a:pt x="105" y="307"/>
                </a:lnTo>
                <a:lnTo>
                  <a:pt x="152" y="280"/>
                </a:lnTo>
                <a:lnTo>
                  <a:pt x="154" y="243"/>
                </a:lnTo>
                <a:lnTo>
                  <a:pt x="182" y="241"/>
                </a:lnTo>
                <a:lnTo>
                  <a:pt x="204" y="213"/>
                </a:lnTo>
                <a:lnTo>
                  <a:pt x="230" y="194"/>
                </a:lnTo>
                <a:lnTo>
                  <a:pt x="230" y="171"/>
                </a:lnTo>
                <a:lnTo>
                  <a:pt x="194" y="163"/>
                </a:lnTo>
                <a:lnTo>
                  <a:pt x="187" y="138"/>
                </a:lnTo>
                <a:lnTo>
                  <a:pt x="151" y="134"/>
                </a:lnTo>
                <a:lnTo>
                  <a:pt x="122" y="22"/>
                </a:lnTo>
                <a:lnTo>
                  <a:pt x="108" y="0"/>
                </a:lnTo>
                <a:lnTo>
                  <a:pt x="72" y="9"/>
                </a:lnTo>
                <a:lnTo>
                  <a:pt x="66" y="20"/>
                </a:lnTo>
                <a:lnTo>
                  <a:pt x="54" y="12"/>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48" name="Freeform 4">
            <a:extLst>
              <a:ext uri="{FF2B5EF4-FFF2-40B4-BE49-F238E27FC236}">
                <a16:creationId xmlns:a16="http://schemas.microsoft.com/office/drawing/2014/main" id="{713A648D-05FF-C32B-C599-813C7A3C0DAA}"/>
              </a:ext>
            </a:extLst>
          </p:cNvPr>
          <p:cNvSpPr>
            <a:spLocks/>
          </p:cNvSpPr>
          <p:nvPr/>
        </p:nvSpPr>
        <p:spPr bwMode="auto">
          <a:xfrm>
            <a:off x="3495675" y="3879850"/>
            <a:ext cx="1343025" cy="1235075"/>
          </a:xfrm>
          <a:custGeom>
            <a:avLst/>
            <a:gdLst>
              <a:gd name="T0" fmla="*/ 245 w 846"/>
              <a:gd name="T1" fmla="*/ 0 h 842"/>
              <a:gd name="T2" fmla="*/ 432 w 846"/>
              <a:gd name="T3" fmla="*/ 7 h 842"/>
              <a:gd name="T4" fmla="*/ 432 w 846"/>
              <a:gd name="T5" fmla="*/ 160 h 842"/>
              <a:gd name="T6" fmla="*/ 527 w 846"/>
              <a:gd name="T7" fmla="*/ 202 h 842"/>
              <a:gd name="T8" fmla="*/ 553 w 846"/>
              <a:gd name="T9" fmla="*/ 188 h 842"/>
              <a:gd name="T10" fmla="*/ 616 w 846"/>
              <a:gd name="T11" fmla="*/ 221 h 842"/>
              <a:gd name="T12" fmla="*/ 653 w 846"/>
              <a:gd name="T13" fmla="*/ 219 h 842"/>
              <a:gd name="T14" fmla="*/ 725 w 846"/>
              <a:gd name="T15" fmla="*/ 186 h 842"/>
              <a:gd name="T16" fmla="*/ 767 w 846"/>
              <a:gd name="T17" fmla="*/ 218 h 842"/>
              <a:gd name="T18" fmla="*/ 803 w 846"/>
              <a:gd name="T19" fmla="*/ 226 h 842"/>
              <a:gd name="T20" fmla="*/ 803 w 846"/>
              <a:gd name="T21" fmla="*/ 350 h 842"/>
              <a:gd name="T22" fmla="*/ 846 w 846"/>
              <a:gd name="T23" fmla="*/ 428 h 842"/>
              <a:gd name="T24" fmla="*/ 836 w 846"/>
              <a:gd name="T25" fmla="*/ 534 h 842"/>
              <a:gd name="T26" fmla="*/ 790 w 846"/>
              <a:gd name="T27" fmla="*/ 576 h 842"/>
              <a:gd name="T28" fmla="*/ 780 w 846"/>
              <a:gd name="T29" fmla="*/ 537 h 842"/>
              <a:gd name="T30" fmla="*/ 767 w 846"/>
              <a:gd name="T31" fmla="*/ 555 h 842"/>
              <a:gd name="T32" fmla="*/ 777 w 846"/>
              <a:gd name="T33" fmla="*/ 580 h 842"/>
              <a:gd name="T34" fmla="*/ 695 w 846"/>
              <a:gd name="T35" fmla="*/ 643 h 842"/>
              <a:gd name="T36" fmla="*/ 675 w 846"/>
              <a:gd name="T37" fmla="*/ 647 h 842"/>
              <a:gd name="T38" fmla="*/ 632 w 846"/>
              <a:gd name="T39" fmla="*/ 678 h 842"/>
              <a:gd name="T40" fmla="*/ 632 w 846"/>
              <a:gd name="T41" fmla="*/ 696 h 842"/>
              <a:gd name="T42" fmla="*/ 619 w 846"/>
              <a:gd name="T43" fmla="*/ 700 h 842"/>
              <a:gd name="T44" fmla="*/ 629 w 846"/>
              <a:gd name="T45" fmla="*/ 721 h 842"/>
              <a:gd name="T46" fmla="*/ 606 w 846"/>
              <a:gd name="T47" fmla="*/ 752 h 842"/>
              <a:gd name="T48" fmla="*/ 619 w 846"/>
              <a:gd name="T49" fmla="*/ 798 h 842"/>
              <a:gd name="T50" fmla="*/ 632 w 846"/>
              <a:gd name="T51" fmla="*/ 814 h 842"/>
              <a:gd name="T52" fmla="*/ 629 w 846"/>
              <a:gd name="T53" fmla="*/ 842 h 842"/>
              <a:gd name="T54" fmla="*/ 596 w 846"/>
              <a:gd name="T55" fmla="*/ 842 h 842"/>
              <a:gd name="T56" fmla="*/ 567 w 846"/>
              <a:gd name="T57" fmla="*/ 828 h 842"/>
              <a:gd name="T58" fmla="*/ 547 w 846"/>
              <a:gd name="T59" fmla="*/ 831 h 842"/>
              <a:gd name="T60" fmla="*/ 481 w 846"/>
              <a:gd name="T61" fmla="*/ 807 h 842"/>
              <a:gd name="T62" fmla="*/ 452 w 846"/>
              <a:gd name="T63" fmla="*/ 710 h 842"/>
              <a:gd name="T64" fmla="*/ 406 w 846"/>
              <a:gd name="T65" fmla="*/ 664 h 842"/>
              <a:gd name="T66" fmla="*/ 365 w 846"/>
              <a:gd name="T67" fmla="*/ 580 h 842"/>
              <a:gd name="T68" fmla="*/ 347 w 846"/>
              <a:gd name="T69" fmla="*/ 571 h 842"/>
              <a:gd name="T70" fmla="*/ 325 w 846"/>
              <a:gd name="T71" fmla="*/ 550 h 842"/>
              <a:gd name="T72" fmla="*/ 304 w 846"/>
              <a:gd name="T73" fmla="*/ 550 h 842"/>
              <a:gd name="T74" fmla="*/ 272 w 846"/>
              <a:gd name="T75" fmla="*/ 543 h 842"/>
              <a:gd name="T76" fmla="*/ 248 w 846"/>
              <a:gd name="T77" fmla="*/ 550 h 842"/>
              <a:gd name="T78" fmla="*/ 232 w 846"/>
              <a:gd name="T79" fmla="*/ 593 h 842"/>
              <a:gd name="T80" fmla="*/ 207 w 846"/>
              <a:gd name="T81" fmla="*/ 600 h 842"/>
              <a:gd name="T82" fmla="*/ 153 w 846"/>
              <a:gd name="T83" fmla="*/ 567 h 842"/>
              <a:gd name="T84" fmla="*/ 121 w 846"/>
              <a:gd name="T85" fmla="*/ 527 h 842"/>
              <a:gd name="T86" fmla="*/ 116 w 846"/>
              <a:gd name="T87" fmla="*/ 479 h 842"/>
              <a:gd name="T88" fmla="*/ 93 w 846"/>
              <a:gd name="T89" fmla="*/ 446 h 842"/>
              <a:gd name="T90" fmla="*/ 39 w 846"/>
              <a:gd name="T91" fmla="*/ 400 h 842"/>
              <a:gd name="T92" fmla="*/ 0 w 846"/>
              <a:gd name="T93" fmla="*/ 352 h 842"/>
              <a:gd name="T94" fmla="*/ 0 w 846"/>
              <a:gd name="T95" fmla="*/ 332 h 842"/>
              <a:gd name="T96" fmla="*/ 128 w 846"/>
              <a:gd name="T97" fmla="*/ 333 h 842"/>
              <a:gd name="T98" fmla="*/ 232 w 846"/>
              <a:gd name="T99" fmla="*/ 342 h 842"/>
              <a:gd name="T100" fmla="*/ 245 w 846"/>
              <a:gd name="T101" fmla="*/ 0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46" h="842">
                <a:moveTo>
                  <a:pt x="245" y="0"/>
                </a:moveTo>
                <a:lnTo>
                  <a:pt x="432" y="7"/>
                </a:lnTo>
                <a:lnTo>
                  <a:pt x="432" y="160"/>
                </a:lnTo>
                <a:lnTo>
                  <a:pt x="527" y="202"/>
                </a:lnTo>
                <a:lnTo>
                  <a:pt x="553" y="188"/>
                </a:lnTo>
                <a:lnTo>
                  <a:pt x="616" y="221"/>
                </a:lnTo>
                <a:lnTo>
                  <a:pt x="653" y="219"/>
                </a:lnTo>
                <a:lnTo>
                  <a:pt x="725" y="186"/>
                </a:lnTo>
                <a:lnTo>
                  <a:pt x="767" y="218"/>
                </a:lnTo>
                <a:lnTo>
                  <a:pt x="803" y="226"/>
                </a:lnTo>
                <a:lnTo>
                  <a:pt x="803" y="350"/>
                </a:lnTo>
                <a:lnTo>
                  <a:pt x="846" y="428"/>
                </a:lnTo>
                <a:lnTo>
                  <a:pt x="836" y="534"/>
                </a:lnTo>
                <a:lnTo>
                  <a:pt x="790" y="576"/>
                </a:lnTo>
                <a:lnTo>
                  <a:pt x="780" y="537"/>
                </a:lnTo>
                <a:lnTo>
                  <a:pt x="767" y="555"/>
                </a:lnTo>
                <a:lnTo>
                  <a:pt x="777" y="580"/>
                </a:lnTo>
                <a:lnTo>
                  <a:pt x="695" y="643"/>
                </a:lnTo>
                <a:lnTo>
                  <a:pt x="675" y="647"/>
                </a:lnTo>
                <a:lnTo>
                  <a:pt x="632" y="678"/>
                </a:lnTo>
                <a:lnTo>
                  <a:pt x="632" y="696"/>
                </a:lnTo>
                <a:lnTo>
                  <a:pt x="619" y="700"/>
                </a:lnTo>
                <a:lnTo>
                  <a:pt x="629" y="721"/>
                </a:lnTo>
                <a:lnTo>
                  <a:pt x="606" y="752"/>
                </a:lnTo>
                <a:lnTo>
                  <a:pt x="619" y="798"/>
                </a:lnTo>
                <a:lnTo>
                  <a:pt x="632" y="814"/>
                </a:lnTo>
                <a:lnTo>
                  <a:pt x="629" y="842"/>
                </a:lnTo>
                <a:lnTo>
                  <a:pt x="596" y="842"/>
                </a:lnTo>
                <a:lnTo>
                  <a:pt x="567" y="828"/>
                </a:lnTo>
                <a:lnTo>
                  <a:pt x="547" y="831"/>
                </a:lnTo>
                <a:lnTo>
                  <a:pt x="481" y="807"/>
                </a:lnTo>
                <a:lnTo>
                  <a:pt x="452" y="710"/>
                </a:lnTo>
                <a:lnTo>
                  <a:pt x="406" y="664"/>
                </a:lnTo>
                <a:lnTo>
                  <a:pt x="365" y="580"/>
                </a:lnTo>
                <a:lnTo>
                  <a:pt x="347" y="571"/>
                </a:lnTo>
                <a:lnTo>
                  <a:pt x="325" y="550"/>
                </a:lnTo>
                <a:lnTo>
                  <a:pt x="304" y="550"/>
                </a:lnTo>
                <a:lnTo>
                  <a:pt x="272" y="543"/>
                </a:lnTo>
                <a:lnTo>
                  <a:pt x="248" y="550"/>
                </a:lnTo>
                <a:lnTo>
                  <a:pt x="232" y="593"/>
                </a:lnTo>
                <a:lnTo>
                  <a:pt x="207" y="600"/>
                </a:lnTo>
                <a:lnTo>
                  <a:pt x="153" y="567"/>
                </a:lnTo>
                <a:lnTo>
                  <a:pt x="121" y="527"/>
                </a:lnTo>
                <a:lnTo>
                  <a:pt x="116" y="479"/>
                </a:lnTo>
                <a:lnTo>
                  <a:pt x="93" y="446"/>
                </a:lnTo>
                <a:lnTo>
                  <a:pt x="39" y="400"/>
                </a:lnTo>
                <a:lnTo>
                  <a:pt x="0" y="352"/>
                </a:lnTo>
                <a:lnTo>
                  <a:pt x="0" y="332"/>
                </a:lnTo>
                <a:lnTo>
                  <a:pt x="128" y="333"/>
                </a:lnTo>
                <a:lnTo>
                  <a:pt x="232" y="342"/>
                </a:lnTo>
                <a:lnTo>
                  <a:pt x="245"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49" name="Freeform 5">
            <a:extLst>
              <a:ext uri="{FF2B5EF4-FFF2-40B4-BE49-F238E27FC236}">
                <a16:creationId xmlns:a16="http://schemas.microsoft.com/office/drawing/2014/main" id="{49DDE8F9-2BFE-7166-0197-DE2C23FD48B6}"/>
              </a:ext>
            </a:extLst>
          </p:cNvPr>
          <p:cNvSpPr>
            <a:spLocks/>
          </p:cNvSpPr>
          <p:nvPr/>
        </p:nvSpPr>
        <p:spPr bwMode="auto">
          <a:xfrm>
            <a:off x="4697413" y="3829050"/>
            <a:ext cx="468312" cy="431800"/>
          </a:xfrm>
          <a:custGeom>
            <a:avLst/>
            <a:gdLst>
              <a:gd name="T0" fmla="*/ 0 w 294"/>
              <a:gd name="T1" fmla="*/ 27 h 295"/>
              <a:gd name="T2" fmla="*/ 116 w 294"/>
              <a:gd name="T3" fmla="*/ 12 h 295"/>
              <a:gd name="T4" fmla="*/ 259 w 294"/>
              <a:gd name="T5" fmla="*/ 0 h 295"/>
              <a:gd name="T6" fmla="*/ 252 w 294"/>
              <a:gd name="T7" fmla="*/ 39 h 295"/>
              <a:gd name="T8" fmla="*/ 283 w 294"/>
              <a:gd name="T9" fmla="*/ 30 h 295"/>
              <a:gd name="T10" fmla="*/ 294 w 294"/>
              <a:gd name="T11" fmla="*/ 56 h 295"/>
              <a:gd name="T12" fmla="*/ 262 w 294"/>
              <a:gd name="T13" fmla="*/ 80 h 295"/>
              <a:gd name="T14" fmla="*/ 269 w 294"/>
              <a:gd name="T15" fmla="*/ 121 h 295"/>
              <a:gd name="T16" fmla="*/ 235 w 294"/>
              <a:gd name="T17" fmla="*/ 189 h 295"/>
              <a:gd name="T18" fmla="*/ 210 w 294"/>
              <a:gd name="T19" fmla="*/ 231 h 295"/>
              <a:gd name="T20" fmla="*/ 224 w 294"/>
              <a:gd name="T21" fmla="*/ 285 h 295"/>
              <a:gd name="T22" fmla="*/ 43 w 294"/>
              <a:gd name="T23" fmla="*/ 295 h 295"/>
              <a:gd name="T24" fmla="*/ 42 w 294"/>
              <a:gd name="T25" fmla="*/ 262 h 295"/>
              <a:gd name="T26" fmla="*/ 6 w 294"/>
              <a:gd name="T27" fmla="*/ 255 h 295"/>
              <a:gd name="T28" fmla="*/ 6 w 294"/>
              <a:gd name="T29" fmla="*/ 80 h 295"/>
              <a:gd name="T30" fmla="*/ 0 w 294"/>
              <a:gd name="T31" fmla="*/ 27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4" h="295">
                <a:moveTo>
                  <a:pt x="0" y="27"/>
                </a:moveTo>
                <a:lnTo>
                  <a:pt x="116" y="12"/>
                </a:lnTo>
                <a:lnTo>
                  <a:pt x="259" y="0"/>
                </a:lnTo>
                <a:lnTo>
                  <a:pt x="252" y="39"/>
                </a:lnTo>
                <a:lnTo>
                  <a:pt x="283" y="30"/>
                </a:lnTo>
                <a:lnTo>
                  <a:pt x="294" y="56"/>
                </a:lnTo>
                <a:lnTo>
                  <a:pt x="262" y="80"/>
                </a:lnTo>
                <a:lnTo>
                  <a:pt x="269" y="121"/>
                </a:lnTo>
                <a:lnTo>
                  <a:pt x="235" y="189"/>
                </a:lnTo>
                <a:lnTo>
                  <a:pt x="210" y="231"/>
                </a:lnTo>
                <a:lnTo>
                  <a:pt x="224" y="285"/>
                </a:lnTo>
                <a:lnTo>
                  <a:pt x="43" y="295"/>
                </a:lnTo>
                <a:lnTo>
                  <a:pt x="42" y="262"/>
                </a:lnTo>
                <a:lnTo>
                  <a:pt x="6" y="255"/>
                </a:lnTo>
                <a:lnTo>
                  <a:pt x="6" y="80"/>
                </a:lnTo>
                <a:lnTo>
                  <a:pt x="0" y="27"/>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0" name="Freeform 6">
            <a:extLst>
              <a:ext uri="{FF2B5EF4-FFF2-40B4-BE49-F238E27FC236}">
                <a16:creationId xmlns:a16="http://schemas.microsoft.com/office/drawing/2014/main" id="{29073013-2C8F-24EF-13EB-188815A67386}"/>
              </a:ext>
            </a:extLst>
          </p:cNvPr>
          <p:cNvSpPr>
            <a:spLocks/>
          </p:cNvSpPr>
          <p:nvPr/>
        </p:nvSpPr>
        <p:spPr bwMode="auto">
          <a:xfrm>
            <a:off x="4767263" y="4244975"/>
            <a:ext cx="569912" cy="452438"/>
          </a:xfrm>
          <a:custGeom>
            <a:avLst/>
            <a:gdLst>
              <a:gd name="T0" fmla="*/ 0 w 359"/>
              <a:gd name="T1" fmla="*/ 7 h 309"/>
              <a:gd name="T2" fmla="*/ 179 w 359"/>
              <a:gd name="T3" fmla="*/ 0 h 309"/>
              <a:gd name="T4" fmla="*/ 211 w 359"/>
              <a:gd name="T5" fmla="*/ 64 h 309"/>
              <a:gd name="T6" fmla="*/ 184 w 359"/>
              <a:gd name="T7" fmla="*/ 139 h 309"/>
              <a:gd name="T8" fmla="*/ 175 w 359"/>
              <a:gd name="T9" fmla="*/ 173 h 309"/>
              <a:gd name="T10" fmla="*/ 295 w 359"/>
              <a:gd name="T11" fmla="*/ 159 h 309"/>
              <a:gd name="T12" fmla="*/ 303 w 359"/>
              <a:gd name="T13" fmla="*/ 208 h 309"/>
              <a:gd name="T14" fmla="*/ 267 w 359"/>
              <a:gd name="T15" fmla="*/ 204 h 309"/>
              <a:gd name="T16" fmla="*/ 250 w 359"/>
              <a:gd name="T17" fmla="*/ 225 h 309"/>
              <a:gd name="T18" fmla="*/ 269 w 359"/>
              <a:gd name="T19" fmla="*/ 239 h 309"/>
              <a:gd name="T20" fmla="*/ 302 w 359"/>
              <a:gd name="T21" fmla="*/ 222 h 309"/>
              <a:gd name="T22" fmla="*/ 303 w 359"/>
              <a:gd name="T23" fmla="*/ 246 h 309"/>
              <a:gd name="T24" fmla="*/ 322 w 359"/>
              <a:gd name="T25" fmla="*/ 226 h 309"/>
              <a:gd name="T26" fmla="*/ 336 w 359"/>
              <a:gd name="T27" fmla="*/ 226 h 309"/>
              <a:gd name="T28" fmla="*/ 320 w 359"/>
              <a:gd name="T29" fmla="*/ 267 h 309"/>
              <a:gd name="T30" fmla="*/ 350 w 359"/>
              <a:gd name="T31" fmla="*/ 274 h 309"/>
              <a:gd name="T32" fmla="*/ 359 w 359"/>
              <a:gd name="T33" fmla="*/ 297 h 309"/>
              <a:gd name="T34" fmla="*/ 345 w 359"/>
              <a:gd name="T35" fmla="*/ 304 h 309"/>
              <a:gd name="T36" fmla="*/ 327 w 359"/>
              <a:gd name="T37" fmla="*/ 289 h 309"/>
              <a:gd name="T38" fmla="*/ 292 w 359"/>
              <a:gd name="T39" fmla="*/ 279 h 309"/>
              <a:gd name="T40" fmla="*/ 299 w 359"/>
              <a:gd name="T41" fmla="*/ 306 h 309"/>
              <a:gd name="T42" fmla="*/ 282 w 359"/>
              <a:gd name="T43" fmla="*/ 309 h 309"/>
              <a:gd name="T44" fmla="*/ 268 w 359"/>
              <a:gd name="T45" fmla="*/ 285 h 309"/>
              <a:gd name="T46" fmla="*/ 259 w 359"/>
              <a:gd name="T47" fmla="*/ 300 h 309"/>
              <a:gd name="T48" fmla="*/ 206 w 359"/>
              <a:gd name="T49" fmla="*/ 300 h 309"/>
              <a:gd name="T50" fmla="*/ 206 w 359"/>
              <a:gd name="T51" fmla="*/ 285 h 309"/>
              <a:gd name="T52" fmla="*/ 187 w 359"/>
              <a:gd name="T53" fmla="*/ 267 h 309"/>
              <a:gd name="T54" fmla="*/ 147 w 359"/>
              <a:gd name="T55" fmla="*/ 265 h 309"/>
              <a:gd name="T56" fmla="*/ 180 w 359"/>
              <a:gd name="T57" fmla="*/ 285 h 309"/>
              <a:gd name="T58" fmla="*/ 134 w 359"/>
              <a:gd name="T59" fmla="*/ 295 h 309"/>
              <a:gd name="T60" fmla="*/ 62 w 359"/>
              <a:gd name="T61" fmla="*/ 281 h 309"/>
              <a:gd name="T62" fmla="*/ 35 w 359"/>
              <a:gd name="T63" fmla="*/ 285 h 309"/>
              <a:gd name="T64" fmla="*/ 45 w 359"/>
              <a:gd name="T65" fmla="*/ 181 h 309"/>
              <a:gd name="T66" fmla="*/ 1 w 359"/>
              <a:gd name="T67" fmla="*/ 99 h 309"/>
              <a:gd name="T68" fmla="*/ 0 w 359"/>
              <a:gd name="T69" fmla="*/ 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9" h="309">
                <a:moveTo>
                  <a:pt x="0" y="7"/>
                </a:moveTo>
                <a:lnTo>
                  <a:pt x="179" y="0"/>
                </a:lnTo>
                <a:lnTo>
                  <a:pt x="211" y="64"/>
                </a:lnTo>
                <a:lnTo>
                  <a:pt x="184" y="139"/>
                </a:lnTo>
                <a:lnTo>
                  <a:pt x="175" y="173"/>
                </a:lnTo>
                <a:lnTo>
                  <a:pt x="295" y="159"/>
                </a:lnTo>
                <a:lnTo>
                  <a:pt x="303" y="208"/>
                </a:lnTo>
                <a:lnTo>
                  <a:pt x="267" y="204"/>
                </a:lnTo>
                <a:lnTo>
                  <a:pt x="250" y="225"/>
                </a:lnTo>
                <a:lnTo>
                  <a:pt x="269" y="239"/>
                </a:lnTo>
                <a:lnTo>
                  <a:pt x="302" y="222"/>
                </a:lnTo>
                <a:lnTo>
                  <a:pt x="303" y="246"/>
                </a:lnTo>
                <a:lnTo>
                  <a:pt x="322" y="226"/>
                </a:lnTo>
                <a:lnTo>
                  <a:pt x="336" y="226"/>
                </a:lnTo>
                <a:lnTo>
                  <a:pt x="320" y="267"/>
                </a:lnTo>
                <a:lnTo>
                  <a:pt x="350" y="274"/>
                </a:lnTo>
                <a:lnTo>
                  <a:pt x="359" y="297"/>
                </a:lnTo>
                <a:lnTo>
                  <a:pt x="345" y="304"/>
                </a:lnTo>
                <a:lnTo>
                  <a:pt x="327" y="289"/>
                </a:lnTo>
                <a:lnTo>
                  <a:pt x="292" y="279"/>
                </a:lnTo>
                <a:lnTo>
                  <a:pt x="299" y="306"/>
                </a:lnTo>
                <a:lnTo>
                  <a:pt x="282" y="309"/>
                </a:lnTo>
                <a:lnTo>
                  <a:pt x="268" y="285"/>
                </a:lnTo>
                <a:lnTo>
                  <a:pt x="259" y="300"/>
                </a:lnTo>
                <a:lnTo>
                  <a:pt x="206" y="300"/>
                </a:lnTo>
                <a:lnTo>
                  <a:pt x="206" y="285"/>
                </a:lnTo>
                <a:lnTo>
                  <a:pt x="187" y="267"/>
                </a:lnTo>
                <a:lnTo>
                  <a:pt x="147" y="265"/>
                </a:lnTo>
                <a:lnTo>
                  <a:pt x="180" y="285"/>
                </a:lnTo>
                <a:lnTo>
                  <a:pt x="134" y="295"/>
                </a:lnTo>
                <a:lnTo>
                  <a:pt x="62" y="281"/>
                </a:lnTo>
                <a:lnTo>
                  <a:pt x="35" y="285"/>
                </a:lnTo>
                <a:lnTo>
                  <a:pt x="45" y="181"/>
                </a:lnTo>
                <a:lnTo>
                  <a:pt x="1" y="99"/>
                </a:lnTo>
                <a:lnTo>
                  <a:pt x="0" y="7"/>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1" name="Freeform 7">
            <a:extLst>
              <a:ext uri="{FF2B5EF4-FFF2-40B4-BE49-F238E27FC236}">
                <a16:creationId xmlns:a16="http://schemas.microsoft.com/office/drawing/2014/main" id="{D41D46B6-FBED-DBC1-4707-CB9CE205049D}"/>
              </a:ext>
            </a:extLst>
          </p:cNvPr>
          <p:cNvSpPr>
            <a:spLocks/>
          </p:cNvSpPr>
          <p:nvPr/>
        </p:nvSpPr>
        <p:spPr bwMode="auto">
          <a:xfrm>
            <a:off x="4376738" y="2333625"/>
            <a:ext cx="635000" cy="709613"/>
          </a:xfrm>
          <a:custGeom>
            <a:avLst/>
            <a:gdLst>
              <a:gd name="T0" fmla="*/ 0 w 400"/>
              <a:gd name="T1" fmla="*/ 38 h 485"/>
              <a:gd name="T2" fmla="*/ 105 w 400"/>
              <a:gd name="T3" fmla="*/ 38 h 485"/>
              <a:gd name="T4" fmla="*/ 104 w 400"/>
              <a:gd name="T5" fmla="*/ 0 h 485"/>
              <a:gd name="T6" fmla="*/ 126 w 400"/>
              <a:gd name="T7" fmla="*/ 11 h 485"/>
              <a:gd name="T8" fmla="*/ 131 w 400"/>
              <a:gd name="T9" fmla="*/ 40 h 485"/>
              <a:gd name="T10" fmla="*/ 181 w 400"/>
              <a:gd name="T11" fmla="*/ 72 h 485"/>
              <a:gd name="T12" fmla="*/ 196 w 400"/>
              <a:gd name="T13" fmla="*/ 58 h 485"/>
              <a:gd name="T14" fmla="*/ 226 w 400"/>
              <a:gd name="T15" fmla="*/ 58 h 485"/>
              <a:gd name="T16" fmla="*/ 249 w 400"/>
              <a:gd name="T17" fmla="*/ 86 h 485"/>
              <a:gd name="T18" fmla="*/ 264 w 400"/>
              <a:gd name="T19" fmla="*/ 76 h 485"/>
              <a:gd name="T20" fmla="*/ 308 w 400"/>
              <a:gd name="T21" fmla="*/ 87 h 485"/>
              <a:gd name="T22" fmla="*/ 323 w 400"/>
              <a:gd name="T23" fmla="*/ 66 h 485"/>
              <a:gd name="T24" fmla="*/ 351 w 400"/>
              <a:gd name="T25" fmla="*/ 83 h 485"/>
              <a:gd name="T26" fmla="*/ 400 w 400"/>
              <a:gd name="T27" fmla="*/ 80 h 485"/>
              <a:gd name="T28" fmla="*/ 320 w 400"/>
              <a:gd name="T29" fmla="*/ 140 h 485"/>
              <a:gd name="T30" fmla="*/ 281 w 400"/>
              <a:gd name="T31" fmla="*/ 193 h 485"/>
              <a:gd name="T32" fmla="*/ 288 w 400"/>
              <a:gd name="T33" fmla="*/ 269 h 485"/>
              <a:gd name="T34" fmla="*/ 261 w 400"/>
              <a:gd name="T35" fmla="*/ 301 h 485"/>
              <a:gd name="T36" fmla="*/ 272 w 400"/>
              <a:gd name="T37" fmla="*/ 324 h 485"/>
              <a:gd name="T38" fmla="*/ 272 w 400"/>
              <a:gd name="T39" fmla="*/ 380 h 485"/>
              <a:gd name="T40" fmla="*/ 299 w 400"/>
              <a:gd name="T41" fmla="*/ 380 h 485"/>
              <a:gd name="T42" fmla="*/ 340 w 400"/>
              <a:gd name="T43" fmla="*/ 421 h 485"/>
              <a:gd name="T44" fmla="*/ 356 w 400"/>
              <a:gd name="T45" fmla="*/ 471 h 485"/>
              <a:gd name="T46" fmla="*/ 73 w 400"/>
              <a:gd name="T47" fmla="*/ 485 h 485"/>
              <a:gd name="T48" fmla="*/ 74 w 400"/>
              <a:gd name="T49" fmla="*/ 351 h 485"/>
              <a:gd name="T50" fmla="*/ 49 w 400"/>
              <a:gd name="T51" fmla="*/ 321 h 485"/>
              <a:gd name="T52" fmla="*/ 58 w 400"/>
              <a:gd name="T53" fmla="*/ 286 h 485"/>
              <a:gd name="T54" fmla="*/ 66 w 400"/>
              <a:gd name="T55" fmla="*/ 266 h 485"/>
              <a:gd name="T56" fmla="*/ 49 w 400"/>
              <a:gd name="T57" fmla="*/ 173 h 485"/>
              <a:gd name="T58" fmla="*/ 25 w 400"/>
              <a:gd name="T59" fmla="*/ 112 h 485"/>
              <a:gd name="T60" fmla="*/ 0 w 400"/>
              <a:gd name="T61" fmla="*/ 3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485">
                <a:moveTo>
                  <a:pt x="0" y="38"/>
                </a:moveTo>
                <a:lnTo>
                  <a:pt x="105" y="38"/>
                </a:lnTo>
                <a:lnTo>
                  <a:pt x="104" y="0"/>
                </a:lnTo>
                <a:lnTo>
                  <a:pt x="126" y="11"/>
                </a:lnTo>
                <a:lnTo>
                  <a:pt x="131" y="40"/>
                </a:lnTo>
                <a:lnTo>
                  <a:pt x="181" y="72"/>
                </a:lnTo>
                <a:lnTo>
                  <a:pt x="196" y="58"/>
                </a:lnTo>
                <a:lnTo>
                  <a:pt x="226" y="58"/>
                </a:lnTo>
                <a:lnTo>
                  <a:pt x="249" y="86"/>
                </a:lnTo>
                <a:lnTo>
                  <a:pt x="264" y="76"/>
                </a:lnTo>
                <a:lnTo>
                  <a:pt x="308" y="87"/>
                </a:lnTo>
                <a:lnTo>
                  <a:pt x="323" y="66"/>
                </a:lnTo>
                <a:lnTo>
                  <a:pt x="351" y="83"/>
                </a:lnTo>
                <a:lnTo>
                  <a:pt x="400" y="80"/>
                </a:lnTo>
                <a:lnTo>
                  <a:pt x="320" y="140"/>
                </a:lnTo>
                <a:lnTo>
                  <a:pt x="281" y="193"/>
                </a:lnTo>
                <a:lnTo>
                  <a:pt x="288" y="269"/>
                </a:lnTo>
                <a:lnTo>
                  <a:pt x="261" y="301"/>
                </a:lnTo>
                <a:lnTo>
                  <a:pt x="272" y="324"/>
                </a:lnTo>
                <a:lnTo>
                  <a:pt x="272" y="380"/>
                </a:lnTo>
                <a:lnTo>
                  <a:pt x="299" y="380"/>
                </a:lnTo>
                <a:lnTo>
                  <a:pt x="340" y="421"/>
                </a:lnTo>
                <a:lnTo>
                  <a:pt x="356" y="471"/>
                </a:lnTo>
                <a:lnTo>
                  <a:pt x="73" y="485"/>
                </a:lnTo>
                <a:lnTo>
                  <a:pt x="74" y="351"/>
                </a:lnTo>
                <a:lnTo>
                  <a:pt x="49" y="321"/>
                </a:lnTo>
                <a:lnTo>
                  <a:pt x="58" y="286"/>
                </a:lnTo>
                <a:lnTo>
                  <a:pt x="66" y="266"/>
                </a:lnTo>
                <a:lnTo>
                  <a:pt x="49" y="173"/>
                </a:lnTo>
                <a:lnTo>
                  <a:pt x="25" y="112"/>
                </a:lnTo>
                <a:lnTo>
                  <a:pt x="0" y="38"/>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2" name="Freeform 8">
            <a:extLst>
              <a:ext uri="{FF2B5EF4-FFF2-40B4-BE49-F238E27FC236}">
                <a16:creationId xmlns:a16="http://schemas.microsoft.com/office/drawing/2014/main" id="{D46C5390-4608-17A4-F2A9-ACDD9FC1E86C}"/>
              </a:ext>
            </a:extLst>
          </p:cNvPr>
          <p:cNvSpPr>
            <a:spLocks/>
          </p:cNvSpPr>
          <p:nvPr/>
        </p:nvSpPr>
        <p:spPr bwMode="auto">
          <a:xfrm>
            <a:off x="4787900" y="2578100"/>
            <a:ext cx="481013" cy="558800"/>
          </a:xfrm>
          <a:custGeom>
            <a:avLst/>
            <a:gdLst>
              <a:gd name="T0" fmla="*/ 22 w 304"/>
              <a:gd name="T1" fmla="*/ 26 h 382"/>
              <a:gd name="T2" fmla="*/ 45 w 304"/>
              <a:gd name="T3" fmla="*/ 23 h 382"/>
              <a:gd name="T4" fmla="*/ 65 w 304"/>
              <a:gd name="T5" fmla="*/ 23 h 382"/>
              <a:gd name="T6" fmla="*/ 79 w 304"/>
              <a:gd name="T7" fmla="*/ 0 h 382"/>
              <a:gd name="T8" fmla="*/ 88 w 304"/>
              <a:gd name="T9" fmla="*/ 28 h 382"/>
              <a:gd name="T10" fmla="*/ 121 w 304"/>
              <a:gd name="T11" fmla="*/ 28 h 382"/>
              <a:gd name="T12" fmla="*/ 139 w 304"/>
              <a:gd name="T13" fmla="*/ 54 h 382"/>
              <a:gd name="T14" fmla="*/ 173 w 304"/>
              <a:gd name="T15" fmla="*/ 47 h 382"/>
              <a:gd name="T16" fmla="*/ 196 w 304"/>
              <a:gd name="T17" fmla="*/ 64 h 382"/>
              <a:gd name="T18" fmla="*/ 238 w 304"/>
              <a:gd name="T19" fmla="*/ 75 h 382"/>
              <a:gd name="T20" fmla="*/ 246 w 304"/>
              <a:gd name="T21" fmla="*/ 95 h 382"/>
              <a:gd name="T22" fmla="*/ 268 w 304"/>
              <a:gd name="T23" fmla="*/ 97 h 382"/>
              <a:gd name="T24" fmla="*/ 261 w 304"/>
              <a:gd name="T25" fmla="*/ 117 h 382"/>
              <a:gd name="T26" fmla="*/ 269 w 304"/>
              <a:gd name="T27" fmla="*/ 139 h 382"/>
              <a:gd name="T28" fmla="*/ 255 w 304"/>
              <a:gd name="T29" fmla="*/ 167 h 382"/>
              <a:gd name="T30" fmla="*/ 265 w 304"/>
              <a:gd name="T31" fmla="*/ 173 h 382"/>
              <a:gd name="T32" fmla="*/ 289 w 304"/>
              <a:gd name="T33" fmla="*/ 142 h 382"/>
              <a:gd name="T34" fmla="*/ 288 w 304"/>
              <a:gd name="T35" fmla="*/ 132 h 382"/>
              <a:gd name="T36" fmla="*/ 297 w 304"/>
              <a:gd name="T37" fmla="*/ 127 h 382"/>
              <a:gd name="T38" fmla="*/ 304 w 304"/>
              <a:gd name="T39" fmla="*/ 142 h 382"/>
              <a:gd name="T40" fmla="*/ 285 w 304"/>
              <a:gd name="T41" fmla="*/ 164 h 382"/>
              <a:gd name="T42" fmla="*/ 278 w 304"/>
              <a:gd name="T43" fmla="*/ 212 h 382"/>
              <a:gd name="T44" fmla="*/ 278 w 304"/>
              <a:gd name="T45" fmla="*/ 293 h 382"/>
              <a:gd name="T46" fmla="*/ 289 w 304"/>
              <a:gd name="T47" fmla="*/ 307 h 382"/>
              <a:gd name="T48" fmla="*/ 284 w 304"/>
              <a:gd name="T49" fmla="*/ 358 h 382"/>
              <a:gd name="T50" fmla="*/ 140 w 304"/>
              <a:gd name="T51" fmla="*/ 382 h 382"/>
              <a:gd name="T52" fmla="*/ 104 w 304"/>
              <a:gd name="T53" fmla="*/ 359 h 382"/>
              <a:gd name="T54" fmla="*/ 111 w 304"/>
              <a:gd name="T55" fmla="*/ 328 h 382"/>
              <a:gd name="T56" fmla="*/ 94 w 304"/>
              <a:gd name="T57" fmla="*/ 295 h 382"/>
              <a:gd name="T58" fmla="*/ 79 w 304"/>
              <a:gd name="T59" fmla="*/ 254 h 382"/>
              <a:gd name="T60" fmla="*/ 38 w 304"/>
              <a:gd name="T61" fmla="*/ 213 h 382"/>
              <a:gd name="T62" fmla="*/ 13 w 304"/>
              <a:gd name="T63" fmla="*/ 213 h 382"/>
              <a:gd name="T64" fmla="*/ 13 w 304"/>
              <a:gd name="T65" fmla="*/ 157 h 382"/>
              <a:gd name="T66" fmla="*/ 0 w 304"/>
              <a:gd name="T67" fmla="*/ 135 h 382"/>
              <a:gd name="T68" fmla="*/ 28 w 304"/>
              <a:gd name="T69" fmla="*/ 102 h 382"/>
              <a:gd name="T70" fmla="*/ 22 w 304"/>
              <a:gd name="T71" fmla="*/ 2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4" h="382">
                <a:moveTo>
                  <a:pt x="22" y="26"/>
                </a:moveTo>
                <a:lnTo>
                  <a:pt x="45" y="23"/>
                </a:lnTo>
                <a:lnTo>
                  <a:pt x="65" y="23"/>
                </a:lnTo>
                <a:lnTo>
                  <a:pt x="79" y="0"/>
                </a:lnTo>
                <a:lnTo>
                  <a:pt x="88" y="28"/>
                </a:lnTo>
                <a:lnTo>
                  <a:pt x="121" y="28"/>
                </a:lnTo>
                <a:lnTo>
                  <a:pt x="139" y="54"/>
                </a:lnTo>
                <a:lnTo>
                  <a:pt x="173" y="47"/>
                </a:lnTo>
                <a:lnTo>
                  <a:pt x="196" y="64"/>
                </a:lnTo>
                <a:lnTo>
                  <a:pt x="238" y="75"/>
                </a:lnTo>
                <a:lnTo>
                  <a:pt x="246" y="95"/>
                </a:lnTo>
                <a:lnTo>
                  <a:pt x="268" y="97"/>
                </a:lnTo>
                <a:lnTo>
                  <a:pt x="261" y="117"/>
                </a:lnTo>
                <a:lnTo>
                  <a:pt x="269" y="139"/>
                </a:lnTo>
                <a:lnTo>
                  <a:pt x="255" y="167"/>
                </a:lnTo>
                <a:lnTo>
                  <a:pt x="265" y="173"/>
                </a:lnTo>
                <a:lnTo>
                  <a:pt x="289" y="142"/>
                </a:lnTo>
                <a:lnTo>
                  <a:pt x="288" y="132"/>
                </a:lnTo>
                <a:lnTo>
                  <a:pt x="297" y="127"/>
                </a:lnTo>
                <a:lnTo>
                  <a:pt x="304" y="142"/>
                </a:lnTo>
                <a:lnTo>
                  <a:pt x="285" y="164"/>
                </a:lnTo>
                <a:lnTo>
                  <a:pt x="278" y="212"/>
                </a:lnTo>
                <a:lnTo>
                  <a:pt x="278" y="293"/>
                </a:lnTo>
                <a:lnTo>
                  <a:pt x="289" y="307"/>
                </a:lnTo>
                <a:lnTo>
                  <a:pt x="284" y="358"/>
                </a:lnTo>
                <a:lnTo>
                  <a:pt x="140" y="382"/>
                </a:lnTo>
                <a:lnTo>
                  <a:pt x="104" y="359"/>
                </a:lnTo>
                <a:lnTo>
                  <a:pt x="111" y="328"/>
                </a:lnTo>
                <a:lnTo>
                  <a:pt x="94" y="295"/>
                </a:lnTo>
                <a:lnTo>
                  <a:pt x="79" y="254"/>
                </a:lnTo>
                <a:lnTo>
                  <a:pt x="38" y="213"/>
                </a:lnTo>
                <a:lnTo>
                  <a:pt x="13" y="213"/>
                </a:lnTo>
                <a:lnTo>
                  <a:pt x="13" y="157"/>
                </a:lnTo>
                <a:lnTo>
                  <a:pt x="0" y="135"/>
                </a:lnTo>
                <a:lnTo>
                  <a:pt x="28" y="102"/>
                </a:lnTo>
                <a:lnTo>
                  <a:pt x="22" y="26"/>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3" name="Freeform 9">
            <a:extLst>
              <a:ext uri="{FF2B5EF4-FFF2-40B4-BE49-F238E27FC236}">
                <a16:creationId xmlns:a16="http://schemas.microsoft.com/office/drawing/2014/main" id="{AF37FA4E-B59B-72CB-F9E0-5CD7B1F5931A}"/>
              </a:ext>
            </a:extLst>
          </p:cNvPr>
          <p:cNvSpPr>
            <a:spLocks/>
          </p:cNvSpPr>
          <p:nvPr/>
        </p:nvSpPr>
        <p:spPr bwMode="auto">
          <a:xfrm>
            <a:off x="4976813" y="2498725"/>
            <a:ext cx="519112" cy="222250"/>
          </a:xfrm>
          <a:custGeom>
            <a:avLst/>
            <a:gdLst>
              <a:gd name="T0" fmla="*/ 0 w 327"/>
              <a:gd name="T1" fmla="*/ 84 h 152"/>
              <a:gd name="T2" fmla="*/ 73 w 327"/>
              <a:gd name="T3" fmla="*/ 0 h 152"/>
              <a:gd name="T4" fmla="*/ 60 w 327"/>
              <a:gd name="T5" fmla="*/ 34 h 152"/>
              <a:gd name="T6" fmla="*/ 70 w 327"/>
              <a:gd name="T7" fmla="*/ 45 h 152"/>
              <a:gd name="T8" fmla="*/ 93 w 327"/>
              <a:gd name="T9" fmla="*/ 31 h 152"/>
              <a:gd name="T10" fmla="*/ 143 w 327"/>
              <a:gd name="T11" fmla="*/ 52 h 152"/>
              <a:gd name="T12" fmla="*/ 165 w 327"/>
              <a:gd name="T13" fmla="*/ 34 h 152"/>
              <a:gd name="T14" fmla="*/ 233 w 327"/>
              <a:gd name="T15" fmla="*/ 25 h 152"/>
              <a:gd name="T16" fmla="*/ 246 w 327"/>
              <a:gd name="T17" fmla="*/ 46 h 152"/>
              <a:gd name="T18" fmla="*/ 272 w 327"/>
              <a:gd name="T19" fmla="*/ 41 h 152"/>
              <a:gd name="T20" fmla="*/ 324 w 327"/>
              <a:gd name="T21" fmla="*/ 64 h 152"/>
              <a:gd name="T22" fmla="*/ 327 w 327"/>
              <a:gd name="T23" fmla="*/ 80 h 152"/>
              <a:gd name="T24" fmla="*/ 271 w 327"/>
              <a:gd name="T25" fmla="*/ 94 h 152"/>
              <a:gd name="T26" fmla="*/ 255 w 327"/>
              <a:gd name="T27" fmla="*/ 84 h 152"/>
              <a:gd name="T28" fmla="*/ 227 w 327"/>
              <a:gd name="T29" fmla="*/ 87 h 152"/>
              <a:gd name="T30" fmla="*/ 194 w 327"/>
              <a:gd name="T31" fmla="*/ 108 h 152"/>
              <a:gd name="T32" fmla="*/ 178 w 327"/>
              <a:gd name="T33" fmla="*/ 109 h 152"/>
              <a:gd name="T34" fmla="*/ 166 w 327"/>
              <a:gd name="T35" fmla="*/ 94 h 152"/>
              <a:gd name="T36" fmla="*/ 148 w 327"/>
              <a:gd name="T37" fmla="*/ 151 h 152"/>
              <a:gd name="T38" fmla="*/ 127 w 327"/>
              <a:gd name="T39" fmla="*/ 152 h 152"/>
              <a:gd name="T40" fmla="*/ 118 w 327"/>
              <a:gd name="T41" fmla="*/ 129 h 152"/>
              <a:gd name="T42" fmla="*/ 74 w 327"/>
              <a:gd name="T43" fmla="*/ 119 h 152"/>
              <a:gd name="T44" fmla="*/ 54 w 327"/>
              <a:gd name="T45" fmla="*/ 102 h 152"/>
              <a:gd name="T46" fmla="*/ 18 w 327"/>
              <a:gd name="T47" fmla="*/ 108 h 152"/>
              <a:gd name="T48" fmla="*/ 0 w 327"/>
              <a:gd name="T49" fmla="*/ 8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7" h="152">
                <a:moveTo>
                  <a:pt x="0" y="84"/>
                </a:moveTo>
                <a:lnTo>
                  <a:pt x="73" y="0"/>
                </a:lnTo>
                <a:lnTo>
                  <a:pt x="60" y="34"/>
                </a:lnTo>
                <a:lnTo>
                  <a:pt x="70" y="45"/>
                </a:lnTo>
                <a:lnTo>
                  <a:pt x="93" y="31"/>
                </a:lnTo>
                <a:lnTo>
                  <a:pt x="143" y="52"/>
                </a:lnTo>
                <a:lnTo>
                  <a:pt x="165" y="34"/>
                </a:lnTo>
                <a:lnTo>
                  <a:pt x="233" y="25"/>
                </a:lnTo>
                <a:lnTo>
                  <a:pt x="246" y="46"/>
                </a:lnTo>
                <a:lnTo>
                  <a:pt x="272" y="41"/>
                </a:lnTo>
                <a:lnTo>
                  <a:pt x="324" y="64"/>
                </a:lnTo>
                <a:lnTo>
                  <a:pt x="327" y="80"/>
                </a:lnTo>
                <a:lnTo>
                  <a:pt x="271" y="94"/>
                </a:lnTo>
                <a:lnTo>
                  <a:pt x="255" y="84"/>
                </a:lnTo>
                <a:lnTo>
                  <a:pt x="227" y="87"/>
                </a:lnTo>
                <a:lnTo>
                  <a:pt x="194" y="108"/>
                </a:lnTo>
                <a:lnTo>
                  <a:pt x="178" y="109"/>
                </a:lnTo>
                <a:lnTo>
                  <a:pt x="166" y="94"/>
                </a:lnTo>
                <a:lnTo>
                  <a:pt x="148" y="151"/>
                </a:lnTo>
                <a:lnTo>
                  <a:pt x="127" y="152"/>
                </a:lnTo>
                <a:lnTo>
                  <a:pt x="118" y="129"/>
                </a:lnTo>
                <a:lnTo>
                  <a:pt x="74" y="119"/>
                </a:lnTo>
                <a:lnTo>
                  <a:pt x="54" y="102"/>
                </a:lnTo>
                <a:lnTo>
                  <a:pt x="18" y="108"/>
                </a:lnTo>
                <a:lnTo>
                  <a:pt x="0" y="84"/>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4" name="Freeform 10">
            <a:extLst>
              <a:ext uri="{FF2B5EF4-FFF2-40B4-BE49-F238E27FC236}">
                <a16:creationId xmlns:a16="http://schemas.microsoft.com/office/drawing/2014/main" id="{2C423AA8-1A5C-207C-F226-D065149198F0}"/>
              </a:ext>
            </a:extLst>
          </p:cNvPr>
          <p:cNvSpPr>
            <a:spLocks/>
          </p:cNvSpPr>
          <p:nvPr/>
        </p:nvSpPr>
        <p:spPr bwMode="auto">
          <a:xfrm>
            <a:off x="5337175" y="2655888"/>
            <a:ext cx="369888" cy="498475"/>
          </a:xfrm>
          <a:custGeom>
            <a:avLst/>
            <a:gdLst>
              <a:gd name="T0" fmla="*/ 59 w 234"/>
              <a:gd name="T1" fmla="*/ 14 h 341"/>
              <a:gd name="T2" fmla="*/ 67 w 234"/>
              <a:gd name="T3" fmla="*/ 35 h 341"/>
              <a:gd name="T4" fmla="*/ 51 w 234"/>
              <a:gd name="T5" fmla="*/ 48 h 341"/>
              <a:gd name="T6" fmla="*/ 50 w 234"/>
              <a:gd name="T7" fmla="*/ 102 h 341"/>
              <a:gd name="T8" fmla="*/ 41 w 234"/>
              <a:gd name="T9" fmla="*/ 67 h 341"/>
              <a:gd name="T10" fmla="*/ 7 w 234"/>
              <a:gd name="T11" fmla="*/ 101 h 341"/>
              <a:gd name="T12" fmla="*/ 0 w 234"/>
              <a:gd name="T13" fmla="*/ 199 h 341"/>
              <a:gd name="T14" fmla="*/ 21 w 234"/>
              <a:gd name="T15" fmla="*/ 247 h 341"/>
              <a:gd name="T16" fmla="*/ 24 w 234"/>
              <a:gd name="T17" fmla="*/ 272 h 341"/>
              <a:gd name="T18" fmla="*/ 25 w 234"/>
              <a:gd name="T19" fmla="*/ 292 h 341"/>
              <a:gd name="T20" fmla="*/ 24 w 234"/>
              <a:gd name="T21" fmla="*/ 309 h 341"/>
              <a:gd name="T22" fmla="*/ 19 w 234"/>
              <a:gd name="T23" fmla="*/ 341 h 341"/>
              <a:gd name="T24" fmla="*/ 111 w 234"/>
              <a:gd name="T25" fmla="*/ 335 h 341"/>
              <a:gd name="T26" fmla="*/ 233 w 234"/>
              <a:gd name="T27" fmla="*/ 323 h 341"/>
              <a:gd name="T28" fmla="*/ 211 w 234"/>
              <a:gd name="T29" fmla="*/ 316 h 341"/>
              <a:gd name="T30" fmla="*/ 199 w 234"/>
              <a:gd name="T31" fmla="*/ 299 h 341"/>
              <a:gd name="T32" fmla="*/ 217 w 234"/>
              <a:gd name="T33" fmla="*/ 283 h 341"/>
              <a:gd name="T34" fmla="*/ 217 w 234"/>
              <a:gd name="T35" fmla="*/ 265 h 341"/>
              <a:gd name="T36" fmla="*/ 208 w 234"/>
              <a:gd name="T37" fmla="*/ 248 h 341"/>
              <a:gd name="T38" fmla="*/ 217 w 234"/>
              <a:gd name="T39" fmla="*/ 236 h 341"/>
              <a:gd name="T40" fmla="*/ 234 w 234"/>
              <a:gd name="T41" fmla="*/ 238 h 341"/>
              <a:gd name="T42" fmla="*/ 230 w 234"/>
              <a:gd name="T43" fmla="*/ 191 h 341"/>
              <a:gd name="T44" fmla="*/ 226 w 234"/>
              <a:gd name="T45" fmla="*/ 162 h 341"/>
              <a:gd name="T46" fmla="*/ 216 w 234"/>
              <a:gd name="T47" fmla="*/ 145 h 341"/>
              <a:gd name="T48" fmla="*/ 206 w 234"/>
              <a:gd name="T49" fmla="*/ 134 h 341"/>
              <a:gd name="T50" fmla="*/ 191 w 234"/>
              <a:gd name="T51" fmla="*/ 131 h 341"/>
              <a:gd name="T52" fmla="*/ 177 w 234"/>
              <a:gd name="T53" fmla="*/ 131 h 341"/>
              <a:gd name="T54" fmla="*/ 161 w 234"/>
              <a:gd name="T55" fmla="*/ 153 h 341"/>
              <a:gd name="T56" fmla="*/ 152 w 234"/>
              <a:gd name="T57" fmla="*/ 160 h 341"/>
              <a:gd name="T58" fmla="*/ 145 w 234"/>
              <a:gd name="T59" fmla="*/ 162 h 341"/>
              <a:gd name="T60" fmla="*/ 137 w 234"/>
              <a:gd name="T61" fmla="*/ 159 h 341"/>
              <a:gd name="T62" fmla="*/ 135 w 234"/>
              <a:gd name="T63" fmla="*/ 148 h 341"/>
              <a:gd name="T64" fmla="*/ 137 w 234"/>
              <a:gd name="T65" fmla="*/ 141 h 341"/>
              <a:gd name="T66" fmla="*/ 144 w 234"/>
              <a:gd name="T67" fmla="*/ 134 h 341"/>
              <a:gd name="T68" fmla="*/ 151 w 234"/>
              <a:gd name="T69" fmla="*/ 131 h 341"/>
              <a:gd name="T70" fmla="*/ 157 w 234"/>
              <a:gd name="T71" fmla="*/ 129 h 341"/>
              <a:gd name="T72" fmla="*/ 157 w 234"/>
              <a:gd name="T73" fmla="*/ 117 h 341"/>
              <a:gd name="T74" fmla="*/ 175 w 234"/>
              <a:gd name="T75" fmla="*/ 102 h 341"/>
              <a:gd name="T76" fmla="*/ 157 w 234"/>
              <a:gd name="T77" fmla="*/ 58 h 341"/>
              <a:gd name="T78" fmla="*/ 157 w 234"/>
              <a:gd name="T79" fmla="*/ 37 h 341"/>
              <a:gd name="T80" fmla="*/ 128 w 234"/>
              <a:gd name="T81" fmla="*/ 28 h 341"/>
              <a:gd name="T82" fmla="*/ 85 w 234"/>
              <a:gd name="T83" fmla="*/ 0 h 341"/>
              <a:gd name="T84" fmla="*/ 59 w 234"/>
              <a:gd name="T85" fmla="*/ 14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4" h="341">
                <a:moveTo>
                  <a:pt x="59" y="14"/>
                </a:moveTo>
                <a:lnTo>
                  <a:pt x="67" y="35"/>
                </a:lnTo>
                <a:lnTo>
                  <a:pt x="51" y="48"/>
                </a:lnTo>
                <a:lnTo>
                  <a:pt x="50" y="102"/>
                </a:lnTo>
                <a:lnTo>
                  <a:pt x="41" y="67"/>
                </a:lnTo>
                <a:lnTo>
                  <a:pt x="7" y="101"/>
                </a:lnTo>
                <a:lnTo>
                  <a:pt x="0" y="199"/>
                </a:lnTo>
                <a:lnTo>
                  <a:pt x="21" y="247"/>
                </a:lnTo>
                <a:lnTo>
                  <a:pt x="24" y="272"/>
                </a:lnTo>
                <a:lnTo>
                  <a:pt x="25" y="292"/>
                </a:lnTo>
                <a:lnTo>
                  <a:pt x="24" y="309"/>
                </a:lnTo>
                <a:lnTo>
                  <a:pt x="19" y="341"/>
                </a:lnTo>
                <a:lnTo>
                  <a:pt x="111" y="335"/>
                </a:lnTo>
                <a:lnTo>
                  <a:pt x="233" y="323"/>
                </a:lnTo>
                <a:lnTo>
                  <a:pt x="211" y="316"/>
                </a:lnTo>
                <a:lnTo>
                  <a:pt x="199" y="299"/>
                </a:lnTo>
                <a:lnTo>
                  <a:pt x="217" y="283"/>
                </a:lnTo>
                <a:lnTo>
                  <a:pt x="217" y="265"/>
                </a:lnTo>
                <a:lnTo>
                  <a:pt x="208" y="248"/>
                </a:lnTo>
                <a:lnTo>
                  <a:pt x="217" y="236"/>
                </a:lnTo>
                <a:lnTo>
                  <a:pt x="234" y="238"/>
                </a:lnTo>
                <a:lnTo>
                  <a:pt x="230" y="191"/>
                </a:lnTo>
                <a:lnTo>
                  <a:pt x="226" y="162"/>
                </a:lnTo>
                <a:lnTo>
                  <a:pt x="216" y="145"/>
                </a:lnTo>
                <a:lnTo>
                  <a:pt x="206" y="134"/>
                </a:lnTo>
                <a:lnTo>
                  <a:pt x="191" y="131"/>
                </a:lnTo>
                <a:lnTo>
                  <a:pt x="177" y="131"/>
                </a:lnTo>
                <a:lnTo>
                  <a:pt x="161" y="153"/>
                </a:lnTo>
                <a:lnTo>
                  <a:pt x="152" y="160"/>
                </a:lnTo>
                <a:lnTo>
                  <a:pt x="145" y="162"/>
                </a:lnTo>
                <a:lnTo>
                  <a:pt x="137" y="159"/>
                </a:lnTo>
                <a:lnTo>
                  <a:pt x="135" y="148"/>
                </a:lnTo>
                <a:lnTo>
                  <a:pt x="137" y="141"/>
                </a:lnTo>
                <a:lnTo>
                  <a:pt x="144" y="134"/>
                </a:lnTo>
                <a:lnTo>
                  <a:pt x="151" y="131"/>
                </a:lnTo>
                <a:lnTo>
                  <a:pt x="157" y="129"/>
                </a:lnTo>
                <a:lnTo>
                  <a:pt x="157" y="117"/>
                </a:lnTo>
                <a:lnTo>
                  <a:pt x="175" y="102"/>
                </a:lnTo>
                <a:lnTo>
                  <a:pt x="157" y="58"/>
                </a:lnTo>
                <a:lnTo>
                  <a:pt x="157" y="37"/>
                </a:lnTo>
                <a:lnTo>
                  <a:pt x="128" y="28"/>
                </a:lnTo>
                <a:lnTo>
                  <a:pt x="85" y="0"/>
                </a:lnTo>
                <a:lnTo>
                  <a:pt x="59" y="14"/>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5" name="Freeform 11">
            <a:extLst>
              <a:ext uri="{FF2B5EF4-FFF2-40B4-BE49-F238E27FC236}">
                <a16:creationId xmlns:a16="http://schemas.microsoft.com/office/drawing/2014/main" id="{D4CCA88B-0831-4D8F-B033-621A7446D0E5}"/>
              </a:ext>
            </a:extLst>
          </p:cNvPr>
          <p:cNvSpPr>
            <a:spLocks/>
          </p:cNvSpPr>
          <p:nvPr/>
        </p:nvSpPr>
        <p:spPr bwMode="auto">
          <a:xfrm>
            <a:off x="5808663" y="3851275"/>
            <a:ext cx="476250" cy="373063"/>
          </a:xfrm>
          <a:custGeom>
            <a:avLst/>
            <a:gdLst>
              <a:gd name="T0" fmla="*/ 11 w 300"/>
              <a:gd name="T1" fmla="*/ 46 h 255"/>
              <a:gd name="T2" fmla="*/ 35 w 300"/>
              <a:gd name="T3" fmla="*/ 21 h 255"/>
              <a:gd name="T4" fmla="*/ 125 w 300"/>
              <a:gd name="T5" fmla="*/ 0 h 255"/>
              <a:gd name="T6" fmla="*/ 152 w 300"/>
              <a:gd name="T7" fmla="*/ 14 h 255"/>
              <a:gd name="T8" fmla="*/ 210 w 300"/>
              <a:gd name="T9" fmla="*/ 4 h 255"/>
              <a:gd name="T10" fmla="*/ 257 w 300"/>
              <a:gd name="T11" fmla="*/ 40 h 255"/>
              <a:gd name="T12" fmla="*/ 300 w 300"/>
              <a:gd name="T13" fmla="*/ 68 h 255"/>
              <a:gd name="T14" fmla="*/ 276 w 300"/>
              <a:gd name="T15" fmla="*/ 145 h 255"/>
              <a:gd name="T16" fmla="*/ 240 w 300"/>
              <a:gd name="T17" fmla="*/ 183 h 255"/>
              <a:gd name="T18" fmla="*/ 200 w 300"/>
              <a:gd name="T19" fmla="*/ 195 h 255"/>
              <a:gd name="T20" fmla="*/ 208 w 300"/>
              <a:gd name="T21" fmla="*/ 226 h 255"/>
              <a:gd name="T22" fmla="*/ 184 w 300"/>
              <a:gd name="T23" fmla="*/ 255 h 255"/>
              <a:gd name="T24" fmla="*/ 138 w 300"/>
              <a:gd name="T25" fmla="*/ 183 h 255"/>
              <a:gd name="T26" fmla="*/ 20 w 300"/>
              <a:gd name="T27" fmla="*/ 68 h 255"/>
              <a:gd name="T28" fmla="*/ 0 w 300"/>
              <a:gd name="T29" fmla="*/ 68 h 255"/>
              <a:gd name="T30" fmla="*/ 11 w 300"/>
              <a:gd name="T31" fmla="*/ 46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255">
                <a:moveTo>
                  <a:pt x="11" y="46"/>
                </a:moveTo>
                <a:lnTo>
                  <a:pt x="35" y="21"/>
                </a:lnTo>
                <a:lnTo>
                  <a:pt x="125" y="0"/>
                </a:lnTo>
                <a:lnTo>
                  <a:pt x="152" y="14"/>
                </a:lnTo>
                <a:lnTo>
                  <a:pt x="210" y="4"/>
                </a:lnTo>
                <a:lnTo>
                  <a:pt x="257" y="40"/>
                </a:lnTo>
                <a:lnTo>
                  <a:pt x="300" y="68"/>
                </a:lnTo>
                <a:lnTo>
                  <a:pt x="276" y="145"/>
                </a:lnTo>
                <a:lnTo>
                  <a:pt x="240" y="183"/>
                </a:lnTo>
                <a:lnTo>
                  <a:pt x="200" y="195"/>
                </a:lnTo>
                <a:lnTo>
                  <a:pt x="208" y="226"/>
                </a:lnTo>
                <a:lnTo>
                  <a:pt x="184" y="255"/>
                </a:lnTo>
                <a:lnTo>
                  <a:pt x="138" y="183"/>
                </a:lnTo>
                <a:lnTo>
                  <a:pt x="20" y="68"/>
                </a:lnTo>
                <a:lnTo>
                  <a:pt x="0" y="68"/>
                </a:lnTo>
                <a:lnTo>
                  <a:pt x="11" y="46"/>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6" name="Freeform 12">
            <a:extLst>
              <a:ext uri="{FF2B5EF4-FFF2-40B4-BE49-F238E27FC236}">
                <a16:creationId xmlns:a16="http://schemas.microsoft.com/office/drawing/2014/main" id="{C70DD4AF-405C-B991-53C2-C9A9AFD12D7A}"/>
              </a:ext>
            </a:extLst>
          </p:cNvPr>
          <p:cNvSpPr>
            <a:spLocks/>
          </p:cNvSpPr>
          <p:nvPr/>
        </p:nvSpPr>
        <p:spPr bwMode="auto">
          <a:xfrm>
            <a:off x="5748338" y="3300413"/>
            <a:ext cx="717550" cy="442912"/>
          </a:xfrm>
          <a:custGeom>
            <a:avLst/>
            <a:gdLst>
              <a:gd name="T0" fmla="*/ 74 w 452"/>
              <a:gd name="T1" fmla="*/ 211 h 302"/>
              <a:gd name="T2" fmla="*/ 61 w 452"/>
              <a:gd name="T3" fmla="*/ 242 h 302"/>
              <a:gd name="T4" fmla="*/ 42 w 452"/>
              <a:gd name="T5" fmla="*/ 250 h 302"/>
              <a:gd name="T6" fmla="*/ 41 w 452"/>
              <a:gd name="T7" fmla="*/ 270 h 302"/>
              <a:gd name="T8" fmla="*/ 2 w 452"/>
              <a:gd name="T9" fmla="*/ 286 h 302"/>
              <a:gd name="T10" fmla="*/ 0 w 452"/>
              <a:gd name="T11" fmla="*/ 302 h 302"/>
              <a:gd name="T12" fmla="*/ 107 w 452"/>
              <a:gd name="T13" fmla="*/ 282 h 302"/>
              <a:gd name="T14" fmla="*/ 302 w 452"/>
              <a:gd name="T15" fmla="*/ 238 h 302"/>
              <a:gd name="T16" fmla="*/ 452 w 452"/>
              <a:gd name="T17" fmla="*/ 200 h 302"/>
              <a:gd name="T18" fmla="*/ 452 w 452"/>
              <a:gd name="T19" fmla="*/ 169 h 302"/>
              <a:gd name="T20" fmla="*/ 435 w 452"/>
              <a:gd name="T21" fmla="*/ 160 h 302"/>
              <a:gd name="T22" fmla="*/ 422 w 452"/>
              <a:gd name="T23" fmla="*/ 175 h 302"/>
              <a:gd name="T24" fmla="*/ 414 w 452"/>
              <a:gd name="T25" fmla="*/ 134 h 302"/>
              <a:gd name="T26" fmla="*/ 422 w 452"/>
              <a:gd name="T27" fmla="*/ 97 h 302"/>
              <a:gd name="T28" fmla="*/ 366 w 452"/>
              <a:gd name="T29" fmla="*/ 70 h 302"/>
              <a:gd name="T30" fmla="*/ 328 w 452"/>
              <a:gd name="T31" fmla="*/ 77 h 302"/>
              <a:gd name="T32" fmla="*/ 327 w 452"/>
              <a:gd name="T33" fmla="*/ 21 h 302"/>
              <a:gd name="T34" fmla="*/ 288 w 452"/>
              <a:gd name="T35" fmla="*/ 0 h 302"/>
              <a:gd name="T36" fmla="*/ 258 w 452"/>
              <a:gd name="T37" fmla="*/ 13 h 302"/>
              <a:gd name="T38" fmla="*/ 238 w 452"/>
              <a:gd name="T39" fmla="*/ 66 h 302"/>
              <a:gd name="T40" fmla="*/ 203 w 452"/>
              <a:gd name="T41" fmla="*/ 87 h 302"/>
              <a:gd name="T42" fmla="*/ 189 w 452"/>
              <a:gd name="T43" fmla="*/ 170 h 302"/>
              <a:gd name="T44" fmla="*/ 132 w 452"/>
              <a:gd name="T45" fmla="*/ 211 h 302"/>
              <a:gd name="T46" fmla="*/ 86 w 452"/>
              <a:gd name="T47" fmla="*/ 228 h 302"/>
              <a:gd name="T48" fmla="*/ 74 w 452"/>
              <a:gd name="T49" fmla="*/ 21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2" h="302">
                <a:moveTo>
                  <a:pt x="74" y="211"/>
                </a:moveTo>
                <a:lnTo>
                  <a:pt x="61" y="242"/>
                </a:lnTo>
                <a:lnTo>
                  <a:pt x="42" y="250"/>
                </a:lnTo>
                <a:lnTo>
                  <a:pt x="41" y="270"/>
                </a:lnTo>
                <a:lnTo>
                  <a:pt x="2" y="286"/>
                </a:lnTo>
                <a:lnTo>
                  <a:pt x="0" y="302"/>
                </a:lnTo>
                <a:lnTo>
                  <a:pt x="107" y="282"/>
                </a:lnTo>
                <a:lnTo>
                  <a:pt x="302" y="238"/>
                </a:lnTo>
                <a:lnTo>
                  <a:pt x="452" y="200"/>
                </a:lnTo>
                <a:lnTo>
                  <a:pt x="452" y="169"/>
                </a:lnTo>
                <a:lnTo>
                  <a:pt x="435" y="160"/>
                </a:lnTo>
                <a:lnTo>
                  <a:pt x="422" y="175"/>
                </a:lnTo>
                <a:lnTo>
                  <a:pt x="414" y="134"/>
                </a:lnTo>
                <a:lnTo>
                  <a:pt x="422" y="97"/>
                </a:lnTo>
                <a:lnTo>
                  <a:pt x="366" y="70"/>
                </a:lnTo>
                <a:lnTo>
                  <a:pt x="328" y="77"/>
                </a:lnTo>
                <a:lnTo>
                  <a:pt x="327" y="21"/>
                </a:lnTo>
                <a:lnTo>
                  <a:pt x="288" y="0"/>
                </a:lnTo>
                <a:lnTo>
                  <a:pt x="258" y="13"/>
                </a:lnTo>
                <a:lnTo>
                  <a:pt x="238" y="66"/>
                </a:lnTo>
                <a:lnTo>
                  <a:pt x="203" y="87"/>
                </a:lnTo>
                <a:lnTo>
                  <a:pt x="189" y="170"/>
                </a:lnTo>
                <a:lnTo>
                  <a:pt x="132" y="211"/>
                </a:lnTo>
                <a:lnTo>
                  <a:pt x="86" y="228"/>
                </a:lnTo>
                <a:lnTo>
                  <a:pt x="74" y="211"/>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7" name="Freeform 13">
            <a:extLst>
              <a:ext uri="{FF2B5EF4-FFF2-40B4-BE49-F238E27FC236}">
                <a16:creationId xmlns:a16="http://schemas.microsoft.com/office/drawing/2014/main" id="{92EF6AC9-DEFF-E668-D0C6-A295B0001EC4}"/>
              </a:ext>
            </a:extLst>
          </p:cNvPr>
          <p:cNvSpPr>
            <a:spLocks/>
          </p:cNvSpPr>
          <p:nvPr/>
        </p:nvSpPr>
        <p:spPr bwMode="auto">
          <a:xfrm>
            <a:off x="5888038" y="2941638"/>
            <a:ext cx="550862" cy="358775"/>
          </a:xfrm>
          <a:custGeom>
            <a:avLst/>
            <a:gdLst>
              <a:gd name="T0" fmla="*/ 32 w 347"/>
              <a:gd name="T1" fmla="*/ 36 h 245"/>
              <a:gd name="T2" fmla="*/ 0 w 347"/>
              <a:gd name="T3" fmla="*/ 68 h 245"/>
              <a:gd name="T4" fmla="*/ 18 w 347"/>
              <a:gd name="T5" fmla="*/ 187 h 245"/>
              <a:gd name="T6" fmla="*/ 32 w 347"/>
              <a:gd name="T7" fmla="*/ 245 h 245"/>
              <a:gd name="T8" fmla="*/ 91 w 347"/>
              <a:gd name="T9" fmla="*/ 240 h 245"/>
              <a:gd name="T10" fmla="*/ 310 w 347"/>
              <a:gd name="T11" fmla="*/ 195 h 245"/>
              <a:gd name="T12" fmla="*/ 325 w 347"/>
              <a:gd name="T13" fmla="*/ 188 h 245"/>
              <a:gd name="T14" fmla="*/ 347 w 347"/>
              <a:gd name="T15" fmla="*/ 133 h 245"/>
              <a:gd name="T16" fmla="*/ 314 w 347"/>
              <a:gd name="T17" fmla="*/ 103 h 245"/>
              <a:gd name="T18" fmla="*/ 332 w 347"/>
              <a:gd name="T19" fmla="*/ 32 h 245"/>
              <a:gd name="T20" fmla="*/ 307 w 347"/>
              <a:gd name="T21" fmla="*/ 25 h 245"/>
              <a:gd name="T22" fmla="*/ 307 w 347"/>
              <a:gd name="T23" fmla="*/ 7 h 245"/>
              <a:gd name="T24" fmla="*/ 296 w 347"/>
              <a:gd name="T25" fmla="*/ 0 h 245"/>
              <a:gd name="T26" fmla="*/ 42 w 347"/>
              <a:gd name="T27" fmla="*/ 51 h 245"/>
              <a:gd name="T28" fmla="*/ 32 w 347"/>
              <a:gd name="T29" fmla="*/ 3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245">
                <a:moveTo>
                  <a:pt x="32" y="36"/>
                </a:moveTo>
                <a:lnTo>
                  <a:pt x="0" y="68"/>
                </a:lnTo>
                <a:lnTo>
                  <a:pt x="18" y="187"/>
                </a:lnTo>
                <a:lnTo>
                  <a:pt x="32" y="245"/>
                </a:lnTo>
                <a:lnTo>
                  <a:pt x="91" y="240"/>
                </a:lnTo>
                <a:lnTo>
                  <a:pt x="310" y="195"/>
                </a:lnTo>
                <a:lnTo>
                  <a:pt x="325" y="188"/>
                </a:lnTo>
                <a:lnTo>
                  <a:pt x="347" y="133"/>
                </a:lnTo>
                <a:lnTo>
                  <a:pt x="314" y="103"/>
                </a:lnTo>
                <a:lnTo>
                  <a:pt x="332" y="32"/>
                </a:lnTo>
                <a:lnTo>
                  <a:pt x="307" y="25"/>
                </a:lnTo>
                <a:lnTo>
                  <a:pt x="307" y="7"/>
                </a:lnTo>
                <a:lnTo>
                  <a:pt x="296" y="0"/>
                </a:lnTo>
                <a:lnTo>
                  <a:pt x="42" y="51"/>
                </a:lnTo>
                <a:lnTo>
                  <a:pt x="32" y="36"/>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8" name="Freeform 14">
            <a:extLst>
              <a:ext uri="{FF2B5EF4-FFF2-40B4-BE49-F238E27FC236}">
                <a16:creationId xmlns:a16="http://schemas.microsoft.com/office/drawing/2014/main" id="{06B5A714-18B9-31B1-0F4A-5653EC9347C6}"/>
              </a:ext>
            </a:extLst>
          </p:cNvPr>
          <p:cNvSpPr>
            <a:spLocks/>
          </p:cNvSpPr>
          <p:nvPr/>
        </p:nvSpPr>
        <p:spPr bwMode="auto">
          <a:xfrm>
            <a:off x="6024563" y="3227388"/>
            <a:ext cx="468312" cy="192087"/>
          </a:xfrm>
          <a:custGeom>
            <a:avLst/>
            <a:gdLst>
              <a:gd name="T0" fmla="*/ 0 w 295"/>
              <a:gd name="T1" fmla="*/ 45 h 131"/>
              <a:gd name="T2" fmla="*/ 220 w 295"/>
              <a:gd name="T3" fmla="*/ 0 h 131"/>
              <a:gd name="T4" fmla="*/ 256 w 295"/>
              <a:gd name="T5" fmla="*/ 90 h 131"/>
              <a:gd name="T6" fmla="*/ 294 w 295"/>
              <a:gd name="T7" fmla="*/ 80 h 131"/>
              <a:gd name="T8" fmla="*/ 295 w 295"/>
              <a:gd name="T9" fmla="*/ 125 h 131"/>
              <a:gd name="T10" fmla="*/ 264 w 295"/>
              <a:gd name="T11" fmla="*/ 131 h 131"/>
              <a:gd name="T12" fmla="*/ 237 w 295"/>
              <a:gd name="T13" fmla="*/ 102 h 131"/>
              <a:gd name="T14" fmla="*/ 220 w 295"/>
              <a:gd name="T15" fmla="*/ 66 h 131"/>
              <a:gd name="T16" fmla="*/ 216 w 295"/>
              <a:gd name="T17" fmla="*/ 17 h 131"/>
              <a:gd name="T18" fmla="*/ 203 w 295"/>
              <a:gd name="T19" fmla="*/ 42 h 131"/>
              <a:gd name="T20" fmla="*/ 219 w 295"/>
              <a:gd name="T21" fmla="*/ 116 h 131"/>
              <a:gd name="T22" fmla="*/ 154 w 295"/>
              <a:gd name="T23" fmla="*/ 126 h 131"/>
              <a:gd name="T24" fmla="*/ 152 w 295"/>
              <a:gd name="T25" fmla="*/ 72 h 131"/>
              <a:gd name="T26" fmla="*/ 112 w 295"/>
              <a:gd name="T27" fmla="*/ 49 h 131"/>
              <a:gd name="T28" fmla="*/ 79 w 295"/>
              <a:gd name="T29" fmla="*/ 43 h 131"/>
              <a:gd name="T30" fmla="*/ 8 w 295"/>
              <a:gd name="T31" fmla="*/ 80 h 131"/>
              <a:gd name="T32" fmla="*/ 0 w 295"/>
              <a:gd name="T33" fmla="*/ 4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5" h="131">
                <a:moveTo>
                  <a:pt x="0" y="45"/>
                </a:moveTo>
                <a:lnTo>
                  <a:pt x="220" y="0"/>
                </a:lnTo>
                <a:lnTo>
                  <a:pt x="256" y="90"/>
                </a:lnTo>
                <a:lnTo>
                  <a:pt x="294" y="80"/>
                </a:lnTo>
                <a:lnTo>
                  <a:pt x="295" y="125"/>
                </a:lnTo>
                <a:lnTo>
                  <a:pt x="264" y="131"/>
                </a:lnTo>
                <a:lnTo>
                  <a:pt x="237" y="102"/>
                </a:lnTo>
                <a:lnTo>
                  <a:pt x="220" y="66"/>
                </a:lnTo>
                <a:lnTo>
                  <a:pt x="216" y="17"/>
                </a:lnTo>
                <a:lnTo>
                  <a:pt x="203" y="42"/>
                </a:lnTo>
                <a:lnTo>
                  <a:pt x="219" y="116"/>
                </a:lnTo>
                <a:lnTo>
                  <a:pt x="154" y="126"/>
                </a:lnTo>
                <a:lnTo>
                  <a:pt x="152" y="72"/>
                </a:lnTo>
                <a:lnTo>
                  <a:pt x="112" y="49"/>
                </a:lnTo>
                <a:lnTo>
                  <a:pt x="79" y="43"/>
                </a:lnTo>
                <a:lnTo>
                  <a:pt x="8" y="80"/>
                </a:lnTo>
                <a:lnTo>
                  <a:pt x="0" y="45"/>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59" name="Freeform 15">
            <a:extLst>
              <a:ext uri="{FF2B5EF4-FFF2-40B4-BE49-F238E27FC236}">
                <a16:creationId xmlns:a16="http://schemas.microsoft.com/office/drawing/2014/main" id="{6AAD3683-FF21-36BF-B1A3-CFC8FBB91940}"/>
              </a:ext>
            </a:extLst>
          </p:cNvPr>
          <p:cNvSpPr>
            <a:spLocks/>
          </p:cNvSpPr>
          <p:nvPr/>
        </p:nvSpPr>
        <p:spPr bwMode="auto">
          <a:xfrm>
            <a:off x="2873375" y="2282825"/>
            <a:ext cx="963613" cy="596900"/>
          </a:xfrm>
          <a:custGeom>
            <a:avLst/>
            <a:gdLst>
              <a:gd name="T0" fmla="*/ 10 w 607"/>
              <a:gd name="T1" fmla="*/ 0 h 407"/>
              <a:gd name="T2" fmla="*/ 129 w 607"/>
              <a:gd name="T3" fmla="*/ 17 h 407"/>
              <a:gd name="T4" fmla="*/ 202 w 607"/>
              <a:gd name="T5" fmla="*/ 27 h 407"/>
              <a:gd name="T6" fmla="*/ 297 w 607"/>
              <a:gd name="T7" fmla="*/ 38 h 407"/>
              <a:gd name="T8" fmla="*/ 384 w 607"/>
              <a:gd name="T9" fmla="*/ 47 h 407"/>
              <a:gd name="T10" fmla="*/ 536 w 607"/>
              <a:gd name="T11" fmla="*/ 59 h 407"/>
              <a:gd name="T12" fmla="*/ 607 w 607"/>
              <a:gd name="T13" fmla="*/ 65 h 407"/>
              <a:gd name="T14" fmla="*/ 605 w 607"/>
              <a:gd name="T15" fmla="*/ 396 h 407"/>
              <a:gd name="T16" fmla="*/ 233 w 607"/>
              <a:gd name="T17" fmla="*/ 362 h 407"/>
              <a:gd name="T18" fmla="*/ 226 w 607"/>
              <a:gd name="T19" fmla="*/ 407 h 407"/>
              <a:gd name="T20" fmla="*/ 211 w 607"/>
              <a:gd name="T21" fmla="*/ 386 h 407"/>
              <a:gd name="T22" fmla="*/ 178 w 607"/>
              <a:gd name="T23" fmla="*/ 389 h 407"/>
              <a:gd name="T24" fmla="*/ 128 w 607"/>
              <a:gd name="T25" fmla="*/ 398 h 407"/>
              <a:gd name="T26" fmla="*/ 120 w 607"/>
              <a:gd name="T27" fmla="*/ 340 h 407"/>
              <a:gd name="T28" fmla="*/ 62 w 607"/>
              <a:gd name="T29" fmla="*/ 294 h 407"/>
              <a:gd name="T30" fmla="*/ 70 w 607"/>
              <a:gd name="T31" fmla="*/ 251 h 407"/>
              <a:gd name="T32" fmla="*/ 76 w 607"/>
              <a:gd name="T33" fmla="*/ 215 h 407"/>
              <a:gd name="T34" fmla="*/ 0 w 607"/>
              <a:gd name="T35" fmla="*/ 101 h 407"/>
              <a:gd name="T36" fmla="*/ 10 w 607"/>
              <a:gd name="T37" fmla="*/ 0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7" h="407">
                <a:moveTo>
                  <a:pt x="10" y="0"/>
                </a:moveTo>
                <a:lnTo>
                  <a:pt x="129" y="17"/>
                </a:lnTo>
                <a:lnTo>
                  <a:pt x="202" y="27"/>
                </a:lnTo>
                <a:lnTo>
                  <a:pt x="297" y="38"/>
                </a:lnTo>
                <a:lnTo>
                  <a:pt x="384" y="47"/>
                </a:lnTo>
                <a:lnTo>
                  <a:pt x="536" y="59"/>
                </a:lnTo>
                <a:lnTo>
                  <a:pt x="607" y="65"/>
                </a:lnTo>
                <a:lnTo>
                  <a:pt x="605" y="396"/>
                </a:lnTo>
                <a:lnTo>
                  <a:pt x="233" y="362"/>
                </a:lnTo>
                <a:lnTo>
                  <a:pt x="226" y="407"/>
                </a:lnTo>
                <a:lnTo>
                  <a:pt x="211" y="386"/>
                </a:lnTo>
                <a:lnTo>
                  <a:pt x="178" y="389"/>
                </a:lnTo>
                <a:lnTo>
                  <a:pt x="128" y="398"/>
                </a:lnTo>
                <a:lnTo>
                  <a:pt x="120" y="340"/>
                </a:lnTo>
                <a:lnTo>
                  <a:pt x="62" y="294"/>
                </a:lnTo>
                <a:lnTo>
                  <a:pt x="70" y="251"/>
                </a:lnTo>
                <a:lnTo>
                  <a:pt x="76" y="215"/>
                </a:lnTo>
                <a:lnTo>
                  <a:pt x="0" y="101"/>
                </a:lnTo>
                <a:lnTo>
                  <a:pt x="10"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0" name="Freeform 16">
            <a:extLst>
              <a:ext uri="{FF2B5EF4-FFF2-40B4-BE49-F238E27FC236}">
                <a16:creationId xmlns:a16="http://schemas.microsoft.com/office/drawing/2014/main" id="{2EB5CF9D-622B-C044-F9C3-E87C9F3FE0BB}"/>
              </a:ext>
            </a:extLst>
          </p:cNvPr>
          <p:cNvSpPr>
            <a:spLocks/>
          </p:cNvSpPr>
          <p:nvPr/>
        </p:nvSpPr>
        <p:spPr bwMode="auto">
          <a:xfrm>
            <a:off x="4573588" y="3363913"/>
            <a:ext cx="638175" cy="523875"/>
          </a:xfrm>
          <a:custGeom>
            <a:avLst/>
            <a:gdLst>
              <a:gd name="T0" fmla="*/ 0 w 403"/>
              <a:gd name="T1" fmla="*/ 12 h 357"/>
              <a:gd name="T2" fmla="*/ 176 w 403"/>
              <a:gd name="T3" fmla="*/ 0 h 357"/>
              <a:gd name="T4" fmla="*/ 214 w 403"/>
              <a:gd name="T5" fmla="*/ 0 h 357"/>
              <a:gd name="T6" fmla="*/ 242 w 403"/>
              <a:gd name="T7" fmla="*/ 11 h 357"/>
              <a:gd name="T8" fmla="*/ 227 w 403"/>
              <a:gd name="T9" fmla="*/ 42 h 357"/>
              <a:gd name="T10" fmla="*/ 278 w 403"/>
              <a:gd name="T11" fmla="*/ 92 h 357"/>
              <a:gd name="T12" fmla="*/ 295 w 403"/>
              <a:gd name="T13" fmla="*/ 135 h 357"/>
              <a:gd name="T14" fmla="*/ 325 w 403"/>
              <a:gd name="T15" fmla="*/ 124 h 357"/>
              <a:gd name="T16" fmla="*/ 324 w 403"/>
              <a:gd name="T17" fmla="*/ 184 h 357"/>
              <a:gd name="T18" fmla="*/ 355 w 403"/>
              <a:gd name="T19" fmla="*/ 202 h 357"/>
              <a:gd name="T20" fmla="*/ 369 w 403"/>
              <a:gd name="T21" fmla="*/ 254 h 357"/>
              <a:gd name="T22" fmla="*/ 391 w 403"/>
              <a:gd name="T23" fmla="*/ 259 h 357"/>
              <a:gd name="T24" fmla="*/ 403 w 403"/>
              <a:gd name="T25" fmla="*/ 281 h 357"/>
              <a:gd name="T26" fmla="*/ 376 w 403"/>
              <a:gd name="T27" fmla="*/ 312 h 357"/>
              <a:gd name="T28" fmla="*/ 367 w 403"/>
              <a:gd name="T29" fmla="*/ 347 h 357"/>
              <a:gd name="T30" fmla="*/ 328 w 403"/>
              <a:gd name="T31" fmla="*/ 357 h 357"/>
              <a:gd name="T32" fmla="*/ 338 w 403"/>
              <a:gd name="T33" fmla="*/ 318 h 357"/>
              <a:gd name="T34" fmla="*/ 187 w 403"/>
              <a:gd name="T35" fmla="*/ 332 h 357"/>
              <a:gd name="T36" fmla="*/ 79 w 403"/>
              <a:gd name="T37" fmla="*/ 346 h 357"/>
              <a:gd name="T38" fmla="*/ 72 w 403"/>
              <a:gd name="T39" fmla="*/ 309 h 357"/>
              <a:gd name="T40" fmla="*/ 65 w 403"/>
              <a:gd name="T41" fmla="*/ 194 h 357"/>
              <a:gd name="T42" fmla="*/ 64 w 403"/>
              <a:gd name="T43" fmla="*/ 132 h 357"/>
              <a:gd name="T44" fmla="*/ 28 w 403"/>
              <a:gd name="T45" fmla="*/ 104 h 357"/>
              <a:gd name="T46" fmla="*/ 41 w 403"/>
              <a:gd name="T47" fmla="*/ 78 h 357"/>
              <a:gd name="T48" fmla="*/ 23 w 403"/>
              <a:gd name="T49" fmla="*/ 64 h 357"/>
              <a:gd name="T50" fmla="*/ 0 w 403"/>
              <a:gd name="T51" fmla="*/ 12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3" h="357">
                <a:moveTo>
                  <a:pt x="0" y="12"/>
                </a:moveTo>
                <a:lnTo>
                  <a:pt x="176" y="0"/>
                </a:lnTo>
                <a:lnTo>
                  <a:pt x="214" y="0"/>
                </a:lnTo>
                <a:lnTo>
                  <a:pt x="242" y="11"/>
                </a:lnTo>
                <a:lnTo>
                  <a:pt x="227" y="42"/>
                </a:lnTo>
                <a:lnTo>
                  <a:pt x="278" y="92"/>
                </a:lnTo>
                <a:lnTo>
                  <a:pt x="295" y="135"/>
                </a:lnTo>
                <a:lnTo>
                  <a:pt x="325" y="124"/>
                </a:lnTo>
                <a:lnTo>
                  <a:pt x="324" y="184"/>
                </a:lnTo>
                <a:lnTo>
                  <a:pt x="355" y="202"/>
                </a:lnTo>
                <a:lnTo>
                  <a:pt x="369" y="254"/>
                </a:lnTo>
                <a:lnTo>
                  <a:pt x="391" y="259"/>
                </a:lnTo>
                <a:lnTo>
                  <a:pt x="403" y="281"/>
                </a:lnTo>
                <a:lnTo>
                  <a:pt x="376" y="312"/>
                </a:lnTo>
                <a:lnTo>
                  <a:pt x="367" y="347"/>
                </a:lnTo>
                <a:lnTo>
                  <a:pt x="328" y="357"/>
                </a:lnTo>
                <a:lnTo>
                  <a:pt x="338" y="318"/>
                </a:lnTo>
                <a:lnTo>
                  <a:pt x="187" y="332"/>
                </a:lnTo>
                <a:lnTo>
                  <a:pt x="79" y="346"/>
                </a:lnTo>
                <a:lnTo>
                  <a:pt x="72" y="309"/>
                </a:lnTo>
                <a:lnTo>
                  <a:pt x="65" y="194"/>
                </a:lnTo>
                <a:lnTo>
                  <a:pt x="64" y="132"/>
                </a:lnTo>
                <a:lnTo>
                  <a:pt x="28" y="104"/>
                </a:lnTo>
                <a:lnTo>
                  <a:pt x="41" y="78"/>
                </a:lnTo>
                <a:lnTo>
                  <a:pt x="23" y="64"/>
                </a:lnTo>
                <a:lnTo>
                  <a:pt x="0" y="12"/>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1" name="Freeform 17">
            <a:extLst>
              <a:ext uri="{FF2B5EF4-FFF2-40B4-BE49-F238E27FC236}">
                <a16:creationId xmlns:a16="http://schemas.microsoft.com/office/drawing/2014/main" id="{234F3796-E888-D4FF-8602-ABE2FBC81B85}"/>
              </a:ext>
            </a:extLst>
          </p:cNvPr>
          <p:cNvSpPr>
            <a:spLocks/>
          </p:cNvSpPr>
          <p:nvPr/>
        </p:nvSpPr>
        <p:spPr bwMode="auto">
          <a:xfrm>
            <a:off x="5273675" y="3144838"/>
            <a:ext cx="312738" cy="509587"/>
          </a:xfrm>
          <a:custGeom>
            <a:avLst/>
            <a:gdLst>
              <a:gd name="T0" fmla="*/ 0 w 197"/>
              <a:gd name="T1" fmla="*/ 25 h 348"/>
              <a:gd name="T2" fmla="*/ 23 w 197"/>
              <a:gd name="T3" fmla="*/ 38 h 348"/>
              <a:gd name="T4" fmla="*/ 45 w 197"/>
              <a:gd name="T5" fmla="*/ 35 h 348"/>
              <a:gd name="T6" fmla="*/ 53 w 197"/>
              <a:gd name="T7" fmla="*/ 28 h 348"/>
              <a:gd name="T8" fmla="*/ 58 w 197"/>
              <a:gd name="T9" fmla="*/ 7 h 348"/>
              <a:gd name="T10" fmla="*/ 153 w 197"/>
              <a:gd name="T11" fmla="*/ 0 h 348"/>
              <a:gd name="T12" fmla="*/ 197 w 197"/>
              <a:gd name="T13" fmla="*/ 246 h 348"/>
              <a:gd name="T14" fmla="*/ 194 w 197"/>
              <a:gd name="T15" fmla="*/ 243 h 348"/>
              <a:gd name="T16" fmla="*/ 161 w 197"/>
              <a:gd name="T17" fmla="*/ 257 h 348"/>
              <a:gd name="T18" fmla="*/ 138 w 197"/>
              <a:gd name="T19" fmla="*/ 323 h 348"/>
              <a:gd name="T20" fmla="*/ 104 w 197"/>
              <a:gd name="T21" fmla="*/ 314 h 348"/>
              <a:gd name="T22" fmla="*/ 65 w 197"/>
              <a:gd name="T23" fmla="*/ 339 h 348"/>
              <a:gd name="T24" fmla="*/ 13 w 197"/>
              <a:gd name="T25" fmla="*/ 348 h 348"/>
              <a:gd name="T26" fmla="*/ 36 w 197"/>
              <a:gd name="T27" fmla="*/ 283 h 348"/>
              <a:gd name="T28" fmla="*/ 26 w 197"/>
              <a:gd name="T29" fmla="*/ 247 h 348"/>
              <a:gd name="T30" fmla="*/ 0 w 197"/>
              <a:gd name="T31" fmla="*/ 25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7" h="348">
                <a:moveTo>
                  <a:pt x="0" y="25"/>
                </a:moveTo>
                <a:lnTo>
                  <a:pt x="23" y="38"/>
                </a:lnTo>
                <a:lnTo>
                  <a:pt x="45" y="35"/>
                </a:lnTo>
                <a:lnTo>
                  <a:pt x="53" y="28"/>
                </a:lnTo>
                <a:lnTo>
                  <a:pt x="58" y="7"/>
                </a:lnTo>
                <a:lnTo>
                  <a:pt x="153" y="0"/>
                </a:lnTo>
                <a:lnTo>
                  <a:pt x="197" y="246"/>
                </a:lnTo>
                <a:lnTo>
                  <a:pt x="194" y="243"/>
                </a:lnTo>
                <a:lnTo>
                  <a:pt x="161" y="257"/>
                </a:lnTo>
                <a:lnTo>
                  <a:pt x="138" y="323"/>
                </a:lnTo>
                <a:lnTo>
                  <a:pt x="104" y="314"/>
                </a:lnTo>
                <a:lnTo>
                  <a:pt x="65" y="339"/>
                </a:lnTo>
                <a:lnTo>
                  <a:pt x="13" y="348"/>
                </a:lnTo>
                <a:lnTo>
                  <a:pt x="36" y="283"/>
                </a:lnTo>
                <a:lnTo>
                  <a:pt x="26" y="247"/>
                </a:lnTo>
                <a:lnTo>
                  <a:pt x="0" y="25"/>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2" name="Freeform 18">
            <a:extLst>
              <a:ext uri="{FF2B5EF4-FFF2-40B4-BE49-F238E27FC236}">
                <a16:creationId xmlns:a16="http://schemas.microsoft.com/office/drawing/2014/main" id="{166CB3A9-4827-4FBA-5422-30327098F968}"/>
              </a:ext>
            </a:extLst>
          </p:cNvPr>
          <p:cNvSpPr>
            <a:spLocks/>
          </p:cNvSpPr>
          <p:nvPr/>
        </p:nvSpPr>
        <p:spPr bwMode="auto">
          <a:xfrm>
            <a:off x="5514975" y="3040063"/>
            <a:ext cx="401638" cy="460375"/>
          </a:xfrm>
          <a:custGeom>
            <a:avLst/>
            <a:gdLst>
              <a:gd name="T0" fmla="*/ 0 w 253"/>
              <a:gd name="T1" fmla="*/ 71 h 314"/>
              <a:gd name="T2" fmla="*/ 114 w 253"/>
              <a:gd name="T3" fmla="*/ 59 h 314"/>
              <a:gd name="T4" fmla="*/ 138 w 253"/>
              <a:gd name="T5" fmla="*/ 64 h 314"/>
              <a:gd name="T6" fmla="*/ 192 w 253"/>
              <a:gd name="T7" fmla="*/ 37 h 314"/>
              <a:gd name="T8" fmla="*/ 204 w 253"/>
              <a:gd name="T9" fmla="*/ 12 h 314"/>
              <a:gd name="T10" fmla="*/ 236 w 253"/>
              <a:gd name="T11" fmla="*/ 0 h 314"/>
              <a:gd name="T12" fmla="*/ 253 w 253"/>
              <a:gd name="T13" fmla="*/ 119 h 314"/>
              <a:gd name="T14" fmla="*/ 240 w 253"/>
              <a:gd name="T15" fmla="*/ 132 h 314"/>
              <a:gd name="T16" fmla="*/ 243 w 253"/>
              <a:gd name="T17" fmla="*/ 214 h 314"/>
              <a:gd name="T18" fmla="*/ 218 w 253"/>
              <a:gd name="T19" fmla="*/ 221 h 314"/>
              <a:gd name="T20" fmla="*/ 204 w 253"/>
              <a:gd name="T21" fmla="*/ 267 h 314"/>
              <a:gd name="T22" fmla="*/ 184 w 253"/>
              <a:gd name="T23" fmla="*/ 261 h 314"/>
              <a:gd name="T24" fmla="*/ 178 w 253"/>
              <a:gd name="T25" fmla="*/ 314 h 314"/>
              <a:gd name="T26" fmla="*/ 149 w 253"/>
              <a:gd name="T27" fmla="*/ 292 h 314"/>
              <a:gd name="T28" fmla="*/ 93 w 253"/>
              <a:gd name="T29" fmla="*/ 306 h 314"/>
              <a:gd name="T30" fmla="*/ 69 w 253"/>
              <a:gd name="T31" fmla="*/ 286 h 314"/>
              <a:gd name="T32" fmla="*/ 38 w 253"/>
              <a:gd name="T33" fmla="*/ 285 h 314"/>
              <a:gd name="T34" fmla="*/ 21 w 253"/>
              <a:gd name="T35" fmla="*/ 197 h 314"/>
              <a:gd name="T36" fmla="*/ 0 w 253"/>
              <a:gd name="T37" fmla="*/ 7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314">
                <a:moveTo>
                  <a:pt x="0" y="71"/>
                </a:moveTo>
                <a:lnTo>
                  <a:pt x="114" y="59"/>
                </a:lnTo>
                <a:lnTo>
                  <a:pt x="138" y="64"/>
                </a:lnTo>
                <a:lnTo>
                  <a:pt x="192" y="37"/>
                </a:lnTo>
                <a:lnTo>
                  <a:pt x="204" y="12"/>
                </a:lnTo>
                <a:lnTo>
                  <a:pt x="236" y="0"/>
                </a:lnTo>
                <a:lnTo>
                  <a:pt x="253" y="119"/>
                </a:lnTo>
                <a:lnTo>
                  <a:pt x="240" y="132"/>
                </a:lnTo>
                <a:lnTo>
                  <a:pt x="243" y="214"/>
                </a:lnTo>
                <a:lnTo>
                  <a:pt x="218" y="221"/>
                </a:lnTo>
                <a:lnTo>
                  <a:pt x="204" y="267"/>
                </a:lnTo>
                <a:lnTo>
                  <a:pt x="184" y="261"/>
                </a:lnTo>
                <a:lnTo>
                  <a:pt x="178" y="314"/>
                </a:lnTo>
                <a:lnTo>
                  <a:pt x="149" y="292"/>
                </a:lnTo>
                <a:lnTo>
                  <a:pt x="93" y="306"/>
                </a:lnTo>
                <a:lnTo>
                  <a:pt x="69" y="286"/>
                </a:lnTo>
                <a:lnTo>
                  <a:pt x="38" y="285"/>
                </a:lnTo>
                <a:lnTo>
                  <a:pt x="21" y="197"/>
                </a:lnTo>
                <a:lnTo>
                  <a:pt x="0" y="71"/>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3" name="Freeform 19">
            <a:extLst>
              <a:ext uri="{FF2B5EF4-FFF2-40B4-BE49-F238E27FC236}">
                <a16:creationId xmlns:a16="http://schemas.microsoft.com/office/drawing/2014/main" id="{4148029C-1638-0589-110E-5E5635F2AF5D}"/>
              </a:ext>
            </a:extLst>
          </p:cNvPr>
          <p:cNvSpPr>
            <a:spLocks/>
          </p:cNvSpPr>
          <p:nvPr/>
        </p:nvSpPr>
        <p:spPr bwMode="auto">
          <a:xfrm>
            <a:off x="5159375" y="3457575"/>
            <a:ext cx="706438" cy="388938"/>
          </a:xfrm>
          <a:custGeom>
            <a:avLst/>
            <a:gdLst>
              <a:gd name="T0" fmla="*/ 0 w 445"/>
              <a:gd name="T1" fmla="*/ 266 h 266"/>
              <a:gd name="T2" fmla="*/ 108 w 445"/>
              <a:gd name="T3" fmla="*/ 249 h 266"/>
              <a:gd name="T4" fmla="*/ 108 w 445"/>
              <a:gd name="T5" fmla="*/ 237 h 266"/>
              <a:gd name="T6" fmla="*/ 370 w 445"/>
              <a:gd name="T7" fmla="*/ 199 h 266"/>
              <a:gd name="T8" fmla="*/ 374 w 445"/>
              <a:gd name="T9" fmla="*/ 179 h 266"/>
              <a:gd name="T10" fmla="*/ 412 w 445"/>
              <a:gd name="T11" fmla="*/ 163 h 266"/>
              <a:gd name="T12" fmla="*/ 417 w 445"/>
              <a:gd name="T13" fmla="*/ 142 h 266"/>
              <a:gd name="T14" fmla="*/ 433 w 445"/>
              <a:gd name="T15" fmla="*/ 135 h 266"/>
              <a:gd name="T16" fmla="*/ 445 w 445"/>
              <a:gd name="T17" fmla="*/ 103 h 266"/>
              <a:gd name="T18" fmla="*/ 409 w 445"/>
              <a:gd name="T19" fmla="*/ 72 h 266"/>
              <a:gd name="T20" fmla="*/ 403 w 445"/>
              <a:gd name="T21" fmla="*/ 29 h 266"/>
              <a:gd name="T22" fmla="*/ 374 w 445"/>
              <a:gd name="T23" fmla="*/ 8 h 266"/>
              <a:gd name="T24" fmla="*/ 316 w 445"/>
              <a:gd name="T25" fmla="*/ 20 h 266"/>
              <a:gd name="T26" fmla="*/ 289 w 445"/>
              <a:gd name="T27" fmla="*/ 1 h 266"/>
              <a:gd name="T28" fmla="*/ 263 w 445"/>
              <a:gd name="T29" fmla="*/ 0 h 266"/>
              <a:gd name="T30" fmla="*/ 268 w 445"/>
              <a:gd name="T31" fmla="*/ 29 h 266"/>
              <a:gd name="T32" fmla="*/ 232 w 445"/>
              <a:gd name="T33" fmla="*/ 44 h 266"/>
              <a:gd name="T34" fmla="*/ 208 w 445"/>
              <a:gd name="T35" fmla="*/ 110 h 266"/>
              <a:gd name="T36" fmla="*/ 175 w 445"/>
              <a:gd name="T37" fmla="*/ 100 h 266"/>
              <a:gd name="T38" fmla="*/ 136 w 445"/>
              <a:gd name="T39" fmla="*/ 124 h 266"/>
              <a:gd name="T40" fmla="*/ 85 w 445"/>
              <a:gd name="T41" fmla="*/ 134 h 266"/>
              <a:gd name="T42" fmla="*/ 85 w 445"/>
              <a:gd name="T43" fmla="*/ 171 h 266"/>
              <a:gd name="T44" fmla="*/ 60 w 445"/>
              <a:gd name="T45" fmla="*/ 170 h 266"/>
              <a:gd name="T46" fmla="*/ 61 w 445"/>
              <a:gd name="T47" fmla="*/ 203 h 266"/>
              <a:gd name="T48" fmla="*/ 35 w 445"/>
              <a:gd name="T49" fmla="*/ 190 h 266"/>
              <a:gd name="T50" fmla="*/ 20 w 445"/>
              <a:gd name="T51" fmla="*/ 196 h 266"/>
              <a:gd name="T52" fmla="*/ 33 w 445"/>
              <a:gd name="T53" fmla="*/ 218 h 266"/>
              <a:gd name="T54" fmla="*/ 5 w 445"/>
              <a:gd name="T55" fmla="*/ 248 h 266"/>
              <a:gd name="T56" fmla="*/ 0 w 445"/>
              <a:gd name="T5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5" h="266">
                <a:moveTo>
                  <a:pt x="0" y="266"/>
                </a:moveTo>
                <a:lnTo>
                  <a:pt x="108" y="249"/>
                </a:lnTo>
                <a:lnTo>
                  <a:pt x="108" y="237"/>
                </a:lnTo>
                <a:lnTo>
                  <a:pt x="370" y="199"/>
                </a:lnTo>
                <a:lnTo>
                  <a:pt x="374" y="179"/>
                </a:lnTo>
                <a:lnTo>
                  <a:pt x="412" y="163"/>
                </a:lnTo>
                <a:lnTo>
                  <a:pt x="417" y="142"/>
                </a:lnTo>
                <a:lnTo>
                  <a:pt x="433" y="135"/>
                </a:lnTo>
                <a:lnTo>
                  <a:pt x="445" y="103"/>
                </a:lnTo>
                <a:lnTo>
                  <a:pt x="409" y="72"/>
                </a:lnTo>
                <a:lnTo>
                  <a:pt x="403" y="29"/>
                </a:lnTo>
                <a:lnTo>
                  <a:pt x="374" y="8"/>
                </a:lnTo>
                <a:lnTo>
                  <a:pt x="316" y="20"/>
                </a:lnTo>
                <a:lnTo>
                  <a:pt x="289" y="1"/>
                </a:lnTo>
                <a:lnTo>
                  <a:pt x="263" y="0"/>
                </a:lnTo>
                <a:lnTo>
                  <a:pt x="268" y="29"/>
                </a:lnTo>
                <a:lnTo>
                  <a:pt x="232" y="44"/>
                </a:lnTo>
                <a:lnTo>
                  <a:pt x="208" y="110"/>
                </a:lnTo>
                <a:lnTo>
                  <a:pt x="175" y="100"/>
                </a:lnTo>
                <a:lnTo>
                  <a:pt x="136" y="124"/>
                </a:lnTo>
                <a:lnTo>
                  <a:pt x="85" y="134"/>
                </a:lnTo>
                <a:lnTo>
                  <a:pt x="85" y="171"/>
                </a:lnTo>
                <a:lnTo>
                  <a:pt x="60" y="170"/>
                </a:lnTo>
                <a:lnTo>
                  <a:pt x="61" y="203"/>
                </a:lnTo>
                <a:lnTo>
                  <a:pt x="35" y="190"/>
                </a:lnTo>
                <a:lnTo>
                  <a:pt x="20" y="196"/>
                </a:lnTo>
                <a:lnTo>
                  <a:pt x="33" y="218"/>
                </a:lnTo>
                <a:lnTo>
                  <a:pt x="5" y="248"/>
                </a:lnTo>
                <a:lnTo>
                  <a:pt x="0" y="266"/>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4" name="Freeform 20">
            <a:extLst>
              <a:ext uri="{FF2B5EF4-FFF2-40B4-BE49-F238E27FC236}">
                <a16:creationId xmlns:a16="http://schemas.microsoft.com/office/drawing/2014/main" id="{3B7B64E8-7DEC-399B-7309-A87E1D413E47}"/>
              </a:ext>
            </a:extLst>
          </p:cNvPr>
          <p:cNvSpPr>
            <a:spLocks/>
          </p:cNvSpPr>
          <p:nvPr/>
        </p:nvSpPr>
        <p:spPr bwMode="auto">
          <a:xfrm>
            <a:off x="5111750" y="3706813"/>
            <a:ext cx="814388" cy="296862"/>
          </a:xfrm>
          <a:custGeom>
            <a:avLst/>
            <a:gdLst>
              <a:gd name="T0" fmla="*/ 31 w 513"/>
              <a:gd name="T1" fmla="*/ 92 h 202"/>
              <a:gd name="T2" fmla="*/ 31 w 513"/>
              <a:gd name="T3" fmla="*/ 96 h 202"/>
              <a:gd name="T4" fmla="*/ 22 w 513"/>
              <a:gd name="T5" fmla="*/ 115 h 202"/>
              <a:gd name="T6" fmla="*/ 32 w 513"/>
              <a:gd name="T7" fmla="*/ 140 h 202"/>
              <a:gd name="T8" fmla="*/ 0 w 513"/>
              <a:gd name="T9" fmla="*/ 163 h 202"/>
              <a:gd name="T10" fmla="*/ 7 w 513"/>
              <a:gd name="T11" fmla="*/ 202 h 202"/>
              <a:gd name="T12" fmla="*/ 142 w 513"/>
              <a:gd name="T13" fmla="*/ 190 h 202"/>
              <a:gd name="T14" fmla="*/ 301 w 513"/>
              <a:gd name="T15" fmla="*/ 170 h 202"/>
              <a:gd name="T16" fmla="*/ 381 w 513"/>
              <a:gd name="T17" fmla="*/ 154 h 202"/>
              <a:gd name="T18" fmla="*/ 398 w 513"/>
              <a:gd name="T19" fmla="*/ 103 h 202"/>
              <a:gd name="T20" fmla="*/ 426 w 513"/>
              <a:gd name="T21" fmla="*/ 100 h 202"/>
              <a:gd name="T22" fmla="*/ 513 w 513"/>
              <a:gd name="T23" fmla="*/ 0 h 202"/>
              <a:gd name="T24" fmla="*/ 400 w 513"/>
              <a:gd name="T25" fmla="*/ 25 h 202"/>
              <a:gd name="T26" fmla="*/ 135 w 513"/>
              <a:gd name="T27" fmla="*/ 66 h 202"/>
              <a:gd name="T28" fmla="*/ 137 w 513"/>
              <a:gd name="T29" fmla="*/ 78 h 202"/>
              <a:gd name="T30" fmla="*/ 31 w 513"/>
              <a:gd name="T31" fmla="*/ 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3" h="202">
                <a:moveTo>
                  <a:pt x="31" y="92"/>
                </a:moveTo>
                <a:lnTo>
                  <a:pt x="31" y="96"/>
                </a:lnTo>
                <a:lnTo>
                  <a:pt x="22" y="115"/>
                </a:lnTo>
                <a:lnTo>
                  <a:pt x="32" y="140"/>
                </a:lnTo>
                <a:lnTo>
                  <a:pt x="0" y="163"/>
                </a:lnTo>
                <a:lnTo>
                  <a:pt x="7" y="202"/>
                </a:lnTo>
                <a:lnTo>
                  <a:pt x="142" y="190"/>
                </a:lnTo>
                <a:lnTo>
                  <a:pt x="301" y="170"/>
                </a:lnTo>
                <a:lnTo>
                  <a:pt x="381" y="154"/>
                </a:lnTo>
                <a:lnTo>
                  <a:pt x="398" y="103"/>
                </a:lnTo>
                <a:lnTo>
                  <a:pt x="426" y="100"/>
                </a:lnTo>
                <a:lnTo>
                  <a:pt x="513" y="0"/>
                </a:lnTo>
                <a:lnTo>
                  <a:pt x="400" y="25"/>
                </a:lnTo>
                <a:lnTo>
                  <a:pt x="135" y="66"/>
                </a:lnTo>
                <a:lnTo>
                  <a:pt x="137" y="78"/>
                </a:lnTo>
                <a:lnTo>
                  <a:pt x="31" y="92"/>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5" name="Freeform 21">
            <a:extLst>
              <a:ext uri="{FF2B5EF4-FFF2-40B4-BE49-F238E27FC236}">
                <a16:creationId xmlns:a16="http://schemas.microsoft.com/office/drawing/2014/main" id="{FD92A00D-3E3A-24E7-40FB-A157E6E6DC86}"/>
              </a:ext>
            </a:extLst>
          </p:cNvPr>
          <p:cNvSpPr>
            <a:spLocks/>
          </p:cNvSpPr>
          <p:nvPr/>
        </p:nvSpPr>
        <p:spPr bwMode="auto">
          <a:xfrm>
            <a:off x="5470525" y="4386263"/>
            <a:ext cx="890588" cy="598487"/>
          </a:xfrm>
          <a:custGeom>
            <a:avLst/>
            <a:gdLst>
              <a:gd name="T0" fmla="*/ 0 w 561"/>
              <a:gd name="T1" fmla="*/ 39 h 409"/>
              <a:gd name="T2" fmla="*/ 154 w 561"/>
              <a:gd name="T3" fmla="*/ 23 h 409"/>
              <a:gd name="T4" fmla="*/ 170 w 561"/>
              <a:gd name="T5" fmla="*/ 50 h 409"/>
              <a:gd name="T6" fmla="*/ 336 w 561"/>
              <a:gd name="T7" fmla="*/ 23 h 409"/>
              <a:gd name="T8" fmla="*/ 364 w 561"/>
              <a:gd name="T9" fmla="*/ 45 h 409"/>
              <a:gd name="T10" fmla="*/ 364 w 561"/>
              <a:gd name="T11" fmla="*/ 3 h 409"/>
              <a:gd name="T12" fmla="*/ 362 w 561"/>
              <a:gd name="T13" fmla="*/ 0 h 409"/>
              <a:gd name="T14" fmla="*/ 395 w 561"/>
              <a:gd name="T15" fmla="*/ 2 h 409"/>
              <a:gd name="T16" fmla="*/ 430 w 561"/>
              <a:gd name="T17" fmla="*/ 65 h 409"/>
              <a:gd name="T18" fmla="*/ 485 w 561"/>
              <a:gd name="T19" fmla="*/ 151 h 409"/>
              <a:gd name="T20" fmla="*/ 513 w 561"/>
              <a:gd name="T21" fmla="*/ 225 h 409"/>
              <a:gd name="T22" fmla="*/ 554 w 561"/>
              <a:gd name="T23" fmla="*/ 277 h 409"/>
              <a:gd name="T24" fmla="*/ 561 w 561"/>
              <a:gd name="T25" fmla="*/ 352 h 409"/>
              <a:gd name="T26" fmla="*/ 548 w 561"/>
              <a:gd name="T27" fmla="*/ 397 h 409"/>
              <a:gd name="T28" fmla="*/ 489 w 561"/>
              <a:gd name="T29" fmla="*/ 409 h 409"/>
              <a:gd name="T30" fmla="*/ 479 w 561"/>
              <a:gd name="T31" fmla="*/ 390 h 409"/>
              <a:gd name="T32" fmla="*/ 437 w 561"/>
              <a:gd name="T33" fmla="*/ 363 h 409"/>
              <a:gd name="T34" fmla="*/ 424 w 561"/>
              <a:gd name="T35" fmla="*/ 335 h 409"/>
              <a:gd name="T36" fmla="*/ 413 w 561"/>
              <a:gd name="T37" fmla="*/ 324 h 409"/>
              <a:gd name="T38" fmla="*/ 407 w 561"/>
              <a:gd name="T39" fmla="*/ 298 h 409"/>
              <a:gd name="T40" fmla="*/ 397 w 561"/>
              <a:gd name="T41" fmla="*/ 305 h 409"/>
              <a:gd name="T42" fmla="*/ 364 w 561"/>
              <a:gd name="T43" fmla="*/ 271 h 409"/>
              <a:gd name="T44" fmla="*/ 372 w 561"/>
              <a:gd name="T45" fmla="*/ 239 h 409"/>
              <a:gd name="T46" fmla="*/ 364 w 561"/>
              <a:gd name="T47" fmla="*/ 222 h 409"/>
              <a:gd name="T48" fmla="*/ 354 w 561"/>
              <a:gd name="T49" fmla="*/ 228 h 409"/>
              <a:gd name="T50" fmla="*/ 355 w 561"/>
              <a:gd name="T51" fmla="*/ 246 h 409"/>
              <a:gd name="T52" fmla="*/ 344 w 561"/>
              <a:gd name="T53" fmla="*/ 222 h 409"/>
              <a:gd name="T54" fmla="*/ 345 w 561"/>
              <a:gd name="T55" fmla="*/ 164 h 409"/>
              <a:gd name="T56" fmla="*/ 325 w 561"/>
              <a:gd name="T57" fmla="*/ 130 h 409"/>
              <a:gd name="T58" fmla="*/ 272 w 561"/>
              <a:gd name="T59" fmla="*/ 102 h 409"/>
              <a:gd name="T60" fmla="*/ 246 w 561"/>
              <a:gd name="T61" fmla="*/ 70 h 409"/>
              <a:gd name="T62" fmla="*/ 216 w 561"/>
              <a:gd name="T63" fmla="*/ 67 h 409"/>
              <a:gd name="T64" fmla="*/ 204 w 561"/>
              <a:gd name="T65" fmla="*/ 87 h 409"/>
              <a:gd name="T66" fmla="*/ 161 w 561"/>
              <a:gd name="T67" fmla="*/ 101 h 409"/>
              <a:gd name="T68" fmla="*/ 135 w 561"/>
              <a:gd name="T69" fmla="*/ 87 h 409"/>
              <a:gd name="T70" fmla="*/ 122 w 561"/>
              <a:gd name="T71" fmla="*/ 65 h 409"/>
              <a:gd name="T72" fmla="*/ 40 w 561"/>
              <a:gd name="T73" fmla="*/ 84 h 409"/>
              <a:gd name="T74" fmla="*/ 23 w 561"/>
              <a:gd name="T75" fmla="*/ 69 h 409"/>
              <a:gd name="T76" fmla="*/ 4 w 561"/>
              <a:gd name="T77" fmla="*/ 85 h 409"/>
              <a:gd name="T78" fmla="*/ 0 w 561"/>
              <a:gd name="T79" fmla="*/ 3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1" h="409">
                <a:moveTo>
                  <a:pt x="0" y="39"/>
                </a:moveTo>
                <a:lnTo>
                  <a:pt x="154" y="23"/>
                </a:lnTo>
                <a:lnTo>
                  <a:pt x="170" y="50"/>
                </a:lnTo>
                <a:lnTo>
                  <a:pt x="336" y="23"/>
                </a:lnTo>
                <a:lnTo>
                  <a:pt x="364" y="45"/>
                </a:lnTo>
                <a:lnTo>
                  <a:pt x="364" y="3"/>
                </a:lnTo>
                <a:lnTo>
                  <a:pt x="362" y="0"/>
                </a:lnTo>
                <a:lnTo>
                  <a:pt x="395" y="2"/>
                </a:lnTo>
                <a:lnTo>
                  <a:pt x="430" y="65"/>
                </a:lnTo>
                <a:lnTo>
                  <a:pt x="485" y="151"/>
                </a:lnTo>
                <a:lnTo>
                  <a:pt x="513" y="225"/>
                </a:lnTo>
                <a:lnTo>
                  <a:pt x="554" y="277"/>
                </a:lnTo>
                <a:lnTo>
                  <a:pt x="561" y="352"/>
                </a:lnTo>
                <a:lnTo>
                  <a:pt x="548" y="397"/>
                </a:lnTo>
                <a:lnTo>
                  <a:pt x="489" y="409"/>
                </a:lnTo>
                <a:lnTo>
                  <a:pt x="479" y="390"/>
                </a:lnTo>
                <a:lnTo>
                  <a:pt x="437" y="363"/>
                </a:lnTo>
                <a:lnTo>
                  <a:pt x="424" y="335"/>
                </a:lnTo>
                <a:lnTo>
                  <a:pt x="413" y="324"/>
                </a:lnTo>
                <a:lnTo>
                  <a:pt x="407" y="298"/>
                </a:lnTo>
                <a:lnTo>
                  <a:pt x="397" y="305"/>
                </a:lnTo>
                <a:lnTo>
                  <a:pt x="364" y="271"/>
                </a:lnTo>
                <a:lnTo>
                  <a:pt x="372" y="239"/>
                </a:lnTo>
                <a:lnTo>
                  <a:pt x="364" y="222"/>
                </a:lnTo>
                <a:lnTo>
                  <a:pt x="354" y="228"/>
                </a:lnTo>
                <a:lnTo>
                  <a:pt x="355" y="246"/>
                </a:lnTo>
                <a:lnTo>
                  <a:pt x="344" y="222"/>
                </a:lnTo>
                <a:lnTo>
                  <a:pt x="345" y="164"/>
                </a:lnTo>
                <a:lnTo>
                  <a:pt x="325" y="130"/>
                </a:lnTo>
                <a:lnTo>
                  <a:pt x="272" y="102"/>
                </a:lnTo>
                <a:lnTo>
                  <a:pt x="246" y="70"/>
                </a:lnTo>
                <a:lnTo>
                  <a:pt x="216" y="67"/>
                </a:lnTo>
                <a:lnTo>
                  <a:pt x="204" y="87"/>
                </a:lnTo>
                <a:lnTo>
                  <a:pt x="161" y="101"/>
                </a:lnTo>
                <a:lnTo>
                  <a:pt x="135" y="87"/>
                </a:lnTo>
                <a:lnTo>
                  <a:pt x="122" y="65"/>
                </a:lnTo>
                <a:lnTo>
                  <a:pt x="40" y="84"/>
                </a:lnTo>
                <a:lnTo>
                  <a:pt x="23" y="69"/>
                </a:lnTo>
                <a:lnTo>
                  <a:pt x="4" y="85"/>
                </a:lnTo>
                <a:lnTo>
                  <a:pt x="0" y="39"/>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6" name="Freeform 22">
            <a:extLst>
              <a:ext uri="{FF2B5EF4-FFF2-40B4-BE49-F238E27FC236}">
                <a16:creationId xmlns:a16="http://schemas.microsoft.com/office/drawing/2014/main" id="{38233047-795B-52E9-C125-784C68DF42C0}"/>
              </a:ext>
            </a:extLst>
          </p:cNvPr>
          <p:cNvSpPr>
            <a:spLocks/>
          </p:cNvSpPr>
          <p:nvPr/>
        </p:nvSpPr>
        <p:spPr bwMode="auto">
          <a:xfrm>
            <a:off x="5799138" y="3211513"/>
            <a:ext cx="406400" cy="422275"/>
          </a:xfrm>
          <a:custGeom>
            <a:avLst/>
            <a:gdLst>
              <a:gd name="T0" fmla="*/ 26 w 256"/>
              <a:gd name="T1" fmla="*/ 150 h 288"/>
              <a:gd name="T2" fmla="*/ 6 w 256"/>
              <a:gd name="T3" fmla="*/ 144 h 288"/>
              <a:gd name="T4" fmla="*/ 0 w 256"/>
              <a:gd name="T5" fmla="*/ 190 h 288"/>
              <a:gd name="T6" fmla="*/ 6 w 256"/>
              <a:gd name="T7" fmla="*/ 239 h 288"/>
              <a:gd name="T8" fmla="*/ 43 w 256"/>
              <a:gd name="T9" fmla="*/ 271 h 288"/>
              <a:gd name="T10" fmla="*/ 52 w 256"/>
              <a:gd name="T11" fmla="*/ 288 h 288"/>
              <a:gd name="T12" fmla="*/ 99 w 256"/>
              <a:gd name="T13" fmla="*/ 271 h 288"/>
              <a:gd name="T14" fmla="*/ 155 w 256"/>
              <a:gd name="T15" fmla="*/ 233 h 288"/>
              <a:gd name="T16" fmla="*/ 171 w 256"/>
              <a:gd name="T17" fmla="*/ 148 h 288"/>
              <a:gd name="T18" fmla="*/ 207 w 256"/>
              <a:gd name="T19" fmla="*/ 126 h 288"/>
              <a:gd name="T20" fmla="*/ 227 w 256"/>
              <a:gd name="T21" fmla="*/ 74 h 288"/>
              <a:gd name="T22" fmla="*/ 256 w 256"/>
              <a:gd name="T23" fmla="*/ 60 h 288"/>
              <a:gd name="T24" fmla="*/ 218 w 256"/>
              <a:gd name="T25" fmla="*/ 53 h 288"/>
              <a:gd name="T26" fmla="*/ 154 w 256"/>
              <a:gd name="T27" fmla="*/ 90 h 288"/>
              <a:gd name="T28" fmla="*/ 144 w 256"/>
              <a:gd name="T29" fmla="*/ 54 h 288"/>
              <a:gd name="T30" fmla="*/ 88 w 256"/>
              <a:gd name="T31" fmla="*/ 57 h 288"/>
              <a:gd name="T32" fmla="*/ 75 w 256"/>
              <a:gd name="T33" fmla="*/ 0 h 288"/>
              <a:gd name="T34" fmla="*/ 61 w 256"/>
              <a:gd name="T35" fmla="*/ 15 h 288"/>
              <a:gd name="T36" fmla="*/ 65 w 256"/>
              <a:gd name="T37" fmla="*/ 97 h 288"/>
              <a:gd name="T38" fmla="*/ 40 w 256"/>
              <a:gd name="T39" fmla="*/ 104 h 288"/>
              <a:gd name="T40" fmla="*/ 26 w 256"/>
              <a:gd name="T41" fmla="*/ 15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 h="288">
                <a:moveTo>
                  <a:pt x="26" y="150"/>
                </a:moveTo>
                <a:lnTo>
                  <a:pt x="6" y="144"/>
                </a:lnTo>
                <a:lnTo>
                  <a:pt x="0" y="190"/>
                </a:lnTo>
                <a:lnTo>
                  <a:pt x="6" y="239"/>
                </a:lnTo>
                <a:lnTo>
                  <a:pt x="43" y="271"/>
                </a:lnTo>
                <a:lnTo>
                  <a:pt x="52" y="288"/>
                </a:lnTo>
                <a:lnTo>
                  <a:pt x="99" y="271"/>
                </a:lnTo>
                <a:lnTo>
                  <a:pt x="155" y="233"/>
                </a:lnTo>
                <a:lnTo>
                  <a:pt x="171" y="148"/>
                </a:lnTo>
                <a:lnTo>
                  <a:pt x="207" y="126"/>
                </a:lnTo>
                <a:lnTo>
                  <a:pt x="227" y="74"/>
                </a:lnTo>
                <a:lnTo>
                  <a:pt x="256" y="60"/>
                </a:lnTo>
                <a:lnTo>
                  <a:pt x="218" y="53"/>
                </a:lnTo>
                <a:lnTo>
                  <a:pt x="154" y="90"/>
                </a:lnTo>
                <a:lnTo>
                  <a:pt x="144" y="54"/>
                </a:lnTo>
                <a:lnTo>
                  <a:pt x="88" y="57"/>
                </a:lnTo>
                <a:lnTo>
                  <a:pt x="75" y="0"/>
                </a:lnTo>
                <a:lnTo>
                  <a:pt x="61" y="15"/>
                </a:lnTo>
                <a:lnTo>
                  <a:pt x="65" y="97"/>
                </a:lnTo>
                <a:lnTo>
                  <a:pt x="40" y="104"/>
                </a:lnTo>
                <a:lnTo>
                  <a:pt x="26" y="15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7" name="Freeform 23">
            <a:extLst>
              <a:ext uri="{FF2B5EF4-FFF2-40B4-BE49-F238E27FC236}">
                <a16:creationId xmlns:a16="http://schemas.microsoft.com/office/drawing/2014/main" id="{DAB19717-BB2C-3345-A586-FEE17ED92C79}"/>
              </a:ext>
            </a:extLst>
          </p:cNvPr>
          <p:cNvSpPr>
            <a:spLocks/>
          </p:cNvSpPr>
          <p:nvPr/>
        </p:nvSpPr>
        <p:spPr bwMode="auto">
          <a:xfrm>
            <a:off x="6410325" y="2508250"/>
            <a:ext cx="160338" cy="296863"/>
          </a:xfrm>
          <a:custGeom>
            <a:avLst/>
            <a:gdLst>
              <a:gd name="T0" fmla="*/ 0 w 101"/>
              <a:gd name="T1" fmla="*/ 21 h 202"/>
              <a:gd name="T2" fmla="*/ 74 w 101"/>
              <a:gd name="T3" fmla="*/ 0 h 202"/>
              <a:gd name="T4" fmla="*/ 101 w 101"/>
              <a:gd name="T5" fmla="*/ 55 h 202"/>
              <a:gd name="T6" fmla="*/ 87 w 101"/>
              <a:gd name="T7" fmla="*/ 70 h 202"/>
              <a:gd name="T8" fmla="*/ 93 w 101"/>
              <a:gd name="T9" fmla="*/ 192 h 202"/>
              <a:gd name="T10" fmla="*/ 50 w 101"/>
              <a:gd name="T11" fmla="*/ 202 h 202"/>
              <a:gd name="T12" fmla="*/ 29 w 101"/>
              <a:gd name="T13" fmla="*/ 152 h 202"/>
              <a:gd name="T14" fmla="*/ 28 w 101"/>
              <a:gd name="T15" fmla="*/ 92 h 202"/>
              <a:gd name="T16" fmla="*/ 9 w 101"/>
              <a:gd name="T17" fmla="*/ 74 h 202"/>
              <a:gd name="T18" fmla="*/ 0 w 101"/>
              <a:gd name="T19" fmla="*/ 2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202">
                <a:moveTo>
                  <a:pt x="0" y="21"/>
                </a:moveTo>
                <a:lnTo>
                  <a:pt x="74" y="0"/>
                </a:lnTo>
                <a:lnTo>
                  <a:pt x="101" y="55"/>
                </a:lnTo>
                <a:lnTo>
                  <a:pt x="87" y="70"/>
                </a:lnTo>
                <a:lnTo>
                  <a:pt x="93" y="192"/>
                </a:lnTo>
                <a:lnTo>
                  <a:pt x="50" y="202"/>
                </a:lnTo>
                <a:lnTo>
                  <a:pt x="29" y="152"/>
                </a:lnTo>
                <a:lnTo>
                  <a:pt x="28" y="92"/>
                </a:lnTo>
                <a:lnTo>
                  <a:pt x="9" y="74"/>
                </a:lnTo>
                <a:lnTo>
                  <a:pt x="0" y="21"/>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8" name="Freeform 24">
            <a:extLst>
              <a:ext uri="{FF2B5EF4-FFF2-40B4-BE49-F238E27FC236}">
                <a16:creationId xmlns:a16="http://schemas.microsoft.com/office/drawing/2014/main" id="{BB479305-3202-D8E1-F923-DCB0696ADD5D}"/>
              </a:ext>
            </a:extLst>
          </p:cNvPr>
          <p:cNvSpPr>
            <a:spLocks/>
          </p:cNvSpPr>
          <p:nvPr/>
        </p:nvSpPr>
        <p:spPr bwMode="auto">
          <a:xfrm>
            <a:off x="6486525" y="2740025"/>
            <a:ext cx="342900" cy="155575"/>
          </a:xfrm>
          <a:custGeom>
            <a:avLst/>
            <a:gdLst>
              <a:gd name="T0" fmla="*/ 0 w 216"/>
              <a:gd name="T1" fmla="*/ 42 h 106"/>
              <a:gd name="T2" fmla="*/ 110 w 216"/>
              <a:gd name="T3" fmla="*/ 13 h 106"/>
              <a:gd name="T4" fmla="*/ 123 w 216"/>
              <a:gd name="T5" fmla="*/ 14 h 106"/>
              <a:gd name="T6" fmla="*/ 137 w 216"/>
              <a:gd name="T7" fmla="*/ 0 h 106"/>
              <a:gd name="T8" fmla="*/ 148 w 216"/>
              <a:gd name="T9" fmla="*/ 7 h 106"/>
              <a:gd name="T10" fmla="*/ 134 w 216"/>
              <a:gd name="T11" fmla="*/ 37 h 106"/>
              <a:gd name="T12" fmla="*/ 157 w 216"/>
              <a:gd name="T13" fmla="*/ 35 h 106"/>
              <a:gd name="T14" fmla="*/ 170 w 216"/>
              <a:gd name="T15" fmla="*/ 59 h 106"/>
              <a:gd name="T16" fmla="*/ 186 w 216"/>
              <a:gd name="T17" fmla="*/ 61 h 106"/>
              <a:gd name="T18" fmla="*/ 197 w 216"/>
              <a:gd name="T19" fmla="*/ 57 h 106"/>
              <a:gd name="T20" fmla="*/ 197 w 216"/>
              <a:gd name="T21" fmla="*/ 44 h 106"/>
              <a:gd name="T22" fmla="*/ 178 w 216"/>
              <a:gd name="T23" fmla="*/ 28 h 106"/>
              <a:gd name="T24" fmla="*/ 192 w 216"/>
              <a:gd name="T25" fmla="*/ 27 h 106"/>
              <a:gd name="T26" fmla="*/ 216 w 216"/>
              <a:gd name="T27" fmla="*/ 62 h 106"/>
              <a:gd name="T28" fmla="*/ 193 w 216"/>
              <a:gd name="T29" fmla="*/ 83 h 106"/>
              <a:gd name="T30" fmla="*/ 167 w 216"/>
              <a:gd name="T31" fmla="*/ 73 h 106"/>
              <a:gd name="T32" fmla="*/ 151 w 216"/>
              <a:gd name="T33" fmla="*/ 98 h 106"/>
              <a:gd name="T34" fmla="*/ 118 w 216"/>
              <a:gd name="T35" fmla="*/ 73 h 106"/>
              <a:gd name="T36" fmla="*/ 9 w 216"/>
              <a:gd name="T37" fmla="*/ 106 h 106"/>
              <a:gd name="T38" fmla="*/ 0 w 216"/>
              <a:gd name="T39" fmla="*/ 4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6" h="106">
                <a:moveTo>
                  <a:pt x="0" y="42"/>
                </a:moveTo>
                <a:lnTo>
                  <a:pt x="110" y="13"/>
                </a:lnTo>
                <a:lnTo>
                  <a:pt x="123" y="14"/>
                </a:lnTo>
                <a:lnTo>
                  <a:pt x="137" y="0"/>
                </a:lnTo>
                <a:lnTo>
                  <a:pt x="148" y="7"/>
                </a:lnTo>
                <a:lnTo>
                  <a:pt x="134" y="37"/>
                </a:lnTo>
                <a:lnTo>
                  <a:pt x="157" y="35"/>
                </a:lnTo>
                <a:lnTo>
                  <a:pt x="170" y="59"/>
                </a:lnTo>
                <a:lnTo>
                  <a:pt x="186" y="61"/>
                </a:lnTo>
                <a:lnTo>
                  <a:pt x="197" y="57"/>
                </a:lnTo>
                <a:lnTo>
                  <a:pt x="197" y="44"/>
                </a:lnTo>
                <a:lnTo>
                  <a:pt x="178" y="28"/>
                </a:lnTo>
                <a:lnTo>
                  <a:pt x="192" y="27"/>
                </a:lnTo>
                <a:lnTo>
                  <a:pt x="216" y="62"/>
                </a:lnTo>
                <a:lnTo>
                  <a:pt x="193" y="83"/>
                </a:lnTo>
                <a:lnTo>
                  <a:pt x="167" y="73"/>
                </a:lnTo>
                <a:lnTo>
                  <a:pt x="151" y="98"/>
                </a:lnTo>
                <a:lnTo>
                  <a:pt x="118" y="73"/>
                </a:lnTo>
                <a:lnTo>
                  <a:pt x="9" y="106"/>
                </a:lnTo>
                <a:lnTo>
                  <a:pt x="0" y="42"/>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69" name="Freeform 25">
            <a:extLst>
              <a:ext uri="{FF2B5EF4-FFF2-40B4-BE49-F238E27FC236}">
                <a16:creationId xmlns:a16="http://schemas.microsoft.com/office/drawing/2014/main" id="{84FE141A-B817-35B1-9988-61EA5B65E60D}"/>
              </a:ext>
            </a:extLst>
          </p:cNvPr>
          <p:cNvSpPr>
            <a:spLocks/>
          </p:cNvSpPr>
          <p:nvPr/>
        </p:nvSpPr>
        <p:spPr bwMode="auto">
          <a:xfrm>
            <a:off x="6526213" y="2451100"/>
            <a:ext cx="188912" cy="334963"/>
          </a:xfrm>
          <a:custGeom>
            <a:avLst/>
            <a:gdLst>
              <a:gd name="T0" fmla="*/ 25 w 119"/>
              <a:gd name="T1" fmla="*/ 0 h 228"/>
              <a:gd name="T2" fmla="*/ 0 w 119"/>
              <a:gd name="T3" fmla="*/ 40 h 228"/>
              <a:gd name="T4" fmla="*/ 27 w 119"/>
              <a:gd name="T5" fmla="*/ 93 h 228"/>
              <a:gd name="T6" fmla="*/ 11 w 119"/>
              <a:gd name="T7" fmla="*/ 107 h 228"/>
              <a:gd name="T8" fmla="*/ 17 w 119"/>
              <a:gd name="T9" fmla="*/ 228 h 228"/>
              <a:gd name="T10" fmla="*/ 84 w 119"/>
              <a:gd name="T11" fmla="*/ 211 h 228"/>
              <a:gd name="T12" fmla="*/ 102 w 119"/>
              <a:gd name="T13" fmla="*/ 211 h 228"/>
              <a:gd name="T14" fmla="*/ 112 w 119"/>
              <a:gd name="T15" fmla="*/ 198 h 228"/>
              <a:gd name="T16" fmla="*/ 112 w 119"/>
              <a:gd name="T17" fmla="*/ 176 h 228"/>
              <a:gd name="T18" fmla="*/ 119 w 119"/>
              <a:gd name="T19" fmla="*/ 161 h 228"/>
              <a:gd name="T20" fmla="*/ 82 w 119"/>
              <a:gd name="T21" fmla="*/ 144 h 228"/>
              <a:gd name="T22" fmla="*/ 34 w 119"/>
              <a:gd name="T23" fmla="*/ 11 h 228"/>
              <a:gd name="T24" fmla="*/ 25 w 119"/>
              <a:gd name="T25"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228">
                <a:moveTo>
                  <a:pt x="25" y="0"/>
                </a:moveTo>
                <a:lnTo>
                  <a:pt x="0" y="40"/>
                </a:lnTo>
                <a:lnTo>
                  <a:pt x="27" y="93"/>
                </a:lnTo>
                <a:lnTo>
                  <a:pt x="11" y="107"/>
                </a:lnTo>
                <a:lnTo>
                  <a:pt x="17" y="228"/>
                </a:lnTo>
                <a:lnTo>
                  <a:pt x="84" y="211"/>
                </a:lnTo>
                <a:lnTo>
                  <a:pt x="102" y="211"/>
                </a:lnTo>
                <a:lnTo>
                  <a:pt x="112" y="198"/>
                </a:lnTo>
                <a:lnTo>
                  <a:pt x="112" y="176"/>
                </a:lnTo>
                <a:lnTo>
                  <a:pt x="119" y="161"/>
                </a:lnTo>
                <a:lnTo>
                  <a:pt x="82" y="144"/>
                </a:lnTo>
                <a:lnTo>
                  <a:pt x="34" y="11"/>
                </a:lnTo>
                <a:lnTo>
                  <a:pt x="25"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nvGrpSpPr>
          <p:cNvPr id="409626" name="Group 26">
            <a:extLst>
              <a:ext uri="{FF2B5EF4-FFF2-40B4-BE49-F238E27FC236}">
                <a16:creationId xmlns:a16="http://schemas.microsoft.com/office/drawing/2014/main" id="{301F92DE-6F54-DD97-AB2C-BB0D8026CEA8}"/>
              </a:ext>
            </a:extLst>
          </p:cNvPr>
          <p:cNvGrpSpPr>
            <a:grpSpLocks/>
          </p:cNvGrpSpPr>
          <p:nvPr/>
        </p:nvGrpSpPr>
        <p:grpSpPr bwMode="auto">
          <a:xfrm>
            <a:off x="2335213" y="2378075"/>
            <a:ext cx="4389437" cy="2057400"/>
            <a:chOff x="1657" y="1277"/>
            <a:chExt cx="2764" cy="1404"/>
          </a:xfrm>
        </p:grpSpPr>
        <p:sp>
          <p:nvSpPr>
            <p:cNvPr id="1874971" name="Freeform 27">
              <a:extLst>
                <a:ext uri="{FF2B5EF4-FFF2-40B4-BE49-F238E27FC236}">
                  <a16:creationId xmlns:a16="http://schemas.microsoft.com/office/drawing/2014/main" id="{4EC3BD11-CE98-772A-8F46-13C783351DC0}"/>
                </a:ext>
              </a:extLst>
            </p:cNvPr>
            <p:cNvSpPr>
              <a:spLocks/>
            </p:cNvSpPr>
            <p:nvPr/>
          </p:nvSpPr>
          <p:spPr bwMode="auto">
            <a:xfrm>
              <a:off x="1657" y="1722"/>
              <a:ext cx="388" cy="627"/>
            </a:xfrm>
            <a:custGeom>
              <a:avLst/>
              <a:gdLst>
                <a:gd name="T0" fmla="*/ 50 w 388"/>
                <a:gd name="T1" fmla="*/ 0 h 629"/>
                <a:gd name="T2" fmla="*/ 0 w 388"/>
                <a:gd name="T3" fmla="*/ 250 h 629"/>
                <a:gd name="T4" fmla="*/ 264 w 388"/>
                <a:gd name="T5" fmla="*/ 629 h 629"/>
                <a:gd name="T6" fmla="*/ 281 w 388"/>
                <a:gd name="T7" fmla="*/ 613 h 629"/>
                <a:gd name="T8" fmla="*/ 279 w 388"/>
                <a:gd name="T9" fmla="*/ 538 h 629"/>
                <a:gd name="T10" fmla="*/ 312 w 388"/>
                <a:gd name="T11" fmla="*/ 544 h 629"/>
                <a:gd name="T12" fmla="*/ 346 w 388"/>
                <a:gd name="T13" fmla="*/ 313 h 629"/>
                <a:gd name="T14" fmla="*/ 369 w 388"/>
                <a:gd name="T15" fmla="*/ 157 h 629"/>
                <a:gd name="T16" fmla="*/ 376 w 388"/>
                <a:gd name="T17" fmla="*/ 110 h 629"/>
                <a:gd name="T18" fmla="*/ 388 w 388"/>
                <a:gd name="T19" fmla="*/ 67 h 629"/>
                <a:gd name="T20" fmla="*/ 214 w 388"/>
                <a:gd name="T21" fmla="*/ 38 h 629"/>
                <a:gd name="T22" fmla="*/ 50 w 388"/>
                <a:gd name="T23"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8" h="629">
                  <a:moveTo>
                    <a:pt x="50" y="0"/>
                  </a:moveTo>
                  <a:lnTo>
                    <a:pt x="0" y="250"/>
                  </a:lnTo>
                  <a:lnTo>
                    <a:pt x="264" y="629"/>
                  </a:lnTo>
                  <a:lnTo>
                    <a:pt x="281" y="613"/>
                  </a:lnTo>
                  <a:lnTo>
                    <a:pt x="279" y="538"/>
                  </a:lnTo>
                  <a:lnTo>
                    <a:pt x="312" y="544"/>
                  </a:lnTo>
                  <a:lnTo>
                    <a:pt x="346" y="313"/>
                  </a:lnTo>
                  <a:lnTo>
                    <a:pt x="369" y="157"/>
                  </a:lnTo>
                  <a:lnTo>
                    <a:pt x="376" y="110"/>
                  </a:lnTo>
                  <a:lnTo>
                    <a:pt x="388" y="67"/>
                  </a:lnTo>
                  <a:lnTo>
                    <a:pt x="214" y="38"/>
                  </a:lnTo>
                  <a:lnTo>
                    <a:pt x="50"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2" name="Freeform 28">
              <a:extLst>
                <a:ext uri="{FF2B5EF4-FFF2-40B4-BE49-F238E27FC236}">
                  <a16:creationId xmlns:a16="http://schemas.microsoft.com/office/drawing/2014/main" id="{3163CB43-1409-92A7-12D1-E657094CE64D}"/>
                </a:ext>
              </a:extLst>
            </p:cNvPr>
            <p:cNvSpPr>
              <a:spLocks/>
            </p:cNvSpPr>
            <p:nvPr/>
          </p:nvSpPr>
          <p:spPr bwMode="auto">
            <a:xfrm>
              <a:off x="1978" y="1791"/>
              <a:ext cx="324" cy="455"/>
            </a:xfrm>
            <a:custGeom>
              <a:avLst/>
              <a:gdLst>
                <a:gd name="T0" fmla="*/ 60 w 324"/>
                <a:gd name="T1" fmla="*/ 0 h 449"/>
                <a:gd name="T2" fmla="*/ 219 w 324"/>
                <a:gd name="T3" fmla="*/ 23 h 449"/>
                <a:gd name="T4" fmla="*/ 208 w 324"/>
                <a:gd name="T5" fmla="*/ 109 h 449"/>
                <a:gd name="T6" fmla="*/ 324 w 324"/>
                <a:gd name="T7" fmla="*/ 121 h 449"/>
                <a:gd name="T8" fmla="*/ 292 w 324"/>
                <a:gd name="T9" fmla="*/ 449 h 449"/>
                <a:gd name="T10" fmla="*/ 0 w 324"/>
                <a:gd name="T11" fmla="*/ 415 h 449"/>
                <a:gd name="T12" fmla="*/ 30 w 324"/>
                <a:gd name="T13" fmla="*/ 205 h 449"/>
                <a:gd name="T14" fmla="*/ 60 w 324"/>
                <a:gd name="T15" fmla="*/ 0 h 4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449">
                  <a:moveTo>
                    <a:pt x="60" y="0"/>
                  </a:moveTo>
                  <a:lnTo>
                    <a:pt x="219" y="23"/>
                  </a:lnTo>
                  <a:lnTo>
                    <a:pt x="208" y="109"/>
                  </a:lnTo>
                  <a:lnTo>
                    <a:pt x="324" y="121"/>
                  </a:lnTo>
                  <a:lnTo>
                    <a:pt x="292" y="449"/>
                  </a:lnTo>
                  <a:lnTo>
                    <a:pt x="0" y="415"/>
                  </a:lnTo>
                  <a:lnTo>
                    <a:pt x="30" y="205"/>
                  </a:lnTo>
                  <a:lnTo>
                    <a:pt x="60"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3" name="Freeform 29">
              <a:extLst>
                <a:ext uri="{FF2B5EF4-FFF2-40B4-BE49-F238E27FC236}">
                  <a16:creationId xmlns:a16="http://schemas.microsoft.com/office/drawing/2014/main" id="{52B63469-498A-CD16-26C9-9979C50679BD}"/>
                </a:ext>
              </a:extLst>
            </p:cNvPr>
            <p:cNvSpPr>
              <a:spLocks/>
            </p:cNvSpPr>
            <p:nvPr/>
          </p:nvSpPr>
          <p:spPr bwMode="auto">
            <a:xfrm>
              <a:off x="2183" y="1571"/>
              <a:ext cx="415" cy="365"/>
            </a:xfrm>
            <a:custGeom>
              <a:avLst/>
              <a:gdLst>
                <a:gd name="T0" fmla="*/ 40 w 415"/>
                <a:gd name="T1" fmla="*/ 0 h 365"/>
                <a:gd name="T2" fmla="*/ 25 w 415"/>
                <a:gd name="T3" fmla="*/ 136 h 365"/>
                <a:gd name="T4" fmla="*/ 0 w 415"/>
                <a:gd name="T5" fmla="*/ 331 h 365"/>
                <a:gd name="T6" fmla="*/ 120 w 415"/>
                <a:gd name="T7" fmla="*/ 342 h 365"/>
                <a:gd name="T8" fmla="*/ 401 w 415"/>
                <a:gd name="T9" fmla="*/ 365 h 365"/>
                <a:gd name="T10" fmla="*/ 415 w 415"/>
                <a:gd name="T11" fmla="*/ 37 h 365"/>
                <a:gd name="T12" fmla="*/ 40 w 415"/>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415" h="365">
                  <a:moveTo>
                    <a:pt x="40" y="0"/>
                  </a:moveTo>
                  <a:lnTo>
                    <a:pt x="25" y="136"/>
                  </a:lnTo>
                  <a:lnTo>
                    <a:pt x="0" y="331"/>
                  </a:lnTo>
                  <a:lnTo>
                    <a:pt x="120" y="342"/>
                  </a:lnTo>
                  <a:lnTo>
                    <a:pt x="401" y="365"/>
                  </a:lnTo>
                  <a:lnTo>
                    <a:pt x="415" y="37"/>
                  </a:lnTo>
                  <a:lnTo>
                    <a:pt x="40"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4" name="Freeform 30">
              <a:extLst>
                <a:ext uri="{FF2B5EF4-FFF2-40B4-BE49-F238E27FC236}">
                  <a16:creationId xmlns:a16="http://schemas.microsoft.com/office/drawing/2014/main" id="{101D20F0-328D-0F01-DB79-53744FB3115B}"/>
                </a:ext>
              </a:extLst>
            </p:cNvPr>
            <p:cNvSpPr>
              <a:spLocks/>
            </p:cNvSpPr>
            <p:nvPr/>
          </p:nvSpPr>
          <p:spPr bwMode="auto">
            <a:xfrm>
              <a:off x="2267" y="1912"/>
              <a:ext cx="433" cy="347"/>
            </a:xfrm>
            <a:custGeom>
              <a:avLst/>
              <a:gdLst>
                <a:gd name="T0" fmla="*/ 36 w 433"/>
                <a:gd name="T1" fmla="*/ 0 h 347"/>
                <a:gd name="T2" fmla="*/ 14 w 433"/>
                <a:gd name="T3" fmla="*/ 208 h 347"/>
                <a:gd name="T4" fmla="*/ 0 w 433"/>
                <a:gd name="T5" fmla="*/ 328 h 347"/>
                <a:gd name="T6" fmla="*/ 216 w 433"/>
                <a:gd name="T7" fmla="*/ 339 h 347"/>
                <a:gd name="T8" fmla="*/ 423 w 433"/>
                <a:gd name="T9" fmla="*/ 347 h 347"/>
                <a:gd name="T10" fmla="*/ 430 w 433"/>
                <a:gd name="T11" fmla="*/ 184 h 347"/>
                <a:gd name="T12" fmla="*/ 433 w 433"/>
                <a:gd name="T13" fmla="*/ 26 h 347"/>
                <a:gd name="T14" fmla="*/ 315 w 433"/>
                <a:gd name="T15" fmla="*/ 23 h 347"/>
                <a:gd name="T16" fmla="*/ 36 w 433"/>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3" h="347">
                  <a:moveTo>
                    <a:pt x="36" y="0"/>
                  </a:moveTo>
                  <a:lnTo>
                    <a:pt x="14" y="208"/>
                  </a:lnTo>
                  <a:lnTo>
                    <a:pt x="0" y="328"/>
                  </a:lnTo>
                  <a:lnTo>
                    <a:pt x="216" y="339"/>
                  </a:lnTo>
                  <a:lnTo>
                    <a:pt x="423" y="347"/>
                  </a:lnTo>
                  <a:lnTo>
                    <a:pt x="430" y="184"/>
                  </a:lnTo>
                  <a:lnTo>
                    <a:pt x="433" y="26"/>
                  </a:lnTo>
                  <a:lnTo>
                    <a:pt x="315" y="23"/>
                  </a:lnTo>
                  <a:lnTo>
                    <a:pt x="36"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5" name="Freeform 31">
              <a:extLst>
                <a:ext uri="{FF2B5EF4-FFF2-40B4-BE49-F238E27FC236}">
                  <a16:creationId xmlns:a16="http://schemas.microsoft.com/office/drawing/2014/main" id="{A0BE8E1C-1A29-92E9-9F7F-A66336BCFE9B}"/>
                </a:ext>
              </a:extLst>
            </p:cNvPr>
            <p:cNvSpPr>
              <a:spLocks/>
            </p:cNvSpPr>
            <p:nvPr/>
          </p:nvSpPr>
          <p:spPr bwMode="auto">
            <a:xfrm>
              <a:off x="1877" y="2203"/>
              <a:ext cx="393" cy="469"/>
            </a:xfrm>
            <a:custGeom>
              <a:avLst/>
              <a:gdLst>
                <a:gd name="T0" fmla="*/ 100 w 393"/>
                <a:gd name="T1" fmla="*/ 0 h 469"/>
                <a:gd name="T2" fmla="*/ 92 w 393"/>
                <a:gd name="T3" fmla="*/ 61 h 469"/>
                <a:gd name="T4" fmla="*/ 58 w 393"/>
                <a:gd name="T5" fmla="*/ 54 h 469"/>
                <a:gd name="T6" fmla="*/ 61 w 393"/>
                <a:gd name="T7" fmla="*/ 133 h 469"/>
                <a:gd name="T8" fmla="*/ 44 w 393"/>
                <a:gd name="T9" fmla="*/ 148 h 469"/>
                <a:gd name="T10" fmla="*/ 68 w 393"/>
                <a:gd name="T11" fmla="*/ 197 h 469"/>
                <a:gd name="T12" fmla="*/ 44 w 393"/>
                <a:gd name="T13" fmla="*/ 218 h 469"/>
                <a:gd name="T14" fmla="*/ 31 w 393"/>
                <a:gd name="T15" fmla="*/ 253 h 469"/>
                <a:gd name="T16" fmla="*/ 12 w 393"/>
                <a:gd name="T17" fmla="*/ 287 h 469"/>
                <a:gd name="T18" fmla="*/ 26 w 393"/>
                <a:gd name="T19" fmla="*/ 307 h 469"/>
                <a:gd name="T20" fmla="*/ 3 w 393"/>
                <a:gd name="T21" fmla="*/ 315 h 469"/>
                <a:gd name="T22" fmla="*/ 0 w 393"/>
                <a:gd name="T23" fmla="*/ 347 h 469"/>
                <a:gd name="T24" fmla="*/ 221 w 393"/>
                <a:gd name="T25" fmla="*/ 467 h 469"/>
                <a:gd name="T26" fmla="*/ 346 w 393"/>
                <a:gd name="T27" fmla="*/ 469 h 469"/>
                <a:gd name="T28" fmla="*/ 393 w 393"/>
                <a:gd name="T29" fmla="*/ 37 h 469"/>
                <a:gd name="T30" fmla="*/ 100 w 393"/>
                <a:gd name="T31"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3" h="469">
                  <a:moveTo>
                    <a:pt x="100" y="0"/>
                  </a:moveTo>
                  <a:lnTo>
                    <a:pt x="92" y="61"/>
                  </a:lnTo>
                  <a:lnTo>
                    <a:pt x="58" y="54"/>
                  </a:lnTo>
                  <a:lnTo>
                    <a:pt x="61" y="133"/>
                  </a:lnTo>
                  <a:lnTo>
                    <a:pt x="44" y="148"/>
                  </a:lnTo>
                  <a:lnTo>
                    <a:pt x="68" y="197"/>
                  </a:lnTo>
                  <a:lnTo>
                    <a:pt x="44" y="218"/>
                  </a:lnTo>
                  <a:lnTo>
                    <a:pt x="31" y="253"/>
                  </a:lnTo>
                  <a:lnTo>
                    <a:pt x="12" y="287"/>
                  </a:lnTo>
                  <a:lnTo>
                    <a:pt x="26" y="307"/>
                  </a:lnTo>
                  <a:lnTo>
                    <a:pt x="3" y="315"/>
                  </a:lnTo>
                  <a:lnTo>
                    <a:pt x="0" y="347"/>
                  </a:lnTo>
                  <a:lnTo>
                    <a:pt x="221" y="467"/>
                  </a:lnTo>
                  <a:lnTo>
                    <a:pt x="346" y="469"/>
                  </a:lnTo>
                  <a:lnTo>
                    <a:pt x="393" y="37"/>
                  </a:lnTo>
                  <a:lnTo>
                    <a:pt x="100"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6" name="Freeform 32">
              <a:extLst>
                <a:ext uri="{FF2B5EF4-FFF2-40B4-BE49-F238E27FC236}">
                  <a16:creationId xmlns:a16="http://schemas.microsoft.com/office/drawing/2014/main" id="{70079CA9-8D47-5479-3490-FEA652ECC1C5}"/>
                </a:ext>
              </a:extLst>
            </p:cNvPr>
            <p:cNvSpPr>
              <a:spLocks/>
            </p:cNvSpPr>
            <p:nvPr/>
          </p:nvSpPr>
          <p:spPr bwMode="auto">
            <a:xfrm>
              <a:off x="2220" y="2236"/>
              <a:ext cx="417" cy="445"/>
            </a:xfrm>
            <a:custGeom>
              <a:avLst/>
              <a:gdLst>
                <a:gd name="T0" fmla="*/ 50 w 417"/>
                <a:gd name="T1" fmla="*/ 0 h 445"/>
                <a:gd name="T2" fmla="*/ 417 w 417"/>
                <a:gd name="T3" fmla="*/ 18 h 445"/>
                <a:gd name="T4" fmla="*/ 399 w 417"/>
                <a:gd name="T5" fmla="*/ 411 h 445"/>
                <a:gd name="T6" fmla="*/ 280 w 417"/>
                <a:gd name="T7" fmla="*/ 403 h 445"/>
                <a:gd name="T8" fmla="*/ 168 w 417"/>
                <a:gd name="T9" fmla="*/ 400 h 445"/>
                <a:gd name="T10" fmla="*/ 168 w 417"/>
                <a:gd name="T11" fmla="*/ 415 h 445"/>
                <a:gd name="T12" fmla="*/ 75 w 417"/>
                <a:gd name="T13" fmla="*/ 415 h 445"/>
                <a:gd name="T14" fmla="*/ 70 w 417"/>
                <a:gd name="T15" fmla="*/ 445 h 445"/>
                <a:gd name="T16" fmla="*/ 0 w 417"/>
                <a:gd name="T17" fmla="*/ 435 h 445"/>
                <a:gd name="T18" fmla="*/ 39 w 417"/>
                <a:gd name="T19" fmla="*/ 102 h 445"/>
                <a:gd name="T20" fmla="*/ 50 w 417"/>
                <a:gd name="T21"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7" h="445">
                  <a:moveTo>
                    <a:pt x="50" y="0"/>
                  </a:moveTo>
                  <a:lnTo>
                    <a:pt x="417" y="18"/>
                  </a:lnTo>
                  <a:lnTo>
                    <a:pt x="399" y="411"/>
                  </a:lnTo>
                  <a:lnTo>
                    <a:pt x="280" y="403"/>
                  </a:lnTo>
                  <a:lnTo>
                    <a:pt x="168" y="400"/>
                  </a:lnTo>
                  <a:lnTo>
                    <a:pt x="168" y="415"/>
                  </a:lnTo>
                  <a:lnTo>
                    <a:pt x="75" y="415"/>
                  </a:lnTo>
                  <a:lnTo>
                    <a:pt x="70" y="445"/>
                  </a:lnTo>
                  <a:lnTo>
                    <a:pt x="0" y="435"/>
                  </a:lnTo>
                  <a:lnTo>
                    <a:pt x="39" y="102"/>
                  </a:lnTo>
                  <a:lnTo>
                    <a:pt x="50"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7" name="Freeform 33">
              <a:extLst>
                <a:ext uri="{FF2B5EF4-FFF2-40B4-BE49-F238E27FC236}">
                  <a16:creationId xmlns:a16="http://schemas.microsoft.com/office/drawing/2014/main" id="{072A344B-3AD5-1C71-2787-BF3EE17423E8}"/>
                </a:ext>
              </a:extLst>
            </p:cNvPr>
            <p:cNvSpPr>
              <a:spLocks/>
            </p:cNvSpPr>
            <p:nvPr/>
          </p:nvSpPr>
          <p:spPr bwMode="auto">
            <a:xfrm>
              <a:off x="2599" y="1277"/>
              <a:ext cx="407" cy="256"/>
            </a:xfrm>
            <a:custGeom>
              <a:avLst/>
              <a:gdLst>
                <a:gd name="T0" fmla="*/ 1 w 407"/>
                <a:gd name="T1" fmla="*/ 0 h 256"/>
                <a:gd name="T2" fmla="*/ 342 w 407"/>
                <a:gd name="T3" fmla="*/ 8 h 256"/>
                <a:gd name="T4" fmla="*/ 367 w 407"/>
                <a:gd name="T5" fmla="*/ 83 h 256"/>
                <a:gd name="T6" fmla="*/ 391 w 407"/>
                <a:gd name="T7" fmla="*/ 141 h 256"/>
                <a:gd name="T8" fmla="*/ 407 w 407"/>
                <a:gd name="T9" fmla="*/ 235 h 256"/>
                <a:gd name="T10" fmla="*/ 397 w 407"/>
                <a:gd name="T11" fmla="*/ 256 h 256"/>
                <a:gd name="T12" fmla="*/ 272 w 407"/>
                <a:gd name="T13" fmla="*/ 253 h 256"/>
                <a:gd name="T14" fmla="*/ 0 w 407"/>
                <a:gd name="T15" fmla="*/ 248 h 256"/>
                <a:gd name="T16" fmla="*/ 1 w 407"/>
                <a:gd name="T1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7" h="256">
                  <a:moveTo>
                    <a:pt x="1" y="0"/>
                  </a:moveTo>
                  <a:lnTo>
                    <a:pt x="342" y="8"/>
                  </a:lnTo>
                  <a:lnTo>
                    <a:pt x="367" y="83"/>
                  </a:lnTo>
                  <a:lnTo>
                    <a:pt x="391" y="141"/>
                  </a:lnTo>
                  <a:lnTo>
                    <a:pt x="407" y="235"/>
                  </a:lnTo>
                  <a:lnTo>
                    <a:pt x="397" y="256"/>
                  </a:lnTo>
                  <a:lnTo>
                    <a:pt x="272" y="253"/>
                  </a:lnTo>
                  <a:lnTo>
                    <a:pt x="0" y="248"/>
                  </a:lnTo>
                  <a:lnTo>
                    <a:pt x="1"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8" name="Freeform 34">
              <a:extLst>
                <a:ext uri="{FF2B5EF4-FFF2-40B4-BE49-F238E27FC236}">
                  <a16:creationId xmlns:a16="http://schemas.microsoft.com/office/drawing/2014/main" id="{777B291B-B15F-714A-20B5-40807BD53AE6}"/>
                </a:ext>
              </a:extLst>
            </p:cNvPr>
            <p:cNvSpPr>
              <a:spLocks/>
            </p:cNvSpPr>
            <p:nvPr/>
          </p:nvSpPr>
          <p:spPr bwMode="auto">
            <a:xfrm>
              <a:off x="2588" y="1524"/>
              <a:ext cx="428" cy="300"/>
            </a:xfrm>
            <a:custGeom>
              <a:avLst/>
              <a:gdLst>
                <a:gd name="T0" fmla="*/ 8 w 428"/>
                <a:gd name="T1" fmla="*/ 0 h 300"/>
                <a:gd name="T2" fmla="*/ 7 w 428"/>
                <a:gd name="T3" fmla="*/ 116 h 300"/>
                <a:gd name="T4" fmla="*/ 0 w 428"/>
                <a:gd name="T5" fmla="*/ 252 h 300"/>
                <a:gd name="T6" fmla="*/ 311 w 428"/>
                <a:gd name="T7" fmla="*/ 257 h 300"/>
                <a:gd name="T8" fmla="*/ 344 w 428"/>
                <a:gd name="T9" fmla="*/ 276 h 300"/>
                <a:gd name="T10" fmla="*/ 367 w 428"/>
                <a:gd name="T11" fmla="*/ 250 h 300"/>
                <a:gd name="T12" fmla="*/ 428 w 428"/>
                <a:gd name="T13" fmla="*/ 300 h 300"/>
                <a:gd name="T14" fmla="*/ 419 w 428"/>
                <a:gd name="T15" fmla="*/ 248 h 300"/>
                <a:gd name="T16" fmla="*/ 425 w 428"/>
                <a:gd name="T17" fmla="*/ 208 h 300"/>
                <a:gd name="T18" fmla="*/ 428 w 428"/>
                <a:gd name="T19" fmla="*/ 71 h 300"/>
                <a:gd name="T20" fmla="*/ 401 w 428"/>
                <a:gd name="T21" fmla="*/ 42 h 300"/>
                <a:gd name="T22" fmla="*/ 412 w 428"/>
                <a:gd name="T23" fmla="*/ 4 h 300"/>
                <a:gd name="T24" fmla="*/ 208 w 428"/>
                <a:gd name="T25" fmla="*/ 3 h 300"/>
                <a:gd name="T26" fmla="*/ 8 w 428"/>
                <a:gd name="T2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8" h="300">
                  <a:moveTo>
                    <a:pt x="8" y="0"/>
                  </a:moveTo>
                  <a:lnTo>
                    <a:pt x="7" y="116"/>
                  </a:lnTo>
                  <a:lnTo>
                    <a:pt x="0" y="252"/>
                  </a:lnTo>
                  <a:lnTo>
                    <a:pt x="311" y="257"/>
                  </a:lnTo>
                  <a:lnTo>
                    <a:pt x="344" y="276"/>
                  </a:lnTo>
                  <a:lnTo>
                    <a:pt x="367" y="250"/>
                  </a:lnTo>
                  <a:lnTo>
                    <a:pt x="428" y="300"/>
                  </a:lnTo>
                  <a:lnTo>
                    <a:pt x="419" y="248"/>
                  </a:lnTo>
                  <a:lnTo>
                    <a:pt x="425" y="208"/>
                  </a:lnTo>
                  <a:lnTo>
                    <a:pt x="428" y="71"/>
                  </a:lnTo>
                  <a:lnTo>
                    <a:pt x="401" y="42"/>
                  </a:lnTo>
                  <a:lnTo>
                    <a:pt x="412" y="4"/>
                  </a:lnTo>
                  <a:lnTo>
                    <a:pt x="208" y="3"/>
                  </a:lnTo>
                  <a:lnTo>
                    <a:pt x="8"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79" name="Freeform 35">
              <a:extLst>
                <a:ext uri="{FF2B5EF4-FFF2-40B4-BE49-F238E27FC236}">
                  <a16:creationId xmlns:a16="http://schemas.microsoft.com/office/drawing/2014/main" id="{44713F91-0F45-E5FE-FAC4-A9E16C542A56}"/>
                </a:ext>
              </a:extLst>
            </p:cNvPr>
            <p:cNvSpPr>
              <a:spLocks/>
            </p:cNvSpPr>
            <p:nvPr/>
          </p:nvSpPr>
          <p:spPr bwMode="auto">
            <a:xfrm>
              <a:off x="2582" y="1773"/>
              <a:ext cx="518" cy="247"/>
            </a:xfrm>
            <a:custGeom>
              <a:avLst/>
              <a:gdLst>
                <a:gd name="T0" fmla="*/ 5 w 510"/>
                <a:gd name="T1" fmla="*/ 0 h 247"/>
                <a:gd name="T2" fmla="*/ 0 w 510"/>
                <a:gd name="T3" fmla="*/ 163 h 247"/>
                <a:gd name="T4" fmla="*/ 115 w 510"/>
                <a:gd name="T5" fmla="*/ 167 h 247"/>
                <a:gd name="T6" fmla="*/ 114 w 510"/>
                <a:gd name="T7" fmla="*/ 247 h 247"/>
                <a:gd name="T8" fmla="*/ 269 w 510"/>
                <a:gd name="T9" fmla="*/ 245 h 247"/>
                <a:gd name="T10" fmla="*/ 408 w 510"/>
                <a:gd name="T11" fmla="*/ 242 h 247"/>
                <a:gd name="T12" fmla="*/ 510 w 510"/>
                <a:gd name="T13" fmla="*/ 245 h 247"/>
                <a:gd name="T14" fmla="*/ 478 w 510"/>
                <a:gd name="T15" fmla="*/ 175 h 247"/>
                <a:gd name="T16" fmla="*/ 456 w 510"/>
                <a:gd name="T17" fmla="*/ 110 h 247"/>
                <a:gd name="T18" fmla="*/ 432 w 510"/>
                <a:gd name="T19" fmla="*/ 43 h 247"/>
                <a:gd name="T20" fmla="*/ 374 w 510"/>
                <a:gd name="T21" fmla="*/ 1 h 247"/>
                <a:gd name="T22" fmla="*/ 348 w 510"/>
                <a:gd name="T23" fmla="*/ 26 h 247"/>
                <a:gd name="T24" fmla="*/ 316 w 510"/>
                <a:gd name="T25" fmla="*/ 8 h 247"/>
                <a:gd name="T26" fmla="*/ 177 w 510"/>
                <a:gd name="T27" fmla="*/ 3 h 247"/>
                <a:gd name="T28" fmla="*/ 5 w 510"/>
                <a:gd name="T29"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0" h="247">
                  <a:moveTo>
                    <a:pt x="5" y="0"/>
                  </a:moveTo>
                  <a:lnTo>
                    <a:pt x="0" y="163"/>
                  </a:lnTo>
                  <a:lnTo>
                    <a:pt x="115" y="167"/>
                  </a:lnTo>
                  <a:lnTo>
                    <a:pt x="114" y="247"/>
                  </a:lnTo>
                  <a:lnTo>
                    <a:pt x="269" y="245"/>
                  </a:lnTo>
                  <a:lnTo>
                    <a:pt x="408" y="242"/>
                  </a:lnTo>
                  <a:lnTo>
                    <a:pt x="510" y="245"/>
                  </a:lnTo>
                  <a:lnTo>
                    <a:pt x="478" y="175"/>
                  </a:lnTo>
                  <a:lnTo>
                    <a:pt x="456" y="110"/>
                  </a:lnTo>
                  <a:lnTo>
                    <a:pt x="432" y="43"/>
                  </a:lnTo>
                  <a:lnTo>
                    <a:pt x="374" y="1"/>
                  </a:lnTo>
                  <a:lnTo>
                    <a:pt x="348" y="26"/>
                  </a:lnTo>
                  <a:lnTo>
                    <a:pt x="316" y="8"/>
                  </a:lnTo>
                  <a:lnTo>
                    <a:pt x="177" y="3"/>
                  </a:lnTo>
                  <a:lnTo>
                    <a:pt x="5"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0" name="Freeform 36">
              <a:extLst>
                <a:ext uri="{FF2B5EF4-FFF2-40B4-BE49-F238E27FC236}">
                  <a16:creationId xmlns:a16="http://schemas.microsoft.com/office/drawing/2014/main" id="{C7B87A1E-CACC-C7EB-643A-FB418E062A0F}"/>
                </a:ext>
              </a:extLst>
            </p:cNvPr>
            <p:cNvSpPr>
              <a:spLocks/>
            </p:cNvSpPr>
            <p:nvPr/>
          </p:nvSpPr>
          <p:spPr bwMode="auto">
            <a:xfrm>
              <a:off x="2690" y="2014"/>
              <a:ext cx="457" cy="246"/>
            </a:xfrm>
            <a:custGeom>
              <a:avLst/>
              <a:gdLst>
                <a:gd name="T0" fmla="*/ 5 w 449"/>
                <a:gd name="T1" fmla="*/ 2 h 246"/>
                <a:gd name="T2" fmla="*/ 3 w 449"/>
                <a:gd name="T3" fmla="*/ 143 h 246"/>
                <a:gd name="T4" fmla="*/ 0 w 449"/>
                <a:gd name="T5" fmla="*/ 243 h 246"/>
                <a:gd name="T6" fmla="*/ 449 w 449"/>
                <a:gd name="T7" fmla="*/ 246 h 246"/>
                <a:gd name="T8" fmla="*/ 440 w 449"/>
                <a:gd name="T9" fmla="*/ 118 h 246"/>
                <a:gd name="T10" fmla="*/ 440 w 449"/>
                <a:gd name="T11" fmla="*/ 69 h 246"/>
                <a:gd name="T12" fmla="*/ 404 w 449"/>
                <a:gd name="T13" fmla="*/ 40 h 246"/>
                <a:gd name="T14" fmla="*/ 415 w 449"/>
                <a:gd name="T15" fmla="*/ 14 h 246"/>
                <a:gd name="T16" fmla="*/ 399 w 449"/>
                <a:gd name="T17" fmla="*/ 0 h 246"/>
                <a:gd name="T18" fmla="*/ 196 w 449"/>
                <a:gd name="T19" fmla="*/ 2 h 246"/>
                <a:gd name="T20" fmla="*/ 5 w 449"/>
                <a:gd name="T21" fmla="*/ 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9" h="246">
                  <a:moveTo>
                    <a:pt x="5" y="2"/>
                  </a:moveTo>
                  <a:lnTo>
                    <a:pt x="3" y="143"/>
                  </a:lnTo>
                  <a:lnTo>
                    <a:pt x="0" y="243"/>
                  </a:lnTo>
                  <a:lnTo>
                    <a:pt x="449" y="246"/>
                  </a:lnTo>
                  <a:lnTo>
                    <a:pt x="440" y="118"/>
                  </a:lnTo>
                  <a:lnTo>
                    <a:pt x="440" y="69"/>
                  </a:lnTo>
                  <a:lnTo>
                    <a:pt x="404" y="40"/>
                  </a:lnTo>
                  <a:lnTo>
                    <a:pt x="415" y="14"/>
                  </a:lnTo>
                  <a:lnTo>
                    <a:pt x="399" y="0"/>
                  </a:lnTo>
                  <a:lnTo>
                    <a:pt x="196" y="2"/>
                  </a:lnTo>
                  <a:lnTo>
                    <a:pt x="5" y="2"/>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1" name="Freeform 37">
              <a:extLst>
                <a:ext uri="{FF2B5EF4-FFF2-40B4-BE49-F238E27FC236}">
                  <a16:creationId xmlns:a16="http://schemas.microsoft.com/office/drawing/2014/main" id="{6F1A201D-A18C-5E61-17ED-CB9F4A3CAA7A}"/>
                </a:ext>
              </a:extLst>
            </p:cNvPr>
            <p:cNvSpPr>
              <a:spLocks/>
            </p:cNvSpPr>
            <p:nvPr/>
          </p:nvSpPr>
          <p:spPr bwMode="auto">
            <a:xfrm>
              <a:off x="2630" y="2254"/>
              <a:ext cx="531" cy="270"/>
            </a:xfrm>
            <a:custGeom>
              <a:avLst/>
              <a:gdLst>
                <a:gd name="T0" fmla="*/ 3 w 523"/>
                <a:gd name="T1" fmla="*/ 0 h 270"/>
                <a:gd name="T2" fmla="*/ 0 w 523"/>
                <a:gd name="T3" fmla="*/ 48 h 270"/>
                <a:gd name="T4" fmla="*/ 186 w 523"/>
                <a:gd name="T5" fmla="*/ 55 h 270"/>
                <a:gd name="T6" fmla="*/ 187 w 523"/>
                <a:gd name="T7" fmla="*/ 209 h 270"/>
                <a:gd name="T8" fmla="*/ 282 w 523"/>
                <a:gd name="T9" fmla="*/ 251 h 270"/>
                <a:gd name="T10" fmla="*/ 308 w 523"/>
                <a:gd name="T11" fmla="*/ 236 h 270"/>
                <a:gd name="T12" fmla="*/ 369 w 523"/>
                <a:gd name="T13" fmla="*/ 270 h 270"/>
                <a:gd name="T14" fmla="*/ 408 w 523"/>
                <a:gd name="T15" fmla="*/ 269 h 270"/>
                <a:gd name="T16" fmla="*/ 480 w 523"/>
                <a:gd name="T17" fmla="*/ 236 h 270"/>
                <a:gd name="T18" fmla="*/ 523 w 523"/>
                <a:gd name="T19" fmla="*/ 268 h 270"/>
                <a:gd name="T20" fmla="*/ 523 w 523"/>
                <a:gd name="T21" fmla="*/ 101 h 270"/>
                <a:gd name="T22" fmla="*/ 510 w 523"/>
                <a:gd name="T23" fmla="*/ 3 h 270"/>
                <a:gd name="T24" fmla="*/ 3 w 523"/>
                <a:gd name="T25"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3" h="270">
                  <a:moveTo>
                    <a:pt x="3" y="0"/>
                  </a:moveTo>
                  <a:lnTo>
                    <a:pt x="0" y="48"/>
                  </a:lnTo>
                  <a:lnTo>
                    <a:pt x="186" y="55"/>
                  </a:lnTo>
                  <a:lnTo>
                    <a:pt x="187" y="209"/>
                  </a:lnTo>
                  <a:lnTo>
                    <a:pt x="282" y="251"/>
                  </a:lnTo>
                  <a:lnTo>
                    <a:pt x="308" y="236"/>
                  </a:lnTo>
                  <a:lnTo>
                    <a:pt x="369" y="270"/>
                  </a:lnTo>
                  <a:lnTo>
                    <a:pt x="408" y="269"/>
                  </a:lnTo>
                  <a:lnTo>
                    <a:pt x="480" y="236"/>
                  </a:lnTo>
                  <a:lnTo>
                    <a:pt x="523" y="268"/>
                  </a:lnTo>
                  <a:lnTo>
                    <a:pt x="523" y="101"/>
                  </a:lnTo>
                  <a:lnTo>
                    <a:pt x="510" y="3"/>
                  </a:lnTo>
                  <a:lnTo>
                    <a:pt x="3"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2" name="Freeform 38">
              <a:extLst>
                <a:ext uri="{FF2B5EF4-FFF2-40B4-BE49-F238E27FC236}">
                  <a16:creationId xmlns:a16="http://schemas.microsoft.com/office/drawing/2014/main" id="{8473E52E-A891-C885-9995-D00D91C13F13}"/>
                </a:ext>
              </a:extLst>
            </p:cNvPr>
            <p:cNvSpPr>
              <a:spLocks/>
            </p:cNvSpPr>
            <p:nvPr/>
          </p:nvSpPr>
          <p:spPr bwMode="auto">
            <a:xfrm>
              <a:off x="3006" y="1715"/>
              <a:ext cx="362" cy="247"/>
            </a:xfrm>
            <a:custGeom>
              <a:avLst/>
              <a:gdLst>
                <a:gd name="T0" fmla="*/ 6 w 354"/>
                <a:gd name="T1" fmla="*/ 13 h 247"/>
                <a:gd name="T2" fmla="*/ 0 w 354"/>
                <a:gd name="T3" fmla="*/ 57 h 247"/>
                <a:gd name="T4" fmla="*/ 8 w 354"/>
                <a:gd name="T5" fmla="*/ 103 h 247"/>
                <a:gd name="T6" fmla="*/ 41 w 354"/>
                <a:gd name="T7" fmla="*/ 197 h 247"/>
                <a:gd name="T8" fmla="*/ 59 w 354"/>
                <a:gd name="T9" fmla="*/ 247 h 247"/>
                <a:gd name="T10" fmla="*/ 267 w 354"/>
                <a:gd name="T11" fmla="*/ 235 h 247"/>
                <a:gd name="T12" fmla="*/ 301 w 354"/>
                <a:gd name="T13" fmla="*/ 247 h 247"/>
                <a:gd name="T14" fmla="*/ 322 w 354"/>
                <a:gd name="T15" fmla="*/ 199 h 247"/>
                <a:gd name="T16" fmla="*/ 314 w 354"/>
                <a:gd name="T17" fmla="*/ 165 h 247"/>
                <a:gd name="T18" fmla="*/ 349 w 354"/>
                <a:gd name="T19" fmla="*/ 158 h 247"/>
                <a:gd name="T20" fmla="*/ 354 w 354"/>
                <a:gd name="T21" fmla="*/ 104 h 247"/>
                <a:gd name="T22" fmla="*/ 333 w 354"/>
                <a:gd name="T23" fmla="*/ 80 h 247"/>
                <a:gd name="T24" fmla="*/ 297 w 354"/>
                <a:gd name="T25" fmla="*/ 57 h 247"/>
                <a:gd name="T26" fmla="*/ 304 w 354"/>
                <a:gd name="T27" fmla="*/ 24 h 247"/>
                <a:gd name="T28" fmla="*/ 289 w 354"/>
                <a:gd name="T29" fmla="*/ 0 h 247"/>
                <a:gd name="T30" fmla="*/ 211 w 354"/>
                <a:gd name="T31" fmla="*/ 4 h 247"/>
                <a:gd name="T32" fmla="*/ 133 w 354"/>
                <a:gd name="T33" fmla="*/ 7 h 247"/>
                <a:gd name="T34" fmla="*/ 6 w 354"/>
                <a:gd name="T35" fmla="*/ 1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4" h="247">
                  <a:moveTo>
                    <a:pt x="6" y="13"/>
                  </a:moveTo>
                  <a:lnTo>
                    <a:pt x="0" y="57"/>
                  </a:lnTo>
                  <a:lnTo>
                    <a:pt x="8" y="103"/>
                  </a:lnTo>
                  <a:lnTo>
                    <a:pt x="41" y="197"/>
                  </a:lnTo>
                  <a:lnTo>
                    <a:pt x="59" y="247"/>
                  </a:lnTo>
                  <a:lnTo>
                    <a:pt x="267" y="235"/>
                  </a:lnTo>
                  <a:lnTo>
                    <a:pt x="301" y="247"/>
                  </a:lnTo>
                  <a:lnTo>
                    <a:pt x="322" y="199"/>
                  </a:lnTo>
                  <a:lnTo>
                    <a:pt x="314" y="165"/>
                  </a:lnTo>
                  <a:lnTo>
                    <a:pt x="349" y="158"/>
                  </a:lnTo>
                  <a:lnTo>
                    <a:pt x="354" y="104"/>
                  </a:lnTo>
                  <a:lnTo>
                    <a:pt x="333" y="80"/>
                  </a:lnTo>
                  <a:lnTo>
                    <a:pt x="297" y="57"/>
                  </a:lnTo>
                  <a:lnTo>
                    <a:pt x="304" y="24"/>
                  </a:lnTo>
                  <a:lnTo>
                    <a:pt x="289" y="0"/>
                  </a:lnTo>
                  <a:lnTo>
                    <a:pt x="211" y="4"/>
                  </a:lnTo>
                  <a:lnTo>
                    <a:pt x="133" y="7"/>
                  </a:lnTo>
                  <a:lnTo>
                    <a:pt x="6" y="13"/>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3" name="Freeform 39">
              <a:extLst>
                <a:ext uri="{FF2B5EF4-FFF2-40B4-BE49-F238E27FC236}">
                  <a16:creationId xmlns:a16="http://schemas.microsoft.com/office/drawing/2014/main" id="{F5D0F047-22EF-C053-CDFB-47FF087FD9B7}"/>
                </a:ext>
              </a:extLst>
            </p:cNvPr>
            <p:cNvSpPr>
              <a:spLocks/>
            </p:cNvSpPr>
            <p:nvPr/>
          </p:nvSpPr>
          <p:spPr bwMode="auto">
            <a:xfrm>
              <a:off x="3290" y="1768"/>
              <a:ext cx="253" cy="452"/>
            </a:xfrm>
            <a:custGeom>
              <a:avLst/>
              <a:gdLst>
                <a:gd name="T0" fmla="*/ 47 w 253"/>
                <a:gd name="T1" fmla="*/ 26 h 451"/>
                <a:gd name="T2" fmla="*/ 192 w 253"/>
                <a:gd name="T3" fmla="*/ 0 h 451"/>
                <a:gd name="T4" fmla="*/ 215 w 253"/>
                <a:gd name="T5" fmla="*/ 56 h 451"/>
                <a:gd name="T6" fmla="*/ 245 w 253"/>
                <a:gd name="T7" fmla="*/ 286 h 451"/>
                <a:gd name="T8" fmla="*/ 253 w 253"/>
                <a:gd name="T9" fmla="*/ 317 h 451"/>
                <a:gd name="T10" fmla="*/ 230 w 253"/>
                <a:gd name="T11" fmla="*/ 378 h 451"/>
                <a:gd name="T12" fmla="*/ 230 w 253"/>
                <a:gd name="T13" fmla="*/ 420 h 451"/>
                <a:gd name="T14" fmla="*/ 204 w 253"/>
                <a:gd name="T15" fmla="*/ 415 h 451"/>
                <a:gd name="T16" fmla="*/ 205 w 253"/>
                <a:gd name="T17" fmla="*/ 451 h 451"/>
                <a:gd name="T18" fmla="*/ 178 w 253"/>
                <a:gd name="T19" fmla="*/ 436 h 451"/>
                <a:gd name="T20" fmla="*/ 164 w 253"/>
                <a:gd name="T21" fmla="*/ 441 h 451"/>
                <a:gd name="T22" fmla="*/ 143 w 253"/>
                <a:gd name="T23" fmla="*/ 438 h 451"/>
                <a:gd name="T24" fmla="*/ 128 w 253"/>
                <a:gd name="T25" fmla="*/ 384 h 451"/>
                <a:gd name="T26" fmla="*/ 98 w 253"/>
                <a:gd name="T27" fmla="*/ 367 h 451"/>
                <a:gd name="T28" fmla="*/ 98 w 253"/>
                <a:gd name="T29" fmla="*/ 309 h 451"/>
                <a:gd name="T30" fmla="*/ 69 w 253"/>
                <a:gd name="T31" fmla="*/ 317 h 451"/>
                <a:gd name="T32" fmla="*/ 52 w 253"/>
                <a:gd name="T33" fmla="*/ 274 h 451"/>
                <a:gd name="T34" fmla="*/ 0 w 253"/>
                <a:gd name="T35" fmla="*/ 225 h 451"/>
                <a:gd name="T36" fmla="*/ 38 w 253"/>
                <a:gd name="T37" fmla="*/ 147 h 451"/>
                <a:gd name="T38" fmla="*/ 27 w 253"/>
                <a:gd name="T39" fmla="*/ 111 h 451"/>
                <a:gd name="T40" fmla="*/ 65 w 253"/>
                <a:gd name="T41" fmla="*/ 104 h 451"/>
                <a:gd name="T42" fmla="*/ 69 w 253"/>
                <a:gd name="T43" fmla="*/ 53 h 451"/>
                <a:gd name="T44" fmla="*/ 47 w 253"/>
                <a:gd name="T45" fmla="*/ 26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3" h="451">
                  <a:moveTo>
                    <a:pt x="47" y="26"/>
                  </a:moveTo>
                  <a:lnTo>
                    <a:pt x="192" y="0"/>
                  </a:lnTo>
                  <a:lnTo>
                    <a:pt x="215" y="56"/>
                  </a:lnTo>
                  <a:lnTo>
                    <a:pt x="245" y="286"/>
                  </a:lnTo>
                  <a:lnTo>
                    <a:pt x="253" y="317"/>
                  </a:lnTo>
                  <a:lnTo>
                    <a:pt x="230" y="378"/>
                  </a:lnTo>
                  <a:lnTo>
                    <a:pt x="230" y="420"/>
                  </a:lnTo>
                  <a:lnTo>
                    <a:pt x="204" y="415"/>
                  </a:lnTo>
                  <a:lnTo>
                    <a:pt x="205" y="451"/>
                  </a:lnTo>
                  <a:lnTo>
                    <a:pt x="178" y="436"/>
                  </a:lnTo>
                  <a:lnTo>
                    <a:pt x="164" y="441"/>
                  </a:lnTo>
                  <a:lnTo>
                    <a:pt x="143" y="438"/>
                  </a:lnTo>
                  <a:lnTo>
                    <a:pt x="128" y="384"/>
                  </a:lnTo>
                  <a:lnTo>
                    <a:pt x="98" y="367"/>
                  </a:lnTo>
                  <a:lnTo>
                    <a:pt x="98" y="309"/>
                  </a:lnTo>
                  <a:lnTo>
                    <a:pt x="69" y="317"/>
                  </a:lnTo>
                  <a:lnTo>
                    <a:pt x="52" y="274"/>
                  </a:lnTo>
                  <a:lnTo>
                    <a:pt x="0" y="225"/>
                  </a:lnTo>
                  <a:lnTo>
                    <a:pt x="38" y="147"/>
                  </a:lnTo>
                  <a:lnTo>
                    <a:pt x="27" y="111"/>
                  </a:lnTo>
                  <a:lnTo>
                    <a:pt x="65" y="104"/>
                  </a:lnTo>
                  <a:lnTo>
                    <a:pt x="69" y="53"/>
                  </a:lnTo>
                  <a:lnTo>
                    <a:pt x="47" y="26"/>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4" name="Freeform 40">
              <a:extLst>
                <a:ext uri="{FF2B5EF4-FFF2-40B4-BE49-F238E27FC236}">
                  <a16:creationId xmlns:a16="http://schemas.microsoft.com/office/drawing/2014/main" id="{0186FE47-3B6C-F5DA-DC77-3902231635C0}"/>
                </a:ext>
              </a:extLst>
            </p:cNvPr>
            <p:cNvSpPr>
              <a:spLocks/>
            </p:cNvSpPr>
            <p:nvPr/>
          </p:nvSpPr>
          <p:spPr bwMode="auto">
            <a:xfrm>
              <a:off x="4206" y="1689"/>
              <a:ext cx="92" cy="196"/>
            </a:xfrm>
            <a:custGeom>
              <a:avLst/>
              <a:gdLst>
                <a:gd name="T0" fmla="*/ 17 w 92"/>
                <a:gd name="T1" fmla="*/ 2 h 196"/>
                <a:gd name="T2" fmla="*/ 39 w 92"/>
                <a:gd name="T3" fmla="*/ 0 h 196"/>
                <a:gd name="T4" fmla="*/ 82 w 92"/>
                <a:gd name="T5" fmla="*/ 30 h 196"/>
                <a:gd name="T6" fmla="*/ 76 w 92"/>
                <a:gd name="T7" fmla="*/ 53 h 196"/>
                <a:gd name="T8" fmla="*/ 91 w 92"/>
                <a:gd name="T9" fmla="*/ 69 h 196"/>
                <a:gd name="T10" fmla="*/ 92 w 92"/>
                <a:gd name="T11" fmla="*/ 160 h 196"/>
                <a:gd name="T12" fmla="*/ 77 w 92"/>
                <a:gd name="T13" fmla="*/ 196 h 196"/>
                <a:gd name="T14" fmla="*/ 59 w 92"/>
                <a:gd name="T15" fmla="*/ 183 h 196"/>
                <a:gd name="T16" fmla="*/ 41 w 92"/>
                <a:gd name="T17" fmla="*/ 182 h 196"/>
                <a:gd name="T18" fmla="*/ 9 w 92"/>
                <a:gd name="T19" fmla="*/ 163 h 196"/>
                <a:gd name="T20" fmla="*/ 33 w 92"/>
                <a:gd name="T21" fmla="*/ 105 h 196"/>
                <a:gd name="T22" fmla="*/ 0 w 92"/>
                <a:gd name="T23" fmla="*/ 75 h 196"/>
                <a:gd name="T24" fmla="*/ 17 w 92"/>
                <a:gd name="T25" fmla="*/ 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196">
                  <a:moveTo>
                    <a:pt x="17" y="2"/>
                  </a:moveTo>
                  <a:lnTo>
                    <a:pt x="39" y="0"/>
                  </a:lnTo>
                  <a:lnTo>
                    <a:pt x="82" y="30"/>
                  </a:lnTo>
                  <a:lnTo>
                    <a:pt x="76" y="53"/>
                  </a:lnTo>
                  <a:lnTo>
                    <a:pt x="91" y="69"/>
                  </a:lnTo>
                  <a:lnTo>
                    <a:pt x="92" y="160"/>
                  </a:lnTo>
                  <a:lnTo>
                    <a:pt x="77" y="196"/>
                  </a:lnTo>
                  <a:lnTo>
                    <a:pt x="59" y="183"/>
                  </a:lnTo>
                  <a:lnTo>
                    <a:pt x="41" y="182"/>
                  </a:lnTo>
                  <a:lnTo>
                    <a:pt x="9" y="163"/>
                  </a:lnTo>
                  <a:lnTo>
                    <a:pt x="33" y="105"/>
                  </a:lnTo>
                  <a:lnTo>
                    <a:pt x="0" y="75"/>
                  </a:lnTo>
                  <a:lnTo>
                    <a:pt x="17" y="2"/>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5" name="Freeform 41">
              <a:extLst>
                <a:ext uri="{FF2B5EF4-FFF2-40B4-BE49-F238E27FC236}">
                  <a16:creationId xmlns:a16="http://schemas.microsoft.com/office/drawing/2014/main" id="{A2EC037B-A638-3BE8-C214-37CB9DFBADEF}"/>
                </a:ext>
              </a:extLst>
            </p:cNvPr>
            <p:cNvSpPr>
              <a:spLocks/>
            </p:cNvSpPr>
            <p:nvPr/>
          </p:nvSpPr>
          <p:spPr bwMode="auto">
            <a:xfrm>
              <a:off x="4277" y="1604"/>
              <a:ext cx="113" cy="93"/>
            </a:xfrm>
            <a:custGeom>
              <a:avLst/>
              <a:gdLst>
                <a:gd name="T0" fmla="*/ 0 w 113"/>
                <a:gd name="T1" fmla="*/ 23 h 93"/>
                <a:gd name="T2" fmla="*/ 87 w 113"/>
                <a:gd name="T3" fmla="*/ 0 h 93"/>
                <a:gd name="T4" fmla="*/ 113 w 113"/>
                <a:gd name="T5" fmla="*/ 42 h 93"/>
                <a:gd name="T6" fmla="*/ 98 w 113"/>
                <a:gd name="T7" fmla="*/ 61 h 93"/>
                <a:gd name="T8" fmla="*/ 70 w 113"/>
                <a:gd name="T9" fmla="*/ 54 h 93"/>
                <a:gd name="T10" fmla="*/ 28 w 113"/>
                <a:gd name="T11" fmla="*/ 93 h 93"/>
                <a:gd name="T12" fmla="*/ 5 w 113"/>
                <a:gd name="T13" fmla="*/ 73 h 93"/>
                <a:gd name="T14" fmla="*/ 0 w 113"/>
                <a:gd name="T15" fmla="*/ 23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93">
                  <a:moveTo>
                    <a:pt x="0" y="23"/>
                  </a:moveTo>
                  <a:lnTo>
                    <a:pt x="87" y="0"/>
                  </a:lnTo>
                  <a:lnTo>
                    <a:pt x="113" y="42"/>
                  </a:lnTo>
                  <a:lnTo>
                    <a:pt x="98" y="61"/>
                  </a:lnTo>
                  <a:lnTo>
                    <a:pt x="70" y="54"/>
                  </a:lnTo>
                  <a:lnTo>
                    <a:pt x="28" y="93"/>
                  </a:lnTo>
                  <a:lnTo>
                    <a:pt x="5" y="73"/>
                  </a:lnTo>
                  <a:lnTo>
                    <a:pt x="0" y="23"/>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6" name="Freeform 42">
              <a:extLst>
                <a:ext uri="{FF2B5EF4-FFF2-40B4-BE49-F238E27FC236}">
                  <a16:creationId xmlns:a16="http://schemas.microsoft.com/office/drawing/2014/main" id="{47353CA7-B072-4FD5-A9C8-D51D4D68EA4F}"/>
                </a:ext>
              </a:extLst>
            </p:cNvPr>
            <p:cNvSpPr>
              <a:spLocks/>
            </p:cNvSpPr>
            <p:nvPr/>
          </p:nvSpPr>
          <p:spPr bwMode="auto">
            <a:xfrm>
              <a:off x="4364" y="1596"/>
              <a:ext cx="57" cy="52"/>
            </a:xfrm>
            <a:custGeom>
              <a:avLst/>
              <a:gdLst>
                <a:gd name="T0" fmla="*/ 0 w 57"/>
                <a:gd name="T1" fmla="*/ 9 h 51"/>
                <a:gd name="T2" fmla="*/ 24 w 57"/>
                <a:gd name="T3" fmla="*/ 0 h 51"/>
                <a:gd name="T4" fmla="*/ 57 w 57"/>
                <a:gd name="T5" fmla="*/ 26 h 51"/>
                <a:gd name="T6" fmla="*/ 50 w 57"/>
                <a:gd name="T7" fmla="*/ 33 h 51"/>
                <a:gd name="T8" fmla="*/ 34 w 57"/>
                <a:gd name="T9" fmla="*/ 33 h 51"/>
                <a:gd name="T10" fmla="*/ 26 w 57"/>
                <a:gd name="T11" fmla="*/ 51 h 51"/>
                <a:gd name="T12" fmla="*/ 0 w 57"/>
                <a:gd name="T13" fmla="*/ 9 h 51"/>
              </a:gdLst>
              <a:ahLst/>
              <a:cxnLst>
                <a:cxn ang="0">
                  <a:pos x="T0" y="T1"/>
                </a:cxn>
                <a:cxn ang="0">
                  <a:pos x="T2" y="T3"/>
                </a:cxn>
                <a:cxn ang="0">
                  <a:pos x="T4" y="T5"/>
                </a:cxn>
                <a:cxn ang="0">
                  <a:pos x="T6" y="T7"/>
                </a:cxn>
                <a:cxn ang="0">
                  <a:pos x="T8" y="T9"/>
                </a:cxn>
                <a:cxn ang="0">
                  <a:pos x="T10" y="T11"/>
                </a:cxn>
                <a:cxn ang="0">
                  <a:pos x="T12" y="T13"/>
                </a:cxn>
              </a:cxnLst>
              <a:rect l="0" t="0" r="r" b="b"/>
              <a:pathLst>
                <a:path w="57" h="51">
                  <a:moveTo>
                    <a:pt x="0" y="9"/>
                  </a:moveTo>
                  <a:lnTo>
                    <a:pt x="24" y="0"/>
                  </a:lnTo>
                  <a:lnTo>
                    <a:pt x="57" y="26"/>
                  </a:lnTo>
                  <a:lnTo>
                    <a:pt x="50" y="33"/>
                  </a:lnTo>
                  <a:lnTo>
                    <a:pt x="34" y="33"/>
                  </a:lnTo>
                  <a:lnTo>
                    <a:pt x="26" y="51"/>
                  </a:lnTo>
                  <a:lnTo>
                    <a:pt x="0" y="9"/>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sp>
        <p:nvSpPr>
          <p:cNvPr id="1874987" name="Freeform 43">
            <a:extLst>
              <a:ext uri="{FF2B5EF4-FFF2-40B4-BE49-F238E27FC236}">
                <a16:creationId xmlns:a16="http://schemas.microsoft.com/office/drawing/2014/main" id="{6380E4F7-7482-BABD-EFF7-7B52C3AF24B2}"/>
              </a:ext>
            </a:extLst>
          </p:cNvPr>
          <p:cNvSpPr>
            <a:spLocks/>
          </p:cNvSpPr>
          <p:nvPr/>
        </p:nvSpPr>
        <p:spPr bwMode="auto">
          <a:xfrm>
            <a:off x="2195513" y="2176463"/>
            <a:ext cx="615950" cy="449262"/>
          </a:xfrm>
          <a:custGeom>
            <a:avLst/>
            <a:gdLst>
              <a:gd name="T0" fmla="*/ 98 w 389"/>
              <a:gd name="T1" fmla="*/ 0 h 307"/>
              <a:gd name="T2" fmla="*/ 178 w 389"/>
              <a:gd name="T3" fmla="*/ 24 h 307"/>
              <a:gd name="T4" fmla="*/ 239 w 389"/>
              <a:gd name="T5" fmla="*/ 39 h 307"/>
              <a:gd name="T6" fmla="*/ 269 w 389"/>
              <a:gd name="T7" fmla="*/ 46 h 307"/>
              <a:gd name="T8" fmla="*/ 299 w 389"/>
              <a:gd name="T9" fmla="*/ 51 h 307"/>
              <a:gd name="T10" fmla="*/ 340 w 389"/>
              <a:gd name="T11" fmla="*/ 59 h 307"/>
              <a:gd name="T12" fmla="*/ 389 w 389"/>
              <a:gd name="T13" fmla="*/ 68 h 307"/>
              <a:gd name="T14" fmla="*/ 357 w 389"/>
              <a:gd name="T15" fmla="*/ 307 h 307"/>
              <a:gd name="T16" fmla="*/ 206 w 389"/>
              <a:gd name="T17" fmla="*/ 273 h 307"/>
              <a:gd name="T18" fmla="*/ 186 w 389"/>
              <a:gd name="T19" fmla="*/ 288 h 307"/>
              <a:gd name="T20" fmla="*/ 158 w 389"/>
              <a:gd name="T21" fmla="*/ 265 h 307"/>
              <a:gd name="T22" fmla="*/ 134 w 389"/>
              <a:gd name="T23" fmla="*/ 288 h 307"/>
              <a:gd name="T24" fmla="*/ 112 w 389"/>
              <a:gd name="T25" fmla="*/ 268 h 307"/>
              <a:gd name="T26" fmla="*/ 50 w 389"/>
              <a:gd name="T27" fmla="*/ 265 h 307"/>
              <a:gd name="T28" fmla="*/ 59 w 389"/>
              <a:gd name="T29" fmla="*/ 226 h 307"/>
              <a:gd name="T30" fmla="*/ 14 w 389"/>
              <a:gd name="T31" fmla="*/ 222 h 307"/>
              <a:gd name="T32" fmla="*/ 9 w 389"/>
              <a:gd name="T33" fmla="*/ 200 h 307"/>
              <a:gd name="T34" fmla="*/ 18 w 389"/>
              <a:gd name="T35" fmla="*/ 177 h 307"/>
              <a:gd name="T36" fmla="*/ 7 w 389"/>
              <a:gd name="T37" fmla="*/ 155 h 307"/>
              <a:gd name="T38" fmla="*/ 8 w 389"/>
              <a:gd name="T39" fmla="*/ 96 h 307"/>
              <a:gd name="T40" fmla="*/ 0 w 389"/>
              <a:gd name="T41" fmla="*/ 50 h 307"/>
              <a:gd name="T42" fmla="*/ 5 w 389"/>
              <a:gd name="T43" fmla="*/ 32 h 307"/>
              <a:gd name="T44" fmla="*/ 25 w 389"/>
              <a:gd name="T45" fmla="*/ 39 h 307"/>
              <a:gd name="T46" fmla="*/ 46 w 389"/>
              <a:gd name="T47" fmla="*/ 66 h 307"/>
              <a:gd name="T48" fmla="*/ 84 w 389"/>
              <a:gd name="T49" fmla="*/ 72 h 307"/>
              <a:gd name="T50" fmla="*/ 94 w 389"/>
              <a:gd name="T51" fmla="*/ 94 h 307"/>
              <a:gd name="T52" fmla="*/ 75 w 389"/>
              <a:gd name="T53" fmla="*/ 94 h 307"/>
              <a:gd name="T54" fmla="*/ 73 w 389"/>
              <a:gd name="T55" fmla="*/ 113 h 307"/>
              <a:gd name="T56" fmla="*/ 84 w 389"/>
              <a:gd name="T57" fmla="*/ 115 h 307"/>
              <a:gd name="T58" fmla="*/ 88 w 389"/>
              <a:gd name="T59" fmla="*/ 134 h 307"/>
              <a:gd name="T60" fmla="*/ 65 w 389"/>
              <a:gd name="T61" fmla="*/ 148 h 307"/>
              <a:gd name="T62" fmla="*/ 65 w 389"/>
              <a:gd name="T63" fmla="*/ 161 h 307"/>
              <a:gd name="T64" fmla="*/ 91 w 389"/>
              <a:gd name="T65" fmla="*/ 161 h 307"/>
              <a:gd name="T66" fmla="*/ 98 w 389"/>
              <a:gd name="T67" fmla="*/ 128 h 307"/>
              <a:gd name="T68" fmla="*/ 118 w 389"/>
              <a:gd name="T69" fmla="*/ 108 h 307"/>
              <a:gd name="T70" fmla="*/ 94 w 389"/>
              <a:gd name="T71" fmla="*/ 57 h 307"/>
              <a:gd name="T72" fmla="*/ 109 w 389"/>
              <a:gd name="T73" fmla="*/ 40 h 307"/>
              <a:gd name="T74" fmla="*/ 98 w 389"/>
              <a:gd name="T75"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9" h="307">
                <a:moveTo>
                  <a:pt x="98" y="0"/>
                </a:moveTo>
                <a:lnTo>
                  <a:pt x="178" y="24"/>
                </a:lnTo>
                <a:lnTo>
                  <a:pt x="239" y="39"/>
                </a:lnTo>
                <a:lnTo>
                  <a:pt x="269" y="46"/>
                </a:lnTo>
                <a:lnTo>
                  <a:pt x="299" y="51"/>
                </a:lnTo>
                <a:lnTo>
                  <a:pt x="340" y="59"/>
                </a:lnTo>
                <a:lnTo>
                  <a:pt x="389" y="68"/>
                </a:lnTo>
                <a:lnTo>
                  <a:pt x="357" y="307"/>
                </a:lnTo>
                <a:lnTo>
                  <a:pt x="206" y="273"/>
                </a:lnTo>
                <a:lnTo>
                  <a:pt x="186" y="288"/>
                </a:lnTo>
                <a:lnTo>
                  <a:pt x="158" y="265"/>
                </a:lnTo>
                <a:lnTo>
                  <a:pt x="134" y="288"/>
                </a:lnTo>
                <a:lnTo>
                  <a:pt x="112" y="268"/>
                </a:lnTo>
                <a:lnTo>
                  <a:pt x="50" y="265"/>
                </a:lnTo>
                <a:lnTo>
                  <a:pt x="59" y="226"/>
                </a:lnTo>
                <a:lnTo>
                  <a:pt x="14" y="222"/>
                </a:lnTo>
                <a:lnTo>
                  <a:pt x="9" y="200"/>
                </a:lnTo>
                <a:lnTo>
                  <a:pt x="18" y="177"/>
                </a:lnTo>
                <a:lnTo>
                  <a:pt x="7" y="155"/>
                </a:lnTo>
                <a:lnTo>
                  <a:pt x="8" y="96"/>
                </a:lnTo>
                <a:lnTo>
                  <a:pt x="0" y="50"/>
                </a:lnTo>
                <a:lnTo>
                  <a:pt x="5" y="32"/>
                </a:lnTo>
                <a:lnTo>
                  <a:pt x="25" y="39"/>
                </a:lnTo>
                <a:lnTo>
                  <a:pt x="46" y="66"/>
                </a:lnTo>
                <a:lnTo>
                  <a:pt x="84" y="72"/>
                </a:lnTo>
                <a:lnTo>
                  <a:pt x="94" y="94"/>
                </a:lnTo>
                <a:lnTo>
                  <a:pt x="75" y="94"/>
                </a:lnTo>
                <a:lnTo>
                  <a:pt x="73" y="113"/>
                </a:lnTo>
                <a:lnTo>
                  <a:pt x="84" y="115"/>
                </a:lnTo>
                <a:lnTo>
                  <a:pt x="88" y="134"/>
                </a:lnTo>
                <a:lnTo>
                  <a:pt x="65" y="148"/>
                </a:lnTo>
                <a:lnTo>
                  <a:pt x="65" y="161"/>
                </a:lnTo>
                <a:lnTo>
                  <a:pt x="91" y="161"/>
                </a:lnTo>
                <a:lnTo>
                  <a:pt x="98" y="128"/>
                </a:lnTo>
                <a:lnTo>
                  <a:pt x="118" y="108"/>
                </a:lnTo>
                <a:lnTo>
                  <a:pt x="94" y="57"/>
                </a:lnTo>
                <a:lnTo>
                  <a:pt x="109" y="40"/>
                </a:lnTo>
                <a:lnTo>
                  <a:pt x="98"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8" name="Freeform 44">
            <a:extLst>
              <a:ext uri="{FF2B5EF4-FFF2-40B4-BE49-F238E27FC236}">
                <a16:creationId xmlns:a16="http://schemas.microsoft.com/office/drawing/2014/main" id="{792BA06E-F5CD-6597-3009-2C5705EF5BAB}"/>
              </a:ext>
            </a:extLst>
          </p:cNvPr>
          <p:cNvSpPr>
            <a:spLocks/>
          </p:cNvSpPr>
          <p:nvPr/>
        </p:nvSpPr>
        <p:spPr bwMode="auto">
          <a:xfrm>
            <a:off x="2047875" y="2501900"/>
            <a:ext cx="771525" cy="584200"/>
          </a:xfrm>
          <a:custGeom>
            <a:avLst/>
            <a:gdLst>
              <a:gd name="T0" fmla="*/ 106 w 485"/>
              <a:gd name="T1" fmla="*/ 0 h 399"/>
              <a:gd name="T2" fmla="*/ 92 w 485"/>
              <a:gd name="T3" fmla="*/ 9 h 399"/>
              <a:gd name="T4" fmla="*/ 83 w 485"/>
              <a:gd name="T5" fmla="*/ 44 h 399"/>
              <a:gd name="T6" fmla="*/ 74 w 485"/>
              <a:gd name="T7" fmla="*/ 73 h 399"/>
              <a:gd name="T8" fmla="*/ 68 w 485"/>
              <a:gd name="T9" fmla="*/ 97 h 399"/>
              <a:gd name="T10" fmla="*/ 59 w 485"/>
              <a:gd name="T11" fmla="*/ 123 h 399"/>
              <a:gd name="T12" fmla="*/ 49 w 485"/>
              <a:gd name="T13" fmla="*/ 149 h 399"/>
              <a:gd name="T14" fmla="*/ 36 w 485"/>
              <a:gd name="T15" fmla="*/ 177 h 399"/>
              <a:gd name="T16" fmla="*/ 18 w 485"/>
              <a:gd name="T17" fmla="*/ 210 h 399"/>
              <a:gd name="T18" fmla="*/ 0 w 485"/>
              <a:gd name="T19" fmla="*/ 241 h 399"/>
              <a:gd name="T20" fmla="*/ 0 w 485"/>
              <a:gd name="T21" fmla="*/ 311 h 399"/>
              <a:gd name="T22" fmla="*/ 272 w 485"/>
              <a:gd name="T23" fmla="*/ 371 h 399"/>
              <a:gd name="T24" fmla="*/ 398 w 485"/>
              <a:gd name="T25" fmla="*/ 399 h 399"/>
              <a:gd name="T26" fmla="*/ 424 w 485"/>
              <a:gd name="T27" fmla="*/ 260 h 399"/>
              <a:gd name="T28" fmla="*/ 441 w 485"/>
              <a:gd name="T29" fmla="*/ 249 h 399"/>
              <a:gd name="T30" fmla="*/ 425 w 485"/>
              <a:gd name="T31" fmla="*/ 218 h 399"/>
              <a:gd name="T32" fmla="*/ 433 w 485"/>
              <a:gd name="T33" fmla="*/ 186 h 399"/>
              <a:gd name="T34" fmla="*/ 485 w 485"/>
              <a:gd name="T35" fmla="*/ 133 h 399"/>
              <a:gd name="T36" fmla="*/ 449 w 485"/>
              <a:gd name="T37" fmla="*/ 85 h 399"/>
              <a:gd name="T38" fmla="*/ 298 w 485"/>
              <a:gd name="T39" fmla="*/ 51 h 399"/>
              <a:gd name="T40" fmla="*/ 278 w 485"/>
              <a:gd name="T41" fmla="*/ 65 h 399"/>
              <a:gd name="T42" fmla="*/ 250 w 485"/>
              <a:gd name="T43" fmla="*/ 42 h 399"/>
              <a:gd name="T44" fmla="*/ 226 w 485"/>
              <a:gd name="T45" fmla="*/ 66 h 399"/>
              <a:gd name="T46" fmla="*/ 203 w 485"/>
              <a:gd name="T47" fmla="*/ 42 h 399"/>
              <a:gd name="T48" fmla="*/ 143 w 485"/>
              <a:gd name="T49" fmla="*/ 43 h 399"/>
              <a:gd name="T50" fmla="*/ 151 w 485"/>
              <a:gd name="T51" fmla="*/ 4 h 399"/>
              <a:gd name="T52" fmla="*/ 106 w 485"/>
              <a:gd name="T53"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5" h="399">
                <a:moveTo>
                  <a:pt x="106" y="0"/>
                </a:moveTo>
                <a:lnTo>
                  <a:pt x="92" y="9"/>
                </a:lnTo>
                <a:lnTo>
                  <a:pt x="83" y="44"/>
                </a:lnTo>
                <a:lnTo>
                  <a:pt x="74" y="73"/>
                </a:lnTo>
                <a:lnTo>
                  <a:pt x="68" y="97"/>
                </a:lnTo>
                <a:lnTo>
                  <a:pt x="59" y="123"/>
                </a:lnTo>
                <a:lnTo>
                  <a:pt x="49" y="149"/>
                </a:lnTo>
                <a:lnTo>
                  <a:pt x="36" y="177"/>
                </a:lnTo>
                <a:lnTo>
                  <a:pt x="18" y="210"/>
                </a:lnTo>
                <a:lnTo>
                  <a:pt x="0" y="241"/>
                </a:lnTo>
                <a:lnTo>
                  <a:pt x="0" y="311"/>
                </a:lnTo>
                <a:lnTo>
                  <a:pt x="272" y="371"/>
                </a:lnTo>
                <a:lnTo>
                  <a:pt x="398" y="399"/>
                </a:lnTo>
                <a:lnTo>
                  <a:pt x="424" y="260"/>
                </a:lnTo>
                <a:lnTo>
                  <a:pt x="441" y="249"/>
                </a:lnTo>
                <a:lnTo>
                  <a:pt x="425" y="218"/>
                </a:lnTo>
                <a:lnTo>
                  <a:pt x="433" y="186"/>
                </a:lnTo>
                <a:lnTo>
                  <a:pt x="485" y="133"/>
                </a:lnTo>
                <a:lnTo>
                  <a:pt x="449" y="85"/>
                </a:lnTo>
                <a:lnTo>
                  <a:pt x="298" y="51"/>
                </a:lnTo>
                <a:lnTo>
                  <a:pt x="278" y="65"/>
                </a:lnTo>
                <a:lnTo>
                  <a:pt x="250" y="42"/>
                </a:lnTo>
                <a:lnTo>
                  <a:pt x="226" y="66"/>
                </a:lnTo>
                <a:lnTo>
                  <a:pt x="203" y="42"/>
                </a:lnTo>
                <a:lnTo>
                  <a:pt x="143" y="43"/>
                </a:lnTo>
                <a:lnTo>
                  <a:pt x="151" y="4"/>
                </a:lnTo>
                <a:lnTo>
                  <a:pt x="106"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89" name="Freeform 45">
            <a:extLst>
              <a:ext uri="{FF2B5EF4-FFF2-40B4-BE49-F238E27FC236}">
                <a16:creationId xmlns:a16="http://schemas.microsoft.com/office/drawing/2014/main" id="{AD0E6BC4-6D7F-5844-F089-1DBA7A6F524E}"/>
              </a:ext>
            </a:extLst>
          </p:cNvPr>
          <p:cNvSpPr>
            <a:spLocks/>
          </p:cNvSpPr>
          <p:nvPr/>
        </p:nvSpPr>
        <p:spPr bwMode="auto">
          <a:xfrm>
            <a:off x="1985963" y="2954338"/>
            <a:ext cx="812800" cy="1246187"/>
          </a:xfrm>
          <a:custGeom>
            <a:avLst/>
            <a:gdLst>
              <a:gd name="T0" fmla="*/ 40 w 512"/>
              <a:gd name="T1" fmla="*/ 0 h 850"/>
              <a:gd name="T2" fmla="*/ 275 w 512"/>
              <a:gd name="T3" fmla="*/ 50 h 850"/>
              <a:gd name="T4" fmla="*/ 223 w 512"/>
              <a:gd name="T5" fmla="*/ 300 h 850"/>
              <a:gd name="T6" fmla="*/ 488 w 512"/>
              <a:gd name="T7" fmla="*/ 681 h 850"/>
              <a:gd name="T8" fmla="*/ 512 w 512"/>
              <a:gd name="T9" fmla="*/ 730 h 850"/>
              <a:gd name="T10" fmla="*/ 487 w 512"/>
              <a:gd name="T11" fmla="*/ 753 h 850"/>
              <a:gd name="T12" fmla="*/ 471 w 512"/>
              <a:gd name="T13" fmla="*/ 795 h 850"/>
              <a:gd name="T14" fmla="*/ 455 w 512"/>
              <a:gd name="T15" fmla="*/ 820 h 850"/>
              <a:gd name="T16" fmla="*/ 472 w 512"/>
              <a:gd name="T17" fmla="*/ 842 h 850"/>
              <a:gd name="T18" fmla="*/ 444 w 512"/>
              <a:gd name="T19" fmla="*/ 850 h 850"/>
              <a:gd name="T20" fmla="*/ 289 w 512"/>
              <a:gd name="T21" fmla="*/ 844 h 850"/>
              <a:gd name="T22" fmla="*/ 279 w 512"/>
              <a:gd name="T23" fmla="*/ 794 h 850"/>
              <a:gd name="T24" fmla="*/ 252 w 512"/>
              <a:gd name="T25" fmla="*/ 758 h 850"/>
              <a:gd name="T26" fmla="*/ 232 w 512"/>
              <a:gd name="T27" fmla="*/ 745 h 850"/>
              <a:gd name="T28" fmla="*/ 227 w 512"/>
              <a:gd name="T29" fmla="*/ 719 h 850"/>
              <a:gd name="T30" fmla="*/ 210 w 512"/>
              <a:gd name="T31" fmla="*/ 705 h 850"/>
              <a:gd name="T32" fmla="*/ 194 w 512"/>
              <a:gd name="T33" fmla="*/ 687 h 850"/>
              <a:gd name="T34" fmla="*/ 188 w 512"/>
              <a:gd name="T35" fmla="*/ 667 h 850"/>
              <a:gd name="T36" fmla="*/ 173 w 512"/>
              <a:gd name="T37" fmla="*/ 654 h 850"/>
              <a:gd name="T38" fmla="*/ 149 w 512"/>
              <a:gd name="T39" fmla="*/ 661 h 850"/>
              <a:gd name="T40" fmla="*/ 122 w 512"/>
              <a:gd name="T41" fmla="*/ 651 h 850"/>
              <a:gd name="T42" fmla="*/ 122 w 512"/>
              <a:gd name="T43" fmla="*/ 640 h 850"/>
              <a:gd name="T44" fmla="*/ 121 w 512"/>
              <a:gd name="T45" fmla="*/ 617 h 850"/>
              <a:gd name="T46" fmla="*/ 110 w 512"/>
              <a:gd name="T47" fmla="*/ 591 h 850"/>
              <a:gd name="T48" fmla="*/ 109 w 512"/>
              <a:gd name="T49" fmla="*/ 570 h 850"/>
              <a:gd name="T50" fmla="*/ 97 w 512"/>
              <a:gd name="T51" fmla="*/ 551 h 850"/>
              <a:gd name="T52" fmla="*/ 100 w 512"/>
              <a:gd name="T53" fmla="*/ 533 h 850"/>
              <a:gd name="T54" fmla="*/ 66 w 512"/>
              <a:gd name="T55" fmla="*/ 490 h 850"/>
              <a:gd name="T56" fmla="*/ 66 w 512"/>
              <a:gd name="T57" fmla="*/ 465 h 850"/>
              <a:gd name="T58" fmla="*/ 83 w 512"/>
              <a:gd name="T59" fmla="*/ 456 h 850"/>
              <a:gd name="T60" fmla="*/ 83 w 512"/>
              <a:gd name="T61" fmla="*/ 440 h 850"/>
              <a:gd name="T62" fmla="*/ 66 w 512"/>
              <a:gd name="T63" fmla="*/ 436 h 850"/>
              <a:gd name="T64" fmla="*/ 58 w 512"/>
              <a:gd name="T65" fmla="*/ 412 h 850"/>
              <a:gd name="T66" fmla="*/ 50 w 512"/>
              <a:gd name="T67" fmla="*/ 371 h 850"/>
              <a:gd name="T68" fmla="*/ 75 w 512"/>
              <a:gd name="T69" fmla="*/ 393 h 850"/>
              <a:gd name="T70" fmla="*/ 65 w 512"/>
              <a:gd name="T71" fmla="*/ 364 h 850"/>
              <a:gd name="T72" fmla="*/ 83 w 512"/>
              <a:gd name="T73" fmla="*/ 364 h 850"/>
              <a:gd name="T74" fmla="*/ 83 w 512"/>
              <a:gd name="T75" fmla="*/ 343 h 850"/>
              <a:gd name="T76" fmla="*/ 65 w 512"/>
              <a:gd name="T77" fmla="*/ 329 h 850"/>
              <a:gd name="T78" fmla="*/ 56 w 512"/>
              <a:gd name="T79" fmla="*/ 349 h 850"/>
              <a:gd name="T80" fmla="*/ 40 w 512"/>
              <a:gd name="T81" fmla="*/ 342 h 850"/>
              <a:gd name="T82" fmla="*/ 7 w 512"/>
              <a:gd name="T83" fmla="*/ 246 h 850"/>
              <a:gd name="T84" fmla="*/ 16 w 512"/>
              <a:gd name="T85" fmla="*/ 178 h 850"/>
              <a:gd name="T86" fmla="*/ 0 w 512"/>
              <a:gd name="T87" fmla="*/ 139 h 850"/>
              <a:gd name="T88" fmla="*/ 8 w 512"/>
              <a:gd name="T89" fmla="*/ 110 h 850"/>
              <a:gd name="T90" fmla="*/ 24 w 512"/>
              <a:gd name="T91" fmla="*/ 104 h 850"/>
              <a:gd name="T92" fmla="*/ 40 w 512"/>
              <a:gd name="T93" fmla="*/ 57 h 850"/>
              <a:gd name="T94" fmla="*/ 40 w 512"/>
              <a:gd name="T95" fmla="*/ 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850">
                <a:moveTo>
                  <a:pt x="40" y="0"/>
                </a:moveTo>
                <a:lnTo>
                  <a:pt x="275" y="50"/>
                </a:lnTo>
                <a:lnTo>
                  <a:pt x="223" y="300"/>
                </a:lnTo>
                <a:lnTo>
                  <a:pt x="488" y="681"/>
                </a:lnTo>
                <a:lnTo>
                  <a:pt x="512" y="730"/>
                </a:lnTo>
                <a:lnTo>
                  <a:pt x="487" y="753"/>
                </a:lnTo>
                <a:lnTo>
                  <a:pt x="471" y="795"/>
                </a:lnTo>
                <a:lnTo>
                  <a:pt x="455" y="820"/>
                </a:lnTo>
                <a:lnTo>
                  <a:pt x="472" y="842"/>
                </a:lnTo>
                <a:lnTo>
                  <a:pt x="444" y="850"/>
                </a:lnTo>
                <a:lnTo>
                  <a:pt x="289" y="844"/>
                </a:lnTo>
                <a:lnTo>
                  <a:pt x="279" y="794"/>
                </a:lnTo>
                <a:lnTo>
                  <a:pt x="252" y="758"/>
                </a:lnTo>
                <a:lnTo>
                  <a:pt x="232" y="745"/>
                </a:lnTo>
                <a:lnTo>
                  <a:pt x="227" y="719"/>
                </a:lnTo>
                <a:lnTo>
                  <a:pt x="210" y="705"/>
                </a:lnTo>
                <a:lnTo>
                  <a:pt x="194" y="687"/>
                </a:lnTo>
                <a:lnTo>
                  <a:pt x="188" y="667"/>
                </a:lnTo>
                <a:lnTo>
                  <a:pt x="173" y="654"/>
                </a:lnTo>
                <a:lnTo>
                  <a:pt x="149" y="661"/>
                </a:lnTo>
                <a:lnTo>
                  <a:pt x="122" y="651"/>
                </a:lnTo>
                <a:lnTo>
                  <a:pt x="122" y="640"/>
                </a:lnTo>
                <a:lnTo>
                  <a:pt x="121" y="617"/>
                </a:lnTo>
                <a:lnTo>
                  <a:pt x="110" y="591"/>
                </a:lnTo>
                <a:lnTo>
                  <a:pt x="109" y="570"/>
                </a:lnTo>
                <a:lnTo>
                  <a:pt x="97" y="551"/>
                </a:lnTo>
                <a:lnTo>
                  <a:pt x="100" y="533"/>
                </a:lnTo>
                <a:lnTo>
                  <a:pt x="66" y="490"/>
                </a:lnTo>
                <a:lnTo>
                  <a:pt x="66" y="465"/>
                </a:lnTo>
                <a:lnTo>
                  <a:pt x="83" y="456"/>
                </a:lnTo>
                <a:lnTo>
                  <a:pt x="83" y="440"/>
                </a:lnTo>
                <a:lnTo>
                  <a:pt x="66" y="436"/>
                </a:lnTo>
                <a:lnTo>
                  <a:pt x="58" y="412"/>
                </a:lnTo>
                <a:lnTo>
                  <a:pt x="50" y="371"/>
                </a:lnTo>
                <a:lnTo>
                  <a:pt x="75" y="393"/>
                </a:lnTo>
                <a:lnTo>
                  <a:pt x="65" y="364"/>
                </a:lnTo>
                <a:lnTo>
                  <a:pt x="83" y="364"/>
                </a:lnTo>
                <a:lnTo>
                  <a:pt x="83" y="343"/>
                </a:lnTo>
                <a:lnTo>
                  <a:pt x="65" y="329"/>
                </a:lnTo>
                <a:lnTo>
                  <a:pt x="56" y="349"/>
                </a:lnTo>
                <a:lnTo>
                  <a:pt x="40" y="342"/>
                </a:lnTo>
                <a:lnTo>
                  <a:pt x="7" y="246"/>
                </a:lnTo>
                <a:lnTo>
                  <a:pt x="16" y="178"/>
                </a:lnTo>
                <a:lnTo>
                  <a:pt x="0" y="139"/>
                </a:lnTo>
                <a:lnTo>
                  <a:pt x="8" y="110"/>
                </a:lnTo>
                <a:lnTo>
                  <a:pt x="24" y="104"/>
                </a:lnTo>
                <a:lnTo>
                  <a:pt x="40" y="57"/>
                </a:lnTo>
                <a:lnTo>
                  <a:pt x="40" y="0"/>
                </a:lnTo>
                <a:close/>
              </a:path>
            </a:pathLst>
          </a:custGeom>
          <a:solidFill>
            <a:schemeClr val="bg2"/>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0" name="Freeform 46">
            <a:extLst>
              <a:ext uri="{FF2B5EF4-FFF2-40B4-BE49-F238E27FC236}">
                <a16:creationId xmlns:a16="http://schemas.microsoft.com/office/drawing/2014/main" id="{B121836C-6B1A-AD9F-5545-85B6641F4928}"/>
              </a:ext>
            </a:extLst>
          </p:cNvPr>
          <p:cNvSpPr>
            <a:spLocks/>
          </p:cNvSpPr>
          <p:nvPr/>
        </p:nvSpPr>
        <p:spPr bwMode="auto">
          <a:xfrm>
            <a:off x="2678113" y="2274888"/>
            <a:ext cx="555625" cy="890587"/>
          </a:xfrm>
          <a:custGeom>
            <a:avLst/>
            <a:gdLst>
              <a:gd name="T0" fmla="*/ 84 w 349"/>
              <a:gd name="T1" fmla="*/ 0 h 608"/>
              <a:gd name="T2" fmla="*/ 52 w 349"/>
              <a:gd name="T3" fmla="*/ 238 h 608"/>
              <a:gd name="T4" fmla="*/ 85 w 349"/>
              <a:gd name="T5" fmla="*/ 288 h 608"/>
              <a:gd name="T6" fmla="*/ 34 w 349"/>
              <a:gd name="T7" fmla="*/ 341 h 608"/>
              <a:gd name="T8" fmla="*/ 27 w 349"/>
              <a:gd name="T9" fmla="*/ 378 h 608"/>
              <a:gd name="T10" fmla="*/ 41 w 349"/>
              <a:gd name="T11" fmla="*/ 404 h 608"/>
              <a:gd name="T12" fmla="*/ 27 w 349"/>
              <a:gd name="T13" fmla="*/ 416 h 608"/>
              <a:gd name="T14" fmla="*/ 0 w 349"/>
              <a:gd name="T15" fmla="*/ 554 h 608"/>
              <a:gd name="T16" fmla="*/ 166 w 349"/>
              <a:gd name="T17" fmla="*/ 586 h 608"/>
              <a:gd name="T18" fmla="*/ 324 w 349"/>
              <a:gd name="T19" fmla="*/ 608 h 608"/>
              <a:gd name="T20" fmla="*/ 340 w 349"/>
              <a:gd name="T21" fmla="*/ 482 h 608"/>
              <a:gd name="T22" fmla="*/ 349 w 349"/>
              <a:gd name="T23" fmla="*/ 413 h 608"/>
              <a:gd name="T24" fmla="*/ 333 w 349"/>
              <a:gd name="T25" fmla="*/ 388 h 608"/>
              <a:gd name="T26" fmla="*/ 297 w 349"/>
              <a:gd name="T27" fmla="*/ 395 h 608"/>
              <a:gd name="T28" fmla="*/ 250 w 349"/>
              <a:gd name="T29" fmla="*/ 401 h 608"/>
              <a:gd name="T30" fmla="*/ 242 w 349"/>
              <a:gd name="T31" fmla="*/ 345 h 608"/>
              <a:gd name="T32" fmla="*/ 185 w 349"/>
              <a:gd name="T33" fmla="*/ 299 h 608"/>
              <a:gd name="T34" fmla="*/ 192 w 349"/>
              <a:gd name="T35" fmla="*/ 270 h 608"/>
              <a:gd name="T36" fmla="*/ 198 w 349"/>
              <a:gd name="T37" fmla="*/ 218 h 608"/>
              <a:gd name="T38" fmla="*/ 125 w 349"/>
              <a:gd name="T39" fmla="*/ 106 h 608"/>
              <a:gd name="T40" fmla="*/ 134 w 349"/>
              <a:gd name="T41" fmla="*/ 7 h 608"/>
              <a:gd name="T42" fmla="*/ 84 w 349"/>
              <a:gd name="T43"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608">
                <a:moveTo>
                  <a:pt x="84" y="0"/>
                </a:moveTo>
                <a:lnTo>
                  <a:pt x="52" y="238"/>
                </a:lnTo>
                <a:lnTo>
                  <a:pt x="85" y="288"/>
                </a:lnTo>
                <a:lnTo>
                  <a:pt x="34" y="341"/>
                </a:lnTo>
                <a:lnTo>
                  <a:pt x="27" y="378"/>
                </a:lnTo>
                <a:lnTo>
                  <a:pt x="41" y="404"/>
                </a:lnTo>
                <a:lnTo>
                  <a:pt x="27" y="416"/>
                </a:lnTo>
                <a:lnTo>
                  <a:pt x="0" y="554"/>
                </a:lnTo>
                <a:lnTo>
                  <a:pt x="166" y="586"/>
                </a:lnTo>
                <a:lnTo>
                  <a:pt x="324" y="608"/>
                </a:lnTo>
                <a:lnTo>
                  <a:pt x="340" y="482"/>
                </a:lnTo>
                <a:lnTo>
                  <a:pt x="349" y="413"/>
                </a:lnTo>
                <a:lnTo>
                  <a:pt x="333" y="388"/>
                </a:lnTo>
                <a:lnTo>
                  <a:pt x="297" y="395"/>
                </a:lnTo>
                <a:lnTo>
                  <a:pt x="250" y="401"/>
                </a:lnTo>
                <a:lnTo>
                  <a:pt x="242" y="345"/>
                </a:lnTo>
                <a:lnTo>
                  <a:pt x="185" y="299"/>
                </a:lnTo>
                <a:lnTo>
                  <a:pt x="192" y="270"/>
                </a:lnTo>
                <a:lnTo>
                  <a:pt x="198" y="218"/>
                </a:lnTo>
                <a:lnTo>
                  <a:pt x="125" y="106"/>
                </a:lnTo>
                <a:lnTo>
                  <a:pt x="134" y="7"/>
                </a:lnTo>
                <a:lnTo>
                  <a:pt x="84" y="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1" name="Freeform 47">
            <a:extLst>
              <a:ext uri="{FF2B5EF4-FFF2-40B4-BE49-F238E27FC236}">
                <a16:creationId xmlns:a16="http://schemas.microsoft.com/office/drawing/2014/main" id="{767A566C-54F4-F7AF-27FD-9A22FC86A2F8}"/>
              </a:ext>
            </a:extLst>
          </p:cNvPr>
          <p:cNvSpPr>
            <a:spLocks/>
          </p:cNvSpPr>
          <p:nvPr/>
        </p:nvSpPr>
        <p:spPr bwMode="auto">
          <a:xfrm>
            <a:off x="5032375" y="3979863"/>
            <a:ext cx="331788" cy="577850"/>
          </a:xfrm>
          <a:custGeom>
            <a:avLst/>
            <a:gdLst>
              <a:gd name="T0" fmla="*/ 59 w 210"/>
              <a:gd name="T1" fmla="*/ 13 h 394"/>
              <a:gd name="T2" fmla="*/ 27 w 210"/>
              <a:gd name="T3" fmla="*/ 80 h 394"/>
              <a:gd name="T4" fmla="*/ 0 w 210"/>
              <a:gd name="T5" fmla="*/ 124 h 394"/>
              <a:gd name="T6" fmla="*/ 9 w 210"/>
              <a:gd name="T7" fmla="*/ 175 h 394"/>
              <a:gd name="T8" fmla="*/ 42 w 210"/>
              <a:gd name="T9" fmla="*/ 246 h 394"/>
              <a:gd name="T10" fmla="*/ 17 w 210"/>
              <a:gd name="T11" fmla="*/ 318 h 394"/>
              <a:gd name="T12" fmla="*/ 6 w 210"/>
              <a:gd name="T13" fmla="*/ 355 h 394"/>
              <a:gd name="T14" fmla="*/ 128 w 210"/>
              <a:gd name="T15" fmla="*/ 340 h 394"/>
              <a:gd name="T16" fmla="*/ 134 w 210"/>
              <a:gd name="T17" fmla="*/ 388 h 394"/>
              <a:gd name="T18" fmla="*/ 159 w 210"/>
              <a:gd name="T19" fmla="*/ 394 h 394"/>
              <a:gd name="T20" fmla="*/ 165 w 210"/>
              <a:gd name="T21" fmla="*/ 369 h 394"/>
              <a:gd name="T22" fmla="*/ 210 w 210"/>
              <a:gd name="T23" fmla="*/ 362 h 394"/>
              <a:gd name="T24" fmla="*/ 200 w 210"/>
              <a:gd name="T25" fmla="*/ 282 h 394"/>
              <a:gd name="T26" fmla="*/ 198 w 210"/>
              <a:gd name="T27" fmla="*/ 0 h 394"/>
              <a:gd name="T28" fmla="*/ 59 w 210"/>
              <a:gd name="T29" fmla="*/ 13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0" h="394">
                <a:moveTo>
                  <a:pt x="59" y="13"/>
                </a:moveTo>
                <a:lnTo>
                  <a:pt x="27" y="80"/>
                </a:lnTo>
                <a:lnTo>
                  <a:pt x="0" y="124"/>
                </a:lnTo>
                <a:lnTo>
                  <a:pt x="9" y="175"/>
                </a:lnTo>
                <a:lnTo>
                  <a:pt x="42" y="246"/>
                </a:lnTo>
                <a:lnTo>
                  <a:pt x="17" y="318"/>
                </a:lnTo>
                <a:lnTo>
                  <a:pt x="6" y="355"/>
                </a:lnTo>
                <a:lnTo>
                  <a:pt x="128" y="340"/>
                </a:lnTo>
                <a:lnTo>
                  <a:pt x="134" y="388"/>
                </a:lnTo>
                <a:lnTo>
                  <a:pt x="159" y="394"/>
                </a:lnTo>
                <a:lnTo>
                  <a:pt x="165" y="369"/>
                </a:lnTo>
                <a:lnTo>
                  <a:pt x="210" y="362"/>
                </a:lnTo>
                <a:lnTo>
                  <a:pt x="200" y="282"/>
                </a:lnTo>
                <a:lnTo>
                  <a:pt x="198" y="0"/>
                </a:lnTo>
                <a:lnTo>
                  <a:pt x="59" y="13"/>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2" name="Freeform 48">
            <a:extLst>
              <a:ext uri="{FF2B5EF4-FFF2-40B4-BE49-F238E27FC236}">
                <a16:creationId xmlns:a16="http://schemas.microsoft.com/office/drawing/2014/main" id="{0B184042-F43E-A636-45A6-5E20E525F34E}"/>
              </a:ext>
            </a:extLst>
          </p:cNvPr>
          <p:cNvSpPr>
            <a:spLocks/>
          </p:cNvSpPr>
          <p:nvPr/>
        </p:nvSpPr>
        <p:spPr bwMode="auto">
          <a:xfrm>
            <a:off x="5343525" y="3952875"/>
            <a:ext cx="377825" cy="582613"/>
          </a:xfrm>
          <a:custGeom>
            <a:avLst/>
            <a:gdLst>
              <a:gd name="T0" fmla="*/ 0 w 237"/>
              <a:gd name="T1" fmla="*/ 20 h 398"/>
              <a:gd name="T2" fmla="*/ 154 w 237"/>
              <a:gd name="T3" fmla="*/ 0 h 398"/>
              <a:gd name="T4" fmla="*/ 203 w 237"/>
              <a:gd name="T5" fmla="*/ 184 h 398"/>
              <a:gd name="T6" fmla="*/ 237 w 237"/>
              <a:gd name="T7" fmla="*/ 213 h 398"/>
              <a:gd name="T8" fmla="*/ 210 w 237"/>
              <a:gd name="T9" fmla="*/ 267 h 398"/>
              <a:gd name="T10" fmla="*/ 236 w 237"/>
              <a:gd name="T11" fmla="*/ 319 h 398"/>
              <a:gd name="T12" fmla="*/ 79 w 237"/>
              <a:gd name="T13" fmla="*/ 338 h 398"/>
              <a:gd name="T14" fmla="*/ 85 w 237"/>
              <a:gd name="T15" fmla="*/ 383 h 398"/>
              <a:gd name="T16" fmla="*/ 62 w 237"/>
              <a:gd name="T17" fmla="*/ 398 h 398"/>
              <a:gd name="T18" fmla="*/ 44 w 237"/>
              <a:gd name="T19" fmla="*/ 341 h 398"/>
              <a:gd name="T20" fmla="*/ 33 w 237"/>
              <a:gd name="T21" fmla="*/ 387 h 398"/>
              <a:gd name="T22" fmla="*/ 13 w 237"/>
              <a:gd name="T23" fmla="*/ 383 h 398"/>
              <a:gd name="T24" fmla="*/ 7 w 237"/>
              <a:gd name="T25" fmla="*/ 337 h 398"/>
              <a:gd name="T26" fmla="*/ 1 w 237"/>
              <a:gd name="T27" fmla="*/ 297 h 398"/>
              <a:gd name="T28" fmla="*/ 0 w 237"/>
              <a:gd name="T29" fmla="*/ 2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7" h="398">
                <a:moveTo>
                  <a:pt x="0" y="20"/>
                </a:moveTo>
                <a:lnTo>
                  <a:pt x="154" y="0"/>
                </a:lnTo>
                <a:lnTo>
                  <a:pt x="203" y="184"/>
                </a:lnTo>
                <a:lnTo>
                  <a:pt x="237" y="213"/>
                </a:lnTo>
                <a:lnTo>
                  <a:pt x="210" y="267"/>
                </a:lnTo>
                <a:lnTo>
                  <a:pt x="236" y="319"/>
                </a:lnTo>
                <a:lnTo>
                  <a:pt x="79" y="338"/>
                </a:lnTo>
                <a:lnTo>
                  <a:pt x="85" y="383"/>
                </a:lnTo>
                <a:lnTo>
                  <a:pt x="62" y="398"/>
                </a:lnTo>
                <a:lnTo>
                  <a:pt x="44" y="341"/>
                </a:lnTo>
                <a:lnTo>
                  <a:pt x="33" y="387"/>
                </a:lnTo>
                <a:lnTo>
                  <a:pt x="13" y="383"/>
                </a:lnTo>
                <a:lnTo>
                  <a:pt x="7" y="337"/>
                </a:lnTo>
                <a:lnTo>
                  <a:pt x="1" y="297"/>
                </a:lnTo>
                <a:lnTo>
                  <a:pt x="0" y="2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3" name="Freeform 49">
            <a:extLst>
              <a:ext uri="{FF2B5EF4-FFF2-40B4-BE49-F238E27FC236}">
                <a16:creationId xmlns:a16="http://schemas.microsoft.com/office/drawing/2014/main" id="{39E4F42B-BA17-82B6-9D2F-42FEEFD1DFE6}"/>
              </a:ext>
            </a:extLst>
          </p:cNvPr>
          <p:cNvSpPr>
            <a:spLocks/>
          </p:cNvSpPr>
          <p:nvPr/>
        </p:nvSpPr>
        <p:spPr bwMode="auto">
          <a:xfrm>
            <a:off x="5589588" y="3922713"/>
            <a:ext cx="520700" cy="536575"/>
          </a:xfrm>
          <a:custGeom>
            <a:avLst/>
            <a:gdLst>
              <a:gd name="T0" fmla="*/ 0 w 328"/>
              <a:gd name="T1" fmla="*/ 23 h 366"/>
              <a:gd name="T2" fmla="*/ 4 w 328"/>
              <a:gd name="T3" fmla="*/ 23 h 366"/>
              <a:gd name="T4" fmla="*/ 80 w 328"/>
              <a:gd name="T5" fmla="*/ 7 h 366"/>
              <a:gd name="T6" fmla="*/ 148 w 328"/>
              <a:gd name="T7" fmla="*/ 0 h 366"/>
              <a:gd name="T8" fmla="*/ 138 w 328"/>
              <a:gd name="T9" fmla="*/ 19 h 366"/>
              <a:gd name="T10" fmla="*/ 159 w 328"/>
              <a:gd name="T11" fmla="*/ 19 h 366"/>
              <a:gd name="T12" fmla="*/ 276 w 328"/>
              <a:gd name="T13" fmla="*/ 132 h 366"/>
              <a:gd name="T14" fmla="*/ 322 w 328"/>
              <a:gd name="T15" fmla="*/ 205 h 366"/>
              <a:gd name="T16" fmla="*/ 328 w 328"/>
              <a:gd name="T17" fmla="*/ 254 h 366"/>
              <a:gd name="T18" fmla="*/ 313 w 328"/>
              <a:gd name="T19" fmla="*/ 266 h 366"/>
              <a:gd name="T20" fmla="*/ 322 w 328"/>
              <a:gd name="T21" fmla="*/ 316 h 366"/>
              <a:gd name="T22" fmla="*/ 289 w 328"/>
              <a:gd name="T23" fmla="*/ 318 h 366"/>
              <a:gd name="T24" fmla="*/ 289 w 328"/>
              <a:gd name="T25" fmla="*/ 360 h 366"/>
              <a:gd name="T26" fmla="*/ 263 w 328"/>
              <a:gd name="T27" fmla="*/ 339 h 366"/>
              <a:gd name="T28" fmla="*/ 94 w 328"/>
              <a:gd name="T29" fmla="*/ 366 h 366"/>
              <a:gd name="T30" fmla="*/ 56 w 328"/>
              <a:gd name="T31" fmla="*/ 287 h 366"/>
              <a:gd name="T32" fmla="*/ 83 w 328"/>
              <a:gd name="T33" fmla="*/ 233 h 366"/>
              <a:gd name="T34" fmla="*/ 47 w 328"/>
              <a:gd name="T35" fmla="*/ 206 h 366"/>
              <a:gd name="T36" fmla="*/ 0 w 328"/>
              <a:gd name="T37" fmla="*/ 2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8" h="366">
                <a:moveTo>
                  <a:pt x="0" y="23"/>
                </a:moveTo>
                <a:lnTo>
                  <a:pt x="4" y="23"/>
                </a:lnTo>
                <a:lnTo>
                  <a:pt x="80" y="7"/>
                </a:lnTo>
                <a:lnTo>
                  <a:pt x="148" y="0"/>
                </a:lnTo>
                <a:lnTo>
                  <a:pt x="138" y="19"/>
                </a:lnTo>
                <a:lnTo>
                  <a:pt x="159" y="19"/>
                </a:lnTo>
                <a:lnTo>
                  <a:pt x="276" y="132"/>
                </a:lnTo>
                <a:lnTo>
                  <a:pt x="322" y="205"/>
                </a:lnTo>
                <a:lnTo>
                  <a:pt x="328" y="254"/>
                </a:lnTo>
                <a:lnTo>
                  <a:pt x="313" y="266"/>
                </a:lnTo>
                <a:lnTo>
                  <a:pt x="322" y="316"/>
                </a:lnTo>
                <a:lnTo>
                  <a:pt x="289" y="318"/>
                </a:lnTo>
                <a:lnTo>
                  <a:pt x="289" y="360"/>
                </a:lnTo>
                <a:lnTo>
                  <a:pt x="263" y="339"/>
                </a:lnTo>
                <a:lnTo>
                  <a:pt x="94" y="366"/>
                </a:lnTo>
                <a:lnTo>
                  <a:pt x="56" y="287"/>
                </a:lnTo>
                <a:lnTo>
                  <a:pt x="83" y="233"/>
                </a:lnTo>
                <a:lnTo>
                  <a:pt x="47" y="206"/>
                </a:lnTo>
                <a:lnTo>
                  <a:pt x="0" y="23"/>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4" name="Freeform 50">
            <a:extLst>
              <a:ext uri="{FF2B5EF4-FFF2-40B4-BE49-F238E27FC236}">
                <a16:creationId xmlns:a16="http://schemas.microsoft.com/office/drawing/2014/main" id="{5CB80190-D26A-5DCE-33CA-E70EB5FC31AC}"/>
              </a:ext>
            </a:extLst>
          </p:cNvPr>
          <p:cNvSpPr>
            <a:spLocks/>
          </p:cNvSpPr>
          <p:nvPr/>
        </p:nvSpPr>
        <p:spPr bwMode="auto">
          <a:xfrm>
            <a:off x="5715000" y="3594100"/>
            <a:ext cx="819150" cy="357188"/>
          </a:xfrm>
          <a:custGeom>
            <a:avLst/>
            <a:gdLst>
              <a:gd name="T0" fmla="*/ 18 w 516"/>
              <a:gd name="T1" fmla="*/ 180 h 243"/>
              <a:gd name="T2" fmla="*/ 0 w 516"/>
              <a:gd name="T3" fmla="*/ 231 h 243"/>
              <a:gd name="T4" fmla="*/ 67 w 516"/>
              <a:gd name="T5" fmla="*/ 224 h 243"/>
              <a:gd name="T6" fmla="*/ 93 w 516"/>
              <a:gd name="T7" fmla="*/ 201 h 243"/>
              <a:gd name="T8" fmla="*/ 184 w 516"/>
              <a:gd name="T9" fmla="*/ 175 h 243"/>
              <a:gd name="T10" fmla="*/ 209 w 516"/>
              <a:gd name="T11" fmla="*/ 189 h 243"/>
              <a:gd name="T12" fmla="*/ 269 w 516"/>
              <a:gd name="T13" fmla="*/ 180 h 243"/>
              <a:gd name="T14" fmla="*/ 269 w 516"/>
              <a:gd name="T15" fmla="*/ 183 h 243"/>
              <a:gd name="T16" fmla="*/ 359 w 516"/>
              <a:gd name="T17" fmla="*/ 243 h 243"/>
              <a:gd name="T18" fmla="*/ 411 w 516"/>
              <a:gd name="T19" fmla="*/ 226 h 243"/>
              <a:gd name="T20" fmla="*/ 441 w 516"/>
              <a:gd name="T21" fmla="*/ 159 h 243"/>
              <a:gd name="T22" fmla="*/ 492 w 516"/>
              <a:gd name="T23" fmla="*/ 140 h 243"/>
              <a:gd name="T24" fmla="*/ 516 w 516"/>
              <a:gd name="T25" fmla="*/ 90 h 243"/>
              <a:gd name="T26" fmla="*/ 515 w 516"/>
              <a:gd name="T27" fmla="*/ 30 h 243"/>
              <a:gd name="T28" fmla="*/ 509 w 516"/>
              <a:gd name="T29" fmla="*/ 80 h 243"/>
              <a:gd name="T30" fmla="*/ 480 w 516"/>
              <a:gd name="T31" fmla="*/ 122 h 243"/>
              <a:gd name="T32" fmla="*/ 469 w 516"/>
              <a:gd name="T33" fmla="*/ 119 h 243"/>
              <a:gd name="T34" fmla="*/ 431 w 516"/>
              <a:gd name="T35" fmla="*/ 130 h 243"/>
              <a:gd name="T36" fmla="*/ 431 w 516"/>
              <a:gd name="T37" fmla="*/ 116 h 243"/>
              <a:gd name="T38" fmla="*/ 469 w 516"/>
              <a:gd name="T39" fmla="*/ 102 h 243"/>
              <a:gd name="T40" fmla="*/ 434 w 516"/>
              <a:gd name="T41" fmla="*/ 97 h 243"/>
              <a:gd name="T42" fmla="*/ 474 w 516"/>
              <a:gd name="T43" fmla="*/ 85 h 243"/>
              <a:gd name="T44" fmla="*/ 489 w 516"/>
              <a:gd name="T45" fmla="*/ 92 h 243"/>
              <a:gd name="T46" fmla="*/ 497 w 516"/>
              <a:gd name="T47" fmla="*/ 45 h 243"/>
              <a:gd name="T48" fmla="*/ 487 w 516"/>
              <a:gd name="T49" fmla="*/ 34 h 243"/>
              <a:gd name="T50" fmla="*/ 440 w 516"/>
              <a:gd name="T51" fmla="*/ 53 h 243"/>
              <a:gd name="T52" fmla="*/ 441 w 516"/>
              <a:gd name="T53" fmla="*/ 25 h 243"/>
              <a:gd name="T54" fmla="*/ 461 w 516"/>
              <a:gd name="T55" fmla="*/ 32 h 243"/>
              <a:gd name="T56" fmla="*/ 487 w 516"/>
              <a:gd name="T57" fmla="*/ 10 h 243"/>
              <a:gd name="T58" fmla="*/ 473 w 516"/>
              <a:gd name="T59" fmla="*/ 0 h 243"/>
              <a:gd name="T60" fmla="*/ 318 w 516"/>
              <a:gd name="T61" fmla="*/ 37 h 243"/>
              <a:gd name="T62" fmla="*/ 129 w 516"/>
              <a:gd name="T63" fmla="*/ 79 h 243"/>
              <a:gd name="T64" fmla="*/ 43 w 516"/>
              <a:gd name="T65" fmla="*/ 179 h 243"/>
              <a:gd name="T66" fmla="*/ 18 w 516"/>
              <a:gd name="T67" fmla="*/ 18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6" h="243">
                <a:moveTo>
                  <a:pt x="18" y="180"/>
                </a:moveTo>
                <a:lnTo>
                  <a:pt x="0" y="231"/>
                </a:lnTo>
                <a:lnTo>
                  <a:pt x="67" y="224"/>
                </a:lnTo>
                <a:lnTo>
                  <a:pt x="93" y="201"/>
                </a:lnTo>
                <a:lnTo>
                  <a:pt x="184" y="175"/>
                </a:lnTo>
                <a:lnTo>
                  <a:pt x="209" y="189"/>
                </a:lnTo>
                <a:lnTo>
                  <a:pt x="269" y="180"/>
                </a:lnTo>
                <a:lnTo>
                  <a:pt x="269" y="183"/>
                </a:lnTo>
                <a:lnTo>
                  <a:pt x="359" y="243"/>
                </a:lnTo>
                <a:lnTo>
                  <a:pt x="411" y="226"/>
                </a:lnTo>
                <a:lnTo>
                  <a:pt x="441" y="159"/>
                </a:lnTo>
                <a:lnTo>
                  <a:pt x="492" y="140"/>
                </a:lnTo>
                <a:lnTo>
                  <a:pt x="516" y="90"/>
                </a:lnTo>
                <a:lnTo>
                  <a:pt x="515" y="30"/>
                </a:lnTo>
                <a:lnTo>
                  <a:pt x="509" y="80"/>
                </a:lnTo>
                <a:lnTo>
                  <a:pt x="480" y="122"/>
                </a:lnTo>
                <a:lnTo>
                  <a:pt x="469" y="119"/>
                </a:lnTo>
                <a:lnTo>
                  <a:pt x="431" y="130"/>
                </a:lnTo>
                <a:lnTo>
                  <a:pt x="431" y="116"/>
                </a:lnTo>
                <a:lnTo>
                  <a:pt x="469" y="102"/>
                </a:lnTo>
                <a:lnTo>
                  <a:pt x="434" y="97"/>
                </a:lnTo>
                <a:lnTo>
                  <a:pt x="474" y="85"/>
                </a:lnTo>
                <a:lnTo>
                  <a:pt x="489" y="92"/>
                </a:lnTo>
                <a:lnTo>
                  <a:pt x="497" y="45"/>
                </a:lnTo>
                <a:lnTo>
                  <a:pt x="487" y="34"/>
                </a:lnTo>
                <a:lnTo>
                  <a:pt x="440" y="53"/>
                </a:lnTo>
                <a:lnTo>
                  <a:pt x="441" y="25"/>
                </a:lnTo>
                <a:lnTo>
                  <a:pt x="461" y="32"/>
                </a:lnTo>
                <a:lnTo>
                  <a:pt x="487" y="10"/>
                </a:lnTo>
                <a:lnTo>
                  <a:pt x="473" y="0"/>
                </a:lnTo>
                <a:lnTo>
                  <a:pt x="318" y="37"/>
                </a:lnTo>
                <a:lnTo>
                  <a:pt x="129" y="79"/>
                </a:lnTo>
                <a:lnTo>
                  <a:pt x="43" y="179"/>
                </a:lnTo>
                <a:lnTo>
                  <a:pt x="18" y="180"/>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5" name="Freeform 51">
            <a:extLst>
              <a:ext uri="{FF2B5EF4-FFF2-40B4-BE49-F238E27FC236}">
                <a16:creationId xmlns:a16="http://schemas.microsoft.com/office/drawing/2014/main" id="{1A43E044-A9C3-DE39-6838-4F78B6F60E22}"/>
              </a:ext>
            </a:extLst>
          </p:cNvPr>
          <p:cNvSpPr>
            <a:spLocks/>
          </p:cNvSpPr>
          <p:nvPr/>
        </p:nvSpPr>
        <p:spPr bwMode="auto">
          <a:xfrm>
            <a:off x="6376988" y="3219450"/>
            <a:ext cx="114300" cy="141288"/>
          </a:xfrm>
          <a:custGeom>
            <a:avLst/>
            <a:gdLst>
              <a:gd name="T0" fmla="*/ 0 w 72"/>
              <a:gd name="T1" fmla="*/ 5 h 96"/>
              <a:gd name="T2" fmla="*/ 15 w 72"/>
              <a:gd name="T3" fmla="*/ 0 h 96"/>
              <a:gd name="T4" fmla="*/ 48 w 72"/>
              <a:gd name="T5" fmla="*/ 21 h 96"/>
              <a:gd name="T6" fmla="*/ 48 w 72"/>
              <a:gd name="T7" fmla="*/ 42 h 96"/>
              <a:gd name="T8" fmla="*/ 71 w 72"/>
              <a:gd name="T9" fmla="*/ 57 h 96"/>
              <a:gd name="T10" fmla="*/ 72 w 72"/>
              <a:gd name="T11" fmla="*/ 85 h 96"/>
              <a:gd name="T12" fmla="*/ 35 w 72"/>
              <a:gd name="T13" fmla="*/ 96 h 96"/>
              <a:gd name="T14" fmla="*/ 0 w 72"/>
              <a:gd name="T15" fmla="*/ 5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96">
                <a:moveTo>
                  <a:pt x="0" y="5"/>
                </a:moveTo>
                <a:lnTo>
                  <a:pt x="15" y="0"/>
                </a:lnTo>
                <a:lnTo>
                  <a:pt x="48" y="21"/>
                </a:lnTo>
                <a:lnTo>
                  <a:pt x="48" y="42"/>
                </a:lnTo>
                <a:lnTo>
                  <a:pt x="71" y="57"/>
                </a:lnTo>
                <a:lnTo>
                  <a:pt x="72" y="85"/>
                </a:lnTo>
                <a:lnTo>
                  <a:pt x="35" y="96"/>
                </a:lnTo>
                <a:lnTo>
                  <a:pt x="0" y="5"/>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6" name="Freeform 52">
            <a:extLst>
              <a:ext uri="{FF2B5EF4-FFF2-40B4-BE49-F238E27FC236}">
                <a16:creationId xmlns:a16="http://schemas.microsoft.com/office/drawing/2014/main" id="{5B11608F-AFEA-47A4-24B5-C6C9213E9631}"/>
              </a:ext>
            </a:extLst>
          </p:cNvPr>
          <p:cNvSpPr>
            <a:spLocks/>
          </p:cNvSpPr>
          <p:nvPr/>
        </p:nvSpPr>
        <p:spPr bwMode="auto">
          <a:xfrm>
            <a:off x="5934075" y="2536825"/>
            <a:ext cx="609600" cy="492125"/>
          </a:xfrm>
          <a:custGeom>
            <a:avLst/>
            <a:gdLst>
              <a:gd name="T0" fmla="*/ 29 w 384"/>
              <a:gd name="T1" fmla="*/ 226 h 336"/>
              <a:gd name="T2" fmla="*/ 66 w 384"/>
              <a:gd name="T3" fmla="*/ 206 h 336"/>
              <a:gd name="T4" fmla="*/ 115 w 384"/>
              <a:gd name="T5" fmla="*/ 201 h 336"/>
              <a:gd name="T6" fmla="*/ 127 w 384"/>
              <a:gd name="T7" fmla="*/ 183 h 336"/>
              <a:gd name="T8" fmla="*/ 144 w 384"/>
              <a:gd name="T9" fmla="*/ 181 h 336"/>
              <a:gd name="T10" fmla="*/ 154 w 384"/>
              <a:gd name="T11" fmla="*/ 162 h 336"/>
              <a:gd name="T12" fmla="*/ 171 w 384"/>
              <a:gd name="T13" fmla="*/ 155 h 336"/>
              <a:gd name="T14" fmla="*/ 163 w 384"/>
              <a:gd name="T15" fmla="*/ 120 h 336"/>
              <a:gd name="T16" fmla="*/ 153 w 384"/>
              <a:gd name="T17" fmla="*/ 111 h 336"/>
              <a:gd name="T18" fmla="*/ 174 w 384"/>
              <a:gd name="T19" fmla="*/ 82 h 336"/>
              <a:gd name="T20" fmla="*/ 187 w 384"/>
              <a:gd name="T21" fmla="*/ 82 h 336"/>
              <a:gd name="T22" fmla="*/ 232 w 384"/>
              <a:gd name="T23" fmla="*/ 22 h 336"/>
              <a:gd name="T24" fmla="*/ 301 w 384"/>
              <a:gd name="T25" fmla="*/ 0 h 336"/>
              <a:gd name="T26" fmla="*/ 308 w 384"/>
              <a:gd name="T27" fmla="*/ 56 h 336"/>
              <a:gd name="T28" fmla="*/ 312 w 384"/>
              <a:gd name="T29" fmla="*/ 54 h 336"/>
              <a:gd name="T30" fmla="*/ 328 w 384"/>
              <a:gd name="T31" fmla="*/ 74 h 336"/>
              <a:gd name="T32" fmla="*/ 329 w 384"/>
              <a:gd name="T33" fmla="*/ 132 h 336"/>
              <a:gd name="T34" fmla="*/ 350 w 384"/>
              <a:gd name="T35" fmla="*/ 179 h 336"/>
              <a:gd name="T36" fmla="*/ 358 w 384"/>
              <a:gd name="T37" fmla="*/ 240 h 336"/>
              <a:gd name="T38" fmla="*/ 360 w 384"/>
              <a:gd name="T39" fmla="*/ 293 h 336"/>
              <a:gd name="T40" fmla="*/ 384 w 384"/>
              <a:gd name="T41" fmla="*/ 310 h 336"/>
              <a:gd name="T42" fmla="*/ 366 w 384"/>
              <a:gd name="T43" fmla="*/ 336 h 336"/>
              <a:gd name="T44" fmla="*/ 322 w 384"/>
              <a:gd name="T45" fmla="*/ 306 h 336"/>
              <a:gd name="T46" fmla="*/ 299 w 384"/>
              <a:gd name="T47" fmla="*/ 308 h 336"/>
              <a:gd name="T48" fmla="*/ 276 w 384"/>
              <a:gd name="T49" fmla="*/ 301 h 336"/>
              <a:gd name="T50" fmla="*/ 277 w 384"/>
              <a:gd name="T51" fmla="*/ 283 h 336"/>
              <a:gd name="T52" fmla="*/ 262 w 384"/>
              <a:gd name="T53" fmla="*/ 277 h 336"/>
              <a:gd name="T54" fmla="*/ 11 w 384"/>
              <a:gd name="T55" fmla="*/ 329 h 336"/>
              <a:gd name="T56" fmla="*/ 0 w 384"/>
              <a:gd name="T57" fmla="*/ 314 h 336"/>
              <a:gd name="T58" fmla="*/ 38 w 384"/>
              <a:gd name="T59" fmla="*/ 254 h 336"/>
              <a:gd name="T60" fmla="*/ 29 w 384"/>
              <a:gd name="T61" fmla="*/ 22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36">
                <a:moveTo>
                  <a:pt x="29" y="226"/>
                </a:moveTo>
                <a:lnTo>
                  <a:pt x="66" y="206"/>
                </a:lnTo>
                <a:lnTo>
                  <a:pt x="115" y="201"/>
                </a:lnTo>
                <a:lnTo>
                  <a:pt x="127" y="183"/>
                </a:lnTo>
                <a:lnTo>
                  <a:pt x="144" y="181"/>
                </a:lnTo>
                <a:lnTo>
                  <a:pt x="154" y="162"/>
                </a:lnTo>
                <a:lnTo>
                  <a:pt x="171" y="155"/>
                </a:lnTo>
                <a:lnTo>
                  <a:pt x="163" y="120"/>
                </a:lnTo>
                <a:lnTo>
                  <a:pt x="153" y="111"/>
                </a:lnTo>
                <a:lnTo>
                  <a:pt x="174" y="82"/>
                </a:lnTo>
                <a:lnTo>
                  <a:pt x="187" y="82"/>
                </a:lnTo>
                <a:lnTo>
                  <a:pt x="232" y="22"/>
                </a:lnTo>
                <a:lnTo>
                  <a:pt x="301" y="0"/>
                </a:lnTo>
                <a:lnTo>
                  <a:pt x="308" y="56"/>
                </a:lnTo>
                <a:lnTo>
                  <a:pt x="312" y="54"/>
                </a:lnTo>
                <a:lnTo>
                  <a:pt x="328" y="74"/>
                </a:lnTo>
                <a:lnTo>
                  <a:pt x="329" y="132"/>
                </a:lnTo>
                <a:lnTo>
                  <a:pt x="350" y="179"/>
                </a:lnTo>
                <a:lnTo>
                  <a:pt x="358" y="240"/>
                </a:lnTo>
                <a:lnTo>
                  <a:pt x="360" y="293"/>
                </a:lnTo>
                <a:lnTo>
                  <a:pt x="384" y="310"/>
                </a:lnTo>
                <a:lnTo>
                  <a:pt x="366" y="336"/>
                </a:lnTo>
                <a:lnTo>
                  <a:pt x="322" y="306"/>
                </a:lnTo>
                <a:lnTo>
                  <a:pt x="299" y="308"/>
                </a:lnTo>
                <a:lnTo>
                  <a:pt x="276" y="301"/>
                </a:lnTo>
                <a:lnTo>
                  <a:pt x="277" y="283"/>
                </a:lnTo>
                <a:lnTo>
                  <a:pt x="262" y="277"/>
                </a:lnTo>
                <a:lnTo>
                  <a:pt x="11" y="329"/>
                </a:lnTo>
                <a:lnTo>
                  <a:pt x="0" y="314"/>
                </a:lnTo>
                <a:lnTo>
                  <a:pt x="38" y="254"/>
                </a:lnTo>
                <a:lnTo>
                  <a:pt x="29" y="226"/>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7" name="Freeform 53">
            <a:extLst>
              <a:ext uri="{FF2B5EF4-FFF2-40B4-BE49-F238E27FC236}">
                <a16:creationId xmlns:a16="http://schemas.microsoft.com/office/drawing/2014/main" id="{1D1EF97B-870F-226B-0F82-397F0313FBCC}"/>
              </a:ext>
            </a:extLst>
          </p:cNvPr>
          <p:cNvSpPr>
            <a:spLocks/>
          </p:cNvSpPr>
          <p:nvPr/>
        </p:nvSpPr>
        <p:spPr bwMode="auto">
          <a:xfrm>
            <a:off x="6529388" y="2949575"/>
            <a:ext cx="177800" cy="106363"/>
          </a:xfrm>
          <a:custGeom>
            <a:avLst/>
            <a:gdLst>
              <a:gd name="T0" fmla="*/ 0 w 112"/>
              <a:gd name="T1" fmla="*/ 53 h 72"/>
              <a:gd name="T2" fmla="*/ 46 w 112"/>
              <a:gd name="T3" fmla="*/ 30 h 72"/>
              <a:gd name="T4" fmla="*/ 91 w 112"/>
              <a:gd name="T5" fmla="*/ 0 h 72"/>
              <a:gd name="T6" fmla="*/ 99 w 112"/>
              <a:gd name="T7" fmla="*/ 1 h 72"/>
              <a:gd name="T8" fmla="*/ 112 w 112"/>
              <a:gd name="T9" fmla="*/ 3 h 72"/>
              <a:gd name="T10" fmla="*/ 68 w 112"/>
              <a:gd name="T11" fmla="*/ 40 h 72"/>
              <a:gd name="T12" fmla="*/ 13 w 112"/>
              <a:gd name="T13" fmla="*/ 72 h 72"/>
              <a:gd name="T14" fmla="*/ 0 w 112"/>
              <a:gd name="T15" fmla="*/ 53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72">
                <a:moveTo>
                  <a:pt x="0" y="53"/>
                </a:moveTo>
                <a:lnTo>
                  <a:pt x="46" y="30"/>
                </a:lnTo>
                <a:lnTo>
                  <a:pt x="91" y="0"/>
                </a:lnTo>
                <a:lnTo>
                  <a:pt x="99" y="1"/>
                </a:lnTo>
                <a:lnTo>
                  <a:pt x="112" y="3"/>
                </a:lnTo>
                <a:lnTo>
                  <a:pt x="68" y="40"/>
                </a:lnTo>
                <a:lnTo>
                  <a:pt x="13" y="72"/>
                </a:lnTo>
                <a:lnTo>
                  <a:pt x="0" y="53"/>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8" name="Freeform 54">
            <a:extLst>
              <a:ext uri="{FF2B5EF4-FFF2-40B4-BE49-F238E27FC236}">
                <a16:creationId xmlns:a16="http://schemas.microsoft.com/office/drawing/2014/main" id="{B32151E4-A78A-2C56-A07D-10F5E83A79C4}"/>
              </a:ext>
            </a:extLst>
          </p:cNvPr>
          <p:cNvSpPr>
            <a:spLocks/>
          </p:cNvSpPr>
          <p:nvPr/>
        </p:nvSpPr>
        <p:spPr bwMode="auto">
          <a:xfrm>
            <a:off x="6443663" y="3409950"/>
            <a:ext cx="49212" cy="84138"/>
          </a:xfrm>
          <a:custGeom>
            <a:avLst/>
            <a:gdLst>
              <a:gd name="T0" fmla="*/ 0 w 31"/>
              <a:gd name="T1" fmla="*/ 5 h 57"/>
              <a:gd name="T2" fmla="*/ 31 w 31"/>
              <a:gd name="T3" fmla="*/ 0 h 57"/>
              <a:gd name="T4" fmla="*/ 14 w 31"/>
              <a:gd name="T5" fmla="*/ 57 h 57"/>
              <a:gd name="T6" fmla="*/ 2 w 31"/>
              <a:gd name="T7" fmla="*/ 55 h 57"/>
              <a:gd name="T8" fmla="*/ 0 w 31"/>
              <a:gd name="T9" fmla="*/ 5 h 57"/>
            </a:gdLst>
            <a:ahLst/>
            <a:cxnLst>
              <a:cxn ang="0">
                <a:pos x="T0" y="T1"/>
              </a:cxn>
              <a:cxn ang="0">
                <a:pos x="T2" y="T3"/>
              </a:cxn>
              <a:cxn ang="0">
                <a:pos x="T4" y="T5"/>
              </a:cxn>
              <a:cxn ang="0">
                <a:pos x="T6" y="T7"/>
              </a:cxn>
              <a:cxn ang="0">
                <a:pos x="T8" y="T9"/>
              </a:cxn>
            </a:cxnLst>
            <a:rect l="0" t="0" r="r" b="b"/>
            <a:pathLst>
              <a:path w="31" h="57">
                <a:moveTo>
                  <a:pt x="0" y="5"/>
                </a:moveTo>
                <a:lnTo>
                  <a:pt x="31" y="0"/>
                </a:lnTo>
                <a:lnTo>
                  <a:pt x="14" y="57"/>
                </a:lnTo>
                <a:lnTo>
                  <a:pt x="2" y="55"/>
                </a:lnTo>
                <a:lnTo>
                  <a:pt x="0" y="5"/>
                </a:lnTo>
                <a:close/>
              </a:path>
            </a:pathLst>
          </a:custGeom>
          <a:solidFill>
            <a:schemeClr val="bg1"/>
          </a:solidFill>
          <a:ln w="635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4999" name="Text Box 55">
            <a:extLst>
              <a:ext uri="{FF2B5EF4-FFF2-40B4-BE49-F238E27FC236}">
                <a16:creationId xmlns:a16="http://schemas.microsoft.com/office/drawing/2014/main" id="{BEA7E75F-D205-88A0-C61C-A8DCDFA0011F}"/>
              </a:ext>
            </a:extLst>
          </p:cNvPr>
          <p:cNvSpPr txBox="1">
            <a:spLocks noChangeArrowheads="1"/>
          </p:cNvSpPr>
          <p:nvPr/>
        </p:nvSpPr>
        <p:spPr bwMode="auto">
          <a:xfrm>
            <a:off x="384175" y="1320800"/>
            <a:ext cx="2089150" cy="319088"/>
          </a:xfrm>
          <a:prstGeom prst="rect">
            <a:avLst/>
          </a:prstGeom>
          <a:noFill/>
          <a:ln>
            <a:noFill/>
          </a:ln>
          <a:effectLst/>
        </p:spPr>
        <p:txBody>
          <a:bodyPr wrap="none">
            <a:spAutoFit/>
          </a:bodyPr>
          <a:lstStyle>
            <a:lvl1pPr>
              <a:spcBef>
                <a:spcPct val="0"/>
              </a:spcBef>
              <a:defRPr>
                <a:solidFill>
                  <a:schemeClr val="tx1"/>
                </a:solidFill>
                <a:latin typeface="Arial" panose="020B0604020202020204" pitchFamily="34" charset="0"/>
              </a:defRPr>
            </a:lvl1pPr>
            <a:lvl2pPr marL="571500">
              <a:spcBef>
                <a:spcPct val="0"/>
              </a:spcBef>
              <a:defRPr>
                <a:solidFill>
                  <a:schemeClr val="tx1"/>
                </a:solidFill>
                <a:latin typeface="Arial" panose="020B0604020202020204" pitchFamily="34" charset="0"/>
              </a:defRPr>
            </a:lvl2pPr>
            <a:lvl3pPr marL="1143000">
              <a:spcBef>
                <a:spcPct val="0"/>
              </a:spcBef>
              <a:defRPr>
                <a:solidFill>
                  <a:schemeClr val="tx1"/>
                </a:solidFill>
                <a:latin typeface="Arial" panose="020B0604020202020204" pitchFamily="34" charset="0"/>
              </a:defRPr>
            </a:lvl3pPr>
            <a:lvl4pPr marL="1714500">
              <a:spcBef>
                <a:spcPct val="0"/>
              </a:spcBef>
              <a:defRPr>
                <a:solidFill>
                  <a:schemeClr val="tx1"/>
                </a:solidFill>
                <a:latin typeface="Arial" panose="020B0604020202020204" pitchFamily="34" charset="0"/>
              </a:defRPr>
            </a:lvl4pPr>
            <a:lvl5pPr marL="2286000">
              <a:spcBef>
                <a:spcPct val="0"/>
              </a:spcBef>
              <a:defRPr>
                <a:solidFill>
                  <a:schemeClr val="tx1"/>
                </a:solidFill>
                <a:latin typeface="Arial" panose="020B0604020202020204" pitchFamily="34" charset="0"/>
              </a:defRPr>
            </a:lvl5pPr>
            <a:lvl6pPr marL="2743200" fontAlgn="base">
              <a:spcBef>
                <a:spcPct val="0"/>
              </a:spcBef>
              <a:spcAft>
                <a:spcPct val="0"/>
              </a:spcAft>
              <a:defRPr>
                <a:solidFill>
                  <a:schemeClr val="tx1"/>
                </a:solidFill>
                <a:latin typeface="Arial" panose="020B0604020202020204" pitchFamily="34" charset="0"/>
              </a:defRPr>
            </a:lvl6pPr>
            <a:lvl7pPr marL="3200400" fontAlgn="base">
              <a:spcBef>
                <a:spcPct val="0"/>
              </a:spcBef>
              <a:spcAft>
                <a:spcPct val="0"/>
              </a:spcAft>
              <a:defRPr>
                <a:solidFill>
                  <a:schemeClr val="tx1"/>
                </a:solidFill>
                <a:latin typeface="Arial" panose="020B0604020202020204" pitchFamily="34" charset="0"/>
              </a:defRPr>
            </a:lvl7pPr>
            <a:lvl8pPr marL="3657600" fontAlgn="base">
              <a:spcBef>
                <a:spcPct val="0"/>
              </a:spcBef>
              <a:spcAft>
                <a:spcPct val="0"/>
              </a:spcAft>
              <a:defRPr>
                <a:solidFill>
                  <a:schemeClr val="tx1"/>
                </a:solidFill>
                <a:latin typeface="Arial" panose="020B0604020202020204" pitchFamily="34" charset="0"/>
              </a:defRPr>
            </a:lvl8pPr>
            <a:lvl9pPr marL="4114800" fontAlgn="base">
              <a:spcBef>
                <a:spcPct val="0"/>
              </a:spcBef>
              <a:spcAft>
                <a:spcPct val="0"/>
              </a:spcAft>
              <a:defRPr>
                <a:solidFill>
                  <a:schemeClr val="tx1"/>
                </a:solidFill>
                <a:latin typeface="Arial" panose="020B0604020202020204" pitchFamily="34" charset="0"/>
              </a:defRPr>
            </a:lvl9pPr>
          </a:lstStyle>
          <a:p>
            <a:pPr defTabSz="844083">
              <a:buFont typeface="Wingdings" panose="05000000000000000000" pitchFamily="2" charset="2"/>
              <a:buNone/>
              <a:defRPr/>
            </a:pPr>
            <a:r>
              <a:rPr lang="en-GB" altLang="ko-KR" sz="1477">
                <a:solidFill>
                  <a:srgbClr val="091D5D"/>
                </a:solidFill>
                <a:latin typeface="Verdana" panose="020B0604030504040204" pitchFamily="34" charset="0"/>
                <a:cs typeface="+mn-cs"/>
              </a:rPr>
              <a:t>Subtitle comes here</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슬라이드 번호 개체 틀 1">
            <a:extLst>
              <a:ext uri="{FF2B5EF4-FFF2-40B4-BE49-F238E27FC236}">
                <a16:creationId xmlns:a16="http://schemas.microsoft.com/office/drawing/2014/main" id="{55C35B19-59AD-C91F-7387-67E4BF9E65AE}"/>
              </a:ext>
            </a:extLst>
          </p:cNvPr>
          <p:cNvSpPr>
            <a:spLocks noGrp="1"/>
          </p:cNvSpPr>
          <p:nvPr>
            <p:ph type="sldNum" sz="quarter" idx="10"/>
          </p:nvPr>
        </p:nvSpPr>
        <p:spPr/>
        <p:txBody>
          <a:bodyPr/>
          <a:lstStyle/>
          <a:p>
            <a:pPr algn="l" defTabSz="844083">
              <a:defRPr/>
            </a:pPr>
            <a:fld id="{BC73778B-3E58-7742-AF54-A4BC2ECD17BD}" type="slidenum">
              <a:rPr lang="en-GB" altLang="en-GB">
                <a:solidFill>
                  <a:srgbClr val="091D5D"/>
                </a:solidFill>
                <a:latin typeface="Verdana" panose="020B0604030504040204" pitchFamily="34" charset="0"/>
                <a:cs typeface="+mn-cs"/>
              </a:rPr>
              <a:pPr algn="l" defTabSz="844083">
                <a:defRPr/>
              </a:pPr>
              <a:t>71</a:t>
            </a:fld>
            <a:endParaRPr lang="en-GB" altLang="en-GB">
              <a:solidFill>
                <a:srgbClr val="091D5D"/>
              </a:solidFill>
              <a:latin typeface="Verdana" panose="020B0604030504040204" pitchFamily="34" charset="0"/>
              <a:cs typeface="+mn-cs"/>
            </a:endParaRPr>
          </a:p>
        </p:txBody>
      </p:sp>
      <p:sp>
        <p:nvSpPr>
          <p:cNvPr id="1876994" name="Rectangle 2">
            <a:extLst>
              <a:ext uri="{FF2B5EF4-FFF2-40B4-BE49-F238E27FC236}">
                <a16:creationId xmlns:a16="http://schemas.microsoft.com/office/drawing/2014/main" id="{3FC43BE4-2C4F-9459-AA2C-1A7995CE0061}"/>
              </a:ext>
            </a:extLst>
          </p:cNvPr>
          <p:cNvSpPr>
            <a:spLocks noChangeArrowheads="1"/>
          </p:cNvSpPr>
          <p:nvPr/>
        </p:nvSpPr>
        <p:spPr bwMode="auto">
          <a:xfrm>
            <a:off x="285750" y="377825"/>
            <a:ext cx="7962900" cy="611188"/>
          </a:xfrm>
          <a:prstGeom prst="rect">
            <a:avLst/>
          </a:prstGeom>
          <a:noFill/>
          <a:ln>
            <a:noFill/>
          </a:ln>
          <a:effectLst/>
        </p:spPr>
        <p:txBody>
          <a:bodyPr lIns="84992" tIns="42497" rIns="84992" bIns="42497" anchor="ctr"/>
          <a:lstStyle>
            <a:lvl1pPr>
              <a:lnSpc>
                <a:spcPts val="2100"/>
              </a:lnSpc>
              <a:spcBef>
                <a:spcPct val="0"/>
              </a:spcBef>
              <a:defRPr sz="2000">
                <a:solidFill>
                  <a:schemeClr val="tx1"/>
                </a:solidFill>
                <a:latin typeface="Verdana" panose="020B0604030504040204" pitchFamily="34" charset="0"/>
              </a:defRPr>
            </a:lvl1pPr>
            <a:lvl2pPr>
              <a:lnSpc>
                <a:spcPts val="2100"/>
              </a:lnSpc>
              <a:spcBef>
                <a:spcPct val="0"/>
              </a:spcBef>
              <a:defRPr sz="2000">
                <a:solidFill>
                  <a:schemeClr val="tx1"/>
                </a:solidFill>
                <a:latin typeface="Verdana" panose="020B0604030504040204" pitchFamily="34" charset="0"/>
              </a:defRPr>
            </a:lvl2pPr>
            <a:lvl3pPr>
              <a:lnSpc>
                <a:spcPts val="2100"/>
              </a:lnSpc>
              <a:spcBef>
                <a:spcPct val="0"/>
              </a:spcBef>
              <a:defRPr sz="2000">
                <a:solidFill>
                  <a:schemeClr val="tx1"/>
                </a:solidFill>
                <a:latin typeface="Verdana" panose="020B0604030504040204" pitchFamily="34" charset="0"/>
              </a:defRPr>
            </a:lvl3pPr>
            <a:lvl4pPr>
              <a:lnSpc>
                <a:spcPts val="2100"/>
              </a:lnSpc>
              <a:spcBef>
                <a:spcPct val="0"/>
              </a:spcBef>
              <a:defRPr sz="2000">
                <a:solidFill>
                  <a:schemeClr val="tx1"/>
                </a:solidFill>
                <a:latin typeface="Verdana" panose="020B0604030504040204" pitchFamily="34" charset="0"/>
              </a:defRPr>
            </a:lvl4pPr>
            <a:lvl5pPr>
              <a:lnSpc>
                <a:spcPts val="2100"/>
              </a:lnSpc>
              <a:spcBef>
                <a:spcPct val="0"/>
              </a:spcBef>
              <a:defRPr sz="2000">
                <a:solidFill>
                  <a:schemeClr val="tx1"/>
                </a:solidFill>
                <a:latin typeface="Verdana" panose="020B0604030504040204" pitchFamily="34" charset="0"/>
              </a:defRPr>
            </a:lvl5pPr>
            <a:lvl6pPr marL="457200" fontAlgn="base">
              <a:lnSpc>
                <a:spcPts val="2100"/>
              </a:lnSpc>
              <a:spcBef>
                <a:spcPct val="0"/>
              </a:spcBef>
              <a:spcAft>
                <a:spcPct val="0"/>
              </a:spcAft>
              <a:defRPr sz="2000">
                <a:solidFill>
                  <a:schemeClr val="tx1"/>
                </a:solidFill>
                <a:latin typeface="Verdana" panose="020B0604030504040204" pitchFamily="34" charset="0"/>
              </a:defRPr>
            </a:lvl6pPr>
            <a:lvl7pPr marL="914400" fontAlgn="base">
              <a:lnSpc>
                <a:spcPts val="2100"/>
              </a:lnSpc>
              <a:spcBef>
                <a:spcPct val="0"/>
              </a:spcBef>
              <a:spcAft>
                <a:spcPct val="0"/>
              </a:spcAft>
              <a:defRPr sz="2000">
                <a:solidFill>
                  <a:schemeClr val="tx1"/>
                </a:solidFill>
                <a:latin typeface="Verdana" panose="020B0604030504040204" pitchFamily="34" charset="0"/>
              </a:defRPr>
            </a:lvl7pPr>
            <a:lvl8pPr marL="1371600" fontAlgn="base">
              <a:lnSpc>
                <a:spcPts val="2100"/>
              </a:lnSpc>
              <a:spcBef>
                <a:spcPct val="0"/>
              </a:spcBef>
              <a:spcAft>
                <a:spcPct val="0"/>
              </a:spcAft>
              <a:defRPr sz="2000">
                <a:solidFill>
                  <a:schemeClr val="tx1"/>
                </a:solidFill>
                <a:latin typeface="Verdana" panose="020B0604030504040204" pitchFamily="34" charset="0"/>
              </a:defRPr>
            </a:lvl8pPr>
            <a:lvl9pPr marL="1828800" fontAlgn="base">
              <a:lnSpc>
                <a:spcPts val="2100"/>
              </a:lnSpc>
              <a:spcBef>
                <a:spcPct val="0"/>
              </a:spcBef>
              <a:spcAft>
                <a:spcPct val="0"/>
              </a:spcAft>
              <a:defRPr sz="2000">
                <a:solidFill>
                  <a:schemeClr val="tx1"/>
                </a:solidFill>
                <a:latin typeface="Verdana" panose="020B0604030504040204" pitchFamily="34" charset="0"/>
              </a:defRPr>
            </a:lvl9pPr>
          </a:lstStyle>
          <a:p>
            <a:pPr defTabSz="844083" eaLnBrk="1" hangingPunct="1">
              <a:lnSpc>
                <a:spcPts val="1939"/>
              </a:lnSpc>
              <a:buFont typeface="Wingdings" panose="05000000000000000000" pitchFamily="2" charset="2"/>
              <a:buNone/>
              <a:defRPr/>
            </a:pPr>
            <a:r>
              <a:rPr lang="en-GB" altLang="ko-KR" sz="1846">
                <a:solidFill>
                  <a:srgbClr val="091D5D"/>
                </a:solidFill>
                <a:cs typeface="+mn-cs"/>
              </a:rPr>
              <a:t>Map of  South America</a:t>
            </a:r>
          </a:p>
        </p:txBody>
      </p:sp>
      <p:sp>
        <p:nvSpPr>
          <p:cNvPr id="1877061" name="Freeform 69">
            <a:extLst>
              <a:ext uri="{FF2B5EF4-FFF2-40B4-BE49-F238E27FC236}">
                <a16:creationId xmlns:a16="http://schemas.microsoft.com/office/drawing/2014/main" id="{95F12DBE-5A18-34B8-5268-099E9D91D0A8}"/>
              </a:ext>
            </a:extLst>
          </p:cNvPr>
          <p:cNvSpPr>
            <a:spLocks/>
          </p:cNvSpPr>
          <p:nvPr/>
        </p:nvSpPr>
        <p:spPr bwMode="auto">
          <a:xfrm>
            <a:off x="3381375" y="2154238"/>
            <a:ext cx="2767013" cy="2463800"/>
          </a:xfrm>
          <a:custGeom>
            <a:avLst/>
            <a:gdLst>
              <a:gd name="T0" fmla="*/ 155 w 1743"/>
              <a:gd name="T1" fmla="*/ 392 h 1681"/>
              <a:gd name="T2" fmla="*/ 42 w 1743"/>
              <a:gd name="T3" fmla="*/ 444 h 1681"/>
              <a:gd name="T4" fmla="*/ 0 w 1743"/>
              <a:gd name="T5" fmla="*/ 542 h 1681"/>
              <a:gd name="T6" fmla="*/ 30 w 1743"/>
              <a:gd name="T7" fmla="*/ 620 h 1681"/>
              <a:gd name="T8" fmla="*/ 79 w 1743"/>
              <a:gd name="T9" fmla="*/ 657 h 1681"/>
              <a:gd name="T10" fmla="*/ 158 w 1743"/>
              <a:gd name="T11" fmla="*/ 713 h 1681"/>
              <a:gd name="T12" fmla="*/ 314 w 1743"/>
              <a:gd name="T13" fmla="*/ 672 h 1681"/>
              <a:gd name="T14" fmla="*/ 400 w 1743"/>
              <a:gd name="T15" fmla="*/ 713 h 1681"/>
              <a:gd name="T16" fmla="*/ 489 w 1743"/>
              <a:gd name="T17" fmla="*/ 765 h 1681"/>
              <a:gd name="T18" fmla="*/ 622 w 1743"/>
              <a:gd name="T19" fmla="*/ 848 h 1681"/>
              <a:gd name="T20" fmla="*/ 710 w 1743"/>
              <a:gd name="T21" fmla="*/ 976 h 1681"/>
              <a:gd name="T22" fmla="*/ 707 w 1743"/>
              <a:gd name="T23" fmla="*/ 1088 h 1681"/>
              <a:gd name="T24" fmla="*/ 722 w 1743"/>
              <a:gd name="T25" fmla="*/ 1206 h 1681"/>
              <a:gd name="T26" fmla="*/ 815 w 1743"/>
              <a:gd name="T27" fmla="*/ 1215 h 1681"/>
              <a:gd name="T28" fmla="*/ 864 w 1743"/>
              <a:gd name="T29" fmla="*/ 1272 h 1681"/>
              <a:gd name="T30" fmla="*/ 887 w 1743"/>
              <a:gd name="T31" fmla="*/ 1366 h 1681"/>
              <a:gd name="T32" fmla="*/ 841 w 1743"/>
              <a:gd name="T33" fmla="*/ 1453 h 1681"/>
              <a:gd name="T34" fmla="*/ 766 w 1743"/>
              <a:gd name="T35" fmla="*/ 1567 h 1681"/>
              <a:gd name="T36" fmla="*/ 828 w 1743"/>
              <a:gd name="T37" fmla="*/ 1609 h 1681"/>
              <a:gd name="T38" fmla="*/ 943 w 1743"/>
              <a:gd name="T39" fmla="*/ 1667 h 1681"/>
              <a:gd name="T40" fmla="*/ 999 w 1743"/>
              <a:gd name="T41" fmla="*/ 1582 h 1681"/>
              <a:gd name="T42" fmla="*/ 1044 w 1743"/>
              <a:gd name="T43" fmla="*/ 1539 h 1681"/>
              <a:gd name="T44" fmla="*/ 1098 w 1743"/>
              <a:gd name="T45" fmla="*/ 1377 h 1681"/>
              <a:gd name="T46" fmla="*/ 1164 w 1743"/>
              <a:gd name="T47" fmla="*/ 1336 h 1681"/>
              <a:gd name="T48" fmla="*/ 1236 w 1743"/>
              <a:gd name="T49" fmla="*/ 1305 h 1681"/>
              <a:gd name="T50" fmla="*/ 1343 w 1743"/>
              <a:gd name="T51" fmla="*/ 1305 h 1681"/>
              <a:gd name="T52" fmla="*/ 1437 w 1743"/>
              <a:gd name="T53" fmla="*/ 1208 h 1681"/>
              <a:gd name="T54" fmla="*/ 1495 w 1743"/>
              <a:gd name="T55" fmla="*/ 1152 h 1681"/>
              <a:gd name="T56" fmla="*/ 1514 w 1743"/>
              <a:gd name="T57" fmla="*/ 1069 h 1681"/>
              <a:gd name="T58" fmla="*/ 1536 w 1743"/>
              <a:gd name="T59" fmla="*/ 962 h 1681"/>
              <a:gd name="T60" fmla="*/ 1546 w 1743"/>
              <a:gd name="T61" fmla="*/ 861 h 1681"/>
              <a:gd name="T62" fmla="*/ 1575 w 1743"/>
              <a:gd name="T63" fmla="*/ 859 h 1681"/>
              <a:gd name="T64" fmla="*/ 1676 w 1743"/>
              <a:gd name="T65" fmla="*/ 739 h 1681"/>
              <a:gd name="T66" fmla="*/ 1743 w 1743"/>
              <a:gd name="T67" fmla="*/ 658 h 1681"/>
              <a:gd name="T68" fmla="*/ 1733 w 1743"/>
              <a:gd name="T69" fmla="*/ 540 h 1681"/>
              <a:gd name="T70" fmla="*/ 1650 w 1743"/>
              <a:gd name="T71" fmla="*/ 486 h 1681"/>
              <a:gd name="T72" fmla="*/ 1549 w 1743"/>
              <a:gd name="T73" fmla="*/ 380 h 1681"/>
              <a:gd name="T74" fmla="*/ 1353 w 1743"/>
              <a:gd name="T75" fmla="*/ 351 h 1681"/>
              <a:gd name="T76" fmla="*/ 1312 w 1743"/>
              <a:gd name="T77" fmla="*/ 324 h 1681"/>
              <a:gd name="T78" fmla="*/ 1290 w 1743"/>
              <a:gd name="T79" fmla="*/ 285 h 1681"/>
              <a:gd name="T80" fmla="*/ 1193 w 1743"/>
              <a:gd name="T81" fmla="*/ 255 h 1681"/>
              <a:gd name="T82" fmla="*/ 1164 w 1743"/>
              <a:gd name="T83" fmla="*/ 233 h 1681"/>
              <a:gd name="T84" fmla="*/ 1045 w 1743"/>
              <a:gd name="T85" fmla="*/ 223 h 1681"/>
              <a:gd name="T86" fmla="*/ 1045 w 1743"/>
              <a:gd name="T87" fmla="*/ 109 h 1681"/>
              <a:gd name="T88" fmla="*/ 1005 w 1743"/>
              <a:gd name="T89" fmla="*/ 39 h 1681"/>
              <a:gd name="T90" fmla="*/ 902 w 1743"/>
              <a:gd name="T91" fmla="*/ 135 h 1681"/>
              <a:gd name="T92" fmla="*/ 809 w 1743"/>
              <a:gd name="T93" fmla="*/ 139 h 1681"/>
              <a:gd name="T94" fmla="*/ 712 w 1743"/>
              <a:gd name="T95" fmla="*/ 151 h 1681"/>
              <a:gd name="T96" fmla="*/ 637 w 1743"/>
              <a:gd name="T97" fmla="*/ 139 h 1681"/>
              <a:gd name="T98" fmla="*/ 603 w 1743"/>
              <a:gd name="T99" fmla="*/ 17 h 1681"/>
              <a:gd name="T100" fmla="*/ 541 w 1743"/>
              <a:gd name="T101" fmla="*/ 20 h 1681"/>
              <a:gd name="T102" fmla="*/ 410 w 1743"/>
              <a:gd name="T103" fmla="*/ 26 h 1681"/>
              <a:gd name="T104" fmla="*/ 395 w 1743"/>
              <a:gd name="T105" fmla="*/ 58 h 1681"/>
              <a:gd name="T106" fmla="*/ 407 w 1743"/>
              <a:gd name="T107" fmla="*/ 140 h 1681"/>
              <a:gd name="T108" fmla="*/ 369 w 1743"/>
              <a:gd name="T109" fmla="*/ 177 h 1681"/>
              <a:gd name="T110" fmla="*/ 261 w 1743"/>
              <a:gd name="T111" fmla="*/ 132 h 1681"/>
              <a:gd name="T112" fmla="*/ 230 w 1743"/>
              <a:gd name="T113" fmla="*/ 118 h 1681"/>
              <a:gd name="T114" fmla="*/ 207 w 1743"/>
              <a:gd name="T115" fmla="*/ 193 h 1681"/>
              <a:gd name="T116" fmla="*/ 165 w 1743"/>
              <a:gd name="T117" fmla="*/ 252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3" h="1681">
                <a:moveTo>
                  <a:pt x="165" y="252"/>
                </a:moveTo>
                <a:lnTo>
                  <a:pt x="159" y="379"/>
                </a:lnTo>
                <a:lnTo>
                  <a:pt x="155" y="392"/>
                </a:lnTo>
                <a:lnTo>
                  <a:pt x="148" y="403"/>
                </a:lnTo>
                <a:lnTo>
                  <a:pt x="85" y="422"/>
                </a:lnTo>
                <a:lnTo>
                  <a:pt x="42" y="444"/>
                </a:lnTo>
                <a:lnTo>
                  <a:pt x="20" y="488"/>
                </a:lnTo>
                <a:lnTo>
                  <a:pt x="23" y="514"/>
                </a:lnTo>
                <a:lnTo>
                  <a:pt x="0" y="542"/>
                </a:lnTo>
                <a:lnTo>
                  <a:pt x="0" y="575"/>
                </a:lnTo>
                <a:lnTo>
                  <a:pt x="20" y="593"/>
                </a:lnTo>
                <a:lnTo>
                  <a:pt x="30" y="620"/>
                </a:lnTo>
                <a:lnTo>
                  <a:pt x="30" y="646"/>
                </a:lnTo>
                <a:lnTo>
                  <a:pt x="61" y="634"/>
                </a:lnTo>
                <a:lnTo>
                  <a:pt x="79" y="657"/>
                </a:lnTo>
                <a:lnTo>
                  <a:pt x="109" y="657"/>
                </a:lnTo>
                <a:lnTo>
                  <a:pt x="136" y="635"/>
                </a:lnTo>
                <a:lnTo>
                  <a:pt x="158" y="713"/>
                </a:lnTo>
                <a:lnTo>
                  <a:pt x="192" y="720"/>
                </a:lnTo>
                <a:lnTo>
                  <a:pt x="259" y="701"/>
                </a:lnTo>
                <a:lnTo>
                  <a:pt x="314" y="672"/>
                </a:lnTo>
                <a:lnTo>
                  <a:pt x="358" y="635"/>
                </a:lnTo>
                <a:lnTo>
                  <a:pt x="393" y="676"/>
                </a:lnTo>
                <a:lnTo>
                  <a:pt x="400" y="713"/>
                </a:lnTo>
                <a:lnTo>
                  <a:pt x="400" y="740"/>
                </a:lnTo>
                <a:lnTo>
                  <a:pt x="452" y="766"/>
                </a:lnTo>
                <a:lnTo>
                  <a:pt x="489" y="765"/>
                </a:lnTo>
                <a:lnTo>
                  <a:pt x="537" y="796"/>
                </a:lnTo>
                <a:lnTo>
                  <a:pt x="590" y="814"/>
                </a:lnTo>
                <a:lnTo>
                  <a:pt x="622" y="848"/>
                </a:lnTo>
                <a:lnTo>
                  <a:pt x="617" y="931"/>
                </a:lnTo>
                <a:lnTo>
                  <a:pt x="703" y="931"/>
                </a:lnTo>
                <a:lnTo>
                  <a:pt x="710" y="976"/>
                </a:lnTo>
                <a:lnTo>
                  <a:pt x="725" y="1001"/>
                </a:lnTo>
                <a:lnTo>
                  <a:pt x="725" y="1048"/>
                </a:lnTo>
                <a:lnTo>
                  <a:pt x="707" y="1088"/>
                </a:lnTo>
                <a:lnTo>
                  <a:pt x="726" y="1126"/>
                </a:lnTo>
                <a:lnTo>
                  <a:pt x="726" y="1164"/>
                </a:lnTo>
                <a:lnTo>
                  <a:pt x="722" y="1206"/>
                </a:lnTo>
                <a:lnTo>
                  <a:pt x="756" y="1206"/>
                </a:lnTo>
                <a:lnTo>
                  <a:pt x="801" y="1208"/>
                </a:lnTo>
                <a:lnTo>
                  <a:pt x="815" y="1215"/>
                </a:lnTo>
                <a:lnTo>
                  <a:pt x="835" y="1232"/>
                </a:lnTo>
                <a:lnTo>
                  <a:pt x="847" y="1279"/>
                </a:lnTo>
                <a:lnTo>
                  <a:pt x="864" y="1272"/>
                </a:lnTo>
                <a:lnTo>
                  <a:pt x="876" y="1355"/>
                </a:lnTo>
                <a:lnTo>
                  <a:pt x="883" y="1365"/>
                </a:lnTo>
                <a:lnTo>
                  <a:pt x="887" y="1366"/>
                </a:lnTo>
                <a:lnTo>
                  <a:pt x="902" y="1396"/>
                </a:lnTo>
                <a:lnTo>
                  <a:pt x="890" y="1429"/>
                </a:lnTo>
                <a:lnTo>
                  <a:pt x="841" y="1453"/>
                </a:lnTo>
                <a:lnTo>
                  <a:pt x="790" y="1498"/>
                </a:lnTo>
                <a:lnTo>
                  <a:pt x="766" y="1520"/>
                </a:lnTo>
                <a:lnTo>
                  <a:pt x="766" y="1567"/>
                </a:lnTo>
                <a:lnTo>
                  <a:pt x="787" y="1583"/>
                </a:lnTo>
                <a:lnTo>
                  <a:pt x="791" y="1613"/>
                </a:lnTo>
                <a:lnTo>
                  <a:pt x="828" y="1609"/>
                </a:lnTo>
                <a:lnTo>
                  <a:pt x="876" y="1637"/>
                </a:lnTo>
                <a:lnTo>
                  <a:pt x="918" y="1681"/>
                </a:lnTo>
                <a:lnTo>
                  <a:pt x="943" y="1667"/>
                </a:lnTo>
                <a:lnTo>
                  <a:pt x="973" y="1640"/>
                </a:lnTo>
                <a:lnTo>
                  <a:pt x="981" y="1597"/>
                </a:lnTo>
                <a:lnTo>
                  <a:pt x="999" y="1582"/>
                </a:lnTo>
                <a:lnTo>
                  <a:pt x="1010" y="1576"/>
                </a:lnTo>
                <a:lnTo>
                  <a:pt x="1023" y="1556"/>
                </a:lnTo>
                <a:lnTo>
                  <a:pt x="1044" y="1539"/>
                </a:lnTo>
                <a:lnTo>
                  <a:pt x="1087" y="1487"/>
                </a:lnTo>
                <a:lnTo>
                  <a:pt x="1087" y="1399"/>
                </a:lnTo>
                <a:lnTo>
                  <a:pt x="1098" y="1377"/>
                </a:lnTo>
                <a:lnTo>
                  <a:pt x="1119" y="1357"/>
                </a:lnTo>
                <a:lnTo>
                  <a:pt x="1150" y="1357"/>
                </a:lnTo>
                <a:lnTo>
                  <a:pt x="1164" y="1336"/>
                </a:lnTo>
                <a:lnTo>
                  <a:pt x="1192" y="1336"/>
                </a:lnTo>
                <a:lnTo>
                  <a:pt x="1232" y="1310"/>
                </a:lnTo>
                <a:lnTo>
                  <a:pt x="1236" y="1305"/>
                </a:lnTo>
                <a:lnTo>
                  <a:pt x="1283" y="1290"/>
                </a:lnTo>
                <a:lnTo>
                  <a:pt x="1311" y="1283"/>
                </a:lnTo>
                <a:lnTo>
                  <a:pt x="1343" y="1305"/>
                </a:lnTo>
                <a:lnTo>
                  <a:pt x="1379" y="1279"/>
                </a:lnTo>
                <a:lnTo>
                  <a:pt x="1384" y="1258"/>
                </a:lnTo>
                <a:lnTo>
                  <a:pt x="1437" y="1208"/>
                </a:lnTo>
                <a:lnTo>
                  <a:pt x="1450" y="1182"/>
                </a:lnTo>
                <a:lnTo>
                  <a:pt x="1470" y="1166"/>
                </a:lnTo>
                <a:lnTo>
                  <a:pt x="1495" y="1152"/>
                </a:lnTo>
                <a:lnTo>
                  <a:pt x="1493" y="1123"/>
                </a:lnTo>
                <a:lnTo>
                  <a:pt x="1500" y="1080"/>
                </a:lnTo>
                <a:lnTo>
                  <a:pt x="1514" y="1069"/>
                </a:lnTo>
                <a:lnTo>
                  <a:pt x="1514" y="1046"/>
                </a:lnTo>
                <a:lnTo>
                  <a:pt x="1525" y="1011"/>
                </a:lnTo>
                <a:lnTo>
                  <a:pt x="1536" y="962"/>
                </a:lnTo>
                <a:lnTo>
                  <a:pt x="1538" y="930"/>
                </a:lnTo>
                <a:lnTo>
                  <a:pt x="1542" y="893"/>
                </a:lnTo>
                <a:lnTo>
                  <a:pt x="1546" y="861"/>
                </a:lnTo>
                <a:lnTo>
                  <a:pt x="1557" y="848"/>
                </a:lnTo>
                <a:lnTo>
                  <a:pt x="1567" y="848"/>
                </a:lnTo>
                <a:lnTo>
                  <a:pt x="1575" y="859"/>
                </a:lnTo>
                <a:lnTo>
                  <a:pt x="1608" y="796"/>
                </a:lnTo>
                <a:lnTo>
                  <a:pt x="1643" y="766"/>
                </a:lnTo>
                <a:lnTo>
                  <a:pt x="1676" y="739"/>
                </a:lnTo>
                <a:lnTo>
                  <a:pt x="1688" y="717"/>
                </a:lnTo>
                <a:lnTo>
                  <a:pt x="1710" y="691"/>
                </a:lnTo>
                <a:lnTo>
                  <a:pt x="1743" y="658"/>
                </a:lnTo>
                <a:lnTo>
                  <a:pt x="1743" y="589"/>
                </a:lnTo>
                <a:lnTo>
                  <a:pt x="1736" y="568"/>
                </a:lnTo>
                <a:lnTo>
                  <a:pt x="1733" y="540"/>
                </a:lnTo>
                <a:lnTo>
                  <a:pt x="1733" y="530"/>
                </a:lnTo>
                <a:lnTo>
                  <a:pt x="1713" y="514"/>
                </a:lnTo>
                <a:lnTo>
                  <a:pt x="1650" y="486"/>
                </a:lnTo>
                <a:lnTo>
                  <a:pt x="1628" y="477"/>
                </a:lnTo>
                <a:lnTo>
                  <a:pt x="1605" y="456"/>
                </a:lnTo>
                <a:lnTo>
                  <a:pt x="1549" y="380"/>
                </a:lnTo>
                <a:lnTo>
                  <a:pt x="1500" y="380"/>
                </a:lnTo>
                <a:lnTo>
                  <a:pt x="1367" y="341"/>
                </a:lnTo>
                <a:lnTo>
                  <a:pt x="1353" y="351"/>
                </a:lnTo>
                <a:lnTo>
                  <a:pt x="1331" y="361"/>
                </a:lnTo>
                <a:lnTo>
                  <a:pt x="1311" y="353"/>
                </a:lnTo>
                <a:lnTo>
                  <a:pt x="1312" y="324"/>
                </a:lnTo>
                <a:lnTo>
                  <a:pt x="1324" y="305"/>
                </a:lnTo>
                <a:lnTo>
                  <a:pt x="1298" y="304"/>
                </a:lnTo>
                <a:lnTo>
                  <a:pt x="1290" y="285"/>
                </a:lnTo>
                <a:lnTo>
                  <a:pt x="1255" y="271"/>
                </a:lnTo>
                <a:lnTo>
                  <a:pt x="1221" y="260"/>
                </a:lnTo>
                <a:lnTo>
                  <a:pt x="1193" y="255"/>
                </a:lnTo>
                <a:lnTo>
                  <a:pt x="1165" y="276"/>
                </a:lnTo>
                <a:lnTo>
                  <a:pt x="1151" y="266"/>
                </a:lnTo>
                <a:lnTo>
                  <a:pt x="1164" y="233"/>
                </a:lnTo>
                <a:lnTo>
                  <a:pt x="1079" y="222"/>
                </a:lnTo>
                <a:lnTo>
                  <a:pt x="1067" y="233"/>
                </a:lnTo>
                <a:lnTo>
                  <a:pt x="1045" y="223"/>
                </a:lnTo>
                <a:lnTo>
                  <a:pt x="992" y="245"/>
                </a:lnTo>
                <a:lnTo>
                  <a:pt x="1089" y="151"/>
                </a:lnTo>
                <a:lnTo>
                  <a:pt x="1045" y="109"/>
                </a:lnTo>
                <a:lnTo>
                  <a:pt x="1045" y="102"/>
                </a:lnTo>
                <a:lnTo>
                  <a:pt x="1037" y="64"/>
                </a:lnTo>
                <a:lnTo>
                  <a:pt x="1005" y="39"/>
                </a:lnTo>
                <a:lnTo>
                  <a:pt x="973" y="64"/>
                </a:lnTo>
                <a:lnTo>
                  <a:pt x="930" y="126"/>
                </a:lnTo>
                <a:lnTo>
                  <a:pt x="902" y="135"/>
                </a:lnTo>
                <a:lnTo>
                  <a:pt x="872" y="118"/>
                </a:lnTo>
                <a:lnTo>
                  <a:pt x="832" y="118"/>
                </a:lnTo>
                <a:lnTo>
                  <a:pt x="809" y="139"/>
                </a:lnTo>
                <a:lnTo>
                  <a:pt x="772" y="139"/>
                </a:lnTo>
                <a:lnTo>
                  <a:pt x="756" y="150"/>
                </a:lnTo>
                <a:lnTo>
                  <a:pt x="712" y="151"/>
                </a:lnTo>
                <a:lnTo>
                  <a:pt x="669" y="158"/>
                </a:lnTo>
                <a:lnTo>
                  <a:pt x="655" y="174"/>
                </a:lnTo>
                <a:lnTo>
                  <a:pt x="637" y="139"/>
                </a:lnTo>
                <a:lnTo>
                  <a:pt x="637" y="50"/>
                </a:lnTo>
                <a:lnTo>
                  <a:pt x="624" y="38"/>
                </a:lnTo>
                <a:lnTo>
                  <a:pt x="603" y="17"/>
                </a:lnTo>
                <a:lnTo>
                  <a:pt x="582" y="0"/>
                </a:lnTo>
                <a:lnTo>
                  <a:pt x="567" y="20"/>
                </a:lnTo>
                <a:lnTo>
                  <a:pt x="541" y="20"/>
                </a:lnTo>
                <a:lnTo>
                  <a:pt x="508" y="32"/>
                </a:lnTo>
                <a:lnTo>
                  <a:pt x="428" y="31"/>
                </a:lnTo>
                <a:lnTo>
                  <a:pt x="410" y="26"/>
                </a:lnTo>
                <a:lnTo>
                  <a:pt x="378" y="12"/>
                </a:lnTo>
                <a:lnTo>
                  <a:pt x="385" y="34"/>
                </a:lnTo>
                <a:lnTo>
                  <a:pt x="395" y="58"/>
                </a:lnTo>
                <a:lnTo>
                  <a:pt x="415" y="92"/>
                </a:lnTo>
                <a:lnTo>
                  <a:pt x="433" y="116"/>
                </a:lnTo>
                <a:lnTo>
                  <a:pt x="407" y="140"/>
                </a:lnTo>
                <a:lnTo>
                  <a:pt x="388" y="152"/>
                </a:lnTo>
                <a:lnTo>
                  <a:pt x="384" y="165"/>
                </a:lnTo>
                <a:lnTo>
                  <a:pt x="369" y="177"/>
                </a:lnTo>
                <a:lnTo>
                  <a:pt x="353" y="178"/>
                </a:lnTo>
                <a:lnTo>
                  <a:pt x="301" y="162"/>
                </a:lnTo>
                <a:lnTo>
                  <a:pt x="261" y="132"/>
                </a:lnTo>
                <a:lnTo>
                  <a:pt x="252" y="114"/>
                </a:lnTo>
                <a:lnTo>
                  <a:pt x="239" y="131"/>
                </a:lnTo>
                <a:lnTo>
                  <a:pt x="230" y="118"/>
                </a:lnTo>
                <a:lnTo>
                  <a:pt x="162" y="152"/>
                </a:lnTo>
                <a:lnTo>
                  <a:pt x="167" y="169"/>
                </a:lnTo>
                <a:lnTo>
                  <a:pt x="207" y="193"/>
                </a:lnTo>
                <a:lnTo>
                  <a:pt x="154" y="195"/>
                </a:lnTo>
                <a:lnTo>
                  <a:pt x="143" y="241"/>
                </a:lnTo>
                <a:lnTo>
                  <a:pt x="165" y="252"/>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2" name="Freeform 70">
            <a:extLst>
              <a:ext uri="{FF2B5EF4-FFF2-40B4-BE49-F238E27FC236}">
                <a16:creationId xmlns:a16="http://schemas.microsoft.com/office/drawing/2014/main" id="{E0F37063-94D4-0FC4-A726-9AF86C653B65}"/>
              </a:ext>
            </a:extLst>
          </p:cNvPr>
          <p:cNvSpPr>
            <a:spLocks/>
          </p:cNvSpPr>
          <p:nvPr/>
        </p:nvSpPr>
        <p:spPr bwMode="auto">
          <a:xfrm>
            <a:off x="2960688" y="1704975"/>
            <a:ext cx="900112" cy="1042988"/>
          </a:xfrm>
          <a:custGeom>
            <a:avLst/>
            <a:gdLst>
              <a:gd name="T0" fmla="*/ 344 w 567"/>
              <a:gd name="T1" fmla="*/ 14 h 711"/>
              <a:gd name="T2" fmla="*/ 307 w 567"/>
              <a:gd name="T3" fmla="*/ 49 h 711"/>
              <a:gd name="T4" fmla="*/ 291 w 567"/>
              <a:gd name="T5" fmla="*/ 72 h 711"/>
              <a:gd name="T6" fmla="*/ 276 w 567"/>
              <a:gd name="T7" fmla="*/ 117 h 711"/>
              <a:gd name="T8" fmla="*/ 285 w 567"/>
              <a:gd name="T9" fmla="*/ 153 h 711"/>
              <a:gd name="T10" fmla="*/ 322 w 567"/>
              <a:gd name="T11" fmla="*/ 210 h 711"/>
              <a:gd name="T12" fmla="*/ 427 w 567"/>
              <a:gd name="T13" fmla="*/ 232 h 711"/>
              <a:gd name="T14" fmla="*/ 464 w 567"/>
              <a:gd name="T15" fmla="*/ 255 h 711"/>
              <a:gd name="T16" fmla="*/ 492 w 567"/>
              <a:gd name="T17" fmla="*/ 247 h 711"/>
              <a:gd name="T18" fmla="*/ 515 w 567"/>
              <a:gd name="T19" fmla="*/ 257 h 711"/>
              <a:gd name="T20" fmla="*/ 514 w 567"/>
              <a:gd name="T21" fmla="*/ 281 h 711"/>
              <a:gd name="T22" fmla="*/ 496 w 567"/>
              <a:gd name="T23" fmla="*/ 292 h 711"/>
              <a:gd name="T24" fmla="*/ 495 w 567"/>
              <a:gd name="T25" fmla="*/ 317 h 711"/>
              <a:gd name="T26" fmla="*/ 517 w 567"/>
              <a:gd name="T27" fmla="*/ 356 h 711"/>
              <a:gd name="T28" fmla="*/ 558 w 567"/>
              <a:gd name="T29" fmla="*/ 402 h 711"/>
              <a:gd name="T30" fmla="*/ 567 w 567"/>
              <a:gd name="T31" fmla="*/ 469 h 711"/>
              <a:gd name="T32" fmla="*/ 528 w 567"/>
              <a:gd name="T33" fmla="*/ 438 h 711"/>
              <a:gd name="T34" fmla="*/ 517 w 567"/>
              <a:gd name="T35" fmla="*/ 419 h 711"/>
              <a:gd name="T36" fmla="*/ 504 w 567"/>
              <a:gd name="T37" fmla="*/ 434 h 711"/>
              <a:gd name="T38" fmla="*/ 496 w 567"/>
              <a:gd name="T39" fmla="*/ 424 h 711"/>
              <a:gd name="T40" fmla="*/ 427 w 567"/>
              <a:gd name="T41" fmla="*/ 458 h 711"/>
              <a:gd name="T42" fmla="*/ 432 w 567"/>
              <a:gd name="T43" fmla="*/ 476 h 711"/>
              <a:gd name="T44" fmla="*/ 451 w 567"/>
              <a:gd name="T45" fmla="*/ 487 h 711"/>
              <a:gd name="T46" fmla="*/ 473 w 567"/>
              <a:gd name="T47" fmla="*/ 499 h 711"/>
              <a:gd name="T48" fmla="*/ 420 w 567"/>
              <a:gd name="T49" fmla="*/ 501 h 711"/>
              <a:gd name="T50" fmla="*/ 410 w 567"/>
              <a:gd name="T51" fmla="*/ 547 h 711"/>
              <a:gd name="T52" fmla="*/ 431 w 567"/>
              <a:gd name="T53" fmla="*/ 558 h 711"/>
              <a:gd name="T54" fmla="*/ 423 w 567"/>
              <a:gd name="T55" fmla="*/ 700 h 711"/>
              <a:gd name="T56" fmla="*/ 415 w 567"/>
              <a:gd name="T57" fmla="*/ 711 h 711"/>
              <a:gd name="T58" fmla="*/ 389 w 567"/>
              <a:gd name="T59" fmla="*/ 698 h 711"/>
              <a:gd name="T60" fmla="*/ 386 w 567"/>
              <a:gd name="T61" fmla="*/ 634 h 711"/>
              <a:gd name="T62" fmla="*/ 395 w 567"/>
              <a:gd name="T63" fmla="*/ 626 h 711"/>
              <a:gd name="T64" fmla="*/ 389 w 567"/>
              <a:gd name="T65" fmla="*/ 611 h 711"/>
              <a:gd name="T66" fmla="*/ 375 w 567"/>
              <a:gd name="T67" fmla="*/ 604 h 711"/>
              <a:gd name="T68" fmla="*/ 325 w 567"/>
              <a:gd name="T69" fmla="*/ 604 h 711"/>
              <a:gd name="T70" fmla="*/ 303 w 567"/>
              <a:gd name="T71" fmla="*/ 615 h 711"/>
              <a:gd name="T72" fmla="*/ 280 w 567"/>
              <a:gd name="T73" fmla="*/ 597 h 711"/>
              <a:gd name="T74" fmla="*/ 248 w 567"/>
              <a:gd name="T75" fmla="*/ 585 h 711"/>
              <a:gd name="T76" fmla="*/ 214 w 567"/>
              <a:gd name="T77" fmla="*/ 572 h 711"/>
              <a:gd name="T78" fmla="*/ 214 w 567"/>
              <a:gd name="T79" fmla="*/ 539 h 711"/>
              <a:gd name="T80" fmla="*/ 180 w 567"/>
              <a:gd name="T81" fmla="*/ 539 h 711"/>
              <a:gd name="T82" fmla="*/ 79 w 567"/>
              <a:gd name="T83" fmla="*/ 495 h 711"/>
              <a:gd name="T84" fmla="*/ 0 w 567"/>
              <a:gd name="T85" fmla="*/ 501 h 711"/>
              <a:gd name="T86" fmla="*/ 72 w 567"/>
              <a:gd name="T87" fmla="*/ 381 h 711"/>
              <a:gd name="T88" fmla="*/ 72 w 567"/>
              <a:gd name="T89" fmla="*/ 243 h 711"/>
              <a:gd name="T90" fmla="*/ 111 w 567"/>
              <a:gd name="T91" fmla="*/ 177 h 711"/>
              <a:gd name="T92" fmla="*/ 135 w 567"/>
              <a:gd name="T93" fmla="*/ 137 h 711"/>
              <a:gd name="T94" fmla="*/ 160 w 567"/>
              <a:gd name="T95" fmla="*/ 127 h 711"/>
              <a:gd name="T96" fmla="*/ 191 w 567"/>
              <a:gd name="T97" fmla="*/ 55 h 711"/>
              <a:gd name="T98" fmla="*/ 211 w 567"/>
              <a:gd name="T99" fmla="*/ 64 h 711"/>
              <a:gd name="T100" fmla="*/ 228 w 567"/>
              <a:gd name="T101" fmla="*/ 38 h 711"/>
              <a:gd name="T102" fmla="*/ 326 w 567"/>
              <a:gd name="T103" fmla="*/ 0 h 711"/>
              <a:gd name="T104" fmla="*/ 344 w 567"/>
              <a:gd name="T105" fmla="*/ 1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7" h="711">
                <a:moveTo>
                  <a:pt x="344" y="14"/>
                </a:moveTo>
                <a:lnTo>
                  <a:pt x="307" y="49"/>
                </a:lnTo>
                <a:lnTo>
                  <a:pt x="291" y="72"/>
                </a:lnTo>
                <a:lnTo>
                  <a:pt x="276" y="117"/>
                </a:lnTo>
                <a:lnTo>
                  <a:pt x="285" y="153"/>
                </a:lnTo>
                <a:lnTo>
                  <a:pt x="322" y="210"/>
                </a:lnTo>
                <a:lnTo>
                  <a:pt x="427" y="232"/>
                </a:lnTo>
                <a:lnTo>
                  <a:pt x="464" y="255"/>
                </a:lnTo>
                <a:lnTo>
                  <a:pt x="492" y="247"/>
                </a:lnTo>
                <a:lnTo>
                  <a:pt x="515" y="257"/>
                </a:lnTo>
                <a:lnTo>
                  <a:pt x="514" y="281"/>
                </a:lnTo>
                <a:lnTo>
                  <a:pt x="496" y="292"/>
                </a:lnTo>
                <a:lnTo>
                  <a:pt x="495" y="317"/>
                </a:lnTo>
                <a:lnTo>
                  <a:pt x="517" y="356"/>
                </a:lnTo>
                <a:lnTo>
                  <a:pt x="558" y="402"/>
                </a:lnTo>
                <a:lnTo>
                  <a:pt x="567" y="469"/>
                </a:lnTo>
                <a:lnTo>
                  <a:pt x="528" y="438"/>
                </a:lnTo>
                <a:lnTo>
                  <a:pt x="517" y="419"/>
                </a:lnTo>
                <a:lnTo>
                  <a:pt x="504" y="434"/>
                </a:lnTo>
                <a:lnTo>
                  <a:pt x="496" y="424"/>
                </a:lnTo>
                <a:lnTo>
                  <a:pt x="427" y="458"/>
                </a:lnTo>
                <a:lnTo>
                  <a:pt x="432" y="476"/>
                </a:lnTo>
                <a:lnTo>
                  <a:pt x="451" y="487"/>
                </a:lnTo>
                <a:lnTo>
                  <a:pt x="473" y="499"/>
                </a:lnTo>
                <a:lnTo>
                  <a:pt x="420" y="501"/>
                </a:lnTo>
                <a:lnTo>
                  <a:pt x="410" y="547"/>
                </a:lnTo>
                <a:lnTo>
                  <a:pt x="431" y="558"/>
                </a:lnTo>
                <a:lnTo>
                  <a:pt x="423" y="700"/>
                </a:lnTo>
                <a:lnTo>
                  <a:pt x="415" y="711"/>
                </a:lnTo>
                <a:lnTo>
                  <a:pt x="389" y="698"/>
                </a:lnTo>
                <a:lnTo>
                  <a:pt x="386" y="634"/>
                </a:lnTo>
                <a:lnTo>
                  <a:pt x="395" y="626"/>
                </a:lnTo>
                <a:lnTo>
                  <a:pt x="389" y="611"/>
                </a:lnTo>
                <a:lnTo>
                  <a:pt x="375" y="604"/>
                </a:lnTo>
                <a:lnTo>
                  <a:pt x="325" y="604"/>
                </a:lnTo>
                <a:lnTo>
                  <a:pt x="303" y="615"/>
                </a:lnTo>
                <a:lnTo>
                  <a:pt x="280" y="597"/>
                </a:lnTo>
                <a:lnTo>
                  <a:pt x="248" y="585"/>
                </a:lnTo>
                <a:lnTo>
                  <a:pt x="214" y="572"/>
                </a:lnTo>
                <a:lnTo>
                  <a:pt x="214" y="539"/>
                </a:lnTo>
                <a:lnTo>
                  <a:pt x="180" y="539"/>
                </a:lnTo>
                <a:lnTo>
                  <a:pt x="79" y="495"/>
                </a:lnTo>
                <a:lnTo>
                  <a:pt x="0" y="501"/>
                </a:lnTo>
                <a:lnTo>
                  <a:pt x="72" y="381"/>
                </a:lnTo>
                <a:lnTo>
                  <a:pt x="72" y="243"/>
                </a:lnTo>
                <a:lnTo>
                  <a:pt x="111" y="177"/>
                </a:lnTo>
                <a:lnTo>
                  <a:pt x="135" y="137"/>
                </a:lnTo>
                <a:lnTo>
                  <a:pt x="160" y="127"/>
                </a:lnTo>
                <a:lnTo>
                  <a:pt x="191" y="55"/>
                </a:lnTo>
                <a:lnTo>
                  <a:pt x="211" y="64"/>
                </a:lnTo>
                <a:lnTo>
                  <a:pt x="228" y="38"/>
                </a:lnTo>
                <a:lnTo>
                  <a:pt x="326" y="0"/>
                </a:lnTo>
                <a:lnTo>
                  <a:pt x="344" y="14"/>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3" name="Freeform 71">
            <a:extLst>
              <a:ext uri="{FF2B5EF4-FFF2-40B4-BE49-F238E27FC236}">
                <a16:creationId xmlns:a16="http://schemas.microsoft.com/office/drawing/2014/main" id="{99173C54-8843-AB05-2BC5-7CE82EF1967F}"/>
              </a:ext>
            </a:extLst>
          </p:cNvPr>
          <p:cNvSpPr>
            <a:spLocks/>
          </p:cNvSpPr>
          <p:nvPr/>
        </p:nvSpPr>
        <p:spPr bwMode="auto">
          <a:xfrm>
            <a:off x="3398838" y="1749425"/>
            <a:ext cx="992187" cy="665163"/>
          </a:xfrm>
          <a:custGeom>
            <a:avLst/>
            <a:gdLst>
              <a:gd name="T0" fmla="*/ 31 w 625"/>
              <a:gd name="T1" fmla="*/ 19 h 454"/>
              <a:gd name="T2" fmla="*/ 50 w 625"/>
              <a:gd name="T3" fmla="*/ 47 h 454"/>
              <a:gd name="T4" fmla="*/ 50 w 625"/>
              <a:gd name="T5" fmla="*/ 86 h 454"/>
              <a:gd name="T6" fmla="*/ 66 w 625"/>
              <a:gd name="T7" fmla="*/ 100 h 454"/>
              <a:gd name="T8" fmla="*/ 96 w 625"/>
              <a:gd name="T9" fmla="*/ 97 h 454"/>
              <a:gd name="T10" fmla="*/ 96 w 625"/>
              <a:gd name="T11" fmla="*/ 23 h 454"/>
              <a:gd name="T12" fmla="*/ 149 w 625"/>
              <a:gd name="T13" fmla="*/ 0 h 454"/>
              <a:gd name="T14" fmla="*/ 209 w 625"/>
              <a:gd name="T15" fmla="*/ 3 h 454"/>
              <a:gd name="T16" fmla="*/ 239 w 625"/>
              <a:gd name="T17" fmla="*/ 22 h 454"/>
              <a:gd name="T18" fmla="*/ 301 w 625"/>
              <a:gd name="T19" fmla="*/ 23 h 454"/>
              <a:gd name="T20" fmla="*/ 336 w 625"/>
              <a:gd name="T21" fmla="*/ 32 h 454"/>
              <a:gd name="T22" fmla="*/ 509 w 625"/>
              <a:gd name="T23" fmla="*/ 12 h 454"/>
              <a:gd name="T24" fmla="*/ 485 w 625"/>
              <a:gd name="T25" fmla="*/ 36 h 454"/>
              <a:gd name="T26" fmla="*/ 509 w 625"/>
              <a:gd name="T27" fmla="*/ 47 h 454"/>
              <a:gd name="T28" fmla="*/ 532 w 625"/>
              <a:gd name="T29" fmla="*/ 66 h 454"/>
              <a:gd name="T30" fmla="*/ 561 w 625"/>
              <a:gd name="T31" fmla="*/ 74 h 454"/>
              <a:gd name="T32" fmla="*/ 561 w 625"/>
              <a:gd name="T33" fmla="*/ 107 h 454"/>
              <a:gd name="T34" fmla="*/ 625 w 625"/>
              <a:gd name="T35" fmla="*/ 120 h 454"/>
              <a:gd name="T36" fmla="*/ 580 w 625"/>
              <a:gd name="T37" fmla="*/ 152 h 454"/>
              <a:gd name="T38" fmla="*/ 580 w 625"/>
              <a:gd name="T39" fmla="*/ 157 h 454"/>
              <a:gd name="T40" fmla="*/ 594 w 625"/>
              <a:gd name="T41" fmla="*/ 176 h 454"/>
              <a:gd name="T42" fmla="*/ 581 w 625"/>
              <a:gd name="T43" fmla="*/ 186 h 454"/>
              <a:gd name="T44" fmla="*/ 561 w 625"/>
              <a:gd name="T45" fmla="*/ 183 h 454"/>
              <a:gd name="T46" fmla="*/ 549 w 625"/>
              <a:gd name="T47" fmla="*/ 206 h 454"/>
              <a:gd name="T48" fmla="*/ 550 w 625"/>
              <a:gd name="T49" fmla="*/ 229 h 454"/>
              <a:gd name="T50" fmla="*/ 568 w 625"/>
              <a:gd name="T51" fmla="*/ 257 h 454"/>
              <a:gd name="T52" fmla="*/ 583 w 625"/>
              <a:gd name="T53" fmla="*/ 257 h 454"/>
              <a:gd name="T54" fmla="*/ 575 w 625"/>
              <a:gd name="T55" fmla="*/ 276 h 454"/>
              <a:gd name="T56" fmla="*/ 568 w 625"/>
              <a:gd name="T57" fmla="*/ 280 h 454"/>
              <a:gd name="T58" fmla="*/ 556 w 625"/>
              <a:gd name="T59" fmla="*/ 296 h 454"/>
              <a:gd name="T60" fmla="*/ 526 w 625"/>
              <a:gd name="T61" fmla="*/ 296 h 454"/>
              <a:gd name="T62" fmla="*/ 494 w 625"/>
              <a:gd name="T63" fmla="*/ 308 h 454"/>
              <a:gd name="T64" fmla="*/ 418 w 625"/>
              <a:gd name="T65" fmla="*/ 307 h 454"/>
              <a:gd name="T66" fmla="*/ 399 w 625"/>
              <a:gd name="T67" fmla="*/ 302 h 454"/>
              <a:gd name="T68" fmla="*/ 370 w 625"/>
              <a:gd name="T69" fmla="*/ 288 h 454"/>
              <a:gd name="T70" fmla="*/ 370 w 625"/>
              <a:gd name="T71" fmla="*/ 299 h 454"/>
              <a:gd name="T72" fmla="*/ 387 w 625"/>
              <a:gd name="T73" fmla="*/ 337 h 454"/>
              <a:gd name="T74" fmla="*/ 408 w 625"/>
              <a:gd name="T75" fmla="*/ 371 h 454"/>
              <a:gd name="T76" fmla="*/ 422 w 625"/>
              <a:gd name="T77" fmla="*/ 392 h 454"/>
              <a:gd name="T78" fmla="*/ 393 w 625"/>
              <a:gd name="T79" fmla="*/ 419 h 454"/>
              <a:gd name="T80" fmla="*/ 377 w 625"/>
              <a:gd name="T81" fmla="*/ 428 h 454"/>
              <a:gd name="T82" fmla="*/ 374 w 625"/>
              <a:gd name="T83" fmla="*/ 438 h 454"/>
              <a:gd name="T84" fmla="*/ 359 w 625"/>
              <a:gd name="T85" fmla="*/ 453 h 454"/>
              <a:gd name="T86" fmla="*/ 342 w 625"/>
              <a:gd name="T87" fmla="*/ 454 h 454"/>
              <a:gd name="T88" fmla="*/ 291 w 625"/>
              <a:gd name="T89" fmla="*/ 438 h 454"/>
              <a:gd name="T90" fmla="*/ 282 w 625"/>
              <a:gd name="T91" fmla="*/ 375 h 454"/>
              <a:gd name="T92" fmla="*/ 241 w 625"/>
              <a:gd name="T93" fmla="*/ 326 h 454"/>
              <a:gd name="T94" fmla="*/ 216 w 625"/>
              <a:gd name="T95" fmla="*/ 282 h 454"/>
              <a:gd name="T96" fmla="*/ 220 w 625"/>
              <a:gd name="T97" fmla="*/ 263 h 454"/>
              <a:gd name="T98" fmla="*/ 237 w 625"/>
              <a:gd name="T99" fmla="*/ 251 h 454"/>
              <a:gd name="T100" fmla="*/ 238 w 625"/>
              <a:gd name="T101" fmla="*/ 227 h 454"/>
              <a:gd name="T102" fmla="*/ 216 w 625"/>
              <a:gd name="T103" fmla="*/ 217 h 454"/>
              <a:gd name="T104" fmla="*/ 188 w 625"/>
              <a:gd name="T105" fmla="*/ 225 h 454"/>
              <a:gd name="T106" fmla="*/ 151 w 625"/>
              <a:gd name="T107" fmla="*/ 202 h 454"/>
              <a:gd name="T108" fmla="*/ 46 w 625"/>
              <a:gd name="T109" fmla="*/ 180 h 454"/>
              <a:gd name="T110" fmla="*/ 8 w 625"/>
              <a:gd name="T111" fmla="*/ 119 h 454"/>
              <a:gd name="T112" fmla="*/ 0 w 625"/>
              <a:gd name="T113" fmla="*/ 87 h 454"/>
              <a:gd name="T114" fmla="*/ 16 w 625"/>
              <a:gd name="T115" fmla="*/ 41 h 454"/>
              <a:gd name="T116" fmla="*/ 31 w 625"/>
              <a:gd name="T117" fmla="*/ 1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5" h="454">
                <a:moveTo>
                  <a:pt x="31" y="19"/>
                </a:moveTo>
                <a:lnTo>
                  <a:pt x="50" y="47"/>
                </a:lnTo>
                <a:lnTo>
                  <a:pt x="50" y="86"/>
                </a:lnTo>
                <a:lnTo>
                  <a:pt x="66" y="100"/>
                </a:lnTo>
                <a:lnTo>
                  <a:pt x="96" y="97"/>
                </a:lnTo>
                <a:lnTo>
                  <a:pt x="96" y="23"/>
                </a:lnTo>
                <a:lnTo>
                  <a:pt x="149" y="0"/>
                </a:lnTo>
                <a:lnTo>
                  <a:pt x="209" y="3"/>
                </a:lnTo>
                <a:lnTo>
                  <a:pt x="239" y="22"/>
                </a:lnTo>
                <a:lnTo>
                  <a:pt x="301" y="23"/>
                </a:lnTo>
                <a:lnTo>
                  <a:pt x="336" y="32"/>
                </a:lnTo>
                <a:lnTo>
                  <a:pt x="509" y="12"/>
                </a:lnTo>
                <a:lnTo>
                  <a:pt x="485" y="36"/>
                </a:lnTo>
                <a:lnTo>
                  <a:pt x="509" y="47"/>
                </a:lnTo>
                <a:lnTo>
                  <a:pt x="532" y="66"/>
                </a:lnTo>
                <a:lnTo>
                  <a:pt x="561" y="74"/>
                </a:lnTo>
                <a:lnTo>
                  <a:pt x="561" y="107"/>
                </a:lnTo>
                <a:lnTo>
                  <a:pt x="625" y="120"/>
                </a:lnTo>
                <a:lnTo>
                  <a:pt x="580" y="152"/>
                </a:lnTo>
                <a:lnTo>
                  <a:pt x="580" y="157"/>
                </a:lnTo>
                <a:lnTo>
                  <a:pt x="594" y="176"/>
                </a:lnTo>
                <a:lnTo>
                  <a:pt x="581" y="186"/>
                </a:lnTo>
                <a:lnTo>
                  <a:pt x="561" y="183"/>
                </a:lnTo>
                <a:lnTo>
                  <a:pt x="549" y="206"/>
                </a:lnTo>
                <a:lnTo>
                  <a:pt x="550" y="229"/>
                </a:lnTo>
                <a:lnTo>
                  <a:pt x="568" y="257"/>
                </a:lnTo>
                <a:lnTo>
                  <a:pt x="583" y="257"/>
                </a:lnTo>
                <a:lnTo>
                  <a:pt x="575" y="276"/>
                </a:lnTo>
                <a:lnTo>
                  <a:pt x="568" y="280"/>
                </a:lnTo>
                <a:lnTo>
                  <a:pt x="556" y="296"/>
                </a:lnTo>
                <a:lnTo>
                  <a:pt x="526" y="296"/>
                </a:lnTo>
                <a:lnTo>
                  <a:pt x="494" y="308"/>
                </a:lnTo>
                <a:lnTo>
                  <a:pt x="418" y="307"/>
                </a:lnTo>
                <a:lnTo>
                  <a:pt x="399" y="302"/>
                </a:lnTo>
                <a:lnTo>
                  <a:pt x="370" y="288"/>
                </a:lnTo>
                <a:lnTo>
                  <a:pt x="370" y="299"/>
                </a:lnTo>
                <a:lnTo>
                  <a:pt x="387" y="337"/>
                </a:lnTo>
                <a:lnTo>
                  <a:pt x="408" y="371"/>
                </a:lnTo>
                <a:lnTo>
                  <a:pt x="422" y="392"/>
                </a:lnTo>
                <a:lnTo>
                  <a:pt x="393" y="419"/>
                </a:lnTo>
                <a:lnTo>
                  <a:pt x="377" y="428"/>
                </a:lnTo>
                <a:lnTo>
                  <a:pt x="374" y="438"/>
                </a:lnTo>
                <a:lnTo>
                  <a:pt x="359" y="453"/>
                </a:lnTo>
                <a:lnTo>
                  <a:pt x="342" y="454"/>
                </a:lnTo>
                <a:lnTo>
                  <a:pt x="291" y="438"/>
                </a:lnTo>
                <a:lnTo>
                  <a:pt x="282" y="375"/>
                </a:lnTo>
                <a:lnTo>
                  <a:pt x="241" y="326"/>
                </a:lnTo>
                <a:lnTo>
                  <a:pt x="216" y="282"/>
                </a:lnTo>
                <a:lnTo>
                  <a:pt x="220" y="263"/>
                </a:lnTo>
                <a:lnTo>
                  <a:pt x="237" y="251"/>
                </a:lnTo>
                <a:lnTo>
                  <a:pt x="238" y="227"/>
                </a:lnTo>
                <a:lnTo>
                  <a:pt x="216" y="217"/>
                </a:lnTo>
                <a:lnTo>
                  <a:pt x="188" y="225"/>
                </a:lnTo>
                <a:lnTo>
                  <a:pt x="151" y="202"/>
                </a:lnTo>
                <a:lnTo>
                  <a:pt x="46" y="180"/>
                </a:lnTo>
                <a:lnTo>
                  <a:pt x="8" y="119"/>
                </a:lnTo>
                <a:lnTo>
                  <a:pt x="0" y="87"/>
                </a:lnTo>
                <a:lnTo>
                  <a:pt x="16" y="41"/>
                </a:lnTo>
                <a:lnTo>
                  <a:pt x="31" y="19"/>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4" name="Freeform 72">
            <a:extLst>
              <a:ext uri="{FF2B5EF4-FFF2-40B4-BE49-F238E27FC236}">
                <a16:creationId xmlns:a16="http://schemas.microsoft.com/office/drawing/2014/main" id="{23AD0D1E-9489-945D-C9FC-CD2EB718833E}"/>
              </a:ext>
            </a:extLst>
          </p:cNvPr>
          <p:cNvSpPr>
            <a:spLocks/>
          </p:cNvSpPr>
          <p:nvPr/>
        </p:nvSpPr>
        <p:spPr bwMode="auto">
          <a:xfrm>
            <a:off x="4270375" y="1930400"/>
            <a:ext cx="374650" cy="479425"/>
          </a:xfrm>
          <a:custGeom>
            <a:avLst/>
            <a:gdLst>
              <a:gd name="T0" fmla="*/ 75 w 236"/>
              <a:gd name="T1" fmla="*/ 0 h 327"/>
              <a:gd name="T2" fmla="*/ 30 w 236"/>
              <a:gd name="T3" fmla="*/ 29 h 327"/>
              <a:gd name="T4" fmla="*/ 31 w 236"/>
              <a:gd name="T5" fmla="*/ 34 h 327"/>
              <a:gd name="T6" fmla="*/ 45 w 236"/>
              <a:gd name="T7" fmla="*/ 52 h 327"/>
              <a:gd name="T8" fmla="*/ 31 w 236"/>
              <a:gd name="T9" fmla="*/ 63 h 327"/>
              <a:gd name="T10" fmla="*/ 12 w 236"/>
              <a:gd name="T11" fmla="*/ 60 h 327"/>
              <a:gd name="T12" fmla="*/ 0 w 236"/>
              <a:gd name="T13" fmla="*/ 83 h 327"/>
              <a:gd name="T14" fmla="*/ 1 w 236"/>
              <a:gd name="T15" fmla="*/ 106 h 327"/>
              <a:gd name="T16" fmla="*/ 19 w 236"/>
              <a:gd name="T17" fmla="*/ 134 h 327"/>
              <a:gd name="T18" fmla="*/ 34 w 236"/>
              <a:gd name="T19" fmla="*/ 134 h 327"/>
              <a:gd name="T20" fmla="*/ 24 w 236"/>
              <a:gd name="T21" fmla="*/ 154 h 327"/>
              <a:gd name="T22" fmla="*/ 61 w 236"/>
              <a:gd name="T23" fmla="*/ 187 h 327"/>
              <a:gd name="T24" fmla="*/ 77 w 236"/>
              <a:gd name="T25" fmla="*/ 203 h 327"/>
              <a:gd name="T26" fmla="*/ 76 w 236"/>
              <a:gd name="T27" fmla="*/ 292 h 327"/>
              <a:gd name="T28" fmla="*/ 95 w 236"/>
              <a:gd name="T29" fmla="*/ 327 h 327"/>
              <a:gd name="T30" fmla="*/ 107 w 236"/>
              <a:gd name="T31" fmla="*/ 311 h 327"/>
              <a:gd name="T32" fmla="*/ 154 w 236"/>
              <a:gd name="T33" fmla="*/ 304 h 327"/>
              <a:gd name="T34" fmla="*/ 192 w 236"/>
              <a:gd name="T35" fmla="*/ 304 h 327"/>
              <a:gd name="T36" fmla="*/ 212 w 236"/>
              <a:gd name="T37" fmla="*/ 292 h 327"/>
              <a:gd name="T38" fmla="*/ 236 w 236"/>
              <a:gd name="T39" fmla="*/ 292 h 327"/>
              <a:gd name="T40" fmla="*/ 215 w 236"/>
              <a:gd name="T41" fmla="*/ 210 h 327"/>
              <a:gd name="T42" fmla="*/ 171 w 236"/>
              <a:gd name="T43" fmla="*/ 177 h 327"/>
              <a:gd name="T44" fmla="*/ 161 w 236"/>
              <a:gd name="T45" fmla="*/ 154 h 327"/>
              <a:gd name="T46" fmla="*/ 203 w 236"/>
              <a:gd name="T47" fmla="*/ 102 h 327"/>
              <a:gd name="T48" fmla="*/ 135 w 236"/>
              <a:gd name="T49" fmla="*/ 63 h 327"/>
              <a:gd name="T50" fmla="*/ 128 w 236"/>
              <a:gd name="T51" fmla="*/ 71 h 327"/>
              <a:gd name="T52" fmla="*/ 113 w 236"/>
              <a:gd name="T53" fmla="*/ 37 h 327"/>
              <a:gd name="T54" fmla="*/ 75 w 236"/>
              <a:gd name="T55"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6" h="327">
                <a:moveTo>
                  <a:pt x="75" y="0"/>
                </a:moveTo>
                <a:lnTo>
                  <a:pt x="30" y="29"/>
                </a:lnTo>
                <a:lnTo>
                  <a:pt x="31" y="34"/>
                </a:lnTo>
                <a:lnTo>
                  <a:pt x="45" y="52"/>
                </a:lnTo>
                <a:lnTo>
                  <a:pt x="31" y="63"/>
                </a:lnTo>
                <a:lnTo>
                  <a:pt x="12" y="60"/>
                </a:lnTo>
                <a:lnTo>
                  <a:pt x="0" y="83"/>
                </a:lnTo>
                <a:lnTo>
                  <a:pt x="1" y="106"/>
                </a:lnTo>
                <a:lnTo>
                  <a:pt x="19" y="134"/>
                </a:lnTo>
                <a:lnTo>
                  <a:pt x="34" y="134"/>
                </a:lnTo>
                <a:lnTo>
                  <a:pt x="24" y="154"/>
                </a:lnTo>
                <a:lnTo>
                  <a:pt x="61" y="187"/>
                </a:lnTo>
                <a:lnTo>
                  <a:pt x="77" y="203"/>
                </a:lnTo>
                <a:lnTo>
                  <a:pt x="76" y="292"/>
                </a:lnTo>
                <a:lnTo>
                  <a:pt x="95" y="327"/>
                </a:lnTo>
                <a:lnTo>
                  <a:pt x="107" y="311"/>
                </a:lnTo>
                <a:lnTo>
                  <a:pt x="154" y="304"/>
                </a:lnTo>
                <a:lnTo>
                  <a:pt x="192" y="304"/>
                </a:lnTo>
                <a:lnTo>
                  <a:pt x="212" y="292"/>
                </a:lnTo>
                <a:lnTo>
                  <a:pt x="236" y="292"/>
                </a:lnTo>
                <a:lnTo>
                  <a:pt x="215" y="210"/>
                </a:lnTo>
                <a:lnTo>
                  <a:pt x="171" y="177"/>
                </a:lnTo>
                <a:lnTo>
                  <a:pt x="161" y="154"/>
                </a:lnTo>
                <a:lnTo>
                  <a:pt x="203" y="102"/>
                </a:lnTo>
                <a:lnTo>
                  <a:pt x="135" y="63"/>
                </a:lnTo>
                <a:lnTo>
                  <a:pt x="128" y="71"/>
                </a:lnTo>
                <a:lnTo>
                  <a:pt x="113" y="37"/>
                </a:lnTo>
                <a:lnTo>
                  <a:pt x="75" y="0"/>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5" name="Freeform 73">
            <a:extLst>
              <a:ext uri="{FF2B5EF4-FFF2-40B4-BE49-F238E27FC236}">
                <a16:creationId xmlns:a16="http://schemas.microsoft.com/office/drawing/2014/main" id="{4FB85FEF-8646-BD58-527F-B6067A1DEA52}"/>
              </a:ext>
            </a:extLst>
          </p:cNvPr>
          <p:cNvSpPr>
            <a:spLocks/>
          </p:cNvSpPr>
          <p:nvPr/>
        </p:nvSpPr>
        <p:spPr bwMode="auto">
          <a:xfrm>
            <a:off x="2844800" y="2430463"/>
            <a:ext cx="401638" cy="407987"/>
          </a:xfrm>
          <a:custGeom>
            <a:avLst/>
            <a:gdLst>
              <a:gd name="T0" fmla="*/ 75 w 253"/>
              <a:gd name="T1" fmla="*/ 4 h 278"/>
              <a:gd name="T2" fmla="*/ 31 w 253"/>
              <a:gd name="T3" fmla="*/ 11 h 278"/>
              <a:gd name="T4" fmla="*/ 34 w 253"/>
              <a:gd name="T5" fmla="*/ 56 h 278"/>
              <a:gd name="T6" fmla="*/ 0 w 253"/>
              <a:gd name="T7" fmla="*/ 120 h 278"/>
              <a:gd name="T8" fmla="*/ 12 w 253"/>
              <a:gd name="T9" fmla="*/ 171 h 278"/>
              <a:gd name="T10" fmla="*/ 43 w 253"/>
              <a:gd name="T11" fmla="*/ 171 h 278"/>
              <a:gd name="T12" fmla="*/ 49 w 253"/>
              <a:gd name="T13" fmla="*/ 222 h 278"/>
              <a:gd name="T14" fmla="*/ 50 w 253"/>
              <a:gd name="T15" fmla="*/ 239 h 278"/>
              <a:gd name="T16" fmla="*/ 69 w 253"/>
              <a:gd name="T17" fmla="*/ 278 h 278"/>
              <a:gd name="T18" fmla="*/ 95 w 253"/>
              <a:gd name="T19" fmla="*/ 266 h 278"/>
              <a:gd name="T20" fmla="*/ 130 w 253"/>
              <a:gd name="T21" fmla="*/ 232 h 278"/>
              <a:gd name="T22" fmla="*/ 150 w 253"/>
              <a:gd name="T23" fmla="*/ 176 h 278"/>
              <a:gd name="T24" fmla="*/ 196 w 253"/>
              <a:gd name="T25" fmla="*/ 162 h 278"/>
              <a:gd name="T26" fmla="*/ 208 w 253"/>
              <a:gd name="T27" fmla="*/ 116 h 278"/>
              <a:gd name="T28" fmla="*/ 253 w 253"/>
              <a:gd name="T29" fmla="*/ 74 h 278"/>
              <a:gd name="T30" fmla="*/ 252 w 253"/>
              <a:gd name="T31" fmla="*/ 44 h 278"/>
              <a:gd name="T32" fmla="*/ 155 w 253"/>
              <a:gd name="T33" fmla="*/ 0 h 278"/>
              <a:gd name="T34" fmla="*/ 75 w 253"/>
              <a:gd name="T35"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3" h="278">
                <a:moveTo>
                  <a:pt x="75" y="4"/>
                </a:moveTo>
                <a:lnTo>
                  <a:pt x="31" y="11"/>
                </a:lnTo>
                <a:lnTo>
                  <a:pt x="34" y="56"/>
                </a:lnTo>
                <a:lnTo>
                  <a:pt x="0" y="120"/>
                </a:lnTo>
                <a:lnTo>
                  <a:pt x="12" y="171"/>
                </a:lnTo>
                <a:lnTo>
                  <a:pt x="43" y="171"/>
                </a:lnTo>
                <a:lnTo>
                  <a:pt x="49" y="222"/>
                </a:lnTo>
                <a:lnTo>
                  <a:pt x="50" y="239"/>
                </a:lnTo>
                <a:lnTo>
                  <a:pt x="69" y="278"/>
                </a:lnTo>
                <a:lnTo>
                  <a:pt x="95" y="266"/>
                </a:lnTo>
                <a:lnTo>
                  <a:pt x="130" y="232"/>
                </a:lnTo>
                <a:lnTo>
                  <a:pt x="150" y="176"/>
                </a:lnTo>
                <a:lnTo>
                  <a:pt x="196" y="162"/>
                </a:lnTo>
                <a:lnTo>
                  <a:pt x="208" y="116"/>
                </a:lnTo>
                <a:lnTo>
                  <a:pt x="253" y="74"/>
                </a:lnTo>
                <a:lnTo>
                  <a:pt x="252" y="44"/>
                </a:lnTo>
                <a:lnTo>
                  <a:pt x="155" y="0"/>
                </a:lnTo>
                <a:lnTo>
                  <a:pt x="75" y="4"/>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6" name="Freeform 74">
            <a:extLst>
              <a:ext uri="{FF2B5EF4-FFF2-40B4-BE49-F238E27FC236}">
                <a16:creationId xmlns:a16="http://schemas.microsoft.com/office/drawing/2014/main" id="{57A7D0BC-35CD-8878-56C3-618FDE9CB3F8}"/>
              </a:ext>
            </a:extLst>
          </p:cNvPr>
          <p:cNvSpPr>
            <a:spLocks/>
          </p:cNvSpPr>
          <p:nvPr/>
        </p:nvSpPr>
        <p:spPr bwMode="auto">
          <a:xfrm>
            <a:off x="2863850" y="2495550"/>
            <a:ext cx="917575" cy="1176338"/>
          </a:xfrm>
          <a:custGeom>
            <a:avLst/>
            <a:gdLst>
              <a:gd name="T0" fmla="*/ 138 w 578"/>
              <a:gd name="T1" fmla="*/ 133 h 803"/>
              <a:gd name="T2" fmla="*/ 82 w 578"/>
              <a:gd name="T3" fmla="*/ 225 h 803"/>
              <a:gd name="T4" fmla="*/ 41 w 578"/>
              <a:gd name="T5" fmla="*/ 196 h 803"/>
              <a:gd name="T6" fmla="*/ 19 w 578"/>
              <a:gd name="T7" fmla="*/ 172 h 803"/>
              <a:gd name="T8" fmla="*/ 0 w 578"/>
              <a:gd name="T9" fmla="*/ 278 h 803"/>
              <a:gd name="T10" fmla="*/ 33 w 578"/>
              <a:gd name="T11" fmla="*/ 312 h 803"/>
              <a:gd name="T12" fmla="*/ 117 w 578"/>
              <a:gd name="T13" fmla="*/ 414 h 803"/>
              <a:gd name="T14" fmla="*/ 181 w 578"/>
              <a:gd name="T15" fmla="*/ 513 h 803"/>
              <a:gd name="T16" fmla="*/ 210 w 578"/>
              <a:gd name="T17" fmla="*/ 552 h 803"/>
              <a:gd name="T18" fmla="*/ 252 w 578"/>
              <a:gd name="T19" fmla="*/ 645 h 803"/>
              <a:gd name="T20" fmla="*/ 365 w 578"/>
              <a:gd name="T21" fmla="*/ 720 h 803"/>
              <a:gd name="T22" fmla="*/ 504 w 578"/>
              <a:gd name="T23" fmla="*/ 803 h 803"/>
              <a:gd name="T24" fmla="*/ 550 w 578"/>
              <a:gd name="T25" fmla="*/ 768 h 803"/>
              <a:gd name="T26" fmla="*/ 578 w 578"/>
              <a:gd name="T27" fmla="*/ 721 h 803"/>
              <a:gd name="T28" fmla="*/ 563 w 578"/>
              <a:gd name="T29" fmla="*/ 690 h 803"/>
              <a:gd name="T30" fmla="*/ 571 w 578"/>
              <a:gd name="T31" fmla="*/ 633 h 803"/>
              <a:gd name="T32" fmla="*/ 563 w 578"/>
              <a:gd name="T33" fmla="*/ 544 h 803"/>
              <a:gd name="T34" fmla="*/ 518 w 578"/>
              <a:gd name="T35" fmla="*/ 487 h 803"/>
              <a:gd name="T36" fmla="*/ 462 w 578"/>
              <a:gd name="T37" fmla="*/ 402 h 803"/>
              <a:gd name="T38" fmla="*/ 406 w 578"/>
              <a:gd name="T39" fmla="*/ 424 h 803"/>
              <a:gd name="T40" fmla="*/ 356 w 578"/>
              <a:gd name="T41" fmla="*/ 413 h 803"/>
              <a:gd name="T42" fmla="*/ 347 w 578"/>
              <a:gd name="T43" fmla="*/ 363 h 803"/>
              <a:gd name="T44" fmla="*/ 326 w 578"/>
              <a:gd name="T45" fmla="*/ 309 h 803"/>
              <a:gd name="T46" fmla="*/ 345 w 578"/>
              <a:gd name="T47" fmla="*/ 255 h 803"/>
              <a:gd name="T48" fmla="*/ 368 w 578"/>
              <a:gd name="T49" fmla="*/ 214 h 803"/>
              <a:gd name="T50" fmla="*/ 473 w 578"/>
              <a:gd name="T51" fmla="*/ 170 h 803"/>
              <a:gd name="T52" fmla="*/ 448 w 578"/>
              <a:gd name="T53" fmla="*/ 94 h 803"/>
              <a:gd name="T54" fmla="*/ 454 w 578"/>
              <a:gd name="T55" fmla="*/ 72 h 803"/>
              <a:gd name="T56" fmla="*/ 384 w 578"/>
              <a:gd name="T57" fmla="*/ 65 h 803"/>
              <a:gd name="T58" fmla="*/ 342 w 578"/>
              <a:gd name="T59" fmla="*/ 58 h 803"/>
              <a:gd name="T60" fmla="*/ 272 w 578"/>
              <a:gd name="T61" fmla="*/ 31 h 803"/>
              <a:gd name="T62" fmla="*/ 240 w 578"/>
              <a:gd name="T63" fmla="*/ 0 h 803"/>
              <a:gd name="T64" fmla="*/ 195 w 578"/>
              <a:gd name="T65" fmla="*/ 76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8" h="803">
                <a:moveTo>
                  <a:pt x="187" y="118"/>
                </a:moveTo>
                <a:lnTo>
                  <a:pt x="138" y="133"/>
                </a:lnTo>
                <a:lnTo>
                  <a:pt x="118" y="188"/>
                </a:lnTo>
                <a:lnTo>
                  <a:pt x="82" y="225"/>
                </a:lnTo>
                <a:lnTo>
                  <a:pt x="57" y="232"/>
                </a:lnTo>
                <a:lnTo>
                  <a:pt x="41" y="196"/>
                </a:lnTo>
                <a:lnTo>
                  <a:pt x="37" y="178"/>
                </a:lnTo>
                <a:lnTo>
                  <a:pt x="19" y="172"/>
                </a:lnTo>
                <a:lnTo>
                  <a:pt x="0" y="203"/>
                </a:lnTo>
                <a:lnTo>
                  <a:pt x="0" y="278"/>
                </a:lnTo>
                <a:lnTo>
                  <a:pt x="11" y="298"/>
                </a:lnTo>
                <a:lnTo>
                  <a:pt x="33" y="312"/>
                </a:lnTo>
                <a:lnTo>
                  <a:pt x="108" y="401"/>
                </a:lnTo>
                <a:lnTo>
                  <a:pt x="117" y="414"/>
                </a:lnTo>
                <a:lnTo>
                  <a:pt x="146" y="480"/>
                </a:lnTo>
                <a:lnTo>
                  <a:pt x="181" y="513"/>
                </a:lnTo>
                <a:lnTo>
                  <a:pt x="203" y="544"/>
                </a:lnTo>
                <a:lnTo>
                  <a:pt x="210" y="552"/>
                </a:lnTo>
                <a:lnTo>
                  <a:pt x="222" y="597"/>
                </a:lnTo>
                <a:lnTo>
                  <a:pt x="252" y="645"/>
                </a:lnTo>
                <a:lnTo>
                  <a:pt x="296" y="672"/>
                </a:lnTo>
                <a:lnTo>
                  <a:pt x="365" y="720"/>
                </a:lnTo>
                <a:lnTo>
                  <a:pt x="452" y="761"/>
                </a:lnTo>
                <a:lnTo>
                  <a:pt x="504" y="803"/>
                </a:lnTo>
                <a:lnTo>
                  <a:pt x="542" y="753"/>
                </a:lnTo>
                <a:lnTo>
                  <a:pt x="550" y="768"/>
                </a:lnTo>
                <a:lnTo>
                  <a:pt x="559" y="765"/>
                </a:lnTo>
                <a:lnTo>
                  <a:pt x="578" y="721"/>
                </a:lnTo>
                <a:lnTo>
                  <a:pt x="574" y="701"/>
                </a:lnTo>
                <a:lnTo>
                  <a:pt x="563" y="690"/>
                </a:lnTo>
                <a:lnTo>
                  <a:pt x="563" y="665"/>
                </a:lnTo>
                <a:lnTo>
                  <a:pt x="571" y="633"/>
                </a:lnTo>
                <a:lnTo>
                  <a:pt x="571" y="575"/>
                </a:lnTo>
                <a:lnTo>
                  <a:pt x="563" y="544"/>
                </a:lnTo>
                <a:lnTo>
                  <a:pt x="559" y="515"/>
                </a:lnTo>
                <a:lnTo>
                  <a:pt x="518" y="487"/>
                </a:lnTo>
                <a:lnTo>
                  <a:pt x="481" y="480"/>
                </a:lnTo>
                <a:lnTo>
                  <a:pt x="462" y="402"/>
                </a:lnTo>
                <a:lnTo>
                  <a:pt x="433" y="424"/>
                </a:lnTo>
                <a:lnTo>
                  <a:pt x="406" y="424"/>
                </a:lnTo>
                <a:lnTo>
                  <a:pt x="387" y="402"/>
                </a:lnTo>
                <a:lnTo>
                  <a:pt x="356" y="413"/>
                </a:lnTo>
                <a:lnTo>
                  <a:pt x="356" y="387"/>
                </a:lnTo>
                <a:lnTo>
                  <a:pt x="347" y="363"/>
                </a:lnTo>
                <a:lnTo>
                  <a:pt x="326" y="342"/>
                </a:lnTo>
                <a:lnTo>
                  <a:pt x="326" y="309"/>
                </a:lnTo>
                <a:lnTo>
                  <a:pt x="349" y="279"/>
                </a:lnTo>
                <a:lnTo>
                  <a:pt x="345" y="255"/>
                </a:lnTo>
                <a:lnTo>
                  <a:pt x="360" y="229"/>
                </a:lnTo>
                <a:lnTo>
                  <a:pt x="368" y="214"/>
                </a:lnTo>
                <a:lnTo>
                  <a:pt x="406" y="191"/>
                </a:lnTo>
                <a:lnTo>
                  <a:pt x="473" y="170"/>
                </a:lnTo>
                <a:lnTo>
                  <a:pt x="450" y="159"/>
                </a:lnTo>
                <a:lnTo>
                  <a:pt x="448" y="94"/>
                </a:lnTo>
                <a:lnTo>
                  <a:pt x="455" y="88"/>
                </a:lnTo>
                <a:lnTo>
                  <a:pt x="454" y="72"/>
                </a:lnTo>
                <a:lnTo>
                  <a:pt x="437" y="65"/>
                </a:lnTo>
                <a:lnTo>
                  <a:pt x="384" y="65"/>
                </a:lnTo>
                <a:lnTo>
                  <a:pt x="364" y="76"/>
                </a:lnTo>
                <a:lnTo>
                  <a:pt x="342" y="58"/>
                </a:lnTo>
                <a:lnTo>
                  <a:pt x="308" y="46"/>
                </a:lnTo>
                <a:lnTo>
                  <a:pt x="272" y="31"/>
                </a:lnTo>
                <a:lnTo>
                  <a:pt x="272" y="0"/>
                </a:lnTo>
                <a:lnTo>
                  <a:pt x="240" y="0"/>
                </a:lnTo>
                <a:lnTo>
                  <a:pt x="244" y="30"/>
                </a:lnTo>
                <a:lnTo>
                  <a:pt x="195" y="76"/>
                </a:lnTo>
                <a:lnTo>
                  <a:pt x="187" y="118"/>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7" name="Freeform 75">
            <a:extLst>
              <a:ext uri="{FF2B5EF4-FFF2-40B4-BE49-F238E27FC236}">
                <a16:creationId xmlns:a16="http://schemas.microsoft.com/office/drawing/2014/main" id="{6BFCAB6C-1DE5-F483-0216-552760D473FB}"/>
              </a:ext>
            </a:extLst>
          </p:cNvPr>
          <p:cNvSpPr>
            <a:spLocks/>
          </p:cNvSpPr>
          <p:nvPr/>
        </p:nvSpPr>
        <p:spPr bwMode="auto">
          <a:xfrm>
            <a:off x="3676650" y="3084513"/>
            <a:ext cx="857250" cy="866775"/>
          </a:xfrm>
          <a:custGeom>
            <a:avLst/>
            <a:gdLst>
              <a:gd name="T0" fmla="*/ 0 w 540"/>
              <a:gd name="T1" fmla="*/ 82 h 591"/>
              <a:gd name="T2" fmla="*/ 81 w 540"/>
              <a:gd name="T3" fmla="*/ 56 h 591"/>
              <a:gd name="T4" fmla="*/ 126 w 540"/>
              <a:gd name="T5" fmla="*/ 34 h 591"/>
              <a:gd name="T6" fmla="*/ 173 w 540"/>
              <a:gd name="T7" fmla="*/ 0 h 591"/>
              <a:gd name="T8" fmla="*/ 207 w 540"/>
              <a:gd name="T9" fmla="*/ 41 h 591"/>
              <a:gd name="T10" fmla="*/ 214 w 540"/>
              <a:gd name="T11" fmla="*/ 81 h 591"/>
              <a:gd name="T12" fmla="*/ 214 w 540"/>
              <a:gd name="T13" fmla="*/ 105 h 591"/>
              <a:gd name="T14" fmla="*/ 267 w 540"/>
              <a:gd name="T15" fmla="*/ 131 h 591"/>
              <a:gd name="T16" fmla="*/ 303 w 540"/>
              <a:gd name="T17" fmla="*/ 130 h 591"/>
              <a:gd name="T18" fmla="*/ 353 w 540"/>
              <a:gd name="T19" fmla="*/ 162 h 591"/>
              <a:gd name="T20" fmla="*/ 387 w 540"/>
              <a:gd name="T21" fmla="*/ 173 h 591"/>
              <a:gd name="T22" fmla="*/ 406 w 540"/>
              <a:gd name="T23" fmla="*/ 173 h 591"/>
              <a:gd name="T24" fmla="*/ 436 w 540"/>
              <a:gd name="T25" fmla="*/ 213 h 591"/>
              <a:gd name="T26" fmla="*/ 430 w 540"/>
              <a:gd name="T27" fmla="*/ 296 h 591"/>
              <a:gd name="T28" fmla="*/ 513 w 540"/>
              <a:gd name="T29" fmla="*/ 296 h 591"/>
              <a:gd name="T30" fmla="*/ 524 w 540"/>
              <a:gd name="T31" fmla="*/ 326 h 591"/>
              <a:gd name="T32" fmla="*/ 533 w 540"/>
              <a:gd name="T33" fmla="*/ 340 h 591"/>
              <a:gd name="T34" fmla="*/ 540 w 540"/>
              <a:gd name="T35" fmla="*/ 364 h 591"/>
              <a:gd name="T36" fmla="*/ 540 w 540"/>
              <a:gd name="T37" fmla="*/ 413 h 591"/>
              <a:gd name="T38" fmla="*/ 520 w 540"/>
              <a:gd name="T39" fmla="*/ 454 h 591"/>
              <a:gd name="T40" fmla="*/ 495 w 540"/>
              <a:gd name="T41" fmla="*/ 447 h 591"/>
              <a:gd name="T42" fmla="*/ 462 w 540"/>
              <a:gd name="T43" fmla="*/ 435 h 591"/>
              <a:gd name="T44" fmla="*/ 408 w 540"/>
              <a:gd name="T45" fmla="*/ 438 h 591"/>
              <a:gd name="T46" fmla="*/ 366 w 540"/>
              <a:gd name="T47" fmla="*/ 479 h 591"/>
              <a:gd name="T48" fmla="*/ 361 w 540"/>
              <a:gd name="T49" fmla="*/ 502 h 591"/>
              <a:gd name="T50" fmla="*/ 348 w 540"/>
              <a:gd name="T51" fmla="*/ 521 h 591"/>
              <a:gd name="T52" fmla="*/ 342 w 540"/>
              <a:gd name="T53" fmla="*/ 562 h 591"/>
              <a:gd name="T54" fmla="*/ 315 w 540"/>
              <a:gd name="T55" fmla="*/ 562 h 591"/>
              <a:gd name="T56" fmla="*/ 288 w 540"/>
              <a:gd name="T57" fmla="*/ 548 h 591"/>
              <a:gd name="T58" fmla="*/ 278 w 540"/>
              <a:gd name="T59" fmla="*/ 591 h 591"/>
              <a:gd name="T60" fmla="*/ 227 w 540"/>
              <a:gd name="T61" fmla="*/ 561 h 591"/>
              <a:gd name="T62" fmla="*/ 210 w 540"/>
              <a:gd name="T63" fmla="*/ 561 h 591"/>
              <a:gd name="T64" fmla="*/ 186 w 540"/>
              <a:gd name="T65" fmla="*/ 550 h 591"/>
              <a:gd name="T66" fmla="*/ 153 w 540"/>
              <a:gd name="T67" fmla="*/ 567 h 591"/>
              <a:gd name="T68" fmla="*/ 62 w 540"/>
              <a:gd name="T69" fmla="*/ 516 h 591"/>
              <a:gd name="T70" fmla="*/ 83 w 540"/>
              <a:gd name="T71" fmla="*/ 454 h 591"/>
              <a:gd name="T72" fmla="*/ 58 w 540"/>
              <a:gd name="T73" fmla="*/ 390 h 591"/>
              <a:gd name="T74" fmla="*/ 44 w 540"/>
              <a:gd name="T75" fmla="*/ 371 h 591"/>
              <a:gd name="T76" fmla="*/ 38 w 540"/>
              <a:gd name="T77" fmla="*/ 366 h 591"/>
              <a:gd name="T78" fmla="*/ 47 w 540"/>
              <a:gd name="T79" fmla="*/ 360 h 591"/>
              <a:gd name="T80" fmla="*/ 66 w 540"/>
              <a:gd name="T81" fmla="*/ 318 h 591"/>
              <a:gd name="T82" fmla="*/ 62 w 540"/>
              <a:gd name="T83" fmla="*/ 300 h 591"/>
              <a:gd name="T84" fmla="*/ 51 w 540"/>
              <a:gd name="T85" fmla="*/ 289 h 591"/>
              <a:gd name="T86" fmla="*/ 51 w 540"/>
              <a:gd name="T87" fmla="*/ 262 h 591"/>
              <a:gd name="T88" fmla="*/ 59 w 540"/>
              <a:gd name="T89" fmla="*/ 232 h 591"/>
              <a:gd name="T90" fmla="*/ 59 w 540"/>
              <a:gd name="T91" fmla="*/ 168 h 591"/>
              <a:gd name="T92" fmla="*/ 51 w 540"/>
              <a:gd name="T93" fmla="*/ 143 h 591"/>
              <a:gd name="T94" fmla="*/ 47 w 540"/>
              <a:gd name="T95" fmla="*/ 113 h 591"/>
              <a:gd name="T96" fmla="*/ 32 w 540"/>
              <a:gd name="T97" fmla="*/ 101 h 591"/>
              <a:gd name="T98" fmla="*/ 0 w 540"/>
              <a:gd name="T99" fmla="*/ 82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0" h="591">
                <a:moveTo>
                  <a:pt x="0" y="82"/>
                </a:moveTo>
                <a:lnTo>
                  <a:pt x="81" y="56"/>
                </a:lnTo>
                <a:lnTo>
                  <a:pt x="126" y="34"/>
                </a:lnTo>
                <a:lnTo>
                  <a:pt x="173" y="0"/>
                </a:lnTo>
                <a:lnTo>
                  <a:pt x="207" y="41"/>
                </a:lnTo>
                <a:lnTo>
                  <a:pt x="214" y="81"/>
                </a:lnTo>
                <a:lnTo>
                  <a:pt x="214" y="105"/>
                </a:lnTo>
                <a:lnTo>
                  <a:pt x="267" y="131"/>
                </a:lnTo>
                <a:lnTo>
                  <a:pt x="303" y="130"/>
                </a:lnTo>
                <a:lnTo>
                  <a:pt x="353" y="162"/>
                </a:lnTo>
                <a:lnTo>
                  <a:pt x="387" y="173"/>
                </a:lnTo>
                <a:lnTo>
                  <a:pt x="406" y="173"/>
                </a:lnTo>
                <a:lnTo>
                  <a:pt x="436" y="213"/>
                </a:lnTo>
                <a:lnTo>
                  <a:pt x="430" y="296"/>
                </a:lnTo>
                <a:lnTo>
                  <a:pt x="513" y="296"/>
                </a:lnTo>
                <a:lnTo>
                  <a:pt x="524" y="326"/>
                </a:lnTo>
                <a:lnTo>
                  <a:pt x="533" y="340"/>
                </a:lnTo>
                <a:lnTo>
                  <a:pt x="540" y="364"/>
                </a:lnTo>
                <a:lnTo>
                  <a:pt x="540" y="413"/>
                </a:lnTo>
                <a:lnTo>
                  <a:pt x="520" y="454"/>
                </a:lnTo>
                <a:lnTo>
                  <a:pt x="495" y="447"/>
                </a:lnTo>
                <a:lnTo>
                  <a:pt x="462" y="435"/>
                </a:lnTo>
                <a:lnTo>
                  <a:pt x="408" y="438"/>
                </a:lnTo>
                <a:lnTo>
                  <a:pt x="366" y="479"/>
                </a:lnTo>
                <a:lnTo>
                  <a:pt x="361" y="502"/>
                </a:lnTo>
                <a:lnTo>
                  <a:pt x="348" y="521"/>
                </a:lnTo>
                <a:lnTo>
                  <a:pt x="342" y="562"/>
                </a:lnTo>
                <a:lnTo>
                  <a:pt x="315" y="562"/>
                </a:lnTo>
                <a:lnTo>
                  <a:pt x="288" y="548"/>
                </a:lnTo>
                <a:lnTo>
                  <a:pt x="278" y="591"/>
                </a:lnTo>
                <a:lnTo>
                  <a:pt x="227" y="561"/>
                </a:lnTo>
                <a:lnTo>
                  <a:pt x="210" y="561"/>
                </a:lnTo>
                <a:lnTo>
                  <a:pt x="186" y="550"/>
                </a:lnTo>
                <a:lnTo>
                  <a:pt x="153" y="567"/>
                </a:lnTo>
                <a:lnTo>
                  <a:pt x="62" y="516"/>
                </a:lnTo>
                <a:lnTo>
                  <a:pt x="83" y="454"/>
                </a:lnTo>
                <a:lnTo>
                  <a:pt x="58" y="390"/>
                </a:lnTo>
                <a:lnTo>
                  <a:pt x="44" y="371"/>
                </a:lnTo>
                <a:lnTo>
                  <a:pt x="38" y="366"/>
                </a:lnTo>
                <a:lnTo>
                  <a:pt x="47" y="360"/>
                </a:lnTo>
                <a:lnTo>
                  <a:pt x="66" y="318"/>
                </a:lnTo>
                <a:lnTo>
                  <a:pt x="62" y="300"/>
                </a:lnTo>
                <a:lnTo>
                  <a:pt x="51" y="289"/>
                </a:lnTo>
                <a:lnTo>
                  <a:pt x="51" y="262"/>
                </a:lnTo>
                <a:lnTo>
                  <a:pt x="59" y="232"/>
                </a:lnTo>
                <a:lnTo>
                  <a:pt x="59" y="168"/>
                </a:lnTo>
                <a:lnTo>
                  <a:pt x="51" y="143"/>
                </a:lnTo>
                <a:lnTo>
                  <a:pt x="47" y="113"/>
                </a:lnTo>
                <a:lnTo>
                  <a:pt x="32" y="101"/>
                </a:lnTo>
                <a:lnTo>
                  <a:pt x="0" y="82"/>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8" name="Freeform 76">
            <a:extLst>
              <a:ext uri="{FF2B5EF4-FFF2-40B4-BE49-F238E27FC236}">
                <a16:creationId xmlns:a16="http://schemas.microsoft.com/office/drawing/2014/main" id="{66A04173-A682-9D8D-F545-32AC03C3AF4D}"/>
              </a:ext>
            </a:extLst>
          </p:cNvPr>
          <p:cNvSpPr>
            <a:spLocks/>
          </p:cNvSpPr>
          <p:nvPr/>
        </p:nvSpPr>
        <p:spPr bwMode="auto">
          <a:xfrm>
            <a:off x="4213225" y="3722688"/>
            <a:ext cx="573088" cy="544512"/>
          </a:xfrm>
          <a:custGeom>
            <a:avLst/>
            <a:gdLst>
              <a:gd name="T0" fmla="*/ 73 w 361"/>
              <a:gd name="T1" fmla="*/ 0 h 372"/>
              <a:gd name="T2" fmla="*/ 28 w 361"/>
              <a:gd name="T3" fmla="*/ 44 h 372"/>
              <a:gd name="T4" fmla="*/ 23 w 361"/>
              <a:gd name="T5" fmla="*/ 67 h 372"/>
              <a:gd name="T6" fmla="*/ 10 w 361"/>
              <a:gd name="T7" fmla="*/ 86 h 372"/>
              <a:gd name="T8" fmla="*/ 0 w 361"/>
              <a:gd name="T9" fmla="*/ 126 h 372"/>
              <a:gd name="T10" fmla="*/ 9 w 361"/>
              <a:gd name="T11" fmla="*/ 150 h 372"/>
              <a:gd name="T12" fmla="*/ 49 w 361"/>
              <a:gd name="T13" fmla="*/ 175 h 372"/>
              <a:gd name="T14" fmla="*/ 79 w 361"/>
              <a:gd name="T15" fmla="*/ 182 h 372"/>
              <a:gd name="T16" fmla="*/ 135 w 361"/>
              <a:gd name="T17" fmla="*/ 214 h 372"/>
              <a:gd name="T18" fmla="*/ 161 w 361"/>
              <a:gd name="T19" fmla="*/ 220 h 372"/>
              <a:gd name="T20" fmla="*/ 186 w 361"/>
              <a:gd name="T21" fmla="*/ 235 h 372"/>
              <a:gd name="T22" fmla="*/ 203 w 361"/>
              <a:gd name="T23" fmla="*/ 266 h 372"/>
              <a:gd name="T24" fmla="*/ 206 w 361"/>
              <a:gd name="T25" fmla="*/ 311 h 372"/>
              <a:gd name="T26" fmla="*/ 194 w 361"/>
              <a:gd name="T27" fmla="*/ 327 h 372"/>
              <a:gd name="T28" fmla="*/ 197 w 361"/>
              <a:gd name="T29" fmla="*/ 348 h 372"/>
              <a:gd name="T30" fmla="*/ 228 w 361"/>
              <a:gd name="T31" fmla="*/ 371 h 372"/>
              <a:gd name="T32" fmla="*/ 272 w 361"/>
              <a:gd name="T33" fmla="*/ 372 h 372"/>
              <a:gd name="T34" fmla="*/ 311 w 361"/>
              <a:gd name="T35" fmla="*/ 315 h 372"/>
              <a:gd name="T36" fmla="*/ 337 w 361"/>
              <a:gd name="T37" fmla="*/ 296 h 372"/>
              <a:gd name="T38" fmla="*/ 361 w 361"/>
              <a:gd name="T39" fmla="*/ 297 h 372"/>
              <a:gd name="T40" fmla="*/ 352 w 361"/>
              <a:gd name="T41" fmla="*/ 284 h 372"/>
              <a:gd name="T42" fmla="*/ 342 w 361"/>
              <a:gd name="T43" fmla="*/ 197 h 372"/>
              <a:gd name="T44" fmla="*/ 322 w 361"/>
              <a:gd name="T45" fmla="*/ 206 h 372"/>
              <a:gd name="T46" fmla="*/ 315 w 361"/>
              <a:gd name="T47" fmla="*/ 162 h 372"/>
              <a:gd name="T48" fmla="*/ 291 w 361"/>
              <a:gd name="T49" fmla="*/ 145 h 372"/>
              <a:gd name="T50" fmla="*/ 270 w 361"/>
              <a:gd name="T51" fmla="*/ 136 h 372"/>
              <a:gd name="T52" fmla="*/ 201 w 361"/>
              <a:gd name="T53" fmla="*/ 135 h 372"/>
              <a:gd name="T54" fmla="*/ 203 w 361"/>
              <a:gd name="T55" fmla="*/ 111 h 372"/>
              <a:gd name="T56" fmla="*/ 202 w 361"/>
              <a:gd name="T57" fmla="*/ 57 h 372"/>
              <a:gd name="T58" fmla="*/ 184 w 361"/>
              <a:gd name="T59" fmla="*/ 22 h 372"/>
              <a:gd name="T60" fmla="*/ 150 w 361"/>
              <a:gd name="T61" fmla="*/ 11 h 372"/>
              <a:gd name="T62" fmla="*/ 123 w 361"/>
              <a:gd name="T63" fmla="*/ 0 h 372"/>
              <a:gd name="T64" fmla="*/ 73 w 361"/>
              <a:gd name="T65"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1" h="372">
                <a:moveTo>
                  <a:pt x="73" y="0"/>
                </a:moveTo>
                <a:lnTo>
                  <a:pt x="28" y="44"/>
                </a:lnTo>
                <a:lnTo>
                  <a:pt x="23" y="67"/>
                </a:lnTo>
                <a:lnTo>
                  <a:pt x="10" y="86"/>
                </a:lnTo>
                <a:lnTo>
                  <a:pt x="0" y="126"/>
                </a:lnTo>
                <a:lnTo>
                  <a:pt x="9" y="150"/>
                </a:lnTo>
                <a:lnTo>
                  <a:pt x="49" y="175"/>
                </a:lnTo>
                <a:lnTo>
                  <a:pt x="79" y="182"/>
                </a:lnTo>
                <a:lnTo>
                  <a:pt x="135" y="214"/>
                </a:lnTo>
                <a:lnTo>
                  <a:pt x="161" y="220"/>
                </a:lnTo>
                <a:lnTo>
                  <a:pt x="186" y="235"/>
                </a:lnTo>
                <a:lnTo>
                  <a:pt x="203" y="266"/>
                </a:lnTo>
                <a:lnTo>
                  <a:pt x="206" y="311"/>
                </a:lnTo>
                <a:lnTo>
                  <a:pt x="194" y="327"/>
                </a:lnTo>
                <a:lnTo>
                  <a:pt x="197" y="348"/>
                </a:lnTo>
                <a:lnTo>
                  <a:pt x="228" y="371"/>
                </a:lnTo>
                <a:lnTo>
                  <a:pt x="272" y="372"/>
                </a:lnTo>
                <a:lnTo>
                  <a:pt x="311" y="315"/>
                </a:lnTo>
                <a:lnTo>
                  <a:pt x="337" y="296"/>
                </a:lnTo>
                <a:lnTo>
                  <a:pt x="361" y="297"/>
                </a:lnTo>
                <a:lnTo>
                  <a:pt x="352" y="284"/>
                </a:lnTo>
                <a:lnTo>
                  <a:pt x="342" y="197"/>
                </a:lnTo>
                <a:lnTo>
                  <a:pt x="322" y="206"/>
                </a:lnTo>
                <a:lnTo>
                  <a:pt x="315" y="162"/>
                </a:lnTo>
                <a:lnTo>
                  <a:pt x="291" y="145"/>
                </a:lnTo>
                <a:lnTo>
                  <a:pt x="270" y="136"/>
                </a:lnTo>
                <a:lnTo>
                  <a:pt x="201" y="135"/>
                </a:lnTo>
                <a:lnTo>
                  <a:pt x="203" y="111"/>
                </a:lnTo>
                <a:lnTo>
                  <a:pt x="202" y="57"/>
                </a:lnTo>
                <a:lnTo>
                  <a:pt x="184" y="22"/>
                </a:lnTo>
                <a:lnTo>
                  <a:pt x="150" y="11"/>
                </a:lnTo>
                <a:lnTo>
                  <a:pt x="123" y="0"/>
                </a:lnTo>
                <a:lnTo>
                  <a:pt x="73" y="0"/>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69" name="Freeform 77">
            <a:extLst>
              <a:ext uri="{FF2B5EF4-FFF2-40B4-BE49-F238E27FC236}">
                <a16:creationId xmlns:a16="http://schemas.microsoft.com/office/drawing/2014/main" id="{0CB6D2E1-B207-15C2-5D47-3E7BA44942AA}"/>
              </a:ext>
            </a:extLst>
          </p:cNvPr>
          <p:cNvSpPr>
            <a:spLocks/>
          </p:cNvSpPr>
          <p:nvPr/>
        </p:nvSpPr>
        <p:spPr bwMode="auto">
          <a:xfrm>
            <a:off x="3751263" y="3887788"/>
            <a:ext cx="1062037" cy="2174875"/>
          </a:xfrm>
          <a:custGeom>
            <a:avLst/>
            <a:gdLst>
              <a:gd name="T0" fmla="*/ 180 w 669"/>
              <a:gd name="T1" fmla="*/ 13 h 1484"/>
              <a:gd name="T2" fmla="*/ 136 w 669"/>
              <a:gd name="T3" fmla="*/ 2 h 1484"/>
              <a:gd name="T4" fmla="*/ 118 w 669"/>
              <a:gd name="T5" fmla="*/ 66 h 1484"/>
              <a:gd name="T6" fmla="*/ 69 w 669"/>
              <a:gd name="T7" fmla="*/ 116 h 1484"/>
              <a:gd name="T8" fmla="*/ 62 w 669"/>
              <a:gd name="T9" fmla="*/ 182 h 1484"/>
              <a:gd name="T10" fmla="*/ 50 w 669"/>
              <a:gd name="T11" fmla="*/ 251 h 1484"/>
              <a:gd name="T12" fmla="*/ 0 w 669"/>
              <a:gd name="T13" fmla="*/ 341 h 1484"/>
              <a:gd name="T14" fmla="*/ 26 w 669"/>
              <a:gd name="T15" fmla="*/ 596 h 1484"/>
              <a:gd name="T16" fmla="*/ 21 w 669"/>
              <a:gd name="T17" fmla="*/ 681 h 1484"/>
              <a:gd name="T18" fmla="*/ 56 w 669"/>
              <a:gd name="T19" fmla="*/ 1023 h 1484"/>
              <a:gd name="T20" fmla="*/ 64 w 669"/>
              <a:gd name="T21" fmla="*/ 1061 h 1484"/>
              <a:gd name="T22" fmla="*/ 75 w 669"/>
              <a:gd name="T23" fmla="*/ 1114 h 1484"/>
              <a:gd name="T24" fmla="*/ 64 w 669"/>
              <a:gd name="T25" fmla="*/ 1147 h 1484"/>
              <a:gd name="T26" fmla="*/ 73 w 669"/>
              <a:gd name="T27" fmla="*/ 1198 h 1484"/>
              <a:gd name="T28" fmla="*/ 62 w 669"/>
              <a:gd name="T29" fmla="*/ 1277 h 1484"/>
              <a:gd name="T30" fmla="*/ 54 w 669"/>
              <a:gd name="T31" fmla="*/ 1326 h 1484"/>
              <a:gd name="T32" fmla="*/ 73 w 669"/>
              <a:gd name="T33" fmla="*/ 1390 h 1484"/>
              <a:gd name="T34" fmla="*/ 88 w 669"/>
              <a:gd name="T35" fmla="*/ 1424 h 1484"/>
              <a:gd name="T36" fmla="*/ 125 w 669"/>
              <a:gd name="T37" fmla="*/ 1472 h 1484"/>
              <a:gd name="T38" fmla="*/ 167 w 669"/>
              <a:gd name="T39" fmla="*/ 1484 h 1484"/>
              <a:gd name="T40" fmla="*/ 225 w 669"/>
              <a:gd name="T41" fmla="*/ 1473 h 1484"/>
              <a:gd name="T42" fmla="*/ 189 w 669"/>
              <a:gd name="T43" fmla="*/ 1414 h 1484"/>
              <a:gd name="T44" fmla="*/ 222 w 669"/>
              <a:gd name="T45" fmla="*/ 1359 h 1484"/>
              <a:gd name="T46" fmla="*/ 227 w 669"/>
              <a:gd name="T47" fmla="*/ 1327 h 1484"/>
              <a:gd name="T48" fmla="*/ 231 w 669"/>
              <a:gd name="T49" fmla="*/ 1294 h 1484"/>
              <a:gd name="T50" fmla="*/ 294 w 669"/>
              <a:gd name="T51" fmla="*/ 1244 h 1484"/>
              <a:gd name="T52" fmla="*/ 275 w 669"/>
              <a:gd name="T53" fmla="*/ 1188 h 1484"/>
              <a:gd name="T54" fmla="*/ 222 w 669"/>
              <a:gd name="T55" fmla="*/ 1134 h 1484"/>
              <a:gd name="T56" fmla="*/ 272 w 669"/>
              <a:gd name="T57" fmla="*/ 1074 h 1484"/>
              <a:gd name="T58" fmla="*/ 294 w 669"/>
              <a:gd name="T59" fmla="*/ 1000 h 1484"/>
              <a:gd name="T60" fmla="*/ 349 w 669"/>
              <a:gd name="T61" fmla="*/ 969 h 1484"/>
              <a:gd name="T62" fmla="*/ 354 w 669"/>
              <a:gd name="T63" fmla="*/ 934 h 1484"/>
              <a:gd name="T64" fmla="*/ 297 w 669"/>
              <a:gd name="T65" fmla="*/ 892 h 1484"/>
              <a:gd name="T66" fmla="*/ 310 w 669"/>
              <a:gd name="T67" fmla="*/ 862 h 1484"/>
              <a:gd name="T68" fmla="*/ 376 w 669"/>
              <a:gd name="T69" fmla="*/ 872 h 1484"/>
              <a:gd name="T70" fmla="*/ 403 w 669"/>
              <a:gd name="T71" fmla="*/ 821 h 1484"/>
              <a:gd name="T72" fmla="*/ 410 w 669"/>
              <a:gd name="T73" fmla="*/ 774 h 1484"/>
              <a:gd name="T74" fmla="*/ 494 w 669"/>
              <a:gd name="T75" fmla="*/ 752 h 1484"/>
              <a:gd name="T76" fmla="*/ 519 w 669"/>
              <a:gd name="T77" fmla="*/ 712 h 1484"/>
              <a:gd name="T78" fmla="*/ 508 w 669"/>
              <a:gd name="T79" fmla="*/ 651 h 1484"/>
              <a:gd name="T80" fmla="*/ 497 w 669"/>
              <a:gd name="T81" fmla="*/ 583 h 1484"/>
              <a:gd name="T82" fmla="*/ 460 w 669"/>
              <a:gd name="T83" fmla="*/ 570 h 1484"/>
              <a:gd name="T84" fmla="*/ 488 w 669"/>
              <a:gd name="T85" fmla="*/ 519 h 1484"/>
              <a:gd name="T86" fmla="*/ 497 w 669"/>
              <a:gd name="T87" fmla="*/ 460 h 1484"/>
              <a:gd name="T88" fmla="*/ 533 w 669"/>
              <a:gd name="T89" fmla="*/ 384 h 1484"/>
              <a:gd name="T90" fmla="*/ 557 w 669"/>
              <a:gd name="T91" fmla="*/ 315 h 1484"/>
              <a:gd name="T92" fmla="*/ 658 w 669"/>
              <a:gd name="T93" fmla="*/ 246 h 1484"/>
              <a:gd name="T94" fmla="*/ 657 w 669"/>
              <a:gd name="T95" fmla="*/ 183 h 1484"/>
              <a:gd name="T96" fmla="*/ 595 w 669"/>
              <a:gd name="T97" fmla="*/ 210 h 1484"/>
              <a:gd name="T98" fmla="*/ 524 w 669"/>
              <a:gd name="T99" fmla="*/ 255 h 1484"/>
              <a:gd name="T100" fmla="*/ 486 w 669"/>
              <a:gd name="T101" fmla="*/ 214 h 1484"/>
              <a:gd name="T102" fmla="*/ 494 w 669"/>
              <a:gd name="T103" fmla="*/ 153 h 1484"/>
              <a:gd name="T104" fmla="*/ 449 w 669"/>
              <a:gd name="T105" fmla="*/ 107 h 1484"/>
              <a:gd name="T106" fmla="*/ 370 w 669"/>
              <a:gd name="T107" fmla="*/ 69 h 1484"/>
              <a:gd name="T108" fmla="*/ 301 w 669"/>
              <a:gd name="T109" fmla="*/ 32 h 1484"/>
              <a:gd name="T110" fmla="*/ 265 w 669"/>
              <a:gd name="T111" fmla="*/ 14 h 1484"/>
              <a:gd name="T112" fmla="*/ 230 w 669"/>
              <a:gd name="T113" fmla="*/ 37 h 1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9" h="1484">
                <a:moveTo>
                  <a:pt x="230" y="37"/>
                </a:moveTo>
                <a:lnTo>
                  <a:pt x="180" y="13"/>
                </a:lnTo>
                <a:lnTo>
                  <a:pt x="167" y="13"/>
                </a:lnTo>
                <a:lnTo>
                  <a:pt x="136" y="2"/>
                </a:lnTo>
                <a:lnTo>
                  <a:pt x="105" y="18"/>
                </a:lnTo>
                <a:lnTo>
                  <a:pt x="118" y="66"/>
                </a:lnTo>
                <a:lnTo>
                  <a:pt x="106" y="97"/>
                </a:lnTo>
                <a:lnTo>
                  <a:pt x="69" y="116"/>
                </a:lnTo>
                <a:lnTo>
                  <a:pt x="50" y="167"/>
                </a:lnTo>
                <a:lnTo>
                  <a:pt x="62" y="182"/>
                </a:lnTo>
                <a:lnTo>
                  <a:pt x="56" y="229"/>
                </a:lnTo>
                <a:lnTo>
                  <a:pt x="50" y="251"/>
                </a:lnTo>
                <a:lnTo>
                  <a:pt x="35" y="289"/>
                </a:lnTo>
                <a:lnTo>
                  <a:pt x="0" y="341"/>
                </a:lnTo>
                <a:lnTo>
                  <a:pt x="16" y="414"/>
                </a:lnTo>
                <a:lnTo>
                  <a:pt x="26" y="596"/>
                </a:lnTo>
                <a:lnTo>
                  <a:pt x="36" y="644"/>
                </a:lnTo>
                <a:lnTo>
                  <a:pt x="21" y="681"/>
                </a:lnTo>
                <a:lnTo>
                  <a:pt x="21" y="979"/>
                </a:lnTo>
                <a:lnTo>
                  <a:pt x="56" y="1023"/>
                </a:lnTo>
                <a:lnTo>
                  <a:pt x="49" y="1049"/>
                </a:lnTo>
                <a:lnTo>
                  <a:pt x="64" y="1061"/>
                </a:lnTo>
                <a:lnTo>
                  <a:pt x="53" y="1094"/>
                </a:lnTo>
                <a:lnTo>
                  <a:pt x="75" y="1114"/>
                </a:lnTo>
                <a:lnTo>
                  <a:pt x="76" y="1162"/>
                </a:lnTo>
                <a:lnTo>
                  <a:pt x="64" y="1147"/>
                </a:lnTo>
                <a:lnTo>
                  <a:pt x="64" y="1164"/>
                </a:lnTo>
                <a:lnTo>
                  <a:pt x="73" y="1198"/>
                </a:lnTo>
                <a:lnTo>
                  <a:pt x="73" y="1247"/>
                </a:lnTo>
                <a:lnTo>
                  <a:pt x="62" y="1277"/>
                </a:lnTo>
                <a:lnTo>
                  <a:pt x="61" y="1309"/>
                </a:lnTo>
                <a:lnTo>
                  <a:pt x="54" y="1326"/>
                </a:lnTo>
                <a:lnTo>
                  <a:pt x="54" y="1371"/>
                </a:lnTo>
                <a:lnTo>
                  <a:pt x="73" y="1390"/>
                </a:lnTo>
                <a:lnTo>
                  <a:pt x="83" y="1387"/>
                </a:lnTo>
                <a:lnTo>
                  <a:pt x="88" y="1424"/>
                </a:lnTo>
                <a:lnTo>
                  <a:pt x="94" y="1454"/>
                </a:lnTo>
                <a:lnTo>
                  <a:pt x="125" y="1472"/>
                </a:lnTo>
                <a:lnTo>
                  <a:pt x="151" y="1474"/>
                </a:lnTo>
                <a:lnTo>
                  <a:pt x="167" y="1484"/>
                </a:lnTo>
                <a:lnTo>
                  <a:pt x="189" y="1479"/>
                </a:lnTo>
                <a:lnTo>
                  <a:pt x="225" y="1473"/>
                </a:lnTo>
                <a:lnTo>
                  <a:pt x="199" y="1431"/>
                </a:lnTo>
                <a:lnTo>
                  <a:pt x="189" y="1414"/>
                </a:lnTo>
                <a:lnTo>
                  <a:pt x="201" y="1367"/>
                </a:lnTo>
                <a:lnTo>
                  <a:pt x="222" y="1359"/>
                </a:lnTo>
                <a:lnTo>
                  <a:pt x="233" y="1337"/>
                </a:lnTo>
                <a:lnTo>
                  <a:pt x="227" y="1327"/>
                </a:lnTo>
                <a:lnTo>
                  <a:pt x="222" y="1318"/>
                </a:lnTo>
                <a:lnTo>
                  <a:pt x="231" y="1294"/>
                </a:lnTo>
                <a:lnTo>
                  <a:pt x="264" y="1271"/>
                </a:lnTo>
                <a:lnTo>
                  <a:pt x="294" y="1244"/>
                </a:lnTo>
                <a:lnTo>
                  <a:pt x="294" y="1198"/>
                </a:lnTo>
                <a:lnTo>
                  <a:pt x="275" y="1188"/>
                </a:lnTo>
                <a:lnTo>
                  <a:pt x="234" y="1159"/>
                </a:lnTo>
                <a:lnTo>
                  <a:pt x="222" y="1134"/>
                </a:lnTo>
                <a:lnTo>
                  <a:pt x="234" y="1113"/>
                </a:lnTo>
                <a:lnTo>
                  <a:pt x="272" y="1074"/>
                </a:lnTo>
                <a:lnTo>
                  <a:pt x="294" y="1052"/>
                </a:lnTo>
                <a:lnTo>
                  <a:pt x="294" y="1000"/>
                </a:lnTo>
                <a:lnTo>
                  <a:pt x="308" y="945"/>
                </a:lnTo>
                <a:lnTo>
                  <a:pt x="349" y="969"/>
                </a:lnTo>
                <a:lnTo>
                  <a:pt x="368" y="956"/>
                </a:lnTo>
                <a:lnTo>
                  <a:pt x="354" y="934"/>
                </a:lnTo>
                <a:lnTo>
                  <a:pt x="306" y="934"/>
                </a:lnTo>
                <a:lnTo>
                  <a:pt x="297" y="892"/>
                </a:lnTo>
                <a:lnTo>
                  <a:pt x="285" y="861"/>
                </a:lnTo>
                <a:lnTo>
                  <a:pt x="310" y="862"/>
                </a:lnTo>
                <a:lnTo>
                  <a:pt x="340" y="868"/>
                </a:lnTo>
                <a:lnTo>
                  <a:pt x="376" y="872"/>
                </a:lnTo>
                <a:lnTo>
                  <a:pt x="389" y="865"/>
                </a:lnTo>
                <a:lnTo>
                  <a:pt x="403" y="821"/>
                </a:lnTo>
                <a:lnTo>
                  <a:pt x="403" y="798"/>
                </a:lnTo>
                <a:lnTo>
                  <a:pt x="410" y="774"/>
                </a:lnTo>
                <a:lnTo>
                  <a:pt x="422" y="752"/>
                </a:lnTo>
                <a:lnTo>
                  <a:pt x="494" y="752"/>
                </a:lnTo>
                <a:lnTo>
                  <a:pt x="494" y="733"/>
                </a:lnTo>
                <a:lnTo>
                  <a:pt x="519" y="712"/>
                </a:lnTo>
                <a:lnTo>
                  <a:pt x="530" y="682"/>
                </a:lnTo>
                <a:lnTo>
                  <a:pt x="508" y="651"/>
                </a:lnTo>
                <a:lnTo>
                  <a:pt x="508" y="630"/>
                </a:lnTo>
                <a:lnTo>
                  <a:pt x="497" y="583"/>
                </a:lnTo>
                <a:lnTo>
                  <a:pt x="479" y="573"/>
                </a:lnTo>
                <a:lnTo>
                  <a:pt x="460" y="570"/>
                </a:lnTo>
                <a:lnTo>
                  <a:pt x="460" y="544"/>
                </a:lnTo>
                <a:lnTo>
                  <a:pt x="488" y="519"/>
                </a:lnTo>
                <a:lnTo>
                  <a:pt x="489" y="493"/>
                </a:lnTo>
                <a:lnTo>
                  <a:pt x="497" y="460"/>
                </a:lnTo>
                <a:lnTo>
                  <a:pt x="497" y="414"/>
                </a:lnTo>
                <a:lnTo>
                  <a:pt x="533" y="384"/>
                </a:lnTo>
                <a:lnTo>
                  <a:pt x="533" y="340"/>
                </a:lnTo>
                <a:lnTo>
                  <a:pt x="557" y="315"/>
                </a:lnTo>
                <a:lnTo>
                  <a:pt x="612" y="270"/>
                </a:lnTo>
                <a:lnTo>
                  <a:pt x="658" y="246"/>
                </a:lnTo>
                <a:lnTo>
                  <a:pt x="669" y="216"/>
                </a:lnTo>
                <a:lnTo>
                  <a:pt x="657" y="183"/>
                </a:lnTo>
                <a:lnTo>
                  <a:pt x="624" y="183"/>
                </a:lnTo>
                <a:lnTo>
                  <a:pt x="595" y="210"/>
                </a:lnTo>
                <a:lnTo>
                  <a:pt x="564" y="258"/>
                </a:lnTo>
                <a:lnTo>
                  <a:pt x="524" y="255"/>
                </a:lnTo>
                <a:lnTo>
                  <a:pt x="488" y="235"/>
                </a:lnTo>
                <a:lnTo>
                  <a:pt x="486" y="214"/>
                </a:lnTo>
                <a:lnTo>
                  <a:pt x="497" y="195"/>
                </a:lnTo>
                <a:lnTo>
                  <a:pt x="494" y="153"/>
                </a:lnTo>
                <a:lnTo>
                  <a:pt x="477" y="122"/>
                </a:lnTo>
                <a:lnTo>
                  <a:pt x="449" y="107"/>
                </a:lnTo>
                <a:lnTo>
                  <a:pt x="424" y="101"/>
                </a:lnTo>
                <a:lnTo>
                  <a:pt x="370" y="69"/>
                </a:lnTo>
                <a:lnTo>
                  <a:pt x="338" y="59"/>
                </a:lnTo>
                <a:lnTo>
                  <a:pt x="301" y="32"/>
                </a:lnTo>
                <a:lnTo>
                  <a:pt x="297" y="11"/>
                </a:lnTo>
                <a:lnTo>
                  <a:pt x="265" y="14"/>
                </a:lnTo>
                <a:lnTo>
                  <a:pt x="241" y="0"/>
                </a:lnTo>
                <a:lnTo>
                  <a:pt x="230" y="37"/>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70" name="Freeform 78">
            <a:extLst>
              <a:ext uri="{FF2B5EF4-FFF2-40B4-BE49-F238E27FC236}">
                <a16:creationId xmlns:a16="http://schemas.microsoft.com/office/drawing/2014/main" id="{92BF8AA6-20F8-5BAA-85D3-43730EBA2080}"/>
              </a:ext>
            </a:extLst>
          </p:cNvPr>
          <p:cNvSpPr>
            <a:spLocks/>
          </p:cNvSpPr>
          <p:nvPr/>
        </p:nvSpPr>
        <p:spPr bwMode="auto">
          <a:xfrm>
            <a:off x="4481513" y="4446588"/>
            <a:ext cx="357187" cy="328612"/>
          </a:xfrm>
          <a:custGeom>
            <a:avLst/>
            <a:gdLst>
              <a:gd name="T0" fmla="*/ 73 w 225"/>
              <a:gd name="T1" fmla="*/ 0 h 225"/>
              <a:gd name="T2" fmla="*/ 37 w 225"/>
              <a:gd name="T3" fmla="*/ 33 h 225"/>
              <a:gd name="T4" fmla="*/ 37 w 225"/>
              <a:gd name="T5" fmla="*/ 75 h 225"/>
              <a:gd name="T6" fmla="*/ 29 w 225"/>
              <a:gd name="T7" fmla="*/ 106 h 225"/>
              <a:gd name="T8" fmla="*/ 28 w 225"/>
              <a:gd name="T9" fmla="*/ 136 h 225"/>
              <a:gd name="T10" fmla="*/ 0 w 225"/>
              <a:gd name="T11" fmla="*/ 163 h 225"/>
              <a:gd name="T12" fmla="*/ 0 w 225"/>
              <a:gd name="T13" fmla="*/ 189 h 225"/>
              <a:gd name="T14" fmla="*/ 19 w 225"/>
              <a:gd name="T15" fmla="*/ 192 h 225"/>
              <a:gd name="T16" fmla="*/ 34 w 225"/>
              <a:gd name="T17" fmla="*/ 202 h 225"/>
              <a:gd name="T18" fmla="*/ 37 w 225"/>
              <a:gd name="T19" fmla="*/ 206 h 225"/>
              <a:gd name="T20" fmla="*/ 79 w 225"/>
              <a:gd name="T21" fmla="*/ 225 h 225"/>
              <a:gd name="T22" fmla="*/ 97 w 225"/>
              <a:gd name="T23" fmla="*/ 214 h 225"/>
              <a:gd name="T24" fmla="*/ 156 w 225"/>
              <a:gd name="T25" fmla="*/ 214 h 225"/>
              <a:gd name="T26" fmla="*/ 172 w 225"/>
              <a:gd name="T27" fmla="*/ 193 h 225"/>
              <a:gd name="T28" fmla="*/ 194 w 225"/>
              <a:gd name="T29" fmla="*/ 174 h 225"/>
              <a:gd name="T30" fmla="*/ 206 w 225"/>
              <a:gd name="T31" fmla="*/ 132 h 225"/>
              <a:gd name="T32" fmla="*/ 225 w 225"/>
              <a:gd name="T33" fmla="*/ 117 h 225"/>
              <a:gd name="T34" fmla="*/ 183 w 225"/>
              <a:gd name="T35" fmla="*/ 72 h 225"/>
              <a:gd name="T36" fmla="*/ 133 w 225"/>
              <a:gd name="T37" fmla="*/ 43 h 225"/>
              <a:gd name="T38" fmla="*/ 98 w 225"/>
              <a:gd name="T39" fmla="*/ 48 h 225"/>
              <a:gd name="T40" fmla="*/ 94 w 225"/>
              <a:gd name="T41" fmla="*/ 19 h 225"/>
              <a:gd name="T42" fmla="*/ 73 w 225"/>
              <a:gd name="T43"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5" h="225">
                <a:moveTo>
                  <a:pt x="73" y="0"/>
                </a:moveTo>
                <a:lnTo>
                  <a:pt x="37" y="33"/>
                </a:lnTo>
                <a:lnTo>
                  <a:pt x="37" y="75"/>
                </a:lnTo>
                <a:lnTo>
                  <a:pt x="29" y="106"/>
                </a:lnTo>
                <a:lnTo>
                  <a:pt x="28" y="136"/>
                </a:lnTo>
                <a:lnTo>
                  <a:pt x="0" y="163"/>
                </a:lnTo>
                <a:lnTo>
                  <a:pt x="0" y="189"/>
                </a:lnTo>
                <a:lnTo>
                  <a:pt x="19" y="192"/>
                </a:lnTo>
                <a:lnTo>
                  <a:pt x="34" y="202"/>
                </a:lnTo>
                <a:lnTo>
                  <a:pt x="37" y="206"/>
                </a:lnTo>
                <a:lnTo>
                  <a:pt x="79" y="225"/>
                </a:lnTo>
                <a:lnTo>
                  <a:pt x="97" y="214"/>
                </a:lnTo>
                <a:lnTo>
                  <a:pt x="156" y="214"/>
                </a:lnTo>
                <a:lnTo>
                  <a:pt x="172" y="193"/>
                </a:lnTo>
                <a:lnTo>
                  <a:pt x="194" y="174"/>
                </a:lnTo>
                <a:lnTo>
                  <a:pt x="206" y="132"/>
                </a:lnTo>
                <a:lnTo>
                  <a:pt x="225" y="117"/>
                </a:lnTo>
                <a:lnTo>
                  <a:pt x="183" y="72"/>
                </a:lnTo>
                <a:lnTo>
                  <a:pt x="133" y="43"/>
                </a:lnTo>
                <a:lnTo>
                  <a:pt x="98" y="48"/>
                </a:lnTo>
                <a:lnTo>
                  <a:pt x="94" y="19"/>
                </a:lnTo>
                <a:lnTo>
                  <a:pt x="73" y="0"/>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71" name="Freeform 79">
            <a:extLst>
              <a:ext uri="{FF2B5EF4-FFF2-40B4-BE49-F238E27FC236}">
                <a16:creationId xmlns:a16="http://schemas.microsoft.com/office/drawing/2014/main" id="{9AC97B48-3CBF-0B05-93BA-BCA15DEBC842}"/>
              </a:ext>
            </a:extLst>
          </p:cNvPr>
          <p:cNvSpPr>
            <a:spLocks/>
          </p:cNvSpPr>
          <p:nvPr/>
        </p:nvSpPr>
        <p:spPr bwMode="auto">
          <a:xfrm>
            <a:off x="3608388" y="3595688"/>
            <a:ext cx="500062" cy="2555875"/>
          </a:xfrm>
          <a:custGeom>
            <a:avLst/>
            <a:gdLst>
              <a:gd name="T0" fmla="*/ 71 w 315"/>
              <a:gd name="T1" fmla="*/ 0 h 1744"/>
              <a:gd name="T2" fmla="*/ 126 w 315"/>
              <a:gd name="T3" fmla="*/ 104 h 1744"/>
              <a:gd name="T4" fmla="*/ 197 w 315"/>
              <a:gd name="T5" fmla="*/ 218 h 1744"/>
              <a:gd name="T6" fmla="*/ 197 w 315"/>
              <a:gd name="T7" fmla="*/ 296 h 1744"/>
              <a:gd name="T8" fmla="*/ 143 w 315"/>
              <a:gd name="T9" fmla="*/ 364 h 1744"/>
              <a:gd name="T10" fmla="*/ 143 w 315"/>
              <a:gd name="T11" fmla="*/ 452 h 1744"/>
              <a:gd name="T12" fmla="*/ 90 w 315"/>
              <a:gd name="T13" fmla="*/ 539 h 1744"/>
              <a:gd name="T14" fmla="*/ 109 w 315"/>
              <a:gd name="T15" fmla="*/ 671 h 1744"/>
              <a:gd name="T16" fmla="*/ 126 w 315"/>
              <a:gd name="T17" fmla="*/ 842 h 1744"/>
              <a:gd name="T18" fmla="*/ 111 w 315"/>
              <a:gd name="T19" fmla="*/ 1093 h 1744"/>
              <a:gd name="T20" fmla="*/ 146 w 315"/>
              <a:gd name="T21" fmla="*/ 1222 h 1744"/>
              <a:gd name="T22" fmla="*/ 154 w 315"/>
              <a:gd name="T23" fmla="*/ 1260 h 1744"/>
              <a:gd name="T24" fmla="*/ 165 w 315"/>
              <a:gd name="T25" fmla="*/ 1312 h 1744"/>
              <a:gd name="T26" fmla="*/ 154 w 315"/>
              <a:gd name="T27" fmla="*/ 1349 h 1744"/>
              <a:gd name="T28" fmla="*/ 163 w 315"/>
              <a:gd name="T29" fmla="*/ 1399 h 1744"/>
              <a:gd name="T30" fmla="*/ 152 w 315"/>
              <a:gd name="T31" fmla="*/ 1478 h 1744"/>
              <a:gd name="T32" fmla="*/ 144 w 315"/>
              <a:gd name="T33" fmla="*/ 1525 h 1744"/>
              <a:gd name="T34" fmla="*/ 163 w 315"/>
              <a:gd name="T35" fmla="*/ 1589 h 1744"/>
              <a:gd name="T36" fmla="*/ 184 w 315"/>
              <a:gd name="T37" fmla="*/ 1653 h 1744"/>
              <a:gd name="T38" fmla="*/ 238 w 315"/>
              <a:gd name="T39" fmla="*/ 1673 h 1744"/>
              <a:gd name="T40" fmla="*/ 283 w 315"/>
              <a:gd name="T41" fmla="*/ 1675 h 1744"/>
              <a:gd name="T42" fmla="*/ 272 w 315"/>
              <a:gd name="T43" fmla="*/ 1699 h 1744"/>
              <a:gd name="T44" fmla="*/ 238 w 315"/>
              <a:gd name="T45" fmla="*/ 1721 h 1744"/>
              <a:gd name="T46" fmla="*/ 188 w 315"/>
              <a:gd name="T47" fmla="*/ 1703 h 1744"/>
              <a:gd name="T48" fmla="*/ 195 w 315"/>
              <a:gd name="T49" fmla="*/ 1680 h 1744"/>
              <a:gd name="T50" fmla="*/ 176 w 315"/>
              <a:gd name="T51" fmla="*/ 1660 h 1744"/>
              <a:gd name="T52" fmla="*/ 128 w 315"/>
              <a:gd name="T53" fmla="*/ 1652 h 1744"/>
              <a:gd name="T54" fmla="*/ 106 w 315"/>
              <a:gd name="T55" fmla="*/ 1594 h 1744"/>
              <a:gd name="T56" fmla="*/ 90 w 315"/>
              <a:gd name="T57" fmla="*/ 1500 h 1744"/>
              <a:gd name="T58" fmla="*/ 81 w 315"/>
              <a:gd name="T59" fmla="*/ 1451 h 1744"/>
              <a:gd name="T60" fmla="*/ 64 w 315"/>
              <a:gd name="T61" fmla="*/ 1412 h 1744"/>
              <a:gd name="T62" fmla="*/ 49 w 315"/>
              <a:gd name="T63" fmla="*/ 1401 h 1744"/>
              <a:gd name="T64" fmla="*/ 0 w 315"/>
              <a:gd name="T65" fmla="*/ 1368 h 1744"/>
              <a:gd name="T66" fmla="*/ 38 w 315"/>
              <a:gd name="T67" fmla="*/ 1327 h 1744"/>
              <a:gd name="T68" fmla="*/ 71 w 315"/>
              <a:gd name="T69" fmla="*/ 1368 h 1744"/>
              <a:gd name="T70" fmla="*/ 80 w 315"/>
              <a:gd name="T71" fmla="*/ 1345 h 1744"/>
              <a:gd name="T72" fmla="*/ 94 w 315"/>
              <a:gd name="T73" fmla="*/ 1292 h 1744"/>
              <a:gd name="T74" fmla="*/ 102 w 315"/>
              <a:gd name="T75" fmla="*/ 1273 h 1744"/>
              <a:gd name="T76" fmla="*/ 69 w 315"/>
              <a:gd name="T77" fmla="*/ 1098 h 1744"/>
              <a:gd name="T78" fmla="*/ 15 w 315"/>
              <a:gd name="T79" fmla="*/ 1075 h 1744"/>
              <a:gd name="T80" fmla="*/ 26 w 315"/>
              <a:gd name="T81" fmla="*/ 997 h 1744"/>
              <a:gd name="T82" fmla="*/ 16 w 315"/>
              <a:gd name="T83" fmla="*/ 952 h 1744"/>
              <a:gd name="T84" fmla="*/ 39 w 315"/>
              <a:gd name="T85" fmla="*/ 850 h 1744"/>
              <a:gd name="T86" fmla="*/ 58 w 315"/>
              <a:gd name="T87" fmla="*/ 783 h 1744"/>
              <a:gd name="T88" fmla="*/ 58 w 315"/>
              <a:gd name="T89" fmla="*/ 613 h 1744"/>
              <a:gd name="T90" fmla="*/ 76 w 315"/>
              <a:gd name="T91" fmla="*/ 570 h 1744"/>
              <a:gd name="T92" fmla="*/ 58 w 315"/>
              <a:gd name="T93" fmla="*/ 491 h 1744"/>
              <a:gd name="T94" fmla="*/ 71 w 315"/>
              <a:gd name="T95" fmla="*/ 442 h 1744"/>
              <a:gd name="T96" fmla="*/ 50 w 315"/>
              <a:gd name="T97" fmla="*/ 293 h 1744"/>
              <a:gd name="T98" fmla="*/ 69 w 315"/>
              <a:gd name="T99" fmla="*/ 225 h 1744"/>
              <a:gd name="T100" fmla="*/ 69 w 315"/>
              <a:gd name="T101" fmla="*/ 115 h 1744"/>
              <a:gd name="T102" fmla="*/ 35 w 315"/>
              <a:gd name="T103" fmla="*/ 52 h 1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 h="1744">
                <a:moveTo>
                  <a:pt x="35" y="52"/>
                </a:moveTo>
                <a:lnTo>
                  <a:pt x="71" y="0"/>
                </a:lnTo>
                <a:lnTo>
                  <a:pt x="101" y="41"/>
                </a:lnTo>
                <a:lnTo>
                  <a:pt x="126" y="104"/>
                </a:lnTo>
                <a:lnTo>
                  <a:pt x="106" y="167"/>
                </a:lnTo>
                <a:lnTo>
                  <a:pt x="197" y="218"/>
                </a:lnTo>
                <a:lnTo>
                  <a:pt x="210" y="268"/>
                </a:lnTo>
                <a:lnTo>
                  <a:pt x="197" y="296"/>
                </a:lnTo>
                <a:lnTo>
                  <a:pt x="163" y="318"/>
                </a:lnTo>
                <a:lnTo>
                  <a:pt x="143" y="364"/>
                </a:lnTo>
                <a:lnTo>
                  <a:pt x="152" y="382"/>
                </a:lnTo>
                <a:lnTo>
                  <a:pt x="143" y="452"/>
                </a:lnTo>
                <a:lnTo>
                  <a:pt x="132" y="486"/>
                </a:lnTo>
                <a:lnTo>
                  <a:pt x="90" y="539"/>
                </a:lnTo>
                <a:lnTo>
                  <a:pt x="105" y="599"/>
                </a:lnTo>
                <a:lnTo>
                  <a:pt x="109" y="671"/>
                </a:lnTo>
                <a:lnTo>
                  <a:pt x="118" y="806"/>
                </a:lnTo>
                <a:lnTo>
                  <a:pt x="126" y="842"/>
                </a:lnTo>
                <a:lnTo>
                  <a:pt x="111" y="880"/>
                </a:lnTo>
                <a:lnTo>
                  <a:pt x="111" y="1093"/>
                </a:lnTo>
                <a:lnTo>
                  <a:pt x="111" y="1178"/>
                </a:lnTo>
                <a:lnTo>
                  <a:pt x="146" y="1222"/>
                </a:lnTo>
                <a:lnTo>
                  <a:pt x="143" y="1248"/>
                </a:lnTo>
                <a:lnTo>
                  <a:pt x="154" y="1260"/>
                </a:lnTo>
                <a:lnTo>
                  <a:pt x="143" y="1294"/>
                </a:lnTo>
                <a:lnTo>
                  <a:pt x="165" y="1312"/>
                </a:lnTo>
                <a:lnTo>
                  <a:pt x="165" y="1358"/>
                </a:lnTo>
                <a:lnTo>
                  <a:pt x="154" y="1349"/>
                </a:lnTo>
                <a:lnTo>
                  <a:pt x="154" y="1363"/>
                </a:lnTo>
                <a:lnTo>
                  <a:pt x="163" y="1399"/>
                </a:lnTo>
                <a:lnTo>
                  <a:pt x="163" y="1446"/>
                </a:lnTo>
                <a:lnTo>
                  <a:pt x="152" y="1478"/>
                </a:lnTo>
                <a:lnTo>
                  <a:pt x="152" y="1507"/>
                </a:lnTo>
                <a:lnTo>
                  <a:pt x="144" y="1525"/>
                </a:lnTo>
                <a:lnTo>
                  <a:pt x="144" y="1570"/>
                </a:lnTo>
                <a:lnTo>
                  <a:pt x="163" y="1589"/>
                </a:lnTo>
                <a:lnTo>
                  <a:pt x="173" y="1589"/>
                </a:lnTo>
                <a:lnTo>
                  <a:pt x="184" y="1653"/>
                </a:lnTo>
                <a:lnTo>
                  <a:pt x="215" y="1671"/>
                </a:lnTo>
                <a:lnTo>
                  <a:pt x="238" y="1673"/>
                </a:lnTo>
                <a:lnTo>
                  <a:pt x="259" y="1683"/>
                </a:lnTo>
                <a:lnTo>
                  <a:pt x="283" y="1675"/>
                </a:lnTo>
                <a:lnTo>
                  <a:pt x="315" y="1672"/>
                </a:lnTo>
                <a:lnTo>
                  <a:pt x="272" y="1699"/>
                </a:lnTo>
                <a:lnTo>
                  <a:pt x="252" y="1702"/>
                </a:lnTo>
                <a:lnTo>
                  <a:pt x="238" y="1721"/>
                </a:lnTo>
                <a:lnTo>
                  <a:pt x="235" y="1744"/>
                </a:lnTo>
                <a:lnTo>
                  <a:pt x="188" y="1703"/>
                </a:lnTo>
                <a:lnTo>
                  <a:pt x="200" y="1693"/>
                </a:lnTo>
                <a:lnTo>
                  <a:pt x="195" y="1680"/>
                </a:lnTo>
                <a:lnTo>
                  <a:pt x="184" y="1683"/>
                </a:lnTo>
                <a:lnTo>
                  <a:pt x="176" y="1660"/>
                </a:lnTo>
                <a:lnTo>
                  <a:pt x="146" y="1660"/>
                </a:lnTo>
                <a:lnTo>
                  <a:pt x="128" y="1652"/>
                </a:lnTo>
                <a:lnTo>
                  <a:pt x="128" y="1628"/>
                </a:lnTo>
                <a:lnTo>
                  <a:pt x="106" y="1594"/>
                </a:lnTo>
                <a:lnTo>
                  <a:pt x="92" y="1529"/>
                </a:lnTo>
                <a:lnTo>
                  <a:pt x="90" y="1500"/>
                </a:lnTo>
                <a:lnTo>
                  <a:pt x="69" y="1459"/>
                </a:lnTo>
                <a:lnTo>
                  <a:pt x="81" y="1451"/>
                </a:lnTo>
                <a:lnTo>
                  <a:pt x="99" y="1446"/>
                </a:lnTo>
                <a:lnTo>
                  <a:pt x="64" y="1412"/>
                </a:lnTo>
                <a:lnTo>
                  <a:pt x="61" y="1395"/>
                </a:lnTo>
                <a:lnTo>
                  <a:pt x="49" y="1401"/>
                </a:lnTo>
                <a:lnTo>
                  <a:pt x="28" y="1388"/>
                </a:lnTo>
                <a:lnTo>
                  <a:pt x="0" y="1368"/>
                </a:lnTo>
                <a:lnTo>
                  <a:pt x="19" y="1350"/>
                </a:lnTo>
                <a:lnTo>
                  <a:pt x="38" y="1327"/>
                </a:lnTo>
                <a:lnTo>
                  <a:pt x="43" y="1342"/>
                </a:lnTo>
                <a:lnTo>
                  <a:pt x="71" y="1368"/>
                </a:lnTo>
                <a:lnTo>
                  <a:pt x="94" y="1363"/>
                </a:lnTo>
                <a:lnTo>
                  <a:pt x="80" y="1345"/>
                </a:lnTo>
                <a:lnTo>
                  <a:pt x="90" y="1320"/>
                </a:lnTo>
                <a:lnTo>
                  <a:pt x="94" y="1292"/>
                </a:lnTo>
                <a:lnTo>
                  <a:pt x="81" y="1282"/>
                </a:lnTo>
                <a:lnTo>
                  <a:pt x="102" y="1273"/>
                </a:lnTo>
                <a:lnTo>
                  <a:pt x="68" y="1226"/>
                </a:lnTo>
                <a:lnTo>
                  <a:pt x="69" y="1098"/>
                </a:lnTo>
                <a:lnTo>
                  <a:pt x="39" y="1099"/>
                </a:lnTo>
                <a:lnTo>
                  <a:pt x="15" y="1075"/>
                </a:lnTo>
                <a:lnTo>
                  <a:pt x="12" y="1022"/>
                </a:lnTo>
                <a:lnTo>
                  <a:pt x="26" y="997"/>
                </a:lnTo>
                <a:lnTo>
                  <a:pt x="26" y="962"/>
                </a:lnTo>
                <a:lnTo>
                  <a:pt x="16" y="952"/>
                </a:lnTo>
                <a:lnTo>
                  <a:pt x="24" y="903"/>
                </a:lnTo>
                <a:lnTo>
                  <a:pt x="39" y="850"/>
                </a:lnTo>
                <a:lnTo>
                  <a:pt x="38" y="805"/>
                </a:lnTo>
                <a:lnTo>
                  <a:pt x="58" y="783"/>
                </a:lnTo>
                <a:lnTo>
                  <a:pt x="58" y="726"/>
                </a:lnTo>
                <a:lnTo>
                  <a:pt x="58" y="613"/>
                </a:lnTo>
                <a:lnTo>
                  <a:pt x="80" y="584"/>
                </a:lnTo>
                <a:lnTo>
                  <a:pt x="76" y="570"/>
                </a:lnTo>
                <a:lnTo>
                  <a:pt x="61" y="547"/>
                </a:lnTo>
                <a:lnTo>
                  <a:pt x="58" y="491"/>
                </a:lnTo>
                <a:lnTo>
                  <a:pt x="65" y="479"/>
                </a:lnTo>
                <a:lnTo>
                  <a:pt x="71" y="442"/>
                </a:lnTo>
                <a:lnTo>
                  <a:pt x="73" y="307"/>
                </a:lnTo>
                <a:lnTo>
                  <a:pt x="50" y="293"/>
                </a:lnTo>
                <a:lnTo>
                  <a:pt x="69" y="265"/>
                </a:lnTo>
                <a:lnTo>
                  <a:pt x="69" y="225"/>
                </a:lnTo>
                <a:lnTo>
                  <a:pt x="69" y="168"/>
                </a:lnTo>
                <a:lnTo>
                  <a:pt x="69" y="115"/>
                </a:lnTo>
                <a:lnTo>
                  <a:pt x="57" y="70"/>
                </a:lnTo>
                <a:lnTo>
                  <a:pt x="35" y="52"/>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72" name="Freeform 80">
            <a:extLst>
              <a:ext uri="{FF2B5EF4-FFF2-40B4-BE49-F238E27FC236}">
                <a16:creationId xmlns:a16="http://schemas.microsoft.com/office/drawing/2014/main" id="{D34C8220-7BBD-7CF6-F077-00C9B73B7E7A}"/>
              </a:ext>
            </a:extLst>
          </p:cNvPr>
          <p:cNvSpPr>
            <a:spLocks/>
          </p:cNvSpPr>
          <p:nvPr/>
        </p:nvSpPr>
        <p:spPr bwMode="auto">
          <a:xfrm>
            <a:off x="4525963" y="2079625"/>
            <a:ext cx="288925" cy="279400"/>
          </a:xfrm>
          <a:custGeom>
            <a:avLst/>
            <a:gdLst>
              <a:gd name="T0" fmla="*/ 42 w 182"/>
              <a:gd name="T1" fmla="*/ 0 h 191"/>
              <a:gd name="T2" fmla="*/ 69 w 182"/>
              <a:gd name="T3" fmla="*/ 11 h 191"/>
              <a:gd name="T4" fmla="*/ 170 w 182"/>
              <a:gd name="T5" fmla="*/ 11 h 191"/>
              <a:gd name="T6" fmla="*/ 177 w 182"/>
              <a:gd name="T7" fmla="*/ 40 h 191"/>
              <a:gd name="T8" fmla="*/ 156 w 182"/>
              <a:gd name="T9" fmla="*/ 74 h 191"/>
              <a:gd name="T10" fmla="*/ 166 w 182"/>
              <a:gd name="T11" fmla="*/ 85 h 191"/>
              <a:gd name="T12" fmla="*/ 166 w 182"/>
              <a:gd name="T13" fmla="*/ 109 h 191"/>
              <a:gd name="T14" fmla="*/ 182 w 182"/>
              <a:gd name="T15" fmla="*/ 131 h 191"/>
              <a:gd name="T16" fmla="*/ 182 w 182"/>
              <a:gd name="T17" fmla="*/ 158 h 191"/>
              <a:gd name="T18" fmla="*/ 149 w 182"/>
              <a:gd name="T19" fmla="*/ 169 h 191"/>
              <a:gd name="T20" fmla="*/ 111 w 182"/>
              <a:gd name="T21" fmla="*/ 167 h 191"/>
              <a:gd name="T22" fmla="*/ 88 w 182"/>
              <a:gd name="T23" fmla="*/ 191 h 191"/>
              <a:gd name="T24" fmla="*/ 75 w 182"/>
              <a:gd name="T25" fmla="*/ 188 h 191"/>
              <a:gd name="T26" fmla="*/ 54 w 182"/>
              <a:gd name="T27" fmla="*/ 108 h 191"/>
              <a:gd name="T28" fmla="*/ 12 w 182"/>
              <a:gd name="T29" fmla="*/ 78 h 191"/>
              <a:gd name="T30" fmla="*/ 0 w 182"/>
              <a:gd name="T31" fmla="*/ 52 h 191"/>
              <a:gd name="T32" fmla="*/ 42 w 182"/>
              <a:gd name="T33"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91">
                <a:moveTo>
                  <a:pt x="42" y="0"/>
                </a:moveTo>
                <a:lnTo>
                  <a:pt x="69" y="11"/>
                </a:lnTo>
                <a:lnTo>
                  <a:pt x="170" y="11"/>
                </a:lnTo>
                <a:lnTo>
                  <a:pt x="177" y="40"/>
                </a:lnTo>
                <a:lnTo>
                  <a:pt x="156" y="74"/>
                </a:lnTo>
                <a:lnTo>
                  <a:pt x="166" y="85"/>
                </a:lnTo>
                <a:lnTo>
                  <a:pt x="166" y="109"/>
                </a:lnTo>
                <a:lnTo>
                  <a:pt x="182" y="131"/>
                </a:lnTo>
                <a:lnTo>
                  <a:pt x="182" y="158"/>
                </a:lnTo>
                <a:lnTo>
                  <a:pt x="149" y="169"/>
                </a:lnTo>
                <a:lnTo>
                  <a:pt x="111" y="167"/>
                </a:lnTo>
                <a:lnTo>
                  <a:pt x="88" y="191"/>
                </a:lnTo>
                <a:lnTo>
                  <a:pt x="75" y="188"/>
                </a:lnTo>
                <a:lnTo>
                  <a:pt x="54" y="108"/>
                </a:lnTo>
                <a:lnTo>
                  <a:pt x="12" y="78"/>
                </a:lnTo>
                <a:lnTo>
                  <a:pt x="0" y="52"/>
                </a:lnTo>
                <a:lnTo>
                  <a:pt x="42" y="0"/>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73" name="Freeform 81">
            <a:extLst>
              <a:ext uri="{FF2B5EF4-FFF2-40B4-BE49-F238E27FC236}">
                <a16:creationId xmlns:a16="http://schemas.microsoft.com/office/drawing/2014/main" id="{D1DFD8B1-0EA0-5BC7-57DB-66B7651089BA}"/>
              </a:ext>
            </a:extLst>
          </p:cNvPr>
          <p:cNvSpPr>
            <a:spLocks/>
          </p:cNvSpPr>
          <p:nvPr/>
        </p:nvSpPr>
        <p:spPr bwMode="auto">
          <a:xfrm>
            <a:off x="4765675" y="2082800"/>
            <a:ext cx="211138" cy="269875"/>
          </a:xfrm>
          <a:custGeom>
            <a:avLst/>
            <a:gdLst>
              <a:gd name="T0" fmla="*/ 19 w 133"/>
              <a:gd name="T1" fmla="*/ 10 h 184"/>
              <a:gd name="T2" fmla="*/ 35 w 133"/>
              <a:gd name="T3" fmla="*/ 0 h 184"/>
              <a:gd name="T4" fmla="*/ 69 w 133"/>
              <a:gd name="T5" fmla="*/ 43 h 184"/>
              <a:gd name="T6" fmla="*/ 113 w 133"/>
              <a:gd name="T7" fmla="*/ 64 h 184"/>
              <a:gd name="T8" fmla="*/ 133 w 133"/>
              <a:gd name="T9" fmla="*/ 87 h 184"/>
              <a:gd name="T10" fmla="*/ 114 w 133"/>
              <a:gd name="T11" fmla="*/ 103 h 184"/>
              <a:gd name="T12" fmla="*/ 101 w 133"/>
              <a:gd name="T13" fmla="*/ 113 h 184"/>
              <a:gd name="T14" fmla="*/ 58 w 133"/>
              <a:gd name="T15" fmla="*/ 175 h 184"/>
              <a:gd name="T16" fmla="*/ 30 w 133"/>
              <a:gd name="T17" fmla="*/ 184 h 184"/>
              <a:gd name="T18" fmla="*/ 12 w 133"/>
              <a:gd name="T19" fmla="*/ 174 h 184"/>
              <a:gd name="T20" fmla="*/ 0 w 133"/>
              <a:gd name="T21" fmla="*/ 165 h 184"/>
              <a:gd name="T22" fmla="*/ 31 w 133"/>
              <a:gd name="T23" fmla="*/ 156 h 184"/>
              <a:gd name="T24" fmla="*/ 31 w 133"/>
              <a:gd name="T25" fmla="*/ 129 h 184"/>
              <a:gd name="T26" fmla="*/ 15 w 133"/>
              <a:gd name="T27" fmla="*/ 107 h 184"/>
              <a:gd name="T28" fmla="*/ 15 w 133"/>
              <a:gd name="T29" fmla="*/ 85 h 184"/>
              <a:gd name="T30" fmla="*/ 5 w 133"/>
              <a:gd name="T31" fmla="*/ 72 h 184"/>
              <a:gd name="T32" fmla="*/ 26 w 133"/>
              <a:gd name="T33" fmla="*/ 38 h 184"/>
              <a:gd name="T34" fmla="*/ 19 w 133"/>
              <a:gd name="T35" fmla="*/ 1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9" y="10"/>
                </a:moveTo>
                <a:lnTo>
                  <a:pt x="35" y="0"/>
                </a:lnTo>
                <a:lnTo>
                  <a:pt x="69" y="43"/>
                </a:lnTo>
                <a:lnTo>
                  <a:pt x="113" y="64"/>
                </a:lnTo>
                <a:lnTo>
                  <a:pt x="133" y="87"/>
                </a:lnTo>
                <a:lnTo>
                  <a:pt x="114" y="103"/>
                </a:lnTo>
                <a:lnTo>
                  <a:pt x="101" y="113"/>
                </a:lnTo>
                <a:lnTo>
                  <a:pt x="58" y="175"/>
                </a:lnTo>
                <a:lnTo>
                  <a:pt x="30" y="184"/>
                </a:lnTo>
                <a:lnTo>
                  <a:pt x="12" y="174"/>
                </a:lnTo>
                <a:lnTo>
                  <a:pt x="0" y="165"/>
                </a:lnTo>
                <a:lnTo>
                  <a:pt x="31" y="156"/>
                </a:lnTo>
                <a:lnTo>
                  <a:pt x="31" y="129"/>
                </a:lnTo>
                <a:lnTo>
                  <a:pt x="15" y="107"/>
                </a:lnTo>
                <a:lnTo>
                  <a:pt x="15" y="85"/>
                </a:lnTo>
                <a:lnTo>
                  <a:pt x="5" y="72"/>
                </a:lnTo>
                <a:lnTo>
                  <a:pt x="26" y="38"/>
                </a:lnTo>
                <a:lnTo>
                  <a:pt x="19" y="10"/>
                </a:lnTo>
                <a:close/>
              </a:path>
            </a:pathLst>
          </a:custGeom>
          <a:solidFill>
            <a:schemeClr val="bg1"/>
          </a:solidFill>
          <a:ln w="17463">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7074" name="Text Box 82">
            <a:extLst>
              <a:ext uri="{FF2B5EF4-FFF2-40B4-BE49-F238E27FC236}">
                <a16:creationId xmlns:a16="http://schemas.microsoft.com/office/drawing/2014/main" id="{3D5352E0-244C-0A16-C170-F30077A9F439}"/>
              </a:ext>
            </a:extLst>
          </p:cNvPr>
          <p:cNvSpPr txBox="1">
            <a:spLocks noChangeArrowheads="1"/>
          </p:cNvSpPr>
          <p:nvPr/>
        </p:nvSpPr>
        <p:spPr bwMode="auto">
          <a:xfrm>
            <a:off x="384175" y="1320800"/>
            <a:ext cx="2089150" cy="319088"/>
          </a:xfrm>
          <a:prstGeom prst="rect">
            <a:avLst/>
          </a:prstGeom>
          <a:noFill/>
          <a:ln>
            <a:noFill/>
          </a:ln>
          <a:effectLst/>
        </p:spPr>
        <p:txBody>
          <a:bodyPr wrap="none">
            <a:spAutoFit/>
          </a:bodyPr>
          <a:lstStyle>
            <a:lvl1pPr>
              <a:spcBef>
                <a:spcPct val="0"/>
              </a:spcBef>
              <a:defRPr>
                <a:solidFill>
                  <a:schemeClr val="tx1"/>
                </a:solidFill>
                <a:latin typeface="Arial" panose="020B0604020202020204" pitchFamily="34" charset="0"/>
              </a:defRPr>
            </a:lvl1pPr>
            <a:lvl2pPr marL="571500">
              <a:spcBef>
                <a:spcPct val="0"/>
              </a:spcBef>
              <a:defRPr>
                <a:solidFill>
                  <a:schemeClr val="tx1"/>
                </a:solidFill>
                <a:latin typeface="Arial" panose="020B0604020202020204" pitchFamily="34" charset="0"/>
              </a:defRPr>
            </a:lvl2pPr>
            <a:lvl3pPr marL="1143000">
              <a:spcBef>
                <a:spcPct val="0"/>
              </a:spcBef>
              <a:defRPr>
                <a:solidFill>
                  <a:schemeClr val="tx1"/>
                </a:solidFill>
                <a:latin typeface="Arial" panose="020B0604020202020204" pitchFamily="34" charset="0"/>
              </a:defRPr>
            </a:lvl3pPr>
            <a:lvl4pPr marL="1714500">
              <a:spcBef>
                <a:spcPct val="0"/>
              </a:spcBef>
              <a:defRPr>
                <a:solidFill>
                  <a:schemeClr val="tx1"/>
                </a:solidFill>
                <a:latin typeface="Arial" panose="020B0604020202020204" pitchFamily="34" charset="0"/>
              </a:defRPr>
            </a:lvl4pPr>
            <a:lvl5pPr marL="2286000">
              <a:spcBef>
                <a:spcPct val="0"/>
              </a:spcBef>
              <a:defRPr>
                <a:solidFill>
                  <a:schemeClr val="tx1"/>
                </a:solidFill>
                <a:latin typeface="Arial" panose="020B0604020202020204" pitchFamily="34" charset="0"/>
              </a:defRPr>
            </a:lvl5pPr>
            <a:lvl6pPr marL="2743200" fontAlgn="base">
              <a:spcBef>
                <a:spcPct val="0"/>
              </a:spcBef>
              <a:spcAft>
                <a:spcPct val="0"/>
              </a:spcAft>
              <a:defRPr>
                <a:solidFill>
                  <a:schemeClr val="tx1"/>
                </a:solidFill>
                <a:latin typeface="Arial" panose="020B0604020202020204" pitchFamily="34" charset="0"/>
              </a:defRPr>
            </a:lvl6pPr>
            <a:lvl7pPr marL="3200400" fontAlgn="base">
              <a:spcBef>
                <a:spcPct val="0"/>
              </a:spcBef>
              <a:spcAft>
                <a:spcPct val="0"/>
              </a:spcAft>
              <a:defRPr>
                <a:solidFill>
                  <a:schemeClr val="tx1"/>
                </a:solidFill>
                <a:latin typeface="Arial" panose="020B0604020202020204" pitchFamily="34" charset="0"/>
              </a:defRPr>
            </a:lvl7pPr>
            <a:lvl8pPr marL="3657600" fontAlgn="base">
              <a:spcBef>
                <a:spcPct val="0"/>
              </a:spcBef>
              <a:spcAft>
                <a:spcPct val="0"/>
              </a:spcAft>
              <a:defRPr>
                <a:solidFill>
                  <a:schemeClr val="tx1"/>
                </a:solidFill>
                <a:latin typeface="Arial" panose="020B0604020202020204" pitchFamily="34" charset="0"/>
              </a:defRPr>
            </a:lvl8pPr>
            <a:lvl9pPr marL="4114800" fontAlgn="base">
              <a:spcBef>
                <a:spcPct val="0"/>
              </a:spcBef>
              <a:spcAft>
                <a:spcPct val="0"/>
              </a:spcAft>
              <a:defRPr>
                <a:solidFill>
                  <a:schemeClr val="tx1"/>
                </a:solidFill>
                <a:latin typeface="Arial" panose="020B0604020202020204" pitchFamily="34" charset="0"/>
              </a:defRPr>
            </a:lvl9pPr>
          </a:lstStyle>
          <a:p>
            <a:pPr defTabSz="844083">
              <a:buFont typeface="Wingdings" panose="05000000000000000000" pitchFamily="2" charset="2"/>
              <a:buNone/>
              <a:defRPr/>
            </a:pPr>
            <a:r>
              <a:rPr lang="en-GB" altLang="ko-KR" sz="1477">
                <a:solidFill>
                  <a:srgbClr val="091D5D"/>
                </a:solidFill>
                <a:latin typeface="Verdana" panose="020B0604030504040204" pitchFamily="34" charset="0"/>
                <a:cs typeface="+mn-cs"/>
              </a:rPr>
              <a:t>Subtitle comes here</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슬라이드 번호 개체 틀 1">
            <a:extLst>
              <a:ext uri="{FF2B5EF4-FFF2-40B4-BE49-F238E27FC236}">
                <a16:creationId xmlns:a16="http://schemas.microsoft.com/office/drawing/2014/main" id="{12F76EA9-285A-A522-5C02-F1F3299DD276}"/>
              </a:ext>
            </a:extLst>
          </p:cNvPr>
          <p:cNvSpPr>
            <a:spLocks noGrp="1"/>
          </p:cNvSpPr>
          <p:nvPr>
            <p:ph type="sldNum" sz="quarter" idx="10"/>
          </p:nvPr>
        </p:nvSpPr>
        <p:spPr/>
        <p:txBody>
          <a:bodyPr/>
          <a:lstStyle/>
          <a:p>
            <a:pPr algn="l" defTabSz="844083">
              <a:defRPr/>
            </a:pPr>
            <a:fld id="{BFCB1E69-63D7-6145-A0B6-26E3E3384AF6}" type="slidenum">
              <a:rPr lang="en-GB" altLang="en-GB">
                <a:solidFill>
                  <a:srgbClr val="091D5D"/>
                </a:solidFill>
                <a:latin typeface="Verdana" panose="020B0604030504040204" pitchFamily="34" charset="0"/>
                <a:cs typeface="+mn-cs"/>
              </a:rPr>
              <a:pPr algn="l" defTabSz="844083">
                <a:defRPr/>
              </a:pPr>
              <a:t>72</a:t>
            </a:fld>
            <a:endParaRPr lang="en-GB" altLang="en-GB">
              <a:solidFill>
                <a:srgbClr val="091D5D"/>
              </a:solidFill>
              <a:latin typeface="Verdana" panose="020B0604030504040204" pitchFamily="34" charset="0"/>
              <a:cs typeface="+mn-cs"/>
            </a:endParaRPr>
          </a:p>
        </p:txBody>
      </p:sp>
      <p:sp>
        <p:nvSpPr>
          <p:cNvPr id="1878020" name="Rectangle 4">
            <a:extLst>
              <a:ext uri="{FF2B5EF4-FFF2-40B4-BE49-F238E27FC236}">
                <a16:creationId xmlns:a16="http://schemas.microsoft.com/office/drawing/2014/main" id="{E4975AF8-FD12-F3DB-9225-155767804223}"/>
              </a:ext>
            </a:extLst>
          </p:cNvPr>
          <p:cNvSpPr>
            <a:spLocks noChangeArrowheads="1"/>
          </p:cNvSpPr>
          <p:nvPr/>
        </p:nvSpPr>
        <p:spPr bwMode="auto">
          <a:xfrm>
            <a:off x="285750" y="377825"/>
            <a:ext cx="7962900" cy="611188"/>
          </a:xfrm>
          <a:prstGeom prst="rect">
            <a:avLst/>
          </a:prstGeom>
          <a:noFill/>
          <a:ln>
            <a:noFill/>
          </a:ln>
          <a:effectLst/>
        </p:spPr>
        <p:txBody>
          <a:bodyPr lIns="84992" tIns="42497" rIns="84992" bIns="42497" anchor="ctr"/>
          <a:lstStyle>
            <a:lvl1pPr>
              <a:lnSpc>
                <a:spcPts val="2100"/>
              </a:lnSpc>
              <a:spcBef>
                <a:spcPct val="0"/>
              </a:spcBef>
              <a:defRPr sz="2000">
                <a:solidFill>
                  <a:schemeClr val="tx1"/>
                </a:solidFill>
                <a:latin typeface="Verdana" panose="020B0604030504040204" pitchFamily="34" charset="0"/>
              </a:defRPr>
            </a:lvl1pPr>
            <a:lvl2pPr>
              <a:lnSpc>
                <a:spcPts val="2100"/>
              </a:lnSpc>
              <a:spcBef>
                <a:spcPct val="0"/>
              </a:spcBef>
              <a:defRPr sz="2000">
                <a:solidFill>
                  <a:schemeClr val="tx1"/>
                </a:solidFill>
                <a:latin typeface="Verdana" panose="020B0604030504040204" pitchFamily="34" charset="0"/>
              </a:defRPr>
            </a:lvl2pPr>
            <a:lvl3pPr>
              <a:lnSpc>
                <a:spcPts val="2100"/>
              </a:lnSpc>
              <a:spcBef>
                <a:spcPct val="0"/>
              </a:spcBef>
              <a:defRPr sz="2000">
                <a:solidFill>
                  <a:schemeClr val="tx1"/>
                </a:solidFill>
                <a:latin typeface="Verdana" panose="020B0604030504040204" pitchFamily="34" charset="0"/>
              </a:defRPr>
            </a:lvl3pPr>
            <a:lvl4pPr>
              <a:lnSpc>
                <a:spcPts val="2100"/>
              </a:lnSpc>
              <a:spcBef>
                <a:spcPct val="0"/>
              </a:spcBef>
              <a:defRPr sz="2000">
                <a:solidFill>
                  <a:schemeClr val="tx1"/>
                </a:solidFill>
                <a:latin typeface="Verdana" panose="020B0604030504040204" pitchFamily="34" charset="0"/>
              </a:defRPr>
            </a:lvl4pPr>
            <a:lvl5pPr>
              <a:lnSpc>
                <a:spcPts val="2100"/>
              </a:lnSpc>
              <a:spcBef>
                <a:spcPct val="0"/>
              </a:spcBef>
              <a:defRPr sz="2000">
                <a:solidFill>
                  <a:schemeClr val="tx1"/>
                </a:solidFill>
                <a:latin typeface="Verdana" panose="020B0604030504040204" pitchFamily="34" charset="0"/>
              </a:defRPr>
            </a:lvl5pPr>
            <a:lvl6pPr marL="457200" fontAlgn="base">
              <a:lnSpc>
                <a:spcPts val="2100"/>
              </a:lnSpc>
              <a:spcBef>
                <a:spcPct val="0"/>
              </a:spcBef>
              <a:spcAft>
                <a:spcPct val="0"/>
              </a:spcAft>
              <a:defRPr sz="2000">
                <a:solidFill>
                  <a:schemeClr val="tx1"/>
                </a:solidFill>
                <a:latin typeface="Verdana" panose="020B0604030504040204" pitchFamily="34" charset="0"/>
              </a:defRPr>
            </a:lvl6pPr>
            <a:lvl7pPr marL="914400" fontAlgn="base">
              <a:lnSpc>
                <a:spcPts val="2100"/>
              </a:lnSpc>
              <a:spcBef>
                <a:spcPct val="0"/>
              </a:spcBef>
              <a:spcAft>
                <a:spcPct val="0"/>
              </a:spcAft>
              <a:defRPr sz="2000">
                <a:solidFill>
                  <a:schemeClr val="tx1"/>
                </a:solidFill>
                <a:latin typeface="Verdana" panose="020B0604030504040204" pitchFamily="34" charset="0"/>
              </a:defRPr>
            </a:lvl7pPr>
            <a:lvl8pPr marL="1371600" fontAlgn="base">
              <a:lnSpc>
                <a:spcPts val="2100"/>
              </a:lnSpc>
              <a:spcBef>
                <a:spcPct val="0"/>
              </a:spcBef>
              <a:spcAft>
                <a:spcPct val="0"/>
              </a:spcAft>
              <a:defRPr sz="2000">
                <a:solidFill>
                  <a:schemeClr val="tx1"/>
                </a:solidFill>
                <a:latin typeface="Verdana" panose="020B0604030504040204" pitchFamily="34" charset="0"/>
              </a:defRPr>
            </a:lvl8pPr>
            <a:lvl9pPr marL="1828800" fontAlgn="base">
              <a:lnSpc>
                <a:spcPts val="2100"/>
              </a:lnSpc>
              <a:spcBef>
                <a:spcPct val="0"/>
              </a:spcBef>
              <a:spcAft>
                <a:spcPct val="0"/>
              </a:spcAft>
              <a:defRPr sz="2000">
                <a:solidFill>
                  <a:schemeClr val="tx1"/>
                </a:solidFill>
                <a:latin typeface="Verdana" panose="020B0604030504040204" pitchFamily="34" charset="0"/>
              </a:defRPr>
            </a:lvl9pPr>
          </a:lstStyle>
          <a:p>
            <a:pPr defTabSz="844083" eaLnBrk="1" hangingPunct="1">
              <a:lnSpc>
                <a:spcPts val="1939"/>
              </a:lnSpc>
              <a:buFont typeface="Wingdings" panose="05000000000000000000" pitchFamily="2" charset="2"/>
              <a:buNone/>
              <a:defRPr/>
            </a:pPr>
            <a:r>
              <a:rPr lang="en-GB" altLang="ko-KR" sz="1846">
                <a:solidFill>
                  <a:srgbClr val="091D5D"/>
                </a:solidFill>
                <a:cs typeface="+mn-cs"/>
              </a:rPr>
              <a:t>Map of  Australia and Pacific Rim</a:t>
            </a:r>
          </a:p>
        </p:txBody>
      </p:sp>
      <p:sp>
        <p:nvSpPr>
          <p:cNvPr id="1878100" name="Freeform 84">
            <a:extLst>
              <a:ext uri="{FF2B5EF4-FFF2-40B4-BE49-F238E27FC236}">
                <a16:creationId xmlns:a16="http://schemas.microsoft.com/office/drawing/2014/main" id="{D9C52214-5C58-D5A4-8A76-28EC441467A2}"/>
              </a:ext>
            </a:extLst>
          </p:cNvPr>
          <p:cNvSpPr>
            <a:spLocks/>
          </p:cNvSpPr>
          <p:nvPr/>
        </p:nvSpPr>
        <p:spPr bwMode="auto">
          <a:xfrm>
            <a:off x="7650163" y="4203700"/>
            <a:ext cx="17462" cy="30163"/>
          </a:xfrm>
          <a:custGeom>
            <a:avLst/>
            <a:gdLst>
              <a:gd name="T0" fmla="*/ 4 w 12"/>
              <a:gd name="T1" fmla="*/ 0 h 20"/>
              <a:gd name="T2" fmla="*/ 12 w 12"/>
              <a:gd name="T3" fmla="*/ 20 h 20"/>
              <a:gd name="T4" fmla="*/ 0 w 12"/>
              <a:gd name="T5" fmla="*/ 15 h 20"/>
              <a:gd name="T6" fmla="*/ 4 w 12"/>
              <a:gd name="T7" fmla="*/ 0 h 20"/>
            </a:gdLst>
            <a:ahLst/>
            <a:cxnLst>
              <a:cxn ang="0">
                <a:pos x="T0" y="T1"/>
              </a:cxn>
              <a:cxn ang="0">
                <a:pos x="T2" y="T3"/>
              </a:cxn>
              <a:cxn ang="0">
                <a:pos x="T4" y="T5"/>
              </a:cxn>
              <a:cxn ang="0">
                <a:pos x="T6" y="T7"/>
              </a:cxn>
            </a:cxnLst>
            <a:rect l="0" t="0" r="r" b="b"/>
            <a:pathLst>
              <a:path w="12" h="20">
                <a:moveTo>
                  <a:pt x="4" y="0"/>
                </a:moveTo>
                <a:lnTo>
                  <a:pt x="12" y="20"/>
                </a:lnTo>
                <a:lnTo>
                  <a:pt x="0" y="15"/>
                </a:lnTo>
                <a:lnTo>
                  <a:pt x="4"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1" name="Freeform 85">
            <a:extLst>
              <a:ext uri="{FF2B5EF4-FFF2-40B4-BE49-F238E27FC236}">
                <a16:creationId xmlns:a16="http://schemas.microsoft.com/office/drawing/2014/main" id="{26128239-AD2F-66FC-2E87-2D09DF24D4EF}"/>
              </a:ext>
            </a:extLst>
          </p:cNvPr>
          <p:cNvSpPr>
            <a:spLocks/>
          </p:cNvSpPr>
          <p:nvPr/>
        </p:nvSpPr>
        <p:spPr bwMode="auto">
          <a:xfrm>
            <a:off x="7783513" y="4289425"/>
            <a:ext cx="93662" cy="88900"/>
          </a:xfrm>
          <a:custGeom>
            <a:avLst/>
            <a:gdLst>
              <a:gd name="T0" fmla="*/ 47 w 64"/>
              <a:gd name="T1" fmla="*/ 0 h 61"/>
              <a:gd name="T2" fmla="*/ 64 w 64"/>
              <a:gd name="T3" fmla="*/ 7 h 61"/>
              <a:gd name="T4" fmla="*/ 59 w 64"/>
              <a:gd name="T5" fmla="*/ 24 h 61"/>
              <a:gd name="T6" fmla="*/ 59 w 64"/>
              <a:gd name="T7" fmla="*/ 61 h 61"/>
              <a:gd name="T8" fmla="*/ 45 w 64"/>
              <a:gd name="T9" fmla="*/ 45 h 61"/>
              <a:gd name="T10" fmla="*/ 35 w 64"/>
              <a:gd name="T11" fmla="*/ 42 h 61"/>
              <a:gd name="T12" fmla="*/ 31 w 64"/>
              <a:gd name="T13" fmla="*/ 55 h 61"/>
              <a:gd name="T14" fmla="*/ 21 w 64"/>
              <a:gd name="T15" fmla="*/ 55 h 61"/>
              <a:gd name="T16" fmla="*/ 0 w 64"/>
              <a:gd name="T17" fmla="*/ 50 h 61"/>
              <a:gd name="T18" fmla="*/ 22 w 64"/>
              <a:gd name="T19" fmla="*/ 40 h 61"/>
              <a:gd name="T20" fmla="*/ 22 w 64"/>
              <a:gd name="T21" fmla="*/ 13 h 61"/>
              <a:gd name="T22" fmla="*/ 43 w 64"/>
              <a:gd name="T23" fmla="*/ 29 h 61"/>
              <a:gd name="T24" fmla="*/ 47 w 64"/>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1">
                <a:moveTo>
                  <a:pt x="47" y="0"/>
                </a:moveTo>
                <a:lnTo>
                  <a:pt x="64" y="7"/>
                </a:lnTo>
                <a:lnTo>
                  <a:pt x="59" y="24"/>
                </a:lnTo>
                <a:lnTo>
                  <a:pt x="59" y="61"/>
                </a:lnTo>
                <a:lnTo>
                  <a:pt x="45" y="45"/>
                </a:lnTo>
                <a:lnTo>
                  <a:pt x="35" y="42"/>
                </a:lnTo>
                <a:lnTo>
                  <a:pt x="31" y="55"/>
                </a:lnTo>
                <a:lnTo>
                  <a:pt x="21" y="55"/>
                </a:lnTo>
                <a:lnTo>
                  <a:pt x="0" y="50"/>
                </a:lnTo>
                <a:lnTo>
                  <a:pt x="22" y="40"/>
                </a:lnTo>
                <a:lnTo>
                  <a:pt x="22" y="13"/>
                </a:lnTo>
                <a:lnTo>
                  <a:pt x="43" y="29"/>
                </a:lnTo>
                <a:lnTo>
                  <a:pt x="47"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nvGrpSpPr>
          <p:cNvPr id="413701" name="Group 95">
            <a:extLst>
              <a:ext uri="{FF2B5EF4-FFF2-40B4-BE49-F238E27FC236}">
                <a16:creationId xmlns:a16="http://schemas.microsoft.com/office/drawing/2014/main" id="{2BA5CE87-5636-D191-6C17-885890AE301A}"/>
              </a:ext>
            </a:extLst>
          </p:cNvPr>
          <p:cNvGrpSpPr>
            <a:grpSpLocks/>
          </p:cNvGrpSpPr>
          <p:nvPr/>
        </p:nvGrpSpPr>
        <p:grpSpPr bwMode="auto">
          <a:xfrm>
            <a:off x="7505700" y="3876675"/>
            <a:ext cx="517525" cy="665163"/>
            <a:chOff x="2649" y="2611"/>
            <a:chExt cx="353" cy="453"/>
          </a:xfrm>
        </p:grpSpPr>
        <p:sp>
          <p:nvSpPr>
            <p:cNvPr id="1878102" name="Freeform 86">
              <a:extLst>
                <a:ext uri="{FF2B5EF4-FFF2-40B4-BE49-F238E27FC236}">
                  <a16:creationId xmlns:a16="http://schemas.microsoft.com/office/drawing/2014/main" id="{FD190995-FB37-505B-EA1D-CF6E6760996E}"/>
                </a:ext>
              </a:extLst>
            </p:cNvPr>
            <p:cNvSpPr>
              <a:spLocks/>
            </p:cNvSpPr>
            <p:nvPr/>
          </p:nvSpPr>
          <p:spPr bwMode="auto">
            <a:xfrm>
              <a:off x="2649" y="2854"/>
              <a:ext cx="103" cy="135"/>
            </a:xfrm>
            <a:custGeom>
              <a:avLst/>
              <a:gdLst>
                <a:gd name="T0" fmla="*/ 78 w 103"/>
                <a:gd name="T1" fmla="*/ 0 h 135"/>
                <a:gd name="T2" fmla="*/ 103 w 103"/>
                <a:gd name="T3" fmla="*/ 6 h 135"/>
                <a:gd name="T4" fmla="*/ 78 w 103"/>
                <a:gd name="T5" fmla="*/ 70 h 135"/>
                <a:gd name="T6" fmla="*/ 55 w 103"/>
                <a:gd name="T7" fmla="*/ 77 h 135"/>
                <a:gd name="T8" fmla="*/ 45 w 103"/>
                <a:gd name="T9" fmla="*/ 93 h 135"/>
                <a:gd name="T10" fmla="*/ 24 w 103"/>
                <a:gd name="T11" fmla="*/ 111 h 135"/>
                <a:gd name="T12" fmla="*/ 17 w 103"/>
                <a:gd name="T13" fmla="*/ 135 h 135"/>
                <a:gd name="T14" fmla="*/ 0 w 103"/>
                <a:gd name="T15" fmla="*/ 120 h 135"/>
                <a:gd name="T16" fmla="*/ 52 w 103"/>
                <a:gd name="T17" fmla="*/ 62 h 135"/>
                <a:gd name="T18" fmla="*/ 54 w 103"/>
                <a:gd name="T19" fmla="*/ 43 h 135"/>
                <a:gd name="T20" fmla="*/ 61 w 103"/>
                <a:gd name="T21" fmla="*/ 43 h 135"/>
                <a:gd name="T22" fmla="*/ 64 w 103"/>
                <a:gd name="T23" fmla="*/ 16 h 135"/>
                <a:gd name="T24" fmla="*/ 78 w 103"/>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35">
                  <a:moveTo>
                    <a:pt x="78" y="0"/>
                  </a:moveTo>
                  <a:lnTo>
                    <a:pt x="103" y="6"/>
                  </a:lnTo>
                  <a:lnTo>
                    <a:pt x="78" y="70"/>
                  </a:lnTo>
                  <a:lnTo>
                    <a:pt x="55" y="77"/>
                  </a:lnTo>
                  <a:lnTo>
                    <a:pt x="45" y="93"/>
                  </a:lnTo>
                  <a:lnTo>
                    <a:pt x="24" y="111"/>
                  </a:lnTo>
                  <a:lnTo>
                    <a:pt x="17" y="135"/>
                  </a:lnTo>
                  <a:lnTo>
                    <a:pt x="0" y="120"/>
                  </a:lnTo>
                  <a:lnTo>
                    <a:pt x="52" y="62"/>
                  </a:lnTo>
                  <a:lnTo>
                    <a:pt x="54" y="43"/>
                  </a:lnTo>
                  <a:lnTo>
                    <a:pt x="61" y="43"/>
                  </a:lnTo>
                  <a:lnTo>
                    <a:pt x="64" y="16"/>
                  </a:lnTo>
                  <a:lnTo>
                    <a:pt x="78"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3" name="Freeform 87">
              <a:extLst>
                <a:ext uri="{FF2B5EF4-FFF2-40B4-BE49-F238E27FC236}">
                  <a16:creationId xmlns:a16="http://schemas.microsoft.com/office/drawing/2014/main" id="{7FBFE9CB-373D-ECD7-87ED-A7853DF21AA5}"/>
                </a:ext>
              </a:extLst>
            </p:cNvPr>
            <p:cNvSpPr>
              <a:spLocks/>
            </p:cNvSpPr>
            <p:nvPr/>
          </p:nvSpPr>
          <p:spPr bwMode="auto">
            <a:xfrm>
              <a:off x="2757" y="2805"/>
              <a:ext cx="42" cy="45"/>
            </a:xfrm>
            <a:custGeom>
              <a:avLst/>
              <a:gdLst>
                <a:gd name="T0" fmla="*/ 24 w 43"/>
                <a:gd name="T1" fmla="*/ 0 h 45"/>
                <a:gd name="T2" fmla="*/ 2 w 43"/>
                <a:gd name="T3" fmla="*/ 0 h 45"/>
                <a:gd name="T4" fmla="*/ 0 w 43"/>
                <a:gd name="T5" fmla="*/ 10 h 45"/>
                <a:gd name="T6" fmla="*/ 0 w 43"/>
                <a:gd name="T7" fmla="*/ 18 h 45"/>
                <a:gd name="T8" fmla="*/ 28 w 43"/>
                <a:gd name="T9" fmla="*/ 20 h 45"/>
                <a:gd name="T10" fmla="*/ 17 w 43"/>
                <a:gd name="T11" fmla="*/ 31 h 45"/>
                <a:gd name="T12" fmla="*/ 15 w 43"/>
                <a:gd name="T13" fmla="*/ 41 h 45"/>
                <a:gd name="T14" fmla="*/ 26 w 43"/>
                <a:gd name="T15" fmla="*/ 45 h 45"/>
                <a:gd name="T16" fmla="*/ 40 w 43"/>
                <a:gd name="T17" fmla="*/ 39 h 45"/>
                <a:gd name="T18" fmla="*/ 43 w 43"/>
                <a:gd name="T19" fmla="*/ 23 h 45"/>
                <a:gd name="T20" fmla="*/ 36 w 43"/>
                <a:gd name="T21" fmla="*/ 10 h 45"/>
                <a:gd name="T22" fmla="*/ 24 w 43"/>
                <a:gd name="T2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45">
                  <a:moveTo>
                    <a:pt x="24" y="0"/>
                  </a:moveTo>
                  <a:lnTo>
                    <a:pt x="2" y="0"/>
                  </a:lnTo>
                  <a:lnTo>
                    <a:pt x="0" y="10"/>
                  </a:lnTo>
                  <a:lnTo>
                    <a:pt x="0" y="18"/>
                  </a:lnTo>
                  <a:lnTo>
                    <a:pt x="28" y="20"/>
                  </a:lnTo>
                  <a:lnTo>
                    <a:pt x="17" y="31"/>
                  </a:lnTo>
                  <a:lnTo>
                    <a:pt x="15" y="41"/>
                  </a:lnTo>
                  <a:lnTo>
                    <a:pt x="26" y="45"/>
                  </a:lnTo>
                  <a:lnTo>
                    <a:pt x="40" y="39"/>
                  </a:lnTo>
                  <a:lnTo>
                    <a:pt x="43" y="23"/>
                  </a:lnTo>
                  <a:lnTo>
                    <a:pt x="36" y="10"/>
                  </a:lnTo>
                  <a:lnTo>
                    <a:pt x="24"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4" name="Freeform 88">
              <a:extLst>
                <a:ext uri="{FF2B5EF4-FFF2-40B4-BE49-F238E27FC236}">
                  <a16:creationId xmlns:a16="http://schemas.microsoft.com/office/drawing/2014/main" id="{FD0D7044-9E57-43BA-0128-C3E831BBC053}"/>
                </a:ext>
              </a:extLst>
            </p:cNvPr>
            <p:cNvSpPr>
              <a:spLocks/>
            </p:cNvSpPr>
            <p:nvPr/>
          </p:nvSpPr>
          <p:spPr bwMode="auto">
            <a:xfrm>
              <a:off x="2896" y="2760"/>
              <a:ext cx="23" cy="28"/>
            </a:xfrm>
            <a:custGeom>
              <a:avLst/>
              <a:gdLst>
                <a:gd name="T0" fmla="*/ 2 w 23"/>
                <a:gd name="T1" fmla="*/ 0 h 28"/>
                <a:gd name="T2" fmla="*/ 23 w 23"/>
                <a:gd name="T3" fmla="*/ 7 h 28"/>
                <a:gd name="T4" fmla="*/ 14 w 23"/>
                <a:gd name="T5" fmla="*/ 28 h 28"/>
                <a:gd name="T6" fmla="*/ 0 w 23"/>
                <a:gd name="T7" fmla="*/ 21 h 28"/>
                <a:gd name="T8" fmla="*/ 2 w 23"/>
                <a:gd name="T9" fmla="*/ 0 h 28"/>
              </a:gdLst>
              <a:ahLst/>
              <a:cxnLst>
                <a:cxn ang="0">
                  <a:pos x="T0" y="T1"/>
                </a:cxn>
                <a:cxn ang="0">
                  <a:pos x="T2" y="T3"/>
                </a:cxn>
                <a:cxn ang="0">
                  <a:pos x="T4" y="T5"/>
                </a:cxn>
                <a:cxn ang="0">
                  <a:pos x="T6" y="T7"/>
                </a:cxn>
                <a:cxn ang="0">
                  <a:pos x="T8" y="T9"/>
                </a:cxn>
              </a:cxnLst>
              <a:rect l="0" t="0" r="r" b="b"/>
              <a:pathLst>
                <a:path w="23" h="28">
                  <a:moveTo>
                    <a:pt x="2" y="0"/>
                  </a:moveTo>
                  <a:lnTo>
                    <a:pt x="23" y="7"/>
                  </a:lnTo>
                  <a:lnTo>
                    <a:pt x="14" y="28"/>
                  </a:lnTo>
                  <a:lnTo>
                    <a:pt x="0" y="21"/>
                  </a:lnTo>
                  <a:lnTo>
                    <a:pt x="2"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5" name="Freeform 89">
              <a:extLst>
                <a:ext uri="{FF2B5EF4-FFF2-40B4-BE49-F238E27FC236}">
                  <a16:creationId xmlns:a16="http://schemas.microsoft.com/office/drawing/2014/main" id="{0BF273FB-CF1F-65CC-A935-57928E4E8A7C}"/>
                </a:ext>
              </a:extLst>
            </p:cNvPr>
            <p:cNvSpPr>
              <a:spLocks/>
            </p:cNvSpPr>
            <p:nvPr/>
          </p:nvSpPr>
          <p:spPr bwMode="auto">
            <a:xfrm>
              <a:off x="2905" y="2813"/>
              <a:ext cx="66" cy="97"/>
            </a:xfrm>
            <a:custGeom>
              <a:avLst/>
              <a:gdLst>
                <a:gd name="T0" fmla="*/ 17 w 66"/>
                <a:gd name="T1" fmla="*/ 0 h 98"/>
                <a:gd name="T2" fmla="*/ 40 w 66"/>
                <a:gd name="T3" fmla="*/ 10 h 98"/>
                <a:gd name="T4" fmla="*/ 54 w 66"/>
                <a:gd name="T5" fmla="*/ 12 h 98"/>
                <a:gd name="T6" fmla="*/ 54 w 66"/>
                <a:gd name="T7" fmla="*/ 39 h 98"/>
                <a:gd name="T8" fmla="*/ 66 w 66"/>
                <a:gd name="T9" fmla="*/ 57 h 98"/>
                <a:gd name="T10" fmla="*/ 36 w 66"/>
                <a:gd name="T11" fmla="*/ 57 h 98"/>
                <a:gd name="T12" fmla="*/ 35 w 66"/>
                <a:gd name="T13" fmla="*/ 71 h 98"/>
                <a:gd name="T14" fmla="*/ 47 w 66"/>
                <a:gd name="T15" fmla="*/ 79 h 98"/>
                <a:gd name="T16" fmla="*/ 45 w 66"/>
                <a:gd name="T17" fmla="*/ 84 h 98"/>
                <a:gd name="T18" fmla="*/ 21 w 66"/>
                <a:gd name="T19" fmla="*/ 98 h 98"/>
                <a:gd name="T20" fmla="*/ 21 w 66"/>
                <a:gd name="T21" fmla="*/ 78 h 98"/>
                <a:gd name="T22" fmla="*/ 16 w 66"/>
                <a:gd name="T23" fmla="*/ 78 h 98"/>
                <a:gd name="T24" fmla="*/ 14 w 66"/>
                <a:gd name="T25" fmla="*/ 65 h 98"/>
                <a:gd name="T26" fmla="*/ 0 w 66"/>
                <a:gd name="T27" fmla="*/ 53 h 98"/>
                <a:gd name="T28" fmla="*/ 2 w 66"/>
                <a:gd name="T29" fmla="*/ 52 h 98"/>
                <a:gd name="T30" fmla="*/ 12 w 66"/>
                <a:gd name="T31" fmla="*/ 44 h 98"/>
                <a:gd name="T32" fmla="*/ 21 w 66"/>
                <a:gd name="T33" fmla="*/ 45 h 98"/>
                <a:gd name="T34" fmla="*/ 12 w 66"/>
                <a:gd name="T35" fmla="*/ 37 h 98"/>
                <a:gd name="T36" fmla="*/ 14 w 66"/>
                <a:gd name="T37" fmla="*/ 29 h 98"/>
                <a:gd name="T38" fmla="*/ 2 w 66"/>
                <a:gd name="T39" fmla="*/ 28 h 98"/>
                <a:gd name="T40" fmla="*/ 5 w 66"/>
                <a:gd name="T41" fmla="*/ 12 h 98"/>
                <a:gd name="T42" fmla="*/ 17 w 66"/>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98">
                  <a:moveTo>
                    <a:pt x="17" y="0"/>
                  </a:moveTo>
                  <a:lnTo>
                    <a:pt x="40" y="10"/>
                  </a:lnTo>
                  <a:lnTo>
                    <a:pt x="54" y="12"/>
                  </a:lnTo>
                  <a:lnTo>
                    <a:pt x="54" y="39"/>
                  </a:lnTo>
                  <a:lnTo>
                    <a:pt x="66" y="57"/>
                  </a:lnTo>
                  <a:lnTo>
                    <a:pt x="36" y="57"/>
                  </a:lnTo>
                  <a:lnTo>
                    <a:pt x="35" y="71"/>
                  </a:lnTo>
                  <a:lnTo>
                    <a:pt x="47" y="79"/>
                  </a:lnTo>
                  <a:lnTo>
                    <a:pt x="45" y="84"/>
                  </a:lnTo>
                  <a:lnTo>
                    <a:pt x="21" y="98"/>
                  </a:lnTo>
                  <a:lnTo>
                    <a:pt x="21" y="78"/>
                  </a:lnTo>
                  <a:lnTo>
                    <a:pt x="16" y="78"/>
                  </a:lnTo>
                  <a:lnTo>
                    <a:pt x="14" y="65"/>
                  </a:lnTo>
                  <a:lnTo>
                    <a:pt x="0" y="53"/>
                  </a:lnTo>
                  <a:lnTo>
                    <a:pt x="2" y="52"/>
                  </a:lnTo>
                  <a:lnTo>
                    <a:pt x="12" y="44"/>
                  </a:lnTo>
                  <a:lnTo>
                    <a:pt x="21" y="45"/>
                  </a:lnTo>
                  <a:lnTo>
                    <a:pt x="12" y="37"/>
                  </a:lnTo>
                  <a:lnTo>
                    <a:pt x="14" y="29"/>
                  </a:lnTo>
                  <a:lnTo>
                    <a:pt x="2" y="28"/>
                  </a:lnTo>
                  <a:lnTo>
                    <a:pt x="5" y="12"/>
                  </a:lnTo>
                  <a:lnTo>
                    <a:pt x="17"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6" name="Freeform 90">
              <a:extLst>
                <a:ext uri="{FF2B5EF4-FFF2-40B4-BE49-F238E27FC236}">
                  <a16:creationId xmlns:a16="http://schemas.microsoft.com/office/drawing/2014/main" id="{85D27DC7-FCA2-A641-1214-0C7ABBD9AF31}"/>
                </a:ext>
              </a:extLst>
            </p:cNvPr>
            <p:cNvSpPr>
              <a:spLocks/>
            </p:cNvSpPr>
            <p:nvPr/>
          </p:nvSpPr>
          <p:spPr bwMode="auto">
            <a:xfrm>
              <a:off x="2811" y="2825"/>
              <a:ext cx="87" cy="95"/>
            </a:xfrm>
            <a:custGeom>
              <a:avLst/>
              <a:gdLst>
                <a:gd name="T0" fmla="*/ 56 w 87"/>
                <a:gd name="T1" fmla="*/ 0 h 95"/>
                <a:gd name="T2" fmla="*/ 68 w 87"/>
                <a:gd name="T3" fmla="*/ 8 h 95"/>
                <a:gd name="T4" fmla="*/ 87 w 87"/>
                <a:gd name="T5" fmla="*/ 16 h 95"/>
                <a:gd name="T6" fmla="*/ 85 w 87"/>
                <a:gd name="T7" fmla="*/ 30 h 95"/>
                <a:gd name="T8" fmla="*/ 56 w 87"/>
                <a:gd name="T9" fmla="*/ 30 h 95"/>
                <a:gd name="T10" fmla="*/ 66 w 87"/>
                <a:gd name="T11" fmla="*/ 45 h 95"/>
                <a:gd name="T12" fmla="*/ 49 w 87"/>
                <a:gd name="T13" fmla="*/ 54 h 95"/>
                <a:gd name="T14" fmla="*/ 36 w 87"/>
                <a:gd name="T15" fmla="*/ 72 h 95"/>
                <a:gd name="T16" fmla="*/ 0 w 87"/>
                <a:gd name="T17" fmla="*/ 95 h 95"/>
                <a:gd name="T18" fmla="*/ 14 w 87"/>
                <a:gd name="T19" fmla="*/ 27 h 95"/>
                <a:gd name="T20" fmla="*/ 45 w 87"/>
                <a:gd name="T21" fmla="*/ 27 h 95"/>
                <a:gd name="T22" fmla="*/ 45 w 87"/>
                <a:gd name="T23" fmla="*/ 9 h 95"/>
                <a:gd name="T24" fmla="*/ 56 w 87"/>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95">
                  <a:moveTo>
                    <a:pt x="56" y="0"/>
                  </a:moveTo>
                  <a:lnTo>
                    <a:pt x="68" y="8"/>
                  </a:lnTo>
                  <a:lnTo>
                    <a:pt x="87" y="16"/>
                  </a:lnTo>
                  <a:lnTo>
                    <a:pt x="85" y="30"/>
                  </a:lnTo>
                  <a:lnTo>
                    <a:pt x="56" y="30"/>
                  </a:lnTo>
                  <a:lnTo>
                    <a:pt x="66" y="45"/>
                  </a:lnTo>
                  <a:lnTo>
                    <a:pt x="49" y="54"/>
                  </a:lnTo>
                  <a:lnTo>
                    <a:pt x="36" y="72"/>
                  </a:lnTo>
                  <a:lnTo>
                    <a:pt x="0" y="95"/>
                  </a:lnTo>
                  <a:lnTo>
                    <a:pt x="14" y="27"/>
                  </a:lnTo>
                  <a:lnTo>
                    <a:pt x="45" y="27"/>
                  </a:lnTo>
                  <a:lnTo>
                    <a:pt x="45" y="9"/>
                  </a:lnTo>
                  <a:lnTo>
                    <a:pt x="56"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7" name="Freeform 91">
              <a:extLst>
                <a:ext uri="{FF2B5EF4-FFF2-40B4-BE49-F238E27FC236}">
                  <a16:creationId xmlns:a16="http://schemas.microsoft.com/office/drawing/2014/main" id="{BE15E3A4-D502-4939-B4EA-BD1A611D1966}"/>
                </a:ext>
              </a:extLst>
            </p:cNvPr>
            <p:cNvSpPr>
              <a:spLocks/>
            </p:cNvSpPr>
            <p:nvPr/>
          </p:nvSpPr>
          <p:spPr bwMode="auto">
            <a:xfrm>
              <a:off x="2718" y="2611"/>
              <a:ext cx="178" cy="202"/>
            </a:xfrm>
            <a:custGeom>
              <a:avLst/>
              <a:gdLst>
                <a:gd name="T0" fmla="*/ 35 w 178"/>
                <a:gd name="T1" fmla="*/ 13 h 202"/>
                <a:gd name="T2" fmla="*/ 56 w 178"/>
                <a:gd name="T3" fmla="*/ 9 h 202"/>
                <a:gd name="T4" fmla="*/ 82 w 178"/>
                <a:gd name="T5" fmla="*/ 21 h 202"/>
                <a:gd name="T6" fmla="*/ 91 w 178"/>
                <a:gd name="T7" fmla="*/ 14 h 202"/>
                <a:gd name="T8" fmla="*/ 91 w 178"/>
                <a:gd name="T9" fmla="*/ 0 h 202"/>
                <a:gd name="T10" fmla="*/ 103 w 178"/>
                <a:gd name="T11" fmla="*/ 19 h 202"/>
                <a:gd name="T12" fmla="*/ 115 w 178"/>
                <a:gd name="T13" fmla="*/ 30 h 202"/>
                <a:gd name="T14" fmla="*/ 107 w 178"/>
                <a:gd name="T15" fmla="*/ 40 h 202"/>
                <a:gd name="T16" fmla="*/ 107 w 178"/>
                <a:gd name="T17" fmla="*/ 51 h 202"/>
                <a:gd name="T18" fmla="*/ 117 w 178"/>
                <a:gd name="T19" fmla="*/ 70 h 202"/>
                <a:gd name="T20" fmla="*/ 105 w 178"/>
                <a:gd name="T21" fmla="*/ 82 h 202"/>
                <a:gd name="T22" fmla="*/ 105 w 178"/>
                <a:gd name="T23" fmla="*/ 106 h 202"/>
                <a:gd name="T24" fmla="*/ 84 w 178"/>
                <a:gd name="T25" fmla="*/ 106 h 202"/>
                <a:gd name="T26" fmla="*/ 84 w 178"/>
                <a:gd name="T27" fmla="*/ 117 h 202"/>
                <a:gd name="T28" fmla="*/ 91 w 178"/>
                <a:gd name="T29" fmla="*/ 127 h 202"/>
                <a:gd name="T30" fmla="*/ 107 w 178"/>
                <a:gd name="T31" fmla="*/ 127 h 202"/>
                <a:gd name="T32" fmla="*/ 107 w 178"/>
                <a:gd name="T33" fmla="*/ 136 h 202"/>
                <a:gd name="T34" fmla="*/ 93 w 178"/>
                <a:gd name="T35" fmla="*/ 146 h 202"/>
                <a:gd name="T36" fmla="*/ 84 w 178"/>
                <a:gd name="T37" fmla="*/ 144 h 202"/>
                <a:gd name="T38" fmla="*/ 93 w 178"/>
                <a:gd name="T39" fmla="*/ 154 h 202"/>
                <a:gd name="T40" fmla="*/ 114 w 178"/>
                <a:gd name="T41" fmla="*/ 156 h 202"/>
                <a:gd name="T42" fmla="*/ 138 w 178"/>
                <a:gd name="T43" fmla="*/ 144 h 202"/>
                <a:gd name="T44" fmla="*/ 154 w 178"/>
                <a:gd name="T45" fmla="*/ 162 h 202"/>
                <a:gd name="T46" fmla="*/ 168 w 178"/>
                <a:gd name="T47" fmla="*/ 172 h 202"/>
                <a:gd name="T48" fmla="*/ 171 w 178"/>
                <a:gd name="T49" fmla="*/ 191 h 202"/>
                <a:gd name="T50" fmla="*/ 178 w 178"/>
                <a:gd name="T51" fmla="*/ 193 h 202"/>
                <a:gd name="T52" fmla="*/ 178 w 178"/>
                <a:gd name="T53" fmla="*/ 201 h 202"/>
                <a:gd name="T54" fmla="*/ 159 w 178"/>
                <a:gd name="T55" fmla="*/ 202 h 202"/>
                <a:gd name="T56" fmla="*/ 150 w 178"/>
                <a:gd name="T57" fmla="*/ 194 h 202"/>
                <a:gd name="T58" fmla="*/ 138 w 178"/>
                <a:gd name="T59" fmla="*/ 193 h 202"/>
                <a:gd name="T60" fmla="*/ 128 w 178"/>
                <a:gd name="T61" fmla="*/ 185 h 202"/>
                <a:gd name="T62" fmla="*/ 124 w 178"/>
                <a:gd name="T63" fmla="*/ 196 h 202"/>
                <a:gd name="T64" fmla="*/ 105 w 178"/>
                <a:gd name="T65" fmla="*/ 202 h 202"/>
                <a:gd name="T66" fmla="*/ 105 w 178"/>
                <a:gd name="T67" fmla="*/ 191 h 202"/>
                <a:gd name="T68" fmla="*/ 115 w 178"/>
                <a:gd name="T69" fmla="*/ 185 h 202"/>
                <a:gd name="T70" fmla="*/ 107 w 178"/>
                <a:gd name="T71" fmla="*/ 172 h 202"/>
                <a:gd name="T72" fmla="*/ 44 w 178"/>
                <a:gd name="T73" fmla="*/ 183 h 202"/>
                <a:gd name="T74" fmla="*/ 41 w 178"/>
                <a:gd name="T75" fmla="*/ 167 h 202"/>
                <a:gd name="T76" fmla="*/ 54 w 178"/>
                <a:gd name="T77" fmla="*/ 159 h 202"/>
                <a:gd name="T78" fmla="*/ 53 w 178"/>
                <a:gd name="T79" fmla="*/ 144 h 202"/>
                <a:gd name="T80" fmla="*/ 44 w 178"/>
                <a:gd name="T81" fmla="*/ 146 h 202"/>
                <a:gd name="T82" fmla="*/ 9 w 178"/>
                <a:gd name="T83" fmla="*/ 125 h 202"/>
                <a:gd name="T84" fmla="*/ 13 w 178"/>
                <a:gd name="T85" fmla="*/ 112 h 202"/>
                <a:gd name="T86" fmla="*/ 0 w 178"/>
                <a:gd name="T87" fmla="*/ 106 h 202"/>
                <a:gd name="T88" fmla="*/ 2 w 178"/>
                <a:gd name="T89" fmla="*/ 87 h 202"/>
                <a:gd name="T90" fmla="*/ 14 w 178"/>
                <a:gd name="T91" fmla="*/ 87 h 202"/>
                <a:gd name="T92" fmla="*/ 9 w 178"/>
                <a:gd name="T93" fmla="*/ 101 h 202"/>
                <a:gd name="T94" fmla="*/ 18 w 178"/>
                <a:gd name="T95" fmla="*/ 107 h 202"/>
                <a:gd name="T96" fmla="*/ 32 w 178"/>
                <a:gd name="T97" fmla="*/ 106 h 202"/>
                <a:gd name="T98" fmla="*/ 30 w 178"/>
                <a:gd name="T99" fmla="*/ 77 h 202"/>
                <a:gd name="T100" fmla="*/ 20 w 178"/>
                <a:gd name="T101" fmla="*/ 74 h 202"/>
                <a:gd name="T102" fmla="*/ 18 w 178"/>
                <a:gd name="T103" fmla="*/ 59 h 202"/>
                <a:gd name="T104" fmla="*/ 13 w 178"/>
                <a:gd name="T105" fmla="*/ 50 h 202"/>
                <a:gd name="T106" fmla="*/ 30 w 178"/>
                <a:gd name="T107" fmla="*/ 0 h 202"/>
                <a:gd name="T108" fmla="*/ 35 w 178"/>
                <a:gd name="T109" fmla="*/ 1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8" h="202">
                  <a:moveTo>
                    <a:pt x="35" y="13"/>
                  </a:moveTo>
                  <a:lnTo>
                    <a:pt x="56" y="9"/>
                  </a:lnTo>
                  <a:lnTo>
                    <a:pt x="82" y="21"/>
                  </a:lnTo>
                  <a:lnTo>
                    <a:pt x="91" y="14"/>
                  </a:lnTo>
                  <a:lnTo>
                    <a:pt x="91" y="0"/>
                  </a:lnTo>
                  <a:lnTo>
                    <a:pt x="103" y="19"/>
                  </a:lnTo>
                  <a:lnTo>
                    <a:pt x="115" y="30"/>
                  </a:lnTo>
                  <a:lnTo>
                    <a:pt x="107" y="40"/>
                  </a:lnTo>
                  <a:lnTo>
                    <a:pt x="107" y="51"/>
                  </a:lnTo>
                  <a:lnTo>
                    <a:pt x="117" y="70"/>
                  </a:lnTo>
                  <a:lnTo>
                    <a:pt x="105" y="82"/>
                  </a:lnTo>
                  <a:lnTo>
                    <a:pt x="105" y="106"/>
                  </a:lnTo>
                  <a:lnTo>
                    <a:pt x="84" y="106"/>
                  </a:lnTo>
                  <a:lnTo>
                    <a:pt x="84" y="117"/>
                  </a:lnTo>
                  <a:lnTo>
                    <a:pt x="91" y="127"/>
                  </a:lnTo>
                  <a:lnTo>
                    <a:pt x="107" y="127"/>
                  </a:lnTo>
                  <a:lnTo>
                    <a:pt x="107" y="136"/>
                  </a:lnTo>
                  <a:lnTo>
                    <a:pt x="93" y="146"/>
                  </a:lnTo>
                  <a:lnTo>
                    <a:pt x="84" y="144"/>
                  </a:lnTo>
                  <a:lnTo>
                    <a:pt x="93" y="154"/>
                  </a:lnTo>
                  <a:lnTo>
                    <a:pt x="114" y="156"/>
                  </a:lnTo>
                  <a:lnTo>
                    <a:pt x="138" y="144"/>
                  </a:lnTo>
                  <a:lnTo>
                    <a:pt x="154" y="162"/>
                  </a:lnTo>
                  <a:lnTo>
                    <a:pt x="168" y="172"/>
                  </a:lnTo>
                  <a:lnTo>
                    <a:pt x="171" y="191"/>
                  </a:lnTo>
                  <a:lnTo>
                    <a:pt x="178" y="193"/>
                  </a:lnTo>
                  <a:lnTo>
                    <a:pt x="178" y="201"/>
                  </a:lnTo>
                  <a:lnTo>
                    <a:pt x="159" y="202"/>
                  </a:lnTo>
                  <a:lnTo>
                    <a:pt x="150" y="194"/>
                  </a:lnTo>
                  <a:lnTo>
                    <a:pt x="138" y="193"/>
                  </a:lnTo>
                  <a:lnTo>
                    <a:pt x="128" y="185"/>
                  </a:lnTo>
                  <a:lnTo>
                    <a:pt x="124" y="196"/>
                  </a:lnTo>
                  <a:lnTo>
                    <a:pt x="105" y="202"/>
                  </a:lnTo>
                  <a:lnTo>
                    <a:pt x="105" y="191"/>
                  </a:lnTo>
                  <a:lnTo>
                    <a:pt x="115" y="185"/>
                  </a:lnTo>
                  <a:lnTo>
                    <a:pt x="107" y="172"/>
                  </a:lnTo>
                  <a:lnTo>
                    <a:pt x="44" y="183"/>
                  </a:lnTo>
                  <a:lnTo>
                    <a:pt x="41" y="167"/>
                  </a:lnTo>
                  <a:lnTo>
                    <a:pt x="54" y="159"/>
                  </a:lnTo>
                  <a:lnTo>
                    <a:pt x="53" y="144"/>
                  </a:lnTo>
                  <a:lnTo>
                    <a:pt x="44" y="146"/>
                  </a:lnTo>
                  <a:lnTo>
                    <a:pt x="9" y="125"/>
                  </a:lnTo>
                  <a:lnTo>
                    <a:pt x="13" y="112"/>
                  </a:lnTo>
                  <a:lnTo>
                    <a:pt x="0" y="106"/>
                  </a:lnTo>
                  <a:lnTo>
                    <a:pt x="2" y="87"/>
                  </a:lnTo>
                  <a:lnTo>
                    <a:pt x="14" y="87"/>
                  </a:lnTo>
                  <a:lnTo>
                    <a:pt x="9" y="101"/>
                  </a:lnTo>
                  <a:lnTo>
                    <a:pt x="18" y="107"/>
                  </a:lnTo>
                  <a:lnTo>
                    <a:pt x="32" y="106"/>
                  </a:lnTo>
                  <a:lnTo>
                    <a:pt x="30" y="77"/>
                  </a:lnTo>
                  <a:lnTo>
                    <a:pt x="20" y="74"/>
                  </a:lnTo>
                  <a:lnTo>
                    <a:pt x="18" y="59"/>
                  </a:lnTo>
                  <a:lnTo>
                    <a:pt x="13" y="50"/>
                  </a:lnTo>
                  <a:lnTo>
                    <a:pt x="30" y="0"/>
                  </a:lnTo>
                  <a:lnTo>
                    <a:pt x="35" y="13"/>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8" name="Freeform 92">
              <a:extLst>
                <a:ext uri="{FF2B5EF4-FFF2-40B4-BE49-F238E27FC236}">
                  <a16:creationId xmlns:a16="http://schemas.microsoft.com/office/drawing/2014/main" id="{12BFE7F8-4EFB-9C39-3CF6-A848FF6511FB}"/>
                </a:ext>
              </a:extLst>
            </p:cNvPr>
            <p:cNvSpPr>
              <a:spLocks/>
            </p:cNvSpPr>
            <p:nvPr/>
          </p:nvSpPr>
          <p:spPr bwMode="auto">
            <a:xfrm>
              <a:off x="2959" y="2879"/>
              <a:ext cx="24" cy="29"/>
            </a:xfrm>
            <a:custGeom>
              <a:avLst/>
              <a:gdLst>
                <a:gd name="T0" fmla="*/ 0 w 21"/>
                <a:gd name="T1" fmla="*/ 0 h 29"/>
                <a:gd name="T2" fmla="*/ 21 w 21"/>
                <a:gd name="T3" fmla="*/ 15 h 29"/>
                <a:gd name="T4" fmla="*/ 7 w 21"/>
                <a:gd name="T5" fmla="*/ 29 h 29"/>
                <a:gd name="T6" fmla="*/ 0 w 21"/>
                <a:gd name="T7" fmla="*/ 0 h 29"/>
              </a:gdLst>
              <a:ahLst/>
              <a:cxnLst>
                <a:cxn ang="0">
                  <a:pos x="T0" y="T1"/>
                </a:cxn>
                <a:cxn ang="0">
                  <a:pos x="T2" y="T3"/>
                </a:cxn>
                <a:cxn ang="0">
                  <a:pos x="T4" y="T5"/>
                </a:cxn>
                <a:cxn ang="0">
                  <a:pos x="T6" y="T7"/>
                </a:cxn>
              </a:cxnLst>
              <a:rect l="0" t="0" r="r" b="b"/>
              <a:pathLst>
                <a:path w="21" h="29">
                  <a:moveTo>
                    <a:pt x="0" y="0"/>
                  </a:moveTo>
                  <a:lnTo>
                    <a:pt x="21" y="15"/>
                  </a:lnTo>
                  <a:lnTo>
                    <a:pt x="7" y="29"/>
                  </a:lnTo>
                  <a:lnTo>
                    <a:pt x="0"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09" name="Freeform 93">
              <a:extLst>
                <a:ext uri="{FF2B5EF4-FFF2-40B4-BE49-F238E27FC236}">
                  <a16:creationId xmlns:a16="http://schemas.microsoft.com/office/drawing/2014/main" id="{3D5E1181-BC75-B6FC-E037-60B7356A0C71}"/>
                </a:ext>
              </a:extLst>
            </p:cNvPr>
            <p:cNvSpPr>
              <a:spLocks/>
            </p:cNvSpPr>
            <p:nvPr/>
          </p:nvSpPr>
          <p:spPr bwMode="auto">
            <a:xfrm>
              <a:off x="2983" y="2898"/>
              <a:ext cx="16" cy="40"/>
            </a:xfrm>
            <a:custGeom>
              <a:avLst/>
              <a:gdLst>
                <a:gd name="T0" fmla="*/ 6 w 16"/>
                <a:gd name="T1" fmla="*/ 0 h 37"/>
                <a:gd name="T2" fmla="*/ 16 w 16"/>
                <a:gd name="T3" fmla="*/ 16 h 37"/>
                <a:gd name="T4" fmla="*/ 16 w 16"/>
                <a:gd name="T5" fmla="*/ 37 h 37"/>
                <a:gd name="T6" fmla="*/ 6 w 16"/>
                <a:gd name="T7" fmla="*/ 27 h 37"/>
                <a:gd name="T8" fmla="*/ 0 w 16"/>
                <a:gd name="T9" fmla="*/ 18 h 37"/>
                <a:gd name="T10" fmla="*/ 6 w 16"/>
                <a:gd name="T11" fmla="*/ 0 h 37"/>
              </a:gdLst>
              <a:ahLst/>
              <a:cxnLst>
                <a:cxn ang="0">
                  <a:pos x="T0" y="T1"/>
                </a:cxn>
                <a:cxn ang="0">
                  <a:pos x="T2" y="T3"/>
                </a:cxn>
                <a:cxn ang="0">
                  <a:pos x="T4" y="T5"/>
                </a:cxn>
                <a:cxn ang="0">
                  <a:pos x="T6" y="T7"/>
                </a:cxn>
                <a:cxn ang="0">
                  <a:pos x="T8" y="T9"/>
                </a:cxn>
                <a:cxn ang="0">
                  <a:pos x="T10" y="T11"/>
                </a:cxn>
              </a:cxnLst>
              <a:rect l="0" t="0" r="r" b="b"/>
              <a:pathLst>
                <a:path w="16" h="37">
                  <a:moveTo>
                    <a:pt x="6" y="0"/>
                  </a:moveTo>
                  <a:lnTo>
                    <a:pt x="16" y="16"/>
                  </a:lnTo>
                  <a:lnTo>
                    <a:pt x="16" y="37"/>
                  </a:lnTo>
                  <a:lnTo>
                    <a:pt x="6" y="27"/>
                  </a:lnTo>
                  <a:lnTo>
                    <a:pt x="0" y="18"/>
                  </a:lnTo>
                  <a:lnTo>
                    <a:pt x="6"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0" name="Freeform 94">
              <a:extLst>
                <a:ext uri="{FF2B5EF4-FFF2-40B4-BE49-F238E27FC236}">
                  <a16:creationId xmlns:a16="http://schemas.microsoft.com/office/drawing/2014/main" id="{E87C9A0E-2166-38EE-475F-1AC929AA2551}"/>
                </a:ext>
              </a:extLst>
            </p:cNvPr>
            <p:cNvSpPr>
              <a:spLocks/>
            </p:cNvSpPr>
            <p:nvPr/>
          </p:nvSpPr>
          <p:spPr bwMode="auto">
            <a:xfrm>
              <a:off x="2826" y="2920"/>
              <a:ext cx="176" cy="144"/>
            </a:xfrm>
            <a:custGeom>
              <a:avLst/>
              <a:gdLst>
                <a:gd name="T0" fmla="*/ 125 w 177"/>
                <a:gd name="T1" fmla="*/ 0 h 144"/>
                <a:gd name="T2" fmla="*/ 144 w 177"/>
                <a:gd name="T3" fmla="*/ 0 h 144"/>
                <a:gd name="T4" fmla="*/ 144 w 177"/>
                <a:gd name="T5" fmla="*/ 9 h 144"/>
                <a:gd name="T6" fmla="*/ 155 w 177"/>
                <a:gd name="T7" fmla="*/ 9 h 144"/>
                <a:gd name="T8" fmla="*/ 167 w 177"/>
                <a:gd name="T9" fmla="*/ 20 h 144"/>
                <a:gd name="T10" fmla="*/ 169 w 177"/>
                <a:gd name="T11" fmla="*/ 32 h 144"/>
                <a:gd name="T12" fmla="*/ 177 w 177"/>
                <a:gd name="T13" fmla="*/ 46 h 144"/>
                <a:gd name="T14" fmla="*/ 177 w 177"/>
                <a:gd name="T15" fmla="*/ 85 h 144"/>
                <a:gd name="T16" fmla="*/ 165 w 177"/>
                <a:gd name="T17" fmla="*/ 99 h 144"/>
                <a:gd name="T18" fmla="*/ 165 w 177"/>
                <a:gd name="T19" fmla="*/ 114 h 144"/>
                <a:gd name="T20" fmla="*/ 153 w 177"/>
                <a:gd name="T21" fmla="*/ 114 h 144"/>
                <a:gd name="T22" fmla="*/ 155 w 177"/>
                <a:gd name="T23" fmla="*/ 94 h 144"/>
                <a:gd name="T24" fmla="*/ 132 w 177"/>
                <a:gd name="T25" fmla="*/ 96 h 144"/>
                <a:gd name="T26" fmla="*/ 132 w 177"/>
                <a:gd name="T27" fmla="*/ 101 h 144"/>
                <a:gd name="T28" fmla="*/ 144 w 177"/>
                <a:gd name="T29" fmla="*/ 104 h 144"/>
                <a:gd name="T30" fmla="*/ 144 w 177"/>
                <a:gd name="T31" fmla="*/ 123 h 144"/>
                <a:gd name="T32" fmla="*/ 132 w 177"/>
                <a:gd name="T33" fmla="*/ 131 h 144"/>
                <a:gd name="T34" fmla="*/ 127 w 177"/>
                <a:gd name="T35" fmla="*/ 144 h 144"/>
                <a:gd name="T36" fmla="*/ 115 w 177"/>
                <a:gd name="T37" fmla="*/ 131 h 144"/>
                <a:gd name="T38" fmla="*/ 99 w 177"/>
                <a:gd name="T39" fmla="*/ 131 h 144"/>
                <a:gd name="T40" fmla="*/ 85 w 177"/>
                <a:gd name="T41" fmla="*/ 117 h 144"/>
                <a:gd name="T42" fmla="*/ 71 w 177"/>
                <a:gd name="T43" fmla="*/ 102 h 144"/>
                <a:gd name="T44" fmla="*/ 71 w 177"/>
                <a:gd name="T45" fmla="*/ 99 h 144"/>
                <a:gd name="T46" fmla="*/ 85 w 177"/>
                <a:gd name="T47" fmla="*/ 85 h 144"/>
                <a:gd name="T48" fmla="*/ 71 w 177"/>
                <a:gd name="T49" fmla="*/ 86 h 144"/>
                <a:gd name="T50" fmla="*/ 66 w 177"/>
                <a:gd name="T51" fmla="*/ 77 h 144"/>
                <a:gd name="T52" fmla="*/ 61 w 177"/>
                <a:gd name="T53" fmla="*/ 85 h 144"/>
                <a:gd name="T54" fmla="*/ 33 w 177"/>
                <a:gd name="T55" fmla="*/ 88 h 144"/>
                <a:gd name="T56" fmla="*/ 31 w 177"/>
                <a:gd name="T57" fmla="*/ 70 h 144"/>
                <a:gd name="T58" fmla="*/ 19 w 177"/>
                <a:gd name="T59" fmla="*/ 86 h 144"/>
                <a:gd name="T60" fmla="*/ 21 w 177"/>
                <a:gd name="T61" fmla="*/ 101 h 144"/>
                <a:gd name="T62" fmla="*/ 8 w 177"/>
                <a:gd name="T63" fmla="*/ 114 h 144"/>
                <a:gd name="T64" fmla="*/ 0 w 177"/>
                <a:gd name="T65" fmla="*/ 104 h 144"/>
                <a:gd name="T66" fmla="*/ 0 w 177"/>
                <a:gd name="T67" fmla="*/ 74 h 144"/>
                <a:gd name="T68" fmla="*/ 12 w 177"/>
                <a:gd name="T69" fmla="*/ 65 h 144"/>
                <a:gd name="T70" fmla="*/ 26 w 177"/>
                <a:gd name="T71" fmla="*/ 64 h 144"/>
                <a:gd name="T72" fmla="*/ 31 w 177"/>
                <a:gd name="T73" fmla="*/ 57 h 144"/>
                <a:gd name="T74" fmla="*/ 40 w 177"/>
                <a:gd name="T75" fmla="*/ 54 h 144"/>
                <a:gd name="T76" fmla="*/ 50 w 177"/>
                <a:gd name="T77" fmla="*/ 46 h 144"/>
                <a:gd name="T78" fmla="*/ 71 w 177"/>
                <a:gd name="T79" fmla="*/ 46 h 144"/>
                <a:gd name="T80" fmla="*/ 80 w 177"/>
                <a:gd name="T81" fmla="*/ 54 h 144"/>
                <a:gd name="T82" fmla="*/ 82 w 177"/>
                <a:gd name="T83" fmla="*/ 46 h 144"/>
                <a:gd name="T84" fmla="*/ 101 w 177"/>
                <a:gd name="T85" fmla="*/ 48 h 144"/>
                <a:gd name="T86" fmla="*/ 101 w 177"/>
                <a:gd name="T87" fmla="*/ 27 h 144"/>
                <a:gd name="T88" fmla="*/ 125 w 177"/>
                <a:gd name="T89" fmla="*/ 19 h 144"/>
                <a:gd name="T90" fmla="*/ 125 w 177"/>
                <a:gd name="T9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44">
                  <a:moveTo>
                    <a:pt x="125" y="0"/>
                  </a:moveTo>
                  <a:lnTo>
                    <a:pt x="144" y="0"/>
                  </a:lnTo>
                  <a:lnTo>
                    <a:pt x="144" y="9"/>
                  </a:lnTo>
                  <a:lnTo>
                    <a:pt x="155" y="9"/>
                  </a:lnTo>
                  <a:lnTo>
                    <a:pt x="167" y="20"/>
                  </a:lnTo>
                  <a:lnTo>
                    <a:pt x="169" y="32"/>
                  </a:lnTo>
                  <a:lnTo>
                    <a:pt x="177" y="46"/>
                  </a:lnTo>
                  <a:lnTo>
                    <a:pt x="177" y="85"/>
                  </a:lnTo>
                  <a:lnTo>
                    <a:pt x="165" y="99"/>
                  </a:lnTo>
                  <a:lnTo>
                    <a:pt x="165" y="114"/>
                  </a:lnTo>
                  <a:lnTo>
                    <a:pt x="153" y="114"/>
                  </a:lnTo>
                  <a:lnTo>
                    <a:pt x="155" y="94"/>
                  </a:lnTo>
                  <a:lnTo>
                    <a:pt x="132" y="96"/>
                  </a:lnTo>
                  <a:lnTo>
                    <a:pt x="132" y="101"/>
                  </a:lnTo>
                  <a:lnTo>
                    <a:pt x="144" y="104"/>
                  </a:lnTo>
                  <a:lnTo>
                    <a:pt x="144" y="123"/>
                  </a:lnTo>
                  <a:lnTo>
                    <a:pt x="132" y="131"/>
                  </a:lnTo>
                  <a:lnTo>
                    <a:pt x="127" y="144"/>
                  </a:lnTo>
                  <a:lnTo>
                    <a:pt x="115" y="131"/>
                  </a:lnTo>
                  <a:lnTo>
                    <a:pt x="99" y="131"/>
                  </a:lnTo>
                  <a:lnTo>
                    <a:pt x="85" y="117"/>
                  </a:lnTo>
                  <a:lnTo>
                    <a:pt x="71" y="102"/>
                  </a:lnTo>
                  <a:lnTo>
                    <a:pt x="71" y="99"/>
                  </a:lnTo>
                  <a:lnTo>
                    <a:pt x="85" y="85"/>
                  </a:lnTo>
                  <a:lnTo>
                    <a:pt x="71" y="86"/>
                  </a:lnTo>
                  <a:lnTo>
                    <a:pt x="66" y="77"/>
                  </a:lnTo>
                  <a:lnTo>
                    <a:pt x="61" y="85"/>
                  </a:lnTo>
                  <a:lnTo>
                    <a:pt x="33" y="88"/>
                  </a:lnTo>
                  <a:lnTo>
                    <a:pt x="31" y="70"/>
                  </a:lnTo>
                  <a:lnTo>
                    <a:pt x="19" y="86"/>
                  </a:lnTo>
                  <a:lnTo>
                    <a:pt x="21" y="101"/>
                  </a:lnTo>
                  <a:lnTo>
                    <a:pt x="8" y="114"/>
                  </a:lnTo>
                  <a:lnTo>
                    <a:pt x="0" y="104"/>
                  </a:lnTo>
                  <a:lnTo>
                    <a:pt x="0" y="74"/>
                  </a:lnTo>
                  <a:lnTo>
                    <a:pt x="12" y="65"/>
                  </a:lnTo>
                  <a:lnTo>
                    <a:pt x="26" y="64"/>
                  </a:lnTo>
                  <a:lnTo>
                    <a:pt x="31" y="57"/>
                  </a:lnTo>
                  <a:lnTo>
                    <a:pt x="40" y="54"/>
                  </a:lnTo>
                  <a:lnTo>
                    <a:pt x="50" y="46"/>
                  </a:lnTo>
                  <a:lnTo>
                    <a:pt x="71" y="46"/>
                  </a:lnTo>
                  <a:lnTo>
                    <a:pt x="80" y="54"/>
                  </a:lnTo>
                  <a:lnTo>
                    <a:pt x="82" y="46"/>
                  </a:lnTo>
                  <a:lnTo>
                    <a:pt x="101" y="48"/>
                  </a:lnTo>
                  <a:lnTo>
                    <a:pt x="101" y="27"/>
                  </a:lnTo>
                  <a:lnTo>
                    <a:pt x="125" y="19"/>
                  </a:lnTo>
                  <a:lnTo>
                    <a:pt x="125"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grpSp>
        <p:nvGrpSpPr>
          <p:cNvPr id="413702" name="Group 105">
            <a:extLst>
              <a:ext uri="{FF2B5EF4-FFF2-40B4-BE49-F238E27FC236}">
                <a16:creationId xmlns:a16="http://schemas.microsoft.com/office/drawing/2014/main" id="{3E64EA8F-A0B0-CA49-8F9B-08CEB0EA6685}"/>
              </a:ext>
            </a:extLst>
          </p:cNvPr>
          <p:cNvGrpSpPr>
            <a:grpSpLocks/>
          </p:cNvGrpSpPr>
          <p:nvPr/>
        </p:nvGrpSpPr>
        <p:grpSpPr bwMode="auto">
          <a:xfrm>
            <a:off x="7227888" y="1585913"/>
            <a:ext cx="534987" cy="1557337"/>
            <a:chOff x="2459" y="1047"/>
            <a:chExt cx="366" cy="1063"/>
          </a:xfrm>
        </p:grpSpPr>
        <p:sp>
          <p:nvSpPr>
            <p:cNvPr id="1878112" name="Freeform 96">
              <a:extLst>
                <a:ext uri="{FF2B5EF4-FFF2-40B4-BE49-F238E27FC236}">
                  <a16:creationId xmlns:a16="http://schemas.microsoft.com/office/drawing/2014/main" id="{70DD589C-0784-F49C-0D7E-4384D68946D4}"/>
                </a:ext>
              </a:extLst>
            </p:cNvPr>
            <p:cNvSpPr>
              <a:spLocks/>
            </p:cNvSpPr>
            <p:nvPr/>
          </p:nvSpPr>
          <p:spPr bwMode="auto">
            <a:xfrm>
              <a:off x="2679" y="1856"/>
              <a:ext cx="24" cy="36"/>
            </a:xfrm>
            <a:custGeom>
              <a:avLst/>
              <a:gdLst>
                <a:gd name="T0" fmla="*/ 4 w 23"/>
                <a:gd name="T1" fmla="*/ 23 h 36"/>
                <a:gd name="T2" fmla="*/ 7 w 23"/>
                <a:gd name="T3" fmla="*/ 16 h 36"/>
                <a:gd name="T4" fmla="*/ 9 w 23"/>
                <a:gd name="T5" fmla="*/ 7 h 36"/>
                <a:gd name="T6" fmla="*/ 11 w 23"/>
                <a:gd name="T7" fmla="*/ 2 h 36"/>
                <a:gd name="T8" fmla="*/ 19 w 23"/>
                <a:gd name="T9" fmla="*/ 0 h 36"/>
                <a:gd name="T10" fmla="*/ 23 w 23"/>
                <a:gd name="T11" fmla="*/ 8 h 36"/>
                <a:gd name="T12" fmla="*/ 19 w 23"/>
                <a:gd name="T13" fmla="*/ 23 h 36"/>
                <a:gd name="T14" fmla="*/ 16 w 23"/>
                <a:gd name="T15" fmla="*/ 29 h 36"/>
                <a:gd name="T16" fmla="*/ 14 w 23"/>
                <a:gd name="T17" fmla="*/ 34 h 36"/>
                <a:gd name="T18" fmla="*/ 9 w 23"/>
                <a:gd name="T19" fmla="*/ 36 h 36"/>
                <a:gd name="T20" fmla="*/ 4 w 23"/>
                <a:gd name="T21" fmla="*/ 36 h 36"/>
                <a:gd name="T22" fmla="*/ 4 w 23"/>
                <a:gd name="T23" fmla="*/ 32 h 36"/>
                <a:gd name="T24" fmla="*/ 0 w 23"/>
                <a:gd name="T25" fmla="*/ 29 h 36"/>
                <a:gd name="T26" fmla="*/ 4 w 23"/>
                <a:gd name="T2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36">
                  <a:moveTo>
                    <a:pt x="4" y="23"/>
                  </a:moveTo>
                  <a:lnTo>
                    <a:pt x="7" y="16"/>
                  </a:lnTo>
                  <a:lnTo>
                    <a:pt x="9" y="7"/>
                  </a:lnTo>
                  <a:lnTo>
                    <a:pt x="11" y="2"/>
                  </a:lnTo>
                  <a:lnTo>
                    <a:pt x="19" y="0"/>
                  </a:lnTo>
                  <a:lnTo>
                    <a:pt x="23" y="8"/>
                  </a:lnTo>
                  <a:lnTo>
                    <a:pt x="19" y="23"/>
                  </a:lnTo>
                  <a:lnTo>
                    <a:pt x="16" y="29"/>
                  </a:lnTo>
                  <a:lnTo>
                    <a:pt x="14" y="34"/>
                  </a:lnTo>
                  <a:lnTo>
                    <a:pt x="9" y="36"/>
                  </a:lnTo>
                  <a:lnTo>
                    <a:pt x="4" y="36"/>
                  </a:lnTo>
                  <a:lnTo>
                    <a:pt x="4" y="32"/>
                  </a:lnTo>
                  <a:lnTo>
                    <a:pt x="0" y="29"/>
                  </a:lnTo>
                  <a:lnTo>
                    <a:pt x="4" y="23"/>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nvGrpSpPr>
            <p:cNvPr id="413793" name="Group 104">
              <a:extLst>
                <a:ext uri="{FF2B5EF4-FFF2-40B4-BE49-F238E27FC236}">
                  <a16:creationId xmlns:a16="http://schemas.microsoft.com/office/drawing/2014/main" id="{F3EA8FBA-9897-7C3F-5E74-9FB9C69B3807}"/>
                </a:ext>
              </a:extLst>
            </p:cNvPr>
            <p:cNvGrpSpPr>
              <a:grpSpLocks/>
            </p:cNvGrpSpPr>
            <p:nvPr/>
          </p:nvGrpSpPr>
          <p:grpSpPr bwMode="auto">
            <a:xfrm>
              <a:off x="2459" y="1047"/>
              <a:ext cx="366" cy="1063"/>
              <a:chOff x="2459" y="1047"/>
              <a:chExt cx="366" cy="1063"/>
            </a:xfrm>
          </p:grpSpPr>
          <p:sp>
            <p:nvSpPr>
              <p:cNvPr id="1878113" name="Freeform 97">
                <a:extLst>
                  <a:ext uri="{FF2B5EF4-FFF2-40B4-BE49-F238E27FC236}">
                    <a16:creationId xmlns:a16="http://schemas.microsoft.com/office/drawing/2014/main" id="{70401B29-27C1-04A3-BC81-53080E24BDD3}"/>
                  </a:ext>
                </a:extLst>
              </p:cNvPr>
              <p:cNvSpPr>
                <a:spLocks/>
              </p:cNvSpPr>
              <p:nvPr/>
            </p:nvSpPr>
            <p:spPr bwMode="auto">
              <a:xfrm>
                <a:off x="2459" y="1047"/>
                <a:ext cx="179" cy="230"/>
              </a:xfrm>
              <a:custGeom>
                <a:avLst/>
                <a:gdLst>
                  <a:gd name="T0" fmla="*/ 122 w 179"/>
                  <a:gd name="T1" fmla="*/ 0 h 230"/>
                  <a:gd name="T2" fmla="*/ 130 w 179"/>
                  <a:gd name="T3" fmla="*/ 23 h 230"/>
                  <a:gd name="T4" fmla="*/ 122 w 179"/>
                  <a:gd name="T5" fmla="*/ 36 h 230"/>
                  <a:gd name="T6" fmla="*/ 110 w 179"/>
                  <a:gd name="T7" fmla="*/ 36 h 230"/>
                  <a:gd name="T8" fmla="*/ 103 w 179"/>
                  <a:gd name="T9" fmla="*/ 45 h 230"/>
                  <a:gd name="T10" fmla="*/ 73 w 179"/>
                  <a:gd name="T11" fmla="*/ 56 h 230"/>
                  <a:gd name="T12" fmla="*/ 40 w 179"/>
                  <a:gd name="T13" fmla="*/ 52 h 230"/>
                  <a:gd name="T14" fmla="*/ 8 w 179"/>
                  <a:gd name="T15" fmla="*/ 53 h 230"/>
                  <a:gd name="T16" fmla="*/ 0 w 179"/>
                  <a:gd name="T17" fmla="*/ 50 h 230"/>
                  <a:gd name="T18" fmla="*/ 0 w 179"/>
                  <a:gd name="T19" fmla="*/ 63 h 230"/>
                  <a:gd name="T20" fmla="*/ 7 w 179"/>
                  <a:gd name="T21" fmla="*/ 73 h 230"/>
                  <a:gd name="T22" fmla="*/ 15 w 179"/>
                  <a:gd name="T23" fmla="*/ 85 h 230"/>
                  <a:gd name="T24" fmla="*/ 28 w 179"/>
                  <a:gd name="T25" fmla="*/ 82 h 230"/>
                  <a:gd name="T26" fmla="*/ 33 w 179"/>
                  <a:gd name="T27" fmla="*/ 89 h 230"/>
                  <a:gd name="T28" fmla="*/ 40 w 179"/>
                  <a:gd name="T29" fmla="*/ 89 h 230"/>
                  <a:gd name="T30" fmla="*/ 47 w 179"/>
                  <a:gd name="T31" fmla="*/ 105 h 230"/>
                  <a:gd name="T32" fmla="*/ 59 w 179"/>
                  <a:gd name="T33" fmla="*/ 113 h 230"/>
                  <a:gd name="T34" fmla="*/ 54 w 179"/>
                  <a:gd name="T35" fmla="*/ 122 h 230"/>
                  <a:gd name="T36" fmla="*/ 68 w 179"/>
                  <a:gd name="T37" fmla="*/ 135 h 230"/>
                  <a:gd name="T38" fmla="*/ 64 w 179"/>
                  <a:gd name="T39" fmla="*/ 151 h 230"/>
                  <a:gd name="T40" fmla="*/ 43 w 179"/>
                  <a:gd name="T41" fmla="*/ 159 h 230"/>
                  <a:gd name="T42" fmla="*/ 49 w 179"/>
                  <a:gd name="T43" fmla="*/ 167 h 230"/>
                  <a:gd name="T44" fmla="*/ 59 w 179"/>
                  <a:gd name="T45" fmla="*/ 177 h 230"/>
                  <a:gd name="T46" fmla="*/ 64 w 179"/>
                  <a:gd name="T47" fmla="*/ 185 h 230"/>
                  <a:gd name="T48" fmla="*/ 68 w 179"/>
                  <a:gd name="T49" fmla="*/ 201 h 230"/>
                  <a:gd name="T50" fmla="*/ 82 w 179"/>
                  <a:gd name="T51" fmla="*/ 216 h 230"/>
                  <a:gd name="T52" fmla="*/ 92 w 179"/>
                  <a:gd name="T53" fmla="*/ 209 h 230"/>
                  <a:gd name="T54" fmla="*/ 103 w 179"/>
                  <a:gd name="T55" fmla="*/ 224 h 230"/>
                  <a:gd name="T56" fmla="*/ 113 w 179"/>
                  <a:gd name="T57" fmla="*/ 230 h 230"/>
                  <a:gd name="T58" fmla="*/ 117 w 179"/>
                  <a:gd name="T59" fmla="*/ 229 h 230"/>
                  <a:gd name="T60" fmla="*/ 118 w 179"/>
                  <a:gd name="T61" fmla="*/ 216 h 230"/>
                  <a:gd name="T62" fmla="*/ 117 w 179"/>
                  <a:gd name="T63" fmla="*/ 203 h 230"/>
                  <a:gd name="T64" fmla="*/ 124 w 179"/>
                  <a:gd name="T65" fmla="*/ 198 h 230"/>
                  <a:gd name="T66" fmla="*/ 127 w 179"/>
                  <a:gd name="T67" fmla="*/ 185 h 230"/>
                  <a:gd name="T68" fmla="*/ 111 w 179"/>
                  <a:gd name="T69" fmla="*/ 182 h 230"/>
                  <a:gd name="T70" fmla="*/ 94 w 179"/>
                  <a:gd name="T71" fmla="*/ 190 h 230"/>
                  <a:gd name="T72" fmla="*/ 78 w 179"/>
                  <a:gd name="T73" fmla="*/ 190 h 230"/>
                  <a:gd name="T74" fmla="*/ 85 w 179"/>
                  <a:gd name="T75" fmla="*/ 175 h 230"/>
                  <a:gd name="T76" fmla="*/ 97 w 179"/>
                  <a:gd name="T77" fmla="*/ 175 h 230"/>
                  <a:gd name="T78" fmla="*/ 110 w 179"/>
                  <a:gd name="T79" fmla="*/ 166 h 230"/>
                  <a:gd name="T80" fmla="*/ 113 w 179"/>
                  <a:gd name="T81" fmla="*/ 148 h 230"/>
                  <a:gd name="T82" fmla="*/ 129 w 179"/>
                  <a:gd name="T83" fmla="*/ 143 h 230"/>
                  <a:gd name="T84" fmla="*/ 136 w 179"/>
                  <a:gd name="T85" fmla="*/ 138 h 230"/>
                  <a:gd name="T86" fmla="*/ 157 w 179"/>
                  <a:gd name="T87" fmla="*/ 140 h 230"/>
                  <a:gd name="T88" fmla="*/ 158 w 179"/>
                  <a:gd name="T89" fmla="*/ 135 h 230"/>
                  <a:gd name="T90" fmla="*/ 172 w 179"/>
                  <a:gd name="T91" fmla="*/ 130 h 230"/>
                  <a:gd name="T92" fmla="*/ 157 w 179"/>
                  <a:gd name="T93" fmla="*/ 113 h 230"/>
                  <a:gd name="T94" fmla="*/ 150 w 179"/>
                  <a:gd name="T95" fmla="*/ 103 h 230"/>
                  <a:gd name="T96" fmla="*/ 155 w 179"/>
                  <a:gd name="T97" fmla="*/ 89 h 230"/>
                  <a:gd name="T98" fmla="*/ 155 w 179"/>
                  <a:gd name="T99" fmla="*/ 76 h 230"/>
                  <a:gd name="T100" fmla="*/ 169 w 179"/>
                  <a:gd name="T101" fmla="*/ 61 h 230"/>
                  <a:gd name="T102" fmla="*/ 165 w 179"/>
                  <a:gd name="T103" fmla="*/ 53 h 230"/>
                  <a:gd name="T104" fmla="*/ 172 w 179"/>
                  <a:gd name="T105" fmla="*/ 52 h 230"/>
                  <a:gd name="T106" fmla="*/ 172 w 179"/>
                  <a:gd name="T107" fmla="*/ 39 h 230"/>
                  <a:gd name="T108" fmla="*/ 179 w 179"/>
                  <a:gd name="T109" fmla="*/ 32 h 230"/>
                  <a:gd name="T110" fmla="*/ 171 w 179"/>
                  <a:gd name="T111" fmla="*/ 26 h 230"/>
                  <a:gd name="T112" fmla="*/ 165 w 179"/>
                  <a:gd name="T113" fmla="*/ 26 h 230"/>
                  <a:gd name="T114" fmla="*/ 143 w 179"/>
                  <a:gd name="T115" fmla="*/ 11 h 230"/>
                  <a:gd name="T116" fmla="*/ 122 w 179"/>
                  <a:gd name="T117"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9" h="230">
                    <a:moveTo>
                      <a:pt x="122" y="0"/>
                    </a:moveTo>
                    <a:lnTo>
                      <a:pt x="130" y="23"/>
                    </a:lnTo>
                    <a:lnTo>
                      <a:pt x="122" y="36"/>
                    </a:lnTo>
                    <a:lnTo>
                      <a:pt x="110" y="36"/>
                    </a:lnTo>
                    <a:lnTo>
                      <a:pt x="103" y="45"/>
                    </a:lnTo>
                    <a:lnTo>
                      <a:pt x="73" y="56"/>
                    </a:lnTo>
                    <a:lnTo>
                      <a:pt x="40" y="52"/>
                    </a:lnTo>
                    <a:lnTo>
                      <a:pt x="8" y="53"/>
                    </a:lnTo>
                    <a:lnTo>
                      <a:pt x="0" y="50"/>
                    </a:lnTo>
                    <a:lnTo>
                      <a:pt x="0" y="63"/>
                    </a:lnTo>
                    <a:lnTo>
                      <a:pt x="7" y="73"/>
                    </a:lnTo>
                    <a:lnTo>
                      <a:pt x="15" y="85"/>
                    </a:lnTo>
                    <a:lnTo>
                      <a:pt x="28" y="82"/>
                    </a:lnTo>
                    <a:lnTo>
                      <a:pt x="33" y="89"/>
                    </a:lnTo>
                    <a:lnTo>
                      <a:pt x="40" y="89"/>
                    </a:lnTo>
                    <a:lnTo>
                      <a:pt x="47" y="105"/>
                    </a:lnTo>
                    <a:lnTo>
                      <a:pt x="59" y="113"/>
                    </a:lnTo>
                    <a:lnTo>
                      <a:pt x="54" y="122"/>
                    </a:lnTo>
                    <a:lnTo>
                      <a:pt x="68" y="135"/>
                    </a:lnTo>
                    <a:lnTo>
                      <a:pt x="64" y="151"/>
                    </a:lnTo>
                    <a:lnTo>
                      <a:pt x="43" y="159"/>
                    </a:lnTo>
                    <a:lnTo>
                      <a:pt x="49" y="167"/>
                    </a:lnTo>
                    <a:lnTo>
                      <a:pt x="59" y="177"/>
                    </a:lnTo>
                    <a:lnTo>
                      <a:pt x="64" y="185"/>
                    </a:lnTo>
                    <a:lnTo>
                      <a:pt x="68" y="201"/>
                    </a:lnTo>
                    <a:lnTo>
                      <a:pt x="82" y="216"/>
                    </a:lnTo>
                    <a:lnTo>
                      <a:pt x="92" y="209"/>
                    </a:lnTo>
                    <a:lnTo>
                      <a:pt x="103" y="224"/>
                    </a:lnTo>
                    <a:lnTo>
                      <a:pt x="113" y="230"/>
                    </a:lnTo>
                    <a:lnTo>
                      <a:pt x="117" y="229"/>
                    </a:lnTo>
                    <a:lnTo>
                      <a:pt x="118" y="216"/>
                    </a:lnTo>
                    <a:lnTo>
                      <a:pt x="117" y="203"/>
                    </a:lnTo>
                    <a:lnTo>
                      <a:pt x="124" y="198"/>
                    </a:lnTo>
                    <a:lnTo>
                      <a:pt x="127" y="185"/>
                    </a:lnTo>
                    <a:lnTo>
                      <a:pt x="111" y="182"/>
                    </a:lnTo>
                    <a:lnTo>
                      <a:pt x="94" y="190"/>
                    </a:lnTo>
                    <a:lnTo>
                      <a:pt x="78" y="190"/>
                    </a:lnTo>
                    <a:lnTo>
                      <a:pt x="85" y="175"/>
                    </a:lnTo>
                    <a:lnTo>
                      <a:pt x="97" y="175"/>
                    </a:lnTo>
                    <a:lnTo>
                      <a:pt x="110" y="166"/>
                    </a:lnTo>
                    <a:lnTo>
                      <a:pt x="113" y="148"/>
                    </a:lnTo>
                    <a:lnTo>
                      <a:pt x="129" y="143"/>
                    </a:lnTo>
                    <a:lnTo>
                      <a:pt x="136" y="138"/>
                    </a:lnTo>
                    <a:lnTo>
                      <a:pt x="157" y="140"/>
                    </a:lnTo>
                    <a:lnTo>
                      <a:pt x="158" y="135"/>
                    </a:lnTo>
                    <a:lnTo>
                      <a:pt x="172" y="130"/>
                    </a:lnTo>
                    <a:lnTo>
                      <a:pt x="157" y="113"/>
                    </a:lnTo>
                    <a:lnTo>
                      <a:pt x="150" y="103"/>
                    </a:lnTo>
                    <a:lnTo>
                      <a:pt x="155" y="89"/>
                    </a:lnTo>
                    <a:lnTo>
                      <a:pt x="155" y="76"/>
                    </a:lnTo>
                    <a:lnTo>
                      <a:pt x="169" y="61"/>
                    </a:lnTo>
                    <a:lnTo>
                      <a:pt x="165" y="53"/>
                    </a:lnTo>
                    <a:lnTo>
                      <a:pt x="172" y="52"/>
                    </a:lnTo>
                    <a:lnTo>
                      <a:pt x="172" y="39"/>
                    </a:lnTo>
                    <a:lnTo>
                      <a:pt x="179" y="32"/>
                    </a:lnTo>
                    <a:lnTo>
                      <a:pt x="171" y="26"/>
                    </a:lnTo>
                    <a:lnTo>
                      <a:pt x="165" y="26"/>
                    </a:lnTo>
                    <a:lnTo>
                      <a:pt x="143" y="11"/>
                    </a:lnTo>
                    <a:lnTo>
                      <a:pt x="122"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4" name="Freeform 98">
                <a:extLst>
                  <a:ext uri="{FF2B5EF4-FFF2-40B4-BE49-F238E27FC236}">
                    <a16:creationId xmlns:a16="http://schemas.microsoft.com/office/drawing/2014/main" id="{56E7D604-C374-DB55-BC16-DA23B0CCA0BF}"/>
                  </a:ext>
                </a:extLst>
              </p:cNvPr>
              <p:cNvSpPr>
                <a:spLocks/>
              </p:cNvSpPr>
              <p:nvPr/>
            </p:nvSpPr>
            <p:spPr bwMode="auto">
              <a:xfrm>
                <a:off x="2576" y="1242"/>
                <a:ext cx="249" cy="519"/>
              </a:xfrm>
              <a:custGeom>
                <a:avLst/>
                <a:gdLst>
                  <a:gd name="T0" fmla="*/ 78 w 249"/>
                  <a:gd name="T1" fmla="*/ 16 h 519"/>
                  <a:gd name="T2" fmla="*/ 104 w 249"/>
                  <a:gd name="T3" fmla="*/ 22 h 519"/>
                  <a:gd name="T4" fmla="*/ 128 w 249"/>
                  <a:gd name="T5" fmla="*/ 45 h 519"/>
                  <a:gd name="T6" fmla="*/ 141 w 249"/>
                  <a:gd name="T7" fmla="*/ 67 h 519"/>
                  <a:gd name="T8" fmla="*/ 163 w 249"/>
                  <a:gd name="T9" fmla="*/ 93 h 519"/>
                  <a:gd name="T10" fmla="*/ 153 w 249"/>
                  <a:gd name="T11" fmla="*/ 106 h 519"/>
                  <a:gd name="T12" fmla="*/ 195 w 249"/>
                  <a:gd name="T13" fmla="*/ 141 h 519"/>
                  <a:gd name="T14" fmla="*/ 205 w 249"/>
                  <a:gd name="T15" fmla="*/ 172 h 519"/>
                  <a:gd name="T16" fmla="*/ 240 w 249"/>
                  <a:gd name="T17" fmla="*/ 191 h 519"/>
                  <a:gd name="T18" fmla="*/ 249 w 249"/>
                  <a:gd name="T19" fmla="*/ 233 h 519"/>
                  <a:gd name="T20" fmla="*/ 212 w 249"/>
                  <a:gd name="T21" fmla="*/ 241 h 519"/>
                  <a:gd name="T22" fmla="*/ 205 w 249"/>
                  <a:gd name="T23" fmla="*/ 264 h 519"/>
                  <a:gd name="T24" fmla="*/ 209 w 249"/>
                  <a:gd name="T25" fmla="*/ 288 h 519"/>
                  <a:gd name="T26" fmla="*/ 200 w 249"/>
                  <a:gd name="T27" fmla="*/ 313 h 519"/>
                  <a:gd name="T28" fmla="*/ 179 w 249"/>
                  <a:gd name="T29" fmla="*/ 338 h 519"/>
                  <a:gd name="T30" fmla="*/ 172 w 249"/>
                  <a:gd name="T31" fmla="*/ 362 h 519"/>
                  <a:gd name="T32" fmla="*/ 183 w 249"/>
                  <a:gd name="T33" fmla="*/ 386 h 519"/>
                  <a:gd name="T34" fmla="*/ 181 w 249"/>
                  <a:gd name="T35" fmla="*/ 415 h 519"/>
                  <a:gd name="T36" fmla="*/ 156 w 249"/>
                  <a:gd name="T37" fmla="*/ 413 h 519"/>
                  <a:gd name="T38" fmla="*/ 139 w 249"/>
                  <a:gd name="T39" fmla="*/ 395 h 519"/>
                  <a:gd name="T40" fmla="*/ 128 w 249"/>
                  <a:gd name="T41" fmla="*/ 378 h 519"/>
                  <a:gd name="T42" fmla="*/ 106 w 249"/>
                  <a:gd name="T43" fmla="*/ 395 h 519"/>
                  <a:gd name="T44" fmla="*/ 94 w 249"/>
                  <a:gd name="T45" fmla="*/ 420 h 519"/>
                  <a:gd name="T46" fmla="*/ 78 w 249"/>
                  <a:gd name="T47" fmla="*/ 445 h 519"/>
                  <a:gd name="T48" fmla="*/ 64 w 249"/>
                  <a:gd name="T49" fmla="*/ 463 h 519"/>
                  <a:gd name="T50" fmla="*/ 62 w 249"/>
                  <a:gd name="T51" fmla="*/ 492 h 519"/>
                  <a:gd name="T52" fmla="*/ 40 w 249"/>
                  <a:gd name="T53" fmla="*/ 500 h 519"/>
                  <a:gd name="T54" fmla="*/ 15 w 249"/>
                  <a:gd name="T55" fmla="*/ 519 h 519"/>
                  <a:gd name="T56" fmla="*/ 20 w 249"/>
                  <a:gd name="T57" fmla="*/ 468 h 519"/>
                  <a:gd name="T58" fmla="*/ 24 w 249"/>
                  <a:gd name="T59" fmla="*/ 423 h 519"/>
                  <a:gd name="T60" fmla="*/ 34 w 249"/>
                  <a:gd name="T61" fmla="*/ 402 h 519"/>
                  <a:gd name="T62" fmla="*/ 57 w 249"/>
                  <a:gd name="T63" fmla="*/ 391 h 519"/>
                  <a:gd name="T64" fmla="*/ 78 w 249"/>
                  <a:gd name="T65" fmla="*/ 359 h 519"/>
                  <a:gd name="T66" fmla="*/ 92 w 249"/>
                  <a:gd name="T67" fmla="*/ 350 h 519"/>
                  <a:gd name="T68" fmla="*/ 102 w 249"/>
                  <a:gd name="T69" fmla="*/ 323 h 519"/>
                  <a:gd name="T70" fmla="*/ 87 w 249"/>
                  <a:gd name="T71" fmla="*/ 273 h 519"/>
                  <a:gd name="T72" fmla="*/ 69 w 249"/>
                  <a:gd name="T73" fmla="*/ 252 h 519"/>
                  <a:gd name="T74" fmla="*/ 78 w 249"/>
                  <a:gd name="T75" fmla="*/ 231 h 519"/>
                  <a:gd name="T76" fmla="*/ 83 w 249"/>
                  <a:gd name="T77" fmla="*/ 254 h 519"/>
                  <a:gd name="T78" fmla="*/ 99 w 249"/>
                  <a:gd name="T79" fmla="*/ 262 h 519"/>
                  <a:gd name="T80" fmla="*/ 108 w 249"/>
                  <a:gd name="T81" fmla="*/ 246 h 519"/>
                  <a:gd name="T82" fmla="*/ 116 w 249"/>
                  <a:gd name="T83" fmla="*/ 227 h 519"/>
                  <a:gd name="T84" fmla="*/ 106 w 249"/>
                  <a:gd name="T85" fmla="*/ 175 h 519"/>
                  <a:gd name="T86" fmla="*/ 104 w 249"/>
                  <a:gd name="T87" fmla="*/ 146 h 519"/>
                  <a:gd name="T88" fmla="*/ 94 w 249"/>
                  <a:gd name="T89" fmla="*/ 127 h 519"/>
                  <a:gd name="T90" fmla="*/ 74 w 249"/>
                  <a:gd name="T91" fmla="*/ 103 h 519"/>
                  <a:gd name="T92" fmla="*/ 62 w 249"/>
                  <a:gd name="T93" fmla="*/ 87 h 519"/>
                  <a:gd name="T94" fmla="*/ 45 w 249"/>
                  <a:gd name="T95" fmla="*/ 88 h 519"/>
                  <a:gd name="T96" fmla="*/ 34 w 249"/>
                  <a:gd name="T97" fmla="*/ 67 h 519"/>
                  <a:gd name="T98" fmla="*/ 22 w 249"/>
                  <a:gd name="T99" fmla="*/ 61 h 519"/>
                  <a:gd name="T100" fmla="*/ 12 w 249"/>
                  <a:gd name="T101" fmla="*/ 37 h 519"/>
                  <a:gd name="T102" fmla="*/ 29 w 249"/>
                  <a:gd name="T103" fmla="*/ 29 h 519"/>
                  <a:gd name="T104" fmla="*/ 40 w 249"/>
                  <a:gd name="T105" fmla="*/ 26 h 519"/>
                  <a:gd name="T106" fmla="*/ 34 w 249"/>
                  <a:gd name="T107" fmla="*/ 9 h 519"/>
                  <a:gd name="T108" fmla="*/ 19 w 249"/>
                  <a:gd name="T109" fmla="*/ 16 h 519"/>
                  <a:gd name="T110" fmla="*/ 33 w 249"/>
                  <a:gd name="T111" fmla="*/ 0 h 519"/>
                  <a:gd name="T112" fmla="*/ 61 w 249"/>
                  <a:gd name="T113" fmla="*/ 19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9" h="519">
                    <a:moveTo>
                      <a:pt x="61" y="19"/>
                    </a:moveTo>
                    <a:lnTo>
                      <a:pt x="78" y="16"/>
                    </a:lnTo>
                    <a:lnTo>
                      <a:pt x="92" y="22"/>
                    </a:lnTo>
                    <a:lnTo>
                      <a:pt x="104" y="22"/>
                    </a:lnTo>
                    <a:lnTo>
                      <a:pt x="120" y="30"/>
                    </a:lnTo>
                    <a:lnTo>
                      <a:pt x="128" y="45"/>
                    </a:lnTo>
                    <a:lnTo>
                      <a:pt x="139" y="51"/>
                    </a:lnTo>
                    <a:lnTo>
                      <a:pt x="141" y="67"/>
                    </a:lnTo>
                    <a:lnTo>
                      <a:pt x="146" y="80"/>
                    </a:lnTo>
                    <a:lnTo>
                      <a:pt x="163" y="93"/>
                    </a:lnTo>
                    <a:lnTo>
                      <a:pt x="144" y="100"/>
                    </a:lnTo>
                    <a:lnTo>
                      <a:pt x="153" y="106"/>
                    </a:lnTo>
                    <a:lnTo>
                      <a:pt x="158" y="116"/>
                    </a:lnTo>
                    <a:lnTo>
                      <a:pt x="195" y="141"/>
                    </a:lnTo>
                    <a:lnTo>
                      <a:pt x="196" y="154"/>
                    </a:lnTo>
                    <a:lnTo>
                      <a:pt x="205" y="172"/>
                    </a:lnTo>
                    <a:lnTo>
                      <a:pt x="217" y="183"/>
                    </a:lnTo>
                    <a:lnTo>
                      <a:pt x="240" y="191"/>
                    </a:lnTo>
                    <a:lnTo>
                      <a:pt x="235" y="209"/>
                    </a:lnTo>
                    <a:lnTo>
                      <a:pt x="249" y="233"/>
                    </a:lnTo>
                    <a:lnTo>
                      <a:pt x="247" y="241"/>
                    </a:lnTo>
                    <a:lnTo>
                      <a:pt x="212" y="241"/>
                    </a:lnTo>
                    <a:lnTo>
                      <a:pt x="212" y="254"/>
                    </a:lnTo>
                    <a:lnTo>
                      <a:pt x="205" y="264"/>
                    </a:lnTo>
                    <a:lnTo>
                      <a:pt x="205" y="272"/>
                    </a:lnTo>
                    <a:lnTo>
                      <a:pt x="209" y="288"/>
                    </a:lnTo>
                    <a:lnTo>
                      <a:pt x="205" y="302"/>
                    </a:lnTo>
                    <a:lnTo>
                      <a:pt x="200" y="313"/>
                    </a:lnTo>
                    <a:lnTo>
                      <a:pt x="191" y="323"/>
                    </a:lnTo>
                    <a:lnTo>
                      <a:pt x="179" y="338"/>
                    </a:lnTo>
                    <a:lnTo>
                      <a:pt x="186" y="352"/>
                    </a:lnTo>
                    <a:lnTo>
                      <a:pt x="172" y="362"/>
                    </a:lnTo>
                    <a:lnTo>
                      <a:pt x="181" y="375"/>
                    </a:lnTo>
                    <a:lnTo>
                      <a:pt x="183" y="386"/>
                    </a:lnTo>
                    <a:lnTo>
                      <a:pt x="186" y="405"/>
                    </a:lnTo>
                    <a:lnTo>
                      <a:pt x="181" y="415"/>
                    </a:lnTo>
                    <a:lnTo>
                      <a:pt x="167" y="410"/>
                    </a:lnTo>
                    <a:lnTo>
                      <a:pt x="156" y="413"/>
                    </a:lnTo>
                    <a:lnTo>
                      <a:pt x="146" y="405"/>
                    </a:lnTo>
                    <a:lnTo>
                      <a:pt x="139" y="395"/>
                    </a:lnTo>
                    <a:lnTo>
                      <a:pt x="137" y="384"/>
                    </a:lnTo>
                    <a:lnTo>
                      <a:pt x="128" y="378"/>
                    </a:lnTo>
                    <a:lnTo>
                      <a:pt x="118" y="387"/>
                    </a:lnTo>
                    <a:lnTo>
                      <a:pt x="106" y="395"/>
                    </a:lnTo>
                    <a:lnTo>
                      <a:pt x="94" y="405"/>
                    </a:lnTo>
                    <a:lnTo>
                      <a:pt x="94" y="420"/>
                    </a:lnTo>
                    <a:lnTo>
                      <a:pt x="85" y="436"/>
                    </a:lnTo>
                    <a:lnTo>
                      <a:pt x="78" y="445"/>
                    </a:lnTo>
                    <a:lnTo>
                      <a:pt x="78" y="455"/>
                    </a:lnTo>
                    <a:lnTo>
                      <a:pt x="64" y="463"/>
                    </a:lnTo>
                    <a:lnTo>
                      <a:pt x="48" y="473"/>
                    </a:lnTo>
                    <a:lnTo>
                      <a:pt x="62" y="492"/>
                    </a:lnTo>
                    <a:lnTo>
                      <a:pt x="54" y="502"/>
                    </a:lnTo>
                    <a:lnTo>
                      <a:pt x="40" y="500"/>
                    </a:lnTo>
                    <a:lnTo>
                      <a:pt x="22" y="519"/>
                    </a:lnTo>
                    <a:lnTo>
                      <a:pt x="15" y="519"/>
                    </a:lnTo>
                    <a:lnTo>
                      <a:pt x="0" y="515"/>
                    </a:lnTo>
                    <a:lnTo>
                      <a:pt x="20" y="468"/>
                    </a:lnTo>
                    <a:lnTo>
                      <a:pt x="15" y="441"/>
                    </a:lnTo>
                    <a:lnTo>
                      <a:pt x="24" y="423"/>
                    </a:lnTo>
                    <a:lnTo>
                      <a:pt x="24" y="410"/>
                    </a:lnTo>
                    <a:lnTo>
                      <a:pt x="34" y="402"/>
                    </a:lnTo>
                    <a:lnTo>
                      <a:pt x="40" y="407"/>
                    </a:lnTo>
                    <a:lnTo>
                      <a:pt x="57" y="391"/>
                    </a:lnTo>
                    <a:lnTo>
                      <a:pt x="64" y="368"/>
                    </a:lnTo>
                    <a:lnTo>
                      <a:pt x="78" y="359"/>
                    </a:lnTo>
                    <a:lnTo>
                      <a:pt x="83" y="344"/>
                    </a:lnTo>
                    <a:lnTo>
                      <a:pt x="92" y="350"/>
                    </a:lnTo>
                    <a:lnTo>
                      <a:pt x="106" y="336"/>
                    </a:lnTo>
                    <a:lnTo>
                      <a:pt x="102" y="323"/>
                    </a:lnTo>
                    <a:lnTo>
                      <a:pt x="94" y="318"/>
                    </a:lnTo>
                    <a:lnTo>
                      <a:pt x="87" y="273"/>
                    </a:lnTo>
                    <a:lnTo>
                      <a:pt x="74" y="264"/>
                    </a:lnTo>
                    <a:lnTo>
                      <a:pt x="69" y="252"/>
                    </a:lnTo>
                    <a:lnTo>
                      <a:pt x="71" y="241"/>
                    </a:lnTo>
                    <a:lnTo>
                      <a:pt x="78" y="231"/>
                    </a:lnTo>
                    <a:lnTo>
                      <a:pt x="83" y="235"/>
                    </a:lnTo>
                    <a:lnTo>
                      <a:pt x="83" y="254"/>
                    </a:lnTo>
                    <a:lnTo>
                      <a:pt x="94" y="259"/>
                    </a:lnTo>
                    <a:lnTo>
                      <a:pt x="99" y="262"/>
                    </a:lnTo>
                    <a:lnTo>
                      <a:pt x="106" y="257"/>
                    </a:lnTo>
                    <a:lnTo>
                      <a:pt x="108" y="246"/>
                    </a:lnTo>
                    <a:lnTo>
                      <a:pt x="108" y="235"/>
                    </a:lnTo>
                    <a:lnTo>
                      <a:pt x="116" y="227"/>
                    </a:lnTo>
                    <a:lnTo>
                      <a:pt x="115" y="204"/>
                    </a:lnTo>
                    <a:lnTo>
                      <a:pt x="106" y="175"/>
                    </a:lnTo>
                    <a:lnTo>
                      <a:pt x="111" y="159"/>
                    </a:lnTo>
                    <a:lnTo>
                      <a:pt x="104" y="146"/>
                    </a:lnTo>
                    <a:lnTo>
                      <a:pt x="94" y="137"/>
                    </a:lnTo>
                    <a:lnTo>
                      <a:pt x="94" y="127"/>
                    </a:lnTo>
                    <a:lnTo>
                      <a:pt x="81" y="112"/>
                    </a:lnTo>
                    <a:lnTo>
                      <a:pt x="74" y="103"/>
                    </a:lnTo>
                    <a:lnTo>
                      <a:pt x="73" y="91"/>
                    </a:lnTo>
                    <a:lnTo>
                      <a:pt x="62" y="87"/>
                    </a:lnTo>
                    <a:lnTo>
                      <a:pt x="50" y="95"/>
                    </a:lnTo>
                    <a:lnTo>
                      <a:pt x="45" y="88"/>
                    </a:lnTo>
                    <a:lnTo>
                      <a:pt x="38" y="75"/>
                    </a:lnTo>
                    <a:lnTo>
                      <a:pt x="34" y="67"/>
                    </a:lnTo>
                    <a:lnTo>
                      <a:pt x="24" y="72"/>
                    </a:lnTo>
                    <a:lnTo>
                      <a:pt x="22" y="61"/>
                    </a:lnTo>
                    <a:lnTo>
                      <a:pt x="22" y="50"/>
                    </a:lnTo>
                    <a:lnTo>
                      <a:pt x="12" y="37"/>
                    </a:lnTo>
                    <a:lnTo>
                      <a:pt x="15" y="29"/>
                    </a:lnTo>
                    <a:lnTo>
                      <a:pt x="29" y="29"/>
                    </a:lnTo>
                    <a:lnTo>
                      <a:pt x="38" y="34"/>
                    </a:lnTo>
                    <a:lnTo>
                      <a:pt x="40" y="26"/>
                    </a:lnTo>
                    <a:lnTo>
                      <a:pt x="47" y="17"/>
                    </a:lnTo>
                    <a:lnTo>
                      <a:pt x="34" y="9"/>
                    </a:lnTo>
                    <a:lnTo>
                      <a:pt x="26" y="17"/>
                    </a:lnTo>
                    <a:lnTo>
                      <a:pt x="19" y="16"/>
                    </a:lnTo>
                    <a:lnTo>
                      <a:pt x="22" y="3"/>
                    </a:lnTo>
                    <a:lnTo>
                      <a:pt x="33" y="0"/>
                    </a:lnTo>
                    <a:lnTo>
                      <a:pt x="45" y="8"/>
                    </a:lnTo>
                    <a:lnTo>
                      <a:pt x="61" y="19"/>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5" name="Freeform 99">
                <a:extLst>
                  <a:ext uri="{FF2B5EF4-FFF2-40B4-BE49-F238E27FC236}">
                    <a16:creationId xmlns:a16="http://schemas.microsoft.com/office/drawing/2014/main" id="{389C55EA-88F9-1099-85C2-BC761A7E39CD}"/>
                  </a:ext>
                </a:extLst>
              </p:cNvPr>
              <p:cNvSpPr>
                <a:spLocks/>
              </p:cNvSpPr>
              <p:nvPr/>
            </p:nvSpPr>
            <p:spPr bwMode="auto">
              <a:xfrm>
                <a:off x="2659" y="1662"/>
                <a:ext cx="63" cy="101"/>
              </a:xfrm>
              <a:custGeom>
                <a:avLst/>
                <a:gdLst>
                  <a:gd name="T0" fmla="*/ 59 w 63"/>
                  <a:gd name="T1" fmla="*/ 8 h 101"/>
                  <a:gd name="T2" fmla="*/ 42 w 63"/>
                  <a:gd name="T3" fmla="*/ 0 h 101"/>
                  <a:gd name="T4" fmla="*/ 35 w 63"/>
                  <a:gd name="T5" fmla="*/ 4 h 101"/>
                  <a:gd name="T6" fmla="*/ 26 w 63"/>
                  <a:gd name="T7" fmla="*/ 6 h 101"/>
                  <a:gd name="T8" fmla="*/ 21 w 63"/>
                  <a:gd name="T9" fmla="*/ 21 h 101"/>
                  <a:gd name="T10" fmla="*/ 16 w 63"/>
                  <a:gd name="T11" fmla="*/ 25 h 101"/>
                  <a:gd name="T12" fmla="*/ 14 w 63"/>
                  <a:gd name="T13" fmla="*/ 40 h 101"/>
                  <a:gd name="T14" fmla="*/ 11 w 63"/>
                  <a:gd name="T15" fmla="*/ 49 h 101"/>
                  <a:gd name="T16" fmla="*/ 0 w 63"/>
                  <a:gd name="T17" fmla="*/ 54 h 101"/>
                  <a:gd name="T18" fmla="*/ 4 w 63"/>
                  <a:gd name="T19" fmla="*/ 66 h 101"/>
                  <a:gd name="T20" fmla="*/ 5 w 63"/>
                  <a:gd name="T21" fmla="*/ 75 h 101"/>
                  <a:gd name="T22" fmla="*/ 0 w 63"/>
                  <a:gd name="T23" fmla="*/ 88 h 101"/>
                  <a:gd name="T24" fmla="*/ 5 w 63"/>
                  <a:gd name="T25" fmla="*/ 96 h 101"/>
                  <a:gd name="T26" fmla="*/ 12 w 63"/>
                  <a:gd name="T27" fmla="*/ 88 h 101"/>
                  <a:gd name="T28" fmla="*/ 18 w 63"/>
                  <a:gd name="T29" fmla="*/ 96 h 101"/>
                  <a:gd name="T30" fmla="*/ 25 w 63"/>
                  <a:gd name="T31" fmla="*/ 101 h 101"/>
                  <a:gd name="T32" fmla="*/ 32 w 63"/>
                  <a:gd name="T33" fmla="*/ 99 h 101"/>
                  <a:gd name="T34" fmla="*/ 42 w 63"/>
                  <a:gd name="T35" fmla="*/ 99 h 101"/>
                  <a:gd name="T36" fmla="*/ 47 w 63"/>
                  <a:gd name="T37" fmla="*/ 86 h 101"/>
                  <a:gd name="T38" fmla="*/ 40 w 63"/>
                  <a:gd name="T39" fmla="*/ 82 h 101"/>
                  <a:gd name="T40" fmla="*/ 40 w 63"/>
                  <a:gd name="T41" fmla="*/ 64 h 101"/>
                  <a:gd name="T42" fmla="*/ 35 w 63"/>
                  <a:gd name="T43" fmla="*/ 54 h 101"/>
                  <a:gd name="T44" fmla="*/ 44 w 63"/>
                  <a:gd name="T45" fmla="*/ 46 h 101"/>
                  <a:gd name="T46" fmla="*/ 49 w 63"/>
                  <a:gd name="T47" fmla="*/ 43 h 101"/>
                  <a:gd name="T48" fmla="*/ 58 w 63"/>
                  <a:gd name="T49" fmla="*/ 41 h 101"/>
                  <a:gd name="T50" fmla="*/ 63 w 63"/>
                  <a:gd name="T51" fmla="*/ 38 h 101"/>
                  <a:gd name="T52" fmla="*/ 63 w 63"/>
                  <a:gd name="T53" fmla="*/ 30 h 101"/>
                  <a:gd name="T54" fmla="*/ 54 w 63"/>
                  <a:gd name="T55" fmla="*/ 25 h 101"/>
                  <a:gd name="T56" fmla="*/ 59 w 63"/>
                  <a:gd name="T57" fmla="*/ 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3" h="101">
                    <a:moveTo>
                      <a:pt x="59" y="8"/>
                    </a:moveTo>
                    <a:lnTo>
                      <a:pt x="42" y="0"/>
                    </a:lnTo>
                    <a:lnTo>
                      <a:pt x="35" y="4"/>
                    </a:lnTo>
                    <a:lnTo>
                      <a:pt x="26" y="6"/>
                    </a:lnTo>
                    <a:lnTo>
                      <a:pt x="21" y="21"/>
                    </a:lnTo>
                    <a:lnTo>
                      <a:pt x="16" y="25"/>
                    </a:lnTo>
                    <a:lnTo>
                      <a:pt x="14" y="40"/>
                    </a:lnTo>
                    <a:lnTo>
                      <a:pt x="11" y="49"/>
                    </a:lnTo>
                    <a:lnTo>
                      <a:pt x="0" y="54"/>
                    </a:lnTo>
                    <a:lnTo>
                      <a:pt x="4" y="66"/>
                    </a:lnTo>
                    <a:lnTo>
                      <a:pt x="5" y="75"/>
                    </a:lnTo>
                    <a:lnTo>
                      <a:pt x="0" y="88"/>
                    </a:lnTo>
                    <a:lnTo>
                      <a:pt x="5" y="96"/>
                    </a:lnTo>
                    <a:lnTo>
                      <a:pt x="12" y="88"/>
                    </a:lnTo>
                    <a:lnTo>
                      <a:pt x="18" y="96"/>
                    </a:lnTo>
                    <a:lnTo>
                      <a:pt x="25" y="101"/>
                    </a:lnTo>
                    <a:lnTo>
                      <a:pt x="32" y="99"/>
                    </a:lnTo>
                    <a:lnTo>
                      <a:pt x="42" y="99"/>
                    </a:lnTo>
                    <a:lnTo>
                      <a:pt x="47" y="86"/>
                    </a:lnTo>
                    <a:lnTo>
                      <a:pt x="40" y="82"/>
                    </a:lnTo>
                    <a:lnTo>
                      <a:pt x="40" y="64"/>
                    </a:lnTo>
                    <a:lnTo>
                      <a:pt x="35" y="54"/>
                    </a:lnTo>
                    <a:lnTo>
                      <a:pt x="44" y="46"/>
                    </a:lnTo>
                    <a:lnTo>
                      <a:pt x="49" y="43"/>
                    </a:lnTo>
                    <a:lnTo>
                      <a:pt x="58" y="41"/>
                    </a:lnTo>
                    <a:lnTo>
                      <a:pt x="63" y="38"/>
                    </a:lnTo>
                    <a:lnTo>
                      <a:pt x="63" y="30"/>
                    </a:lnTo>
                    <a:lnTo>
                      <a:pt x="54" y="25"/>
                    </a:lnTo>
                    <a:lnTo>
                      <a:pt x="59"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6" name="Freeform 100">
                <a:extLst>
                  <a:ext uri="{FF2B5EF4-FFF2-40B4-BE49-F238E27FC236}">
                    <a16:creationId xmlns:a16="http://schemas.microsoft.com/office/drawing/2014/main" id="{C3BA792B-F139-484A-AAE3-36A5BD81C2DA}"/>
                  </a:ext>
                </a:extLst>
              </p:cNvPr>
              <p:cNvSpPr>
                <a:spLocks/>
              </p:cNvSpPr>
              <p:nvPr/>
            </p:nvSpPr>
            <p:spPr bwMode="auto">
              <a:xfrm>
                <a:off x="2576" y="1771"/>
                <a:ext cx="115" cy="93"/>
              </a:xfrm>
              <a:custGeom>
                <a:avLst/>
                <a:gdLst>
                  <a:gd name="T0" fmla="*/ 48 w 115"/>
                  <a:gd name="T1" fmla="*/ 0 h 93"/>
                  <a:gd name="T2" fmla="*/ 29 w 115"/>
                  <a:gd name="T3" fmla="*/ 8 h 93"/>
                  <a:gd name="T4" fmla="*/ 20 w 115"/>
                  <a:gd name="T5" fmla="*/ 8 h 93"/>
                  <a:gd name="T6" fmla="*/ 15 w 115"/>
                  <a:gd name="T7" fmla="*/ 19 h 93"/>
                  <a:gd name="T8" fmla="*/ 12 w 115"/>
                  <a:gd name="T9" fmla="*/ 32 h 93"/>
                  <a:gd name="T10" fmla="*/ 8 w 115"/>
                  <a:gd name="T11" fmla="*/ 37 h 93"/>
                  <a:gd name="T12" fmla="*/ 12 w 115"/>
                  <a:gd name="T13" fmla="*/ 45 h 93"/>
                  <a:gd name="T14" fmla="*/ 0 w 115"/>
                  <a:gd name="T15" fmla="*/ 55 h 93"/>
                  <a:gd name="T16" fmla="*/ 10 w 115"/>
                  <a:gd name="T17" fmla="*/ 64 h 93"/>
                  <a:gd name="T18" fmla="*/ 24 w 115"/>
                  <a:gd name="T19" fmla="*/ 69 h 93"/>
                  <a:gd name="T20" fmla="*/ 34 w 115"/>
                  <a:gd name="T21" fmla="*/ 60 h 93"/>
                  <a:gd name="T22" fmla="*/ 24 w 115"/>
                  <a:gd name="T23" fmla="*/ 37 h 93"/>
                  <a:gd name="T24" fmla="*/ 43 w 115"/>
                  <a:gd name="T25" fmla="*/ 39 h 93"/>
                  <a:gd name="T26" fmla="*/ 59 w 115"/>
                  <a:gd name="T27" fmla="*/ 42 h 93"/>
                  <a:gd name="T28" fmla="*/ 64 w 115"/>
                  <a:gd name="T29" fmla="*/ 51 h 93"/>
                  <a:gd name="T30" fmla="*/ 66 w 115"/>
                  <a:gd name="T31" fmla="*/ 82 h 93"/>
                  <a:gd name="T32" fmla="*/ 76 w 115"/>
                  <a:gd name="T33" fmla="*/ 90 h 93"/>
                  <a:gd name="T34" fmla="*/ 85 w 115"/>
                  <a:gd name="T35" fmla="*/ 93 h 93"/>
                  <a:gd name="T36" fmla="*/ 95 w 115"/>
                  <a:gd name="T37" fmla="*/ 87 h 93"/>
                  <a:gd name="T38" fmla="*/ 99 w 115"/>
                  <a:gd name="T39" fmla="*/ 80 h 93"/>
                  <a:gd name="T40" fmla="*/ 115 w 115"/>
                  <a:gd name="T41" fmla="*/ 71 h 93"/>
                  <a:gd name="T42" fmla="*/ 113 w 115"/>
                  <a:gd name="T43" fmla="*/ 60 h 93"/>
                  <a:gd name="T44" fmla="*/ 104 w 115"/>
                  <a:gd name="T45" fmla="*/ 55 h 93"/>
                  <a:gd name="T46" fmla="*/ 97 w 115"/>
                  <a:gd name="T47" fmla="*/ 37 h 93"/>
                  <a:gd name="T48" fmla="*/ 92 w 115"/>
                  <a:gd name="T49" fmla="*/ 27 h 93"/>
                  <a:gd name="T50" fmla="*/ 88 w 115"/>
                  <a:gd name="T51" fmla="*/ 11 h 93"/>
                  <a:gd name="T52" fmla="*/ 85 w 115"/>
                  <a:gd name="T53" fmla="*/ 0 h 93"/>
                  <a:gd name="T54" fmla="*/ 71 w 115"/>
                  <a:gd name="T55" fmla="*/ 5 h 93"/>
                  <a:gd name="T56" fmla="*/ 48 w 11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93">
                    <a:moveTo>
                      <a:pt x="48" y="0"/>
                    </a:moveTo>
                    <a:lnTo>
                      <a:pt x="29" y="8"/>
                    </a:lnTo>
                    <a:lnTo>
                      <a:pt x="20" y="8"/>
                    </a:lnTo>
                    <a:lnTo>
                      <a:pt x="15" y="19"/>
                    </a:lnTo>
                    <a:lnTo>
                      <a:pt x="12" y="32"/>
                    </a:lnTo>
                    <a:lnTo>
                      <a:pt x="8" y="37"/>
                    </a:lnTo>
                    <a:lnTo>
                      <a:pt x="12" y="45"/>
                    </a:lnTo>
                    <a:lnTo>
                      <a:pt x="0" y="55"/>
                    </a:lnTo>
                    <a:lnTo>
                      <a:pt x="10" y="64"/>
                    </a:lnTo>
                    <a:lnTo>
                      <a:pt x="24" y="69"/>
                    </a:lnTo>
                    <a:lnTo>
                      <a:pt x="34" y="60"/>
                    </a:lnTo>
                    <a:lnTo>
                      <a:pt x="24" y="37"/>
                    </a:lnTo>
                    <a:lnTo>
                      <a:pt x="43" y="39"/>
                    </a:lnTo>
                    <a:lnTo>
                      <a:pt x="59" y="42"/>
                    </a:lnTo>
                    <a:lnTo>
                      <a:pt x="64" y="51"/>
                    </a:lnTo>
                    <a:lnTo>
                      <a:pt x="66" y="82"/>
                    </a:lnTo>
                    <a:lnTo>
                      <a:pt x="76" y="90"/>
                    </a:lnTo>
                    <a:lnTo>
                      <a:pt x="85" y="93"/>
                    </a:lnTo>
                    <a:lnTo>
                      <a:pt x="95" y="87"/>
                    </a:lnTo>
                    <a:lnTo>
                      <a:pt x="99" y="80"/>
                    </a:lnTo>
                    <a:lnTo>
                      <a:pt x="115" y="71"/>
                    </a:lnTo>
                    <a:lnTo>
                      <a:pt x="113" y="60"/>
                    </a:lnTo>
                    <a:lnTo>
                      <a:pt x="104" y="55"/>
                    </a:lnTo>
                    <a:lnTo>
                      <a:pt x="97" y="37"/>
                    </a:lnTo>
                    <a:lnTo>
                      <a:pt x="92" y="27"/>
                    </a:lnTo>
                    <a:lnTo>
                      <a:pt x="88" y="11"/>
                    </a:lnTo>
                    <a:lnTo>
                      <a:pt x="85" y="0"/>
                    </a:lnTo>
                    <a:lnTo>
                      <a:pt x="71" y="5"/>
                    </a:lnTo>
                    <a:lnTo>
                      <a:pt x="48"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7" name="Freeform 101">
                <a:extLst>
                  <a:ext uri="{FF2B5EF4-FFF2-40B4-BE49-F238E27FC236}">
                    <a16:creationId xmlns:a16="http://schemas.microsoft.com/office/drawing/2014/main" id="{D6AE8A6C-45BA-7DDD-F167-0107CD13C5A8}"/>
                  </a:ext>
                </a:extLst>
              </p:cNvPr>
              <p:cNvSpPr>
                <a:spLocks/>
              </p:cNvSpPr>
              <p:nvPr/>
            </p:nvSpPr>
            <p:spPr bwMode="auto">
              <a:xfrm>
                <a:off x="2649" y="1887"/>
                <a:ext cx="22" cy="18"/>
              </a:xfrm>
              <a:custGeom>
                <a:avLst/>
                <a:gdLst>
                  <a:gd name="T0" fmla="*/ 12 w 22"/>
                  <a:gd name="T1" fmla="*/ 0 h 18"/>
                  <a:gd name="T2" fmla="*/ 1 w 22"/>
                  <a:gd name="T3" fmla="*/ 1 h 18"/>
                  <a:gd name="T4" fmla="*/ 0 w 22"/>
                  <a:gd name="T5" fmla="*/ 13 h 18"/>
                  <a:gd name="T6" fmla="*/ 5 w 22"/>
                  <a:gd name="T7" fmla="*/ 16 h 18"/>
                  <a:gd name="T8" fmla="*/ 15 w 22"/>
                  <a:gd name="T9" fmla="*/ 18 h 18"/>
                  <a:gd name="T10" fmla="*/ 22 w 22"/>
                  <a:gd name="T11" fmla="*/ 11 h 18"/>
                  <a:gd name="T12" fmla="*/ 21 w 22"/>
                  <a:gd name="T13" fmla="*/ 3 h 18"/>
                  <a:gd name="T14" fmla="*/ 12 w 2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8">
                    <a:moveTo>
                      <a:pt x="12" y="0"/>
                    </a:moveTo>
                    <a:lnTo>
                      <a:pt x="1" y="1"/>
                    </a:lnTo>
                    <a:lnTo>
                      <a:pt x="0" y="13"/>
                    </a:lnTo>
                    <a:lnTo>
                      <a:pt x="5" y="16"/>
                    </a:lnTo>
                    <a:lnTo>
                      <a:pt x="15" y="18"/>
                    </a:lnTo>
                    <a:lnTo>
                      <a:pt x="22" y="11"/>
                    </a:lnTo>
                    <a:lnTo>
                      <a:pt x="21" y="3"/>
                    </a:lnTo>
                    <a:lnTo>
                      <a:pt x="12"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8" name="Freeform 102">
                <a:extLst>
                  <a:ext uri="{FF2B5EF4-FFF2-40B4-BE49-F238E27FC236}">
                    <a16:creationId xmlns:a16="http://schemas.microsoft.com/office/drawing/2014/main" id="{C003AC31-C9B3-9F1A-DC4F-D14838536E81}"/>
                  </a:ext>
                </a:extLst>
              </p:cNvPr>
              <p:cNvSpPr>
                <a:spLocks/>
              </p:cNvSpPr>
              <p:nvPr/>
            </p:nvSpPr>
            <p:spPr bwMode="auto">
              <a:xfrm>
                <a:off x="2647" y="1940"/>
                <a:ext cx="91" cy="93"/>
              </a:xfrm>
              <a:custGeom>
                <a:avLst/>
                <a:gdLst>
                  <a:gd name="T0" fmla="*/ 9 w 91"/>
                  <a:gd name="T1" fmla="*/ 59 h 93"/>
                  <a:gd name="T2" fmla="*/ 24 w 91"/>
                  <a:gd name="T3" fmla="*/ 40 h 93"/>
                  <a:gd name="T4" fmla="*/ 37 w 91"/>
                  <a:gd name="T5" fmla="*/ 18 h 93"/>
                  <a:gd name="T6" fmla="*/ 40 w 91"/>
                  <a:gd name="T7" fmla="*/ 5 h 93"/>
                  <a:gd name="T8" fmla="*/ 71 w 91"/>
                  <a:gd name="T9" fmla="*/ 0 h 93"/>
                  <a:gd name="T10" fmla="*/ 91 w 91"/>
                  <a:gd name="T11" fmla="*/ 21 h 93"/>
                  <a:gd name="T12" fmla="*/ 77 w 91"/>
                  <a:gd name="T13" fmla="*/ 59 h 93"/>
                  <a:gd name="T14" fmla="*/ 61 w 91"/>
                  <a:gd name="T15" fmla="*/ 74 h 93"/>
                  <a:gd name="T16" fmla="*/ 52 w 91"/>
                  <a:gd name="T17" fmla="*/ 87 h 93"/>
                  <a:gd name="T18" fmla="*/ 30 w 91"/>
                  <a:gd name="T19" fmla="*/ 93 h 93"/>
                  <a:gd name="T20" fmla="*/ 9 w 91"/>
                  <a:gd name="T21" fmla="*/ 93 h 93"/>
                  <a:gd name="T22" fmla="*/ 9 w 91"/>
                  <a:gd name="T23" fmla="*/ 85 h 93"/>
                  <a:gd name="T24" fmla="*/ 0 w 91"/>
                  <a:gd name="T25" fmla="*/ 77 h 93"/>
                  <a:gd name="T26" fmla="*/ 9 w 91"/>
                  <a:gd name="T27" fmla="*/ 5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93">
                    <a:moveTo>
                      <a:pt x="9" y="59"/>
                    </a:moveTo>
                    <a:lnTo>
                      <a:pt x="24" y="40"/>
                    </a:lnTo>
                    <a:lnTo>
                      <a:pt x="37" y="18"/>
                    </a:lnTo>
                    <a:lnTo>
                      <a:pt x="40" y="5"/>
                    </a:lnTo>
                    <a:lnTo>
                      <a:pt x="71" y="0"/>
                    </a:lnTo>
                    <a:lnTo>
                      <a:pt x="91" y="21"/>
                    </a:lnTo>
                    <a:lnTo>
                      <a:pt x="77" y="59"/>
                    </a:lnTo>
                    <a:lnTo>
                      <a:pt x="61" y="74"/>
                    </a:lnTo>
                    <a:lnTo>
                      <a:pt x="52" y="87"/>
                    </a:lnTo>
                    <a:lnTo>
                      <a:pt x="30" y="93"/>
                    </a:lnTo>
                    <a:lnTo>
                      <a:pt x="9" y="93"/>
                    </a:lnTo>
                    <a:lnTo>
                      <a:pt x="9" y="85"/>
                    </a:lnTo>
                    <a:lnTo>
                      <a:pt x="0" y="77"/>
                    </a:lnTo>
                    <a:lnTo>
                      <a:pt x="9" y="59"/>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19" name="Freeform 103">
                <a:extLst>
                  <a:ext uri="{FF2B5EF4-FFF2-40B4-BE49-F238E27FC236}">
                    <a16:creationId xmlns:a16="http://schemas.microsoft.com/office/drawing/2014/main" id="{DE400119-2EA7-F948-8964-E3C54C97850F}"/>
                  </a:ext>
                </a:extLst>
              </p:cNvPr>
              <p:cNvSpPr>
                <a:spLocks/>
              </p:cNvSpPr>
              <p:nvPr/>
            </p:nvSpPr>
            <p:spPr bwMode="auto">
              <a:xfrm>
                <a:off x="2640" y="2072"/>
                <a:ext cx="45" cy="38"/>
              </a:xfrm>
              <a:custGeom>
                <a:avLst/>
                <a:gdLst>
                  <a:gd name="T0" fmla="*/ 24 w 45"/>
                  <a:gd name="T1" fmla="*/ 0 h 38"/>
                  <a:gd name="T2" fmla="*/ 5 w 45"/>
                  <a:gd name="T3" fmla="*/ 3 h 38"/>
                  <a:gd name="T4" fmla="*/ 0 w 45"/>
                  <a:gd name="T5" fmla="*/ 29 h 38"/>
                  <a:gd name="T6" fmla="*/ 9 w 45"/>
                  <a:gd name="T7" fmla="*/ 37 h 38"/>
                  <a:gd name="T8" fmla="*/ 33 w 45"/>
                  <a:gd name="T9" fmla="*/ 38 h 38"/>
                  <a:gd name="T10" fmla="*/ 45 w 45"/>
                  <a:gd name="T11" fmla="*/ 22 h 38"/>
                  <a:gd name="T12" fmla="*/ 44 w 45"/>
                  <a:gd name="T13" fmla="*/ 5 h 38"/>
                  <a:gd name="T14" fmla="*/ 24 w 45"/>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8">
                    <a:moveTo>
                      <a:pt x="24" y="0"/>
                    </a:moveTo>
                    <a:lnTo>
                      <a:pt x="5" y="3"/>
                    </a:lnTo>
                    <a:lnTo>
                      <a:pt x="0" y="29"/>
                    </a:lnTo>
                    <a:lnTo>
                      <a:pt x="9" y="37"/>
                    </a:lnTo>
                    <a:lnTo>
                      <a:pt x="33" y="38"/>
                    </a:lnTo>
                    <a:lnTo>
                      <a:pt x="45" y="22"/>
                    </a:lnTo>
                    <a:lnTo>
                      <a:pt x="44" y="5"/>
                    </a:lnTo>
                    <a:lnTo>
                      <a:pt x="24"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grpSp>
      <p:sp>
        <p:nvSpPr>
          <p:cNvPr id="1878122" name="Freeform 106">
            <a:extLst>
              <a:ext uri="{FF2B5EF4-FFF2-40B4-BE49-F238E27FC236}">
                <a16:creationId xmlns:a16="http://schemas.microsoft.com/office/drawing/2014/main" id="{687BCBBB-9937-5B8A-E23E-6A78BBB88463}"/>
              </a:ext>
            </a:extLst>
          </p:cNvPr>
          <p:cNvSpPr>
            <a:spLocks/>
          </p:cNvSpPr>
          <p:nvPr/>
        </p:nvSpPr>
        <p:spPr bwMode="auto">
          <a:xfrm>
            <a:off x="4951413" y="1858963"/>
            <a:ext cx="2259012" cy="1914525"/>
          </a:xfrm>
          <a:custGeom>
            <a:avLst/>
            <a:gdLst>
              <a:gd name="T0" fmla="*/ 1046 w 1542"/>
              <a:gd name="T1" fmla="*/ 77 h 1306"/>
              <a:gd name="T2" fmla="*/ 1002 w 1542"/>
              <a:gd name="T3" fmla="*/ 209 h 1306"/>
              <a:gd name="T4" fmla="*/ 1105 w 1542"/>
              <a:gd name="T5" fmla="*/ 252 h 1306"/>
              <a:gd name="T6" fmla="*/ 1061 w 1542"/>
              <a:gd name="T7" fmla="*/ 357 h 1306"/>
              <a:gd name="T8" fmla="*/ 993 w 1542"/>
              <a:gd name="T9" fmla="*/ 402 h 1306"/>
              <a:gd name="T10" fmla="*/ 997 w 1542"/>
              <a:gd name="T11" fmla="*/ 505 h 1306"/>
              <a:gd name="T12" fmla="*/ 896 w 1542"/>
              <a:gd name="T13" fmla="*/ 584 h 1306"/>
              <a:gd name="T14" fmla="*/ 694 w 1542"/>
              <a:gd name="T15" fmla="*/ 605 h 1306"/>
              <a:gd name="T16" fmla="*/ 600 w 1542"/>
              <a:gd name="T17" fmla="*/ 584 h 1306"/>
              <a:gd name="T18" fmla="*/ 464 w 1542"/>
              <a:gd name="T19" fmla="*/ 564 h 1306"/>
              <a:gd name="T20" fmla="*/ 415 w 1542"/>
              <a:gd name="T21" fmla="*/ 486 h 1306"/>
              <a:gd name="T22" fmla="*/ 312 w 1542"/>
              <a:gd name="T23" fmla="*/ 482 h 1306"/>
              <a:gd name="T24" fmla="*/ 180 w 1542"/>
              <a:gd name="T25" fmla="*/ 720 h 1306"/>
              <a:gd name="T26" fmla="*/ 113 w 1542"/>
              <a:gd name="T27" fmla="*/ 761 h 1306"/>
              <a:gd name="T28" fmla="*/ 28 w 1542"/>
              <a:gd name="T29" fmla="*/ 793 h 1306"/>
              <a:gd name="T30" fmla="*/ 44 w 1542"/>
              <a:gd name="T31" fmla="*/ 880 h 1306"/>
              <a:gd name="T32" fmla="*/ 65 w 1542"/>
              <a:gd name="T33" fmla="*/ 952 h 1306"/>
              <a:gd name="T34" fmla="*/ 187 w 1542"/>
              <a:gd name="T35" fmla="*/ 1007 h 1306"/>
              <a:gd name="T36" fmla="*/ 157 w 1542"/>
              <a:gd name="T37" fmla="*/ 1069 h 1306"/>
              <a:gd name="T38" fmla="*/ 502 w 1542"/>
              <a:gd name="T39" fmla="*/ 1188 h 1306"/>
              <a:gd name="T40" fmla="*/ 551 w 1542"/>
              <a:gd name="T41" fmla="*/ 1176 h 1306"/>
              <a:gd name="T42" fmla="*/ 619 w 1542"/>
              <a:gd name="T43" fmla="*/ 1171 h 1306"/>
              <a:gd name="T44" fmla="*/ 749 w 1542"/>
              <a:gd name="T45" fmla="*/ 1111 h 1306"/>
              <a:gd name="T46" fmla="*/ 828 w 1542"/>
              <a:gd name="T47" fmla="*/ 1103 h 1306"/>
              <a:gd name="T48" fmla="*/ 861 w 1542"/>
              <a:gd name="T49" fmla="*/ 1193 h 1306"/>
              <a:gd name="T50" fmla="*/ 884 w 1542"/>
              <a:gd name="T51" fmla="*/ 1245 h 1306"/>
              <a:gd name="T52" fmla="*/ 1006 w 1542"/>
              <a:gd name="T53" fmla="*/ 1253 h 1306"/>
              <a:gd name="T54" fmla="*/ 1096 w 1542"/>
              <a:gd name="T55" fmla="*/ 1216 h 1306"/>
              <a:gd name="T56" fmla="*/ 1154 w 1542"/>
              <a:gd name="T57" fmla="*/ 1197 h 1306"/>
              <a:gd name="T58" fmla="*/ 1203 w 1542"/>
              <a:gd name="T59" fmla="*/ 1216 h 1306"/>
              <a:gd name="T60" fmla="*/ 1283 w 1542"/>
              <a:gd name="T61" fmla="*/ 1203 h 1306"/>
              <a:gd name="T62" fmla="*/ 1304 w 1542"/>
              <a:gd name="T63" fmla="*/ 1232 h 1306"/>
              <a:gd name="T64" fmla="*/ 1365 w 1542"/>
              <a:gd name="T65" fmla="*/ 1187 h 1306"/>
              <a:gd name="T66" fmla="*/ 1384 w 1542"/>
              <a:gd name="T67" fmla="*/ 1160 h 1306"/>
              <a:gd name="T68" fmla="*/ 1398 w 1542"/>
              <a:gd name="T69" fmla="*/ 1092 h 1306"/>
              <a:gd name="T70" fmla="*/ 1480 w 1542"/>
              <a:gd name="T71" fmla="*/ 1057 h 1306"/>
              <a:gd name="T72" fmla="*/ 1518 w 1542"/>
              <a:gd name="T73" fmla="*/ 955 h 1306"/>
              <a:gd name="T74" fmla="*/ 1542 w 1542"/>
              <a:gd name="T75" fmla="*/ 849 h 1306"/>
              <a:gd name="T76" fmla="*/ 1520 w 1542"/>
              <a:gd name="T77" fmla="*/ 757 h 1306"/>
              <a:gd name="T78" fmla="*/ 1480 w 1542"/>
              <a:gd name="T79" fmla="*/ 765 h 1306"/>
              <a:gd name="T80" fmla="*/ 1490 w 1542"/>
              <a:gd name="T81" fmla="*/ 708 h 1306"/>
              <a:gd name="T82" fmla="*/ 1429 w 1542"/>
              <a:gd name="T83" fmla="*/ 709 h 1306"/>
              <a:gd name="T84" fmla="*/ 1488 w 1542"/>
              <a:gd name="T85" fmla="*/ 690 h 1306"/>
              <a:gd name="T86" fmla="*/ 1387 w 1542"/>
              <a:gd name="T87" fmla="*/ 645 h 1306"/>
              <a:gd name="T88" fmla="*/ 1356 w 1542"/>
              <a:gd name="T89" fmla="*/ 574 h 1306"/>
              <a:gd name="T90" fmla="*/ 1396 w 1542"/>
              <a:gd name="T91" fmla="*/ 529 h 1306"/>
              <a:gd name="T92" fmla="*/ 1372 w 1542"/>
              <a:gd name="T93" fmla="*/ 519 h 1306"/>
              <a:gd name="T94" fmla="*/ 1314 w 1542"/>
              <a:gd name="T95" fmla="*/ 568 h 1306"/>
              <a:gd name="T96" fmla="*/ 1262 w 1542"/>
              <a:gd name="T97" fmla="*/ 482 h 1306"/>
              <a:gd name="T98" fmla="*/ 1304 w 1542"/>
              <a:gd name="T99" fmla="*/ 410 h 1306"/>
              <a:gd name="T100" fmla="*/ 1333 w 1542"/>
              <a:gd name="T101" fmla="*/ 476 h 1306"/>
              <a:gd name="T102" fmla="*/ 1377 w 1542"/>
              <a:gd name="T103" fmla="*/ 400 h 1306"/>
              <a:gd name="T104" fmla="*/ 1396 w 1542"/>
              <a:gd name="T105" fmla="*/ 346 h 1306"/>
              <a:gd name="T106" fmla="*/ 1441 w 1542"/>
              <a:gd name="T107" fmla="*/ 297 h 1306"/>
              <a:gd name="T108" fmla="*/ 1445 w 1542"/>
              <a:gd name="T109" fmla="*/ 219 h 1306"/>
              <a:gd name="T110" fmla="*/ 1455 w 1542"/>
              <a:gd name="T111" fmla="*/ 196 h 1306"/>
              <a:gd name="T112" fmla="*/ 1436 w 1542"/>
              <a:gd name="T113" fmla="*/ 114 h 1306"/>
              <a:gd name="T114" fmla="*/ 1375 w 1542"/>
              <a:gd name="T115" fmla="*/ 1 h 1306"/>
              <a:gd name="T116" fmla="*/ 1291 w 1542"/>
              <a:gd name="T117" fmla="*/ 37 h 1306"/>
              <a:gd name="T118" fmla="*/ 1096 w 1542"/>
              <a:gd name="T119" fmla="*/ 0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2" h="1306">
                <a:moveTo>
                  <a:pt x="1096" y="0"/>
                </a:moveTo>
                <a:lnTo>
                  <a:pt x="1016" y="67"/>
                </a:lnTo>
                <a:lnTo>
                  <a:pt x="1046" y="77"/>
                </a:lnTo>
                <a:lnTo>
                  <a:pt x="1044" y="140"/>
                </a:lnTo>
                <a:lnTo>
                  <a:pt x="1054" y="173"/>
                </a:lnTo>
                <a:lnTo>
                  <a:pt x="1002" y="209"/>
                </a:lnTo>
                <a:lnTo>
                  <a:pt x="1025" y="276"/>
                </a:lnTo>
                <a:lnTo>
                  <a:pt x="1077" y="252"/>
                </a:lnTo>
                <a:lnTo>
                  <a:pt x="1105" y="252"/>
                </a:lnTo>
                <a:lnTo>
                  <a:pt x="1093" y="286"/>
                </a:lnTo>
                <a:lnTo>
                  <a:pt x="1074" y="321"/>
                </a:lnTo>
                <a:lnTo>
                  <a:pt x="1061" y="357"/>
                </a:lnTo>
                <a:lnTo>
                  <a:pt x="1051" y="386"/>
                </a:lnTo>
                <a:lnTo>
                  <a:pt x="1028" y="403"/>
                </a:lnTo>
                <a:lnTo>
                  <a:pt x="993" y="402"/>
                </a:lnTo>
                <a:lnTo>
                  <a:pt x="992" y="437"/>
                </a:lnTo>
                <a:lnTo>
                  <a:pt x="1011" y="452"/>
                </a:lnTo>
                <a:lnTo>
                  <a:pt x="997" y="505"/>
                </a:lnTo>
                <a:lnTo>
                  <a:pt x="976" y="516"/>
                </a:lnTo>
                <a:lnTo>
                  <a:pt x="932" y="556"/>
                </a:lnTo>
                <a:lnTo>
                  <a:pt x="896" y="584"/>
                </a:lnTo>
                <a:lnTo>
                  <a:pt x="830" y="592"/>
                </a:lnTo>
                <a:lnTo>
                  <a:pt x="718" y="592"/>
                </a:lnTo>
                <a:lnTo>
                  <a:pt x="694" y="605"/>
                </a:lnTo>
                <a:lnTo>
                  <a:pt x="661" y="622"/>
                </a:lnTo>
                <a:lnTo>
                  <a:pt x="633" y="598"/>
                </a:lnTo>
                <a:lnTo>
                  <a:pt x="600" y="584"/>
                </a:lnTo>
                <a:lnTo>
                  <a:pt x="575" y="572"/>
                </a:lnTo>
                <a:lnTo>
                  <a:pt x="544" y="564"/>
                </a:lnTo>
                <a:lnTo>
                  <a:pt x="464" y="564"/>
                </a:lnTo>
                <a:lnTo>
                  <a:pt x="464" y="537"/>
                </a:lnTo>
                <a:lnTo>
                  <a:pt x="448" y="497"/>
                </a:lnTo>
                <a:lnTo>
                  <a:pt x="415" y="486"/>
                </a:lnTo>
                <a:lnTo>
                  <a:pt x="364" y="476"/>
                </a:lnTo>
                <a:lnTo>
                  <a:pt x="349" y="460"/>
                </a:lnTo>
                <a:lnTo>
                  <a:pt x="312" y="482"/>
                </a:lnTo>
                <a:lnTo>
                  <a:pt x="302" y="529"/>
                </a:lnTo>
                <a:lnTo>
                  <a:pt x="241" y="537"/>
                </a:lnTo>
                <a:lnTo>
                  <a:pt x="180" y="720"/>
                </a:lnTo>
                <a:lnTo>
                  <a:pt x="188" y="730"/>
                </a:lnTo>
                <a:lnTo>
                  <a:pt x="143" y="745"/>
                </a:lnTo>
                <a:lnTo>
                  <a:pt x="113" y="761"/>
                </a:lnTo>
                <a:lnTo>
                  <a:pt x="87" y="775"/>
                </a:lnTo>
                <a:lnTo>
                  <a:pt x="54" y="775"/>
                </a:lnTo>
                <a:lnTo>
                  <a:pt x="28" y="793"/>
                </a:lnTo>
                <a:lnTo>
                  <a:pt x="0" y="815"/>
                </a:lnTo>
                <a:lnTo>
                  <a:pt x="19" y="854"/>
                </a:lnTo>
                <a:lnTo>
                  <a:pt x="44" y="880"/>
                </a:lnTo>
                <a:lnTo>
                  <a:pt x="54" y="892"/>
                </a:lnTo>
                <a:lnTo>
                  <a:pt x="31" y="897"/>
                </a:lnTo>
                <a:lnTo>
                  <a:pt x="65" y="952"/>
                </a:lnTo>
                <a:lnTo>
                  <a:pt x="164" y="952"/>
                </a:lnTo>
                <a:lnTo>
                  <a:pt x="209" y="987"/>
                </a:lnTo>
                <a:lnTo>
                  <a:pt x="187" y="1007"/>
                </a:lnTo>
                <a:lnTo>
                  <a:pt x="167" y="1016"/>
                </a:lnTo>
                <a:lnTo>
                  <a:pt x="166" y="1039"/>
                </a:lnTo>
                <a:lnTo>
                  <a:pt x="157" y="1069"/>
                </a:lnTo>
                <a:lnTo>
                  <a:pt x="167" y="1094"/>
                </a:lnTo>
                <a:lnTo>
                  <a:pt x="192" y="1131"/>
                </a:lnTo>
                <a:lnTo>
                  <a:pt x="502" y="1188"/>
                </a:lnTo>
                <a:lnTo>
                  <a:pt x="528" y="1185"/>
                </a:lnTo>
                <a:lnTo>
                  <a:pt x="540" y="1188"/>
                </a:lnTo>
                <a:lnTo>
                  <a:pt x="551" y="1176"/>
                </a:lnTo>
                <a:lnTo>
                  <a:pt x="556" y="1161"/>
                </a:lnTo>
                <a:lnTo>
                  <a:pt x="573" y="1151"/>
                </a:lnTo>
                <a:lnTo>
                  <a:pt x="619" y="1171"/>
                </a:lnTo>
                <a:lnTo>
                  <a:pt x="676" y="1126"/>
                </a:lnTo>
                <a:lnTo>
                  <a:pt x="713" y="1082"/>
                </a:lnTo>
                <a:lnTo>
                  <a:pt x="749" y="1111"/>
                </a:lnTo>
                <a:lnTo>
                  <a:pt x="767" y="1110"/>
                </a:lnTo>
                <a:lnTo>
                  <a:pt x="786" y="1121"/>
                </a:lnTo>
                <a:lnTo>
                  <a:pt x="828" y="1103"/>
                </a:lnTo>
                <a:lnTo>
                  <a:pt x="849" y="1123"/>
                </a:lnTo>
                <a:lnTo>
                  <a:pt x="861" y="1148"/>
                </a:lnTo>
                <a:lnTo>
                  <a:pt x="861" y="1193"/>
                </a:lnTo>
                <a:lnTo>
                  <a:pt x="856" y="1229"/>
                </a:lnTo>
                <a:lnTo>
                  <a:pt x="856" y="1258"/>
                </a:lnTo>
                <a:lnTo>
                  <a:pt x="884" y="1245"/>
                </a:lnTo>
                <a:lnTo>
                  <a:pt x="887" y="1235"/>
                </a:lnTo>
                <a:lnTo>
                  <a:pt x="962" y="1306"/>
                </a:lnTo>
                <a:lnTo>
                  <a:pt x="1006" y="1253"/>
                </a:lnTo>
                <a:lnTo>
                  <a:pt x="1028" y="1245"/>
                </a:lnTo>
                <a:lnTo>
                  <a:pt x="1068" y="1230"/>
                </a:lnTo>
                <a:lnTo>
                  <a:pt x="1096" y="1216"/>
                </a:lnTo>
                <a:lnTo>
                  <a:pt x="1119" y="1214"/>
                </a:lnTo>
                <a:lnTo>
                  <a:pt x="1145" y="1197"/>
                </a:lnTo>
                <a:lnTo>
                  <a:pt x="1154" y="1197"/>
                </a:lnTo>
                <a:lnTo>
                  <a:pt x="1155" y="1205"/>
                </a:lnTo>
                <a:lnTo>
                  <a:pt x="1182" y="1216"/>
                </a:lnTo>
                <a:lnTo>
                  <a:pt x="1203" y="1216"/>
                </a:lnTo>
                <a:lnTo>
                  <a:pt x="1220" y="1211"/>
                </a:lnTo>
                <a:lnTo>
                  <a:pt x="1244" y="1203"/>
                </a:lnTo>
                <a:lnTo>
                  <a:pt x="1283" y="1203"/>
                </a:lnTo>
                <a:lnTo>
                  <a:pt x="1283" y="1225"/>
                </a:lnTo>
                <a:lnTo>
                  <a:pt x="1290" y="1232"/>
                </a:lnTo>
                <a:lnTo>
                  <a:pt x="1304" y="1232"/>
                </a:lnTo>
                <a:lnTo>
                  <a:pt x="1318" y="1219"/>
                </a:lnTo>
                <a:lnTo>
                  <a:pt x="1333" y="1197"/>
                </a:lnTo>
                <a:lnTo>
                  <a:pt x="1365" y="1187"/>
                </a:lnTo>
                <a:lnTo>
                  <a:pt x="1377" y="1185"/>
                </a:lnTo>
                <a:lnTo>
                  <a:pt x="1387" y="1176"/>
                </a:lnTo>
                <a:lnTo>
                  <a:pt x="1384" y="1160"/>
                </a:lnTo>
                <a:lnTo>
                  <a:pt x="1398" y="1139"/>
                </a:lnTo>
                <a:lnTo>
                  <a:pt x="1385" y="1121"/>
                </a:lnTo>
                <a:lnTo>
                  <a:pt x="1398" y="1092"/>
                </a:lnTo>
                <a:lnTo>
                  <a:pt x="1419" y="1090"/>
                </a:lnTo>
                <a:lnTo>
                  <a:pt x="1446" y="1081"/>
                </a:lnTo>
                <a:lnTo>
                  <a:pt x="1480" y="1057"/>
                </a:lnTo>
                <a:lnTo>
                  <a:pt x="1488" y="1039"/>
                </a:lnTo>
                <a:lnTo>
                  <a:pt x="1500" y="1007"/>
                </a:lnTo>
                <a:lnTo>
                  <a:pt x="1518" y="955"/>
                </a:lnTo>
                <a:lnTo>
                  <a:pt x="1521" y="926"/>
                </a:lnTo>
                <a:lnTo>
                  <a:pt x="1528" y="897"/>
                </a:lnTo>
                <a:lnTo>
                  <a:pt x="1542" y="849"/>
                </a:lnTo>
                <a:lnTo>
                  <a:pt x="1528" y="820"/>
                </a:lnTo>
                <a:lnTo>
                  <a:pt x="1528" y="783"/>
                </a:lnTo>
                <a:lnTo>
                  <a:pt x="1520" y="757"/>
                </a:lnTo>
                <a:lnTo>
                  <a:pt x="1499" y="748"/>
                </a:lnTo>
                <a:lnTo>
                  <a:pt x="1499" y="767"/>
                </a:lnTo>
                <a:lnTo>
                  <a:pt x="1480" y="765"/>
                </a:lnTo>
                <a:lnTo>
                  <a:pt x="1480" y="746"/>
                </a:lnTo>
                <a:lnTo>
                  <a:pt x="1490" y="727"/>
                </a:lnTo>
                <a:lnTo>
                  <a:pt x="1490" y="708"/>
                </a:lnTo>
                <a:lnTo>
                  <a:pt x="1467" y="719"/>
                </a:lnTo>
                <a:lnTo>
                  <a:pt x="1438" y="719"/>
                </a:lnTo>
                <a:lnTo>
                  <a:pt x="1429" y="709"/>
                </a:lnTo>
                <a:lnTo>
                  <a:pt x="1445" y="706"/>
                </a:lnTo>
                <a:lnTo>
                  <a:pt x="1460" y="690"/>
                </a:lnTo>
                <a:lnTo>
                  <a:pt x="1488" y="690"/>
                </a:lnTo>
                <a:lnTo>
                  <a:pt x="1466" y="669"/>
                </a:lnTo>
                <a:lnTo>
                  <a:pt x="1424" y="661"/>
                </a:lnTo>
                <a:lnTo>
                  <a:pt x="1387" y="645"/>
                </a:lnTo>
                <a:lnTo>
                  <a:pt x="1370" y="624"/>
                </a:lnTo>
                <a:lnTo>
                  <a:pt x="1356" y="611"/>
                </a:lnTo>
                <a:lnTo>
                  <a:pt x="1356" y="574"/>
                </a:lnTo>
                <a:lnTo>
                  <a:pt x="1368" y="560"/>
                </a:lnTo>
                <a:lnTo>
                  <a:pt x="1375" y="547"/>
                </a:lnTo>
                <a:lnTo>
                  <a:pt x="1396" y="529"/>
                </a:lnTo>
                <a:lnTo>
                  <a:pt x="1398" y="510"/>
                </a:lnTo>
                <a:lnTo>
                  <a:pt x="1387" y="506"/>
                </a:lnTo>
                <a:lnTo>
                  <a:pt x="1372" y="519"/>
                </a:lnTo>
                <a:lnTo>
                  <a:pt x="1324" y="527"/>
                </a:lnTo>
                <a:lnTo>
                  <a:pt x="1323" y="547"/>
                </a:lnTo>
                <a:lnTo>
                  <a:pt x="1314" y="568"/>
                </a:lnTo>
                <a:lnTo>
                  <a:pt x="1260" y="537"/>
                </a:lnTo>
                <a:lnTo>
                  <a:pt x="1251" y="505"/>
                </a:lnTo>
                <a:lnTo>
                  <a:pt x="1262" y="482"/>
                </a:lnTo>
                <a:lnTo>
                  <a:pt x="1270" y="450"/>
                </a:lnTo>
                <a:lnTo>
                  <a:pt x="1284" y="426"/>
                </a:lnTo>
                <a:lnTo>
                  <a:pt x="1304" y="410"/>
                </a:lnTo>
                <a:lnTo>
                  <a:pt x="1323" y="429"/>
                </a:lnTo>
                <a:lnTo>
                  <a:pt x="1323" y="458"/>
                </a:lnTo>
                <a:lnTo>
                  <a:pt x="1333" y="476"/>
                </a:lnTo>
                <a:lnTo>
                  <a:pt x="1337" y="487"/>
                </a:lnTo>
                <a:lnTo>
                  <a:pt x="1377" y="429"/>
                </a:lnTo>
                <a:lnTo>
                  <a:pt x="1377" y="400"/>
                </a:lnTo>
                <a:lnTo>
                  <a:pt x="1387" y="395"/>
                </a:lnTo>
                <a:lnTo>
                  <a:pt x="1387" y="378"/>
                </a:lnTo>
                <a:lnTo>
                  <a:pt x="1396" y="346"/>
                </a:lnTo>
                <a:lnTo>
                  <a:pt x="1389" y="323"/>
                </a:lnTo>
                <a:lnTo>
                  <a:pt x="1401" y="309"/>
                </a:lnTo>
                <a:lnTo>
                  <a:pt x="1441" y="297"/>
                </a:lnTo>
                <a:lnTo>
                  <a:pt x="1406" y="280"/>
                </a:lnTo>
                <a:lnTo>
                  <a:pt x="1429" y="252"/>
                </a:lnTo>
                <a:lnTo>
                  <a:pt x="1445" y="219"/>
                </a:lnTo>
                <a:lnTo>
                  <a:pt x="1467" y="227"/>
                </a:lnTo>
                <a:lnTo>
                  <a:pt x="1469" y="212"/>
                </a:lnTo>
                <a:lnTo>
                  <a:pt x="1455" y="196"/>
                </a:lnTo>
                <a:lnTo>
                  <a:pt x="1419" y="153"/>
                </a:lnTo>
                <a:lnTo>
                  <a:pt x="1408" y="135"/>
                </a:lnTo>
                <a:lnTo>
                  <a:pt x="1436" y="114"/>
                </a:lnTo>
                <a:lnTo>
                  <a:pt x="1429" y="38"/>
                </a:lnTo>
                <a:lnTo>
                  <a:pt x="1396" y="1"/>
                </a:lnTo>
                <a:lnTo>
                  <a:pt x="1375" y="1"/>
                </a:lnTo>
                <a:lnTo>
                  <a:pt x="1368" y="56"/>
                </a:lnTo>
                <a:lnTo>
                  <a:pt x="1333" y="69"/>
                </a:lnTo>
                <a:lnTo>
                  <a:pt x="1291" y="37"/>
                </a:lnTo>
                <a:lnTo>
                  <a:pt x="1209" y="69"/>
                </a:lnTo>
                <a:lnTo>
                  <a:pt x="1155" y="17"/>
                </a:lnTo>
                <a:lnTo>
                  <a:pt x="1096"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3" name="Freeform 107">
            <a:extLst>
              <a:ext uri="{FF2B5EF4-FFF2-40B4-BE49-F238E27FC236}">
                <a16:creationId xmlns:a16="http://schemas.microsoft.com/office/drawing/2014/main" id="{4F1A9F17-EA61-43AD-4B69-5574212C1E01}"/>
              </a:ext>
            </a:extLst>
          </p:cNvPr>
          <p:cNvSpPr>
            <a:spLocks/>
          </p:cNvSpPr>
          <p:nvPr/>
        </p:nvSpPr>
        <p:spPr bwMode="auto">
          <a:xfrm>
            <a:off x="6959600" y="1457325"/>
            <a:ext cx="215900" cy="166688"/>
          </a:xfrm>
          <a:custGeom>
            <a:avLst/>
            <a:gdLst>
              <a:gd name="T0" fmla="*/ 0 w 148"/>
              <a:gd name="T1" fmla="*/ 0 h 114"/>
              <a:gd name="T2" fmla="*/ 0 w 148"/>
              <a:gd name="T3" fmla="*/ 14 h 114"/>
              <a:gd name="T4" fmla="*/ 14 w 148"/>
              <a:gd name="T5" fmla="*/ 27 h 114"/>
              <a:gd name="T6" fmla="*/ 42 w 148"/>
              <a:gd name="T7" fmla="*/ 38 h 114"/>
              <a:gd name="T8" fmla="*/ 57 w 148"/>
              <a:gd name="T9" fmla="*/ 53 h 114"/>
              <a:gd name="T10" fmla="*/ 82 w 148"/>
              <a:gd name="T11" fmla="*/ 72 h 114"/>
              <a:gd name="T12" fmla="*/ 96 w 148"/>
              <a:gd name="T13" fmla="*/ 77 h 114"/>
              <a:gd name="T14" fmla="*/ 125 w 148"/>
              <a:gd name="T15" fmla="*/ 104 h 114"/>
              <a:gd name="T16" fmla="*/ 144 w 148"/>
              <a:gd name="T17" fmla="*/ 114 h 114"/>
              <a:gd name="T18" fmla="*/ 143 w 148"/>
              <a:gd name="T19" fmla="*/ 107 h 114"/>
              <a:gd name="T20" fmla="*/ 148 w 148"/>
              <a:gd name="T21" fmla="*/ 104 h 114"/>
              <a:gd name="T22" fmla="*/ 125 w 148"/>
              <a:gd name="T23" fmla="*/ 95 h 114"/>
              <a:gd name="T24" fmla="*/ 118 w 148"/>
              <a:gd name="T25" fmla="*/ 85 h 114"/>
              <a:gd name="T26" fmla="*/ 139 w 148"/>
              <a:gd name="T27" fmla="*/ 82 h 114"/>
              <a:gd name="T28" fmla="*/ 120 w 148"/>
              <a:gd name="T29" fmla="*/ 70 h 114"/>
              <a:gd name="T30" fmla="*/ 103 w 148"/>
              <a:gd name="T31" fmla="*/ 59 h 114"/>
              <a:gd name="T32" fmla="*/ 73 w 148"/>
              <a:gd name="T33" fmla="*/ 45 h 114"/>
              <a:gd name="T34" fmla="*/ 56 w 148"/>
              <a:gd name="T35" fmla="*/ 25 h 114"/>
              <a:gd name="T36" fmla="*/ 28 w 148"/>
              <a:gd name="T37" fmla="*/ 9 h 114"/>
              <a:gd name="T38" fmla="*/ 0 w 148"/>
              <a:gd name="T3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114">
                <a:moveTo>
                  <a:pt x="0" y="0"/>
                </a:moveTo>
                <a:lnTo>
                  <a:pt x="0" y="14"/>
                </a:lnTo>
                <a:lnTo>
                  <a:pt x="14" y="27"/>
                </a:lnTo>
                <a:lnTo>
                  <a:pt x="42" y="38"/>
                </a:lnTo>
                <a:lnTo>
                  <a:pt x="57" y="53"/>
                </a:lnTo>
                <a:lnTo>
                  <a:pt x="82" y="72"/>
                </a:lnTo>
                <a:lnTo>
                  <a:pt x="96" y="77"/>
                </a:lnTo>
                <a:lnTo>
                  <a:pt x="125" y="104"/>
                </a:lnTo>
                <a:lnTo>
                  <a:pt x="144" y="114"/>
                </a:lnTo>
                <a:lnTo>
                  <a:pt x="143" y="107"/>
                </a:lnTo>
                <a:lnTo>
                  <a:pt x="148" y="104"/>
                </a:lnTo>
                <a:lnTo>
                  <a:pt x="125" y="95"/>
                </a:lnTo>
                <a:lnTo>
                  <a:pt x="118" y="85"/>
                </a:lnTo>
                <a:lnTo>
                  <a:pt x="139" y="82"/>
                </a:lnTo>
                <a:lnTo>
                  <a:pt x="120" y="70"/>
                </a:lnTo>
                <a:lnTo>
                  <a:pt x="103" y="59"/>
                </a:lnTo>
                <a:lnTo>
                  <a:pt x="73" y="45"/>
                </a:lnTo>
                <a:lnTo>
                  <a:pt x="56" y="25"/>
                </a:lnTo>
                <a:lnTo>
                  <a:pt x="28" y="9"/>
                </a:lnTo>
                <a:lnTo>
                  <a:pt x="0"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4" name="Freeform 108">
            <a:extLst>
              <a:ext uri="{FF2B5EF4-FFF2-40B4-BE49-F238E27FC236}">
                <a16:creationId xmlns:a16="http://schemas.microsoft.com/office/drawing/2014/main" id="{FD1B30B0-823B-2EB3-E8B5-B5023DC13AA6}"/>
              </a:ext>
            </a:extLst>
          </p:cNvPr>
          <p:cNvSpPr>
            <a:spLocks/>
          </p:cNvSpPr>
          <p:nvPr/>
        </p:nvSpPr>
        <p:spPr bwMode="auto">
          <a:xfrm>
            <a:off x="7254875" y="3165475"/>
            <a:ext cx="103188" cy="225425"/>
          </a:xfrm>
          <a:custGeom>
            <a:avLst/>
            <a:gdLst>
              <a:gd name="T0" fmla="*/ 31 w 70"/>
              <a:gd name="T1" fmla="*/ 0 h 154"/>
              <a:gd name="T2" fmla="*/ 12 w 70"/>
              <a:gd name="T3" fmla="*/ 8 h 154"/>
              <a:gd name="T4" fmla="*/ 0 w 70"/>
              <a:gd name="T5" fmla="*/ 29 h 154"/>
              <a:gd name="T6" fmla="*/ 0 w 70"/>
              <a:gd name="T7" fmla="*/ 56 h 154"/>
              <a:gd name="T8" fmla="*/ 0 w 70"/>
              <a:gd name="T9" fmla="*/ 88 h 154"/>
              <a:gd name="T10" fmla="*/ 7 w 70"/>
              <a:gd name="T11" fmla="*/ 116 h 154"/>
              <a:gd name="T12" fmla="*/ 21 w 70"/>
              <a:gd name="T13" fmla="*/ 130 h 154"/>
              <a:gd name="T14" fmla="*/ 30 w 70"/>
              <a:gd name="T15" fmla="*/ 137 h 154"/>
              <a:gd name="T16" fmla="*/ 40 w 70"/>
              <a:gd name="T17" fmla="*/ 149 h 154"/>
              <a:gd name="T18" fmla="*/ 56 w 70"/>
              <a:gd name="T19" fmla="*/ 154 h 154"/>
              <a:gd name="T20" fmla="*/ 61 w 70"/>
              <a:gd name="T21" fmla="*/ 146 h 154"/>
              <a:gd name="T22" fmla="*/ 50 w 70"/>
              <a:gd name="T23" fmla="*/ 133 h 154"/>
              <a:gd name="T24" fmla="*/ 50 w 70"/>
              <a:gd name="T25" fmla="*/ 125 h 154"/>
              <a:gd name="T26" fmla="*/ 64 w 70"/>
              <a:gd name="T27" fmla="*/ 111 h 154"/>
              <a:gd name="T28" fmla="*/ 70 w 70"/>
              <a:gd name="T29" fmla="*/ 98 h 154"/>
              <a:gd name="T30" fmla="*/ 64 w 70"/>
              <a:gd name="T31" fmla="*/ 80 h 154"/>
              <a:gd name="T32" fmla="*/ 57 w 70"/>
              <a:gd name="T33" fmla="*/ 74 h 154"/>
              <a:gd name="T34" fmla="*/ 59 w 70"/>
              <a:gd name="T35" fmla="*/ 53 h 154"/>
              <a:gd name="T36" fmla="*/ 49 w 70"/>
              <a:gd name="T37" fmla="*/ 47 h 154"/>
              <a:gd name="T38" fmla="*/ 45 w 70"/>
              <a:gd name="T39" fmla="*/ 40 h 154"/>
              <a:gd name="T40" fmla="*/ 54 w 70"/>
              <a:gd name="T41" fmla="*/ 40 h 154"/>
              <a:gd name="T42" fmla="*/ 54 w 70"/>
              <a:gd name="T43" fmla="*/ 24 h 154"/>
              <a:gd name="T44" fmla="*/ 49 w 70"/>
              <a:gd name="T45" fmla="*/ 16 h 154"/>
              <a:gd name="T46" fmla="*/ 31 w 70"/>
              <a:gd name="T4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 h="154">
                <a:moveTo>
                  <a:pt x="31" y="0"/>
                </a:moveTo>
                <a:lnTo>
                  <a:pt x="12" y="8"/>
                </a:lnTo>
                <a:lnTo>
                  <a:pt x="0" y="29"/>
                </a:lnTo>
                <a:lnTo>
                  <a:pt x="0" y="56"/>
                </a:lnTo>
                <a:lnTo>
                  <a:pt x="0" y="88"/>
                </a:lnTo>
                <a:lnTo>
                  <a:pt x="7" y="116"/>
                </a:lnTo>
                <a:lnTo>
                  <a:pt x="21" y="130"/>
                </a:lnTo>
                <a:lnTo>
                  <a:pt x="30" y="137"/>
                </a:lnTo>
                <a:lnTo>
                  <a:pt x="40" y="149"/>
                </a:lnTo>
                <a:lnTo>
                  <a:pt x="56" y="154"/>
                </a:lnTo>
                <a:lnTo>
                  <a:pt x="61" y="146"/>
                </a:lnTo>
                <a:lnTo>
                  <a:pt x="50" y="133"/>
                </a:lnTo>
                <a:lnTo>
                  <a:pt x="50" y="125"/>
                </a:lnTo>
                <a:lnTo>
                  <a:pt x="64" y="111"/>
                </a:lnTo>
                <a:lnTo>
                  <a:pt x="70" y="98"/>
                </a:lnTo>
                <a:lnTo>
                  <a:pt x="64" y="80"/>
                </a:lnTo>
                <a:lnTo>
                  <a:pt x="57" y="74"/>
                </a:lnTo>
                <a:lnTo>
                  <a:pt x="59" y="53"/>
                </a:lnTo>
                <a:lnTo>
                  <a:pt x="49" y="47"/>
                </a:lnTo>
                <a:lnTo>
                  <a:pt x="45" y="40"/>
                </a:lnTo>
                <a:lnTo>
                  <a:pt x="54" y="40"/>
                </a:lnTo>
                <a:lnTo>
                  <a:pt x="54" y="24"/>
                </a:lnTo>
                <a:lnTo>
                  <a:pt x="49" y="16"/>
                </a:lnTo>
                <a:lnTo>
                  <a:pt x="31"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5" name="Freeform 109">
            <a:extLst>
              <a:ext uri="{FF2B5EF4-FFF2-40B4-BE49-F238E27FC236}">
                <a16:creationId xmlns:a16="http://schemas.microsoft.com/office/drawing/2014/main" id="{6314FD03-4D8C-7B4D-C091-504B7E51BFA3}"/>
              </a:ext>
            </a:extLst>
          </p:cNvPr>
          <p:cNvSpPr>
            <a:spLocks/>
          </p:cNvSpPr>
          <p:nvPr/>
        </p:nvSpPr>
        <p:spPr bwMode="auto">
          <a:xfrm>
            <a:off x="6792913" y="3668713"/>
            <a:ext cx="139700" cy="153987"/>
          </a:xfrm>
          <a:custGeom>
            <a:avLst/>
            <a:gdLst>
              <a:gd name="T0" fmla="*/ 76 w 95"/>
              <a:gd name="T1" fmla="*/ 2 h 105"/>
              <a:gd name="T2" fmla="*/ 66 w 95"/>
              <a:gd name="T3" fmla="*/ 13 h 105"/>
              <a:gd name="T4" fmla="*/ 43 w 95"/>
              <a:gd name="T5" fmla="*/ 19 h 105"/>
              <a:gd name="T6" fmla="*/ 24 w 95"/>
              <a:gd name="T7" fmla="*/ 24 h 105"/>
              <a:gd name="T8" fmla="*/ 13 w 95"/>
              <a:gd name="T9" fmla="*/ 32 h 105"/>
              <a:gd name="T10" fmla="*/ 7 w 95"/>
              <a:gd name="T11" fmla="*/ 40 h 105"/>
              <a:gd name="T12" fmla="*/ 0 w 95"/>
              <a:gd name="T13" fmla="*/ 58 h 105"/>
              <a:gd name="T14" fmla="*/ 3 w 95"/>
              <a:gd name="T15" fmla="*/ 68 h 105"/>
              <a:gd name="T16" fmla="*/ 17 w 95"/>
              <a:gd name="T17" fmla="*/ 82 h 105"/>
              <a:gd name="T18" fmla="*/ 33 w 95"/>
              <a:gd name="T19" fmla="*/ 93 h 105"/>
              <a:gd name="T20" fmla="*/ 47 w 95"/>
              <a:gd name="T21" fmla="*/ 105 h 105"/>
              <a:gd name="T22" fmla="*/ 59 w 95"/>
              <a:gd name="T23" fmla="*/ 100 h 105"/>
              <a:gd name="T24" fmla="*/ 71 w 95"/>
              <a:gd name="T25" fmla="*/ 90 h 105"/>
              <a:gd name="T26" fmla="*/ 78 w 95"/>
              <a:gd name="T27" fmla="*/ 82 h 105"/>
              <a:gd name="T28" fmla="*/ 85 w 95"/>
              <a:gd name="T29" fmla="*/ 66 h 105"/>
              <a:gd name="T30" fmla="*/ 90 w 95"/>
              <a:gd name="T31" fmla="*/ 48 h 105"/>
              <a:gd name="T32" fmla="*/ 88 w 95"/>
              <a:gd name="T33" fmla="*/ 42 h 105"/>
              <a:gd name="T34" fmla="*/ 95 w 95"/>
              <a:gd name="T35" fmla="*/ 32 h 105"/>
              <a:gd name="T36" fmla="*/ 95 w 95"/>
              <a:gd name="T37" fmla="*/ 19 h 105"/>
              <a:gd name="T38" fmla="*/ 92 w 95"/>
              <a:gd name="T39" fmla="*/ 7 h 105"/>
              <a:gd name="T40" fmla="*/ 88 w 95"/>
              <a:gd name="T41" fmla="*/ 0 h 105"/>
              <a:gd name="T42" fmla="*/ 76 w 95"/>
              <a:gd name="T43"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5" h="105">
                <a:moveTo>
                  <a:pt x="76" y="2"/>
                </a:moveTo>
                <a:lnTo>
                  <a:pt x="66" y="13"/>
                </a:lnTo>
                <a:lnTo>
                  <a:pt x="43" y="19"/>
                </a:lnTo>
                <a:lnTo>
                  <a:pt x="24" y="24"/>
                </a:lnTo>
                <a:lnTo>
                  <a:pt x="13" y="32"/>
                </a:lnTo>
                <a:lnTo>
                  <a:pt x="7" y="40"/>
                </a:lnTo>
                <a:lnTo>
                  <a:pt x="0" y="58"/>
                </a:lnTo>
                <a:lnTo>
                  <a:pt x="3" y="68"/>
                </a:lnTo>
                <a:lnTo>
                  <a:pt x="17" y="82"/>
                </a:lnTo>
                <a:lnTo>
                  <a:pt x="33" y="93"/>
                </a:lnTo>
                <a:lnTo>
                  <a:pt x="47" y="105"/>
                </a:lnTo>
                <a:lnTo>
                  <a:pt x="59" y="100"/>
                </a:lnTo>
                <a:lnTo>
                  <a:pt x="71" y="90"/>
                </a:lnTo>
                <a:lnTo>
                  <a:pt x="78" y="82"/>
                </a:lnTo>
                <a:lnTo>
                  <a:pt x="85" y="66"/>
                </a:lnTo>
                <a:lnTo>
                  <a:pt x="90" y="48"/>
                </a:lnTo>
                <a:lnTo>
                  <a:pt x="88" y="42"/>
                </a:lnTo>
                <a:lnTo>
                  <a:pt x="95" y="32"/>
                </a:lnTo>
                <a:lnTo>
                  <a:pt x="95" y="19"/>
                </a:lnTo>
                <a:lnTo>
                  <a:pt x="92" y="7"/>
                </a:lnTo>
                <a:lnTo>
                  <a:pt x="88" y="0"/>
                </a:lnTo>
                <a:lnTo>
                  <a:pt x="76" y="2"/>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6" name="Freeform 110">
            <a:extLst>
              <a:ext uri="{FF2B5EF4-FFF2-40B4-BE49-F238E27FC236}">
                <a16:creationId xmlns:a16="http://schemas.microsoft.com/office/drawing/2014/main" id="{4E5F50D1-7464-2255-1283-98574F401F78}"/>
              </a:ext>
            </a:extLst>
          </p:cNvPr>
          <p:cNvSpPr>
            <a:spLocks/>
          </p:cNvSpPr>
          <p:nvPr/>
        </p:nvSpPr>
        <p:spPr bwMode="auto">
          <a:xfrm>
            <a:off x="6416675" y="3613150"/>
            <a:ext cx="542925" cy="757238"/>
          </a:xfrm>
          <a:custGeom>
            <a:avLst/>
            <a:gdLst>
              <a:gd name="T0" fmla="*/ 222 w 370"/>
              <a:gd name="T1" fmla="*/ 12 h 516"/>
              <a:gd name="T2" fmla="*/ 204 w 370"/>
              <a:gd name="T3" fmla="*/ 19 h 516"/>
              <a:gd name="T4" fmla="*/ 182 w 370"/>
              <a:gd name="T5" fmla="*/ 19 h 516"/>
              <a:gd name="T6" fmla="*/ 157 w 370"/>
              <a:gd name="T7" fmla="*/ 8 h 516"/>
              <a:gd name="T8" fmla="*/ 157 w 370"/>
              <a:gd name="T9" fmla="*/ 0 h 516"/>
              <a:gd name="T10" fmla="*/ 145 w 370"/>
              <a:gd name="T11" fmla="*/ 0 h 516"/>
              <a:gd name="T12" fmla="*/ 115 w 370"/>
              <a:gd name="T13" fmla="*/ 19 h 516"/>
              <a:gd name="T14" fmla="*/ 96 w 370"/>
              <a:gd name="T15" fmla="*/ 19 h 516"/>
              <a:gd name="T16" fmla="*/ 54 w 370"/>
              <a:gd name="T17" fmla="*/ 38 h 516"/>
              <a:gd name="T18" fmla="*/ 0 w 370"/>
              <a:gd name="T19" fmla="*/ 57 h 516"/>
              <a:gd name="T20" fmla="*/ 21 w 370"/>
              <a:gd name="T21" fmla="*/ 78 h 516"/>
              <a:gd name="T22" fmla="*/ 65 w 370"/>
              <a:gd name="T23" fmla="*/ 96 h 516"/>
              <a:gd name="T24" fmla="*/ 65 w 370"/>
              <a:gd name="T25" fmla="*/ 106 h 516"/>
              <a:gd name="T26" fmla="*/ 84 w 370"/>
              <a:gd name="T27" fmla="*/ 107 h 516"/>
              <a:gd name="T28" fmla="*/ 94 w 370"/>
              <a:gd name="T29" fmla="*/ 98 h 516"/>
              <a:gd name="T30" fmla="*/ 115 w 370"/>
              <a:gd name="T31" fmla="*/ 117 h 516"/>
              <a:gd name="T32" fmla="*/ 124 w 370"/>
              <a:gd name="T33" fmla="*/ 119 h 516"/>
              <a:gd name="T34" fmla="*/ 105 w 370"/>
              <a:gd name="T35" fmla="*/ 133 h 516"/>
              <a:gd name="T36" fmla="*/ 115 w 370"/>
              <a:gd name="T37" fmla="*/ 164 h 516"/>
              <a:gd name="T38" fmla="*/ 143 w 370"/>
              <a:gd name="T39" fmla="*/ 172 h 516"/>
              <a:gd name="T40" fmla="*/ 185 w 370"/>
              <a:gd name="T41" fmla="*/ 188 h 516"/>
              <a:gd name="T42" fmla="*/ 211 w 370"/>
              <a:gd name="T43" fmla="*/ 212 h 516"/>
              <a:gd name="T44" fmla="*/ 241 w 370"/>
              <a:gd name="T45" fmla="*/ 221 h 516"/>
              <a:gd name="T46" fmla="*/ 250 w 370"/>
              <a:gd name="T47" fmla="*/ 230 h 516"/>
              <a:gd name="T48" fmla="*/ 269 w 370"/>
              <a:gd name="T49" fmla="*/ 265 h 516"/>
              <a:gd name="T50" fmla="*/ 272 w 370"/>
              <a:gd name="T51" fmla="*/ 276 h 516"/>
              <a:gd name="T52" fmla="*/ 288 w 370"/>
              <a:gd name="T53" fmla="*/ 292 h 516"/>
              <a:gd name="T54" fmla="*/ 298 w 370"/>
              <a:gd name="T55" fmla="*/ 308 h 516"/>
              <a:gd name="T56" fmla="*/ 304 w 370"/>
              <a:gd name="T57" fmla="*/ 318 h 516"/>
              <a:gd name="T58" fmla="*/ 293 w 370"/>
              <a:gd name="T59" fmla="*/ 344 h 516"/>
              <a:gd name="T60" fmla="*/ 274 w 370"/>
              <a:gd name="T61" fmla="*/ 371 h 516"/>
              <a:gd name="T62" fmla="*/ 250 w 370"/>
              <a:gd name="T63" fmla="*/ 386 h 516"/>
              <a:gd name="T64" fmla="*/ 255 w 370"/>
              <a:gd name="T65" fmla="*/ 397 h 516"/>
              <a:gd name="T66" fmla="*/ 260 w 370"/>
              <a:gd name="T67" fmla="*/ 402 h 516"/>
              <a:gd name="T68" fmla="*/ 260 w 370"/>
              <a:gd name="T69" fmla="*/ 415 h 516"/>
              <a:gd name="T70" fmla="*/ 239 w 370"/>
              <a:gd name="T71" fmla="*/ 426 h 516"/>
              <a:gd name="T72" fmla="*/ 230 w 370"/>
              <a:gd name="T73" fmla="*/ 443 h 516"/>
              <a:gd name="T74" fmla="*/ 230 w 370"/>
              <a:gd name="T75" fmla="*/ 453 h 516"/>
              <a:gd name="T76" fmla="*/ 243 w 370"/>
              <a:gd name="T77" fmla="*/ 450 h 516"/>
              <a:gd name="T78" fmla="*/ 230 w 370"/>
              <a:gd name="T79" fmla="*/ 468 h 516"/>
              <a:gd name="T80" fmla="*/ 239 w 370"/>
              <a:gd name="T81" fmla="*/ 516 h 516"/>
              <a:gd name="T82" fmla="*/ 255 w 370"/>
              <a:gd name="T83" fmla="*/ 514 h 516"/>
              <a:gd name="T84" fmla="*/ 284 w 370"/>
              <a:gd name="T85" fmla="*/ 476 h 516"/>
              <a:gd name="T86" fmla="*/ 293 w 370"/>
              <a:gd name="T87" fmla="*/ 424 h 516"/>
              <a:gd name="T88" fmla="*/ 354 w 370"/>
              <a:gd name="T89" fmla="*/ 398 h 516"/>
              <a:gd name="T90" fmla="*/ 366 w 370"/>
              <a:gd name="T91" fmla="*/ 368 h 516"/>
              <a:gd name="T92" fmla="*/ 370 w 370"/>
              <a:gd name="T93" fmla="*/ 328 h 516"/>
              <a:gd name="T94" fmla="*/ 361 w 370"/>
              <a:gd name="T95" fmla="*/ 315 h 516"/>
              <a:gd name="T96" fmla="*/ 368 w 370"/>
              <a:gd name="T97" fmla="*/ 307 h 516"/>
              <a:gd name="T98" fmla="*/ 344 w 370"/>
              <a:gd name="T99" fmla="*/ 268 h 516"/>
              <a:gd name="T100" fmla="*/ 321 w 370"/>
              <a:gd name="T101" fmla="*/ 247 h 516"/>
              <a:gd name="T102" fmla="*/ 314 w 370"/>
              <a:gd name="T103" fmla="*/ 230 h 516"/>
              <a:gd name="T104" fmla="*/ 300 w 370"/>
              <a:gd name="T105" fmla="*/ 218 h 516"/>
              <a:gd name="T106" fmla="*/ 284 w 370"/>
              <a:gd name="T107" fmla="*/ 207 h 516"/>
              <a:gd name="T108" fmla="*/ 251 w 370"/>
              <a:gd name="T109" fmla="*/ 191 h 516"/>
              <a:gd name="T110" fmla="*/ 216 w 370"/>
              <a:gd name="T111" fmla="*/ 173 h 516"/>
              <a:gd name="T112" fmla="*/ 190 w 370"/>
              <a:gd name="T113" fmla="*/ 159 h 516"/>
              <a:gd name="T114" fmla="*/ 169 w 370"/>
              <a:gd name="T115" fmla="*/ 143 h 516"/>
              <a:gd name="T116" fmla="*/ 187 w 370"/>
              <a:gd name="T117" fmla="*/ 75 h 516"/>
              <a:gd name="T118" fmla="*/ 222 w 370"/>
              <a:gd name="T119" fmla="*/ 12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516">
                <a:moveTo>
                  <a:pt x="222" y="12"/>
                </a:moveTo>
                <a:lnTo>
                  <a:pt x="204" y="19"/>
                </a:lnTo>
                <a:lnTo>
                  <a:pt x="182" y="19"/>
                </a:lnTo>
                <a:lnTo>
                  <a:pt x="157" y="8"/>
                </a:lnTo>
                <a:lnTo>
                  <a:pt x="157" y="0"/>
                </a:lnTo>
                <a:lnTo>
                  <a:pt x="145" y="0"/>
                </a:lnTo>
                <a:lnTo>
                  <a:pt x="115" y="19"/>
                </a:lnTo>
                <a:lnTo>
                  <a:pt x="96" y="19"/>
                </a:lnTo>
                <a:lnTo>
                  <a:pt x="54" y="38"/>
                </a:lnTo>
                <a:lnTo>
                  <a:pt x="0" y="57"/>
                </a:lnTo>
                <a:lnTo>
                  <a:pt x="21" y="78"/>
                </a:lnTo>
                <a:lnTo>
                  <a:pt x="65" y="96"/>
                </a:lnTo>
                <a:lnTo>
                  <a:pt x="65" y="106"/>
                </a:lnTo>
                <a:lnTo>
                  <a:pt x="84" y="107"/>
                </a:lnTo>
                <a:lnTo>
                  <a:pt x="94" y="98"/>
                </a:lnTo>
                <a:lnTo>
                  <a:pt x="115" y="117"/>
                </a:lnTo>
                <a:lnTo>
                  <a:pt x="124" y="119"/>
                </a:lnTo>
                <a:lnTo>
                  <a:pt x="105" y="133"/>
                </a:lnTo>
                <a:lnTo>
                  <a:pt x="115" y="164"/>
                </a:lnTo>
                <a:lnTo>
                  <a:pt x="143" y="172"/>
                </a:lnTo>
                <a:lnTo>
                  <a:pt x="185" y="188"/>
                </a:lnTo>
                <a:lnTo>
                  <a:pt x="211" y="212"/>
                </a:lnTo>
                <a:lnTo>
                  <a:pt x="241" y="221"/>
                </a:lnTo>
                <a:lnTo>
                  <a:pt x="250" y="230"/>
                </a:lnTo>
                <a:lnTo>
                  <a:pt x="269" y="265"/>
                </a:lnTo>
                <a:lnTo>
                  <a:pt x="272" y="276"/>
                </a:lnTo>
                <a:lnTo>
                  <a:pt x="288" y="292"/>
                </a:lnTo>
                <a:lnTo>
                  <a:pt x="298" y="308"/>
                </a:lnTo>
                <a:lnTo>
                  <a:pt x="304" y="318"/>
                </a:lnTo>
                <a:lnTo>
                  <a:pt x="293" y="344"/>
                </a:lnTo>
                <a:lnTo>
                  <a:pt x="274" y="371"/>
                </a:lnTo>
                <a:lnTo>
                  <a:pt x="250" y="386"/>
                </a:lnTo>
                <a:lnTo>
                  <a:pt x="255" y="397"/>
                </a:lnTo>
                <a:lnTo>
                  <a:pt x="260" y="402"/>
                </a:lnTo>
                <a:lnTo>
                  <a:pt x="260" y="415"/>
                </a:lnTo>
                <a:lnTo>
                  <a:pt x="239" y="426"/>
                </a:lnTo>
                <a:lnTo>
                  <a:pt x="230" y="443"/>
                </a:lnTo>
                <a:lnTo>
                  <a:pt x="230" y="453"/>
                </a:lnTo>
                <a:lnTo>
                  <a:pt x="243" y="450"/>
                </a:lnTo>
                <a:lnTo>
                  <a:pt x="230" y="468"/>
                </a:lnTo>
                <a:lnTo>
                  <a:pt x="239" y="516"/>
                </a:lnTo>
                <a:lnTo>
                  <a:pt x="255" y="514"/>
                </a:lnTo>
                <a:lnTo>
                  <a:pt x="284" y="476"/>
                </a:lnTo>
                <a:lnTo>
                  <a:pt x="293" y="424"/>
                </a:lnTo>
                <a:lnTo>
                  <a:pt x="354" y="398"/>
                </a:lnTo>
                <a:lnTo>
                  <a:pt x="366" y="368"/>
                </a:lnTo>
                <a:lnTo>
                  <a:pt x="370" y="328"/>
                </a:lnTo>
                <a:lnTo>
                  <a:pt x="361" y="315"/>
                </a:lnTo>
                <a:lnTo>
                  <a:pt x="368" y="307"/>
                </a:lnTo>
                <a:lnTo>
                  <a:pt x="344" y="268"/>
                </a:lnTo>
                <a:lnTo>
                  <a:pt x="321" y="247"/>
                </a:lnTo>
                <a:lnTo>
                  <a:pt x="314" y="230"/>
                </a:lnTo>
                <a:lnTo>
                  <a:pt x="300" y="218"/>
                </a:lnTo>
                <a:lnTo>
                  <a:pt x="284" y="207"/>
                </a:lnTo>
                <a:lnTo>
                  <a:pt x="251" y="191"/>
                </a:lnTo>
                <a:lnTo>
                  <a:pt x="216" y="173"/>
                </a:lnTo>
                <a:lnTo>
                  <a:pt x="190" y="159"/>
                </a:lnTo>
                <a:lnTo>
                  <a:pt x="169" y="143"/>
                </a:lnTo>
                <a:lnTo>
                  <a:pt x="187" y="75"/>
                </a:lnTo>
                <a:lnTo>
                  <a:pt x="222" y="12"/>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7" name="Freeform 111">
            <a:extLst>
              <a:ext uri="{FF2B5EF4-FFF2-40B4-BE49-F238E27FC236}">
                <a16:creationId xmlns:a16="http://schemas.microsoft.com/office/drawing/2014/main" id="{922FF6A8-F53E-B14C-2C42-62DEDC74E50E}"/>
              </a:ext>
            </a:extLst>
          </p:cNvPr>
          <p:cNvSpPr>
            <a:spLocks/>
          </p:cNvSpPr>
          <p:nvPr/>
        </p:nvSpPr>
        <p:spPr bwMode="auto">
          <a:xfrm>
            <a:off x="6361113" y="3697288"/>
            <a:ext cx="454025" cy="363537"/>
          </a:xfrm>
          <a:custGeom>
            <a:avLst/>
            <a:gdLst>
              <a:gd name="T0" fmla="*/ 42 w 310"/>
              <a:gd name="T1" fmla="*/ 0 h 248"/>
              <a:gd name="T2" fmla="*/ 59 w 310"/>
              <a:gd name="T3" fmla="*/ 21 h 248"/>
              <a:gd name="T4" fmla="*/ 103 w 310"/>
              <a:gd name="T5" fmla="*/ 37 h 248"/>
              <a:gd name="T6" fmla="*/ 103 w 310"/>
              <a:gd name="T7" fmla="*/ 49 h 248"/>
              <a:gd name="T8" fmla="*/ 122 w 310"/>
              <a:gd name="T9" fmla="*/ 49 h 248"/>
              <a:gd name="T10" fmla="*/ 132 w 310"/>
              <a:gd name="T11" fmla="*/ 41 h 248"/>
              <a:gd name="T12" fmla="*/ 153 w 310"/>
              <a:gd name="T13" fmla="*/ 58 h 248"/>
              <a:gd name="T14" fmla="*/ 166 w 310"/>
              <a:gd name="T15" fmla="*/ 60 h 248"/>
              <a:gd name="T16" fmla="*/ 145 w 310"/>
              <a:gd name="T17" fmla="*/ 76 h 248"/>
              <a:gd name="T18" fmla="*/ 153 w 310"/>
              <a:gd name="T19" fmla="*/ 103 h 248"/>
              <a:gd name="T20" fmla="*/ 181 w 310"/>
              <a:gd name="T21" fmla="*/ 113 h 248"/>
              <a:gd name="T22" fmla="*/ 225 w 310"/>
              <a:gd name="T23" fmla="*/ 131 h 248"/>
              <a:gd name="T24" fmla="*/ 249 w 310"/>
              <a:gd name="T25" fmla="*/ 153 h 248"/>
              <a:gd name="T26" fmla="*/ 279 w 310"/>
              <a:gd name="T27" fmla="*/ 163 h 248"/>
              <a:gd name="T28" fmla="*/ 288 w 310"/>
              <a:gd name="T29" fmla="*/ 173 h 248"/>
              <a:gd name="T30" fmla="*/ 298 w 310"/>
              <a:gd name="T31" fmla="*/ 189 h 248"/>
              <a:gd name="T32" fmla="*/ 307 w 310"/>
              <a:gd name="T33" fmla="*/ 205 h 248"/>
              <a:gd name="T34" fmla="*/ 310 w 310"/>
              <a:gd name="T35" fmla="*/ 221 h 248"/>
              <a:gd name="T36" fmla="*/ 291 w 310"/>
              <a:gd name="T37" fmla="*/ 221 h 248"/>
              <a:gd name="T38" fmla="*/ 268 w 310"/>
              <a:gd name="T39" fmla="*/ 230 h 248"/>
              <a:gd name="T40" fmla="*/ 268 w 310"/>
              <a:gd name="T41" fmla="*/ 248 h 248"/>
              <a:gd name="T42" fmla="*/ 247 w 310"/>
              <a:gd name="T43" fmla="*/ 248 h 248"/>
              <a:gd name="T44" fmla="*/ 239 w 310"/>
              <a:gd name="T45" fmla="*/ 232 h 248"/>
              <a:gd name="T46" fmla="*/ 237 w 310"/>
              <a:gd name="T47" fmla="*/ 219 h 248"/>
              <a:gd name="T48" fmla="*/ 216 w 310"/>
              <a:gd name="T49" fmla="*/ 201 h 248"/>
              <a:gd name="T50" fmla="*/ 216 w 310"/>
              <a:gd name="T51" fmla="*/ 190 h 248"/>
              <a:gd name="T52" fmla="*/ 195 w 310"/>
              <a:gd name="T53" fmla="*/ 190 h 248"/>
              <a:gd name="T54" fmla="*/ 181 w 310"/>
              <a:gd name="T55" fmla="*/ 181 h 248"/>
              <a:gd name="T56" fmla="*/ 183 w 310"/>
              <a:gd name="T57" fmla="*/ 153 h 248"/>
              <a:gd name="T58" fmla="*/ 173 w 310"/>
              <a:gd name="T59" fmla="*/ 144 h 248"/>
              <a:gd name="T60" fmla="*/ 59 w 310"/>
              <a:gd name="T61" fmla="*/ 134 h 248"/>
              <a:gd name="T62" fmla="*/ 58 w 310"/>
              <a:gd name="T63" fmla="*/ 126 h 248"/>
              <a:gd name="T64" fmla="*/ 38 w 310"/>
              <a:gd name="T65" fmla="*/ 123 h 248"/>
              <a:gd name="T66" fmla="*/ 9 w 310"/>
              <a:gd name="T67" fmla="*/ 95 h 248"/>
              <a:gd name="T68" fmla="*/ 19 w 310"/>
              <a:gd name="T69" fmla="*/ 58 h 248"/>
              <a:gd name="T70" fmla="*/ 0 w 310"/>
              <a:gd name="T71" fmla="*/ 50 h 248"/>
              <a:gd name="T72" fmla="*/ 42 w 310"/>
              <a:gd name="T73"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0" h="248">
                <a:moveTo>
                  <a:pt x="42" y="0"/>
                </a:moveTo>
                <a:lnTo>
                  <a:pt x="59" y="21"/>
                </a:lnTo>
                <a:lnTo>
                  <a:pt x="103" y="37"/>
                </a:lnTo>
                <a:lnTo>
                  <a:pt x="103" y="49"/>
                </a:lnTo>
                <a:lnTo>
                  <a:pt x="122" y="49"/>
                </a:lnTo>
                <a:lnTo>
                  <a:pt x="132" y="41"/>
                </a:lnTo>
                <a:lnTo>
                  <a:pt x="153" y="58"/>
                </a:lnTo>
                <a:lnTo>
                  <a:pt x="166" y="60"/>
                </a:lnTo>
                <a:lnTo>
                  <a:pt x="145" y="76"/>
                </a:lnTo>
                <a:lnTo>
                  <a:pt x="153" y="103"/>
                </a:lnTo>
                <a:lnTo>
                  <a:pt x="181" y="113"/>
                </a:lnTo>
                <a:lnTo>
                  <a:pt x="225" y="131"/>
                </a:lnTo>
                <a:lnTo>
                  <a:pt x="249" y="153"/>
                </a:lnTo>
                <a:lnTo>
                  <a:pt x="279" y="163"/>
                </a:lnTo>
                <a:lnTo>
                  <a:pt x="288" y="173"/>
                </a:lnTo>
                <a:lnTo>
                  <a:pt x="298" y="189"/>
                </a:lnTo>
                <a:lnTo>
                  <a:pt x="307" y="205"/>
                </a:lnTo>
                <a:lnTo>
                  <a:pt x="310" y="221"/>
                </a:lnTo>
                <a:lnTo>
                  <a:pt x="291" y="221"/>
                </a:lnTo>
                <a:lnTo>
                  <a:pt x="268" y="230"/>
                </a:lnTo>
                <a:lnTo>
                  <a:pt x="268" y="248"/>
                </a:lnTo>
                <a:lnTo>
                  <a:pt x="247" y="248"/>
                </a:lnTo>
                <a:lnTo>
                  <a:pt x="239" y="232"/>
                </a:lnTo>
                <a:lnTo>
                  <a:pt x="237" y="219"/>
                </a:lnTo>
                <a:lnTo>
                  <a:pt x="216" y="201"/>
                </a:lnTo>
                <a:lnTo>
                  <a:pt x="216" y="190"/>
                </a:lnTo>
                <a:lnTo>
                  <a:pt x="195" y="190"/>
                </a:lnTo>
                <a:lnTo>
                  <a:pt x="181" y="181"/>
                </a:lnTo>
                <a:lnTo>
                  <a:pt x="183" y="153"/>
                </a:lnTo>
                <a:lnTo>
                  <a:pt x="173" y="144"/>
                </a:lnTo>
                <a:lnTo>
                  <a:pt x="59" y="134"/>
                </a:lnTo>
                <a:lnTo>
                  <a:pt x="58" y="126"/>
                </a:lnTo>
                <a:lnTo>
                  <a:pt x="38" y="123"/>
                </a:lnTo>
                <a:lnTo>
                  <a:pt x="9" y="95"/>
                </a:lnTo>
                <a:lnTo>
                  <a:pt x="19" y="58"/>
                </a:lnTo>
                <a:lnTo>
                  <a:pt x="0" y="50"/>
                </a:lnTo>
                <a:lnTo>
                  <a:pt x="42"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8" name="Freeform 112">
            <a:extLst>
              <a:ext uri="{FF2B5EF4-FFF2-40B4-BE49-F238E27FC236}">
                <a16:creationId xmlns:a16="http://schemas.microsoft.com/office/drawing/2014/main" id="{FEF2E758-22A0-A57D-1B3E-76C4A4A0440E}"/>
              </a:ext>
            </a:extLst>
          </p:cNvPr>
          <p:cNvSpPr>
            <a:spLocks/>
          </p:cNvSpPr>
          <p:nvPr/>
        </p:nvSpPr>
        <p:spPr bwMode="auto">
          <a:xfrm>
            <a:off x="6557963" y="4017963"/>
            <a:ext cx="304800" cy="258762"/>
          </a:xfrm>
          <a:custGeom>
            <a:avLst/>
            <a:gdLst>
              <a:gd name="T0" fmla="*/ 178 w 208"/>
              <a:gd name="T1" fmla="*/ 0 h 176"/>
              <a:gd name="T2" fmla="*/ 159 w 208"/>
              <a:gd name="T3" fmla="*/ 0 h 176"/>
              <a:gd name="T4" fmla="*/ 133 w 208"/>
              <a:gd name="T5" fmla="*/ 11 h 176"/>
              <a:gd name="T6" fmla="*/ 133 w 208"/>
              <a:gd name="T7" fmla="*/ 28 h 176"/>
              <a:gd name="T8" fmla="*/ 87 w 208"/>
              <a:gd name="T9" fmla="*/ 28 h 176"/>
              <a:gd name="T10" fmla="*/ 0 w 208"/>
              <a:gd name="T11" fmla="*/ 69 h 176"/>
              <a:gd name="T12" fmla="*/ 0 w 208"/>
              <a:gd name="T13" fmla="*/ 87 h 176"/>
              <a:gd name="T14" fmla="*/ 21 w 208"/>
              <a:gd name="T15" fmla="*/ 100 h 176"/>
              <a:gd name="T16" fmla="*/ 40 w 208"/>
              <a:gd name="T17" fmla="*/ 126 h 176"/>
              <a:gd name="T18" fmla="*/ 49 w 208"/>
              <a:gd name="T19" fmla="*/ 163 h 176"/>
              <a:gd name="T20" fmla="*/ 63 w 208"/>
              <a:gd name="T21" fmla="*/ 163 h 176"/>
              <a:gd name="T22" fmla="*/ 82 w 208"/>
              <a:gd name="T23" fmla="*/ 176 h 176"/>
              <a:gd name="T24" fmla="*/ 91 w 208"/>
              <a:gd name="T25" fmla="*/ 164 h 176"/>
              <a:gd name="T26" fmla="*/ 113 w 208"/>
              <a:gd name="T27" fmla="*/ 176 h 176"/>
              <a:gd name="T28" fmla="*/ 134 w 208"/>
              <a:gd name="T29" fmla="*/ 176 h 176"/>
              <a:gd name="T30" fmla="*/ 134 w 208"/>
              <a:gd name="T31" fmla="*/ 166 h 176"/>
              <a:gd name="T32" fmla="*/ 143 w 208"/>
              <a:gd name="T33" fmla="*/ 150 h 176"/>
              <a:gd name="T34" fmla="*/ 164 w 208"/>
              <a:gd name="T35" fmla="*/ 139 h 176"/>
              <a:gd name="T36" fmla="*/ 166 w 208"/>
              <a:gd name="T37" fmla="*/ 127 h 176"/>
              <a:gd name="T38" fmla="*/ 159 w 208"/>
              <a:gd name="T39" fmla="*/ 118 h 176"/>
              <a:gd name="T40" fmla="*/ 155 w 208"/>
              <a:gd name="T41" fmla="*/ 108 h 176"/>
              <a:gd name="T42" fmla="*/ 178 w 208"/>
              <a:gd name="T43" fmla="*/ 97 h 176"/>
              <a:gd name="T44" fmla="*/ 197 w 208"/>
              <a:gd name="T45" fmla="*/ 68 h 176"/>
              <a:gd name="T46" fmla="*/ 208 w 208"/>
              <a:gd name="T47" fmla="*/ 40 h 176"/>
              <a:gd name="T48" fmla="*/ 190 w 208"/>
              <a:gd name="T49" fmla="*/ 15 h 176"/>
              <a:gd name="T50" fmla="*/ 178 w 208"/>
              <a:gd name="T5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8" h="176">
                <a:moveTo>
                  <a:pt x="178" y="0"/>
                </a:moveTo>
                <a:lnTo>
                  <a:pt x="159" y="0"/>
                </a:lnTo>
                <a:lnTo>
                  <a:pt x="133" y="11"/>
                </a:lnTo>
                <a:lnTo>
                  <a:pt x="133" y="28"/>
                </a:lnTo>
                <a:lnTo>
                  <a:pt x="87" y="28"/>
                </a:lnTo>
                <a:lnTo>
                  <a:pt x="0" y="69"/>
                </a:lnTo>
                <a:lnTo>
                  <a:pt x="0" y="87"/>
                </a:lnTo>
                <a:lnTo>
                  <a:pt x="21" y="100"/>
                </a:lnTo>
                <a:lnTo>
                  <a:pt x="40" y="126"/>
                </a:lnTo>
                <a:lnTo>
                  <a:pt x="49" y="163"/>
                </a:lnTo>
                <a:lnTo>
                  <a:pt x="63" y="163"/>
                </a:lnTo>
                <a:lnTo>
                  <a:pt x="82" y="176"/>
                </a:lnTo>
                <a:lnTo>
                  <a:pt x="91" y="164"/>
                </a:lnTo>
                <a:lnTo>
                  <a:pt x="113" y="176"/>
                </a:lnTo>
                <a:lnTo>
                  <a:pt x="134" y="176"/>
                </a:lnTo>
                <a:lnTo>
                  <a:pt x="134" y="166"/>
                </a:lnTo>
                <a:lnTo>
                  <a:pt x="143" y="150"/>
                </a:lnTo>
                <a:lnTo>
                  <a:pt x="164" y="139"/>
                </a:lnTo>
                <a:lnTo>
                  <a:pt x="166" y="127"/>
                </a:lnTo>
                <a:lnTo>
                  <a:pt x="159" y="118"/>
                </a:lnTo>
                <a:lnTo>
                  <a:pt x="155" y="108"/>
                </a:lnTo>
                <a:lnTo>
                  <a:pt x="178" y="97"/>
                </a:lnTo>
                <a:lnTo>
                  <a:pt x="197" y="68"/>
                </a:lnTo>
                <a:lnTo>
                  <a:pt x="208" y="40"/>
                </a:lnTo>
                <a:lnTo>
                  <a:pt x="190" y="15"/>
                </a:lnTo>
                <a:lnTo>
                  <a:pt x="178"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29" name="Freeform 113">
            <a:extLst>
              <a:ext uri="{FF2B5EF4-FFF2-40B4-BE49-F238E27FC236}">
                <a16:creationId xmlns:a16="http://schemas.microsoft.com/office/drawing/2014/main" id="{BBC54A42-4CAE-CAC3-5A51-0EF9DBDA5796}"/>
              </a:ext>
            </a:extLst>
          </p:cNvPr>
          <p:cNvSpPr>
            <a:spLocks/>
          </p:cNvSpPr>
          <p:nvPr/>
        </p:nvSpPr>
        <p:spPr bwMode="auto">
          <a:xfrm>
            <a:off x="6264275" y="3835400"/>
            <a:ext cx="461963" cy="741363"/>
          </a:xfrm>
          <a:custGeom>
            <a:avLst/>
            <a:gdLst>
              <a:gd name="T0" fmla="*/ 75 w 315"/>
              <a:gd name="T1" fmla="*/ 0 h 506"/>
              <a:gd name="T2" fmla="*/ 104 w 315"/>
              <a:gd name="T3" fmla="*/ 29 h 506"/>
              <a:gd name="T4" fmla="*/ 124 w 315"/>
              <a:gd name="T5" fmla="*/ 30 h 506"/>
              <a:gd name="T6" fmla="*/ 127 w 315"/>
              <a:gd name="T7" fmla="*/ 40 h 506"/>
              <a:gd name="T8" fmla="*/ 237 w 315"/>
              <a:gd name="T9" fmla="*/ 48 h 506"/>
              <a:gd name="T10" fmla="*/ 251 w 315"/>
              <a:gd name="T11" fmla="*/ 58 h 506"/>
              <a:gd name="T12" fmla="*/ 249 w 315"/>
              <a:gd name="T13" fmla="*/ 87 h 506"/>
              <a:gd name="T14" fmla="*/ 261 w 315"/>
              <a:gd name="T15" fmla="*/ 96 h 506"/>
              <a:gd name="T16" fmla="*/ 282 w 315"/>
              <a:gd name="T17" fmla="*/ 96 h 506"/>
              <a:gd name="T18" fmla="*/ 284 w 315"/>
              <a:gd name="T19" fmla="*/ 106 h 506"/>
              <a:gd name="T20" fmla="*/ 305 w 315"/>
              <a:gd name="T21" fmla="*/ 127 h 506"/>
              <a:gd name="T22" fmla="*/ 305 w 315"/>
              <a:gd name="T23" fmla="*/ 138 h 506"/>
              <a:gd name="T24" fmla="*/ 315 w 315"/>
              <a:gd name="T25" fmla="*/ 154 h 506"/>
              <a:gd name="T26" fmla="*/ 289 w 315"/>
              <a:gd name="T27" fmla="*/ 154 h 506"/>
              <a:gd name="T28" fmla="*/ 202 w 315"/>
              <a:gd name="T29" fmla="*/ 194 h 506"/>
              <a:gd name="T30" fmla="*/ 202 w 315"/>
              <a:gd name="T31" fmla="*/ 212 h 506"/>
              <a:gd name="T32" fmla="*/ 221 w 315"/>
              <a:gd name="T33" fmla="*/ 223 h 506"/>
              <a:gd name="T34" fmla="*/ 240 w 315"/>
              <a:gd name="T35" fmla="*/ 249 h 506"/>
              <a:gd name="T36" fmla="*/ 251 w 315"/>
              <a:gd name="T37" fmla="*/ 288 h 506"/>
              <a:gd name="T38" fmla="*/ 202 w 315"/>
              <a:gd name="T39" fmla="*/ 259 h 506"/>
              <a:gd name="T40" fmla="*/ 139 w 315"/>
              <a:gd name="T41" fmla="*/ 297 h 506"/>
              <a:gd name="T42" fmla="*/ 134 w 315"/>
              <a:gd name="T43" fmla="*/ 392 h 506"/>
              <a:gd name="T44" fmla="*/ 148 w 315"/>
              <a:gd name="T45" fmla="*/ 384 h 506"/>
              <a:gd name="T46" fmla="*/ 273 w 315"/>
              <a:gd name="T47" fmla="*/ 489 h 506"/>
              <a:gd name="T48" fmla="*/ 258 w 315"/>
              <a:gd name="T49" fmla="*/ 506 h 506"/>
              <a:gd name="T50" fmla="*/ 221 w 315"/>
              <a:gd name="T51" fmla="*/ 481 h 506"/>
              <a:gd name="T52" fmla="*/ 212 w 315"/>
              <a:gd name="T53" fmla="*/ 490 h 506"/>
              <a:gd name="T54" fmla="*/ 200 w 315"/>
              <a:gd name="T55" fmla="*/ 490 h 506"/>
              <a:gd name="T56" fmla="*/ 124 w 315"/>
              <a:gd name="T57" fmla="*/ 431 h 506"/>
              <a:gd name="T58" fmla="*/ 104 w 315"/>
              <a:gd name="T59" fmla="*/ 445 h 506"/>
              <a:gd name="T60" fmla="*/ 104 w 315"/>
              <a:gd name="T61" fmla="*/ 358 h 506"/>
              <a:gd name="T62" fmla="*/ 117 w 315"/>
              <a:gd name="T63" fmla="*/ 338 h 506"/>
              <a:gd name="T64" fmla="*/ 115 w 315"/>
              <a:gd name="T65" fmla="*/ 288 h 506"/>
              <a:gd name="T66" fmla="*/ 104 w 315"/>
              <a:gd name="T67" fmla="*/ 267 h 506"/>
              <a:gd name="T68" fmla="*/ 108 w 315"/>
              <a:gd name="T69" fmla="*/ 249 h 506"/>
              <a:gd name="T70" fmla="*/ 66 w 315"/>
              <a:gd name="T71" fmla="*/ 223 h 506"/>
              <a:gd name="T72" fmla="*/ 52 w 315"/>
              <a:gd name="T73" fmla="*/ 204 h 506"/>
              <a:gd name="T74" fmla="*/ 52 w 315"/>
              <a:gd name="T75" fmla="*/ 173 h 506"/>
              <a:gd name="T76" fmla="*/ 66 w 315"/>
              <a:gd name="T77" fmla="*/ 164 h 506"/>
              <a:gd name="T78" fmla="*/ 56 w 315"/>
              <a:gd name="T79" fmla="*/ 148 h 506"/>
              <a:gd name="T80" fmla="*/ 0 w 315"/>
              <a:gd name="T81" fmla="*/ 98 h 506"/>
              <a:gd name="T82" fmla="*/ 12 w 315"/>
              <a:gd name="T83" fmla="*/ 88 h 506"/>
              <a:gd name="T84" fmla="*/ 12 w 315"/>
              <a:gd name="T85" fmla="*/ 51 h 506"/>
              <a:gd name="T86" fmla="*/ 40 w 315"/>
              <a:gd name="T87" fmla="*/ 51 h 506"/>
              <a:gd name="T88" fmla="*/ 50 w 315"/>
              <a:gd name="T89" fmla="*/ 33 h 506"/>
              <a:gd name="T90" fmla="*/ 52 w 315"/>
              <a:gd name="T91" fmla="*/ 0 h 506"/>
              <a:gd name="T92" fmla="*/ 75 w 315"/>
              <a:gd name="T93"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5" h="506">
                <a:moveTo>
                  <a:pt x="75" y="0"/>
                </a:moveTo>
                <a:lnTo>
                  <a:pt x="104" y="29"/>
                </a:lnTo>
                <a:lnTo>
                  <a:pt x="124" y="30"/>
                </a:lnTo>
                <a:lnTo>
                  <a:pt x="127" y="40"/>
                </a:lnTo>
                <a:lnTo>
                  <a:pt x="237" y="48"/>
                </a:lnTo>
                <a:lnTo>
                  <a:pt x="251" y="58"/>
                </a:lnTo>
                <a:lnTo>
                  <a:pt x="249" y="87"/>
                </a:lnTo>
                <a:lnTo>
                  <a:pt x="261" y="96"/>
                </a:lnTo>
                <a:lnTo>
                  <a:pt x="282" y="96"/>
                </a:lnTo>
                <a:lnTo>
                  <a:pt x="284" y="106"/>
                </a:lnTo>
                <a:lnTo>
                  <a:pt x="305" y="127"/>
                </a:lnTo>
                <a:lnTo>
                  <a:pt x="305" y="138"/>
                </a:lnTo>
                <a:lnTo>
                  <a:pt x="315" y="154"/>
                </a:lnTo>
                <a:lnTo>
                  <a:pt x="289" y="154"/>
                </a:lnTo>
                <a:lnTo>
                  <a:pt x="202" y="194"/>
                </a:lnTo>
                <a:lnTo>
                  <a:pt x="202" y="212"/>
                </a:lnTo>
                <a:lnTo>
                  <a:pt x="221" y="223"/>
                </a:lnTo>
                <a:lnTo>
                  <a:pt x="240" y="249"/>
                </a:lnTo>
                <a:lnTo>
                  <a:pt x="251" y="288"/>
                </a:lnTo>
                <a:lnTo>
                  <a:pt x="202" y="259"/>
                </a:lnTo>
                <a:lnTo>
                  <a:pt x="139" y="297"/>
                </a:lnTo>
                <a:lnTo>
                  <a:pt x="134" y="392"/>
                </a:lnTo>
                <a:lnTo>
                  <a:pt x="148" y="384"/>
                </a:lnTo>
                <a:lnTo>
                  <a:pt x="273" y="489"/>
                </a:lnTo>
                <a:lnTo>
                  <a:pt x="258" y="506"/>
                </a:lnTo>
                <a:lnTo>
                  <a:pt x="221" y="481"/>
                </a:lnTo>
                <a:lnTo>
                  <a:pt x="212" y="490"/>
                </a:lnTo>
                <a:lnTo>
                  <a:pt x="200" y="490"/>
                </a:lnTo>
                <a:lnTo>
                  <a:pt x="124" y="431"/>
                </a:lnTo>
                <a:lnTo>
                  <a:pt x="104" y="445"/>
                </a:lnTo>
                <a:lnTo>
                  <a:pt x="104" y="358"/>
                </a:lnTo>
                <a:lnTo>
                  <a:pt x="117" y="338"/>
                </a:lnTo>
                <a:lnTo>
                  <a:pt x="115" y="288"/>
                </a:lnTo>
                <a:lnTo>
                  <a:pt x="104" y="267"/>
                </a:lnTo>
                <a:lnTo>
                  <a:pt x="108" y="249"/>
                </a:lnTo>
                <a:lnTo>
                  <a:pt x="66" y="223"/>
                </a:lnTo>
                <a:lnTo>
                  <a:pt x="52" y="204"/>
                </a:lnTo>
                <a:lnTo>
                  <a:pt x="52" y="173"/>
                </a:lnTo>
                <a:lnTo>
                  <a:pt x="66" y="164"/>
                </a:lnTo>
                <a:lnTo>
                  <a:pt x="56" y="148"/>
                </a:lnTo>
                <a:lnTo>
                  <a:pt x="0" y="98"/>
                </a:lnTo>
                <a:lnTo>
                  <a:pt x="12" y="88"/>
                </a:lnTo>
                <a:lnTo>
                  <a:pt x="12" y="51"/>
                </a:lnTo>
                <a:lnTo>
                  <a:pt x="40" y="51"/>
                </a:lnTo>
                <a:lnTo>
                  <a:pt x="50" y="33"/>
                </a:lnTo>
                <a:lnTo>
                  <a:pt x="52" y="0"/>
                </a:lnTo>
                <a:lnTo>
                  <a:pt x="75"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0" name="Freeform 114">
            <a:extLst>
              <a:ext uri="{FF2B5EF4-FFF2-40B4-BE49-F238E27FC236}">
                <a16:creationId xmlns:a16="http://schemas.microsoft.com/office/drawing/2014/main" id="{4D732582-E080-7C57-E39D-010DF5E41341}"/>
              </a:ext>
            </a:extLst>
          </p:cNvPr>
          <p:cNvSpPr>
            <a:spLocks/>
          </p:cNvSpPr>
          <p:nvPr/>
        </p:nvSpPr>
        <p:spPr bwMode="auto">
          <a:xfrm>
            <a:off x="5980113" y="3476625"/>
            <a:ext cx="455612" cy="890588"/>
          </a:xfrm>
          <a:custGeom>
            <a:avLst/>
            <a:gdLst>
              <a:gd name="T0" fmla="*/ 82 w 311"/>
              <a:gd name="T1" fmla="*/ 20 h 608"/>
              <a:gd name="T2" fmla="*/ 126 w 311"/>
              <a:gd name="T3" fmla="*/ 0 h 608"/>
              <a:gd name="T4" fmla="*/ 149 w 311"/>
              <a:gd name="T5" fmla="*/ 18 h 608"/>
              <a:gd name="T6" fmla="*/ 162 w 311"/>
              <a:gd name="T7" fmla="*/ 45 h 608"/>
              <a:gd name="T8" fmla="*/ 162 w 311"/>
              <a:gd name="T9" fmla="*/ 89 h 608"/>
              <a:gd name="T10" fmla="*/ 157 w 311"/>
              <a:gd name="T11" fmla="*/ 124 h 608"/>
              <a:gd name="T12" fmla="*/ 157 w 311"/>
              <a:gd name="T13" fmla="*/ 151 h 608"/>
              <a:gd name="T14" fmla="*/ 180 w 311"/>
              <a:gd name="T15" fmla="*/ 142 h 608"/>
              <a:gd name="T16" fmla="*/ 185 w 311"/>
              <a:gd name="T17" fmla="*/ 131 h 608"/>
              <a:gd name="T18" fmla="*/ 260 w 311"/>
              <a:gd name="T19" fmla="*/ 200 h 608"/>
              <a:gd name="T20" fmla="*/ 281 w 311"/>
              <a:gd name="T21" fmla="*/ 209 h 608"/>
              <a:gd name="T22" fmla="*/ 269 w 311"/>
              <a:gd name="T23" fmla="*/ 246 h 608"/>
              <a:gd name="T24" fmla="*/ 248 w 311"/>
              <a:gd name="T25" fmla="*/ 245 h 608"/>
              <a:gd name="T26" fmla="*/ 246 w 311"/>
              <a:gd name="T27" fmla="*/ 282 h 608"/>
              <a:gd name="T28" fmla="*/ 236 w 311"/>
              <a:gd name="T29" fmla="*/ 298 h 608"/>
              <a:gd name="T30" fmla="*/ 208 w 311"/>
              <a:gd name="T31" fmla="*/ 298 h 608"/>
              <a:gd name="T32" fmla="*/ 206 w 311"/>
              <a:gd name="T33" fmla="*/ 336 h 608"/>
              <a:gd name="T34" fmla="*/ 194 w 311"/>
              <a:gd name="T35" fmla="*/ 343 h 608"/>
              <a:gd name="T36" fmla="*/ 250 w 311"/>
              <a:gd name="T37" fmla="*/ 391 h 608"/>
              <a:gd name="T38" fmla="*/ 262 w 311"/>
              <a:gd name="T39" fmla="*/ 409 h 608"/>
              <a:gd name="T40" fmla="*/ 248 w 311"/>
              <a:gd name="T41" fmla="*/ 418 h 608"/>
              <a:gd name="T42" fmla="*/ 248 w 311"/>
              <a:gd name="T43" fmla="*/ 449 h 608"/>
              <a:gd name="T44" fmla="*/ 262 w 311"/>
              <a:gd name="T45" fmla="*/ 470 h 608"/>
              <a:gd name="T46" fmla="*/ 304 w 311"/>
              <a:gd name="T47" fmla="*/ 492 h 608"/>
              <a:gd name="T48" fmla="*/ 298 w 311"/>
              <a:gd name="T49" fmla="*/ 512 h 608"/>
              <a:gd name="T50" fmla="*/ 311 w 311"/>
              <a:gd name="T51" fmla="*/ 533 h 608"/>
              <a:gd name="T52" fmla="*/ 311 w 311"/>
              <a:gd name="T53" fmla="*/ 583 h 608"/>
              <a:gd name="T54" fmla="*/ 298 w 311"/>
              <a:gd name="T55" fmla="*/ 608 h 608"/>
              <a:gd name="T56" fmla="*/ 291 w 311"/>
              <a:gd name="T57" fmla="*/ 602 h 608"/>
              <a:gd name="T58" fmla="*/ 290 w 311"/>
              <a:gd name="T59" fmla="*/ 547 h 608"/>
              <a:gd name="T60" fmla="*/ 244 w 311"/>
              <a:gd name="T61" fmla="*/ 502 h 608"/>
              <a:gd name="T62" fmla="*/ 239 w 311"/>
              <a:gd name="T63" fmla="*/ 462 h 608"/>
              <a:gd name="T64" fmla="*/ 220 w 311"/>
              <a:gd name="T65" fmla="*/ 431 h 608"/>
              <a:gd name="T66" fmla="*/ 206 w 311"/>
              <a:gd name="T67" fmla="*/ 391 h 608"/>
              <a:gd name="T68" fmla="*/ 185 w 311"/>
              <a:gd name="T69" fmla="*/ 389 h 608"/>
              <a:gd name="T70" fmla="*/ 171 w 311"/>
              <a:gd name="T71" fmla="*/ 383 h 608"/>
              <a:gd name="T72" fmla="*/ 164 w 311"/>
              <a:gd name="T73" fmla="*/ 388 h 608"/>
              <a:gd name="T74" fmla="*/ 183 w 311"/>
              <a:gd name="T75" fmla="*/ 399 h 608"/>
              <a:gd name="T76" fmla="*/ 187 w 311"/>
              <a:gd name="T77" fmla="*/ 423 h 608"/>
              <a:gd name="T78" fmla="*/ 175 w 311"/>
              <a:gd name="T79" fmla="*/ 420 h 608"/>
              <a:gd name="T80" fmla="*/ 157 w 311"/>
              <a:gd name="T81" fmla="*/ 435 h 608"/>
              <a:gd name="T82" fmla="*/ 122 w 311"/>
              <a:gd name="T83" fmla="*/ 455 h 608"/>
              <a:gd name="T84" fmla="*/ 93 w 311"/>
              <a:gd name="T85" fmla="*/ 446 h 608"/>
              <a:gd name="T86" fmla="*/ 100 w 311"/>
              <a:gd name="T87" fmla="*/ 415 h 608"/>
              <a:gd name="T88" fmla="*/ 77 w 311"/>
              <a:gd name="T89" fmla="*/ 356 h 608"/>
              <a:gd name="T90" fmla="*/ 72 w 311"/>
              <a:gd name="T91" fmla="*/ 341 h 608"/>
              <a:gd name="T92" fmla="*/ 0 w 311"/>
              <a:gd name="T93" fmla="*/ 280 h 608"/>
              <a:gd name="T94" fmla="*/ 21 w 311"/>
              <a:gd name="T95" fmla="*/ 264 h 608"/>
              <a:gd name="T96" fmla="*/ 18 w 311"/>
              <a:gd name="T97" fmla="*/ 209 h 608"/>
              <a:gd name="T98" fmla="*/ 49 w 311"/>
              <a:gd name="T99" fmla="*/ 131 h 608"/>
              <a:gd name="T100" fmla="*/ 49 w 311"/>
              <a:gd name="T101" fmla="*/ 82 h 608"/>
              <a:gd name="T102" fmla="*/ 72 w 311"/>
              <a:gd name="T103" fmla="*/ 63 h 608"/>
              <a:gd name="T104" fmla="*/ 82 w 311"/>
              <a:gd name="T105" fmla="*/ 2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 h="608">
                <a:moveTo>
                  <a:pt x="82" y="20"/>
                </a:moveTo>
                <a:lnTo>
                  <a:pt x="126" y="0"/>
                </a:lnTo>
                <a:lnTo>
                  <a:pt x="149" y="18"/>
                </a:lnTo>
                <a:lnTo>
                  <a:pt x="162" y="45"/>
                </a:lnTo>
                <a:lnTo>
                  <a:pt x="162" y="89"/>
                </a:lnTo>
                <a:lnTo>
                  <a:pt x="157" y="124"/>
                </a:lnTo>
                <a:lnTo>
                  <a:pt x="157" y="151"/>
                </a:lnTo>
                <a:lnTo>
                  <a:pt x="180" y="142"/>
                </a:lnTo>
                <a:lnTo>
                  <a:pt x="185" y="131"/>
                </a:lnTo>
                <a:lnTo>
                  <a:pt x="260" y="200"/>
                </a:lnTo>
                <a:lnTo>
                  <a:pt x="281" y="209"/>
                </a:lnTo>
                <a:lnTo>
                  <a:pt x="269" y="246"/>
                </a:lnTo>
                <a:lnTo>
                  <a:pt x="248" y="245"/>
                </a:lnTo>
                <a:lnTo>
                  <a:pt x="246" y="282"/>
                </a:lnTo>
                <a:lnTo>
                  <a:pt x="236" y="298"/>
                </a:lnTo>
                <a:lnTo>
                  <a:pt x="208" y="298"/>
                </a:lnTo>
                <a:lnTo>
                  <a:pt x="206" y="336"/>
                </a:lnTo>
                <a:lnTo>
                  <a:pt x="194" y="343"/>
                </a:lnTo>
                <a:lnTo>
                  <a:pt x="250" y="391"/>
                </a:lnTo>
                <a:lnTo>
                  <a:pt x="262" y="409"/>
                </a:lnTo>
                <a:lnTo>
                  <a:pt x="248" y="418"/>
                </a:lnTo>
                <a:lnTo>
                  <a:pt x="248" y="449"/>
                </a:lnTo>
                <a:lnTo>
                  <a:pt x="262" y="470"/>
                </a:lnTo>
                <a:lnTo>
                  <a:pt x="304" y="492"/>
                </a:lnTo>
                <a:lnTo>
                  <a:pt x="298" y="512"/>
                </a:lnTo>
                <a:lnTo>
                  <a:pt x="311" y="533"/>
                </a:lnTo>
                <a:lnTo>
                  <a:pt x="311" y="583"/>
                </a:lnTo>
                <a:lnTo>
                  <a:pt x="298" y="608"/>
                </a:lnTo>
                <a:lnTo>
                  <a:pt x="291" y="602"/>
                </a:lnTo>
                <a:lnTo>
                  <a:pt x="290" y="547"/>
                </a:lnTo>
                <a:lnTo>
                  <a:pt x="244" y="502"/>
                </a:lnTo>
                <a:lnTo>
                  <a:pt x="239" y="462"/>
                </a:lnTo>
                <a:lnTo>
                  <a:pt x="220" y="431"/>
                </a:lnTo>
                <a:lnTo>
                  <a:pt x="206" y="391"/>
                </a:lnTo>
                <a:lnTo>
                  <a:pt x="185" y="389"/>
                </a:lnTo>
                <a:lnTo>
                  <a:pt x="171" y="383"/>
                </a:lnTo>
                <a:lnTo>
                  <a:pt x="164" y="388"/>
                </a:lnTo>
                <a:lnTo>
                  <a:pt x="183" y="399"/>
                </a:lnTo>
                <a:lnTo>
                  <a:pt x="187" y="423"/>
                </a:lnTo>
                <a:lnTo>
                  <a:pt x="175" y="420"/>
                </a:lnTo>
                <a:lnTo>
                  <a:pt x="157" y="435"/>
                </a:lnTo>
                <a:lnTo>
                  <a:pt x="122" y="455"/>
                </a:lnTo>
                <a:lnTo>
                  <a:pt x="93" y="446"/>
                </a:lnTo>
                <a:lnTo>
                  <a:pt x="100" y="415"/>
                </a:lnTo>
                <a:lnTo>
                  <a:pt x="77" y="356"/>
                </a:lnTo>
                <a:lnTo>
                  <a:pt x="72" y="341"/>
                </a:lnTo>
                <a:lnTo>
                  <a:pt x="0" y="280"/>
                </a:lnTo>
                <a:lnTo>
                  <a:pt x="21" y="264"/>
                </a:lnTo>
                <a:lnTo>
                  <a:pt x="18" y="209"/>
                </a:lnTo>
                <a:lnTo>
                  <a:pt x="49" y="131"/>
                </a:lnTo>
                <a:lnTo>
                  <a:pt x="49" y="82"/>
                </a:lnTo>
                <a:lnTo>
                  <a:pt x="72" y="63"/>
                </a:lnTo>
                <a:lnTo>
                  <a:pt x="82" y="2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1" name="Freeform 115">
            <a:extLst>
              <a:ext uri="{FF2B5EF4-FFF2-40B4-BE49-F238E27FC236}">
                <a16:creationId xmlns:a16="http://schemas.microsoft.com/office/drawing/2014/main" id="{2887988D-F16F-1994-3CD3-F269511FC3F0}"/>
              </a:ext>
            </a:extLst>
          </p:cNvPr>
          <p:cNvSpPr>
            <a:spLocks/>
          </p:cNvSpPr>
          <p:nvPr/>
        </p:nvSpPr>
        <p:spPr bwMode="auto">
          <a:xfrm>
            <a:off x="7148513" y="2447925"/>
            <a:ext cx="150812" cy="201613"/>
          </a:xfrm>
          <a:custGeom>
            <a:avLst/>
            <a:gdLst>
              <a:gd name="T0" fmla="*/ 43 w 103"/>
              <a:gd name="T1" fmla="*/ 0 h 137"/>
              <a:gd name="T2" fmla="*/ 0 w 103"/>
              <a:gd name="T3" fmla="*/ 29 h 137"/>
              <a:gd name="T4" fmla="*/ 14 w 103"/>
              <a:gd name="T5" fmla="*/ 48 h 137"/>
              <a:gd name="T6" fmla="*/ 14 w 103"/>
              <a:gd name="T7" fmla="*/ 58 h 137"/>
              <a:gd name="T8" fmla="*/ 0 w 103"/>
              <a:gd name="T9" fmla="*/ 56 h 137"/>
              <a:gd name="T10" fmla="*/ 0 w 103"/>
              <a:gd name="T11" fmla="*/ 79 h 137"/>
              <a:gd name="T12" fmla="*/ 19 w 103"/>
              <a:gd name="T13" fmla="*/ 79 h 137"/>
              <a:gd name="T14" fmla="*/ 33 w 103"/>
              <a:gd name="T15" fmla="*/ 100 h 137"/>
              <a:gd name="T16" fmla="*/ 29 w 103"/>
              <a:gd name="T17" fmla="*/ 117 h 137"/>
              <a:gd name="T18" fmla="*/ 54 w 103"/>
              <a:gd name="T19" fmla="*/ 137 h 137"/>
              <a:gd name="T20" fmla="*/ 103 w 103"/>
              <a:gd name="T21" fmla="*/ 84 h 137"/>
              <a:gd name="T22" fmla="*/ 94 w 103"/>
              <a:gd name="T23" fmla="*/ 29 h 137"/>
              <a:gd name="T24" fmla="*/ 59 w 103"/>
              <a:gd name="T25" fmla="*/ 8 h 137"/>
              <a:gd name="T26" fmla="*/ 43 w 103"/>
              <a:gd name="T2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 h="137">
                <a:moveTo>
                  <a:pt x="43" y="0"/>
                </a:moveTo>
                <a:lnTo>
                  <a:pt x="0" y="29"/>
                </a:lnTo>
                <a:lnTo>
                  <a:pt x="14" y="48"/>
                </a:lnTo>
                <a:lnTo>
                  <a:pt x="14" y="58"/>
                </a:lnTo>
                <a:lnTo>
                  <a:pt x="0" y="56"/>
                </a:lnTo>
                <a:lnTo>
                  <a:pt x="0" y="79"/>
                </a:lnTo>
                <a:lnTo>
                  <a:pt x="19" y="79"/>
                </a:lnTo>
                <a:lnTo>
                  <a:pt x="33" y="100"/>
                </a:lnTo>
                <a:lnTo>
                  <a:pt x="29" y="117"/>
                </a:lnTo>
                <a:lnTo>
                  <a:pt x="54" y="137"/>
                </a:lnTo>
                <a:lnTo>
                  <a:pt x="103" y="84"/>
                </a:lnTo>
                <a:lnTo>
                  <a:pt x="94" y="29"/>
                </a:lnTo>
                <a:lnTo>
                  <a:pt x="59" y="8"/>
                </a:lnTo>
                <a:lnTo>
                  <a:pt x="43"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2" name="Freeform 116">
            <a:extLst>
              <a:ext uri="{FF2B5EF4-FFF2-40B4-BE49-F238E27FC236}">
                <a16:creationId xmlns:a16="http://schemas.microsoft.com/office/drawing/2014/main" id="{88E36C11-4F20-D81F-2F7A-2B4260D8B043}"/>
              </a:ext>
            </a:extLst>
          </p:cNvPr>
          <p:cNvSpPr>
            <a:spLocks/>
          </p:cNvSpPr>
          <p:nvPr/>
        </p:nvSpPr>
        <p:spPr bwMode="auto">
          <a:xfrm>
            <a:off x="6981825" y="2178050"/>
            <a:ext cx="228600" cy="352425"/>
          </a:xfrm>
          <a:custGeom>
            <a:avLst/>
            <a:gdLst>
              <a:gd name="T0" fmla="*/ 82 w 157"/>
              <a:gd name="T1" fmla="*/ 10 h 241"/>
              <a:gd name="T2" fmla="*/ 61 w 157"/>
              <a:gd name="T3" fmla="*/ 0 h 241"/>
              <a:gd name="T4" fmla="*/ 39 w 157"/>
              <a:gd name="T5" fmla="*/ 39 h 241"/>
              <a:gd name="T6" fmla="*/ 20 w 157"/>
              <a:gd name="T7" fmla="*/ 61 h 241"/>
              <a:gd name="T8" fmla="*/ 51 w 157"/>
              <a:gd name="T9" fmla="*/ 80 h 241"/>
              <a:gd name="T10" fmla="*/ 16 w 157"/>
              <a:gd name="T11" fmla="*/ 90 h 241"/>
              <a:gd name="T12" fmla="*/ 2 w 157"/>
              <a:gd name="T13" fmla="*/ 108 h 241"/>
              <a:gd name="T14" fmla="*/ 11 w 157"/>
              <a:gd name="T15" fmla="*/ 127 h 241"/>
              <a:gd name="T16" fmla="*/ 0 w 157"/>
              <a:gd name="T17" fmla="*/ 161 h 241"/>
              <a:gd name="T18" fmla="*/ 0 w 157"/>
              <a:gd name="T19" fmla="*/ 182 h 241"/>
              <a:gd name="T20" fmla="*/ 32 w 157"/>
              <a:gd name="T21" fmla="*/ 182 h 241"/>
              <a:gd name="T22" fmla="*/ 32 w 157"/>
              <a:gd name="T23" fmla="*/ 191 h 241"/>
              <a:gd name="T24" fmla="*/ 42 w 157"/>
              <a:gd name="T25" fmla="*/ 214 h 241"/>
              <a:gd name="T26" fmla="*/ 32 w 157"/>
              <a:gd name="T27" fmla="*/ 235 h 241"/>
              <a:gd name="T28" fmla="*/ 51 w 157"/>
              <a:gd name="T29" fmla="*/ 241 h 241"/>
              <a:gd name="T30" fmla="*/ 77 w 157"/>
              <a:gd name="T31" fmla="*/ 222 h 241"/>
              <a:gd name="T32" fmla="*/ 115 w 157"/>
              <a:gd name="T33" fmla="*/ 214 h 241"/>
              <a:gd name="T34" fmla="*/ 157 w 157"/>
              <a:gd name="T35" fmla="*/ 186 h 241"/>
              <a:gd name="T36" fmla="*/ 157 w 157"/>
              <a:gd name="T37" fmla="*/ 177 h 241"/>
              <a:gd name="T38" fmla="*/ 124 w 157"/>
              <a:gd name="T39" fmla="*/ 167 h 241"/>
              <a:gd name="T40" fmla="*/ 95 w 157"/>
              <a:gd name="T41" fmla="*/ 164 h 241"/>
              <a:gd name="T42" fmla="*/ 96 w 157"/>
              <a:gd name="T43" fmla="*/ 156 h 241"/>
              <a:gd name="T44" fmla="*/ 81 w 157"/>
              <a:gd name="T45" fmla="*/ 127 h 241"/>
              <a:gd name="T46" fmla="*/ 95 w 157"/>
              <a:gd name="T47" fmla="*/ 119 h 241"/>
              <a:gd name="T48" fmla="*/ 105 w 157"/>
              <a:gd name="T49" fmla="*/ 72 h 241"/>
              <a:gd name="T50" fmla="*/ 81 w 157"/>
              <a:gd name="T51" fmla="*/ 40 h 241"/>
              <a:gd name="T52" fmla="*/ 82 w 157"/>
              <a:gd name="T53" fmla="*/ 1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7" h="241">
                <a:moveTo>
                  <a:pt x="82" y="10"/>
                </a:moveTo>
                <a:lnTo>
                  <a:pt x="61" y="0"/>
                </a:lnTo>
                <a:lnTo>
                  <a:pt x="39" y="39"/>
                </a:lnTo>
                <a:lnTo>
                  <a:pt x="20" y="61"/>
                </a:lnTo>
                <a:lnTo>
                  <a:pt x="51" y="80"/>
                </a:lnTo>
                <a:lnTo>
                  <a:pt x="16" y="90"/>
                </a:lnTo>
                <a:lnTo>
                  <a:pt x="2" y="108"/>
                </a:lnTo>
                <a:lnTo>
                  <a:pt x="11" y="127"/>
                </a:lnTo>
                <a:lnTo>
                  <a:pt x="0" y="161"/>
                </a:lnTo>
                <a:lnTo>
                  <a:pt x="0" y="182"/>
                </a:lnTo>
                <a:lnTo>
                  <a:pt x="32" y="182"/>
                </a:lnTo>
                <a:lnTo>
                  <a:pt x="32" y="191"/>
                </a:lnTo>
                <a:lnTo>
                  <a:pt x="42" y="214"/>
                </a:lnTo>
                <a:lnTo>
                  <a:pt x="32" y="235"/>
                </a:lnTo>
                <a:lnTo>
                  <a:pt x="51" y="241"/>
                </a:lnTo>
                <a:lnTo>
                  <a:pt x="77" y="222"/>
                </a:lnTo>
                <a:lnTo>
                  <a:pt x="115" y="214"/>
                </a:lnTo>
                <a:lnTo>
                  <a:pt x="157" y="186"/>
                </a:lnTo>
                <a:lnTo>
                  <a:pt x="157" y="177"/>
                </a:lnTo>
                <a:lnTo>
                  <a:pt x="124" y="167"/>
                </a:lnTo>
                <a:lnTo>
                  <a:pt x="95" y="164"/>
                </a:lnTo>
                <a:lnTo>
                  <a:pt x="96" y="156"/>
                </a:lnTo>
                <a:lnTo>
                  <a:pt x="81" y="127"/>
                </a:lnTo>
                <a:lnTo>
                  <a:pt x="95" y="119"/>
                </a:lnTo>
                <a:lnTo>
                  <a:pt x="105" y="72"/>
                </a:lnTo>
                <a:lnTo>
                  <a:pt x="81" y="40"/>
                </a:lnTo>
                <a:lnTo>
                  <a:pt x="82" y="1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3" name="Freeform 117">
            <a:extLst>
              <a:ext uri="{FF2B5EF4-FFF2-40B4-BE49-F238E27FC236}">
                <a16:creationId xmlns:a16="http://schemas.microsoft.com/office/drawing/2014/main" id="{F47A7996-9247-4EF0-7201-8F794BF8EF53}"/>
              </a:ext>
            </a:extLst>
          </p:cNvPr>
          <p:cNvSpPr>
            <a:spLocks/>
          </p:cNvSpPr>
          <p:nvPr/>
        </p:nvSpPr>
        <p:spPr bwMode="auto">
          <a:xfrm>
            <a:off x="5462588" y="2162175"/>
            <a:ext cx="1112837" cy="611188"/>
          </a:xfrm>
          <a:custGeom>
            <a:avLst/>
            <a:gdLst>
              <a:gd name="T0" fmla="*/ 657 w 759"/>
              <a:gd name="T1" fmla="*/ 0 h 417"/>
              <a:gd name="T2" fmla="*/ 502 w 759"/>
              <a:gd name="T3" fmla="*/ 87 h 417"/>
              <a:gd name="T4" fmla="*/ 451 w 759"/>
              <a:gd name="T5" fmla="*/ 79 h 417"/>
              <a:gd name="T6" fmla="*/ 416 w 759"/>
              <a:gd name="T7" fmla="*/ 79 h 417"/>
              <a:gd name="T8" fmla="*/ 378 w 759"/>
              <a:gd name="T9" fmla="*/ 110 h 417"/>
              <a:gd name="T10" fmla="*/ 308 w 759"/>
              <a:gd name="T11" fmla="*/ 76 h 417"/>
              <a:gd name="T12" fmla="*/ 251 w 759"/>
              <a:gd name="T13" fmla="*/ 77 h 417"/>
              <a:gd name="T14" fmla="*/ 235 w 759"/>
              <a:gd name="T15" fmla="*/ 129 h 417"/>
              <a:gd name="T16" fmla="*/ 258 w 759"/>
              <a:gd name="T17" fmla="*/ 148 h 417"/>
              <a:gd name="T18" fmla="*/ 174 w 759"/>
              <a:gd name="T19" fmla="*/ 166 h 417"/>
              <a:gd name="T20" fmla="*/ 118 w 759"/>
              <a:gd name="T21" fmla="*/ 160 h 417"/>
              <a:gd name="T22" fmla="*/ 34 w 759"/>
              <a:gd name="T23" fmla="*/ 219 h 417"/>
              <a:gd name="T24" fmla="*/ 0 w 759"/>
              <a:gd name="T25" fmla="*/ 254 h 417"/>
              <a:gd name="T26" fmla="*/ 15 w 759"/>
              <a:gd name="T27" fmla="*/ 272 h 417"/>
              <a:gd name="T28" fmla="*/ 62 w 759"/>
              <a:gd name="T29" fmla="*/ 280 h 417"/>
              <a:gd name="T30" fmla="*/ 97 w 759"/>
              <a:gd name="T31" fmla="*/ 293 h 417"/>
              <a:gd name="T32" fmla="*/ 113 w 759"/>
              <a:gd name="T33" fmla="*/ 327 h 417"/>
              <a:gd name="T34" fmla="*/ 113 w 759"/>
              <a:gd name="T35" fmla="*/ 359 h 417"/>
              <a:gd name="T36" fmla="*/ 193 w 759"/>
              <a:gd name="T37" fmla="*/ 361 h 417"/>
              <a:gd name="T38" fmla="*/ 228 w 759"/>
              <a:gd name="T39" fmla="*/ 367 h 417"/>
              <a:gd name="T40" fmla="*/ 285 w 759"/>
              <a:gd name="T41" fmla="*/ 394 h 417"/>
              <a:gd name="T42" fmla="*/ 313 w 759"/>
              <a:gd name="T43" fmla="*/ 417 h 417"/>
              <a:gd name="T44" fmla="*/ 369 w 759"/>
              <a:gd name="T45" fmla="*/ 388 h 417"/>
              <a:gd name="T46" fmla="*/ 489 w 759"/>
              <a:gd name="T47" fmla="*/ 385 h 417"/>
              <a:gd name="T48" fmla="*/ 547 w 759"/>
              <a:gd name="T49" fmla="*/ 378 h 417"/>
              <a:gd name="T50" fmla="*/ 578 w 759"/>
              <a:gd name="T51" fmla="*/ 356 h 417"/>
              <a:gd name="T52" fmla="*/ 597 w 759"/>
              <a:gd name="T53" fmla="*/ 338 h 417"/>
              <a:gd name="T54" fmla="*/ 627 w 759"/>
              <a:gd name="T55" fmla="*/ 311 h 417"/>
              <a:gd name="T56" fmla="*/ 651 w 759"/>
              <a:gd name="T57" fmla="*/ 298 h 417"/>
              <a:gd name="T58" fmla="*/ 664 w 759"/>
              <a:gd name="T59" fmla="*/ 245 h 417"/>
              <a:gd name="T60" fmla="*/ 644 w 759"/>
              <a:gd name="T61" fmla="*/ 229 h 417"/>
              <a:gd name="T62" fmla="*/ 644 w 759"/>
              <a:gd name="T63" fmla="*/ 196 h 417"/>
              <a:gd name="T64" fmla="*/ 681 w 759"/>
              <a:gd name="T65" fmla="*/ 198 h 417"/>
              <a:gd name="T66" fmla="*/ 705 w 759"/>
              <a:gd name="T67" fmla="*/ 179 h 417"/>
              <a:gd name="T68" fmla="*/ 714 w 759"/>
              <a:gd name="T69" fmla="*/ 150 h 417"/>
              <a:gd name="T70" fmla="*/ 725 w 759"/>
              <a:gd name="T71" fmla="*/ 119 h 417"/>
              <a:gd name="T72" fmla="*/ 747 w 759"/>
              <a:gd name="T73" fmla="*/ 79 h 417"/>
              <a:gd name="T74" fmla="*/ 759 w 759"/>
              <a:gd name="T75" fmla="*/ 44 h 417"/>
              <a:gd name="T76" fmla="*/ 725 w 759"/>
              <a:gd name="T77" fmla="*/ 44 h 417"/>
              <a:gd name="T78" fmla="*/ 678 w 759"/>
              <a:gd name="T79" fmla="*/ 66 h 417"/>
              <a:gd name="T80" fmla="*/ 657 w 759"/>
              <a:gd name="T81"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9" h="417">
                <a:moveTo>
                  <a:pt x="657" y="0"/>
                </a:moveTo>
                <a:lnTo>
                  <a:pt x="502" y="87"/>
                </a:lnTo>
                <a:lnTo>
                  <a:pt x="451" y="79"/>
                </a:lnTo>
                <a:lnTo>
                  <a:pt x="416" y="79"/>
                </a:lnTo>
                <a:lnTo>
                  <a:pt x="378" y="110"/>
                </a:lnTo>
                <a:lnTo>
                  <a:pt x="308" y="76"/>
                </a:lnTo>
                <a:lnTo>
                  <a:pt x="251" y="77"/>
                </a:lnTo>
                <a:lnTo>
                  <a:pt x="235" y="129"/>
                </a:lnTo>
                <a:lnTo>
                  <a:pt x="258" y="148"/>
                </a:lnTo>
                <a:lnTo>
                  <a:pt x="174" y="166"/>
                </a:lnTo>
                <a:lnTo>
                  <a:pt x="118" y="160"/>
                </a:lnTo>
                <a:lnTo>
                  <a:pt x="34" y="219"/>
                </a:lnTo>
                <a:lnTo>
                  <a:pt x="0" y="254"/>
                </a:lnTo>
                <a:lnTo>
                  <a:pt x="15" y="272"/>
                </a:lnTo>
                <a:lnTo>
                  <a:pt x="62" y="280"/>
                </a:lnTo>
                <a:lnTo>
                  <a:pt x="97" y="293"/>
                </a:lnTo>
                <a:lnTo>
                  <a:pt x="113" y="327"/>
                </a:lnTo>
                <a:lnTo>
                  <a:pt x="113" y="359"/>
                </a:lnTo>
                <a:lnTo>
                  <a:pt x="193" y="361"/>
                </a:lnTo>
                <a:lnTo>
                  <a:pt x="228" y="367"/>
                </a:lnTo>
                <a:lnTo>
                  <a:pt x="285" y="394"/>
                </a:lnTo>
                <a:lnTo>
                  <a:pt x="313" y="417"/>
                </a:lnTo>
                <a:lnTo>
                  <a:pt x="369" y="388"/>
                </a:lnTo>
                <a:lnTo>
                  <a:pt x="489" y="385"/>
                </a:lnTo>
                <a:lnTo>
                  <a:pt x="547" y="378"/>
                </a:lnTo>
                <a:lnTo>
                  <a:pt x="578" y="356"/>
                </a:lnTo>
                <a:lnTo>
                  <a:pt x="597" y="338"/>
                </a:lnTo>
                <a:lnTo>
                  <a:pt x="627" y="311"/>
                </a:lnTo>
                <a:lnTo>
                  <a:pt x="651" y="298"/>
                </a:lnTo>
                <a:lnTo>
                  <a:pt x="664" y="245"/>
                </a:lnTo>
                <a:lnTo>
                  <a:pt x="644" y="229"/>
                </a:lnTo>
                <a:lnTo>
                  <a:pt x="644" y="196"/>
                </a:lnTo>
                <a:lnTo>
                  <a:pt x="681" y="198"/>
                </a:lnTo>
                <a:lnTo>
                  <a:pt x="705" y="179"/>
                </a:lnTo>
                <a:lnTo>
                  <a:pt x="714" y="150"/>
                </a:lnTo>
                <a:lnTo>
                  <a:pt x="725" y="119"/>
                </a:lnTo>
                <a:lnTo>
                  <a:pt x="747" y="79"/>
                </a:lnTo>
                <a:lnTo>
                  <a:pt x="759" y="44"/>
                </a:lnTo>
                <a:lnTo>
                  <a:pt x="725" y="44"/>
                </a:lnTo>
                <a:lnTo>
                  <a:pt x="678" y="66"/>
                </a:lnTo>
                <a:lnTo>
                  <a:pt x="657"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4" name="Freeform 118">
            <a:extLst>
              <a:ext uri="{FF2B5EF4-FFF2-40B4-BE49-F238E27FC236}">
                <a16:creationId xmlns:a16="http://schemas.microsoft.com/office/drawing/2014/main" id="{5659EA22-128B-E515-CF02-E7B7565D8329}"/>
              </a:ext>
            </a:extLst>
          </p:cNvPr>
          <p:cNvSpPr>
            <a:spLocks/>
          </p:cNvSpPr>
          <p:nvPr/>
        </p:nvSpPr>
        <p:spPr bwMode="auto">
          <a:xfrm>
            <a:off x="5718175" y="3708400"/>
            <a:ext cx="298450" cy="227013"/>
          </a:xfrm>
          <a:custGeom>
            <a:avLst/>
            <a:gdLst>
              <a:gd name="T0" fmla="*/ 0 w 204"/>
              <a:gd name="T1" fmla="*/ 0 h 155"/>
              <a:gd name="T2" fmla="*/ 17 w 204"/>
              <a:gd name="T3" fmla="*/ 13 h 155"/>
              <a:gd name="T4" fmla="*/ 28 w 204"/>
              <a:gd name="T5" fmla="*/ 13 h 155"/>
              <a:gd name="T6" fmla="*/ 49 w 204"/>
              <a:gd name="T7" fmla="*/ 25 h 155"/>
              <a:gd name="T8" fmla="*/ 70 w 204"/>
              <a:gd name="T9" fmla="*/ 33 h 155"/>
              <a:gd name="T10" fmla="*/ 89 w 204"/>
              <a:gd name="T11" fmla="*/ 31 h 155"/>
              <a:gd name="T12" fmla="*/ 101 w 204"/>
              <a:gd name="T13" fmla="*/ 21 h 155"/>
              <a:gd name="T14" fmla="*/ 111 w 204"/>
              <a:gd name="T15" fmla="*/ 13 h 155"/>
              <a:gd name="T16" fmla="*/ 134 w 204"/>
              <a:gd name="T17" fmla="*/ 0 h 155"/>
              <a:gd name="T18" fmla="*/ 146 w 204"/>
              <a:gd name="T19" fmla="*/ 4 h 155"/>
              <a:gd name="T20" fmla="*/ 141 w 204"/>
              <a:gd name="T21" fmla="*/ 23 h 155"/>
              <a:gd name="T22" fmla="*/ 132 w 204"/>
              <a:gd name="T23" fmla="*/ 33 h 155"/>
              <a:gd name="T24" fmla="*/ 117 w 204"/>
              <a:gd name="T25" fmla="*/ 39 h 155"/>
              <a:gd name="T26" fmla="*/ 113 w 204"/>
              <a:gd name="T27" fmla="*/ 46 h 155"/>
              <a:gd name="T28" fmla="*/ 136 w 204"/>
              <a:gd name="T29" fmla="*/ 70 h 155"/>
              <a:gd name="T30" fmla="*/ 150 w 204"/>
              <a:gd name="T31" fmla="*/ 71 h 155"/>
              <a:gd name="T32" fmla="*/ 145 w 204"/>
              <a:gd name="T33" fmla="*/ 50 h 155"/>
              <a:gd name="T34" fmla="*/ 157 w 204"/>
              <a:gd name="T35" fmla="*/ 41 h 155"/>
              <a:gd name="T36" fmla="*/ 165 w 204"/>
              <a:gd name="T37" fmla="*/ 63 h 155"/>
              <a:gd name="T38" fmla="*/ 185 w 204"/>
              <a:gd name="T39" fmla="*/ 82 h 155"/>
              <a:gd name="T40" fmla="*/ 197 w 204"/>
              <a:gd name="T41" fmla="*/ 55 h 155"/>
              <a:gd name="T42" fmla="*/ 204 w 204"/>
              <a:gd name="T43" fmla="*/ 105 h 155"/>
              <a:gd name="T44" fmla="*/ 181 w 204"/>
              <a:gd name="T45" fmla="*/ 121 h 155"/>
              <a:gd name="T46" fmla="*/ 167 w 204"/>
              <a:gd name="T47" fmla="*/ 155 h 155"/>
              <a:gd name="T48" fmla="*/ 158 w 204"/>
              <a:gd name="T49" fmla="*/ 137 h 155"/>
              <a:gd name="T50" fmla="*/ 155 w 204"/>
              <a:gd name="T51" fmla="*/ 124 h 155"/>
              <a:gd name="T52" fmla="*/ 148 w 204"/>
              <a:gd name="T53" fmla="*/ 110 h 155"/>
              <a:gd name="T54" fmla="*/ 85 w 204"/>
              <a:gd name="T55" fmla="*/ 87 h 155"/>
              <a:gd name="T56" fmla="*/ 96 w 204"/>
              <a:gd name="T57" fmla="*/ 100 h 155"/>
              <a:gd name="T58" fmla="*/ 94 w 204"/>
              <a:gd name="T59" fmla="*/ 128 h 155"/>
              <a:gd name="T60" fmla="*/ 38 w 204"/>
              <a:gd name="T61" fmla="*/ 137 h 155"/>
              <a:gd name="T62" fmla="*/ 23 w 204"/>
              <a:gd name="T63" fmla="*/ 74 h 155"/>
              <a:gd name="T64" fmla="*/ 0 w 204"/>
              <a:gd name="T65" fmla="*/ 50 h 155"/>
              <a:gd name="T66" fmla="*/ 0 w 204"/>
              <a:gd name="T6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4" h="155">
                <a:moveTo>
                  <a:pt x="0" y="0"/>
                </a:moveTo>
                <a:lnTo>
                  <a:pt x="17" y="13"/>
                </a:lnTo>
                <a:lnTo>
                  <a:pt x="28" y="13"/>
                </a:lnTo>
                <a:lnTo>
                  <a:pt x="49" y="25"/>
                </a:lnTo>
                <a:lnTo>
                  <a:pt x="70" y="33"/>
                </a:lnTo>
                <a:lnTo>
                  <a:pt x="89" y="31"/>
                </a:lnTo>
                <a:lnTo>
                  <a:pt x="101" y="21"/>
                </a:lnTo>
                <a:lnTo>
                  <a:pt x="111" y="13"/>
                </a:lnTo>
                <a:lnTo>
                  <a:pt x="134" y="0"/>
                </a:lnTo>
                <a:lnTo>
                  <a:pt x="146" y="4"/>
                </a:lnTo>
                <a:lnTo>
                  <a:pt x="141" y="23"/>
                </a:lnTo>
                <a:lnTo>
                  <a:pt x="132" y="33"/>
                </a:lnTo>
                <a:lnTo>
                  <a:pt x="117" y="39"/>
                </a:lnTo>
                <a:lnTo>
                  <a:pt x="113" y="46"/>
                </a:lnTo>
                <a:lnTo>
                  <a:pt x="136" y="70"/>
                </a:lnTo>
                <a:lnTo>
                  <a:pt x="150" y="71"/>
                </a:lnTo>
                <a:lnTo>
                  <a:pt x="145" y="50"/>
                </a:lnTo>
                <a:lnTo>
                  <a:pt x="157" y="41"/>
                </a:lnTo>
                <a:lnTo>
                  <a:pt x="165" y="63"/>
                </a:lnTo>
                <a:lnTo>
                  <a:pt x="185" y="82"/>
                </a:lnTo>
                <a:lnTo>
                  <a:pt x="197" y="55"/>
                </a:lnTo>
                <a:lnTo>
                  <a:pt x="204" y="105"/>
                </a:lnTo>
                <a:lnTo>
                  <a:pt x="181" y="121"/>
                </a:lnTo>
                <a:lnTo>
                  <a:pt x="167" y="155"/>
                </a:lnTo>
                <a:lnTo>
                  <a:pt x="158" y="137"/>
                </a:lnTo>
                <a:lnTo>
                  <a:pt x="155" y="124"/>
                </a:lnTo>
                <a:lnTo>
                  <a:pt x="148" y="110"/>
                </a:lnTo>
                <a:lnTo>
                  <a:pt x="85" y="87"/>
                </a:lnTo>
                <a:lnTo>
                  <a:pt x="96" y="100"/>
                </a:lnTo>
                <a:lnTo>
                  <a:pt x="94" y="128"/>
                </a:lnTo>
                <a:lnTo>
                  <a:pt x="38" y="137"/>
                </a:lnTo>
                <a:lnTo>
                  <a:pt x="23" y="74"/>
                </a:lnTo>
                <a:lnTo>
                  <a:pt x="0" y="50"/>
                </a:lnTo>
                <a:lnTo>
                  <a:pt x="0"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5" name="Freeform 119">
            <a:extLst>
              <a:ext uri="{FF2B5EF4-FFF2-40B4-BE49-F238E27FC236}">
                <a16:creationId xmlns:a16="http://schemas.microsoft.com/office/drawing/2014/main" id="{204F6B04-DB67-F0D0-CC18-94FDED790512}"/>
              </a:ext>
            </a:extLst>
          </p:cNvPr>
          <p:cNvSpPr>
            <a:spLocks/>
          </p:cNvSpPr>
          <p:nvPr/>
        </p:nvSpPr>
        <p:spPr bwMode="auto">
          <a:xfrm>
            <a:off x="5738813" y="3544888"/>
            <a:ext cx="147637" cy="127000"/>
          </a:xfrm>
          <a:custGeom>
            <a:avLst/>
            <a:gdLst>
              <a:gd name="T0" fmla="*/ 36 w 101"/>
              <a:gd name="T1" fmla="*/ 0 h 87"/>
              <a:gd name="T2" fmla="*/ 17 w 101"/>
              <a:gd name="T3" fmla="*/ 10 h 87"/>
              <a:gd name="T4" fmla="*/ 12 w 101"/>
              <a:gd name="T5" fmla="*/ 26 h 87"/>
              <a:gd name="T6" fmla="*/ 0 w 101"/>
              <a:gd name="T7" fmla="*/ 38 h 87"/>
              <a:gd name="T8" fmla="*/ 12 w 101"/>
              <a:gd name="T9" fmla="*/ 71 h 87"/>
              <a:gd name="T10" fmla="*/ 31 w 101"/>
              <a:gd name="T11" fmla="*/ 85 h 87"/>
              <a:gd name="T12" fmla="*/ 40 w 101"/>
              <a:gd name="T13" fmla="*/ 87 h 87"/>
              <a:gd name="T14" fmla="*/ 52 w 101"/>
              <a:gd name="T15" fmla="*/ 77 h 87"/>
              <a:gd name="T16" fmla="*/ 57 w 101"/>
              <a:gd name="T17" fmla="*/ 71 h 87"/>
              <a:gd name="T18" fmla="*/ 68 w 101"/>
              <a:gd name="T19" fmla="*/ 64 h 87"/>
              <a:gd name="T20" fmla="*/ 82 w 101"/>
              <a:gd name="T21" fmla="*/ 64 h 87"/>
              <a:gd name="T22" fmla="*/ 97 w 101"/>
              <a:gd name="T23" fmla="*/ 53 h 87"/>
              <a:gd name="T24" fmla="*/ 101 w 101"/>
              <a:gd name="T25" fmla="*/ 38 h 87"/>
              <a:gd name="T26" fmla="*/ 94 w 101"/>
              <a:gd name="T27" fmla="*/ 10 h 87"/>
              <a:gd name="T28" fmla="*/ 82 w 101"/>
              <a:gd name="T29" fmla="*/ 18 h 87"/>
              <a:gd name="T30" fmla="*/ 36 w 101"/>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87">
                <a:moveTo>
                  <a:pt x="36" y="0"/>
                </a:moveTo>
                <a:lnTo>
                  <a:pt x="17" y="10"/>
                </a:lnTo>
                <a:lnTo>
                  <a:pt x="12" y="26"/>
                </a:lnTo>
                <a:lnTo>
                  <a:pt x="0" y="38"/>
                </a:lnTo>
                <a:lnTo>
                  <a:pt x="12" y="71"/>
                </a:lnTo>
                <a:lnTo>
                  <a:pt x="31" y="85"/>
                </a:lnTo>
                <a:lnTo>
                  <a:pt x="40" y="87"/>
                </a:lnTo>
                <a:lnTo>
                  <a:pt x="52" y="77"/>
                </a:lnTo>
                <a:lnTo>
                  <a:pt x="57" y="71"/>
                </a:lnTo>
                <a:lnTo>
                  <a:pt x="68" y="64"/>
                </a:lnTo>
                <a:lnTo>
                  <a:pt x="82" y="64"/>
                </a:lnTo>
                <a:lnTo>
                  <a:pt x="97" y="53"/>
                </a:lnTo>
                <a:lnTo>
                  <a:pt x="101" y="38"/>
                </a:lnTo>
                <a:lnTo>
                  <a:pt x="94" y="10"/>
                </a:lnTo>
                <a:lnTo>
                  <a:pt x="82" y="18"/>
                </a:lnTo>
                <a:lnTo>
                  <a:pt x="36"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6" name="Freeform 120">
            <a:extLst>
              <a:ext uri="{FF2B5EF4-FFF2-40B4-BE49-F238E27FC236}">
                <a16:creationId xmlns:a16="http://schemas.microsoft.com/office/drawing/2014/main" id="{95BD3E38-C237-6181-DE9C-1D317CEA7297}"/>
              </a:ext>
            </a:extLst>
          </p:cNvPr>
          <p:cNvSpPr>
            <a:spLocks/>
          </p:cNvSpPr>
          <p:nvPr/>
        </p:nvSpPr>
        <p:spPr bwMode="auto">
          <a:xfrm>
            <a:off x="5291138" y="3525838"/>
            <a:ext cx="395287" cy="171450"/>
          </a:xfrm>
          <a:custGeom>
            <a:avLst/>
            <a:gdLst>
              <a:gd name="T0" fmla="*/ 3 w 270"/>
              <a:gd name="T1" fmla="*/ 0 h 117"/>
              <a:gd name="T2" fmla="*/ 270 w 270"/>
              <a:gd name="T3" fmla="*/ 48 h 117"/>
              <a:gd name="T4" fmla="*/ 270 w 270"/>
              <a:gd name="T5" fmla="*/ 101 h 117"/>
              <a:gd name="T6" fmla="*/ 254 w 270"/>
              <a:gd name="T7" fmla="*/ 117 h 117"/>
              <a:gd name="T8" fmla="*/ 221 w 270"/>
              <a:gd name="T9" fmla="*/ 117 h 117"/>
              <a:gd name="T10" fmla="*/ 199 w 270"/>
              <a:gd name="T11" fmla="*/ 95 h 117"/>
              <a:gd name="T12" fmla="*/ 188 w 270"/>
              <a:gd name="T13" fmla="*/ 108 h 117"/>
              <a:gd name="T14" fmla="*/ 155 w 270"/>
              <a:gd name="T15" fmla="*/ 108 h 117"/>
              <a:gd name="T16" fmla="*/ 138 w 270"/>
              <a:gd name="T17" fmla="*/ 98 h 117"/>
              <a:gd name="T18" fmla="*/ 106 w 270"/>
              <a:gd name="T19" fmla="*/ 87 h 117"/>
              <a:gd name="T20" fmla="*/ 61 w 270"/>
              <a:gd name="T21" fmla="*/ 87 h 117"/>
              <a:gd name="T22" fmla="*/ 33 w 270"/>
              <a:gd name="T23" fmla="*/ 61 h 117"/>
              <a:gd name="T24" fmla="*/ 0 w 270"/>
              <a:gd name="T25" fmla="*/ 69 h 117"/>
              <a:gd name="T26" fmla="*/ 0 w 270"/>
              <a:gd name="T27" fmla="*/ 21 h 117"/>
              <a:gd name="T28" fmla="*/ 9 w 270"/>
              <a:gd name="T29" fmla="*/ 13 h 117"/>
              <a:gd name="T30" fmla="*/ 3 w 270"/>
              <a:gd name="T3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0" h="117">
                <a:moveTo>
                  <a:pt x="3" y="0"/>
                </a:moveTo>
                <a:lnTo>
                  <a:pt x="270" y="48"/>
                </a:lnTo>
                <a:lnTo>
                  <a:pt x="270" y="101"/>
                </a:lnTo>
                <a:lnTo>
                  <a:pt x="254" y="117"/>
                </a:lnTo>
                <a:lnTo>
                  <a:pt x="221" y="117"/>
                </a:lnTo>
                <a:lnTo>
                  <a:pt x="199" y="95"/>
                </a:lnTo>
                <a:lnTo>
                  <a:pt x="188" y="108"/>
                </a:lnTo>
                <a:lnTo>
                  <a:pt x="155" y="108"/>
                </a:lnTo>
                <a:lnTo>
                  <a:pt x="138" y="98"/>
                </a:lnTo>
                <a:lnTo>
                  <a:pt x="106" y="87"/>
                </a:lnTo>
                <a:lnTo>
                  <a:pt x="61" y="87"/>
                </a:lnTo>
                <a:lnTo>
                  <a:pt x="33" y="61"/>
                </a:lnTo>
                <a:lnTo>
                  <a:pt x="0" y="69"/>
                </a:lnTo>
                <a:lnTo>
                  <a:pt x="0" y="21"/>
                </a:lnTo>
                <a:lnTo>
                  <a:pt x="9" y="13"/>
                </a:lnTo>
                <a:lnTo>
                  <a:pt x="3"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7" name="Freeform 121">
            <a:extLst>
              <a:ext uri="{FF2B5EF4-FFF2-40B4-BE49-F238E27FC236}">
                <a16:creationId xmlns:a16="http://schemas.microsoft.com/office/drawing/2014/main" id="{2855608A-FDC1-73E2-14E6-D20F2E4DF384}"/>
              </a:ext>
            </a:extLst>
          </p:cNvPr>
          <p:cNvSpPr>
            <a:spLocks/>
          </p:cNvSpPr>
          <p:nvPr/>
        </p:nvSpPr>
        <p:spPr bwMode="auto">
          <a:xfrm>
            <a:off x="4711700" y="3251200"/>
            <a:ext cx="1392238" cy="1428750"/>
          </a:xfrm>
          <a:custGeom>
            <a:avLst/>
            <a:gdLst>
              <a:gd name="T0" fmla="*/ 330 w 950"/>
              <a:gd name="T1" fmla="*/ 137 h 975"/>
              <a:gd name="T2" fmla="*/ 331 w 950"/>
              <a:gd name="T3" fmla="*/ 68 h 975"/>
              <a:gd name="T4" fmla="*/ 330 w 950"/>
              <a:gd name="T5" fmla="*/ 0 h 975"/>
              <a:gd name="T6" fmla="*/ 176 w 950"/>
              <a:gd name="T7" fmla="*/ 74 h 975"/>
              <a:gd name="T8" fmla="*/ 220 w 950"/>
              <a:gd name="T9" fmla="*/ 115 h 975"/>
              <a:gd name="T10" fmla="*/ 206 w 950"/>
              <a:gd name="T11" fmla="*/ 147 h 975"/>
              <a:gd name="T12" fmla="*/ 190 w 950"/>
              <a:gd name="T13" fmla="*/ 187 h 975"/>
              <a:gd name="T14" fmla="*/ 154 w 950"/>
              <a:gd name="T15" fmla="*/ 230 h 975"/>
              <a:gd name="T16" fmla="*/ 126 w 950"/>
              <a:gd name="T17" fmla="*/ 285 h 975"/>
              <a:gd name="T18" fmla="*/ 63 w 950"/>
              <a:gd name="T19" fmla="*/ 324 h 975"/>
              <a:gd name="T20" fmla="*/ 93 w 950"/>
              <a:gd name="T21" fmla="*/ 409 h 975"/>
              <a:gd name="T22" fmla="*/ 0 w 950"/>
              <a:gd name="T23" fmla="*/ 449 h 975"/>
              <a:gd name="T24" fmla="*/ 74 w 950"/>
              <a:gd name="T25" fmla="*/ 457 h 975"/>
              <a:gd name="T26" fmla="*/ 82 w 950"/>
              <a:gd name="T27" fmla="*/ 533 h 975"/>
              <a:gd name="T28" fmla="*/ 155 w 950"/>
              <a:gd name="T29" fmla="*/ 517 h 975"/>
              <a:gd name="T30" fmla="*/ 168 w 950"/>
              <a:gd name="T31" fmla="*/ 600 h 975"/>
              <a:gd name="T32" fmla="*/ 209 w 950"/>
              <a:gd name="T33" fmla="*/ 734 h 975"/>
              <a:gd name="T34" fmla="*/ 258 w 950"/>
              <a:gd name="T35" fmla="*/ 830 h 975"/>
              <a:gd name="T36" fmla="*/ 298 w 950"/>
              <a:gd name="T37" fmla="*/ 877 h 975"/>
              <a:gd name="T38" fmla="*/ 312 w 950"/>
              <a:gd name="T39" fmla="*/ 922 h 975"/>
              <a:gd name="T40" fmla="*/ 352 w 950"/>
              <a:gd name="T41" fmla="*/ 964 h 975"/>
              <a:gd name="T42" fmla="*/ 406 w 950"/>
              <a:gd name="T43" fmla="*/ 933 h 975"/>
              <a:gd name="T44" fmla="*/ 445 w 950"/>
              <a:gd name="T45" fmla="*/ 877 h 975"/>
              <a:gd name="T46" fmla="*/ 450 w 950"/>
              <a:gd name="T47" fmla="*/ 776 h 975"/>
              <a:gd name="T48" fmla="*/ 466 w 950"/>
              <a:gd name="T49" fmla="*/ 697 h 975"/>
              <a:gd name="T50" fmla="*/ 507 w 950"/>
              <a:gd name="T51" fmla="*/ 634 h 975"/>
              <a:gd name="T52" fmla="*/ 605 w 950"/>
              <a:gd name="T53" fmla="*/ 544 h 975"/>
              <a:gd name="T54" fmla="*/ 657 w 950"/>
              <a:gd name="T55" fmla="*/ 526 h 975"/>
              <a:gd name="T56" fmla="*/ 656 w 950"/>
              <a:gd name="T57" fmla="*/ 485 h 975"/>
              <a:gd name="T58" fmla="*/ 725 w 950"/>
              <a:gd name="T59" fmla="*/ 449 h 975"/>
              <a:gd name="T60" fmla="*/ 689 w 950"/>
              <a:gd name="T61" fmla="*/ 316 h 975"/>
              <a:gd name="T62" fmla="*/ 734 w 950"/>
              <a:gd name="T63" fmla="*/ 338 h 975"/>
              <a:gd name="T64" fmla="*/ 788 w 950"/>
              <a:gd name="T65" fmla="*/ 335 h 975"/>
              <a:gd name="T66" fmla="*/ 833 w 950"/>
              <a:gd name="T67" fmla="*/ 317 h 975"/>
              <a:gd name="T68" fmla="*/ 802 w 950"/>
              <a:gd name="T69" fmla="*/ 349 h 975"/>
              <a:gd name="T70" fmla="*/ 839 w 950"/>
              <a:gd name="T71" fmla="*/ 383 h 975"/>
              <a:gd name="T72" fmla="*/ 852 w 950"/>
              <a:gd name="T73" fmla="*/ 375 h 975"/>
              <a:gd name="T74" fmla="*/ 889 w 950"/>
              <a:gd name="T75" fmla="*/ 353 h 975"/>
              <a:gd name="T76" fmla="*/ 936 w 950"/>
              <a:gd name="T77" fmla="*/ 221 h 975"/>
              <a:gd name="T78" fmla="*/ 915 w 950"/>
              <a:gd name="T79" fmla="*/ 160 h 975"/>
              <a:gd name="T80" fmla="*/ 793 w 950"/>
              <a:gd name="T81" fmla="*/ 210 h 975"/>
              <a:gd name="T82" fmla="*/ 783 w 950"/>
              <a:gd name="T83" fmla="*/ 263 h 975"/>
              <a:gd name="T84" fmla="*/ 739 w 950"/>
              <a:gd name="T85" fmla="*/ 287 h 975"/>
              <a:gd name="T86" fmla="*/ 696 w 950"/>
              <a:gd name="T87" fmla="*/ 235 h 975"/>
              <a:gd name="T88" fmla="*/ 649 w 950"/>
              <a:gd name="T89" fmla="*/ 303 h 975"/>
              <a:gd name="T90" fmla="*/ 582 w 950"/>
              <a:gd name="T91" fmla="*/ 293 h 975"/>
              <a:gd name="T92" fmla="*/ 500 w 950"/>
              <a:gd name="T93" fmla="*/ 271 h 975"/>
              <a:gd name="T94" fmla="*/ 398 w 950"/>
              <a:gd name="T95" fmla="*/ 255 h 975"/>
              <a:gd name="T96" fmla="*/ 401 w 950"/>
              <a:gd name="T97" fmla="*/ 189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975">
                <a:moveTo>
                  <a:pt x="401" y="189"/>
                </a:moveTo>
                <a:lnTo>
                  <a:pt x="359" y="181"/>
                </a:lnTo>
                <a:lnTo>
                  <a:pt x="330" y="137"/>
                </a:lnTo>
                <a:lnTo>
                  <a:pt x="323" y="121"/>
                </a:lnTo>
                <a:lnTo>
                  <a:pt x="331" y="89"/>
                </a:lnTo>
                <a:lnTo>
                  <a:pt x="331" y="68"/>
                </a:lnTo>
                <a:lnTo>
                  <a:pt x="352" y="60"/>
                </a:lnTo>
                <a:lnTo>
                  <a:pt x="377" y="37"/>
                </a:lnTo>
                <a:lnTo>
                  <a:pt x="330" y="0"/>
                </a:lnTo>
                <a:lnTo>
                  <a:pt x="269" y="29"/>
                </a:lnTo>
                <a:lnTo>
                  <a:pt x="176" y="36"/>
                </a:lnTo>
                <a:lnTo>
                  <a:pt x="176" y="74"/>
                </a:lnTo>
                <a:lnTo>
                  <a:pt x="195" y="84"/>
                </a:lnTo>
                <a:lnTo>
                  <a:pt x="195" y="100"/>
                </a:lnTo>
                <a:lnTo>
                  <a:pt x="220" y="115"/>
                </a:lnTo>
                <a:lnTo>
                  <a:pt x="229" y="113"/>
                </a:lnTo>
                <a:lnTo>
                  <a:pt x="215" y="124"/>
                </a:lnTo>
                <a:lnTo>
                  <a:pt x="206" y="147"/>
                </a:lnTo>
                <a:lnTo>
                  <a:pt x="208" y="158"/>
                </a:lnTo>
                <a:lnTo>
                  <a:pt x="199" y="171"/>
                </a:lnTo>
                <a:lnTo>
                  <a:pt x="190" y="187"/>
                </a:lnTo>
                <a:lnTo>
                  <a:pt x="178" y="198"/>
                </a:lnTo>
                <a:lnTo>
                  <a:pt x="166" y="211"/>
                </a:lnTo>
                <a:lnTo>
                  <a:pt x="154" y="230"/>
                </a:lnTo>
                <a:lnTo>
                  <a:pt x="136" y="253"/>
                </a:lnTo>
                <a:lnTo>
                  <a:pt x="126" y="266"/>
                </a:lnTo>
                <a:lnTo>
                  <a:pt x="126" y="285"/>
                </a:lnTo>
                <a:lnTo>
                  <a:pt x="44" y="295"/>
                </a:lnTo>
                <a:lnTo>
                  <a:pt x="42" y="322"/>
                </a:lnTo>
                <a:lnTo>
                  <a:pt x="63" y="324"/>
                </a:lnTo>
                <a:lnTo>
                  <a:pt x="63" y="369"/>
                </a:lnTo>
                <a:lnTo>
                  <a:pt x="93" y="388"/>
                </a:lnTo>
                <a:lnTo>
                  <a:pt x="93" y="409"/>
                </a:lnTo>
                <a:lnTo>
                  <a:pt x="33" y="409"/>
                </a:lnTo>
                <a:lnTo>
                  <a:pt x="0" y="438"/>
                </a:lnTo>
                <a:lnTo>
                  <a:pt x="0" y="449"/>
                </a:lnTo>
                <a:lnTo>
                  <a:pt x="19" y="456"/>
                </a:lnTo>
                <a:lnTo>
                  <a:pt x="49" y="448"/>
                </a:lnTo>
                <a:lnTo>
                  <a:pt x="74" y="457"/>
                </a:lnTo>
                <a:lnTo>
                  <a:pt x="61" y="468"/>
                </a:lnTo>
                <a:lnTo>
                  <a:pt x="44" y="504"/>
                </a:lnTo>
                <a:lnTo>
                  <a:pt x="82" y="533"/>
                </a:lnTo>
                <a:lnTo>
                  <a:pt x="135" y="485"/>
                </a:lnTo>
                <a:lnTo>
                  <a:pt x="155" y="485"/>
                </a:lnTo>
                <a:lnTo>
                  <a:pt x="155" y="517"/>
                </a:lnTo>
                <a:lnTo>
                  <a:pt x="168" y="536"/>
                </a:lnTo>
                <a:lnTo>
                  <a:pt x="154" y="581"/>
                </a:lnTo>
                <a:lnTo>
                  <a:pt x="168" y="600"/>
                </a:lnTo>
                <a:lnTo>
                  <a:pt x="176" y="652"/>
                </a:lnTo>
                <a:lnTo>
                  <a:pt x="176" y="687"/>
                </a:lnTo>
                <a:lnTo>
                  <a:pt x="209" y="734"/>
                </a:lnTo>
                <a:lnTo>
                  <a:pt x="241" y="773"/>
                </a:lnTo>
                <a:lnTo>
                  <a:pt x="241" y="789"/>
                </a:lnTo>
                <a:lnTo>
                  <a:pt x="258" y="830"/>
                </a:lnTo>
                <a:lnTo>
                  <a:pt x="281" y="848"/>
                </a:lnTo>
                <a:lnTo>
                  <a:pt x="281" y="866"/>
                </a:lnTo>
                <a:lnTo>
                  <a:pt x="298" y="877"/>
                </a:lnTo>
                <a:lnTo>
                  <a:pt x="307" y="883"/>
                </a:lnTo>
                <a:lnTo>
                  <a:pt x="324" y="906"/>
                </a:lnTo>
                <a:lnTo>
                  <a:pt x="312" y="922"/>
                </a:lnTo>
                <a:lnTo>
                  <a:pt x="321" y="945"/>
                </a:lnTo>
                <a:lnTo>
                  <a:pt x="331" y="954"/>
                </a:lnTo>
                <a:lnTo>
                  <a:pt x="352" y="964"/>
                </a:lnTo>
                <a:lnTo>
                  <a:pt x="385" y="975"/>
                </a:lnTo>
                <a:lnTo>
                  <a:pt x="396" y="946"/>
                </a:lnTo>
                <a:lnTo>
                  <a:pt x="406" y="933"/>
                </a:lnTo>
                <a:lnTo>
                  <a:pt x="427" y="924"/>
                </a:lnTo>
                <a:lnTo>
                  <a:pt x="426" y="887"/>
                </a:lnTo>
                <a:lnTo>
                  <a:pt x="445" y="877"/>
                </a:lnTo>
                <a:lnTo>
                  <a:pt x="445" y="803"/>
                </a:lnTo>
                <a:lnTo>
                  <a:pt x="459" y="784"/>
                </a:lnTo>
                <a:lnTo>
                  <a:pt x="450" y="776"/>
                </a:lnTo>
                <a:lnTo>
                  <a:pt x="436" y="755"/>
                </a:lnTo>
                <a:lnTo>
                  <a:pt x="438" y="697"/>
                </a:lnTo>
                <a:lnTo>
                  <a:pt x="466" y="697"/>
                </a:lnTo>
                <a:lnTo>
                  <a:pt x="511" y="676"/>
                </a:lnTo>
                <a:lnTo>
                  <a:pt x="521" y="658"/>
                </a:lnTo>
                <a:lnTo>
                  <a:pt x="507" y="634"/>
                </a:lnTo>
                <a:lnTo>
                  <a:pt x="558" y="616"/>
                </a:lnTo>
                <a:lnTo>
                  <a:pt x="579" y="594"/>
                </a:lnTo>
                <a:lnTo>
                  <a:pt x="605" y="544"/>
                </a:lnTo>
                <a:lnTo>
                  <a:pt x="624" y="534"/>
                </a:lnTo>
                <a:lnTo>
                  <a:pt x="649" y="531"/>
                </a:lnTo>
                <a:lnTo>
                  <a:pt x="657" y="526"/>
                </a:lnTo>
                <a:lnTo>
                  <a:pt x="654" y="504"/>
                </a:lnTo>
                <a:lnTo>
                  <a:pt x="666" y="486"/>
                </a:lnTo>
                <a:lnTo>
                  <a:pt x="656" y="485"/>
                </a:lnTo>
                <a:lnTo>
                  <a:pt x="669" y="464"/>
                </a:lnTo>
                <a:lnTo>
                  <a:pt x="690" y="449"/>
                </a:lnTo>
                <a:lnTo>
                  <a:pt x="725" y="449"/>
                </a:lnTo>
                <a:lnTo>
                  <a:pt x="710" y="383"/>
                </a:lnTo>
                <a:lnTo>
                  <a:pt x="689" y="361"/>
                </a:lnTo>
                <a:lnTo>
                  <a:pt x="689" y="316"/>
                </a:lnTo>
                <a:lnTo>
                  <a:pt x="701" y="329"/>
                </a:lnTo>
                <a:lnTo>
                  <a:pt x="715" y="329"/>
                </a:lnTo>
                <a:lnTo>
                  <a:pt x="734" y="338"/>
                </a:lnTo>
                <a:lnTo>
                  <a:pt x="755" y="345"/>
                </a:lnTo>
                <a:lnTo>
                  <a:pt x="776" y="345"/>
                </a:lnTo>
                <a:lnTo>
                  <a:pt x="788" y="335"/>
                </a:lnTo>
                <a:lnTo>
                  <a:pt x="807" y="322"/>
                </a:lnTo>
                <a:lnTo>
                  <a:pt x="821" y="312"/>
                </a:lnTo>
                <a:lnTo>
                  <a:pt x="833" y="317"/>
                </a:lnTo>
                <a:lnTo>
                  <a:pt x="828" y="333"/>
                </a:lnTo>
                <a:lnTo>
                  <a:pt x="818" y="345"/>
                </a:lnTo>
                <a:lnTo>
                  <a:pt x="802" y="349"/>
                </a:lnTo>
                <a:lnTo>
                  <a:pt x="798" y="356"/>
                </a:lnTo>
                <a:lnTo>
                  <a:pt x="821" y="383"/>
                </a:lnTo>
                <a:lnTo>
                  <a:pt x="839" y="383"/>
                </a:lnTo>
                <a:lnTo>
                  <a:pt x="833" y="362"/>
                </a:lnTo>
                <a:lnTo>
                  <a:pt x="842" y="354"/>
                </a:lnTo>
                <a:lnTo>
                  <a:pt x="852" y="375"/>
                </a:lnTo>
                <a:lnTo>
                  <a:pt x="872" y="396"/>
                </a:lnTo>
                <a:lnTo>
                  <a:pt x="884" y="367"/>
                </a:lnTo>
                <a:lnTo>
                  <a:pt x="889" y="353"/>
                </a:lnTo>
                <a:lnTo>
                  <a:pt x="917" y="287"/>
                </a:lnTo>
                <a:lnTo>
                  <a:pt x="917" y="235"/>
                </a:lnTo>
                <a:lnTo>
                  <a:pt x="936" y="221"/>
                </a:lnTo>
                <a:lnTo>
                  <a:pt x="950" y="171"/>
                </a:lnTo>
                <a:lnTo>
                  <a:pt x="934" y="160"/>
                </a:lnTo>
                <a:lnTo>
                  <a:pt x="915" y="160"/>
                </a:lnTo>
                <a:lnTo>
                  <a:pt x="877" y="129"/>
                </a:lnTo>
                <a:lnTo>
                  <a:pt x="840" y="174"/>
                </a:lnTo>
                <a:lnTo>
                  <a:pt x="793" y="210"/>
                </a:lnTo>
                <a:lnTo>
                  <a:pt x="800" y="238"/>
                </a:lnTo>
                <a:lnTo>
                  <a:pt x="795" y="255"/>
                </a:lnTo>
                <a:lnTo>
                  <a:pt x="783" y="263"/>
                </a:lnTo>
                <a:lnTo>
                  <a:pt x="769" y="263"/>
                </a:lnTo>
                <a:lnTo>
                  <a:pt x="755" y="271"/>
                </a:lnTo>
                <a:lnTo>
                  <a:pt x="739" y="287"/>
                </a:lnTo>
                <a:lnTo>
                  <a:pt x="715" y="271"/>
                </a:lnTo>
                <a:lnTo>
                  <a:pt x="704" y="238"/>
                </a:lnTo>
                <a:lnTo>
                  <a:pt x="696" y="235"/>
                </a:lnTo>
                <a:lnTo>
                  <a:pt x="666" y="235"/>
                </a:lnTo>
                <a:lnTo>
                  <a:pt x="666" y="287"/>
                </a:lnTo>
                <a:lnTo>
                  <a:pt x="649" y="303"/>
                </a:lnTo>
                <a:lnTo>
                  <a:pt x="619" y="303"/>
                </a:lnTo>
                <a:lnTo>
                  <a:pt x="595" y="280"/>
                </a:lnTo>
                <a:lnTo>
                  <a:pt x="582" y="293"/>
                </a:lnTo>
                <a:lnTo>
                  <a:pt x="554" y="293"/>
                </a:lnTo>
                <a:lnTo>
                  <a:pt x="525" y="280"/>
                </a:lnTo>
                <a:lnTo>
                  <a:pt x="500" y="271"/>
                </a:lnTo>
                <a:lnTo>
                  <a:pt x="457" y="271"/>
                </a:lnTo>
                <a:lnTo>
                  <a:pt x="429" y="247"/>
                </a:lnTo>
                <a:lnTo>
                  <a:pt x="398" y="255"/>
                </a:lnTo>
                <a:lnTo>
                  <a:pt x="398" y="211"/>
                </a:lnTo>
                <a:lnTo>
                  <a:pt x="406" y="200"/>
                </a:lnTo>
                <a:lnTo>
                  <a:pt x="401" y="189"/>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8" name="Freeform 122">
            <a:extLst>
              <a:ext uri="{FF2B5EF4-FFF2-40B4-BE49-F238E27FC236}">
                <a16:creationId xmlns:a16="http://schemas.microsoft.com/office/drawing/2014/main" id="{FFCFDB3A-1BF2-EDDC-9F11-C7264B881950}"/>
              </a:ext>
            </a:extLst>
          </p:cNvPr>
          <p:cNvSpPr>
            <a:spLocks/>
          </p:cNvSpPr>
          <p:nvPr/>
        </p:nvSpPr>
        <p:spPr bwMode="auto">
          <a:xfrm>
            <a:off x="4238625" y="1397000"/>
            <a:ext cx="2957513" cy="1851025"/>
          </a:xfrm>
          <a:custGeom>
            <a:avLst/>
            <a:gdLst>
              <a:gd name="T0" fmla="*/ 63 w 2018"/>
              <a:gd name="T1" fmla="*/ 1263 h 1263"/>
              <a:gd name="T2" fmla="*/ 120 w 2018"/>
              <a:gd name="T3" fmla="*/ 1220 h 1263"/>
              <a:gd name="T4" fmla="*/ 171 w 2018"/>
              <a:gd name="T5" fmla="*/ 1180 h 1263"/>
              <a:gd name="T6" fmla="*/ 235 w 2018"/>
              <a:gd name="T7" fmla="*/ 1205 h 1263"/>
              <a:gd name="T8" fmla="*/ 368 w 2018"/>
              <a:gd name="T9" fmla="*/ 1215 h 1263"/>
              <a:gd name="T10" fmla="*/ 415 w 2018"/>
              <a:gd name="T11" fmla="*/ 1180 h 1263"/>
              <a:gd name="T12" fmla="*/ 467 w 2018"/>
              <a:gd name="T13" fmla="*/ 1213 h 1263"/>
              <a:gd name="T14" fmla="*/ 542 w 2018"/>
              <a:gd name="T15" fmla="*/ 1208 h 1263"/>
              <a:gd name="T16" fmla="*/ 488 w 2018"/>
              <a:gd name="T17" fmla="*/ 1131 h 1263"/>
              <a:gd name="T18" fmla="*/ 540 w 2018"/>
              <a:gd name="T19" fmla="*/ 1093 h 1263"/>
              <a:gd name="T20" fmla="*/ 629 w 2018"/>
              <a:gd name="T21" fmla="*/ 1062 h 1263"/>
              <a:gd name="T22" fmla="*/ 667 w 2018"/>
              <a:gd name="T23" fmla="*/ 1035 h 1263"/>
              <a:gd name="T24" fmla="*/ 788 w 2018"/>
              <a:gd name="T25" fmla="*/ 845 h 1263"/>
              <a:gd name="T26" fmla="*/ 835 w 2018"/>
              <a:gd name="T27" fmla="*/ 779 h 1263"/>
              <a:gd name="T28" fmla="*/ 957 w 2018"/>
              <a:gd name="T29" fmla="*/ 683 h 1263"/>
              <a:gd name="T30" fmla="*/ 1096 w 2018"/>
              <a:gd name="T31" fmla="*/ 673 h 1263"/>
              <a:gd name="T32" fmla="*/ 1086 w 2018"/>
              <a:gd name="T33" fmla="*/ 600 h 1263"/>
              <a:gd name="T34" fmla="*/ 1213 w 2018"/>
              <a:gd name="T35" fmla="*/ 633 h 1263"/>
              <a:gd name="T36" fmla="*/ 1282 w 2018"/>
              <a:gd name="T37" fmla="*/ 604 h 1263"/>
              <a:gd name="T38" fmla="*/ 1420 w 2018"/>
              <a:gd name="T39" fmla="*/ 565 h 1263"/>
              <a:gd name="T40" fmla="*/ 1544 w 2018"/>
              <a:gd name="T41" fmla="*/ 491 h 1263"/>
              <a:gd name="T42" fmla="*/ 1535 w 2018"/>
              <a:gd name="T43" fmla="*/ 391 h 1263"/>
              <a:gd name="T44" fmla="*/ 1582 w 2018"/>
              <a:gd name="T45" fmla="*/ 319 h 1263"/>
              <a:gd name="T46" fmla="*/ 1692 w 2018"/>
              <a:gd name="T47" fmla="*/ 387 h 1263"/>
              <a:gd name="T48" fmla="*/ 1817 w 2018"/>
              <a:gd name="T49" fmla="*/ 391 h 1263"/>
              <a:gd name="T50" fmla="*/ 1863 w 2018"/>
              <a:gd name="T51" fmla="*/ 317 h 1263"/>
              <a:gd name="T52" fmla="*/ 1908 w 2018"/>
              <a:gd name="T53" fmla="*/ 353 h 1263"/>
              <a:gd name="T54" fmla="*/ 1889 w 2018"/>
              <a:gd name="T55" fmla="*/ 451 h 1263"/>
              <a:gd name="T56" fmla="*/ 2018 w 2018"/>
              <a:gd name="T57" fmla="*/ 473 h 1263"/>
              <a:gd name="T58" fmla="*/ 1973 w 2018"/>
              <a:gd name="T59" fmla="*/ 292 h 1263"/>
              <a:gd name="T60" fmla="*/ 1892 w 2018"/>
              <a:gd name="T61" fmla="*/ 181 h 1263"/>
              <a:gd name="T62" fmla="*/ 1830 w 2018"/>
              <a:gd name="T63" fmla="*/ 116 h 1263"/>
              <a:gd name="T64" fmla="*/ 1791 w 2018"/>
              <a:gd name="T65" fmla="*/ 73 h 1263"/>
              <a:gd name="T66" fmla="*/ 1772 w 2018"/>
              <a:gd name="T67" fmla="*/ 134 h 1263"/>
              <a:gd name="T68" fmla="*/ 1695 w 2018"/>
              <a:gd name="T69" fmla="*/ 134 h 1263"/>
              <a:gd name="T70" fmla="*/ 1661 w 2018"/>
              <a:gd name="T71" fmla="*/ 0 h 1263"/>
              <a:gd name="T72" fmla="*/ 0 w 2018"/>
              <a:gd name="T73" fmla="*/ 1226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18" h="1263">
                <a:moveTo>
                  <a:pt x="0" y="1226"/>
                </a:moveTo>
                <a:lnTo>
                  <a:pt x="63" y="1263"/>
                </a:lnTo>
                <a:lnTo>
                  <a:pt x="85" y="1252"/>
                </a:lnTo>
                <a:lnTo>
                  <a:pt x="120" y="1220"/>
                </a:lnTo>
                <a:lnTo>
                  <a:pt x="145" y="1168"/>
                </a:lnTo>
                <a:lnTo>
                  <a:pt x="171" y="1180"/>
                </a:lnTo>
                <a:lnTo>
                  <a:pt x="206" y="1186"/>
                </a:lnTo>
                <a:lnTo>
                  <a:pt x="235" y="1205"/>
                </a:lnTo>
                <a:lnTo>
                  <a:pt x="263" y="1215"/>
                </a:lnTo>
                <a:lnTo>
                  <a:pt x="368" y="1215"/>
                </a:lnTo>
                <a:lnTo>
                  <a:pt x="397" y="1180"/>
                </a:lnTo>
                <a:lnTo>
                  <a:pt x="415" y="1180"/>
                </a:lnTo>
                <a:lnTo>
                  <a:pt x="425" y="1225"/>
                </a:lnTo>
                <a:lnTo>
                  <a:pt x="467" y="1213"/>
                </a:lnTo>
                <a:lnTo>
                  <a:pt x="521" y="1213"/>
                </a:lnTo>
                <a:lnTo>
                  <a:pt x="542" y="1208"/>
                </a:lnTo>
                <a:lnTo>
                  <a:pt x="507" y="1168"/>
                </a:lnTo>
                <a:lnTo>
                  <a:pt x="488" y="1131"/>
                </a:lnTo>
                <a:lnTo>
                  <a:pt x="516" y="1109"/>
                </a:lnTo>
                <a:lnTo>
                  <a:pt x="540" y="1093"/>
                </a:lnTo>
                <a:lnTo>
                  <a:pt x="572" y="1093"/>
                </a:lnTo>
                <a:lnTo>
                  <a:pt x="629" y="1062"/>
                </a:lnTo>
                <a:lnTo>
                  <a:pt x="674" y="1048"/>
                </a:lnTo>
                <a:lnTo>
                  <a:pt x="667" y="1035"/>
                </a:lnTo>
                <a:lnTo>
                  <a:pt x="727" y="853"/>
                </a:lnTo>
                <a:lnTo>
                  <a:pt x="788" y="845"/>
                </a:lnTo>
                <a:lnTo>
                  <a:pt x="800" y="800"/>
                </a:lnTo>
                <a:lnTo>
                  <a:pt x="835" y="779"/>
                </a:lnTo>
                <a:lnTo>
                  <a:pt x="873" y="742"/>
                </a:lnTo>
                <a:lnTo>
                  <a:pt x="957" y="683"/>
                </a:lnTo>
                <a:lnTo>
                  <a:pt x="1007" y="691"/>
                </a:lnTo>
                <a:lnTo>
                  <a:pt x="1096" y="673"/>
                </a:lnTo>
                <a:lnTo>
                  <a:pt x="1072" y="652"/>
                </a:lnTo>
                <a:lnTo>
                  <a:pt x="1086" y="600"/>
                </a:lnTo>
                <a:lnTo>
                  <a:pt x="1141" y="600"/>
                </a:lnTo>
                <a:lnTo>
                  <a:pt x="1213" y="633"/>
                </a:lnTo>
                <a:lnTo>
                  <a:pt x="1251" y="604"/>
                </a:lnTo>
                <a:lnTo>
                  <a:pt x="1282" y="604"/>
                </a:lnTo>
                <a:lnTo>
                  <a:pt x="1340" y="610"/>
                </a:lnTo>
                <a:lnTo>
                  <a:pt x="1420" y="565"/>
                </a:lnTo>
                <a:lnTo>
                  <a:pt x="1486" y="530"/>
                </a:lnTo>
                <a:lnTo>
                  <a:pt x="1544" y="491"/>
                </a:lnTo>
                <a:lnTo>
                  <a:pt x="1530" y="452"/>
                </a:lnTo>
                <a:lnTo>
                  <a:pt x="1535" y="391"/>
                </a:lnTo>
                <a:lnTo>
                  <a:pt x="1507" y="382"/>
                </a:lnTo>
                <a:lnTo>
                  <a:pt x="1582" y="319"/>
                </a:lnTo>
                <a:lnTo>
                  <a:pt x="1636" y="333"/>
                </a:lnTo>
                <a:lnTo>
                  <a:pt x="1692" y="387"/>
                </a:lnTo>
                <a:lnTo>
                  <a:pt x="1776" y="356"/>
                </a:lnTo>
                <a:lnTo>
                  <a:pt x="1817" y="391"/>
                </a:lnTo>
                <a:lnTo>
                  <a:pt x="1858" y="374"/>
                </a:lnTo>
                <a:lnTo>
                  <a:pt x="1863" y="317"/>
                </a:lnTo>
                <a:lnTo>
                  <a:pt x="1878" y="321"/>
                </a:lnTo>
                <a:lnTo>
                  <a:pt x="1908" y="353"/>
                </a:lnTo>
                <a:lnTo>
                  <a:pt x="1922" y="430"/>
                </a:lnTo>
                <a:lnTo>
                  <a:pt x="1889" y="451"/>
                </a:lnTo>
                <a:lnTo>
                  <a:pt x="1953" y="526"/>
                </a:lnTo>
                <a:lnTo>
                  <a:pt x="2018" y="473"/>
                </a:lnTo>
                <a:lnTo>
                  <a:pt x="2007" y="406"/>
                </a:lnTo>
                <a:lnTo>
                  <a:pt x="1973" y="292"/>
                </a:lnTo>
                <a:lnTo>
                  <a:pt x="1973" y="237"/>
                </a:lnTo>
                <a:lnTo>
                  <a:pt x="1892" y="181"/>
                </a:lnTo>
                <a:lnTo>
                  <a:pt x="1868" y="113"/>
                </a:lnTo>
                <a:lnTo>
                  <a:pt x="1830" y="116"/>
                </a:lnTo>
                <a:lnTo>
                  <a:pt x="1819" y="99"/>
                </a:lnTo>
                <a:lnTo>
                  <a:pt x="1791" y="73"/>
                </a:lnTo>
                <a:lnTo>
                  <a:pt x="1776" y="95"/>
                </a:lnTo>
                <a:lnTo>
                  <a:pt x="1772" y="134"/>
                </a:lnTo>
                <a:lnTo>
                  <a:pt x="1737" y="145"/>
                </a:lnTo>
                <a:lnTo>
                  <a:pt x="1695" y="134"/>
                </a:lnTo>
                <a:lnTo>
                  <a:pt x="1695" y="55"/>
                </a:lnTo>
                <a:lnTo>
                  <a:pt x="1661" y="0"/>
                </a:lnTo>
                <a:lnTo>
                  <a:pt x="0" y="0"/>
                </a:lnTo>
                <a:lnTo>
                  <a:pt x="0" y="122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39" name="Freeform 123">
            <a:extLst>
              <a:ext uri="{FF2B5EF4-FFF2-40B4-BE49-F238E27FC236}">
                <a16:creationId xmlns:a16="http://schemas.microsoft.com/office/drawing/2014/main" id="{3A2D7521-F1F8-1180-6DEA-3E1B01DAF332}"/>
              </a:ext>
            </a:extLst>
          </p:cNvPr>
          <p:cNvSpPr>
            <a:spLocks/>
          </p:cNvSpPr>
          <p:nvPr/>
        </p:nvSpPr>
        <p:spPr bwMode="auto">
          <a:xfrm>
            <a:off x="4332288" y="3106738"/>
            <a:ext cx="663575" cy="477837"/>
          </a:xfrm>
          <a:custGeom>
            <a:avLst/>
            <a:gdLst>
              <a:gd name="T0" fmla="*/ 80 w 453"/>
              <a:gd name="T1" fmla="*/ 0 h 326"/>
              <a:gd name="T2" fmla="*/ 55 w 453"/>
              <a:gd name="T3" fmla="*/ 51 h 326"/>
              <a:gd name="T4" fmla="*/ 21 w 453"/>
              <a:gd name="T5" fmla="*/ 83 h 326"/>
              <a:gd name="T6" fmla="*/ 0 w 453"/>
              <a:gd name="T7" fmla="*/ 95 h 326"/>
              <a:gd name="T8" fmla="*/ 15 w 453"/>
              <a:gd name="T9" fmla="*/ 143 h 326"/>
              <a:gd name="T10" fmla="*/ 5 w 453"/>
              <a:gd name="T11" fmla="*/ 223 h 326"/>
              <a:gd name="T12" fmla="*/ 5 w 453"/>
              <a:gd name="T13" fmla="*/ 268 h 326"/>
              <a:gd name="T14" fmla="*/ 12 w 453"/>
              <a:gd name="T15" fmla="*/ 296 h 326"/>
              <a:gd name="T16" fmla="*/ 137 w 453"/>
              <a:gd name="T17" fmla="*/ 326 h 326"/>
              <a:gd name="T18" fmla="*/ 193 w 453"/>
              <a:gd name="T19" fmla="*/ 300 h 326"/>
              <a:gd name="T20" fmla="*/ 205 w 453"/>
              <a:gd name="T21" fmla="*/ 255 h 326"/>
              <a:gd name="T22" fmla="*/ 238 w 453"/>
              <a:gd name="T23" fmla="*/ 270 h 326"/>
              <a:gd name="T24" fmla="*/ 247 w 453"/>
              <a:gd name="T25" fmla="*/ 252 h 326"/>
              <a:gd name="T26" fmla="*/ 278 w 453"/>
              <a:gd name="T27" fmla="*/ 243 h 326"/>
              <a:gd name="T28" fmla="*/ 292 w 453"/>
              <a:gd name="T29" fmla="*/ 226 h 326"/>
              <a:gd name="T30" fmla="*/ 303 w 453"/>
              <a:gd name="T31" fmla="*/ 202 h 326"/>
              <a:gd name="T32" fmla="*/ 320 w 453"/>
              <a:gd name="T33" fmla="*/ 196 h 326"/>
              <a:gd name="T34" fmla="*/ 312 w 453"/>
              <a:gd name="T35" fmla="*/ 164 h 326"/>
              <a:gd name="T36" fmla="*/ 341 w 453"/>
              <a:gd name="T37" fmla="*/ 164 h 326"/>
              <a:gd name="T38" fmla="*/ 341 w 453"/>
              <a:gd name="T39" fmla="*/ 156 h 326"/>
              <a:gd name="T40" fmla="*/ 362 w 453"/>
              <a:gd name="T41" fmla="*/ 115 h 326"/>
              <a:gd name="T42" fmla="*/ 364 w 453"/>
              <a:gd name="T43" fmla="*/ 106 h 326"/>
              <a:gd name="T44" fmla="*/ 353 w 453"/>
              <a:gd name="T45" fmla="*/ 88 h 326"/>
              <a:gd name="T46" fmla="*/ 399 w 453"/>
              <a:gd name="T47" fmla="*/ 67 h 326"/>
              <a:gd name="T48" fmla="*/ 439 w 453"/>
              <a:gd name="T49" fmla="*/ 56 h 326"/>
              <a:gd name="T50" fmla="*/ 453 w 453"/>
              <a:gd name="T51" fmla="*/ 46 h 326"/>
              <a:gd name="T52" fmla="*/ 406 w 453"/>
              <a:gd name="T53" fmla="*/ 46 h 326"/>
              <a:gd name="T54" fmla="*/ 362 w 453"/>
              <a:gd name="T55" fmla="*/ 56 h 326"/>
              <a:gd name="T56" fmla="*/ 352 w 453"/>
              <a:gd name="T57" fmla="*/ 9 h 326"/>
              <a:gd name="T58" fmla="*/ 336 w 453"/>
              <a:gd name="T59" fmla="*/ 9 h 326"/>
              <a:gd name="T60" fmla="*/ 303 w 453"/>
              <a:gd name="T61" fmla="*/ 46 h 326"/>
              <a:gd name="T62" fmla="*/ 202 w 453"/>
              <a:gd name="T63" fmla="*/ 46 h 326"/>
              <a:gd name="T64" fmla="*/ 176 w 453"/>
              <a:gd name="T65" fmla="*/ 38 h 326"/>
              <a:gd name="T66" fmla="*/ 146 w 453"/>
              <a:gd name="T67" fmla="*/ 19 h 326"/>
              <a:gd name="T68" fmla="*/ 108 w 453"/>
              <a:gd name="T69" fmla="*/ 11 h 326"/>
              <a:gd name="T70" fmla="*/ 80 w 453"/>
              <a:gd name="T71"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3" h="326">
                <a:moveTo>
                  <a:pt x="80" y="0"/>
                </a:moveTo>
                <a:lnTo>
                  <a:pt x="55" y="51"/>
                </a:lnTo>
                <a:lnTo>
                  <a:pt x="21" y="83"/>
                </a:lnTo>
                <a:lnTo>
                  <a:pt x="0" y="95"/>
                </a:lnTo>
                <a:lnTo>
                  <a:pt x="15" y="143"/>
                </a:lnTo>
                <a:lnTo>
                  <a:pt x="5" y="223"/>
                </a:lnTo>
                <a:lnTo>
                  <a:pt x="5" y="268"/>
                </a:lnTo>
                <a:lnTo>
                  <a:pt x="12" y="296"/>
                </a:lnTo>
                <a:lnTo>
                  <a:pt x="137" y="326"/>
                </a:lnTo>
                <a:lnTo>
                  <a:pt x="193" y="300"/>
                </a:lnTo>
                <a:lnTo>
                  <a:pt x="205" y="255"/>
                </a:lnTo>
                <a:lnTo>
                  <a:pt x="238" y="270"/>
                </a:lnTo>
                <a:lnTo>
                  <a:pt x="247" y="252"/>
                </a:lnTo>
                <a:lnTo>
                  <a:pt x="278" y="243"/>
                </a:lnTo>
                <a:lnTo>
                  <a:pt x="292" y="226"/>
                </a:lnTo>
                <a:lnTo>
                  <a:pt x="303" y="202"/>
                </a:lnTo>
                <a:lnTo>
                  <a:pt x="320" y="196"/>
                </a:lnTo>
                <a:lnTo>
                  <a:pt x="312" y="164"/>
                </a:lnTo>
                <a:lnTo>
                  <a:pt x="341" y="164"/>
                </a:lnTo>
                <a:lnTo>
                  <a:pt x="341" y="156"/>
                </a:lnTo>
                <a:lnTo>
                  <a:pt x="362" y="115"/>
                </a:lnTo>
                <a:lnTo>
                  <a:pt x="364" y="106"/>
                </a:lnTo>
                <a:lnTo>
                  <a:pt x="353" y="88"/>
                </a:lnTo>
                <a:lnTo>
                  <a:pt x="399" y="67"/>
                </a:lnTo>
                <a:lnTo>
                  <a:pt x="439" y="56"/>
                </a:lnTo>
                <a:lnTo>
                  <a:pt x="453" y="46"/>
                </a:lnTo>
                <a:lnTo>
                  <a:pt x="406" y="46"/>
                </a:lnTo>
                <a:lnTo>
                  <a:pt x="362" y="56"/>
                </a:lnTo>
                <a:lnTo>
                  <a:pt x="352" y="9"/>
                </a:lnTo>
                <a:lnTo>
                  <a:pt x="336" y="9"/>
                </a:lnTo>
                <a:lnTo>
                  <a:pt x="303" y="46"/>
                </a:lnTo>
                <a:lnTo>
                  <a:pt x="202" y="46"/>
                </a:lnTo>
                <a:lnTo>
                  <a:pt x="176" y="38"/>
                </a:lnTo>
                <a:lnTo>
                  <a:pt x="146" y="19"/>
                </a:lnTo>
                <a:lnTo>
                  <a:pt x="108" y="11"/>
                </a:lnTo>
                <a:lnTo>
                  <a:pt x="80"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0" name="Freeform 124">
            <a:extLst>
              <a:ext uri="{FF2B5EF4-FFF2-40B4-BE49-F238E27FC236}">
                <a16:creationId xmlns:a16="http://schemas.microsoft.com/office/drawing/2014/main" id="{133AB1E1-EC07-1488-3A2F-06070A673D70}"/>
              </a:ext>
            </a:extLst>
          </p:cNvPr>
          <p:cNvSpPr>
            <a:spLocks/>
          </p:cNvSpPr>
          <p:nvPr/>
        </p:nvSpPr>
        <p:spPr bwMode="auto">
          <a:xfrm>
            <a:off x="4352925" y="3170238"/>
            <a:ext cx="838200" cy="723900"/>
          </a:xfrm>
          <a:custGeom>
            <a:avLst/>
            <a:gdLst>
              <a:gd name="T0" fmla="*/ 7 w 573"/>
              <a:gd name="T1" fmla="*/ 254 h 494"/>
              <a:gd name="T2" fmla="*/ 122 w 573"/>
              <a:gd name="T3" fmla="*/ 282 h 494"/>
              <a:gd name="T4" fmla="*/ 177 w 573"/>
              <a:gd name="T5" fmla="*/ 257 h 494"/>
              <a:gd name="T6" fmla="*/ 190 w 573"/>
              <a:gd name="T7" fmla="*/ 209 h 494"/>
              <a:gd name="T8" fmla="*/ 224 w 573"/>
              <a:gd name="T9" fmla="*/ 225 h 494"/>
              <a:gd name="T10" fmla="*/ 233 w 573"/>
              <a:gd name="T11" fmla="*/ 206 h 494"/>
              <a:gd name="T12" fmla="*/ 264 w 573"/>
              <a:gd name="T13" fmla="*/ 196 h 494"/>
              <a:gd name="T14" fmla="*/ 275 w 573"/>
              <a:gd name="T15" fmla="*/ 182 h 494"/>
              <a:gd name="T16" fmla="*/ 285 w 573"/>
              <a:gd name="T17" fmla="*/ 158 h 494"/>
              <a:gd name="T18" fmla="*/ 305 w 573"/>
              <a:gd name="T19" fmla="*/ 151 h 494"/>
              <a:gd name="T20" fmla="*/ 296 w 573"/>
              <a:gd name="T21" fmla="*/ 119 h 494"/>
              <a:gd name="T22" fmla="*/ 325 w 573"/>
              <a:gd name="T23" fmla="*/ 119 h 494"/>
              <a:gd name="T24" fmla="*/ 324 w 573"/>
              <a:gd name="T25" fmla="*/ 113 h 494"/>
              <a:gd name="T26" fmla="*/ 345 w 573"/>
              <a:gd name="T27" fmla="*/ 76 h 494"/>
              <a:gd name="T28" fmla="*/ 348 w 573"/>
              <a:gd name="T29" fmla="*/ 63 h 494"/>
              <a:gd name="T30" fmla="*/ 338 w 573"/>
              <a:gd name="T31" fmla="*/ 42 h 494"/>
              <a:gd name="T32" fmla="*/ 380 w 573"/>
              <a:gd name="T33" fmla="*/ 24 h 494"/>
              <a:gd name="T34" fmla="*/ 421 w 573"/>
              <a:gd name="T35" fmla="*/ 13 h 494"/>
              <a:gd name="T36" fmla="*/ 440 w 573"/>
              <a:gd name="T37" fmla="*/ 0 h 494"/>
              <a:gd name="T38" fmla="*/ 460 w 573"/>
              <a:gd name="T39" fmla="*/ 31 h 494"/>
              <a:gd name="T40" fmla="*/ 474 w 573"/>
              <a:gd name="T41" fmla="*/ 56 h 494"/>
              <a:gd name="T42" fmla="*/ 573 w 573"/>
              <a:gd name="T43" fmla="*/ 56 h 494"/>
              <a:gd name="T44" fmla="*/ 514 w 573"/>
              <a:gd name="T45" fmla="*/ 85 h 494"/>
              <a:gd name="T46" fmla="*/ 421 w 573"/>
              <a:gd name="T47" fmla="*/ 92 h 494"/>
              <a:gd name="T48" fmla="*/ 421 w 573"/>
              <a:gd name="T49" fmla="*/ 129 h 494"/>
              <a:gd name="T50" fmla="*/ 444 w 573"/>
              <a:gd name="T51" fmla="*/ 140 h 494"/>
              <a:gd name="T52" fmla="*/ 444 w 573"/>
              <a:gd name="T53" fmla="*/ 155 h 494"/>
              <a:gd name="T54" fmla="*/ 461 w 573"/>
              <a:gd name="T55" fmla="*/ 167 h 494"/>
              <a:gd name="T56" fmla="*/ 474 w 573"/>
              <a:gd name="T57" fmla="*/ 169 h 494"/>
              <a:gd name="T58" fmla="*/ 460 w 573"/>
              <a:gd name="T59" fmla="*/ 180 h 494"/>
              <a:gd name="T60" fmla="*/ 453 w 573"/>
              <a:gd name="T61" fmla="*/ 200 h 494"/>
              <a:gd name="T62" fmla="*/ 454 w 573"/>
              <a:gd name="T63" fmla="*/ 216 h 494"/>
              <a:gd name="T64" fmla="*/ 447 w 573"/>
              <a:gd name="T65" fmla="*/ 224 h 494"/>
              <a:gd name="T66" fmla="*/ 437 w 573"/>
              <a:gd name="T67" fmla="*/ 243 h 494"/>
              <a:gd name="T68" fmla="*/ 416 w 573"/>
              <a:gd name="T69" fmla="*/ 262 h 494"/>
              <a:gd name="T70" fmla="*/ 399 w 573"/>
              <a:gd name="T71" fmla="*/ 290 h 494"/>
              <a:gd name="T72" fmla="*/ 373 w 573"/>
              <a:gd name="T73" fmla="*/ 323 h 494"/>
              <a:gd name="T74" fmla="*/ 373 w 573"/>
              <a:gd name="T75" fmla="*/ 341 h 494"/>
              <a:gd name="T76" fmla="*/ 289 w 573"/>
              <a:gd name="T77" fmla="*/ 352 h 494"/>
              <a:gd name="T78" fmla="*/ 289 w 573"/>
              <a:gd name="T79" fmla="*/ 377 h 494"/>
              <a:gd name="T80" fmla="*/ 310 w 573"/>
              <a:gd name="T81" fmla="*/ 377 h 494"/>
              <a:gd name="T82" fmla="*/ 310 w 573"/>
              <a:gd name="T83" fmla="*/ 423 h 494"/>
              <a:gd name="T84" fmla="*/ 339 w 573"/>
              <a:gd name="T85" fmla="*/ 441 h 494"/>
              <a:gd name="T86" fmla="*/ 339 w 573"/>
              <a:gd name="T87" fmla="*/ 465 h 494"/>
              <a:gd name="T88" fmla="*/ 278 w 573"/>
              <a:gd name="T89" fmla="*/ 465 h 494"/>
              <a:gd name="T90" fmla="*/ 249 w 573"/>
              <a:gd name="T91" fmla="*/ 494 h 494"/>
              <a:gd name="T92" fmla="*/ 209 w 573"/>
              <a:gd name="T93" fmla="*/ 478 h 494"/>
              <a:gd name="T94" fmla="*/ 181 w 573"/>
              <a:gd name="T95" fmla="*/ 436 h 494"/>
              <a:gd name="T96" fmla="*/ 155 w 573"/>
              <a:gd name="T97" fmla="*/ 407 h 494"/>
              <a:gd name="T98" fmla="*/ 113 w 573"/>
              <a:gd name="T99" fmla="*/ 425 h 494"/>
              <a:gd name="T100" fmla="*/ 69 w 573"/>
              <a:gd name="T101" fmla="*/ 415 h 494"/>
              <a:gd name="T102" fmla="*/ 48 w 573"/>
              <a:gd name="T103" fmla="*/ 428 h 494"/>
              <a:gd name="T104" fmla="*/ 0 w 573"/>
              <a:gd name="T105" fmla="*/ 414 h 494"/>
              <a:gd name="T106" fmla="*/ 19 w 573"/>
              <a:gd name="T107" fmla="*/ 391 h 494"/>
              <a:gd name="T108" fmla="*/ 45 w 573"/>
              <a:gd name="T109" fmla="*/ 368 h 494"/>
              <a:gd name="T110" fmla="*/ 59 w 573"/>
              <a:gd name="T111" fmla="*/ 354 h 494"/>
              <a:gd name="T112" fmla="*/ 54 w 573"/>
              <a:gd name="T113" fmla="*/ 331 h 494"/>
              <a:gd name="T114" fmla="*/ 50 w 573"/>
              <a:gd name="T115" fmla="*/ 307 h 494"/>
              <a:gd name="T116" fmla="*/ 19 w 573"/>
              <a:gd name="T117" fmla="*/ 304 h 494"/>
              <a:gd name="T118" fmla="*/ 7 w 573"/>
              <a:gd name="T119" fmla="*/ 286 h 494"/>
              <a:gd name="T120" fmla="*/ 7 w 573"/>
              <a:gd name="T121" fmla="*/ 254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3" h="494">
                <a:moveTo>
                  <a:pt x="7" y="254"/>
                </a:moveTo>
                <a:lnTo>
                  <a:pt x="122" y="282"/>
                </a:lnTo>
                <a:lnTo>
                  <a:pt x="177" y="257"/>
                </a:lnTo>
                <a:lnTo>
                  <a:pt x="190" y="209"/>
                </a:lnTo>
                <a:lnTo>
                  <a:pt x="224" y="225"/>
                </a:lnTo>
                <a:lnTo>
                  <a:pt x="233" y="206"/>
                </a:lnTo>
                <a:lnTo>
                  <a:pt x="264" y="196"/>
                </a:lnTo>
                <a:lnTo>
                  <a:pt x="275" y="182"/>
                </a:lnTo>
                <a:lnTo>
                  <a:pt x="285" y="158"/>
                </a:lnTo>
                <a:lnTo>
                  <a:pt x="305" y="151"/>
                </a:lnTo>
                <a:lnTo>
                  <a:pt x="296" y="119"/>
                </a:lnTo>
                <a:lnTo>
                  <a:pt x="325" y="119"/>
                </a:lnTo>
                <a:lnTo>
                  <a:pt x="324" y="113"/>
                </a:lnTo>
                <a:lnTo>
                  <a:pt x="345" y="76"/>
                </a:lnTo>
                <a:lnTo>
                  <a:pt x="348" y="63"/>
                </a:lnTo>
                <a:lnTo>
                  <a:pt x="338" y="42"/>
                </a:lnTo>
                <a:lnTo>
                  <a:pt x="380" y="24"/>
                </a:lnTo>
                <a:lnTo>
                  <a:pt x="421" y="13"/>
                </a:lnTo>
                <a:lnTo>
                  <a:pt x="440" y="0"/>
                </a:lnTo>
                <a:lnTo>
                  <a:pt x="460" y="31"/>
                </a:lnTo>
                <a:lnTo>
                  <a:pt x="474" y="56"/>
                </a:lnTo>
                <a:lnTo>
                  <a:pt x="573" y="56"/>
                </a:lnTo>
                <a:lnTo>
                  <a:pt x="514" y="85"/>
                </a:lnTo>
                <a:lnTo>
                  <a:pt x="421" y="92"/>
                </a:lnTo>
                <a:lnTo>
                  <a:pt x="421" y="129"/>
                </a:lnTo>
                <a:lnTo>
                  <a:pt x="444" y="140"/>
                </a:lnTo>
                <a:lnTo>
                  <a:pt x="444" y="155"/>
                </a:lnTo>
                <a:lnTo>
                  <a:pt x="461" y="167"/>
                </a:lnTo>
                <a:lnTo>
                  <a:pt x="474" y="169"/>
                </a:lnTo>
                <a:lnTo>
                  <a:pt x="460" y="180"/>
                </a:lnTo>
                <a:lnTo>
                  <a:pt x="453" y="200"/>
                </a:lnTo>
                <a:lnTo>
                  <a:pt x="454" y="216"/>
                </a:lnTo>
                <a:lnTo>
                  <a:pt x="447" y="224"/>
                </a:lnTo>
                <a:lnTo>
                  <a:pt x="437" y="243"/>
                </a:lnTo>
                <a:lnTo>
                  <a:pt x="416" y="262"/>
                </a:lnTo>
                <a:lnTo>
                  <a:pt x="399" y="290"/>
                </a:lnTo>
                <a:lnTo>
                  <a:pt x="373" y="323"/>
                </a:lnTo>
                <a:lnTo>
                  <a:pt x="373" y="341"/>
                </a:lnTo>
                <a:lnTo>
                  <a:pt x="289" y="352"/>
                </a:lnTo>
                <a:lnTo>
                  <a:pt x="289" y="377"/>
                </a:lnTo>
                <a:lnTo>
                  <a:pt x="310" y="377"/>
                </a:lnTo>
                <a:lnTo>
                  <a:pt x="310" y="423"/>
                </a:lnTo>
                <a:lnTo>
                  <a:pt x="339" y="441"/>
                </a:lnTo>
                <a:lnTo>
                  <a:pt x="339" y="465"/>
                </a:lnTo>
                <a:lnTo>
                  <a:pt x="278" y="465"/>
                </a:lnTo>
                <a:lnTo>
                  <a:pt x="249" y="494"/>
                </a:lnTo>
                <a:lnTo>
                  <a:pt x="209" y="478"/>
                </a:lnTo>
                <a:lnTo>
                  <a:pt x="181" y="436"/>
                </a:lnTo>
                <a:lnTo>
                  <a:pt x="155" y="407"/>
                </a:lnTo>
                <a:lnTo>
                  <a:pt x="113" y="425"/>
                </a:lnTo>
                <a:lnTo>
                  <a:pt x="69" y="415"/>
                </a:lnTo>
                <a:lnTo>
                  <a:pt x="48" y="428"/>
                </a:lnTo>
                <a:lnTo>
                  <a:pt x="0" y="414"/>
                </a:lnTo>
                <a:lnTo>
                  <a:pt x="19" y="391"/>
                </a:lnTo>
                <a:lnTo>
                  <a:pt x="45" y="368"/>
                </a:lnTo>
                <a:lnTo>
                  <a:pt x="59" y="354"/>
                </a:lnTo>
                <a:lnTo>
                  <a:pt x="54" y="331"/>
                </a:lnTo>
                <a:lnTo>
                  <a:pt x="50" y="307"/>
                </a:lnTo>
                <a:lnTo>
                  <a:pt x="19" y="304"/>
                </a:lnTo>
                <a:lnTo>
                  <a:pt x="7" y="286"/>
                </a:lnTo>
                <a:lnTo>
                  <a:pt x="7" y="254"/>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1" name="Freeform 125">
            <a:extLst>
              <a:ext uri="{FF2B5EF4-FFF2-40B4-BE49-F238E27FC236}">
                <a16:creationId xmlns:a16="http://schemas.microsoft.com/office/drawing/2014/main" id="{F267FF2C-E91E-883F-E5B5-4A8FA3E6D298}"/>
              </a:ext>
            </a:extLst>
          </p:cNvPr>
          <p:cNvSpPr>
            <a:spLocks/>
          </p:cNvSpPr>
          <p:nvPr/>
        </p:nvSpPr>
        <p:spPr bwMode="auto">
          <a:xfrm>
            <a:off x="4238625" y="3190875"/>
            <a:ext cx="200025" cy="585788"/>
          </a:xfrm>
          <a:custGeom>
            <a:avLst/>
            <a:gdLst>
              <a:gd name="T0" fmla="*/ 0 w 136"/>
              <a:gd name="T1" fmla="*/ 0 h 399"/>
              <a:gd name="T2" fmla="*/ 61 w 136"/>
              <a:gd name="T3" fmla="*/ 35 h 399"/>
              <a:gd name="T4" fmla="*/ 80 w 136"/>
              <a:gd name="T5" fmla="*/ 85 h 399"/>
              <a:gd name="T6" fmla="*/ 68 w 136"/>
              <a:gd name="T7" fmla="*/ 164 h 399"/>
              <a:gd name="T8" fmla="*/ 70 w 136"/>
              <a:gd name="T9" fmla="*/ 212 h 399"/>
              <a:gd name="T10" fmla="*/ 77 w 136"/>
              <a:gd name="T11" fmla="*/ 236 h 399"/>
              <a:gd name="T12" fmla="*/ 85 w 136"/>
              <a:gd name="T13" fmla="*/ 239 h 399"/>
              <a:gd name="T14" fmla="*/ 85 w 136"/>
              <a:gd name="T15" fmla="*/ 271 h 399"/>
              <a:gd name="T16" fmla="*/ 98 w 136"/>
              <a:gd name="T17" fmla="*/ 289 h 399"/>
              <a:gd name="T18" fmla="*/ 127 w 136"/>
              <a:gd name="T19" fmla="*/ 291 h 399"/>
              <a:gd name="T20" fmla="*/ 131 w 136"/>
              <a:gd name="T21" fmla="*/ 312 h 399"/>
              <a:gd name="T22" fmla="*/ 136 w 136"/>
              <a:gd name="T23" fmla="*/ 339 h 399"/>
              <a:gd name="T24" fmla="*/ 120 w 136"/>
              <a:gd name="T25" fmla="*/ 358 h 399"/>
              <a:gd name="T26" fmla="*/ 98 w 136"/>
              <a:gd name="T27" fmla="*/ 376 h 399"/>
              <a:gd name="T28" fmla="*/ 80 w 136"/>
              <a:gd name="T29" fmla="*/ 399 h 399"/>
              <a:gd name="T30" fmla="*/ 57 w 136"/>
              <a:gd name="T31" fmla="*/ 395 h 399"/>
              <a:gd name="T32" fmla="*/ 28 w 136"/>
              <a:gd name="T33" fmla="*/ 395 h 399"/>
              <a:gd name="T34" fmla="*/ 0 w 136"/>
              <a:gd name="T35" fmla="*/ 376 h 399"/>
              <a:gd name="T36" fmla="*/ 0 w 136"/>
              <a:gd name="T37"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399">
                <a:moveTo>
                  <a:pt x="0" y="0"/>
                </a:moveTo>
                <a:lnTo>
                  <a:pt x="61" y="35"/>
                </a:lnTo>
                <a:lnTo>
                  <a:pt x="80" y="85"/>
                </a:lnTo>
                <a:lnTo>
                  <a:pt x="68" y="164"/>
                </a:lnTo>
                <a:lnTo>
                  <a:pt x="70" y="212"/>
                </a:lnTo>
                <a:lnTo>
                  <a:pt x="77" y="236"/>
                </a:lnTo>
                <a:lnTo>
                  <a:pt x="85" y="239"/>
                </a:lnTo>
                <a:lnTo>
                  <a:pt x="85" y="271"/>
                </a:lnTo>
                <a:lnTo>
                  <a:pt x="98" y="289"/>
                </a:lnTo>
                <a:lnTo>
                  <a:pt x="127" y="291"/>
                </a:lnTo>
                <a:lnTo>
                  <a:pt x="131" y="312"/>
                </a:lnTo>
                <a:lnTo>
                  <a:pt x="136" y="339"/>
                </a:lnTo>
                <a:lnTo>
                  <a:pt x="120" y="358"/>
                </a:lnTo>
                <a:lnTo>
                  <a:pt x="98" y="376"/>
                </a:lnTo>
                <a:lnTo>
                  <a:pt x="80" y="399"/>
                </a:lnTo>
                <a:lnTo>
                  <a:pt x="57" y="395"/>
                </a:lnTo>
                <a:lnTo>
                  <a:pt x="28" y="395"/>
                </a:lnTo>
                <a:lnTo>
                  <a:pt x="0" y="376"/>
                </a:lnTo>
                <a:lnTo>
                  <a:pt x="0"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2" name="Freeform 126">
            <a:extLst>
              <a:ext uri="{FF2B5EF4-FFF2-40B4-BE49-F238E27FC236}">
                <a16:creationId xmlns:a16="http://schemas.microsoft.com/office/drawing/2014/main" id="{08CBD989-2744-BD86-D0C3-F819CEA570AE}"/>
              </a:ext>
            </a:extLst>
          </p:cNvPr>
          <p:cNvSpPr>
            <a:spLocks/>
          </p:cNvSpPr>
          <p:nvPr/>
        </p:nvSpPr>
        <p:spPr bwMode="auto">
          <a:xfrm>
            <a:off x="5326063" y="4678363"/>
            <a:ext cx="157162" cy="227012"/>
          </a:xfrm>
          <a:custGeom>
            <a:avLst/>
            <a:gdLst>
              <a:gd name="T0" fmla="*/ 105 w 107"/>
              <a:gd name="T1" fmla="*/ 131 h 154"/>
              <a:gd name="T2" fmla="*/ 58 w 107"/>
              <a:gd name="T3" fmla="*/ 154 h 154"/>
              <a:gd name="T4" fmla="*/ 25 w 107"/>
              <a:gd name="T5" fmla="*/ 131 h 154"/>
              <a:gd name="T6" fmla="*/ 9 w 107"/>
              <a:gd name="T7" fmla="*/ 111 h 154"/>
              <a:gd name="T8" fmla="*/ 0 w 107"/>
              <a:gd name="T9" fmla="*/ 53 h 154"/>
              <a:gd name="T10" fmla="*/ 7 w 107"/>
              <a:gd name="T11" fmla="*/ 0 h 154"/>
              <a:gd name="T12" fmla="*/ 72 w 107"/>
              <a:gd name="T13" fmla="*/ 24 h 154"/>
              <a:gd name="T14" fmla="*/ 107 w 107"/>
              <a:gd name="T15" fmla="*/ 62 h 154"/>
              <a:gd name="T16" fmla="*/ 105 w 107"/>
              <a:gd name="T17" fmla="*/ 13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54">
                <a:moveTo>
                  <a:pt x="105" y="131"/>
                </a:moveTo>
                <a:lnTo>
                  <a:pt x="58" y="154"/>
                </a:lnTo>
                <a:lnTo>
                  <a:pt x="25" y="131"/>
                </a:lnTo>
                <a:lnTo>
                  <a:pt x="9" y="111"/>
                </a:lnTo>
                <a:lnTo>
                  <a:pt x="0" y="53"/>
                </a:lnTo>
                <a:lnTo>
                  <a:pt x="7" y="0"/>
                </a:lnTo>
                <a:lnTo>
                  <a:pt x="72" y="24"/>
                </a:lnTo>
                <a:lnTo>
                  <a:pt x="107" y="62"/>
                </a:lnTo>
                <a:lnTo>
                  <a:pt x="105" y="131"/>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nvGrpSpPr>
          <p:cNvPr id="413724" name="Group 131">
            <a:extLst>
              <a:ext uri="{FF2B5EF4-FFF2-40B4-BE49-F238E27FC236}">
                <a16:creationId xmlns:a16="http://schemas.microsoft.com/office/drawing/2014/main" id="{FF7DBEE6-0F77-27C6-7656-05077C9070D0}"/>
              </a:ext>
            </a:extLst>
          </p:cNvPr>
          <p:cNvGrpSpPr>
            <a:grpSpLocks/>
          </p:cNvGrpSpPr>
          <p:nvPr/>
        </p:nvGrpSpPr>
        <p:grpSpPr bwMode="auto">
          <a:xfrm>
            <a:off x="6016625" y="4257675"/>
            <a:ext cx="96838" cy="376238"/>
            <a:chOff x="1633" y="2870"/>
            <a:chExt cx="66" cy="257"/>
          </a:xfrm>
        </p:grpSpPr>
        <p:sp>
          <p:nvSpPr>
            <p:cNvPr id="1878143" name="Freeform 127">
              <a:extLst>
                <a:ext uri="{FF2B5EF4-FFF2-40B4-BE49-F238E27FC236}">
                  <a16:creationId xmlns:a16="http://schemas.microsoft.com/office/drawing/2014/main" id="{13AB16EC-AE65-238E-4590-8D6B308FC24D}"/>
                </a:ext>
              </a:extLst>
            </p:cNvPr>
            <p:cNvSpPr>
              <a:spLocks/>
            </p:cNvSpPr>
            <p:nvPr/>
          </p:nvSpPr>
          <p:spPr bwMode="auto">
            <a:xfrm>
              <a:off x="1633" y="3070"/>
              <a:ext cx="56" cy="57"/>
            </a:xfrm>
            <a:custGeom>
              <a:avLst/>
              <a:gdLst>
                <a:gd name="T0" fmla="*/ 0 w 56"/>
                <a:gd name="T1" fmla="*/ 8 h 58"/>
                <a:gd name="T2" fmla="*/ 26 w 56"/>
                <a:gd name="T3" fmla="*/ 0 h 58"/>
                <a:gd name="T4" fmla="*/ 43 w 56"/>
                <a:gd name="T5" fmla="*/ 8 h 58"/>
                <a:gd name="T6" fmla="*/ 50 w 56"/>
                <a:gd name="T7" fmla="*/ 16 h 58"/>
                <a:gd name="T8" fmla="*/ 56 w 56"/>
                <a:gd name="T9" fmla="*/ 37 h 58"/>
                <a:gd name="T10" fmla="*/ 52 w 56"/>
                <a:gd name="T11" fmla="*/ 58 h 58"/>
                <a:gd name="T12" fmla="*/ 19 w 56"/>
                <a:gd name="T13" fmla="*/ 48 h 58"/>
                <a:gd name="T14" fmla="*/ 0 w 56"/>
                <a:gd name="T15" fmla="*/ 34 h 58"/>
                <a:gd name="T16" fmla="*/ 0 w 56"/>
                <a:gd name="T17" fmla="*/ 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8">
                  <a:moveTo>
                    <a:pt x="0" y="8"/>
                  </a:moveTo>
                  <a:lnTo>
                    <a:pt x="26" y="0"/>
                  </a:lnTo>
                  <a:lnTo>
                    <a:pt x="43" y="8"/>
                  </a:lnTo>
                  <a:lnTo>
                    <a:pt x="50" y="16"/>
                  </a:lnTo>
                  <a:lnTo>
                    <a:pt x="56" y="37"/>
                  </a:lnTo>
                  <a:lnTo>
                    <a:pt x="52" y="58"/>
                  </a:lnTo>
                  <a:lnTo>
                    <a:pt x="19" y="48"/>
                  </a:lnTo>
                  <a:lnTo>
                    <a:pt x="0" y="34"/>
                  </a:lnTo>
                  <a:lnTo>
                    <a:pt x="0"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4" name="Freeform 128">
              <a:extLst>
                <a:ext uri="{FF2B5EF4-FFF2-40B4-BE49-F238E27FC236}">
                  <a16:creationId xmlns:a16="http://schemas.microsoft.com/office/drawing/2014/main" id="{EE7A6823-E02F-C20E-566E-1D4397FFAAB4}"/>
                </a:ext>
              </a:extLst>
            </p:cNvPr>
            <p:cNvSpPr>
              <a:spLocks/>
            </p:cNvSpPr>
            <p:nvPr/>
          </p:nvSpPr>
          <p:spPr bwMode="auto">
            <a:xfrm>
              <a:off x="1657" y="2929"/>
              <a:ext cx="36" cy="64"/>
            </a:xfrm>
            <a:custGeom>
              <a:avLst/>
              <a:gdLst>
                <a:gd name="T0" fmla="*/ 35 w 35"/>
                <a:gd name="T1" fmla="*/ 10 h 63"/>
                <a:gd name="T2" fmla="*/ 19 w 35"/>
                <a:gd name="T3" fmla="*/ 0 h 63"/>
                <a:gd name="T4" fmla="*/ 7 w 35"/>
                <a:gd name="T5" fmla="*/ 10 h 63"/>
                <a:gd name="T6" fmla="*/ 4 w 35"/>
                <a:gd name="T7" fmla="*/ 18 h 63"/>
                <a:gd name="T8" fmla="*/ 0 w 35"/>
                <a:gd name="T9" fmla="*/ 40 h 63"/>
                <a:gd name="T10" fmla="*/ 2 w 35"/>
                <a:gd name="T11" fmla="*/ 63 h 63"/>
                <a:gd name="T12" fmla="*/ 25 w 35"/>
                <a:gd name="T13" fmla="*/ 53 h 63"/>
                <a:gd name="T14" fmla="*/ 35 w 35"/>
                <a:gd name="T15" fmla="*/ 37 h 63"/>
                <a:gd name="T16" fmla="*/ 35 w 35"/>
                <a:gd name="T17" fmla="*/ 1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3">
                  <a:moveTo>
                    <a:pt x="35" y="10"/>
                  </a:moveTo>
                  <a:lnTo>
                    <a:pt x="19" y="0"/>
                  </a:lnTo>
                  <a:lnTo>
                    <a:pt x="7" y="10"/>
                  </a:lnTo>
                  <a:lnTo>
                    <a:pt x="4" y="18"/>
                  </a:lnTo>
                  <a:lnTo>
                    <a:pt x="0" y="40"/>
                  </a:lnTo>
                  <a:lnTo>
                    <a:pt x="2" y="63"/>
                  </a:lnTo>
                  <a:lnTo>
                    <a:pt x="25" y="53"/>
                  </a:lnTo>
                  <a:lnTo>
                    <a:pt x="35" y="37"/>
                  </a:lnTo>
                  <a:lnTo>
                    <a:pt x="35" y="1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5" name="Freeform 129">
              <a:extLst>
                <a:ext uri="{FF2B5EF4-FFF2-40B4-BE49-F238E27FC236}">
                  <a16:creationId xmlns:a16="http://schemas.microsoft.com/office/drawing/2014/main" id="{E1992061-9BE4-64E7-3AF3-2D953B6C7EAB}"/>
                </a:ext>
              </a:extLst>
            </p:cNvPr>
            <p:cNvSpPr>
              <a:spLocks/>
            </p:cNvSpPr>
            <p:nvPr/>
          </p:nvSpPr>
          <p:spPr bwMode="auto">
            <a:xfrm>
              <a:off x="1645" y="3019"/>
              <a:ext cx="38" cy="51"/>
            </a:xfrm>
            <a:custGeom>
              <a:avLst/>
              <a:gdLst>
                <a:gd name="T0" fmla="*/ 38 w 38"/>
                <a:gd name="T1" fmla="*/ 5 h 47"/>
                <a:gd name="T2" fmla="*/ 21 w 38"/>
                <a:gd name="T3" fmla="*/ 0 h 47"/>
                <a:gd name="T4" fmla="*/ 7 w 38"/>
                <a:gd name="T5" fmla="*/ 7 h 47"/>
                <a:gd name="T6" fmla="*/ 3 w 38"/>
                <a:gd name="T7" fmla="*/ 13 h 47"/>
                <a:gd name="T8" fmla="*/ 0 w 38"/>
                <a:gd name="T9" fmla="*/ 31 h 47"/>
                <a:gd name="T10" fmla="*/ 2 w 38"/>
                <a:gd name="T11" fmla="*/ 47 h 47"/>
                <a:gd name="T12" fmla="*/ 28 w 38"/>
                <a:gd name="T13" fmla="*/ 40 h 47"/>
                <a:gd name="T14" fmla="*/ 38 w 38"/>
                <a:gd name="T15" fmla="*/ 29 h 47"/>
                <a:gd name="T16" fmla="*/ 38 w 38"/>
                <a:gd name="T17"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7">
                  <a:moveTo>
                    <a:pt x="38" y="5"/>
                  </a:moveTo>
                  <a:lnTo>
                    <a:pt x="21" y="0"/>
                  </a:lnTo>
                  <a:lnTo>
                    <a:pt x="7" y="7"/>
                  </a:lnTo>
                  <a:lnTo>
                    <a:pt x="3" y="13"/>
                  </a:lnTo>
                  <a:lnTo>
                    <a:pt x="0" y="31"/>
                  </a:lnTo>
                  <a:lnTo>
                    <a:pt x="2" y="47"/>
                  </a:lnTo>
                  <a:lnTo>
                    <a:pt x="28" y="40"/>
                  </a:lnTo>
                  <a:lnTo>
                    <a:pt x="38" y="29"/>
                  </a:lnTo>
                  <a:lnTo>
                    <a:pt x="38"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6" name="Freeform 130">
              <a:extLst>
                <a:ext uri="{FF2B5EF4-FFF2-40B4-BE49-F238E27FC236}">
                  <a16:creationId xmlns:a16="http://schemas.microsoft.com/office/drawing/2014/main" id="{2F25C861-7F9E-1CD7-11C5-4F254D0A7775}"/>
                </a:ext>
              </a:extLst>
            </p:cNvPr>
            <p:cNvSpPr>
              <a:spLocks/>
            </p:cNvSpPr>
            <p:nvPr/>
          </p:nvSpPr>
          <p:spPr bwMode="auto">
            <a:xfrm>
              <a:off x="1661" y="2870"/>
              <a:ext cx="38" cy="54"/>
            </a:xfrm>
            <a:custGeom>
              <a:avLst/>
              <a:gdLst>
                <a:gd name="T0" fmla="*/ 38 w 38"/>
                <a:gd name="T1" fmla="*/ 4 h 54"/>
                <a:gd name="T2" fmla="*/ 21 w 38"/>
                <a:gd name="T3" fmla="*/ 0 h 54"/>
                <a:gd name="T4" fmla="*/ 7 w 38"/>
                <a:gd name="T5" fmla="*/ 8 h 54"/>
                <a:gd name="T6" fmla="*/ 3 w 38"/>
                <a:gd name="T7" fmla="*/ 14 h 54"/>
                <a:gd name="T8" fmla="*/ 0 w 38"/>
                <a:gd name="T9" fmla="*/ 37 h 54"/>
                <a:gd name="T10" fmla="*/ 1 w 38"/>
                <a:gd name="T11" fmla="*/ 54 h 54"/>
                <a:gd name="T12" fmla="*/ 26 w 38"/>
                <a:gd name="T13" fmla="*/ 46 h 54"/>
                <a:gd name="T14" fmla="*/ 38 w 38"/>
                <a:gd name="T15" fmla="*/ 32 h 54"/>
                <a:gd name="T16" fmla="*/ 38 w 38"/>
                <a:gd name="T17"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54">
                  <a:moveTo>
                    <a:pt x="38" y="4"/>
                  </a:moveTo>
                  <a:lnTo>
                    <a:pt x="21" y="0"/>
                  </a:lnTo>
                  <a:lnTo>
                    <a:pt x="7" y="8"/>
                  </a:lnTo>
                  <a:lnTo>
                    <a:pt x="3" y="14"/>
                  </a:lnTo>
                  <a:lnTo>
                    <a:pt x="0" y="37"/>
                  </a:lnTo>
                  <a:lnTo>
                    <a:pt x="1" y="54"/>
                  </a:lnTo>
                  <a:lnTo>
                    <a:pt x="26" y="46"/>
                  </a:lnTo>
                  <a:lnTo>
                    <a:pt x="38" y="32"/>
                  </a:lnTo>
                  <a:lnTo>
                    <a:pt x="38" y="4"/>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sp>
        <p:nvSpPr>
          <p:cNvPr id="1878148" name="Freeform 132">
            <a:extLst>
              <a:ext uri="{FF2B5EF4-FFF2-40B4-BE49-F238E27FC236}">
                <a16:creationId xmlns:a16="http://schemas.microsoft.com/office/drawing/2014/main" id="{BCF92C34-9857-0285-7752-CD47F7D501F7}"/>
              </a:ext>
            </a:extLst>
          </p:cNvPr>
          <p:cNvSpPr>
            <a:spLocks/>
          </p:cNvSpPr>
          <p:nvPr/>
        </p:nvSpPr>
        <p:spPr bwMode="auto">
          <a:xfrm>
            <a:off x="7418388" y="5422900"/>
            <a:ext cx="1522412" cy="785813"/>
          </a:xfrm>
          <a:custGeom>
            <a:avLst/>
            <a:gdLst>
              <a:gd name="T0" fmla="*/ 1039 w 1039"/>
              <a:gd name="T1" fmla="*/ 536 h 536"/>
              <a:gd name="T2" fmla="*/ 1011 w 1039"/>
              <a:gd name="T3" fmla="*/ 32 h 536"/>
              <a:gd name="T4" fmla="*/ 985 w 1039"/>
              <a:gd name="T5" fmla="*/ 95 h 536"/>
              <a:gd name="T6" fmla="*/ 975 w 1039"/>
              <a:gd name="T7" fmla="*/ 204 h 536"/>
              <a:gd name="T8" fmla="*/ 943 w 1039"/>
              <a:gd name="T9" fmla="*/ 260 h 536"/>
              <a:gd name="T10" fmla="*/ 917 w 1039"/>
              <a:gd name="T11" fmla="*/ 249 h 536"/>
              <a:gd name="T12" fmla="*/ 880 w 1039"/>
              <a:gd name="T13" fmla="*/ 214 h 536"/>
              <a:gd name="T14" fmla="*/ 826 w 1039"/>
              <a:gd name="T15" fmla="*/ 185 h 536"/>
              <a:gd name="T16" fmla="*/ 790 w 1039"/>
              <a:gd name="T17" fmla="*/ 180 h 536"/>
              <a:gd name="T18" fmla="*/ 776 w 1039"/>
              <a:gd name="T19" fmla="*/ 138 h 536"/>
              <a:gd name="T20" fmla="*/ 788 w 1039"/>
              <a:gd name="T21" fmla="*/ 121 h 536"/>
              <a:gd name="T22" fmla="*/ 793 w 1039"/>
              <a:gd name="T23" fmla="*/ 92 h 536"/>
              <a:gd name="T24" fmla="*/ 828 w 1039"/>
              <a:gd name="T25" fmla="*/ 56 h 536"/>
              <a:gd name="T26" fmla="*/ 819 w 1039"/>
              <a:gd name="T27" fmla="*/ 32 h 536"/>
              <a:gd name="T28" fmla="*/ 708 w 1039"/>
              <a:gd name="T29" fmla="*/ 47 h 536"/>
              <a:gd name="T30" fmla="*/ 628 w 1039"/>
              <a:gd name="T31" fmla="*/ 13 h 536"/>
              <a:gd name="T32" fmla="*/ 659 w 1039"/>
              <a:gd name="T33" fmla="*/ 32 h 536"/>
              <a:gd name="T34" fmla="*/ 614 w 1039"/>
              <a:gd name="T35" fmla="*/ 48 h 536"/>
              <a:gd name="T36" fmla="*/ 565 w 1039"/>
              <a:gd name="T37" fmla="*/ 90 h 536"/>
              <a:gd name="T38" fmla="*/ 562 w 1039"/>
              <a:gd name="T39" fmla="*/ 127 h 536"/>
              <a:gd name="T40" fmla="*/ 535 w 1039"/>
              <a:gd name="T41" fmla="*/ 141 h 536"/>
              <a:gd name="T42" fmla="*/ 492 w 1039"/>
              <a:gd name="T43" fmla="*/ 149 h 536"/>
              <a:gd name="T44" fmla="*/ 450 w 1039"/>
              <a:gd name="T45" fmla="*/ 124 h 536"/>
              <a:gd name="T46" fmla="*/ 387 w 1039"/>
              <a:gd name="T47" fmla="*/ 141 h 536"/>
              <a:gd name="T48" fmla="*/ 368 w 1039"/>
              <a:gd name="T49" fmla="*/ 177 h 536"/>
              <a:gd name="T50" fmla="*/ 346 w 1039"/>
              <a:gd name="T51" fmla="*/ 232 h 536"/>
              <a:gd name="T52" fmla="*/ 330 w 1039"/>
              <a:gd name="T53" fmla="*/ 217 h 536"/>
              <a:gd name="T54" fmla="*/ 298 w 1039"/>
              <a:gd name="T55" fmla="*/ 223 h 536"/>
              <a:gd name="T56" fmla="*/ 283 w 1039"/>
              <a:gd name="T57" fmla="*/ 285 h 536"/>
              <a:gd name="T58" fmla="*/ 269 w 1039"/>
              <a:gd name="T59" fmla="*/ 310 h 536"/>
              <a:gd name="T60" fmla="*/ 192 w 1039"/>
              <a:gd name="T61" fmla="*/ 359 h 536"/>
              <a:gd name="T62" fmla="*/ 163 w 1039"/>
              <a:gd name="T63" fmla="*/ 371 h 536"/>
              <a:gd name="T64" fmla="*/ 112 w 1039"/>
              <a:gd name="T65" fmla="*/ 396 h 536"/>
              <a:gd name="T66" fmla="*/ 44 w 1039"/>
              <a:gd name="T67" fmla="*/ 428 h 536"/>
              <a:gd name="T68" fmla="*/ 0 w 1039"/>
              <a:gd name="T69" fmla="*/ 442 h 536"/>
              <a:gd name="T70" fmla="*/ 27 w 1039"/>
              <a:gd name="T71" fmla="*/ 50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39" h="536">
                <a:moveTo>
                  <a:pt x="16" y="536"/>
                </a:moveTo>
                <a:lnTo>
                  <a:pt x="1039" y="536"/>
                </a:lnTo>
                <a:lnTo>
                  <a:pt x="1039" y="0"/>
                </a:lnTo>
                <a:lnTo>
                  <a:pt x="1011" y="32"/>
                </a:lnTo>
                <a:lnTo>
                  <a:pt x="1001" y="63"/>
                </a:lnTo>
                <a:lnTo>
                  <a:pt x="985" y="95"/>
                </a:lnTo>
                <a:lnTo>
                  <a:pt x="982" y="162"/>
                </a:lnTo>
                <a:lnTo>
                  <a:pt x="975" y="204"/>
                </a:lnTo>
                <a:lnTo>
                  <a:pt x="952" y="243"/>
                </a:lnTo>
                <a:lnTo>
                  <a:pt x="943" y="260"/>
                </a:lnTo>
                <a:lnTo>
                  <a:pt x="928" y="259"/>
                </a:lnTo>
                <a:lnTo>
                  <a:pt x="917" y="249"/>
                </a:lnTo>
                <a:lnTo>
                  <a:pt x="891" y="233"/>
                </a:lnTo>
                <a:lnTo>
                  <a:pt x="880" y="214"/>
                </a:lnTo>
                <a:lnTo>
                  <a:pt x="842" y="204"/>
                </a:lnTo>
                <a:lnTo>
                  <a:pt x="826" y="185"/>
                </a:lnTo>
                <a:lnTo>
                  <a:pt x="806" y="185"/>
                </a:lnTo>
                <a:lnTo>
                  <a:pt x="790" y="180"/>
                </a:lnTo>
                <a:lnTo>
                  <a:pt x="774" y="162"/>
                </a:lnTo>
                <a:lnTo>
                  <a:pt x="776" y="138"/>
                </a:lnTo>
                <a:lnTo>
                  <a:pt x="788" y="127"/>
                </a:lnTo>
                <a:lnTo>
                  <a:pt x="788" y="121"/>
                </a:lnTo>
                <a:lnTo>
                  <a:pt x="785" y="96"/>
                </a:lnTo>
                <a:lnTo>
                  <a:pt x="793" y="92"/>
                </a:lnTo>
                <a:lnTo>
                  <a:pt x="819" y="80"/>
                </a:lnTo>
                <a:lnTo>
                  <a:pt x="828" y="56"/>
                </a:lnTo>
                <a:lnTo>
                  <a:pt x="819" y="48"/>
                </a:lnTo>
                <a:lnTo>
                  <a:pt x="819" y="32"/>
                </a:lnTo>
                <a:lnTo>
                  <a:pt x="718" y="32"/>
                </a:lnTo>
                <a:lnTo>
                  <a:pt x="708" y="47"/>
                </a:lnTo>
                <a:lnTo>
                  <a:pt x="678" y="14"/>
                </a:lnTo>
                <a:lnTo>
                  <a:pt x="628" y="13"/>
                </a:lnTo>
                <a:lnTo>
                  <a:pt x="631" y="27"/>
                </a:lnTo>
                <a:lnTo>
                  <a:pt x="659" y="32"/>
                </a:lnTo>
                <a:lnTo>
                  <a:pt x="654" y="45"/>
                </a:lnTo>
                <a:lnTo>
                  <a:pt x="614" y="48"/>
                </a:lnTo>
                <a:lnTo>
                  <a:pt x="591" y="50"/>
                </a:lnTo>
                <a:lnTo>
                  <a:pt x="565" y="90"/>
                </a:lnTo>
                <a:lnTo>
                  <a:pt x="574" y="114"/>
                </a:lnTo>
                <a:lnTo>
                  <a:pt x="562" y="127"/>
                </a:lnTo>
                <a:lnTo>
                  <a:pt x="551" y="145"/>
                </a:lnTo>
                <a:lnTo>
                  <a:pt x="535" y="141"/>
                </a:lnTo>
                <a:lnTo>
                  <a:pt x="515" y="148"/>
                </a:lnTo>
                <a:lnTo>
                  <a:pt x="492" y="149"/>
                </a:lnTo>
                <a:lnTo>
                  <a:pt x="473" y="132"/>
                </a:lnTo>
                <a:lnTo>
                  <a:pt x="450" y="124"/>
                </a:lnTo>
                <a:lnTo>
                  <a:pt x="434" y="122"/>
                </a:lnTo>
                <a:lnTo>
                  <a:pt x="387" y="141"/>
                </a:lnTo>
                <a:lnTo>
                  <a:pt x="386" y="170"/>
                </a:lnTo>
                <a:lnTo>
                  <a:pt x="368" y="177"/>
                </a:lnTo>
                <a:lnTo>
                  <a:pt x="365" y="204"/>
                </a:lnTo>
                <a:lnTo>
                  <a:pt x="346" y="232"/>
                </a:lnTo>
                <a:lnTo>
                  <a:pt x="330" y="235"/>
                </a:lnTo>
                <a:lnTo>
                  <a:pt x="330" y="217"/>
                </a:lnTo>
                <a:lnTo>
                  <a:pt x="312" y="214"/>
                </a:lnTo>
                <a:lnTo>
                  <a:pt x="298" y="223"/>
                </a:lnTo>
                <a:lnTo>
                  <a:pt x="298" y="267"/>
                </a:lnTo>
                <a:lnTo>
                  <a:pt x="283" y="285"/>
                </a:lnTo>
                <a:lnTo>
                  <a:pt x="276" y="293"/>
                </a:lnTo>
                <a:lnTo>
                  <a:pt x="269" y="310"/>
                </a:lnTo>
                <a:lnTo>
                  <a:pt x="236" y="334"/>
                </a:lnTo>
                <a:lnTo>
                  <a:pt x="192" y="359"/>
                </a:lnTo>
                <a:lnTo>
                  <a:pt x="168" y="359"/>
                </a:lnTo>
                <a:lnTo>
                  <a:pt x="163" y="371"/>
                </a:lnTo>
                <a:lnTo>
                  <a:pt x="131" y="391"/>
                </a:lnTo>
                <a:lnTo>
                  <a:pt x="112" y="396"/>
                </a:lnTo>
                <a:lnTo>
                  <a:pt x="77" y="396"/>
                </a:lnTo>
                <a:lnTo>
                  <a:pt x="44" y="428"/>
                </a:lnTo>
                <a:lnTo>
                  <a:pt x="32" y="441"/>
                </a:lnTo>
                <a:lnTo>
                  <a:pt x="0" y="442"/>
                </a:lnTo>
                <a:lnTo>
                  <a:pt x="21" y="474"/>
                </a:lnTo>
                <a:lnTo>
                  <a:pt x="27" y="500"/>
                </a:lnTo>
                <a:lnTo>
                  <a:pt x="16" y="53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49" name="Freeform 133">
            <a:extLst>
              <a:ext uri="{FF2B5EF4-FFF2-40B4-BE49-F238E27FC236}">
                <a16:creationId xmlns:a16="http://schemas.microsoft.com/office/drawing/2014/main" id="{D376C97D-4F87-7191-0B0E-DE01CB95EFE3}"/>
              </a:ext>
            </a:extLst>
          </p:cNvPr>
          <p:cNvSpPr>
            <a:spLocks/>
          </p:cNvSpPr>
          <p:nvPr/>
        </p:nvSpPr>
        <p:spPr bwMode="auto">
          <a:xfrm>
            <a:off x="6554788" y="4537075"/>
            <a:ext cx="246062" cy="279400"/>
          </a:xfrm>
          <a:custGeom>
            <a:avLst/>
            <a:gdLst>
              <a:gd name="T0" fmla="*/ 2 w 168"/>
              <a:gd name="T1" fmla="*/ 10 h 191"/>
              <a:gd name="T2" fmla="*/ 0 w 168"/>
              <a:gd name="T3" fmla="*/ 31 h 191"/>
              <a:gd name="T4" fmla="*/ 25 w 168"/>
              <a:gd name="T5" fmla="*/ 80 h 191"/>
              <a:gd name="T6" fmla="*/ 48 w 168"/>
              <a:gd name="T7" fmla="*/ 132 h 191"/>
              <a:gd name="T8" fmla="*/ 89 w 168"/>
              <a:gd name="T9" fmla="*/ 159 h 191"/>
              <a:gd name="T10" fmla="*/ 107 w 168"/>
              <a:gd name="T11" fmla="*/ 177 h 191"/>
              <a:gd name="T12" fmla="*/ 122 w 168"/>
              <a:gd name="T13" fmla="*/ 191 h 191"/>
              <a:gd name="T14" fmla="*/ 143 w 168"/>
              <a:gd name="T15" fmla="*/ 182 h 191"/>
              <a:gd name="T16" fmla="*/ 168 w 168"/>
              <a:gd name="T17" fmla="*/ 191 h 191"/>
              <a:gd name="T18" fmla="*/ 156 w 168"/>
              <a:gd name="T19" fmla="*/ 154 h 191"/>
              <a:gd name="T20" fmla="*/ 138 w 168"/>
              <a:gd name="T21" fmla="*/ 146 h 191"/>
              <a:gd name="T22" fmla="*/ 126 w 168"/>
              <a:gd name="T23" fmla="*/ 126 h 191"/>
              <a:gd name="T24" fmla="*/ 126 w 168"/>
              <a:gd name="T25" fmla="*/ 97 h 191"/>
              <a:gd name="T26" fmla="*/ 145 w 168"/>
              <a:gd name="T27" fmla="*/ 89 h 191"/>
              <a:gd name="T28" fmla="*/ 136 w 168"/>
              <a:gd name="T29" fmla="*/ 66 h 191"/>
              <a:gd name="T30" fmla="*/ 115 w 168"/>
              <a:gd name="T31" fmla="*/ 37 h 191"/>
              <a:gd name="T32" fmla="*/ 74 w 168"/>
              <a:gd name="T33" fmla="*/ 6 h 191"/>
              <a:gd name="T34" fmla="*/ 60 w 168"/>
              <a:gd name="T35" fmla="*/ 24 h 191"/>
              <a:gd name="T36" fmla="*/ 23 w 168"/>
              <a:gd name="T37" fmla="*/ 0 h 191"/>
              <a:gd name="T38" fmla="*/ 14 w 168"/>
              <a:gd name="T39" fmla="*/ 10 h 191"/>
              <a:gd name="T40" fmla="*/ 2 w 168"/>
              <a:gd name="T41" fmla="*/ 1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191">
                <a:moveTo>
                  <a:pt x="2" y="10"/>
                </a:moveTo>
                <a:lnTo>
                  <a:pt x="0" y="31"/>
                </a:lnTo>
                <a:lnTo>
                  <a:pt x="25" y="80"/>
                </a:lnTo>
                <a:lnTo>
                  <a:pt x="48" y="132"/>
                </a:lnTo>
                <a:lnTo>
                  <a:pt x="89" y="159"/>
                </a:lnTo>
                <a:lnTo>
                  <a:pt x="107" y="177"/>
                </a:lnTo>
                <a:lnTo>
                  <a:pt x="122" y="191"/>
                </a:lnTo>
                <a:lnTo>
                  <a:pt x="143" y="182"/>
                </a:lnTo>
                <a:lnTo>
                  <a:pt x="168" y="191"/>
                </a:lnTo>
                <a:lnTo>
                  <a:pt x="156" y="154"/>
                </a:lnTo>
                <a:lnTo>
                  <a:pt x="138" y="146"/>
                </a:lnTo>
                <a:lnTo>
                  <a:pt x="126" y="126"/>
                </a:lnTo>
                <a:lnTo>
                  <a:pt x="126" y="97"/>
                </a:lnTo>
                <a:lnTo>
                  <a:pt x="145" y="89"/>
                </a:lnTo>
                <a:lnTo>
                  <a:pt x="136" y="66"/>
                </a:lnTo>
                <a:lnTo>
                  <a:pt x="115" y="37"/>
                </a:lnTo>
                <a:lnTo>
                  <a:pt x="74" y="6"/>
                </a:lnTo>
                <a:lnTo>
                  <a:pt x="60" y="24"/>
                </a:lnTo>
                <a:lnTo>
                  <a:pt x="23" y="0"/>
                </a:lnTo>
                <a:lnTo>
                  <a:pt x="14" y="10"/>
                </a:lnTo>
                <a:lnTo>
                  <a:pt x="2" y="1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nvGrpSpPr>
          <p:cNvPr id="413727" name="Group 159">
            <a:extLst>
              <a:ext uri="{FF2B5EF4-FFF2-40B4-BE49-F238E27FC236}">
                <a16:creationId xmlns:a16="http://schemas.microsoft.com/office/drawing/2014/main" id="{EF8D1A13-FA84-0728-537D-730F99EB36B7}"/>
              </a:ext>
            </a:extLst>
          </p:cNvPr>
          <p:cNvGrpSpPr>
            <a:grpSpLocks/>
          </p:cNvGrpSpPr>
          <p:nvPr/>
        </p:nvGrpSpPr>
        <p:grpSpPr bwMode="auto">
          <a:xfrm>
            <a:off x="6289675" y="4576763"/>
            <a:ext cx="2651125" cy="819150"/>
            <a:chOff x="1819" y="3088"/>
            <a:chExt cx="1809" cy="559"/>
          </a:xfrm>
        </p:grpSpPr>
        <p:sp>
          <p:nvSpPr>
            <p:cNvPr id="1878150" name="Freeform 134">
              <a:extLst>
                <a:ext uri="{FF2B5EF4-FFF2-40B4-BE49-F238E27FC236}">
                  <a16:creationId xmlns:a16="http://schemas.microsoft.com/office/drawing/2014/main" id="{21CD2007-5B69-43C6-DF44-73829C4B3B61}"/>
                </a:ext>
              </a:extLst>
            </p:cNvPr>
            <p:cNvSpPr>
              <a:spLocks/>
            </p:cNvSpPr>
            <p:nvPr/>
          </p:nvSpPr>
          <p:spPr bwMode="auto">
            <a:xfrm>
              <a:off x="2007" y="3428"/>
              <a:ext cx="39" cy="46"/>
            </a:xfrm>
            <a:custGeom>
              <a:avLst/>
              <a:gdLst>
                <a:gd name="T0" fmla="*/ 39 w 39"/>
                <a:gd name="T1" fmla="*/ 5 h 46"/>
                <a:gd name="T2" fmla="*/ 21 w 39"/>
                <a:gd name="T3" fmla="*/ 0 h 46"/>
                <a:gd name="T4" fmla="*/ 7 w 39"/>
                <a:gd name="T5" fmla="*/ 6 h 46"/>
                <a:gd name="T6" fmla="*/ 4 w 39"/>
                <a:gd name="T7" fmla="*/ 13 h 46"/>
                <a:gd name="T8" fmla="*/ 0 w 39"/>
                <a:gd name="T9" fmla="*/ 30 h 46"/>
                <a:gd name="T10" fmla="*/ 2 w 39"/>
                <a:gd name="T11" fmla="*/ 46 h 46"/>
                <a:gd name="T12" fmla="*/ 27 w 39"/>
                <a:gd name="T13" fmla="*/ 40 h 46"/>
                <a:gd name="T14" fmla="*/ 39 w 39"/>
                <a:gd name="T15" fmla="*/ 27 h 46"/>
                <a:gd name="T16" fmla="*/ 39 w 39"/>
                <a:gd name="T17"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6">
                  <a:moveTo>
                    <a:pt x="39" y="5"/>
                  </a:moveTo>
                  <a:lnTo>
                    <a:pt x="21" y="0"/>
                  </a:lnTo>
                  <a:lnTo>
                    <a:pt x="7" y="6"/>
                  </a:lnTo>
                  <a:lnTo>
                    <a:pt x="4" y="13"/>
                  </a:lnTo>
                  <a:lnTo>
                    <a:pt x="0" y="30"/>
                  </a:lnTo>
                  <a:lnTo>
                    <a:pt x="2" y="46"/>
                  </a:lnTo>
                  <a:lnTo>
                    <a:pt x="27" y="40"/>
                  </a:lnTo>
                  <a:lnTo>
                    <a:pt x="39" y="27"/>
                  </a:lnTo>
                  <a:lnTo>
                    <a:pt x="39"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1" name="Freeform 135">
              <a:extLst>
                <a:ext uri="{FF2B5EF4-FFF2-40B4-BE49-F238E27FC236}">
                  <a16:creationId xmlns:a16="http://schemas.microsoft.com/office/drawing/2014/main" id="{73669C64-9E57-A14E-BFF9-BFDC53B1A07A}"/>
                </a:ext>
              </a:extLst>
            </p:cNvPr>
            <p:cNvSpPr>
              <a:spLocks/>
            </p:cNvSpPr>
            <p:nvPr/>
          </p:nvSpPr>
          <p:spPr bwMode="auto">
            <a:xfrm>
              <a:off x="1931" y="3355"/>
              <a:ext cx="51" cy="52"/>
            </a:xfrm>
            <a:custGeom>
              <a:avLst/>
              <a:gdLst>
                <a:gd name="T0" fmla="*/ 0 w 47"/>
                <a:gd name="T1" fmla="*/ 6 h 53"/>
                <a:gd name="T2" fmla="*/ 21 w 47"/>
                <a:gd name="T3" fmla="*/ 0 h 53"/>
                <a:gd name="T4" fmla="*/ 38 w 47"/>
                <a:gd name="T5" fmla="*/ 8 h 53"/>
                <a:gd name="T6" fmla="*/ 43 w 47"/>
                <a:gd name="T7" fmla="*/ 14 h 53"/>
                <a:gd name="T8" fmla="*/ 47 w 47"/>
                <a:gd name="T9" fmla="*/ 35 h 53"/>
                <a:gd name="T10" fmla="*/ 43 w 47"/>
                <a:gd name="T11" fmla="*/ 53 h 53"/>
                <a:gd name="T12" fmla="*/ 14 w 47"/>
                <a:gd name="T13" fmla="*/ 46 h 53"/>
                <a:gd name="T14" fmla="*/ 0 w 47"/>
                <a:gd name="T15" fmla="*/ 30 h 53"/>
                <a:gd name="T16" fmla="*/ 0 w 47"/>
                <a:gd name="T17" fmla="*/ 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3">
                  <a:moveTo>
                    <a:pt x="0" y="6"/>
                  </a:moveTo>
                  <a:lnTo>
                    <a:pt x="21" y="0"/>
                  </a:lnTo>
                  <a:lnTo>
                    <a:pt x="38" y="8"/>
                  </a:lnTo>
                  <a:lnTo>
                    <a:pt x="43" y="14"/>
                  </a:lnTo>
                  <a:lnTo>
                    <a:pt x="47" y="35"/>
                  </a:lnTo>
                  <a:lnTo>
                    <a:pt x="43" y="53"/>
                  </a:lnTo>
                  <a:lnTo>
                    <a:pt x="14" y="46"/>
                  </a:lnTo>
                  <a:lnTo>
                    <a:pt x="0" y="30"/>
                  </a:lnTo>
                  <a:lnTo>
                    <a:pt x="0" y="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2" name="Freeform 136">
              <a:extLst>
                <a:ext uri="{FF2B5EF4-FFF2-40B4-BE49-F238E27FC236}">
                  <a16:creationId xmlns:a16="http://schemas.microsoft.com/office/drawing/2014/main" id="{BC700342-ACC4-B864-BE32-311A7535F1AC}"/>
                </a:ext>
              </a:extLst>
            </p:cNvPr>
            <p:cNvSpPr>
              <a:spLocks/>
            </p:cNvSpPr>
            <p:nvPr/>
          </p:nvSpPr>
          <p:spPr bwMode="auto">
            <a:xfrm>
              <a:off x="1884" y="3275"/>
              <a:ext cx="45" cy="64"/>
            </a:xfrm>
            <a:custGeom>
              <a:avLst/>
              <a:gdLst>
                <a:gd name="T0" fmla="*/ 45 w 45"/>
                <a:gd name="T1" fmla="*/ 8 h 64"/>
                <a:gd name="T2" fmla="*/ 24 w 45"/>
                <a:gd name="T3" fmla="*/ 0 h 64"/>
                <a:gd name="T4" fmla="*/ 8 w 45"/>
                <a:gd name="T5" fmla="*/ 10 h 64"/>
                <a:gd name="T6" fmla="*/ 3 w 45"/>
                <a:gd name="T7" fmla="*/ 19 h 64"/>
                <a:gd name="T8" fmla="*/ 0 w 45"/>
                <a:gd name="T9" fmla="*/ 42 h 64"/>
                <a:gd name="T10" fmla="*/ 3 w 45"/>
                <a:gd name="T11" fmla="*/ 64 h 64"/>
                <a:gd name="T12" fmla="*/ 33 w 45"/>
                <a:gd name="T13" fmla="*/ 55 h 64"/>
                <a:gd name="T14" fmla="*/ 45 w 45"/>
                <a:gd name="T15" fmla="*/ 39 h 64"/>
                <a:gd name="T16" fmla="*/ 45 w 45"/>
                <a:gd name="T17"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64">
                  <a:moveTo>
                    <a:pt x="45" y="8"/>
                  </a:moveTo>
                  <a:lnTo>
                    <a:pt x="24" y="0"/>
                  </a:lnTo>
                  <a:lnTo>
                    <a:pt x="8" y="10"/>
                  </a:lnTo>
                  <a:lnTo>
                    <a:pt x="3" y="19"/>
                  </a:lnTo>
                  <a:lnTo>
                    <a:pt x="0" y="42"/>
                  </a:lnTo>
                  <a:lnTo>
                    <a:pt x="3" y="64"/>
                  </a:lnTo>
                  <a:lnTo>
                    <a:pt x="33" y="55"/>
                  </a:lnTo>
                  <a:lnTo>
                    <a:pt x="45" y="39"/>
                  </a:lnTo>
                  <a:lnTo>
                    <a:pt x="45"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3" name="Freeform 137">
              <a:extLst>
                <a:ext uri="{FF2B5EF4-FFF2-40B4-BE49-F238E27FC236}">
                  <a16:creationId xmlns:a16="http://schemas.microsoft.com/office/drawing/2014/main" id="{5C515578-2901-51FD-193B-503899059DD9}"/>
                </a:ext>
              </a:extLst>
            </p:cNvPr>
            <p:cNvSpPr>
              <a:spLocks/>
            </p:cNvSpPr>
            <p:nvPr/>
          </p:nvSpPr>
          <p:spPr bwMode="auto">
            <a:xfrm>
              <a:off x="1847" y="3203"/>
              <a:ext cx="43" cy="64"/>
            </a:xfrm>
            <a:custGeom>
              <a:avLst/>
              <a:gdLst>
                <a:gd name="T0" fmla="*/ 45 w 45"/>
                <a:gd name="T1" fmla="*/ 58 h 64"/>
                <a:gd name="T2" fmla="*/ 25 w 45"/>
                <a:gd name="T3" fmla="*/ 64 h 64"/>
                <a:gd name="T4" fmla="*/ 9 w 45"/>
                <a:gd name="T5" fmla="*/ 54 h 64"/>
                <a:gd name="T6" fmla="*/ 4 w 45"/>
                <a:gd name="T7" fmla="*/ 46 h 64"/>
                <a:gd name="T8" fmla="*/ 0 w 45"/>
                <a:gd name="T9" fmla="*/ 22 h 64"/>
                <a:gd name="T10" fmla="*/ 2 w 45"/>
                <a:gd name="T11" fmla="*/ 0 h 64"/>
                <a:gd name="T12" fmla="*/ 31 w 45"/>
                <a:gd name="T13" fmla="*/ 9 h 64"/>
                <a:gd name="T14" fmla="*/ 45 w 45"/>
                <a:gd name="T15" fmla="*/ 27 h 64"/>
                <a:gd name="T16" fmla="*/ 45 w 45"/>
                <a:gd name="T17"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64">
                  <a:moveTo>
                    <a:pt x="45" y="58"/>
                  </a:moveTo>
                  <a:lnTo>
                    <a:pt x="25" y="64"/>
                  </a:lnTo>
                  <a:lnTo>
                    <a:pt x="9" y="54"/>
                  </a:lnTo>
                  <a:lnTo>
                    <a:pt x="4" y="46"/>
                  </a:lnTo>
                  <a:lnTo>
                    <a:pt x="0" y="22"/>
                  </a:lnTo>
                  <a:lnTo>
                    <a:pt x="2" y="0"/>
                  </a:lnTo>
                  <a:lnTo>
                    <a:pt x="31" y="9"/>
                  </a:lnTo>
                  <a:lnTo>
                    <a:pt x="45" y="27"/>
                  </a:lnTo>
                  <a:lnTo>
                    <a:pt x="45" y="5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4" name="Freeform 138">
              <a:extLst>
                <a:ext uri="{FF2B5EF4-FFF2-40B4-BE49-F238E27FC236}">
                  <a16:creationId xmlns:a16="http://schemas.microsoft.com/office/drawing/2014/main" id="{7895E1A2-0FC8-203A-F0E8-9B94B6764A87}"/>
                </a:ext>
              </a:extLst>
            </p:cNvPr>
            <p:cNvSpPr>
              <a:spLocks/>
            </p:cNvSpPr>
            <p:nvPr/>
          </p:nvSpPr>
          <p:spPr bwMode="auto">
            <a:xfrm>
              <a:off x="1819" y="3088"/>
              <a:ext cx="420" cy="427"/>
            </a:xfrm>
            <a:custGeom>
              <a:avLst/>
              <a:gdLst>
                <a:gd name="T0" fmla="*/ 7 w 420"/>
                <a:gd name="T1" fmla="*/ 0 h 427"/>
                <a:gd name="T2" fmla="*/ 40 w 420"/>
                <a:gd name="T3" fmla="*/ 18 h 427"/>
                <a:gd name="T4" fmla="*/ 65 w 420"/>
                <a:gd name="T5" fmla="*/ 15 h 427"/>
                <a:gd name="T6" fmla="*/ 87 w 420"/>
                <a:gd name="T7" fmla="*/ 18 h 427"/>
                <a:gd name="T8" fmla="*/ 114 w 420"/>
                <a:gd name="T9" fmla="*/ 57 h 427"/>
                <a:gd name="T10" fmla="*/ 115 w 420"/>
                <a:gd name="T11" fmla="*/ 78 h 427"/>
                <a:gd name="T12" fmla="*/ 141 w 420"/>
                <a:gd name="T13" fmla="*/ 92 h 427"/>
                <a:gd name="T14" fmla="*/ 166 w 420"/>
                <a:gd name="T15" fmla="*/ 90 h 427"/>
                <a:gd name="T16" fmla="*/ 176 w 420"/>
                <a:gd name="T17" fmla="*/ 108 h 427"/>
                <a:gd name="T18" fmla="*/ 190 w 420"/>
                <a:gd name="T19" fmla="*/ 110 h 427"/>
                <a:gd name="T20" fmla="*/ 202 w 420"/>
                <a:gd name="T21" fmla="*/ 126 h 427"/>
                <a:gd name="T22" fmla="*/ 220 w 420"/>
                <a:gd name="T23" fmla="*/ 127 h 427"/>
                <a:gd name="T24" fmla="*/ 234 w 420"/>
                <a:gd name="T25" fmla="*/ 147 h 427"/>
                <a:gd name="T26" fmla="*/ 258 w 420"/>
                <a:gd name="T27" fmla="*/ 156 h 427"/>
                <a:gd name="T28" fmla="*/ 265 w 420"/>
                <a:gd name="T29" fmla="*/ 174 h 427"/>
                <a:gd name="T30" fmla="*/ 296 w 420"/>
                <a:gd name="T31" fmla="*/ 174 h 427"/>
                <a:gd name="T32" fmla="*/ 319 w 420"/>
                <a:gd name="T33" fmla="*/ 187 h 427"/>
                <a:gd name="T34" fmla="*/ 333 w 420"/>
                <a:gd name="T35" fmla="*/ 211 h 427"/>
                <a:gd name="T36" fmla="*/ 316 w 420"/>
                <a:gd name="T37" fmla="*/ 214 h 427"/>
                <a:gd name="T38" fmla="*/ 307 w 420"/>
                <a:gd name="T39" fmla="*/ 224 h 427"/>
                <a:gd name="T40" fmla="*/ 345 w 420"/>
                <a:gd name="T41" fmla="*/ 237 h 427"/>
                <a:gd name="T42" fmla="*/ 354 w 420"/>
                <a:gd name="T43" fmla="*/ 255 h 427"/>
                <a:gd name="T44" fmla="*/ 370 w 420"/>
                <a:gd name="T45" fmla="*/ 271 h 427"/>
                <a:gd name="T46" fmla="*/ 371 w 420"/>
                <a:gd name="T47" fmla="*/ 284 h 427"/>
                <a:gd name="T48" fmla="*/ 385 w 420"/>
                <a:gd name="T49" fmla="*/ 285 h 427"/>
                <a:gd name="T50" fmla="*/ 420 w 420"/>
                <a:gd name="T51" fmla="*/ 309 h 427"/>
                <a:gd name="T52" fmla="*/ 410 w 420"/>
                <a:gd name="T53" fmla="*/ 322 h 427"/>
                <a:gd name="T54" fmla="*/ 411 w 420"/>
                <a:gd name="T55" fmla="*/ 337 h 427"/>
                <a:gd name="T56" fmla="*/ 418 w 420"/>
                <a:gd name="T57" fmla="*/ 348 h 427"/>
                <a:gd name="T58" fmla="*/ 420 w 420"/>
                <a:gd name="T59" fmla="*/ 407 h 427"/>
                <a:gd name="T60" fmla="*/ 399 w 420"/>
                <a:gd name="T61" fmla="*/ 404 h 427"/>
                <a:gd name="T62" fmla="*/ 380 w 420"/>
                <a:gd name="T63" fmla="*/ 404 h 427"/>
                <a:gd name="T64" fmla="*/ 380 w 420"/>
                <a:gd name="T65" fmla="*/ 427 h 427"/>
                <a:gd name="T66" fmla="*/ 347 w 420"/>
                <a:gd name="T67" fmla="*/ 403 h 427"/>
                <a:gd name="T68" fmla="*/ 293 w 420"/>
                <a:gd name="T69" fmla="*/ 375 h 427"/>
                <a:gd name="T70" fmla="*/ 262 w 420"/>
                <a:gd name="T71" fmla="*/ 337 h 427"/>
                <a:gd name="T72" fmla="*/ 215 w 420"/>
                <a:gd name="T73" fmla="*/ 301 h 427"/>
                <a:gd name="T74" fmla="*/ 202 w 420"/>
                <a:gd name="T75" fmla="*/ 253 h 427"/>
                <a:gd name="T76" fmla="*/ 176 w 420"/>
                <a:gd name="T77" fmla="*/ 234 h 427"/>
                <a:gd name="T78" fmla="*/ 152 w 420"/>
                <a:gd name="T79" fmla="*/ 203 h 427"/>
                <a:gd name="T80" fmla="*/ 155 w 420"/>
                <a:gd name="T81" fmla="*/ 173 h 427"/>
                <a:gd name="T82" fmla="*/ 100 w 420"/>
                <a:gd name="T83" fmla="*/ 132 h 427"/>
                <a:gd name="T84" fmla="*/ 98 w 420"/>
                <a:gd name="T85" fmla="*/ 113 h 427"/>
                <a:gd name="T86" fmla="*/ 87 w 420"/>
                <a:gd name="T87" fmla="*/ 99 h 427"/>
                <a:gd name="T88" fmla="*/ 58 w 420"/>
                <a:gd name="T89" fmla="*/ 100 h 427"/>
                <a:gd name="T90" fmla="*/ 51 w 420"/>
                <a:gd name="T91" fmla="*/ 86 h 427"/>
                <a:gd name="T92" fmla="*/ 2 w 420"/>
                <a:gd name="T93" fmla="*/ 37 h 427"/>
                <a:gd name="T94" fmla="*/ 0 w 420"/>
                <a:gd name="T95" fmla="*/ 21 h 427"/>
                <a:gd name="T96" fmla="*/ 7 w 420"/>
                <a:gd name="T9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0" h="427">
                  <a:moveTo>
                    <a:pt x="7" y="0"/>
                  </a:moveTo>
                  <a:lnTo>
                    <a:pt x="40" y="18"/>
                  </a:lnTo>
                  <a:lnTo>
                    <a:pt x="65" y="15"/>
                  </a:lnTo>
                  <a:lnTo>
                    <a:pt x="87" y="18"/>
                  </a:lnTo>
                  <a:lnTo>
                    <a:pt x="114" y="57"/>
                  </a:lnTo>
                  <a:lnTo>
                    <a:pt x="115" y="78"/>
                  </a:lnTo>
                  <a:lnTo>
                    <a:pt x="141" y="92"/>
                  </a:lnTo>
                  <a:lnTo>
                    <a:pt x="166" y="90"/>
                  </a:lnTo>
                  <a:lnTo>
                    <a:pt x="176" y="108"/>
                  </a:lnTo>
                  <a:lnTo>
                    <a:pt x="190" y="110"/>
                  </a:lnTo>
                  <a:lnTo>
                    <a:pt x="202" y="126"/>
                  </a:lnTo>
                  <a:lnTo>
                    <a:pt x="220" y="127"/>
                  </a:lnTo>
                  <a:lnTo>
                    <a:pt x="234" y="147"/>
                  </a:lnTo>
                  <a:lnTo>
                    <a:pt x="258" y="156"/>
                  </a:lnTo>
                  <a:lnTo>
                    <a:pt x="265" y="174"/>
                  </a:lnTo>
                  <a:lnTo>
                    <a:pt x="296" y="174"/>
                  </a:lnTo>
                  <a:lnTo>
                    <a:pt x="319" y="187"/>
                  </a:lnTo>
                  <a:lnTo>
                    <a:pt x="333" y="211"/>
                  </a:lnTo>
                  <a:lnTo>
                    <a:pt x="316" y="214"/>
                  </a:lnTo>
                  <a:lnTo>
                    <a:pt x="307" y="224"/>
                  </a:lnTo>
                  <a:lnTo>
                    <a:pt x="345" y="237"/>
                  </a:lnTo>
                  <a:lnTo>
                    <a:pt x="354" y="255"/>
                  </a:lnTo>
                  <a:lnTo>
                    <a:pt x="370" y="271"/>
                  </a:lnTo>
                  <a:lnTo>
                    <a:pt x="371" y="284"/>
                  </a:lnTo>
                  <a:lnTo>
                    <a:pt x="385" y="285"/>
                  </a:lnTo>
                  <a:lnTo>
                    <a:pt x="420" y="309"/>
                  </a:lnTo>
                  <a:lnTo>
                    <a:pt x="410" y="322"/>
                  </a:lnTo>
                  <a:lnTo>
                    <a:pt x="411" y="337"/>
                  </a:lnTo>
                  <a:lnTo>
                    <a:pt x="418" y="348"/>
                  </a:lnTo>
                  <a:lnTo>
                    <a:pt x="420" y="407"/>
                  </a:lnTo>
                  <a:lnTo>
                    <a:pt x="399" y="404"/>
                  </a:lnTo>
                  <a:lnTo>
                    <a:pt x="380" y="404"/>
                  </a:lnTo>
                  <a:lnTo>
                    <a:pt x="380" y="427"/>
                  </a:lnTo>
                  <a:lnTo>
                    <a:pt x="347" y="403"/>
                  </a:lnTo>
                  <a:lnTo>
                    <a:pt x="293" y="375"/>
                  </a:lnTo>
                  <a:lnTo>
                    <a:pt x="262" y="337"/>
                  </a:lnTo>
                  <a:lnTo>
                    <a:pt x="215" y="301"/>
                  </a:lnTo>
                  <a:lnTo>
                    <a:pt x="202" y="253"/>
                  </a:lnTo>
                  <a:lnTo>
                    <a:pt x="176" y="234"/>
                  </a:lnTo>
                  <a:lnTo>
                    <a:pt x="152" y="203"/>
                  </a:lnTo>
                  <a:lnTo>
                    <a:pt x="155" y="173"/>
                  </a:lnTo>
                  <a:lnTo>
                    <a:pt x="100" y="132"/>
                  </a:lnTo>
                  <a:lnTo>
                    <a:pt x="98" y="113"/>
                  </a:lnTo>
                  <a:lnTo>
                    <a:pt x="87" y="99"/>
                  </a:lnTo>
                  <a:lnTo>
                    <a:pt x="58" y="100"/>
                  </a:lnTo>
                  <a:lnTo>
                    <a:pt x="51" y="86"/>
                  </a:lnTo>
                  <a:lnTo>
                    <a:pt x="2" y="37"/>
                  </a:lnTo>
                  <a:lnTo>
                    <a:pt x="0" y="21"/>
                  </a:lnTo>
                  <a:lnTo>
                    <a:pt x="7"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5" name="Freeform 139">
              <a:extLst>
                <a:ext uri="{FF2B5EF4-FFF2-40B4-BE49-F238E27FC236}">
                  <a16:creationId xmlns:a16="http://schemas.microsoft.com/office/drawing/2014/main" id="{BB0BB5B1-1EB1-06C5-3D78-698E426E9D85}"/>
                </a:ext>
              </a:extLst>
            </p:cNvPr>
            <p:cNvSpPr>
              <a:spLocks/>
            </p:cNvSpPr>
            <p:nvPr/>
          </p:nvSpPr>
          <p:spPr bwMode="auto">
            <a:xfrm>
              <a:off x="3539" y="3338"/>
              <a:ext cx="89" cy="262"/>
            </a:xfrm>
            <a:custGeom>
              <a:avLst/>
              <a:gdLst>
                <a:gd name="T0" fmla="*/ 89 w 89"/>
                <a:gd name="T1" fmla="*/ 14 h 262"/>
                <a:gd name="T2" fmla="*/ 51 w 89"/>
                <a:gd name="T3" fmla="*/ 0 h 262"/>
                <a:gd name="T4" fmla="*/ 51 w 89"/>
                <a:gd name="T5" fmla="*/ 13 h 262"/>
                <a:gd name="T6" fmla="*/ 25 w 89"/>
                <a:gd name="T7" fmla="*/ 1 h 262"/>
                <a:gd name="T8" fmla="*/ 25 w 89"/>
                <a:gd name="T9" fmla="*/ 122 h 262"/>
                <a:gd name="T10" fmla="*/ 0 w 89"/>
                <a:gd name="T11" fmla="*/ 136 h 262"/>
                <a:gd name="T12" fmla="*/ 25 w 89"/>
                <a:gd name="T13" fmla="*/ 149 h 262"/>
                <a:gd name="T14" fmla="*/ 25 w 89"/>
                <a:gd name="T15" fmla="*/ 230 h 262"/>
                <a:gd name="T16" fmla="*/ 32 w 89"/>
                <a:gd name="T17" fmla="*/ 247 h 262"/>
                <a:gd name="T18" fmla="*/ 51 w 89"/>
                <a:gd name="T19" fmla="*/ 257 h 262"/>
                <a:gd name="T20" fmla="*/ 51 w 89"/>
                <a:gd name="T21" fmla="*/ 262 h 262"/>
                <a:gd name="T22" fmla="*/ 89 w 89"/>
                <a:gd name="T23" fmla="*/ 262 h 262"/>
                <a:gd name="T24" fmla="*/ 89 w 89"/>
                <a:gd name="T25" fmla="*/ 1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9" h="262">
                  <a:moveTo>
                    <a:pt x="89" y="14"/>
                  </a:moveTo>
                  <a:lnTo>
                    <a:pt x="51" y="0"/>
                  </a:lnTo>
                  <a:lnTo>
                    <a:pt x="51" y="13"/>
                  </a:lnTo>
                  <a:lnTo>
                    <a:pt x="25" y="1"/>
                  </a:lnTo>
                  <a:lnTo>
                    <a:pt x="25" y="122"/>
                  </a:lnTo>
                  <a:lnTo>
                    <a:pt x="0" y="136"/>
                  </a:lnTo>
                  <a:lnTo>
                    <a:pt x="25" y="149"/>
                  </a:lnTo>
                  <a:lnTo>
                    <a:pt x="25" y="230"/>
                  </a:lnTo>
                  <a:lnTo>
                    <a:pt x="32" y="247"/>
                  </a:lnTo>
                  <a:lnTo>
                    <a:pt x="51" y="257"/>
                  </a:lnTo>
                  <a:lnTo>
                    <a:pt x="51" y="262"/>
                  </a:lnTo>
                  <a:lnTo>
                    <a:pt x="89" y="262"/>
                  </a:lnTo>
                  <a:lnTo>
                    <a:pt x="89" y="14"/>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6" name="Freeform 140">
              <a:extLst>
                <a:ext uri="{FF2B5EF4-FFF2-40B4-BE49-F238E27FC236}">
                  <a16:creationId xmlns:a16="http://schemas.microsoft.com/office/drawing/2014/main" id="{9E6C69EC-F92B-DC13-AA32-9F5653510FDA}"/>
                </a:ext>
              </a:extLst>
            </p:cNvPr>
            <p:cNvSpPr>
              <a:spLocks/>
            </p:cNvSpPr>
            <p:nvPr/>
          </p:nvSpPr>
          <p:spPr bwMode="auto">
            <a:xfrm>
              <a:off x="3198" y="3252"/>
              <a:ext cx="366" cy="316"/>
            </a:xfrm>
            <a:custGeom>
              <a:avLst/>
              <a:gdLst>
                <a:gd name="T0" fmla="*/ 366 w 366"/>
                <a:gd name="T1" fmla="*/ 87 h 316"/>
                <a:gd name="T2" fmla="*/ 366 w 366"/>
                <a:gd name="T3" fmla="*/ 211 h 316"/>
                <a:gd name="T4" fmla="*/ 341 w 366"/>
                <a:gd name="T5" fmla="*/ 222 h 316"/>
                <a:gd name="T6" fmla="*/ 366 w 366"/>
                <a:gd name="T7" fmla="*/ 235 h 316"/>
                <a:gd name="T8" fmla="*/ 366 w 366"/>
                <a:gd name="T9" fmla="*/ 316 h 316"/>
                <a:gd name="T10" fmla="*/ 343 w 366"/>
                <a:gd name="T11" fmla="*/ 290 h 316"/>
                <a:gd name="T12" fmla="*/ 322 w 366"/>
                <a:gd name="T13" fmla="*/ 290 h 316"/>
                <a:gd name="T14" fmla="*/ 301 w 366"/>
                <a:gd name="T15" fmla="*/ 267 h 316"/>
                <a:gd name="T16" fmla="*/ 301 w 366"/>
                <a:gd name="T17" fmla="*/ 255 h 316"/>
                <a:gd name="T18" fmla="*/ 294 w 366"/>
                <a:gd name="T19" fmla="*/ 234 h 316"/>
                <a:gd name="T20" fmla="*/ 270 w 366"/>
                <a:gd name="T21" fmla="*/ 226 h 316"/>
                <a:gd name="T22" fmla="*/ 244 w 366"/>
                <a:gd name="T23" fmla="*/ 200 h 316"/>
                <a:gd name="T24" fmla="*/ 230 w 366"/>
                <a:gd name="T25" fmla="*/ 173 h 316"/>
                <a:gd name="T26" fmla="*/ 204 w 366"/>
                <a:gd name="T27" fmla="*/ 166 h 316"/>
                <a:gd name="T28" fmla="*/ 186 w 366"/>
                <a:gd name="T29" fmla="*/ 166 h 316"/>
                <a:gd name="T30" fmla="*/ 156 w 366"/>
                <a:gd name="T31" fmla="*/ 158 h 316"/>
                <a:gd name="T32" fmla="*/ 144 w 366"/>
                <a:gd name="T33" fmla="*/ 158 h 316"/>
                <a:gd name="T34" fmla="*/ 132 w 366"/>
                <a:gd name="T35" fmla="*/ 145 h 316"/>
                <a:gd name="T36" fmla="*/ 106 w 366"/>
                <a:gd name="T37" fmla="*/ 139 h 316"/>
                <a:gd name="T38" fmla="*/ 106 w 366"/>
                <a:gd name="T39" fmla="*/ 128 h 316"/>
                <a:gd name="T40" fmla="*/ 94 w 366"/>
                <a:gd name="T41" fmla="*/ 139 h 316"/>
                <a:gd name="T42" fmla="*/ 94 w 366"/>
                <a:gd name="T43" fmla="*/ 148 h 316"/>
                <a:gd name="T44" fmla="*/ 75 w 366"/>
                <a:gd name="T45" fmla="*/ 158 h 316"/>
                <a:gd name="T46" fmla="*/ 64 w 366"/>
                <a:gd name="T47" fmla="*/ 147 h 316"/>
                <a:gd name="T48" fmla="*/ 62 w 366"/>
                <a:gd name="T49" fmla="*/ 139 h 316"/>
                <a:gd name="T50" fmla="*/ 52 w 366"/>
                <a:gd name="T51" fmla="*/ 124 h 316"/>
                <a:gd name="T52" fmla="*/ 52 w 366"/>
                <a:gd name="T53" fmla="*/ 115 h 316"/>
                <a:gd name="T54" fmla="*/ 40 w 366"/>
                <a:gd name="T55" fmla="*/ 115 h 316"/>
                <a:gd name="T56" fmla="*/ 29 w 366"/>
                <a:gd name="T57" fmla="*/ 105 h 316"/>
                <a:gd name="T58" fmla="*/ 34 w 366"/>
                <a:gd name="T59" fmla="*/ 97 h 316"/>
                <a:gd name="T60" fmla="*/ 78 w 366"/>
                <a:gd name="T61" fmla="*/ 107 h 316"/>
                <a:gd name="T62" fmla="*/ 95 w 366"/>
                <a:gd name="T63" fmla="*/ 89 h 316"/>
                <a:gd name="T64" fmla="*/ 80 w 366"/>
                <a:gd name="T65" fmla="*/ 57 h 316"/>
                <a:gd name="T66" fmla="*/ 34 w 366"/>
                <a:gd name="T67" fmla="*/ 58 h 316"/>
                <a:gd name="T68" fmla="*/ 21 w 366"/>
                <a:gd name="T69" fmla="*/ 49 h 316"/>
                <a:gd name="T70" fmla="*/ 0 w 366"/>
                <a:gd name="T71" fmla="*/ 49 h 316"/>
                <a:gd name="T72" fmla="*/ 0 w 366"/>
                <a:gd name="T73" fmla="*/ 36 h 316"/>
                <a:gd name="T74" fmla="*/ 10 w 366"/>
                <a:gd name="T75" fmla="*/ 10 h 316"/>
                <a:gd name="T76" fmla="*/ 21 w 366"/>
                <a:gd name="T77" fmla="*/ 0 h 316"/>
                <a:gd name="T78" fmla="*/ 40 w 366"/>
                <a:gd name="T79" fmla="*/ 0 h 316"/>
                <a:gd name="T80" fmla="*/ 64 w 366"/>
                <a:gd name="T81" fmla="*/ 10 h 316"/>
                <a:gd name="T82" fmla="*/ 85 w 366"/>
                <a:gd name="T83" fmla="*/ 10 h 316"/>
                <a:gd name="T84" fmla="*/ 113 w 366"/>
                <a:gd name="T85" fmla="*/ 0 h 316"/>
                <a:gd name="T86" fmla="*/ 106 w 366"/>
                <a:gd name="T87" fmla="*/ 25 h 316"/>
                <a:gd name="T88" fmla="*/ 104 w 366"/>
                <a:gd name="T89" fmla="*/ 42 h 316"/>
                <a:gd name="T90" fmla="*/ 109 w 366"/>
                <a:gd name="T91" fmla="*/ 60 h 316"/>
                <a:gd name="T92" fmla="*/ 118 w 366"/>
                <a:gd name="T93" fmla="*/ 71 h 316"/>
                <a:gd name="T94" fmla="*/ 144 w 366"/>
                <a:gd name="T95" fmla="*/ 97 h 316"/>
                <a:gd name="T96" fmla="*/ 160 w 366"/>
                <a:gd name="T97" fmla="*/ 97 h 316"/>
                <a:gd name="T98" fmla="*/ 188 w 366"/>
                <a:gd name="T99" fmla="*/ 79 h 316"/>
                <a:gd name="T100" fmla="*/ 198 w 366"/>
                <a:gd name="T101" fmla="*/ 60 h 316"/>
                <a:gd name="T102" fmla="*/ 216 w 366"/>
                <a:gd name="T103" fmla="*/ 50 h 316"/>
                <a:gd name="T104" fmla="*/ 240 w 366"/>
                <a:gd name="T105" fmla="*/ 28 h 316"/>
                <a:gd name="T106" fmla="*/ 247 w 366"/>
                <a:gd name="T107" fmla="*/ 37 h 316"/>
                <a:gd name="T108" fmla="*/ 258 w 366"/>
                <a:gd name="T109" fmla="*/ 39 h 316"/>
                <a:gd name="T110" fmla="*/ 277 w 366"/>
                <a:gd name="T111" fmla="*/ 50 h 316"/>
                <a:gd name="T112" fmla="*/ 291 w 366"/>
                <a:gd name="T113" fmla="*/ 49 h 316"/>
                <a:gd name="T114" fmla="*/ 299 w 366"/>
                <a:gd name="T115" fmla="*/ 58 h 316"/>
                <a:gd name="T116" fmla="*/ 326 w 366"/>
                <a:gd name="T117" fmla="*/ 58 h 316"/>
                <a:gd name="T118" fmla="*/ 343 w 366"/>
                <a:gd name="T119" fmla="*/ 49 h 316"/>
                <a:gd name="T120" fmla="*/ 366 w 366"/>
                <a:gd name="T121" fmla="*/ 87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6" h="316">
                  <a:moveTo>
                    <a:pt x="366" y="87"/>
                  </a:moveTo>
                  <a:lnTo>
                    <a:pt x="366" y="211"/>
                  </a:lnTo>
                  <a:lnTo>
                    <a:pt x="341" y="222"/>
                  </a:lnTo>
                  <a:lnTo>
                    <a:pt x="366" y="235"/>
                  </a:lnTo>
                  <a:lnTo>
                    <a:pt x="366" y="316"/>
                  </a:lnTo>
                  <a:lnTo>
                    <a:pt x="343" y="290"/>
                  </a:lnTo>
                  <a:lnTo>
                    <a:pt x="322" y="290"/>
                  </a:lnTo>
                  <a:lnTo>
                    <a:pt x="301" y="267"/>
                  </a:lnTo>
                  <a:lnTo>
                    <a:pt x="301" y="255"/>
                  </a:lnTo>
                  <a:lnTo>
                    <a:pt x="294" y="234"/>
                  </a:lnTo>
                  <a:lnTo>
                    <a:pt x="270" y="226"/>
                  </a:lnTo>
                  <a:lnTo>
                    <a:pt x="244" y="200"/>
                  </a:lnTo>
                  <a:lnTo>
                    <a:pt x="230" y="173"/>
                  </a:lnTo>
                  <a:lnTo>
                    <a:pt x="204" y="166"/>
                  </a:lnTo>
                  <a:lnTo>
                    <a:pt x="186" y="166"/>
                  </a:lnTo>
                  <a:lnTo>
                    <a:pt x="156" y="158"/>
                  </a:lnTo>
                  <a:lnTo>
                    <a:pt x="144" y="158"/>
                  </a:lnTo>
                  <a:lnTo>
                    <a:pt x="132" y="145"/>
                  </a:lnTo>
                  <a:lnTo>
                    <a:pt x="106" y="139"/>
                  </a:lnTo>
                  <a:lnTo>
                    <a:pt x="106" y="128"/>
                  </a:lnTo>
                  <a:lnTo>
                    <a:pt x="94" y="139"/>
                  </a:lnTo>
                  <a:lnTo>
                    <a:pt x="94" y="148"/>
                  </a:lnTo>
                  <a:lnTo>
                    <a:pt x="75" y="158"/>
                  </a:lnTo>
                  <a:lnTo>
                    <a:pt x="64" y="147"/>
                  </a:lnTo>
                  <a:lnTo>
                    <a:pt x="62" y="139"/>
                  </a:lnTo>
                  <a:lnTo>
                    <a:pt x="52" y="124"/>
                  </a:lnTo>
                  <a:lnTo>
                    <a:pt x="52" y="115"/>
                  </a:lnTo>
                  <a:lnTo>
                    <a:pt x="40" y="115"/>
                  </a:lnTo>
                  <a:lnTo>
                    <a:pt x="29" y="105"/>
                  </a:lnTo>
                  <a:lnTo>
                    <a:pt x="34" y="97"/>
                  </a:lnTo>
                  <a:lnTo>
                    <a:pt x="78" y="107"/>
                  </a:lnTo>
                  <a:lnTo>
                    <a:pt x="95" y="89"/>
                  </a:lnTo>
                  <a:lnTo>
                    <a:pt x="80" y="57"/>
                  </a:lnTo>
                  <a:lnTo>
                    <a:pt x="34" y="58"/>
                  </a:lnTo>
                  <a:lnTo>
                    <a:pt x="21" y="49"/>
                  </a:lnTo>
                  <a:lnTo>
                    <a:pt x="0" y="49"/>
                  </a:lnTo>
                  <a:lnTo>
                    <a:pt x="0" y="36"/>
                  </a:lnTo>
                  <a:lnTo>
                    <a:pt x="10" y="10"/>
                  </a:lnTo>
                  <a:lnTo>
                    <a:pt x="21" y="0"/>
                  </a:lnTo>
                  <a:lnTo>
                    <a:pt x="40" y="0"/>
                  </a:lnTo>
                  <a:lnTo>
                    <a:pt x="64" y="10"/>
                  </a:lnTo>
                  <a:lnTo>
                    <a:pt x="85" y="10"/>
                  </a:lnTo>
                  <a:lnTo>
                    <a:pt x="113" y="0"/>
                  </a:lnTo>
                  <a:lnTo>
                    <a:pt x="106" y="25"/>
                  </a:lnTo>
                  <a:lnTo>
                    <a:pt x="104" y="42"/>
                  </a:lnTo>
                  <a:lnTo>
                    <a:pt x="109" y="60"/>
                  </a:lnTo>
                  <a:lnTo>
                    <a:pt x="118" y="71"/>
                  </a:lnTo>
                  <a:lnTo>
                    <a:pt x="144" y="97"/>
                  </a:lnTo>
                  <a:lnTo>
                    <a:pt x="160" y="97"/>
                  </a:lnTo>
                  <a:lnTo>
                    <a:pt x="188" y="79"/>
                  </a:lnTo>
                  <a:lnTo>
                    <a:pt x="198" y="60"/>
                  </a:lnTo>
                  <a:lnTo>
                    <a:pt x="216" y="50"/>
                  </a:lnTo>
                  <a:lnTo>
                    <a:pt x="240" y="28"/>
                  </a:lnTo>
                  <a:lnTo>
                    <a:pt x="247" y="37"/>
                  </a:lnTo>
                  <a:lnTo>
                    <a:pt x="258" y="39"/>
                  </a:lnTo>
                  <a:lnTo>
                    <a:pt x="277" y="50"/>
                  </a:lnTo>
                  <a:lnTo>
                    <a:pt x="291" y="49"/>
                  </a:lnTo>
                  <a:lnTo>
                    <a:pt x="299" y="58"/>
                  </a:lnTo>
                  <a:lnTo>
                    <a:pt x="326" y="58"/>
                  </a:lnTo>
                  <a:lnTo>
                    <a:pt x="343" y="49"/>
                  </a:lnTo>
                  <a:lnTo>
                    <a:pt x="366" y="8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7" name="Freeform 141">
              <a:extLst>
                <a:ext uri="{FF2B5EF4-FFF2-40B4-BE49-F238E27FC236}">
                  <a16:creationId xmlns:a16="http://schemas.microsoft.com/office/drawing/2014/main" id="{045091AB-94C5-D031-5233-DA2BD17A9CB4}"/>
                </a:ext>
              </a:extLst>
            </p:cNvPr>
            <p:cNvSpPr>
              <a:spLocks/>
            </p:cNvSpPr>
            <p:nvPr/>
          </p:nvSpPr>
          <p:spPr bwMode="auto">
            <a:xfrm>
              <a:off x="3206" y="3455"/>
              <a:ext cx="65" cy="40"/>
            </a:xfrm>
            <a:custGeom>
              <a:avLst/>
              <a:gdLst>
                <a:gd name="T0" fmla="*/ 2 w 65"/>
                <a:gd name="T1" fmla="*/ 7 h 40"/>
                <a:gd name="T2" fmla="*/ 28 w 65"/>
                <a:gd name="T3" fmla="*/ 0 h 40"/>
                <a:gd name="T4" fmla="*/ 49 w 65"/>
                <a:gd name="T5" fmla="*/ 0 h 40"/>
                <a:gd name="T6" fmla="*/ 61 w 65"/>
                <a:gd name="T7" fmla="*/ 13 h 40"/>
                <a:gd name="T8" fmla="*/ 65 w 65"/>
                <a:gd name="T9" fmla="*/ 24 h 40"/>
                <a:gd name="T10" fmla="*/ 61 w 65"/>
                <a:gd name="T11" fmla="*/ 32 h 40"/>
                <a:gd name="T12" fmla="*/ 49 w 65"/>
                <a:gd name="T13" fmla="*/ 40 h 40"/>
                <a:gd name="T14" fmla="*/ 28 w 65"/>
                <a:gd name="T15" fmla="*/ 40 h 40"/>
                <a:gd name="T16" fmla="*/ 7 w 65"/>
                <a:gd name="T17" fmla="*/ 34 h 40"/>
                <a:gd name="T18" fmla="*/ 0 w 65"/>
                <a:gd name="T19" fmla="*/ 18 h 40"/>
                <a:gd name="T20" fmla="*/ 2 w 65"/>
                <a:gd name="T21"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40">
                  <a:moveTo>
                    <a:pt x="2" y="7"/>
                  </a:moveTo>
                  <a:lnTo>
                    <a:pt x="28" y="0"/>
                  </a:lnTo>
                  <a:lnTo>
                    <a:pt x="49" y="0"/>
                  </a:lnTo>
                  <a:lnTo>
                    <a:pt x="61" y="13"/>
                  </a:lnTo>
                  <a:lnTo>
                    <a:pt x="65" y="24"/>
                  </a:lnTo>
                  <a:lnTo>
                    <a:pt x="61" y="32"/>
                  </a:lnTo>
                  <a:lnTo>
                    <a:pt x="49" y="40"/>
                  </a:lnTo>
                  <a:lnTo>
                    <a:pt x="28" y="40"/>
                  </a:lnTo>
                  <a:lnTo>
                    <a:pt x="7" y="34"/>
                  </a:lnTo>
                  <a:lnTo>
                    <a:pt x="0" y="18"/>
                  </a:lnTo>
                  <a:lnTo>
                    <a:pt x="2" y="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8" name="Freeform 142">
              <a:extLst>
                <a:ext uri="{FF2B5EF4-FFF2-40B4-BE49-F238E27FC236}">
                  <a16:creationId xmlns:a16="http://schemas.microsoft.com/office/drawing/2014/main" id="{5C43479B-8947-9310-EE55-760713B82D0D}"/>
                </a:ext>
              </a:extLst>
            </p:cNvPr>
            <p:cNvSpPr>
              <a:spLocks/>
            </p:cNvSpPr>
            <p:nvPr/>
          </p:nvSpPr>
          <p:spPr bwMode="auto">
            <a:xfrm>
              <a:off x="3276" y="3413"/>
              <a:ext cx="58" cy="33"/>
            </a:xfrm>
            <a:custGeom>
              <a:avLst/>
              <a:gdLst>
                <a:gd name="T0" fmla="*/ 0 w 58"/>
                <a:gd name="T1" fmla="*/ 26 h 33"/>
                <a:gd name="T2" fmla="*/ 26 w 58"/>
                <a:gd name="T3" fmla="*/ 33 h 33"/>
                <a:gd name="T4" fmla="*/ 44 w 58"/>
                <a:gd name="T5" fmla="*/ 31 h 33"/>
                <a:gd name="T6" fmla="*/ 56 w 58"/>
                <a:gd name="T7" fmla="*/ 21 h 33"/>
                <a:gd name="T8" fmla="*/ 58 w 58"/>
                <a:gd name="T9" fmla="*/ 13 h 33"/>
                <a:gd name="T10" fmla="*/ 54 w 58"/>
                <a:gd name="T11" fmla="*/ 5 h 33"/>
                <a:gd name="T12" fmla="*/ 44 w 58"/>
                <a:gd name="T13" fmla="*/ 0 h 33"/>
                <a:gd name="T14" fmla="*/ 26 w 58"/>
                <a:gd name="T15" fmla="*/ 0 h 33"/>
                <a:gd name="T16" fmla="*/ 5 w 58"/>
                <a:gd name="T17" fmla="*/ 5 h 33"/>
                <a:gd name="T18" fmla="*/ 0 w 58"/>
                <a:gd name="T19" fmla="*/ 18 h 33"/>
                <a:gd name="T20" fmla="*/ 0 w 58"/>
                <a:gd name="T21"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3">
                  <a:moveTo>
                    <a:pt x="0" y="26"/>
                  </a:moveTo>
                  <a:lnTo>
                    <a:pt x="26" y="33"/>
                  </a:lnTo>
                  <a:lnTo>
                    <a:pt x="44" y="31"/>
                  </a:lnTo>
                  <a:lnTo>
                    <a:pt x="56" y="21"/>
                  </a:lnTo>
                  <a:lnTo>
                    <a:pt x="58" y="13"/>
                  </a:lnTo>
                  <a:lnTo>
                    <a:pt x="54" y="5"/>
                  </a:lnTo>
                  <a:lnTo>
                    <a:pt x="44" y="0"/>
                  </a:lnTo>
                  <a:lnTo>
                    <a:pt x="26" y="0"/>
                  </a:lnTo>
                  <a:lnTo>
                    <a:pt x="5" y="5"/>
                  </a:lnTo>
                  <a:lnTo>
                    <a:pt x="0" y="18"/>
                  </a:lnTo>
                  <a:lnTo>
                    <a:pt x="0" y="2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59" name="Freeform 143">
              <a:extLst>
                <a:ext uri="{FF2B5EF4-FFF2-40B4-BE49-F238E27FC236}">
                  <a16:creationId xmlns:a16="http://schemas.microsoft.com/office/drawing/2014/main" id="{FAE861ED-53C9-5ADB-DF21-A8EB62E39DB5}"/>
                </a:ext>
              </a:extLst>
            </p:cNvPr>
            <p:cNvSpPr>
              <a:spLocks/>
            </p:cNvSpPr>
            <p:nvPr/>
          </p:nvSpPr>
          <p:spPr bwMode="auto">
            <a:xfrm>
              <a:off x="3182" y="3397"/>
              <a:ext cx="64" cy="42"/>
            </a:xfrm>
            <a:custGeom>
              <a:avLst/>
              <a:gdLst>
                <a:gd name="T0" fmla="*/ 63 w 64"/>
                <a:gd name="T1" fmla="*/ 8 h 42"/>
                <a:gd name="T2" fmla="*/ 37 w 64"/>
                <a:gd name="T3" fmla="*/ 0 h 42"/>
                <a:gd name="T4" fmla="*/ 16 w 64"/>
                <a:gd name="T5" fmla="*/ 2 h 42"/>
                <a:gd name="T6" fmla="*/ 2 w 64"/>
                <a:gd name="T7" fmla="*/ 13 h 42"/>
                <a:gd name="T8" fmla="*/ 0 w 64"/>
                <a:gd name="T9" fmla="*/ 26 h 42"/>
                <a:gd name="T10" fmla="*/ 3 w 64"/>
                <a:gd name="T11" fmla="*/ 34 h 42"/>
                <a:gd name="T12" fmla="*/ 16 w 64"/>
                <a:gd name="T13" fmla="*/ 42 h 42"/>
                <a:gd name="T14" fmla="*/ 37 w 64"/>
                <a:gd name="T15" fmla="*/ 42 h 42"/>
                <a:gd name="T16" fmla="*/ 56 w 64"/>
                <a:gd name="T17" fmla="*/ 36 h 42"/>
                <a:gd name="T18" fmla="*/ 64 w 64"/>
                <a:gd name="T19" fmla="*/ 20 h 42"/>
                <a:gd name="T20" fmla="*/ 63 w 64"/>
                <a:gd name="T2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2">
                  <a:moveTo>
                    <a:pt x="63" y="8"/>
                  </a:moveTo>
                  <a:lnTo>
                    <a:pt x="37" y="0"/>
                  </a:lnTo>
                  <a:lnTo>
                    <a:pt x="16" y="2"/>
                  </a:lnTo>
                  <a:lnTo>
                    <a:pt x="2" y="13"/>
                  </a:lnTo>
                  <a:lnTo>
                    <a:pt x="0" y="26"/>
                  </a:lnTo>
                  <a:lnTo>
                    <a:pt x="3" y="34"/>
                  </a:lnTo>
                  <a:lnTo>
                    <a:pt x="16" y="42"/>
                  </a:lnTo>
                  <a:lnTo>
                    <a:pt x="37" y="42"/>
                  </a:lnTo>
                  <a:lnTo>
                    <a:pt x="56" y="36"/>
                  </a:lnTo>
                  <a:lnTo>
                    <a:pt x="64" y="20"/>
                  </a:lnTo>
                  <a:lnTo>
                    <a:pt x="63"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0" name="Freeform 144">
              <a:extLst>
                <a:ext uri="{FF2B5EF4-FFF2-40B4-BE49-F238E27FC236}">
                  <a16:creationId xmlns:a16="http://schemas.microsoft.com/office/drawing/2014/main" id="{87E74B43-FC2A-4DB1-0AAB-F85BE0ECB8CA}"/>
                </a:ext>
              </a:extLst>
            </p:cNvPr>
            <p:cNvSpPr>
              <a:spLocks/>
            </p:cNvSpPr>
            <p:nvPr/>
          </p:nvSpPr>
          <p:spPr bwMode="auto">
            <a:xfrm>
              <a:off x="2874" y="3336"/>
              <a:ext cx="109" cy="55"/>
            </a:xfrm>
            <a:custGeom>
              <a:avLst/>
              <a:gdLst>
                <a:gd name="T0" fmla="*/ 87 w 109"/>
                <a:gd name="T1" fmla="*/ 2 h 55"/>
                <a:gd name="T2" fmla="*/ 76 w 109"/>
                <a:gd name="T3" fmla="*/ 8 h 55"/>
                <a:gd name="T4" fmla="*/ 50 w 109"/>
                <a:gd name="T5" fmla="*/ 10 h 55"/>
                <a:gd name="T6" fmla="*/ 27 w 109"/>
                <a:gd name="T7" fmla="*/ 13 h 55"/>
                <a:gd name="T8" fmla="*/ 15 w 109"/>
                <a:gd name="T9" fmla="*/ 16 h 55"/>
                <a:gd name="T10" fmla="*/ 6 w 109"/>
                <a:gd name="T11" fmla="*/ 21 h 55"/>
                <a:gd name="T12" fmla="*/ 0 w 109"/>
                <a:gd name="T13" fmla="*/ 31 h 55"/>
                <a:gd name="T14" fmla="*/ 3 w 109"/>
                <a:gd name="T15" fmla="*/ 36 h 55"/>
                <a:gd name="T16" fmla="*/ 20 w 109"/>
                <a:gd name="T17" fmla="*/ 44 h 55"/>
                <a:gd name="T18" fmla="*/ 38 w 109"/>
                <a:gd name="T19" fmla="*/ 48 h 55"/>
                <a:gd name="T20" fmla="*/ 54 w 109"/>
                <a:gd name="T21" fmla="*/ 55 h 55"/>
                <a:gd name="T22" fmla="*/ 67 w 109"/>
                <a:gd name="T23" fmla="*/ 53 h 55"/>
                <a:gd name="T24" fmla="*/ 80 w 109"/>
                <a:gd name="T25" fmla="*/ 47 h 55"/>
                <a:gd name="T26" fmla="*/ 90 w 109"/>
                <a:gd name="T27" fmla="*/ 44 h 55"/>
                <a:gd name="T28" fmla="*/ 97 w 109"/>
                <a:gd name="T29" fmla="*/ 36 h 55"/>
                <a:gd name="T30" fmla="*/ 104 w 109"/>
                <a:gd name="T31" fmla="*/ 26 h 55"/>
                <a:gd name="T32" fmla="*/ 102 w 109"/>
                <a:gd name="T33" fmla="*/ 21 h 55"/>
                <a:gd name="T34" fmla="*/ 109 w 109"/>
                <a:gd name="T35" fmla="*/ 16 h 55"/>
                <a:gd name="T36" fmla="*/ 109 w 109"/>
                <a:gd name="T37" fmla="*/ 10 h 55"/>
                <a:gd name="T38" fmla="*/ 106 w 109"/>
                <a:gd name="T39" fmla="*/ 3 h 55"/>
                <a:gd name="T40" fmla="*/ 102 w 109"/>
                <a:gd name="T41" fmla="*/ 0 h 55"/>
                <a:gd name="T42" fmla="*/ 87 w 109"/>
                <a:gd name="T43"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55">
                  <a:moveTo>
                    <a:pt x="87" y="2"/>
                  </a:moveTo>
                  <a:lnTo>
                    <a:pt x="76" y="8"/>
                  </a:lnTo>
                  <a:lnTo>
                    <a:pt x="50" y="10"/>
                  </a:lnTo>
                  <a:lnTo>
                    <a:pt x="27" y="13"/>
                  </a:lnTo>
                  <a:lnTo>
                    <a:pt x="15" y="16"/>
                  </a:lnTo>
                  <a:lnTo>
                    <a:pt x="6" y="21"/>
                  </a:lnTo>
                  <a:lnTo>
                    <a:pt x="0" y="31"/>
                  </a:lnTo>
                  <a:lnTo>
                    <a:pt x="3" y="36"/>
                  </a:lnTo>
                  <a:lnTo>
                    <a:pt x="20" y="44"/>
                  </a:lnTo>
                  <a:lnTo>
                    <a:pt x="38" y="48"/>
                  </a:lnTo>
                  <a:lnTo>
                    <a:pt x="54" y="55"/>
                  </a:lnTo>
                  <a:lnTo>
                    <a:pt x="67" y="53"/>
                  </a:lnTo>
                  <a:lnTo>
                    <a:pt x="80" y="47"/>
                  </a:lnTo>
                  <a:lnTo>
                    <a:pt x="90" y="44"/>
                  </a:lnTo>
                  <a:lnTo>
                    <a:pt x="97" y="36"/>
                  </a:lnTo>
                  <a:lnTo>
                    <a:pt x="104" y="26"/>
                  </a:lnTo>
                  <a:lnTo>
                    <a:pt x="102" y="21"/>
                  </a:lnTo>
                  <a:lnTo>
                    <a:pt x="109" y="16"/>
                  </a:lnTo>
                  <a:lnTo>
                    <a:pt x="109" y="10"/>
                  </a:lnTo>
                  <a:lnTo>
                    <a:pt x="106" y="3"/>
                  </a:lnTo>
                  <a:lnTo>
                    <a:pt x="102" y="0"/>
                  </a:lnTo>
                  <a:lnTo>
                    <a:pt x="87" y="2"/>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1" name="Freeform 145">
              <a:extLst>
                <a:ext uri="{FF2B5EF4-FFF2-40B4-BE49-F238E27FC236}">
                  <a16:creationId xmlns:a16="http://schemas.microsoft.com/office/drawing/2014/main" id="{C7E8820E-FDD6-9B4D-1FAF-275ED9F3EA87}"/>
                </a:ext>
              </a:extLst>
            </p:cNvPr>
            <p:cNvSpPr>
              <a:spLocks/>
            </p:cNvSpPr>
            <p:nvPr/>
          </p:nvSpPr>
          <p:spPr bwMode="auto">
            <a:xfrm>
              <a:off x="2800" y="3528"/>
              <a:ext cx="114" cy="54"/>
            </a:xfrm>
            <a:custGeom>
              <a:avLst/>
              <a:gdLst>
                <a:gd name="T0" fmla="*/ 91 w 114"/>
                <a:gd name="T1" fmla="*/ 1 h 54"/>
                <a:gd name="T2" fmla="*/ 79 w 114"/>
                <a:gd name="T3" fmla="*/ 8 h 54"/>
                <a:gd name="T4" fmla="*/ 53 w 114"/>
                <a:gd name="T5" fmla="*/ 9 h 54"/>
                <a:gd name="T6" fmla="*/ 32 w 114"/>
                <a:gd name="T7" fmla="*/ 12 h 54"/>
                <a:gd name="T8" fmla="*/ 16 w 114"/>
                <a:gd name="T9" fmla="*/ 17 h 54"/>
                <a:gd name="T10" fmla="*/ 7 w 114"/>
                <a:gd name="T11" fmla="*/ 22 h 54"/>
                <a:gd name="T12" fmla="*/ 0 w 114"/>
                <a:gd name="T13" fmla="*/ 30 h 54"/>
                <a:gd name="T14" fmla="*/ 6 w 114"/>
                <a:gd name="T15" fmla="*/ 37 h 54"/>
                <a:gd name="T16" fmla="*/ 21 w 114"/>
                <a:gd name="T17" fmla="*/ 43 h 54"/>
                <a:gd name="T18" fmla="*/ 42 w 114"/>
                <a:gd name="T19" fmla="*/ 49 h 54"/>
                <a:gd name="T20" fmla="*/ 56 w 114"/>
                <a:gd name="T21" fmla="*/ 54 h 54"/>
                <a:gd name="T22" fmla="*/ 72 w 114"/>
                <a:gd name="T23" fmla="*/ 51 h 54"/>
                <a:gd name="T24" fmla="*/ 84 w 114"/>
                <a:gd name="T25" fmla="*/ 46 h 54"/>
                <a:gd name="T26" fmla="*/ 93 w 114"/>
                <a:gd name="T27" fmla="*/ 43 h 54"/>
                <a:gd name="T28" fmla="*/ 101 w 114"/>
                <a:gd name="T29" fmla="*/ 35 h 54"/>
                <a:gd name="T30" fmla="*/ 108 w 114"/>
                <a:gd name="T31" fmla="*/ 25 h 54"/>
                <a:gd name="T32" fmla="*/ 105 w 114"/>
                <a:gd name="T33" fmla="*/ 22 h 54"/>
                <a:gd name="T34" fmla="*/ 114 w 114"/>
                <a:gd name="T35" fmla="*/ 17 h 54"/>
                <a:gd name="T36" fmla="*/ 114 w 114"/>
                <a:gd name="T37" fmla="*/ 9 h 54"/>
                <a:gd name="T38" fmla="*/ 110 w 114"/>
                <a:gd name="T39" fmla="*/ 4 h 54"/>
                <a:gd name="T40" fmla="*/ 105 w 114"/>
                <a:gd name="T41" fmla="*/ 0 h 54"/>
                <a:gd name="T42" fmla="*/ 91 w 114"/>
                <a:gd name="T43"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54">
                  <a:moveTo>
                    <a:pt x="91" y="1"/>
                  </a:moveTo>
                  <a:lnTo>
                    <a:pt x="79" y="8"/>
                  </a:lnTo>
                  <a:lnTo>
                    <a:pt x="53" y="9"/>
                  </a:lnTo>
                  <a:lnTo>
                    <a:pt x="32" y="12"/>
                  </a:lnTo>
                  <a:lnTo>
                    <a:pt x="16" y="17"/>
                  </a:lnTo>
                  <a:lnTo>
                    <a:pt x="7" y="22"/>
                  </a:lnTo>
                  <a:lnTo>
                    <a:pt x="0" y="30"/>
                  </a:lnTo>
                  <a:lnTo>
                    <a:pt x="6" y="37"/>
                  </a:lnTo>
                  <a:lnTo>
                    <a:pt x="21" y="43"/>
                  </a:lnTo>
                  <a:lnTo>
                    <a:pt x="42" y="49"/>
                  </a:lnTo>
                  <a:lnTo>
                    <a:pt x="56" y="54"/>
                  </a:lnTo>
                  <a:lnTo>
                    <a:pt x="72" y="51"/>
                  </a:lnTo>
                  <a:lnTo>
                    <a:pt x="84" y="46"/>
                  </a:lnTo>
                  <a:lnTo>
                    <a:pt x="93" y="43"/>
                  </a:lnTo>
                  <a:lnTo>
                    <a:pt x="101" y="35"/>
                  </a:lnTo>
                  <a:lnTo>
                    <a:pt x="108" y="25"/>
                  </a:lnTo>
                  <a:lnTo>
                    <a:pt x="105" y="22"/>
                  </a:lnTo>
                  <a:lnTo>
                    <a:pt x="114" y="17"/>
                  </a:lnTo>
                  <a:lnTo>
                    <a:pt x="114" y="9"/>
                  </a:lnTo>
                  <a:lnTo>
                    <a:pt x="110" y="4"/>
                  </a:lnTo>
                  <a:lnTo>
                    <a:pt x="105" y="0"/>
                  </a:lnTo>
                  <a:lnTo>
                    <a:pt x="91" y="1"/>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2" name="Freeform 146">
              <a:extLst>
                <a:ext uri="{FF2B5EF4-FFF2-40B4-BE49-F238E27FC236}">
                  <a16:creationId xmlns:a16="http://schemas.microsoft.com/office/drawing/2014/main" id="{1CA4E32D-BB8E-A2DC-5CBA-E6973B426B0C}"/>
                </a:ext>
              </a:extLst>
            </p:cNvPr>
            <p:cNvSpPr>
              <a:spLocks/>
            </p:cNvSpPr>
            <p:nvPr/>
          </p:nvSpPr>
          <p:spPr bwMode="auto">
            <a:xfrm>
              <a:off x="2944" y="3281"/>
              <a:ext cx="91" cy="42"/>
            </a:xfrm>
            <a:custGeom>
              <a:avLst/>
              <a:gdLst>
                <a:gd name="T0" fmla="*/ 2 w 96"/>
                <a:gd name="T1" fmla="*/ 8 h 42"/>
                <a:gd name="T2" fmla="*/ 42 w 96"/>
                <a:gd name="T3" fmla="*/ 0 h 42"/>
                <a:gd name="T4" fmla="*/ 71 w 96"/>
                <a:gd name="T5" fmla="*/ 2 h 42"/>
                <a:gd name="T6" fmla="*/ 92 w 96"/>
                <a:gd name="T7" fmla="*/ 13 h 42"/>
                <a:gd name="T8" fmla="*/ 96 w 96"/>
                <a:gd name="T9" fmla="*/ 26 h 42"/>
                <a:gd name="T10" fmla="*/ 89 w 96"/>
                <a:gd name="T11" fmla="*/ 34 h 42"/>
                <a:gd name="T12" fmla="*/ 71 w 96"/>
                <a:gd name="T13" fmla="*/ 42 h 42"/>
                <a:gd name="T14" fmla="*/ 42 w 96"/>
                <a:gd name="T15" fmla="*/ 42 h 42"/>
                <a:gd name="T16" fmla="*/ 10 w 96"/>
                <a:gd name="T17" fmla="*/ 36 h 42"/>
                <a:gd name="T18" fmla="*/ 0 w 96"/>
                <a:gd name="T19" fmla="*/ 20 h 42"/>
                <a:gd name="T20" fmla="*/ 2 w 96"/>
                <a:gd name="T2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42">
                  <a:moveTo>
                    <a:pt x="2" y="8"/>
                  </a:moveTo>
                  <a:lnTo>
                    <a:pt x="42" y="0"/>
                  </a:lnTo>
                  <a:lnTo>
                    <a:pt x="71" y="2"/>
                  </a:lnTo>
                  <a:lnTo>
                    <a:pt x="92" y="13"/>
                  </a:lnTo>
                  <a:lnTo>
                    <a:pt x="96" y="26"/>
                  </a:lnTo>
                  <a:lnTo>
                    <a:pt x="89" y="34"/>
                  </a:lnTo>
                  <a:lnTo>
                    <a:pt x="71" y="42"/>
                  </a:lnTo>
                  <a:lnTo>
                    <a:pt x="42" y="42"/>
                  </a:lnTo>
                  <a:lnTo>
                    <a:pt x="10" y="36"/>
                  </a:lnTo>
                  <a:lnTo>
                    <a:pt x="0" y="20"/>
                  </a:lnTo>
                  <a:lnTo>
                    <a:pt x="2"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3" name="Freeform 147">
              <a:extLst>
                <a:ext uri="{FF2B5EF4-FFF2-40B4-BE49-F238E27FC236}">
                  <a16:creationId xmlns:a16="http://schemas.microsoft.com/office/drawing/2014/main" id="{DB9BDBF4-3BF2-AA27-8A6D-09A89E1ABE48}"/>
                </a:ext>
              </a:extLst>
            </p:cNvPr>
            <p:cNvSpPr>
              <a:spLocks/>
            </p:cNvSpPr>
            <p:nvPr/>
          </p:nvSpPr>
          <p:spPr bwMode="auto">
            <a:xfrm>
              <a:off x="2765" y="3582"/>
              <a:ext cx="102" cy="42"/>
            </a:xfrm>
            <a:custGeom>
              <a:avLst/>
              <a:gdLst>
                <a:gd name="T0" fmla="*/ 2 w 98"/>
                <a:gd name="T1" fmla="*/ 8 h 42"/>
                <a:gd name="T2" fmla="*/ 42 w 98"/>
                <a:gd name="T3" fmla="*/ 0 h 42"/>
                <a:gd name="T4" fmla="*/ 74 w 98"/>
                <a:gd name="T5" fmla="*/ 2 h 42"/>
                <a:gd name="T6" fmla="*/ 95 w 98"/>
                <a:gd name="T7" fmla="*/ 15 h 42"/>
                <a:gd name="T8" fmla="*/ 98 w 98"/>
                <a:gd name="T9" fmla="*/ 26 h 42"/>
                <a:gd name="T10" fmla="*/ 91 w 98"/>
                <a:gd name="T11" fmla="*/ 34 h 42"/>
                <a:gd name="T12" fmla="*/ 74 w 98"/>
                <a:gd name="T13" fmla="*/ 42 h 42"/>
                <a:gd name="T14" fmla="*/ 42 w 98"/>
                <a:gd name="T15" fmla="*/ 42 h 42"/>
                <a:gd name="T16" fmla="*/ 11 w 98"/>
                <a:gd name="T17" fmla="*/ 36 h 42"/>
                <a:gd name="T18" fmla="*/ 0 w 98"/>
                <a:gd name="T19" fmla="*/ 20 h 42"/>
                <a:gd name="T20" fmla="*/ 2 w 98"/>
                <a:gd name="T2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42">
                  <a:moveTo>
                    <a:pt x="2" y="8"/>
                  </a:moveTo>
                  <a:lnTo>
                    <a:pt x="42" y="0"/>
                  </a:lnTo>
                  <a:lnTo>
                    <a:pt x="74" y="2"/>
                  </a:lnTo>
                  <a:lnTo>
                    <a:pt x="95" y="15"/>
                  </a:lnTo>
                  <a:lnTo>
                    <a:pt x="98" y="26"/>
                  </a:lnTo>
                  <a:lnTo>
                    <a:pt x="91" y="34"/>
                  </a:lnTo>
                  <a:lnTo>
                    <a:pt x="74" y="42"/>
                  </a:lnTo>
                  <a:lnTo>
                    <a:pt x="42" y="42"/>
                  </a:lnTo>
                  <a:lnTo>
                    <a:pt x="11" y="36"/>
                  </a:lnTo>
                  <a:lnTo>
                    <a:pt x="0" y="20"/>
                  </a:lnTo>
                  <a:lnTo>
                    <a:pt x="2"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4" name="Freeform 148">
              <a:extLst>
                <a:ext uri="{FF2B5EF4-FFF2-40B4-BE49-F238E27FC236}">
                  <a16:creationId xmlns:a16="http://schemas.microsoft.com/office/drawing/2014/main" id="{EB8B9C46-1278-2DBA-0805-CBB94A2F1822}"/>
                </a:ext>
              </a:extLst>
            </p:cNvPr>
            <p:cNvSpPr>
              <a:spLocks/>
            </p:cNvSpPr>
            <p:nvPr/>
          </p:nvSpPr>
          <p:spPr bwMode="auto">
            <a:xfrm>
              <a:off x="3004" y="3539"/>
              <a:ext cx="112" cy="53"/>
            </a:xfrm>
            <a:custGeom>
              <a:avLst/>
              <a:gdLst>
                <a:gd name="T0" fmla="*/ 87 w 112"/>
                <a:gd name="T1" fmla="*/ 53 h 53"/>
                <a:gd name="T2" fmla="*/ 77 w 112"/>
                <a:gd name="T3" fmla="*/ 46 h 53"/>
                <a:gd name="T4" fmla="*/ 51 w 112"/>
                <a:gd name="T5" fmla="*/ 43 h 53"/>
                <a:gd name="T6" fmla="*/ 28 w 112"/>
                <a:gd name="T7" fmla="*/ 42 h 53"/>
                <a:gd name="T8" fmla="*/ 16 w 112"/>
                <a:gd name="T9" fmla="*/ 37 h 53"/>
                <a:gd name="T10" fmla="*/ 7 w 112"/>
                <a:gd name="T11" fmla="*/ 32 h 53"/>
                <a:gd name="T12" fmla="*/ 0 w 112"/>
                <a:gd name="T13" fmla="*/ 24 h 53"/>
                <a:gd name="T14" fmla="*/ 4 w 112"/>
                <a:gd name="T15" fmla="*/ 17 h 53"/>
                <a:gd name="T16" fmla="*/ 21 w 112"/>
                <a:gd name="T17" fmla="*/ 11 h 53"/>
                <a:gd name="T18" fmla="*/ 39 w 112"/>
                <a:gd name="T19" fmla="*/ 5 h 53"/>
                <a:gd name="T20" fmla="*/ 54 w 112"/>
                <a:gd name="T21" fmla="*/ 0 h 53"/>
                <a:gd name="T22" fmla="*/ 68 w 112"/>
                <a:gd name="T23" fmla="*/ 3 h 53"/>
                <a:gd name="T24" fmla="*/ 82 w 112"/>
                <a:gd name="T25" fmla="*/ 6 h 53"/>
                <a:gd name="T26" fmla="*/ 91 w 112"/>
                <a:gd name="T27" fmla="*/ 11 h 53"/>
                <a:gd name="T28" fmla="*/ 98 w 112"/>
                <a:gd name="T29" fmla="*/ 19 h 53"/>
                <a:gd name="T30" fmla="*/ 107 w 112"/>
                <a:gd name="T31" fmla="*/ 29 h 53"/>
                <a:gd name="T32" fmla="*/ 103 w 112"/>
                <a:gd name="T33" fmla="*/ 32 h 53"/>
                <a:gd name="T34" fmla="*/ 112 w 112"/>
                <a:gd name="T35" fmla="*/ 37 h 53"/>
                <a:gd name="T36" fmla="*/ 112 w 112"/>
                <a:gd name="T37" fmla="*/ 43 h 53"/>
                <a:gd name="T38" fmla="*/ 107 w 112"/>
                <a:gd name="T39" fmla="*/ 50 h 53"/>
                <a:gd name="T40" fmla="*/ 103 w 112"/>
                <a:gd name="T41" fmla="*/ 53 h 53"/>
                <a:gd name="T42" fmla="*/ 87 w 112"/>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2" h="53">
                  <a:moveTo>
                    <a:pt x="87" y="53"/>
                  </a:moveTo>
                  <a:lnTo>
                    <a:pt x="77" y="46"/>
                  </a:lnTo>
                  <a:lnTo>
                    <a:pt x="51" y="43"/>
                  </a:lnTo>
                  <a:lnTo>
                    <a:pt x="28" y="42"/>
                  </a:lnTo>
                  <a:lnTo>
                    <a:pt x="16" y="37"/>
                  </a:lnTo>
                  <a:lnTo>
                    <a:pt x="7" y="32"/>
                  </a:lnTo>
                  <a:lnTo>
                    <a:pt x="0" y="24"/>
                  </a:lnTo>
                  <a:lnTo>
                    <a:pt x="4" y="17"/>
                  </a:lnTo>
                  <a:lnTo>
                    <a:pt x="21" y="11"/>
                  </a:lnTo>
                  <a:lnTo>
                    <a:pt x="39" y="5"/>
                  </a:lnTo>
                  <a:lnTo>
                    <a:pt x="54" y="0"/>
                  </a:lnTo>
                  <a:lnTo>
                    <a:pt x="68" y="3"/>
                  </a:lnTo>
                  <a:lnTo>
                    <a:pt x="82" y="6"/>
                  </a:lnTo>
                  <a:lnTo>
                    <a:pt x="91" y="11"/>
                  </a:lnTo>
                  <a:lnTo>
                    <a:pt x="98" y="19"/>
                  </a:lnTo>
                  <a:lnTo>
                    <a:pt x="107" y="29"/>
                  </a:lnTo>
                  <a:lnTo>
                    <a:pt x="103" y="32"/>
                  </a:lnTo>
                  <a:lnTo>
                    <a:pt x="112" y="37"/>
                  </a:lnTo>
                  <a:lnTo>
                    <a:pt x="112" y="43"/>
                  </a:lnTo>
                  <a:lnTo>
                    <a:pt x="107" y="50"/>
                  </a:lnTo>
                  <a:lnTo>
                    <a:pt x="103" y="53"/>
                  </a:lnTo>
                  <a:lnTo>
                    <a:pt x="87" y="53"/>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5" name="Freeform 149">
              <a:extLst>
                <a:ext uri="{FF2B5EF4-FFF2-40B4-BE49-F238E27FC236}">
                  <a16:creationId xmlns:a16="http://schemas.microsoft.com/office/drawing/2014/main" id="{F855E9B6-F093-F30B-B08F-1C256871FAC9}"/>
                </a:ext>
              </a:extLst>
            </p:cNvPr>
            <p:cNvSpPr>
              <a:spLocks/>
            </p:cNvSpPr>
            <p:nvPr/>
          </p:nvSpPr>
          <p:spPr bwMode="auto">
            <a:xfrm>
              <a:off x="2595" y="3518"/>
              <a:ext cx="103" cy="59"/>
            </a:xfrm>
            <a:custGeom>
              <a:avLst/>
              <a:gdLst>
                <a:gd name="T0" fmla="*/ 21 w 101"/>
                <a:gd name="T1" fmla="*/ 58 h 59"/>
                <a:gd name="T2" fmla="*/ 31 w 101"/>
                <a:gd name="T3" fmla="*/ 51 h 59"/>
                <a:gd name="T4" fmla="*/ 54 w 101"/>
                <a:gd name="T5" fmla="*/ 48 h 59"/>
                <a:gd name="T6" fmla="*/ 75 w 101"/>
                <a:gd name="T7" fmla="*/ 47 h 59"/>
                <a:gd name="T8" fmla="*/ 87 w 101"/>
                <a:gd name="T9" fmla="*/ 42 h 59"/>
                <a:gd name="T10" fmla="*/ 96 w 101"/>
                <a:gd name="T11" fmla="*/ 35 h 59"/>
                <a:gd name="T12" fmla="*/ 101 w 101"/>
                <a:gd name="T13" fmla="*/ 26 h 59"/>
                <a:gd name="T14" fmla="*/ 99 w 101"/>
                <a:gd name="T15" fmla="*/ 19 h 59"/>
                <a:gd name="T16" fmla="*/ 83 w 101"/>
                <a:gd name="T17" fmla="*/ 11 h 59"/>
                <a:gd name="T18" fmla="*/ 66 w 101"/>
                <a:gd name="T19" fmla="*/ 5 h 59"/>
                <a:gd name="T20" fmla="*/ 50 w 101"/>
                <a:gd name="T21" fmla="*/ 0 h 59"/>
                <a:gd name="T22" fmla="*/ 38 w 101"/>
                <a:gd name="T23" fmla="*/ 1 h 59"/>
                <a:gd name="T24" fmla="*/ 26 w 101"/>
                <a:gd name="T25" fmla="*/ 6 h 59"/>
                <a:gd name="T26" fmla="*/ 17 w 101"/>
                <a:gd name="T27" fmla="*/ 11 h 59"/>
                <a:gd name="T28" fmla="*/ 10 w 101"/>
                <a:gd name="T29" fmla="*/ 21 h 59"/>
                <a:gd name="T30" fmla="*/ 3 w 101"/>
                <a:gd name="T31" fmla="*/ 32 h 59"/>
                <a:gd name="T32" fmla="*/ 5 w 101"/>
                <a:gd name="T33" fmla="*/ 35 h 59"/>
                <a:gd name="T34" fmla="*/ 0 w 101"/>
                <a:gd name="T35" fmla="*/ 42 h 59"/>
                <a:gd name="T36" fmla="*/ 0 w 101"/>
                <a:gd name="T37" fmla="*/ 48 h 59"/>
                <a:gd name="T38" fmla="*/ 1 w 101"/>
                <a:gd name="T39" fmla="*/ 55 h 59"/>
                <a:gd name="T40" fmla="*/ 5 w 101"/>
                <a:gd name="T41" fmla="*/ 59 h 59"/>
                <a:gd name="T42" fmla="*/ 21 w 101"/>
                <a:gd name="T43"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59">
                  <a:moveTo>
                    <a:pt x="21" y="58"/>
                  </a:moveTo>
                  <a:lnTo>
                    <a:pt x="31" y="51"/>
                  </a:lnTo>
                  <a:lnTo>
                    <a:pt x="54" y="48"/>
                  </a:lnTo>
                  <a:lnTo>
                    <a:pt x="75" y="47"/>
                  </a:lnTo>
                  <a:lnTo>
                    <a:pt x="87" y="42"/>
                  </a:lnTo>
                  <a:lnTo>
                    <a:pt x="96" y="35"/>
                  </a:lnTo>
                  <a:lnTo>
                    <a:pt x="101" y="26"/>
                  </a:lnTo>
                  <a:lnTo>
                    <a:pt x="99" y="19"/>
                  </a:lnTo>
                  <a:lnTo>
                    <a:pt x="83" y="11"/>
                  </a:lnTo>
                  <a:lnTo>
                    <a:pt x="66" y="5"/>
                  </a:lnTo>
                  <a:lnTo>
                    <a:pt x="50" y="0"/>
                  </a:lnTo>
                  <a:lnTo>
                    <a:pt x="38" y="1"/>
                  </a:lnTo>
                  <a:lnTo>
                    <a:pt x="26" y="6"/>
                  </a:lnTo>
                  <a:lnTo>
                    <a:pt x="17" y="11"/>
                  </a:lnTo>
                  <a:lnTo>
                    <a:pt x="10" y="21"/>
                  </a:lnTo>
                  <a:lnTo>
                    <a:pt x="3" y="32"/>
                  </a:lnTo>
                  <a:lnTo>
                    <a:pt x="5" y="35"/>
                  </a:lnTo>
                  <a:lnTo>
                    <a:pt x="0" y="42"/>
                  </a:lnTo>
                  <a:lnTo>
                    <a:pt x="0" y="48"/>
                  </a:lnTo>
                  <a:lnTo>
                    <a:pt x="1" y="55"/>
                  </a:lnTo>
                  <a:lnTo>
                    <a:pt x="5" y="59"/>
                  </a:lnTo>
                  <a:lnTo>
                    <a:pt x="21" y="5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6" name="Freeform 150">
              <a:extLst>
                <a:ext uri="{FF2B5EF4-FFF2-40B4-BE49-F238E27FC236}">
                  <a16:creationId xmlns:a16="http://schemas.microsoft.com/office/drawing/2014/main" id="{57557479-B9F2-29A3-8679-08BCCAFEE9A6}"/>
                </a:ext>
              </a:extLst>
            </p:cNvPr>
            <p:cNvSpPr>
              <a:spLocks/>
            </p:cNvSpPr>
            <p:nvPr/>
          </p:nvSpPr>
          <p:spPr bwMode="auto">
            <a:xfrm>
              <a:off x="3144" y="3196"/>
              <a:ext cx="80" cy="40"/>
            </a:xfrm>
            <a:custGeom>
              <a:avLst/>
              <a:gdLst>
                <a:gd name="T0" fmla="*/ 78 w 80"/>
                <a:gd name="T1" fmla="*/ 7 h 40"/>
                <a:gd name="T2" fmla="*/ 45 w 80"/>
                <a:gd name="T3" fmla="*/ 0 h 40"/>
                <a:gd name="T4" fmla="*/ 19 w 80"/>
                <a:gd name="T5" fmla="*/ 0 h 40"/>
                <a:gd name="T6" fmla="*/ 1 w 80"/>
                <a:gd name="T7" fmla="*/ 11 h 40"/>
                <a:gd name="T8" fmla="*/ 0 w 80"/>
                <a:gd name="T9" fmla="*/ 24 h 40"/>
                <a:gd name="T10" fmla="*/ 5 w 80"/>
                <a:gd name="T11" fmla="*/ 32 h 40"/>
                <a:gd name="T12" fmla="*/ 19 w 80"/>
                <a:gd name="T13" fmla="*/ 40 h 40"/>
                <a:gd name="T14" fmla="*/ 45 w 80"/>
                <a:gd name="T15" fmla="*/ 40 h 40"/>
                <a:gd name="T16" fmla="*/ 69 w 80"/>
                <a:gd name="T17" fmla="*/ 34 h 40"/>
                <a:gd name="T18" fmla="*/ 80 w 80"/>
                <a:gd name="T19" fmla="*/ 18 h 40"/>
                <a:gd name="T20" fmla="*/ 78 w 80"/>
                <a:gd name="T21"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40">
                  <a:moveTo>
                    <a:pt x="78" y="7"/>
                  </a:moveTo>
                  <a:lnTo>
                    <a:pt x="45" y="0"/>
                  </a:lnTo>
                  <a:lnTo>
                    <a:pt x="19" y="0"/>
                  </a:lnTo>
                  <a:lnTo>
                    <a:pt x="1" y="11"/>
                  </a:lnTo>
                  <a:lnTo>
                    <a:pt x="0" y="24"/>
                  </a:lnTo>
                  <a:lnTo>
                    <a:pt x="5" y="32"/>
                  </a:lnTo>
                  <a:lnTo>
                    <a:pt x="19" y="40"/>
                  </a:lnTo>
                  <a:lnTo>
                    <a:pt x="45" y="40"/>
                  </a:lnTo>
                  <a:lnTo>
                    <a:pt x="69" y="34"/>
                  </a:lnTo>
                  <a:lnTo>
                    <a:pt x="80" y="18"/>
                  </a:lnTo>
                  <a:lnTo>
                    <a:pt x="78" y="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7" name="Freeform 151">
              <a:extLst>
                <a:ext uri="{FF2B5EF4-FFF2-40B4-BE49-F238E27FC236}">
                  <a16:creationId xmlns:a16="http://schemas.microsoft.com/office/drawing/2014/main" id="{CEF7663B-E531-65A2-BFBA-590A7E360B48}"/>
                </a:ext>
              </a:extLst>
            </p:cNvPr>
            <p:cNvSpPr>
              <a:spLocks/>
            </p:cNvSpPr>
            <p:nvPr/>
          </p:nvSpPr>
          <p:spPr bwMode="auto">
            <a:xfrm>
              <a:off x="2661" y="3605"/>
              <a:ext cx="89" cy="42"/>
            </a:xfrm>
            <a:custGeom>
              <a:avLst/>
              <a:gdLst>
                <a:gd name="T0" fmla="*/ 0 w 89"/>
                <a:gd name="T1" fmla="*/ 5 h 42"/>
                <a:gd name="T2" fmla="*/ 42 w 89"/>
                <a:gd name="T3" fmla="*/ 0 h 42"/>
                <a:gd name="T4" fmla="*/ 71 w 89"/>
                <a:gd name="T5" fmla="*/ 6 h 42"/>
                <a:gd name="T6" fmla="*/ 82 w 89"/>
                <a:gd name="T7" fmla="*/ 13 h 42"/>
                <a:gd name="T8" fmla="*/ 89 w 89"/>
                <a:gd name="T9" fmla="*/ 27 h 42"/>
                <a:gd name="T10" fmla="*/ 85 w 89"/>
                <a:gd name="T11" fmla="*/ 42 h 42"/>
                <a:gd name="T12" fmla="*/ 26 w 89"/>
                <a:gd name="T13" fmla="*/ 37 h 42"/>
                <a:gd name="T14" fmla="*/ 0 w 89"/>
                <a:gd name="T15" fmla="*/ 25 h 42"/>
                <a:gd name="T16" fmla="*/ 0 w 89"/>
                <a:gd name="T17"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42">
                  <a:moveTo>
                    <a:pt x="0" y="5"/>
                  </a:moveTo>
                  <a:lnTo>
                    <a:pt x="42" y="0"/>
                  </a:lnTo>
                  <a:lnTo>
                    <a:pt x="71" y="6"/>
                  </a:lnTo>
                  <a:lnTo>
                    <a:pt x="82" y="13"/>
                  </a:lnTo>
                  <a:lnTo>
                    <a:pt x="89" y="27"/>
                  </a:lnTo>
                  <a:lnTo>
                    <a:pt x="85" y="42"/>
                  </a:lnTo>
                  <a:lnTo>
                    <a:pt x="26" y="37"/>
                  </a:lnTo>
                  <a:lnTo>
                    <a:pt x="0" y="25"/>
                  </a:lnTo>
                  <a:lnTo>
                    <a:pt x="0"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8" name="Freeform 152">
              <a:extLst>
                <a:ext uri="{FF2B5EF4-FFF2-40B4-BE49-F238E27FC236}">
                  <a16:creationId xmlns:a16="http://schemas.microsoft.com/office/drawing/2014/main" id="{1C102AD9-3AB3-9490-A502-94B5D8543755}"/>
                </a:ext>
              </a:extLst>
            </p:cNvPr>
            <p:cNvSpPr>
              <a:spLocks/>
            </p:cNvSpPr>
            <p:nvPr/>
          </p:nvSpPr>
          <p:spPr bwMode="auto">
            <a:xfrm>
              <a:off x="2892" y="3574"/>
              <a:ext cx="91" cy="40"/>
            </a:xfrm>
            <a:custGeom>
              <a:avLst/>
              <a:gdLst>
                <a:gd name="T0" fmla="*/ 1 w 92"/>
                <a:gd name="T1" fmla="*/ 8 h 42"/>
                <a:gd name="T2" fmla="*/ 42 w 92"/>
                <a:gd name="T3" fmla="*/ 0 h 42"/>
                <a:gd name="T4" fmla="*/ 69 w 92"/>
                <a:gd name="T5" fmla="*/ 2 h 42"/>
                <a:gd name="T6" fmla="*/ 90 w 92"/>
                <a:gd name="T7" fmla="*/ 13 h 42"/>
                <a:gd name="T8" fmla="*/ 92 w 92"/>
                <a:gd name="T9" fmla="*/ 26 h 42"/>
                <a:gd name="T10" fmla="*/ 87 w 92"/>
                <a:gd name="T11" fmla="*/ 34 h 42"/>
                <a:gd name="T12" fmla="*/ 69 w 92"/>
                <a:gd name="T13" fmla="*/ 42 h 42"/>
                <a:gd name="T14" fmla="*/ 42 w 92"/>
                <a:gd name="T15" fmla="*/ 42 h 42"/>
                <a:gd name="T16" fmla="*/ 10 w 92"/>
                <a:gd name="T17" fmla="*/ 36 h 42"/>
                <a:gd name="T18" fmla="*/ 0 w 92"/>
                <a:gd name="T19" fmla="*/ 19 h 42"/>
                <a:gd name="T20" fmla="*/ 1 w 92"/>
                <a:gd name="T2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42">
                  <a:moveTo>
                    <a:pt x="1" y="8"/>
                  </a:moveTo>
                  <a:lnTo>
                    <a:pt x="42" y="0"/>
                  </a:lnTo>
                  <a:lnTo>
                    <a:pt x="69" y="2"/>
                  </a:lnTo>
                  <a:lnTo>
                    <a:pt x="90" y="13"/>
                  </a:lnTo>
                  <a:lnTo>
                    <a:pt x="92" y="26"/>
                  </a:lnTo>
                  <a:lnTo>
                    <a:pt x="87" y="34"/>
                  </a:lnTo>
                  <a:lnTo>
                    <a:pt x="69" y="42"/>
                  </a:lnTo>
                  <a:lnTo>
                    <a:pt x="42" y="42"/>
                  </a:lnTo>
                  <a:lnTo>
                    <a:pt x="10" y="36"/>
                  </a:lnTo>
                  <a:lnTo>
                    <a:pt x="0" y="19"/>
                  </a:lnTo>
                  <a:lnTo>
                    <a:pt x="1" y="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69" name="Freeform 153">
              <a:extLst>
                <a:ext uri="{FF2B5EF4-FFF2-40B4-BE49-F238E27FC236}">
                  <a16:creationId xmlns:a16="http://schemas.microsoft.com/office/drawing/2014/main" id="{9D7AB2D8-892D-5904-6998-F3240676D511}"/>
                </a:ext>
              </a:extLst>
            </p:cNvPr>
            <p:cNvSpPr>
              <a:spLocks/>
            </p:cNvSpPr>
            <p:nvPr/>
          </p:nvSpPr>
          <p:spPr bwMode="auto">
            <a:xfrm>
              <a:off x="2994" y="3585"/>
              <a:ext cx="61" cy="34"/>
            </a:xfrm>
            <a:custGeom>
              <a:avLst/>
              <a:gdLst>
                <a:gd name="T0" fmla="*/ 0 w 61"/>
                <a:gd name="T1" fmla="*/ 5 h 34"/>
                <a:gd name="T2" fmla="*/ 28 w 61"/>
                <a:gd name="T3" fmla="*/ 0 h 34"/>
                <a:gd name="T4" fmla="*/ 45 w 61"/>
                <a:gd name="T5" fmla="*/ 0 h 34"/>
                <a:gd name="T6" fmla="*/ 59 w 61"/>
                <a:gd name="T7" fmla="*/ 12 h 34"/>
                <a:gd name="T8" fmla="*/ 61 w 61"/>
                <a:gd name="T9" fmla="*/ 20 h 34"/>
                <a:gd name="T10" fmla="*/ 57 w 61"/>
                <a:gd name="T11" fmla="*/ 28 h 34"/>
                <a:gd name="T12" fmla="*/ 45 w 61"/>
                <a:gd name="T13" fmla="*/ 34 h 34"/>
                <a:gd name="T14" fmla="*/ 28 w 61"/>
                <a:gd name="T15" fmla="*/ 34 h 34"/>
                <a:gd name="T16" fmla="*/ 7 w 61"/>
                <a:gd name="T17" fmla="*/ 29 h 34"/>
                <a:gd name="T18" fmla="*/ 0 w 61"/>
                <a:gd name="T19" fmla="*/ 15 h 34"/>
                <a:gd name="T20" fmla="*/ 0 w 61"/>
                <a:gd name="T21"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34">
                  <a:moveTo>
                    <a:pt x="0" y="5"/>
                  </a:moveTo>
                  <a:lnTo>
                    <a:pt x="28" y="0"/>
                  </a:lnTo>
                  <a:lnTo>
                    <a:pt x="45" y="0"/>
                  </a:lnTo>
                  <a:lnTo>
                    <a:pt x="59" y="12"/>
                  </a:lnTo>
                  <a:lnTo>
                    <a:pt x="61" y="20"/>
                  </a:lnTo>
                  <a:lnTo>
                    <a:pt x="57" y="28"/>
                  </a:lnTo>
                  <a:lnTo>
                    <a:pt x="45" y="34"/>
                  </a:lnTo>
                  <a:lnTo>
                    <a:pt x="28" y="34"/>
                  </a:lnTo>
                  <a:lnTo>
                    <a:pt x="7" y="29"/>
                  </a:lnTo>
                  <a:lnTo>
                    <a:pt x="0" y="15"/>
                  </a:lnTo>
                  <a:lnTo>
                    <a:pt x="0"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0" name="Freeform 154">
              <a:extLst>
                <a:ext uri="{FF2B5EF4-FFF2-40B4-BE49-F238E27FC236}">
                  <a16:creationId xmlns:a16="http://schemas.microsoft.com/office/drawing/2014/main" id="{7C952BF8-CF06-7BD1-0207-5F2F6D6D414E}"/>
                </a:ext>
              </a:extLst>
            </p:cNvPr>
            <p:cNvSpPr>
              <a:spLocks/>
            </p:cNvSpPr>
            <p:nvPr/>
          </p:nvSpPr>
          <p:spPr bwMode="auto">
            <a:xfrm>
              <a:off x="2928" y="3523"/>
              <a:ext cx="81" cy="35"/>
            </a:xfrm>
            <a:custGeom>
              <a:avLst/>
              <a:gdLst>
                <a:gd name="T0" fmla="*/ 0 w 85"/>
                <a:gd name="T1" fmla="*/ 5 h 34"/>
                <a:gd name="T2" fmla="*/ 38 w 85"/>
                <a:gd name="T3" fmla="*/ 0 h 34"/>
                <a:gd name="T4" fmla="*/ 64 w 85"/>
                <a:gd name="T5" fmla="*/ 0 h 34"/>
                <a:gd name="T6" fmla="*/ 85 w 85"/>
                <a:gd name="T7" fmla="*/ 12 h 34"/>
                <a:gd name="T8" fmla="*/ 85 w 85"/>
                <a:gd name="T9" fmla="*/ 21 h 34"/>
                <a:gd name="T10" fmla="*/ 83 w 85"/>
                <a:gd name="T11" fmla="*/ 28 h 34"/>
                <a:gd name="T12" fmla="*/ 64 w 85"/>
                <a:gd name="T13" fmla="*/ 34 h 34"/>
                <a:gd name="T14" fmla="*/ 38 w 85"/>
                <a:gd name="T15" fmla="*/ 34 h 34"/>
                <a:gd name="T16" fmla="*/ 8 w 85"/>
                <a:gd name="T17" fmla="*/ 29 h 34"/>
                <a:gd name="T18" fmla="*/ 0 w 85"/>
                <a:gd name="T19" fmla="*/ 16 h 34"/>
                <a:gd name="T20" fmla="*/ 0 w 85"/>
                <a:gd name="T21"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34">
                  <a:moveTo>
                    <a:pt x="0" y="5"/>
                  </a:moveTo>
                  <a:lnTo>
                    <a:pt x="38" y="0"/>
                  </a:lnTo>
                  <a:lnTo>
                    <a:pt x="64" y="0"/>
                  </a:lnTo>
                  <a:lnTo>
                    <a:pt x="85" y="12"/>
                  </a:lnTo>
                  <a:lnTo>
                    <a:pt x="85" y="21"/>
                  </a:lnTo>
                  <a:lnTo>
                    <a:pt x="83" y="28"/>
                  </a:lnTo>
                  <a:lnTo>
                    <a:pt x="64" y="34"/>
                  </a:lnTo>
                  <a:lnTo>
                    <a:pt x="38" y="34"/>
                  </a:lnTo>
                  <a:lnTo>
                    <a:pt x="8" y="29"/>
                  </a:lnTo>
                  <a:lnTo>
                    <a:pt x="0" y="16"/>
                  </a:lnTo>
                  <a:lnTo>
                    <a:pt x="0"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1" name="Freeform 155">
              <a:extLst>
                <a:ext uri="{FF2B5EF4-FFF2-40B4-BE49-F238E27FC236}">
                  <a16:creationId xmlns:a16="http://schemas.microsoft.com/office/drawing/2014/main" id="{042CF194-DC0C-EC58-6BA8-0403014416A8}"/>
                </a:ext>
              </a:extLst>
            </p:cNvPr>
            <p:cNvSpPr>
              <a:spLocks/>
            </p:cNvSpPr>
            <p:nvPr/>
          </p:nvSpPr>
          <p:spPr bwMode="auto">
            <a:xfrm>
              <a:off x="2673" y="3552"/>
              <a:ext cx="103" cy="50"/>
            </a:xfrm>
            <a:custGeom>
              <a:avLst/>
              <a:gdLst>
                <a:gd name="T0" fmla="*/ 103 w 103"/>
                <a:gd name="T1" fmla="*/ 4 h 48"/>
                <a:gd name="T2" fmla="*/ 54 w 103"/>
                <a:gd name="T3" fmla="*/ 0 h 48"/>
                <a:gd name="T4" fmla="*/ 19 w 103"/>
                <a:gd name="T5" fmla="*/ 6 h 48"/>
                <a:gd name="T6" fmla="*/ 5 w 103"/>
                <a:gd name="T7" fmla="*/ 13 h 48"/>
                <a:gd name="T8" fmla="*/ 0 w 103"/>
                <a:gd name="T9" fmla="*/ 30 h 48"/>
                <a:gd name="T10" fmla="*/ 4 w 103"/>
                <a:gd name="T11" fmla="*/ 48 h 48"/>
                <a:gd name="T12" fmla="*/ 72 w 103"/>
                <a:gd name="T13" fmla="*/ 41 h 48"/>
                <a:gd name="T14" fmla="*/ 103 w 103"/>
                <a:gd name="T15" fmla="*/ 29 h 48"/>
                <a:gd name="T16" fmla="*/ 103 w 103"/>
                <a:gd name="T17"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48">
                  <a:moveTo>
                    <a:pt x="103" y="4"/>
                  </a:moveTo>
                  <a:lnTo>
                    <a:pt x="54" y="0"/>
                  </a:lnTo>
                  <a:lnTo>
                    <a:pt x="19" y="6"/>
                  </a:lnTo>
                  <a:lnTo>
                    <a:pt x="5" y="13"/>
                  </a:lnTo>
                  <a:lnTo>
                    <a:pt x="0" y="30"/>
                  </a:lnTo>
                  <a:lnTo>
                    <a:pt x="4" y="48"/>
                  </a:lnTo>
                  <a:lnTo>
                    <a:pt x="72" y="41"/>
                  </a:lnTo>
                  <a:lnTo>
                    <a:pt x="103" y="29"/>
                  </a:lnTo>
                  <a:lnTo>
                    <a:pt x="103" y="4"/>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2" name="Freeform 156">
              <a:extLst>
                <a:ext uri="{FF2B5EF4-FFF2-40B4-BE49-F238E27FC236}">
                  <a16:creationId xmlns:a16="http://schemas.microsoft.com/office/drawing/2014/main" id="{6D93B2D0-4658-7911-FEE4-4C6EEF96BD9C}"/>
                </a:ext>
              </a:extLst>
            </p:cNvPr>
            <p:cNvSpPr>
              <a:spLocks/>
            </p:cNvSpPr>
            <p:nvPr/>
          </p:nvSpPr>
          <p:spPr bwMode="auto">
            <a:xfrm>
              <a:off x="2220" y="3505"/>
              <a:ext cx="434" cy="142"/>
            </a:xfrm>
            <a:custGeom>
              <a:avLst/>
              <a:gdLst>
                <a:gd name="T0" fmla="*/ 33 w 434"/>
                <a:gd name="T1" fmla="*/ 0 h 142"/>
                <a:gd name="T2" fmla="*/ 91 w 434"/>
                <a:gd name="T3" fmla="*/ 0 h 142"/>
                <a:gd name="T4" fmla="*/ 115 w 434"/>
                <a:gd name="T5" fmla="*/ 18 h 142"/>
                <a:gd name="T6" fmla="*/ 126 w 434"/>
                <a:gd name="T7" fmla="*/ 27 h 142"/>
                <a:gd name="T8" fmla="*/ 180 w 434"/>
                <a:gd name="T9" fmla="*/ 27 h 142"/>
                <a:gd name="T10" fmla="*/ 185 w 434"/>
                <a:gd name="T11" fmla="*/ 16 h 142"/>
                <a:gd name="T12" fmla="*/ 211 w 434"/>
                <a:gd name="T13" fmla="*/ 10 h 142"/>
                <a:gd name="T14" fmla="*/ 249 w 434"/>
                <a:gd name="T15" fmla="*/ 8 h 142"/>
                <a:gd name="T16" fmla="*/ 261 w 434"/>
                <a:gd name="T17" fmla="*/ 19 h 142"/>
                <a:gd name="T18" fmla="*/ 272 w 434"/>
                <a:gd name="T19" fmla="*/ 21 h 142"/>
                <a:gd name="T20" fmla="*/ 279 w 434"/>
                <a:gd name="T21" fmla="*/ 26 h 142"/>
                <a:gd name="T22" fmla="*/ 289 w 434"/>
                <a:gd name="T23" fmla="*/ 27 h 142"/>
                <a:gd name="T24" fmla="*/ 288 w 434"/>
                <a:gd name="T25" fmla="*/ 35 h 142"/>
                <a:gd name="T26" fmla="*/ 300 w 434"/>
                <a:gd name="T27" fmla="*/ 45 h 142"/>
                <a:gd name="T28" fmla="*/ 373 w 434"/>
                <a:gd name="T29" fmla="*/ 50 h 142"/>
                <a:gd name="T30" fmla="*/ 363 w 434"/>
                <a:gd name="T31" fmla="*/ 61 h 142"/>
                <a:gd name="T32" fmla="*/ 364 w 434"/>
                <a:gd name="T33" fmla="*/ 72 h 142"/>
                <a:gd name="T34" fmla="*/ 385 w 434"/>
                <a:gd name="T35" fmla="*/ 98 h 142"/>
                <a:gd name="T36" fmla="*/ 434 w 434"/>
                <a:gd name="T37" fmla="*/ 106 h 142"/>
                <a:gd name="T38" fmla="*/ 425 w 434"/>
                <a:gd name="T39" fmla="*/ 140 h 142"/>
                <a:gd name="T40" fmla="*/ 383 w 434"/>
                <a:gd name="T41" fmla="*/ 142 h 142"/>
                <a:gd name="T42" fmla="*/ 356 w 434"/>
                <a:gd name="T43" fmla="*/ 132 h 142"/>
                <a:gd name="T44" fmla="*/ 322 w 434"/>
                <a:gd name="T45" fmla="*/ 101 h 142"/>
                <a:gd name="T46" fmla="*/ 303 w 434"/>
                <a:gd name="T47" fmla="*/ 95 h 142"/>
                <a:gd name="T48" fmla="*/ 261 w 434"/>
                <a:gd name="T49" fmla="*/ 95 h 142"/>
                <a:gd name="T50" fmla="*/ 207 w 434"/>
                <a:gd name="T51" fmla="*/ 103 h 142"/>
                <a:gd name="T52" fmla="*/ 195 w 434"/>
                <a:gd name="T53" fmla="*/ 95 h 142"/>
                <a:gd name="T54" fmla="*/ 176 w 434"/>
                <a:gd name="T55" fmla="*/ 84 h 142"/>
                <a:gd name="T56" fmla="*/ 152 w 434"/>
                <a:gd name="T57" fmla="*/ 85 h 142"/>
                <a:gd name="T58" fmla="*/ 103 w 434"/>
                <a:gd name="T59" fmla="*/ 76 h 142"/>
                <a:gd name="T60" fmla="*/ 87 w 434"/>
                <a:gd name="T61" fmla="*/ 64 h 142"/>
                <a:gd name="T62" fmla="*/ 65 w 434"/>
                <a:gd name="T63" fmla="*/ 64 h 142"/>
                <a:gd name="T64" fmla="*/ 52 w 434"/>
                <a:gd name="T65" fmla="*/ 56 h 142"/>
                <a:gd name="T66" fmla="*/ 31 w 434"/>
                <a:gd name="T67" fmla="*/ 56 h 142"/>
                <a:gd name="T68" fmla="*/ 0 w 434"/>
                <a:gd name="T69" fmla="*/ 37 h 142"/>
                <a:gd name="T70" fmla="*/ 2 w 434"/>
                <a:gd name="T71" fmla="*/ 19 h 142"/>
                <a:gd name="T72" fmla="*/ 9 w 434"/>
                <a:gd name="T73" fmla="*/ 18 h 142"/>
                <a:gd name="T74" fmla="*/ 10 w 434"/>
                <a:gd name="T75" fmla="*/ 8 h 142"/>
                <a:gd name="T76" fmla="*/ 24 w 434"/>
                <a:gd name="T77" fmla="*/ 8 h 142"/>
                <a:gd name="T78" fmla="*/ 33 w 434"/>
                <a:gd name="T7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4" h="142">
                  <a:moveTo>
                    <a:pt x="33" y="0"/>
                  </a:moveTo>
                  <a:lnTo>
                    <a:pt x="91" y="0"/>
                  </a:lnTo>
                  <a:lnTo>
                    <a:pt x="115" y="18"/>
                  </a:lnTo>
                  <a:lnTo>
                    <a:pt x="126" y="27"/>
                  </a:lnTo>
                  <a:lnTo>
                    <a:pt x="180" y="27"/>
                  </a:lnTo>
                  <a:lnTo>
                    <a:pt x="185" y="16"/>
                  </a:lnTo>
                  <a:lnTo>
                    <a:pt x="211" y="10"/>
                  </a:lnTo>
                  <a:lnTo>
                    <a:pt x="249" y="8"/>
                  </a:lnTo>
                  <a:lnTo>
                    <a:pt x="261" y="19"/>
                  </a:lnTo>
                  <a:lnTo>
                    <a:pt x="272" y="21"/>
                  </a:lnTo>
                  <a:lnTo>
                    <a:pt x="279" y="26"/>
                  </a:lnTo>
                  <a:lnTo>
                    <a:pt x="289" y="27"/>
                  </a:lnTo>
                  <a:lnTo>
                    <a:pt x="288" y="35"/>
                  </a:lnTo>
                  <a:lnTo>
                    <a:pt x="300" y="45"/>
                  </a:lnTo>
                  <a:lnTo>
                    <a:pt x="373" y="50"/>
                  </a:lnTo>
                  <a:lnTo>
                    <a:pt x="363" y="61"/>
                  </a:lnTo>
                  <a:lnTo>
                    <a:pt x="364" y="72"/>
                  </a:lnTo>
                  <a:lnTo>
                    <a:pt x="385" y="98"/>
                  </a:lnTo>
                  <a:lnTo>
                    <a:pt x="434" y="106"/>
                  </a:lnTo>
                  <a:lnTo>
                    <a:pt x="425" y="140"/>
                  </a:lnTo>
                  <a:lnTo>
                    <a:pt x="383" y="142"/>
                  </a:lnTo>
                  <a:lnTo>
                    <a:pt x="356" y="132"/>
                  </a:lnTo>
                  <a:lnTo>
                    <a:pt x="322" y="101"/>
                  </a:lnTo>
                  <a:lnTo>
                    <a:pt x="303" y="95"/>
                  </a:lnTo>
                  <a:lnTo>
                    <a:pt x="261" y="95"/>
                  </a:lnTo>
                  <a:lnTo>
                    <a:pt x="207" y="103"/>
                  </a:lnTo>
                  <a:lnTo>
                    <a:pt x="195" y="95"/>
                  </a:lnTo>
                  <a:lnTo>
                    <a:pt x="176" y="84"/>
                  </a:lnTo>
                  <a:lnTo>
                    <a:pt x="152" y="85"/>
                  </a:lnTo>
                  <a:lnTo>
                    <a:pt x="103" y="76"/>
                  </a:lnTo>
                  <a:lnTo>
                    <a:pt x="87" y="64"/>
                  </a:lnTo>
                  <a:lnTo>
                    <a:pt x="65" y="64"/>
                  </a:lnTo>
                  <a:lnTo>
                    <a:pt x="52" y="56"/>
                  </a:lnTo>
                  <a:lnTo>
                    <a:pt x="31" y="56"/>
                  </a:lnTo>
                  <a:lnTo>
                    <a:pt x="0" y="37"/>
                  </a:lnTo>
                  <a:lnTo>
                    <a:pt x="2" y="19"/>
                  </a:lnTo>
                  <a:lnTo>
                    <a:pt x="9" y="18"/>
                  </a:lnTo>
                  <a:lnTo>
                    <a:pt x="10" y="8"/>
                  </a:lnTo>
                  <a:lnTo>
                    <a:pt x="24" y="8"/>
                  </a:lnTo>
                  <a:lnTo>
                    <a:pt x="33"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3" name="Freeform 157">
              <a:extLst>
                <a:ext uri="{FF2B5EF4-FFF2-40B4-BE49-F238E27FC236}">
                  <a16:creationId xmlns:a16="http://schemas.microsoft.com/office/drawing/2014/main" id="{DF23A768-F979-0501-CC16-A5A31C250BBE}"/>
                </a:ext>
              </a:extLst>
            </p:cNvPr>
            <p:cNvSpPr>
              <a:spLocks/>
            </p:cNvSpPr>
            <p:nvPr/>
          </p:nvSpPr>
          <p:spPr bwMode="auto">
            <a:xfrm>
              <a:off x="2696" y="3187"/>
              <a:ext cx="261" cy="289"/>
            </a:xfrm>
            <a:custGeom>
              <a:avLst/>
              <a:gdLst>
                <a:gd name="T0" fmla="*/ 254 w 263"/>
                <a:gd name="T1" fmla="*/ 45 h 289"/>
                <a:gd name="T2" fmla="*/ 158 w 263"/>
                <a:gd name="T3" fmla="*/ 75 h 289"/>
                <a:gd name="T4" fmla="*/ 130 w 263"/>
                <a:gd name="T5" fmla="*/ 64 h 289"/>
                <a:gd name="T6" fmla="*/ 96 w 263"/>
                <a:gd name="T7" fmla="*/ 70 h 289"/>
                <a:gd name="T8" fmla="*/ 71 w 263"/>
                <a:gd name="T9" fmla="*/ 91 h 289"/>
                <a:gd name="T10" fmla="*/ 85 w 263"/>
                <a:gd name="T11" fmla="*/ 93 h 289"/>
                <a:gd name="T12" fmla="*/ 104 w 263"/>
                <a:gd name="T13" fmla="*/ 125 h 289"/>
                <a:gd name="T14" fmla="*/ 115 w 263"/>
                <a:gd name="T15" fmla="*/ 109 h 289"/>
                <a:gd name="T16" fmla="*/ 171 w 263"/>
                <a:gd name="T17" fmla="*/ 96 h 289"/>
                <a:gd name="T18" fmla="*/ 179 w 263"/>
                <a:gd name="T19" fmla="*/ 83 h 289"/>
                <a:gd name="T20" fmla="*/ 179 w 263"/>
                <a:gd name="T21" fmla="*/ 115 h 289"/>
                <a:gd name="T22" fmla="*/ 162 w 263"/>
                <a:gd name="T23" fmla="*/ 131 h 289"/>
                <a:gd name="T24" fmla="*/ 148 w 263"/>
                <a:gd name="T25" fmla="*/ 148 h 289"/>
                <a:gd name="T26" fmla="*/ 179 w 263"/>
                <a:gd name="T27" fmla="*/ 223 h 289"/>
                <a:gd name="T28" fmla="*/ 160 w 263"/>
                <a:gd name="T29" fmla="*/ 234 h 289"/>
                <a:gd name="T30" fmla="*/ 125 w 263"/>
                <a:gd name="T31" fmla="*/ 241 h 289"/>
                <a:gd name="T32" fmla="*/ 115 w 263"/>
                <a:gd name="T33" fmla="*/ 210 h 289"/>
                <a:gd name="T34" fmla="*/ 108 w 263"/>
                <a:gd name="T35" fmla="*/ 185 h 289"/>
                <a:gd name="T36" fmla="*/ 73 w 263"/>
                <a:gd name="T37" fmla="*/ 170 h 289"/>
                <a:gd name="T38" fmla="*/ 87 w 263"/>
                <a:gd name="T39" fmla="*/ 204 h 289"/>
                <a:gd name="T40" fmla="*/ 85 w 263"/>
                <a:gd name="T41" fmla="*/ 223 h 289"/>
                <a:gd name="T42" fmla="*/ 96 w 263"/>
                <a:gd name="T43" fmla="*/ 238 h 289"/>
                <a:gd name="T44" fmla="*/ 80 w 263"/>
                <a:gd name="T45" fmla="*/ 289 h 289"/>
                <a:gd name="T46" fmla="*/ 52 w 263"/>
                <a:gd name="T47" fmla="*/ 213 h 289"/>
                <a:gd name="T48" fmla="*/ 0 w 263"/>
                <a:gd name="T49" fmla="*/ 178 h 289"/>
                <a:gd name="T50" fmla="*/ 22 w 263"/>
                <a:gd name="T51" fmla="*/ 131 h 289"/>
                <a:gd name="T52" fmla="*/ 49 w 263"/>
                <a:gd name="T53" fmla="*/ 117 h 289"/>
                <a:gd name="T54" fmla="*/ 54 w 263"/>
                <a:gd name="T55" fmla="*/ 65 h 289"/>
                <a:gd name="T56" fmla="*/ 76 w 263"/>
                <a:gd name="T57" fmla="*/ 37 h 289"/>
                <a:gd name="T58" fmla="*/ 96 w 263"/>
                <a:gd name="T59" fmla="*/ 32 h 289"/>
                <a:gd name="T60" fmla="*/ 106 w 263"/>
                <a:gd name="T61" fmla="*/ 17 h 289"/>
                <a:gd name="T62" fmla="*/ 129 w 263"/>
                <a:gd name="T63" fmla="*/ 28 h 289"/>
                <a:gd name="T64" fmla="*/ 202 w 263"/>
                <a:gd name="T65" fmla="*/ 37 h 289"/>
                <a:gd name="T66" fmla="*/ 235 w 263"/>
                <a:gd name="T67" fmla="*/ 2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3" h="289">
                  <a:moveTo>
                    <a:pt x="263" y="0"/>
                  </a:moveTo>
                  <a:lnTo>
                    <a:pt x="254" y="45"/>
                  </a:lnTo>
                  <a:lnTo>
                    <a:pt x="225" y="65"/>
                  </a:lnTo>
                  <a:lnTo>
                    <a:pt x="158" y="75"/>
                  </a:lnTo>
                  <a:lnTo>
                    <a:pt x="146" y="64"/>
                  </a:lnTo>
                  <a:lnTo>
                    <a:pt x="130" y="64"/>
                  </a:lnTo>
                  <a:lnTo>
                    <a:pt x="120" y="57"/>
                  </a:lnTo>
                  <a:lnTo>
                    <a:pt x="96" y="70"/>
                  </a:lnTo>
                  <a:lnTo>
                    <a:pt x="80" y="80"/>
                  </a:lnTo>
                  <a:lnTo>
                    <a:pt x="71" y="91"/>
                  </a:lnTo>
                  <a:lnTo>
                    <a:pt x="75" y="94"/>
                  </a:lnTo>
                  <a:lnTo>
                    <a:pt x="85" y="93"/>
                  </a:lnTo>
                  <a:lnTo>
                    <a:pt x="96" y="125"/>
                  </a:lnTo>
                  <a:lnTo>
                    <a:pt x="104" y="125"/>
                  </a:lnTo>
                  <a:lnTo>
                    <a:pt x="104" y="115"/>
                  </a:lnTo>
                  <a:lnTo>
                    <a:pt x="115" y="109"/>
                  </a:lnTo>
                  <a:lnTo>
                    <a:pt x="115" y="94"/>
                  </a:lnTo>
                  <a:lnTo>
                    <a:pt x="171" y="96"/>
                  </a:lnTo>
                  <a:lnTo>
                    <a:pt x="174" y="85"/>
                  </a:lnTo>
                  <a:lnTo>
                    <a:pt x="179" y="83"/>
                  </a:lnTo>
                  <a:lnTo>
                    <a:pt x="190" y="104"/>
                  </a:lnTo>
                  <a:lnTo>
                    <a:pt x="179" y="115"/>
                  </a:lnTo>
                  <a:lnTo>
                    <a:pt x="169" y="115"/>
                  </a:lnTo>
                  <a:lnTo>
                    <a:pt x="162" y="131"/>
                  </a:lnTo>
                  <a:lnTo>
                    <a:pt x="148" y="148"/>
                  </a:lnTo>
                  <a:lnTo>
                    <a:pt x="148" y="148"/>
                  </a:lnTo>
                  <a:lnTo>
                    <a:pt x="179" y="213"/>
                  </a:lnTo>
                  <a:lnTo>
                    <a:pt x="179" y="223"/>
                  </a:lnTo>
                  <a:lnTo>
                    <a:pt x="160" y="223"/>
                  </a:lnTo>
                  <a:lnTo>
                    <a:pt x="160" y="234"/>
                  </a:lnTo>
                  <a:lnTo>
                    <a:pt x="146" y="241"/>
                  </a:lnTo>
                  <a:lnTo>
                    <a:pt x="125" y="241"/>
                  </a:lnTo>
                  <a:lnTo>
                    <a:pt x="129" y="213"/>
                  </a:lnTo>
                  <a:lnTo>
                    <a:pt x="115" y="210"/>
                  </a:lnTo>
                  <a:lnTo>
                    <a:pt x="115" y="193"/>
                  </a:lnTo>
                  <a:lnTo>
                    <a:pt x="108" y="185"/>
                  </a:lnTo>
                  <a:lnTo>
                    <a:pt x="106" y="173"/>
                  </a:lnTo>
                  <a:lnTo>
                    <a:pt x="73" y="170"/>
                  </a:lnTo>
                  <a:lnTo>
                    <a:pt x="73" y="197"/>
                  </a:lnTo>
                  <a:lnTo>
                    <a:pt x="87" y="204"/>
                  </a:lnTo>
                  <a:lnTo>
                    <a:pt x="73" y="217"/>
                  </a:lnTo>
                  <a:lnTo>
                    <a:pt x="85" y="223"/>
                  </a:lnTo>
                  <a:lnTo>
                    <a:pt x="82" y="233"/>
                  </a:lnTo>
                  <a:lnTo>
                    <a:pt x="96" y="238"/>
                  </a:lnTo>
                  <a:lnTo>
                    <a:pt x="96" y="276"/>
                  </a:lnTo>
                  <a:lnTo>
                    <a:pt x="80" y="289"/>
                  </a:lnTo>
                  <a:lnTo>
                    <a:pt x="56" y="287"/>
                  </a:lnTo>
                  <a:lnTo>
                    <a:pt x="52" y="213"/>
                  </a:lnTo>
                  <a:lnTo>
                    <a:pt x="33" y="209"/>
                  </a:lnTo>
                  <a:lnTo>
                    <a:pt x="0" y="178"/>
                  </a:lnTo>
                  <a:lnTo>
                    <a:pt x="0" y="154"/>
                  </a:lnTo>
                  <a:lnTo>
                    <a:pt x="22" y="131"/>
                  </a:lnTo>
                  <a:lnTo>
                    <a:pt x="36" y="130"/>
                  </a:lnTo>
                  <a:lnTo>
                    <a:pt x="49" y="117"/>
                  </a:lnTo>
                  <a:lnTo>
                    <a:pt x="54" y="102"/>
                  </a:lnTo>
                  <a:lnTo>
                    <a:pt x="54" y="65"/>
                  </a:lnTo>
                  <a:lnTo>
                    <a:pt x="64" y="48"/>
                  </a:lnTo>
                  <a:lnTo>
                    <a:pt x="76" y="37"/>
                  </a:lnTo>
                  <a:lnTo>
                    <a:pt x="89" y="37"/>
                  </a:lnTo>
                  <a:lnTo>
                    <a:pt x="96" y="32"/>
                  </a:lnTo>
                  <a:lnTo>
                    <a:pt x="97" y="19"/>
                  </a:lnTo>
                  <a:lnTo>
                    <a:pt x="106" y="17"/>
                  </a:lnTo>
                  <a:lnTo>
                    <a:pt x="115" y="27"/>
                  </a:lnTo>
                  <a:lnTo>
                    <a:pt x="129" y="28"/>
                  </a:lnTo>
                  <a:lnTo>
                    <a:pt x="129" y="37"/>
                  </a:lnTo>
                  <a:lnTo>
                    <a:pt x="202" y="37"/>
                  </a:lnTo>
                  <a:lnTo>
                    <a:pt x="225" y="28"/>
                  </a:lnTo>
                  <a:lnTo>
                    <a:pt x="235" y="28"/>
                  </a:lnTo>
                  <a:lnTo>
                    <a:pt x="263"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4" name="Freeform 158">
              <a:extLst>
                <a:ext uri="{FF2B5EF4-FFF2-40B4-BE49-F238E27FC236}">
                  <a16:creationId xmlns:a16="http://schemas.microsoft.com/office/drawing/2014/main" id="{5D7B5B9C-F1E6-FB08-261B-6FFCDA82C0AE}"/>
                </a:ext>
              </a:extLst>
            </p:cNvPr>
            <p:cNvSpPr>
              <a:spLocks/>
            </p:cNvSpPr>
            <p:nvPr/>
          </p:nvSpPr>
          <p:spPr bwMode="auto">
            <a:xfrm>
              <a:off x="3011" y="3326"/>
              <a:ext cx="119" cy="62"/>
            </a:xfrm>
            <a:custGeom>
              <a:avLst/>
              <a:gdLst>
                <a:gd name="T0" fmla="*/ 103 w 119"/>
                <a:gd name="T1" fmla="*/ 0 h 62"/>
                <a:gd name="T2" fmla="*/ 72 w 119"/>
                <a:gd name="T3" fmla="*/ 2 h 62"/>
                <a:gd name="T4" fmla="*/ 37 w 119"/>
                <a:gd name="T5" fmla="*/ 12 h 62"/>
                <a:gd name="T6" fmla="*/ 16 w 119"/>
                <a:gd name="T7" fmla="*/ 23 h 62"/>
                <a:gd name="T8" fmla="*/ 2 w 119"/>
                <a:gd name="T9" fmla="*/ 29 h 62"/>
                <a:gd name="T10" fmla="*/ 0 w 119"/>
                <a:gd name="T11" fmla="*/ 42 h 62"/>
                <a:gd name="T12" fmla="*/ 14 w 119"/>
                <a:gd name="T13" fmla="*/ 50 h 62"/>
                <a:gd name="T14" fmla="*/ 32 w 119"/>
                <a:gd name="T15" fmla="*/ 50 h 62"/>
                <a:gd name="T16" fmla="*/ 44 w 119"/>
                <a:gd name="T17" fmla="*/ 52 h 62"/>
                <a:gd name="T18" fmla="*/ 65 w 119"/>
                <a:gd name="T19" fmla="*/ 62 h 62"/>
                <a:gd name="T20" fmla="*/ 100 w 119"/>
                <a:gd name="T21" fmla="*/ 62 h 62"/>
                <a:gd name="T22" fmla="*/ 112 w 119"/>
                <a:gd name="T23" fmla="*/ 49 h 62"/>
                <a:gd name="T24" fmla="*/ 115 w 119"/>
                <a:gd name="T25" fmla="*/ 31 h 62"/>
                <a:gd name="T26" fmla="*/ 119 w 119"/>
                <a:gd name="T27" fmla="*/ 10 h 62"/>
                <a:gd name="T28" fmla="*/ 103 w 119"/>
                <a:gd name="T2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62">
                  <a:moveTo>
                    <a:pt x="103" y="0"/>
                  </a:moveTo>
                  <a:lnTo>
                    <a:pt x="72" y="2"/>
                  </a:lnTo>
                  <a:lnTo>
                    <a:pt x="37" y="12"/>
                  </a:lnTo>
                  <a:lnTo>
                    <a:pt x="16" y="23"/>
                  </a:lnTo>
                  <a:lnTo>
                    <a:pt x="2" y="29"/>
                  </a:lnTo>
                  <a:lnTo>
                    <a:pt x="0" y="42"/>
                  </a:lnTo>
                  <a:lnTo>
                    <a:pt x="14" y="50"/>
                  </a:lnTo>
                  <a:lnTo>
                    <a:pt x="32" y="50"/>
                  </a:lnTo>
                  <a:lnTo>
                    <a:pt x="44" y="52"/>
                  </a:lnTo>
                  <a:lnTo>
                    <a:pt x="65" y="62"/>
                  </a:lnTo>
                  <a:lnTo>
                    <a:pt x="100" y="62"/>
                  </a:lnTo>
                  <a:lnTo>
                    <a:pt x="112" y="49"/>
                  </a:lnTo>
                  <a:lnTo>
                    <a:pt x="115" y="31"/>
                  </a:lnTo>
                  <a:lnTo>
                    <a:pt x="119" y="10"/>
                  </a:lnTo>
                  <a:lnTo>
                    <a:pt x="103" y="0"/>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grpSp>
        <p:nvGrpSpPr>
          <p:cNvPr id="413728" name="Group 177">
            <a:extLst>
              <a:ext uri="{FF2B5EF4-FFF2-40B4-BE49-F238E27FC236}">
                <a16:creationId xmlns:a16="http://schemas.microsoft.com/office/drawing/2014/main" id="{3427FED3-A053-E185-96DE-146B2FF88848}"/>
              </a:ext>
            </a:extLst>
          </p:cNvPr>
          <p:cNvGrpSpPr>
            <a:grpSpLocks/>
          </p:cNvGrpSpPr>
          <p:nvPr/>
        </p:nvGrpSpPr>
        <p:grpSpPr bwMode="auto">
          <a:xfrm>
            <a:off x="4918075" y="4905375"/>
            <a:ext cx="180975" cy="581025"/>
            <a:chOff x="883" y="3312"/>
            <a:chExt cx="124" cy="397"/>
          </a:xfrm>
        </p:grpSpPr>
        <p:sp>
          <p:nvSpPr>
            <p:cNvPr id="1878176" name="Freeform 160">
              <a:extLst>
                <a:ext uri="{FF2B5EF4-FFF2-40B4-BE49-F238E27FC236}">
                  <a16:creationId xmlns:a16="http://schemas.microsoft.com/office/drawing/2014/main" id="{E17F4ECE-BCE1-3864-9793-BDA30F520959}"/>
                </a:ext>
              </a:extLst>
            </p:cNvPr>
            <p:cNvSpPr>
              <a:spLocks/>
            </p:cNvSpPr>
            <p:nvPr/>
          </p:nvSpPr>
          <p:spPr bwMode="auto">
            <a:xfrm>
              <a:off x="896" y="3452"/>
              <a:ext cx="29" cy="35"/>
            </a:xfrm>
            <a:custGeom>
              <a:avLst/>
              <a:gdLst>
                <a:gd name="T0" fmla="*/ 0 w 29"/>
                <a:gd name="T1" fmla="*/ 6 h 35"/>
                <a:gd name="T2" fmla="*/ 8 w 29"/>
                <a:gd name="T3" fmla="*/ 0 h 35"/>
                <a:gd name="T4" fmla="*/ 19 w 29"/>
                <a:gd name="T5" fmla="*/ 3 h 35"/>
                <a:gd name="T6" fmla="*/ 26 w 29"/>
                <a:gd name="T7" fmla="*/ 3 h 35"/>
                <a:gd name="T8" fmla="*/ 29 w 29"/>
                <a:gd name="T9" fmla="*/ 13 h 35"/>
                <a:gd name="T10" fmla="*/ 28 w 29"/>
                <a:gd name="T11" fmla="*/ 21 h 35"/>
                <a:gd name="T12" fmla="*/ 17 w 29"/>
                <a:gd name="T13" fmla="*/ 35 h 35"/>
                <a:gd name="T14" fmla="*/ 3 w 29"/>
                <a:gd name="T15" fmla="*/ 34 h 35"/>
                <a:gd name="T16" fmla="*/ 1 w 29"/>
                <a:gd name="T17" fmla="*/ 21 h 35"/>
                <a:gd name="T18" fmla="*/ 0 w 29"/>
                <a:gd name="T19"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5">
                  <a:moveTo>
                    <a:pt x="0" y="6"/>
                  </a:moveTo>
                  <a:lnTo>
                    <a:pt x="8" y="0"/>
                  </a:lnTo>
                  <a:lnTo>
                    <a:pt x="19" y="3"/>
                  </a:lnTo>
                  <a:lnTo>
                    <a:pt x="26" y="3"/>
                  </a:lnTo>
                  <a:lnTo>
                    <a:pt x="29" y="13"/>
                  </a:lnTo>
                  <a:lnTo>
                    <a:pt x="28" y="21"/>
                  </a:lnTo>
                  <a:lnTo>
                    <a:pt x="17" y="35"/>
                  </a:lnTo>
                  <a:lnTo>
                    <a:pt x="3" y="34"/>
                  </a:lnTo>
                  <a:lnTo>
                    <a:pt x="1" y="21"/>
                  </a:lnTo>
                  <a:lnTo>
                    <a:pt x="0" y="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7" name="Freeform 161">
              <a:extLst>
                <a:ext uri="{FF2B5EF4-FFF2-40B4-BE49-F238E27FC236}">
                  <a16:creationId xmlns:a16="http://schemas.microsoft.com/office/drawing/2014/main" id="{4AC2B6CA-9AE6-F38B-7F0C-75C3046E22AC}"/>
                </a:ext>
              </a:extLst>
            </p:cNvPr>
            <p:cNvSpPr>
              <a:spLocks/>
            </p:cNvSpPr>
            <p:nvPr/>
          </p:nvSpPr>
          <p:spPr bwMode="auto">
            <a:xfrm>
              <a:off x="972" y="3347"/>
              <a:ext cx="28" cy="36"/>
            </a:xfrm>
            <a:custGeom>
              <a:avLst/>
              <a:gdLst>
                <a:gd name="T0" fmla="*/ 0 w 30"/>
                <a:gd name="T1" fmla="*/ 5 h 36"/>
                <a:gd name="T2" fmla="*/ 9 w 30"/>
                <a:gd name="T3" fmla="*/ 0 h 36"/>
                <a:gd name="T4" fmla="*/ 20 w 30"/>
                <a:gd name="T5" fmla="*/ 2 h 36"/>
                <a:gd name="T6" fmla="*/ 28 w 30"/>
                <a:gd name="T7" fmla="*/ 4 h 36"/>
                <a:gd name="T8" fmla="*/ 30 w 30"/>
                <a:gd name="T9" fmla="*/ 13 h 36"/>
                <a:gd name="T10" fmla="*/ 28 w 30"/>
                <a:gd name="T11" fmla="*/ 21 h 36"/>
                <a:gd name="T12" fmla="*/ 20 w 30"/>
                <a:gd name="T13" fmla="*/ 36 h 36"/>
                <a:gd name="T14" fmla="*/ 4 w 30"/>
                <a:gd name="T15" fmla="*/ 33 h 36"/>
                <a:gd name="T16" fmla="*/ 2 w 30"/>
                <a:gd name="T17" fmla="*/ 21 h 36"/>
                <a:gd name="T18" fmla="*/ 0 w 30"/>
                <a:gd name="T19"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6">
                  <a:moveTo>
                    <a:pt x="0" y="5"/>
                  </a:moveTo>
                  <a:lnTo>
                    <a:pt x="9" y="0"/>
                  </a:lnTo>
                  <a:lnTo>
                    <a:pt x="20" y="2"/>
                  </a:lnTo>
                  <a:lnTo>
                    <a:pt x="28" y="4"/>
                  </a:lnTo>
                  <a:lnTo>
                    <a:pt x="30" y="13"/>
                  </a:lnTo>
                  <a:lnTo>
                    <a:pt x="28" y="21"/>
                  </a:lnTo>
                  <a:lnTo>
                    <a:pt x="20" y="36"/>
                  </a:lnTo>
                  <a:lnTo>
                    <a:pt x="4" y="33"/>
                  </a:lnTo>
                  <a:lnTo>
                    <a:pt x="2" y="21"/>
                  </a:lnTo>
                  <a:lnTo>
                    <a:pt x="0"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8" name="Freeform 162">
              <a:extLst>
                <a:ext uri="{FF2B5EF4-FFF2-40B4-BE49-F238E27FC236}">
                  <a16:creationId xmlns:a16="http://schemas.microsoft.com/office/drawing/2014/main" id="{C274959D-73D5-86F3-95FA-7A6E3E486C30}"/>
                </a:ext>
              </a:extLst>
            </p:cNvPr>
            <p:cNvSpPr>
              <a:spLocks/>
            </p:cNvSpPr>
            <p:nvPr/>
          </p:nvSpPr>
          <p:spPr bwMode="auto">
            <a:xfrm>
              <a:off x="901" y="3495"/>
              <a:ext cx="25" cy="37"/>
            </a:xfrm>
            <a:custGeom>
              <a:avLst/>
              <a:gdLst>
                <a:gd name="T0" fmla="*/ 0 w 30"/>
                <a:gd name="T1" fmla="*/ 7 h 37"/>
                <a:gd name="T2" fmla="*/ 9 w 30"/>
                <a:gd name="T3" fmla="*/ 0 h 37"/>
                <a:gd name="T4" fmla="*/ 19 w 30"/>
                <a:gd name="T5" fmla="*/ 4 h 37"/>
                <a:gd name="T6" fmla="*/ 26 w 30"/>
                <a:gd name="T7" fmla="*/ 5 h 37"/>
                <a:gd name="T8" fmla="*/ 30 w 30"/>
                <a:gd name="T9" fmla="*/ 15 h 37"/>
                <a:gd name="T10" fmla="*/ 28 w 30"/>
                <a:gd name="T11" fmla="*/ 23 h 37"/>
                <a:gd name="T12" fmla="*/ 17 w 30"/>
                <a:gd name="T13" fmla="*/ 37 h 37"/>
                <a:gd name="T14" fmla="*/ 3 w 30"/>
                <a:gd name="T15" fmla="*/ 34 h 37"/>
                <a:gd name="T16" fmla="*/ 2 w 30"/>
                <a:gd name="T17" fmla="*/ 23 h 37"/>
                <a:gd name="T18" fmla="*/ 0 w 30"/>
                <a:gd name="T19"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7">
                  <a:moveTo>
                    <a:pt x="0" y="7"/>
                  </a:moveTo>
                  <a:lnTo>
                    <a:pt x="9" y="0"/>
                  </a:lnTo>
                  <a:lnTo>
                    <a:pt x="19" y="4"/>
                  </a:lnTo>
                  <a:lnTo>
                    <a:pt x="26" y="5"/>
                  </a:lnTo>
                  <a:lnTo>
                    <a:pt x="30" y="15"/>
                  </a:lnTo>
                  <a:lnTo>
                    <a:pt x="28" y="23"/>
                  </a:lnTo>
                  <a:lnTo>
                    <a:pt x="17" y="37"/>
                  </a:lnTo>
                  <a:lnTo>
                    <a:pt x="3" y="34"/>
                  </a:lnTo>
                  <a:lnTo>
                    <a:pt x="2" y="23"/>
                  </a:lnTo>
                  <a:lnTo>
                    <a:pt x="0" y="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79" name="Freeform 163">
              <a:extLst>
                <a:ext uri="{FF2B5EF4-FFF2-40B4-BE49-F238E27FC236}">
                  <a16:creationId xmlns:a16="http://schemas.microsoft.com/office/drawing/2014/main" id="{CC0665BC-A8A8-C282-0222-84FB61DF2FC2}"/>
                </a:ext>
              </a:extLst>
            </p:cNvPr>
            <p:cNvSpPr>
              <a:spLocks/>
            </p:cNvSpPr>
            <p:nvPr/>
          </p:nvSpPr>
          <p:spPr bwMode="auto">
            <a:xfrm>
              <a:off x="910" y="3674"/>
              <a:ext cx="28" cy="35"/>
            </a:xfrm>
            <a:custGeom>
              <a:avLst/>
              <a:gdLst>
                <a:gd name="T0" fmla="*/ 0 w 29"/>
                <a:gd name="T1" fmla="*/ 6 h 35"/>
                <a:gd name="T2" fmla="*/ 8 w 29"/>
                <a:gd name="T3" fmla="*/ 0 h 35"/>
                <a:gd name="T4" fmla="*/ 19 w 29"/>
                <a:gd name="T5" fmla="*/ 3 h 35"/>
                <a:gd name="T6" fmla="*/ 27 w 29"/>
                <a:gd name="T7" fmla="*/ 5 h 35"/>
                <a:gd name="T8" fmla="*/ 29 w 29"/>
                <a:gd name="T9" fmla="*/ 13 h 35"/>
                <a:gd name="T10" fmla="*/ 27 w 29"/>
                <a:gd name="T11" fmla="*/ 22 h 35"/>
                <a:gd name="T12" fmla="*/ 17 w 29"/>
                <a:gd name="T13" fmla="*/ 35 h 35"/>
                <a:gd name="T14" fmla="*/ 3 w 29"/>
                <a:gd name="T15" fmla="*/ 34 h 35"/>
                <a:gd name="T16" fmla="*/ 1 w 29"/>
                <a:gd name="T17" fmla="*/ 22 h 35"/>
                <a:gd name="T18" fmla="*/ 0 w 29"/>
                <a:gd name="T19"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5">
                  <a:moveTo>
                    <a:pt x="0" y="6"/>
                  </a:moveTo>
                  <a:lnTo>
                    <a:pt x="8" y="0"/>
                  </a:lnTo>
                  <a:lnTo>
                    <a:pt x="19" y="3"/>
                  </a:lnTo>
                  <a:lnTo>
                    <a:pt x="27" y="5"/>
                  </a:lnTo>
                  <a:lnTo>
                    <a:pt x="29" y="13"/>
                  </a:lnTo>
                  <a:lnTo>
                    <a:pt x="27" y="22"/>
                  </a:lnTo>
                  <a:lnTo>
                    <a:pt x="17" y="35"/>
                  </a:lnTo>
                  <a:lnTo>
                    <a:pt x="3" y="34"/>
                  </a:lnTo>
                  <a:lnTo>
                    <a:pt x="1" y="22"/>
                  </a:lnTo>
                  <a:lnTo>
                    <a:pt x="0" y="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0" name="Freeform 164">
              <a:extLst>
                <a:ext uri="{FF2B5EF4-FFF2-40B4-BE49-F238E27FC236}">
                  <a16:creationId xmlns:a16="http://schemas.microsoft.com/office/drawing/2014/main" id="{1E684E43-D52C-8737-70C0-EF7C19FBAFB1}"/>
                </a:ext>
              </a:extLst>
            </p:cNvPr>
            <p:cNvSpPr>
              <a:spLocks/>
            </p:cNvSpPr>
            <p:nvPr/>
          </p:nvSpPr>
          <p:spPr bwMode="auto">
            <a:xfrm>
              <a:off x="885" y="3312"/>
              <a:ext cx="40" cy="37"/>
            </a:xfrm>
            <a:custGeom>
              <a:avLst/>
              <a:gdLst>
                <a:gd name="T0" fmla="*/ 0 w 40"/>
                <a:gd name="T1" fmla="*/ 5 h 37"/>
                <a:gd name="T2" fmla="*/ 18 w 40"/>
                <a:gd name="T3" fmla="*/ 0 h 37"/>
                <a:gd name="T4" fmla="*/ 33 w 40"/>
                <a:gd name="T5" fmla="*/ 5 h 37"/>
                <a:gd name="T6" fmla="*/ 37 w 40"/>
                <a:gd name="T7" fmla="*/ 10 h 37"/>
                <a:gd name="T8" fmla="*/ 40 w 40"/>
                <a:gd name="T9" fmla="*/ 24 h 37"/>
                <a:gd name="T10" fmla="*/ 37 w 40"/>
                <a:gd name="T11" fmla="*/ 37 h 37"/>
                <a:gd name="T12" fmla="*/ 12 w 40"/>
                <a:gd name="T13" fmla="*/ 32 h 37"/>
                <a:gd name="T14" fmla="*/ 0 w 40"/>
                <a:gd name="T15" fmla="*/ 23 h 37"/>
                <a:gd name="T16" fmla="*/ 0 w 40"/>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0" y="5"/>
                  </a:moveTo>
                  <a:lnTo>
                    <a:pt x="18" y="0"/>
                  </a:lnTo>
                  <a:lnTo>
                    <a:pt x="33" y="5"/>
                  </a:lnTo>
                  <a:lnTo>
                    <a:pt x="37" y="10"/>
                  </a:lnTo>
                  <a:lnTo>
                    <a:pt x="40" y="24"/>
                  </a:lnTo>
                  <a:lnTo>
                    <a:pt x="37" y="37"/>
                  </a:lnTo>
                  <a:lnTo>
                    <a:pt x="12" y="32"/>
                  </a:lnTo>
                  <a:lnTo>
                    <a:pt x="0" y="23"/>
                  </a:lnTo>
                  <a:lnTo>
                    <a:pt x="0"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1" name="Freeform 165">
              <a:extLst>
                <a:ext uri="{FF2B5EF4-FFF2-40B4-BE49-F238E27FC236}">
                  <a16:creationId xmlns:a16="http://schemas.microsoft.com/office/drawing/2014/main" id="{E8F10A00-30B6-1E19-61D9-C2EDAD0743C0}"/>
                </a:ext>
              </a:extLst>
            </p:cNvPr>
            <p:cNvSpPr>
              <a:spLocks/>
            </p:cNvSpPr>
            <p:nvPr/>
          </p:nvSpPr>
          <p:spPr bwMode="auto">
            <a:xfrm>
              <a:off x="883" y="3561"/>
              <a:ext cx="39" cy="50"/>
            </a:xfrm>
            <a:custGeom>
              <a:avLst/>
              <a:gdLst>
                <a:gd name="T0" fmla="*/ 39 w 39"/>
                <a:gd name="T1" fmla="*/ 44 h 50"/>
                <a:gd name="T2" fmla="*/ 37 w 39"/>
                <a:gd name="T3" fmla="*/ 31 h 50"/>
                <a:gd name="T4" fmla="*/ 32 w 39"/>
                <a:gd name="T5" fmla="*/ 16 h 50"/>
                <a:gd name="T6" fmla="*/ 25 w 39"/>
                <a:gd name="T7" fmla="*/ 8 h 50"/>
                <a:gd name="T8" fmla="*/ 20 w 39"/>
                <a:gd name="T9" fmla="*/ 0 h 50"/>
                <a:gd name="T10" fmla="*/ 11 w 39"/>
                <a:gd name="T11" fmla="*/ 0 h 50"/>
                <a:gd name="T12" fmla="*/ 6 w 39"/>
                <a:gd name="T13" fmla="*/ 7 h 50"/>
                <a:gd name="T14" fmla="*/ 6 w 39"/>
                <a:gd name="T15" fmla="*/ 13 h 50"/>
                <a:gd name="T16" fmla="*/ 6 w 39"/>
                <a:gd name="T17" fmla="*/ 18 h 50"/>
                <a:gd name="T18" fmla="*/ 0 w 39"/>
                <a:gd name="T19" fmla="*/ 28 h 50"/>
                <a:gd name="T20" fmla="*/ 0 w 39"/>
                <a:gd name="T21" fmla="*/ 42 h 50"/>
                <a:gd name="T22" fmla="*/ 7 w 39"/>
                <a:gd name="T23" fmla="*/ 49 h 50"/>
                <a:gd name="T24" fmla="*/ 18 w 39"/>
                <a:gd name="T25" fmla="*/ 50 h 50"/>
                <a:gd name="T26" fmla="*/ 32 w 39"/>
                <a:gd name="T27" fmla="*/ 50 h 50"/>
                <a:gd name="T28" fmla="*/ 39 w 39"/>
                <a:gd name="T29"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50">
                  <a:moveTo>
                    <a:pt x="39" y="44"/>
                  </a:moveTo>
                  <a:lnTo>
                    <a:pt x="37" y="31"/>
                  </a:lnTo>
                  <a:lnTo>
                    <a:pt x="32" y="16"/>
                  </a:lnTo>
                  <a:lnTo>
                    <a:pt x="25" y="8"/>
                  </a:lnTo>
                  <a:lnTo>
                    <a:pt x="20" y="0"/>
                  </a:lnTo>
                  <a:lnTo>
                    <a:pt x="11" y="0"/>
                  </a:lnTo>
                  <a:lnTo>
                    <a:pt x="6" y="7"/>
                  </a:lnTo>
                  <a:lnTo>
                    <a:pt x="6" y="13"/>
                  </a:lnTo>
                  <a:lnTo>
                    <a:pt x="6" y="18"/>
                  </a:lnTo>
                  <a:lnTo>
                    <a:pt x="0" y="28"/>
                  </a:lnTo>
                  <a:lnTo>
                    <a:pt x="0" y="42"/>
                  </a:lnTo>
                  <a:lnTo>
                    <a:pt x="7" y="49"/>
                  </a:lnTo>
                  <a:lnTo>
                    <a:pt x="18" y="50"/>
                  </a:lnTo>
                  <a:lnTo>
                    <a:pt x="32" y="50"/>
                  </a:lnTo>
                  <a:lnTo>
                    <a:pt x="39" y="44"/>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2" name="Freeform 166">
              <a:extLst>
                <a:ext uri="{FF2B5EF4-FFF2-40B4-BE49-F238E27FC236}">
                  <a16:creationId xmlns:a16="http://schemas.microsoft.com/office/drawing/2014/main" id="{E08B0599-84CE-B660-75C1-2E209E90EEAE}"/>
                </a:ext>
              </a:extLst>
            </p:cNvPr>
            <p:cNvSpPr>
              <a:spLocks/>
            </p:cNvSpPr>
            <p:nvPr/>
          </p:nvSpPr>
          <p:spPr bwMode="auto">
            <a:xfrm>
              <a:off x="932" y="3622"/>
              <a:ext cx="33" cy="50"/>
            </a:xfrm>
            <a:custGeom>
              <a:avLst/>
              <a:gdLst>
                <a:gd name="T0" fmla="*/ 33 w 33"/>
                <a:gd name="T1" fmla="*/ 5 h 50"/>
                <a:gd name="T2" fmla="*/ 33 w 33"/>
                <a:gd name="T3" fmla="*/ 20 h 50"/>
                <a:gd name="T4" fmla="*/ 26 w 33"/>
                <a:gd name="T5" fmla="*/ 34 h 50"/>
                <a:gd name="T6" fmla="*/ 19 w 33"/>
                <a:gd name="T7" fmla="*/ 42 h 50"/>
                <a:gd name="T8" fmla="*/ 18 w 33"/>
                <a:gd name="T9" fmla="*/ 50 h 50"/>
                <a:gd name="T10" fmla="*/ 11 w 33"/>
                <a:gd name="T11" fmla="*/ 50 h 50"/>
                <a:gd name="T12" fmla="*/ 5 w 33"/>
                <a:gd name="T13" fmla="*/ 44 h 50"/>
                <a:gd name="T14" fmla="*/ 5 w 33"/>
                <a:gd name="T15" fmla="*/ 37 h 50"/>
                <a:gd name="T16" fmla="*/ 4 w 33"/>
                <a:gd name="T17" fmla="*/ 33 h 50"/>
                <a:gd name="T18" fmla="*/ 0 w 33"/>
                <a:gd name="T19" fmla="*/ 23 h 50"/>
                <a:gd name="T20" fmla="*/ 0 w 33"/>
                <a:gd name="T21" fmla="*/ 8 h 50"/>
                <a:gd name="T22" fmla="*/ 5 w 33"/>
                <a:gd name="T23" fmla="*/ 2 h 50"/>
                <a:gd name="T24" fmla="*/ 14 w 33"/>
                <a:gd name="T25" fmla="*/ 0 h 50"/>
                <a:gd name="T26" fmla="*/ 28 w 33"/>
                <a:gd name="T27" fmla="*/ 0 h 50"/>
                <a:gd name="T28" fmla="*/ 33 w 33"/>
                <a:gd name="T2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50">
                  <a:moveTo>
                    <a:pt x="33" y="5"/>
                  </a:moveTo>
                  <a:lnTo>
                    <a:pt x="33" y="20"/>
                  </a:lnTo>
                  <a:lnTo>
                    <a:pt x="26" y="34"/>
                  </a:lnTo>
                  <a:lnTo>
                    <a:pt x="19" y="42"/>
                  </a:lnTo>
                  <a:lnTo>
                    <a:pt x="18" y="50"/>
                  </a:lnTo>
                  <a:lnTo>
                    <a:pt x="11" y="50"/>
                  </a:lnTo>
                  <a:lnTo>
                    <a:pt x="5" y="44"/>
                  </a:lnTo>
                  <a:lnTo>
                    <a:pt x="5" y="37"/>
                  </a:lnTo>
                  <a:lnTo>
                    <a:pt x="4" y="33"/>
                  </a:lnTo>
                  <a:lnTo>
                    <a:pt x="0" y="23"/>
                  </a:lnTo>
                  <a:lnTo>
                    <a:pt x="0" y="8"/>
                  </a:lnTo>
                  <a:lnTo>
                    <a:pt x="5" y="2"/>
                  </a:lnTo>
                  <a:lnTo>
                    <a:pt x="14" y="0"/>
                  </a:lnTo>
                  <a:lnTo>
                    <a:pt x="28" y="0"/>
                  </a:lnTo>
                  <a:lnTo>
                    <a:pt x="33" y="5"/>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3" name="Freeform 167">
              <a:extLst>
                <a:ext uri="{FF2B5EF4-FFF2-40B4-BE49-F238E27FC236}">
                  <a16:creationId xmlns:a16="http://schemas.microsoft.com/office/drawing/2014/main" id="{5A7F1B5C-6C99-FA6D-6953-BA74CA67ADF7}"/>
                </a:ext>
              </a:extLst>
            </p:cNvPr>
            <p:cNvSpPr>
              <a:spLocks/>
            </p:cNvSpPr>
            <p:nvPr/>
          </p:nvSpPr>
          <p:spPr bwMode="auto">
            <a:xfrm>
              <a:off x="958" y="3466"/>
              <a:ext cx="30" cy="36"/>
            </a:xfrm>
            <a:custGeom>
              <a:avLst/>
              <a:gdLst>
                <a:gd name="T0" fmla="*/ 0 w 30"/>
                <a:gd name="T1" fmla="*/ 7 h 36"/>
                <a:gd name="T2" fmla="*/ 9 w 30"/>
                <a:gd name="T3" fmla="*/ 0 h 36"/>
                <a:gd name="T4" fmla="*/ 20 w 30"/>
                <a:gd name="T5" fmla="*/ 2 h 36"/>
                <a:gd name="T6" fmla="*/ 28 w 30"/>
                <a:gd name="T7" fmla="*/ 4 h 36"/>
                <a:gd name="T8" fmla="*/ 30 w 30"/>
                <a:gd name="T9" fmla="*/ 13 h 36"/>
                <a:gd name="T10" fmla="*/ 28 w 30"/>
                <a:gd name="T11" fmla="*/ 21 h 36"/>
                <a:gd name="T12" fmla="*/ 18 w 30"/>
                <a:gd name="T13" fmla="*/ 36 h 36"/>
                <a:gd name="T14" fmla="*/ 4 w 30"/>
                <a:gd name="T15" fmla="*/ 34 h 36"/>
                <a:gd name="T16" fmla="*/ 2 w 30"/>
                <a:gd name="T17" fmla="*/ 21 h 36"/>
                <a:gd name="T18" fmla="*/ 0 w 30"/>
                <a:gd name="T19"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6">
                  <a:moveTo>
                    <a:pt x="0" y="7"/>
                  </a:moveTo>
                  <a:lnTo>
                    <a:pt x="9" y="0"/>
                  </a:lnTo>
                  <a:lnTo>
                    <a:pt x="20" y="2"/>
                  </a:lnTo>
                  <a:lnTo>
                    <a:pt x="28" y="4"/>
                  </a:lnTo>
                  <a:lnTo>
                    <a:pt x="30" y="13"/>
                  </a:lnTo>
                  <a:lnTo>
                    <a:pt x="28" y="21"/>
                  </a:lnTo>
                  <a:lnTo>
                    <a:pt x="18" y="36"/>
                  </a:lnTo>
                  <a:lnTo>
                    <a:pt x="4" y="34"/>
                  </a:lnTo>
                  <a:lnTo>
                    <a:pt x="2" y="21"/>
                  </a:lnTo>
                  <a:lnTo>
                    <a:pt x="0" y="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4" name="Freeform 168">
              <a:extLst>
                <a:ext uri="{FF2B5EF4-FFF2-40B4-BE49-F238E27FC236}">
                  <a16:creationId xmlns:a16="http://schemas.microsoft.com/office/drawing/2014/main" id="{96CDD4CD-AFF7-97E3-3A07-07E3DC58236D}"/>
                </a:ext>
              </a:extLst>
            </p:cNvPr>
            <p:cNvSpPr>
              <a:spLocks/>
            </p:cNvSpPr>
            <p:nvPr/>
          </p:nvSpPr>
          <p:spPr bwMode="auto">
            <a:xfrm>
              <a:off x="890" y="3612"/>
              <a:ext cx="28" cy="36"/>
            </a:xfrm>
            <a:custGeom>
              <a:avLst/>
              <a:gdLst>
                <a:gd name="T0" fmla="*/ 0 w 29"/>
                <a:gd name="T1" fmla="*/ 6 h 35"/>
                <a:gd name="T2" fmla="*/ 8 w 29"/>
                <a:gd name="T3" fmla="*/ 0 h 35"/>
                <a:gd name="T4" fmla="*/ 19 w 29"/>
                <a:gd name="T5" fmla="*/ 1 h 35"/>
                <a:gd name="T6" fmla="*/ 28 w 29"/>
                <a:gd name="T7" fmla="*/ 3 h 35"/>
                <a:gd name="T8" fmla="*/ 29 w 29"/>
                <a:gd name="T9" fmla="*/ 13 h 35"/>
                <a:gd name="T10" fmla="*/ 29 w 29"/>
                <a:gd name="T11" fmla="*/ 21 h 35"/>
                <a:gd name="T12" fmla="*/ 19 w 29"/>
                <a:gd name="T13" fmla="*/ 35 h 35"/>
                <a:gd name="T14" fmla="*/ 5 w 29"/>
                <a:gd name="T15" fmla="*/ 34 h 35"/>
                <a:gd name="T16" fmla="*/ 1 w 29"/>
                <a:gd name="T17" fmla="*/ 21 h 35"/>
                <a:gd name="T18" fmla="*/ 0 w 29"/>
                <a:gd name="T19"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5">
                  <a:moveTo>
                    <a:pt x="0" y="6"/>
                  </a:moveTo>
                  <a:lnTo>
                    <a:pt x="8" y="0"/>
                  </a:lnTo>
                  <a:lnTo>
                    <a:pt x="19" y="1"/>
                  </a:lnTo>
                  <a:lnTo>
                    <a:pt x="28" y="3"/>
                  </a:lnTo>
                  <a:lnTo>
                    <a:pt x="29" y="13"/>
                  </a:lnTo>
                  <a:lnTo>
                    <a:pt x="29" y="21"/>
                  </a:lnTo>
                  <a:lnTo>
                    <a:pt x="19" y="35"/>
                  </a:lnTo>
                  <a:lnTo>
                    <a:pt x="5" y="34"/>
                  </a:lnTo>
                  <a:lnTo>
                    <a:pt x="1" y="21"/>
                  </a:lnTo>
                  <a:lnTo>
                    <a:pt x="0" y="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5" name="Freeform 169">
              <a:extLst>
                <a:ext uri="{FF2B5EF4-FFF2-40B4-BE49-F238E27FC236}">
                  <a16:creationId xmlns:a16="http://schemas.microsoft.com/office/drawing/2014/main" id="{EAB67F6C-BC9E-9E3F-ECC4-E5EBF0E4E05A}"/>
                </a:ext>
              </a:extLst>
            </p:cNvPr>
            <p:cNvSpPr>
              <a:spLocks/>
            </p:cNvSpPr>
            <p:nvPr/>
          </p:nvSpPr>
          <p:spPr bwMode="auto">
            <a:xfrm>
              <a:off x="952" y="3558"/>
              <a:ext cx="29" cy="35"/>
            </a:xfrm>
            <a:custGeom>
              <a:avLst/>
              <a:gdLst>
                <a:gd name="T0" fmla="*/ 0 w 30"/>
                <a:gd name="T1" fmla="*/ 7 h 35"/>
                <a:gd name="T2" fmla="*/ 9 w 30"/>
                <a:gd name="T3" fmla="*/ 0 h 35"/>
                <a:gd name="T4" fmla="*/ 20 w 30"/>
                <a:gd name="T5" fmla="*/ 2 h 35"/>
                <a:gd name="T6" fmla="*/ 27 w 30"/>
                <a:gd name="T7" fmla="*/ 3 h 35"/>
                <a:gd name="T8" fmla="*/ 30 w 30"/>
                <a:gd name="T9" fmla="*/ 13 h 35"/>
                <a:gd name="T10" fmla="*/ 28 w 30"/>
                <a:gd name="T11" fmla="*/ 21 h 35"/>
                <a:gd name="T12" fmla="*/ 18 w 30"/>
                <a:gd name="T13" fmla="*/ 35 h 35"/>
                <a:gd name="T14" fmla="*/ 4 w 30"/>
                <a:gd name="T15" fmla="*/ 34 h 35"/>
                <a:gd name="T16" fmla="*/ 0 w 30"/>
                <a:gd name="T17" fmla="*/ 21 h 35"/>
                <a:gd name="T18" fmla="*/ 0 w 30"/>
                <a:gd name="T19"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5">
                  <a:moveTo>
                    <a:pt x="0" y="7"/>
                  </a:moveTo>
                  <a:lnTo>
                    <a:pt x="9" y="0"/>
                  </a:lnTo>
                  <a:lnTo>
                    <a:pt x="20" y="2"/>
                  </a:lnTo>
                  <a:lnTo>
                    <a:pt x="27" y="3"/>
                  </a:lnTo>
                  <a:lnTo>
                    <a:pt x="30" y="13"/>
                  </a:lnTo>
                  <a:lnTo>
                    <a:pt x="28" y="21"/>
                  </a:lnTo>
                  <a:lnTo>
                    <a:pt x="18" y="35"/>
                  </a:lnTo>
                  <a:lnTo>
                    <a:pt x="4" y="34"/>
                  </a:lnTo>
                  <a:lnTo>
                    <a:pt x="0" y="21"/>
                  </a:lnTo>
                  <a:lnTo>
                    <a:pt x="0" y="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6" name="Freeform 170">
              <a:extLst>
                <a:ext uri="{FF2B5EF4-FFF2-40B4-BE49-F238E27FC236}">
                  <a16:creationId xmlns:a16="http://schemas.microsoft.com/office/drawing/2014/main" id="{E6AA5A7B-EAF7-F8A8-9AE7-7CDAF1DBA12C}"/>
                </a:ext>
              </a:extLst>
            </p:cNvPr>
            <p:cNvSpPr>
              <a:spLocks/>
            </p:cNvSpPr>
            <p:nvPr/>
          </p:nvSpPr>
          <p:spPr bwMode="auto">
            <a:xfrm>
              <a:off x="927" y="3391"/>
              <a:ext cx="30" cy="50"/>
            </a:xfrm>
            <a:custGeom>
              <a:avLst/>
              <a:gdLst>
                <a:gd name="T0" fmla="*/ 0 w 30"/>
                <a:gd name="T1" fmla="*/ 42 h 50"/>
                <a:gd name="T2" fmla="*/ 9 w 30"/>
                <a:gd name="T3" fmla="*/ 50 h 50"/>
                <a:gd name="T4" fmla="*/ 19 w 30"/>
                <a:gd name="T5" fmla="*/ 48 h 50"/>
                <a:gd name="T6" fmla="*/ 26 w 30"/>
                <a:gd name="T7" fmla="*/ 45 h 50"/>
                <a:gd name="T8" fmla="*/ 30 w 30"/>
                <a:gd name="T9" fmla="*/ 32 h 50"/>
                <a:gd name="T10" fmla="*/ 28 w 30"/>
                <a:gd name="T11" fmla="*/ 19 h 50"/>
                <a:gd name="T12" fmla="*/ 17 w 30"/>
                <a:gd name="T13" fmla="*/ 0 h 50"/>
                <a:gd name="T14" fmla="*/ 4 w 30"/>
                <a:gd name="T15" fmla="*/ 1 h 50"/>
                <a:gd name="T16" fmla="*/ 0 w 30"/>
                <a:gd name="T17" fmla="*/ 19 h 50"/>
                <a:gd name="T18" fmla="*/ 0 w 30"/>
                <a:gd name="T19"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50">
                  <a:moveTo>
                    <a:pt x="0" y="42"/>
                  </a:moveTo>
                  <a:lnTo>
                    <a:pt x="9" y="50"/>
                  </a:lnTo>
                  <a:lnTo>
                    <a:pt x="19" y="48"/>
                  </a:lnTo>
                  <a:lnTo>
                    <a:pt x="26" y="45"/>
                  </a:lnTo>
                  <a:lnTo>
                    <a:pt x="30" y="32"/>
                  </a:lnTo>
                  <a:lnTo>
                    <a:pt x="28" y="19"/>
                  </a:lnTo>
                  <a:lnTo>
                    <a:pt x="17" y="0"/>
                  </a:lnTo>
                  <a:lnTo>
                    <a:pt x="4" y="1"/>
                  </a:lnTo>
                  <a:lnTo>
                    <a:pt x="0" y="19"/>
                  </a:lnTo>
                  <a:lnTo>
                    <a:pt x="0" y="42"/>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7" name="Freeform 171">
              <a:extLst>
                <a:ext uri="{FF2B5EF4-FFF2-40B4-BE49-F238E27FC236}">
                  <a16:creationId xmlns:a16="http://schemas.microsoft.com/office/drawing/2014/main" id="{3B387237-4E55-FFF1-5387-8E6AFAFCF592}"/>
                </a:ext>
              </a:extLst>
            </p:cNvPr>
            <p:cNvSpPr>
              <a:spLocks/>
            </p:cNvSpPr>
            <p:nvPr/>
          </p:nvSpPr>
          <p:spPr bwMode="auto">
            <a:xfrm>
              <a:off x="918" y="3568"/>
              <a:ext cx="28" cy="25"/>
            </a:xfrm>
            <a:custGeom>
              <a:avLst/>
              <a:gdLst>
                <a:gd name="T0" fmla="*/ 0 w 28"/>
                <a:gd name="T1" fmla="*/ 22 h 25"/>
                <a:gd name="T2" fmla="*/ 7 w 28"/>
                <a:gd name="T3" fmla="*/ 25 h 25"/>
                <a:gd name="T4" fmla="*/ 18 w 28"/>
                <a:gd name="T5" fmla="*/ 24 h 25"/>
                <a:gd name="T6" fmla="*/ 25 w 28"/>
                <a:gd name="T7" fmla="*/ 24 h 25"/>
                <a:gd name="T8" fmla="*/ 28 w 28"/>
                <a:gd name="T9" fmla="*/ 16 h 25"/>
                <a:gd name="T10" fmla="*/ 26 w 28"/>
                <a:gd name="T11" fmla="*/ 9 h 25"/>
                <a:gd name="T12" fmla="*/ 16 w 28"/>
                <a:gd name="T13" fmla="*/ 0 h 25"/>
                <a:gd name="T14" fmla="*/ 2 w 28"/>
                <a:gd name="T15" fmla="*/ 1 h 25"/>
                <a:gd name="T16" fmla="*/ 0 w 28"/>
                <a:gd name="T17" fmla="*/ 9 h 25"/>
                <a:gd name="T18" fmla="*/ 0 w 28"/>
                <a:gd name="T19"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5">
                  <a:moveTo>
                    <a:pt x="0" y="22"/>
                  </a:moveTo>
                  <a:lnTo>
                    <a:pt x="7" y="25"/>
                  </a:lnTo>
                  <a:lnTo>
                    <a:pt x="18" y="24"/>
                  </a:lnTo>
                  <a:lnTo>
                    <a:pt x="25" y="24"/>
                  </a:lnTo>
                  <a:lnTo>
                    <a:pt x="28" y="16"/>
                  </a:lnTo>
                  <a:lnTo>
                    <a:pt x="26" y="9"/>
                  </a:lnTo>
                  <a:lnTo>
                    <a:pt x="16" y="0"/>
                  </a:lnTo>
                  <a:lnTo>
                    <a:pt x="2" y="1"/>
                  </a:lnTo>
                  <a:lnTo>
                    <a:pt x="0" y="9"/>
                  </a:lnTo>
                  <a:lnTo>
                    <a:pt x="0" y="22"/>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8" name="Freeform 172">
              <a:extLst>
                <a:ext uri="{FF2B5EF4-FFF2-40B4-BE49-F238E27FC236}">
                  <a16:creationId xmlns:a16="http://schemas.microsoft.com/office/drawing/2014/main" id="{09295867-91D5-E49E-8C8F-C9AE7D9CF93B}"/>
                </a:ext>
              </a:extLst>
            </p:cNvPr>
            <p:cNvSpPr>
              <a:spLocks/>
            </p:cNvSpPr>
            <p:nvPr/>
          </p:nvSpPr>
          <p:spPr bwMode="auto">
            <a:xfrm>
              <a:off x="938" y="3491"/>
              <a:ext cx="25" cy="30"/>
            </a:xfrm>
            <a:custGeom>
              <a:avLst/>
              <a:gdLst>
                <a:gd name="T0" fmla="*/ 0 w 28"/>
                <a:gd name="T1" fmla="*/ 27 h 30"/>
                <a:gd name="T2" fmla="*/ 7 w 28"/>
                <a:gd name="T3" fmla="*/ 30 h 30"/>
                <a:gd name="T4" fmla="*/ 18 w 28"/>
                <a:gd name="T5" fmla="*/ 28 h 30"/>
                <a:gd name="T6" fmla="*/ 25 w 28"/>
                <a:gd name="T7" fmla="*/ 27 h 30"/>
                <a:gd name="T8" fmla="*/ 28 w 28"/>
                <a:gd name="T9" fmla="*/ 19 h 30"/>
                <a:gd name="T10" fmla="*/ 26 w 28"/>
                <a:gd name="T11" fmla="*/ 12 h 30"/>
                <a:gd name="T12" fmla="*/ 16 w 28"/>
                <a:gd name="T13" fmla="*/ 0 h 30"/>
                <a:gd name="T14" fmla="*/ 2 w 28"/>
                <a:gd name="T15" fmla="*/ 0 h 30"/>
                <a:gd name="T16" fmla="*/ 0 w 28"/>
                <a:gd name="T17" fmla="*/ 12 h 30"/>
                <a:gd name="T18" fmla="*/ 0 w 28"/>
                <a:gd name="T19"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0">
                  <a:moveTo>
                    <a:pt x="0" y="27"/>
                  </a:moveTo>
                  <a:lnTo>
                    <a:pt x="7" y="30"/>
                  </a:lnTo>
                  <a:lnTo>
                    <a:pt x="18" y="28"/>
                  </a:lnTo>
                  <a:lnTo>
                    <a:pt x="25" y="27"/>
                  </a:lnTo>
                  <a:lnTo>
                    <a:pt x="28" y="19"/>
                  </a:lnTo>
                  <a:lnTo>
                    <a:pt x="26" y="12"/>
                  </a:lnTo>
                  <a:lnTo>
                    <a:pt x="16" y="0"/>
                  </a:lnTo>
                  <a:lnTo>
                    <a:pt x="2" y="0"/>
                  </a:lnTo>
                  <a:lnTo>
                    <a:pt x="0" y="12"/>
                  </a:lnTo>
                  <a:lnTo>
                    <a:pt x="0" y="27"/>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89" name="Freeform 173">
              <a:extLst>
                <a:ext uri="{FF2B5EF4-FFF2-40B4-BE49-F238E27FC236}">
                  <a16:creationId xmlns:a16="http://schemas.microsoft.com/office/drawing/2014/main" id="{3E8D1599-29E5-0D9D-50D8-485F710502F0}"/>
                </a:ext>
              </a:extLst>
            </p:cNvPr>
            <p:cNvSpPr>
              <a:spLocks/>
            </p:cNvSpPr>
            <p:nvPr/>
          </p:nvSpPr>
          <p:spPr bwMode="auto">
            <a:xfrm>
              <a:off x="936" y="3319"/>
              <a:ext cx="26" cy="30"/>
            </a:xfrm>
            <a:custGeom>
              <a:avLst/>
              <a:gdLst>
                <a:gd name="T0" fmla="*/ 0 w 26"/>
                <a:gd name="T1" fmla="*/ 28 h 31"/>
                <a:gd name="T2" fmla="*/ 7 w 26"/>
                <a:gd name="T3" fmla="*/ 31 h 31"/>
                <a:gd name="T4" fmla="*/ 15 w 26"/>
                <a:gd name="T5" fmla="*/ 31 h 31"/>
                <a:gd name="T6" fmla="*/ 24 w 26"/>
                <a:gd name="T7" fmla="*/ 29 h 31"/>
                <a:gd name="T8" fmla="*/ 26 w 26"/>
                <a:gd name="T9" fmla="*/ 21 h 31"/>
                <a:gd name="T10" fmla="*/ 26 w 26"/>
                <a:gd name="T11" fmla="*/ 13 h 31"/>
                <a:gd name="T12" fmla="*/ 15 w 26"/>
                <a:gd name="T13" fmla="*/ 0 h 31"/>
                <a:gd name="T14" fmla="*/ 1 w 26"/>
                <a:gd name="T15" fmla="*/ 2 h 31"/>
                <a:gd name="T16" fmla="*/ 0 w 26"/>
                <a:gd name="T17" fmla="*/ 13 h 31"/>
                <a:gd name="T18" fmla="*/ 0 w 26"/>
                <a:gd name="T19"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31">
                  <a:moveTo>
                    <a:pt x="0" y="28"/>
                  </a:moveTo>
                  <a:lnTo>
                    <a:pt x="7" y="31"/>
                  </a:lnTo>
                  <a:lnTo>
                    <a:pt x="15" y="31"/>
                  </a:lnTo>
                  <a:lnTo>
                    <a:pt x="24" y="29"/>
                  </a:lnTo>
                  <a:lnTo>
                    <a:pt x="26" y="21"/>
                  </a:lnTo>
                  <a:lnTo>
                    <a:pt x="26" y="13"/>
                  </a:lnTo>
                  <a:lnTo>
                    <a:pt x="15" y="0"/>
                  </a:lnTo>
                  <a:lnTo>
                    <a:pt x="1" y="2"/>
                  </a:lnTo>
                  <a:lnTo>
                    <a:pt x="0" y="13"/>
                  </a:lnTo>
                  <a:lnTo>
                    <a:pt x="0" y="28"/>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90" name="Freeform 174">
              <a:extLst>
                <a:ext uri="{FF2B5EF4-FFF2-40B4-BE49-F238E27FC236}">
                  <a16:creationId xmlns:a16="http://schemas.microsoft.com/office/drawing/2014/main" id="{BEC2C15F-6034-D572-239D-FDB902528626}"/>
                </a:ext>
              </a:extLst>
            </p:cNvPr>
            <p:cNvSpPr>
              <a:spLocks/>
            </p:cNvSpPr>
            <p:nvPr/>
          </p:nvSpPr>
          <p:spPr bwMode="auto">
            <a:xfrm>
              <a:off x="977" y="3389"/>
              <a:ext cx="30" cy="31"/>
            </a:xfrm>
            <a:custGeom>
              <a:avLst/>
              <a:gdLst>
                <a:gd name="T0" fmla="*/ 0 w 31"/>
                <a:gd name="T1" fmla="*/ 29 h 32"/>
                <a:gd name="T2" fmla="*/ 16 w 31"/>
                <a:gd name="T3" fmla="*/ 32 h 32"/>
                <a:gd name="T4" fmla="*/ 26 w 31"/>
                <a:gd name="T5" fmla="*/ 29 h 32"/>
                <a:gd name="T6" fmla="*/ 29 w 31"/>
                <a:gd name="T7" fmla="*/ 24 h 32"/>
                <a:gd name="T8" fmla="*/ 31 w 31"/>
                <a:gd name="T9" fmla="*/ 11 h 32"/>
                <a:gd name="T10" fmla="*/ 29 w 31"/>
                <a:gd name="T11" fmla="*/ 0 h 32"/>
                <a:gd name="T12" fmla="*/ 10 w 31"/>
                <a:gd name="T13" fmla="*/ 5 h 32"/>
                <a:gd name="T14" fmla="*/ 0 w 31"/>
                <a:gd name="T15" fmla="*/ 13 h 32"/>
                <a:gd name="T16" fmla="*/ 0 w 31"/>
                <a:gd name="T17"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2">
                  <a:moveTo>
                    <a:pt x="0" y="29"/>
                  </a:moveTo>
                  <a:lnTo>
                    <a:pt x="16" y="32"/>
                  </a:lnTo>
                  <a:lnTo>
                    <a:pt x="26" y="29"/>
                  </a:lnTo>
                  <a:lnTo>
                    <a:pt x="29" y="24"/>
                  </a:lnTo>
                  <a:lnTo>
                    <a:pt x="31" y="11"/>
                  </a:lnTo>
                  <a:lnTo>
                    <a:pt x="29" y="0"/>
                  </a:lnTo>
                  <a:lnTo>
                    <a:pt x="10" y="5"/>
                  </a:lnTo>
                  <a:lnTo>
                    <a:pt x="0" y="13"/>
                  </a:lnTo>
                  <a:lnTo>
                    <a:pt x="0" y="29"/>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91" name="Freeform 175">
              <a:extLst>
                <a:ext uri="{FF2B5EF4-FFF2-40B4-BE49-F238E27FC236}">
                  <a16:creationId xmlns:a16="http://schemas.microsoft.com/office/drawing/2014/main" id="{74977CF3-2F88-8C82-63E4-7250284A00C5}"/>
                </a:ext>
              </a:extLst>
            </p:cNvPr>
            <p:cNvSpPr>
              <a:spLocks/>
            </p:cNvSpPr>
            <p:nvPr/>
          </p:nvSpPr>
          <p:spPr bwMode="auto">
            <a:xfrm>
              <a:off x="957" y="3592"/>
              <a:ext cx="32" cy="34"/>
            </a:xfrm>
            <a:custGeom>
              <a:avLst/>
              <a:gdLst>
                <a:gd name="T0" fmla="*/ 0 w 31"/>
                <a:gd name="T1" fmla="*/ 29 h 32"/>
                <a:gd name="T2" fmla="*/ 14 w 31"/>
                <a:gd name="T3" fmla="*/ 32 h 32"/>
                <a:gd name="T4" fmla="*/ 26 w 31"/>
                <a:gd name="T5" fmla="*/ 29 h 32"/>
                <a:gd name="T6" fmla="*/ 29 w 31"/>
                <a:gd name="T7" fmla="*/ 24 h 32"/>
                <a:gd name="T8" fmla="*/ 31 w 31"/>
                <a:gd name="T9" fmla="*/ 11 h 32"/>
                <a:gd name="T10" fmla="*/ 29 w 31"/>
                <a:gd name="T11" fmla="*/ 0 h 32"/>
                <a:gd name="T12" fmla="*/ 10 w 31"/>
                <a:gd name="T13" fmla="*/ 5 h 32"/>
                <a:gd name="T14" fmla="*/ 0 w 31"/>
                <a:gd name="T15" fmla="*/ 13 h 32"/>
                <a:gd name="T16" fmla="*/ 0 w 31"/>
                <a:gd name="T17"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2">
                  <a:moveTo>
                    <a:pt x="0" y="29"/>
                  </a:moveTo>
                  <a:lnTo>
                    <a:pt x="14" y="32"/>
                  </a:lnTo>
                  <a:lnTo>
                    <a:pt x="26" y="29"/>
                  </a:lnTo>
                  <a:lnTo>
                    <a:pt x="29" y="24"/>
                  </a:lnTo>
                  <a:lnTo>
                    <a:pt x="31" y="11"/>
                  </a:lnTo>
                  <a:lnTo>
                    <a:pt x="29" y="0"/>
                  </a:lnTo>
                  <a:lnTo>
                    <a:pt x="10" y="5"/>
                  </a:lnTo>
                  <a:lnTo>
                    <a:pt x="0" y="13"/>
                  </a:lnTo>
                  <a:lnTo>
                    <a:pt x="0" y="29"/>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92" name="Freeform 176">
              <a:extLst>
                <a:ext uri="{FF2B5EF4-FFF2-40B4-BE49-F238E27FC236}">
                  <a16:creationId xmlns:a16="http://schemas.microsoft.com/office/drawing/2014/main" id="{6D935486-0E0E-8F8D-F20A-0E7208D9CE63}"/>
                </a:ext>
              </a:extLst>
            </p:cNvPr>
            <p:cNvSpPr>
              <a:spLocks/>
            </p:cNvSpPr>
            <p:nvPr/>
          </p:nvSpPr>
          <p:spPr bwMode="auto">
            <a:xfrm>
              <a:off x="892" y="3397"/>
              <a:ext cx="30" cy="37"/>
            </a:xfrm>
            <a:custGeom>
              <a:avLst/>
              <a:gdLst>
                <a:gd name="T0" fmla="*/ 0 w 30"/>
                <a:gd name="T1" fmla="*/ 29 h 32"/>
                <a:gd name="T2" fmla="*/ 14 w 30"/>
                <a:gd name="T3" fmla="*/ 32 h 32"/>
                <a:gd name="T4" fmla="*/ 26 w 30"/>
                <a:gd name="T5" fmla="*/ 29 h 32"/>
                <a:gd name="T6" fmla="*/ 28 w 30"/>
                <a:gd name="T7" fmla="*/ 24 h 32"/>
                <a:gd name="T8" fmla="*/ 30 w 30"/>
                <a:gd name="T9" fmla="*/ 12 h 32"/>
                <a:gd name="T10" fmla="*/ 30 w 30"/>
                <a:gd name="T11" fmla="*/ 0 h 32"/>
                <a:gd name="T12" fmla="*/ 11 w 30"/>
                <a:gd name="T13" fmla="*/ 5 h 32"/>
                <a:gd name="T14" fmla="*/ 0 w 30"/>
                <a:gd name="T15" fmla="*/ 13 h 32"/>
                <a:gd name="T16" fmla="*/ 0 w 30"/>
                <a:gd name="T17"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2">
                  <a:moveTo>
                    <a:pt x="0" y="29"/>
                  </a:moveTo>
                  <a:lnTo>
                    <a:pt x="14" y="32"/>
                  </a:lnTo>
                  <a:lnTo>
                    <a:pt x="26" y="29"/>
                  </a:lnTo>
                  <a:lnTo>
                    <a:pt x="28" y="24"/>
                  </a:lnTo>
                  <a:lnTo>
                    <a:pt x="30" y="12"/>
                  </a:lnTo>
                  <a:lnTo>
                    <a:pt x="30" y="0"/>
                  </a:lnTo>
                  <a:lnTo>
                    <a:pt x="11" y="5"/>
                  </a:lnTo>
                  <a:lnTo>
                    <a:pt x="0" y="13"/>
                  </a:lnTo>
                  <a:lnTo>
                    <a:pt x="0" y="29"/>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grpSp>
        <p:nvGrpSpPr>
          <p:cNvPr id="413729" name="Group 181">
            <a:extLst>
              <a:ext uri="{FF2B5EF4-FFF2-40B4-BE49-F238E27FC236}">
                <a16:creationId xmlns:a16="http://schemas.microsoft.com/office/drawing/2014/main" id="{872612F0-C593-ED10-C5FA-CC2F98DD520C}"/>
              </a:ext>
            </a:extLst>
          </p:cNvPr>
          <p:cNvGrpSpPr>
            <a:grpSpLocks/>
          </p:cNvGrpSpPr>
          <p:nvPr/>
        </p:nvGrpSpPr>
        <p:grpSpPr bwMode="auto">
          <a:xfrm>
            <a:off x="7040563" y="4479925"/>
            <a:ext cx="595312" cy="584200"/>
            <a:chOff x="2332" y="3022"/>
            <a:chExt cx="406" cy="399"/>
          </a:xfrm>
        </p:grpSpPr>
        <p:sp>
          <p:nvSpPr>
            <p:cNvPr id="1878194" name="Freeform 178">
              <a:extLst>
                <a:ext uri="{FF2B5EF4-FFF2-40B4-BE49-F238E27FC236}">
                  <a16:creationId xmlns:a16="http://schemas.microsoft.com/office/drawing/2014/main" id="{C06DAA0D-D67A-0DC6-AA14-478CD5F8577D}"/>
                </a:ext>
              </a:extLst>
            </p:cNvPr>
            <p:cNvSpPr>
              <a:spLocks/>
            </p:cNvSpPr>
            <p:nvPr/>
          </p:nvSpPr>
          <p:spPr bwMode="auto">
            <a:xfrm>
              <a:off x="2351" y="3022"/>
              <a:ext cx="387" cy="242"/>
            </a:xfrm>
            <a:custGeom>
              <a:avLst/>
              <a:gdLst>
                <a:gd name="T0" fmla="*/ 0 w 387"/>
                <a:gd name="T1" fmla="*/ 206 h 242"/>
                <a:gd name="T2" fmla="*/ 35 w 387"/>
                <a:gd name="T3" fmla="*/ 240 h 242"/>
                <a:gd name="T4" fmla="*/ 49 w 387"/>
                <a:gd name="T5" fmla="*/ 242 h 242"/>
                <a:gd name="T6" fmla="*/ 57 w 387"/>
                <a:gd name="T7" fmla="*/ 229 h 242"/>
                <a:gd name="T8" fmla="*/ 90 w 387"/>
                <a:gd name="T9" fmla="*/ 221 h 242"/>
                <a:gd name="T10" fmla="*/ 108 w 387"/>
                <a:gd name="T11" fmla="*/ 213 h 242"/>
                <a:gd name="T12" fmla="*/ 118 w 387"/>
                <a:gd name="T13" fmla="*/ 203 h 242"/>
                <a:gd name="T14" fmla="*/ 176 w 387"/>
                <a:gd name="T15" fmla="*/ 203 h 242"/>
                <a:gd name="T16" fmla="*/ 200 w 387"/>
                <a:gd name="T17" fmla="*/ 193 h 242"/>
                <a:gd name="T18" fmla="*/ 200 w 387"/>
                <a:gd name="T19" fmla="*/ 176 h 242"/>
                <a:gd name="T20" fmla="*/ 230 w 387"/>
                <a:gd name="T21" fmla="*/ 145 h 242"/>
                <a:gd name="T22" fmla="*/ 233 w 387"/>
                <a:gd name="T23" fmla="*/ 136 h 242"/>
                <a:gd name="T24" fmla="*/ 252 w 387"/>
                <a:gd name="T25" fmla="*/ 118 h 242"/>
                <a:gd name="T26" fmla="*/ 254 w 387"/>
                <a:gd name="T27" fmla="*/ 97 h 242"/>
                <a:gd name="T28" fmla="*/ 317 w 387"/>
                <a:gd name="T29" fmla="*/ 97 h 242"/>
                <a:gd name="T30" fmla="*/ 345 w 387"/>
                <a:gd name="T31" fmla="*/ 89 h 242"/>
                <a:gd name="T32" fmla="*/ 348 w 387"/>
                <a:gd name="T33" fmla="*/ 71 h 242"/>
                <a:gd name="T34" fmla="*/ 374 w 387"/>
                <a:gd name="T35" fmla="*/ 65 h 242"/>
                <a:gd name="T36" fmla="*/ 387 w 387"/>
                <a:gd name="T37" fmla="*/ 63 h 242"/>
                <a:gd name="T38" fmla="*/ 378 w 387"/>
                <a:gd name="T39" fmla="*/ 54 h 242"/>
                <a:gd name="T40" fmla="*/ 355 w 387"/>
                <a:gd name="T41" fmla="*/ 54 h 242"/>
                <a:gd name="T42" fmla="*/ 329 w 387"/>
                <a:gd name="T43" fmla="*/ 42 h 242"/>
                <a:gd name="T44" fmla="*/ 322 w 387"/>
                <a:gd name="T45" fmla="*/ 54 h 242"/>
                <a:gd name="T46" fmla="*/ 306 w 387"/>
                <a:gd name="T47" fmla="*/ 44 h 242"/>
                <a:gd name="T48" fmla="*/ 329 w 387"/>
                <a:gd name="T49" fmla="*/ 18 h 242"/>
                <a:gd name="T50" fmla="*/ 306 w 387"/>
                <a:gd name="T51" fmla="*/ 0 h 242"/>
                <a:gd name="T52" fmla="*/ 275 w 387"/>
                <a:gd name="T53" fmla="*/ 17 h 242"/>
                <a:gd name="T54" fmla="*/ 263 w 387"/>
                <a:gd name="T55" fmla="*/ 39 h 242"/>
                <a:gd name="T56" fmla="*/ 240 w 387"/>
                <a:gd name="T57" fmla="*/ 63 h 242"/>
                <a:gd name="T58" fmla="*/ 221 w 387"/>
                <a:gd name="T59" fmla="*/ 81 h 242"/>
                <a:gd name="T60" fmla="*/ 191 w 387"/>
                <a:gd name="T61" fmla="*/ 86 h 242"/>
                <a:gd name="T62" fmla="*/ 179 w 387"/>
                <a:gd name="T63" fmla="*/ 95 h 242"/>
                <a:gd name="T64" fmla="*/ 155 w 387"/>
                <a:gd name="T65" fmla="*/ 121 h 242"/>
                <a:gd name="T66" fmla="*/ 150 w 387"/>
                <a:gd name="T67" fmla="*/ 136 h 242"/>
                <a:gd name="T68" fmla="*/ 127 w 387"/>
                <a:gd name="T69" fmla="*/ 144 h 242"/>
                <a:gd name="T70" fmla="*/ 99 w 387"/>
                <a:gd name="T71" fmla="*/ 144 h 242"/>
                <a:gd name="T72" fmla="*/ 85 w 387"/>
                <a:gd name="T73" fmla="*/ 158 h 242"/>
                <a:gd name="T74" fmla="*/ 85 w 387"/>
                <a:gd name="T75" fmla="*/ 184 h 242"/>
                <a:gd name="T76" fmla="*/ 66 w 387"/>
                <a:gd name="T77" fmla="*/ 193 h 242"/>
                <a:gd name="T78" fmla="*/ 66 w 387"/>
                <a:gd name="T79" fmla="*/ 203 h 242"/>
                <a:gd name="T80" fmla="*/ 24 w 387"/>
                <a:gd name="T81" fmla="*/ 203 h 242"/>
                <a:gd name="T82" fmla="*/ 24 w 387"/>
                <a:gd name="T83" fmla="*/ 193 h 242"/>
                <a:gd name="T84" fmla="*/ 0 w 387"/>
                <a:gd name="T85" fmla="*/ 184 h 242"/>
                <a:gd name="T86" fmla="*/ 0 w 387"/>
                <a:gd name="T87" fmla="*/ 20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7" h="242">
                  <a:moveTo>
                    <a:pt x="0" y="206"/>
                  </a:moveTo>
                  <a:lnTo>
                    <a:pt x="35" y="240"/>
                  </a:lnTo>
                  <a:lnTo>
                    <a:pt x="49" y="242"/>
                  </a:lnTo>
                  <a:lnTo>
                    <a:pt x="57" y="229"/>
                  </a:lnTo>
                  <a:lnTo>
                    <a:pt x="90" y="221"/>
                  </a:lnTo>
                  <a:lnTo>
                    <a:pt x="108" y="213"/>
                  </a:lnTo>
                  <a:lnTo>
                    <a:pt x="118" y="203"/>
                  </a:lnTo>
                  <a:lnTo>
                    <a:pt x="176" y="203"/>
                  </a:lnTo>
                  <a:lnTo>
                    <a:pt x="200" y="193"/>
                  </a:lnTo>
                  <a:lnTo>
                    <a:pt x="200" y="176"/>
                  </a:lnTo>
                  <a:lnTo>
                    <a:pt x="230" y="145"/>
                  </a:lnTo>
                  <a:lnTo>
                    <a:pt x="233" y="136"/>
                  </a:lnTo>
                  <a:lnTo>
                    <a:pt x="252" y="118"/>
                  </a:lnTo>
                  <a:lnTo>
                    <a:pt x="254" y="97"/>
                  </a:lnTo>
                  <a:lnTo>
                    <a:pt x="317" y="97"/>
                  </a:lnTo>
                  <a:lnTo>
                    <a:pt x="345" y="89"/>
                  </a:lnTo>
                  <a:lnTo>
                    <a:pt x="348" y="71"/>
                  </a:lnTo>
                  <a:lnTo>
                    <a:pt x="374" y="65"/>
                  </a:lnTo>
                  <a:lnTo>
                    <a:pt x="387" y="63"/>
                  </a:lnTo>
                  <a:lnTo>
                    <a:pt x="378" y="54"/>
                  </a:lnTo>
                  <a:lnTo>
                    <a:pt x="355" y="54"/>
                  </a:lnTo>
                  <a:lnTo>
                    <a:pt x="329" y="42"/>
                  </a:lnTo>
                  <a:lnTo>
                    <a:pt x="322" y="54"/>
                  </a:lnTo>
                  <a:lnTo>
                    <a:pt x="306" y="44"/>
                  </a:lnTo>
                  <a:lnTo>
                    <a:pt x="329" y="18"/>
                  </a:lnTo>
                  <a:lnTo>
                    <a:pt x="306" y="0"/>
                  </a:lnTo>
                  <a:lnTo>
                    <a:pt x="275" y="17"/>
                  </a:lnTo>
                  <a:lnTo>
                    <a:pt x="263" y="39"/>
                  </a:lnTo>
                  <a:lnTo>
                    <a:pt x="240" y="63"/>
                  </a:lnTo>
                  <a:lnTo>
                    <a:pt x="221" y="81"/>
                  </a:lnTo>
                  <a:lnTo>
                    <a:pt x="191" y="86"/>
                  </a:lnTo>
                  <a:lnTo>
                    <a:pt x="179" y="95"/>
                  </a:lnTo>
                  <a:lnTo>
                    <a:pt x="155" y="121"/>
                  </a:lnTo>
                  <a:lnTo>
                    <a:pt x="150" y="136"/>
                  </a:lnTo>
                  <a:lnTo>
                    <a:pt x="127" y="144"/>
                  </a:lnTo>
                  <a:lnTo>
                    <a:pt x="99" y="144"/>
                  </a:lnTo>
                  <a:lnTo>
                    <a:pt x="85" y="158"/>
                  </a:lnTo>
                  <a:lnTo>
                    <a:pt x="85" y="184"/>
                  </a:lnTo>
                  <a:lnTo>
                    <a:pt x="66" y="193"/>
                  </a:lnTo>
                  <a:lnTo>
                    <a:pt x="66" y="203"/>
                  </a:lnTo>
                  <a:lnTo>
                    <a:pt x="24" y="203"/>
                  </a:lnTo>
                  <a:lnTo>
                    <a:pt x="24" y="193"/>
                  </a:lnTo>
                  <a:lnTo>
                    <a:pt x="0" y="184"/>
                  </a:lnTo>
                  <a:lnTo>
                    <a:pt x="0" y="206"/>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95" name="Freeform 179">
              <a:extLst>
                <a:ext uri="{FF2B5EF4-FFF2-40B4-BE49-F238E27FC236}">
                  <a16:creationId xmlns:a16="http://schemas.microsoft.com/office/drawing/2014/main" id="{F8473742-08BF-1A27-CA54-E6DB99DAE3DD}"/>
                </a:ext>
              </a:extLst>
            </p:cNvPr>
            <p:cNvSpPr>
              <a:spLocks/>
            </p:cNvSpPr>
            <p:nvPr/>
          </p:nvSpPr>
          <p:spPr bwMode="auto">
            <a:xfrm>
              <a:off x="2332" y="3116"/>
              <a:ext cx="397" cy="305"/>
            </a:xfrm>
            <a:custGeom>
              <a:avLst/>
              <a:gdLst>
                <a:gd name="T0" fmla="*/ 20 w 397"/>
                <a:gd name="T1" fmla="*/ 112 h 305"/>
                <a:gd name="T2" fmla="*/ 55 w 397"/>
                <a:gd name="T3" fmla="*/ 146 h 305"/>
                <a:gd name="T4" fmla="*/ 66 w 397"/>
                <a:gd name="T5" fmla="*/ 146 h 305"/>
                <a:gd name="T6" fmla="*/ 76 w 397"/>
                <a:gd name="T7" fmla="*/ 132 h 305"/>
                <a:gd name="T8" fmla="*/ 108 w 397"/>
                <a:gd name="T9" fmla="*/ 125 h 305"/>
                <a:gd name="T10" fmla="*/ 127 w 397"/>
                <a:gd name="T11" fmla="*/ 119 h 305"/>
                <a:gd name="T12" fmla="*/ 137 w 397"/>
                <a:gd name="T13" fmla="*/ 106 h 305"/>
                <a:gd name="T14" fmla="*/ 195 w 397"/>
                <a:gd name="T15" fmla="*/ 108 h 305"/>
                <a:gd name="T16" fmla="*/ 216 w 397"/>
                <a:gd name="T17" fmla="*/ 99 h 305"/>
                <a:gd name="T18" fmla="*/ 216 w 397"/>
                <a:gd name="T19" fmla="*/ 79 h 305"/>
                <a:gd name="T20" fmla="*/ 247 w 397"/>
                <a:gd name="T21" fmla="*/ 50 h 305"/>
                <a:gd name="T22" fmla="*/ 252 w 397"/>
                <a:gd name="T23" fmla="*/ 37 h 305"/>
                <a:gd name="T24" fmla="*/ 270 w 397"/>
                <a:gd name="T25" fmla="*/ 22 h 305"/>
                <a:gd name="T26" fmla="*/ 270 w 397"/>
                <a:gd name="T27" fmla="*/ 0 h 305"/>
                <a:gd name="T28" fmla="*/ 334 w 397"/>
                <a:gd name="T29" fmla="*/ 0 h 305"/>
                <a:gd name="T30" fmla="*/ 336 w 397"/>
                <a:gd name="T31" fmla="*/ 13 h 305"/>
                <a:gd name="T32" fmla="*/ 343 w 397"/>
                <a:gd name="T33" fmla="*/ 22 h 305"/>
                <a:gd name="T34" fmla="*/ 345 w 397"/>
                <a:gd name="T35" fmla="*/ 32 h 305"/>
                <a:gd name="T36" fmla="*/ 334 w 397"/>
                <a:gd name="T37" fmla="*/ 42 h 305"/>
                <a:gd name="T38" fmla="*/ 345 w 397"/>
                <a:gd name="T39" fmla="*/ 54 h 305"/>
                <a:gd name="T40" fmla="*/ 345 w 397"/>
                <a:gd name="T41" fmla="*/ 80 h 305"/>
                <a:gd name="T42" fmla="*/ 371 w 397"/>
                <a:gd name="T43" fmla="*/ 103 h 305"/>
                <a:gd name="T44" fmla="*/ 383 w 397"/>
                <a:gd name="T45" fmla="*/ 108 h 305"/>
                <a:gd name="T46" fmla="*/ 397 w 397"/>
                <a:gd name="T47" fmla="*/ 119 h 305"/>
                <a:gd name="T48" fmla="*/ 388 w 397"/>
                <a:gd name="T49" fmla="*/ 119 h 305"/>
                <a:gd name="T50" fmla="*/ 362 w 397"/>
                <a:gd name="T51" fmla="*/ 130 h 305"/>
                <a:gd name="T52" fmla="*/ 338 w 397"/>
                <a:gd name="T53" fmla="*/ 156 h 305"/>
                <a:gd name="T54" fmla="*/ 345 w 397"/>
                <a:gd name="T55" fmla="*/ 186 h 305"/>
                <a:gd name="T56" fmla="*/ 324 w 397"/>
                <a:gd name="T57" fmla="*/ 185 h 305"/>
                <a:gd name="T58" fmla="*/ 303 w 397"/>
                <a:gd name="T59" fmla="*/ 206 h 305"/>
                <a:gd name="T60" fmla="*/ 301 w 397"/>
                <a:gd name="T61" fmla="*/ 241 h 305"/>
                <a:gd name="T62" fmla="*/ 268 w 397"/>
                <a:gd name="T63" fmla="*/ 294 h 305"/>
                <a:gd name="T64" fmla="*/ 233 w 397"/>
                <a:gd name="T65" fmla="*/ 305 h 305"/>
                <a:gd name="T66" fmla="*/ 231 w 397"/>
                <a:gd name="T67" fmla="*/ 296 h 305"/>
                <a:gd name="T68" fmla="*/ 219 w 397"/>
                <a:gd name="T69" fmla="*/ 281 h 305"/>
                <a:gd name="T70" fmla="*/ 196 w 397"/>
                <a:gd name="T71" fmla="*/ 280 h 305"/>
                <a:gd name="T72" fmla="*/ 181 w 397"/>
                <a:gd name="T73" fmla="*/ 275 h 305"/>
                <a:gd name="T74" fmla="*/ 167 w 397"/>
                <a:gd name="T75" fmla="*/ 280 h 305"/>
                <a:gd name="T76" fmla="*/ 153 w 397"/>
                <a:gd name="T77" fmla="*/ 294 h 305"/>
                <a:gd name="T78" fmla="*/ 113 w 397"/>
                <a:gd name="T79" fmla="*/ 293 h 305"/>
                <a:gd name="T80" fmla="*/ 92 w 397"/>
                <a:gd name="T81" fmla="*/ 275 h 305"/>
                <a:gd name="T82" fmla="*/ 64 w 397"/>
                <a:gd name="T83" fmla="*/ 273 h 305"/>
                <a:gd name="T84" fmla="*/ 55 w 397"/>
                <a:gd name="T85" fmla="*/ 260 h 305"/>
                <a:gd name="T86" fmla="*/ 55 w 397"/>
                <a:gd name="T87" fmla="*/ 246 h 305"/>
                <a:gd name="T88" fmla="*/ 43 w 397"/>
                <a:gd name="T89" fmla="*/ 243 h 305"/>
                <a:gd name="T90" fmla="*/ 54 w 397"/>
                <a:gd name="T91" fmla="*/ 223 h 305"/>
                <a:gd name="T92" fmla="*/ 43 w 397"/>
                <a:gd name="T93" fmla="*/ 204 h 305"/>
                <a:gd name="T94" fmla="*/ 31 w 397"/>
                <a:gd name="T95" fmla="*/ 219 h 305"/>
                <a:gd name="T96" fmla="*/ 15 w 397"/>
                <a:gd name="T97" fmla="*/ 196 h 305"/>
                <a:gd name="T98" fmla="*/ 5 w 397"/>
                <a:gd name="T99" fmla="*/ 185 h 305"/>
                <a:gd name="T100" fmla="*/ 0 w 397"/>
                <a:gd name="T101" fmla="*/ 170 h 305"/>
                <a:gd name="T102" fmla="*/ 1 w 397"/>
                <a:gd name="T103" fmla="*/ 117 h 305"/>
                <a:gd name="T104" fmla="*/ 12 w 397"/>
                <a:gd name="T105" fmla="*/ 104 h 305"/>
                <a:gd name="T106" fmla="*/ 20 w 397"/>
                <a:gd name="T107" fmla="*/ 112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7" h="305">
                  <a:moveTo>
                    <a:pt x="20" y="112"/>
                  </a:moveTo>
                  <a:lnTo>
                    <a:pt x="55" y="146"/>
                  </a:lnTo>
                  <a:lnTo>
                    <a:pt x="66" y="146"/>
                  </a:lnTo>
                  <a:lnTo>
                    <a:pt x="76" y="132"/>
                  </a:lnTo>
                  <a:lnTo>
                    <a:pt x="108" y="125"/>
                  </a:lnTo>
                  <a:lnTo>
                    <a:pt x="127" y="119"/>
                  </a:lnTo>
                  <a:lnTo>
                    <a:pt x="137" y="106"/>
                  </a:lnTo>
                  <a:lnTo>
                    <a:pt x="195" y="108"/>
                  </a:lnTo>
                  <a:lnTo>
                    <a:pt x="216" y="99"/>
                  </a:lnTo>
                  <a:lnTo>
                    <a:pt x="216" y="79"/>
                  </a:lnTo>
                  <a:lnTo>
                    <a:pt x="247" y="50"/>
                  </a:lnTo>
                  <a:lnTo>
                    <a:pt x="252" y="37"/>
                  </a:lnTo>
                  <a:lnTo>
                    <a:pt x="270" y="22"/>
                  </a:lnTo>
                  <a:lnTo>
                    <a:pt x="270" y="0"/>
                  </a:lnTo>
                  <a:lnTo>
                    <a:pt x="334" y="0"/>
                  </a:lnTo>
                  <a:lnTo>
                    <a:pt x="336" y="13"/>
                  </a:lnTo>
                  <a:lnTo>
                    <a:pt x="343" y="22"/>
                  </a:lnTo>
                  <a:lnTo>
                    <a:pt x="345" y="32"/>
                  </a:lnTo>
                  <a:lnTo>
                    <a:pt x="334" y="42"/>
                  </a:lnTo>
                  <a:lnTo>
                    <a:pt x="345" y="54"/>
                  </a:lnTo>
                  <a:lnTo>
                    <a:pt x="345" y="80"/>
                  </a:lnTo>
                  <a:lnTo>
                    <a:pt x="371" y="103"/>
                  </a:lnTo>
                  <a:lnTo>
                    <a:pt x="383" y="108"/>
                  </a:lnTo>
                  <a:lnTo>
                    <a:pt x="397" y="119"/>
                  </a:lnTo>
                  <a:lnTo>
                    <a:pt x="388" y="119"/>
                  </a:lnTo>
                  <a:lnTo>
                    <a:pt x="362" y="130"/>
                  </a:lnTo>
                  <a:lnTo>
                    <a:pt x="338" y="156"/>
                  </a:lnTo>
                  <a:lnTo>
                    <a:pt x="345" y="186"/>
                  </a:lnTo>
                  <a:lnTo>
                    <a:pt x="324" y="185"/>
                  </a:lnTo>
                  <a:lnTo>
                    <a:pt x="303" y="206"/>
                  </a:lnTo>
                  <a:lnTo>
                    <a:pt x="301" y="241"/>
                  </a:lnTo>
                  <a:lnTo>
                    <a:pt x="268" y="294"/>
                  </a:lnTo>
                  <a:lnTo>
                    <a:pt x="233" y="305"/>
                  </a:lnTo>
                  <a:lnTo>
                    <a:pt x="231" y="296"/>
                  </a:lnTo>
                  <a:lnTo>
                    <a:pt x="219" y="281"/>
                  </a:lnTo>
                  <a:lnTo>
                    <a:pt x="196" y="280"/>
                  </a:lnTo>
                  <a:lnTo>
                    <a:pt x="181" y="275"/>
                  </a:lnTo>
                  <a:lnTo>
                    <a:pt x="167" y="280"/>
                  </a:lnTo>
                  <a:lnTo>
                    <a:pt x="153" y="294"/>
                  </a:lnTo>
                  <a:lnTo>
                    <a:pt x="113" y="293"/>
                  </a:lnTo>
                  <a:lnTo>
                    <a:pt x="92" y="275"/>
                  </a:lnTo>
                  <a:lnTo>
                    <a:pt x="64" y="273"/>
                  </a:lnTo>
                  <a:lnTo>
                    <a:pt x="55" y="260"/>
                  </a:lnTo>
                  <a:lnTo>
                    <a:pt x="55" y="246"/>
                  </a:lnTo>
                  <a:lnTo>
                    <a:pt x="43" y="243"/>
                  </a:lnTo>
                  <a:lnTo>
                    <a:pt x="54" y="223"/>
                  </a:lnTo>
                  <a:lnTo>
                    <a:pt x="43" y="204"/>
                  </a:lnTo>
                  <a:lnTo>
                    <a:pt x="31" y="219"/>
                  </a:lnTo>
                  <a:lnTo>
                    <a:pt x="15" y="196"/>
                  </a:lnTo>
                  <a:lnTo>
                    <a:pt x="5" y="185"/>
                  </a:lnTo>
                  <a:lnTo>
                    <a:pt x="0" y="170"/>
                  </a:lnTo>
                  <a:lnTo>
                    <a:pt x="1" y="117"/>
                  </a:lnTo>
                  <a:lnTo>
                    <a:pt x="12" y="104"/>
                  </a:lnTo>
                  <a:lnTo>
                    <a:pt x="20" y="112"/>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196" name="Freeform 180">
              <a:extLst>
                <a:ext uri="{FF2B5EF4-FFF2-40B4-BE49-F238E27FC236}">
                  <a16:creationId xmlns:a16="http://schemas.microsoft.com/office/drawing/2014/main" id="{6E70D4D2-9092-5015-25B9-CADEB3791254}"/>
                </a:ext>
              </a:extLst>
            </p:cNvPr>
            <p:cNvSpPr>
              <a:spLocks/>
            </p:cNvSpPr>
            <p:nvPr/>
          </p:nvSpPr>
          <p:spPr bwMode="auto">
            <a:xfrm>
              <a:off x="2478" y="3095"/>
              <a:ext cx="66" cy="53"/>
            </a:xfrm>
            <a:custGeom>
              <a:avLst/>
              <a:gdLst>
                <a:gd name="T0" fmla="*/ 66 w 66"/>
                <a:gd name="T1" fmla="*/ 11 h 53"/>
                <a:gd name="T2" fmla="*/ 42 w 66"/>
                <a:gd name="T3" fmla="*/ 0 h 53"/>
                <a:gd name="T4" fmla="*/ 14 w 66"/>
                <a:gd name="T5" fmla="*/ 9 h 53"/>
                <a:gd name="T6" fmla="*/ 0 w 66"/>
                <a:gd name="T7" fmla="*/ 26 h 53"/>
                <a:gd name="T8" fmla="*/ 5 w 66"/>
                <a:gd name="T9" fmla="*/ 43 h 53"/>
                <a:gd name="T10" fmla="*/ 26 w 66"/>
                <a:gd name="T11" fmla="*/ 53 h 53"/>
                <a:gd name="T12" fmla="*/ 66 w 66"/>
                <a:gd name="T13" fmla="*/ 11 h 53"/>
              </a:gdLst>
              <a:ahLst/>
              <a:cxnLst>
                <a:cxn ang="0">
                  <a:pos x="T0" y="T1"/>
                </a:cxn>
                <a:cxn ang="0">
                  <a:pos x="T2" y="T3"/>
                </a:cxn>
                <a:cxn ang="0">
                  <a:pos x="T4" y="T5"/>
                </a:cxn>
                <a:cxn ang="0">
                  <a:pos x="T6" y="T7"/>
                </a:cxn>
                <a:cxn ang="0">
                  <a:pos x="T8" y="T9"/>
                </a:cxn>
                <a:cxn ang="0">
                  <a:pos x="T10" y="T11"/>
                </a:cxn>
                <a:cxn ang="0">
                  <a:pos x="T12" y="T13"/>
                </a:cxn>
              </a:cxnLst>
              <a:rect l="0" t="0" r="r" b="b"/>
              <a:pathLst>
                <a:path w="66" h="53">
                  <a:moveTo>
                    <a:pt x="66" y="11"/>
                  </a:moveTo>
                  <a:lnTo>
                    <a:pt x="42" y="0"/>
                  </a:lnTo>
                  <a:lnTo>
                    <a:pt x="14" y="9"/>
                  </a:lnTo>
                  <a:lnTo>
                    <a:pt x="0" y="26"/>
                  </a:lnTo>
                  <a:lnTo>
                    <a:pt x="5" y="43"/>
                  </a:lnTo>
                  <a:lnTo>
                    <a:pt x="26" y="53"/>
                  </a:lnTo>
                  <a:lnTo>
                    <a:pt x="66" y="11"/>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grpSp>
      <p:sp>
        <p:nvSpPr>
          <p:cNvPr id="1878198" name="Freeform 182">
            <a:extLst>
              <a:ext uri="{FF2B5EF4-FFF2-40B4-BE49-F238E27FC236}">
                <a16:creationId xmlns:a16="http://schemas.microsoft.com/office/drawing/2014/main" id="{8F7908AD-E53E-A987-8847-F31F74681E52}"/>
              </a:ext>
            </a:extLst>
          </p:cNvPr>
          <p:cNvSpPr>
            <a:spLocks/>
          </p:cNvSpPr>
          <p:nvPr/>
        </p:nvSpPr>
        <p:spPr bwMode="auto">
          <a:xfrm>
            <a:off x="6805613" y="4829175"/>
            <a:ext cx="36512" cy="44450"/>
          </a:xfrm>
          <a:custGeom>
            <a:avLst/>
            <a:gdLst>
              <a:gd name="T0" fmla="*/ 0 w 25"/>
              <a:gd name="T1" fmla="*/ 3 h 30"/>
              <a:gd name="T2" fmla="*/ 12 w 25"/>
              <a:gd name="T3" fmla="*/ 0 h 30"/>
              <a:gd name="T4" fmla="*/ 19 w 25"/>
              <a:gd name="T5" fmla="*/ 3 h 30"/>
              <a:gd name="T6" fmla="*/ 25 w 25"/>
              <a:gd name="T7" fmla="*/ 8 h 30"/>
              <a:gd name="T8" fmla="*/ 25 w 25"/>
              <a:gd name="T9" fmla="*/ 19 h 30"/>
              <a:gd name="T10" fmla="*/ 25 w 25"/>
              <a:gd name="T11" fmla="*/ 30 h 30"/>
              <a:gd name="T12" fmla="*/ 9 w 25"/>
              <a:gd name="T13" fmla="*/ 25 h 30"/>
              <a:gd name="T14" fmla="*/ 0 w 25"/>
              <a:gd name="T15" fmla="*/ 17 h 30"/>
              <a:gd name="T16" fmla="*/ 0 w 2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0">
                <a:moveTo>
                  <a:pt x="0" y="3"/>
                </a:moveTo>
                <a:lnTo>
                  <a:pt x="12" y="0"/>
                </a:lnTo>
                <a:lnTo>
                  <a:pt x="19" y="3"/>
                </a:lnTo>
                <a:lnTo>
                  <a:pt x="25" y="8"/>
                </a:lnTo>
                <a:lnTo>
                  <a:pt x="25" y="19"/>
                </a:lnTo>
                <a:lnTo>
                  <a:pt x="25" y="30"/>
                </a:lnTo>
                <a:lnTo>
                  <a:pt x="9" y="25"/>
                </a:lnTo>
                <a:lnTo>
                  <a:pt x="0" y="17"/>
                </a:lnTo>
                <a:lnTo>
                  <a:pt x="0" y="3"/>
                </a:lnTo>
                <a:close/>
              </a:path>
            </a:pathLst>
          </a:custGeom>
          <a:solidFill>
            <a:schemeClr val="bg1"/>
          </a:solidFill>
          <a:ln w="12700" cmpd="sng">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1" name="Freeform 185">
            <a:extLst>
              <a:ext uri="{FF2B5EF4-FFF2-40B4-BE49-F238E27FC236}">
                <a16:creationId xmlns:a16="http://schemas.microsoft.com/office/drawing/2014/main" id="{4FEF47DE-AF51-1523-A64C-2E7A5859513D}"/>
              </a:ext>
            </a:extLst>
          </p:cNvPr>
          <p:cNvSpPr>
            <a:spLocks/>
          </p:cNvSpPr>
          <p:nvPr/>
        </p:nvSpPr>
        <p:spPr bwMode="auto">
          <a:xfrm>
            <a:off x="376238" y="2905125"/>
            <a:ext cx="2190750" cy="1584325"/>
          </a:xfrm>
          <a:custGeom>
            <a:avLst/>
            <a:gdLst>
              <a:gd name="T0" fmla="*/ 623 w 2989"/>
              <a:gd name="T1" fmla="*/ 595 h 2163"/>
              <a:gd name="T2" fmla="*/ 428 w 2989"/>
              <a:gd name="T3" fmla="*/ 716 h 2163"/>
              <a:gd name="T4" fmla="*/ 225 w 2989"/>
              <a:gd name="T5" fmla="*/ 801 h 2163"/>
              <a:gd name="T6" fmla="*/ 49 w 2989"/>
              <a:gd name="T7" fmla="*/ 864 h 2163"/>
              <a:gd name="T8" fmla="*/ 89 w 2989"/>
              <a:gd name="T9" fmla="*/ 1221 h 2163"/>
              <a:gd name="T10" fmla="*/ 71 w 2989"/>
              <a:gd name="T11" fmla="*/ 1243 h 2163"/>
              <a:gd name="T12" fmla="*/ 8 w 2989"/>
              <a:gd name="T13" fmla="*/ 1218 h 2163"/>
              <a:gd name="T14" fmla="*/ 276 w 2989"/>
              <a:gd name="T15" fmla="*/ 1636 h 2163"/>
              <a:gd name="T16" fmla="*/ 234 w 2989"/>
              <a:gd name="T17" fmla="*/ 1779 h 2163"/>
              <a:gd name="T18" fmla="*/ 305 w 2989"/>
              <a:gd name="T19" fmla="*/ 1833 h 2163"/>
              <a:gd name="T20" fmla="*/ 395 w 2989"/>
              <a:gd name="T21" fmla="*/ 1885 h 2163"/>
              <a:gd name="T22" fmla="*/ 506 w 2989"/>
              <a:gd name="T23" fmla="*/ 1840 h 2163"/>
              <a:gd name="T24" fmla="*/ 603 w 2989"/>
              <a:gd name="T25" fmla="*/ 1772 h 2163"/>
              <a:gd name="T26" fmla="*/ 770 w 2989"/>
              <a:gd name="T27" fmla="*/ 1747 h 2163"/>
              <a:gd name="T28" fmla="*/ 881 w 2989"/>
              <a:gd name="T29" fmla="*/ 1693 h 2163"/>
              <a:gd name="T30" fmla="*/ 1063 w 2989"/>
              <a:gd name="T31" fmla="*/ 1597 h 2163"/>
              <a:gd name="T32" fmla="*/ 1228 w 2989"/>
              <a:gd name="T33" fmla="*/ 1553 h 2163"/>
              <a:gd name="T34" fmla="*/ 1400 w 2989"/>
              <a:gd name="T35" fmla="*/ 1549 h 2163"/>
              <a:gd name="T36" fmla="*/ 1662 w 2989"/>
              <a:gd name="T37" fmla="*/ 1709 h 2163"/>
              <a:gd name="T38" fmla="*/ 1856 w 2989"/>
              <a:gd name="T39" fmla="*/ 1684 h 2163"/>
              <a:gd name="T40" fmla="*/ 1823 w 2989"/>
              <a:gd name="T41" fmla="*/ 1818 h 2163"/>
              <a:gd name="T42" fmla="*/ 1875 w 2989"/>
              <a:gd name="T43" fmla="*/ 1853 h 2163"/>
              <a:gd name="T44" fmla="*/ 1945 w 2989"/>
              <a:gd name="T45" fmla="*/ 1918 h 2163"/>
              <a:gd name="T46" fmla="*/ 2056 w 2989"/>
              <a:gd name="T47" fmla="*/ 2083 h 2163"/>
              <a:gd name="T48" fmla="*/ 2194 w 2989"/>
              <a:gd name="T49" fmla="*/ 2114 h 2163"/>
              <a:gd name="T50" fmla="*/ 2264 w 2989"/>
              <a:gd name="T51" fmla="*/ 2074 h 2163"/>
              <a:gd name="T52" fmla="*/ 2388 w 2989"/>
              <a:gd name="T53" fmla="*/ 2163 h 2163"/>
              <a:gd name="T54" fmla="*/ 2429 w 2989"/>
              <a:gd name="T55" fmla="*/ 2128 h 2163"/>
              <a:gd name="T56" fmla="*/ 2540 w 2989"/>
              <a:gd name="T57" fmla="*/ 2121 h 2163"/>
              <a:gd name="T58" fmla="*/ 2784 w 2989"/>
              <a:gd name="T59" fmla="*/ 1742 h 2163"/>
              <a:gd name="T60" fmla="*/ 2979 w 2989"/>
              <a:gd name="T61" fmla="*/ 1186 h 2163"/>
              <a:gd name="T62" fmla="*/ 2869 w 2989"/>
              <a:gd name="T63" fmla="*/ 938 h 2163"/>
              <a:gd name="T64" fmla="*/ 2828 w 2989"/>
              <a:gd name="T65" fmla="*/ 930 h 2163"/>
              <a:gd name="T66" fmla="*/ 2747 w 2989"/>
              <a:gd name="T67" fmla="*/ 761 h 2163"/>
              <a:gd name="T68" fmla="*/ 2561 w 2989"/>
              <a:gd name="T69" fmla="*/ 516 h 2163"/>
              <a:gd name="T70" fmla="*/ 2480 w 2989"/>
              <a:gd name="T71" fmla="*/ 282 h 2163"/>
              <a:gd name="T72" fmla="*/ 2428 w 2989"/>
              <a:gd name="T73" fmla="*/ 287 h 2163"/>
              <a:gd name="T74" fmla="*/ 2347 w 2989"/>
              <a:gd name="T75" fmla="*/ 0 h 2163"/>
              <a:gd name="T76" fmla="*/ 2253 w 2989"/>
              <a:gd name="T77" fmla="*/ 150 h 2163"/>
              <a:gd name="T78" fmla="*/ 2222 w 2989"/>
              <a:gd name="T79" fmla="*/ 352 h 2163"/>
              <a:gd name="T80" fmla="*/ 2089 w 2989"/>
              <a:gd name="T81" fmla="*/ 510 h 2163"/>
              <a:gd name="T82" fmla="*/ 1876 w 2989"/>
              <a:gd name="T83" fmla="*/ 394 h 2163"/>
              <a:gd name="T84" fmla="*/ 1740 w 2989"/>
              <a:gd name="T85" fmla="*/ 223 h 2163"/>
              <a:gd name="T86" fmla="*/ 1833 w 2989"/>
              <a:gd name="T87" fmla="*/ 189 h 2163"/>
              <a:gd name="T88" fmla="*/ 1797 w 2989"/>
              <a:gd name="T89" fmla="*/ 98 h 2163"/>
              <a:gd name="T90" fmla="*/ 1477 w 2989"/>
              <a:gd name="T91" fmla="*/ 5 h 2163"/>
              <a:gd name="T92" fmla="*/ 1484 w 2989"/>
              <a:gd name="T93" fmla="*/ 104 h 2163"/>
              <a:gd name="T94" fmla="*/ 1338 w 2989"/>
              <a:gd name="T95" fmla="*/ 113 h 2163"/>
              <a:gd name="T96" fmla="*/ 1240 w 2989"/>
              <a:gd name="T97" fmla="*/ 287 h 2163"/>
              <a:gd name="T98" fmla="*/ 1175 w 2989"/>
              <a:gd name="T99" fmla="*/ 267 h 2163"/>
              <a:gd name="T100" fmla="*/ 1115 w 2989"/>
              <a:gd name="T101" fmla="*/ 329 h 2163"/>
              <a:gd name="T102" fmla="*/ 1024 w 2989"/>
              <a:gd name="T103" fmla="*/ 205 h 2163"/>
              <a:gd name="T104" fmla="*/ 953 w 2989"/>
              <a:gd name="T105" fmla="*/ 248 h 2163"/>
              <a:gd name="T106" fmla="*/ 858 w 2989"/>
              <a:gd name="T107" fmla="*/ 317 h 2163"/>
              <a:gd name="T108" fmla="*/ 808 w 2989"/>
              <a:gd name="T109" fmla="*/ 381 h 2163"/>
              <a:gd name="T110" fmla="*/ 737 w 2989"/>
              <a:gd name="T111" fmla="*/ 385 h 2163"/>
              <a:gd name="T112" fmla="*/ 735 w 2989"/>
              <a:gd name="T113" fmla="*/ 485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163">
                <a:moveTo>
                  <a:pt x="643" y="502"/>
                </a:moveTo>
                <a:lnTo>
                  <a:pt x="665" y="544"/>
                </a:lnTo>
                <a:lnTo>
                  <a:pt x="623" y="595"/>
                </a:lnTo>
                <a:lnTo>
                  <a:pt x="572" y="661"/>
                </a:lnTo>
                <a:lnTo>
                  <a:pt x="507" y="685"/>
                </a:lnTo>
                <a:lnTo>
                  <a:pt x="428" y="716"/>
                </a:lnTo>
                <a:lnTo>
                  <a:pt x="332" y="758"/>
                </a:lnTo>
                <a:lnTo>
                  <a:pt x="262" y="766"/>
                </a:lnTo>
                <a:lnTo>
                  <a:pt x="225" y="801"/>
                </a:lnTo>
                <a:lnTo>
                  <a:pt x="79" y="929"/>
                </a:lnTo>
                <a:lnTo>
                  <a:pt x="60" y="917"/>
                </a:lnTo>
                <a:lnTo>
                  <a:pt x="49" y="864"/>
                </a:lnTo>
                <a:lnTo>
                  <a:pt x="0" y="1111"/>
                </a:lnTo>
                <a:lnTo>
                  <a:pt x="50" y="1151"/>
                </a:lnTo>
                <a:lnTo>
                  <a:pt x="89" y="1221"/>
                </a:lnTo>
                <a:lnTo>
                  <a:pt x="40" y="1197"/>
                </a:lnTo>
                <a:lnTo>
                  <a:pt x="41" y="1207"/>
                </a:lnTo>
                <a:lnTo>
                  <a:pt x="71" y="1243"/>
                </a:lnTo>
                <a:lnTo>
                  <a:pt x="71" y="1250"/>
                </a:lnTo>
                <a:lnTo>
                  <a:pt x="21" y="1210"/>
                </a:lnTo>
                <a:lnTo>
                  <a:pt x="8" y="1218"/>
                </a:lnTo>
                <a:lnTo>
                  <a:pt x="11" y="1231"/>
                </a:lnTo>
                <a:lnTo>
                  <a:pt x="107" y="1335"/>
                </a:lnTo>
                <a:lnTo>
                  <a:pt x="276" y="1636"/>
                </a:lnTo>
                <a:lnTo>
                  <a:pt x="276" y="1746"/>
                </a:lnTo>
                <a:lnTo>
                  <a:pt x="254" y="1779"/>
                </a:lnTo>
                <a:lnTo>
                  <a:pt x="234" y="1779"/>
                </a:lnTo>
                <a:lnTo>
                  <a:pt x="252" y="1803"/>
                </a:lnTo>
                <a:lnTo>
                  <a:pt x="262" y="1833"/>
                </a:lnTo>
                <a:lnTo>
                  <a:pt x="305" y="1833"/>
                </a:lnTo>
                <a:lnTo>
                  <a:pt x="315" y="1866"/>
                </a:lnTo>
                <a:lnTo>
                  <a:pt x="346" y="1874"/>
                </a:lnTo>
                <a:lnTo>
                  <a:pt x="395" y="1885"/>
                </a:lnTo>
                <a:lnTo>
                  <a:pt x="431" y="1883"/>
                </a:lnTo>
                <a:lnTo>
                  <a:pt x="470" y="1879"/>
                </a:lnTo>
                <a:lnTo>
                  <a:pt x="506" y="1840"/>
                </a:lnTo>
                <a:lnTo>
                  <a:pt x="532" y="1812"/>
                </a:lnTo>
                <a:lnTo>
                  <a:pt x="561" y="1812"/>
                </a:lnTo>
                <a:lnTo>
                  <a:pt x="603" y="1772"/>
                </a:lnTo>
                <a:lnTo>
                  <a:pt x="733" y="1742"/>
                </a:lnTo>
                <a:lnTo>
                  <a:pt x="743" y="1741"/>
                </a:lnTo>
                <a:lnTo>
                  <a:pt x="770" y="1747"/>
                </a:lnTo>
                <a:lnTo>
                  <a:pt x="799" y="1735"/>
                </a:lnTo>
                <a:lnTo>
                  <a:pt x="844" y="1735"/>
                </a:lnTo>
                <a:lnTo>
                  <a:pt x="881" y="1693"/>
                </a:lnTo>
                <a:lnTo>
                  <a:pt x="911" y="1662"/>
                </a:lnTo>
                <a:lnTo>
                  <a:pt x="988" y="1629"/>
                </a:lnTo>
                <a:lnTo>
                  <a:pt x="1063" y="1597"/>
                </a:lnTo>
                <a:lnTo>
                  <a:pt x="1106" y="1611"/>
                </a:lnTo>
                <a:lnTo>
                  <a:pt x="1168" y="1580"/>
                </a:lnTo>
                <a:lnTo>
                  <a:pt x="1228" y="1553"/>
                </a:lnTo>
                <a:lnTo>
                  <a:pt x="1295" y="1552"/>
                </a:lnTo>
                <a:lnTo>
                  <a:pt x="1371" y="1530"/>
                </a:lnTo>
                <a:lnTo>
                  <a:pt x="1400" y="1549"/>
                </a:lnTo>
                <a:lnTo>
                  <a:pt x="1566" y="1618"/>
                </a:lnTo>
                <a:lnTo>
                  <a:pt x="1580" y="1644"/>
                </a:lnTo>
                <a:lnTo>
                  <a:pt x="1662" y="1709"/>
                </a:lnTo>
                <a:lnTo>
                  <a:pt x="1689" y="1780"/>
                </a:lnTo>
                <a:lnTo>
                  <a:pt x="1832" y="1644"/>
                </a:lnTo>
                <a:lnTo>
                  <a:pt x="1856" y="1684"/>
                </a:lnTo>
                <a:lnTo>
                  <a:pt x="1802" y="1783"/>
                </a:lnTo>
                <a:lnTo>
                  <a:pt x="1764" y="1825"/>
                </a:lnTo>
                <a:lnTo>
                  <a:pt x="1823" y="1818"/>
                </a:lnTo>
                <a:lnTo>
                  <a:pt x="1875" y="1759"/>
                </a:lnTo>
                <a:lnTo>
                  <a:pt x="1885" y="1792"/>
                </a:lnTo>
                <a:lnTo>
                  <a:pt x="1875" y="1853"/>
                </a:lnTo>
                <a:lnTo>
                  <a:pt x="1894" y="1853"/>
                </a:lnTo>
                <a:lnTo>
                  <a:pt x="1906" y="1868"/>
                </a:lnTo>
                <a:lnTo>
                  <a:pt x="1945" y="1918"/>
                </a:lnTo>
                <a:lnTo>
                  <a:pt x="1947" y="1978"/>
                </a:lnTo>
                <a:lnTo>
                  <a:pt x="2027" y="2046"/>
                </a:lnTo>
                <a:lnTo>
                  <a:pt x="2056" y="2083"/>
                </a:lnTo>
                <a:lnTo>
                  <a:pt x="2140" y="2090"/>
                </a:lnTo>
                <a:lnTo>
                  <a:pt x="2169" y="2114"/>
                </a:lnTo>
                <a:lnTo>
                  <a:pt x="2194" y="2114"/>
                </a:lnTo>
                <a:lnTo>
                  <a:pt x="2224" y="2091"/>
                </a:lnTo>
                <a:lnTo>
                  <a:pt x="2206" y="2073"/>
                </a:lnTo>
                <a:lnTo>
                  <a:pt x="2264" y="2074"/>
                </a:lnTo>
                <a:lnTo>
                  <a:pt x="2242" y="2115"/>
                </a:lnTo>
                <a:lnTo>
                  <a:pt x="2283" y="2109"/>
                </a:lnTo>
                <a:lnTo>
                  <a:pt x="2388" y="2163"/>
                </a:lnTo>
                <a:lnTo>
                  <a:pt x="2389" y="2133"/>
                </a:lnTo>
                <a:lnTo>
                  <a:pt x="2407" y="2121"/>
                </a:lnTo>
                <a:lnTo>
                  <a:pt x="2429" y="2128"/>
                </a:lnTo>
                <a:lnTo>
                  <a:pt x="2438" y="2115"/>
                </a:lnTo>
                <a:lnTo>
                  <a:pt x="2498" y="2102"/>
                </a:lnTo>
                <a:lnTo>
                  <a:pt x="2540" y="2121"/>
                </a:lnTo>
                <a:lnTo>
                  <a:pt x="2569" y="2096"/>
                </a:lnTo>
                <a:lnTo>
                  <a:pt x="2611" y="2057"/>
                </a:lnTo>
                <a:lnTo>
                  <a:pt x="2784" y="1742"/>
                </a:lnTo>
                <a:lnTo>
                  <a:pt x="2850" y="1705"/>
                </a:lnTo>
                <a:lnTo>
                  <a:pt x="2989" y="1427"/>
                </a:lnTo>
                <a:lnTo>
                  <a:pt x="2979" y="1186"/>
                </a:lnTo>
                <a:lnTo>
                  <a:pt x="2877" y="1022"/>
                </a:lnTo>
                <a:lnTo>
                  <a:pt x="2887" y="982"/>
                </a:lnTo>
                <a:lnTo>
                  <a:pt x="2869" y="938"/>
                </a:lnTo>
                <a:lnTo>
                  <a:pt x="2858" y="945"/>
                </a:lnTo>
                <a:lnTo>
                  <a:pt x="2838" y="930"/>
                </a:lnTo>
                <a:lnTo>
                  <a:pt x="2828" y="930"/>
                </a:lnTo>
                <a:lnTo>
                  <a:pt x="2829" y="944"/>
                </a:lnTo>
                <a:lnTo>
                  <a:pt x="2806" y="950"/>
                </a:lnTo>
                <a:lnTo>
                  <a:pt x="2747" y="761"/>
                </a:lnTo>
                <a:lnTo>
                  <a:pt x="2601" y="669"/>
                </a:lnTo>
                <a:lnTo>
                  <a:pt x="2583" y="649"/>
                </a:lnTo>
                <a:lnTo>
                  <a:pt x="2561" y="516"/>
                </a:lnTo>
                <a:lnTo>
                  <a:pt x="2512" y="437"/>
                </a:lnTo>
                <a:lnTo>
                  <a:pt x="2491" y="346"/>
                </a:lnTo>
                <a:lnTo>
                  <a:pt x="2480" y="282"/>
                </a:lnTo>
                <a:lnTo>
                  <a:pt x="2489" y="248"/>
                </a:lnTo>
                <a:lnTo>
                  <a:pt x="2469" y="235"/>
                </a:lnTo>
                <a:lnTo>
                  <a:pt x="2428" y="287"/>
                </a:lnTo>
                <a:lnTo>
                  <a:pt x="2407" y="287"/>
                </a:lnTo>
                <a:lnTo>
                  <a:pt x="2347" y="86"/>
                </a:lnTo>
                <a:lnTo>
                  <a:pt x="2347" y="0"/>
                </a:lnTo>
                <a:lnTo>
                  <a:pt x="2256" y="117"/>
                </a:lnTo>
                <a:lnTo>
                  <a:pt x="2277" y="138"/>
                </a:lnTo>
                <a:lnTo>
                  <a:pt x="2253" y="150"/>
                </a:lnTo>
                <a:lnTo>
                  <a:pt x="2253" y="212"/>
                </a:lnTo>
                <a:lnTo>
                  <a:pt x="2232" y="235"/>
                </a:lnTo>
                <a:lnTo>
                  <a:pt x="2222" y="352"/>
                </a:lnTo>
                <a:lnTo>
                  <a:pt x="2158" y="460"/>
                </a:lnTo>
                <a:lnTo>
                  <a:pt x="2140" y="505"/>
                </a:lnTo>
                <a:lnTo>
                  <a:pt x="2089" y="510"/>
                </a:lnTo>
                <a:lnTo>
                  <a:pt x="2060" y="498"/>
                </a:lnTo>
                <a:lnTo>
                  <a:pt x="2009" y="460"/>
                </a:lnTo>
                <a:lnTo>
                  <a:pt x="1876" y="394"/>
                </a:lnTo>
                <a:lnTo>
                  <a:pt x="1832" y="354"/>
                </a:lnTo>
                <a:lnTo>
                  <a:pt x="1740" y="287"/>
                </a:lnTo>
                <a:lnTo>
                  <a:pt x="1740" y="223"/>
                </a:lnTo>
                <a:lnTo>
                  <a:pt x="1770" y="204"/>
                </a:lnTo>
                <a:lnTo>
                  <a:pt x="1802" y="217"/>
                </a:lnTo>
                <a:lnTo>
                  <a:pt x="1833" y="189"/>
                </a:lnTo>
                <a:lnTo>
                  <a:pt x="1814" y="171"/>
                </a:lnTo>
                <a:lnTo>
                  <a:pt x="1844" y="111"/>
                </a:lnTo>
                <a:lnTo>
                  <a:pt x="1797" y="98"/>
                </a:lnTo>
                <a:lnTo>
                  <a:pt x="1773" y="84"/>
                </a:lnTo>
                <a:lnTo>
                  <a:pt x="1712" y="98"/>
                </a:lnTo>
                <a:lnTo>
                  <a:pt x="1477" y="5"/>
                </a:lnTo>
                <a:lnTo>
                  <a:pt x="1432" y="26"/>
                </a:lnTo>
                <a:lnTo>
                  <a:pt x="1484" y="73"/>
                </a:lnTo>
                <a:lnTo>
                  <a:pt x="1484" y="104"/>
                </a:lnTo>
                <a:lnTo>
                  <a:pt x="1455" y="111"/>
                </a:lnTo>
                <a:lnTo>
                  <a:pt x="1414" y="92"/>
                </a:lnTo>
                <a:lnTo>
                  <a:pt x="1338" y="113"/>
                </a:lnTo>
                <a:lnTo>
                  <a:pt x="1209" y="242"/>
                </a:lnTo>
                <a:lnTo>
                  <a:pt x="1246" y="267"/>
                </a:lnTo>
                <a:lnTo>
                  <a:pt x="1240" y="287"/>
                </a:lnTo>
                <a:lnTo>
                  <a:pt x="1246" y="308"/>
                </a:lnTo>
                <a:lnTo>
                  <a:pt x="1199" y="287"/>
                </a:lnTo>
                <a:lnTo>
                  <a:pt x="1175" y="267"/>
                </a:lnTo>
                <a:lnTo>
                  <a:pt x="1148" y="287"/>
                </a:lnTo>
                <a:lnTo>
                  <a:pt x="1138" y="286"/>
                </a:lnTo>
                <a:lnTo>
                  <a:pt x="1115" y="329"/>
                </a:lnTo>
                <a:lnTo>
                  <a:pt x="1104" y="317"/>
                </a:lnTo>
                <a:lnTo>
                  <a:pt x="1113" y="275"/>
                </a:lnTo>
                <a:lnTo>
                  <a:pt x="1024" y="205"/>
                </a:lnTo>
                <a:lnTo>
                  <a:pt x="1005" y="224"/>
                </a:lnTo>
                <a:lnTo>
                  <a:pt x="963" y="237"/>
                </a:lnTo>
                <a:lnTo>
                  <a:pt x="953" y="248"/>
                </a:lnTo>
                <a:lnTo>
                  <a:pt x="901" y="262"/>
                </a:lnTo>
                <a:lnTo>
                  <a:pt x="892" y="292"/>
                </a:lnTo>
                <a:lnTo>
                  <a:pt x="858" y="317"/>
                </a:lnTo>
                <a:lnTo>
                  <a:pt x="861" y="333"/>
                </a:lnTo>
                <a:lnTo>
                  <a:pt x="808" y="345"/>
                </a:lnTo>
                <a:lnTo>
                  <a:pt x="808" y="381"/>
                </a:lnTo>
                <a:lnTo>
                  <a:pt x="790" y="399"/>
                </a:lnTo>
                <a:lnTo>
                  <a:pt x="750" y="373"/>
                </a:lnTo>
                <a:lnTo>
                  <a:pt x="737" y="385"/>
                </a:lnTo>
                <a:lnTo>
                  <a:pt x="768" y="463"/>
                </a:lnTo>
                <a:lnTo>
                  <a:pt x="747" y="463"/>
                </a:lnTo>
                <a:lnTo>
                  <a:pt x="735" y="485"/>
                </a:lnTo>
                <a:lnTo>
                  <a:pt x="683" y="436"/>
                </a:lnTo>
                <a:lnTo>
                  <a:pt x="643" y="502"/>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2" name="Freeform 186">
            <a:extLst>
              <a:ext uri="{FF2B5EF4-FFF2-40B4-BE49-F238E27FC236}">
                <a16:creationId xmlns:a16="http://schemas.microsoft.com/office/drawing/2014/main" id="{B633D402-F13D-C1FE-9A85-E79D0CE06939}"/>
              </a:ext>
            </a:extLst>
          </p:cNvPr>
          <p:cNvSpPr>
            <a:spLocks/>
          </p:cNvSpPr>
          <p:nvPr/>
        </p:nvSpPr>
        <p:spPr bwMode="auto">
          <a:xfrm>
            <a:off x="1830388" y="4479925"/>
            <a:ext cx="63500" cy="50800"/>
          </a:xfrm>
          <a:custGeom>
            <a:avLst/>
            <a:gdLst>
              <a:gd name="T0" fmla="*/ 0 w 87"/>
              <a:gd name="T1" fmla="*/ 11 h 70"/>
              <a:gd name="T2" fmla="*/ 1 w 87"/>
              <a:gd name="T3" fmla="*/ 38 h 70"/>
              <a:gd name="T4" fmla="*/ 21 w 87"/>
              <a:gd name="T5" fmla="*/ 70 h 70"/>
              <a:gd name="T6" fmla="*/ 57 w 87"/>
              <a:gd name="T7" fmla="*/ 59 h 70"/>
              <a:gd name="T8" fmla="*/ 87 w 87"/>
              <a:gd name="T9" fmla="*/ 51 h 70"/>
              <a:gd name="T10" fmla="*/ 87 w 87"/>
              <a:gd name="T11" fmla="*/ 16 h 70"/>
              <a:gd name="T12" fmla="*/ 48 w 87"/>
              <a:gd name="T13" fmla="*/ 0 h 70"/>
              <a:gd name="T14" fmla="*/ 0 w 87"/>
              <a:gd name="T15" fmla="*/ 11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70">
                <a:moveTo>
                  <a:pt x="0" y="11"/>
                </a:moveTo>
                <a:lnTo>
                  <a:pt x="1" y="38"/>
                </a:lnTo>
                <a:lnTo>
                  <a:pt x="21" y="70"/>
                </a:lnTo>
                <a:lnTo>
                  <a:pt x="57" y="59"/>
                </a:lnTo>
                <a:lnTo>
                  <a:pt x="87" y="51"/>
                </a:lnTo>
                <a:lnTo>
                  <a:pt x="87" y="16"/>
                </a:lnTo>
                <a:lnTo>
                  <a:pt x="48" y="0"/>
                </a:lnTo>
                <a:lnTo>
                  <a:pt x="0" y="11"/>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3" name="Freeform 187">
            <a:extLst>
              <a:ext uri="{FF2B5EF4-FFF2-40B4-BE49-F238E27FC236}">
                <a16:creationId xmlns:a16="http://schemas.microsoft.com/office/drawing/2014/main" id="{437E4E3F-319F-CFF8-1F1D-B0B761CF2380}"/>
              </a:ext>
            </a:extLst>
          </p:cNvPr>
          <p:cNvSpPr>
            <a:spLocks/>
          </p:cNvSpPr>
          <p:nvPr/>
        </p:nvSpPr>
        <p:spPr bwMode="auto">
          <a:xfrm>
            <a:off x="1952625" y="4505325"/>
            <a:ext cx="358775" cy="234950"/>
          </a:xfrm>
          <a:custGeom>
            <a:avLst/>
            <a:gdLst>
              <a:gd name="T0" fmla="*/ 0 w 491"/>
              <a:gd name="T1" fmla="*/ 32 h 320"/>
              <a:gd name="T2" fmla="*/ 0 w 491"/>
              <a:gd name="T3" fmla="*/ 77 h 320"/>
              <a:gd name="T4" fmla="*/ 13 w 491"/>
              <a:gd name="T5" fmla="*/ 95 h 320"/>
              <a:gd name="T6" fmla="*/ 30 w 491"/>
              <a:gd name="T7" fmla="*/ 123 h 320"/>
              <a:gd name="T8" fmla="*/ 38 w 491"/>
              <a:gd name="T9" fmla="*/ 130 h 320"/>
              <a:gd name="T10" fmla="*/ 57 w 491"/>
              <a:gd name="T11" fmla="*/ 160 h 320"/>
              <a:gd name="T12" fmla="*/ 82 w 491"/>
              <a:gd name="T13" fmla="*/ 199 h 320"/>
              <a:gd name="T14" fmla="*/ 107 w 491"/>
              <a:gd name="T15" fmla="*/ 243 h 320"/>
              <a:gd name="T16" fmla="*/ 133 w 491"/>
              <a:gd name="T17" fmla="*/ 277 h 320"/>
              <a:gd name="T18" fmla="*/ 182 w 491"/>
              <a:gd name="T19" fmla="*/ 311 h 320"/>
              <a:gd name="T20" fmla="*/ 216 w 491"/>
              <a:gd name="T21" fmla="*/ 314 h 320"/>
              <a:gd name="T22" fmla="*/ 252 w 491"/>
              <a:gd name="T23" fmla="*/ 320 h 320"/>
              <a:gd name="T24" fmla="*/ 298 w 491"/>
              <a:gd name="T25" fmla="*/ 311 h 320"/>
              <a:gd name="T26" fmla="*/ 364 w 491"/>
              <a:gd name="T27" fmla="*/ 249 h 320"/>
              <a:gd name="T28" fmla="*/ 439 w 491"/>
              <a:gd name="T29" fmla="*/ 169 h 320"/>
              <a:gd name="T30" fmla="*/ 481 w 491"/>
              <a:gd name="T31" fmla="*/ 111 h 320"/>
              <a:gd name="T32" fmla="*/ 491 w 491"/>
              <a:gd name="T33" fmla="*/ 70 h 320"/>
              <a:gd name="T34" fmla="*/ 491 w 491"/>
              <a:gd name="T35" fmla="*/ 7 h 320"/>
              <a:gd name="T36" fmla="*/ 463 w 491"/>
              <a:gd name="T37" fmla="*/ 0 h 320"/>
              <a:gd name="T38" fmla="*/ 395 w 491"/>
              <a:gd name="T39" fmla="*/ 19 h 320"/>
              <a:gd name="T40" fmla="*/ 261 w 491"/>
              <a:gd name="T41" fmla="*/ 70 h 320"/>
              <a:gd name="T42" fmla="*/ 186 w 491"/>
              <a:gd name="T43" fmla="*/ 79 h 320"/>
              <a:gd name="T44" fmla="*/ 128 w 491"/>
              <a:gd name="T45" fmla="*/ 70 h 320"/>
              <a:gd name="T46" fmla="*/ 83 w 491"/>
              <a:gd name="T47" fmla="*/ 59 h 320"/>
              <a:gd name="T48" fmla="*/ 0 w 491"/>
              <a:gd name="T49" fmla="*/ 3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1" h="320">
                <a:moveTo>
                  <a:pt x="0" y="32"/>
                </a:moveTo>
                <a:lnTo>
                  <a:pt x="0" y="77"/>
                </a:lnTo>
                <a:lnTo>
                  <a:pt x="13" y="95"/>
                </a:lnTo>
                <a:lnTo>
                  <a:pt x="30" y="123"/>
                </a:lnTo>
                <a:lnTo>
                  <a:pt x="38" y="130"/>
                </a:lnTo>
                <a:lnTo>
                  <a:pt x="57" y="160"/>
                </a:lnTo>
                <a:lnTo>
                  <a:pt x="82" y="199"/>
                </a:lnTo>
                <a:lnTo>
                  <a:pt x="107" y="243"/>
                </a:lnTo>
                <a:lnTo>
                  <a:pt x="133" y="277"/>
                </a:lnTo>
                <a:lnTo>
                  <a:pt x="182" y="311"/>
                </a:lnTo>
                <a:lnTo>
                  <a:pt x="216" y="314"/>
                </a:lnTo>
                <a:lnTo>
                  <a:pt x="252" y="320"/>
                </a:lnTo>
                <a:lnTo>
                  <a:pt x="298" y="311"/>
                </a:lnTo>
                <a:lnTo>
                  <a:pt x="364" y="249"/>
                </a:lnTo>
                <a:lnTo>
                  <a:pt x="439" y="169"/>
                </a:lnTo>
                <a:lnTo>
                  <a:pt x="481" y="111"/>
                </a:lnTo>
                <a:lnTo>
                  <a:pt x="491" y="70"/>
                </a:lnTo>
                <a:lnTo>
                  <a:pt x="491" y="7"/>
                </a:lnTo>
                <a:lnTo>
                  <a:pt x="463" y="0"/>
                </a:lnTo>
                <a:lnTo>
                  <a:pt x="395" y="19"/>
                </a:lnTo>
                <a:lnTo>
                  <a:pt x="261" y="70"/>
                </a:lnTo>
                <a:lnTo>
                  <a:pt x="186" y="79"/>
                </a:lnTo>
                <a:lnTo>
                  <a:pt x="128" y="70"/>
                </a:lnTo>
                <a:lnTo>
                  <a:pt x="83" y="59"/>
                </a:lnTo>
                <a:lnTo>
                  <a:pt x="0" y="32"/>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4" name="Freeform 188">
            <a:extLst>
              <a:ext uri="{FF2B5EF4-FFF2-40B4-BE49-F238E27FC236}">
                <a16:creationId xmlns:a16="http://schemas.microsoft.com/office/drawing/2014/main" id="{A8C366D9-BB22-87F8-1F05-B85D1DFC3106}"/>
              </a:ext>
            </a:extLst>
          </p:cNvPr>
          <p:cNvSpPr>
            <a:spLocks/>
          </p:cNvSpPr>
          <p:nvPr/>
        </p:nvSpPr>
        <p:spPr bwMode="auto">
          <a:xfrm>
            <a:off x="2297113" y="4429125"/>
            <a:ext cx="63500" cy="42863"/>
          </a:xfrm>
          <a:custGeom>
            <a:avLst/>
            <a:gdLst>
              <a:gd name="T0" fmla="*/ 38 w 87"/>
              <a:gd name="T1" fmla="*/ 0 h 60"/>
              <a:gd name="T2" fmla="*/ 0 w 87"/>
              <a:gd name="T3" fmla="*/ 25 h 60"/>
              <a:gd name="T4" fmla="*/ 20 w 87"/>
              <a:gd name="T5" fmla="*/ 52 h 60"/>
              <a:gd name="T6" fmla="*/ 46 w 87"/>
              <a:gd name="T7" fmla="*/ 60 h 60"/>
              <a:gd name="T8" fmla="*/ 66 w 87"/>
              <a:gd name="T9" fmla="*/ 52 h 60"/>
              <a:gd name="T10" fmla="*/ 78 w 87"/>
              <a:gd name="T11" fmla="*/ 42 h 60"/>
              <a:gd name="T12" fmla="*/ 87 w 87"/>
              <a:gd name="T13" fmla="*/ 35 h 60"/>
              <a:gd name="T14" fmla="*/ 87 w 87"/>
              <a:gd name="T15" fmla="*/ 16 h 60"/>
              <a:gd name="T16" fmla="*/ 38 w 87"/>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60">
                <a:moveTo>
                  <a:pt x="38" y="0"/>
                </a:moveTo>
                <a:lnTo>
                  <a:pt x="0" y="25"/>
                </a:lnTo>
                <a:lnTo>
                  <a:pt x="20" y="52"/>
                </a:lnTo>
                <a:lnTo>
                  <a:pt x="46" y="60"/>
                </a:lnTo>
                <a:lnTo>
                  <a:pt x="66" y="52"/>
                </a:lnTo>
                <a:lnTo>
                  <a:pt x="78" y="42"/>
                </a:lnTo>
                <a:lnTo>
                  <a:pt x="87" y="35"/>
                </a:lnTo>
                <a:lnTo>
                  <a:pt x="87" y="16"/>
                </a:lnTo>
                <a:lnTo>
                  <a:pt x="38" y="0"/>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5" name="Freeform 189">
            <a:extLst>
              <a:ext uri="{FF2B5EF4-FFF2-40B4-BE49-F238E27FC236}">
                <a16:creationId xmlns:a16="http://schemas.microsoft.com/office/drawing/2014/main" id="{73F9D5B0-FD34-952A-D615-BE898D6E1A21}"/>
              </a:ext>
            </a:extLst>
          </p:cNvPr>
          <p:cNvSpPr>
            <a:spLocks/>
          </p:cNvSpPr>
          <p:nvPr/>
        </p:nvSpPr>
        <p:spPr bwMode="auto">
          <a:xfrm>
            <a:off x="1704975" y="3062288"/>
            <a:ext cx="69850" cy="55562"/>
          </a:xfrm>
          <a:custGeom>
            <a:avLst/>
            <a:gdLst>
              <a:gd name="T0" fmla="*/ 47 w 95"/>
              <a:gd name="T1" fmla="*/ 0 h 76"/>
              <a:gd name="T2" fmla="*/ 0 w 95"/>
              <a:gd name="T3" fmla="*/ 34 h 76"/>
              <a:gd name="T4" fmla="*/ 18 w 95"/>
              <a:gd name="T5" fmla="*/ 67 h 76"/>
              <a:gd name="T6" fmla="*/ 59 w 95"/>
              <a:gd name="T7" fmla="*/ 76 h 76"/>
              <a:gd name="T8" fmla="*/ 95 w 95"/>
              <a:gd name="T9" fmla="*/ 50 h 76"/>
              <a:gd name="T10" fmla="*/ 93 w 95"/>
              <a:gd name="T11" fmla="*/ 15 h 76"/>
              <a:gd name="T12" fmla="*/ 83 w 95"/>
              <a:gd name="T13" fmla="*/ 9 h 76"/>
              <a:gd name="T14" fmla="*/ 47 w 95"/>
              <a:gd name="T15" fmla="*/ 0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76">
                <a:moveTo>
                  <a:pt x="47" y="0"/>
                </a:moveTo>
                <a:lnTo>
                  <a:pt x="0" y="34"/>
                </a:lnTo>
                <a:lnTo>
                  <a:pt x="18" y="67"/>
                </a:lnTo>
                <a:lnTo>
                  <a:pt x="59" y="76"/>
                </a:lnTo>
                <a:lnTo>
                  <a:pt x="95" y="50"/>
                </a:lnTo>
                <a:lnTo>
                  <a:pt x="93" y="15"/>
                </a:lnTo>
                <a:lnTo>
                  <a:pt x="83" y="9"/>
                </a:lnTo>
                <a:lnTo>
                  <a:pt x="47" y="0"/>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6" name="Freeform 190">
            <a:extLst>
              <a:ext uri="{FF2B5EF4-FFF2-40B4-BE49-F238E27FC236}">
                <a16:creationId xmlns:a16="http://schemas.microsoft.com/office/drawing/2014/main" id="{005676F2-07B2-4223-96F9-CB35AF6C7A8E}"/>
              </a:ext>
            </a:extLst>
          </p:cNvPr>
          <p:cNvSpPr>
            <a:spLocks/>
          </p:cNvSpPr>
          <p:nvPr/>
        </p:nvSpPr>
        <p:spPr bwMode="auto">
          <a:xfrm>
            <a:off x="1741488" y="2970213"/>
            <a:ext cx="69850" cy="52387"/>
          </a:xfrm>
          <a:custGeom>
            <a:avLst/>
            <a:gdLst>
              <a:gd name="T0" fmla="*/ 28 w 95"/>
              <a:gd name="T1" fmla="*/ 0 h 72"/>
              <a:gd name="T2" fmla="*/ 9 w 95"/>
              <a:gd name="T3" fmla="*/ 32 h 72"/>
              <a:gd name="T4" fmla="*/ 0 w 95"/>
              <a:gd name="T5" fmla="*/ 55 h 72"/>
              <a:gd name="T6" fmla="*/ 36 w 95"/>
              <a:gd name="T7" fmla="*/ 72 h 72"/>
              <a:gd name="T8" fmla="*/ 90 w 95"/>
              <a:gd name="T9" fmla="*/ 63 h 72"/>
              <a:gd name="T10" fmla="*/ 95 w 95"/>
              <a:gd name="T11" fmla="*/ 62 h 72"/>
              <a:gd name="T12" fmla="*/ 95 w 95"/>
              <a:gd name="T13" fmla="*/ 37 h 72"/>
              <a:gd name="T14" fmla="*/ 64 w 95"/>
              <a:gd name="T15" fmla="*/ 10 h 72"/>
              <a:gd name="T16" fmla="*/ 28 w 95"/>
              <a:gd name="T1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72">
                <a:moveTo>
                  <a:pt x="28" y="0"/>
                </a:moveTo>
                <a:lnTo>
                  <a:pt x="9" y="32"/>
                </a:lnTo>
                <a:lnTo>
                  <a:pt x="0" y="55"/>
                </a:lnTo>
                <a:lnTo>
                  <a:pt x="36" y="72"/>
                </a:lnTo>
                <a:lnTo>
                  <a:pt x="90" y="63"/>
                </a:lnTo>
                <a:lnTo>
                  <a:pt x="95" y="62"/>
                </a:lnTo>
                <a:lnTo>
                  <a:pt x="95" y="37"/>
                </a:lnTo>
                <a:lnTo>
                  <a:pt x="64" y="10"/>
                </a:lnTo>
                <a:lnTo>
                  <a:pt x="28" y="0"/>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7" name="Freeform 191">
            <a:extLst>
              <a:ext uri="{FF2B5EF4-FFF2-40B4-BE49-F238E27FC236}">
                <a16:creationId xmlns:a16="http://schemas.microsoft.com/office/drawing/2014/main" id="{3B6039D1-6107-CA83-89DE-070E3A9E84D7}"/>
              </a:ext>
            </a:extLst>
          </p:cNvPr>
          <p:cNvSpPr>
            <a:spLocks/>
          </p:cNvSpPr>
          <p:nvPr/>
        </p:nvSpPr>
        <p:spPr bwMode="auto">
          <a:xfrm>
            <a:off x="1606550" y="2863850"/>
            <a:ext cx="55563" cy="57150"/>
          </a:xfrm>
          <a:custGeom>
            <a:avLst/>
            <a:gdLst>
              <a:gd name="T0" fmla="*/ 12 w 78"/>
              <a:gd name="T1" fmla="*/ 17 h 77"/>
              <a:gd name="T2" fmla="*/ 0 w 78"/>
              <a:gd name="T3" fmla="*/ 43 h 77"/>
              <a:gd name="T4" fmla="*/ 30 w 78"/>
              <a:gd name="T5" fmla="*/ 77 h 77"/>
              <a:gd name="T6" fmla="*/ 69 w 78"/>
              <a:gd name="T7" fmla="*/ 59 h 77"/>
              <a:gd name="T8" fmla="*/ 78 w 78"/>
              <a:gd name="T9" fmla="*/ 24 h 77"/>
              <a:gd name="T10" fmla="*/ 47 w 78"/>
              <a:gd name="T11" fmla="*/ 0 h 77"/>
              <a:gd name="T12" fmla="*/ 12 w 78"/>
              <a:gd name="T13" fmla="*/ 17 h 77"/>
            </a:gdLst>
            <a:ahLst/>
            <a:cxnLst>
              <a:cxn ang="0">
                <a:pos x="T0" y="T1"/>
              </a:cxn>
              <a:cxn ang="0">
                <a:pos x="T2" y="T3"/>
              </a:cxn>
              <a:cxn ang="0">
                <a:pos x="T4" y="T5"/>
              </a:cxn>
              <a:cxn ang="0">
                <a:pos x="T6" y="T7"/>
              </a:cxn>
              <a:cxn ang="0">
                <a:pos x="T8" y="T9"/>
              </a:cxn>
              <a:cxn ang="0">
                <a:pos x="T10" y="T11"/>
              </a:cxn>
              <a:cxn ang="0">
                <a:pos x="T12" y="T13"/>
              </a:cxn>
            </a:cxnLst>
            <a:rect l="0" t="0" r="r" b="b"/>
            <a:pathLst>
              <a:path w="78" h="77">
                <a:moveTo>
                  <a:pt x="12" y="17"/>
                </a:moveTo>
                <a:lnTo>
                  <a:pt x="0" y="43"/>
                </a:lnTo>
                <a:lnTo>
                  <a:pt x="30" y="77"/>
                </a:lnTo>
                <a:lnTo>
                  <a:pt x="69" y="59"/>
                </a:lnTo>
                <a:lnTo>
                  <a:pt x="78" y="24"/>
                </a:lnTo>
                <a:lnTo>
                  <a:pt x="47" y="0"/>
                </a:lnTo>
                <a:lnTo>
                  <a:pt x="12" y="17"/>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8" name="Freeform 192">
            <a:extLst>
              <a:ext uri="{FF2B5EF4-FFF2-40B4-BE49-F238E27FC236}">
                <a16:creationId xmlns:a16="http://schemas.microsoft.com/office/drawing/2014/main" id="{DD994EBD-D8F7-EAB8-FB48-FEB3A0BAA77C}"/>
              </a:ext>
            </a:extLst>
          </p:cNvPr>
          <p:cNvSpPr>
            <a:spLocks/>
          </p:cNvSpPr>
          <p:nvPr/>
        </p:nvSpPr>
        <p:spPr bwMode="auto">
          <a:xfrm>
            <a:off x="1684338" y="2851150"/>
            <a:ext cx="41275" cy="55563"/>
          </a:xfrm>
          <a:custGeom>
            <a:avLst/>
            <a:gdLst>
              <a:gd name="T0" fmla="*/ 29 w 58"/>
              <a:gd name="T1" fmla="*/ 0 h 76"/>
              <a:gd name="T2" fmla="*/ 9 w 58"/>
              <a:gd name="T3" fmla="*/ 19 h 76"/>
              <a:gd name="T4" fmla="*/ 0 w 58"/>
              <a:gd name="T5" fmla="*/ 42 h 76"/>
              <a:gd name="T6" fmla="*/ 18 w 58"/>
              <a:gd name="T7" fmla="*/ 76 h 76"/>
              <a:gd name="T8" fmla="*/ 58 w 58"/>
              <a:gd name="T9" fmla="*/ 68 h 76"/>
              <a:gd name="T10" fmla="*/ 58 w 58"/>
              <a:gd name="T11" fmla="*/ 35 h 76"/>
              <a:gd name="T12" fmla="*/ 51 w 58"/>
              <a:gd name="T13" fmla="*/ 23 h 76"/>
              <a:gd name="T14" fmla="*/ 29 w 58"/>
              <a:gd name="T15" fmla="*/ 0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76">
                <a:moveTo>
                  <a:pt x="29" y="0"/>
                </a:moveTo>
                <a:lnTo>
                  <a:pt x="9" y="19"/>
                </a:lnTo>
                <a:lnTo>
                  <a:pt x="0" y="42"/>
                </a:lnTo>
                <a:lnTo>
                  <a:pt x="18" y="76"/>
                </a:lnTo>
                <a:lnTo>
                  <a:pt x="58" y="68"/>
                </a:lnTo>
                <a:lnTo>
                  <a:pt x="58" y="35"/>
                </a:lnTo>
                <a:lnTo>
                  <a:pt x="51" y="23"/>
                </a:lnTo>
                <a:lnTo>
                  <a:pt x="29" y="0"/>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09" name="Freeform 193">
            <a:extLst>
              <a:ext uri="{FF2B5EF4-FFF2-40B4-BE49-F238E27FC236}">
                <a16:creationId xmlns:a16="http://schemas.microsoft.com/office/drawing/2014/main" id="{52F45CA0-9E10-DB2C-240D-C21EAAF3060A}"/>
              </a:ext>
            </a:extLst>
          </p:cNvPr>
          <p:cNvSpPr>
            <a:spLocks/>
          </p:cNvSpPr>
          <p:nvPr/>
        </p:nvSpPr>
        <p:spPr bwMode="auto">
          <a:xfrm>
            <a:off x="1725613" y="2808288"/>
            <a:ext cx="49212" cy="68262"/>
          </a:xfrm>
          <a:custGeom>
            <a:avLst/>
            <a:gdLst>
              <a:gd name="T0" fmla="*/ 0 w 66"/>
              <a:gd name="T1" fmla="*/ 0 h 93"/>
              <a:gd name="T2" fmla="*/ 30 w 66"/>
              <a:gd name="T3" fmla="*/ 65 h 93"/>
              <a:gd name="T4" fmla="*/ 30 w 66"/>
              <a:gd name="T5" fmla="*/ 93 h 93"/>
              <a:gd name="T6" fmla="*/ 66 w 66"/>
              <a:gd name="T7" fmla="*/ 76 h 93"/>
              <a:gd name="T8" fmla="*/ 66 w 66"/>
              <a:gd name="T9" fmla="*/ 43 h 93"/>
              <a:gd name="T10" fmla="*/ 27 w 66"/>
              <a:gd name="T11" fmla="*/ 7 h 93"/>
              <a:gd name="T12" fmla="*/ 21 w 66"/>
              <a:gd name="T13" fmla="*/ 7 h 93"/>
              <a:gd name="T14" fmla="*/ 0 w 66"/>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93">
                <a:moveTo>
                  <a:pt x="0" y="0"/>
                </a:moveTo>
                <a:lnTo>
                  <a:pt x="30" y="65"/>
                </a:lnTo>
                <a:lnTo>
                  <a:pt x="30" y="93"/>
                </a:lnTo>
                <a:lnTo>
                  <a:pt x="66" y="76"/>
                </a:lnTo>
                <a:lnTo>
                  <a:pt x="66" y="43"/>
                </a:lnTo>
                <a:lnTo>
                  <a:pt x="27" y="7"/>
                </a:lnTo>
                <a:lnTo>
                  <a:pt x="21" y="7"/>
                </a:lnTo>
                <a:lnTo>
                  <a:pt x="0" y="0"/>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10" name="Freeform 194">
            <a:extLst>
              <a:ext uri="{FF2B5EF4-FFF2-40B4-BE49-F238E27FC236}">
                <a16:creationId xmlns:a16="http://schemas.microsoft.com/office/drawing/2014/main" id="{BB7866E2-A0EE-2795-FEDE-8C6502B45578}"/>
              </a:ext>
            </a:extLst>
          </p:cNvPr>
          <p:cNvSpPr>
            <a:spLocks/>
          </p:cNvSpPr>
          <p:nvPr/>
        </p:nvSpPr>
        <p:spPr bwMode="auto">
          <a:xfrm>
            <a:off x="1339850" y="2901950"/>
            <a:ext cx="55563" cy="44450"/>
          </a:xfrm>
          <a:custGeom>
            <a:avLst/>
            <a:gdLst>
              <a:gd name="T0" fmla="*/ 0 w 77"/>
              <a:gd name="T1" fmla="*/ 16 h 62"/>
              <a:gd name="T2" fmla="*/ 18 w 77"/>
              <a:gd name="T3" fmla="*/ 62 h 62"/>
              <a:gd name="T4" fmla="*/ 58 w 77"/>
              <a:gd name="T5" fmla="*/ 53 h 62"/>
              <a:gd name="T6" fmla="*/ 77 w 77"/>
              <a:gd name="T7" fmla="*/ 29 h 62"/>
              <a:gd name="T8" fmla="*/ 60 w 77"/>
              <a:gd name="T9" fmla="*/ 7 h 62"/>
              <a:gd name="T10" fmla="*/ 27 w 77"/>
              <a:gd name="T11" fmla="*/ 0 h 62"/>
              <a:gd name="T12" fmla="*/ 0 w 77"/>
              <a:gd name="T13" fmla="*/ 16 h 62"/>
            </a:gdLst>
            <a:ahLst/>
            <a:cxnLst>
              <a:cxn ang="0">
                <a:pos x="T0" y="T1"/>
              </a:cxn>
              <a:cxn ang="0">
                <a:pos x="T2" y="T3"/>
              </a:cxn>
              <a:cxn ang="0">
                <a:pos x="T4" y="T5"/>
              </a:cxn>
              <a:cxn ang="0">
                <a:pos x="T6" y="T7"/>
              </a:cxn>
              <a:cxn ang="0">
                <a:pos x="T8" y="T9"/>
              </a:cxn>
              <a:cxn ang="0">
                <a:pos x="T10" y="T11"/>
              </a:cxn>
              <a:cxn ang="0">
                <a:pos x="T12" y="T13"/>
              </a:cxn>
            </a:cxnLst>
            <a:rect l="0" t="0" r="r" b="b"/>
            <a:pathLst>
              <a:path w="77" h="62">
                <a:moveTo>
                  <a:pt x="0" y="16"/>
                </a:moveTo>
                <a:lnTo>
                  <a:pt x="18" y="62"/>
                </a:lnTo>
                <a:lnTo>
                  <a:pt x="58" y="53"/>
                </a:lnTo>
                <a:lnTo>
                  <a:pt x="77" y="29"/>
                </a:lnTo>
                <a:lnTo>
                  <a:pt x="60" y="7"/>
                </a:lnTo>
                <a:lnTo>
                  <a:pt x="27" y="0"/>
                </a:lnTo>
                <a:lnTo>
                  <a:pt x="0" y="16"/>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11" name="Freeform 195">
            <a:extLst>
              <a:ext uri="{FF2B5EF4-FFF2-40B4-BE49-F238E27FC236}">
                <a16:creationId xmlns:a16="http://schemas.microsoft.com/office/drawing/2014/main" id="{326DEC3D-BA56-778B-7C80-3B0AFA7B762E}"/>
              </a:ext>
            </a:extLst>
          </p:cNvPr>
          <p:cNvSpPr>
            <a:spLocks/>
          </p:cNvSpPr>
          <p:nvPr/>
        </p:nvSpPr>
        <p:spPr bwMode="auto">
          <a:xfrm>
            <a:off x="1289050" y="2940050"/>
            <a:ext cx="50800" cy="44450"/>
          </a:xfrm>
          <a:custGeom>
            <a:avLst/>
            <a:gdLst>
              <a:gd name="T0" fmla="*/ 17 w 69"/>
              <a:gd name="T1" fmla="*/ 0 h 60"/>
              <a:gd name="T2" fmla="*/ 0 w 69"/>
              <a:gd name="T3" fmla="*/ 27 h 60"/>
              <a:gd name="T4" fmla="*/ 18 w 69"/>
              <a:gd name="T5" fmla="*/ 60 h 60"/>
              <a:gd name="T6" fmla="*/ 47 w 69"/>
              <a:gd name="T7" fmla="*/ 52 h 60"/>
              <a:gd name="T8" fmla="*/ 69 w 69"/>
              <a:gd name="T9" fmla="*/ 25 h 60"/>
              <a:gd name="T10" fmla="*/ 67 w 69"/>
              <a:gd name="T11" fmla="*/ 10 h 60"/>
              <a:gd name="T12" fmla="*/ 17 w 69"/>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69" h="60">
                <a:moveTo>
                  <a:pt x="17" y="0"/>
                </a:moveTo>
                <a:lnTo>
                  <a:pt x="0" y="27"/>
                </a:lnTo>
                <a:lnTo>
                  <a:pt x="18" y="60"/>
                </a:lnTo>
                <a:lnTo>
                  <a:pt x="47" y="52"/>
                </a:lnTo>
                <a:lnTo>
                  <a:pt x="69" y="25"/>
                </a:lnTo>
                <a:lnTo>
                  <a:pt x="67" y="10"/>
                </a:lnTo>
                <a:lnTo>
                  <a:pt x="17" y="0"/>
                </a:lnTo>
                <a:close/>
              </a:path>
            </a:pathLst>
          </a:custGeom>
          <a:solidFill>
            <a:schemeClr val="bg1"/>
          </a:solidFill>
          <a:ln w="7938">
            <a:solidFill>
              <a:schemeClr val="tx1"/>
            </a:solidFill>
            <a:prstDash val="solid"/>
            <a:round/>
            <a:headEnd/>
            <a:tailEnd/>
          </a:ln>
        </p:spPr>
        <p:txBody>
          <a:bodyPr/>
          <a:lstStyle/>
          <a:p>
            <a:pPr defTabSz="844083">
              <a:spcBef>
                <a:spcPct val="50000"/>
              </a:spcBef>
              <a:buFont typeface="Wingdings" panose="05000000000000000000" pitchFamily="2" charset="2"/>
              <a:buNone/>
              <a:defRPr/>
            </a:pPr>
            <a:endParaRPr lang="ko-KR" altLang="en-US" sz="1108">
              <a:solidFill>
                <a:srgbClr val="091D5D"/>
              </a:solidFill>
              <a:latin typeface="Verdana" panose="020B0604030504040204" pitchFamily="34" charset="0"/>
              <a:cs typeface="+mn-cs"/>
            </a:endParaRPr>
          </a:p>
        </p:txBody>
      </p:sp>
      <p:sp>
        <p:nvSpPr>
          <p:cNvPr id="1878215" name="Text Box 199">
            <a:extLst>
              <a:ext uri="{FF2B5EF4-FFF2-40B4-BE49-F238E27FC236}">
                <a16:creationId xmlns:a16="http://schemas.microsoft.com/office/drawing/2014/main" id="{60817AFD-5876-7988-A243-016A8A13B6D5}"/>
              </a:ext>
            </a:extLst>
          </p:cNvPr>
          <p:cNvSpPr txBox="1">
            <a:spLocks noChangeArrowheads="1"/>
          </p:cNvSpPr>
          <p:nvPr/>
        </p:nvSpPr>
        <p:spPr bwMode="auto">
          <a:xfrm>
            <a:off x="384175" y="1320800"/>
            <a:ext cx="2089150" cy="319088"/>
          </a:xfrm>
          <a:prstGeom prst="rect">
            <a:avLst/>
          </a:prstGeom>
          <a:noFill/>
          <a:ln>
            <a:noFill/>
          </a:ln>
          <a:effectLst/>
        </p:spPr>
        <p:txBody>
          <a:bodyPr wrap="none">
            <a:spAutoFit/>
          </a:bodyPr>
          <a:lstStyle>
            <a:lvl1pPr>
              <a:spcBef>
                <a:spcPct val="0"/>
              </a:spcBef>
              <a:defRPr>
                <a:solidFill>
                  <a:schemeClr val="tx1"/>
                </a:solidFill>
                <a:latin typeface="Arial" panose="020B0604020202020204" pitchFamily="34" charset="0"/>
              </a:defRPr>
            </a:lvl1pPr>
            <a:lvl2pPr marL="571500">
              <a:spcBef>
                <a:spcPct val="0"/>
              </a:spcBef>
              <a:defRPr>
                <a:solidFill>
                  <a:schemeClr val="tx1"/>
                </a:solidFill>
                <a:latin typeface="Arial" panose="020B0604020202020204" pitchFamily="34" charset="0"/>
              </a:defRPr>
            </a:lvl2pPr>
            <a:lvl3pPr marL="1143000">
              <a:spcBef>
                <a:spcPct val="0"/>
              </a:spcBef>
              <a:defRPr>
                <a:solidFill>
                  <a:schemeClr val="tx1"/>
                </a:solidFill>
                <a:latin typeface="Arial" panose="020B0604020202020204" pitchFamily="34" charset="0"/>
              </a:defRPr>
            </a:lvl3pPr>
            <a:lvl4pPr marL="1714500">
              <a:spcBef>
                <a:spcPct val="0"/>
              </a:spcBef>
              <a:defRPr>
                <a:solidFill>
                  <a:schemeClr val="tx1"/>
                </a:solidFill>
                <a:latin typeface="Arial" panose="020B0604020202020204" pitchFamily="34" charset="0"/>
              </a:defRPr>
            </a:lvl4pPr>
            <a:lvl5pPr marL="2286000">
              <a:spcBef>
                <a:spcPct val="0"/>
              </a:spcBef>
              <a:defRPr>
                <a:solidFill>
                  <a:schemeClr val="tx1"/>
                </a:solidFill>
                <a:latin typeface="Arial" panose="020B0604020202020204" pitchFamily="34" charset="0"/>
              </a:defRPr>
            </a:lvl5pPr>
            <a:lvl6pPr marL="2743200" fontAlgn="base">
              <a:spcBef>
                <a:spcPct val="0"/>
              </a:spcBef>
              <a:spcAft>
                <a:spcPct val="0"/>
              </a:spcAft>
              <a:defRPr>
                <a:solidFill>
                  <a:schemeClr val="tx1"/>
                </a:solidFill>
                <a:latin typeface="Arial" panose="020B0604020202020204" pitchFamily="34" charset="0"/>
              </a:defRPr>
            </a:lvl6pPr>
            <a:lvl7pPr marL="3200400" fontAlgn="base">
              <a:spcBef>
                <a:spcPct val="0"/>
              </a:spcBef>
              <a:spcAft>
                <a:spcPct val="0"/>
              </a:spcAft>
              <a:defRPr>
                <a:solidFill>
                  <a:schemeClr val="tx1"/>
                </a:solidFill>
                <a:latin typeface="Arial" panose="020B0604020202020204" pitchFamily="34" charset="0"/>
              </a:defRPr>
            </a:lvl7pPr>
            <a:lvl8pPr marL="3657600" fontAlgn="base">
              <a:spcBef>
                <a:spcPct val="0"/>
              </a:spcBef>
              <a:spcAft>
                <a:spcPct val="0"/>
              </a:spcAft>
              <a:defRPr>
                <a:solidFill>
                  <a:schemeClr val="tx1"/>
                </a:solidFill>
                <a:latin typeface="Arial" panose="020B0604020202020204" pitchFamily="34" charset="0"/>
              </a:defRPr>
            </a:lvl8pPr>
            <a:lvl9pPr marL="4114800" fontAlgn="base">
              <a:spcBef>
                <a:spcPct val="0"/>
              </a:spcBef>
              <a:spcAft>
                <a:spcPct val="0"/>
              </a:spcAft>
              <a:defRPr>
                <a:solidFill>
                  <a:schemeClr val="tx1"/>
                </a:solidFill>
                <a:latin typeface="Arial" panose="020B0604020202020204" pitchFamily="34" charset="0"/>
              </a:defRPr>
            </a:lvl9pPr>
          </a:lstStyle>
          <a:p>
            <a:pPr defTabSz="844083">
              <a:buFont typeface="Wingdings" panose="05000000000000000000" pitchFamily="2" charset="2"/>
              <a:buNone/>
              <a:defRPr/>
            </a:pPr>
            <a:r>
              <a:rPr lang="en-GB" altLang="ko-KR" sz="1477">
                <a:solidFill>
                  <a:srgbClr val="091D5D"/>
                </a:solidFill>
                <a:latin typeface="Verdana" panose="020B0604030504040204" pitchFamily="34" charset="0"/>
                <a:cs typeface="+mn-cs"/>
              </a:rPr>
              <a:t>Subtitle comes here</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3" name="슬라이드 번호 개체 틀 4">
            <a:extLst>
              <a:ext uri="{FF2B5EF4-FFF2-40B4-BE49-F238E27FC236}">
                <a16:creationId xmlns:a16="http://schemas.microsoft.com/office/drawing/2014/main" id="{BA9E9EB8-1717-877A-60D8-BADEB20FB1B2}"/>
              </a:ext>
            </a:extLst>
          </p:cNvPr>
          <p:cNvSpPr>
            <a:spLocks noGrp="1"/>
          </p:cNvSpPr>
          <p:nvPr>
            <p:ph type="sldNum" sz="quarter" idx="10"/>
          </p:nvPr>
        </p:nvSpPr>
        <p:spPr>
          <a:xfrm>
            <a:off x="6870700" y="6511925"/>
            <a:ext cx="1866900" cy="182563"/>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t"/>
          <a:lstStyle>
            <a:lvl1pPr defTabSz="895350">
              <a:lnSpc>
                <a:spcPct val="102000"/>
              </a:lnSpc>
              <a:spcAft>
                <a:spcPct val="37000"/>
              </a:spcAft>
              <a:buChar char="•"/>
              <a:defRPr sz="1400">
                <a:solidFill>
                  <a:schemeClr val="tx1"/>
                </a:solidFill>
                <a:latin typeface="Verdana" panose="020B0604030504040204" pitchFamily="34" charset="0"/>
              </a:defRPr>
            </a:lvl1pPr>
            <a:lvl2pPr marL="352425" indent="-174625" defTabSz="895350">
              <a:lnSpc>
                <a:spcPct val="94000"/>
              </a:lnSpc>
              <a:spcAft>
                <a:spcPct val="36000"/>
              </a:spcAft>
              <a:buChar char="–"/>
              <a:defRPr sz="1200">
                <a:solidFill>
                  <a:schemeClr val="tx1"/>
                </a:solidFill>
                <a:latin typeface="Verdana" panose="020B0604030504040204" pitchFamily="34" charset="0"/>
              </a:defRPr>
            </a:lvl2pPr>
            <a:lvl3pPr marL="530225" indent="-174625" defTabSz="895350">
              <a:lnSpc>
                <a:spcPct val="95000"/>
              </a:lnSpc>
              <a:spcAft>
                <a:spcPct val="30000"/>
              </a:spcAft>
              <a:buChar char="–"/>
              <a:defRPr sz="1100">
                <a:solidFill>
                  <a:schemeClr val="tx1"/>
                </a:solidFill>
                <a:latin typeface="Verdana" panose="020B0604030504040204" pitchFamily="34" charset="0"/>
              </a:defRPr>
            </a:lvl3pPr>
            <a:lvl4pPr marL="711200" indent="-179388" defTabSz="895350">
              <a:lnSpc>
                <a:spcPct val="97000"/>
              </a:lnSpc>
              <a:spcAft>
                <a:spcPct val="28000"/>
              </a:spcAft>
              <a:buChar char="–"/>
              <a:defRPr sz="900">
                <a:solidFill>
                  <a:schemeClr val="tx1"/>
                </a:solidFill>
                <a:latin typeface="Verdana" panose="020B0604030504040204" pitchFamily="34" charset="0"/>
              </a:defRPr>
            </a:lvl4pPr>
            <a:lvl5pPr marL="885825" indent="-171450" defTabSz="895350">
              <a:buSzPct val="100000"/>
              <a:buFont typeface="Arial" panose="020B0604020202020204" pitchFamily="34" charset="0"/>
              <a:buChar char="–"/>
              <a:defRPr>
                <a:solidFill>
                  <a:schemeClr val="tx1"/>
                </a:solidFill>
                <a:latin typeface="Verdana" panose="020B0604030504040204" pitchFamily="34" charset="0"/>
              </a:defRPr>
            </a:lvl5pPr>
            <a:lvl6pPr marL="1343025" indent="-171450" defTabSz="895350" eaLnBrk="0" fontAlgn="base" hangingPunct="0">
              <a:spcBef>
                <a:spcPct val="0"/>
              </a:spcBef>
              <a:spcAft>
                <a:spcPct val="0"/>
              </a:spcAft>
              <a:buSzPct val="100000"/>
              <a:buFont typeface="Arial" panose="020B0604020202020204" pitchFamily="34" charset="0"/>
              <a:buChar char="–"/>
              <a:defRPr>
                <a:solidFill>
                  <a:schemeClr val="tx1"/>
                </a:solidFill>
                <a:latin typeface="Verdana" panose="020B0604030504040204" pitchFamily="34" charset="0"/>
              </a:defRPr>
            </a:lvl6pPr>
            <a:lvl7pPr marL="1800225" indent="-171450" defTabSz="895350" eaLnBrk="0" fontAlgn="base" hangingPunct="0">
              <a:spcBef>
                <a:spcPct val="0"/>
              </a:spcBef>
              <a:spcAft>
                <a:spcPct val="0"/>
              </a:spcAft>
              <a:buSzPct val="100000"/>
              <a:buFont typeface="Arial" panose="020B0604020202020204" pitchFamily="34" charset="0"/>
              <a:buChar char="–"/>
              <a:defRPr>
                <a:solidFill>
                  <a:schemeClr val="tx1"/>
                </a:solidFill>
                <a:latin typeface="Verdana" panose="020B0604030504040204" pitchFamily="34" charset="0"/>
              </a:defRPr>
            </a:lvl7pPr>
            <a:lvl8pPr marL="2257425" indent="-171450" defTabSz="895350" eaLnBrk="0" fontAlgn="base" hangingPunct="0">
              <a:spcBef>
                <a:spcPct val="0"/>
              </a:spcBef>
              <a:spcAft>
                <a:spcPct val="0"/>
              </a:spcAft>
              <a:buSzPct val="100000"/>
              <a:buFont typeface="Arial" panose="020B0604020202020204" pitchFamily="34" charset="0"/>
              <a:buChar char="–"/>
              <a:defRPr>
                <a:solidFill>
                  <a:schemeClr val="tx1"/>
                </a:solidFill>
                <a:latin typeface="Verdana" panose="020B0604030504040204" pitchFamily="34" charset="0"/>
              </a:defRPr>
            </a:lvl8pPr>
            <a:lvl9pPr marL="2714625" indent="-171450" defTabSz="895350" eaLnBrk="0" fontAlgn="base" hangingPunct="0">
              <a:spcBef>
                <a:spcPct val="0"/>
              </a:spcBef>
              <a:spcAft>
                <a:spcPct val="0"/>
              </a:spcAft>
              <a:buSzPct val="100000"/>
              <a:buFont typeface="Arial" panose="020B0604020202020204" pitchFamily="34" charset="0"/>
              <a:buChar char="–"/>
              <a:defRPr>
                <a:solidFill>
                  <a:schemeClr val="tx1"/>
                </a:solidFill>
                <a:latin typeface="Verdana" panose="020B0604030504040204" pitchFamily="34" charset="0"/>
              </a:defRPr>
            </a:lvl9pPr>
          </a:lstStyle>
          <a:p>
            <a:pPr algn="r">
              <a:lnSpc>
                <a:spcPct val="100000"/>
              </a:lnSpc>
              <a:spcAft>
                <a:spcPct val="0"/>
              </a:spcAft>
              <a:buFont typeface="Wingdings" panose="05000000000000000000" pitchFamily="2" charset="2"/>
              <a:buNone/>
            </a:pPr>
            <a:fld id="{7AE448A5-5BC6-2D41-8D5B-06D08E8B003F}" type="slidenum">
              <a:rPr lang="ko-KR" altLang="en-US" sz="1200" smtClean="0">
                <a:solidFill>
                  <a:srgbClr val="000000"/>
                </a:solidFill>
                <a:latin typeface="Arial" panose="020B0604020202020204" pitchFamily="34" charset="0"/>
                <a:ea typeface="굴림" panose="020B0600000101010101" pitchFamily="34" charset="-127"/>
              </a:rPr>
              <a:pPr algn="r">
                <a:lnSpc>
                  <a:spcPct val="100000"/>
                </a:lnSpc>
                <a:spcAft>
                  <a:spcPct val="0"/>
                </a:spcAft>
                <a:buFont typeface="Wingdings" panose="05000000000000000000" pitchFamily="2" charset="2"/>
                <a:buNone/>
              </a:pPr>
              <a:t>73</a:t>
            </a:fld>
            <a:endParaRPr lang="en-US" altLang="ko-KR" sz="1200">
              <a:solidFill>
                <a:srgbClr val="000000"/>
              </a:solidFill>
              <a:latin typeface="Arial" panose="020B0604020202020204" pitchFamily="34" charset="0"/>
              <a:ea typeface="굴림" panose="020B0600000101010101" pitchFamily="34" charset="-127"/>
            </a:endParaRPr>
          </a:p>
        </p:txBody>
      </p:sp>
      <p:sp>
        <p:nvSpPr>
          <p:cNvPr id="527362" name="Rectangle 2">
            <a:extLst>
              <a:ext uri="{FF2B5EF4-FFF2-40B4-BE49-F238E27FC236}">
                <a16:creationId xmlns:a16="http://schemas.microsoft.com/office/drawing/2014/main" id="{C9802F8F-903D-8C3B-C734-37C21C8EF335}"/>
              </a:ext>
            </a:extLst>
          </p:cNvPr>
          <p:cNvSpPr>
            <a:spLocks noGrp="1" noChangeArrowheads="1"/>
          </p:cNvSpPr>
          <p:nvPr>
            <p:ph type="title"/>
          </p:nvPr>
        </p:nvSpPr>
        <p:spPr/>
        <p:txBody>
          <a:bodyPr/>
          <a:lstStyle/>
          <a:p>
            <a:pPr eaLnBrk="1" hangingPunct="1">
              <a:lnSpc>
                <a:spcPts val="1939"/>
              </a:lnSpc>
              <a:defRPr/>
            </a:pPr>
            <a:r>
              <a:rPr lang="en-US" altLang="ko-KR" sz="1846"/>
              <a:t>MAPS </a:t>
            </a:r>
          </a:p>
        </p:txBody>
      </p:sp>
      <p:grpSp>
        <p:nvGrpSpPr>
          <p:cNvPr id="417795" name="Group 3">
            <a:extLst>
              <a:ext uri="{FF2B5EF4-FFF2-40B4-BE49-F238E27FC236}">
                <a16:creationId xmlns:a16="http://schemas.microsoft.com/office/drawing/2014/main" id="{F7693429-0F1A-4141-D4E7-D9C88DF15F09}"/>
              </a:ext>
            </a:extLst>
          </p:cNvPr>
          <p:cNvGrpSpPr>
            <a:grpSpLocks/>
          </p:cNvGrpSpPr>
          <p:nvPr/>
        </p:nvGrpSpPr>
        <p:grpSpPr bwMode="auto">
          <a:xfrm>
            <a:off x="131763" y="666750"/>
            <a:ext cx="1952625" cy="666750"/>
            <a:chOff x="520" y="936"/>
            <a:chExt cx="4715" cy="2433"/>
          </a:xfrm>
        </p:grpSpPr>
        <p:sp>
          <p:nvSpPr>
            <p:cNvPr id="440544" name="Freeform 4">
              <a:extLst>
                <a:ext uri="{FF2B5EF4-FFF2-40B4-BE49-F238E27FC236}">
                  <a16:creationId xmlns:a16="http://schemas.microsoft.com/office/drawing/2014/main" id="{137947F3-7F49-5ACA-E7C7-0F8BA395BB24}"/>
                </a:ext>
              </a:extLst>
            </p:cNvPr>
            <p:cNvSpPr>
              <a:spLocks/>
            </p:cNvSpPr>
            <p:nvPr/>
          </p:nvSpPr>
          <p:spPr bwMode="auto">
            <a:xfrm>
              <a:off x="520" y="936"/>
              <a:ext cx="1505" cy="2433"/>
            </a:xfrm>
            <a:custGeom>
              <a:avLst/>
              <a:gdLst>
                <a:gd name="T0" fmla="*/ 236 w 1505"/>
                <a:gd name="T1" fmla="*/ 454 h 2433"/>
                <a:gd name="T2" fmla="*/ 645 w 1505"/>
                <a:gd name="T3" fmla="*/ 1228 h 2433"/>
                <a:gd name="T4" fmla="*/ 716 w 1505"/>
                <a:gd name="T5" fmla="*/ 1236 h 2433"/>
                <a:gd name="T6" fmla="*/ 506 w 1505"/>
                <a:gd name="T7" fmla="*/ 649 h 2433"/>
                <a:gd name="T8" fmla="*/ 668 w 1505"/>
                <a:gd name="T9" fmla="*/ 973 h 2433"/>
                <a:gd name="T10" fmla="*/ 804 w 1505"/>
                <a:gd name="T11" fmla="*/ 1172 h 2433"/>
                <a:gd name="T12" fmla="*/ 675 w 1505"/>
                <a:gd name="T13" fmla="*/ 769 h 2433"/>
                <a:gd name="T14" fmla="*/ 558 w 1505"/>
                <a:gd name="T15" fmla="*/ 453 h 2433"/>
                <a:gd name="T16" fmla="*/ 772 w 1505"/>
                <a:gd name="T17" fmla="*/ 869 h 2433"/>
                <a:gd name="T18" fmla="*/ 807 w 1505"/>
                <a:gd name="T19" fmla="*/ 811 h 2433"/>
                <a:gd name="T20" fmla="*/ 870 w 1505"/>
                <a:gd name="T21" fmla="*/ 783 h 2433"/>
                <a:gd name="T22" fmla="*/ 878 w 1505"/>
                <a:gd name="T23" fmla="*/ 733 h 2433"/>
                <a:gd name="T24" fmla="*/ 931 w 1505"/>
                <a:gd name="T25" fmla="*/ 957 h 2433"/>
                <a:gd name="T26" fmla="*/ 1050 w 1505"/>
                <a:gd name="T27" fmla="*/ 1359 h 2433"/>
                <a:gd name="T28" fmla="*/ 1178 w 1505"/>
                <a:gd name="T29" fmla="*/ 1635 h 2433"/>
                <a:gd name="T30" fmla="*/ 1090 w 1505"/>
                <a:gd name="T31" fmla="*/ 1778 h 2433"/>
                <a:gd name="T32" fmla="*/ 1082 w 1505"/>
                <a:gd name="T33" fmla="*/ 1954 h 2433"/>
                <a:gd name="T34" fmla="*/ 1194 w 1505"/>
                <a:gd name="T35" fmla="*/ 2360 h 2433"/>
                <a:gd name="T36" fmla="*/ 1241 w 1505"/>
                <a:gd name="T37" fmla="*/ 2368 h 2433"/>
                <a:gd name="T38" fmla="*/ 1249 w 1505"/>
                <a:gd name="T39" fmla="*/ 2233 h 2433"/>
                <a:gd name="T40" fmla="*/ 1289 w 1505"/>
                <a:gd name="T41" fmla="*/ 2081 h 2433"/>
                <a:gd name="T42" fmla="*/ 1281 w 1505"/>
                <a:gd name="T43" fmla="*/ 1938 h 2433"/>
                <a:gd name="T44" fmla="*/ 1361 w 1505"/>
                <a:gd name="T45" fmla="*/ 1970 h 2433"/>
                <a:gd name="T46" fmla="*/ 1305 w 1505"/>
                <a:gd name="T47" fmla="*/ 1738 h 2433"/>
                <a:gd name="T48" fmla="*/ 1409 w 1505"/>
                <a:gd name="T49" fmla="*/ 1826 h 2433"/>
                <a:gd name="T50" fmla="*/ 1416 w 1505"/>
                <a:gd name="T51" fmla="*/ 1690 h 2433"/>
                <a:gd name="T52" fmla="*/ 1464 w 1505"/>
                <a:gd name="T53" fmla="*/ 1738 h 2433"/>
                <a:gd name="T54" fmla="*/ 1456 w 1505"/>
                <a:gd name="T55" fmla="*/ 1587 h 2433"/>
                <a:gd name="T56" fmla="*/ 1321 w 1505"/>
                <a:gd name="T57" fmla="*/ 1459 h 2433"/>
                <a:gd name="T58" fmla="*/ 1233 w 1505"/>
                <a:gd name="T59" fmla="*/ 1364 h 2433"/>
                <a:gd name="T60" fmla="*/ 1170 w 1505"/>
                <a:gd name="T61" fmla="*/ 1395 h 2433"/>
                <a:gd name="T62" fmla="*/ 1106 w 1505"/>
                <a:gd name="T63" fmla="*/ 1332 h 2433"/>
                <a:gd name="T64" fmla="*/ 1090 w 1505"/>
                <a:gd name="T65" fmla="*/ 1148 h 2433"/>
                <a:gd name="T66" fmla="*/ 1154 w 1505"/>
                <a:gd name="T67" fmla="*/ 1172 h 2433"/>
                <a:gd name="T68" fmla="*/ 1273 w 1505"/>
                <a:gd name="T69" fmla="*/ 1236 h 2433"/>
                <a:gd name="T70" fmla="*/ 1321 w 1505"/>
                <a:gd name="T71" fmla="*/ 1196 h 2433"/>
                <a:gd name="T72" fmla="*/ 1374 w 1505"/>
                <a:gd name="T73" fmla="*/ 1188 h 2433"/>
                <a:gd name="T74" fmla="*/ 1409 w 1505"/>
                <a:gd name="T75" fmla="*/ 1061 h 2433"/>
                <a:gd name="T76" fmla="*/ 1345 w 1505"/>
                <a:gd name="T77" fmla="*/ 997 h 2433"/>
                <a:gd name="T78" fmla="*/ 1305 w 1505"/>
                <a:gd name="T79" fmla="*/ 893 h 2433"/>
                <a:gd name="T80" fmla="*/ 1241 w 1505"/>
                <a:gd name="T81" fmla="*/ 750 h 2433"/>
                <a:gd name="T82" fmla="*/ 1122 w 1505"/>
                <a:gd name="T83" fmla="*/ 678 h 2433"/>
                <a:gd name="T84" fmla="*/ 1019 w 1505"/>
                <a:gd name="T85" fmla="*/ 558 h 2433"/>
                <a:gd name="T86" fmla="*/ 882 w 1505"/>
                <a:gd name="T87" fmla="*/ 448 h 2433"/>
                <a:gd name="T88" fmla="*/ 764 w 1505"/>
                <a:gd name="T89" fmla="*/ 399 h 2433"/>
                <a:gd name="T90" fmla="*/ 692 w 1505"/>
                <a:gd name="T91" fmla="*/ 407 h 2433"/>
                <a:gd name="T92" fmla="*/ 589 w 1505"/>
                <a:gd name="T93" fmla="*/ 303 h 2433"/>
                <a:gd name="T94" fmla="*/ 716 w 1505"/>
                <a:gd name="T95" fmla="*/ 622 h 2433"/>
                <a:gd name="T96" fmla="*/ 533 w 1505"/>
                <a:gd name="T97" fmla="*/ 311 h 2433"/>
                <a:gd name="T98" fmla="*/ 454 w 1505"/>
                <a:gd name="T99" fmla="*/ 287 h 2433"/>
                <a:gd name="T100" fmla="*/ 613 w 1505"/>
                <a:gd name="T101" fmla="*/ 686 h 2433"/>
                <a:gd name="T102" fmla="*/ 700 w 1505"/>
                <a:gd name="T103" fmla="*/ 949 h 2433"/>
                <a:gd name="T104" fmla="*/ 419 w 1505"/>
                <a:gd name="T105" fmla="*/ 361 h 2433"/>
                <a:gd name="T106" fmla="*/ 350 w 1505"/>
                <a:gd name="T107" fmla="*/ 343 h 2433"/>
                <a:gd name="T108" fmla="*/ 621 w 1505"/>
                <a:gd name="T109" fmla="*/ 1029 h 2433"/>
                <a:gd name="T110" fmla="*/ 462 w 1505"/>
                <a:gd name="T111" fmla="*/ 789 h 2433"/>
                <a:gd name="T112" fmla="*/ 16 w 1505"/>
                <a:gd name="T113" fmla="*/ 8 h 24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5" h="2433">
                  <a:moveTo>
                    <a:pt x="16" y="8"/>
                  </a:moveTo>
                  <a:lnTo>
                    <a:pt x="8" y="0"/>
                  </a:lnTo>
                  <a:lnTo>
                    <a:pt x="0" y="8"/>
                  </a:lnTo>
                  <a:lnTo>
                    <a:pt x="0" y="16"/>
                  </a:lnTo>
                  <a:lnTo>
                    <a:pt x="78" y="160"/>
                  </a:lnTo>
                  <a:lnTo>
                    <a:pt x="147" y="289"/>
                  </a:lnTo>
                  <a:lnTo>
                    <a:pt x="236" y="454"/>
                  </a:lnTo>
                  <a:lnTo>
                    <a:pt x="317" y="598"/>
                  </a:lnTo>
                  <a:lnTo>
                    <a:pt x="390" y="734"/>
                  </a:lnTo>
                  <a:lnTo>
                    <a:pt x="454" y="853"/>
                  </a:lnTo>
                  <a:lnTo>
                    <a:pt x="517" y="973"/>
                  </a:lnTo>
                  <a:lnTo>
                    <a:pt x="581" y="1100"/>
                  </a:lnTo>
                  <a:lnTo>
                    <a:pt x="620" y="1180"/>
                  </a:lnTo>
                  <a:lnTo>
                    <a:pt x="645" y="1228"/>
                  </a:lnTo>
                  <a:lnTo>
                    <a:pt x="660" y="1252"/>
                  </a:lnTo>
                  <a:lnTo>
                    <a:pt x="672" y="1272"/>
                  </a:lnTo>
                  <a:lnTo>
                    <a:pt x="687" y="1283"/>
                  </a:lnTo>
                  <a:lnTo>
                    <a:pt x="700" y="1284"/>
                  </a:lnTo>
                  <a:lnTo>
                    <a:pt x="708" y="1276"/>
                  </a:lnTo>
                  <a:lnTo>
                    <a:pt x="716" y="1260"/>
                  </a:lnTo>
                  <a:lnTo>
                    <a:pt x="716" y="1236"/>
                  </a:lnTo>
                  <a:lnTo>
                    <a:pt x="707" y="1200"/>
                  </a:lnTo>
                  <a:lnTo>
                    <a:pt x="676" y="1100"/>
                  </a:lnTo>
                  <a:lnTo>
                    <a:pt x="613" y="933"/>
                  </a:lnTo>
                  <a:lnTo>
                    <a:pt x="581" y="845"/>
                  </a:lnTo>
                  <a:lnTo>
                    <a:pt x="554" y="777"/>
                  </a:lnTo>
                  <a:lnTo>
                    <a:pt x="525" y="697"/>
                  </a:lnTo>
                  <a:lnTo>
                    <a:pt x="506" y="649"/>
                  </a:lnTo>
                  <a:lnTo>
                    <a:pt x="493" y="606"/>
                  </a:lnTo>
                  <a:lnTo>
                    <a:pt x="501" y="598"/>
                  </a:lnTo>
                  <a:lnTo>
                    <a:pt x="509" y="606"/>
                  </a:lnTo>
                  <a:lnTo>
                    <a:pt x="552" y="696"/>
                  </a:lnTo>
                  <a:lnTo>
                    <a:pt x="587" y="775"/>
                  </a:lnTo>
                  <a:lnTo>
                    <a:pt x="629" y="877"/>
                  </a:lnTo>
                  <a:lnTo>
                    <a:pt x="668" y="973"/>
                  </a:lnTo>
                  <a:lnTo>
                    <a:pt x="700" y="1045"/>
                  </a:lnTo>
                  <a:lnTo>
                    <a:pt x="731" y="1111"/>
                  </a:lnTo>
                  <a:lnTo>
                    <a:pt x="748" y="1148"/>
                  </a:lnTo>
                  <a:lnTo>
                    <a:pt x="759" y="1164"/>
                  </a:lnTo>
                  <a:lnTo>
                    <a:pt x="774" y="1174"/>
                  </a:lnTo>
                  <a:lnTo>
                    <a:pt x="792" y="1180"/>
                  </a:lnTo>
                  <a:lnTo>
                    <a:pt x="804" y="1172"/>
                  </a:lnTo>
                  <a:lnTo>
                    <a:pt x="812" y="1148"/>
                  </a:lnTo>
                  <a:lnTo>
                    <a:pt x="812" y="1116"/>
                  </a:lnTo>
                  <a:lnTo>
                    <a:pt x="800" y="1077"/>
                  </a:lnTo>
                  <a:lnTo>
                    <a:pt x="764" y="989"/>
                  </a:lnTo>
                  <a:lnTo>
                    <a:pt x="732" y="917"/>
                  </a:lnTo>
                  <a:lnTo>
                    <a:pt x="704" y="840"/>
                  </a:lnTo>
                  <a:lnTo>
                    <a:pt x="675" y="769"/>
                  </a:lnTo>
                  <a:lnTo>
                    <a:pt x="645" y="694"/>
                  </a:lnTo>
                  <a:lnTo>
                    <a:pt x="627" y="648"/>
                  </a:lnTo>
                  <a:lnTo>
                    <a:pt x="613" y="606"/>
                  </a:lnTo>
                  <a:lnTo>
                    <a:pt x="589" y="542"/>
                  </a:lnTo>
                  <a:lnTo>
                    <a:pt x="572" y="502"/>
                  </a:lnTo>
                  <a:lnTo>
                    <a:pt x="560" y="463"/>
                  </a:lnTo>
                  <a:lnTo>
                    <a:pt x="558" y="453"/>
                  </a:lnTo>
                  <a:lnTo>
                    <a:pt x="565" y="439"/>
                  </a:lnTo>
                  <a:lnTo>
                    <a:pt x="582" y="454"/>
                  </a:lnTo>
                  <a:lnTo>
                    <a:pt x="613" y="518"/>
                  </a:lnTo>
                  <a:lnTo>
                    <a:pt x="684" y="670"/>
                  </a:lnTo>
                  <a:lnTo>
                    <a:pt x="719" y="745"/>
                  </a:lnTo>
                  <a:lnTo>
                    <a:pt x="748" y="813"/>
                  </a:lnTo>
                  <a:lnTo>
                    <a:pt x="772" y="869"/>
                  </a:lnTo>
                  <a:lnTo>
                    <a:pt x="788" y="893"/>
                  </a:lnTo>
                  <a:lnTo>
                    <a:pt x="804" y="901"/>
                  </a:lnTo>
                  <a:lnTo>
                    <a:pt x="820" y="901"/>
                  </a:lnTo>
                  <a:lnTo>
                    <a:pt x="828" y="893"/>
                  </a:lnTo>
                  <a:lnTo>
                    <a:pt x="828" y="877"/>
                  </a:lnTo>
                  <a:lnTo>
                    <a:pt x="820" y="845"/>
                  </a:lnTo>
                  <a:lnTo>
                    <a:pt x="807" y="811"/>
                  </a:lnTo>
                  <a:lnTo>
                    <a:pt x="804" y="789"/>
                  </a:lnTo>
                  <a:lnTo>
                    <a:pt x="812" y="781"/>
                  </a:lnTo>
                  <a:lnTo>
                    <a:pt x="820" y="781"/>
                  </a:lnTo>
                  <a:lnTo>
                    <a:pt x="836" y="797"/>
                  </a:lnTo>
                  <a:lnTo>
                    <a:pt x="851" y="805"/>
                  </a:lnTo>
                  <a:lnTo>
                    <a:pt x="867" y="797"/>
                  </a:lnTo>
                  <a:lnTo>
                    <a:pt x="870" y="783"/>
                  </a:lnTo>
                  <a:lnTo>
                    <a:pt x="867" y="765"/>
                  </a:lnTo>
                  <a:lnTo>
                    <a:pt x="859" y="742"/>
                  </a:lnTo>
                  <a:lnTo>
                    <a:pt x="843" y="702"/>
                  </a:lnTo>
                  <a:lnTo>
                    <a:pt x="844" y="686"/>
                  </a:lnTo>
                  <a:lnTo>
                    <a:pt x="851" y="686"/>
                  </a:lnTo>
                  <a:lnTo>
                    <a:pt x="859" y="694"/>
                  </a:lnTo>
                  <a:lnTo>
                    <a:pt x="878" y="733"/>
                  </a:lnTo>
                  <a:lnTo>
                    <a:pt x="903" y="793"/>
                  </a:lnTo>
                  <a:lnTo>
                    <a:pt x="930" y="862"/>
                  </a:lnTo>
                  <a:lnTo>
                    <a:pt x="955" y="925"/>
                  </a:lnTo>
                  <a:lnTo>
                    <a:pt x="955" y="933"/>
                  </a:lnTo>
                  <a:lnTo>
                    <a:pt x="955" y="949"/>
                  </a:lnTo>
                  <a:lnTo>
                    <a:pt x="939" y="949"/>
                  </a:lnTo>
                  <a:lnTo>
                    <a:pt x="931" y="957"/>
                  </a:lnTo>
                  <a:lnTo>
                    <a:pt x="923" y="973"/>
                  </a:lnTo>
                  <a:lnTo>
                    <a:pt x="899" y="981"/>
                  </a:lnTo>
                  <a:lnTo>
                    <a:pt x="891" y="989"/>
                  </a:lnTo>
                  <a:lnTo>
                    <a:pt x="883" y="997"/>
                  </a:lnTo>
                  <a:lnTo>
                    <a:pt x="891" y="1021"/>
                  </a:lnTo>
                  <a:lnTo>
                    <a:pt x="947" y="1148"/>
                  </a:lnTo>
                  <a:lnTo>
                    <a:pt x="1050" y="1359"/>
                  </a:lnTo>
                  <a:lnTo>
                    <a:pt x="1106" y="1467"/>
                  </a:lnTo>
                  <a:lnTo>
                    <a:pt x="1130" y="1507"/>
                  </a:lnTo>
                  <a:lnTo>
                    <a:pt x="1142" y="1526"/>
                  </a:lnTo>
                  <a:lnTo>
                    <a:pt x="1154" y="1555"/>
                  </a:lnTo>
                  <a:lnTo>
                    <a:pt x="1162" y="1595"/>
                  </a:lnTo>
                  <a:lnTo>
                    <a:pt x="1170" y="1611"/>
                  </a:lnTo>
                  <a:lnTo>
                    <a:pt x="1178" y="1635"/>
                  </a:lnTo>
                  <a:lnTo>
                    <a:pt x="1154" y="1643"/>
                  </a:lnTo>
                  <a:lnTo>
                    <a:pt x="1138" y="1659"/>
                  </a:lnTo>
                  <a:lnTo>
                    <a:pt x="1130" y="1667"/>
                  </a:lnTo>
                  <a:lnTo>
                    <a:pt x="1088" y="1679"/>
                  </a:lnTo>
                  <a:lnTo>
                    <a:pt x="1074" y="1690"/>
                  </a:lnTo>
                  <a:lnTo>
                    <a:pt x="1074" y="1714"/>
                  </a:lnTo>
                  <a:lnTo>
                    <a:pt x="1090" y="1778"/>
                  </a:lnTo>
                  <a:lnTo>
                    <a:pt x="1090" y="1786"/>
                  </a:lnTo>
                  <a:lnTo>
                    <a:pt x="1066" y="1802"/>
                  </a:lnTo>
                  <a:lnTo>
                    <a:pt x="1066" y="1818"/>
                  </a:lnTo>
                  <a:lnTo>
                    <a:pt x="1074" y="1842"/>
                  </a:lnTo>
                  <a:lnTo>
                    <a:pt x="1106" y="1930"/>
                  </a:lnTo>
                  <a:lnTo>
                    <a:pt x="1106" y="1938"/>
                  </a:lnTo>
                  <a:lnTo>
                    <a:pt x="1082" y="1954"/>
                  </a:lnTo>
                  <a:lnTo>
                    <a:pt x="1074" y="1977"/>
                  </a:lnTo>
                  <a:lnTo>
                    <a:pt x="1090" y="2041"/>
                  </a:lnTo>
                  <a:lnTo>
                    <a:pt x="1127" y="2145"/>
                  </a:lnTo>
                  <a:lnTo>
                    <a:pt x="1146" y="2201"/>
                  </a:lnTo>
                  <a:lnTo>
                    <a:pt x="1162" y="2241"/>
                  </a:lnTo>
                  <a:lnTo>
                    <a:pt x="1186" y="2328"/>
                  </a:lnTo>
                  <a:lnTo>
                    <a:pt x="1194" y="2360"/>
                  </a:lnTo>
                  <a:lnTo>
                    <a:pt x="1186" y="2392"/>
                  </a:lnTo>
                  <a:lnTo>
                    <a:pt x="1194" y="2416"/>
                  </a:lnTo>
                  <a:lnTo>
                    <a:pt x="1210" y="2432"/>
                  </a:lnTo>
                  <a:lnTo>
                    <a:pt x="1233" y="2432"/>
                  </a:lnTo>
                  <a:lnTo>
                    <a:pt x="1249" y="2416"/>
                  </a:lnTo>
                  <a:lnTo>
                    <a:pt x="1249" y="2400"/>
                  </a:lnTo>
                  <a:lnTo>
                    <a:pt x="1241" y="2368"/>
                  </a:lnTo>
                  <a:lnTo>
                    <a:pt x="1241" y="2344"/>
                  </a:lnTo>
                  <a:lnTo>
                    <a:pt x="1241" y="2336"/>
                  </a:lnTo>
                  <a:lnTo>
                    <a:pt x="1257" y="2312"/>
                  </a:lnTo>
                  <a:lnTo>
                    <a:pt x="1257" y="2296"/>
                  </a:lnTo>
                  <a:lnTo>
                    <a:pt x="1257" y="2265"/>
                  </a:lnTo>
                  <a:lnTo>
                    <a:pt x="1249" y="2249"/>
                  </a:lnTo>
                  <a:lnTo>
                    <a:pt x="1249" y="2233"/>
                  </a:lnTo>
                  <a:lnTo>
                    <a:pt x="1249" y="2217"/>
                  </a:lnTo>
                  <a:lnTo>
                    <a:pt x="1257" y="2193"/>
                  </a:lnTo>
                  <a:lnTo>
                    <a:pt x="1273" y="2169"/>
                  </a:lnTo>
                  <a:lnTo>
                    <a:pt x="1273" y="2145"/>
                  </a:lnTo>
                  <a:lnTo>
                    <a:pt x="1265" y="2113"/>
                  </a:lnTo>
                  <a:lnTo>
                    <a:pt x="1273" y="2105"/>
                  </a:lnTo>
                  <a:lnTo>
                    <a:pt x="1289" y="2081"/>
                  </a:lnTo>
                  <a:lnTo>
                    <a:pt x="1313" y="2057"/>
                  </a:lnTo>
                  <a:lnTo>
                    <a:pt x="1321" y="2041"/>
                  </a:lnTo>
                  <a:lnTo>
                    <a:pt x="1329" y="2025"/>
                  </a:lnTo>
                  <a:lnTo>
                    <a:pt x="1329" y="2009"/>
                  </a:lnTo>
                  <a:lnTo>
                    <a:pt x="1305" y="1977"/>
                  </a:lnTo>
                  <a:lnTo>
                    <a:pt x="1289" y="1946"/>
                  </a:lnTo>
                  <a:lnTo>
                    <a:pt x="1281" y="1938"/>
                  </a:lnTo>
                  <a:lnTo>
                    <a:pt x="1289" y="1922"/>
                  </a:lnTo>
                  <a:lnTo>
                    <a:pt x="1305" y="1922"/>
                  </a:lnTo>
                  <a:lnTo>
                    <a:pt x="1313" y="1946"/>
                  </a:lnTo>
                  <a:lnTo>
                    <a:pt x="1329" y="1970"/>
                  </a:lnTo>
                  <a:lnTo>
                    <a:pt x="1337" y="1977"/>
                  </a:lnTo>
                  <a:lnTo>
                    <a:pt x="1353" y="1985"/>
                  </a:lnTo>
                  <a:lnTo>
                    <a:pt x="1361" y="1970"/>
                  </a:lnTo>
                  <a:lnTo>
                    <a:pt x="1361" y="1954"/>
                  </a:lnTo>
                  <a:lnTo>
                    <a:pt x="1345" y="1898"/>
                  </a:lnTo>
                  <a:lnTo>
                    <a:pt x="1329" y="1834"/>
                  </a:lnTo>
                  <a:lnTo>
                    <a:pt x="1321" y="1810"/>
                  </a:lnTo>
                  <a:lnTo>
                    <a:pt x="1313" y="1786"/>
                  </a:lnTo>
                  <a:lnTo>
                    <a:pt x="1305" y="1754"/>
                  </a:lnTo>
                  <a:lnTo>
                    <a:pt x="1305" y="1738"/>
                  </a:lnTo>
                  <a:lnTo>
                    <a:pt x="1313" y="1722"/>
                  </a:lnTo>
                  <a:lnTo>
                    <a:pt x="1329" y="1722"/>
                  </a:lnTo>
                  <a:lnTo>
                    <a:pt x="1345" y="1722"/>
                  </a:lnTo>
                  <a:lnTo>
                    <a:pt x="1361" y="1738"/>
                  </a:lnTo>
                  <a:lnTo>
                    <a:pt x="1369" y="1762"/>
                  </a:lnTo>
                  <a:lnTo>
                    <a:pt x="1385" y="1802"/>
                  </a:lnTo>
                  <a:lnTo>
                    <a:pt x="1409" y="1826"/>
                  </a:lnTo>
                  <a:lnTo>
                    <a:pt x="1424" y="1834"/>
                  </a:lnTo>
                  <a:lnTo>
                    <a:pt x="1432" y="1834"/>
                  </a:lnTo>
                  <a:lnTo>
                    <a:pt x="1448" y="1826"/>
                  </a:lnTo>
                  <a:lnTo>
                    <a:pt x="1448" y="1810"/>
                  </a:lnTo>
                  <a:lnTo>
                    <a:pt x="1448" y="1794"/>
                  </a:lnTo>
                  <a:lnTo>
                    <a:pt x="1424" y="1738"/>
                  </a:lnTo>
                  <a:lnTo>
                    <a:pt x="1416" y="1690"/>
                  </a:lnTo>
                  <a:lnTo>
                    <a:pt x="1409" y="1667"/>
                  </a:lnTo>
                  <a:lnTo>
                    <a:pt x="1401" y="1659"/>
                  </a:lnTo>
                  <a:lnTo>
                    <a:pt x="1409" y="1651"/>
                  </a:lnTo>
                  <a:lnTo>
                    <a:pt x="1424" y="1659"/>
                  </a:lnTo>
                  <a:lnTo>
                    <a:pt x="1432" y="1682"/>
                  </a:lnTo>
                  <a:lnTo>
                    <a:pt x="1448" y="1714"/>
                  </a:lnTo>
                  <a:lnTo>
                    <a:pt x="1464" y="1738"/>
                  </a:lnTo>
                  <a:lnTo>
                    <a:pt x="1480" y="1746"/>
                  </a:lnTo>
                  <a:lnTo>
                    <a:pt x="1496" y="1746"/>
                  </a:lnTo>
                  <a:lnTo>
                    <a:pt x="1504" y="1722"/>
                  </a:lnTo>
                  <a:lnTo>
                    <a:pt x="1504" y="1698"/>
                  </a:lnTo>
                  <a:lnTo>
                    <a:pt x="1480" y="1659"/>
                  </a:lnTo>
                  <a:lnTo>
                    <a:pt x="1464" y="1611"/>
                  </a:lnTo>
                  <a:lnTo>
                    <a:pt x="1456" y="1587"/>
                  </a:lnTo>
                  <a:lnTo>
                    <a:pt x="1440" y="1563"/>
                  </a:lnTo>
                  <a:lnTo>
                    <a:pt x="1401" y="1523"/>
                  </a:lnTo>
                  <a:lnTo>
                    <a:pt x="1393" y="1491"/>
                  </a:lnTo>
                  <a:lnTo>
                    <a:pt x="1377" y="1467"/>
                  </a:lnTo>
                  <a:lnTo>
                    <a:pt x="1361" y="1451"/>
                  </a:lnTo>
                  <a:lnTo>
                    <a:pt x="1345" y="1451"/>
                  </a:lnTo>
                  <a:lnTo>
                    <a:pt x="1321" y="1459"/>
                  </a:lnTo>
                  <a:lnTo>
                    <a:pt x="1305" y="1475"/>
                  </a:lnTo>
                  <a:lnTo>
                    <a:pt x="1313" y="1491"/>
                  </a:lnTo>
                  <a:lnTo>
                    <a:pt x="1305" y="1499"/>
                  </a:lnTo>
                  <a:lnTo>
                    <a:pt x="1297" y="1499"/>
                  </a:lnTo>
                  <a:lnTo>
                    <a:pt x="1273" y="1467"/>
                  </a:lnTo>
                  <a:lnTo>
                    <a:pt x="1249" y="1403"/>
                  </a:lnTo>
                  <a:lnTo>
                    <a:pt x="1233" y="1364"/>
                  </a:lnTo>
                  <a:lnTo>
                    <a:pt x="1218" y="1332"/>
                  </a:lnTo>
                  <a:lnTo>
                    <a:pt x="1210" y="1324"/>
                  </a:lnTo>
                  <a:lnTo>
                    <a:pt x="1186" y="1324"/>
                  </a:lnTo>
                  <a:lnTo>
                    <a:pt x="1170" y="1332"/>
                  </a:lnTo>
                  <a:lnTo>
                    <a:pt x="1162" y="1348"/>
                  </a:lnTo>
                  <a:lnTo>
                    <a:pt x="1170" y="1371"/>
                  </a:lnTo>
                  <a:lnTo>
                    <a:pt x="1170" y="1395"/>
                  </a:lnTo>
                  <a:lnTo>
                    <a:pt x="1178" y="1411"/>
                  </a:lnTo>
                  <a:lnTo>
                    <a:pt x="1162" y="1419"/>
                  </a:lnTo>
                  <a:lnTo>
                    <a:pt x="1146" y="1427"/>
                  </a:lnTo>
                  <a:lnTo>
                    <a:pt x="1138" y="1419"/>
                  </a:lnTo>
                  <a:lnTo>
                    <a:pt x="1106" y="1371"/>
                  </a:lnTo>
                  <a:lnTo>
                    <a:pt x="1106" y="1348"/>
                  </a:lnTo>
                  <a:lnTo>
                    <a:pt x="1106" y="1332"/>
                  </a:lnTo>
                  <a:lnTo>
                    <a:pt x="1114" y="1308"/>
                  </a:lnTo>
                  <a:lnTo>
                    <a:pt x="1082" y="1260"/>
                  </a:lnTo>
                  <a:lnTo>
                    <a:pt x="1066" y="1228"/>
                  </a:lnTo>
                  <a:lnTo>
                    <a:pt x="1066" y="1212"/>
                  </a:lnTo>
                  <a:lnTo>
                    <a:pt x="1082" y="1196"/>
                  </a:lnTo>
                  <a:lnTo>
                    <a:pt x="1090" y="1180"/>
                  </a:lnTo>
                  <a:lnTo>
                    <a:pt x="1090" y="1148"/>
                  </a:lnTo>
                  <a:lnTo>
                    <a:pt x="1074" y="1140"/>
                  </a:lnTo>
                  <a:lnTo>
                    <a:pt x="1082" y="1116"/>
                  </a:lnTo>
                  <a:lnTo>
                    <a:pt x="1098" y="1108"/>
                  </a:lnTo>
                  <a:lnTo>
                    <a:pt x="1114" y="1108"/>
                  </a:lnTo>
                  <a:lnTo>
                    <a:pt x="1130" y="1124"/>
                  </a:lnTo>
                  <a:lnTo>
                    <a:pt x="1138" y="1156"/>
                  </a:lnTo>
                  <a:lnTo>
                    <a:pt x="1154" y="1172"/>
                  </a:lnTo>
                  <a:lnTo>
                    <a:pt x="1170" y="1180"/>
                  </a:lnTo>
                  <a:lnTo>
                    <a:pt x="1202" y="1188"/>
                  </a:lnTo>
                  <a:lnTo>
                    <a:pt x="1210" y="1204"/>
                  </a:lnTo>
                  <a:lnTo>
                    <a:pt x="1225" y="1228"/>
                  </a:lnTo>
                  <a:lnTo>
                    <a:pt x="1242" y="1250"/>
                  </a:lnTo>
                  <a:lnTo>
                    <a:pt x="1265" y="1252"/>
                  </a:lnTo>
                  <a:lnTo>
                    <a:pt x="1273" y="1236"/>
                  </a:lnTo>
                  <a:lnTo>
                    <a:pt x="1273" y="1220"/>
                  </a:lnTo>
                  <a:lnTo>
                    <a:pt x="1265" y="1188"/>
                  </a:lnTo>
                  <a:lnTo>
                    <a:pt x="1273" y="1172"/>
                  </a:lnTo>
                  <a:lnTo>
                    <a:pt x="1289" y="1156"/>
                  </a:lnTo>
                  <a:lnTo>
                    <a:pt x="1305" y="1156"/>
                  </a:lnTo>
                  <a:lnTo>
                    <a:pt x="1316" y="1170"/>
                  </a:lnTo>
                  <a:lnTo>
                    <a:pt x="1321" y="1196"/>
                  </a:lnTo>
                  <a:lnTo>
                    <a:pt x="1334" y="1224"/>
                  </a:lnTo>
                  <a:lnTo>
                    <a:pt x="1345" y="1244"/>
                  </a:lnTo>
                  <a:lnTo>
                    <a:pt x="1361" y="1252"/>
                  </a:lnTo>
                  <a:lnTo>
                    <a:pt x="1377" y="1252"/>
                  </a:lnTo>
                  <a:lnTo>
                    <a:pt x="1385" y="1236"/>
                  </a:lnTo>
                  <a:lnTo>
                    <a:pt x="1385" y="1220"/>
                  </a:lnTo>
                  <a:lnTo>
                    <a:pt x="1374" y="1188"/>
                  </a:lnTo>
                  <a:lnTo>
                    <a:pt x="1361" y="1164"/>
                  </a:lnTo>
                  <a:lnTo>
                    <a:pt x="1345" y="1140"/>
                  </a:lnTo>
                  <a:lnTo>
                    <a:pt x="1345" y="1108"/>
                  </a:lnTo>
                  <a:lnTo>
                    <a:pt x="1353" y="1084"/>
                  </a:lnTo>
                  <a:lnTo>
                    <a:pt x="1361" y="1068"/>
                  </a:lnTo>
                  <a:lnTo>
                    <a:pt x="1385" y="1061"/>
                  </a:lnTo>
                  <a:lnTo>
                    <a:pt x="1409" y="1061"/>
                  </a:lnTo>
                  <a:lnTo>
                    <a:pt x="1424" y="1053"/>
                  </a:lnTo>
                  <a:lnTo>
                    <a:pt x="1440" y="1037"/>
                  </a:lnTo>
                  <a:lnTo>
                    <a:pt x="1440" y="1013"/>
                  </a:lnTo>
                  <a:lnTo>
                    <a:pt x="1432" y="1005"/>
                  </a:lnTo>
                  <a:lnTo>
                    <a:pt x="1409" y="997"/>
                  </a:lnTo>
                  <a:lnTo>
                    <a:pt x="1385" y="1005"/>
                  </a:lnTo>
                  <a:lnTo>
                    <a:pt x="1345" y="997"/>
                  </a:lnTo>
                  <a:lnTo>
                    <a:pt x="1313" y="997"/>
                  </a:lnTo>
                  <a:lnTo>
                    <a:pt x="1289" y="989"/>
                  </a:lnTo>
                  <a:lnTo>
                    <a:pt x="1289" y="973"/>
                  </a:lnTo>
                  <a:lnTo>
                    <a:pt x="1297" y="941"/>
                  </a:lnTo>
                  <a:lnTo>
                    <a:pt x="1297" y="925"/>
                  </a:lnTo>
                  <a:lnTo>
                    <a:pt x="1297" y="909"/>
                  </a:lnTo>
                  <a:lnTo>
                    <a:pt x="1305" y="893"/>
                  </a:lnTo>
                  <a:lnTo>
                    <a:pt x="1320" y="882"/>
                  </a:lnTo>
                  <a:lnTo>
                    <a:pt x="1321" y="869"/>
                  </a:lnTo>
                  <a:lnTo>
                    <a:pt x="1313" y="837"/>
                  </a:lnTo>
                  <a:lnTo>
                    <a:pt x="1289" y="797"/>
                  </a:lnTo>
                  <a:lnTo>
                    <a:pt x="1289" y="781"/>
                  </a:lnTo>
                  <a:lnTo>
                    <a:pt x="1273" y="758"/>
                  </a:lnTo>
                  <a:lnTo>
                    <a:pt x="1241" y="750"/>
                  </a:lnTo>
                  <a:lnTo>
                    <a:pt x="1225" y="734"/>
                  </a:lnTo>
                  <a:lnTo>
                    <a:pt x="1202" y="678"/>
                  </a:lnTo>
                  <a:lnTo>
                    <a:pt x="1187" y="664"/>
                  </a:lnTo>
                  <a:lnTo>
                    <a:pt x="1169" y="663"/>
                  </a:lnTo>
                  <a:lnTo>
                    <a:pt x="1154" y="670"/>
                  </a:lnTo>
                  <a:lnTo>
                    <a:pt x="1139" y="675"/>
                  </a:lnTo>
                  <a:lnTo>
                    <a:pt x="1122" y="678"/>
                  </a:lnTo>
                  <a:lnTo>
                    <a:pt x="1104" y="673"/>
                  </a:lnTo>
                  <a:lnTo>
                    <a:pt x="1090" y="662"/>
                  </a:lnTo>
                  <a:lnTo>
                    <a:pt x="1074" y="614"/>
                  </a:lnTo>
                  <a:lnTo>
                    <a:pt x="1066" y="590"/>
                  </a:lnTo>
                  <a:lnTo>
                    <a:pt x="1058" y="582"/>
                  </a:lnTo>
                  <a:lnTo>
                    <a:pt x="1028" y="579"/>
                  </a:lnTo>
                  <a:lnTo>
                    <a:pt x="1019" y="558"/>
                  </a:lnTo>
                  <a:lnTo>
                    <a:pt x="995" y="550"/>
                  </a:lnTo>
                  <a:lnTo>
                    <a:pt x="969" y="558"/>
                  </a:lnTo>
                  <a:lnTo>
                    <a:pt x="955" y="558"/>
                  </a:lnTo>
                  <a:lnTo>
                    <a:pt x="936" y="529"/>
                  </a:lnTo>
                  <a:lnTo>
                    <a:pt x="914" y="481"/>
                  </a:lnTo>
                  <a:lnTo>
                    <a:pt x="899" y="455"/>
                  </a:lnTo>
                  <a:lnTo>
                    <a:pt x="882" y="448"/>
                  </a:lnTo>
                  <a:lnTo>
                    <a:pt x="867" y="447"/>
                  </a:lnTo>
                  <a:lnTo>
                    <a:pt x="848" y="453"/>
                  </a:lnTo>
                  <a:lnTo>
                    <a:pt x="836" y="423"/>
                  </a:lnTo>
                  <a:lnTo>
                    <a:pt x="820" y="399"/>
                  </a:lnTo>
                  <a:lnTo>
                    <a:pt x="804" y="391"/>
                  </a:lnTo>
                  <a:lnTo>
                    <a:pt x="796" y="391"/>
                  </a:lnTo>
                  <a:lnTo>
                    <a:pt x="764" y="399"/>
                  </a:lnTo>
                  <a:lnTo>
                    <a:pt x="750" y="399"/>
                  </a:lnTo>
                  <a:lnTo>
                    <a:pt x="740" y="383"/>
                  </a:lnTo>
                  <a:lnTo>
                    <a:pt x="724" y="375"/>
                  </a:lnTo>
                  <a:lnTo>
                    <a:pt x="708" y="375"/>
                  </a:lnTo>
                  <a:lnTo>
                    <a:pt x="701" y="387"/>
                  </a:lnTo>
                  <a:lnTo>
                    <a:pt x="700" y="399"/>
                  </a:lnTo>
                  <a:lnTo>
                    <a:pt x="692" y="407"/>
                  </a:lnTo>
                  <a:lnTo>
                    <a:pt x="684" y="399"/>
                  </a:lnTo>
                  <a:lnTo>
                    <a:pt x="660" y="343"/>
                  </a:lnTo>
                  <a:lnTo>
                    <a:pt x="645" y="311"/>
                  </a:lnTo>
                  <a:lnTo>
                    <a:pt x="629" y="287"/>
                  </a:lnTo>
                  <a:lnTo>
                    <a:pt x="615" y="282"/>
                  </a:lnTo>
                  <a:lnTo>
                    <a:pt x="597" y="287"/>
                  </a:lnTo>
                  <a:lnTo>
                    <a:pt x="589" y="303"/>
                  </a:lnTo>
                  <a:lnTo>
                    <a:pt x="587" y="321"/>
                  </a:lnTo>
                  <a:lnTo>
                    <a:pt x="589" y="335"/>
                  </a:lnTo>
                  <a:lnTo>
                    <a:pt x="605" y="367"/>
                  </a:lnTo>
                  <a:lnTo>
                    <a:pt x="653" y="474"/>
                  </a:lnTo>
                  <a:lnTo>
                    <a:pt x="689" y="555"/>
                  </a:lnTo>
                  <a:lnTo>
                    <a:pt x="708" y="598"/>
                  </a:lnTo>
                  <a:lnTo>
                    <a:pt x="716" y="622"/>
                  </a:lnTo>
                  <a:lnTo>
                    <a:pt x="710" y="631"/>
                  </a:lnTo>
                  <a:lnTo>
                    <a:pt x="700" y="630"/>
                  </a:lnTo>
                  <a:lnTo>
                    <a:pt x="684" y="606"/>
                  </a:lnTo>
                  <a:lnTo>
                    <a:pt x="647" y="532"/>
                  </a:lnTo>
                  <a:lnTo>
                    <a:pt x="608" y="448"/>
                  </a:lnTo>
                  <a:lnTo>
                    <a:pt x="573" y="383"/>
                  </a:lnTo>
                  <a:lnTo>
                    <a:pt x="533" y="311"/>
                  </a:lnTo>
                  <a:lnTo>
                    <a:pt x="517" y="279"/>
                  </a:lnTo>
                  <a:lnTo>
                    <a:pt x="501" y="253"/>
                  </a:lnTo>
                  <a:lnTo>
                    <a:pt x="485" y="247"/>
                  </a:lnTo>
                  <a:lnTo>
                    <a:pt x="465" y="247"/>
                  </a:lnTo>
                  <a:lnTo>
                    <a:pt x="455" y="259"/>
                  </a:lnTo>
                  <a:lnTo>
                    <a:pt x="450" y="271"/>
                  </a:lnTo>
                  <a:lnTo>
                    <a:pt x="454" y="287"/>
                  </a:lnTo>
                  <a:lnTo>
                    <a:pt x="470" y="327"/>
                  </a:lnTo>
                  <a:lnTo>
                    <a:pt x="495" y="396"/>
                  </a:lnTo>
                  <a:lnTo>
                    <a:pt x="515" y="442"/>
                  </a:lnTo>
                  <a:lnTo>
                    <a:pt x="541" y="502"/>
                  </a:lnTo>
                  <a:lnTo>
                    <a:pt x="565" y="558"/>
                  </a:lnTo>
                  <a:lnTo>
                    <a:pt x="593" y="631"/>
                  </a:lnTo>
                  <a:lnTo>
                    <a:pt x="613" y="686"/>
                  </a:lnTo>
                  <a:lnTo>
                    <a:pt x="637" y="742"/>
                  </a:lnTo>
                  <a:lnTo>
                    <a:pt x="660" y="805"/>
                  </a:lnTo>
                  <a:lnTo>
                    <a:pt x="692" y="885"/>
                  </a:lnTo>
                  <a:lnTo>
                    <a:pt x="708" y="933"/>
                  </a:lnTo>
                  <a:lnTo>
                    <a:pt x="716" y="949"/>
                  </a:lnTo>
                  <a:lnTo>
                    <a:pt x="708" y="957"/>
                  </a:lnTo>
                  <a:lnTo>
                    <a:pt x="700" y="949"/>
                  </a:lnTo>
                  <a:lnTo>
                    <a:pt x="678" y="912"/>
                  </a:lnTo>
                  <a:lnTo>
                    <a:pt x="637" y="813"/>
                  </a:lnTo>
                  <a:lnTo>
                    <a:pt x="589" y="702"/>
                  </a:lnTo>
                  <a:lnTo>
                    <a:pt x="541" y="606"/>
                  </a:lnTo>
                  <a:lnTo>
                    <a:pt x="498" y="517"/>
                  </a:lnTo>
                  <a:lnTo>
                    <a:pt x="458" y="436"/>
                  </a:lnTo>
                  <a:lnTo>
                    <a:pt x="419" y="361"/>
                  </a:lnTo>
                  <a:lnTo>
                    <a:pt x="395" y="312"/>
                  </a:lnTo>
                  <a:lnTo>
                    <a:pt x="374" y="271"/>
                  </a:lnTo>
                  <a:lnTo>
                    <a:pt x="358" y="263"/>
                  </a:lnTo>
                  <a:lnTo>
                    <a:pt x="342" y="271"/>
                  </a:lnTo>
                  <a:lnTo>
                    <a:pt x="334" y="287"/>
                  </a:lnTo>
                  <a:lnTo>
                    <a:pt x="334" y="303"/>
                  </a:lnTo>
                  <a:lnTo>
                    <a:pt x="350" y="343"/>
                  </a:lnTo>
                  <a:lnTo>
                    <a:pt x="387" y="432"/>
                  </a:lnTo>
                  <a:lnTo>
                    <a:pt x="430" y="534"/>
                  </a:lnTo>
                  <a:lnTo>
                    <a:pt x="458" y="603"/>
                  </a:lnTo>
                  <a:lnTo>
                    <a:pt x="516" y="750"/>
                  </a:lnTo>
                  <a:lnTo>
                    <a:pt x="543" y="826"/>
                  </a:lnTo>
                  <a:lnTo>
                    <a:pt x="585" y="939"/>
                  </a:lnTo>
                  <a:lnTo>
                    <a:pt x="621" y="1029"/>
                  </a:lnTo>
                  <a:lnTo>
                    <a:pt x="653" y="1116"/>
                  </a:lnTo>
                  <a:lnTo>
                    <a:pt x="660" y="1140"/>
                  </a:lnTo>
                  <a:lnTo>
                    <a:pt x="653" y="1148"/>
                  </a:lnTo>
                  <a:lnTo>
                    <a:pt x="637" y="1140"/>
                  </a:lnTo>
                  <a:lnTo>
                    <a:pt x="593" y="1050"/>
                  </a:lnTo>
                  <a:lnTo>
                    <a:pt x="533" y="925"/>
                  </a:lnTo>
                  <a:lnTo>
                    <a:pt x="462" y="789"/>
                  </a:lnTo>
                  <a:lnTo>
                    <a:pt x="389" y="649"/>
                  </a:lnTo>
                  <a:lnTo>
                    <a:pt x="324" y="535"/>
                  </a:lnTo>
                  <a:lnTo>
                    <a:pt x="279" y="455"/>
                  </a:lnTo>
                  <a:lnTo>
                    <a:pt x="207" y="335"/>
                  </a:lnTo>
                  <a:lnTo>
                    <a:pt x="147" y="234"/>
                  </a:lnTo>
                  <a:lnTo>
                    <a:pt x="80" y="120"/>
                  </a:lnTo>
                  <a:lnTo>
                    <a:pt x="16" y="8"/>
                  </a:lnTo>
                </a:path>
              </a:pathLst>
            </a:custGeom>
            <a:solidFill>
              <a:schemeClr val="tx2"/>
            </a:solidFill>
            <a:ln w="12700" cap="rnd" cmpd="sng">
              <a:solidFill>
                <a:schemeClr val="tx2"/>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40545" name="Freeform 5">
              <a:extLst>
                <a:ext uri="{FF2B5EF4-FFF2-40B4-BE49-F238E27FC236}">
                  <a16:creationId xmlns:a16="http://schemas.microsoft.com/office/drawing/2014/main" id="{799F6987-12B5-6AB3-7332-8D29592BB0EC}"/>
                </a:ext>
              </a:extLst>
            </p:cNvPr>
            <p:cNvSpPr>
              <a:spLocks/>
            </p:cNvSpPr>
            <p:nvPr/>
          </p:nvSpPr>
          <p:spPr bwMode="auto">
            <a:xfrm>
              <a:off x="2520" y="1648"/>
              <a:ext cx="57" cy="113"/>
            </a:xfrm>
            <a:custGeom>
              <a:avLst/>
              <a:gdLst>
                <a:gd name="T0" fmla="*/ 14 w 57"/>
                <a:gd name="T1" fmla="*/ 0 h 113"/>
                <a:gd name="T2" fmla="*/ 0 w 57"/>
                <a:gd name="T3" fmla="*/ 7 h 113"/>
                <a:gd name="T4" fmla="*/ 0 w 57"/>
                <a:gd name="T5" fmla="*/ 37 h 113"/>
                <a:gd name="T6" fmla="*/ 0 w 57"/>
                <a:gd name="T7" fmla="*/ 60 h 113"/>
                <a:gd name="T8" fmla="*/ 0 w 57"/>
                <a:gd name="T9" fmla="*/ 82 h 113"/>
                <a:gd name="T10" fmla="*/ 21 w 57"/>
                <a:gd name="T11" fmla="*/ 105 h 113"/>
                <a:gd name="T12" fmla="*/ 42 w 57"/>
                <a:gd name="T13" fmla="*/ 112 h 113"/>
                <a:gd name="T14" fmla="*/ 56 w 57"/>
                <a:gd name="T15" fmla="*/ 97 h 113"/>
                <a:gd name="T16" fmla="*/ 49 w 57"/>
                <a:gd name="T17" fmla="*/ 67 h 113"/>
                <a:gd name="T18" fmla="*/ 42 w 57"/>
                <a:gd name="T19" fmla="*/ 37 h 113"/>
                <a:gd name="T20" fmla="*/ 35 w 57"/>
                <a:gd name="T21" fmla="*/ 15 h 113"/>
                <a:gd name="T22" fmla="*/ 28 w 57"/>
                <a:gd name="T23" fmla="*/ 0 h 113"/>
                <a:gd name="T24" fmla="*/ 14 w 57"/>
                <a:gd name="T25" fmla="*/ 0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113">
                  <a:moveTo>
                    <a:pt x="14" y="0"/>
                  </a:moveTo>
                  <a:lnTo>
                    <a:pt x="0" y="7"/>
                  </a:lnTo>
                  <a:lnTo>
                    <a:pt x="0" y="37"/>
                  </a:lnTo>
                  <a:lnTo>
                    <a:pt x="0" y="60"/>
                  </a:lnTo>
                  <a:lnTo>
                    <a:pt x="0" y="82"/>
                  </a:lnTo>
                  <a:lnTo>
                    <a:pt x="21" y="105"/>
                  </a:lnTo>
                  <a:lnTo>
                    <a:pt x="42" y="112"/>
                  </a:lnTo>
                  <a:lnTo>
                    <a:pt x="56" y="97"/>
                  </a:lnTo>
                  <a:lnTo>
                    <a:pt x="49" y="67"/>
                  </a:lnTo>
                  <a:lnTo>
                    <a:pt x="42" y="37"/>
                  </a:lnTo>
                  <a:lnTo>
                    <a:pt x="35" y="15"/>
                  </a:lnTo>
                  <a:lnTo>
                    <a:pt x="28" y="0"/>
                  </a:lnTo>
                  <a:lnTo>
                    <a:pt x="14" y="0"/>
                  </a:lnTo>
                </a:path>
              </a:pathLst>
            </a:custGeom>
            <a:solidFill>
              <a:schemeClr val="tx2"/>
            </a:solidFill>
            <a:ln w="12700" cap="rnd" cmpd="sng">
              <a:solidFill>
                <a:schemeClr val="tx2"/>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40546" name="Freeform 6">
              <a:extLst>
                <a:ext uri="{FF2B5EF4-FFF2-40B4-BE49-F238E27FC236}">
                  <a16:creationId xmlns:a16="http://schemas.microsoft.com/office/drawing/2014/main" id="{B90D7143-FF31-AC77-F813-2694824B035C}"/>
                </a:ext>
              </a:extLst>
            </p:cNvPr>
            <p:cNvSpPr>
              <a:spLocks/>
            </p:cNvSpPr>
            <p:nvPr/>
          </p:nvSpPr>
          <p:spPr bwMode="auto">
            <a:xfrm>
              <a:off x="2328" y="1344"/>
              <a:ext cx="2907" cy="1817"/>
            </a:xfrm>
            <a:custGeom>
              <a:avLst/>
              <a:gdLst>
                <a:gd name="T0" fmla="*/ 415 w 2907"/>
                <a:gd name="T1" fmla="*/ 135 h 1817"/>
                <a:gd name="T2" fmla="*/ 558 w 2907"/>
                <a:gd name="T3" fmla="*/ 191 h 1817"/>
                <a:gd name="T4" fmla="*/ 686 w 2907"/>
                <a:gd name="T5" fmla="*/ 295 h 1817"/>
                <a:gd name="T6" fmla="*/ 614 w 2907"/>
                <a:gd name="T7" fmla="*/ 271 h 1817"/>
                <a:gd name="T8" fmla="*/ 423 w 2907"/>
                <a:gd name="T9" fmla="*/ 271 h 1817"/>
                <a:gd name="T10" fmla="*/ 343 w 2907"/>
                <a:gd name="T11" fmla="*/ 390 h 1817"/>
                <a:gd name="T12" fmla="*/ 191 w 2907"/>
                <a:gd name="T13" fmla="*/ 510 h 1817"/>
                <a:gd name="T14" fmla="*/ 335 w 2907"/>
                <a:gd name="T15" fmla="*/ 597 h 1817"/>
                <a:gd name="T16" fmla="*/ 375 w 2907"/>
                <a:gd name="T17" fmla="*/ 597 h 1817"/>
                <a:gd name="T18" fmla="*/ 558 w 2907"/>
                <a:gd name="T19" fmla="*/ 701 h 1817"/>
                <a:gd name="T20" fmla="*/ 351 w 2907"/>
                <a:gd name="T21" fmla="*/ 733 h 1817"/>
                <a:gd name="T22" fmla="*/ 207 w 2907"/>
                <a:gd name="T23" fmla="*/ 757 h 1817"/>
                <a:gd name="T24" fmla="*/ 64 w 2907"/>
                <a:gd name="T25" fmla="*/ 868 h 1817"/>
                <a:gd name="T26" fmla="*/ 48 w 2907"/>
                <a:gd name="T27" fmla="*/ 1083 h 1817"/>
                <a:gd name="T28" fmla="*/ 207 w 2907"/>
                <a:gd name="T29" fmla="*/ 1258 h 1817"/>
                <a:gd name="T30" fmla="*/ 207 w 2907"/>
                <a:gd name="T31" fmla="*/ 1553 h 1817"/>
                <a:gd name="T32" fmla="*/ 383 w 2907"/>
                <a:gd name="T33" fmla="*/ 1768 h 1817"/>
                <a:gd name="T34" fmla="*/ 431 w 2907"/>
                <a:gd name="T35" fmla="*/ 1521 h 1817"/>
                <a:gd name="T36" fmla="*/ 455 w 2907"/>
                <a:gd name="T37" fmla="*/ 1346 h 1817"/>
                <a:gd name="T38" fmla="*/ 503 w 2907"/>
                <a:gd name="T39" fmla="*/ 1083 h 1817"/>
                <a:gd name="T40" fmla="*/ 503 w 2907"/>
                <a:gd name="T41" fmla="*/ 804 h 1817"/>
                <a:gd name="T42" fmla="*/ 630 w 2907"/>
                <a:gd name="T43" fmla="*/ 1083 h 1817"/>
                <a:gd name="T44" fmla="*/ 742 w 2907"/>
                <a:gd name="T45" fmla="*/ 964 h 1817"/>
                <a:gd name="T46" fmla="*/ 941 w 2907"/>
                <a:gd name="T47" fmla="*/ 1115 h 1817"/>
                <a:gd name="T48" fmla="*/ 1053 w 2907"/>
                <a:gd name="T49" fmla="*/ 1043 h 1817"/>
                <a:gd name="T50" fmla="*/ 1197 w 2907"/>
                <a:gd name="T51" fmla="*/ 1067 h 1817"/>
                <a:gd name="T52" fmla="*/ 1284 w 2907"/>
                <a:gd name="T53" fmla="*/ 940 h 1817"/>
                <a:gd name="T54" fmla="*/ 1372 w 2907"/>
                <a:gd name="T55" fmla="*/ 796 h 1817"/>
                <a:gd name="T56" fmla="*/ 1442 w 2907"/>
                <a:gd name="T57" fmla="*/ 606 h 1817"/>
                <a:gd name="T58" fmla="*/ 1569 w 2907"/>
                <a:gd name="T59" fmla="*/ 550 h 1817"/>
                <a:gd name="T60" fmla="*/ 1778 w 2907"/>
                <a:gd name="T61" fmla="*/ 834 h 1817"/>
                <a:gd name="T62" fmla="*/ 1859 w 2907"/>
                <a:gd name="T63" fmla="*/ 693 h 1817"/>
                <a:gd name="T64" fmla="*/ 1955 w 2907"/>
                <a:gd name="T65" fmla="*/ 717 h 1817"/>
                <a:gd name="T66" fmla="*/ 2002 w 2907"/>
                <a:gd name="T67" fmla="*/ 589 h 1817"/>
                <a:gd name="T68" fmla="*/ 2242 w 2907"/>
                <a:gd name="T69" fmla="*/ 812 h 1817"/>
                <a:gd name="T70" fmla="*/ 2186 w 2907"/>
                <a:gd name="T71" fmla="*/ 470 h 1817"/>
                <a:gd name="T72" fmla="*/ 2641 w 2907"/>
                <a:gd name="T73" fmla="*/ 1227 h 1817"/>
                <a:gd name="T74" fmla="*/ 2393 w 2907"/>
                <a:gd name="T75" fmla="*/ 470 h 1817"/>
                <a:gd name="T76" fmla="*/ 2896 w 2907"/>
                <a:gd name="T77" fmla="*/ 1402 h 1817"/>
                <a:gd name="T78" fmla="*/ 2354 w 2907"/>
                <a:gd name="T79" fmla="*/ 319 h 1817"/>
                <a:gd name="T80" fmla="*/ 2411 w 2907"/>
                <a:gd name="T81" fmla="*/ 673 h 1817"/>
                <a:gd name="T82" fmla="*/ 2333 w 2907"/>
                <a:gd name="T83" fmla="*/ 643 h 1817"/>
                <a:gd name="T84" fmla="*/ 1985 w 2907"/>
                <a:gd name="T85" fmla="*/ 204 h 1817"/>
                <a:gd name="T86" fmla="*/ 1923 w 2907"/>
                <a:gd name="T87" fmla="*/ 223 h 1817"/>
                <a:gd name="T88" fmla="*/ 1955 w 2907"/>
                <a:gd name="T89" fmla="*/ 430 h 1817"/>
                <a:gd name="T90" fmla="*/ 1715 w 2907"/>
                <a:gd name="T91" fmla="*/ 159 h 1817"/>
                <a:gd name="T92" fmla="*/ 1715 w 2907"/>
                <a:gd name="T93" fmla="*/ 366 h 1817"/>
                <a:gd name="T94" fmla="*/ 1526 w 2907"/>
                <a:gd name="T95" fmla="*/ 241 h 1817"/>
                <a:gd name="T96" fmla="*/ 1430 w 2907"/>
                <a:gd name="T97" fmla="*/ 171 h 1817"/>
                <a:gd name="T98" fmla="*/ 1213 w 2907"/>
                <a:gd name="T99" fmla="*/ 119 h 1817"/>
                <a:gd name="T100" fmla="*/ 1069 w 2907"/>
                <a:gd name="T101" fmla="*/ 183 h 1817"/>
                <a:gd name="T102" fmla="*/ 1077 w 2907"/>
                <a:gd name="T103" fmla="*/ 406 h 1817"/>
                <a:gd name="T104" fmla="*/ 957 w 2907"/>
                <a:gd name="T105" fmla="*/ 358 h 1817"/>
                <a:gd name="T106" fmla="*/ 862 w 2907"/>
                <a:gd name="T107" fmla="*/ 279 h 1817"/>
                <a:gd name="T108" fmla="*/ 710 w 2907"/>
                <a:gd name="T109" fmla="*/ 207 h 1817"/>
                <a:gd name="T110" fmla="*/ 662 w 2907"/>
                <a:gd name="T111" fmla="*/ 48 h 1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07" h="1817">
                  <a:moveTo>
                    <a:pt x="471" y="0"/>
                  </a:moveTo>
                  <a:lnTo>
                    <a:pt x="455" y="16"/>
                  </a:lnTo>
                  <a:lnTo>
                    <a:pt x="455" y="40"/>
                  </a:lnTo>
                  <a:lnTo>
                    <a:pt x="463" y="80"/>
                  </a:lnTo>
                  <a:lnTo>
                    <a:pt x="447" y="80"/>
                  </a:lnTo>
                  <a:lnTo>
                    <a:pt x="431" y="88"/>
                  </a:lnTo>
                  <a:lnTo>
                    <a:pt x="415" y="96"/>
                  </a:lnTo>
                  <a:lnTo>
                    <a:pt x="415" y="112"/>
                  </a:lnTo>
                  <a:lnTo>
                    <a:pt x="415" y="135"/>
                  </a:lnTo>
                  <a:lnTo>
                    <a:pt x="407" y="159"/>
                  </a:lnTo>
                  <a:lnTo>
                    <a:pt x="415" y="191"/>
                  </a:lnTo>
                  <a:lnTo>
                    <a:pt x="423" y="207"/>
                  </a:lnTo>
                  <a:lnTo>
                    <a:pt x="447" y="207"/>
                  </a:lnTo>
                  <a:lnTo>
                    <a:pt x="463" y="199"/>
                  </a:lnTo>
                  <a:lnTo>
                    <a:pt x="495" y="191"/>
                  </a:lnTo>
                  <a:lnTo>
                    <a:pt x="519" y="191"/>
                  </a:lnTo>
                  <a:lnTo>
                    <a:pt x="535" y="199"/>
                  </a:lnTo>
                  <a:lnTo>
                    <a:pt x="558" y="191"/>
                  </a:lnTo>
                  <a:lnTo>
                    <a:pt x="574" y="183"/>
                  </a:lnTo>
                  <a:lnTo>
                    <a:pt x="598" y="183"/>
                  </a:lnTo>
                  <a:lnTo>
                    <a:pt x="614" y="199"/>
                  </a:lnTo>
                  <a:lnTo>
                    <a:pt x="614" y="215"/>
                  </a:lnTo>
                  <a:lnTo>
                    <a:pt x="614" y="239"/>
                  </a:lnTo>
                  <a:lnTo>
                    <a:pt x="630" y="255"/>
                  </a:lnTo>
                  <a:lnTo>
                    <a:pt x="646" y="279"/>
                  </a:lnTo>
                  <a:lnTo>
                    <a:pt x="670" y="279"/>
                  </a:lnTo>
                  <a:lnTo>
                    <a:pt x="686" y="295"/>
                  </a:lnTo>
                  <a:lnTo>
                    <a:pt x="702" y="327"/>
                  </a:lnTo>
                  <a:lnTo>
                    <a:pt x="710" y="350"/>
                  </a:lnTo>
                  <a:lnTo>
                    <a:pt x="710" y="374"/>
                  </a:lnTo>
                  <a:lnTo>
                    <a:pt x="702" y="390"/>
                  </a:lnTo>
                  <a:lnTo>
                    <a:pt x="694" y="398"/>
                  </a:lnTo>
                  <a:lnTo>
                    <a:pt x="670" y="374"/>
                  </a:lnTo>
                  <a:lnTo>
                    <a:pt x="654" y="342"/>
                  </a:lnTo>
                  <a:lnTo>
                    <a:pt x="622" y="295"/>
                  </a:lnTo>
                  <a:lnTo>
                    <a:pt x="614" y="271"/>
                  </a:lnTo>
                  <a:lnTo>
                    <a:pt x="598" y="255"/>
                  </a:lnTo>
                  <a:lnTo>
                    <a:pt x="574" y="263"/>
                  </a:lnTo>
                  <a:lnTo>
                    <a:pt x="566" y="279"/>
                  </a:lnTo>
                  <a:lnTo>
                    <a:pt x="543" y="287"/>
                  </a:lnTo>
                  <a:lnTo>
                    <a:pt x="527" y="271"/>
                  </a:lnTo>
                  <a:lnTo>
                    <a:pt x="503" y="279"/>
                  </a:lnTo>
                  <a:lnTo>
                    <a:pt x="463" y="279"/>
                  </a:lnTo>
                  <a:lnTo>
                    <a:pt x="447" y="263"/>
                  </a:lnTo>
                  <a:lnTo>
                    <a:pt x="423" y="271"/>
                  </a:lnTo>
                  <a:lnTo>
                    <a:pt x="415" y="295"/>
                  </a:lnTo>
                  <a:lnTo>
                    <a:pt x="399" y="287"/>
                  </a:lnTo>
                  <a:lnTo>
                    <a:pt x="375" y="255"/>
                  </a:lnTo>
                  <a:lnTo>
                    <a:pt x="351" y="255"/>
                  </a:lnTo>
                  <a:lnTo>
                    <a:pt x="327" y="271"/>
                  </a:lnTo>
                  <a:lnTo>
                    <a:pt x="327" y="295"/>
                  </a:lnTo>
                  <a:lnTo>
                    <a:pt x="335" y="335"/>
                  </a:lnTo>
                  <a:lnTo>
                    <a:pt x="351" y="358"/>
                  </a:lnTo>
                  <a:lnTo>
                    <a:pt x="343" y="390"/>
                  </a:lnTo>
                  <a:lnTo>
                    <a:pt x="319" y="390"/>
                  </a:lnTo>
                  <a:lnTo>
                    <a:pt x="303" y="406"/>
                  </a:lnTo>
                  <a:lnTo>
                    <a:pt x="295" y="422"/>
                  </a:lnTo>
                  <a:lnTo>
                    <a:pt x="287" y="438"/>
                  </a:lnTo>
                  <a:lnTo>
                    <a:pt x="255" y="446"/>
                  </a:lnTo>
                  <a:lnTo>
                    <a:pt x="231" y="454"/>
                  </a:lnTo>
                  <a:lnTo>
                    <a:pt x="231" y="478"/>
                  </a:lnTo>
                  <a:lnTo>
                    <a:pt x="215" y="502"/>
                  </a:lnTo>
                  <a:lnTo>
                    <a:pt x="191" y="510"/>
                  </a:lnTo>
                  <a:lnTo>
                    <a:pt x="168" y="542"/>
                  </a:lnTo>
                  <a:lnTo>
                    <a:pt x="160" y="573"/>
                  </a:lnTo>
                  <a:lnTo>
                    <a:pt x="176" y="597"/>
                  </a:lnTo>
                  <a:lnTo>
                    <a:pt x="199" y="605"/>
                  </a:lnTo>
                  <a:lnTo>
                    <a:pt x="231" y="589"/>
                  </a:lnTo>
                  <a:lnTo>
                    <a:pt x="255" y="573"/>
                  </a:lnTo>
                  <a:lnTo>
                    <a:pt x="287" y="573"/>
                  </a:lnTo>
                  <a:lnTo>
                    <a:pt x="319" y="573"/>
                  </a:lnTo>
                  <a:lnTo>
                    <a:pt x="335" y="597"/>
                  </a:lnTo>
                  <a:lnTo>
                    <a:pt x="335" y="621"/>
                  </a:lnTo>
                  <a:lnTo>
                    <a:pt x="327" y="645"/>
                  </a:lnTo>
                  <a:lnTo>
                    <a:pt x="327" y="669"/>
                  </a:lnTo>
                  <a:lnTo>
                    <a:pt x="359" y="677"/>
                  </a:lnTo>
                  <a:lnTo>
                    <a:pt x="391" y="677"/>
                  </a:lnTo>
                  <a:lnTo>
                    <a:pt x="407" y="661"/>
                  </a:lnTo>
                  <a:lnTo>
                    <a:pt x="399" y="629"/>
                  </a:lnTo>
                  <a:lnTo>
                    <a:pt x="383" y="613"/>
                  </a:lnTo>
                  <a:lnTo>
                    <a:pt x="375" y="597"/>
                  </a:lnTo>
                  <a:lnTo>
                    <a:pt x="399" y="597"/>
                  </a:lnTo>
                  <a:lnTo>
                    <a:pt x="431" y="597"/>
                  </a:lnTo>
                  <a:lnTo>
                    <a:pt x="439" y="581"/>
                  </a:lnTo>
                  <a:lnTo>
                    <a:pt x="471" y="605"/>
                  </a:lnTo>
                  <a:lnTo>
                    <a:pt x="511" y="605"/>
                  </a:lnTo>
                  <a:lnTo>
                    <a:pt x="527" y="621"/>
                  </a:lnTo>
                  <a:lnTo>
                    <a:pt x="535" y="637"/>
                  </a:lnTo>
                  <a:lnTo>
                    <a:pt x="535" y="653"/>
                  </a:lnTo>
                  <a:lnTo>
                    <a:pt x="558" y="701"/>
                  </a:lnTo>
                  <a:lnTo>
                    <a:pt x="566" y="725"/>
                  </a:lnTo>
                  <a:lnTo>
                    <a:pt x="574" y="749"/>
                  </a:lnTo>
                  <a:lnTo>
                    <a:pt x="519" y="741"/>
                  </a:lnTo>
                  <a:lnTo>
                    <a:pt x="471" y="733"/>
                  </a:lnTo>
                  <a:lnTo>
                    <a:pt x="431" y="725"/>
                  </a:lnTo>
                  <a:lnTo>
                    <a:pt x="415" y="741"/>
                  </a:lnTo>
                  <a:lnTo>
                    <a:pt x="399" y="757"/>
                  </a:lnTo>
                  <a:lnTo>
                    <a:pt x="367" y="757"/>
                  </a:lnTo>
                  <a:lnTo>
                    <a:pt x="351" y="733"/>
                  </a:lnTo>
                  <a:lnTo>
                    <a:pt x="335" y="701"/>
                  </a:lnTo>
                  <a:lnTo>
                    <a:pt x="311" y="685"/>
                  </a:lnTo>
                  <a:lnTo>
                    <a:pt x="287" y="669"/>
                  </a:lnTo>
                  <a:lnTo>
                    <a:pt x="255" y="669"/>
                  </a:lnTo>
                  <a:lnTo>
                    <a:pt x="239" y="693"/>
                  </a:lnTo>
                  <a:lnTo>
                    <a:pt x="239" y="717"/>
                  </a:lnTo>
                  <a:lnTo>
                    <a:pt x="223" y="725"/>
                  </a:lnTo>
                  <a:lnTo>
                    <a:pt x="207" y="741"/>
                  </a:lnTo>
                  <a:lnTo>
                    <a:pt x="207" y="757"/>
                  </a:lnTo>
                  <a:lnTo>
                    <a:pt x="223" y="796"/>
                  </a:lnTo>
                  <a:lnTo>
                    <a:pt x="215" y="812"/>
                  </a:lnTo>
                  <a:lnTo>
                    <a:pt x="199" y="812"/>
                  </a:lnTo>
                  <a:lnTo>
                    <a:pt x="183" y="812"/>
                  </a:lnTo>
                  <a:lnTo>
                    <a:pt x="168" y="836"/>
                  </a:lnTo>
                  <a:lnTo>
                    <a:pt x="128" y="844"/>
                  </a:lnTo>
                  <a:lnTo>
                    <a:pt x="104" y="836"/>
                  </a:lnTo>
                  <a:lnTo>
                    <a:pt x="80" y="844"/>
                  </a:lnTo>
                  <a:lnTo>
                    <a:pt x="64" y="868"/>
                  </a:lnTo>
                  <a:lnTo>
                    <a:pt x="72" y="892"/>
                  </a:lnTo>
                  <a:lnTo>
                    <a:pt x="80" y="908"/>
                  </a:lnTo>
                  <a:lnTo>
                    <a:pt x="64" y="932"/>
                  </a:lnTo>
                  <a:lnTo>
                    <a:pt x="24" y="932"/>
                  </a:lnTo>
                  <a:lnTo>
                    <a:pt x="8" y="956"/>
                  </a:lnTo>
                  <a:lnTo>
                    <a:pt x="0" y="988"/>
                  </a:lnTo>
                  <a:lnTo>
                    <a:pt x="8" y="1027"/>
                  </a:lnTo>
                  <a:lnTo>
                    <a:pt x="32" y="1067"/>
                  </a:lnTo>
                  <a:lnTo>
                    <a:pt x="48" y="1083"/>
                  </a:lnTo>
                  <a:lnTo>
                    <a:pt x="88" y="1075"/>
                  </a:lnTo>
                  <a:lnTo>
                    <a:pt x="112" y="1083"/>
                  </a:lnTo>
                  <a:lnTo>
                    <a:pt x="120" y="1115"/>
                  </a:lnTo>
                  <a:lnTo>
                    <a:pt x="144" y="1147"/>
                  </a:lnTo>
                  <a:lnTo>
                    <a:pt x="160" y="1163"/>
                  </a:lnTo>
                  <a:lnTo>
                    <a:pt x="191" y="1171"/>
                  </a:lnTo>
                  <a:lnTo>
                    <a:pt x="215" y="1203"/>
                  </a:lnTo>
                  <a:lnTo>
                    <a:pt x="231" y="1235"/>
                  </a:lnTo>
                  <a:lnTo>
                    <a:pt x="207" y="1258"/>
                  </a:lnTo>
                  <a:lnTo>
                    <a:pt x="199" y="1290"/>
                  </a:lnTo>
                  <a:lnTo>
                    <a:pt x="207" y="1314"/>
                  </a:lnTo>
                  <a:lnTo>
                    <a:pt x="199" y="1346"/>
                  </a:lnTo>
                  <a:lnTo>
                    <a:pt x="215" y="1386"/>
                  </a:lnTo>
                  <a:lnTo>
                    <a:pt x="191" y="1402"/>
                  </a:lnTo>
                  <a:lnTo>
                    <a:pt x="176" y="1434"/>
                  </a:lnTo>
                  <a:lnTo>
                    <a:pt x="191" y="1466"/>
                  </a:lnTo>
                  <a:lnTo>
                    <a:pt x="223" y="1513"/>
                  </a:lnTo>
                  <a:lnTo>
                    <a:pt x="207" y="1553"/>
                  </a:lnTo>
                  <a:lnTo>
                    <a:pt x="215" y="1585"/>
                  </a:lnTo>
                  <a:lnTo>
                    <a:pt x="231" y="1617"/>
                  </a:lnTo>
                  <a:lnTo>
                    <a:pt x="279" y="1673"/>
                  </a:lnTo>
                  <a:lnTo>
                    <a:pt x="311" y="1720"/>
                  </a:lnTo>
                  <a:lnTo>
                    <a:pt x="319" y="1760"/>
                  </a:lnTo>
                  <a:lnTo>
                    <a:pt x="327" y="1800"/>
                  </a:lnTo>
                  <a:lnTo>
                    <a:pt x="343" y="1816"/>
                  </a:lnTo>
                  <a:lnTo>
                    <a:pt x="367" y="1800"/>
                  </a:lnTo>
                  <a:lnTo>
                    <a:pt x="383" y="1768"/>
                  </a:lnTo>
                  <a:lnTo>
                    <a:pt x="367" y="1712"/>
                  </a:lnTo>
                  <a:lnTo>
                    <a:pt x="351" y="1673"/>
                  </a:lnTo>
                  <a:lnTo>
                    <a:pt x="359" y="1649"/>
                  </a:lnTo>
                  <a:lnTo>
                    <a:pt x="343" y="1625"/>
                  </a:lnTo>
                  <a:lnTo>
                    <a:pt x="351" y="1609"/>
                  </a:lnTo>
                  <a:lnTo>
                    <a:pt x="367" y="1593"/>
                  </a:lnTo>
                  <a:lnTo>
                    <a:pt x="375" y="1561"/>
                  </a:lnTo>
                  <a:lnTo>
                    <a:pt x="391" y="1529"/>
                  </a:lnTo>
                  <a:lnTo>
                    <a:pt x="431" y="1521"/>
                  </a:lnTo>
                  <a:lnTo>
                    <a:pt x="463" y="1537"/>
                  </a:lnTo>
                  <a:lnTo>
                    <a:pt x="487" y="1537"/>
                  </a:lnTo>
                  <a:lnTo>
                    <a:pt x="503" y="1513"/>
                  </a:lnTo>
                  <a:lnTo>
                    <a:pt x="495" y="1489"/>
                  </a:lnTo>
                  <a:lnTo>
                    <a:pt x="463" y="1442"/>
                  </a:lnTo>
                  <a:lnTo>
                    <a:pt x="479" y="1418"/>
                  </a:lnTo>
                  <a:lnTo>
                    <a:pt x="471" y="1402"/>
                  </a:lnTo>
                  <a:lnTo>
                    <a:pt x="455" y="1370"/>
                  </a:lnTo>
                  <a:lnTo>
                    <a:pt x="455" y="1346"/>
                  </a:lnTo>
                  <a:lnTo>
                    <a:pt x="487" y="1338"/>
                  </a:lnTo>
                  <a:lnTo>
                    <a:pt x="511" y="1314"/>
                  </a:lnTo>
                  <a:lnTo>
                    <a:pt x="503" y="1282"/>
                  </a:lnTo>
                  <a:lnTo>
                    <a:pt x="479" y="1243"/>
                  </a:lnTo>
                  <a:lnTo>
                    <a:pt x="487" y="1227"/>
                  </a:lnTo>
                  <a:lnTo>
                    <a:pt x="511" y="1211"/>
                  </a:lnTo>
                  <a:lnTo>
                    <a:pt x="527" y="1187"/>
                  </a:lnTo>
                  <a:lnTo>
                    <a:pt x="527" y="1139"/>
                  </a:lnTo>
                  <a:lnTo>
                    <a:pt x="503" y="1083"/>
                  </a:lnTo>
                  <a:lnTo>
                    <a:pt x="479" y="1027"/>
                  </a:lnTo>
                  <a:lnTo>
                    <a:pt x="487" y="1012"/>
                  </a:lnTo>
                  <a:lnTo>
                    <a:pt x="503" y="988"/>
                  </a:lnTo>
                  <a:lnTo>
                    <a:pt x="487" y="956"/>
                  </a:lnTo>
                  <a:lnTo>
                    <a:pt x="463" y="908"/>
                  </a:lnTo>
                  <a:lnTo>
                    <a:pt x="455" y="868"/>
                  </a:lnTo>
                  <a:lnTo>
                    <a:pt x="471" y="852"/>
                  </a:lnTo>
                  <a:lnTo>
                    <a:pt x="471" y="804"/>
                  </a:lnTo>
                  <a:lnTo>
                    <a:pt x="503" y="804"/>
                  </a:lnTo>
                  <a:lnTo>
                    <a:pt x="543" y="812"/>
                  </a:lnTo>
                  <a:lnTo>
                    <a:pt x="574" y="820"/>
                  </a:lnTo>
                  <a:lnTo>
                    <a:pt x="574" y="852"/>
                  </a:lnTo>
                  <a:lnTo>
                    <a:pt x="558" y="868"/>
                  </a:lnTo>
                  <a:lnTo>
                    <a:pt x="550" y="884"/>
                  </a:lnTo>
                  <a:lnTo>
                    <a:pt x="543" y="908"/>
                  </a:lnTo>
                  <a:lnTo>
                    <a:pt x="574" y="996"/>
                  </a:lnTo>
                  <a:lnTo>
                    <a:pt x="598" y="1051"/>
                  </a:lnTo>
                  <a:lnTo>
                    <a:pt x="630" y="1083"/>
                  </a:lnTo>
                  <a:lnTo>
                    <a:pt x="662" y="1091"/>
                  </a:lnTo>
                  <a:lnTo>
                    <a:pt x="694" y="1083"/>
                  </a:lnTo>
                  <a:lnTo>
                    <a:pt x="710" y="1059"/>
                  </a:lnTo>
                  <a:lnTo>
                    <a:pt x="694" y="1035"/>
                  </a:lnTo>
                  <a:lnTo>
                    <a:pt x="678" y="1012"/>
                  </a:lnTo>
                  <a:lnTo>
                    <a:pt x="678" y="988"/>
                  </a:lnTo>
                  <a:lnTo>
                    <a:pt x="694" y="964"/>
                  </a:lnTo>
                  <a:lnTo>
                    <a:pt x="726" y="956"/>
                  </a:lnTo>
                  <a:lnTo>
                    <a:pt x="742" y="964"/>
                  </a:lnTo>
                  <a:lnTo>
                    <a:pt x="766" y="996"/>
                  </a:lnTo>
                  <a:lnTo>
                    <a:pt x="782" y="1004"/>
                  </a:lnTo>
                  <a:lnTo>
                    <a:pt x="798" y="980"/>
                  </a:lnTo>
                  <a:lnTo>
                    <a:pt x="814" y="988"/>
                  </a:lnTo>
                  <a:lnTo>
                    <a:pt x="830" y="1020"/>
                  </a:lnTo>
                  <a:lnTo>
                    <a:pt x="862" y="1083"/>
                  </a:lnTo>
                  <a:lnTo>
                    <a:pt x="886" y="1123"/>
                  </a:lnTo>
                  <a:lnTo>
                    <a:pt x="917" y="1139"/>
                  </a:lnTo>
                  <a:lnTo>
                    <a:pt x="941" y="1115"/>
                  </a:lnTo>
                  <a:lnTo>
                    <a:pt x="941" y="1083"/>
                  </a:lnTo>
                  <a:lnTo>
                    <a:pt x="941" y="1027"/>
                  </a:lnTo>
                  <a:lnTo>
                    <a:pt x="973" y="1035"/>
                  </a:lnTo>
                  <a:lnTo>
                    <a:pt x="997" y="1020"/>
                  </a:lnTo>
                  <a:lnTo>
                    <a:pt x="997" y="988"/>
                  </a:lnTo>
                  <a:lnTo>
                    <a:pt x="1005" y="972"/>
                  </a:lnTo>
                  <a:lnTo>
                    <a:pt x="1021" y="988"/>
                  </a:lnTo>
                  <a:lnTo>
                    <a:pt x="1029" y="1020"/>
                  </a:lnTo>
                  <a:lnTo>
                    <a:pt x="1053" y="1043"/>
                  </a:lnTo>
                  <a:lnTo>
                    <a:pt x="1093" y="1043"/>
                  </a:lnTo>
                  <a:lnTo>
                    <a:pt x="1125" y="1035"/>
                  </a:lnTo>
                  <a:lnTo>
                    <a:pt x="1149" y="1027"/>
                  </a:lnTo>
                  <a:lnTo>
                    <a:pt x="1149" y="1004"/>
                  </a:lnTo>
                  <a:lnTo>
                    <a:pt x="1149" y="988"/>
                  </a:lnTo>
                  <a:lnTo>
                    <a:pt x="1165" y="980"/>
                  </a:lnTo>
                  <a:lnTo>
                    <a:pt x="1173" y="1004"/>
                  </a:lnTo>
                  <a:lnTo>
                    <a:pt x="1181" y="1051"/>
                  </a:lnTo>
                  <a:lnTo>
                    <a:pt x="1197" y="1067"/>
                  </a:lnTo>
                  <a:lnTo>
                    <a:pt x="1213" y="1067"/>
                  </a:lnTo>
                  <a:lnTo>
                    <a:pt x="1237" y="1051"/>
                  </a:lnTo>
                  <a:lnTo>
                    <a:pt x="1237" y="1012"/>
                  </a:lnTo>
                  <a:lnTo>
                    <a:pt x="1253" y="1012"/>
                  </a:lnTo>
                  <a:lnTo>
                    <a:pt x="1261" y="1035"/>
                  </a:lnTo>
                  <a:lnTo>
                    <a:pt x="1276" y="1043"/>
                  </a:lnTo>
                  <a:lnTo>
                    <a:pt x="1300" y="1027"/>
                  </a:lnTo>
                  <a:lnTo>
                    <a:pt x="1308" y="1004"/>
                  </a:lnTo>
                  <a:lnTo>
                    <a:pt x="1284" y="940"/>
                  </a:lnTo>
                  <a:lnTo>
                    <a:pt x="1269" y="884"/>
                  </a:lnTo>
                  <a:lnTo>
                    <a:pt x="1276" y="876"/>
                  </a:lnTo>
                  <a:lnTo>
                    <a:pt x="1300" y="876"/>
                  </a:lnTo>
                  <a:lnTo>
                    <a:pt x="1308" y="884"/>
                  </a:lnTo>
                  <a:lnTo>
                    <a:pt x="1332" y="892"/>
                  </a:lnTo>
                  <a:lnTo>
                    <a:pt x="1348" y="876"/>
                  </a:lnTo>
                  <a:lnTo>
                    <a:pt x="1356" y="844"/>
                  </a:lnTo>
                  <a:lnTo>
                    <a:pt x="1356" y="812"/>
                  </a:lnTo>
                  <a:lnTo>
                    <a:pt x="1372" y="796"/>
                  </a:lnTo>
                  <a:lnTo>
                    <a:pt x="1380" y="773"/>
                  </a:lnTo>
                  <a:lnTo>
                    <a:pt x="1380" y="741"/>
                  </a:lnTo>
                  <a:lnTo>
                    <a:pt x="1412" y="725"/>
                  </a:lnTo>
                  <a:lnTo>
                    <a:pt x="1428" y="709"/>
                  </a:lnTo>
                  <a:lnTo>
                    <a:pt x="1412" y="669"/>
                  </a:lnTo>
                  <a:lnTo>
                    <a:pt x="1396" y="637"/>
                  </a:lnTo>
                  <a:lnTo>
                    <a:pt x="1404" y="629"/>
                  </a:lnTo>
                  <a:lnTo>
                    <a:pt x="1428" y="621"/>
                  </a:lnTo>
                  <a:lnTo>
                    <a:pt x="1442" y="606"/>
                  </a:lnTo>
                  <a:lnTo>
                    <a:pt x="1442" y="585"/>
                  </a:lnTo>
                  <a:lnTo>
                    <a:pt x="1436" y="566"/>
                  </a:lnTo>
                  <a:lnTo>
                    <a:pt x="1420" y="542"/>
                  </a:lnTo>
                  <a:lnTo>
                    <a:pt x="1428" y="534"/>
                  </a:lnTo>
                  <a:lnTo>
                    <a:pt x="1460" y="534"/>
                  </a:lnTo>
                  <a:lnTo>
                    <a:pt x="1500" y="558"/>
                  </a:lnTo>
                  <a:lnTo>
                    <a:pt x="1532" y="566"/>
                  </a:lnTo>
                  <a:lnTo>
                    <a:pt x="1548" y="550"/>
                  </a:lnTo>
                  <a:lnTo>
                    <a:pt x="1569" y="550"/>
                  </a:lnTo>
                  <a:lnTo>
                    <a:pt x="1580" y="534"/>
                  </a:lnTo>
                  <a:lnTo>
                    <a:pt x="1588" y="518"/>
                  </a:lnTo>
                  <a:lnTo>
                    <a:pt x="1612" y="534"/>
                  </a:lnTo>
                  <a:lnTo>
                    <a:pt x="1635" y="589"/>
                  </a:lnTo>
                  <a:lnTo>
                    <a:pt x="1674" y="681"/>
                  </a:lnTo>
                  <a:lnTo>
                    <a:pt x="1707" y="749"/>
                  </a:lnTo>
                  <a:lnTo>
                    <a:pt x="1739" y="812"/>
                  </a:lnTo>
                  <a:lnTo>
                    <a:pt x="1763" y="828"/>
                  </a:lnTo>
                  <a:lnTo>
                    <a:pt x="1778" y="834"/>
                  </a:lnTo>
                  <a:lnTo>
                    <a:pt x="1800" y="837"/>
                  </a:lnTo>
                  <a:lnTo>
                    <a:pt x="1827" y="836"/>
                  </a:lnTo>
                  <a:lnTo>
                    <a:pt x="1835" y="812"/>
                  </a:lnTo>
                  <a:lnTo>
                    <a:pt x="1819" y="773"/>
                  </a:lnTo>
                  <a:lnTo>
                    <a:pt x="1795" y="733"/>
                  </a:lnTo>
                  <a:lnTo>
                    <a:pt x="1795" y="717"/>
                  </a:lnTo>
                  <a:lnTo>
                    <a:pt x="1819" y="717"/>
                  </a:lnTo>
                  <a:lnTo>
                    <a:pt x="1835" y="693"/>
                  </a:lnTo>
                  <a:lnTo>
                    <a:pt x="1859" y="693"/>
                  </a:lnTo>
                  <a:lnTo>
                    <a:pt x="1875" y="701"/>
                  </a:lnTo>
                  <a:lnTo>
                    <a:pt x="1891" y="709"/>
                  </a:lnTo>
                  <a:lnTo>
                    <a:pt x="1907" y="693"/>
                  </a:lnTo>
                  <a:lnTo>
                    <a:pt x="1899" y="653"/>
                  </a:lnTo>
                  <a:lnTo>
                    <a:pt x="1827" y="486"/>
                  </a:lnTo>
                  <a:lnTo>
                    <a:pt x="1827" y="470"/>
                  </a:lnTo>
                  <a:lnTo>
                    <a:pt x="1835" y="462"/>
                  </a:lnTo>
                  <a:lnTo>
                    <a:pt x="1867" y="518"/>
                  </a:lnTo>
                  <a:lnTo>
                    <a:pt x="1955" y="717"/>
                  </a:lnTo>
                  <a:lnTo>
                    <a:pt x="1995" y="804"/>
                  </a:lnTo>
                  <a:lnTo>
                    <a:pt x="2018" y="836"/>
                  </a:lnTo>
                  <a:lnTo>
                    <a:pt x="2042" y="836"/>
                  </a:lnTo>
                  <a:lnTo>
                    <a:pt x="2058" y="820"/>
                  </a:lnTo>
                  <a:lnTo>
                    <a:pt x="2042" y="773"/>
                  </a:lnTo>
                  <a:lnTo>
                    <a:pt x="2004" y="682"/>
                  </a:lnTo>
                  <a:lnTo>
                    <a:pt x="1979" y="605"/>
                  </a:lnTo>
                  <a:lnTo>
                    <a:pt x="1987" y="589"/>
                  </a:lnTo>
                  <a:lnTo>
                    <a:pt x="2002" y="589"/>
                  </a:lnTo>
                  <a:lnTo>
                    <a:pt x="2026" y="621"/>
                  </a:lnTo>
                  <a:lnTo>
                    <a:pt x="2050" y="637"/>
                  </a:lnTo>
                  <a:lnTo>
                    <a:pt x="2074" y="645"/>
                  </a:lnTo>
                  <a:lnTo>
                    <a:pt x="2098" y="629"/>
                  </a:lnTo>
                  <a:lnTo>
                    <a:pt x="2106" y="605"/>
                  </a:lnTo>
                  <a:lnTo>
                    <a:pt x="2122" y="621"/>
                  </a:lnTo>
                  <a:lnTo>
                    <a:pt x="2194" y="749"/>
                  </a:lnTo>
                  <a:lnTo>
                    <a:pt x="2218" y="789"/>
                  </a:lnTo>
                  <a:lnTo>
                    <a:pt x="2242" y="812"/>
                  </a:lnTo>
                  <a:lnTo>
                    <a:pt x="2266" y="804"/>
                  </a:lnTo>
                  <a:lnTo>
                    <a:pt x="2274" y="781"/>
                  </a:lnTo>
                  <a:lnTo>
                    <a:pt x="2240" y="687"/>
                  </a:lnTo>
                  <a:lnTo>
                    <a:pt x="2174" y="543"/>
                  </a:lnTo>
                  <a:lnTo>
                    <a:pt x="2120" y="415"/>
                  </a:lnTo>
                  <a:lnTo>
                    <a:pt x="2091" y="354"/>
                  </a:lnTo>
                  <a:lnTo>
                    <a:pt x="2090" y="342"/>
                  </a:lnTo>
                  <a:lnTo>
                    <a:pt x="2106" y="350"/>
                  </a:lnTo>
                  <a:lnTo>
                    <a:pt x="2186" y="470"/>
                  </a:lnTo>
                  <a:lnTo>
                    <a:pt x="2282" y="637"/>
                  </a:lnTo>
                  <a:lnTo>
                    <a:pt x="2364" y="807"/>
                  </a:lnTo>
                  <a:lnTo>
                    <a:pt x="2441" y="964"/>
                  </a:lnTo>
                  <a:lnTo>
                    <a:pt x="2505" y="1099"/>
                  </a:lnTo>
                  <a:lnTo>
                    <a:pt x="2561" y="1195"/>
                  </a:lnTo>
                  <a:lnTo>
                    <a:pt x="2582" y="1220"/>
                  </a:lnTo>
                  <a:lnTo>
                    <a:pt x="2601" y="1235"/>
                  </a:lnTo>
                  <a:lnTo>
                    <a:pt x="2633" y="1250"/>
                  </a:lnTo>
                  <a:lnTo>
                    <a:pt x="2641" y="1227"/>
                  </a:lnTo>
                  <a:lnTo>
                    <a:pt x="2637" y="1179"/>
                  </a:lnTo>
                  <a:lnTo>
                    <a:pt x="2615" y="1092"/>
                  </a:lnTo>
                  <a:lnTo>
                    <a:pt x="2585" y="996"/>
                  </a:lnTo>
                  <a:lnTo>
                    <a:pt x="2508" y="790"/>
                  </a:lnTo>
                  <a:lnTo>
                    <a:pt x="2439" y="624"/>
                  </a:lnTo>
                  <a:lnTo>
                    <a:pt x="2393" y="517"/>
                  </a:lnTo>
                  <a:lnTo>
                    <a:pt x="2377" y="470"/>
                  </a:lnTo>
                  <a:lnTo>
                    <a:pt x="2377" y="454"/>
                  </a:lnTo>
                  <a:lnTo>
                    <a:pt x="2393" y="470"/>
                  </a:lnTo>
                  <a:lnTo>
                    <a:pt x="2465" y="589"/>
                  </a:lnTo>
                  <a:lnTo>
                    <a:pt x="2576" y="786"/>
                  </a:lnTo>
                  <a:lnTo>
                    <a:pt x="2665" y="956"/>
                  </a:lnTo>
                  <a:lnTo>
                    <a:pt x="2752" y="1139"/>
                  </a:lnTo>
                  <a:lnTo>
                    <a:pt x="2800" y="1250"/>
                  </a:lnTo>
                  <a:lnTo>
                    <a:pt x="2840" y="1346"/>
                  </a:lnTo>
                  <a:lnTo>
                    <a:pt x="2864" y="1394"/>
                  </a:lnTo>
                  <a:lnTo>
                    <a:pt x="2879" y="1407"/>
                  </a:lnTo>
                  <a:lnTo>
                    <a:pt x="2896" y="1402"/>
                  </a:lnTo>
                  <a:lnTo>
                    <a:pt x="2906" y="1389"/>
                  </a:lnTo>
                  <a:lnTo>
                    <a:pt x="2904" y="1370"/>
                  </a:lnTo>
                  <a:lnTo>
                    <a:pt x="2872" y="1306"/>
                  </a:lnTo>
                  <a:lnTo>
                    <a:pt x="2768" y="1091"/>
                  </a:lnTo>
                  <a:lnTo>
                    <a:pt x="2681" y="916"/>
                  </a:lnTo>
                  <a:lnTo>
                    <a:pt x="2601" y="757"/>
                  </a:lnTo>
                  <a:lnTo>
                    <a:pt x="2497" y="573"/>
                  </a:lnTo>
                  <a:lnTo>
                    <a:pt x="2409" y="414"/>
                  </a:lnTo>
                  <a:lnTo>
                    <a:pt x="2354" y="319"/>
                  </a:lnTo>
                  <a:lnTo>
                    <a:pt x="2338" y="295"/>
                  </a:lnTo>
                  <a:lnTo>
                    <a:pt x="2328" y="282"/>
                  </a:lnTo>
                  <a:lnTo>
                    <a:pt x="2314" y="279"/>
                  </a:lnTo>
                  <a:lnTo>
                    <a:pt x="2297" y="286"/>
                  </a:lnTo>
                  <a:lnTo>
                    <a:pt x="2290" y="303"/>
                  </a:lnTo>
                  <a:lnTo>
                    <a:pt x="2290" y="335"/>
                  </a:lnTo>
                  <a:lnTo>
                    <a:pt x="2306" y="406"/>
                  </a:lnTo>
                  <a:lnTo>
                    <a:pt x="2352" y="534"/>
                  </a:lnTo>
                  <a:lnTo>
                    <a:pt x="2411" y="673"/>
                  </a:lnTo>
                  <a:lnTo>
                    <a:pt x="2457" y="781"/>
                  </a:lnTo>
                  <a:lnTo>
                    <a:pt x="2497" y="884"/>
                  </a:lnTo>
                  <a:lnTo>
                    <a:pt x="2529" y="964"/>
                  </a:lnTo>
                  <a:lnTo>
                    <a:pt x="2553" y="1027"/>
                  </a:lnTo>
                  <a:lnTo>
                    <a:pt x="2553" y="1051"/>
                  </a:lnTo>
                  <a:lnTo>
                    <a:pt x="2541" y="1052"/>
                  </a:lnTo>
                  <a:lnTo>
                    <a:pt x="2529" y="1041"/>
                  </a:lnTo>
                  <a:lnTo>
                    <a:pt x="2457" y="900"/>
                  </a:lnTo>
                  <a:lnTo>
                    <a:pt x="2333" y="643"/>
                  </a:lnTo>
                  <a:lnTo>
                    <a:pt x="2229" y="453"/>
                  </a:lnTo>
                  <a:lnTo>
                    <a:pt x="2162" y="335"/>
                  </a:lnTo>
                  <a:lnTo>
                    <a:pt x="2074" y="199"/>
                  </a:lnTo>
                  <a:lnTo>
                    <a:pt x="2050" y="167"/>
                  </a:lnTo>
                  <a:lnTo>
                    <a:pt x="2026" y="159"/>
                  </a:lnTo>
                  <a:lnTo>
                    <a:pt x="2002" y="159"/>
                  </a:lnTo>
                  <a:lnTo>
                    <a:pt x="1991" y="168"/>
                  </a:lnTo>
                  <a:lnTo>
                    <a:pt x="1987" y="183"/>
                  </a:lnTo>
                  <a:lnTo>
                    <a:pt x="1985" y="204"/>
                  </a:lnTo>
                  <a:lnTo>
                    <a:pt x="1987" y="223"/>
                  </a:lnTo>
                  <a:lnTo>
                    <a:pt x="2021" y="301"/>
                  </a:lnTo>
                  <a:lnTo>
                    <a:pt x="2042" y="350"/>
                  </a:lnTo>
                  <a:lnTo>
                    <a:pt x="2042" y="366"/>
                  </a:lnTo>
                  <a:lnTo>
                    <a:pt x="2028" y="369"/>
                  </a:lnTo>
                  <a:lnTo>
                    <a:pt x="2018" y="358"/>
                  </a:lnTo>
                  <a:lnTo>
                    <a:pt x="1965" y="273"/>
                  </a:lnTo>
                  <a:lnTo>
                    <a:pt x="1939" y="231"/>
                  </a:lnTo>
                  <a:lnTo>
                    <a:pt x="1923" y="223"/>
                  </a:lnTo>
                  <a:lnTo>
                    <a:pt x="1899" y="239"/>
                  </a:lnTo>
                  <a:lnTo>
                    <a:pt x="1891" y="255"/>
                  </a:lnTo>
                  <a:lnTo>
                    <a:pt x="1907" y="279"/>
                  </a:lnTo>
                  <a:lnTo>
                    <a:pt x="1955" y="366"/>
                  </a:lnTo>
                  <a:lnTo>
                    <a:pt x="1971" y="398"/>
                  </a:lnTo>
                  <a:lnTo>
                    <a:pt x="1986" y="423"/>
                  </a:lnTo>
                  <a:lnTo>
                    <a:pt x="1995" y="446"/>
                  </a:lnTo>
                  <a:lnTo>
                    <a:pt x="1979" y="462"/>
                  </a:lnTo>
                  <a:lnTo>
                    <a:pt x="1955" y="430"/>
                  </a:lnTo>
                  <a:lnTo>
                    <a:pt x="1890" y="307"/>
                  </a:lnTo>
                  <a:lnTo>
                    <a:pt x="1827" y="191"/>
                  </a:lnTo>
                  <a:lnTo>
                    <a:pt x="1803" y="143"/>
                  </a:lnTo>
                  <a:lnTo>
                    <a:pt x="1779" y="127"/>
                  </a:lnTo>
                  <a:lnTo>
                    <a:pt x="1755" y="135"/>
                  </a:lnTo>
                  <a:lnTo>
                    <a:pt x="1747" y="159"/>
                  </a:lnTo>
                  <a:lnTo>
                    <a:pt x="1747" y="191"/>
                  </a:lnTo>
                  <a:lnTo>
                    <a:pt x="1731" y="191"/>
                  </a:lnTo>
                  <a:lnTo>
                    <a:pt x="1715" y="159"/>
                  </a:lnTo>
                  <a:lnTo>
                    <a:pt x="1683" y="96"/>
                  </a:lnTo>
                  <a:lnTo>
                    <a:pt x="1659" y="56"/>
                  </a:lnTo>
                  <a:lnTo>
                    <a:pt x="1628" y="56"/>
                  </a:lnTo>
                  <a:lnTo>
                    <a:pt x="1604" y="80"/>
                  </a:lnTo>
                  <a:lnTo>
                    <a:pt x="1612" y="112"/>
                  </a:lnTo>
                  <a:lnTo>
                    <a:pt x="1667" y="223"/>
                  </a:lnTo>
                  <a:lnTo>
                    <a:pt x="1715" y="319"/>
                  </a:lnTo>
                  <a:lnTo>
                    <a:pt x="1723" y="350"/>
                  </a:lnTo>
                  <a:lnTo>
                    <a:pt x="1715" y="366"/>
                  </a:lnTo>
                  <a:lnTo>
                    <a:pt x="1699" y="342"/>
                  </a:lnTo>
                  <a:lnTo>
                    <a:pt x="1612" y="167"/>
                  </a:lnTo>
                  <a:lnTo>
                    <a:pt x="1564" y="64"/>
                  </a:lnTo>
                  <a:lnTo>
                    <a:pt x="1540" y="48"/>
                  </a:lnTo>
                  <a:lnTo>
                    <a:pt x="1508" y="64"/>
                  </a:lnTo>
                  <a:lnTo>
                    <a:pt x="1484" y="72"/>
                  </a:lnTo>
                  <a:lnTo>
                    <a:pt x="1460" y="96"/>
                  </a:lnTo>
                  <a:lnTo>
                    <a:pt x="1460" y="127"/>
                  </a:lnTo>
                  <a:lnTo>
                    <a:pt x="1526" y="241"/>
                  </a:lnTo>
                  <a:lnTo>
                    <a:pt x="1580" y="335"/>
                  </a:lnTo>
                  <a:lnTo>
                    <a:pt x="1596" y="363"/>
                  </a:lnTo>
                  <a:lnTo>
                    <a:pt x="1598" y="385"/>
                  </a:lnTo>
                  <a:lnTo>
                    <a:pt x="1588" y="406"/>
                  </a:lnTo>
                  <a:lnTo>
                    <a:pt x="1572" y="414"/>
                  </a:lnTo>
                  <a:lnTo>
                    <a:pt x="1524" y="337"/>
                  </a:lnTo>
                  <a:lnTo>
                    <a:pt x="1467" y="231"/>
                  </a:lnTo>
                  <a:lnTo>
                    <a:pt x="1444" y="191"/>
                  </a:lnTo>
                  <a:lnTo>
                    <a:pt x="1430" y="171"/>
                  </a:lnTo>
                  <a:lnTo>
                    <a:pt x="1404" y="159"/>
                  </a:lnTo>
                  <a:lnTo>
                    <a:pt x="1367" y="162"/>
                  </a:lnTo>
                  <a:lnTo>
                    <a:pt x="1340" y="167"/>
                  </a:lnTo>
                  <a:lnTo>
                    <a:pt x="1292" y="80"/>
                  </a:lnTo>
                  <a:lnTo>
                    <a:pt x="1269" y="48"/>
                  </a:lnTo>
                  <a:lnTo>
                    <a:pt x="1245" y="40"/>
                  </a:lnTo>
                  <a:lnTo>
                    <a:pt x="1221" y="56"/>
                  </a:lnTo>
                  <a:lnTo>
                    <a:pt x="1221" y="88"/>
                  </a:lnTo>
                  <a:lnTo>
                    <a:pt x="1213" y="119"/>
                  </a:lnTo>
                  <a:lnTo>
                    <a:pt x="1189" y="135"/>
                  </a:lnTo>
                  <a:lnTo>
                    <a:pt x="1165" y="135"/>
                  </a:lnTo>
                  <a:lnTo>
                    <a:pt x="1141" y="127"/>
                  </a:lnTo>
                  <a:lnTo>
                    <a:pt x="1117" y="112"/>
                  </a:lnTo>
                  <a:lnTo>
                    <a:pt x="1093" y="119"/>
                  </a:lnTo>
                  <a:lnTo>
                    <a:pt x="1085" y="143"/>
                  </a:lnTo>
                  <a:lnTo>
                    <a:pt x="1093" y="167"/>
                  </a:lnTo>
                  <a:lnTo>
                    <a:pt x="1093" y="183"/>
                  </a:lnTo>
                  <a:lnTo>
                    <a:pt x="1069" y="183"/>
                  </a:lnTo>
                  <a:lnTo>
                    <a:pt x="1053" y="183"/>
                  </a:lnTo>
                  <a:lnTo>
                    <a:pt x="1037" y="207"/>
                  </a:lnTo>
                  <a:lnTo>
                    <a:pt x="1037" y="231"/>
                  </a:lnTo>
                  <a:lnTo>
                    <a:pt x="1053" y="263"/>
                  </a:lnTo>
                  <a:lnTo>
                    <a:pt x="1061" y="279"/>
                  </a:lnTo>
                  <a:lnTo>
                    <a:pt x="1061" y="295"/>
                  </a:lnTo>
                  <a:lnTo>
                    <a:pt x="1053" y="311"/>
                  </a:lnTo>
                  <a:lnTo>
                    <a:pt x="1045" y="342"/>
                  </a:lnTo>
                  <a:lnTo>
                    <a:pt x="1077" y="406"/>
                  </a:lnTo>
                  <a:lnTo>
                    <a:pt x="1109" y="478"/>
                  </a:lnTo>
                  <a:lnTo>
                    <a:pt x="1109" y="502"/>
                  </a:lnTo>
                  <a:lnTo>
                    <a:pt x="1101" y="510"/>
                  </a:lnTo>
                  <a:lnTo>
                    <a:pt x="1085" y="502"/>
                  </a:lnTo>
                  <a:lnTo>
                    <a:pt x="1045" y="422"/>
                  </a:lnTo>
                  <a:lnTo>
                    <a:pt x="1013" y="350"/>
                  </a:lnTo>
                  <a:lnTo>
                    <a:pt x="997" y="335"/>
                  </a:lnTo>
                  <a:lnTo>
                    <a:pt x="973" y="342"/>
                  </a:lnTo>
                  <a:lnTo>
                    <a:pt x="957" y="358"/>
                  </a:lnTo>
                  <a:lnTo>
                    <a:pt x="973" y="398"/>
                  </a:lnTo>
                  <a:lnTo>
                    <a:pt x="993" y="442"/>
                  </a:lnTo>
                  <a:lnTo>
                    <a:pt x="1004" y="468"/>
                  </a:lnTo>
                  <a:lnTo>
                    <a:pt x="997" y="486"/>
                  </a:lnTo>
                  <a:lnTo>
                    <a:pt x="981" y="478"/>
                  </a:lnTo>
                  <a:lnTo>
                    <a:pt x="941" y="390"/>
                  </a:lnTo>
                  <a:lnTo>
                    <a:pt x="902" y="303"/>
                  </a:lnTo>
                  <a:lnTo>
                    <a:pt x="886" y="279"/>
                  </a:lnTo>
                  <a:lnTo>
                    <a:pt x="862" y="279"/>
                  </a:lnTo>
                  <a:lnTo>
                    <a:pt x="838" y="287"/>
                  </a:lnTo>
                  <a:lnTo>
                    <a:pt x="822" y="303"/>
                  </a:lnTo>
                  <a:lnTo>
                    <a:pt x="798" y="295"/>
                  </a:lnTo>
                  <a:lnTo>
                    <a:pt x="790" y="287"/>
                  </a:lnTo>
                  <a:lnTo>
                    <a:pt x="782" y="271"/>
                  </a:lnTo>
                  <a:lnTo>
                    <a:pt x="758" y="263"/>
                  </a:lnTo>
                  <a:lnTo>
                    <a:pt x="742" y="263"/>
                  </a:lnTo>
                  <a:lnTo>
                    <a:pt x="726" y="239"/>
                  </a:lnTo>
                  <a:lnTo>
                    <a:pt x="710" y="207"/>
                  </a:lnTo>
                  <a:lnTo>
                    <a:pt x="710" y="191"/>
                  </a:lnTo>
                  <a:lnTo>
                    <a:pt x="742" y="199"/>
                  </a:lnTo>
                  <a:lnTo>
                    <a:pt x="758" y="183"/>
                  </a:lnTo>
                  <a:lnTo>
                    <a:pt x="758" y="127"/>
                  </a:lnTo>
                  <a:lnTo>
                    <a:pt x="734" y="112"/>
                  </a:lnTo>
                  <a:lnTo>
                    <a:pt x="718" y="80"/>
                  </a:lnTo>
                  <a:lnTo>
                    <a:pt x="694" y="64"/>
                  </a:lnTo>
                  <a:lnTo>
                    <a:pt x="678" y="72"/>
                  </a:lnTo>
                  <a:lnTo>
                    <a:pt x="662" y="48"/>
                  </a:lnTo>
                  <a:lnTo>
                    <a:pt x="630" y="48"/>
                  </a:lnTo>
                  <a:lnTo>
                    <a:pt x="614" y="72"/>
                  </a:lnTo>
                  <a:lnTo>
                    <a:pt x="598" y="64"/>
                  </a:lnTo>
                  <a:lnTo>
                    <a:pt x="574" y="56"/>
                  </a:lnTo>
                  <a:lnTo>
                    <a:pt x="550" y="32"/>
                  </a:lnTo>
                  <a:lnTo>
                    <a:pt x="511" y="24"/>
                  </a:lnTo>
                  <a:lnTo>
                    <a:pt x="495" y="8"/>
                  </a:lnTo>
                  <a:lnTo>
                    <a:pt x="471" y="0"/>
                  </a:lnTo>
                </a:path>
              </a:pathLst>
            </a:custGeom>
            <a:solidFill>
              <a:schemeClr val="tx2"/>
            </a:solidFill>
            <a:ln w="12700" cap="rnd" cmpd="sng">
              <a:solidFill>
                <a:schemeClr val="tx2"/>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40547" name="Freeform 7">
              <a:extLst>
                <a:ext uri="{FF2B5EF4-FFF2-40B4-BE49-F238E27FC236}">
                  <a16:creationId xmlns:a16="http://schemas.microsoft.com/office/drawing/2014/main" id="{645CC2FE-E2B2-9907-6924-28008EE3BD0B}"/>
                </a:ext>
              </a:extLst>
            </p:cNvPr>
            <p:cNvSpPr>
              <a:spLocks/>
            </p:cNvSpPr>
            <p:nvPr/>
          </p:nvSpPr>
          <p:spPr bwMode="auto">
            <a:xfrm>
              <a:off x="3840" y="2072"/>
              <a:ext cx="249" cy="505"/>
            </a:xfrm>
            <a:custGeom>
              <a:avLst/>
              <a:gdLst>
                <a:gd name="T0" fmla="*/ 8 w 249"/>
                <a:gd name="T1" fmla="*/ 8 h 505"/>
                <a:gd name="T2" fmla="*/ 0 w 249"/>
                <a:gd name="T3" fmla="*/ 16 h 505"/>
                <a:gd name="T4" fmla="*/ 8 w 249"/>
                <a:gd name="T5" fmla="*/ 39 h 505"/>
                <a:gd name="T6" fmla="*/ 20 w 249"/>
                <a:gd name="T7" fmla="*/ 64 h 505"/>
                <a:gd name="T8" fmla="*/ 54 w 249"/>
                <a:gd name="T9" fmla="*/ 141 h 505"/>
                <a:gd name="T10" fmla="*/ 70 w 249"/>
                <a:gd name="T11" fmla="*/ 189 h 505"/>
                <a:gd name="T12" fmla="*/ 89 w 249"/>
                <a:gd name="T13" fmla="*/ 235 h 505"/>
                <a:gd name="T14" fmla="*/ 108 w 249"/>
                <a:gd name="T15" fmla="*/ 285 h 505"/>
                <a:gd name="T16" fmla="*/ 116 w 249"/>
                <a:gd name="T17" fmla="*/ 315 h 505"/>
                <a:gd name="T18" fmla="*/ 109 w 249"/>
                <a:gd name="T19" fmla="*/ 331 h 505"/>
                <a:gd name="T20" fmla="*/ 93 w 249"/>
                <a:gd name="T21" fmla="*/ 331 h 505"/>
                <a:gd name="T22" fmla="*/ 78 w 249"/>
                <a:gd name="T23" fmla="*/ 309 h 505"/>
                <a:gd name="T24" fmla="*/ 60 w 249"/>
                <a:gd name="T25" fmla="*/ 271 h 505"/>
                <a:gd name="T26" fmla="*/ 47 w 249"/>
                <a:gd name="T27" fmla="*/ 244 h 505"/>
                <a:gd name="T28" fmla="*/ 27 w 249"/>
                <a:gd name="T29" fmla="*/ 210 h 505"/>
                <a:gd name="T30" fmla="*/ 16 w 249"/>
                <a:gd name="T31" fmla="*/ 197 h 505"/>
                <a:gd name="T32" fmla="*/ 3 w 249"/>
                <a:gd name="T33" fmla="*/ 213 h 505"/>
                <a:gd name="T34" fmla="*/ 8 w 249"/>
                <a:gd name="T35" fmla="*/ 232 h 505"/>
                <a:gd name="T36" fmla="*/ 31 w 249"/>
                <a:gd name="T37" fmla="*/ 284 h 505"/>
                <a:gd name="T38" fmla="*/ 62 w 249"/>
                <a:gd name="T39" fmla="*/ 354 h 505"/>
                <a:gd name="T40" fmla="*/ 85 w 249"/>
                <a:gd name="T41" fmla="*/ 402 h 505"/>
                <a:gd name="T42" fmla="*/ 101 w 249"/>
                <a:gd name="T43" fmla="*/ 433 h 505"/>
                <a:gd name="T44" fmla="*/ 117 w 249"/>
                <a:gd name="T45" fmla="*/ 459 h 505"/>
                <a:gd name="T46" fmla="*/ 140 w 249"/>
                <a:gd name="T47" fmla="*/ 488 h 505"/>
                <a:gd name="T48" fmla="*/ 163 w 249"/>
                <a:gd name="T49" fmla="*/ 504 h 505"/>
                <a:gd name="T50" fmla="*/ 186 w 249"/>
                <a:gd name="T51" fmla="*/ 504 h 505"/>
                <a:gd name="T52" fmla="*/ 198 w 249"/>
                <a:gd name="T53" fmla="*/ 483 h 505"/>
                <a:gd name="T54" fmla="*/ 194 w 249"/>
                <a:gd name="T55" fmla="*/ 457 h 505"/>
                <a:gd name="T56" fmla="*/ 178 w 249"/>
                <a:gd name="T57" fmla="*/ 425 h 505"/>
                <a:gd name="T58" fmla="*/ 171 w 249"/>
                <a:gd name="T59" fmla="*/ 402 h 505"/>
                <a:gd name="T60" fmla="*/ 171 w 249"/>
                <a:gd name="T61" fmla="*/ 378 h 505"/>
                <a:gd name="T62" fmla="*/ 186 w 249"/>
                <a:gd name="T63" fmla="*/ 378 h 505"/>
                <a:gd name="T64" fmla="*/ 209 w 249"/>
                <a:gd name="T65" fmla="*/ 402 h 505"/>
                <a:gd name="T66" fmla="*/ 225 w 249"/>
                <a:gd name="T67" fmla="*/ 410 h 505"/>
                <a:gd name="T68" fmla="*/ 240 w 249"/>
                <a:gd name="T69" fmla="*/ 394 h 505"/>
                <a:gd name="T70" fmla="*/ 248 w 249"/>
                <a:gd name="T71" fmla="*/ 378 h 505"/>
                <a:gd name="T72" fmla="*/ 240 w 249"/>
                <a:gd name="T73" fmla="*/ 347 h 505"/>
                <a:gd name="T74" fmla="*/ 217 w 249"/>
                <a:gd name="T75" fmla="*/ 284 h 505"/>
                <a:gd name="T76" fmla="*/ 194 w 249"/>
                <a:gd name="T77" fmla="*/ 236 h 505"/>
                <a:gd name="T78" fmla="*/ 202 w 249"/>
                <a:gd name="T79" fmla="*/ 205 h 505"/>
                <a:gd name="T80" fmla="*/ 202 w 249"/>
                <a:gd name="T81" fmla="*/ 173 h 505"/>
                <a:gd name="T82" fmla="*/ 194 w 249"/>
                <a:gd name="T83" fmla="*/ 150 h 505"/>
                <a:gd name="T84" fmla="*/ 165 w 249"/>
                <a:gd name="T85" fmla="*/ 97 h 505"/>
                <a:gd name="T86" fmla="*/ 138 w 249"/>
                <a:gd name="T87" fmla="*/ 53 h 505"/>
                <a:gd name="T88" fmla="*/ 123 w 249"/>
                <a:gd name="T89" fmla="*/ 29 h 505"/>
                <a:gd name="T90" fmla="*/ 109 w 249"/>
                <a:gd name="T91" fmla="*/ 16 h 505"/>
                <a:gd name="T92" fmla="*/ 85 w 249"/>
                <a:gd name="T93" fmla="*/ 8 h 505"/>
                <a:gd name="T94" fmla="*/ 70 w 249"/>
                <a:gd name="T95" fmla="*/ 16 h 505"/>
                <a:gd name="T96" fmla="*/ 54 w 249"/>
                <a:gd name="T97" fmla="*/ 24 h 505"/>
                <a:gd name="T98" fmla="*/ 39 w 249"/>
                <a:gd name="T99" fmla="*/ 8 h 505"/>
                <a:gd name="T100" fmla="*/ 23 w 249"/>
                <a:gd name="T101" fmla="*/ 0 h 505"/>
                <a:gd name="T102" fmla="*/ 8 w 249"/>
                <a:gd name="T103" fmla="*/ 8 h 5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49" h="505">
                  <a:moveTo>
                    <a:pt x="8" y="8"/>
                  </a:moveTo>
                  <a:lnTo>
                    <a:pt x="0" y="16"/>
                  </a:lnTo>
                  <a:lnTo>
                    <a:pt x="8" y="39"/>
                  </a:lnTo>
                  <a:lnTo>
                    <a:pt x="20" y="64"/>
                  </a:lnTo>
                  <a:lnTo>
                    <a:pt x="54" y="141"/>
                  </a:lnTo>
                  <a:lnTo>
                    <a:pt x="70" y="189"/>
                  </a:lnTo>
                  <a:lnTo>
                    <a:pt x="89" y="235"/>
                  </a:lnTo>
                  <a:lnTo>
                    <a:pt x="108" y="285"/>
                  </a:lnTo>
                  <a:lnTo>
                    <a:pt x="116" y="315"/>
                  </a:lnTo>
                  <a:lnTo>
                    <a:pt x="109" y="331"/>
                  </a:lnTo>
                  <a:lnTo>
                    <a:pt x="93" y="331"/>
                  </a:lnTo>
                  <a:lnTo>
                    <a:pt x="78" y="309"/>
                  </a:lnTo>
                  <a:lnTo>
                    <a:pt x="60" y="271"/>
                  </a:lnTo>
                  <a:lnTo>
                    <a:pt x="47" y="244"/>
                  </a:lnTo>
                  <a:lnTo>
                    <a:pt x="27" y="210"/>
                  </a:lnTo>
                  <a:lnTo>
                    <a:pt x="16" y="197"/>
                  </a:lnTo>
                  <a:lnTo>
                    <a:pt x="3" y="213"/>
                  </a:lnTo>
                  <a:lnTo>
                    <a:pt x="8" y="232"/>
                  </a:lnTo>
                  <a:lnTo>
                    <a:pt x="31" y="284"/>
                  </a:lnTo>
                  <a:lnTo>
                    <a:pt x="62" y="354"/>
                  </a:lnTo>
                  <a:lnTo>
                    <a:pt x="85" y="402"/>
                  </a:lnTo>
                  <a:lnTo>
                    <a:pt x="101" y="433"/>
                  </a:lnTo>
                  <a:lnTo>
                    <a:pt x="117" y="459"/>
                  </a:lnTo>
                  <a:lnTo>
                    <a:pt x="140" y="488"/>
                  </a:lnTo>
                  <a:lnTo>
                    <a:pt x="163" y="504"/>
                  </a:lnTo>
                  <a:lnTo>
                    <a:pt x="186" y="504"/>
                  </a:lnTo>
                  <a:lnTo>
                    <a:pt x="198" y="483"/>
                  </a:lnTo>
                  <a:lnTo>
                    <a:pt x="194" y="457"/>
                  </a:lnTo>
                  <a:lnTo>
                    <a:pt x="178" y="425"/>
                  </a:lnTo>
                  <a:lnTo>
                    <a:pt x="171" y="402"/>
                  </a:lnTo>
                  <a:lnTo>
                    <a:pt x="171" y="378"/>
                  </a:lnTo>
                  <a:lnTo>
                    <a:pt x="186" y="378"/>
                  </a:lnTo>
                  <a:lnTo>
                    <a:pt x="209" y="402"/>
                  </a:lnTo>
                  <a:lnTo>
                    <a:pt x="225" y="410"/>
                  </a:lnTo>
                  <a:lnTo>
                    <a:pt x="240" y="394"/>
                  </a:lnTo>
                  <a:lnTo>
                    <a:pt x="248" y="378"/>
                  </a:lnTo>
                  <a:lnTo>
                    <a:pt x="240" y="347"/>
                  </a:lnTo>
                  <a:lnTo>
                    <a:pt x="217" y="284"/>
                  </a:lnTo>
                  <a:lnTo>
                    <a:pt x="194" y="236"/>
                  </a:lnTo>
                  <a:lnTo>
                    <a:pt x="202" y="205"/>
                  </a:lnTo>
                  <a:lnTo>
                    <a:pt x="202" y="173"/>
                  </a:lnTo>
                  <a:lnTo>
                    <a:pt x="194" y="150"/>
                  </a:lnTo>
                  <a:lnTo>
                    <a:pt x="165" y="97"/>
                  </a:lnTo>
                  <a:lnTo>
                    <a:pt x="138" y="53"/>
                  </a:lnTo>
                  <a:lnTo>
                    <a:pt x="123" y="29"/>
                  </a:lnTo>
                  <a:lnTo>
                    <a:pt x="109" y="16"/>
                  </a:lnTo>
                  <a:lnTo>
                    <a:pt x="85" y="8"/>
                  </a:lnTo>
                  <a:lnTo>
                    <a:pt x="70" y="16"/>
                  </a:lnTo>
                  <a:lnTo>
                    <a:pt x="54" y="24"/>
                  </a:lnTo>
                  <a:lnTo>
                    <a:pt x="39" y="8"/>
                  </a:lnTo>
                  <a:lnTo>
                    <a:pt x="23" y="0"/>
                  </a:lnTo>
                  <a:lnTo>
                    <a:pt x="8" y="8"/>
                  </a:lnTo>
                </a:path>
              </a:pathLst>
            </a:custGeom>
            <a:solidFill>
              <a:schemeClr val="tx2"/>
            </a:solidFill>
            <a:ln w="12700" cap="rnd" cmpd="sng">
              <a:solidFill>
                <a:schemeClr val="tx2"/>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40548" name="Freeform 8">
              <a:extLst>
                <a:ext uri="{FF2B5EF4-FFF2-40B4-BE49-F238E27FC236}">
                  <a16:creationId xmlns:a16="http://schemas.microsoft.com/office/drawing/2014/main" id="{236AD2A5-8742-8F5B-2617-282E37667636}"/>
                </a:ext>
              </a:extLst>
            </p:cNvPr>
            <p:cNvSpPr>
              <a:spLocks/>
            </p:cNvSpPr>
            <p:nvPr/>
          </p:nvSpPr>
          <p:spPr bwMode="auto">
            <a:xfrm>
              <a:off x="3480" y="2824"/>
              <a:ext cx="385" cy="353"/>
            </a:xfrm>
            <a:custGeom>
              <a:avLst/>
              <a:gdLst>
                <a:gd name="T0" fmla="*/ 165 w 385"/>
                <a:gd name="T1" fmla="*/ 0 h 353"/>
                <a:gd name="T2" fmla="*/ 149 w 385"/>
                <a:gd name="T3" fmla="*/ 8 h 353"/>
                <a:gd name="T4" fmla="*/ 149 w 385"/>
                <a:gd name="T5" fmla="*/ 31 h 353"/>
                <a:gd name="T6" fmla="*/ 149 w 385"/>
                <a:gd name="T7" fmla="*/ 55 h 353"/>
                <a:gd name="T8" fmla="*/ 141 w 385"/>
                <a:gd name="T9" fmla="*/ 63 h 353"/>
                <a:gd name="T10" fmla="*/ 118 w 385"/>
                <a:gd name="T11" fmla="*/ 70 h 353"/>
                <a:gd name="T12" fmla="*/ 94 w 385"/>
                <a:gd name="T13" fmla="*/ 94 h 353"/>
                <a:gd name="T14" fmla="*/ 71 w 385"/>
                <a:gd name="T15" fmla="*/ 110 h 353"/>
                <a:gd name="T16" fmla="*/ 63 w 385"/>
                <a:gd name="T17" fmla="*/ 125 h 353"/>
                <a:gd name="T18" fmla="*/ 55 w 385"/>
                <a:gd name="T19" fmla="*/ 149 h 353"/>
                <a:gd name="T20" fmla="*/ 39 w 385"/>
                <a:gd name="T21" fmla="*/ 156 h 353"/>
                <a:gd name="T22" fmla="*/ 24 w 385"/>
                <a:gd name="T23" fmla="*/ 156 h 353"/>
                <a:gd name="T24" fmla="*/ 0 w 385"/>
                <a:gd name="T25" fmla="*/ 172 h 353"/>
                <a:gd name="T26" fmla="*/ 0 w 385"/>
                <a:gd name="T27" fmla="*/ 188 h 353"/>
                <a:gd name="T28" fmla="*/ 8 w 385"/>
                <a:gd name="T29" fmla="*/ 211 h 353"/>
                <a:gd name="T30" fmla="*/ 16 w 385"/>
                <a:gd name="T31" fmla="*/ 242 h 353"/>
                <a:gd name="T32" fmla="*/ 31 w 385"/>
                <a:gd name="T33" fmla="*/ 274 h 353"/>
                <a:gd name="T34" fmla="*/ 47 w 385"/>
                <a:gd name="T35" fmla="*/ 282 h 353"/>
                <a:gd name="T36" fmla="*/ 71 w 385"/>
                <a:gd name="T37" fmla="*/ 282 h 353"/>
                <a:gd name="T38" fmla="*/ 71 w 385"/>
                <a:gd name="T39" fmla="*/ 297 h 353"/>
                <a:gd name="T40" fmla="*/ 86 w 385"/>
                <a:gd name="T41" fmla="*/ 321 h 353"/>
                <a:gd name="T42" fmla="*/ 102 w 385"/>
                <a:gd name="T43" fmla="*/ 329 h 353"/>
                <a:gd name="T44" fmla="*/ 118 w 385"/>
                <a:gd name="T45" fmla="*/ 313 h 353"/>
                <a:gd name="T46" fmla="*/ 125 w 385"/>
                <a:gd name="T47" fmla="*/ 297 h 353"/>
                <a:gd name="T48" fmla="*/ 157 w 385"/>
                <a:gd name="T49" fmla="*/ 289 h 353"/>
                <a:gd name="T50" fmla="*/ 180 w 385"/>
                <a:gd name="T51" fmla="*/ 282 h 353"/>
                <a:gd name="T52" fmla="*/ 204 w 385"/>
                <a:gd name="T53" fmla="*/ 282 h 353"/>
                <a:gd name="T54" fmla="*/ 235 w 385"/>
                <a:gd name="T55" fmla="*/ 282 h 353"/>
                <a:gd name="T56" fmla="*/ 259 w 385"/>
                <a:gd name="T57" fmla="*/ 313 h 353"/>
                <a:gd name="T58" fmla="*/ 274 w 385"/>
                <a:gd name="T59" fmla="*/ 344 h 353"/>
                <a:gd name="T60" fmla="*/ 298 w 385"/>
                <a:gd name="T61" fmla="*/ 352 h 353"/>
                <a:gd name="T62" fmla="*/ 329 w 385"/>
                <a:gd name="T63" fmla="*/ 352 h 353"/>
                <a:gd name="T64" fmla="*/ 353 w 385"/>
                <a:gd name="T65" fmla="*/ 329 h 353"/>
                <a:gd name="T66" fmla="*/ 353 w 385"/>
                <a:gd name="T67" fmla="*/ 305 h 353"/>
                <a:gd name="T68" fmla="*/ 345 w 385"/>
                <a:gd name="T69" fmla="*/ 274 h 353"/>
                <a:gd name="T70" fmla="*/ 345 w 385"/>
                <a:gd name="T71" fmla="*/ 266 h 353"/>
                <a:gd name="T72" fmla="*/ 360 w 385"/>
                <a:gd name="T73" fmla="*/ 258 h 353"/>
                <a:gd name="T74" fmla="*/ 376 w 385"/>
                <a:gd name="T75" fmla="*/ 258 h 353"/>
                <a:gd name="T76" fmla="*/ 384 w 385"/>
                <a:gd name="T77" fmla="*/ 235 h 353"/>
                <a:gd name="T78" fmla="*/ 376 w 385"/>
                <a:gd name="T79" fmla="*/ 196 h 353"/>
                <a:gd name="T80" fmla="*/ 360 w 385"/>
                <a:gd name="T81" fmla="*/ 156 h 353"/>
                <a:gd name="T82" fmla="*/ 337 w 385"/>
                <a:gd name="T83" fmla="*/ 117 h 353"/>
                <a:gd name="T84" fmla="*/ 306 w 385"/>
                <a:gd name="T85" fmla="*/ 70 h 353"/>
                <a:gd name="T86" fmla="*/ 298 w 385"/>
                <a:gd name="T87" fmla="*/ 47 h 353"/>
                <a:gd name="T88" fmla="*/ 290 w 385"/>
                <a:gd name="T89" fmla="*/ 23 h 353"/>
                <a:gd name="T90" fmla="*/ 274 w 385"/>
                <a:gd name="T91" fmla="*/ 8 h 353"/>
                <a:gd name="T92" fmla="*/ 259 w 385"/>
                <a:gd name="T93" fmla="*/ 8 h 353"/>
                <a:gd name="T94" fmla="*/ 243 w 385"/>
                <a:gd name="T95" fmla="*/ 8 h 353"/>
                <a:gd name="T96" fmla="*/ 243 w 385"/>
                <a:gd name="T97" fmla="*/ 23 h 353"/>
                <a:gd name="T98" fmla="*/ 235 w 385"/>
                <a:gd name="T99" fmla="*/ 39 h 353"/>
                <a:gd name="T100" fmla="*/ 212 w 385"/>
                <a:gd name="T101" fmla="*/ 39 h 353"/>
                <a:gd name="T102" fmla="*/ 188 w 385"/>
                <a:gd name="T103" fmla="*/ 31 h 353"/>
                <a:gd name="T104" fmla="*/ 180 w 385"/>
                <a:gd name="T105" fmla="*/ 8 h 353"/>
                <a:gd name="T106" fmla="*/ 172 w 385"/>
                <a:gd name="T107" fmla="*/ 0 h 353"/>
                <a:gd name="T108" fmla="*/ 165 w 385"/>
                <a:gd name="T109" fmla="*/ 0 h 3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85" h="353">
                  <a:moveTo>
                    <a:pt x="165" y="0"/>
                  </a:moveTo>
                  <a:lnTo>
                    <a:pt x="149" y="8"/>
                  </a:lnTo>
                  <a:lnTo>
                    <a:pt x="149" y="31"/>
                  </a:lnTo>
                  <a:lnTo>
                    <a:pt x="149" y="55"/>
                  </a:lnTo>
                  <a:lnTo>
                    <a:pt x="141" y="63"/>
                  </a:lnTo>
                  <a:lnTo>
                    <a:pt x="118" y="70"/>
                  </a:lnTo>
                  <a:lnTo>
                    <a:pt x="94" y="94"/>
                  </a:lnTo>
                  <a:lnTo>
                    <a:pt x="71" y="110"/>
                  </a:lnTo>
                  <a:lnTo>
                    <a:pt x="63" y="125"/>
                  </a:lnTo>
                  <a:lnTo>
                    <a:pt x="55" y="149"/>
                  </a:lnTo>
                  <a:lnTo>
                    <a:pt x="39" y="156"/>
                  </a:lnTo>
                  <a:lnTo>
                    <a:pt x="24" y="156"/>
                  </a:lnTo>
                  <a:lnTo>
                    <a:pt x="0" y="172"/>
                  </a:lnTo>
                  <a:lnTo>
                    <a:pt x="0" y="188"/>
                  </a:lnTo>
                  <a:lnTo>
                    <a:pt x="8" y="211"/>
                  </a:lnTo>
                  <a:lnTo>
                    <a:pt x="16" y="242"/>
                  </a:lnTo>
                  <a:lnTo>
                    <a:pt x="31" y="274"/>
                  </a:lnTo>
                  <a:lnTo>
                    <a:pt x="47" y="282"/>
                  </a:lnTo>
                  <a:lnTo>
                    <a:pt x="71" y="282"/>
                  </a:lnTo>
                  <a:lnTo>
                    <a:pt x="71" y="297"/>
                  </a:lnTo>
                  <a:lnTo>
                    <a:pt x="86" y="321"/>
                  </a:lnTo>
                  <a:lnTo>
                    <a:pt x="102" y="329"/>
                  </a:lnTo>
                  <a:lnTo>
                    <a:pt x="118" y="313"/>
                  </a:lnTo>
                  <a:lnTo>
                    <a:pt x="125" y="297"/>
                  </a:lnTo>
                  <a:lnTo>
                    <a:pt x="157" y="289"/>
                  </a:lnTo>
                  <a:lnTo>
                    <a:pt x="180" y="282"/>
                  </a:lnTo>
                  <a:lnTo>
                    <a:pt x="204" y="282"/>
                  </a:lnTo>
                  <a:lnTo>
                    <a:pt x="235" y="282"/>
                  </a:lnTo>
                  <a:lnTo>
                    <a:pt x="259" y="313"/>
                  </a:lnTo>
                  <a:lnTo>
                    <a:pt x="274" y="344"/>
                  </a:lnTo>
                  <a:lnTo>
                    <a:pt x="298" y="352"/>
                  </a:lnTo>
                  <a:lnTo>
                    <a:pt x="329" y="352"/>
                  </a:lnTo>
                  <a:lnTo>
                    <a:pt x="353" y="329"/>
                  </a:lnTo>
                  <a:lnTo>
                    <a:pt x="353" y="305"/>
                  </a:lnTo>
                  <a:lnTo>
                    <a:pt x="345" y="274"/>
                  </a:lnTo>
                  <a:lnTo>
                    <a:pt x="345" y="266"/>
                  </a:lnTo>
                  <a:lnTo>
                    <a:pt x="360" y="258"/>
                  </a:lnTo>
                  <a:lnTo>
                    <a:pt x="376" y="258"/>
                  </a:lnTo>
                  <a:lnTo>
                    <a:pt x="384" y="235"/>
                  </a:lnTo>
                  <a:lnTo>
                    <a:pt x="376" y="196"/>
                  </a:lnTo>
                  <a:lnTo>
                    <a:pt x="360" y="156"/>
                  </a:lnTo>
                  <a:lnTo>
                    <a:pt x="337" y="117"/>
                  </a:lnTo>
                  <a:lnTo>
                    <a:pt x="306" y="70"/>
                  </a:lnTo>
                  <a:lnTo>
                    <a:pt x="298" y="47"/>
                  </a:lnTo>
                  <a:lnTo>
                    <a:pt x="290" y="23"/>
                  </a:lnTo>
                  <a:lnTo>
                    <a:pt x="274" y="8"/>
                  </a:lnTo>
                  <a:lnTo>
                    <a:pt x="259" y="8"/>
                  </a:lnTo>
                  <a:lnTo>
                    <a:pt x="243" y="8"/>
                  </a:lnTo>
                  <a:lnTo>
                    <a:pt x="243" y="23"/>
                  </a:lnTo>
                  <a:lnTo>
                    <a:pt x="235" y="39"/>
                  </a:lnTo>
                  <a:lnTo>
                    <a:pt x="212" y="39"/>
                  </a:lnTo>
                  <a:lnTo>
                    <a:pt x="188" y="31"/>
                  </a:lnTo>
                  <a:lnTo>
                    <a:pt x="180" y="8"/>
                  </a:lnTo>
                  <a:lnTo>
                    <a:pt x="172" y="0"/>
                  </a:lnTo>
                  <a:lnTo>
                    <a:pt x="165" y="0"/>
                  </a:lnTo>
                </a:path>
              </a:pathLst>
            </a:custGeom>
            <a:solidFill>
              <a:schemeClr val="tx2"/>
            </a:solidFill>
            <a:ln w="12700" cap="rnd" cmpd="sng">
              <a:solidFill>
                <a:schemeClr val="tx2"/>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pic>
        <p:nvPicPr>
          <p:cNvPr id="417796" name="Picture 9">
            <a:extLst>
              <a:ext uri="{FF2B5EF4-FFF2-40B4-BE49-F238E27FC236}">
                <a16:creationId xmlns:a16="http://schemas.microsoft.com/office/drawing/2014/main" id="{7ED2091D-0931-34DE-3288-4980490AB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763" y="1546225"/>
            <a:ext cx="2052637" cy="1303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7797" name="Group 10">
            <a:extLst>
              <a:ext uri="{FF2B5EF4-FFF2-40B4-BE49-F238E27FC236}">
                <a16:creationId xmlns:a16="http://schemas.microsoft.com/office/drawing/2014/main" id="{BCF96C71-0C00-3120-99B7-D4696F41AC72}"/>
              </a:ext>
            </a:extLst>
          </p:cNvPr>
          <p:cNvGrpSpPr>
            <a:grpSpLocks/>
          </p:cNvGrpSpPr>
          <p:nvPr/>
        </p:nvGrpSpPr>
        <p:grpSpPr bwMode="auto">
          <a:xfrm>
            <a:off x="2303463" y="295275"/>
            <a:ext cx="4397375" cy="1579563"/>
            <a:chOff x="1422" y="182"/>
            <a:chExt cx="2715" cy="975"/>
          </a:xfrm>
        </p:grpSpPr>
        <p:sp>
          <p:nvSpPr>
            <p:cNvPr id="418535" name="Freeform 11">
              <a:extLst>
                <a:ext uri="{FF2B5EF4-FFF2-40B4-BE49-F238E27FC236}">
                  <a16:creationId xmlns:a16="http://schemas.microsoft.com/office/drawing/2014/main" id="{A9133F36-CDCB-F714-2343-41E522E9ACB2}"/>
                </a:ext>
              </a:extLst>
            </p:cNvPr>
            <p:cNvSpPr>
              <a:spLocks/>
            </p:cNvSpPr>
            <p:nvPr/>
          </p:nvSpPr>
          <p:spPr bwMode="auto">
            <a:xfrm>
              <a:off x="1710" y="1075"/>
              <a:ext cx="6" cy="7"/>
            </a:xfrm>
            <a:custGeom>
              <a:avLst/>
              <a:gdLst>
                <a:gd name="T0" fmla="*/ 0 w 64"/>
                <a:gd name="T1" fmla="*/ 0 h 98"/>
                <a:gd name="T2" fmla="*/ 0 w 64"/>
                <a:gd name="T3" fmla="*/ 0 h 98"/>
                <a:gd name="T4" fmla="*/ 0 w 64"/>
                <a:gd name="T5" fmla="*/ 0 h 98"/>
                <a:gd name="T6" fmla="*/ 0 w 64"/>
                <a:gd name="T7" fmla="*/ 0 h 98"/>
                <a:gd name="T8" fmla="*/ 0 w 64"/>
                <a:gd name="T9" fmla="*/ 0 h 98"/>
                <a:gd name="T10" fmla="*/ 0 w 64"/>
                <a:gd name="T11" fmla="*/ 0 h 98"/>
                <a:gd name="T12" fmla="*/ 0 w 64"/>
                <a:gd name="T13" fmla="*/ 0 h 98"/>
                <a:gd name="T14" fmla="*/ 0 w 64"/>
                <a:gd name="T15" fmla="*/ 0 h 9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4" h="98">
                  <a:moveTo>
                    <a:pt x="58" y="28"/>
                  </a:moveTo>
                  <a:lnTo>
                    <a:pt x="64" y="0"/>
                  </a:lnTo>
                  <a:lnTo>
                    <a:pt x="41" y="5"/>
                  </a:lnTo>
                  <a:lnTo>
                    <a:pt x="0" y="70"/>
                  </a:lnTo>
                  <a:lnTo>
                    <a:pt x="24" y="98"/>
                  </a:lnTo>
                  <a:lnTo>
                    <a:pt x="35" y="87"/>
                  </a:lnTo>
                  <a:lnTo>
                    <a:pt x="41" y="63"/>
                  </a:lnTo>
                  <a:lnTo>
                    <a:pt x="58" y="28"/>
                  </a:lnTo>
                  <a:close/>
                </a:path>
              </a:pathLst>
            </a:custGeom>
            <a:solidFill>
              <a:srgbClr val="FFFFFF"/>
            </a:solidFill>
            <a:ln w="9525">
              <a:solidFill>
                <a:srgbClr val="000000"/>
              </a:solidFill>
              <a:round/>
              <a:headEnd/>
              <a:tailEnd/>
            </a:ln>
          </p:spPr>
          <p:txBody>
            <a:bodyPr/>
            <a:lstStyle/>
            <a:p>
              <a:endParaRPr lang="ko-KR" altLang="en-US"/>
            </a:p>
          </p:txBody>
        </p:sp>
        <p:sp>
          <p:nvSpPr>
            <p:cNvPr id="418536" name="Freeform 12">
              <a:extLst>
                <a:ext uri="{FF2B5EF4-FFF2-40B4-BE49-F238E27FC236}">
                  <a16:creationId xmlns:a16="http://schemas.microsoft.com/office/drawing/2014/main" id="{8F8ACD54-014F-2376-3C2C-4C353BDFAFAE}"/>
                </a:ext>
              </a:extLst>
            </p:cNvPr>
            <p:cNvSpPr>
              <a:spLocks/>
            </p:cNvSpPr>
            <p:nvPr/>
          </p:nvSpPr>
          <p:spPr bwMode="auto">
            <a:xfrm>
              <a:off x="1714" y="1076"/>
              <a:ext cx="5" cy="6"/>
            </a:xfrm>
            <a:custGeom>
              <a:avLst/>
              <a:gdLst>
                <a:gd name="T0" fmla="*/ 0 w 64"/>
                <a:gd name="T1" fmla="*/ 0 h 70"/>
                <a:gd name="T2" fmla="*/ 0 w 64"/>
                <a:gd name="T3" fmla="*/ 0 h 70"/>
                <a:gd name="T4" fmla="*/ 0 w 64"/>
                <a:gd name="T5" fmla="*/ 0 h 70"/>
                <a:gd name="T6" fmla="*/ 0 w 64"/>
                <a:gd name="T7" fmla="*/ 0 h 70"/>
                <a:gd name="T8" fmla="*/ 0 w 64"/>
                <a:gd name="T9" fmla="*/ 0 h 70"/>
                <a:gd name="T10" fmla="*/ 0 w 64"/>
                <a:gd name="T11" fmla="*/ 0 h 70"/>
                <a:gd name="T12" fmla="*/ 0 w 64"/>
                <a:gd name="T13" fmla="*/ 0 h 70"/>
                <a:gd name="T14" fmla="*/ 0 w 64"/>
                <a:gd name="T15" fmla="*/ 0 h 70"/>
                <a:gd name="T16" fmla="*/ 0 w 64"/>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4" h="70">
                  <a:moveTo>
                    <a:pt x="40" y="0"/>
                  </a:moveTo>
                  <a:lnTo>
                    <a:pt x="29" y="11"/>
                  </a:lnTo>
                  <a:lnTo>
                    <a:pt x="5" y="46"/>
                  </a:lnTo>
                  <a:lnTo>
                    <a:pt x="0" y="70"/>
                  </a:lnTo>
                  <a:lnTo>
                    <a:pt x="29" y="64"/>
                  </a:lnTo>
                  <a:lnTo>
                    <a:pt x="34" y="35"/>
                  </a:lnTo>
                  <a:lnTo>
                    <a:pt x="64" y="29"/>
                  </a:lnTo>
                  <a:lnTo>
                    <a:pt x="64" y="18"/>
                  </a:lnTo>
                  <a:lnTo>
                    <a:pt x="40" y="0"/>
                  </a:lnTo>
                  <a:close/>
                </a:path>
              </a:pathLst>
            </a:custGeom>
            <a:solidFill>
              <a:srgbClr val="FFFFFF"/>
            </a:solidFill>
            <a:ln w="9525">
              <a:solidFill>
                <a:srgbClr val="000000"/>
              </a:solidFill>
              <a:round/>
              <a:headEnd/>
              <a:tailEnd/>
            </a:ln>
          </p:spPr>
          <p:txBody>
            <a:bodyPr/>
            <a:lstStyle/>
            <a:p>
              <a:endParaRPr lang="ko-KR" altLang="en-US"/>
            </a:p>
          </p:txBody>
        </p:sp>
        <p:sp>
          <p:nvSpPr>
            <p:cNvPr id="418537" name="Freeform 13">
              <a:extLst>
                <a:ext uri="{FF2B5EF4-FFF2-40B4-BE49-F238E27FC236}">
                  <a16:creationId xmlns:a16="http://schemas.microsoft.com/office/drawing/2014/main" id="{B7266308-76C9-0A18-AB77-47B09D0FD57F}"/>
                </a:ext>
              </a:extLst>
            </p:cNvPr>
            <p:cNvSpPr>
              <a:spLocks/>
            </p:cNvSpPr>
            <p:nvPr/>
          </p:nvSpPr>
          <p:spPr bwMode="auto">
            <a:xfrm>
              <a:off x="1658" y="1062"/>
              <a:ext cx="3" cy="5"/>
            </a:xfrm>
            <a:custGeom>
              <a:avLst/>
              <a:gdLst>
                <a:gd name="T0" fmla="*/ 0 w 29"/>
                <a:gd name="T1" fmla="*/ 0 h 63"/>
                <a:gd name="T2" fmla="*/ 0 w 29"/>
                <a:gd name="T3" fmla="*/ 0 h 63"/>
                <a:gd name="T4" fmla="*/ 0 w 29"/>
                <a:gd name="T5" fmla="*/ 0 h 63"/>
                <a:gd name="T6" fmla="*/ 0 w 29"/>
                <a:gd name="T7" fmla="*/ 0 h 63"/>
                <a:gd name="T8" fmla="*/ 0 w 29"/>
                <a:gd name="T9" fmla="*/ 0 h 63"/>
                <a:gd name="T10" fmla="*/ 0 w 29"/>
                <a:gd name="T11" fmla="*/ 0 h 63"/>
                <a:gd name="T12" fmla="*/ 0 w 29"/>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63">
                  <a:moveTo>
                    <a:pt x="17" y="0"/>
                  </a:moveTo>
                  <a:lnTo>
                    <a:pt x="0" y="0"/>
                  </a:lnTo>
                  <a:lnTo>
                    <a:pt x="0" y="63"/>
                  </a:lnTo>
                  <a:lnTo>
                    <a:pt x="24" y="40"/>
                  </a:lnTo>
                  <a:lnTo>
                    <a:pt x="24" y="17"/>
                  </a:lnTo>
                  <a:lnTo>
                    <a:pt x="29" y="0"/>
                  </a:lnTo>
                  <a:lnTo>
                    <a:pt x="17" y="0"/>
                  </a:lnTo>
                  <a:close/>
                </a:path>
              </a:pathLst>
            </a:custGeom>
            <a:solidFill>
              <a:srgbClr val="FFFFFF"/>
            </a:solidFill>
            <a:ln w="9525">
              <a:solidFill>
                <a:srgbClr val="000000"/>
              </a:solidFill>
              <a:round/>
              <a:headEnd/>
              <a:tailEnd/>
            </a:ln>
          </p:spPr>
          <p:txBody>
            <a:bodyPr/>
            <a:lstStyle/>
            <a:p>
              <a:endParaRPr lang="ko-KR" altLang="en-US"/>
            </a:p>
          </p:txBody>
        </p:sp>
        <p:sp>
          <p:nvSpPr>
            <p:cNvPr id="418538" name="Freeform 14">
              <a:extLst>
                <a:ext uri="{FF2B5EF4-FFF2-40B4-BE49-F238E27FC236}">
                  <a16:creationId xmlns:a16="http://schemas.microsoft.com/office/drawing/2014/main" id="{D5D3273A-1DE3-B2CE-C2F1-32A44EA655A7}"/>
                </a:ext>
              </a:extLst>
            </p:cNvPr>
            <p:cNvSpPr>
              <a:spLocks/>
            </p:cNvSpPr>
            <p:nvPr/>
          </p:nvSpPr>
          <p:spPr bwMode="auto">
            <a:xfrm>
              <a:off x="1662" y="1081"/>
              <a:ext cx="4" cy="4"/>
            </a:xfrm>
            <a:custGeom>
              <a:avLst/>
              <a:gdLst>
                <a:gd name="T0" fmla="*/ 0 w 35"/>
                <a:gd name="T1" fmla="*/ 0 h 46"/>
                <a:gd name="T2" fmla="*/ 0 w 35"/>
                <a:gd name="T3" fmla="*/ 0 h 46"/>
                <a:gd name="T4" fmla="*/ 0 w 35"/>
                <a:gd name="T5" fmla="*/ 0 h 46"/>
                <a:gd name="T6" fmla="*/ 0 w 35"/>
                <a:gd name="T7" fmla="*/ 0 h 46"/>
                <a:gd name="T8" fmla="*/ 0 w 35"/>
                <a:gd name="T9" fmla="*/ 0 h 46"/>
                <a:gd name="T10" fmla="*/ 0 w 35"/>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46">
                  <a:moveTo>
                    <a:pt x="29" y="17"/>
                  </a:moveTo>
                  <a:lnTo>
                    <a:pt x="6" y="0"/>
                  </a:lnTo>
                  <a:lnTo>
                    <a:pt x="0" y="29"/>
                  </a:lnTo>
                  <a:lnTo>
                    <a:pt x="24" y="46"/>
                  </a:lnTo>
                  <a:lnTo>
                    <a:pt x="35" y="23"/>
                  </a:lnTo>
                  <a:lnTo>
                    <a:pt x="29" y="17"/>
                  </a:lnTo>
                  <a:close/>
                </a:path>
              </a:pathLst>
            </a:custGeom>
            <a:solidFill>
              <a:srgbClr val="FFFFFF"/>
            </a:solidFill>
            <a:ln w="9525">
              <a:solidFill>
                <a:srgbClr val="000000"/>
              </a:solidFill>
              <a:round/>
              <a:headEnd/>
              <a:tailEnd/>
            </a:ln>
          </p:spPr>
          <p:txBody>
            <a:bodyPr/>
            <a:lstStyle/>
            <a:p>
              <a:endParaRPr lang="ko-KR" altLang="en-US"/>
            </a:p>
          </p:txBody>
        </p:sp>
        <p:sp>
          <p:nvSpPr>
            <p:cNvPr id="418539" name="Freeform 15">
              <a:extLst>
                <a:ext uri="{FF2B5EF4-FFF2-40B4-BE49-F238E27FC236}">
                  <a16:creationId xmlns:a16="http://schemas.microsoft.com/office/drawing/2014/main" id="{B38D91B2-0653-A200-25EB-60BA241A8CF6}"/>
                </a:ext>
              </a:extLst>
            </p:cNvPr>
            <p:cNvSpPr>
              <a:spLocks/>
            </p:cNvSpPr>
            <p:nvPr/>
          </p:nvSpPr>
          <p:spPr bwMode="auto">
            <a:xfrm>
              <a:off x="1670" y="1091"/>
              <a:ext cx="5" cy="3"/>
            </a:xfrm>
            <a:custGeom>
              <a:avLst/>
              <a:gdLst>
                <a:gd name="T0" fmla="*/ 0 w 70"/>
                <a:gd name="T1" fmla="*/ 0 h 34"/>
                <a:gd name="T2" fmla="*/ 0 w 70"/>
                <a:gd name="T3" fmla="*/ 0 h 34"/>
                <a:gd name="T4" fmla="*/ 0 w 70"/>
                <a:gd name="T5" fmla="*/ 0 h 34"/>
                <a:gd name="T6" fmla="*/ 0 w 70"/>
                <a:gd name="T7" fmla="*/ 0 h 34"/>
                <a:gd name="T8" fmla="*/ 0 w 70"/>
                <a:gd name="T9" fmla="*/ 0 h 34"/>
                <a:gd name="T10" fmla="*/ 0 w 70"/>
                <a:gd name="T11" fmla="*/ 0 h 34"/>
                <a:gd name="T12" fmla="*/ 0 w 70"/>
                <a:gd name="T13" fmla="*/ 0 h 34"/>
                <a:gd name="T14" fmla="*/ 0 w 70"/>
                <a:gd name="T15" fmla="*/ 0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34">
                  <a:moveTo>
                    <a:pt x="41" y="5"/>
                  </a:moveTo>
                  <a:lnTo>
                    <a:pt x="6" y="0"/>
                  </a:lnTo>
                  <a:lnTo>
                    <a:pt x="0" y="12"/>
                  </a:lnTo>
                  <a:lnTo>
                    <a:pt x="17" y="34"/>
                  </a:lnTo>
                  <a:lnTo>
                    <a:pt x="52" y="29"/>
                  </a:lnTo>
                  <a:lnTo>
                    <a:pt x="70" y="29"/>
                  </a:lnTo>
                  <a:lnTo>
                    <a:pt x="70" y="17"/>
                  </a:lnTo>
                  <a:lnTo>
                    <a:pt x="41" y="5"/>
                  </a:lnTo>
                  <a:close/>
                </a:path>
              </a:pathLst>
            </a:custGeom>
            <a:solidFill>
              <a:srgbClr val="FFFFFF"/>
            </a:solidFill>
            <a:ln w="9525">
              <a:solidFill>
                <a:srgbClr val="000000"/>
              </a:solidFill>
              <a:round/>
              <a:headEnd/>
              <a:tailEnd/>
            </a:ln>
          </p:spPr>
          <p:txBody>
            <a:bodyPr/>
            <a:lstStyle/>
            <a:p>
              <a:endParaRPr lang="ko-KR" altLang="en-US"/>
            </a:p>
          </p:txBody>
        </p:sp>
        <p:sp>
          <p:nvSpPr>
            <p:cNvPr id="418540" name="Freeform 16">
              <a:extLst>
                <a:ext uri="{FF2B5EF4-FFF2-40B4-BE49-F238E27FC236}">
                  <a16:creationId xmlns:a16="http://schemas.microsoft.com/office/drawing/2014/main" id="{72B3F2E3-F3DC-8E7B-AC85-D49B7F85ECFA}"/>
                </a:ext>
              </a:extLst>
            </p:cNvPr>
            <p:cNvSpPr>
              <a:spLocks/>
            </p:cNvSpPr>
            <p:nvPr/>
          </p:nvSpPr>
          <p:spPr bwMode="auto">
            <a:xfrm>
              <a:off x="1804" y="827"/>
              <a:ext cx="2" cy="2"/>
            </a:xfrm>
            <a:custGeom>
              <a:avLst/>
              <a:gdLst>
                <a:gd name="T0" fmla="*/ 0 w 30"/>
                <a:gd name="T1" fmla="*/ 0 h 18"/>
                <a:gd name="T2" fmla="*/ 0 w 30"/>
                <a:gd name="T3" fmla="*/ 0 h 18"/>
                <a:gd name="T4" fmla="*/ 0 w 30"/>
                <a:gd name="T5" fmla="*/ 0 h 18"/>
                <a:gd name="T6" fmla="*/ 0 w 30"/>
                <a:gd name="T7" fmla="*/ 0 h 18"/>
                <a:gd name="T8" fmla="*/ 0 w 30"/>
                <a:gd name="T9" fmla="*/ 0 h 18"/>
                <a:gd name="T10" fmla="*/ 0 w 3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18">
                  <a:moveTo>
                    <a:pt x="12" y="0"/>
                  </a:moveTo>
                  <a:lnTo>
                    <a:pt x="6" y="0"/>
                  </a:lnTo>
                  <a:lnTo>
                    <a:pt x="0" y="11"/>
                  </a:lnTo>
                  <a:lnTo>
                    <a:pt x="12" y="18"/>
                  </a:lnTo>
                  <a:lnTo>
                    <a:pt x="30" y="6"/>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18541" name="Freeform 17">
              <a:extLst>
                <a:ext uri="{FF2B5EF4-FFF2-40B4-BE49-F238E27FC236}">
                  <a16:creationId xmlns:a16="http://schemas.microsoft.com/office/drawing/2014/main" id="{2D527189-F97D-26C4-4EE3-1EE03098F0E8}"/>
                </a:ext>
              </a:extLst>
            </p:cNvPr>
            <p:cNvSpPr>
              <a:spLocks/>
            </p:cNvSpPr>
            <p:nvPr/>
          </p:nvSpPr>
          <p:spPr bwMode="auto">
            <a:xfrm>
              <a:off x="1810" y="824"/>
              <a:ext cx="4" cy="3"/>
            </a:xfrm>
            <a:custGeom>
              <a:avLst/>
              <a:gdLst>
                <a:gd name="T0" fmla="*/ 0 w 53"/>
                <a:gd name="T1" fmla="*/ 0 h 47"/>
                <a:gd name="T2" fmla="*/ 0 w 53"/>
                <a:gd name="T3" fmla="*/ 0 h 47"/>
                <a:gd name="T4" fmla="*/ 0 w 53"/>
                <a:gd name="T5" fmla="*/ 0 h 47"/>
                <a:gd name="T6" fmla="*/ 0 w 53"/>
                <a:gd name="T7" fmla="*/ 0 h 47"/>
                <a:gd name="T8" fmla="*/ 0 w 53"/>
                <a:gd name="T9" fmla="*/ 0 h 47"/>
                <a:gd name="T10" fmla="*/ 0 w 53"/>
                <a:gd name="T11" fmla="*/ 0 h 47"/>
                <a:gd name="T12" fmla="*/ 0 w 53"/>
                <a:gd name="T13" fmla="*/ 0 h 47"/>
                <a:gd name="T14" fmla="*/ 0 w 53"/>
                <a:gd name="T15" fmla="*/ 0 h 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47">
                  <a:moveTo>
                    <a:pt x="18" y="0"/>
                  </a:moveTo>
                  <a:lnTo>
                    <a:pt x="0" y="18"/>
                  </a:lnTo>
                  <a:lnTo>
                    <a:pt x="0" y="41"/>
                  </a:lnTo>
                  <a:lnTo>
                    <a:pt x="35" y="47"/>
                  </a:lnTo>
                  <a:lnTo>
                    <a:pt x="35" y="35"/>
                  </a:lnTo>
                  <a:lnTo>
                    <a:pt x="53" y="23"/>
                  </a:lnTo>
                  <a:lnTo>
                    <a:pt x="42" y="6"/>
                  </a:lnTo>
                  <a:lnTo>
                    <a:pt x="18" y="0"/>
                  </a:lnTo>
                  <a:close/>
                </a:path>
              </a:pathLst>
            </a:custGeom>
            <a:solidFill>
              <a:srgbClr val="FFFFFF"/>
            </a:solidFill>
            <a:ln w="9525">
              <a:solidFill>
                <a:srgbClr val="000000"/>
              </a:solidFill>
              <a:round/>
              <a:headEnd/>
              <a:tailEnd/>
            </a:ln>
          </p:spPr>
          <p:txBody>
            <a:bodyPr/>
            <a:lstStyle/>
            <a:p>
              <a:endParaRPr lang="ko-KR" altLang="en-US"/>
            </a:p>
          </p:txBody>
        </p:sp>
        <p:sp>
          <p:nvSpPr>
            <p:cNvPr id="418542" name="Freeform 18">
              <a:extLst>
                <a:ext uri="{FF2B5EF4-FFF2-40B4-BE49-F238E27FC236}">
                  <a16:creationId xmlns:a16="http://schemas.microsoft.com/office/drawing/2014/main" id="{DDC997C5-71F3-668C-0CF9-E66BFDC07FC2}"/>
                </a:ext>
              </a:extLst>
            </p:cNvPr>
            <p:cNvSpPr>
              <a:spLocks/>
            </p:cNvSpPr>
            <p:nvPr/>
          </p:nvSpPr>
          <p:spPr bwMode="auto">
            <a:xfrm>
              <a:off x="1748" y="759"/>
              <a:ext cx="5" cy="5"/>
            </a:xfrm>
            <a:custGeom>
              <a:avLst/>
              <a:gdLst>
                <a:gd name="T0" fmla="*/ 0 w 75"/>
                <a:gd name="T1" fmla="*/ 0 h 57"/>
                <a:gd name="T2" fmla="*/ 0 w 75"/>
                <a:gd name="T3" fmla="*/ 0 h 57"/>
                <a:gd name="T4" fmla="*/ 0 w 75"/>
                <a:gd name="T5" fmla="*/ 0 h 57"/>
                <a:gd name="T6" fmla="*/ 0 w 75"/>
                <a:gd name="T7" fmla="*/ 0 h 57"/>
                <a:gd name="T8" fmla="*/ 0 w 75"/>
                <a:gd name="T9" fmla="*/ 0 h 57"/>
                <a:gd name="T10" fmla="*/ 0 w 75"/>
                <a:gd name="T11" fmla="*/ 0 h 57"/>
                <a:gd name="T12" fmla="*/ 0 w 75"/>
                <a:gd name="T13" fmla="*/ 0 h 57"/>
                <a:gd name="T14" fmla="*/ 0 w 75"/>
                <a:gd name="T15" fmla="*/ 0 h 5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 h="57">
                  <a:moveTo>
                    <a:pt x="47" y="0"/>
                  </a:moveTo>
                  <a:lnTo>
                    <a:pt x="0" y="23"/>
                  </a:lnTo>
                  <a:lnTo>
                    <a:pt x="0" y="45"/>
                  </a:lnTo>
                  <a:lnTo>
                    <a:pt x="40" y="40"/>
                  </a:lnTo>
                  <a:lnTo>
                    <a:pt x="47" y="52"/>
                  </a:lnTo>
                  <a:lnTo>
                    <a:pt x="75" y="57"/>
                  </a:lnTo>
                  <a:lnTo>
                    <a:pt x="70" y="17"/>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18543" name="Freeform 19">
              <a:extLst>
                <a:ext uri="{FF2B5EF4-FFF2-40B4-BE49-F238E27FC236}">
                  <a16:creationId xmlns:a16="http://schemas.microsoft.com/office/drawing/2014/main" id="{A8897F0E-ED2B-713C-9C95-CAEACD5D4BBA}"/>
                </a:ext>
              </a:extLst>
            </p:cNvPr>
            <p:cNvSpPr>
              <a:spLocks/>
            </p:cNvSpPr>
            <p:nvPr/>
          </p:nvSpPr>
          <p:spPr bwMode="auto">
            <a:xfrm>
              <a:off x="1644" y="747"/>
              <a:ext cx="68" cy="87"/>
            </a:xfrm>
            <a:custGeom>
              <a:avLst/>
              <a:gdLst>
                <a:gd name="T0" fmla="*/ 0 w 860"/>
                <a:gd name="T1" fmla="*/ 0 h 1116"/>
                <a:gd name="T2" fmla="*/ 0 w 860"/>
                <a:gd name="T3" fmla="*/ 0 h 1116"/>
                <a:gd name="T4" fmla="*/ 0 w 860"/>
                <a:gd name="T5" fmla="*/ 0 h 1116"/>
                <a:gd name="T6" fmla="*/ 0 w 860"/>
                <a:gd name="T7" fmla="*/ 0 h 1116"/>
                <a:gd name="T8" fmla="*/ 0 w 860"/>
                <a:gd name="T9" fmla="*/ 0 h 1116"/>
                <a:gd name="T10" fmla="*/ 0 w 860"/>
                <a:gd name="T11" fmla="*/ 0 h 1116"/>
                <a:gd name="T12" fmla="*/ 0 w 860"/>
                <a:gd name="T13" fmla="*/ 0 h 1116"/>
                <a:gd name="T14" fmla="*/ 0 w 860"/>
                <a:gd name="T15" fmla="*/ 0 h 1116"/>
                <a:gd name="T16" fmla="*/ 0 w 860"/>
                <a:gd name="T17" fmla="*/ 0 h 1116"/>
                <a:gd name="T18" fmla="*/ 0 w 860"/>
                <a:gd name="T19" fmla="*/ 0 h 1116"/>
                <a:gd name="T20" fmla="*/ 0 w 860"/>
                <a:gd name="T21" fmla="*/ 0 h 1116"/>
                <a:gd name="T22" fmla="*/ 0 w 860"/>
                <a:gd name="T23" fmla="*/ 0 h 1116"/>
                <a:gd name="T24" fmla="*/ 0 w 860"/>
                <a:gd name="T25" fmla="*/ 0 h 1116"/>
                <a:gd name="T26" fmla="*/ 0 w 860"/>
                <a:gd name="T27" fmla="*/ 0 h 1116"/>
                <a:gd name="T28" fmla="*/ 0 w 860"/>
                <a:gd name="T29" fmla="*/ 0 h 1116"/>
                <a:gd name="T30" fmla="*/ 0 w 860"/>
                <a:gd name="T31" fmla="*/ 0 h 1116"/>
                <a:gd name="T32" fmla="*/ 0 w 860"/>
                <a:gd name="T33" fmla="*/ 0 h 1116"/>
                <a:gd name="T34" fmla="*/ 0 w 860"/>
                <a:gd name="T35" fmla="*/ 0 h 1116"/>
                <a:gd name="T36" fmla="*/ 0 w 860"/>
                <a:gd name="T37" fmla="*/ 0 h 1116"/>
                <a:gd name="T38" fmla="*/ 0 w 860"/>
                <a:gd name="T39" fmla="*/ 0 h 1116"/>
                <a:gd name="T40" fmla="*/ 0 w 860"/>
                <a:gd name="T41" fmla="*/ 0 h 1116"/>
                <a:gd name="T42" fmla="*/ 0 w 860"/>
                <a:gd name="T43" fmla="*/ 0 h 1116"/>
                <a:gd name="T44" fmla="*/ 0 w 860"/>
                <a:gd name="T45" fmla="*/ 0 h 1116"/>
                <a:gd name="T46" fmla="*/ 0 w 860"/>
                <a:gd name="T47" fmla="*/ 0 h 1116"/>
                <a:gd name="T48" fmla="*/ 0 w 860"/>
                <a:gd name="T49" fmla="*/ 0 h 1116"/>
                <a:gd name="T50" fmla="*/ 0 w 860"/>
                <a:gd name="T51" fmla="*/ 0 h 1116"/>
                <a:gd name="T52" fmla="*/ 0 w 860"/>
                <a:gd name="T53" fmla="*/ 0 h 1116"/>
                <a:gd name="T54" fmla="*/ 0 w 860"/>
                <a:gd name="T55" fmla="*/ 0 h 1116"/>
                <a:gd name="T56" fmla="*/ 0 w 860"/>
                <a:gd name="T57" fmla="*/ 0 h 1116"/>
                <a:gd name="T58" fmla="*/ 0 w 860"/>
                <a:gd name="T59" fmla="*/ 0 h 1116"/>
                <a:gd name="T60" fmla="*/ 0 w 860"/>
                <a:gd name="T61" fmla="*/ 0 h 1116"/>
                <a:gd name="T62" fmla="*/ 0 w 860"/>
                <a:gd name="T63" fmla="*/ 0 h 1116"/>
                <a:gd name="T64" fmla="*/ 0 w 860"/>
                <a:gd name="T65" fmla="*/ 0 h 1116"/>
                <a:gd name="T66" fmla="*/ 0 w 860"/>
                <a:gd name="T67" fmla="*/ 0 h 1116"/>
                <a:gd name="T68" fmla="*/ 0 w 860"/>
                <a:gd name="T69" fmla="*/ 0 h 1116"/>
                <a:gd name="T70" fmla="*/ 0 w 860"/>
                <a:gd name="T71" fmla="*/ 0 h 1116"/>
                <a:gd name="T72" fmla="*/ 0 w 860"/>
                <a:gd name="T73" fmla="*/ 0 h 1116"/>
                <a:gd name="T74" fmla="*/ 0 w 860"/>
                <a:gd name="T75" fmla="*/ 0 h 1116"/>
                <a:gd name="T76" fmla="*/ 0 w 860"/>
                <a:gd name="T77" fmla="*/ 0 h 1116"/>
                <a:gd name="T78" fmla="*/ 0 w 860"/>
                <a:gd name="T79" fmla="*/ 0 h 1116"/>
                <a:gd name="T80" fmla="*/ 0 w 860"/>
                <a:gd name="T81" fmla="*/ 0 h 1116"/>
                <a:gd name="T82" fmla="*/ 0 w 860"/>
                <a:gd name="T83" fmla="*/ 0 h 1116"/>
                <a:gd name="T84" fmla="*/ 0 w 860"/>
                <a:gd name="T85" fmla="*/ 0 h 1116"/>
                <a:gd name="T86" fmla="*/ 0 w 860"/>
                <a:gd name="T87" fmla="*/ 0 h 1116"/>
                <a:gd name="T88" fmla="*/ 0 w 860"/>
                <a:gd name="T89" fmla="*/ 0 h 1116"/>
                <a:gd name="T90" fmla="*/ 0 w 860"/>
                <a:gd name="T91" fmla="*/ 0 h 11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0" h="1116">
                  <a:moveTo>
                    <a:pt x="157" y="570"/>
                  </a:moveTo>
                  <a:lnTo>
                    <a:pt x="0" y="687"/>
                  </a:lnTo>
                  <a:lnTo>
                    <a:pt x="105" y="744"/>
                  </a:lnTo>
                  <a:lnTo>
                    <a:pt x="99" y="785"/>
                  </a:lnTo>
                  <a:lnTo>
                    <a:pt x="244" y="797"/>
                  </a:lnTo>
                  <a:lnTo>
                    <a:pt x="285" y="802"/>
                  </a:lnTo>
                  <a:lnTo>
                    <a:pt x="354" y="936"/>
                  </a:lnTo>
                  <a:lnTo>
                    <a:pt x="482" y="954"/>
                  </a:lnTo>
                  <a:lnTo>
                    <a:pt x="569" y="994"/>
                  </a:lnTo>
                  <a:lnTo>
                    <a:pt x="558" y="1111"/>
                  </a:lnTo>
                  <a:lnTo>
                    <a:pt x="581" y="1116"/>
                  </a:lnTo>
                  <a:lnTo>
                    <a:pt x="674" y="919"/>
                  </a:lnTo>
                  <a:lnTo>
                    <a:pt x="633" y="872"/>
                  </a:lnTo>
                  <a:lnTo>
                    <a:pt x="639" y="832"/>
                  </a:lnTo>
                  <a:lnTo>
                    <a:pt x="698" y="785"/>
                  </a:lnTo>
                  <a:lnTo>
                    <a:pt x="656" y="767"/>
                  </a:lnTo>
                  <a:lnTo>
                    <a:pt x="663" y="739"/>
                  </a:lnTo>
                  <a:lnTo>
                    <a:pt x="698" y="744"/>
                  </a:lnTo>
                  <a:lnTo>
                    <a:pt x="743" y="779"/>
                  </a:lnTo>
                  <a:lnTo>
                    <a:pt x="796" y="779"/>
                  </a:lnTo>
                  <a:lnTo>
                    <a:pt x="825" y="832"/>
                  </a:lnTo>
                  <a:lnTo>
                    <a:pt x="860" y="837"/>
                  </a:lnTo>
                  <a:lnTo>
                    <a:pt x="848" y="797"/>
                  </a:lnTo>
                  <a:lnTo>
                    <a:pt x="855" y="756"/>
                  </a:lnTo>
                  <a:lnTo>
                    <a:pt x="808" y="669"/>
                  </a:lnTo>
                  <a:lnTo>
                    <a:pt x="831" y="605"/>
                  </a:lnTo>
                  <a:lnTo>
                    <a:pt x="813" y="576"/>
                  </a:lnTo>
                  <a:lnTo>
                    <a:pt x="843" y="478"/>
                  </a:lnTo>
                  <a:lnTo>
                    <a:pt x="721" y="471"/>
                  </a:lnTo>
                  <a:lnTo>
                    <a:pt x="541" y="361"/>
                  </a:lnTo>
                  <a:lnTo>
                    <a:pt x="499" y="274"/>
                  </a:lnTo>
                  <a:lnTo>
                    <a:pt x="453" y="279"/>
                  </a:lnTo>
                  <a:lnTo>
                    <a:pt x="511" y="192"/>
                  </a:lnTo>
                  <a:lnTo>
                    <a:pt x="494" y="122"/>
                  </a:lnTo>
                  <a:lnTo>
                    <a:pt x="541" y="105"/>
                  </a:lnTo>
                  <a:lnTo>
                    <a:pt x="593" y="18"/>
                  </a:lnTo>
                  <a:lnTo>
                    <a:pt x="552" y="0"/>
                  </a:lnTo>
                  <a:lnTo>
                    <a:pt x="523" y="24"/>
                  </a:lnTo>
                  <a:lnTo>
                    <a:pt x="302" y="94"/>
                  </a:lnTo>
                  <a:lnTo>
                    <a:pt x="290" y="134"/>
                  </a:lnTo>
                  <a:lnTo>
                    <a:pt x="232" y="244"/>
                  </a:lnTo>
                  <a:lnTo>
                    <a:pt x="180" y="262"/>
                  </a:lnTo>
                  <a:lnTo>
                    <a:pt x="157" y="326"/>
                  </a:lnTo>
                  <a:lnTo>
                    <a:pt x="174" y="478"/>
                  </a:lnTo>
                  <a:lnTo>
                    <a:pt x="140" y="500"/>
                  </a:lnTo>
                  <a:lnTo>
                    <a:pt x="157" y="570"/>
                  </a:lnTo>
                  <a:close/>
                </a:path>
              </a:pathLst>
            </a:custGeom>
            <a:solidFill>
              <a:srgbClr val="FFFFFF"/>
            </a:solidFill>
            <a:ln w="9525">
              <a:solidFill>
                <a:srgbClr val="000000"/>
              </a:solidFill>
              <a:round/>
              <a:headEnd/>
              <a:tailEnd/>
            </a:ln>
          </p:spPr>
          <p:txBody>
            <a:bodyPr/>
            <a:lstStyle/>
            <a:p>
              <a:endParaRPr lang="ko-KR" altLang="en-US"/>
            </a:p>
          </p:txBody>
        </p:sp>
        <p:sp>
          <p:nvSpPr>
            <p:cNvPr id="418544" name="Freeform 20">
              <a:extLst>
                <a:ext uri="{FF2B5EF4-FFF2-40B4-BE49-F238E27FC236}">
                  <a16:creationId xmlns:a16="http://schemas.microsoft.com/office/drawing/2014/main" id="{EBB45C1F-33F1-7B1A-363D-A00DC931F960}"/>
                </a:ext>
              </a:extLst>
            </p:cNvPr>
            <p:cNvSpPr>
              <a:spLocks/>
            </p:cNvSpPr>
            <p:nvPr/>
          </p:nvSpPr>
          <p:spPr bwMode="auto">
            <a:xfrm>
              <a:off x="1634" y="800"/>
              <a:ext cx="29" cy="32"/>
            </a:xfrm>
            <a:custGeom>
              <a:avLst/>
              <a:gdLst>
                <a:gd name="T0" fmla="*/ 0 w 361"/>
                <a:gd name="T1" fmla="*/ 0 h 412"/>
                <a:gd name="T2" fmla="*/ 0 w 361"/>
                <a:gd name="T3" fmla="*/ 0 h 412"/>
                <a:gd name="T4" fmla="*/ 0 w 361"/>
                <a:gd name="T5" fmla="*/ 0 h 412"/>
                <a:gd name="T6" fmla="*/ 0 w 361"/>
                <a:gd name="T7" fmla="*/ 0 h 412"/>
                <a:gd name="T8" fmla="*/ 0 w 361"/>
                <a:gd name="T9" fmla="*/ 0 h 412"/>
                <a:gd name="T10" fmla="*/ 0 w 361"/>
                <a:gd name="T11" fmla="*/ 0 h 412"/>
                <a:gd name="T12" fmla="*/ 0 w 361"/>
                <a:gd name="T13" fmla="*/ 0 h 412"/>
                <a:gd name="T14" fmla="*/ 0 w 361"/>
                <a:gd name="T15" fmla="*/ 0 h 412"/>
                <a:gd name="T16" fmla="*/ 0 w 361"/>
                <a:gd name="T17" fmla="*/ 0 h 412"/>
                <a:gd name="T18" fmla="*/ 0 w 361"/>
                <a:gd name="T19" fmla="*/ 0 h 412"/>
                <a:gd name="T20" fmla="*/ 0 w 361"/>
                <a:gd name="T21" fmla="*/ 0 h 412"/>
                <a:gd name="T22" fmla="*/ 0 w 361"/>
                <a:gd name="T23" fmla="*/ 0 h 412"/>
                <a:gd name="T24" fmla="*/ 0 w 361"/>
                <a:gd name="T25" fmla="*/ 0 h 412"/>
                <a:gd name="T26" fmla="*/ 0 w 361"/>
                <a:gd name="T27" fmla="*/ 0 h 412"/>
                <a:gd name="T28" fmla="*/ 0 w 361"/>
                <a:gd name="T29" fmla="*/ 0 h 412"/>
                <a:gd name="T30" fmla="*/ 0 w 361"/>
                <a:gd name="T31" fmla="*/ 0 h 4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1" h="412">
                  <a:moveTo>
                    <a:pt x="123" y="0"/>
                  </a:moveTo>
                  <a:lnTo>
                    <a:pt x="59" y="45"/>
                  </a:lnTo>
                  <a:lnTo>
                    <a:pt x="0" y="197"/>
                  </a:lnTo>
                  <a:lnTo>
                    <a:pt x="0" y="267"/>
                  </a:lnTo>
                  <a:lnTo>
                    <a:pt x="24" y="272"/>
                  </a:lnTo>
                  <a:lnTo>
                    <a:pt x="65" y="220"/>
                  </a:lnTo>
                  <a:lnTo>
                    <a:pt x="70" y="237"/>
                  </a:lnTo>
                  <a:lnTo>
                    <a:pt x="42" y="336"/>
                  </a:lnTo>
                  <a:lnTo>
                    <a:pt x="100" y="412"/>
                  </a:lnTo>
                  <a:lnTo>
                    <a:pt x="216" y="324"/>
                  </a:lnTo>
                  <a:lnTo>
                    <a:pt x="227" y="272"/>
                  </a:lnTo>
                  <a:lnTo>
                    <a:pt x="309" y="249"/>
                  </a:lnTo>
                  <a:lnTo>
                    <a:pt x="361" y="110"/>
                  </a:lnTo>
                  <a:lnTo>
                    <a:pt x="216" y="98"/>
                  </a:lnTo>
                  <a:lnTo>
                    <a:pt x="222" y="57"/>
                  </a:lnTo>
                  <a:lnTo>
                    <a:pt x="123" y="0"/>
                  </a:lnTo>
                  <a:close/>
                </a:path>
              </a:pathLst>
            </a:custGeom>
            <a:solidFill>
              <a:srgbClr val="FFFFFF"/>
            </a:solidFill>
            <a:ln w="9525">
              <a:solidFill>
                <a:srgbClr val="000000"/>
              </a:solidFill>
              <a:round/>
              <a:headEnd/>
              <a:tailEnd/>
            </a:ln>
          </p:spPr>
          <p:txBody>
            <a:bodyPr/>
            <a:lstStyle/>
            <a:p>
              <a:endParaRPr lang="ko-KR" altLang="en-US"/>
            </a:p>
          </p:txBody>
        </p:sp>
        <p:sp>
          <p:nvSpPr>
            <p:cNvPr id="418545" name="Freeform 21">
              <a:extLst>
                <a:ext uri="{FF2B5EF4-FFF2-40B4-BE49-F238E27FC236}">
                  <a16:creationId xmlns:a16="http://schemas.microsoft.com/office/drawing/2014/main" id="{60A05667-AD34-4F79-D2A5-5675AFA2F21A}"/>
                </a:ext>
              </a:extLst>
            </p:cNvPr>
            <p:cNvSpPr>
              <a:spLocks/>
            </p:cNvSpPr>
            <p:nvPr/>
          </p:nvSpPr>
          <p:spPr bwMode="auto">
            <a:xfrm>
              <a:off x="1680" y="751"/>
              <a:ext cx="78" cy="63"/>
            </a:xfrm>
            <a:custGeom>
              <a:avLst/>
              <a:gdLst>
                <a:gd name="T0" fmla="*/ 0 w 977"/>
                <a:gd name="T1" fmla="*/ 0 h 808"/>
                <a:gd name="T2" fmla="*/ 0 w 977"/>
                <a:gd name="T3" fmla="*/ 0 h 808"/>
                <a:gd name="T4" fmla="*/ 0 w 977"/>
                <a:gd name="T5" fmla="*/ 0 h 808"/>
                <a:gd name="T6" fmla="*/ 0 w 977"/>
                <a:gd name="T7" fmla="*/ 0 h 808"/>
                <a:gd name="T8" fmla="*/ 0 w 977"/>
                <a:gd name="T9" fmla="*/ 0 h 808"/>
                <a:gd name="T10" fmla="*/ 0 w 977"/>
                <a:gd name="T11" fmla="*/ 0 h 808"/>
                <a:gd name="T12" fmla="*/ 0 w 977"/>
                <a:gd name="T13" fmla="*/ 0 h 808"/>
                <a:gd name="T14" fmla="*/ 0 w 977"/>
                <a:gd name="T15" fmla="*/ 0 h 808"/>
                <a:gd name="T16" fmla="*/ 0 w 977"/>
                <a:gd name="T17" fmla="*/ 0 h 808"/>
                <a:gd name="T18" fmla="*/ 0 w 977"/>
                <a:gd name="T19" fmla="*/ 0 h 808"/>
                <a:gd name="T20" fmla="*/ 0 w 977"/>
                <a:gd name="T21" fmla="*/ 0 h 808"/>
                <a:gd name="T22" fmla="*/ 0 w 977"/>
                <a:gd name="T23" fmla="*/ 0 h 808"/>
                <a:gd name="T24" fmla="*/ 0 w 977"/>
                <a:gd name="T25" fmla="*/ 0 h 808"/>
                <a:gd name="T26" fmla="*/ 0 w 977"/>
                <a:gd name="T27" fmla="*/ 0 h 808"/>
                <a:gd name="T28" fmla="*/ 0 w 977"/>
                <a:gd name="T29" fmla="*/ 0 h 808"/>
                <a:gd name="T30" fmla="*/ 0 w 977"/>
                <a:gd name="T31" fmla="*/ 0 h 808"/>
                <a:gd name="T32" fmla="*/ 0 w 977"/>
                <a:gd name="T33" fmla="*/ 0 h 808"/>
                <a:gd name="T34" fmla="*/ 0 w 977"/>
                <a:gd name="T35" fmla="*/ 0 h 808"/>
                <a:gd name="T36" fmla="*/ 0 w 977"/>
                <a:gd name="T37" fmla="*/ 0 h 808"/>
                <a:gd name="T38" fmla="*/ 0 w 977"/>
                <a:gd name="T39" fmla="*/ 0 h 808"/>
                <a:gd name="T40" fmla="*/ 0 w 977"/>
                <a:gd name="T41" fmla="*/ 0 h 808"/>
                <a:gd name="T42" fmla="*/ 0 w 977"/>
                <a:gd name="T43" fmla="*/ 0 h 808"/>
                <a:gd name="T44" fmla="*/ 0 w 977"/>
                <a:gd name="T45" fmla="*/ 0 h 808"/>
                <a:gd name="T46" fmla="*/ 0 w 977"/>
                <a:gd name="T47" fmla="*/ 0 h 808"/>
                <a:gd name="T48" fmla="*/ 0 w 977"/>
                <a:gd name="T49" fmla="*/ 0 h 808"/>
                <a:gd name="T50" fmla="*/ 0 w 977"/>
                <a:gd name="T51" fmla="*/ 0 h 808"/>
                <a:gd name="T52" fmla="*/ 0 w 977"/>
                <a:gd name="T53" fmla="*/ 0 h 808"/>
                <a:gd name="T54" fmla="*/ 0 w 977"/>
                <a:gd name="T55" fmla="*/ 0 h 808"/>
                <a:gd name="T56" fmla="*/ 0 w 977"/>
                <a:gd name="T57" fmla="*/ 0 h 808"/>
                <a:gd name="T58" fmla="*/ 0 w 977"/>
                <a:gd name="T59" fmla="*/ 0 h 808"/>
                <a:gd name="T60" fmla="*/ 0 w 977"/>
                <a:gd name="T61" fmla="*/ 0 h 808"/>
                <a:gd name="T62" fmla="*/ 0 w 977"/>
                <a:gd name="T63" fmla="*/ 0 h 808"/>
                <a:gd name="T64" fmla="*/ 0 w 977"/>
                <a:gd name="T65" fmla="*/ 0 h 808"/>
                <a:gd name="T66" fmla="*/ 0 w 977"/>
                <a:gd name="T67" fmla="*/ 0 h 808"/>
                <a:gd name="T68" fmla="*/ 0 w 977"/>
                <a:gd name="T69" fmla="*/ 0 h 808"/>
                <a:gd name="T70" fmla="*/ 0 w 977"/>
                <a:gd name="T71" fmla="*/ 0 h 808"/>
                <a:gd name="T72" fmla="*/ 0 w 977"/>
                <a:gd name="T73" fmla="*/ 0 h 808"/>
                <a:gd name="T74" fmla="*/ 0 w 977"/>
                <a:gd name="T75" fmla="*/ 0 h 808"/>
                <a:gd name="T76" fmla="*/ 0 w 977"/>
                <a:gd name="T77" fmla="*/ 0 h 808"/>
                <a:gd name="T78" fmla="*/ 0 w 977"/>
                <a:gd name="T79" fmla="*/ 0 h 80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77" h="808">
                  <a:moveTo>
                    <a:pt x="75" y="52"/>
                  </a:moveTo>
                  <a:lnTo>
                    <a:pt x="93" y="134"/>
                  </a:lnTo>
                  <a:lnTo>
                    <a:pt x="139" y="180"/>
                  </a:lnTo>
                  <a:lnTo>
                    <a:pt x="145" y="146"/>
                  </a:lnTo>
                  <a:lnTo>
                    <a:pt x="127" y="87"/>
                  </a:lnTo>
                  <a:lnTo>
                    <a:pt x="174" y="64"/>
                  </a:lnTo>
                  <a:lnTo>
                    <a:pt x="197" y="0"/>
                  </a:lnTo>
                  <a:lnTo>
                    <a:pt x="319" y="52"/>
                  </a:lnTo>
                  <a:lnTo>
                    <a:pt x="354" y="111"/>
                  </a:lnTo>
                  <a:lnTo>
                    <a:pt x="750" y="146"/>
                  </a:lnTo>
                  <a:lnTo>
                    <a:pt x="750" y="174"/>
                  </a:lnTo>
                  <a:lnTo>
                    <a:pt x="855" y="238"/>
                  </a:lnTo>
                  <a:lnTo>
                    <a:pt x="849" y="290"/>
                  </a:lnTo>
                  <a:lnTo>
                    <a:pt x="977" y="372"/>
                  </a:lnTo>
                  <a:lnTo>
                    <a:pt x="872" y="395"/>
                  </a:lnTo>
                  <a:lnTo>
                    <a:pt x="901" y="442"/>
                  </a:lnTo>
                  <a:lnTo>
                    <a:pt x="872" y="470"/>
                  </a:lnTo>
                  <a:lnTo>
                    <a:pt x="849" y="470"/>
                  </a:lnTo>
                  <a:lnTo>
                    <a:pt x="855" y="564"/>
                  </a:lnTo>
                  <a:lnTo>
                    <a:pt x="820" y="639"/>
                  </a:lnTo>
                  <a:lnTo>
                    <a:pt x="727" y="627"/>
                  </a:lnTo>
                  <a:lnTo>
                    <a:pt x="698" y="645"/>
                  </a:lnTo>
                  <a:lnTo>
                    <a:pt x="570" y="569"/>
                  </a:lnTo>
                  <a:lnTo>
                    <a:pt x="546" y="592"/>
                  </a:lnTo>
                  <a:lnTo>
                    <a:pt x="633" y="714"/>
                  </a:lnTo>
                  <a:lnTo>
                    <a:pt x="511" y="808"/>
                  </a:lnTo>
                  <a:lnTo>
                    <a:pt x="401" y="784"/>
                  </a:lnTo>
                  <a:lnTo>
                    <a:pt x="389" y="744"/>
                  </a:lnTo>
                  <a:lnTo>
                    <a:pt x="396" y="703"/>
                  </a:lnTo>
                  <a:lnTo>
                    <a:pt x="354" y="622"/>
                  </a:lnTo>
                  <a:lnTo>
                    <a:pt x="372" y="552"/>
                  </a:lnTo>
                  <a:lnTo>
                    <a:pt x="354" y="523"/>
                  </a:lnTo>
                  <a:lnTo>
                    <a:pt x="384" y="425"/>
                  </a:lnTo>
                  <a:lnTo>
                    <a:pt x="250" y="413"/>
                  </a:lnTo>
                  <a:lnTo>
                    <a:pt x="70" y="308"/>
                  </a:lnTo>
                  <a:lnTo>
                    <a:pt x="40" y="221"/>
                  </a:lnTo>
                  <a:lnTo>
                    <a:pt x="0" y="226"/>
                  </a:lnTo>
                  <a:lnTo>
                    <a:pt x="52" y="139"/>
                  </a:lnTo>
                  <a:lnTo>
                    <a:pt x="35" y="69"/>
                  </a:lnTo>
                  <a:lnTo>
                    <a:pt x="75" y="52"/>
                  </a:lnTo>
                  <a:close/>
                </a:path>
              </a:pathLst>
            </a:custGeom>
            <a:solidFill>
              <a:srgbClr val="FFFFFF"/>
            </a:solidFill>
            <a:ln w="9525">
              <a:solidFill>
                <a:srgbClr val="000000"/>
              </a:solidFill>
              <a:round/>
              <a:headEnd/>
              <a:tailEnd/>
            </a:ln>
          </p:spPr>
          <p:txBody>
            <a:bodyPr/>
            <a:lstStyle/>
            <a:p>
              <a:endParaRPr lang="ko-KR" altLang="en-US"/>
            </a:p>
          </p:txBody>
        </p:sp>
        <p:sp>
          <p:nvSpPr>
            <p:cNvPr id="418546" name="Freeform 22">
              <a:extLst>
                <a:ext uri="{FF2B5EF4-FFF2-40B4-BE49-F238E27FC236}">
                  <a16:creationId xmlns:a16="http://schemas.microsoft.com/office/drawing/2014/main" id="{B2D0A2D6-6C20-3989-6219-2438CA67135D}"/>
                </a:ext>
              </a:extLst>
            </p:cNvPr>
            <p:cNvSpPr>
              <a:spLocks/>
            </p:cNvSpPr>
            <p:nvPr/>
          </p:nvSpPr>
          <p:spPr bwMode="auto">
            <a:xfrm>
              <a:off x="1631" y="809"/>
              <a:ext cx="66" cy="100"/>
            </a:xfrm>
            <a:custGeom>
              <a:avLst/>
              <a:gdLst>
                <a:gd name="T0" fmla="*/ 0 w 825"/>
                <a:gd name="T1" fmla="*/ 0 h 1283"/>
                <a:gd name="T2" fmla="*/ 0 w 825"/>
                <a:gd name="T3" fmla="*/ 0 h 1283"/>
                <a:gd name="T4" fmla="*/ 0 w 825"/>
                <a:gd name="T5" fmla="*/ 0 h 1283"/>
                <a:gd name="T6" fmla="*/ 0 w 825"/>
                <a:gd name="T7" fmla="*/ 0 h 1283"/>
                <a:gd name="T8" fmla="*/ 0 w 825"/>
                <a:gd name="T9" fmla="*/ 0 h 1283"/>
                <a:gd name="T10" fmla="*/ 0 w 825"/>
                <a:gd name="T11" fmla="*/ 0 h 1283"/>
                <a:gd name="T12" fmla="*/ 0 w 825"/>
                <a:gd name="T13" fmla="*/ 0 h 1283"/>
                <a:gd name="T14" fmla="*/ 0 w 825"/>
                <a:gd name="T15" fmla="*/ 0 h 1283"/>
                <a:gd name="T16" fmla="*/ 0 w 825"/>
                <a:gd name="T17" fmla="*/ 0 h 1283"/>
                <a:gd name="T18" fmla="*/ 0 w 825"/>
                <a:gd name="T19" fmla="*/ 0 h 1283"/>
                <a:gd name="T20" fmla="*/ 0 w 825"/>
                <a:gd name="T21" fmla="*/ 0 h 1283"/>
                <a:gd name="T22" fmla="*/ 0 w 825"/>
                <a:gd name="T23" fmla="*/ 0 h 1283"/>
                <a:gd name="T24" fmla="*/ 0 w 825"/>
                <a:gd name="T25" fmla="*/ 0 h 1283"/>
                <a:gd name="T26" fmla="*/ 0 w 825"/>
                <a:gd name="T27" fmla="*/ 0 h 1283"/>
                <a:gd name="T28" fmla="*/ 0 w 825"/>
                <a:gd name="T29" fmla="*/ 0 h 1283"/>
                <a:gd name="T30" fmla="*/ 0 w 825"/>
                <a:gd name="T31" fmla="*/ 0 h 1283"/>
                <a:gd name="T32" fmla="*/ 0 w 825"/>
                <a:gd name="T33" fmla="*/ 0 h 1283"/>
                <a:gd name="T34" fmla="*/ 0 w 825"/>
                <a:gd name="T35" fmla="*/ 0 h 1283"/>
                <a:gd name="T36" fmla="*/ 0 w 825"/>
                <a:gd name="T37" fmla="*/ 0 h 1283"/>
                <a:gd name="T38" fmla="*/ 0 w 825"/>
                <a:gd name="T39" fmla="*/ 0 h 1283"/>
                <a:gd name="T40" fmla="*/ 0 w 825"/>
                <a:gd name="T41" fmla="*/ 0 h 1283"/>
                <a:gd name="T42" fmla="*/ 0 w 825"/>
                <a:gd name="T43" fmla="*/ 0 h 1283"/>
                <a:gd name="T44" fmla="*/ 0 w 825"/>
                <a:gd name="T45" fmla="*/ 0 h 1283"/>
                <a:gd name="T46" fmla="*/ 0 w 825"/>
                <a:gd name="T47" fmla="*/ 0 h 1283"/>
                <a:gd name="T48" fmla="*/ 0 w 825"/>
                <a:gd name="T49" fmla="*/ 0 h 1283"/>
                <a:gd name="T50" fmla="*/ 0 w 825"/>
                <a:gd name="T51" fmla="*/ 0 h 1283"/>
                <a:gd name="T52" fmla="*/ 0 w 825"/>
                <a:gd name="T53" fmla="*/ 0 h 1283"/>
                <a:gd name="T54" fmla="*/ 0 w 825"/>
                <a:gd name="T55" fmla="*/ 0 h 1283"/>
                <a:gd name="T56" fmla="*/ 0 w 825"/>
                <a:gd name="T57" fmla="*/ 0 h 1283"/>
                <a:gd name="T58" fmla="*/ 0 w 825"/>
                <a:gd name="T59" fmla="*/ 0 h 1283"/>
                <a:gd name="T60" fmla="*/ 0 w 825"/>
                <a:gd name="T61" fmla="*/ 0 h 1283"/>
                <a:gd name="T62" fmla="*/ 0 w 825"/>
                <a:gd name="T63" fmla="*/ 0 h 1283"/>
                <a:gd name="T64" fmla="*/ 0 w 825"/>
                <a:gd name="T65" fmla="*/ 0 h 1283"/>
                <a:gd name="T66" fmla="*/ 0 w 825"/>
                <a:gd name="T67" fmla="*/ 0 h 1283"/>
                <a:gd name="T68" fmla="*/ 0 w 825"/>
                <a:gd name="T69" fmla="*/ 0 h 1283"/>
                <a:gd name="T70" fmla="*/ 0 w 825"/>
                <a:gd name="T71" fmla="*/ 0 h 1283"/>
                <a:gd name="T72" fmla="*/ 0 w 825"/>
                <a:gd name="T73" fmla="*/ 0 h 1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5" h="1283">
                  <a:moveTo>
                    <a:pt x="87" y="226"/>
                  </a:moveTo>
                  <a:lnTo>
                    <a:pt x="0" y="291"/>
                  </a:lnTo>
                  <a:lnTo>
                    <a:pt x="5" y="406"/>
                  </a:lnTo>
                  <a:lnTo>
                    <a:pt x="92" y="470"/>
                  </a:lnTo>
                  <a:lnTo>
                    <a:pt x="104" y="551"/>
                  </a:lnTo>
                  <a:lnTo>
                    <a:pt x="157" y="575"/>
                  </a:lnTo>
                  <a:lnTo>
                    <a:pt x="168" y="725"/>
                  </a:lnTo>
                  <a:lnTo>
                    <a:pt x="284" y="854"/>
                  </a:lnTo>
                  <a:lnTo>
                    <a:pt x="284" y="952"/>
                  </a:lnTo>
                  <a:lnTo>
                    <a:pt x="417" y="1115"/>
                  </a:lnTo>
                  <a:lnTo>
                    <a:pt x="604" y="1179"/>
                  </a:lnTo>
                  <a:lnTo>
                    <a:pt x="650" y="1283"/>
                  </a:lnTo>
                  <a:lnTo>
                    <a:pt x="766" y="1168"/>
                  </a:lnTo>
                  <a:lnTo>
                    <a:pt x="772" y="1086"/>
                  </a:lnTo>
                  <a:lnTo>
                    <a:pt x="825" y="976"/>
                  </a:lnTo>
                  <a:lnTo>
                    <a:pt x="755" y="819"/>
                  </a:lnTo>
                  <a:lnTo>
                    <a:pt x="696" y="778"/>
                  </a:lnTo>
                  <a:lnTo>
                    <a:pt x="708" y="714"/>
                  </a:lnTo>
                  <a:lnTo>
                    <a:pt x="673" y="680"/>
                  </a:lnTo>
                  <a:lnTo>
                    <a:pt x="598" y="714"/>
                  </a:lnTo>
                  <a:lnTo>
                    <a:pt x="551" y="650"/>
                  </a:lnTo>
                  <a:lnTo>
                    <a:pt x="493" y="697"/>
                  </a:lnTo>
                  <a:lnTo>
                    <a:pt x="469" y="586"/>
                  </a:lnTo>
                  <a:lnTo>
                    <a:pt x="528" y="488"/>
                  </a:lnTo>
                  <a:lnTo>
                    <a:pt x="534" y="436"/>
                  </a:lnTo>
                  <a:lnTo>
                    <a:pt x="743" y="319"/>
                  </a:lnTo>
                  <a:lnTo>
                    <a:pt x="720" y="314"/>
                  </a:lnTo>
                  <a:lnTo>
                    <a:pt x="731" y="197"/>
                  </a:lnTo>
                  <a:lnTo>
                    <a:pt x="650" y="157"/>
                  </a:lnTo>
                  <a:lnTo>
                    <a:pt x="516" y="139"/>
                  </a:lnTo>
                  <a:lnTo>
                    <a:pt x="447" y="5"/>
                  </a:lnTo>
                  <a:lnTo>
                    <a:pt x="406" y="0"/>
                  </a:lnTo>
                  <a:lnTo>
                    <a:pt x="354" y="139"/>
                  </a:lnTo>
                  <a:lnTo>
                    <a:pt x="272" y="162"/>
                  </a:lnTo>
                  <a:lnTo>
                    <a:pt x="261" y="226"/>
                  </a:lnTo>
                  <a:lnTo>
                    <a:pt x="139" y="308"/>
                  </a:lnTo>
                  <a:lnTo>
                    <a:pt x="87" y="226"/>
                  </a:lnTo>
                  <a:close/>
                </a:path>
              </a:pathLst>
            </a:custGeom>
            <a:solidFill>
              <a:srgbClr val="FFFFFF"/>
            </a:solidFill>
            <a:ln w="9525">
              <a:solidFill>
                <a:srgbClr val="000000"/>
              </a:solidFill>
              <a:round/>
              <a:headEnd/>
              <a:tailEnd/>
            </a:ln>
          </p:spPr>
          <p:txBody>
            <a:bodyPr/>
            <a:lstStyle/>
            <a:p>
              <a:endParaRPr lang="ko-KR" altLang="en-US"/>
            </a:p>
          </p:txBody>
        </p:sp>
        <p:sp>
          <p:nvSpPr>
            <p:cNvPr id="418547" name="Freeform 23">
              <a:extLst>
                <a:ext uri="{FF2B5EF4-FFF2-40B4-BE49-F238E27FC236}">
                  <a16:creationId xmlns:a16="http://schemas.microsoft.com/office/drawing/2014/main" id="{623356C0-AEDB-A767-7E80-892E15E59FDA}"/>
                </a:ext>
              </a:extLst>
            </p:cNvPr>
            <p:cNvSpPr>
              <a:spLocks/>
            </p:cNvSpPr>
            <p:nvPr/>
          </p:nvSpPr>
          <p:spPr bwMode="auto">
            <a:xfrm>
              <a:off x="1662" y="904"/>
              <a:ext cx="38" cy="187"/>
            </a:xfrm>
            <a:custGeom>
              <a:avLst/>
              <a:gdLst>
                <a:gd name="T0" fmla="*/ 0 w 471"/>
                <a:gd name="T1" fmla="*/ 0 h 2399"/>
                <a:gd name="T2" fmla="*/ 0 w 471"/>
                <a:gd name="T3" fmla="*/ 0 h 2399"/>
                <a:gd name="T4" fmla="*/ 0 w 471"/>
                <a:gd name="T5" fmla="*/ 0 h 2399"/>
                <a:gd name="T6" fmla="*/ 0 w 471"/>
                <a:gd name="T7" fmla="*/ 0 h 2399"/>
                <a:gd name="T8" fmla="*/ 0 w 471"/>
                <a:gd name="T9" fmla="*/ 0 h 2399"/>
                <a:gd name="T10" fmla="*/ 0 w 471"/>
                <a:gd name="T11" fmla="*/ 0 h 2399"/>
                <a:gd name="T12" fmla="*/ 0 w 471"/>
                <a:gd name="T13" fmla="*/ 0 h 2399"/>
                <a:gd name="T14" fmla="*/ 0 w 471"/>
                <a:gd name="T15" fmla="*/ 0 h 2399"/>
                <a:gd name="T16" fmla="*/ 0 w 471"/>
                <a:gd name="T17" fmla="*/ 0 h 2399"/>
                <a:gd name="T18" fmla="*/ 0 w 471"/>
                <a:gd name="T19" fmla="*/ 0 h 2399"/>
                <a:gd name="T20" fmla="*/ 0 w 471"/>
                <a:gd name="T21" fmla="*/ 0 h 2399"/>
                <a:gd name="T22" fmla="*/ 0 w 471"/>
                <a:gd name="T23" fmla="*/ 0 h 2399"/>
                <a:gd name="T24" fmla="*/ 0 w 471"/>
                <a:gd name="T25" fmla="*/ 0 h 2399"/>
                <a:gd name="T26" fmla="*/ 0 w 471"/>
                <a:gd name="T27" fmla="*/ 0 h 2399"/>
                <a:gd name="T28" fmla="*/ 0 w 471"/>
                <a:gd name="T29" fmla="*/ 0 h 2399"/>
                <a:gd name="T30" fmla="*/ 0 w 471"/>
                <a:gd name="T31" fmla="*/ 0 h 2399"/>
                <a:gd name="T32" fmla="*/ 0 w 471"/>
                <a:gd name="T33" fmla="*/ 0 h 2399"/>
                <a:gd name="T34" fmla="*/ 0 w 471"/>
                <a:gd name="T35" fmla="*/ 0 h 2399"/>
                <a:gd name="T36" fmla="*/ 0 w 471"/>
                <a:gd name="T37" fmla="*/ 0 h 2399"/>
                <a:gd name="T38" fmla="*/ 0 w 471"/>
                <a:gd name="T39" fmla="*/ 0 h 2399"/>
                <a:gd name="T40" fmla="*/ 0 w 471"/>
                <a:gd name="T41" fmla="*/ 0 h 2399"/>
                <a:gd name="T42" fmla="*/ 0 w 471"/>
                <a:gd name="T43" fmla="*/ 0 h 2399"/>
                <a:gd name="T44" fmla="*/ 0 w 471"/>
                <a:gd name="T45" fmla="*/ 0 h 2399"/>
                <a:gd name="T46" fmla="*/ 0 w 471"/>
                <a:gd name="T47" fmla="*/ 0 h 2399"/>
                <a:gd name="T48" fmla="*/ 0 w 471"/>
                <a:gd name="T49" fmla="*/ 0 h 2399"/>
                <a:gd name="T50" fmla="*/ 0 w 471"/>
                <a:gd name="T51" fmla="*/ 0 h 2399"/>
                <a:gd name="T52" fmla="*/ 0 w 471"/>
                <a:gd name="T53" fmla="*/ 0 h 2399"/>
                <a:gd name="T54" fmla="*/ 0 w 471"/>
                <a:gd name="T55" fmla="*/ 0 h 2399"/>
                <a:gd name="T56" fmla="*/ 0 w 471"/>
                <a:gd name="T57" fmla="*/ 0 h 2399"/>
                <a:gd name="T58" fmla="*/ 0 w 471"/>
                <a:gd name="T59" fmla="*/ 0 h 2399"/>
                <a:gd name="T60" fmla="*/ 0 w 471"/>
                <a:gd name="T61" fmla="*/ 0 h 2399"/>
                <a:gd name="T62" fmla="*/ 0 w 471"/>
                <a:gd name="T63" fmla="*/ 0 h 23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71" h="2399">
                  <a:moveTo>
                    <a:pt x="250" y="63"/>
                  </a:moveTo>
                  <a:lnTo>
                    <a:pt x="285" y="133"/>
                  </a:lnTo>
                  <a:lnTo>
                    <a:pt x="233" y="558"/>
                  </a:lnTo>
                  <a:lnTo>
                    <a:pt x="268" y="586"/>
                  </a:lnTo>
                  <a:lnTo>
                    <a:pt x="204" y="650"/>
                  </a:lnTo>
                  <a:lnTo>
                    <a:pt x="163" y="830"/>
                  </a:lnTo>
                  <a:lnTo>
                    <a:pt x="204" y="929"/>
                  </a:lnTo>
                  <a:lnTo>
                    <a:pt x="128" y="1208"/>
                  </a:lnTo>
                  <a:lnTo>
                    <a:pt x="69" y="1324"/>
                  </a:lnTo>
                  <a:lnTo>
                    <a:pt x="93" y="1417"/>
                  </a:lnTo>
                  <a:lnTo>
                    <a:pt x="87" y="1550"/>
                  </a:lnTo>
                  <a:lnTo>
                    <a:pt x="128" y="1632"/>
                  </a:lnTo>
                  <a:lnTo>
                    <a:pt x="139" y="1679"/>
                  </a:lnTo>
                  <a:lnTo>
                    <a:pt x="93" y="1719"/>
                  </a:lnTo>
                  <a:lnTo>
                    <a:pt x="128" y="1812"/>
                  </a:lnTo>
                  <a:lnTo>
                    <a:pt x="104" y="1864"/>
                  </a:lnTo>
                  <a:lnTo>
                    <a:pt x="6" y="1899"/>
                  </a:lnTo>
                  <a:lnTo>
                    <a:pt x="0" y="1928"/>
                  </a:lnTo>
                  <a:lnTo>
                    <a:pt x="52" y="1946"/>
                  </a:lnTo>
                  <a:lnTo>
                    <a:pt x="41" y="1998"/>
                  </a:lnTo>
                  <a:lnTo>
                    <a:pt x="81" y="2021"/>
                  </a:lnTo>
                  <a:lnTo>
                    <a:pt x="59" y="2068"/>
                  </a:lnTo>
                  <a:lnTo>
                    <a:pt x="41" y="2172"/>
                  </a:lnTo>
                  <a:lnTo>
                    <a:pt x="69" y="2260"/>
                  </a:lnTo>
                  <a:lnTo>
                    <a:pt x="93" y="2282"/>
                  </a:lnTo>
                  <a:lnTo>
                    <a:pt x="104" y="2358"/>
                  </a:lnTo>
                  <a:lnTo>
                    <a:pt x="134" y="2364"/>
                  </a:lnTo>
                  <a:lnTo>
                    <a:pt x="151" y="2352"/>
                  </a:lnTo>
                  <a:lnTo>
                    <a:pt x="163" y="2329"/>
                  </a:lnTo>
                  <a:lnTo>
                    <a:pt x="174" y="2340"/>
                  </a:lnTo>
                  <a:lnTo>
                    <a:pt x="157" y="2382"/>
                  </a:lnTo>
                  <a:lnTo>
                    <a:pt x="192" y="2399"/>
                  </a:lnTo>
                  <a:lnTo>
                    <a:pt x="256" y="2364"/>
                  </a:lnTo>
                  <a:lnTo>
                    <a:pt x="279" y="2329"/>
                  </a:lnTo>
                  <a:lnTo>
                    <a:pt x="238" y="2317"/>
                  </a:lnTo>
                  <a:lnTo>
                    <a:pt x="221" y="2335"/>
                  </a:lnTo>
                  <a:lnTo>
                    <a:pt x="169" y="2312"/>
                  </a:lnTo>
                  <a:lnTo>
                    <a:pt x="157" y="2271"/>
                  </a:lnTo>
                  <a:lnTo>
                    <a:pt x="93" y="2248"/>
                  </a:lnTo>
                  <a:lnTo>
                    <a:pt x="93" y="2166"/>
                  </a:lnTo>
                  <a:lnTo>
                    <a:pt x="146" y="2114"/>
                  </a:lnTo>
                  <a:lnTo>
                    <a:pt x="157" y="2045"/>
                  </a:lnTo>
                  <a:lnTo>
                    <a:pt x="122" y="2010"/>
                  </a:lnTo>
                  <a:lnTo>
                    <a:pt x="122" y="1998"/>
                  </a:lnTo>
                  <a:lnTo>
                    <a:pt x="157" y="1963"/>
                  </a:lnTo>
                  <a:lnTo>
                    <a:pt x="163" y="1911"/>
                  </a:lnTo>
                  <a:lnTo>
                    <a:pt x="181" y="1888"/>
                  </a:lnTo>
                  <a:lnTo>
                    <a:pt x="204" y="1836"/>
                  </a:lnTo>
                  <a:lnTo>
                    <a:pt x="198" y="1801"/>
                  </a:lnTo>
                  <a:lnTo>
                    <a:pt x="221" y="1306"/>
                  </a:lnTo>
                  <a:lnTo>
                    <a:pt x="308" y="1278"/>
                  </a:lnTo>
                  <a:lnTo>
                    <a:pt x="314" y="1243"/>
                  </a:lnTo>
                  <a:lnTo>
                    <a:pt x="261" y="1214"/>
                  </a:lnTo>
                  <a:lnTo>
                    <a:pt x="291" y="1092"/>
                  </a:lnTo>
                  <a:lnTo>
                    <a:pt x="261" y="900"/>
                  </a:lnTo>
                  <a:lnTo>
                    <a:pt x="383" y="621"/>
                  </a:lnTo>
                  <a:lnTo>
                    <a:pt x="383" y="511"/>
                  </a:lnTo>
                  <a:lnTo>
                    <a:pt x="418" y="471"/>
                  </a:lnTo>
                  <a:lnTo>
                    <a:pt x="460" y="488"/>
                  </a:lnTo>
                  <a:lnTo>
                    <a:pt x="471" y="464"/>
                  </a:lnTo>
                  <a:lnTo>
                    <a:pt x="471" y="394"/>
                  </a:lnTo>
                  <a:lnTo>
                    <a:pt x="425" y="354"/>
                  </a:lnTo>
                  <a:lnTo>
                    <a:pt x="372" y="11"/>
                  </a:lnTo>
                  <a:lnTo>
                    <a:pt x="314" y="0"/>
                  </a:lnTo>
                  <a:lnTo>
                    <a:pt x="250" y="63"/>
                  </a:lnTo>
                  <a:close/>
                </a:path>
              </a:pathLst>
            </a:custGeom>
            <a:solidFill>
              <a:srgbClr val="FFFFFF"/>
            </a:solidFill>
            <a:ln w="9525">
              <a:solidFill>
                <a:srgbClr val="000000"/>
              </a:solidFill>
              <a:round/>
              <a:headEnd/>
              <a:tailEnd/>
            </a:ln>
          </p:spPr>
          <p:txBody>
            <a:bodyPr/>
            <a:lstStyle/>
            <a:p>
              <a:endParaRPr lang="ko-KR" altLang="en-US"/>
            </a:p>
          </p:txBody>
        </p:sp>
        <p:sp>
          <p:nvSpPr>
            <p:cNvPr id="418548" name="Freeform 24">
              <a:extLst>
                <a:ext uri="{FF2B5EF4-FFF2-40B4-BE49-F238E27FC236}">
                  <a16:creationId xmlns:a16="http://schemas.microsoft.com/office/drawing/2014/main" id="{00935C91-E3A0-F634-CA51-D80BB8EE81AA}"/>
                </a:ext>
              </a:extLst>
            </p:cNvPr>
            <p:cNvSpPr>
              <a:spLocks/>
            </p:cNvSpPr>
            <p:nvPr/>
          </p:nvSpPr>
          <p:spPr bwMode="auto">
            <a:xfrm>
              <a:off x="1662" y="1046"/>
              <a:ext cx="3" cy="2"/>
            </a:xfrm>
            <a:custGeom>
              <a:avLst/>
              <a:gdLst>
                <a:gd name="T0" fmla="*/ 0 w 29"/>
                <a:gd name="T1" fmla="*/ 0 h 29"/>
                <a:gd name="T2" fmla="*/ 0 w 29"/>
                <a:gd name="T3" fmla="*/ 0 h 29"/>
                <a:gd name="T4" fmla="*/ 0 w 29"/>
                <a:gd name="T5" fmla="*/ 0 h 29"/>
                <a:gd name="T6" fmla="*/ 0 w 29"/>
                <a:gd name="T7" fmla="*/ 0 h 29"/>
                <a:gd name="T8" fmla="*/ 0 w 29"/>
                <a:gd name="T9" fmla="*/ 0 h 29"/>
                <a:gd name="T10" fmla="*/ 0 w 29"/>
                <a:gd name="T11" fmla="*/ 0 h 2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 h="29">
                  <a:moveTo>
                    <a:pt x="6" y="0"/>
                  </a:moveTo>
                  <a:lnTo>
                    <a:pt x="0" y="11"/>
                  </a:lnTo>
                  <a:lnTo>
                    <a:pt x="6" y="29"/>
                  </a:lnTo>
                  <a:lnTo>
                    <a:pt x="29" y="18"/>
                  </a:lnTo>
                  <a:lnTo>
                    <a:pt x="17" y="6"/>
                  </a:lnTo>
                  <a:lnTo>
                    <a:pt x="6" y="0"/>
                  </a:lnTo>
                  <a:close/>
                </a:path>
              </a:pathLst>
            </a:custGeom>
            <a:solidFill>
              <a:srgbClr val="FFFFFF"/>
            </a:solidFill>
            <a:ln w="9525">
              <a:solidFill>
                <a:srgbClr val="000000"/>
              </a:solidFill>
              <a:round/>
              <a:headEnd/>
              <a:tailEnd/>
            </a:ln>
          </p:spPr>
          <p:txBody>
            <a:bodyPr/>
            <a:lstStyle/>
            <a:p>
              <a:endParaRPr lang="ko-KR" altLang="en-US"/>
            </a:p>
          </p:txBody>
        </p:sp>
        <p:sp>
          <p:nvSpPr>
            <p:cNvPr id="418549" name="Freeform 25">
              <a:extLst>
                <a:ext uri="{FF2B5EF4-FFF2-40B4-BE49-F238E27FC236}">
                  <a16:creationId xmlns:a16="http://schemas.microsoft.com/office/drawing/2014/main" id="{DEEF0A8B-A877-5D1B-F6F4-B64050B9642F}"/>
                </a:ext>
              </a:extLst>
            </p:cNvPr>
            <p:cNvSpPr>
              <a:spLocks/>
            </p:cNvSpPr>
            <p:nvPr/>
          </p:nvSpPr>
          <p:spPr bwMode="auto">
            <a:xfrm>
              <a:off x="1665" y="1029"/>
              <a:ext cx="3" cy="8"/>
            </a:xfrm>
            <a:custGeom>
              <a:avLst/>
              <a:gdLst>
                <a:gd name="T0" fmla="*/ 0 w 40"/>
                <a:gd name="T1" fmla="*/ 0 h 111"/>
                <a:gd name="T2" fmla="*/ 0 w 40"/>
                <a:gd name="T3" fmla="*/ 0 h 111"/>
                <a:gd name="T4" fmla="*/ 0 w 40"/>
                <a:gd name="T5" fmla="*/ 0 h 111"/>
                <a:gd name="T6" fmla="*/ 0 w 40"/>
                <a:gd name="T7" fmla="*/ 0 h 111"/>
                <a:gd name="T8" fmla="*/ 0 w 40"/>
                <a:gd name="T9" fmla="*/ 0 h 111"/>
                <a:gd name="T10" fmla="*/ 0 w 40"/>
                <a:gd name="T11" fmla="*/ 0 h 111"/>
                <a:gd name="T12" fmla="*/ 0 w 40"/>
                <a:gd name="T13" fmla="*/ 0 h 111"/>
                <a:gd name="T14" fmla="*/ 0 w 40"/>
                <a:gd name="T15" fmla="*/ 0 h 111"/>
                <a:gd name="T16" fmla="*/ 0 w 40"/>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111">
                  <a:moveTo>
                    <a:pt x="23" y="0"/>
                  </a:moveTo>
                  <a:lnTo>
                    <a:pt x="0" y="24"/>
                  </a:lnTo>
                  <a:lnTo>
                    <a:pt x="6" y="52"/>
                  </a:lnTo>
                  <a:lnTo>
                    <a:pt x="0" y="93"/>
                  </a:lnTo>
                  <a:lnTo>
                    <a:pt x="23" y="111"/>
                  </a:lnTo>
                  <a:lnTo>
                    <a:pt x="40" y="99"/>
                  </a:lnTo>
                  <a:lnTo>
                    <a:pt x="30" y="69"/>
                  </a:lnTo>
                  <a:lnTo>
                    <a:pt x="40" y="29"/>
                  </a:lnTo>
                  <a:lnTo>
                    <a:pt x="23" y="0"/>
                  </a:lnTo>
                  <a:close/>
                </a:path>
              </a:pathLst>
            </a:custGeom>
            <a:solidFill>
              <a:srgbClr val="FFFFFF"/>
            </a:solidFill>
            <a:ln w="9525">
              <a:solidFill>
                <a:srgbClr val="000000"/>
              </a:solidFill>
              <a:round/>
              <a:headEnd/>
              <a:tailEnd/>
            </a:ln>
          </p:spPr>
          <p:txBody>
            <a:bodyPr/>
            <a:lstStyle/>
            <a:p>
              <a:endParaRPr lang="ko-KR" altLang="en-US"/>
            </a:p>
          </p:txBody>
        </p:sp>
        <p:sp>
          <p:nvSpPr>
            <p:cNvPr id="418550" name="Freeform 26">
              <a:extLst>
                <a:ext uri="{FF2B5EF4-FFF2-40B4-BE49-F238E27FC236}">
                  <a16:creationId xmlns:a16="http://schemas.microsoft.com/office/drawing/2014/main" id="{4E0C5126-AAE0-5FFD-576A-34ED090BCAC1}"/>
                </a:ext>
              </a:extLst>
            </p:cNvPr>
            <p:cNvSpPr>
              <a:spLocks/>
            </p:cNvSpPr>
            <p:nvPr/>
          </p:nvSpPr>
          <p:spPr bwMode="auto">
            <a:xfrm>
              <a:off x="1677" y="1090"/>
              <a:ext cx="14" cy="16"/>
            </a:xfrm>
            <a:custGeom>
              <a:avLst/>
              <a:gdLst>
                <a:gd name="T0" fmla="*/ 0 w 179"/>
                <a:gd name="T1" fmla="*/ 0 h 198"/>
                <a:gd name="T2" fmla="*/ 0 w 179"/>
                <a:gd name="T3" fmla="*/ 0 h 198"/>
                <a:gd name="T4" fmla="*/ 0 w 179"/>
                <a:gd name="T5" fmla="*/ 0 h 198"/>
                <a:gd name="T6" fmla="*/ 0 w 179"/>
                <a:gd name="T7" fmla="*/ 0 h 198"/>
                <a:gd name="T8" fmla="*/ 0 w 179"/>
                <a:gd name="T9" fmla="*/ 0 h 198"/>
                <a:gd name="T10" fmla="*/ 0 w 179"/>
                <a:gd name="T11" fmla="*/ 0 h 198"/>
                <a:gd name="T12" fmla="*/ 0 w 179"/>
                <a:gd name="T13" fmla="*/ 0 h 198"/>
                <a:gd name="T14" fmla="*/ 0 w 179"/>
                <a:gd name="T15" fmla="*/ 0 h 198"/>
                <a:gd name="T16" fmla="*/ 0 w 179"/>
                <a:gd name="T17" fmla="*/ 0 h 198"/>
                <a:gd name="T18" fmla="*/ 0 w 179"/>
                <a:gd name="T19" fmla="*/ 0 h 198"/>
                <a:gd name="T20" fmla="*/ 0 w 179"/>
                <a:gd name="T21" fmla="*/ 0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9" h="198">
                  <a:moveTo>
                    <a:pt x="139" y="0"/>
                  </a:moveTo>
                  <a:lnTo>
                    <a:pt x="87" y="29"/>
                  </a:lnTo>
                  <a:lnTo>
                    <a:pt x="92" y="81"/>
                  </a:lnTo>
                  <a:lnTo>
                    <a:pt x="23" y="99"/>
                  </a:lnTo>
                  <a:lnTo>
                    <a:pt x="0" y="134"/>
                  </a:lnTo>
                  <a:lnTo>
                    <a:pt x="81" y="134"/>
                  </a:lnTo>
                  <a:lnTo>
                    <a:pt x="104" y="180"/>
                  </a:lnTo>
                  <a:lnTo>
                    <a:pt x="139" y="198"/>
                  </a:lnTo>
                  <a:lnTo>
                    <a:pt x="179" y="168"/>
                  </a:lnTo>
                  <a:lnTo>
                    <a:pt x="157" y="104"/>
                  </a:lnTo>
                  <a:lnTo>
                    <a:pt x="139" y="0"/>
                  </a:lnTo>
                  <a:close/>
                </a:path>
              </a:pathLst>
            </a:custGeom>
            <a:solidFill>
              <a:srgbClr val="FFFFFF"/>
            </a:solidFill>
            <a:ln w="9525">
              <a:solidFill>
                <a:srgbClr val="000000"/>
              </a:solidFill>
              <a:round/>
              <a:headEnd/>
              <a:tailEnd/>
            </a:ln>
          </p:spPr>
          <p:txBody>
            <a:bodyPr/>
            <a:lstStyle/>
            <a:p>
              <a:endParaRPr lang="ko-KR" altLang="en-US"/>
            </a:p>
          </p:txBody>
        </p:sp>
        <p:sp>
          <p:nvSpPr>
            <p:cNvPr id="418551" name="Freeform 27">
              <a:extLst>
                <a:ext uri="{FF2B5EF4-FFF2-40B4-BE49-F238E27FC236}">
                  <a16:creationId xmlns:a16="http://schemas.microsoft.com/office/drawing/2014/main" id="{30A5336C-3546-A24E-6683-8420A47C81A9}"/>
                </a:ext>
              </a:extLst>
            </p:cNvPr>
            <p:cNvSpPr>
              <a:spLocks/>
            </p:cNvSpPr>
            <p:nvPr/>
          </p:nvSpPr>
          <p:spPr bwMode="auto">
            <a:xfrm>
              <a:off x="1687" y="1090"/>
              <a:ext cx="14" cy="15"/>
            </a:xfrm>
            <a:custGeom>
              <a:avLst/>
              <a:gdLst>
                <a:gd name="T0" fmla="*/ 0 w 169"/>
                <a:gd name="T1" fmla="*/ 0 h 186"/>
                <a:gd name="T2" fmla="*/ 0 w 169"/>
                <a:gd name="T3" fmla="*/ 0 h 186"/>
                <a:gd name="T4" fmla="*/ 0 w 169"/>
                <a:gd name="T5" fmla="*/ 0 h 186"/>
                <a:gd name="T6" fmla="*/ 0 w 169"/>
                <a:gd name="T7" fmla="*/ 0 h 186"/>
                <a:gd name="T8" fmla="*/ 0 w 169"/>
                <a:gd name="T9" fmla="*/ 0 h 186"/>
                <a:gd name="T10" fmla="*/ 0 w 169"/>
                <a:gd name="T11" fmla="*/ 0 h 186"/>
                <a:gd name="T12" fmla="*/ 0 w 169"/>
                <a:gd name="T13" fmla="*/ 0 h 186"/>
                <a:gd name="T14" fmla="*/ 0 w 169"/>
                <a:gd name="T15" fmla="*/ 0 h 186"/>
                <a:gd name="T16" fmla="*/ 0 w 169"/>
                <a:gd name="T17" fmla="*/ 0 h 186"/>
                <a:gd name="T18" fmla="*/ 0 w 169"/>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186">
                  <a:moveTo>
                    <a:pt x="0" y="0"/>
                  </a:moveTo>
                  <a:lnTo>
                    <a:pt x="18" y="104"/>
                  </a:lnTo>
                  <a:lnTo>
                    <a:pt x="40" y="168"/>
                  </a:lnTo>
                  <a:lnTo>
                    <a:pt x="99" y="186"/>
                  </a:lnTo>
                  <a:lnTo>
                    <a:pt x="169" y="174"/>
                  </a:lnTo>
                  <a:lnTo>
                    <a:pt x="134" y="122"/>
                  </a:lnTo>
                  <a:lnTo>
                    <a:pt x="110" y="122"/>
                  </a:lnTo>
                  <a:lnTo>
                    <a:pt x="70" y="99"/>
                  </a:lnTo>
                  <a:lnTo>
                    <a:pt x="30" y="12"/>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552" name="Freeform 28">
              <a:extLst>
                <a:ext uri="{FF2B5EF4-FFF2-40B4-BE49-F238E27FC236}">
                  <a16:creationId xmlns:a16="http://schemas.microsoft.com/office/drawing/2014/main" id="{AC4F09A2-5704-2ED4-7D35-0D75186C6EF2}"/>
                </a:ext>
              </a:extLst>
            </p:cNvPr>
            <p:cNvSpPr>
              <a:spLocks/>
            </p:cNvSpPr>
            <p:nvPr/>
          </p:nvSpPr>
          <p:spPr bwMode="auto">
            <a:xfrm>
              <a:off x="1670" y="929"/>
              <a:ext cx="97" cy="157"/>
            </a:xfrm>
            <a:custGeom>
              <a:avLst/>
              <a:gdLst>
                <a:gd name="T0" fmla="*/ 0 w 1209"/>
                <a:gd name="T1" fmla="*/ 0 h 2010"/>
                <a:gd name="T2" fmla="*/ 0 w 1209"/>
                <a:gd name="T3" fmla="*/ 0 h 2010"/>
                <a:gd name="T4" fmla="*/ 0 w 1209"/>
                <a:gd name="T5" fmla="*/ 0 h 2010"/>
                <a:gd name="T6" fmla="*/ 0 w 1209"/>
                <a:gd name="T7" fmla="*/ 0 h 2010"/>
                <a:gd name="T8" fmla="*/ 0 w 1209"/>
                <a:gd name="T9" fmla="*/ 0 h 2010"/>
                <a:gd name="T10" fmla="*/ 0 w 1209"/>
                <a:gd name="T11" fmla="*/ 0 h 2010"/>
                <a:gd name="T12" fmla="*/ 0 w 1209"/>
                <a:gd name="T13" fmla="*/ 0 h 2010"/>
                <a:gd name="T14" fmla="*/ 0 w 1209"/>
                <a:gd name="T15" fmla="*/ 0 h 2010"/>
                <a:gd name="T16" fmla="*/ 0 w 1209"/>
                <a:gd name="T17" fmla="*/ 0 h 2010"/>
                <a:gd name="T18" fmla="*/ 0 w 1209"/>
                <a:gd name="T19" fmla="*/ 0 h 2010"/>
                <a:gd name="T20" fmla="*/ 0 w 1209"/>
                <a:gd name="T21" fmla="*/ 0 h 2010"/>
                <a:gd name="T22" fmla="*/ 0 w 1209"/>
                <a:gd name="T23" fmla="*/ 0 h 2010"/>
                <a:gd name="T24" fmla="*/ 0 w 1209"/>
                <a:gd name="T25" fmla="*/ 0 h 2010"/>
                <a:gd name="T26" fmla="*/ 0 w 1209"/>
                <a:gd name="T27" fmla="*/ 0 h 2010"/>
                <a:gd name="T28" fmla="*/ 0 w 1209"/>
                <a:gd name="T29" fmla="*/ 0 h 2010"/>
                <a:gd name="T30" fmla="*/ 0 w 1209"/>
                <a:gd name="T31" fmla="*/ 0 h 2010"/>
                <a:gd name="T32" fmla="*/ 0 w 1209"/>
                <a:gd name="T33" fmla="*/ 0 h 2010"/>
                <a:gd name="T34" fmla="*/ 0 w 1209"/>
                <a:gd name="T35" fmla="*/ 0 h 2010"/>
                <a:gd name="T36" fmla="*/ 0 w 1209"/>
                <a:gd name="T37" fmla="*/ 0 h 2010"/>
                <a:gd name="T38" fmla="*/ 0 w 1209"/>
                <a:gd name="T39" fmla="*/ 0 h 2010"/>
                <a:gd name="T40" fmla="*/ 0 w 1209"/>
                <a:gd name="T41" fmla="*/ 0 h 2010"/>
                <a:gd name="T42" fmla="*/ 0 w 1209"/>
                <a:gd name="T43" fmla="*/ 0 h 2010"/>
                <a:gd name="T44" fmla="*/ 0 w 1209"/>
                <a:gd name="T45" fmla="*/ 0 h 2010"/>
                <a:gd name="T46" fmla="*/ 0 w 1209"/>
                <a:gd name="T47" fmla="*/ 0 h 2010"/>
                <a:gd name="T48" fmla="*/ 0 w 1209"/>
                <a:gd name="T49" fmla="*/ 0 h 2010"/>
                <a:gd name="T50" fmla="*/ 0 w 1209"/>
                <a:gd name="T51" fmla="*/ 0 h 2010"/>
                <a:gd name="T52" fmla="*/ 0 w 1209"/>
                <a:gd name="T53" fmla="*/ 0 h 2010"/>
                <a:gd name="T54" fmla="*/ 0 w 1209"/>
                <a:gd name="T55" fmla="*/ 0 h 2010"/>
                <a:gd name="T56" fmla="*/ 0 w 1209"/>
                <a:gd name="T57" fmla="*/ 0 h 2010"/>
                <a:gd name="T58" fmla="*/ 0 w 1209"/>
                <a:gd name="T59" fmla="*/ 0 h 2010"/>
                <a:gd name="T60" fmla="*/ 0 w 1209"/>
                <a:gd name="T61" fmla="*/ 0 h 2010"/>
                <a:gd name="T62" fmla="*/ 0 w 1209"/>
                <a:gd name="T63" fmla="*/ 0 h 2010"/>
                <a:gd name="T64" fmla="*/ 0 w 1209"/>
                <a:gd name="T65" fmla="*/ 0 h 2010"/>
                <a:gd name="T66" fmla="*/ 0 w 1209"/>
                <a:gd name="T67" fmla="*/ 0 h 2010"/>
                <a:gd name="T68" fmla="*/ 0 w 1209"/>
                <a:gd name="T69" fmla="*/ 0 h 20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9" h="2010">
                  <a:moveTo>
                    <a:pt x="372" y="69"/>
                  </a:moveTo>
                  <a:lnTo>
                    <a:pt x="384" y="134"/>
                  </a:lnTo>
                  <a:lnTo>
                    <a:pt x="367" y="163"/>
                  </a:lnTo>
                  <a:lnTo>
                    <a:pt x="325" y="146"/>
                  </a:lnTo>
                  <a:lnTo>
                    <a:pt x="290" y="186"/>
                  </a:lnTo>
                  <a:lnTo>
                    <a:pt x="290" y="285"/>
                  </a:lnTo>
                  <a:lnTo>
                    <a:pt x="168" y="575"/>
                  </a:lnTo>
                  <a:lnTo>
                    <a:pt x="203" y="767"/>
                  </a:lnTo>
                  <a:lnTo>
                    <a:pt x="168" y="889"/>
                  </a:lnTo>
                  <a:lnTo>
                    <a:pt x="221" y="918"/>
                  </a:lnTo>
                  <a:lnTo>
                    <a:pt x="215" y="953"/>
                  </a:lnTo>
                  <a:lnTo>
                    <a:pt x="128" y="981"/>
                  </a:lnTo>
                  <a:lnTo>
                    <a:pt x="105" y="1476"/>
                  </a:lnTo>
                  <a:lnTo>
                    <a:pt x="111" y="1511"/>
                  </a:lnTo>
                  <a:lnTo>
                    <a:pt x="93" y="1563"/>
                  </a:lnTo>
                  <a:lnTo>
                    <a:pt x="64" y="1598"/>
                  </a:lnTo>
                  <a:lnTo>
                    <a:pt x="64" y="1644"/>
                  </a:lnTo>
                  <a:lnTo>
                    <a:pt x="29" y="1668"/>
                  </a:lnTo>
                  <a:lnTo>
                    <a:pt x="29" y="1685"/>
                  </a:lnTo>
                  <a:lnTo>
                    <a:pt x="64" y="1720"/>
                  </a:lnTo>
                  <a:lnTo>
                    <a:pt x="58" y="1783"/>
                  </a:lnTo>
                  <a:lnTo>
                    <a:pt x="0" y="1841"/>
                  </a:lnTo>
                  <a:lnTo>
                    <a:pt x="6" y="1923"/>
                  </a:lnTo>
                  <a:lnTo>
                    <a:pt x="70" y="1957"/>
                  </a:lnTo>
                  <a:lnTo>
                    <a:pt x="76" y="1987"/>
                  </a:lnTo>
                  <a:lnTo>
                    <a:pt x="128" y="2010"/>
                  </a:lnTo>
                  <a:lnTo>
                    <a:pt x="140" y="1998"/>
                  </a:lnTo>
                  <a:lnTo>
                    <a:pt x="186" y="2004"/>
                  </a:lnTo>
                  <a:lnTo>
                    <a:pt x="198" y="1980"/>
                  </a:lnTo>
                  <a:lnTo>
                    <a:pt x="186" y="1940"/>
                  </a:lnTo>
                  <a:lnTo>
                    <a:pt x="198" y="1905"/>
                  </a:lnTo>
                  <a:lnTo>
                    <a:pt x="349" y="1778"/>
                  </a:lnTo>
                  <a:lnTo>
                    <a:pt x="337" y="1691"/>
                  </a:lnTo>
                  <a:lnTo>
                    <a:pt x="285" y="1673"/>
                  </a:lnTo>
                  <a:lnTo>
                    <a:pt x="302" y="1598"/>
                  </a:lnTo>
                  <a:lnTo>
                    <a:pt x="378" y="1569"/>
                  </a:lnTo>
                  <a:lnTo>
                    <a:pt x="419" y="1435"/>
                  </a:lnTo>
                  <a:lnTo>
                    <a:pt x="500" y="1417"/>
                  </a:lnTo>
                  <a:lnTo>
                    <a:pt x="494" y="1389"/>
                  </a:lnTo>
                  <a:lnTo>
                    <a:pt x="459" y="1377"/>
                  </a:lnTo>
                  <a:lnTo>
                    <a:pt x="482" y="1342"/>
                  </a:lnTo>
                  <a:lnTo>
                    <a:pt x="587" y="1302"/>
                  </a:lnTo>
                  <a:lnTo>
                    <a:pt x="611" y="1232"/>
                  </a:lnTo>
                  <a:lnTo>
                    <a:pt x="604" y="1208"/>
                  </a:lnTo>
                  <a:lnTo>
                    <a:pt x="791" y="1185"/>
                  </a:lnTo>
                  <a:lnTo>
                    <a:pt x="883" y="1127"/>
                  </a:lnTo>
                  <a:lnTo>
                    <a:pt x="907" y="999"/>
                  </a:lnTo>
                  <a:lnTo>
                    <a:pt x="843" y="866"/>
                  </a:lnTo>
                  <a:lnTo>
                    <a:pt x="860" y="709"/>
                  </a:lnTo>
                  <a:lnTo>
                    <a:pt x="960" y="575"/>
                  </a:lnTo>
                  <a:lnTo>
                    <a:pt x="1204" y="453"/>
                  </a:lnTo>
                  <a:lnTo>
                    <a:pt x="1209" y="348"/>
                  </a:lnTo>
                  <a:lnTo>
                    <a:pt x="1169" y="343"/>
                  </a:lnTo>
                  <a:lnTo>
                    <a:pt x="1117" y="401"/>
                  </a:lnTo>
                  <a:lnTo>
                    <a:pt x="1005" y="465"/>
                  </a:lnTo>
                  <a:lnTo>
                    <a:pt x="883" y="441"/>
                  </a:lnTo>
                  <a:lnTo>
                    <a:pt x="872" y="401"/>
                  </a:lnTo>
                  <a:lnTo>
                    <a:pt x="960" y="308"/>
                  </a:lnTo>
                  <a:lnTo>
                    <a:pt x="878" y="226"/>
                  </a:lnTo>
                  <a:lnTo>
                    <a:pt x="826" y="221"/>
                  </a:lnTo>
                  <a:lnTo>
                    <a:pt x="808" y="163"/>
                  </a:lnTo>
                  <a:lnTo>
                    <a:pt x="726" y="151"/>
                  </a:lnTo>
                  <a:lnTo>
                    <a:pt x="674" y="41"/>
                  </a:lnTo>
                  <a:lnTo>
                    <a:pt x="611" y="29"/>
                  </a:lnTo>
                  <a:lnTo>
                    <a:pt x="581" y="76"/>
                  </a:lnTo>
                  <a:lnTo>
                    <a:pt x="564" y="69"/>
                  </a:lnTo>
                  <a:lnTo>
                    <a:pt x="512" y="6"/>
                  </a:lnTo>
                  <a:lnTo>
                    <a:pt x="459" y="0"/>
                  </a:lnTo>
                  <a:lnTo>
                    <a:pt x="407" y="58"/>
                  </a:lnTo>
                  <a:lnTo>
                    <a:pt x="372" y="69"/>
                  </a:lnTo>
                  <a:close/>
                </a:path>
              </a:pathLst>
            </a:custGeom>
            <a:solidFill>
              <a:srgbClr val="FFFFFF"/>
            </a:solidFill>
            <a:ln w="9525">
              <a:solidFill>
                <a:srgbClr val="000000"/>
              </a:solidFill>
              <a:round/>
              <a:headEnd/>
              <a:tailEnd/>
            </a:ln>
          </p:spPr>
          <p:txBody>
            <a:bodyPr/>
            <a:lstStyle/>
            <a:p>
              <a:endParaRPr lang="ko-KR" altLang="en-US"/>
            </a:p>
          </p:txBody>
        </p:sp>
        <p:sp>
          <p:nvSpPr>
            <p:cNvPr id="418553" name="Freeform 29">
              <a:extLst>
                <a:ext uri="{FF2B5EF4-FFF2-40B4-BE49-F238E27FC236}">
                  <a16:creationId xmlns:a16="http://schemas.microsoft.com/office/drawing/2014/main" id="{17AF0A96-3838-F273-46C3-5ECD9DF98B70}"/>
                </a:ext>
              </a:extLst>
            </p:cNvPr>
            <p:cNvSpPr>
              <a:spLocks/>
            </p:cNvSpPr>
            <p:nvPr/>
          </p:nvSpPr>
          <p:spPr bwMode="auto">
            <a:xfrm>
              <a:off x="1737" y="974"/>
              <a:ext cx="28" cy="29"/>
            </a:xfrm>
            <a:custGeom>
              <a:avLst/>
              <a:gdLst>
                <a:gd name="T0" fmla="*/ 0 w 343"/>
                <a:gd name="T1" fmla="*/ 0 h 371"/>
                <a:gd name="T2" fmla="*/ 0 w 343"/>
                <a:gd name="T3" fmla="*/ 0 h 371"/>
                <a:gd name="T4" fmla="*/ 0 w 343"/>
                <a:gd name="T5" fmla="*/ 0 h 371"/>
                <a:gd name="T6" fmla="*/ 0 w 343"/>
                <a:gd name="T7" fmla="*/ 0 h 371"/>
                <a:gd name="T8" fmla="*/ 0 w 343"/>
                <a:gd name="T9" fmla="*/ 0 h 371"/>
                <a:gd name="T10" fmla="*/ 0 w 343"/>
                <a:gd name="T11" fmla="*/ 0 h 371"/>
                <a:gd name="T12" fmla="*/ 0 w 343"/>
                <a:gd name="T13" fmla="*/ 0 h 371"/>
                <a:gd name="T14" fmla="*/ 0 w 343"/>
                <a:gd name="T15" fmla="*/ 0 h 371"/>
                <a:gd name="T16" fmla="*/ 0 w 343"/>
                <a:gd name="T17" fmla="*/ 0 h 371"/>
                <a:gd name="T18" fmla="*/ 0 w 343"/>
                <a:gd name="T19" fmla="*/ 0 h 371"/>
                <a:gd name="T20" fmla="*/ 0 w 343"/>
                <a:gd name="T21" fmla="*/ 0 h 371"/>
                <a:gd name="T22" fmla="*/ 0 w 343"/>
                <a:gd name="T23" fmla="*/ 0 h 3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43" h="371">
                  <a:moveTo>
                    <a:pt x="117" y="0"/>
                  </a:moveTo>
                  <a:lnTo>
                    <a:pt x="162" y="35"/>
                  </a:lnTo>
                  <a:lnTo>
                    <a:pt x="169" y="93"/>
                  </a:lnTo>
                  <a:lnTo>
                    <a:pt x="221" y="99"/>
                  </a:lnTo>
                  <a:lnTo>
                    <a:pt x="291" y="162"/>
                  </a:lnTo>
                  <a:lnTo>
                    <a:pt x="284" y="204"/>
                  </a:lnTo>
                  <a:lnTo>
                    <a:pt x="343" y="279"/>
                  </a:lnTo>
                  <a:lnTo>
                    <a:pt x="244" y="371"/>
                  </a:lnTo>
                  <a:lnTo>
                    <a:pt x="87" y="343"/>
                  </a:lnTo>
                  <a:lnTo>
                    <a:pt x="0" y="291"/>
                  </a:lnTo>
                  <a:lnTo>
                    <a:pt x="17" y="134"/>
                  </a:lnTo>
                  <a:lnTo>
                    <a:pt x="117" y="0"/>
                  </a:lnTo>
                  <a:close/>
                </a:path>
              </a:pathLst>
            </a:custGeom>
            <a:solidFill>
              <a:srgbClr val="FFFFFF"/>
            </a:solidFill>
            <a:ln w="9525">
              <a:solidFill>
                <a:srgbClr val="000000"/>
              </a:solidFill>
              <a:round/>
              <a:headEnd/>
              <a:tailEnd/>
            </a:ln>
          </p:spPr>
          <p:txBody>
            <a:bodyPr/>
            <a:lstStyle/>
            <a:p>
              <a:endParaRPr lang="ko-KR" altLang="en-US"/>
            </a:p>
          </p:txBody>
        </p:sp>
        <p:sp>
          <p:nvSpPr>
            <p:cNvPr id="418554" name="Freeform 30">
              <a:extLst>
                <a:ext uri="{FF2B5EF4-FFF2-40B4-BE49-F238E27FC236}">
                  <a16:creationId xmlns:a16="http://schemas.microsoft.com/office/drawing/2014/main" id="{9DFA45FA-6EA7-E4E6-5AA5-74C175F28541}"/>
                </a:ext>
              </a:extLst>
            </p:cNvPr>
            <p:cNvSpPr>
              <a:spLocks/>
            </p:cNvSpPr>
            <p:nvPr/>
          </p:nvSpPr>
          <p:spPr bwMode="auto">
            <a:xfrm>
              <a:off x="1687" y="868"/>
              <a:ext cx="66" cy="67"/>
            </a:xfrm>
            <a:custGeom>
              <a:avLst/>
              <a:gdLst>
                <a:gd name="T0" fmla="*/ 0 w 820"/>
                <a:gd name="T1" fmla="*/ 0 h 854"/>
                <a:gd name="T2" fmla="*/ 0 w 820"/>
                <a:gd name="T3" fmla="*/ 0 h 854"/>
                <a:gd name="T4" fmla="*/ 0 w 820"/>
                <a:gd name="T5" fmla="*/ 0 h 854"/>
                <a:gd name="T6" fmla="*/ 0 w 820"/>
                <a:gd name="T7" fmla="*/ 0 h 854"/>
                <a:gd name="T8" fmla="*/ 0 w 820"/>
                <a:gd name="T9" fmla="*/ 0 h 854"/>
                <a:gd name="T10" fmla="*/ 0 w 820"/>
                <a:gd name="T11" fmla="*/ 0 h 854"/>
                <a:gd name="T12" fmla="*/ 0 w 820"/>
                <a:gd name="T13" fmla="*/ 0 h 854"/>
                <a:gd name="T14" fmla="*/ 0 w 820"/>
                <a:gd name="T15" fmla="*/ 0 h 854"/>
                <a:gd name="T16" fmla="*/ 0 w 820"/>
                <a:gd name="T17" fmla="*/ 0 h 854"/>
                <a:gd name="T18" fmla="*/ 0 w 820"/>
                <a:gd name="T19" fmla="*/ 0 h 854"/>
                <a:gd name="T20" fmla="*/ 0 w 820"/>
                <a:gd name="T21" fmla="*/ 0 h 854"/>
                <a:gd name="T22" fmla="*/ 0 w 820"/>
                <a:gd name="T23" fmla="*/ 0 h 854"/>
                <a:gd name="T24" fmla="*/ 0 w 820"/>
                <a:gd name="T25" fmla="*/ 0 h 854"/>
                <a:gd name="T26" fmla="*/ 0 w 820"/>
                <a:gd name="T27" fmla="*/ 0 h 854"/>
                <a:gd name="T28" fmla="*/ 0 w 820"/>
                <a:gd name="T29" fmla="*/ 0 h 854"/>
                <a:gd name="T30" fmla="*/ 0 w 820"/>
                <a:gd name="T31" fmla="*/ 0 h 854"/>
                <a:gd name="T32" fmla="*/ 0 w 820"/>
                <a:gd name="T33" fmla="*/ 0 h 854"/>
                <a:gd name="T34" fmla="*/ 0 w 820"/>
                <a:gd name="T35" fmla="*/ 0 h 854"/>
                <a:gd name="T36" fmla="*/ 0 w 820"/>
                <a:gd name="T37" fmla="*/ 0 h 854"/>
                <a:gd name="T38" fmla="*/ 0 w 820"/>
                <a:gd name="T39" fmla="*/ 0 h 854"/>
                <a:gd name="T40" fmla="*/ 0 w 820"/>
                <a:gd name="T41" fmla="*/ 0 h 854"/>
                <a:gd name="T42" fmla="*/ 0 w 820"/>
                <a:gd name="T43" fmla="*/ 0 h 854"/>
                <a:gd name="T44" fmla="*/ 0 w 820"/>
                <a:gd name="T45" fmla="*/ 0 h 854"/>
                <a:gd name="T46" fmla="*/ 0 w 820"/>
                <a:gd name="T47" fmla="*/ 0 h 854"/>
                <a:gd name="T48" fmla="*/ 0 w 820"/>
                <a:gd name="T49" fmla="*/ 0 h 854"/>
                <a:gd name="T50" fmla="*/ 0 w 820"/>
                <a:gd name="T51" fmla="*/ 0 h 854"/>
                <a:gd name="T52" fmla="*/ 0 w 820"/>
                <a:gd name="T53" fmla="*/ 0 h 854"/>
                <a:gd name="T54" fmla="*/ 0 w 820"/>
                <a:gd name="T55" fmla="*/ 0 h 854"/>
                <a:gd name="T56" fmla="*/ 0 w 820"/>
                <a:gd name="T57" fmla="*/ 0 h 854"/>
                <a:gd name="T58" fmla="*/ 0 w 820"/>
                <a:gd name="T59" fmla="*/ 0 h 854"/>
                <a:gd name="T60" fmla="*/ 0 w 820"/>
                <a:gd name="T61" fmla="*/ 0 h 854"/>
                <a:gd name="T62" fmla="*/ 0 w 820"/>
                <a:gd name="T63" fmla="*/ 0 h 854"/>
                <a:gd name="T64" fmla="*/ 0 w 820"/>
                <a:gd name="T65" fmla="*/ 0 h 854"/>
                <a:gd name="T66" fmla="*/ 0 w 820"/>
                <a:gd name="T67" fmla="*/ 0 h 854"/>
                <a:gd name="T68" fmla="*/ 0 w 820"/>
                <a:gd name="T69" fmla="*/ 0 h 854"/>
                <a:gd name="T70" fmla="*/ 0 w 820"/>
                <a:gd name="T71" fmla="*/ 0 h 854"/>
                <a:gd name="T72" fmla="*/ 0 w 820"/>
                <a:gd name="T73" fmla="*/ 0 h 854"/>
                <a:gd name="T74" fmla="*/ 0 w 820"/>
                <a:gd name="T75" fmla="*/ 0 h 854"/>
                <a:gd name="T76" fmla="*/ 0 w 820"/>
                <a:gd name="T77" fmla="*/ 0 h 8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20" h="854">
                  <a:moveTo>
                    <a:pt x="0" y="460"/>
                  </a:moveTo>
                  <a:lnTo>
                    <a:pt x="58" y="471"/>
                  </a:lnTo>
                  <a:lnTo>
                    <a:pt x="117" y="809"/>
                  </a:lnTo>
                  <a:lnTo>
                    <a:pt x="157" y="854"/>
                  </a:lnTo>
                  <a:lnTo>
                    <a:pt x="197" y="843"/>
                  </a:lnTo>
                  <a:lnTo>
                    <a:pt x="244" y="779"/>
                  </a:lnTo>
                  <a:lnTo>
                    <a:pt x="297" y="785"/>
                  </a:lnTo>
                  <a:lnTo>
                    <a:pt x="349" y="854"/>
                  </a:lnTo>
                  <a:lnTo>
                    <a:pt x="366" y="854"/>
                  </a:lnTo>
                  <a:lnTo>
                    <a:pt x="396" y="814"/>
                  </a:lnTo>
                  <a:lnTo>
                    <a:pt x="466" y="826"/>
                  </a:lnTo>
                  <a:lnTo>
                    <a:pt x="506" y="727"/>
                  </a:lnTo>
                  <a:lnTo>
                    <a:pt x="611" y="687"/>
                  </a:lnTo>
                  <a:lnTo>
                    <a:pt x="750" y="687"/>
                  </a:lnTo>
                  <a:lnTo>
                    <a:pt x="750" y="727"/>
                  </a:lnTo>
                  <a:lnTo>
                    <a:pt x="785" y="744"/>
                  </a:lnTo>
                  <a:lnTo>
                    <a:pt x="790" y="704"/>
                  </a:lnTo>
                  <a:lnTo>
                    <a:pt x="820" y="669"/>
                  </a:lnTo>
                  <a:lnTo>
                    <a:pt x="779" y="512"/>
                  </a:lnTo>
                  <a:lnTo>
                    <a:pt x="686" y="483"/>
                  </a:lnTo>
                  <a:lnTo>
                    <a:pt x="668" y="413"/>
                  </a:lnTo>
                  <a:lnTo>
                    <a:pt x="640" y="396"/>
                  </a:lnTo>
                  <a:lnTo>
                    <a:pt x="645" y="373"/>
                  </a:lnTo>
                  <a:lnTo>
                    <a:pt x="675" y="349"/>
                  </a:lnTo>
                  <a:lnTo>
                    <a:pt x="500" y="198"/>
                  </a:lnTo>
                  <a:lnTo>
                    <a:pt x="407" y="181"/>
                  </a:lnTo>
                  <a:lnTo>
                    <a:pt x="349" y="111"/>
                  </a:lnTo>
                  <a:lnTo>
                    <a:pt x="396" y="87"/>
                  </a:lnTo>
                  <a:lnTo>
                    <a:pt x="407" y="7"/>
                  </a:lnTo>
                  <a:lnTo>
                    <a:pt x="366" y="0"/>
                  </a:lnTo>
                  <a:lnTo>
                    <a:pt x="197" y="30"/>
                  </a:lnTo>
                  <a:lnTo>
                    <a:pt x="192" y="18"/>
                  </a:lnTo>
                  <a:lnTo>
                    <a:pt x="134" y="18"/>
                  </a:lnTo>
                  <a:lnTo>
                    <a:pt x="110" y="70"/>
                  </a:lnTo>
                  <a:lnTo>
                    <a:pt x="47" y="59"/>
                  </a:lnTo>
                  <a:lnTo>
                    <a:pt x="117" y="221"/>
                  </a:lnTo>
                  <a:lnTo>
                    <a:pt x="58" y="331"/>
                  </a:lnTo>
                  <a:lnTo>
                    <a:pt x="58" y="408"/>
                  </a:lnTo>
                  <a:lnTo>
                    <a:pt x="0" y="460"/>
                  </a:lnTo>
                  <a:close/>
                </a:path>
              </a:pathLst>
            </a:custGeom>
            <a:solidFill>
              <a:srgbClr val="FFFFFF"/>
            </a:solidFill>
            <a:ln w="9525">
              <a:solidFill>
                <a:srgbClr val="000000"/>
              </a:solidFill>
              <a:round/>
              <a:headEnd/>
              <a:tailEnd/>
            </a:ln>
          </p:spPr>
          <p:txBody>
            <a:bodyPr/>
            <a:lstStyle/>
            <a:p>
              <a:endParaRPr lang="ko-KR" altLang="en-US"/>
            </a:p>
          </p:txBody>
        </p:sp>
        <p:sp>
          <p:nvSpPr>
            <p:cNvPr id="418555" name="Freeform 31">
              <a:extLst>
                <a:ext uri="{FF2B5EF4-FFF2-40B4-BE49-F238E27FC236}">
                  <a16:creationId xmlns:a16="http://schemas.microsoft.com/office/drawing/2014/main" id="{92A0DF9D-8C32-B2B6-A431-1BA696087E36}"/>
                </a:ext>
              </a:extLst>
            </p:cNvPr>
            <p:cNvSpPr>
              <a:spLocks/>
            </p:cNvSpPr>
            <p:nvPr/>
          </p:nvSpPr>
          <p:spPr bwMode="auto">
            <a:xfrm>
              <a:off x="1724" y="921"/>
              <a:ext cx="43" cy="45"/>
            </a:xfrm>
            <a:custGeom>
              <a:avLst/>
              <a:gdLst>
                <a:gd name="T0" fmla="*/ 0 w 535"/>
                <a:gd name="T1" fmla="*/ 0 h 563"/>
                <a:gd name="T2" fmla="*/ 0 w 535"/>
                <a:gd name="T3" fmla="*/ 0 h 563"/>
                <a:gd name="T4" fmla="*/ 0 w 535"/>
                <a:gd name="T5" fmla="*/ 0 h 563"/>
                <a:gd name="T6" fmla="*/ 0 w 535"/>
                <a:gd name="T7" fmla="*/ 0 h 563"/>
                <a:gd name="T8" fmla="*/ 0 w 535"/>
                <a:gd name="T9" fmla="*/ 0 h 563"/>
                <a:gd name="T10" fmla="*/ 0 w 535"/>
                <a:gd name="T11" fmla="*/ 0 h 563"/>
                <a:gd name="T12" fmla="*/ 0 w 535"/>
                <a:gd name="T13" fmla="*/ 0 h 563"/>
                <a:gd name="T14" fmla="*/ 0 w 535"/>
                <a:gd name="T15" fmla="*/ 0 h 563"/>
                <a:gd name="T16" fmla="*/ 0 w 535"/>
                <a:gd name="T17" fmla="*/ 0 h 563"/>
                <a:gd name="T18" fmla="*/ 0 w 535"/>
                <a:gd name="T19" fmla="*/ 0 h 563"/>
                <a:gd name="T20" fmla="*/ 0 w 535"/>
                <a:gd name="T21" fmla="*/ 0 h 563"/>
                <a:gd name="T22" fmla="*/ 0 w 535"/>
                <a:gd name="T23" fmla="*/ 0 h 563"/>
                <a:gd name="T24" fmla="*/ 0 w 535"/>
                <a:gd name="T25" fmla="*/ 0 h 563"/>
                <a:gd name="T26" fmla="*/ 0 w 535"/>
                <a:gd name="T27" fmla="*/ 0 h 563"/>
                <a:gd name="T28" fmla="*/ 0 w 535"/>
                <a:gd name="T29" fmla="*/ 0 h 563"/>
                <a:gd name="T30" fmla="*/ 0 w 535"/>
                <a:gd name="T31" fmla="*/ 0 h 563"/>
                <a:gd name="T32" fmla="*/ 0 w 535"/>
                <a:gd name="T33" fmla="*/ 0 h 563"/>
                <a:gd name="T34" fmla="*/ 0 w 535"/>
                <a:gd name="T35" fmla="*/ 0 h 563"/>
                <a:gd name="T36" fmla="*/ 0 w 535"/>
                <a:gd name="T37" fmla="*/ 0 h 563"/>
                <a:gd name="T38" fmla="*/ 0 w 535"/>
                <a:gd name="T39" fmla="*/ 0 h 563"/>
                <a:gd name="T40" fmla="*/ 0 w 535"/>
                <a:gd name="T41" fmla="*/ 0 h 563"/>
                <a:gd name="T42" fmla="*/ 0 w 535"/>
                <a:gd name="T43" fmla="*/ 0 h 563"/>
                <a:gd name="T44" fmla="*/ 0 w 535"/>
                <a:gd name="T45" fmla="*/ 0 h 563"/>
                <a:gd name="T46" fmla="*/ 0 w 535"/>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5" h="563">
                  <a:moveTo>
                    <a:pt x="326" y="57"/>
                  </a:moveTo>
                  <a:lnTo>
                    <a:pt x="309" y="162"/>
                  </a:lnTo>
                  <a:lnTo>
                    <a:pt x="343" y="202"/>
                  </a:lnTo>
                  <a:lnTo>
                    <a:pt x="384" y="191"/>
                  </a:lnTo>
                  <a:lnTo>
                    <a:pt x="495" y="267"/>
                  </a:lnTo>
                  <a:lnTo>
                    <a:pt x="483" y="331"/>
                  </a:lnTo>
                  <a:lnTo>
                    <a:pt x="535" y="366"/>
                  </a:lnTo>
                  <a:lnTo>
                    <a:pt x="523" y="446"/>
                  </a:lnTo>
                  <a:lnTo>
                    <a:pt x="495" y="441"/>
                  </a:lnTo>
                  <a:lnTo>
                    <a:pt x="443" y="499"/>
                  </a:lnTo>
                  <a:lnTo>
                    <a:pt x="331" y="563"/>
                  </a:lnTo>
                  <a:lnTo>
                    <a:pt x="209" y="539"/>
                  </a:lnTo>
                  <a:lnTo>
                    <a:pt x="198" y="499"/>
                  </a:lnTo>
                  <a:lnTo>
                    <a:pt x="286" y="411"/>
                  </a:lnTo>
                  <a:lnTo>
                    <a:pt x="209" y="331"/>
                  </a:lnTo>
                  <a:lnTo>
                    <a:pt x="152" y="319"/>
                  </a:lnTo>
                  <a:lnTo>
                    <a:pt x="134" y="267"/>
                  </a:lnTo>
                  <a:lnTo>
                    <a:pt x="52" y="255"/>
                  </a:lnTo>
                  <a:lnTo>
                    <a:pt x="0" y="139"/>
                  </a:lnTo>
                  <a:lnTo>
                    <a:pt x="47" y="40"/>
                  </a:lnTo>
                  <a:lnTo>
                    <a:pt x="152" y="0"/>
                  </a:lnTo>
                  <a:lnTo>
                    <a:pt x="291" y="0"/>
                  </a:lnTo>
                  <a:lnTo>
                    <a:pt x="291" y="40"/>
                  </a:lnTo>
                  <a:lnTo>
                    <a:pt x="326" y="57"/>
                  </a:lnTo>
                  <a:close/>
                </a:path>
              </a:pathLst>
            </a:custGeom>
            <a:solidFill>
              <a:srgbClr val="FFFFFF"/>
            </a:solidFill>
            <a:ln w="9525">
              <a:solidFill>
                <a:srgbClr val="000000"/>
              </a:solidFill>
              <a:round/>
              <a:headEnd/>
              <a:tailEnd/>
            </a:ln>
          </p:spPr>
          <p:txBody>
            <a:bodyPr/>
            <a:lstStyle/>
            <a:p>
              <a:endParaRPr lang="ko-KR" altLang="en-US"/>
            </a:p>
          </p:txBody>
        </p:sp>
        <p:sp>
          <p:nvSpPr>
            <p:cNvPr id="418556" name="Freeform 32">
              <a:extLst>
                <a:ext uri="{FF2B5EF4-FFF2-40B4-BE49-F238E27FC236}">
                  <a16:creationId xmlns:a16="http://schemas.microsoft.com/office/drawing/2014/main" id="{A5376238-2401-7A7A-AFB6-9F27E0215460}"/>
                </a:ext>
              </a:extLst>
            </p:cNvPr>
            <p:cNvSpPr>
              <a:spLocks/>
            </p:cNvSpPr>
            <p:nvPr/>
          </p:nvSpPr>
          <p:spPr bwMode="auto">
            <a:xfrm>
              <a:off x="1748" y="780"/>
              <a:ext cx="28" cy="37"/>
            </a:xfrm>
            <a:custGeom>
              <a:avLst/>
              <a:gdLst>
                <a:gd name="T0" fmla="*/ 0 w 354"/>
                <a:gd name="T1" fmla="*/ 0 h 471"/>
                <a:gd name="T2" fmla="*/ 0 w 354"/>
                <a:gd name="T3" fmla="*/ 0 h 471"/>
                <a:gd name="T4" fmla="*/ 0 w 354"/>
                <a:gd name="T5" fmla="*/ 0 h 471"/>
                <a:gd name="T6" fmla="*/ 0 w 354"/>
                <a:gd name="T7" fmla="*/ 0 h 471"/>
                <a:gd name="T8" fmla="*/ 0 w 354"/>
                <a:gd name="T9" fmla="*/ 0 h 471"/>
                <a:gd name="T10" fmla="*/ 0 w 354"/>
                <a:gd name="T11" fmla="*/ 0 h 471"/>
                <a:gd name="T12" fmla="*/ 0 w 354"/>
                <a:gd name="T13" fmla="*/ 0 h 471"/>
                <a:gd name="T14" fmla="*/ 0 w 354"/>
                <a:gd name="T15" fmla="*/ 0 h 471"/>
                <a:gd name="T16" fmla="*/ 0 w 354"/>
                <a:gd name="T17" fmla="*/ 0 h 471"/>
                <a:gd name="T18" fmla="*/ 0 w 354"/>
                <a:gd name="T19" fmla="*/ 0 h 471"/>
                <a:gd name="T20" fmla="*/ 0 w 354"/>
                <a:gd name="T21" fmla="*/ 0 h 471"/>
                <a:gd name="T22" fmla="*/ 0 w 354"/>
                <a:gd name="T23" fmla="*/ 0 h 471"/>
                <a:gd name="T24" fmla="*/ 0 w 354"/>
                <a:gd name="T25" fmla="*/ 0 h 471"/>
                <a:gd name="T26" fmla="*/ 0 w 354"/>
                <a:gd name="T27" fmla="*/ 0 h 471"/>
                <a:gd name="T28" fmla="*/ 0 w 354"/>
                <a:gd name="T29" fmla="*/ 0 h 471"/>
                <a:gd name="T30" fmla="*/ 0 w 354"/>
                <a:gd name="T31" fmla="*/ 0 h 471"/>
                <a:gd name="T32" fmla="*/ 0 w 354"/>
                <a:gd name="T33" fmla="*/ 0 h 471"/>
                <a:gd name="T34" fmla="*/ 0 w 354"/>
                <a:gd name="T35" fmla="*/ 0 h 471"/>
                <a:gd name="T36" fmla="*/ 0 w 354"/>
                <a:gd name="T37" fmla="*/ 0 h 4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54" h="471">
                  <a:moveTo>
                    <a:pt x="134" y="0"/>
                  </a:moveTo>
                  <a:lnTo>
                    <a:pt x="69" y="6"/>
                  </a:lnTo>
                  <a:lnTo>
                    <a:pt x="34" y="23"/>
                  </a:lnTo>
                  <a:lnTo>
                    <a:pt x="58" y="70"/>
                  </a:lnTo>
                  <a:lnTo>
                    <a:pt x="29" y="98"/>
                  </a:lnTo>
                  <a:lnTo>
                    <a:pt x="0" y="98"/>
                  </a:lnTo>
                  <a:lnTo>
                    <a:pt x="12" y="168"/>
                  </a:lnTo>
                  <a:lnTo>
                    <a:pt x="69" y="192"/>
                  </a:lnTo>
                  <a:lnTo>
                    <a:pt x="64" y="232"/>
                  </a:lnTo>
                  <a:lnTo>
                    <a:pt x="87" y="250"/>
                  </a:lnTo>
                  <a:lnTo>
                    <a:pt x="87" y="424"/>
                  </a:lnTo>
                  <a:lnTo>
                    <a:pt x="111" y="471"/>
                  </a:lnTo>
                  <a:lnTo>
                    <a:pt x="308" y="436"/>
                  </a:lnTo>
                  <a:lnTo>
                    <a:pt x="285" y="360"/>
                  </a:lnTo>
                  <a:lnTo>
                    <a:pt x="221" y="325"/>
                  </a:lnTo>
                  <a:lnTo>
                    <a:pt x="233" y="244"/>
                  </a:lnTo>
                  <a:lnTo>
                    <a:pt x="354" y="151"/>
                  </a:lnTo>
                  <a:lnTo>
                    <a:pt x="238" y="145"/>
                  </a:lnTo>
                  <a:lnTo>
                    <a:pt x="134" y="0"/>
                  </a:lnTo>
                  <a:close/>
                </a:path>
              </a:pathLst>
            </a:custGeom>
            <a:solidFill>
              <a:srgbClr val="FFFFFF"/>
            </a:solidFill>
            <a:ln w="9525">
              <a:solidFill>
                <a:srgbClr val="000000"/>
              </a:solidFill>
              <a:round/>
              <a:headEnd/>
              <a:tailEnd/>
            </a:ln>
          </p:spPr>
          <p:txBody>
            <a:bodyPr/>
            <a:lstStyle/>
            <a:p>
              <a:endParaRPr lang="ko-KR" altLang="en-US"/>
            </a:p>
          </p:txBody>
        </p:sp>
        <p:sp>
          <p:nvSpPr>
            <p:cNvPr id="418557" name="Freeform 33">
              <a:extLst>
                <a:ext uri="{FF2B5EF4-FFF2-40B4-BE49-F238E27FC236}">
                  <a16:creationId xmlns:a16="http://schemas.microsoft.com/office/drawing/2014/main" id="{1D72E198-E1FA-568F-B506-C7721E024B43}"/>
                </a:ext>
              </a:extLst>
            </p:cNvPr>
            <p:cNvSpPr>
              <a:spLocks/>
            </p:cNvSpPr>
            <p:nvPr/>
          </p:nvSpPr>
          <p:spPr bwMode="auto">
            <a:xfrm>
              <a:off x="1765" y="792"/>
              <a:ext cx="25" cy="22"/>
            </a:xfrm>
            <a:custGeom>
              <a:avLst/>
              <a:gdLst>
                <a:gd name="T0" fmla="*/ 0 w 302"/>
                <a:gd name="T1" fmla="*/ 0 h 285"/>
                <a:gd name="T2" fmla="*/ 0 w 302"/>
                <a:gd name="T3" fmla="*/ 0 h 285"/>
                <a:gd name="T4" fmla="*/ 0 w 302"/>
                <a:gd name="T5" fmla="*/ 0 h 285"/>
                <a:gd name="T6" fmla="*/ 0 w 302"/>
                <a:gd name="T7" fmla="*/ 0 h 285"/>
                <a:gd name="T8" fmla="*/ 0 w 302"/>
                <a:gd name="T9" fmla="*/ 0 h 285"/>
                <a:gd name="T10" fmla="*/ 0 w 302"/>
                <a:gd name="T11" fmla="*/ 0 h 285"/>
                <a:gd name="T12" fmla="*/ 0 w 302"/>
                <a:gd name="T13" fmla="*/ 0 h 285"/>
                <a:gd name="T14" fmla="*/ 0 w 302"/>
                <a:gd name="T15" fmla="*/ 0 h 285"/>
                <a:gd name="T16" fmla="*/ 0 w 302"/>
                <a:gd name="T17" fmla="*/ 0 h 285"/>
                <a:gd name="T18" fmla="*/ 0 w 302"/>
                <a:gd name="T19" fmla="*/ 0 h 285"/>
                <a:gd name="T20" fmla="*/ 0 w 302"/>
                <a:gd name="T21" fmla="*/ 0 h 285"/>
                <a:gd name="T22" fmla="*/ 0 w 302"/>
                <a:gd name="T23" fmla="*/ 0 h 285"/>
                <a:gd name="T24" fmla="*/ 0 w 302"/>
                <a:gd name="T25" fmla="*/ 0 h 285"/>
                <a:gd name="T26" fmla="*/ 0 w 302"/>
                <a:gd name="T27" fmla="*/ 0 h 2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02" h="285">
                  <a:moveTo>
                    <a:pt x="133" y="0"/>
                  </a:moveTo>
                  <a:lnTo>
                    <a:pt x="12" y="93"/>
                  </a:lnTo>
                  <a:lnTo>
                    <a:pt x="0" y="174"/>
                  </a:lnTo>
                  <a:lnTo>
                    <a:pt x="64" y="209"/>
                  </a:lnTo>
                  <a:lnTo>
                    <a:pt x="87" y="285"/>
                  </a:lnTo>
                  <a:lnTo>
                    <a:pt x="133" y="250"/>
                  </a:lnTo>
                  <a:lnTo>
                    <a:pt x="185" y="285"/>
                  </a:lnTo>
                  <a:lnTo>
                    <a:pt x="255" y="285"/>
                  </a:lnTo>
                  <a:lnTo>
                    <a:pt x="296" y="180"/>
                  </a:lnTo>
                  <a:lnTo>
                    <a:pt x="272" y="134"/>
                  </a:lnTo>
                  <a:lnTo>
                    <a:pt x="302" y="87"/>
                  </a:lnTo>
                  <a:lnTo>
                    <a:pt x="244" y="76"/>
                  </a:lnTo>
                  <a:lnTo>
                    <a:pt x="162" y="6"/>
                  </a:lnTo>
                  <a:lnTo>
                    <a:pt x="133" y="0"/>
                  </a:lnTo>
                  <a:close/>
                </a:path>
              </a:pathLst>
            </a:custGeom>
            <a:solidFill>
              <a:srgbClr val="FFFFFF"/>
            </a:solidFill>
            <a:ln w="9525">
              <a:solidFill>
                <a:srgbClr val="000000"/>
              </a:solidFill>
              <a:round/>
              <a:headEnd/>
              <a:tailEnd/>
            </a:ln>
          </p:spPr>
          <p:txBody>
            <a:bodyPr/>
            <a:lstStyle/>
            <a:p>
              <a:endParaRPr lang="ko-KR" altLang="en-US"/>
            </a:p>
          </p:txBody>
        </p:sp>
        <p:sp>
          <p:nvSpPr>
            <p:cNvPr id="418558" name="Freeform 34">
              <a:extLst>
                <a:ext uri="{FF2B5EF4-FFF2-40B4-BE49-F238E27FC236}">
                  <a16:creationId xmlns:a16="http://schemas.microsoft.com/office/drawing/2014/main" id="{0A47C346-DC4F-320F-FE05-D6C97A8B3944}"/>
                </a:ext>
              </a:extLst>
            </p:cNvPr>
            <p:cNvSpPr>
              <a:spLocks/>
            </p:cNvSpPr>
            <p:nvPr/>
          </p:nvSpPr>
          <p:spPr bwMode="auto">
            <a:xfrm>
              <a:off x="1786" y="799"/>
              <a:ext cx="13" cy="17"/>
            </a:xfrm>
            <a:custGeom>
              <a:avLst/>
              <a:gdLst>
                <a:gd name="T0" fmla="*/ 0 w 163"/>
                <a:gd name="T1" fmla="*/ 0 h 226"/>
                <a:gd name="T2" fmla="*/ 0 w 163"/>
                <a:gd name="T3" fmla="*/ 0 h 226"/>
                <a:gd name="T4" fmla="*/ 0 w 163"/>
                <a:gd name="T5" fmla="*/ 0 h 226"/>
                <a:gd name="T6" fmla="*/ 0 w 163"/>
                <a:gd name="T7" fmla="*/ 0 h 226"/>
                <a:gd name="T8" fmla="*/ 0 w 163"/>
                <a:gd name="T9" fmla="*/ 0 h 226"/>
                <a:gd name="T10" fmla="*/ 0 w 163"/>
                <a:gd name="T11" fmla="*/ 0 h 226"/>
                <a:gd name="T12" fmla="*/ 0 w 163"/>
                <a:gd name="T13" fmla="*/ 0 h 226"/>
                <a:gd name="T14" fmla="*/ 0 w 163"/>
                <a:gd name="T15" fmla="*/ 0 h 226"/>
                <a:gd name="T16" fmla="*/ 0 w 163"/>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3" h="226">
                  <a:moveTo>
                    <a:pt x="47" y="0"/>
                  </a:moveTo>
                  <a:lnTo>
                    <a:pt x="17" y="47"/>
                  </a:lnTo>
                  <a:lnTo>
                    <a:pt x="41" y="93"/>
                  </a:lnTo>
                  <a:lnTo>
                    <a:pt x="0" y="198"/>
                  </a:lnTo>
                  <a:lnTo>
                    <a:pt x="35" y="226"/>
                  </a:lnTo>
                  <a:lnTo>
                    <a:pt x="76" y="221"/>
                  </a:lnTo>
                  <a:lnTo>
                    <a:pt x="163" y="93"/>
                  </a:lnTo>
                  <a:lnTo>
                    <a:pt x="82" y="12"/>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18559" name="Freeform 35">
              <a:extLst>
                <a:ext uri="{FF2B5EF4-FFF2-40B4-BE49-F238E27FC236}">
                  <a16:creationId xmlns:a16="http://schemas.microsoft.com/office/drawing/2014/main" id="{78E0B596-8DA8-DF2C-0350-996B0E00C8D1}"/>
                </a:ext>
              </a:extLst>
            </p:cNvPr>
            <p:cNvSpPr>
              <a:spLocks/>
            </p:cNvSpPr>
            <p:nvPr/>
          </p:nvSpPr>
          <p:spPr bwMode="auto">
            <a:xfrm>
              <a:off x="1669" y="793"/>
              <a:ext cx="215" cy="203"/>
            </a:xfrm>
            <a:custGeom>
              <a:avLst/>
              <a:gdLst>
                <a:gd name="T0" fmla="*/ 0 w 2685"/>
                <a:gd name="T1" fmla="*/ 0 h 2603"/>
                <a:gd name="T2" fmla="*/ 0 w 2685"/>
                <a:gd name="T3" fmla="*/ 0 h 2603"/>
                <a:gd name="T4" fmla="*/ 0 w 2685"/>
                <a:gd name="T5" fmla="*/ 0 h 2603"/>
                <a:gd name="T6" fmla="*/ 0 w 2685"/>
                <a:gd name="T7" fmla="*/ 0 h 2603"/>
                <a:gd name="T8" fmla="*/ 0 w 2685"/>
                <a:gd name="T9" fmla="*/ 0 h 2603"/>
                <a:gd name="T10" fmla="*/ 0 w 2685"/>
                <a:gd name="T11" fmla="*/ 0 h 2603"/>
                <a:gd name="T12" fmla="*/ 0 w 2685"/>
                <a:gd name="T13" fmla="*/ 0 h 2603"/>
                <a:gd name="T14" fmla="*/ 0 w 2685"/>
                <a:gd name="T15" fmla="*/ 0 h 2603"/>
                <a:gd name="T16" fmla="*/ 0 w 2685"/>
                <a:gd name="T17" fmla="*/ 0 h 2603"/>
                <a:gd name="T18" fmla="*/ 0 w 2685"/>
                <a:gd name="T19" fmla="*/ 0 h 2603"/>
                <a:gd name="T20" fmla="*/ 0 w 2685"/>
                <a:gd name="T21" fmla="*/ 0 h 2603"/>
                <a:gd name="T22" fmla="*/ 0 w 2685"/>
                <a:gd name="T23" fmla="*/ 0 h 2603"/>
                <a:gd name="T24" fmla="*/ 0 w 2685"/>
                <a:gd name="T25" fmla="*/ 0 h 2603"/>
                <a:gd name="T26" fmla="*/ 0 w 2685"/>
                <a:gd name="T27" fmla="*/ 0 h 2603"/>
                <a:gd name="T28" fmla="*/ 0 w 2685"/>
                <a:gd name="T29" fmla="*/ 0 h 2603"/>
                <a:gd name="T30" fmla="*/ 0 w 2685"/>
                <a:gd name="T31" fmla="*/ 0 h 2603"/>
                <a:gd name="T32" fmla="*/ 0 w 2685"/>
                <a:gd name="T33" fmla="*/ 0 h 2603"/>
                <a:gd name="T34" fmla="*/ 0 w 2685"/>
                <a:gd name="T35" fmla="*/ 0 h 2603"/>
                <a:gd name="T36" fmla="*/ 0 w 2685"/>
                <a:gd name="T37" fmla="*/ 0 h 2603"/>
                <a:gd name="T38" fmla="*/ 0 w 2685"/>
                <a:gd name="T39" fmla="*/ 0 h 2603"/>
                <a:gd name="T40" fmla="*/ 0 w 2685"/>
                <a:gd name="T41" fmla="*/ 0 h 2603"/>
                <a:gd name="T42" fmla="*/ 0 w 2685"/>
                <a:gd name="T43" fmla="*/ 0 h 2603"/>
                <a:gd name="T44" fmla="*/ 0 w 2685"/>
                <a:gd name="T45" fmla="*/ 0 h 2603"/>
                <a:gd name="T46" fmla="*/ 0 w 2685"/>
                <a:gd name="T47" fmla="*/ 0 h 2603"/>
                <a:gd name="T48" fmla="*/ 0 w 2685"/>
                <a:gd name="T49" fmla="*/ 0 h 2603"/>
                <a:gd name="T50" fmla="*/ 0 w 2685"/>
                <a:gd name="T51" fmla="*/ 0 h 2603"/>
                <a:gd name="T52" fmla="*/ 0 w 2685"/>
                <a:gd name="T53" fmla="*/ 0 h 2603"/>
                <a:gd name="T54" fmla="*/ 0 w 2685"/>
                <a:gd name="T55" fmla="*/ 0 h 2603"/>
                <a:gd name="T56" fmla="*/ 0 w 2685"/>
                <a:gd name="T57" fmla="*/ 0 h 2603"/>
                <a:gd name="T58" fmla="*/ 0 w 2685"/>
                <a:gd name="T59" fmla="*/ 0 h 2603"/>
                <a:gd name="T60" fmla="*/ 0 w 2685"/>
                <a:gd name="T61" fmla="*/ 0 h 2603"/>
                <a:gd name="T62" fmla="*/ 0 w 2685"/>
                <a:gd name="T63" fmla="*/ 0 h 2603"/>
                <a:gd name="T64" fmla="*/ 0 w 2685"/>
                <a:gd name="T65" fmla="*/ 0 h 2603"/>
                <a:gd name="T66" fmla="*/ 0 w 2685"/>
                <a:gd name="T67" fmla="*/ 0 h 2603"/>
                <a:gd name="T68" fmla="*/ 0 w 2685"/>
                <a:gd name="T69" fmla="*/ 0 h 2603"/>
                <a:gd name="T70" fmla="*/ 0 w 2685"/>
                <a:gd name="T71" fmla="*/ 0 h 2603"/>
                <a:gd name="T72" fmla="*/ 0 w 2685"/>
                <a:gd name="T73" fmla="*/ 0 h 2603"/>
                <a:gd name="T74" fmla="*/ 0 w 2685"/>
                <a:gd name="T75" fmla="*/ 0 h 2603"/>
                <a:gd name="T76" fmla="*/ 0 w 2685"/>
                <a:gd name="T77" fmla="*/ 0 h 2603"/>
                <a:gd name="T78" fmla="*/ 0 w 2685"/>
                <a:gd name="T79" fmla="*/ 0 h 2603"/>
                <a:gd name="T80" fmla="*/ 0 w 2685"/>
                <a:gd name="T81" fmla="*/ 0 h 2603"/>
                <a:gd name="T82" fmla="*/ 0 w 2685"/>
                <a:gd name="T83" fmla="*/ 0 h 2603"/>
                <a:gd name="T84" fmla="*/ 0 w 2685"/>
                <a:gd name="T85" fmla="*/ 0 h 2603"/>
                <a:gd name="T86" fmla="*/ 0 w 2685"/>
                <a:gd name="T87" fmla="*/ 0 h 2603"/>
                <a:gd name="T88" fmla="*/ 0 w 2685"/>
                <a:gd name="T89" fmla="*/ 0 h 2603"/>
                <a:gd name="T90" fmla="*/ 0 w 2685"/>
                <a:gd name="T91" fmla="*/ 0 h 2603"/>
                <a:gd name="T92" fmla="*/ 0 w 2685"/>
                <a:gd name="T93" fmla="*/ 0 h 2603"/>
                <a:gd name="T94" fmla="*/ 0 w 2685"/>
                <a:gd name="T95" fmla="*/ 0 h 2603"/>
                <a:gd name="T96" fmla="*/ 0 w 2685"/>
                <a:gd name="T97" fmla="*/ 0 h 2603"/>
                <a:gd name="T98" fmla="*/ 0 w 2685"/>
                <a:gd name="T99" fmla="*/ 0 h 2603"/>
                <a:gd name="T100" fmla="*/ 0 w 2685"/>
                <a:gd name="T101" fmla="*/ 0 h 2603"/>
                <a:gd name="T102" fmla="*/ 0 w 2685"/>
                <a:gd name="T103" fmla="*/ 0 h 2603"/>
                <a:gd name="T104" fmla="*/ 0 w 2685"/>
                <a:gd name="T105" fmla="*/ 0 h 2603"/>
                <a:gd name="T106" fmla="*/ 0 w 2685"/>
                <a:gd name="T107" fmla="*/ 0 h 2603"/>
                <a:gd name="T108" fmla="*/ 0 w 2685"/>
                <a:gd name="T109" fmla="*/ 0 h 2603"/>
                <a:gd name="T110" fmla="*/ 0 w 2685"/>
                <a:gd name="T111" fmla="*/ 0 h 2603"/>
                <a:gd name="T112" fmla="*/ 0 w 2685"/>
                <a:gd name="T113" fmla="*/ 0 h 2603"/>
                <a:gd name="T114" fmla="*/ 0 w 2685"/>
                <a:gd name="T115" fmla="*/ 0 h 2603"/>
                <a:gd name="T116" fmla="*/ 0 w 2685"/>
                <a:gd name="T117" fmla="*/ 0 h 2603"/>
                <a:gd name="T118" fmla="*/ 0 w 2685"/>
                <a:gd name="T119" fmla="*/ 0 h 2603"/>
                <a:gd name="T120" fmla="*/ 0 w 2685"/>
                <a:gd name="T121" fmla="*/ 0 h 26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85" h="2603">
                  <a:moveTo>
                    <a:pt x="1633" y="163"/>
                  </a:moveTo>
                  <a:lnTo>
                    <a:pt x="1662" y="192"/>
                  </a:lnTo>
                  <a:lnTo>
                    <a:pt x="1715" y="308"/>
                  </a:lnTo>
                  <a:lnTo>
                    <a:pt x="1760" y="343"/>
                  </a:lnTo>
                  <a:lnTo>
                    <a:pt x="1580" y="523"/>
                  </a:lnTo>
                  <a:lnTo>
                    <a:pt x="1673" y="512"/>
                  </a:lnTo>
                  <a:lnTo>
                    <a:pt x="1737" y="477"/>
                  </a:lnTo>
                  <a:lnTo>
                    <a:pt x="1790" y="488"/>
                  </a:lnTo>
                  <a:lnTo>
                    <a:pt x="1772" y="535"/>
                  </a:lnTo>
                  <a:lnTo>
                    <a:pt x="1703" y="540"/>
                  </a:lnTo>
                  <a:lnTo>
                    <a:pt x="1778" y="582"/>
                  </a:lnTo>
                  <a:lnTo>
                    <a:pt x="1854" y="523"/>
                  </a:lnTo>
                  <a:lnTo>
                    <a:pt x="2022" y="535"/>
                  </a:lnTo>
                  <a:lnTo>
                    <a:pt x="2028" y="570"/>
                  </a:lnTo>
                  <a:lnTo>
                    <a:pt x="2057" y="570"/>
                  </a:lnTo>
                  <a:lnTo>
                    <a:pt x="2046" y="622"/>
                  </a:lnTo>
                  <a:lnTo>
                    <a:pt x="2086" y="640"/>
                  </a:lnTo>
                  <a:lnTo>
                    <a:pt x="2069" y="662"/>
                  </a:lnTo>
                  <a:lnTo>
                    <a:pt x="2191" y="669"/>
                  </a:lnTo>
                  <a:lnTo>
                    <a:pt x="2284" y="721"/>
                  </a:lnTo>
                  <a:lnTo>
                    <a:pt x="2348" y="680"/>
                  </a:lnTo>
                  <a:lnTo>
                    <a:pt x="2395" y="704"/>
                  </a:lnTo>
                  <a:lnTo>
                    <a:pt x="2545" y="872"/>
                  </a:lnTo>
                  <a:lnTo>
                    <a:pt x="2587" y="884"/>
                  </a:lnTo>
                  <a:lnTo>
                    <a:pt x="2644" y="860"/>
                  </a:lnTo>
                  <a:lnTo>
                    <a:pt x="2679" y="894"/>
                  </a:lnTo>
                  <a:lnTo>
                    <a:pt x="2685" y="1081"/>
                  </a:lnTo>
                  <a:lnTo>
                    <a:pt x="2644" y="1156"/>
                  </a:lnTo>
                  <a:lnTo>
                    <a:pt x="2580" y="1180"/>
                  </a:lnTo>
                  <a:lnTo>
                    <a:pt x="2400" y="1342"/>
                  </a:lnTo>
                  <a:lnTo>
                    <a:pt x="2348" y="1372"/>
                  </a:lnTo>
                  <a:lnTo>
                    <a:pt x="2336" y="1494"/>
                  </a:lnTo>
                  <a:lnTo>
                    <a:pt x="2290" y="1592"/>
                  </a:lnTo>
                  <a:lnTo>
                    <a:pt x="2266" y="1703"/>
                  </a:lnTo>
                  <a:lnTo>
                    <a:pt x="2051" y="1975"/>
                  </a:lnTo>
                  <a:lnTo>
                    <a:pt x="2004" y="1993"/>
                  </a:lnTo>
                  <a:lnTo>
                    <a:pt x="1917" y="1982"/>
                  </a:lnTo>
                  <a:lnTo>
                    <a:pt x="1795" y="2045"/>
                  </a:lnTo>
                  <a:lnTo>
                    <a:pt x="1743" y="2034"/>
                  </a:lnTo>
                  <a:lnTo>
                    <a:pt x="1558" y="2127"/>
                  </a:lnTo>
                  <a:lnTo>
                    <a:pt x="1516" y="2306"/>
                  </a:lnTo>
                  <a:lnTo>
                    <a:pt x="1319" y="2521"/>
                  </a:lnTo>
                  <a:lnTo>
                    <a:pt x="1279" y="2521"/>
                  </a:lnTo>
                  <a:lnTo>
                    <a:pt x="1342" y="2382"/>
                  </a:lnTo>
                  <a:lnTo>
                    <a:pt x="1313" y="2394"/>
                  </a:lnTo>
                  <a:lnTo>
                    <a:pt x="1203" y="2603"/>
                  </a:lnTo>
                  <a:lnTo>
                    <a:pt x="1144" y="2528"/>
                  </a:lnTo>
                  <a:lnTo>
                    <a:pt x="1151" y="2486"/>
                  </a:lnTo>
                  <a:lnTo>
                    <a:pt x="1081" y="2423"/>
                  </a:lnTo>
                  <a:lnTo>
                    <a:pt x="1034" y="2417"/>
                  </a:lnTo>
                  <a:lnTo>
                    <a:pt x="1029" y="2359"/>
                  </a:lnTo>
                  <a:lnTo>
                    <a:pt x="977" y="2324"/>
                  </a:lnTo>
                  <a:lnTo>
                    <a:pt x="1226" y="2196"/>
                  </a:lnTo>
                  <a:lnTo>
                    <a:pt x="1226" y="2104"/>
                  </a:lnTo>
                  <a:lnTo>
                    <a:pt x="1214" y="2097"/>
                  </a:lnTo>
                  <a:lnTo>
                    <a:pt x="1226" y="2017"/>
                  </a:lnTo>
                  <a:lnTo>
                    <a:pt x="1174" y="1982"/>
                  </a:lnTo>
                  <a:lnTo>
                    <a:pt x="1186" y="1918"/>
                  </a:lnTo>
                  <a:lnTo>
                    <a:pt x="1075" y="1842"/>
                  </a:lnTo>
                  <a:lnTo>
                    <a:pt x="1034" y="1853"/>
                  </a:lnTo>
                  <a:lnTo>
                    <a:pt x="1000" y="1825"/>
                  </a:lnTo>
                  <a:lnTo>
                    <a:pt x="1022" y="1668"/>
                  </a:lnTo>
                  <a:lnTo>
                    <a:pt x="1052" y="1633"/>
                  </a:lnTo>
                  <a:lnTo>
                    <a:pt x="1011" y="1476"/>
                  </a:lnTo>
                  <a:lnTo>
                    <a:pt x="918" y="1447"/>
                  </a:lnTo>
                  <a:lnTo>
                    <a:pt x="900" y="1383"/>
                  </a:lnTo>
                  <a:lnTo>
                    <a:pt x="877" y="1360"/>
                  </a:lnTo>
                  <a:lnTo>
                    <a:pt x="877" y="1342"/>
                  </a:lnTo>
                  <a:lnTo>
                    <a:pt x="918" y="1313"/>
                  </a:lnTo>
                  <a:lnTo>
                    <a:pt x="726" y="1156"/>
                  </a:lnTo>
                  <a:lnTo>
                    <a:pt x="639" y="1145"/>
                  </a:lnTo>
                  <a:lnTo>
                    <a:pt x="581" y="1069"/>
                  </a:lnTo>
                  <a:lnTo>
                    <a:pt x="628" y="1051"/>
                  </a:lnTo>
                  <a:lnTo>
                    <a:pt x="639" y="971"/>
                  </a:lnTo>
                  <a:lnTo>
                    <a:pt x="598" y="964"/>
                  </a:lnTo>
                  <a:lnTo>
                    <a:pt x="429" y="994"/>
                  </a:lnTo>
                  <a:lnTo>
                    <a:pt x="424" y="976"/>
                  </a:lnTo>
                  <a:lnTo>
                    <a:pt x="366" y="982"/>
                  </a:lnTo>
                  <a:lnTo>
                    <a:pt x="342" y="1034"/>
                  </a:lnTo>
                  <a:lnTo>
                    <a:pt x="284" y="1023"/>
                  </a:lnTo>
                  <a:lnTo>
                    <a:pt x="215" y="988"/>
                  </a:lnTo>
                  <a:lnTo>
                    <a:pt x="232" y="918"/>
                  </a:lnTo>
                  <a:lnTo>
                    <a:pt x="203" y="889"/>
                  </a:lnTo>
                  <a:lnTo>
                    <a:pt x="122" y="918"/>
                  </a:lnTo>
                  <a:lnTo>
                    <a:pt x="87" y="860"/>
                  </a:lnTo>
                  <a:lnTo>
                    <a:pt x="23" y="901"/>
                  </a:lnTo>
                  <a:lnTo>
                    <a:pt x="0" y="784"/>
                  </a:lnTo>
                  <a:lnTo>
                    <a:pt x="52" y="692"/>
                  </a:lnTo>
                  <a:lnTo>
                    <a:pt x="58" y="640"/>
                  </a:lnTo>
                  <a:lnTo>
                    <a:pt x="262" y="529"/>
                  </a:lnTo>
                  <a:lnTo>
                    <a:pt x="360" y="326"/>
                  </a:lnTo>
                  <a:lnTo>
                    <a:pt x="314" y="285"/>
                  </a:lnTo>
                  <a:lnTo>
                    <a:pt x="319" y="239"/>
                  </a:lnTo>
                  <a:lnTo>
                    <a:pt x="384" y="192"/>
                  </a:lnTo>
                  <a:lnTo>
                    <a:pt x="360" y="186"/>
                  </a:lnTo>
                  <a:lnTo>
                    <a:pt x="342" y="174"/>
                  </a:lnTo>
                  <a:lnTo>
                    <a:pt x="349" y="146"/>
                  </a:lnTo>
                  <a:lnTo>
                    <a:pt x="377" y="151"/>
                  </a:lnTo>
                  <a:lnTo>
                    <a:pt x="429" y="186"/>
                  </a:lnTo>
                  <a:lnTo>
                    <a:pt x="476" y="186"/>
                  </a:lnTo>
                  <a:lnTo>
                    <a:pt x="511" y="239"/>
                  </a:lnTo>
                  <a:lnTo>
                    <a:pt x="656" y="268"/>
                  </a:lnTo>
                  <a:lnTo>
                    <a:pt x="778" y="174"/>
                  </a:lnTo>
                  <a:lnTo>
                    <a:pt x="691" y="52"/>
                  </a:lnTo>
                  <a:lnTo>
                    <a:pt x="720" y="29"/>
                  </a:lnTo>
                  <a:lnTo>
                    <a:pt x="843" y="105"/>
                  </a:lnTo>
                  <a:lnTo>
                    <a:pt x="872" y="87"/>
                  </a:lnTo>
                  <a:lnTo>
                    <a:pt x="965" y="99"/>
                  </a:lnTo>
                  <a:lnTo>
                    <a:pt x="1000" y="24"/>
                  </a:lnTo>
                  <a:lnTo>
                    <a:pt x="1000" y="0"/>
                  </a:lnTo>
                  <a:lnTo>
                    <a:pt x="1057" y="24"/>
                  </a:lnTo>
                  <a:lnTo>
                    <a:pt x="1052" y="59"/>
                  </a:lnTo>
                  <a:lnTo>
                    <a:pt x="1075" y="82"/>
                  </a:lnTo>
                  <a:lnTo>
                    <a:pt x="1075" y="256"/>
                  </a:lnTo>
                  <a:lnTo>
                    <a:pt x="1099" y="303"/>
                  </a:lnTo>
                  <a:lnTo>
                    <a:pt x="1296" y="268"/>
                  </a:lnTo>
                  <a:lnTo>
                    <a:pt x="1342" y="233"/>
                  </a:lnTo>
                  <a:lnTo>
                    <a:pt x="1401" y="268"/>
                  </a:lnTo>
                  <a:lnTo>
                    <a:pt x="1470" y="268"/>
                  </a:lnTo>
                  <a:lnTo>
                    <a:pt x="1499" y="296"/>
                  </a:lnTo>
                  <a:lnTo>
                    <a:pt x="1540" y="291"/>
                  </a:lnTo>
                  <a:lnTo>
                    <a:pt x="1633" y="163"/>
                  </a:lnTo>
                  <a:close/>
                </a:path>
              </a:pathLst>
            </a:custGeom>
            <a:solidFill>
              <a:srgbClr val="FFFFFF"/>
            </a:solidFill>
            <a:ln w="9525">
              <a:solidFill>
                <a:srgbClr val="000000"/>
              </a:solidFill>
              <a:round/>
              <a:headEnd/>
              <a:tailEnd/>
            </a:ln>
          </p:spPr>
          <p:txBody>
            <a:bodyPr/>
            <a:lstStyle/>
            <a:p>
              <a:endParaRPr lang="ko-KR" altLang="en-US"/>
            </a:p>
          </p:txBody>
        </p:sp>
        <p:sp>
          <p:nvSpPr>
            <p:cNvPr id="418560" name="Freeform 36">
              <a:extLst>
                <a:ext uri="{FF2B5EF4-FFF2-40B4-BE49-F238E27FC236}">
                  <a16:creationId xmlns:a16="http://schemas.microsoft.com/office/drawing/2014/main" id="{EC8C00ED-F58D-30B5-AEFE-CB6842B19E00}"/>
                </a:ext>
              </a:extLst>
            </p:cNvPr>
            <p:cNvSpPr>
              <a:spLocks/>
            </p:cNvSpPr>
            <p:nvPr/>
          </p:nvSpPr>
          <p:spPr bwMode="auto">
            <a:xfrm>
              <a:off x="1629" y="649"/>
              <a:ext cx="71" cy="29"/>
            </a:xfrm>
            <a:custGeom>
              <a:avLst/>
              <a:gdLst>
                <a:gd name="T0" fmla="*/ 0 w 884"/>
                <a:gd name="T1" fmla="*/ 0 h 377"/>
                <a:gd name="T2" fmla="*/ 0 w 884"/>
                <a:gd name="T3" fmla="*/ 0 h 377"/>
                <a:gd name="T4" fmla="*/ 0 w 884"/>
                <a:gd name="T5" fmla="*/ 0 h 377"/>
                <a:gd name="T6" fmla="*/ 0 w 884"/>
                <a:gd name="T7" fmla="*/ 0 h 377"/>
                <a:gd name="T8" fmla="*/ 0 w 884"/>
                <a:gd name="T9" fmla="*/ 0 h 377"/>
                <a:gd name="T10" fmla="*/ 0 w 884"/>
                <a:gd name="T11" fmla="*/ 0 h 377"/>
                <a:gd name="T12" fmla="*/ 0 w 884"/>
                <a:gd name="T13" fmla="*/ 0 h 377"/>
                <a:gd name="T14" fmla="*/ 0 w 884"/>
                <a:gd name="T15" fmla="*/ 0 h 377"/>
                <a:gd name="T16" fmla="*/ 0 w 884"/>
                <a:gd name="T17" fmla="*/ 0 h 377"/>
                <a:gd name="T18" fmla="*/ 0 w 884"/>
                <a:gd name="T19" fmla="*/ 0 h 377"/>
                <a:gd name="T20" fmla="*/ 0 w 884"/>
                <a:gd name="T21" fmla="*/ 0 h 377"/>
                <a:gd name="T22" fmla="*/ 0 w 884"/>
                <a:gd name="T23" fmla="*/ 0 h 377"/>
                <a:gd name="T24" fmla="*/ 0 w 884"/>
                <a:gd name="T25" fmla="*/ 0 h 377"/>
                <a:gd name="T26" fmla="*/ 0 w 884"/>
                <a:gd name="T27" fmla="*/ 0 h 377"/>
                <a:gd name="T28" fmla="*/ 0 w 884"/>
                <a:gd name="T29" fmla="*/ 0 h 377"/>
                <a:gd name="T30" fmla="*/ 0 w 884"/>
                <a:gd name="T31" fmla="*/ 0 h 377"/>
                <a:gd name="T32" fmla="*/ 0 w 884"/>
                <a:gd name="T33" fmla="*/ 0 h 3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84" h="377">
                  <a:moveTo>
                    <a:pt x="0" y="87"/>
                  </a:moveTo>
                  <a:lnTo>
                    <a:pt x="35" y="41"/>
                  </a:lnTo>
                  <a:lnTo>
                    <a:pt x="238" y="0"/>
                  </a:lnTo>
                  <a:lnTo>
                    <a:pt x="517" y="98"/>
                  </a:lnTo>
                  <a:lnTo>
                    <a:pt x="610" y="192"/>
                  </a:lnTo>
                  <a:lnTo>
                    <a:pt x="802" y="238"/>
                  </a:lnTo>
                  <a:lnTo>
                    <a:pt x="807" y="279"/>
                  </a:lnTo>
                  <a:lnTo>
                    <a:pt x="884" y="337"/>
                  </a:lnTo>
                  <a:lnTo>
                    <a:pt x="837" y="377"/>
                  </a:lnTo>
                  <a:lnTo>
                    <a:pt x="570" y="354"/>
                  </a:lnTo>
                  <a:lnTo>
                    <a:pt x="575" y="279"/>
                  </a:lnTo>
                  <a:lnTo>
                    <a:pt x="483" y="185"/>
                  </a:lnTo>
                  <a:lnTo>
                    <a:pt x="424" y="180"/>
                  </a:lnTo>
                  <a:lnTo>
                    <a:pt x="226" y="93"/>
                  </a:lnTo>
                  <a:lnTo>
                    <a:pt x="198" y="58"/>
                  </a:lnTo>
                  <a:lnTo>
                    <a:pt x="81" y="105"/>
                  </a:lnTo>
                  <a:lnTo>
                    <a:pt x="0" y="87"/>
                  </a:lnTo>
                  <a:close/>
                </a:path>
              </a:pathLst>
            </a:custGeom>
            <a:solidFill>
              <a:srgbClr val="FFFFFF"/>
            </a:solidFill>
            <a:ln w="9525">
              <a:solidFill>
                <a:srgbClr val="000000"/>
              </a:solidFill>
              <a:round/>
              <a:headEnd/>
              <a:tailEnd/>
            </a:ln>
          </p:spPr>
          <p:txBody>
            <a:bodyPr/>
            <a:lstStyle/>
            <a:p>
              <a:endParaRPr lang="ko-KR" altLang="en-US"/>
            </a:p>
          </p:txBody>
        </p:sp>
        <p:sp>
          <p:nvSpPr>
            <p:cNvPr id="418561" name="Freeform 37">
              <a:extLst>
                <a:ext uri="{FF2B5EF4-FFF2-40B4-BE49-F238E27FC236}">
                  <a16:creationId xmlns:a16="http://schemas.microsoft.com/office/drawing/2014/main" id="{FF88D2E2-C93B-21BE-9C5B-5D1B7E8BD45F}"/>
                </a:ext>
              </a:extLst>
            </p:cNvPr>
            <p:cNvSpPr>
              <a:spLocks/>
            </p:cNvSpPr>
            <p:nvPr/>
          </p:nvSpPr>
          <p:spPr bwMode="auto">
            <a:xfrm>
              <a:off x="1741" y="693"/>
              <a:ext cx="15" cy="5"/>
            </a:xfrm>
            <a:custGeom>
              <a:avLst/>
              <a:gdLst>
                <a:gd name="T0" fmla="*/ 0 w 180"/>
                <a:gd name="T1" fmla="*/ 0 h 57"/>
                <a:gd name="T2" fmla="*/ 0 w 180"/>
                <a:gd name="T3" fmla="*/ 0 h 57"/>
                <a:gd name="T4" fmla="*/ 0 w 180"/>
                <a:gd name="T5" fmla="*/ 0 h 57"/>
                <a:gd name="T6" fmla="*/ 0 w 180"/>
                <a:gd name="T7" fmla="*/ 0 h 57"/>
                <a:gd name="T8" fmla="*/ 0 w 180"/>
                <a:gd name="T9" fmla="*/ 0 h 57"/>
                <a:gd name="T10" fmla="*/ 0 w 180"/>
                <a:gd name="T11" fmla="*/ 0 h 57"/>
                <a:gd name="T12" fmla="*/ 0 w 180"/>
                <a:gd name="T13" fmla="*/ 0 h 57"/>
                <a:gd name="T14" fmla="*/ 0 w 180"/>
                <a:gd name="T15" fmla="*/ 0 h 5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0" h="57">
                  <a:moveTo>
                    <a:pt x="0" y="40"/>
                  </a:moveTo>
                  <a:lnTo>
                    <a:pt x="17" y="5"/>
                  </a:lnTo>
                  <a:lnTo>
                    <a:pt x="127" y="5"/>
                  </a:lnTo>
                  <a:lnTo>
                    <a:pt x="168" y="0"/>
                  </a:lnTo>
                  <a:lnTo>
                    <a:pt x="180" y="22"/>
                  </a:lnTo>
                  <a:lnTo>
                    <a:pt x="104" y="57"/>
                  </a:lnTo>
                  <a:lnTo>
                    <a:pt x="70" y="40"/>
                  </a:lnTo>
                  <a:lnTo>
                    <a:pt x="0" y="40"/>
                  </a:lnTo>
                  <a:close/>
                </a:path>
              </a:pathLst>
            </a:custGeom>
            <a:solidFill>
              <a:srgbClr val="FFFFFF"/>
            </a:solidFill>
            <a:ln w="9525">
              <a:solidFill>
                <a:srgbClr val="000000"/>
              </a:solidFill>
              <a:round/>
              <a:headEnd/>
              <a:tailEnd/>
            </a:ln>
          </p:spPr>
          <p:txBody>
            <a:bodyPr/>
            <a:lstStyle/>
            <a:p>
              <a:endParaRPr lang="ko-KR" altLang="en-US"/>
            </a:p>
          </p:txBody>
        </p:sp>
        <p:sp>
          <p:nvSpPr>
            <p:cNvPr id="418562" name="Freeform 38">
              <a:extLst>
                <a:ext uri="{FF2B5EF4-FFF2-40B4-BE49-F238E27FC236}">
                  <a16:creationId xmlns:a16="http://schemas.microsoft.com/office/drawing/2014/main" id="{28B8A7CD-C698-D4A0-7142-4876E27935FA}"/>
                </a:ext>
              </a:extLst>
            </p:cNvPr>
            <p:cNvSpPr>
              <a:spLocks/>
            </p:cNvSpPr>
            <p:nvPr/>
          </p:nvSpPr>
          <p:spPr bwMode="auto">
            <a:xfrm>
              <a:off x="1666" y="685"/>
              <a:ext cx="17" cy="8"/>
            </a:xfrm>
            <a:custGeom>
              <a:avLst/>
              <a:gdLst>
                <a:gd name="T0" fmla="*/ 0 w 209"/>
                <a:gd name="T1" fmla="*/ 0 h 94"/>
                <a:gd name="T2" fmla="*/ 0 w 209"/>
                <a:gd name="T3" fmla="*/ 0 h 94"/>
                <a:gd name="T4" fmla="*/ 0 w 209"/>
                <a:gd name="T5" fmla="*/ 0 h 94"/>
                <a:gd name="T6" fmla="*/ 0 w 209"/>
                <a:gd name="T7" fmla="*/ 0 h 94"/>
                <a:gd name="T8" fmla="*/ 0 w 209"/>
                <a:gd name="T9" fmla="*/ 0 h 94"/>
                <a:gd name="T10" fmla="*/ 0 w 209"/>
                <a:gd name="T11" fmla="*/ 0 h 94"/>
                <a:gd name="T12" fmla="*/ 0 w 209"/>
                <a:gd name="T13" fmla="*/ 0 h 94"/>
                <a:gd name="T14" fmla="*/ 0 w 209"/>
                <a:gd name="T15" fmla="*/ 0 h 94"/>
                <a:gd name="T16" fmla="*/ 0 w 209"/>
                <a:gd name="T17" fmla="*/ 0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9" h="94">
                  <a:moveTo>
                    <a:pt x="0" y="0"/>
                  </a:moveTo>
                  <a:lnTo>
                    <a:pt x="87" y="82"/>
                  </a:lnTo>
                  <a:lnTo>
                    <a:pt x="122" y="94"/>
                  </a:lnTo>
                  <a:lnTo>
                    <a:pt x="197" y="82"/>
                  </a:lnTo>
                  <a:lnTo>
                    <a:pt x="209" y="53"/>
                  </a:lnTo>
                  <a:lnTo>
                    <a:pt x="127" y="47"/>
                  </a:lnTo>
                  <a:lnTo>
                    <a:pt x="92" y="35"/>
                  </a:lnTo>
                  <a:lnTo>
                    <a:pt x="64"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563" name="Freeform 39">
              <a:extLst>
                <a:ext uri="{FF2B5EF4-FFF2-40B4-BE49-F238E27FC236}">
                  <a16:creationId xmlns:a16="http://schemas.microsoft.com/office/drawing/2014/main" id="{12E5447C-6B3F-BD4C-80D5-D81FD270ED70}"/>
                </a:ext>
              </a:extLst>
            </p:cNvPr>
            <p:cNvSpPr>
              <a:spLocks/>
            </p:cNvSpPr>
            <p:nvPr/>
          </p:nvSpPr>
          <p:spPr bwMode="auto">
            <a:xfrm>
              <a:off x="1636" y="659"/>
              <a:ext cx="6" cy="3"/>
            </a:xfrm>
            <a:custGeom>
              <a:avLst/>
              <a:gdLst>
                <a:gd name="T0" fmla="*/ 0 w 70"/>
                <a:gd name="T1" fmla="*/ 0 h 40"/>
                <a:gd name="T2" fmla="*/ 0 w 70"/>
                <a:gd name="T3" fmla="*/ 0 h 40"/>
                <a:gd name="T4" fmla="*/ 0 w 70"/>
                <a:gd name="T5" fmla="*/ 0 h 40"/>
                <a:gd name="T6" fmla="*/ 0 w 70"/>
                <a:gd name="T7" fmla="*/ 0 h 40"/>
                <a:gd name="T8" fmla="*/ 0 w 70"/>
                <a:gd name="T9" fmla="*/ 0 h 40"/>
                <a:gd name="T10" fmla="*/ 0 w 70"/>
                <a:gd name="T11" fmla="*/ 0 h 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0" h="40">
                  <a:moveTo>
                    <a:pt x="53" y="0"/>
                  </a:moveTo>
                  <a:lnTo>
                    <a:pt x="35" y="0"/>
                  </a:lnTo>
                  <a:lnTo>
                    <a:pt x="6" y="12"/>
                  </a:lnTo>
                  <a:lnTo>
                    <a:pt x="0" y="40"/>
                  </a:lnTo>
                  <a:lnTo>
                    <a:pt x="70" y="23"/>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18564" name="Freeform 40">
              <a:extLst>
                <a:ext uri="{FF2B5EF4-FFF2-40B4-BE49-F238E27FC236}">
                  <a16:creationId xmlns:a16="http://schemas.microsoft.com/office/drawing/2014/main" id="{A753F503-A6CE-E88D-85AA-95796BCAB46B}"/>
                </a:ext>
              </a:extLst>
            </p:cNvPr>
            <p:cNvSpPr>
              <a:spLocks/>
            </p:cNvSpPr>
            <p:nvPr/>
          </p:nvSpPr>
          <p:spPr bwMode="auto">
            <a:xfrm>
              <a:off x="1675" y="635"/>
              <a:ext cx="3" cy="5"/>
            </a:xfrm>
            <a:custGeom>
              <a:avLst/>
              <a:gdLst>
                <a:gd name="T0" fmla="*/ 0 w 41"/>
                <a:gd name="T1" fmla="*/ 0 h 52"/>
                <a:gd name="T2" fmla="*/ 0 w 41"/>
                <a:gd name="T3" fmla="*/ 0 h 52"/>
                <a:gd name="T4" fmla="*/ 0 w 41"/>
                <a:gd name="T5" fmla="*/ 0 h 52"/>
                <a:gd name="T6" fmla="*/ 0 w 41"/>
                <a:gd name="T7" fmla="*/ 0 h 52"/>
                <a:gd name="T8" fmla="*/ 0 w 41"/>
                <a:gd name="T9" fmla="*/ 0 h 52"/>
                <a:gd name="T10" fmla="*/ 0 w 41"/>
                <a:gd name="T11" fmla="*/ 0 h 5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52">
                  <a:moveTo>
                    <a:pt x="35" y="0"/>
                  </a:moveTo>
                  <a:lnTo>
                    <a:pt x="0" y="0"/>
                  </a:lnTo>
                  <a:lnTo>
                    <a:pt x="6" y="52"/>
                  </a:lnTo>
                  <a:lnTo>
                    <a:pt x="41" y="28"/>
                  </a:lnTo>
                  <a:lnTo>
                    <a:pt x="35" y="17"/>
                  </a:lnTo>
                  <a:lnTo>
                    <a:pt x="35" y="0"/>
                  </a:lnTo>
                  <a:close/>
                </a:path>
              </a:pathLst>
            </a:custGeom>
            <a:solidFill>
              <a:srgbClr val="FFFFFF"/>
            </a:solidFill>
            <a:ln w="9525">
              <a:solidFill>
                <a:srgbClr val="000000"/>
              </a:solidFill>
              <a:round/>
              <a:headEnd/>
              <a:tailEnd/>
            </a:ln>
          </p:spPr>
          <p:txBody>
            <a:bodyPr/>
            <a:lstStyle/>
            <a:p>
              <a:endParaRPr lang="ko-KR" altLang="en-US"/>
            </a:p>
          </p:txBody>
        </p:sp>
        <p:sp>
          <p:nvSpPr>
            <p:cNvPr id="418565" name="Freeform 41">
              <a:extLst>
                <a:ext uri="{FF2B5EF4-FFF2-40B4-BE49-F238E27FC236}">
                  <a16:creationId xmlns:a16="http://schemas.microsoft.com/office/drawing/2014/main" id="{1EE685EC-5AD7-392C-A14B-8F0BF44D51BF}"/>
                </a:ext>
              </a:extLst>
            </p:cNvPr>
            <p:cNvSpPr>
              <a:spLocks/>
            </p:cNvSpPr>
            <p:nvPr/>
          </p:nvSpPr>
          <p:spPr bwMode="auto">
            <a:xfrm>
              <a:off x="1677" y="641"/>
              <a:ext cx="1" cy="2"/>
            </a:xfrm>
            <a:custGeom>
              <a:avLst/>
              <a:gdLst>
                <a:gd name="T0" fmla="*/ 0 w 24"/>
                <a:gd name="T1" fmla="*/ 0 h 28"/>
                <a:gd name="T2" fmla="*/ 0 w 24"/>
                <a:gd name="T3" fmla="*/ 0 h 28"/>
                <a:gd name="T4" fmla="*/ 0 w 24"/>
                <a:gd name="T5" fmla="*/ 0 h 28"/>
                <a:gd name="T6" fmla="*/ 0 w 24"/>
                <a:gd name="T7" fmla="*/ 0 h 28"/>
                <a:gd name="T8" fmla="*/ 0 w 24"/>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28">
                  <a:moveTo>
                    <a:pt x="18" y="0"/>
                  </a:moveTo>
                  <a:lnTo>
                    <a:pt x="12" y="11"/>
                  </a:lnTo>
                  <a:lnTo>
                    <a:pt x="0" y="28"/>
                  </a:lnTo>
                  <a:lnTo>
                    <a:pt x="24" y="23"/>
                  </a:lnTo>
                  <a:lnTo>
                    <a:pt x="18" y="0"/>
                  </a:lnTo>
                  <a:close/>
                </a:path>
              </a:pathLst>
            </a:custGeom>
            <a:solidFill>
              <a:srgbClr val="FFFFFF"/>
            </a:solidFill>
            <a:ln w="9525">
              <a:solidFill>
                <a:srgbClr val="000000"/>
              </a:solidFill>
              <a:round/>
              <a:headEnd/>
              <a:tailEnd/>
            </a:ln>
          </p:spPr>
          <p:txBody>
            <a:bodyPr/>
            <a:lstStyle/>
            <a:p>
              <a:endParaRPr lang="ko-KR" altLang="en-US"/>
            </a:p>
          </p:txBody>
        </p:sp>
        <p:sp>
          <p:nvSpPr>
            <p:cNvPr id="418566" name="Freeform 42">
              <a:extLst>
                <a:ext uri="{FF2B5EF4-FFF2-40B4-BE49-F238E27FC236}">
                  <a16:creationId xmlns:a16="http://schemas.microsoft.com/office/drawing/2014/main" id="{403DBBF3-3019-EED5-BAEF-FBF609CE7414}"/>
                </a:ext>
              </a:extLst>
            </p:cNvPr>
            <p:cNvSpPr>
              <a:spLocks/>
            </p:cNvSpPr>
            <p:nvPr/>
          </p:nvSpPr>
          <p:spPr bwMode="auto">
            <a:xfrm>
              <a:off x="1443" y="240"/>
              <a:ext cx="8" cy="3"/>
            </a:xfrm>
            <a:custGeom>
              <a:avLst/>
              <a:gdLst>
                <a:gd name="T0" fmla="*/ 0 w 99"/>
                <a:gd name="T1" fmla="*/ 0 h 46"/>
                <a:gd name="T2" fmla="*/ 0 w 99"/>
                <a:gd name="T3" fmla="*/ 0 h 46"/>
                <a:gd name="T4" fmla="*/ 0 w 99"/>
                <a:gd name="T5" fmla="*/ 0 h 46"/>
                <a:gd name="T6" fmla="*/ 0 w 99"/>
                <a:gd name="T7" fmla="*/ 0 h 46"/>
                <a:gd name="T8" fmla="*/ 0 w 99"/>
                <a:gd name="T9" fmla="*/ 0 h 46"/>
                <a:gd name="T10" fmla="*/ 0 w 99"/>
                <a:gd name="T11" fmla="*/ 0 h 46"/>
                <a:gd name="T12" fmla="*/ 0 w 99"/>
                <a:gd name="T13" fmla="*/ 0 h 4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46">
                  <a:moveTo>
                    <a:pt x="64" y="11"/>
                  </a:moveTo>
                  <a:lnTo>
                    <a:pt x="12" y="0"/>
                  </a:lnTo>
                  <a:lnTo>
                    <a:pt x="0" y="11"/>
                  </a:lnTo>
                  <a:lnTo>
                    <a:pt x="12" y="40"/>
                  </a:lnTo>
                  <a:lnTo>
                    <a:pt x="64" y="46"/>
                  </a:lnTo>
                  <a:lnTo>
                    <a:pt x="99" y="17"/>
                  </a:lnTo>
                  <a:lnTo>
                    <a:pt x="64" y="11"/>
                  </a:lnTo>
                  <a:close/>
                </a:path>
              </a:pathLst>
            </a:custGeom>
            <a:solidFill>
              <a:srgbClr val="FFFFFF"/>
            </a:solidFill>
            <a:ln w="9525">
              <a:solidFill>
                <a:srgbClr val="000000"/>
              </a:solidFill>
              <a:round/>
              <a:headEnd/>
              <a:tailEnd/>
            </a:ln>
          </p:spPr>
          <p:txBody>
            <a:bodyPr/>
            <a:lstStyle/>
            <a:p>
              <a:endParaRPr lang="ko-KR" altLang="en-US"/>
            </a:p>
          </p:txBody>
        </p:sp>
        <p:sp>
          <p:nvSpPr>
            <p:cNvPr id="418567" name="Freeform 43">
              <a:extLst>
                <a:ext uri="{FF2B5EF4-FFF2-40B4-BE49-F238E27FC236}">
                  <a16:creationId xmlns:a16="http://schemas.microsoft.com/office/drawing/2014/main" id="{E718956E-8489-BEDC-E025-24024E9DC28E}"/>
                </a:ext>
              </a:extLst>
            </p:cNvPr>
            <p:cNvSpPr>
              <a:spLocks/>
            </p:cNvSpPr>
            <p:nvPr/>
          </p:nvSpPr>
          <p:spPr bwMode="auto">
            <a:xfrm>
              <a:off x="1422" y="269"/>
              <a:ext cx="9" cy="4"/>
            </a:xfrm>
            <a:custGeom>
              <a:avLst/>
              <a:gdLst>
                <a:gd name="T0" fmla="*/ 0 w 110"/>
                <a:gd name="T1" fmla="*/ 0 h 52"/>
                <a:gd name="T2" fmla="*/ 0 w 110"/>
                <a:gd name="T3" fmla="*/ 0 h 52"/>
                <a:gd name="T4" fmla="*/ 0 w 110"/>
                <a:gd name="T5" fmla="*/ 0 h 52"/>
                <a:gd name="T6" fmla="*/ 0 w 110"/>
                <a:gd name="T7" fmla="*/ 0 h 52"/>
                <a:gd name="T8" fmla="*/ 0 w 110"/>
                <a:gd name="T9" fmla="*/ 0 h 52"/>
                <a:gd name="T10" fmla="*/ 0 w 110"/>
                <a:gd name="T11" fmla="*/ 0 h 52"/>
                <a:gd name="T12" fmla="*/ 0 w 110"/>
                <a:gd name="T13" fmla="*/ 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0" h="52">
                  <a:moveTo>
                    <a:pt x="58" y="0"/>
                  </a:moveTo>
                  <a:lnTo>
                    <a:pt x="0" y="24"/>
                  </a:lnTo>
                  <a:lnTo>
                    <a:pt x="23" y="41"/>
                  </a:lnTo>
                  <a:lnTo>
                    <a:pt x="105" y="52"/>
                  </a:lnTo>
                  <a:lnTo>
                    <a:pt x="110" y="17"/>
                  </a:lnTo>
                  <a:lnTo>
                    <a:pt x="81" y="0"/>
                  </a:lnTo>
                  <a:lnTo>
                    <a:pt x="58" y="0"/>
                  </a:lnTo>
                  <a:close/>
                </a:path>
              </a:pathLst>
            </a:custGeom>
            <a:solidFill>
              <a:srgbClr val="FFFFFF"/>
            </a:solidFill>
            <a:ln w="9525">
              <a:solidFill>
                <a:srgbClr val="000000"/>
              </a:solidFill>
              <a:round/>
              <a:headEnd/>
              <a:tailEnd/>
            </a:ln>
          </p:spPr>
          <p:txBody>
            <a:bodyPr/>
            <a:lstStyle/>
            <a:p>
              <a:endParaRPr lang="ko-KR" altLang="en-US"/>
            </a:p>
          </p:txBody>
        </p:sp>
        <p:sp>
          <p:nvSpPr>
            <p:cNvPr id="418568" name="Freeform 44">
              <a:extLst>
                <a:ext uri="{FF2B5EF4-FFF2-40B4-BE49-F238E27FC236}">
                  <a16:creationId xmlns:a16="http://schemas.microsoft.com/office/drawing/2014/main" id="{D6633E84-887B-8F5C-E623-02A73AD8F680}"/>
                </a:ext>
              </a:extLst>
            </p:cNvPr>
            <p:cNvSpPr>
              <a:spLocks/>
            </p:cNvSpPr>
            <p:nvPr/>
          </p:nvSpPr>
          <p:spPr bwMode="auto">
            <a:xfrm>
              <a:off x="1775" y="459"/>
              <a:ext cx="35" cy="33"/>
            </a:xfrm>
            <a:custGeom>
              <a:avLst/>
              <a:gdLst>
                <a:gd name="T0" fmla="*/ 0 w 436"/>
                <a:gd name="T1" fmla="*/ 0 h 424"/>
                <a:gd name="T2" fmla="*/ 0 w 436"/>
                <a:gd name="T3" fmla="*/ 0 h 424"/>
                <a:gd name="T4" fmla="*/ 0 w 436"/>
                <a:gd name="T5" fmla="*/ 0 h 424"/>
                <a:gd name="T6" fmla="*/ 0 w 436"/>
                <a:gd name="T7" fmla="*/ 0 h 424"/>
                <a:gd name="T8" fmla="*/ 0 w 436"/>
                <a:gd name="T9" fmla="*/ 0 h 424"/>
                <a:gd name="T10" fmla="*/ 0 w 436"/>
                <a:gd name="T11" fmla="*/ 0 h 424"/>
                <a:gd name="T12" fmla="*/ 0 w 436"/>
                <a:gd name="T13" fmla="*/ 0 h 424"/>
                <a:gd name="T14" fmla="*/ 0 w 436"/>
                <a:gd name="T15" fmla="*/ 0 h 424"/>
                <a:gd name="T16" fmla="*/ 0 w 436"/>
                <a:gd name="T17" fmla="*/ 0 h 424"/>
                <a:gd name="T18" fmla="*/ 0 w 436"/>
                <a:gd name="T19" fmla="*/ 0 h 424"/>
                <a:gd name="T20" fmla="*/ 0 w 436"/>
                <a:gd name="T21" fmla="*/ 0 h 424"/>
                <a:gd name="T22" fmla="*/ 0 w 436"/>
                <a:gd name="T23" fmla="*/ 0 h 424"/>
                <a:gd name="T24" fmla="*/ 0 w 436"/>
                <a:gd name="T25" fmla="*/ 0 h 424"/>
                <a:gd name="T26" fmla="*/ 0 w 436"/>
                <a:gd name="T27" fmla="*/ 0 h 424"/>
                <a:gd name="T28" fmla="*/ 0 w 436"/>
                <a:gd name="T29" fmla="*/ 0 h 424"/>
                <a:gd name="T30" fmla="*/ 0 w 436"/>
                <a:gd name="T31" fmla="*/ 0 h 424"/>
                <a:gd name="T32" fmla="*/ 0 w 436"/>
                <a:gd name="T33" fmla="*/ 0 h 424"/>
                <a:gd name="T34" fmla="*/ 0 w 436"/>
                <a:gd name="T35" fmla="*/ 0 h 424"/>
                <a:gd name="T36" fmla="*/ 0 w 436"/>
                <a:gd name="T37" fmla="*/ 0 h 424"/>
                <a:gd name="T38" fmla="*/ 0 w 436"/>
                <a:gd name="T39" fmla="*/ 0 h 4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6" h="424">
                  <a:moveTo>
                    <a:pt x="180" y="0"/>
                  </a:moveTo>
                  <a:lnTo>
                    <a:pt x="105" y="198"/>
                  </a:lnTo>
                  <a:lnTo>
                    <a:pt x="0" y="250"/>
                  </a:lnTo>
                  <a:lnTo>
                    <a:pt x="81" y="255"/>
                  </a:lnTo>
                  <a:lnTo>
                    <a:pt x="81" y="360"/>
                  </a:lnTo>
                  <a:lnTo>
                    <a:pt x="162" y="389"/>
                  </a:lnTo>
                  <a:lnTo>
                    <a:pt x="255" y="342"/>
                  </a:lnTo>
                  <a:lnTo>
                    <a:pt x="279" y="354"/>
                  </a:lnTo>
                  <a:lnTo>
                    <a:pt x="337" y="401"/>
                  </a:lnTo>
                  <a:lnTo>
                    <a:pt x="394" y="372"/>
                  </a:lnTo>
                  <a:lnTo>
                    <a:pt x="412" y="424"/>
                  </a:lnTo>
                  <a:lnTo>
                    <a:pt x="436" y="255"/>
                  </a:lnTo>
                  <a:lnTo>
                    <a:pt x="384" y="273"/>
                  </a:lnTo>
                  <a:lnTo>
                    <a:pt x="412" y="203"/>
                  </a:lnTo>
                  <a:lnTo>
                    <a:pt x="360" y="163"/>
                  </a:lnTo>
                  <a:lnTo>
                    <a:pt x="366" y="145"/>
                  </a:lnTo>
                  <a:lnTo>
                    <a:pt x="255" y="122"/>
                  </a:lnTo>
                  <a:lnTo>
                    <a:pt x="197" y="151"/>
                  </a:lnTo>
                  <a:lnTo>
                    <a:pt x="227" y="35"/>
                  </a:lnTo>
                  <a:lnTo>
                    <a:pt x="180" y="0"/>
                  </a:lnTo>
                  <a:close/>
                </a:path>
              </a:pathLst>
            </a:custGeom>
            <a:solidFill>
              <a:srgbClr val="FFFFFF"/>
            </a:solidFill>
            <a:ln w="9525">
              <a:solidFill>
                <a:srgbClr val="000000"/>
              </a:solidFill>
              <a:round/>
              <a:headEnd/>
              <a:tailEnd/>
            </a:ln>
          </p:spPr>
          <p:txBody>
            <a:bodyPr/>
            <a:lstStyle/>
            <a:p>
              <a:endParaRPr lang="ko-KR" altLang="en-US"/>
            </a:p>
          </p:txBody>
        </p:sp>
        <p:sp>
          <p:nvSpPr>
            <p:cNvPr id="418569" name="Freeform 45">
              <a:extLst>
                <a:ext uri="{FF2B5EF4-FFF2-40B4-BE49-F238E27FC236}">
                  <a16:creationId xmlns:a16="http://schemas.microsoft.com/office/drawing/2014/main" id="{27142360-5A2E-A616-B29D-06E8F7FB6BE2}"/>
                </a:ext>
              </a:extLst>
            </p:cNvPr>
            <p:cNvSpPr>
              <a:spLocks/>
            </p:cNvSpPr>
            <p:nvPr/>
          </p:nvSpPr>
          <p:spPr bwMode="auto">
            <a:xfrm>
              <a:off x="1757" y="476"/>
              <a:ext cx="10" cy="5"/>
            </a:xfrm>
            <a:custGeom>
              <a:avLst/>
              <a:gdLst>
                <a:gd name="T0" fmla="*/ 0 w 122"/>
                <a:gd name="T1" fmla="*/ 0 h 53"/>
                <a:gd name="T2" fmla="*/ 0 w 122"/>
                <a:gd name="T3" fmla="*/ 0 h 53"/>
                <a:gd name="T4" fmla="*/ 0 w 122"/>
                <a:gd name="T5" fmla="*/ 0 h 53"/>
                <a:gd name="T6" fmla="*/ 0 w 122"/>
                <a:gd name="T7" fmla="*/ 0 h 53"/>
                <a:gd name="T8" fmla="*/ 0 w 122"/>
                <a:gd name="T9" fmla="*/ 0 h 53"/>
                <a:gd name="T10" fmla="*/ 0 w 122"/>
                <a:gd name="T11" fmla="*/ 0 h 53"/>
                <a:gd name="T12" fmla="*/ 0 w 122"/>
                <a:gd name="T13" fmla="*/ 0 h 53"/>
                <a:gd name="T14" fmla="*/ 0 w 122"/>
                <a:gd name="T15" fmla="*/ 0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53">
                  <a:moveTo>
                    <a:pt x="93" y="0"/>
                  </a:moveTo>
                  <a:lnTo>
                    <a:pt x="30" y="7"/>
                  </a:lnTo>
                  <a:lnTo>
                    <a:pt x="0" y="7"/>
                  </a:lnTo>
                  <a:lnTo>
                    <a:pt x="0" y="24"/>
                  </a:lnTo>
                  <a:lnTo>
                    <a:pt x="82" y="35"/>
                  </a:lnTo>
                  <a:lnTo>
                    <a:pt x="99" y="53"/>
                  </a:lnTo>
                  <a:lnTo>
                    <a:pt x="122" y="30"/>
                  </a:lnTo>
                  <a:lnTo>
                    <a:pt x="93" y="0"/>
                  </a:lnTo>
                  <a:close/>
                </a:path>
              </a:pathLst>
            </a:custGeom>
            <a:solidFill>
              <a:srgbClr val="FFFFFF"/>
            </a:solidFill>
            <a:ln w="9525">
              <a:solidFill>
                <a:srgbClr val="000000"/>
              </a:solidFill>
              <a:round/>
              <a:headEnd/>
              <a:tailEnd/>
            </a:ln>
          </p:spPr>
          <p:txBody>
            <a:bodyPr/>
            <a:lstStyle/>
            <a:p>
              <a:endParaRPr lang="ko-KR" altLang="en-US"/>
            </a:p>
          </p:txBody>
        </p:sp>
        <p:sp>
          <p:nvSpPr>
            <p:cNvPr id="418570" name="Freeform 46">
              <a:extLst>
                <a:ext uri="{FF2B5EF4-FFF2-40B4-BE49-F238E27FC236}">
                  <a16:creationId xmlns:a16="http://schemas.microsoft.com/office/drawing/2014/main" id="{092BE79F-25F2-5882-CF20-74E5DC6ED0C1}"/>
                </a:ext>
              </a:extLst>
            </p:cNvPr>
            <p:cNvSpPr>
              <a:spLocks/>
            </p:cNvSpPr>
            <p:nvPr/>
          </p:nvSpPr>
          <p:spPr bwMode="auto">
            <a:xfrm>
              <a:off x="1760" y="496"/>
              <a:ext cx="5" cy="3"/>
            </a:xfrm>
            <a:custGeom>
              <a:avLst/>
              <a:gdLst>
                <a:gd name="T0" fmla="*/ 0 w 75"/>
                <a:gd name="T1" fmla="*/ 0 h 47"/>
                <a:gd name="T2" fmla="*/ 0 w 75"/>
                <a:gd name="T3" fmla="*/ 0 h 47"/>
                <a:gd name="T4" fmla="*/ 0 w 75"/>
                <a:gd name="T5" fmla="*/ 0 h 47"/>
                <a:gd name="T6" fmla="*/ 0 w 75"/>
                <a:gd name="T7" fmla="*/ 0 h 47"/>
                <a:gd name="T8" fmla="*/ 0 w 75"/>
                <a:gd name="T9" fmla="*/ 0 h 47"/>
                <a:gd name="T10" fmla="*/ 0 w 75"/>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 h="47">
                  <a:moveTo>
                    <a:pt x="40" y="0"/>
                  </a:moveTo>
                  <a:lnTo>
                    <a:pt x="0" y="24"/>
                  </a:lnTo>
                  <a:lnTo>
                    <a:pt x="17" y="42"/>
                  </a:lnTo>
                  <a:lnTo>
                    <a:pt x="75" y="47"/>
                  </a:lnTo>
                  <a:lnTo>
                    <a:pt x="69" y="12"/>
                  </a:lnTo>
                  <a:lnTo>
                    <a:pt x="40" y="0"/>
                  </a:lnTo>
                  <a:close/>
                </a:path>
              </a:pathLst>
            </a:custGeom>
            <a:solidFill>
              <a:srgbClr val="FFFFFF"/>
            </a:solidFill>
            <a:ln w="9525">
              <a:solidFill>
                <a:srgbClr val="000000"/>
              </a:solidFill>
              <a:round/>
              <a:headEnd/>
              <a:tailEnd/>
            </a:ln>
          </p:spPr>
          <p:txBody>
            <a:bodyPr/>
            <a:lstStyle/>
            <a:p>
              <a:endParaRPr lang="ko-KR" altLang="en-US"/>
            </a:p>
          </p:txBody>
        </p:sp>
        <p:sp>
          <p:nvSpPr>
            <p:cNvPr id="418571" name="Freeform 47">
              <a:extLst>
                <a:ext uri="{FF2B5EF4-FFF2-40B4-BE49-F238E27FC236}">
                  <a16:creationId xmlns:a16="http://schemas.microsoft.com/office/drawing/2014/main" id="{447D9699-DC86-45AE-39AA-9369AE3256B5}"/>
                </a:ext>
              </a:extLst>
            </p:cNvPr>
            <p:cNvSpPr>
              <a:spLocks/>
            </p:cNvSpPr>
            <p:nvPr/>
          </p:nvSpPr>
          <p:spPr bwMode="auto">
            <a:xfrm>
              <a:off x="1772" y="496"/>
              <a:ext cx="8" cy="8"/>
            </a:xfrm>
            <a:custGeom>
              <a:avLst/>
              <a:gdLst>
                <a:gd name="T0" fmla="*/ 0 w 87"/>
                <a:gd name="T1" fmla="*/ 0 h 105"/>
                <a:gd name="T2" fmla="*/ 0 w 87"/>
                <a:gd name="T3" fmla="*/ 0 h 105"/>
                <a:gd name="T4" fmla="*/ 0 w 87"/>
                <a:gd name="T5" fmla="*/ 0 h 105"/>
                <a:gd name="T6" fmla="*/ 0 w 87"/>
                <a:gd name="T7" fmla="*/ 0 h 105"/>
                <a:gd name="T8" fmla="*/ 0 w 87"/>
                <a:gd name="T9" fmla="*/ 0 h 105"/>
                <a:gd name="T10" fmla="*/ 0 w 87"/>
                <a:gd name="T11" fmla="*/ 0 h 105"/>
                <a:gd name="T12" fmla="*/ 0 w 87"/>
                <a:gd name="T13" fmla="*/ 0 h 105"/>
                <a:gd name="T14" fmla="*/ 0 w 87"/>
                <a:gd name="T15" fmla="*/ 0 h 105"/>
                <a:gd name="T16" fmla="*/ 0 w 87"/>
                <a:gd name="T17" fmla="*/ 0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105">
                  <a:moveTo>
                    <a:pt x="17" y="100"/>
                  </a:moveTo>
                  <a:lnTo>
                    <a:pt x="0" y="59"/>
                  </a:lnTo>
                  <a:lnTo>
                    <a:pt x="28" y="0"/>
                  </a:lnTo>
                  <a:lnTo>
                    <a:pt x="52" y="12"/>
                  </a:lnTo>
                  <a:lnTo>
                    <a:pt x="40" y="47"/>
                  </a:lnTo>
                  <a:lnTo>
                    <a:pt x="87" y="70"/>
                  </a:lnTo>
                  <a:lnTo>
                    <a:pt x="75" y="105"/>
                  </a:lnTo>
                  <a:lnTo>
                    <a:pt x="28" y="100"/>
                  </a:lnTo>
                  <a:lnTo>
                    <a:pt x="17" y="100"/>
                  </a:lnTo>
                  <a:close/>
                </a:path>
              </a:pathLst>
            </a:custGeom>
            <a:solidFill>
              <a:srgbClr val="FFFFFF"/>
            </a:solidFill>
            <a:ln w="9525">
              <a:solidFill>
                <a:srgbClr val="000000"/>
              </a:solidFill>
              <a:round/>
              <a:headEnd/>
              <a:tailEnd/>
            </a:ln>
          </p:spPr>
          <p:txBody>
            <a:bodyPr/>
            <a:lstStyle/>
            <a:p>
              <a:endParaRPr lang="ko-KR" altLang="en-US"/>
            </a:p>
          </p:txBody>
        </p:sp>
        <p:sp>
          <p:nvSpPr>
            <p:cNvPr id="418572" name="Freeform 48">
              <a:extLst>
                <a:ext uri="{FF2B5EF4-FFF2-40B4-BE49-F238E27FC236}">
                  <a16:creationId xmlns:a16="http://schemas.microsoft.com/office/drawing/2014/main" id="{1EBA8516-D4B5-A397-4036-5E3C3EF409A3}"/>
                </a:ext>
              </a:extLst>
            </p:cNvPr>
            <p:cNvSpPr>
              <a:spLocks/>
            </p:cNvSpPr>
            <p:nvPr/>
          </p:nvSpPr>
          <p:spPr bwMode="auto">
            <a:xfrm>
              <a:off x="1475" y="390"/>
              <a:ext cx="6" cy="18"/>
            </a:xfrm>
            <a:custGeom>
              <a:avLst/>
              <a:gdLst>
                <a:gd name="T0" fmla="*/ 0 w 76"/>
                <a:gd name="T1" fmla="*/ 0 h 232"/>
                <a:gd name="T2" fmla="*/ 0 w 76"/>
                <a:gd name="T3" fmla="*/ 0 h 232"/>
                <a:gd name="T4" fmla="*/ 0 w 76"/>
                <a:gd name="T5" fmla="*/ 0 h 232"/>
                <a:gd name="T6" fmla="*/ 0 w 76"/>
                <a:gd name="T7" fmla="*/ 0 h 232"/>
                <a:gd name="T8" fmla="*/ 0 w 76"/>
                <a:gd name="T9" fmla="*/ 0 h 232"/>
                <a:gd name="T10" fmla="*/ 0 w 76"/>
                <a:gd name="T11" fmla="*/ 0 h 232"/>
                <a:gd name="T12" fmla="*/ 0 w 76"/>
                <a:gd name="T13" fmla="*/ 0 h 232"/>
                <a:gd name="T14" fmla="*/ 0 w 76"/>
                <a:gd name="T15" fmla="*/ 0 h 232"/>
                <a:gd name="T16" fmla="*/ 0 w 76"/>
                <a:gd name="T17" fmla="*/ 0 h 232"/>
                <a:gd name="T18" fmla="*/ 0 w 76"/>
                <a:gd name="T19" fmla="*/ 0 h 232"/>
                <a:gd name="T20" fmla="*/ 0 w 76"/>
                <a:gd name="T21" fmla="*/ 0 h 2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6" h="232">
                  <a:moveTo>
                    <a:pt x="70" y="214"/>
                  </a:moveTo>
                  <a:lnTo>
                    <a:pt x="59" y="157"/>
                  </a:lnTo>
                  <a:lnTo>
                    <a:pt x="76" y="58"/>
                  </a:lnTo>
                  <a:lnTo>
                    <a:pt x="59" y="0"/>
                  </a:lnTo>
                  <a:lnTo>
                    <a:pt x="0" y="0"/>
                  </a:lnTo>
                  <a:lnTo>
                    <a:pt x="47" y="46"/>
                  </a:lnTo>
                  <a:lnTo>
                    <a:pt x="0" y="127"/>
                  </a:lnTo>
                  <a:lnTo>
                    <a:pt x="29" y="174"/>
                  </a:lnTo>
                  <a:lnTo>
                    <a:pt x="41" y="220"/>
                  </a:lnTo>
                  <a:lnTo>
                    <a:pt x="64" y="232"/>
                  </a:lnTo>
                  <a:lnTo>
                    <a:pt x="70" y="214"/>
                  </a:lnTo>
                  <a:close/>
                </a:path>
              </a:pathLst>
            </a:custGeom>
            <a:solidFill>
              <a:srgbClr val="FFFFFF"/>
            </a:solidFill>
            <a:ln w="9525">
              <a:solidFill>
                <a:srgbClr val="000000"/>
              </a:solidFill>
              <a:round/>
              <a:headEnd/>
              <a:tailEnd/>
            </a:ln>
          </p:spPr>
          <p:txBody>
            <a:bodyPr/>
            <a:lstStyle/>
            <a:p>
              <a:endParaRPr lang="ko-KR" altLang="en-US"/>
            </a:p>
          </p:txBody>
        </p:sp>
        <p:sp>
          <p:nvSpPr>
            <p:cNvPr id="418573" name="Freeform 49">
              <a:extLst>
                <a:ext uri="{FF2B5EF4-FFF2-40B4-BE49-F238E27FC236}">
                  <a16:creationId xmlns:a16="http://schemas.microsoft.com/office/drawing/2014/main" id="{AFF6FCD6-FF70-5A0D-224C-4B093B3EC38F}"/>
                </a:ext>
              </a:extLst>
            </p:cNvPr>
            <p:cNvSpPr>
              <a:spLocks/>
            </p:cNvSpPr>
            <p:nvPr/>
          </p:nvSpPr>
          <p:spPr bwMode="auto">
            <a:xfrm>
              <a:off x="1666" y="370"/>
              <a:ext cx="20" cy="15"/>
            </a:xfrm>
            <a:custGeom>
              <a:avLst/>
              <a:gdLst>
                <a:gd name="T0" fmla="*/ 0 w 256"/>
                <a:gd name="T1" fmla="*/ 0 h 187"/>
                <a:gd name="T2" fmla="*/ 0 w 256"/>
                <a:gd name="T3" fmla="*/ 0 h 187"/>
                <a:gd name="T4" fmla="*/ 0 w 256"/>
                <a:gd name="T5" fmla="*/ 0 h 187"/>
                <a:gd name="T6" fmla="*/ 0 w 256"/>
                <a:gd name="T7" fmla="*/ 0 h 187"/>
                <a:gd name="T8" fmla="*/ 0 w 256"/>
                <a:gd name="T9" fmla="*/ 0 h 187"/>
                <a:gd name="T10" fmla="*/ 0 w 256"/>
                <a:gd name="T11" fmla="*/ 0 h 187"/>
                <a:gd name="T12" fmla="*/ 0 w 256"/>
                <a:gd name="T13" fmla="*/ 0 h 187"/>
                <a:gd name="T14" fmla="*/ 0 w 256"/>
                <a:gd name="T15" fmla="*/ 0 h 187"/>
                <a:gd name="T16" fmla="*/ 0 w 256"/>
                <a:gd name="T17" fmla="*/ 0 h 187"/>
                <a:gd name="T18" fmla="*/ 0 w 256"/>
                <a:gd name="T19" fmla="*/ 0 h 187"/>
                <a:gd name="T20" fmla="*/ 0 w 256"/>
                <a:gd name="T21" fmla="*/ 0 h 187"/>
                <a:gd name="T22" fmla="*/ 0 w 256"/>
                <a:gd name="T23" fmla="*/ 0 h 187"/>
                <a:gd name="T24" fmla="*/ 0 w 256"/>
                <a:gd name="T25" fmla="*/ 0 h 187"/>
                <a:gd name="T26" fmla="*/ 0 w 256"/>
                <a:gd name="T27" fmla="*/ 0 h 1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6" h="187">
                  <a:moveTo>
                    <a:pt x="29" y="0"/>
                  </a:moveTo>
                  <a:lnTo>
                    <a:pt x="41" y="30"/>
                  </a:lnTo>
                  <a:lnTo>
                    <a:pt x="0" y="122"/>
                  </a:lnTo>
                  <a:lnTo>
                    <a:pt x="69" y="187"/>
                  </a:lnTo>
                  <a:lnTo>
                    <a:pt x="111" y="169"/>
                  </a:lnTo>
                  <a:lnTo>
                    <a:pt x="104" y="122"/>
                  </a:lnTo>
                  <a:lnTo>
                    <a:pt x="157" y="169"/>
                  </a:lnTo>
                  <a:lnTo>
                    <a:pt x="215" y="187"/>
                  </a:lnTo>
                  <a:lnTo>
                    <a:pt x="256" y="164"/>
                  </a:lnTo>
                  <a:lnTo>
                    <a:pt x="238" y="111"/>
                  </a:lnTo>
                  <a:lnTo>
                    <a:pt x="191" y="117"/>
                  </a:lnTo>
                  <a:lnTo>
                    <a:pt x="157" y="47"/>
                  </a:lnTo>
                  <a:lnTo>
                    <a:pt x="87" y="0"/>
                  </a:lnTo>
                  <a:lnTo>
                    <a:pt x="29" y="0"/>
                  </a:lnTo>
                  <a:close/>
                </a:path>
              </a:pathLst>
            </a:custGeom>
            <a:solidFill>
              <a:srgbClr val="FFFFFF"/>
            </a:solidFill>
            <a:ln w="9525">
              <a:solidFill>
                <a:srgbClr val="000000"/>
              </a:solidFill>
              <a:round/>
              <a:headEnd/>
              <a:tailEnd/>
            </a:ln>
          </p:spPr>
          <p:txBody>
            <a:bodyPr/>
            <a:lstStyle/>
            <a:p>
              <a:endParaRPr lang="ko-KR" altLang="en-US"/>
            </a:p>
          </p:txBody>
        </p:sp>
        <p:sp>
          <p:nvSpPr>
            <p:cNvPr id="418574" name="Freeform 50">
              <a:extLst>
                <a:ext uri="{FF2B5EF4-FFF2-40B4-BE49-F238E27FC236}">
                  <a16:creationId xmlns:a16="http://schemas.microsoft.com/office/drawing/2014/main" id="{E618E007-902A-0E6D-F5FD-DF5D1B0D670A}"/>
                </a:ext>
              </a:extLst>
            </p:cNvPr>
            <p:cNvSpPr>
              <a:spLocks/>
            </p:cNvSpPr>
            <p:nvPr/>
          </p:nvSpPr>
          <p:spPr bwMode="auto">
            <a:xfrm>
              <a:off x="1670" y="388"/>
              <a:ext cx="4" cy="6"/>
            </a:xfrm>
            <a:custGeom>
              <a:avLst/>
              <a:gdLst>
                <a:gd name="T0" fmla="*/ 0 w 52"/>
                <a:gd name="T1" fmla="*/ 0 h 70"/>
                <a:gd name="T2" fmla="*/ 0 w 52"/>
                <a:gd name="T3" fmla="*/ 0 h 70"/>
                <a:gd name="T4" fmla="*/ 0 w 52"/>
                <a:gd name="T5" fmla="*/ 0 h 70"/>
                <a:gd name="T6" fmla="*/ 0 w 52"/>
                <a:gd name="T7" fmla="*/ 0 h 70"/>
                <a:gd name="T8" fmla="*/ 0 w 52"/>
                <a:gd name="T9" fmla="*/ 0 h 70"/>
                <a:gd name="T10" fmla="*/ 0 w 52"/>
                <a:gd name="T11" fmla="*/ 0 h 70"/>
                <a:gd name="T12" fmla="*/ 0 w 52"/>
                <a:gd name="T13" fmla="*/ 0 h 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70">
                  <a:moveTo>
                    <a:pt x="41" y="0"/>
                  </a:moveTo>
                  <a:lnTo>
                    <a:pt x="0" y="5"/>
                  </a:lnTo>
                  <a:lnTo>
                    <a:pt x="0" y="70"/>
                  </a:lnTo>
                  <a:lnTo>
                    <a:pt x="24" y="52"/>
                  </a:lnTo>
                  <a:lnTo>
                    <a:pt x="47" y="47"/>
                  </a:lnTo>
                  <a:lnTo>
                    <a:pt x="52" y="29"/>
                  </a:lnTo>
                  <a:lnTo>
                    <a:pt x="41" y="0"/>
                  </a:lnTo>
                  <a:close/>
                </a:path>
              </a:pathLst>
            </a:custGeom>
            <a:solidFill>
              <a:srgbClr val="FFFFFF"/>
            </a:solidFill>
            <a:ln w="9525">
              <a:solidFill>
                <a:srgbClr val="000000"/>
              </a:solidFill>
              <a:round/>
              <a:headEnd/>
              <a:tailEnd/>
            </a:ln>
          </p:spPr>
          <p:txBody>
            <a:bodyPr/>
            <a:lstStyle/>
            <a:p>
              <a:endParaRPr lang="ko-KR" altLang="en-US"/>
            </a:p>
          </p:txBody>
        </p:sp>
        <p:sp>
          <p:nvSpPr>
            <p:cNvPr id="418575" name="Freeform 51">
              <a:extLst>
                <a:ext uri="{FF2B5EF4-FFF2-40B4-BE49-F238E27FC236}">
                  <a16:creationId xmlns:a16="http://schemas.microsoft.com/office/drawing/2014/main" id="{275C5FB6-1A14-6E08-B45C-BF5488BFD188}"/>
                </a:ext>
              </a:extLst>
            </p:cNvPr>
            <p:cNvSpPr>
              <a:spLocks/>
            </p:cNvSpPr>
            <p:nvPr/>
          </p:nvSpPr>
          <p:spPr bwMode="auto">
            <a:xfrm>
              <a:off x="1588" y="281"/>
              <a:ext cx="25" cy="19"/>
            </a:xfrm>
            <a:custGeom>
              <a:avLst/>
              <a:gdLst>
                <a:gd name="T0" fmla="*/ 0 w 309"/>
                <a:gd name="T1" fmla="*/ 0 h 244"/>
                <a:gd name="T2" fmla="*/ 0 w 309"/>
                <a:gd name="T3" fmla="*/ 0 h 244"/>
                <a:gd name="T4" fmla="*/ 0 w 309"/>
                <a:gd name="T5" fmla="*/ 0 h 244"/>
                <a:gd name="T6" fmla="*/ 0 w 309"/>
                <a:gd name="T7" fmla="*/ 0 h 244"/>
                <a:gd name="T8" fmla="*/ 0 w 309"/>
                <a:gd name="T9" fmla="*/ 0 h 244"/>
                <a:gd name="T10" fmla="*/ 0 w 309"/>
                <a:gd name="T11" fmla="*/ 0 h 244"/>
                <a:gd name="T12" fmla="*/ 0 w 309"/>
                <a:gd name="T13" fmla="*/ 0 h 244"/>
                <a:gd name="T14" fmla="*/ 0 w 309"/>
                <a:gd name="T15" fmla="*/ 0 h 244"/>
                <a:gd name="T16" fmla="*/ 0 w 309"/>
                <a:gd name="T17" fmla="*/ 0 h 2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9" h="244">
                  <a:moveTo>
                    <a:pt x="187" y="0"/>
                  </a:moveTo>
                  <a:lnTo>
                    <a:pt x="88" y="105"/>
                  </a:lnTo>
                  <a:lnTo>
                    <a:pt x="0" y="128"/>
                  </a:lnTo>
                  <a:lnTo>
                    <a:pt x="18" y="232"/>
                  </a:lnTo>
                  <a:lnTo>
                    <a:pt x="100" y="244"/>
                  </a:lnTo>
                  <a:lnTo>
                    <a:pt x="145" y="175"/>
                  </a:lnTo>
                  <a:lnTo>
                    <a:pt x="309" y="180"/>
                  </a:lnTo>
                  <a:lnTo>
                    <a:pt x="245" y="18"/>
                  </a:lnTo>
                  <a:lnTo>
                    <a:pt x="187" y="0"/>
                  </a:lnTo>
                  <a:close/>
                </a:path>
              </a:pathLst>
            </a:custGeom>
            <a:solidFill>
              <a:srgbClr val="FFFFFF"/>
            </a:solidFill>
            <a:ln w="9525">
              <a:solidFill>
                <a:srgbClr val="000000"/>
              </a:solidFill>
              <a:round/>
              <a:headEnd/>
              <a:tailEnd/>
            </a:ln>
          </p:spPr>
          <p:txBody>
            <a:bodyPr/>
            <a:lstStyle/>
            <a:p>
              <a:endParaRPr lang="ko-KR" altLang="en-US"/>
            </a:p>
          </p:txBody>
        </p:sp>
        <p:sp>
          <p:nvSpPr>
            <p:cNvPr id="418576" name="Freeform 52">
              <a:extLst>
                <a:ext uri="{FF2B5EF4-FFF2-40B4-BE49-F238E27FC236}">
                  <a16:creationId xmlns:a16="http://schemas.microsoft.com/office/drawing/2014/main" id="{EFD32234-76F6-9A71-E28D-37F023DBC58C}"/>
                </a:ext>
              </a:extLst>
            </p:cNvPr>
            <p:cNvSpPr>
              <a:spLocks/>
            </p:cNvSpPr>
            <p:nvPr/>
          </p:nvSpPr>
          <p:spPr bwMode="auto">
            <a:xfrm>
              <a:off x="1597" y="297"/>
              <a:ext cx="34" cy="38"/>
            </a:xfrm>
            <a:custGeom>
              <a:avLst/>
              <a:gdLst>
                <a:gd name="T0" fmla="*/ 0 w 424"/>
                <a:gd name="T1" fmla="*/ 0 h 476"/>
                <a:gd name="T2" fmla="*/ 0 w 424"/>
                <a:gd name="T3" fmla="*/ 0 h 476"/>
                <a:gd name="T4" fmla="*/ 0 w 424"/>
                <a:gd name="T5" fmla="*/ 0 h 476"/>
                <a:gd name="T6" fmla="*/ 0 w 424"/>
                <a:gd name="T7" fmla="*/ 0 h 476"/>
                <a:gd name="T8" fmla="*/ 0 w 424"/>
                <a:gd name="T9" fmla="*/ 0 h 476"/>
                <a:gd name="T10" fmla="*/ 0 w 424"/>
                <a:gd name="T11" fmla="*/ 0 h 476"/>
                <a:gd name="T12" fmla="*/ 0 w 424"/>
                <a:gd name="T13" fmla="*/ 0 h 476"/>
                <a:gd name="T14" fmla="*/ 0 w 424"/>
                <a:gd name="T15" fmla="*/ 0 h 476"/>
                <a:gd name="T16" fmla="*/ 0 w 424"/>
                <a:gd name="T17" fmla="*/ 0 h 476"/>
                <a:gd name="T18" fmla="*/ 0 w 424"/>
                <a:gd name="T19" fmla="*/ 0 h 476"/>
                <a:gd name="T20" fmla="*/ 0 w 424"/>
                <a:gd name="T21" fmla="*/ 0 h 476"/>
                <a:gd name="T22" fmla="*/ 0 w 424"/>
                <a:gd name="T23" fmla="*/ 0 h 476"/>
                <a:gd name="T24" fmla="*/ 0 w 424"/>
                <a:gd name="T25" fmla="*/ 0 h 476"/>
                <a:gd name="T26" fmla="*/ 0 w 424"/>
                <a:gd name="T27" fmla="*/ 0 h 476"/>
                <a:gd name="T28" fmla="*/ 0 w 424"/>
                <a:gd name="T29" fmla="*/ 0 h 476"/>
                <a:gd name="T30" fmla="*/ 0 w 424"/>
                <a:gd name="T31" fmla="*/ 0 h 476"/>
                <a:gd name="T32" fmla="*/ 0 w 424"/>
                <a:gd name="T33" fmla="*/ 0 h 476"/>
                <a:gd name="T34" fmla="*/ 0 w 424"/>
                <a:gd name="T35" fmla="*/ 0 h 476"/>
                <a:gd name="T36" fmla="*/ 0 w 424"/>
                <a:gd name="T37" fmla="*/ 0 h 476"/>
                <a:gd name="T38" fmla="*/ 0 w 424"/>
                <a:gd name="T39" fmla="*/ 0 h 476"/>
                <a:gd name="T40" fmla="*/ 0 w 424"/>
                <a:gd name="T41" fmla="*/ 0 h 476"/>
                <a:gd name="T42" fmla="*/ 0 w 424"/>
                <a:gd name="T43" fmla="*/ 0 h 4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24" h="476">
                  <a:moveTo>
                    <a:pt x="197" y="6"/>
                  </a:moveTo>
                  <a:lnTo>
                    <a:pt x="75" y="0"/>
                  </a:lnTo>
                  <a:lnTo>
                    <a:pt x="70" y="35"/>
                  </a:lnTo>
                  <a:lnTo>
                    <a:pt x="63" y="94"/>
                  </a:lnTo>
                  <a:lnTo>
                    <a:pt x="46" y="146"/>
                  </a:lnTo>
                  <a:lnTo>
                    <a:pt x="105" y="209"/>
                  </a:lnTo>
                  <a:lnTo>
                    <a:pt x="0" y="209"/>
                  </a:lnTo>
                  <a:lnTo>
                    <a:pt x="75" y="279"/>
                  </a:lnTo>
                  <a:lnTo>
                    <a:pt x="105" y="383"/>
                  </a:lnTo>
                  <a:lnTo>
                    <a:pt x="244" y="395"/>
                  </a:lnTo>
                  <a:lnTo>
                    <a:pt x="354" y="476"/>
                  </a:lnTo>
                  <a:lnTo>
                    <a:pt x="407" y="436"/>
                  </a:lnTo>
                  <a:lnTo>
                    <a:pt x="384" y="395"/>
                  </a:lnTo>
                  <a:lnTo>
                    <a:pt x="419" y="401"/>
                  </a:lnTo>
                  <a:lnTo>
                    <a:pt x="372" y="267"/>
                  </a:lnTo>
                  <a:lnTo>
                    <a:pt x="424" y="111"/>
                  </a:lnTo>
                  <a:lnTo>
                    <a:pt x="384" y="76"/>
                  </a:lnTo>
                  <a:lnTo>
                    <a:pt x="342" y="174"/>
                  </a:lnTo>
                  <a:lnTo>
                    <a:pt x="349" y="162"/>
                  </a:lnTo>
                  <a:lnTo>
                    <a:pt x="314" y="87"/>
                  </a:lnTo>
                  <a:lnTo>
                    <a:pt x="238" y="59"/>
                  </a:lnTo>
                  <a:lnTo>
                    <a:pt x="197" y="6"/>
                  </a:lnTo>
                  <a:close/>
                </a:path>
              </a:pathLst>
            </a:custGeom>
            <a:solidFill>
              <a:srgbClr val="FFFFFF"/>
            </a:solidFill>
            <a:ln w="9525">
              <a:solidFill>
                <a:srgbClr val="000000"/>
              </a:solidFill>
              <a:round/>
              <a:headEnd/>
              <a:tailEnd/>
            </a:ln>
          </p:spPr>
          <p:txBody>
            <a:bodyPr/>
            <a:lstStyle/>
            <a:p>
              <a:endParaRPr lang="ko-KR" altLang="en-US"/>
            </a:p>
          </p:txBody>
        </p:sp>
        <p:sp>
          <p:nvSpPr>
            <p:cNvPr id="418577" name="Freeform 53">
              <a:extLst>
                <a:ext uri="{FF2B5EF4-FFF2-40B4-BE49-F238E27FC236}">
                  <a16:creationId xmlns:a16="http://schemas.microsoft.com/office/drawing/2014/main" id="{9BFD561D-11D1-6D20-484D-CD1737013481}"/>
                </a:ext>
              </a:extLst>
            </p:cNvPr>
            <p:cNvSpPr>
              <a:spLocks/>
            </p:cNvSpPr>
            <p:nvPr/>
          </p:nvSpPr>
          <p:spPr bwMode="auto">
            <a:xfrm>
              <a:off x="1636" y="306"/>
              <a:ext cx="13" cy="18"/>
            </a:xfrm>
            <a:custGeom>
              <a:avLst/>
              <a:gdLst>
                <a:gd name="T0" fmla="*/ 0 w 163"/>
                <a:gd name="T1" fmla="*/ 0 h 233"/>
                <a:gd name="T2" fmla="*/ 0 w 163"/>
                <a:gd name="T3" fmla="*/ 0 h 233"/>
                <a:gd name="T4" fmla="*/ 0 w 163"/>
                <a:gd name="T5" fmla="*/ 0 h 233"/>
                <a:gd name="T6" fmla="*/ 0 w 163"/>
                <a:gd name="T7" fmla="*/ 0 h 233"/>
                <a:gd name="T8" fmla="*/ 0 w 163"/>
                <a:gd name="T9" fmla="*/ 0 h 233"/>
                <a:gd name="T10" fmla="*/ 0 w 163"/>
                <a:gd name="T11" fmla="*/ 0 h 233"/>
                <a:gd name="T12" fmla="*/ 0 w 163"/>
                <a:gd name="T13" fmla="*/ 0 h 233"/>
                <a:gd name="T14" fmla="*/ 0 w 163"/>
                <a:gd name="T15" fmla="*/ 0 h 233"/>
                <a:gd name="T16" fmla="*/ 0 w 163"/>
                <a:gd name="T17" fmla="*/ 0 h 233"/>
                <a:gd name="T18" fmla="*/ 0 w 163"/>
                <a:gd name="T19" fmla="*/ 0 h 233"/>
                <a:gd name="T20" fmla="*/ 0 w 163"/>
                <a:gd name="T21" fmla="*/ 0 h 2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3" h="233">
                  <a:moveTo>
                    <a:pt x="0" y="82"/>
                  </a:moveTo>
                  <a:lnTo>
                    <a:pt x="52" y="163"/>
                  </a:lnTo>
                  <a:lnTo>
                    <a:pt x="29" y="233"/>
                  </a:lnTo>
                  <a:lnTo>
                    <a:pt x="70" y="233"/>
                  </a:lnTo>
                  <a:lnTo>
                    <a:pt x="151" y="180"/>
                  </a:lnTo>
                  <a:lnTo>
                    <a:pt x="163" y="145"/>
                  </a:lnTo>
                  <a:lnTo>
                    <a:pt x="146" y="18"/>
                  </a:lnTo>
                  <a:lnTo>
                    <a:pt x="94" y="0"/>
                  </a:lnTo>
                  <a:lnTo>
                    <a:pt x="64" y="70"/>
                  </a:lnTo>
                  <a:lnTo>
                    <a:pt x="29" y="58"/>
                  </a:lnTo>
                  <a:lnTo>
                    <a:pt x="0" y="82"/>
                  </a:lnTo>
                  <a:close/>
                </a:path>
              </a:pathLst>
            </a:custGeom>
            <a:solidFill>
              <a:srgbClr val="FFFFFF"/>
            </a:solidFill>
            <a:ln w="9525">
              <a:solidFill>
                <a:srgbClr val="000000"/>
              </a:solidFill>
              <a:round/>
              <a:headEnd/>
              <a:tailEnd/>
            </a:ln>
          </p:spPr>
          <p:txBody>
            <a:bodyPr/>
            <a:lstStyle/>
            <a:p>
              <a:endParaRPr lang="ko-KR" altLang="en-US"/>
            </a:p>
          </p:txBody>
        </p:sp>
        <p:sp>
          <p:nvSpPr>
            <p:cNvPr id="418578" name="Freeform 54">
              <a:extLst>
                <a:ext uri="{FF2B5EF4-FFF2-40B4-BE49-F238E27FC236}">
                  <a16:creationId xmlns:a16="http://schemas.microsoft.com/office/drawing/2014/main" id="{B6795D3C-DB74-671E-15F8-2905E2096950}"/>
                </a:ext>
              </a:extLst>
            </p:cNvPr>
            <p:cNvSpPr>
              <a:spLocks/>
            </p:cNvSpPr>
            <p:nvPr/>
          </p:nvSpPr>
          <p:spPr bwMode="auto">
            <a:xfrm>
              <a:off x="1652" y="308"/>
              <a:ext cx="9" cy="12"/>
            </a:xfrm>
            <a:custGeom>
              <a:avLst/>
              <a:gdLst>
                <a:gd name="T0" fmla="*/ 0 w 116"/>
                <a:gd name="T1" fmla="*/ 0 h 150"/>
                <a:gd name="T2" fmla="*/ 0 w 116"/>
                <a:gd name="T3" fmla="*/ 0 h 150"/>
                <a:gd name="T4" fmla="*/ 0 w 116"/>
                <a:gd name="T5" fmla="*/ 0 h 150"/>
                <a:gd name="T6" fmla="*/ 0 w 116"/>
                <a:gd name="T7" fmla="*/ 0 h 150"/>
                <a:gd name="T8" fmla="*/ 0 w 116"/>
                <a:gd name="T9" fmla="*/ 0 h 150"/>
                <a:gd name="T10" fmla="*/ 0 w 116"/>
                <a:gd name="T11" fmla="*/ 0 h 150"/>
                <a:gd name="T12" fmla="*/ 0 w 116"/>
                <a:gd name="T13" fmla="*/ 0 h 1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50">
                  <a:moveTo>
                    <a:pt x="11" y="46"/>
                  </a:moveTo>
                  <a:lnTo>
                    <a:pt x="0" y="145"/>
                  </a:lnTo>
                  <a:lnTo>
                    <a:pt x="58" y="150"/>
                  </a:lnTo>
                  <a:lnTo>
                    <a:pt x="116" y="46"/>
                  </a:lnTo>
                  <a:lnTo>
                    <a:pt x="75" y="0"/>
                  </a:lnTo>
                  <a:lnTo>
                    <a:pt x="29" y="0"/>
                  </a:lnTo>
                  <a:lnTo>
                    <a:pt x="11" y="46"/>
                  </a:lnTo>
                  <a:close/>
                </a:path>
              </a:pathLst>
            </a:custGeom>
            <a:solidFill>
              <a:srgbClr val="FFFFFF"/>
            </a:solidFill>
            <a:ln w="9525">
              <a:solidFill>
                <a:srgbClr val="000000"/>
              </a:solidFill>
              <a:round/>
              <a:headEnd/>
              <a:tailEnd/>
            </a:ln>
          </p:spPr>
          <p:txBody>
            <a:bodyPr/>
            <a:lstStyle/>
            <a:p>
              <a:endParaRPr lang="ko-KR" altLang="en-US"/>
            </a:p>
          </p:txBody>
        </p:sp>
        <p:sp>
          <p:nvSpPr>
            <p:cNvPr id="418579" name="Freeform 55">
              <a:extLst>
                <a:ext uri="{FF2B5EF4-FFF2-40B4-BE49-F238E27FC236}">
                  <a16:creationId xmlns:a16="http://schemas.microsoft.com/office/drawing/2014/main" id="{71377816-8BE6-F740-3981-01DCB7CD3919}"/>
                </a:ext>
              </a:extLst>
            </p:cNvPr>
            <p:cNvSpPr>
              <a:spLocks/>
            </p:cNvSpPr>
            <p:nvPr/>
          </p:nvSpPr>
          <p:spPr bwMode="auto">
            <a:xfrm>
              <a:off x="1660" y="314"/>
              <a:ext cx="79" cy="83"/>
            </a:xfrm>
            <a:custGeom>
              <a:avLst/>
              <a:gdLst>
                <a:gd name="T0" fmla="*/ 0 w 987"/>
                <a:gd name="T1" fmla="*/ 0 h 1074"/>
                <a:gd name="T2" fmla="*/ 0 w 987"/>
                <a:gd name="T3" fmla="*/ 0 h 1074"/>
                <a:gd name="T4" fmla="*/ 0 w 987"/>
                <a:gd name="T5" fmla="*/ 0 h 1074"/>
                <a:gd name="T6" fmla="*/ 0 w 987"/>
                <a:gd name="T7" fmla="*/ 0 h 1074"/>
                <a:gd name="T8" fmla="*/ 0 w 987"/>
                <a:gd name="T9" fmla="*/ 0 h 1074"/>
                <a:gd name="T10" fmla="*/ 0 w 987"/>
                <a:gd name="T11" fmla="*/ 0 h 1074"/>
                <a:gd name="T12" fmla="*/ 0 w 987"/>
                <a:gd name="T13" fmla="*/ 0 h 1074"/>
                <a:gd name="T14" fmla="*/ 0 w 987"/>
                <a:gd name="T15" fmla="*/ 0 h 1074"/>
                <a:gd name="T16" fmla="*/ 0 w 987"/>
                <a:gd name="T17" fmla="*/ 0 h 1074"/>
                <a:gd name="T18" fmla="*/ 0 w 987"/>
                <a:gd name="T19" fmla="*/ 0 h 1074"/>
                <a:gd name="T20" fmla="*/ 0 w 987"/>
                <a:gd name="T21" fmla="*/ 0 h 1074"/>
                <a:gd name="T22" fmla="*/ 0 w 987"/>
                <a:gd name="T23" fmla="*/ 0 h 1074"/>
                <a:gd name="T24" fmla="*/ 0 w 987"/>
                <a:gd name="T25" fmla="*/ 0 h 1074"/>
                <a:gd name="T26" fmla="*/ 0 w 987"/>
                <a:gd name="T27" fmla="*/ 0 h 1074"/>
                <a:gd name="T28" fmla="*/ 0 w 987"/>
                <a:gd name="T29" fmla="*/ 0 h 1074"/>
                <a:gd name="T30" fmla="*/ 0 w 987"/>
                <a:gd name="T31" fmla="*/ 0 h 1074"/>
                <a:gd name="T32" fmla="*/ 0 w 987"/>
                <a:gd name="T33" fmla="*/ 0 h 1074"/>
                <a:gd name="T34" fmla="*/ 0 w 987"/>
                <a:gd name="T35" fmla="*/ 0 h 1074"/>
                <a:gd name="T36" fmla="*/ 0 w 987"/>
                <a:gd name="T37" fmla="*/ 0 h 1074"/>
                <a:gd name="T38" fmla="*/ 0 w 987"/>
                <a:gd name="T39" fmla="*/ 0 h 1074"/>
                <a:gd name="T40" fmla="*/ 0 w 987"/>
                <a:gd name="T41" fmla="*/ 0 h 1074"/>
                <a:gd name="T42" fmla="*/ 0 w 987"/>
                <a:gd name="T43" fmla="*/ 0 h 1074"/>
                <a:gd name="T44" fmla="*/ 0 w 987"/>
                <a:gd name="T45" fmla="*/ 0 h 1074"/>
                <a:gd name="T46" fmla="*/ 0 w 987"/>
                <a:gd name="T47" fmla="*/ 0 h 1074"/>
                <a:gd name="T48" fmla="*/ 0 w 987"/>
                <a:gd name="T49" fmla="*/ 0 h 1074"/>
                <a:gd name="T50" fmla="*/ 0 w 987"/>
                <a:gd name="T51" fmla="*/ 0 h 1074"/>
                <a:gd name="T52" fmla="*/ 0 w 987"/>
                <a:gd name="T53" fmla="*/ 0 h 1074"/>
                <a:gd name="T54" fmla="*/ 0 w 987"/>
                <a:gd name="T55" fmla="*/ 0 h 1074"/>
                <a:gd name="T56" fmla="*/ 0 w 987"/>
                <a:gd name="T57" fmla="*/ 0 h 1074"/>
                <a:gd name="T58" fmla="*/ 0 w 987"/>
                <a:gd name="T59" fmla="*/ 0 h 1074"/>
                <a:gd name="T60" fmla="*/ 0 w 987"/>
                <a:gd name="T61" fmla="*/ 0 h 1074"/>
                <a:gd name="T62" fmla="*/ 0 w 987"/>
                <a:gd name="T63" fmla="*/ 0 h 10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7" h="1074">
                  <a:moveTo>
                    <a:pt x="110" y="0"/>
                  </a:moveTo>
                  <a:lnTo>
                    <a:pt x="93" y="52"/>
                  </a:lnTo>
                  <a:lnTo>
                    <a:pt x="16" y="80"/>
                  </a:lnTo>
                  <a:lnTo>
                    <a:pt x="0" y="133"/>
                  </a:lnTo>
                  <a:lnTo>
                    <a:pt x="58" y="197"/>
                  </a:lnTo>
                  <a:lnTo>
                    <a:pt x="28" y="226"/>
                  </a:lnTo>
                  <a:lnTo>
                    <a:pt x="86" y="284"/>
                  </a:lnTo>
                  <a:lnTo>
                    <a:pt x="191" y="296"/>
                  </a:lnTo>
                  <a:lnTo>
                    <a:pt x="330" y="377"/>
                  </a:lnTo>
                  <a:lnTo>
                    <a:pt x="342" y="336"/>
                  </a:lnTo>
                  <a:lnTo>
                    <a:pt x="307" y="267"/>
                  </a:lnTo>
                  <a:lnTo>
                    <a:pt x="377" y="296"/>
                  </a:lnTo>
                  <a:lnTo>
                    <a:pt x="394" y="359"/>
                  </a:lnTo>
                  <a:lnTo>
                    <a:pt x="494" y="377"/>
                  </a:lnTo>
                  <a:lnTo>
                    <a:pt x="522" y="418"/>
                  </a:lnTo>
                  <a:lnTo>
                    <a:pt x="482" y="470"/>
                  </a:lnTo>
                  <a:lnTo>
                    <a:pt x="586" y="523"/>
                  </a:lnTo>
                  <a:lnTo>
                    <a:pt x="563" y="592"/>
                  </a:lnTo>
                  <a:lnTo>
                    <a:pt x="539" y="610"/>
                  </a:lnTo>
                  <a:lnTo>
                    <a:pt x="557" y="714"/>
                  </a:lnTo>
                  <a:lnTo>
                    <a:pt x="499" y="755"/>
                  </a:lnTo>
                  <a:lnTo>
                    <a:pt x="435" y="725"/>
                  </a:lnTo>
                  <a:lnTo>
                    <a:pt x="424" y="865"/>
                  </a:lnTo>
                  <a:lnTo>
                    <a:pt x="529" y="859"/>
                  </a:lnTo>
                  <a:lnTo>
                    <a:pt x="557" y="836"/>
                  </a:lnTo>
                  <a:lnTo>
                    <a:pt x="668" y="976"/>
                  </a:lnTo>
                  <a:lnTo>
                    <a:pt x="714" y="976"/>
                  </a:lnTo>
                  <a:lnTo>
                    <a:pt x="738" y="1011"/>
                  </a:lnTo>
                  <a:lnTo>
                    <a:pt x="947" y="1074"/>
                  </a:lnTo>
                  <a:lnTo>
                    <a:pt x="941" y="1028"/>
                  </a:lnTo>
                  <a:lnTo>
                    <a:pt x="842" y="952"/>
                  </a:lnTo>
                  <a:lnTo>
                    <a:pt x="825" y="912"/>
                  </a:lnTo>
                  <a:lnTo>
                    <a:pt x="953" y="993"/>
                  </a:lnTo>
                  <a:lnTo>
                    <a:pt x="970" y="946"/>
                  </a:lnTo>
                  <a:lnTo>
                    <a:pt x="918" y="865"/>
                  </a:lnTo>
                  <a:lnTo>
                    <a:pt x="923" y="847"/>
                  </a:lnTo>
                  <a:lnTo>
                    <a:pt x="825" y="772"/>
                  </a:lnTo>
                  <a:lnTo>
                    <a:pt x="842" y="720"/>
                  </a:lnTo>
                  <a:lnTo>
                    <a:pt x="784" y="673"/>
                  </a:lnTo>
                  <a:lnTo>
                    <a:pt x="930" y="714"/>
                  </a:lnTo>
                  <a:lnTo>
                    <a:pt x="930" y="772"/>
                  </a:lnTo>
                  <a:lnTo>
                    <a:pt x="947" y="778"/>
                  </a:lnTo>
                  <a:lnTo>
                    <a:pt x="965" y="702"/>
                  </a:lnTo>
                  <a:lnTo>
                    <a:pt x="987" y="673"/>
                  </a:lnTo>
                  <a:lnTo>
                    <a:pt x="975" y="586"/>
                  </a:lnTo>
                  <a:lnTo>
                    <a:pt x="895" y="580"/>
                  </a:lnTo>
                  <a:lnTo>
                    <a:pt x="860" y="523"/>
                  </a:lnTo>
                  <a:lnTo>
                    <a:pt x="749" y="488"/>
                  </a:lnTo>
                  <a:lnTo>
                    <a:pt x="714" y="435"/>
                  </a:lnTo>
                  <a:lnTo>
                    <a:pt x="738" y="389"/>
                  </a:lnTo>
                  <a:lnTo>
                    <a:pt x="703" y="313"/>
                  </a:lnTo>
                  <a:lnTo>
                    <a:pt x="633" y="284"/>
                  </a:lnTo>
                  <a:lnTo>
                    <a:pt x="539" y="249"/>
                  </a:lnTo>
                  <a:lnTo>
                    <a:pt x="529" y="174"/>
                  </a:lnTo>
                  <a:lnTo>
                    <a:pt x="435" y="197"/>
                  </a:lnTo>
                  <a:lnTo>
                    <a:pt x="412" y="145"/>
                  </a:lnTo>
                  <a:lnTo>
                    <a:pt x="319" y="174"/>
                  </a:lnTo>
                  <a:lnTo>
                    <a:pt x="302" y="104"/>
                  </a:lnTo>
                  <a:lnTo>
                    <a:pt x="382" y="92"/>
                  </a:lnTo>
                  <a:lnTo>
                    <a:pt x="278" y="57"/>
                  </a:lnTo>
                  <a:lnTo>
                    <a:pt x="191" y="63"/>
                  </a:lnTo>
                  <a:lnTo>
                    <a:pt x="168" y="179"/>
                  </a:lnTo>
                  <a:lnTo>
                    <a:pt x="133" y="122"/>
                  </a:lnTo>
                  <a:lnTo>
                    <a:pt x="150" y="52"/>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18580" name="Freeform 56">
              <a:extLst>
                <a:ext uri="{FF2B5EF4-FFF2-40B4-BE49-F238E27FC236}">
                  <a16:creationId xmlns:a16="http://schemas.microsoft.com/office/drawing/2014/main" id="{ED18A13C-DE81-4ED8-AF00-CF12321AFDAE}"/>
                </a:ext>
              </a:extLst>
            </p:cNvPr>
            <p:cNvSpPr>
              <a:spLocks/>
            </p:cNvSpPr>
            <p:nvPr/>
          </p:nvSpPr>
          <p:spPr bwMode="auto">
            <a:xfrm>
              <a:off x="1609" y="268"/>
              <a:ext cx="18" cy="8"/>
            </a:xfrm>
            <a:custGeom>
              <a:avLst/>
              <a:gdLst>
                <a:gd name="T0" fmla="*/ 0 w 215"/>
                <a:gd name="T1" fmla="*/ 0 h 105"/>
                <a:gd name="T2" fmla="*/ 0 w 215"/>
                <a:gd name="T3" fmla="*/ 0 h 105"/>
                <a:gd name="T4" fmla="*/ 0 w 215"/>
                <a:gd name="T5" fmla="*/ 0 h 105"/>
                <a:gd name="T6" fmla="*/ 0 w 215"/>
                <a:gd name="T7" fmla="*/ 0 h 105"/>
                <a:gd name="T8" fmla="*/ 0 w 215"/>
                <a:gd name="T9" fmla="*/ 0 h 105"/>
                <a:gd name="T10" fmla="*/ 0 w 215"/>
                <a:gd name="T11" fmla="*/ 0 h 105"/>
                <a:gd name="T12" fmla="*/ 0 w 215"/>
                <a:gd name="T13" fmla="*/ 0 h 105"/>
                <a:gd name="T14" fmla="*/ 0 w 215"/>
                <a:gd name="T15" fmla="*/ 0 h 10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5" h="105">
                  <a:moveTo>
                    <a:pt x="128" y="0"/>
                  </a:moveTo>
                  <a:lnTo>
                    <a:pt x="116" y="17"/>
                  </a:lnTo>
                  <a:lnTo>
                    <a:pt x="0" y="52"/>
                  </a:lnTo>
                  <a:lnTo>
                    <a:pt x="87" y="105"/>
                  </a:lnTo>
                  <a:lnTo>
                    <a:pt x="198" y="105"/>
                  </a:lnTo>
                  <a:lnTo>
                    <a:pt x="215" y="52"/>
                  </a:lnTo>
                  <a:lnTo>
                    <a:pt x="198" y="23"/>
                  </a:lnTo>
                  <a:lnTo>
                    <a:pt x="128" y="0"/>
                  </a:lnTo>
                  <a:close/>
                </a:path>
              </a:pathLst>
            </a:custGeom>
            <a:solidFill>
              <a:srgbClr val="FFFFFF"/>
            </a:solidFill>
            <a:ln w="9525">
              <a:solidFill>
                <a:srgbClr val="000000"/>
              </a:solidFill>
              <a:round/>
              <a:headEnd/>
              <a:tailEnd/>
            </a:ln>
          </p:spPr>
          <p:txBody>
            <a:bodyPr/>
            <a:lstStyle/>
            <a:p>
              <a:endParaRPr lang="ko-KR" altLang="en-US"/>
            </a:p>
          </p:txBody>
        </p:sp>
        <p:sp>
          <p:nvSpPr>
            <p:cNvPr id="418581" name="Freeform 57">
              <a:extLst>
                <a:ext uri="{FF2B5EF4-FFF2-40B4-BE49-F238E27FC236}">
                  <a16:creationId xmlns:a16="http://schemas.microsoft.com/office/drawing/2014/main" id="{F5B0C1AC-66BC-B02F-A9E1-860E8B5098C1}"/>
                </a:ext>
              </a:extLst>
            </p:cNvPr>
            <p:cNvSpPr>
              <a:spLocks/>
            </p:cNvSpPr>
            <p:nvPr/>
          </p:nvSpPr>
          <p:spPr bwMode="auto">
            <a:xfrm>
              <a:off x="1656" y="290"/>
              <a:ext cx="28" cy="18"/>
            </a:xfrm>
            <a:custGeom>
              <a:avLst/>
              <a:gdLst>
                <a:gd name="T0" fmla="*/ 0 w 354"/>
                <a:gd name="T1" fmla="*/ 0 h 227"/>
                <a:gd name="T2" fmla="*/ 0 w 354"/>
                <a:gd name="T3" fmla="*/ 0 h 227"/>
                <a:gd name="T4" fmla="*/ 0 w 354"/>
                <a:gd name="T5" fmla="*/ 0 h 227"/>
                <a:gd name="T6" fmla="*/ 0 w 354"/>
                <a:gd name="T7" fmla="*/ 0 h 227"/>
                <a:gd name="T8" fmla="*/ 0 w 354"/>
                <a:gd name="T9" fmla="*/ 0 h 227"/>
                <a:gd name="T10" fmla="*/ 0 w 354"/>
                <a:gd name="T11" fmla="*/ 0 h 227"/>
                <a:gd name="T12" fmla="*/ 0 w 354"/>
                <a:gd name="T13" fmla="*/ 0 h 227"/>
                <a:gd name="T14" fmla="*/ 0 w 354"/>
                <a:gd name="T15" fmla="*/ 0 h 227"/>
                <a:gd name="T16" fmla="*/ 0 w 354"/>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54" h="227">
                  <a:moveTo>
                    <a:pt x="0" y="41"/>
                  </a:moveTo>
                  <a:lnTo>
                    <a:pt x="52" y="82"/>
                  </a:lnTo>
                  <a:lnTo>
                    <a:pt x="52" y="197"/>
                  </a:lnTo>
                  <a:lnTo>
                    <a:pt x="354" y="227"/>
                  </a:lnTo>
                  <a:lnTo>
                    <a:pt x="354" y="169"/>
                  </a:lnTo>
                  <a:lnTo>
                    <a:pt x="162" y="122"/>
                  </a:lnTo>
                  <a:lnTo>
                    <a:pt x="57" y="18"/>
                  </a:lnTo>
                  <a:lnTo>
                    <a:pt x="0" y="0"/>
                  </a:lnTo>
                  <a:lnTo>
                    <a:pt x="0" y="41"/>
                  </a:lnTo>
                  <a:close/>
                </a:path>
              </a:pathLst>
            </a:custGeom>
            <a:solidFill>
              <a:srgbClr val="FFFFFF"/>
            </a:solidFill>
            <a:ln w="9525">
              <a:solidFill>
                <a:srgbClr val="000000"/>
              </a:solidFill>
              <a:round/>
              <a:headEnd/>
              <a:tailEnd/>
            </a:ln>
          </p:spPr>
          <p:txBody>
            <a:bodyPr/>
            <a:lstStyle/>
            <a:p>
              <a:endParaRPr lang="ko-KR" altLang="en-US"/>
            </a:p>
          </p:txBody>
        </p:sp>
        <p:sp>
          <p:nvSpPr>
            <p:cNvPr id="418582" name="Freeform 58">
              <a:extLst>
                <a:ext uri="{FF2B5EF4-FFF2-40B4-BE49-F238E27FC236}">
                  <a16:creationId xmlns:a16="http://schemas.microsoft.com/office/drawing/2014/main" id="{1D0D0E41-4577-4E7C-59DA-3BDD67436289}"/>
                </a:ext>
              </a:extLst>
            </p:cNvPr>
            <p:cNvSpPr>
              <a:spLocks/>
            </p:cNvSpPr>
            <p:nvPr/>
          </p:nvSpPr>
          <p:spPr bwMode="auto">
            <a:xfrm>
              <a:off x="1618" y="281"/>
              <a:ext cx="23" cy="14"/>
            </a:xfrm>
            <a:custGeom>
              <a:avLst/>
              <a:gdLst>
                <a:gd name="T0" fmla="*/ 0 w 284"/>
                <a:gd name="T1" fmla="*/ 0 h 185"/>
                <a:gd name="T2" fmla="*/ 0 w 284"/>
                <a:gd name="T3" fmla="*/ 0 h 185"/>
                <a:gd name="T4" fmla="*/ 0 w 284"/>
                <a:gd name="T5" fmla="*/ 0 h 185"/>
                <a:gd name="T6" fmla="*/ 0 w 284"/>
                <a:gd name="T7" fmla="*/ 0 h 185"/>
                <a:gd name="T8" fmla="*/ 0 w 284"/>
                <a:gd name="T9" fmla="*/ 0 h 185"/>
                <a:gd name="T10" fmla="*/ 0 w 284"/>
                <a:gd name="T11" fmla="*/ 0 h 185"/>
                <a:gd name="T12" fmla="*/ 0 w 284"/>
                <a:gd name="T13" fmla="*/ 0 h 185"/>
                <a:gd name="T14" fmla="*/ 0 w 284"/>
                <a:gd name="T15" fmla="*/ 0 h 185"/>
                <a:gd name="T16" fmla="*/ 0 w 284"/>
                <a:gd name="T17" fmla="*/ 0 h 1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4" h="185">
                  <a:moveTo>
                    <a:pt x="63" y="0"/>
                  </a:moveTo>
                  <a:lnTo>
                    <a:pt x="202" y="52"/>
                  </a:lnTo>
                  <a:lnTo>
                    <a:pt x="284" y="122"/>
                  </a:lnTo>
                  <a:lnTo>
                    <a:pt x="197" y="185"/>
                  </a:lnTo>
                  <a:lnTo>
                    <a:pt x="110" y="162"/>
                  </a:lnTo>
                  <a:lnTo>
                    <a:pt x="52" y="133"/>
                  </a:lnTo>
                  <a:lnTo>
                    <a:pt x="45" y="92"/>
                  </a:lnTo>
                  <a:lnTo>
                    <a:pt x="0" y="52"/>
                  </a:lnTo>
                  <a:lnTo>
                    <a:pt x="63" y="0"/>
                  </a:lnTo>
                  <a:close/>
                </a:path>
              </a:pathLst>
            </a:custGeom>
            <a:solidFill>
              <a:srgbClr val="FFFFFF"/>
            </a:solidFill>
            <a:ln w="9525">
              <a:solidFill>
                <a:srgbClr val="000000"/>
              </a:solidFill>
              <a:round/>
              <a:headEnd/>
              <a:tailEnd/>
            </a:ln>
          </p:spPr>
          <p:txBody>
            <a:bodyPr/>
            <a:lstStyle/>
            <a:p>
              <a:endParaRPr lang="ko-KR" altLang="en-US"/>
            </a:p>
          </p:txBody>
        </p:sp>
        <p:sp>
          <p:nvSpPr>
            <p:cNvPr id="418583" name="Freeform 59">
              <a:extLst>
                <a:ext uri="{FF2B5EF4-FFF2-40B4-BE49-F238E27FC236}">
                  <a16:creationId xmlns:a16="http://schemas.microsoft.com/office/drawing/2014/main" id="{2B5D1591-16CD-52C4-38C3-4C5C4ECD5EA5}"/>
                </a:ext>
              </a:extLst>
            </p:cNvPr>
            <p:cNvSpPr>
              <a:spLocks/>
            </p:cNvSpPr>
            <p:nvPr/>
          </p:nvSpPr>
          <p:spPr bwMode="auto">
            <a:xfrm>
              <a:off x="1641" y="289"/>
              <a:ext cx="10" cy="11"/>
            </a:xfrm>
            <a:custGeom>
              <a:avLst/>
              <a:gdLst>
                <a:gd name="T0" fmla="*/ 0 w 127"/>
                <a:gd name="T1" fmla="*/ 0 h 134"/>
                <a:gd name="T2" fmla="*/ 0 w 127"/>
                <a:gd name="T3" fmla="*/ 0 h 134"/>
                <a:gd name="T4" fmla="*/ 0 w 127"/>
                <a:gd name="T5" fmla="*/ 0 h 134"/>
                <a:gd name="T6" fmla="*/ 0 w 127"/>
                <a:gd name="T7" fmla="*/ 0 h 134"/>
                <a:gd name="T8" fmla="*/ 0 w 127"/>
                <a:gd name="T9" fmla="*/ 0 h 134"/>
                <a:gd name="T10" fmla="*/ 0 w 127"/>
                <a:gd name="T11" fmla="*/ 0 h 134"/>
                <a:gd name="T12" fmla="*/ 0 w 127"/>
                <a:gd name="T13" fmla="*/ 0 h 134"/>
                <a:gd name="T14" fmla="*/ 0 w 127"/>
                <a:gd name="T15" fmla="*/ 0 h 134"/>
                <a:gd name="T16" fmla="*/ 0 w 127"/>
                <a:gd name="T17" fmla="*/ 0 h 134"/>
                <a:gd name="T18" fmla="*/ 0 w 127"/>
                <a:gd name="T19" fmla="*/ 0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 h="134">
                  <a:moveTo>
                    <a:pt x="92" y="0"/>
                  </a:moveTo>
                  <a:lnTo>
                    <a:pt x="17" y="24"/>
                  </a:lnTo>
                  <a:lnTo>
                    <a:pt x="0" y="65"/>
                  </a:lnTo>
                  <a:lnTo>
                    <a:pt x="40" y="77"/>
                  </a:lnTo>
                  <a:lnTo>
                    <a:pt x="40" y="117"/>
                  </a:lnTo>
                  <a:lnTo>
                    <a:pt x="98" y="134"/>
                  </a:lnTo>
                  <a:lnTo>
                    <a:pt x="127" y="129"/>
                  </a:lnTo>
                  <a:lnTo>
                    <a:pt x="98" y="77"/>
                  </a:lnTo>
                  <a:lnTo>
                    <a:pt x="127" y="65"/>
                  </a:lnTo>
                  <a:lnTo>
                    <a:pt x="92" y="0"/>
                  </a:lnTo>
                  <a:close/>
                </a:path>
              </a:pathLst>
            </a:custGeom>
            <a:solidFill>
              <a:srgbClr val="FFFFFF"/>
            </a:solidFill>
            <a:ln w="9525">
              <a:solidFill>
                <a:srgbClr val="000000"/>
              </a:solidFill>
              <a:round/>
              <a:headEnd/>
              <a:tailEnd/>
            </a:ln>
          </p:spPr>
          <p:txBody>
            <a:bodyPr/>
            <a:lstStyle/>
            <a:p>
              <a:endParaRPr lang="ko-KR" altLang="en-US"/>
            </a:p>
          </p:txBody>
        </p:sp>
        <p:sp>
          <p:nvSpPr>
            <p:cNvPr id="418584" name="Freeform 60">
              <a:extLst>
                <a:ext uri="{FF2B5EF4-FFF2-40B4-BE49-F238E27FC236}">
                  <a16:creationId xmlns:a16="http://schemas.microsoft.com/office/drawing/2014/main" id="{7E8F32FC-1FEA-7FAF-B679-A5AEA1D6B96F}"/>
                </a:ext>
              </a:extLst>
            </p:cNvPr>
            <p:cNvSpPr>
              <a:spLocks/>
            </p:cNvSpPr>
            <p:nvPr/>
          </p:nvSpPr>
          <p:spPr bwMode="auto">
            <a:xfrm>
              <a:off x="1611" y="278"/>
              <a:ext cx="4" cy="3"/>
            </a:xfrm>
            <a:custGeom>
              <a:avLst/>
              <a:gdLst>
                <a:gd name="T0" fmla="*/ 0 w 47"/>
                <a:gd name="T1" fmla="*/ 0 h 35"/>
                <a:gd name="T2" fmla="*/ 0 w 47"/>
                <a:gd name="T3" fmla="*/ 0 h 35"/>
                <a:gd name="T4" fmla="*/ 0 w 47"/>
                <a:gd name="T5" fmla="*/ 0 h 35"/>
                <a:gd name="T6" fmla="*/ 0 w 47"/>
                <a:gd name="T7" fmla="*/ 0 h 35"/>
                <a:gd name="T8" fmla="*/ 0 w 47"/>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35">
                  <a:moveTo>
                    <a:pt x="29" y="0"/>
                  </a:moveTo>
                  <a:lnTo>
                    <a:pt x="0" y="0"/>
                  </a:lnTo>
                  <a:lnTo>
                    <a:pt x="17" y="35"/>
                  </a:lnTo>
                  <a:lnTo>
                    <a:pt x="47" y="23"/>
                  </a:lnTo>
                  <a:lnTo>
                    <a:pt x="29" y="0"/>
                  </a:lnTo>
                  <a:close/>
                </a:path>
              </a:pathLst>
            </a:custGeom>
            <a:solidFill>
              <a:srgbClr val="FFFFFF"/>
            </a:solidFill>
            <a:ln w="9525">
              <a:solidFill>
                <a:srgbClr val="000000"/>
              </a:solidFill>
              <a:round/>
              <a:headEnd/>
              <a:tailEnd/>
            </a:ln>
          </p:spPr>
          <p:txBody>
            <a:bodyPr/>
            <a:lstStyle/>
            <a:p>
              <a:endParaRPr lang="ko-KR" altLang="en-US"/>
            </a:p>
          </p:txBody>
        </p:sp>
        <p:sp>
          <p:nvSpPr>
            <p:cNvPr id="418585" name="Freeform 61">
              <a:extLst>
                <a:ext uri="{FF2B5EF4-FFF2-40B4-BE49-F238E27FC236}">
                  <a16:creationId xmlns:a16="http://schemas.microsoft.com/office/drawing/2014/main" id="{C0E1A96C-140F-C4B9-D934-0F10FFA1CDB3}"/>
                </a:ext>
              </a:extLst>
            </p:cNvPr>
            <p:cNvSpPr>
              <a:spLocks/>
            </p:cNvSpPr>
            <p:nvPr/>
          </p:nvSpPr>
          <p:spPr bwMode="auto">
            <a:xfrm>
              <a:off x="1655" y="298"/>
              <a:ext cx="2" cy="3"/>
            </a:xfrm>
            <a:custGeom>
              <a:avLst/>
              <a:gdLst>
                <a:gd name="T0" fmla="*/ 0 w 24"/>
                <a:gd name="T1" fmla="*/ 0 h 41"/>
                <a:gd name="T2" fmla="*/ 0 w 24"/>
                <a:gd name="T3" fmla="*/ 0 h 41"/>
                <a:gd name="T4" fmla="*/ 0 w 24"/>
                <a:gd name="T5" fmla="*/ 0 h 41"/>
                <a:gd name="T6" fmla="*/ 0 w 24"/>
                <a:gd name="T7" fmla="*/ 0 h 41"/>
                <a:gd name="T8" fmla="*/ 0 w 24"/>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41">
                  <a:moveTo>
                    <a:pt x="24" y="18"/>
                  </a:moveTo>
                  <a:lnTo>
                    <a:pt x="12" y="0"/>
                  </a:lnTo>
                  <a:lnTo>
                    <a:pt x="0" y="41"/>
                  </a:lnTo>
                  <a:lnTo>
                    <a:pt x="17" y="41"/>
                  </a:lnTo>
                  <a:lnTo>
                    <a:pt x="24" y="18"/>
                  </a:lnTo>
                  <a:close/>
                </a:path>
              </a:pathLst>
            </a:custGeom>
            <a:solidFill>
              <a:srgbClr val="FFFFFF"/>
            </a:solidFill>
            <a:ln w="9525">
              <a:solidFill>
                <a:srgbClr val="000000"/>
              </a:solidFill>
              <a:round/>
              <a:headEnd/>
              <a:tailEnd/>
            </a:ln>
          </p:spPr>
          <p:txBody>
            <a:bodyPr/>
            <a:lstStyle/>
            <a:p>
              <a:endParaRPr lang="ko-KR" altLang="en-US"/>
            </a:p>
          </p:txBody>
        </p:sp>
        <p:sp>
          <p:nvSpPr>
            <p:cNvPr id="418586" name="Freeform 62">
              <a:extLst>
                <a:ext uri="{FF2B5EF4-FFF2-40B4-BE49-F238E27FC236}">
                  <a16:creationId xmlns:a16="http://schemas.microsoft.com/office/drawing/2014/main" id="{426DBA9A-8DD6-855C-3D9F-BE53CA26F6B2}"/>
                </a:ext>
              </a:extLst>
            </p:cNvPr>
            <p:cNvSpPr>
              <a:spLocks/>
            </p:cNvSpPr>
            <p:nvPr/>
          </p:nvSpPr>
          <p:spPr bwMode="auto">
            <a:xfrm>
              <a:off x="1693" y="350"/>
              <a:ext cx="5" cy="9"/>
            </a:xfrm>
            <a:custGeom>
              <a:avLst/>
              <a:gdLst>
                <a:gd name="T0" fmla="*/ 0 w 70"/>
                <a:gd name="T1" fmla="*/ 0 h 104"/>
                <a:gd name="T2" fmla="*/ 0 w 70"/>
                <a:gd name="T3" fmla="*/ 0 h 104"/>
                <a:gd name="T4" fmla="*/ 0 w 70"/>
                <a:gd name="T5" fmla="*/ 0 h 104"/>
                <a:gd name="T6" fmla="*/ 0 w 70"/>
                <a:gd name="T7" fmla="*/ 0 h 104"/>
                <a:gd name="T8" fmla="*/ 0 w 70"/>
                <a:gd name="T9" fmla="*/ 0 h 104"/>
                <a:gd name="T10" fmla="*/ 0 w 70"/>
                <a:gd name="T11" fmla="*/ 0 h 104"/>
                <a:gd name="T12" fmla="*/ 0 w 70"/>
                <a:gd name="T13" fmla="*/ 0 h 104"/>
                <a:gd name="T14" fmla="*/ 0 w 70"/>
                <a:gd name="T15" fmla="*/ 0 h 1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04">
                  <a:moveTo>
                    <a:pt x="58" y="92"/>
                  </a:moveTo>
                  <a:lnTo>
                    <a:pt x="70" y="47"/>
                  </a:lnTo>
                  <a:lnTo>
                    <a:pt x="23" y="0"/>
                  </a:lnTo>
                  <a:lnTo>
                    <a:pt x="12" y="12"/>
                  </a:lnTo>
                  <a:lnTo>
                    <a:pt x="17" y="58"/>
                  </a:lnTo>
                  <a:lnTo>
                    <a:pt x="0" y="104"/>
                  </a:lnTo>
                  <a:lnTo>
                    <a:pt x="47" y="104"/>
                  </a:lnTo>
                  <a:lnTo>
                    <a:pt x="58" y="92"/>
                  </a:lnTo>
                  <a:close/>
                </a:path>
              </a:pathLst>
            </a:custGeom>
            <a:solidFill>
              <a:srgbClr val="FFFFFF"/>
            </a:solidFill>
            <a:ln w="9525">
              <a:solidFill>
                <a:srgbClr val="000000"/>
              </a:solidFill>
              <a:round/>
              <a:headEnd/>
              <a:tailEnd/>
            </a:ln>
          </p:spPr>
          <p:txBody>
            <a:bodyPr/>
            <a:lstStyle/>
            <a:p>
              <a:endParaRPr lang="ko-KR" altLang="en-US"/>
            </a:p>
          </p:txBody>
        </p:sp>
        <p:sp>
          <p:nvSpPr>
            <p:cNvPr id="418587" name="Freeform 63">
              <a:extLst>
                <a:ext uri="{FF2B5EF4-FFF2-40B4-BE49-F238E27FC236}">
                  <a16:creationId xmlns:a16="http://schemas.microsoft.com/office/drawing/2014/main" id="{CA4C8C47-145D-66E9-AC5A-11F7D9FBF2A5}"/>
                </a:ext>
              </a:extLst>
            </p:cNvPr>
            <p:cNvSpPr>
              <a:spLocks/>
            </p:cNvSpPr>
            <p:nvPr/>
          </p:nvSpPr>
          <p:spPr bwMode="auto">
            <a:xfrm>
              <a:off x="1430" y="229"/>
              <a:ext cx="121" cy="140"/>
            </a:xfrm>
            <a:custGeom>
              <a:avLst/>
              <a:gdLst>
                <a:gd name="T0" fmla="*/ 0 w 1518"/>
                <a:gd name="T1" fmla="*/ 0 h 1801"/>
                <a:gd name="T2" fmla="*/ 0 w 1518"/>
                <a:gd name="T3" fmla="*/ 0 h 1801"/>
                <a:gd name="T4" fmla="*/ 0 w 1518"/>
                <a:gd name="T5" fmla="*/ 0 h 1801"/>
                <a:gd name="T6" fmla="*/ 0 w 1518"/>
                <a:gd name="T7" fmla="*/ 0 h 1801"/>
                <a:gd name="T8" fmla="*/ 0 w 1518"/>
                <a:gd name="T9" fmla="*/ 0 h 1801"/>
                <a:gd name="T10" fmla="*/ 0 w 1518"/>
                <a:gd name="T11" fmla="*/ 0 h 1801"/>
                <a:gd name="T12" fmla="*/ 0 w 1518"/>
                <a:gd name="T13" fmla="*/ 0 h 1801"/>
                <a:gd name="T14" fmla="*/ 0 w 1518"/>
                <a:gd name="T15" fmla="*/ 0 h 1801"/>
                <a:gd name="T16" fmla="*/ 0 w 1518"/>
                <a:gd name="T17" fmla="*/ 0 h 1801"/>
                <a:gd name="T18" fmla="*/ 0 w 1518"/>
                <a:gd name="T19" fmla="*/ 0 h 1801"/>
                <a:gd name="T20" fmla="*/ 0 w 1518"/>
                <a:gd name="T21" fmla="*/ 0 h 1801"/>
                <a:gd name="T22" fmla="*/ 0 w 1518"/>
                <a:gd name="T23" fmla="*/ 0 h 1801"/>
                <a:gd name="T24" fmla="*/ 0 w 1518"/>
                <a:gd name="T25" fmla="*/ 0 h 1801"/>
                <a:gd name="T26" fmla="*/ 0 w 1518"/>
                <a:gd name="T27" fmla="*/ 0 h 1801"/>
                <a:gd name="T28" fmla="*/ 0 w 1518"/>
                <a:gd name="T29" fmla="*/ 0 h 1801"/>
                <a:gd name="T30" fmla="*/ 0 w 1518"/>
                <a:gd name="T31" fmla="*/ 0 h 1801"/>
                <a:gd name="T32" fmla="*/ 0 w 1518"/>
                <a:gd name="T33" fmla="*/ 0 h 1801"/>
                <a:gd name="T34" fmla="*/ 0 w 1518"/>
                <a:gd name="T35" fmla="*/ 0 h 1801"/>
                <a:gd name="T36" fmla="*/ 0 w 1518"/>
                <a:gd name="T37" fmla="*/ 0 h 1801"/>
                <a:gd name="T38" fmla="*/ 0 w 1518"/>
                <a:gd name="T39" fmla="*/ 0 h 1801"/>
                <a:gd name="T40" fmla="*/ 0 w 1518"/>
                <a:gd name="T41" fmla="*/ 0 h 1801"/>
                <a:gd name="T42" fmla="*/ 0 w 1518"/>
                <a:gd name="T43" fmla="*/ 0 h 1801"/>
                <a:gd name="T44" fmla="*/ 0 w 1518"/>
                <a:gd name="T45" fmla="*/ 0 h 1801"/>
                <a:gd name="T46" fmla="*/ 0 w 1518"/>
                <a:gd name="T47" fmla="*/ 0 h 1801"/>
                <a:gd name="T48" fmla="*/ 0 w 1518"/>
                <a:gd name="T49" fmla="*/ 0 h 1801"/>
                <a:gd name="T50" fmla="*/ 0 w 1518"/>
                <a:gd name="T51" fmla="*/ 0 h 1801"/>
                <a:gd name="T52" fmla="*/ 0 w 1518"/>
                <a:gd name="T53" fmla="*/ 0 h 1801"/>
                <a:gd name="T54" fmla="*/ 0 w 1518"/>
                <a:gd name="T55" fmla="*/ 0 h 1801"/>
                <a:gd name="T56" fmla="*/ 0 w 1518"/>
                <a:gd name="T57" fmla="*/ 0 h 1801"/>
                <a:gd name="T58" fmla="*/ 0 w 1518"/>
                <a:gd name="T59" fmla="*/ 0 h 1801"/>
                <a:gd name="T60" fmla="*/ 0 w 1518"/>
                <a:gd name="T61" fmla="*/ 0 h 1801"/>
                <a:gd name="T62" fmla="*/ 0 w 1518"/>
                <a:gd name="T63" fmla="*/ 0 h 1801"/>
                <a:gd name="T64" fmla="*/ 0 w 1518"/>
                <a:gd name="T65" fmla="*/ 0 h 1801"/>
                <a:gd name="T66" fmla="*/ 0 w 1518"/>
                <a:gd name="T67" fmla="*/ 0 h 1801"/>
                <a:gd name="T68" fmla="*/ 0 w 1518"/>
                <a:gd name="T69" fmla="*/ 0 h 1801"/>
                <a:gd name="T70" fmla="*/ 0 w 1518"/>
                <a:gd name="T71" fmla="*/ 0 h 1801"/>
                <a:gd name="T72" fmla="*/ 0 w 1518"/>
                <a:gd name="T73" fmla="*/ 0 h 1801"/>
                <a:gd name="T74" fmla="*/ 0 w 1518"/>
                <a:gd name="T75" fmla="*/ 0 h 1801"/>
                <a:gd name="T76" fmla="*/ 0 w 1518"/>
                <a:gd name="T77" fmla="*/ 0 h 1801"/>
                <a:gd name="T78" fmla="*/ 0 w 1518"/>
                <a:gd name="T79" fmla="*/ 0 h 1801"/>
                <a:gd name="T80" fmla="*/ 0 w 1518"/>
                <a:gd name="T81" fmla="*/ 0 h 1801"/>
                <a:gd name="T82" fmla="*/ 0 w 1518"/>
                <a:gd name="T83" fmla="*/ 0 h 1801"/>
                <a:gd name="T84" fmla="*/ 0 w 1518"/>
                <a:gd name="T85" fmla="*/ 0 h 1801"/>
                <a:gd name="T86" fmla="*/ 0 w 1518"/>
                <a:gd name="T87" fmla="*/ 0 h 1801"/>
                <a:gd name="T88" fmla="*/ 0 w 1518"/>
                <a:gd name="T89" fmla="*/ 0 h 1801"/>
                <a:gd name="T90" fmla="*/ 0 w 1518"/>
                <a:gd name="T91" fmla="*/ 0 h 1801"/>
                <a:gd name="T92" fmla="*/ 0 w 1518"/>
                <a:gd name="T93" fmla="*/ 0 h 1801"/>
                <a:gd name="T94" fmla="*/ 0 w 1518"/>
                <a:gd name="T95" fmla="*/ 0 h 1801"/>
                <a:gd name="T96" fmla="*/ 0 w 1518"/>
                <a:gd name="T97" fmla="*/ 0 h 1801"/>
                <a:gd name="T98" fmla="*/ 0 w 1518"/>
                <a:gd name="T99" fmla="*/ 0 h 1801"/>
                <a:gd name="T100" fmla="*/ 0 w 1518"/>
                <a:gd name="T101" fmla="*/ 0 h 1801"/>
                <a:gd name="T102" fmla="*/ 0 w 1518"/>
                <a:gd name="T103" fmla="*/ 0 h 1801"/>
                <a:gd name="T104" fmla="*/ 0 w 1518"/>
                <a:gd name="T105" fmla="*/ 0 h 18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8" h="1801">
                  <a:moveTo>
                    <a:pt x="762" y="1801"/>
                  </a:moveTo>
                  <a:lnTo>
                    <a:pt x="907" y="1766"/>
                  </a:lnTo>
                  <a:lnTo>
                    <a:pt x="937" y="1301"/>
                  </a:lnTo>
                  <a:lnTo>
                    <a:pt x="872" y="1254"/>
                  </a:lnTo>
                  <a:lnTo>
                    <a:pt x="855" y="1150"/>
                  </a:lnTo>
                  <a:lnTo>
                    <a:pt x="919" y="1011"/>
                  </a:lnTo>
                  <a:lnTo>
                    <a:pt x="1518" y="604"/>
                  </a:lnTo>
                  <a:lnTo>
                    <a:pt x="1506" y="546"/>
                  </a:lnTo>
                  <a:lnTo>
                    <a:pt x="1436" y="465"/>
                  </a:lnTo>
                  <a:lnTo>
                    <a:pt x="1436" y="407"/>
                  </a:lnTo>
                  <a:lnTo>
                    <a:pt x="1378" y="325"/>
                  </a:lnTo>
                  <a:lnTo>
                    <a:pt x="1395" y="210"/>
                  </a:lnTo>
                  <a:lnTo>
                    <a:pt x="1326" y="122"/>
                  </a:lnTo>
                  <a:lnTo>
                    <a:pt x="1151" y="105"/>
                  </a:lnTo>
                  <a:lnTo>
                    <a:pt x="1047" y="0"/>
                  </a:lnTo>
                  <a:lnTo>
                    <a:pt x="907" y="151"/>
                  </a:lnTo>
                  <a:lnTo>
                    <a:pt x="919" y="180"/>
                  </a:lnTo>
                  <a:lnTo>
                    <a:pt x="867" y="215"/>
                  </a:lnTo>
                  <a:lnTo>
                    <a:pt x="843" y="175"/>
                  </a:lnTo>
                  <a:lnTo>
                    <a:pt x="849" y="110"/>
                  </a:lnTo>
                  <a:lnTo>
                    <a:pt x="803" y="29"/>
                  </a:lnTo>
                  <a:lnTo>
                    <a:pt x="703" y="58"/>
                  </a:lnTo>
                  <a:lnTo>
                    <a:pt x="663" y="180"/>
                  </a:lnTo>
                  <a:lnTo>
                    <a:pt x="698" y="255"/>
                  </a:lnTo>
                  <a:lnTo>
                    <a:pt x="651" y="267"/>
                  </a:lnTo>
                  <a:lnTo>
                    <a:pt x="471" y="163"/>
                  </a:lnTo>
                  <a:lnTo>
                    <a:pt x="267" y="279"/>
                  </a:lnTo>
                  <a:lnTo>
                    <a:pt x="256" y="372"/>
                  </a:lnTo>
                  <a:lnTo>
                    <a:pt x="291" y="384"/>
                  </a:lnTo>
                  <a:lnTo>
                    <a:pt x="198" y="447"/>
                  </a:lnTo>
                  <a:lnTo>
                    <a:pt x="262" y="477"/>
                  </a:lnTo>
                  <a:lnTo>
                    <a:pt x="232" y="541"/>
                  </a:lnTo>
                  <a:lnTo>
                    <a:pt x="297" y="628"/>
                  </a:lnTo>
                  <a:lnTo>
                    <a:pt x="7" y="611"/>
                  </a:lnTo>
                  <a:lnTo>
                    <a:pt x="0" y="639"/>
                  </a:lnTo>
                  <a:lnTo>
                    <a:pt x="344" y="721"/>
                  </a:lnTo>
                  <a:lnTo>
                    <a:pt x="546" y="738"/>
                  </a:lnTo>
                  <a:lnTo>
                    <a:pt x="454" y="802"/>
                  </a:lnTo>
                  <a:lnTo>
                    <a:pt x="511" y="872"/>
                  </a:lnTo>
                  <a:lnTo>
                    <a:pt x="623" y="872"/>
                  </a:lnTo>
                  <a:lnTo>
                    <a:pt x="640" y="808"/>
                  </a:lnTo>
                  <a:lnTo>
                    <a:pt x="686" y="843"/>
                  </a:lnTo>
                  <a:lnTo>
                    <a:pt x="668" y="912"/>
                  </a:lnTo>
                  <a:lnTo>
                    <a:pt x="698" y="924"/>
                  </a:lnTo>
                  <a:lnTo>
                    <a:pt x="698" y="994"/>
                  </a:lnTo>
                  <a:lnTo>
                    <a:pt x="762" y="1075"/>
                  </a:lnTo>
                  <a:lnTo>
                    <a:pt x="780" y="1167"/>
                  </a:lnTo>
                  <a:lnTo>
                    <a:pt x="762" y="1237"/>
                  </a:lnTo>
                  <a:lnTo>
                    <a:pt x="797" y="1336"/>
                  </a:lnTo>
                  <a:lnTo>
                    <a:pt x="843" y="1366"/>
                  </a:lnTo>
                  <a:lnTo>
                    <a:pt x="872" y="1411"/>
                  </a:lnTo>
                  <a:lnTo>
                    <a:pt x="780" y="1603"/>
                  </a:lnTo>
                  <a:lnTo>
                    <a:pt x="762" y="1801"/>
                  </a:lnTo>
                  <a:close/>
                </a:path>
              </a:pathLst>
            </a:custGeom>
            <a:solidFill>
              <a:srgbClr val="FFFFFF"/>
            </a:solidFill>
            <a:ln w="9525">
              <a:solidFill>
                <a:srgbClr val="000000"/>
              </a:solidFill>
              <a:round/>
              <a:headEnd/>
              <a:tailEnd/>
            </a:ln>
          </p:spPr>
          <p:txBody>
            <a:bodyPr/>
            <a:lstStyle/>
            <a:p>
              <a:endParaRPr lang="ko-KR" altLang="en-US"/>
            </a:p>
          </p:txBody>
        </p:sp>
        <p:sp>
          <p:nvSpPr>
            <p:cNvPr id="418588" name="Freeform 64">
              <a:extLst>
                <a:ext uri="{FF2B5EF4-FFF2-40B4-BE49-F238E27FC236}">
                  <a16:creationId xmlns:a16="http://schemas.microsoft.com/office/drawing/2014/main" id="{971E8C9C-21F1-8310-282B-573CD61AF30E}"/>
                </a:ext>
              </a:extLst>
            </p:cNvPr>
            <p:cNvSpPr>
              <a:spLocks/>
            </p:cNvSpPr>
            <p:nvPr/>
          </p:nvSpPr>
          <p:spPr bwMode="auto">
            <a:xfrm>
              <a:off x="1487" y="276"/>
              <a:ext cx="298" cy="254"/>
            </a:xfrm>
            <a:custGeom>
              <a:avLst/>
              <a:gdLst>
                <a:gd name="T0" fmla="*/ 0 w 3724"/>
                <a:gd name="T1" fmla="*/ 0 h 3264"/>
                <a:gd name="T2" fmla="*/ 0 w 3724"/>
                <a:gd name="T3" fmla="*/ 0 h 3264"/>
                <a:gd name="T4" fmla="*/ 0 w 3724"/>
                <a:gd name="T5" fmla="*/ 0 h 3264"/>
                <a:gd name="T6" fmla="*/ 0 w 3724"/>
                <a:gd name="T7" fmla="*/ 0 h 3264"/>
                <a:gd name="T8" fmla="*/ 0 w 3724"/>
                <a:gd name="T9" fmla="*/ 0 h 3264"/>
                <a:gd name="T10" fmla="*/ 0 w 3724"/>
                <a:gd name="T11" fmla="*/ 0 h 3264"/>
                <a:gd name="T12" fmla="*/ 0 w 3724"/>
                <a:gd name="T13" fmla="*/ 0 h 3264"/>
                <a:gd name="T14" fmla="*/ 0 w 3724"/>
                <a:gd name="T15" fmla="*/ 0 h 3264"/>
                <a:gd name="T16" fmla="*/ 0 w 3724"/>
                <a:gd name="T17" fmla="*/ 0 h 3264"/>
                <a:gd name="T18" fmla="*/ 0 w 3724"/>
                <a:gd name="T19" fmla="*/ 0 h 3264"/>
                <a:gd name="T20" fmla="*/ 0 w 3724"/>
                <a:gd name="T21" fmla="*/ 0 h 3264"/>
                <a:gd name="T22" fmla="*/ 0 w 3724"/>
                <a:gd name="T23" fmla="*/ 0 h 3264"/>
                <a:gd name="T24" fmla="*/ 0 w 3724"/>
                <a:gd name="T25" fmla="*/ 0 h 3264"/>
                <a:gd name="T26" fmla="*/ 0 w 3724"/>
                <a:gd name="T27" fmla="*/ 0 h 3264"/>
                <a:gd name="T28" fmla="*/ 0 w 3724"/>
                <a:gd name="T29" fmla="*/ 0 h 3264"/>
                <a:gd name="T30" fmla="*/ 0 w 3724"/>
                <a:gd name="T31" fmla="*/ 0 h 3264"/>
                <a:gd name="T32" fmla="*/ 0 w 3724"/>
                <a:gd name="T33" fmla="*/ 0 h 3264"/>
                <a:gd name="T34" fmla="*/ 0 w 3724"/>
                <a:gd name="T35" fmla="*/ 0 h 3264"/>
                <a:gd name="T36" fmla="*/ 0 w 3724"/>
                <a:gd name="T37" fmla="*/ 0 h 3264"/>
                <a:gd name="T38" fmla="*/ 0 w 3724"/>
                <a:gd name="T39" fmla="*/ 0 h 3264"/>
                <a:gd name="T40" fmla="*/ 0 w 3724"/>
                <a:gd name="T41" fmla="*/ 0 h 3264"/>
                <a:gd name="T42" fmla="*/ 0 w 3724"/>
                <a:gd name="T43" fmla="*/ 0 h 3264"/>
                <a:gd name="T44" fmla="*/ 0 w 3724"/>
                <a:gd name="T45" fmla="*/ 0 h 3264"/>
                <a:gd name="T46" fmla="*/ 0 w 3724"/>
                <a:gd name="T47" fmla="*/ 0 h 3264"/>
                <a:gd name="T48" fmla="*/ 0 w 3724"/>
                <a:gd name="T49" fmla="*/ 0 h 3264"/>
                <a:gd name="T50" fmla="*/ 0 w 3724"/>
                <a:gd name="T51" fmla="*/ 0 h 3264"/>
                <a:gd name="T52" fmla="*/ 0 w 3724"/>
                <a:gd name="T53" fmla="*/ 0 h 3264"/>
                <a:gd name="T54" fmla="*/ 0 w 3724"/>
                <a:gd name="T55" fmla="*/ 0 h 3264"/>
                <a:gd name="T56" fmla="*/ 0 w 3724"/>
                <a:gd name="T57" fmla="*/ 0 h 3264"/>
                <a:gd name="T58" fmla="*/ 0 w 3724"/>
                <a:gd name="T59" fmla="*/ 0 h 3264"/>
                <a:gd name="T60" fmla="*/ 0 w 3724"/>
                <a:gd name="T61" fmla="*/ 0 h 3264"/>
                <a:gd name="T62" fmla="*/ 0 w 3724"/>
                <a:gd name="T63" fmla="*/ 0 h 3264"/>
                <a:gd name="T64" fmla="*/ 0 w 3724"/>
                <a:gd name="T65" fmla="*/ 0 h 3264"/>
                <a:gd name="T66" fmla="*/ 0 w 3724"/>
                <a:gd name="T67" fmla="*/ 0 h 3264"/>
                <a:gd name="T68" fmla="*/ 0 w 3724"/>
                <a:gd name="T69" fmla="*/ 0 h 3264"/>
                <a:gd name="T70" fmla="*/ 0 w 3724"/>
                <a:gd name="T71" fmla="*/ 0 h 3264"/>
                <a:gd name="T72" fmla="*/ 0 w 3724"/>
                <a:gd name="T73" fmla="*/ 0 h 3264"/>
                <a:gd name="T74" fmla="*/ 0 w 3724"/>
                <a:gd name="T75" fmla="*/ 0 h 3264"/>
                <a:gd name="T76" fmla="*/ 0 w 3724"/>
                <a:gd name="T77" fmla="*/ 0 h 3264"/>
                <a:gd name="T78" fmla="*/ 0 w 3724"/>
                <a:gd name="T79" fmla="*/ 0 h 3264"/>
                <a:gd name="T80" fmla="*/ 0 w 3724"/>
                <a:gd name="T81" fmla="*/ 0 h 3264"/>
                <a:gd name="T82" fmla="*/ 0 w 3724"/>
                <a:gd name="T83" fmla="*/ 0 h 3264"/>
                <a:gd name="T84" fmla="*/ 0 w 3724"/>
                <a:gd name="T85" fmla="*/ 0 h 3264"/>
                <a:gd name="T86" fmla="*/ 0 w 3724"/>
                <a:gd name="T87" fmla="*/ 0 h 3264"/>
                <a:gd name="T88" fmla="*/ 0 w 3724"/>
                <a:gd name="T89" fmla="*/ 0 h 3264"/>
                <a:gd name="T90" fmla="*/ 0 w 3724"/>
                <a:gd name="T91" fmla="*/ 0 h 3264"/>
                <a:gd name="T92" fmla="*/ 0 w 3724"/>
                <a:gd name="T93" fmla="*/ 0 h 3264"/>
                <a:gd name="T94" fmla="*/ 0 w 3724"/>
                <a:gd name="T95" fmla="*/ 0 h 3264"/>
                <a:gd name="T96" fmla="*/ 0 w 3724"/>
                <a:gd name="T97" fmla="*/ 0 h 3264"/>
                <a:gd name="T98" fmla="*/ 0 w 3724"/>
                <a:gd name="T99" fmla="*/ 0 h 3264"/>
                <a:gd name="T100" fmla="*/ 0 w 3724"/>
                <a:gd name="T101" fmla="*/ 0 h 32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24" h="3264">
                  <a:moveTo>
                    <a:pt x="3248" y="3056"/>
                  </a:moveTo>
                  <a:lnTo>
                    <a:pt x="3196" y="3049"/>
                  </a:lnTo>
                  <a:lnTo>
                    <a:pt x="3150" y="2968"/>
                  </a:lnTo>
                  <a:lnTo>
                    <a:pt x="3185" y="2904"/>
                  </a:lnTo>
                  <a:lnTo>
                    <a:pt x="3190" y="2887"/>
                  </a:lnTo>
                  <a:lnTo>
                    <a:pt x="3115" y="2881"/>
                  </a:lnTo>
                  <a:lnTo>
                    <a:pt x="2981" y="3026"/>
                  </a:lnTo>
                  <a:lnTo>
                    <a:pt x="2795" y="3061"/>
                  </a:lnTo>
                  <a:lnTo>
                    <a:pt x="2662" y="3131"/>
                  </a:lnTo>
                  <a:lnTo>
                    <a:pt x="2574" y="3096"/>
                  </a:lnTo>
                  <a:lnTo>
                    <a:pt x="2470" y="3212"/>
                  </a:lnTo>
                  <a:lnTo>
                    <a:pt x="2278" y="3264"/>
                  </a:lnTo>
                  <a:lnTo>
                    <a:pt x="2237" y="3264"/>
                  </a:lnTo>
                  <a:lnTo>
                    <a:pt x="2266" y="3212"/>
                  </a:lnTo>
                  <a:lnTo>
                    <a:pt x="2359" y="3148"/>
                  </a:lnTo>
                  <a:lnTo>
                    <a:pt x="2365" y="3078"/>
                  </a:lnTo>
                  <a:lnTo>
                    <a:pt x="2400" y="3148"/>
                  </a:lnTo>
                  <a:lnTo>
                    <a:pt x="2435" y="3166"/>
                  </a:lnTo>
                  <a:lnTo>
                    <a:pt x="2428" y="3026"/>
                  </a:lnTo>
                  <a:lnTo>
                    <a:pt x="2226" y="2916"/>
                  </a:lnTo>
                  <a:lnTo>
                    <a:pt x="2168" y="2800"/>
                  </a:lnTo>
                  <a:lnTo>
                    <a:pt x="2104" y="2695"/>
                  </a:lnTo>
                  <a:lnTo>
                    <a:pt x="2004" y="2637"/>
                  </a:lnTo>
                  <a:lnTo>
                    <a:pt x="1894" y="2678"/>
                  </a:lnTo>
                  <a:lnTo>
                    <a:pt x="1069" y="2352"/>
                  </a:lnTo>
                  <a:lnTo>
                    <a:pt x="506" y="2073"/>
                  </a:lnTo>
                  <a:lnTo>
                    <a:pt x="46" y="1823"/>
                  </a:lnTo>
                  <a:lnTo>
                    <a:pt x="17" y="1725"/>
                  </a:lnTo>
                  <a:lnTo>
                    <a:pt x="5" y="1656"/>
                  </a:lnTo>
                  <a:lnTo>
                    <a:pt x="35" y="1586"/>
                  </a:lnTo>
                  <a:lnTo>
                    <a:pt x="0" y="1551"/>
                  </a:lnTo>
                  <a:lnTo>
                    <a:pt x="70" y="1300"/>
                  </a:lnTo>
                  <a:lnTo>
                    <a:pt x="46" y="1260"/>
                  </a:lnTo>
                  <a:lnTo>
                    <a:pt x="58" y="1185"/>
                  </a:lnTo>
                  <a:lnTo>
                    <a:pt x="192" y="1173"/>
                  </a:lnTo>
                  <a:lnTo>
                    <a:pt x="227" y="708"/>
                  </a:lnTo>
                  <a:lnTo>
                    <a:pt x="162" y="650"/>
                  </a:lnTo>
                  <a:lnTo>
                    <a:pt x="145" y="545"/>
                  </a:lnTo>
                  <a:lnTo>
                    <a:pt x="209" y="418"/>
                  </a:lnTo>
                  <a:lnTo>
                    <a:pt x="808" y="0"/>
                  </a:lnTo>
                  <a:lnTo>
                    <a:pt x="848" y="151"/>
                  </a:lnTo>
                  <a:lnTo>
                    <a:pt x="1028" y="197"/>
                  </a:lnTo>
                  <a:lnTo>
                    <a:pt x="1045" y="266"/>
                  </a:lnTo>
                  <a:lnTo>
                    <a:pt x="1139" y="244"/>
                  </a:lnTo>
                  <a:lnTo>
                    <a:pt x="1156" y="273"/>
                  </a:lnTo>
                  <a:lnTo>
                    <a:pt x="1115" y="331"/>
                  </a:lnTo>
                  <a:lnTo>
                    <a:pt x="1174" y="360"/>
                  </a:lnTo>
                  <a:lnTo>
                    <a:pt x="1284" y="446"/>
                  </a:lnTo>
                  <a:lnTo>
                    <a:pt x="1301" y="540"/>
                  </a:lnTo>
                  <a:lnTo>
                    <a:pt x="1394" y="575"/>
                  </a:lnTo>
                  <a:lnTo>
                    <a:pt x="1359" y="621"/>
                  </a:lnTo>
                  <a:lnTo>
                    <a:pt x="1366" y="662"/>
                  </a:lnTo>
                  <a:lnTo>
                    <a:pt x="1534" y="743"/>
                  </a:lnTo>
                  <a:lnTo>
                    <a:pt x="1545" y="807"/>
                  </a:lnTo>
                  <a:lnTo>
                    <a:pt x="1627" y="801"/>
                  </a:lnTo>
                  <a:lnTo>
                    <a:pt x="1603" y="732"/>
                  </a:lnTo>
                  <a:lnTo>
                    <a:pt x="1697" y="767"/>
                  </a:lnTo>
                  <a:lnTo>
                    <a:pt x="1807" y="894"/>
                  </a:lnTo>
                  <a:lnTo>
                    <a:pt x="1859" y="854"/>
                  </a:lnTo>
                  <a:lnTo>
                    <a:pt x="1847" y="801"/>
                  </a:lnTo>
                  <a:lnTo>
                    <a:pt x="1859" y="767"/>
                  </a:lnTo>
                  <a:lnTo>
                    <a:pt x="1935" y="772"/>
                  </a:lnTo>
                  <a:lnTo>
                    <a:pt x="1952" y="801"/>
                  </a:lnTo>
                  <a:lnTo>
                    <a:pt x="1929" y="941"/>
                  </a:lnTo>
                  <a:lnTo>
                    <a:pt x="1947" y="946"/>
                  </a:lnTo>
                  <a:lnTo>
                    <a:pt x="1970" y="911"/>
                  </a:lnTo>
                  <a:lnTo>
                    <a:pt x="2016" y="917"/>
                  </a:lnTo>
                  <a:lnTo>
                    <a:pt x="2011" y="882"/>
                  </a:lnTo>
                  <a:lnTo>
                    <a:pt x="2051" y="836"/>
                  </a:lnTo>
                  <a:lnTo>
                    <a:pt x="1987" y="714"/>
                  </a:lnTo>
                  <a:lnTo>
                    <a:pt x="2039" y="633"/>
                  </a:lnTo>
                  <a:lnTo>
                    <a:pt x="2074" y="645"/>
                  </a:lnTo>
                  <a:lnTo>
                    <a:pt x="2126" y="737"/>
                  </a:lnTo>
                  <a:lnTo>
                    <a:pt x="2109" y="777"/>
                  </a:lnTo>
                  <a:lnTo>
                    <a:pt x="2126" y="894"/>
                  </a:lnTo>
                  <a:lnTo>
                    <a:pt x="2196" y="894"/>
                  </a:lnTo>
                  <a:lnTo>
                    <a:pt x="2226" y="911"/>
                  </a:lnTo>
                  <a:lnTo>
                    <a:pt x="2214" y="952"/>
                  </a:lnTo>
                  <a:lnTo>
                    <a:pt x="2243" y="1028"/>
                  </a:lnTo>
                  <a:lnTo>
                    <a:pt x="2341" y="941"/>
                  </a:lnTo>
                  <a:lnTo>
                    <a:pt x="2330" y="854"/>
                  </a:lnTo>
                  <a:lnTo>
                    <a:pt x="2423" y="882"/>
                  </a:lnTo>
                  <a:lnTo>
                    <a:pt x="2446" y="1045"/>
                  </a:lnTo>
                  <a:lnTo>
                    <a:pt x="2400" y="1138"/>
                  </a:lnTo>
                  <a:lnTo>
                    <a:pt x="2278" y="1121"/>
                  </a:lnTo>
                  <a:lnTo>
                    <a:pt x="2226" y="1178"/>
                  </a:lnTo>
                  <a:lnTo>
                    <a:pt x="2144" y="1178"/>
                  </a:lnTo>
                  <a:lnTo>
                    <a:pt x="2184" y="1225"/>
                  </a:lnTo>
                  <a:lnTo>
                    <a:pt x="2138" y="1300"/>
                  </a:lnTo>
                  <a:lnTo>
                    <a:pt x="2098" y="1290"/>
                  </a:lnTo>
                  <a:lnTo>
                    <a:pt x="2081" y="1318"/>
                  </a:lnTo>
                  <a:lnTo>
                    <a:pt x="2028" y="1324"/>
                  </a:lnTo>
                  <a:lnTo>
                    <a:pt x="2039" y="1370"/>
                  </a:lnTo>
                  <a:lnTo>
                    <a:pt x="1859" y="1499"/>
                  </a:lnTo>
                  <a:lnTo>
                    <a:pt x="1772" y="1644"/>
                  </a:lnTo>
                  <a:lnTo>
                    <a:pt x="1871" y="1748"/>
                  </a:lnTo>
                  <a:lnTo>
                    <a:pt x="1871" y="1858"/>
                  </a:lnTo>
                  <a:lnTo>
                    <a:pt x="2069" y="1933"/>
                  </a:lnTo>
                  <a:lnTo>
                    <a:pt x="2219" y="2085"/>
                  </a:lnTo>
                  <a:lnTo>
                    <a:pt x="2353" y="2114"/>
                  </a:lnTo>
                  <a:lnTo>
                    <a:pt x="2324" y="2195"/>
                  </a:lnTo>
                  <a:lnTo>
                    <a:pt x="2400" y="2219"/>
                  </a:lnTo>
                  <a:lnTo>
                    <a:pt x="2365" y="2306"/>
                  </a:lnTo>
                  <a:lnTo>
                    <a:pt x="2463" y="2445"/>
                  </a:lnTo>
                  <a:lnTo>
                    <a:pt x="2545" y="2434"/>
                  </a:lnTo>
                  <a:lnTo>
                    <a:pt x="2550" y="2311"/>
                  </a:lnTo>
                  <a:lnTo>
                    <a:pt x="2458" y="2230"/>
                  </a:lnTo>
                  <a:lnTo>
                    <a:pt x="2481" y="2149"/>
                  </a:lnTo>
                  <a:lnTo>
                    <a:pt x="2597" y="2055"/>
                  </a:lnTo>
                  <a:lnTo>
                    <a:pt x="2562" y="1858"/>
                  </a:lnTo>
                  <a:lnTo>
                    <a:pt x="2510" y="1841"/>
                  </a:lnTo>
                  <a:lnTo>
                    <a:pt x="2516" y="1783"/>
                  </a:lnTo>
                  <a:lnTo>
                    <a:pt x="2585" y="1713"/>
                  </a:lnTo>
                  <a:lnTo>
                    <a:pt x="2562" y="1661"/>
                  </a:lnTo>
                  <a:lnTo>
                    <a:pt x="2557" y="1510"/>
                  </a:lnTo>
                  <a:lnTo>
                    <a:pt x="2697" y="1527"/>
                  </a:lnTo>
                  <a:lnTo>
                    <a:pt x="2766" y="1504"/>
                  </a:lnTo>
                  <a:lnTo>
                    <a:pt x="2847" y="1562"/>
                  </a:lnTo>
                  <a:lnTo>
                    <a:pt x="2864" y="1603"/>
                  </a:lnTo>
                  <a:lnTo>
                    <a:pt x="2964" y="1684"/>
                  </a:lnTo>
                  <a:lnTo>
                    <a:pt x="2981" y="1812"/>
                  </a:lnTo>
                  <a:lnTo>
                    <a:pt x="3028" y="1841"/>
                  </a:lnTo>
                  <a:lnTo>
                    <a:pt x="3091" y="1853"/>
                  </a:lnTo>
                  <a:lnTo>
                    <a:pt x="3150" y="1708"/>
                  </a:lnTo>
                  <a:lnTo>
                    <a:pt x="3255" y="1864"/>
                  </a:lnTo>
                  <a:lnTo>
                    <a:pt x="3342" y="1899"/>
                  </a:lnTo>
                  <a:lnTo>
                    <a:pt x="3335" y="1975"/>
                  </a:lnTo>
                  <a:lnTo>
                    <a:pt x="3429" y="2090"/>
                  </a:lnTo>
                  <a:lnTo>
                    <a:pt x="3614" y="2090"/>
                  </a:lnTo>
                  <a:lnTo>
                    <a:pt x="3661" y="2132"/>
                  </a:lnTo>
                  <a:lnTo>
                    <a:pt x="3667" y="2224"/>
                  </a:lnTo>
                  <a:lnTo>
                    <a:pt x="3724" y="2299"/>
                  </a:lnTo>
                  <a:lnTo>
                    <a:pt x="3724" y="2352"/>
                  </a:lnTo>
                  <a:lnTo>
                    <a:pt x="3679" y="2376"/>
                  </a:lnTo>
                  <a:lnTo>
                    <a:pt x="3586" y="2498"/>
                  </a:lnTo>
                  <a:lnTo>
                    <a:pt x="3446" y="2544"/>
                  </a:lnTo>
                  <a:lnTo>
                    <a:pt x="3272" y="2550"/>
                  </a:lnTo>
                  <a:lnTo>
                    <a:pt x="3138" y="2695"/>
                  </a:lnTo>
                  <a:lnTo>
                    <a:pt x="3033" y="2753"/>
                  </a:lnTo>
                  <a:lnTo>
                    <a:pt x="2969" y="2834"/>
                  </a:lnTo>
                  <a:lnTo>
                    <a:pt x="3074" y="2829"/>
                  </a:lnTo>
                  <a:lnTo>
                    <a:pt x="3255" y="2678"/>
                  </a:lnTo>
                  <a:lnTo>
                    <a:pt x="3272" y="2666"/>
                  </a:lnTo>
                  <a:lnTo>
                    <a:pt x="3335" y="2707"/>
                  </a:lnTo>
                  <a:lnTo>
                    <a:pt x="3370" y="2759"/>
                  </a:lnTo>
                  <a:lnTo>
                    <a:pt x="3312" y="2800"/>
                  </a:lnTo>
                  <a:lnTo>
                    <a:pt x="3347" y="2805"/>
                  </a:lnTo>
                  <a:lnTo>
                    <a:pt x="3342" y="2881"/>
                  </a:lnTo>
                  <a:lnTo>
                    <a:pt x="3562" y="2956"/>
                  </a:lnTo>
                  <a:lnTo>
                    <a:pt x="3469" y="3014"/>
                  </a:lnTo>
                  <a:lnTo>
                    <a:pt x="3347" y="3160"/>
                  </a:lnTo>
                  <a:lnTo>
                    <a:pt x="3312" y="3108"/>
                  </a:lnTo>
                  <a:lnTo>
                    <a:pt x="3370" y="3009"/>
                  </a:lnTo>
                  <a:lnTo>
                    <a:pt x="3272" y="3044"/>
                  </a:lnTo>
                  <a:lnTo>
                    <a:pt x="3248" y="3056"/>
                  </a:lnTo>
                  <a:close/>
                </a:path>
              </a:pathLst>
            </a:custGeom>
            <a:solidFill>
              <a:srgbClr val="FFFFFF"/>
            </a:solidFill>
            <a:ln w="9525">
              <a:solidFill>
                <a:srgbClr val="000000"/>
              </a:solidFill>
              <a:round/>
              <a:headEnd/>
              <a:tailEnd/>
            </a:ln>
          </p:spPr>
          <p:txBody>
            <a:bodyPr/>
            <a:lstStyle/>
            <a:p>
              <a:endParaRPr lang="ko-KR" altLang="en-US"/>
            </a:p>
          </p:txBody>
        </p:sp>
        <p:sp>
          <p:nvSpPr>
            <p:cNvPr id="418589" name="Freeform 65">
              <a:extLst>
                <a:ext uri="{FF2B5EF4-FFF2-40B4-BE49-F238E27FC236}">
                  <a16:creationId xmlns:a16="http://schemas.microsoft.com/office/drawing/2014/main" id="{FA8F31A5-A047-A914-0B61-9DFA86645AE1}"/>
                </a:ext>
              </a:extLst>
            </p:cNvPr>
            <p:cNvSpPr>
              <a:spLocks/>
            </p:cNvSpPr>
            <p:nvPr/>
          </p:nvSpPr>
          <p:spPr bwMode="auto">
            <a:xfrm>
              <a:off x="1446" y="413"/>
              <a:ext cx="301" cy="233"/>
            </a:xfrm>
            <a:custGeom>
              <a:avLst/>
              <a:gdLst>
                <a:gd name="T0" fmla="*/ 0 w 3767"/>
                <a:gd name="T1" fmla="*/ 0 h 2992"/>
                <a:gd name="T2" fmla="*/ 0 w 3767"/>
                <a:gd name="T3" fmla="*/ 0 h 2992"/>
                <a:gd name="T4" fmla="*/ 0 w 3767"/>
                <a:gd name="T5" fmla="*/ 0 h 2992"/>
                <a:gd name="T6" fmla="*/ 0 w 3767"/>
                <a:gd name="T7" fmla="*/ 0 h 2992"/>
                <a:gd name="T8" fmla="*/ 0 w 3767"/>
                <a:gd name="T9" fmla="*/ 0 h 2992"/>
                <a:gd name="T10" fmla="*/ 0 w 3767"/>
                <a:gd name="T11" fmla="*/ 0 h 2992"/>
                <a:gd name="T12" fmla="*/ 0 w 3767"/>
                <a:gd name="T13" fmla="*/ 0 h 2992"/>
                <a:gd name="T14" fmla="*/ 0 w 3767"/>
                <a:gd name="T15" fmla="*/ 0 h 2992"/>
                <a:gd name="T16" fmla="*/ 0 w 3767"/>
                <a:gd name="T17" fmla="*/ 0 h 2992"/>
                <a:gd name="T18" fmla="*/ 0 w 3767"/>
                <a:gd name="T19" fmla="*/ 0 h 2992"/>
                <a:gd name="T20" fmla="*/ 0 w 3767"/>
                <a:gd name="T21" fmla="*/ 0 h 2992"/>
                <a:gd name="T22" fmla="*/ 0 w 3767"/>
                <a:gd name="T23" fmla="*/ 0 h 2992"/>
                <a:gd name="T24" fmla="*/ 0 w 3767"/>
                <a:gd name="T25" fmla="*/ 0 h 2992"/>
                <a:gd name="T26" fmla="*/ 0 w 3767"/>
                <a:gd name="T27" fmla="*/ 0 h 2992"/>
                <a:gd name="T28" fmla="*/ 0 w 3767"/>
                <a:gd name="T29" fmla="*/ 0 h 2992"/>
                <a:gd name="T30" fmla="*/ 0 w 3767"/>
                <a:gd name="T31" fmla="*/ 0 h 2992"/>
                <a:gd name="T32" fmla="*/ 0 w 3767"/>
                <a:gd name="T33" fmla="*/ 0 h 2992"/>
                <a:gd name="T34" fmla="*/ 0 w 3767"/>
                <a:gd name="T35" fmla="*/ 0 h 2992"/>
                <a:gd name="T36" fmla="*/ 0 w 3767"/>
                <a:gd name="T37" fmla="*/ 0 h 2992"/>
                <a:gd name="T38" fmla="*/ 0 w 3767"/>
                <a:gd name="T39" fmla="*/ 0 h 2992"/>
                <a:gd name="T40" fmla="*/ 0 w 3767"/>
                <a:gd name="T41" fmla="*/ 0 h 2992"/>
                <a:gd name="T42" fmla="*/ 0 w 3767"/>
                <a:gd name="T43" fmla="*/ 0 h 2992"/>
                <a:gd name="T44" fmla="*/ 0 w 3767"/>
                <a:gd name="T45" fmla="*/ 0 h 2992"/>
                <a:gd name="T46" fmla="*/ 0 w 3767"/>
                <a:gd name="T47" fmla="*/ 0 h 2992"/>
                <a:gd name="T48" fmla="*/ 0 w 3767"/>
                <a:gd name="T49" fmla="*/ 0 h 2992"/>
                <a:gd name="T50" fmla="*/ 0 w 3767"/>
                <a:gd name="T51" fmla="*/ 0 h 2992"/>
                <a:gd name="T52" fmla="*/ 0 w 3767"/>
                <a:gd name="T53" fmla="*/ 0 h 2992"/>
                <a:gd name="T54" fmla="*/ 0 w 3767"/>
                <a:gd name="T55" fmla="*/ 0 h 2992"/>
                <a:gd name="T56" fmla="*/ 0 w 3767"/>
                <a:gd name="T57" fmla="*/ 0 h 2992"/>
                <a:gd name="T58" fmla="*/ 0 w 3767"/>
                <a:gd name="T59" fmla="*/ 0 h 2992"/>
                <a:gd name="T60" fmla="*/ 0 w 3767"/>
                <a:gd name="T61" fmla="*/ 0 h 2992"/>
                <a:gd name="T62" fmla="*/ 0 w 3767"/>
                <a:gd name="T63" fmla="*/ 0 h 2992"/>
                <a:gd name="T64" fmla="*/ 0 w 3767"/>
                <a:gd name="T65" fmla="*/ 0 h 2992"/>
                <a:gd name="T66" fmla="*/ 0 w 3767"/>
                <a:gd name="T67" fmla="*/ 0 h 2992"/>
                <a:gd name="T68" fmla="*/ 0 w 3767"/>
                <a:gd name="T69" fmla="*/ 0 h 2992"/>
                <a:gd name="T70" fmla="*/ 0 w 3767"/>
                <a:gd name="T71" fmla="*/ 0 h 2992"/>
                <a:gd name="T72" fmla="*/ 0 w 3767"/>
                <a:gd name="T73" fmla="*/ 0 h 2992"/>
                <a:gd name="T74" fmla="*/ 0 w 3767"/>
                <a:gd name="T75" fmla="*/ 0 h 2992"/>
                <a:gd name="T76" fmla="*/ 0 w 3767"/>
                <a:gd name="T77" fmla="*/ 0 h 2992"/>
                <a:gd name="T78" fmla="*/ 0 w 3767"/>
                <a:gd name="T79" fmla="*/ 0 h 2992"/>
                <a:gd name="T80" fmla="*/ 0 w 3767"/>
                <a:gd name="T81" fmla="*/ 0 h 2992"/>
                <a:gd name="T82" fmla="*/ 0 w 3767"/>
                <a:gd name="T83" fmla="*/ 0 h 2992"/>
                <a:gd name="T84" fmla="*/ 0 w 3767"/>
                <a:gd name="T85" fmla="*/ 0 h 2992"/>
                <a:gd name="T86" fmla="*/ 0 w 3767"/>
                <a:gd name="T87" fmla="*/ 0 h 2992"/>
                <a:gd name="T88" fmla="*/ 0 w 3767"/>
                <a:gd name="T89" fmla="*/ 0 h 2992"/>
                <a:gd name="T90" fmla="*/ 0 w 3767"/>
                <a:gd name="T91" fmla="*/ 0 h 2992"/>
                <a:gd name="T92" fmla="*/ 0 w 3767"/>
                <a:gd name="T93" fmla="*/ 0 h 2992"/>
                <a:gd name="T94" fmla="*/ 0 w 3767"/>
                <a:gd name="T95" fmla="*/ 0 h 2992"/>
                <a:gd name="T96" fmla="*/ 0 w 3767"/>
                <a:gd name="T97" fmla="*/ 0 h 2992"/>
                <a:gd name="T98" fmla="*/ 0 w 3767"/>
                <a:gd name="T99" fmla="*/ 0 h 2992"/>
                <a:gd name="T100" fmla="*/ 0 w 3767"/>
                <a:gd name="T101" fmla="*/ 0 h 2992"/>
                <a:gd name="T102" fmla="*/ 0 w 3767"/>
                <a:gd name="T103" fmla="*/ 0 h 2992"/>
                <a:gd name="T104" fmla="*/ 0 w 3767"/>
                <a:gd name="T105" fmla="*/ 0 h 2992"/>
                <a:gd name="T106" fmla="*/ 0 w 3767"/>
                <a:gd name="T107" fmla="*/ 0 h 2992"/>
                <a:gd name="T108" fmla="*/ 0 w 3767"/>
                <a:gd name="T109" fmla="*/ 0 h 2992"/>
                <a:gd name="T110" fmla="*/ 0 w 3767"/>
                <a:gd name="T111" fmla="*/ 0 h 2992"/>
                <a:gd name="T112" fmla="*/ 0 w 3767"/>
                <a:gd name="T113" fmla="*/ 0 h 2992"/>
                <a:gd name="T114" fmla="*/ 0 w 3767"/>
                <a:gd name="T115" fmla="*/ 0 h 2992"/>
                <a:gd name="T116" fmla="*/ 0 w 3767"/>
                <a:gd name="T117" fmla="*/ 0 h 2992"/>
                <a:gd name="T118" fmla="*/ 0 w 3767"/>
                <a:gd name="T119" fmla="*/ 0 h 299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67" h="2992">
                  <a:moveTo>
                    <a:pt x="570" y="59"/>
                  </a:moveTo>
                  <a:lnTo>
                    <a:pt x="505" y="52"/>
                  </a:lnTo>
                  <a:lnTo>
                    <a:pt x="425" y="0"/>
                  </a:lnTo>
                  <a:lnTo>
                    <a:pt x="413" y="140"/>
                  </a:lnTo>
                  <a:lnTo>
                    <a:pt x="296" y="314"/>
                  </a:lnTo>
                  <a:lnTo>
                    <a:pt x="174" y="361"/>
                  </a:lnTo>
                  <a:lnTo>
                    <a:pt x="157" y="465"/>
                  </a:lnTo>
                  <a:lnTo>
                    <a:pt x="69" y="535"/>
                  </a:lnTo>
                  <a:lnTo>
                    <a:pt x="12" y="802"/>
                  </a:lnTo>
                  <a:lnTo>
                    <a:pt x="0" y="1116"/>
                  </a:lnTo>
                  <a:lnTo>
                    <a:pt x="122" y="1302"/>
                  </a:lnTo>
                  <a:lnTo>
                    <a:pt x="128" y="1360"/>
                  </a:lnTo>
                  <a:lnTo>
                    <a:pt x="320" y="1487"/>
                  </a:lnTo>
                  <a:lnTo>
                    <a:pt x="442" y="1726"/>
                  </a:lnTo>
                  <a:lnTo>
                    <a:pt x="697" y="1830"/>
                  </a:lnTo>
                  <a:lnTo>
                    <a:pt x="709" y="1796"/>
                  </a:lnTo>
                  <a:lnTo>
                    <a:pt x="831" y="1836"/>
                  </a:lnTo>
                  <a:lnTo>
                    <a:pt x="896" y="1946"/>
                  </a:lnTo>
                  <a:lnTo>
                    <a:pt x="906" y="2080"/>
                  </a:lnTo>
                  <a:lnTo>
                    <a:pt x="959" y="2162"/>
                  </a:lnTo>
                  <a:lnTo>
                    <a:pt x="1116" y="2162"/>
                  </a:lnTo>
                  <a:lnTo>
                    <a:pt x="1180" y="2423"/>
                  </a:lnTo>
                  <a:lnTo>
                    <a:pt x="1255" y="2551"/>
                  </a:lnTo>
                  <a:lnTo>
                    <a:pt x="1320" y="2591"/>
                  </a:lnTo>
                  <a:lnTo>
                    <a:pt x="1372" y="2399"/>
                  </a:lnTo>
                  <a:lnTo>
                    <a:pt x="1424" y="2353"/>
                  </a:lnTo>
                  <a:lnTo>
                    <a:pt x="1703" y="2336"/>
                  </a:lnTo>
                  <a:lnTo>
                    <a:pt x="1766" y="2376"/>
                  </a:lnTo>
                  <a:lnTo>
                    <a:pt x="1790" y="2388"/>
                  </a:lnTo>
                  <a:lnTo>
                    <a:pt x="1848" y="2382"/>
                  </a:lnTo>
                  <a:lnTo>
                    <a:pt x="1878" y="2429"/>
                  </a:lnTo>
                  <a:lnTo>
                    <a:pt x="1918" y="2446"/>
                  </a:lnTo>
                  <a:lnTo>
                    <a:pt x="1941" y="2486"/>
                  </a:lnTo>
                  <a:lnTo>
                    <a:pt x="2000" y="2458"/>
                  </a:lnTo>
                  <a:lnTo>
                    <a:pt x="2028" y="2486"/>
                  </a:lnTo>
                  <a:lnTo>
                    <a:pt x="2063" y="2481"/>
                  </a:lnTo>
                  <a:lnTo>
                    <a:pt x="2046" y="2399"/>
                  </a:lnTo>
                  <a:lnTo>
                    <a:pt x="2185" y="2429"/>
                  </a:lnTo>
                  <a:lnTo>
                    <a:pt x="2232" y="2406"/>
                  </a:lnTo>
                  <a:lnTo>
                    <a:pt x="2307" y="2434"/>
                  </a:lnTo>
                  <a:lnTo>
                    <a:pt x="2325" y="2481"/>
                  </a:lnTo>
                  <a:lnTo>
                    <a:pt x="2499" y="2528"/>
                  </a:lnTo>
                  <a:lnTo>
                    <a:pt x="2569" y="2591"/>
                  </a:lnTo>
                  <a:lnTo>
                    <a:pt x="2540" y="2765"/>
                  </a:lnTo>
                  <a:lnTo>
                    <a:pt x="2586" y="2789"/>
                  </a:lnTo>
                  <a:lnTo>
                    <a:pt x="2604" y="2882"/>
                  </a:lnTo>
                  <a:lnTo>
                    <a:pt x="2633" y="2962"/>
                  </a:lnTo>
                  <a:lnTo>
                    <a:pt x="2628" y="2992"/>
                  </a:lnTo>
                  <a:lnTo>
                    <a:pt x="2708" y="2945"/>
                  </a:lnTo>
                  <a:lnTo>
                    <a:pt x="2743" y="2830"/>
                  </a:lnTo>
                  <a:lnTo>
                    <a:pt x="2696" y="2516"/>
                  </a:lnTo>
                  <a:lnTo>
                    <a:pt x="2731" y="2382"/>
                  </a:lnTo>
                  <a:lnTo>
                    <a:pt x="3069" y="2173"/>
                  </a:lnTo>
                  <a:lnTo>
                    <a:pt x="3121" y="2085"/>
                  </a:lnTo>
                  <a:lnTo>
                    <a:pt x="3197" y="2068"/>
                  </a:lnTo>
                  <a:lnTo>
                    <a:pt x="3121" y="1918"/>
                  </a:lnTo>
                  <a:lnTo>
                    <a:pt x="3127" y="1859"/>
                  </a:lnTo>
                  <a:lnTo>
                    <a:pt x="3150" y="1906"/>
                  </a:lnTo>
                  <a:lnTo>
                    <a:pt x="3179" y="1888"/>
                  </a:lnTo>
                  <a:lnTo>
                    <a:pt x="3197" y="1818"/>
                  </a:lnTo>
                  <a:lnTo>
                    <a:pt x="3307" y="1719"/>
                  </a:lnTo>
                  <a:lnTo>
                    <a:pt x="3331" y="1644"/>
                  </a:lnTo>
                  <a:lnTo>
                    <a:pt x="3505" y="1604"/>
                  </a:lnTo>
                  <a:lnTo>
                    <a:pt x="3586" y="1505"/>
                  </a:lnTo>
                  <a:lnTo>
                    <a:pt x="3540" y="1510"/>
                  </a:lnTo>
                  <a:lnTo>
                    <a:pt x="3533" y="1475"/>
                  </a:lnTo>
                  <a:lnTo>
                    <a:pt x="3690" y="1330"/>
                  </a:lnTo>
                  <a:lnTo>
                    <a:pt x="3732" y="1337"/>
                  </a:lnTo>
                  <a:lnTo>
                    <a:pt x="3767" y="1285"/>
                  </a:lnTo>
                  <a:lnTo>
                    <a:pt x="3714" y="1273"/>
                  </a:lnTo>
                  <a:lnTo>
                    <a:pt x="3662" y="1197"/>
                  </a:lnTo>
                  <a:lnTo>
                    <a:pt x="3708" y="1116"/>
                  </a:lnTo>
                  <a:lnTo>
                    <a:pt x="3627" y="1104"/>
                  </a:lnTo>
                  <a:lnTo>
                    <a:pt x="3488" y="1255"/>
                  </a:lnTo>
                  <a:lnTo>
                    <a:pt x="3307" y="1290"/>
                  </a:lnTo>
                  <a:lnTo>
                    <a:pt x="3174" y="1360"/>
                  </a:lnTo>
                  <a:lnTo>
                    <a:pt x="3156" y="1430"/>
                  </a:lnTo>
                  <a:lnTo>
                    <a:pt x="3086" y="1458"/>
                  </a:lnTo>
                  <a:lnTo>
                    <a:pt x="3017" y="1470"/>
                  </a:lnTo>
                  <a:lnTo>
                    <a:pt x="2912" y="1552"/>
                  </a:lnTo>
                  <a:lnTo>
                    <a:pt x="2818" y="1580"/>
                  </a:lnTo>
                  <a:lnTo>
                    <a:pt x="2738" y="1528"/>
                  </a:lnTo>
                  <a:lnTo>
                    <a:pt x="2731" y="1505"/>
                  </a:lnTo>
                  <a:lnTo>
                    <a:pt x="2749" y="1493"/>
                  </a:lnTo>
                  <a:lnTo>
                    <a:pt x="2778" y="1435"/>
                  </a:lnTo>
                  <a:lnTo>
                    <a:pt x="2731" y="1430"/>
                  </a:lnTo>
                  <a:lnTo>
                    <a:pt x="2714" y="1424"/>
                  </a:lnTo>
                  <a:lnTo>
                    <a:pt x="2714" y="1360"/>
                  </a:lnTo>
                  <a:lnTo>
                    <a:pt x="2645" y="1395"/>
                  </a:lnTo>
                  <a:lnTo>
                    <a:pt x="2621" y="1348"/>
                  </a:lnTo>
                  <a:lnTo>
                    <a:pt x="2703" y="1285"/>
                  </a:lnTo>
                  <a:lnTo>
                    <a:pt x="2673" y="1197"/>
                  </a:lnTo>
                  <a:lnTo>
                    <a:pt x="2638" y="1185"/>
                  </a:lnTo>
                  <a:lnTo>
                    <a:pt x="2610" y="1173"/>
                  </a:lnTo>
                  <a:lnTo>
                    <a:pt x="2523" y="1238"/>
                  </a:lnTo>
                  <a:lnTo>
                    <a:pt x="2482" y="1337"/>
                  </a:lnTo>
                  <a:lnTo>
                    <a:pt x="2488" y="1424"/>
                  </a:lnTo>
                  <a:lnTo>
                    <a:pt x="2453" y="1470"/>
                  </a:lnTo>
                  <a:lnTo>
                    <a:pt x="2389" y="1505"/>
                  </a:lnTo>
                  <a:lnTo>
                    <a:pt x="2314" y="1424"/>
                  </a:lnTo>
                  <a:lnTo>
                    <a:pt x="2366" y="1278"/>
                  </a:lnTo>
                  <a:lnTo>
                    <a:pt x="2429" y="1220"/>
                  </a:lnTo>
                  <a:lnTo>
                    <a:pt x="2394" y="1208"/>
                  </a:lnTo>
                  <a:lnTo>
                    <a:pt x="2406" y="1163"/>
                  </a:lnTo>
                  <a:lnTo>
                    <a:pt x="2528" y="1110"/>
                  </a:lnTo>
                  <a:lnTo>
                    <a:pt x="2656" y="1151"/>
                  </a:lnTo>
                  <a:lnTo>
                    <a:pt x="2569" y="1063"/>
                  </a:lnTo>
                  <a:lnTo>
                    <a:pt x="2499" y="1075"/>
                  </a:lnTo>
                  <a:lnTo>
                    <a:pt x="2441" y="1034"/>
                  </a:lnTo>
                  <a:lnTo>
                    <a:pt x="2476" y="1034"/>
                  </a:lnTo>
                  <a:lnTo>
                    <a:pt x="2436" y="976"/>
                  </a:lnTo>
                  <a:lnTo>
                    <a:pt x="2296" y="1046"/>
                  </a:lnTo>
                  <a:lnTo>
                    <a:pt x="2220" y="1017"/>
                  </a:lnTo>
                  <a:lnTo>
                    <a:pt x="2197" y="1034"/>
                  </a:lnTo>
                  <a:lnTo>
                    <a:pt x="2145" y="1017"/>
                  </a:lnTo>
                  <a:lnTo>
                    <a:pt x="2272" y="936"/>
                  </a:lnTo>
                  <a:lnTo>
                    <a:pt x="2406" y="907"/>
                  </a:lnTo>
                  <a:lnTo>
                    <a:pt x="1616" y="587"/>
                  </a:lnTo>
                  <a:lnTo>
                    <a:pt x="1023" y="302"/>
                  </a:lnTo>
                  <a:lnTo>
                    <a:pt x="570" y="59"/>
                  </a:lnTo>
                  <a:close/>
                </a:path>
              </a:pathLst>
            </a:custGeom>
            <a:solidFill>
              <a:srgbClr val="FFFFFF"/>
            </a:solidFill>
            <a:ln w="9525">
              <a:solidFill>
                <a:srgbClr val="000000"/>
              </a:solidFill>
              <a:round/>
              <a:headEnd/>
              <a:tailEnd/>
            </a:ln>
          </p:spPr>
          <p:txBody>
            <a:bodyPr/>
            <a:lstStyle/>
            <a:p>
              <a:endParaRPr lang="ko-KR" altLang="en-US"/>
            </a:p>
          </p:txBody>
        </p:sp>
        <p:sp>
          <p:nvSpPr>
            <p:cNvPr id="418590" name="Freeform 66">
              <a:extLst>
                <a:ext uri="{FF2B5EF4-FFF2-40B4-BE49-F238E27FC236}">
                  <a16:creationId xmlns:a16="http://schemas.microsoft.com/office/drawing/2014/main" id="{F4F135E2-7677-CFDB-EE93-0AF2B7A72EFB}"/>
                </a:ext>
              </a:extLst>
            </p:cNvPr>
            <p:cNvSpPr>
              <a:spLocks/>
            </p:cNvSpPr>
            <p:nvPr/>
          </p:nvSpPr>
          <p:spPr bwMode="auto">
            <a:xfrm>
              <a:off x="1693" y="681"/>
              <a:ext cx="26" cy="14"/>
            </a:xfrm>
            <a:custGeom>
              <a:avLst/>
              <a:gdLst>
                <a:gd name="T0" fmla="*/ 0 w 325"/>
                <a:gd name="T1" fmla="*/ 0 h 186"/>
                <a:gd name="T2" fmla="*/ 0 w 325"/>
                <a:gd name="T3" fmla="*/ 0 h 186"/>
                <a:gd name="T4" fmla="*/ 0 w 325"/>
                <a:gd name="T5" fmla="*/ 0 h 186"/>
                <a:gd name="T6" fmla="*/ 0 w 325"/>
                <a:gd name="T7" fmla="*/ 0 h 186"/>
                <a:gd name="T8" fmla="*/ 0 w 325"/>
                <a:gd name="T9" fmla="*/ 0 h 186"/>
                <a:gd name="T10" fmla="*/ 0 w 325"/>
                <a:gd name="T11" fmla="*/ 0 h 186"/>
                <a:gd name="T12" fmla="*/ 0 w 325"/>
                <a:gd name="T13" fmla="*/ 0 h 186"/>
                <a:gd name="T14" fmla="*/ 0 w 325"/>
                <a:gd name="T15" fmla="*/ 0 h 186"/>
                <a:gd name="T16" fmla="*/ 0 w 325"/>
                <a:gd name="T17" fmla="*/ 0 h 186"/>
                <a:gd name="T18" fmla="*/ 0 w 325"/>
                <a:gd name="T19" fmla="*/ 0 h 186"/>
                <a:gd name="T20" fmla="*/ 0 w 325"/>
                <a:gd name="T21" fmla="*/ 0 h 186"/>
                <a:gd name="T22" fmla="*/ 0 w 325"/>
                <a:gd name="T23" fmla="*/ 0 h 186"/>
                <a:gd name="T24" fmla="*/ 0 w 325"/>
                <a:gd name="T25" fmla="*/ 0 h 186"/>
                <a:gd name="T26" fmla="*/ 0 w 325"/>
                <a:gd name="T27" fmla="*/ 0 h 18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25" h="186">
                  <a:moveTo>
                    <a:pt x="262" y="0"/>
                  </a:moveTo>
                  <a:lnTo>
                    <a:pt x="325" y="57"/>
                  </a:lnTo>
                  <a:lnTo>
                    <a:pt x="297" y="75"/>
                  </a:lnTo>
                  <a:lnTo>
                    <a:pt x="320" y="179"/>
                  </a:lnTo>
                  <a:lnTo>
                    <a:pt x="256" y="186"/>
                  </a:lnTo>
                  <a:lnTo>
                    <a:pt x="163" y="151"/>
                  </a:lnTo>
                  <a:lnTo>
                    <a:pt x="88" y="162"/>
                  </a:lnTo>
                  <a:lnTo>
                    <a:pt x="0" y="116"/>
                  </a:lnTo>
                  <a:lnTo>
                    <a:pt x="88" y="64"/>
                  </a:lnTo>
                  <a:lnTo>
                    <a:pt x="175" y="75"/>
                  </a:lnTo>
                  <a:lnTo>
                    <a:pt x="186" y="57"/>
                  </a:lnTo>
                  <a:lnTo>
                    <a:pt x="128" y="0"/>
                  </a:lnTo>
                  <a:lnTo>
                    <a:pt x="227" y="12"/>
                  </a:lnTo>
                  <a:lnTo>
                    <a:pt x="262" y="0"/>
                  </a:lnTo>
                  <a:close/>
                </a:path>
              </a:pathLst>
            </a:custGeom>
            <a:solidFill>
              <a:srgbClr val="FFFFFF"/>
            </a:solidFill>
            <a:ln w="9525">
              <a:solidFill>
                <a:srgbClr val="000000"/>
              </a:solidFill>
              <a:round/>
              <a:headEnd/>
              <a:tailEnd/>
            </a:ln>
          </p:spPr>
          <p:txBody>
            <a:bodyPr/>
            <a:lstStyle/>
            <a:p>
              <a:endParaRPr lang="ko-KR" altLang="en-US"/>
            </a:p>
          </p:txBody>
        </p:sp>
        <p:sp>
          <p:nvSpPr>
            <p:cNvPr id="418591" name="Freeform 67">
              <a:extLst>
                <a:ext uri="{FF2B5EF4-FFF2-40B4-BE49-F238E27FC236}">
                  <a16:creationId xmlns:a16="http://schemas.microsoft.com/office/drawing/2014/main" id="{8BB61FEA-DA6F-FDB4-24A0-653E02C038DA}"/>
                </a:ext>
              </a:extLst>
            </p:cNvPr>
            <p:cNvSpPr>
              <a:spLocks/>
            </p:cNvSpPr>
            <p:nvPr/>
          </p:nvSpPr>
          <p:spPr bwMode="auto">
            <a:xfrm>
              <a:off x="1714" y="680"/>
              <a:ext cx="24" cy="16"/>
            </a:xfrm>
            <a:custGeom>
              <a:avLst/>
              <a:gdLst>
                <a:gd name="T0" fmla="*/ 0 w 307"/>
                <a:gd name="T1" fmla="*/ 0 h 197"/>
                <a:gd name="T2" fmla="*/ 0 w 307"/>
                <a:gd name="T3" fmla="*/ 0 h 197"/>
                <a:gd name="T4" fmla="*/ 0 w 307"/>
                <a:gd name="T5" fmla="*/ 0 h 197"/>
                <a:gd name="T6" fmla="*/ 0 w 307"/>
                <a:gd name="T7" fmla="*/ 0 h 197"/>
                <a:gd name="T8" fmla="*/ 0 w 307"/>
                <a:gd name="T9" fmla="*/ 0 h 197"/>
                <a:gd name="T10" fmla="*/ 0 w 307"/>
                <a:gd name="T11" fmla="*/ 0 h 197"/>
                <a:gd name="T12" fmla="*/ 0 w 307"/>
                <a:gd name="T13" fmla="*/ 0 h 197"/>
                <a:gd name="T14" fmla="*/ 0 w 307"/>
                <a:gd name="T15" fmla="*/ 0 h 197"/>
                <a:gd name="T16" fmla="*/ 0 w 307"/>
                <a:gd name="T17" fmla="*/ 0 h 197"/>
                <a:gd name="T18" fmla="*/ 0 w 307"/>
                <a:gd name="T19" fmla="*/ 0 h 197"/>
                <a:gd name="T20" fmla="*/ 0 w 307"/>
                <a:gd name="T21" fmla="*/ 0 h 197"/>
                <a:gd name="T22" fmla="*/ 0 w 307"/>
                <a:gd name="T23" fmla="*/ 0 h 197"/>
                <a:gd name="T24" fmla="*/ 0 w 307"/>
                <a:gd name="T25" fmla="*/ 0 h 197"/>
                <a:gd name="T26" fmla="*/ 0 w 307"/>
                <a:gd name="T27" fmla="*/ 0 h 1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07" h="197">
                  <a:moveTo>
                    <a:pt x="0" y="6"/>
                  </a:moveTo>
                  <a:lnTo>
                    <a:pt x="58" y="0"/>
                  </a:lnTo>
                  <a:lnTo>
                    <a:pt x="174" y="18"/>
                  </a:lnTo>
                  <a:lnTo>
                    <a:pt x="192" y="81"/>
                  </a:lnTo>
                  <a:lnTo>
                    <a:pt x="273" y="93"/>
                  </a:lnTo>
                  <a:lnTo>
                    <a:pt x="307" y="168"/>
                  </a:lnTo>
                  <a:lnTo>
                    <a:pt x="279" y="175"/>
                  </a:lnTo>
                  <a:lnTo>
                    <a:pt x="192" y="145"/>
                  </a:lnTo>
                  <a:lnTo>
                    <a:pt x="128" y="197"/>
                  </a:lnTo>
                  <a:lnTo>
                    <a:pt x="93" y="180"/>
                  </a:lnTo>
                  <a:lnTo>
                    <a:pt x="58" y="180"/>
                  </a:lnTo>
                  <a:lnTo>
                    <a:pt x="35" y="81"/>
                  </a:lnTo>
                  <a:lnTo>
                    <a:pt x="63" y="63"/>
                  </a:lnTo>
                  <a:lnTo>
                    <a:pt x="0" y="6"/>
                  </a:lnTo>
                  <a:close/>
                </a:path>
              </a:pathLst>
            </a:custGeom>
            <a:solidFill>
              <a:srgbClr val="FFFFFF"/>
            </a:solidFill>
            <a:ln w="9525">
              <a:solidFill>
                <a:srgbClr val="000000"/>
              </a:solidFill>
              <a:round/>
              <a:headEnd/>
              <a:tailEnd/>
            </a:ln>
          </p:spPr>
          <p:txBody>
            <a:bodyPr/>
            <a:lstStyle/>
            <a:p>
              <a:endParaRPr lang="ko-KR" altLang="en-US"/>
            </a:p>
          </p:txBody>
        </p:sp>
        <p:sp>
          <p:nvSpPr>
            <p:cNvPr id="418592" name="Freeform 68">
              <a:extLst>
                <a:ext uri="{FF2B5EF4-FFF2-40B4-BE49-F238E27FC236}">
                  <a16:creationId xmlns:a16="http://schemas.microsoft.com/office/drawing/2014/main" id="{70CC758A-1096-362B-92EF-A6A105FA8E02}"/>
                </a:ext>
              </a:extLst>
            </p:cNvPr>
            <p:cNvSpPr>
              <a:spLocks/>
            </p:cNvSpPr>
            <p:nvPr/>
          </p:nvSpPr>
          <p:spPr bwMode="auto">
            <a:xfrm>
              <a:off x="1452" y="519"/>
              <a:ext cx="158" cy="177"/>
            </a:xfrm>
            <a:custGeom>
              <a:avLst/>
              <a:gdLst>
                <a:gd name="T0" fmla="*/ 0 w 1976"/>
                <a:gd name="T1" fmla="*/ 0 h 2259"/>
                <a:gd name="T2" fmla="*/ 0 w 1976"/>
                <a:gd name="T3" fmla="*/ 0 h 2259"/>
                <a:gd name="T4" fmla="*/ 0 w 1976"/>
                <a:gd name="T5" fmla="*/ 0 h 2259"/>
                <a:gd name="T6" fmla="*/ 0 w 1976"/>
                <a:gd name="T7" fmla="*/ 0 h 2259"/>
                <a:gd name="T8" fmla="*/ 0 w 1976"/>
                <a:gd name="T9" fmla="*/ 0 h 2259"/>
                <a:gd name="T10" fmla="*/ 0 w 1976"/>
                <a:gd name="T11" fmla="*/ 0 h 2259"/>
                <a:gd name="T12" fmla="*/ 0 w 1976"/>
                <a:gd name="T13" fmla="*/ 0 h 2259"/>
                <a:gd name="T14" fmla="*/ 0 w 1976"/>
                <a:gd name="T15" fmla="*/ 0 h 2259"/>
                <a:gd name="T16" fmla="*/ 0 w 1976"/>
                <a:gd name="T17" fmla="*/ 0 h 2259"/>
                <a:gd name="T18" fmla="*/ 0 w 1976"/>
                <a:gd name="T19" fmla="*/ 0 h 2259"/>
                <a:gd name="T20" fmla="*/ 0 w 1976"/>
                <a:gd name="T21" fmla="*/ 0 h 2259"/>
                <a:gd name="T22" fmla="*/ 0 w 1976"/>
                <a:gd name="T23" fmla="*/ 0 h 2259"/>
                <a:gd name="T24" fmla="*/ 0 w 1976"/>
                <a:gd name="T25" fmla="*/ 0 h 2259"/>
                <a:gd name="T26" fmla="*/ 0 w 1976"/>
                <a:gd name="T27" fmla="*/ 0 h 2259"/>
                <a:gd name="T28" fmla="*/ 0 w 1976"/>
                <a:gd name="T29" fmla="*/ 0 h 2259"/>
                <a:gd name="T30" fmla="*/ 0 w 1976"/>
                <a:gd name="T31" fmla="*/ 0 h 2259"/>
                <a:gd name="T32" fmla="*/ 0 w 1976"/>
                <a:gd name="T33" fmla="*/ 0 h 2259"/>
                <a:gd name="T34" fmla="*/ 0 w 1976"/>
                <a:gd name="T35" fmla="*/ 0 h 2259"/>
                <a:gd name="T36" fmla="*/ 0 w 1976"/>
                <a:gd name="T37" fmla="*/ 0 h 2259"/>
                <a:gd name="T38" fmla="*/ 0 w 1976"/>
                <a:gd name="T39" fmla="*/ 0 h 2259"/>
                <a:gd name="T40" fmla="*/ 0 w 1976"/>
                <a:gd name="T41" fmla="*/ 0 h 2259"/>
                <a:gd name="T42" fmla="*/ 0 w 1976"/>
                <a:gd name="T43" fmla="*/ 0 h 2259"/>
                <a:gd name="T44" fmla="*/ 0 w 1976"/>
                <a:gd name="T45" fmla="*/ 0 h 2259"/>
                <a:gd name="T46" fmla="*/ 0 w 1976"/>
                <a:gd name="T47" fmla="*/ 0 h 2259"/>
                <a:gd name="T48" fmla="*/ 0 w 1976"/>
                <a:gd name="T49" fmla="*/ 0 h 2259"/>
                <a:gd name="T50" fmla="*/ 0 w 1976"/>
                <a:gd name="T51" fmla="*/ 0 h 2259"/>
                <a:gd name="T52" fmla="*/ 0 w 1976"/>
                <a:gd name="T53" fmla="*/ 0 h 2259"/>
                <a:gd name="T54" fmla="*/ 0 w 1976"/>
                <a:gd name="T55" fmla="*/ 0 h 2259"/>
                <a:gd name="T56" fmla="*/ 0 w 1976"/>
                <a:gd name="T57" fmla="*/ 0 h 2259"/>
                <a:gd name="T58" fmla="*/ 0 w 1976"/>
                <a:gd name="T59" fmla="*/ 0 h 2259"/>
                <a:gd name="T60" fmla="*/ 0 w 1976"/>
                <a:gd name="T61" fmla="*/ 0 h 2259"/>
                <a:gd name="T62" fmla="*/ 0 w 1976"/>
                <a:gd name="T63" fmla="*/ 0 h 2259"/>
                <a:gd name="T64" fmla="*/ 0 w 1976"/>
                <a:gd name="T65" fmla="*/ 0 h 2259"/>
                <a:gd name="T66" fmla="*/ 0 w 1976"/>
                <a:gd name="T67" fmla="*/ 0 h 2259"/>
                <a:gd name="T68" fmla="*/ 0 w 1976"/>
                <a:gd name="T69" fmla="*/ 0 h 2259"/>
                <a:gd name="T70" fmla="*/ 0 w 1976"/>
                <a:gd name="T71" fmla="*/ 0 h 22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76" h="2259">
                  <a:moveTo>
                    <a:pt x="47" y="0"/>
                  </a:moveTo>
                  <a:lnTo>
                    <a:pt x="47" y="40"/>
                  </a:lnTo>
                  <a:lnTo>
                    <a:pt x="18" y="122"/>
                  </a:lnTo>
                  <a:lnTo>
                    <a:pt x="105" y="453"/>
                  </a:lnTo>
                  <a:lnTo>
                    <a:pt x="65" y="499"/>
                  </a:lnTo>
                  <a:lnTo>
                    <a:pt x="0" y="453"/>
                  </a:lnTo>
                  <a:lnTo>
                    <a:pt x="47" y="633"/>
                  </a:lnTo>
                  <a:lnTo>
                    <a:pt x="82" y="645"/>
                  </a:lnTo>
                  <a:lnTo>
                    <a:pt x="128" y="720"/>
                  </a:lnTo>
                  <a:lnTo>
                    <a:pt x="76" y="847"/>
                  </a:lnTo>
                  <a:lnTo>
                    <a:pt x="198" y="1063"/>
                  </a:lnTo>
                  <a:lnTo>
                    <a:pt x="222" y="959"/>
                  </a:lnTo>
                  <a:lnTo>
                    <a:pt x="180" y="900"/>
                  </a:lnTo>
                  <a:lnTo>
                    <a:pt x="187" y="802"/>
                  </a:lnTo>
                  <a:lnTo>
                    <a:pt x="140" y="580"/>
                  </a:lnTo>
                  <a:lnTo>
                    <a:pt x="180" y="488"/>
                  </a:lnTo>
                  <a:lnTo>
                    <a:pt x="117" y="359"/>
                  </a:lnTo>
                  <a:lnTo>
                    <a:pt x="152" y="214"/>
                  </a:lnTo>
                  <a:lnTo>
                    <a:pt x="187" y="232"/>
                  </a:lnTo>
                  <a:lnTo>
                    <a:pt x="250" y="307"/>
                  </a:lnTo>
                  <a:lnTo>
                    <a:pt x="285" y="603"/>
                  </a:lnTo>
                  <a:lnTo>
                    <a:pt x="326" y="627"/>
                  </a:lnTo>
                  <a:lnTo>
                    <a:pt x="302" y="703"/>
                  </a:lnTo>
                  <a:lnTo>
                    <a:pt x="332" y="795"/>
                  </a:lnTo>
                  <a:lnTo>
                    <a:pt x="372" y="807"/>
                  </a:lnTo>
                  <a:lnTo>
                    <a:pt x="332" y="859"/>
                  </a:lnTo>
                  <a:lnTo>
                    <a:pt x="407" y="935"/>
                  </a:lnTo>
                  <a:lnTo>
                    <a:pt x="506" y="1290"/>
                  </a:lnTo>
                  <a:lnTo>
                    <a:pt x="396" y="1423"/>
                  </a:lnTo>
                  <a:lnTo>
                    <a:pt x="524" y="1667"/>
                  </a:lnTo>
                  <a:lnTo>
                    <a:pt x="634" y="1731"/>
                  </a:lnTo>
                  <a:lnTo>
                    <a:pt x="762" y="1853"/>
                  </a:lnTo>
                  <a:lnTo>
                    <a:pt x="1070" y="2050"/>
                  </a:lnTo>
                  <a:lnTo>
                    <a:pt x="1244" y="2073"/>
                  </a:lnTo>
                  <a:lnTo>
                    <a:pt x="1343" y="2143"/>
                  </a:lnTo>
                  <a:lnTo>
                    <a:pt x="1378" y="2259"/>
                  </a:lnTo>
                  <a:lnTo>
                    <a:pt x="1406" y="2213"/>
                  </a:lnTo>
                  <a:lnTo>
                    <a:pt x="1605" y="2167"/>
                  </a:lnTo>
                  <a:lnTo>
                    <a:pt x="1558" y="2091"/>
                  </a:lnTo>
                  <a:lnTo>
                    <a:pt x="1616" y="2033"/>
                  </a:lnTo>
                  <a:lnTo>
                    <a:pt x="1709" y="2068"/>
                  </a:lnTo>
                  <a:lnTo>
                    <a:pt x="1779" y="2062"/>
                  </a:lnTo>
                  <a:lnTo>
                    <a:pt x="1837" y="2085"/>
                  </a:lnTo>
                  <a:lnTo>
                    <a:pt x="1866" y="2033"/>
                  </a:lnTo>
                  <a:lnTo>
                    <a:pt x="1912" y="1998"/>
                  </a:lnTo>
                  <a:lnTo>
                    <a:pt x="1912" y="1923"/>
                  </a:lnTo>
                  <a:lnTo>
                    <a:pt x="1976" y="1864"/>
                  </a:lnTo>
                  <a:lnTo>
                    <a:pt x="1971" y="1783"/>
                  </a:lnTo>
                  <a:lnTo>
                    <a:pt x="1895" y="1754"/>
                  </a:lnTo>
                  <a:lnTo>
                    <a:pt x="1720" y="1783"/>
                  </a:lnTo>
                  <a:lnTo>
                    <a:pt x="1663" y="1905"/>
                  </a:lnTo>
                  <a:lnTo>
                    <a:pt x="1598" y="1958"/>
                  </a:lnTo>
                  <a:lnTo>
                    <a:pt x="1465" y="1911"/>
                  </a:lnTo>
                  <a:lnTo>
                    <a:pt x="1372" y="1916"/>
                  </a:lnTo>
                  <a:lnTo>
                    <a:pt x="1181" y="1812"/>
                  </a:lnTo>
                  <a:lnTo>
                    <a:pt x="1128" y="1748"/>
                  </a:lnTo>
                  <a:lnTo>
                    <a:pt x="1169" y="1602"/>
                  </a:lnTo>
                  <a:lnTo>
                    <a:pt x="1099" y="1498"/>
                  </a:lnTo>
                  <a:lnTo>
                    <a:pt x="1139" y="1365"/>
                  </a:lnTo>
                  <a:lnTo>
                    <a:pt x="1215" y="1307"/>
                  </a:lnTo>
                  <a:lnTo>
                    <a:pt x="1244" y="1225"/>
                  </a:lnTo>
                  <a:lnTo>
                    <a:pt x="1128" y="1103"/>
                  </a:lnTo>
                  <a:lnTo>
                    <a:pt x="1029" y="795"/>
                  </a:lnTo>
                  <a:lnTo>
                    <a:pt x="884" y="802"/>
                  </a:lnTo>
                  <a:lnTo>
                    <a:pt x="825" y="725"/>
                  </a:lnTo>
                  <a:lnTo>
                    <a:pt x="815" y="586"/>
                  </a:lnTo>
                  <a:lnTo>
                    <a:pt x="750" y="476"/>
                  </a:lnTo>
                  <a:lnTo>
                    <a:pt x="628" y="436"/>
                  </a:lnTo>
                  <a:lnTo>
                    <a:pt x="616" y="470"/>
                  </a:lnTo>
                  <a:lnTo>
                    <a:pt x="367" y="366"/>
                  </a:lnTo>
                  <a:lnTo>
                    <a:pt x="239" y="127"/>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18593" name="Freeform 69">
              <a:extLst>
                <a:ext uri="{FF2B5EF4-FFF2-40B4-BE49-F238E27FC236}">
                  <a16:creationId xmlns:a16="http://schemas.microsoft.com/office/drawing/2014/main" id="{3DA59C8C-41BF-E13B-303A-DB470B9165E8}"/>
                </a:ext>
              </a:extLst>
            </p:cNvPr>
            <p:cNvSpPr>
              <a:spLocks/>
            </p:cNvSpPr>
            <p:nvPr/>
          </p:nvSpPr>
          <p:spPr bwMode="auto">
            <a:xfrm>
              <a:off x="1589" y="680"/>
              <a:ext cx="10" cy="14"/>
            </a:xfrm>
            <a:custGeom>
              <a:avLst/>
              <a:gdLst>
                <a:gd name="T0" fmla="*/ 0 w 128"/>
                <a:gd name="T1" fmla="*/ 0 h 175"/>
                <a:gd name="T2" fmla="*/ 0 w 128"/>
                <a:gd name="T3" fmla="*/ 0 h 175"/>
                <a:gd name="T4" fmla="*/ 0 w 128"/>
                <a:gd name="T5" fmla="*/ 0 h 175"/>
                <a:gd name="T6" fmla="*/ 0 w 128"/>
                <a:gd name="T7" fmla="*/ 0 h 175"/>
                <a:gd name="T8" fmla="*/ 0 w 128"/>
                <a:gd name="T9" fmla="*/ 0 h 175"/>
                <a:gd name="T10" fmla="*/ 0 w 128"/>
                <a:gd name="T11" fmla="*/ 0 h 175"/>
                <a:gd name="T12" fmla="*/ 0 w 128"/>
                <a:gd name="T13" fmla="*/ 0 h 175"/>
                <a:gd name="T14" fmla="*/ 0 w 128"/>
                <a:gd name="T15" fmla="*/ 0 h 1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8" h="175">
                  <a:moveTo>
                    <a:pt x="128" y="23"/>
                  </a:moveTo>
                  <a:lnTo>
                    <a:pt x="99" y="116"/>
                  </a:lnTo>
                  <a:lnTo>
                    <a:pt x="58" y="175"/>
                  </a:lnTo>
                  <a:lnTo>
                    <a:pt x="0" y="151"/>
                  </a:lnTo>
                  <a:lnTo>
                    <a:pt x="35" y="87"/>
                  </a:lnTo>
                  <a:lnTo>
                    <a:pt x="41" y="0"/>
                  </a:lnTo>
                  <a:lnTo>
                    <a:pt x="76" y="0"/>
                  </a:lnTo>
                  <a:lnTo>
                    <a:pt x="128" y="23"/>
                  </a:lnTo>
                  <a:close/>
                </a:path>
              </a:pathLst>
            </a:custGeom>
            <a:solidFill>
              <a:srgbClr val="FFFFFF"/>
            </a:solidFill>
            <a:ln w="9525">
              <a:solidFill>
                <a:srgbClr val="000000"/>
              </a:solidFill>
              <a:round/>
              <a:headEnd/>
              <a:tailEnd/>
            </a:ln>
          </p:spPr>
          <p:txBody>
            <a:bodyPr/>
            <a:lstStyle/>
            <a:p>
              <a:endParaRPr lang="ko-KR" altLang="en-US"/>
            </a:p>
          </p:txBody>
        </p:sp>
        <p:sp>
          <p:nvSpPr>
            <p:cNvPr id="418594" name="Freeform 70">
              <a:extLst>
                <a:ext uri="{FF2B5EF4-FFF2-40B4-BE49-F238E27FC236}">
                  <a16:creationId xmlns:a16="http://schemas.microsoft.com/office/drawing/2014/main" id="{A44EF579-64D9-E870-1268-C2FFE3415751}"/>
                </a:ext>
              </a:extLst>
            </p:cNvPr>
            <p:cNvSpPr>
              <a:spLocks/>
            </p:cNvSpPr>
            <p:nvPr/>
          </p:nvSpPr>
          <p:spPr bwMode="auto">
            <a:xfrm>
              <a:off x="1563" y="678"/>
              <a:ext cx="32" cy="27"/>
            </a:xfrm>
            <a:custGeom>
              <a:avLst/>
              <a:gdLst>
                <a:gd name="T0" fmla="*/ 0 w 395"/>
                <a:gd name="T1" fmla="*/ 0 h 348"/>
                <a:gd name="T2" fmla="*/ 0 w 395"/>
                <a:gd name="T3" fmla="*/ 0 h 348"/>
                <a:gd name="T4" fmla="*/ 0 w 395"/>
                <a:gd name="T5" fmla="*/ 0 h 348"/>
                <a:gd name="T6" fmla="*/ 0 w 395"/>
                <a:gd name="T7" fmla="*/ 0 h 348"/>
                <a:gd name="T8" fmla="*/ 0 w 395"/>
                <a:gd name="T9" fmla="*/ 0 h 348"/>
                <a:gd name="T10" fmla="*/ 0 w 395"/>
                <a:gd name="T11" fmla="*/ 0 h 348"/>
                <a:gd name="T12" fmla="*/ 0 w 395"/>
                <a:gd name="T13" fmla="*/ 0 h 348"/>
                <a:gd name="T14" fmla="*/ 0 w 395"/>
                <a:gd name="T15" fmla="*/ 0 h 348"/>
                <a:gd name="T16" fmla="*/ 0 w 395"/>
                <a:gd name="T17" fmla="*/ 0 h 348"/>
                <a:gd name="T18" fmla="*/ 0 w 395"/>
                <a:gd name="T19" fmla="*/ 0 h 348"/>
                <a:gd name="T20" fmla="*/ 0 w 395"/>
                <a:gd name="T21" fmla="*/ 0 h 348"/>
                <a:gd name="T22" fmla="*/ 0 w 395"/>
                <a:gd name="T23" fmla="*/ 0 h 348"/>
                <a:gd name="T24" fmla="*/ 0 w 395"/>
                <a:gd name="T25" fmla="*/ 0 h 348"/>
                <a:gd name="T26" fmla="*/ 0 w 395"/>
                <a:gd name="T27" fmla="*/ 0 h 348"/>
                <a:gd name="T28" fmla="*/ 0 w 395"/>
                <a:gd name="T29" fmla="*/ 0 h 348"/>
                <a:gd name="T30" fmla="*/ 0 w 395"/>
                <a:gd name="T31" fmla="*/ 0 h 3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5" h="348">
                  <a:moveTo>
                    <a:pt x="383" y="204"/>
                  </a:moveTo>
                  <a:lnTo>
                    <a:pt x="395" y="221"/>
                  </a:lnTo>
                  <a:lnTo>
                    <a:pt x="319" y="249"/>
                  </a:lnTo>
                  <a:lnTo>
                    <a:pt x="291" y="302"/>
                  </a:lnTo>
                  <a:lnTo>
                    <a:pt x="226" y="348"/>
                  </a:lnTo>
                  <a:lnTo>
                    <a:pt x="92" y="319"/>
                  </a:lnTo>
                  <a:lnTo>
                    <a:pt x="0" y="226"/>
                  </a:lnTo>
                  <a:lnTo>
                    <a:pt x="22" y="180"/>
                  </a:lnTo>
                  <a:lnTo>
                    <a:pt x="221" y="127"/>
                  </a:lnTo>
                  <a:lnTo>
                    <a:pt x="174" y="58"/>
                  </a:lnTo>
                  <a:lnTo>
                    <a:pt x="226" y="0"/>
                  </a:lnTo>
                  <a:lnTo>
                    <a:pt x="325" y="35"/>
                  </a:lnTo>
                  <a:lnTo>
                    <a:pt x="366" y="29"/>
                  </a:lnTo>
                  <a:lnTo>
                    <a:pt x="360" y="122"/>
                  </a:lnTo>
                  <a:lnTo>
                    <a:pt x="325" y="174"/>
                  </a:lnTo>
                  <a:lnTo>
                    <a:pt x="383" y="204"/>
                  </a:lnTo>
                  <a:close/>
                </a:path>
              </a:pathLst>
            </a:custGeom>
            <a:solidFill>
              <a:srgbClr val="FFFFFF"/>
            </a:solidFill>
            <a:ln w="9525">
              <a:solidFill>
                <a:srgbClr val="000000"/>
              </a:solidFill>
              <a:round/>
              <a:headEnd/>
              <a:tailEnd/>
            </a:ln>
          </p:spPr>
          <p:txBody>
            <a:bodyPr/>
            <a:lstStyle/>
            <a:p>
              <a:endParaRPr lang="ko-KR" altLang="en-US"/>
            </a:p>
          </p:txBody>
        </p:sp>
        <p:sp>
          <p:nvSpPr>
            <p:cNvPr id="418595" name="Freeform 71">
              <a:extLst>
                <a:ext uri="{FF2B5EF4-FFF2-40B4-BE49-F238E27FC236}">
                  <a16:creationId xmlns:a16="http://schemas.microsoft.com/office/drawing/2014/main" id="{485129A0-1669-5895-B9D4-43E2610729C1}"/>
                </a:ext>
              </a:extLst>
            </p:cNvPr>
            <p:cNvSpPr>
              <a:spLocks/>
            </p:cNvSpPr>
            <p:nvPr/>
          </p:nvSpPr>
          <p:spPr bwMode="auto">
            <a:xfrm>
              <a:off x="1586" y="695"/>
              <a:ext cx="37" cy="19"/>
            </a:xfrm>
            <a:custGeom>
              <a:avLst/>
              <a:gdLst>
                <a:gd name="T0" fmla="*/ 0 w 458"/>
                <a:gd name="T1" fmla="*/ 0 h 249"/>
                <a:gd name="T2" fmla="*/ 0 w 458"/>
                <a:gd name="T3" fmla="*/ 0 h 249"/>
                <a:gd name="T4" fmla="*/ 0 w 458"/>
                <a:gd name="T5" fmla="*/ 0 h 249"/>
                <a:gd name="T6" fmla="*/ 0 w 458"/>
                <a:gd name="T7" fmla="*/ 0 h 249"/>
                <a:gd name="T8" fmla="*/ 0 w 458"/>
                <a:gd name="T9" fmla="*/ 0 h 249"/>
                <a:gd name="T10" fmla="*/ 0 w 458"/>
                <a:gd name="T11" fmla="*/ 0 h 249"/>
                <a:gd name="T12" fmla="*/ 0 w 458"/>
                <a:gd name="T13" fmla="*/ 0 h 249"/>
                <a:gd name="T14" fmla="*/ 0 w 458"/>
                <a:gd name="T15" fmla="*/ 0 h 249"/>
                <a:gd name="T16" fmla="*/ 0 w 458"/>
                <a:gd name="T17" fmla="*/ 0 h 249"/>
                <a:gd name="T18" fmla="*/ 0 w 458"/>
                <a:gd name="T19" fmla="*/ 0 h 249"/>
                <a:gd name="T20" fmla="*/ 0 w 458"/>
                <a:gd name="T21" fmla="*/ 0 h 249"/>
                <a:gd name="T22" fmla="*/ 0 w 458"/>
                <a:gd name="T23" fmla="*/ 0 h 24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58" h="249">
                  <a:moveTo>
                    <a:pt x="104" y="0"/>
                  </a:moveTo>
                  <a:lnTo>
                    <a:pt x="28" y="23"/>
                  </a:lnTo>
                  <a:lnTo>
                    <a:pt x="0" y="87"/>
                  </a:lnTo>
                  <a:lnTo>
                    <a:pt x="122" y="127"/>
                  </a:lnTo>
                  <a:lnTo>
                    <a:pt x="122" y="232"/>
                  </a:lnTo>
                  <a:lnTo>
                    <a:pt x="133" y="249"/>
                  </a:lnTo>
                  <a:lnTo>
                    <a:pt x="249" y="220"/>
                  </a:lnTo>
                  <a:lnTo>
                    <a:pt x="290" y="227"/>
                  </a:lnTo>
                  <a:lnTo>
                    <a:pt x="458" y="115"/>
                  </a:lnTo>
                  <a:lnTo>
                    <a:pt x="441" y="93"/>
                  </a:lnTo>
                  <a:lnTo>
                    <a:pt x="127" y="46"/>
                  </a:lnTo>
                  <a:lnTo>
                    <a:pt x="104" y="0"/>
                  </a:lnTo>
                  <a:close/>
                </a:path>
              </a:pathLst>
            </a:custGeom>
            <a:solidFill>
              <a:srgbClr val="FFFFFF"/>
            </a:solidFill>
            <a:ln w="9525">
              <a:solidFill>
                <a:srgbClr val="000000"/>
              </a:solidFill>
              <a:round/>
              <a:headEnd/>
              <a:tailEnd/>
            </a:ln>
          </p:spPr>
          <p:txBody>
            <a:bodyPr/>
            <a:lstStyle/>
            <a:p>
              <a:endParaRPr lang="ko-KR" altLang="en-US"/>
            </a:p>
          </p:txBody>
        </p:sp>
        <p:sp>
          <p:nvSpPr>
            <p:cNvPr id="418596" name="Freeform 72">
              <a:extLst>
                <a:ext uri="{FF2B5EF4-FFF2-40B4-BE49-F238E27FC236}">
                  <a16:creationId xmlns:a16="http://schemas.microsoft.com/office/drawing/2014/main" id="{63D2BD00-05E2-6DA7-9F36-2C4DFEC63447}"/>
                </a:ext>
              </a:extLst>
            </p:cNvPr>
            <p:cNvSpPr>
              <a:spLocks/>
            </p:cNvSpPr>
            <p:nvPr/>
          </p:nvSpPr>
          <p:spPr bwMode="auto">
            <a:xfrm>
              <a:off x="1581" y="701"/>
              <a:ext cx="15" cy="12"/>
            </a:xfrm>
            <a:custGeom>
              <a:avLst/>
              <a:gdLst>
                <a:gd name="T0" fmla="*/ 0 w 187"/>
                <a:gd name="T1" fmla="*/ 0 h 151"/>
                <a:gd name="T2" fmla="*/ 0 w 187"/>
                <a:gd name="T3" fmla="*/ 0 h 151"/>
                <a:gd name="T4" fmla="*/ 0 w 187"/>
                <a:gd name="T5" fmla="*/ 0 h 151"/>
                <a:gd name="T6" fmla="*/ 0 w 187"/>
                <a:gd name="T7" fmla="*/ 0 h 151"/>
                <a:gd name="T8" fmla="*/ 0 w 187"/>
                <a:gd name="T9" fmla="*/ 0 h 151"/>
                <a:gd name="T10" fmla="*/ 0 w 187"/>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7" h="151">
                  <a:moveTo>
                    <a:pt x="65" y="0"/>
                  </a:moveTo>
                  <a:lnTo>
                    <a:pt x="187" y="46"/>
                  </a:lnTo>
                  <a:lnTo>
                    <a:pt x="187" y="151"/>
                  </a:lnTo>
                  <a:lnTo>
                    <a:pt x="75" y="111"/>
                  </a:lnTo>
                  <a:lnTo>
                    <a:pt x="0" y="46"/>
                  </a:lnTo>
                  <a:lnTo>
                    <a:pt x="65" y="0"/>
                  </a:lnTo>
                  <a:close/>
                </a:path>
              </a:pathLst>
            </a:custGeom>
            <a:solidFill>
              <a:srgbClr val="FFFFFF"/>
            </a:solidFill>
            <a:ln w="9525">
              <a:solidFill>
                <a:srgbClr val="000000"/>
              </a:solidFill>
              <a:round/>
              <a:headEnd/>
              <a:tailEnd/>
            </a:ln>
          </p:spPr>
          <p:txBody>
            <a:bodyPr/>
            <a:lstStyle/>
            <a:p>
              <a:endParaRPr lang="ko-KR" altLang="en-US"/>
            </a:p>
          </p:txBody>
        </p:sp>
        <p:sp>
          <p:nvSpPr>
            <p:cNvPr id="418597" name="Freeform 73">
              <a:extLst>
                <a:ext uri="{FF2B5EF4-FFF2-40B4-BE49-F238E27FC236}">
                  <a16:creationId xmlns:a16="http://schemas.microsoft.com/office/drawing/2014/main" id="{72BBC990-360B-149B-1006-1E61AF4CF1E7}"/>
                </a:ext>
              </a:extLst>
            </p:cNvPr>
            <p:cNvSpPr>
              <a:spLocks/>
            </p:cNvSpPr>
            <p:nvPr/>
          </p:nvSpPr>
          <p:spPr bwMode="auto">
            <a:xfrm>
              <a:off x="1597" y="704"/>
              <a:ext cx="34" cy="30"/>
            </a:xfrm>
            <a:custGeom>
              <a:avLst/>
              <a:gdLst>
                <a:gd name="T0" fmla="*/ 0 w 425"/>
                <a:gd name="T1" fmla="*/ 0 h 377"/>
                <a:gd name="T2" fmla="*/ 0 w 425"/>
                <a:gd name="T3" fmla="*/ 0 h 377"/>
                <a:gd name="T4" fmla="*/ 0 w 425"/>
                <a:gd name="T5" fmla="*/ 0 h 377"/>
                <a:gd name="T6" fmla="*/ 0 w 425"/>
                <a:gd name="T7" fmla="*/ 0 h 377"/>
                <a:gd name="T8" fmla="*/ 0 w 425"/>
                <a:gd name="T9" fmla="*/ 0 h 377"/>
                <a:gd name="T10" fmla="*/ 0 w 425"/>
                <a:gd name="T11" fmla="*/ 0 h 377"/>
                <a:gd name="T12" fmla="*/ 0 w 425"/>
                <a:gd name="T13" fmla="*/ 0 h 377"/>
                <a:gd name="T14" fmla="*/ 0 w 425"/>
                <a:gd name="T15" fmla="*/ 0 h 377"/>
                <a:gd name="T16" fmla="*/ 0 w 425"/>
                <a:gd name="T17" fmla="*/ 0 h 377"/>
                <a:gd name="T18" fmla="*/ 0 w 425"/>
                <a:gd name="T19" fmla="*/ 0 h 377"/>
                <a:gd name="T20" fmla="*/ 0 w 425"/>
                <a:gd name="T21" fmla="*/ 0 h 377"/>
                <a:gd name="T22" fmla="*/ 0 w 425"/>
                <a:gd name="T23" fmla="*/ 0 h 377"/>
                <a:gd name="T24" fmla="*/ 0 w 425"/>
                <a:gd name="T25" fmla="*/ 0 h 377"/>
                <a:gd name="T26" fmla="*/ 0 w 425"/>
                <a:gd name="T27" fmla="*/ 0 h 3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5" h="377">
                  <a:moveTo>
                    <a:pt x="116" y="349"/>
                  </a:moveTo>
                  <a:lnTo>
                    <a:pt x="203" y="377"/>
                  </a:lnTo>
                  <a:lnTo>
                    <a:pt x="226" y="342"/>
                  </a:lnTo>
                  <a:lnTo>
                    <a:pt x="268" y="354"/>
                  </a:lnTo>
                  <a:lnTo>
                    <a:pt x="279" y="279"/>
                  </a:lnTo>
                  <a:lnTo>
                    <a:pt x="425" y="110"/>
                  </a:lnTo>
                  <a:lnTo>
                    <a:pt x="425" y="58"/>
                  </a:lnTo>
                  <a:lnTo>
                    <a:pt x="325" y="0"/>
                  </a:lnTo>
                  <a:lnTo>
                    <a:pt x="157" y="105"/>
                  </a:lnTo>
                  <a:lnTo>
                    <a:pt x="111" y="98"/>
                  </a:lnTo>
                  <a:lnTo>
                    <a:pt x="0" y="127"/>
                  </a:lnTo>
                  <a:lnTo>
                    <a:pt x="87" y="284"/>
                  </a:lnTo>
                  <a:lnTo>
                    <a:pt x="116" y="319"/>
                  </a:lnTo>
                  <a:lnTo>
                    <a:pt x="116" y="349"/>
                  </a:lnTo>
                  <a:close/>
                </a:path>
              </a:pathLst>
            </a:custGeom>
            <a:solidFill>
              <a:srgbClr val="FFFFFF"/>
            </a:solidFill>
            <a:ln w="9525">
              <a:solidFill>
                <a:srgbClr val="000000"/>
              </a:solidFill>
              <a:round/>
              <a:headEnd/>
              <a:tailEnd/>
            </a:ln>
          </p:spPr>
          <p:txBody>
            <a:bodyPr/>
            <a:lstStyle/>
            <a:p>
              <a:endParaRPr lang="ko-KR" altLang="en-US"/>
            </a:p>
          </p:txBody>
        </p:sp>
        <p:sp>
          <p:nvSpPr>
            <p:cNvPr id="418598" name="Freeform 74">
              <a:extLst>
                <a:ext uri="{FF2B5EF4-FFF2-40B4-BE49-F238E27FC236}">
                  <a16:creationId xmlns:a16="http://schemas.microsoft.com/office/drawing/2014/main" id="{DE11ABC1-7AD3-F288-BE60-DBFF76F16F65}"/>
                </a:ext>
              </a:extLst>
            </p:cNvPr>
            <p:cNvSpPr>
              <a:spLocks/>
            </p:cNvSpPr>
            <p:nvPr/>
          </p:nvSpPr>
          <p:spPr bwMode="auto">
            <a:xfrm>
              <a:off x="1606" y="731"/>
              <a:ext cx="18" cy="21"/>
            </a:xfrm>
            <a:custGeom>
              <a:avLst/>
              <a:gdLst>
                <a:gd name="T0" fmla="*/ 0 w 226"/>
                <a:gd name="T1" fmla="*/ 0 h 274"/>
                <a:gd name="T2" fmla="*/ 0 w 226"/>
                <a:gd name="T3" fmla="*/ 0 h 274"/>
                <a:gd name="T4" fmla="*/ 0 w 226"/>
                <a:gd name="T5" fmla="*/ 0 h 274"/>
                <a:gd name="T6" fmla="*/ 0 w 226"/>
                <a:gd name="T7" fmla="*/ 0 h 274"/>
                <a:gd name="T8" fmla="*/ 0 w 226"/>
                <a:gd name="T9" fmla="*/ 0 h 274"/>
                <a:gd name="T10" fmla="*/ 0 w 226"/>
                <a:gd name="T11" fmla="*/ 0 h 274"/>
                <a:gd name="T12" fmla="*/ 0 w 226"/>
                <a:gd name="T13" fmla="*/ 0 h 274"/>
                <a:gd name="T14" fmla="*/ 0 w 226"/>
                <a:gd name="T15" fmla="*/ 0 h 274"/>
                <a:gd name="T16" fmla="*/ 0 w 226"/>
                <a:gd name="T17" fmla="*/ 0 h 274"/>
                <a:gd name="T18" fmla="*/ 0 w 226"/>
                <a:gd name="T19" fmla="*/ 0 h 274"/>
                <a:gd name="T20" fmla="*/ 0 w 226"/>
                <a:gd name="T21" fmla="*/ 0 h 2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6" h="274">
                  <a:moveTo>
                    <a:pt x="5" y="12"/>
                  </a:moveTo>
                  <a:lnTo>
                    <a:pt x="92" y="35"/>
                  </a:lnTo>
                  <a:lnTo>
                    <a:pt x="115" y="0"/>
                  </a:lnTo>
                  <a:lnTo>
                    <a:pt x="157" y="12"/>
                  </a:lnTo>
                  <a:lnTo>
                    <a:pt x="139" y="122"/>
                  </a:lnTo>
                  <a:lnTo>
                    <a:pt x="220" y="180"/>
                  </a:lnTo>
                  <a:lnTo>
                    <a:pt x="226" y="209"/>
                  </a:lnTo>
                  <a:lnTo>
                    <a:pt x="214" y="274"/>
                  </a:lnTo>
                  <a:lnTo>
                    <a:pt x="197" y="262"/>
                  </a:lnTo>
                  <a:lnTo>
                    <a:pt x="0" y="52"/>
                  </a:lnTo>
                  <a:lnTo>
                    <a:pt x="5" y="12"/>
                  </a:lnTo>
                  <a:close/>
                </a:path>
              </a:pathLst>
            </a:custGeom>
            <a:solidFill>
              <a:srgbClr val="FFFFFF"/>
            </a:solidFill>
            <a:ln w="9525">
              <a:solidFill>
                <a:srgbClr val="000000"/>
              </a:solidFill>
              <a:round/>
              <a:headEnd/>
              <a:tailEnd/>
            </a:ln>
          </p:spPr>
          <p:txBody>
            <a:bodyPr/>
            <a:lstStyle/>
            <a:p>
              <a:endParaRPr lang="ko-KR" altLang="en-US"/>
            </a:p>
          </p:txBody>
        </p:sp>
        <p:sp>
          <p:nvSpPr>
            <p:cNvPr id="418599" name="Freeform 75">
              <a:extLst>
                <a:ext uri="{FF2B5EF4-FFF2-40B4-BE49-F238E27FC236}">
                  <a16:creationId xmlns:a16="http://schemas.microsoft.com/office/drawing/2014/main" id="{20D1E8B3-8768-8A17-74ED-580795009FCF}"/>
                </a:ext>
              </a:extLst>
            </p:cNvPr>
            <p:cNvSpPr>
              <a:spLocks/>
            </p:cNvSpPr>
            <p:nvPr/>
          </p:nvSpPr>
          <p:spPr bwMode="auto">
            <a:xfrm>
              <a:off x="1623" y="746"/>
              <a:ext cx="40" cy="21"/>
            </a:xfrm>
            <a:custGeom>
              <a:avLst/>
              <a:gdLst>
                <a:gd name="T0" fmla="*/ 0 w 506"/>
                <a:gd name="T1" fmla="*/ 0 h 285"/>
                <a:gd name="T2" fmla="*/ 0 w 506"/>
                <a:gd name="T3" fmla="*/ 0 h 285"/>
                <a:gd name="T4" fmla="*/ 0 w 506"/>
                <a:gd name="T5" fmla="*/ 0 h 285"/>
                <a:gd name="T6" fmla="*/ 0 w 506"/>
                <a:gd name="T7" fmla="*/ 0 h 285"/>
                <a:gd name="T8" fmla="*/ 0 w 506"/>
                <a:gd name="T9" fmla="*/ 0 h 285"/>
                <a:gd name="T10" fmla="*/ 0 w 506"/>
                <a:gd name="T11" fmla="*/ 0 h 285"/>
                <a:gd name="T12" fmla="*/ 0 w 506"/>
                <a:gd name="T13" fmla="*/ 0 h 285"/>
                <a:gd name="T14" fmla="*/ 0 w 506"/>
                <a:gd name="T15" fmla="*/ 0 h 285"/>
                <a:gd name="T16" fmla="*/ 0 w 506"/>
                <a:gd name="T17" fmla="*/ 0 h 285"/>
                <a:gd name="T18" fmla="*/ 0 w 506"/>
                <a:gd name="T19" fmla="*/ 0 h 285"/>
                <a:gd name="T20" fmla="*/ 0 w 506"/>
                <a:gd name="T21" fmla="*/ 0 h 285"/>
                <a:gd name="T22" fmla="*/ 0 w 506"/>
                <a:gd name="T23" fmla="*/ 0 h 285"/>
                <a:gd name="T24" fmla="*/ 0 w 506"/>
                <a:gd name="T25" fmla="*/ 0 h 285"/>
                <a:gd name="T26" fmla="*/ 0 w 506"/>
                <a:gd name="T27" fmla="*/ 0 h 285"/>
                <a:gd name="T28" fmla="*/ 0 w 506"/>
                <a:gd name="T29" fmla="*/ 0 h 285"/>
                <a:gd name="T30" fmla="*/ 0 w 506"/>
                <a:gd name="T31" fmla="*/ 0 h 285"/>
                <a:gd name="T32" fmla="*/ 0 w 506"/>
                <a:gd name="T33" fmla="*/ 0 h 2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06" h="285">
                  <a:moveTo>
                    <a:pt x="12" y="0"/>
                  </a:moveTo>
                  <a:lnTo>
                    <a:pt x="111" y="64"/>
                  </a:lnTo>
                  <a:lnTo>
                    <a:pt x="326" y="6"/>
                  </a:lnTo>
                  <a:lnTo>
                    <a:pt x="477" y="104"/>
                  </a:lnTo>
                  <a:lnTo>
                    <a:pt x="506" y="250"/>
                  </a:lnTo>
                  <a:lnTo>
                    <a:pt x="448" y="285"/>
                  </a:lnTo>
                  <a:lnTo>
                    <a:pt x="355" y="198"/>
                  </a:lnTo>
                  <a:lnTo>
                    <a:pt x="390" y="169"/>
                  </a:lnTo>
                  <a:lnTo>
                    <a:pt x="396" y="151"/>
                  </a:lnTo>
                  <a:lnTo>
                    <a:pt x="314" y="87"/>
                  </a:lnTo>
                  <a:lnTo>
                    <a:pt x="268" y="104"/>
                  </a:lnTo>
                  <a:lnTo>
                    <a:pt x="180" y="111"/>
                  </a:lnTo>
                  <a:lnTo>
                    <a:pt x="262" y="181"/>
                  </a:lnTo>
                  <a:lnTo>
                    <a:pt x="204" y="198"/>
                  </a:lnTo>
                  <a:lnTo>
                    <a:pt x="0" y="94"/>
                  </a:lnTo>
                  <a:lnTo>
                    <a:pt x="18" y="29"/>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18600" name="Freeform 76">
              <a:extLst>
                <a:ext uri="{FF2B5EF4-FFF2-40B4-BE49-F238E27FC236}">
                  <a16:creationId xmlns:a16="http://schemas.microsoft.com/office/drawing/2014/main" id="{78B994A9-9FCE-F93F-5E65-A0EC13DB49B6}"/>
                </a:ext>
              </a:extLst>
            </p:cNvPr>
            <p:cNvSpPr>
              <a:spLocks/>
            </p:cNvSpPr>
            <p:nvPr/>
          </p:nvSpPr>
          <p:spPr bwMode="auto">
            <a:xfrm>
              <a:off x="1884" y="373"/>
              <a:ext cx="42" cy="30"/>
            </a:xfrm>
            <a:custGeom>
              <a:avLst/>
              <a:gdLst>
                <a:gd name="T0" fmla="*/ 0 w 528"/>
                <a:gd name="T1" fmla="*/ 0 h 377"/>
                <a:gd name="T2" fmla="*/ 0 w 528"/>
                <a:gd name="T3" fmla="*/ 0 h 377"/>
                <a:gd name="T4" fmla="*/ 0 w 528"/>
                <a:gd name="T5" fmla="*/ 0 h 377"/>
                <a:gd name="T6" fmla="*/ 0 w 528"/>
                <a:gd name="T7" fmla="*/ 0 h 377"/>
                <a:gd name="T8" fmla="*/ 0 w 528"/>
                <a:gd name="T9" fmla="*/ 0 h 377"/>
                <a:gd name="T10" fmla="*/ 0 w 528"/>
                <a:gd name="T11" fmla="*/ 0 h 377"/>
                <a:gd name="T12" fmla="*/ 0 w 528"/>
                <a:gd name="T13" fmla="*/ 0 h 377"/>
                <a:gd name="T14" fmla="*/ 0 w 528"/>
                <a:gd name="T15" fmla="*/ 0 h 377"/>
                <a:gd name="T16" fmla="*/ 0 w 528"/>
                <a:gd name="T17" fmla="*/ 0 h 377"/>
                <a:gd name="T18" fmla="*/ 0 w 528"/>
                <a:gd name="T19" fmla="*/ 0 h 377"/>
                <a:gd name="T20" fmla="*/ 0 w 528"/>
                <a:gd name="T21" fmla="*/ 0 h 377"/>
                <a:gd name="T22" fmla="*/ 0 w 528"/>
                <a:gd name="T23" fmla="*/ 0 h 377"/>
                <a:gd name="T24" fmla="*/ 0 w 528"/>
                <a:gd name="T25" fmla="*/ 0 h 377"/>
                <a:gd name="T26" fmla="*/ 0 w 528"/>
                <a:gd name="T27" fmla="*/ 0 h 377"/>
                <a:gd name="T28" fmla="*/ 0 w 528"/>
                <a:gd name="T29" fmla="*/ 0 h 377"/>
                <a:gd name="T30" fmla="*/ 0 w 528"/>
                <a:gd name="T31" fmla="*/ 0 h 377"/>
                <a:gd name="T32" fmla="*/ 0 w 528"/>
                <a:gd name="T33" fmla="*/ 0 h 377"/>
                <a:gd name="T34" fmla="*/ 0 w 528"/>
                <a:gd name="T35" fmla="*/ 0 h 377"/>
                <a:gd name="T36" fmla="*/ 0 w 528"/>
                <a:gd name="T37" fmla="*/ 0 h 377"/>
                <a:gd name="T38" fmla="*/ 0 w 528"/>
                <a:gd name="T39" fmla="*/ 0 h 377"/>
                <a:gd name="T40" fmla="*/ 0 w 528"/>
                <a:gd name="T41" fmla="*/ 0 h 377"/>
                <a:gd name="T42" fmla="*/ 0 w 528"/>
                <a:gd name="T43" fmla="*/ 0 h 377"/>
                <a:gd name="T44" fmla="*/ 0 w 528"/>
                <a:gd name="T45" fmla="*/ 0 h 377"/>
                <a:gd name="T46" fmla="*/ 0 w 528"/>
                <a:gd name="T47" fmla="*/ 0 h 377"/>
                <a:gd name="T48" fmla="*/ 0 w 528"/>
                <a:gd name="T49" fmla="*/ 0 h 377"/>
                <a:gd name="T50" fmla="*/ 0 w 528"/>
                <a:gd name="T51" fmla="*/ 0 h 377"/>
                <a:gd name="T52" fmla="*/ 0 w 528"/>
                <a:gd name="T53" fmla="*/ 0 h 377"/>
                <a:gd name="T54" fmla="*/ 0 w 528"/>
                <a:gd name="T55" fmla="*/ 0 h 377"/>
                <a:gd name="T56" fmla="*/ 0 w 528"/>
                <a:gd name="T57" fmla="*/ 0 h 377"/>
                <a:gd name="T58" fmla="*/ 0 w 528"/>
                <a:gd name="T59" fmla="*/ 0 h 377"/>
                <a:gd name="T60" fmla="*/ 0 w 528"/>
                <a:gd name="T61" fmla="*/ 0 h 377"/>
                <a:gd name="T62" fmla="*/ 0 w 528"/>
                <a:gd name="T63" fmla="*/ 0 h 377"/>
                <a:gd name="T64" fmla="*/ 0 w 528"/>
                <a:gd name="T65" fmla="*/ 0 h 377"/>
                <a:gd name="T66" fmla="*/ 0 w 528"/>
                <a:gd name="T67" fmla="*/ 0 h 377"/>
                <a:gd name="T68" fmla="*/ 0 w 528"/>
                <a:gd name="T69" fmla="*/ 0 h 377"/>
                <a:gd name="T70" fmla="*/ 0 w 528"/>
                <a:gd name="T71" fmla="*/ 0 h 377"/>
                <a:gd name="T72" fmla="*/ 0 w 528"/>
                <a:gd name="T73" fmla="*/ 0 h 377"/>
                <a:gd name="T74" fmla="*/ 0 w 528"/>
                <a:gd name="T75" fmla="*/ 0 h 377"/>
                <a:gd name="T76" fmla="*/ 0 w 528"/>
                <a:gd name="T77" fmla="*/ 0 h 377"/>
                <a:gd name="T78" fmla="*/ 0 w 528"/>
                <a:gd name="T79" fmla="*/ 0 h 377"/>
                <a:gd name="T80" fmla="*/ 0 w 528"/>
                <a:gd name="T81" fmla="*/ 0 h 377"/>
                <a:gd name="T82" fmla="*/ 0 w 528"/>
                <a:gd name="T83" fmla="*/ 0 h 377"/>
                <a:gd name="T84" fmla="*/ 0 w 528"/>
                <a:gd name="T85" fmla="*/ 0 h 377"/>
                <a:gd name="T86" fmla="*/ 0 w 528"/>
                <a:gd name="T87" fmla="*/ 0 h 377"/>
                <a:gd name="T88" fmla="*/ 0 w 528"/>
                <a:gd name="T89" fmla="*/ 0 h 377"/>
                <a:gd name="T90" fmla="*/ 0 w 528"/>
                <a:gd name="T91" fmla="*/ 0 h 377"/>
                <a:gd name="T92" fmla="*/ 0 w 528"/>
                <a:gd name="T93" fmla="*/ 0 h 377"/>
                <a:gd name="T94" fmla="*/ 0 w 528"/>
                <a:gd name="T95" fmla="*/ 0 h 377"/>
                <a:gd name="T96" fmla="*/ 0 w 528"/>
                <a:gd name="T97" fmla="*/ 0 h 377"/>
                <a:gd name="T98" fmla="*/ 0 w 528"/>
                <a:gd name="T99" fmla="*/ 0 h 377"/>
                <a:gd name="T100" fmla="*/ 0 w 528"/>
                <a:gd name="T101" fmla="*/ 0 h 377"/>
                <a:gd name="T102" fmla="*/ 0 w 528"/>
                <a:gd name="T103" fmla="*/ 0 h 3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28" h="377">
                  <a:moveTo>
                    <a:pt x="203" y="75"/>
                  </a:moveTo>
                  <a:lnTo>
                    <a:pt x="186" y="104"/>
                  </a:lnTo>
                  <a:lnTo>
                    <a:pt x="151" y="122"/>
                  </a:lnTo>
                  <a:lnTo>
                    <a:pt x="139" y="80"/>
                  </a:lnTo>
                  <a:lnTo>
                    <a:pt x="87" y="17"/>
                  </a:lnTo>
                  <a:lnTo>
                    <a:pt x="64" y="0"/>
                  </a:lnTo>
                  <a:lnTo>
                    <a:pt x="52" y="28"/>
                  </a:lnTo>
                  <a:lnTo>
                    <a:pt x="64" y="63"/>
                  </a:lnTo>
                  <a:lnTo>
                    <a:pt x="69" y="69"/>
                  </a:lnTo>
                  <a:lnTo>
                    <a:pt x="29" y="69"/>
                  </a:lnTo>
                  <a:lnTo>
                    <a:pt x="0" y="80"/>
                  </a:lnTo>
                  <a:lnTo>
                    <a:pt x="0" y="104"/>
                  </a:lnTo>
                  <a:lnTo>
                    <a:pt x="35" y="122"/>
                  </a:lnTo>
                  <a:lnTo>
                    <a:pt x="104" y="157"/>
                  </a:lnTo>
                  <a:lnTo>
                    <a:pt x="139" y="179"/>
                  </a:lnTo>
                  <a:lnTo>
                    <a:pt x="127" y="191"/>
                  </a:lnTo>
                  <a:lnTo>
                    <a:pt x="92" y="197"/>
                  </a:lnTo>
                  <a:lnTo>
                    <a:pt x="29" y="202"/>
                  </a:lnTo>
                  <a:lnTo>
                    <a:pt x="29" y="214"/>
                  </a:lnTo>
                  <a:lnTo>
                    <a:pt x="81" y="237"/>
                  </a:lnTo>
                  <a:lnTo>
                    <a:pt x="104" y="249"/>
                  </a:lnTo>
                  <a:lnTo>
                    <a:pt x="127" y="255"/>
                  </a:lnTo>
                  <a:lnTo>
                    <a:pt x="110" y="284"/>
                  </a:lnTo>
                  <a:lnTo>
                    <a:pt x="99" y="319"/>
                  </a:lnTo>
                  <a:lnTo>
                    <a:pt x="139" y="359"/>
                  </a:lnTo>
                  <a:lnTo>
                    <a:pt x="209" y="377"/>
                  </a:lnTo>
                  <a:lnTo>
                    <a:pt x="256" y="348"/>
                  </a:lnTo>
                  <a:lnTo>
                    <a:pt x="302" y="331"/>
                  </a:lnTo>
                  <a:lnTo>
                    <a:pt x="378" y="336"/>
                  </a:lnTo>
                  <a:lnTo>
                    <a:pt x="424" y="301"/>
                  </a:lnTo>
                  <a:lnTo>
                    <a:pt x="453" y="284"/>
                  </a:lnTo>
                  <a:lnTo>
                    <a:pt x="483" y="267"/>
                  </a:lnTo>
                  <a:lnTo>
                    <a:pt x="511" y="226"/>
                  </a:lnTo>
                  <a:lnTo>
                    <a:pt x="523" y="185"/>
                  </a:lnTo>
                  <a:lnTo>
                    <a:pt x="528" y="167"/>
                  </a:lnTo>
                  <a:lnTo>
                    <a:pt x="511" y="139"/>
                  </a:lnTo>
                  <a:lnTo>
                    <a:pt x="493" y="127"/>
                  </a:lnTo>
                  <a:lnTo>
                    <a:pt x="459" y="127"/>
                  </a:lnTo>
                  <a:lnTo>
                    <a:pt x="488" y="80"/>
                  </a:lnTo>
                  <a:lnTo>
                    <a:pt x="476" y="52"/>
                  </a:lnTo>
                  <a:lnTo>
                    <a:pt x="441" y="52"/>
                  </a:lnTo>
                  <a:lnTo>
                    <a:pt x="401" y="69"/>
                  </a:lnTo>
                  <a:lnTo>
                    <a:pt x="371" y="57"/>
                  </a:lnTo>
                  <a:lnTo>
                    <a:pt x="348" y="52"/>
                  </a:lnTo>
                  <a:lnTo>
                    <a:pt x="319" y="75"/>
                  </a:lnTo>
                  <a:lnTo>
                    <a:pt x="302" y="98"/>
                  </a:lnTo>
                  <a:lnTo>
                    <a:pt x="279" y="87"/>
                  </a:lnTo>
                  <a:lnTo>
                    <a:pt x="256" y="52"/>
                  </a:lnTo>
                  <a:lnTo>
                    <a:pt x="244" y="69"/>
                  </a:lnTo>
                  <a:lnTo>
                    <a:pt x="232" y="75"/>
                  </a:lnTo>
                  <a:lnTo>
                    <a:pt x="214" y="57"/>
                  </a:lnTo>
                  <a:lnTo>
                    <a:pt x="203" y="75"/>
                  </a:lnTo>
                  <a:close/>
                </a:path>
              </a:pathLst>
            </a:custGeom>
            <a:solidFill>
              <a:srgbClr val="FFFFFF"/>
            </a:solidFill>
            <a:ln w="9525">
              <a:solidFill>
                <a:srgbClr val="000000"/>
              </a:solidFill>
              <a:round/>
              <a:headEnd/>
              <a:tailEnd/>
            </a:ln>
          </p:spPr>
          <p:txBody>
            <a:bodyPr/>
            <a:lstStyle/>
            <a:p>
              <a:endParaRPr lang="ko-KR" altLang="en-US"/>
            </a:p>
          </p:txBody>
        </p:sp>
        <p:sp>
          <p:nvSpPr>
            <p:cNvPr id="418601" name="Freeform 77">
              <a:extLst>
                <a:ext uri="{FF2B5EF4-FFF2-40B4-BE49-F238E27FC236}">
                  <a16:creationId xmlns:a16="http://schemas.microsoft.com/office/drawing/2014/main" id="{B4460B26-25E8-6EC8-C40D-CDA8FEB07CF1}"/>
                </a:ext>
              </a:extLst>
            </p:cNvPr>
            <p:cNvSpPr>
              <a:spLocks/>
            </p:cNvSpPr>
            <p:nvPr/>
          </p:nvSpPr>
          <p:spPr bwMode="auto">
            <a:xfrm>
              <a:off x="1780" y="198"/>
              <a:ext cx="129" cy="203"/>
            </a:xfrm>
            <a:custGeom>
              <a:avLst/>
              <a:gdLst>
                <a:gd name="T0" fmla="*/ 0 w 1610"/>
                <a:gd name="T1" fmla="*/ 0 h 2608"/>
                <a:gd name="T2" fmla="*/ 0 w 1610"/>
                <a:gd name="T3" fmla="*/ 0 h 2608"/>
                <a:gd name="T4" fmla="*/ 0 w 1610"/>
                <a:gd name="T5" fmla="*/ 0 h 2608"/>
                <a:gd name="T6" fmla="*/ 0 w 1610"/>
                <a:gd name="T7" fmla="*/ 0 h 2608"/>
                <a:gd name="T8" fmla="*/ 0 w 1610"/>
                <a:gd name="T9" fmla="*/ 0 h 2608"/>
                <a:gd name="T10" fmla="*/ 0 w 1610"/>
                <a:gd name="T11" fmla="*/ 0 h 2608"/>
                <a:gd name="T12" fmla="*/ 0 w 1610"/>
                <a:gd name="T13" fmla="*/ 0 h 2608"/>
                <a:gd name="T14" fmla="*/ 0 w 1610"/>
                <a:gd name="T15" fmla="*/ 0 h 2608"/>
                <a:gd name="T16" fmla="*/ 0 w 1610"/>
                <a:gd name="T17" fmla="*/ 0 h 2608"/>
                <a:gd name="T18" fmla="*/ 0 w 1610"/>
                <a:gd name="T19" fmla="*/ 0 h 2608"/>
                <a:gd name="T20" fmla="*/ 0 w 1610"/>
                <a:gd name="T21" fmla="*/ 0 h 2608"/>
                <a:gd name="T22" fmla="*/ 0 w 1610"/>
                <a:gd name="T23" fmla="*/ 0 h 2608"/>
                <a:gd name="T24" fmla="*/ 0 w 1610"/>
                <a:gd name="T25" fmla="*/ 0 h 2608"/>
                <a:gd name="T26" fmla="*/ 0 w 1610"/>
                <a:gd name="T27" fmla="*/ 0 h 2608"/>
                <a:gd name="T28" fmla="*/ 0 w 1610"/>
                <a:gd name="T29" fmla="*/ 0 h 2608"/>
                <a:gd name="T30" fmla="*/ 0 w 1610"/>
                <a:gd name="T31" fmla="*/ 0 h 2608"/>
                <a:gd name="T32" fmla="*/ 0 w 1610"/>
                <a:gd name="T33" fmla="*/ 0 h 2608"/>
                <a:gd name="T34" fmla="*/ 0 w 1610"/>
                <a:gd name="T35" fmla="*/ 0 h 2608"/>
                <a:gd name="T36" fmla="*/ 0 w 1610"/>
                <a:gd name="T37" fmla="*/ 0 h 2608"/>
                <a:gd name="T38" fmla="*/ 0 w 1610"/>
                <a:gd name="T39" fmla="*/ 0 h 2608"/>
                <a:gd name="T40" fmla="*/ 0 w 1610"/>
                <a:gd name="T41" fmla="*/ 0 h 2608"/>
                <a:gd name="T42" fmla="*/ 0 w 1610"/>
                <a:gd name="T43" fmla="*/ 0 h 2608"/>
                <a:gd name="T44" fmla="*/ 0 w 1610"/>
                <a:gd name="T45" fmla="*/ 0 h 2608"/>
                <a:gd name="T46" fmla="*/ 0 w 1610"/>
                <a:gd name="T47" fmla="*/ 0 h 2608"/>
                <a:gd name="T48" fmla="*/ 0 w 1610"/>
                <a:gd name="T49" fmla="*/ 0 h 2608"/>
                <a:gd name="T50" fmla="*/ 0 w 1610"/>
                <a:gd name="T51" fmla="*/ 0 h 2608"/>
                <a:gd name="T52" fmla="*/ 0 w 1610"/>
                <a:gd name="T53" fmla="*/ 0 h 2608"/>
                <a:gd name="T54" fmla="*/ 0 w 1610"/>
                <a:gd name="T55" fmla="*/ 0 h 2608"/>
                <a:gd name="T56" fmla="*/ 0 w 1610"/>
                <a:gd name="T57" fmla="*/ 0 h 2608"/>
                <a:gd name="T58" fmla="*/ 0 w 1610"/>
                <a:gd name="T59" fmla="*/ 0 h 2608"/>
                <a:gd name="T60" fmla="*/ 0 w 1610"/>
                <a:gd name="T61" fmla="*/ 0 h 2608"/>
                <a:gd name="T62" fmla="*/ 0 w 1610"/>
                <a:gd name="T63" fmla="*/ 0 h 2608"/>
                <a:gd name="T64" fmla="*/ 0 w 1610"/>
                <a:gd name="T65" fmla="*/ 0 h 2608"/>
                <a:gd name="T66" fmla="*/ 0 w 1610"/>
                <a:gd name="T67" fmla="*/ 0 h 2608"/>
                <a:gd name="T68" fmla="*/ 0 w 1610"/>
                <a:gd name="T69" fmla="*/ 0 h 2608"/>
                <a:gd name="T70" fmla="*/ 0 w 1610"/>
                <a:gd name="T71" fmla="*/ 0 h 2608"/>
                <a:gd name="T72" fmla="*/ 0 w 1610"/>
                <a:gd name="T73" fmla="*/ 0 h 2608"/>
                <a:gd name="T74" fmla="*/ 0 w 1610"/>
                <a:gd name="T75" fmla="*/ 0 h 2608"/>
                <a:gd name="T76" fmla="*/ 0 w 1610"/>
                <a:gd name="T77" fmla="*/ 0 h 2608"/>
                <a:gd name="T78" fmla="*/ 0 w 1610"/>
                <a:gd name="T79" fmla="*/ 0 h 2608"/>
                <a:gd name="T80" fmla="*/ 0 w 1610"/>
                <a:gd name="T81" fmla="*/ 0 h 2608"/>
                <a:gd name="T82" fmla="*/ 0 w 1610"/>
                <a:gd name="T83" fmla="*/ 0 h 2608"/>
                <a:gd name="T84" fmla="*/ 0 w 1610"/>
                <a:gd name="T85" fmla="*/ 0 h 2608"/>
                <a:gd name="T86" fmla="*/ 0 w 1610"/>
                <a:gd name="T87" fmla="*/ 0 h 2608"/>
                <a:gd name="T88" fmla="*/ 0 w 1610"/>
                <a:gd name="T89" fmla="*/ 0 h 2608"/>
                <a:gd name="T90" fmla="*/ 0 w 1610"/>
                <a:gd name="T91" fmla="*/ 0 h 2608"/>
                <a:gd name="T92" fmla="*/ 0 w 1610"/>
                <a:gd name="T93" fmla="*/ 0 h 2608"/>
                <a:gd name="T94" fmla="*/ 0 w 1610"/>
                <a:gd name="T95" fmla="*/ 0 h 2608"/>
                <a:gd name="T96" fmla="*/ 0 w 1610"/>
                <a:gd name="T97" fmla="*/ 0 h 2608"/>
                <a:gd name="T98" fmla="*/ 0 w 1610"/>
                <a:gd name="T99" fmla="*/ 0 h 2608"/>
                <a:gd name="T100" fmla="*/ 0 w 1610"/>
                <a:gd name="T101" fmla="*/ 0 h 2608"/>
                <a:gd name="T102" fmla="*/ 0 w 1610"/>
                <a:gd name="T103" fmla="*/ 0 h 2608"/>
                <a:gd name="T104" fmla="*/ 0 w 1610"/>
                <a:gd name="T105" fmla="*/ 0 h 2608"/>
                <a:gd name="T106" fmla="*/ 0 w 1610"/>
                <a:gd name="T107" fmla="*/ 0 h 2608"/>
                <a:gd name="T108" fmla="*/ 0 w 1610"/>
                <a:gd name="T109" fmla="*/ 0 h 2608"/>
                <a:gd name="T110" fmla="*/ 0 w 1610"/>
                <a:gd name="T111" fmla="*/ 0 h 2608"/>
                <a:gd name="T112" fmla="*/ 0 w 1610"/>
                <a:gd name="T113" fmla="*/ 0 h 2608"/>
                <a:gd name="T114" fmla="*/ 0 w 1610"/>
                <a:gd name="T115" fmla="*/ 0 h 2608"/>
                <a:gd name="T116" fmla="*/ 0 w 1610"/>
                <a:gd name="T117" fmla="*/ 0 h 2608"/>
                <a:gd name="T118" fmla="*/ 0 w 1610"/>
                <a:gd name="T119" fmla="*/ 0 h 26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10" h="2608">
                  <a:moveTo>
                    <a:pt x="720" y="273"/>
                  </a:moveTo>
                  <a:lnTo>
                    <a:pt x="563" y="221"/>
                  </a:lnTo>
                  <a:lnTo>
                    <a:pt x="488" y="302"/>
                  </a:lnTo>
                  <a:lnTo>
                    <a:pt x="430" y="331"/>
                  </a:lnTo>
                  <a:lnTo>
                    <a:pt x="366" y="361"/>
                  </a:lnTo>
                  <a:lnTo>
                    <a:pt x="308" y="424"/>
                  </a:lnTo>
                  <a:lnTo>
                    <a:pt x="326" y="523"/>
                  </a:lnTo>
                  <a:lnTo>
                    <a:pt x="221" y="546"/>
                  </a:lnTo>
                  <a:lnTo>
                    <a:pt x="186" y="605"/>
                  </a:lnTo>
                  <a:lnTo>
                    <a:pt x="244" y="703"/>
                  </a:lnTo>
                  <a:lnTo>
                    <a:pt x="232" y="744"/>
                  </a:lnTo>
                  <a:lnTo>
                    <a:pt x="122" y="796"/>
                  </a:lnTo>
                  <a:lnTo>
                    <a:pt x="0" y="877"/>
                  </a:lnTo>
                  <a:lnTo>
                    <a:pt x="0" y="936"/>
                  </a:lnTo>
                  <a:lnTo>
                    <a:pt x="116" y="1006"/>
                  </a:lnTo>
                  <a:lnTo>
                    <a:pt x="122" y="1028"/>
                  </a:lnTo>
                  <a:lnTo>
                    <a:pt x="47" y="1075"/>
                  </a:lnTo>
                  <a:lnTo>
                    <a:pt x="35" y="1128"/>
                  </a:lnTo>
                  <a:lnTo>
                    <a:pt x="81" y="1191"/>
                  </a:lnTo>
                  <a:lnTo>
                    <a:pt x="221" y="1150"/>
                  </a:lnTo>
                  <a:lnTo>
                    <a:pt x="279" y="1156"/>
                  </a:lnTo>
                  <a:lnTo>
                    <a:pt x="366" y="1208"/>
                  </a:lnTo>
                  <a:lnTo>
                    <a:pt x="378" y="1272"/>
                  </a:lnTo>
                  <a:lnTo>
                    <a:pt x="476" y="1382"/>
                  </a:lnTo>
                  <a:lnTo>
                    <a:pt x="500" y="1458"/>
                  </a:lnTo>
                  <a:lnTo>
                    <a:pt x="511" y="1534"/>
                  </a:lnTo>
                  <a:lnTo>
                    <a:pt x="511" y="1621"/>
                  </a:lnTo>
                  <a:lnTo>
                    <a:pt x="587" y="1673"/>
                  </a:lnTo>
                  <a:lnTo>
                    <a:pt x="546" y="1743"/>
                  </a:lnTo>
                  <a:lnTo>
                    <a:pt x="488" y="1771"/>
                  </a:lnTo>
                  <a:lnTo>
                    <a:pt x="465" y="1848"/>
                  </a:lnTo>
                  <a:lnTo>
                    <a:pt x="465" y="1911"/>
                  </a:lnTo>
                  <a:lnTo>
                    <a:pt x="418" y="1963"/>
                  </a:lnTo>
                  <a:lnTo>
                    <a:pt x="448" y="2033"/>
                  </a:lnTo>
                  <a:lnTo>
                    <a:pt x="488" y="2085"/>
                  </a:lnTo>
                  <a:lnTo>
                    <a:pt x="459" y="2179"/>
                  </a:lnTo>
                  <a:lnTo>
                    <a:pt x="459" y="2277"/>
                  </a:lnTo>
                  <a:lnTo>
                    <a:pt x="511" y="2364"/>
                  </a:lnTo>
                  <a:lnTo>
                    <a:pt x="558" y="2416"/>
                  </a:lnTo>
                  <a:lnTo>
                    <a:pt x="528" y="2510"/>
                  </a:lnTo>
                  <a:lnTo>
                    <a:pt x="575" y="2556"/>
                  </a:lnTo>
                  <a:lnTo>
                    <a:pt x="657" y="2580"/>
                  </a:lnTo>
                  <a:lnTo>
                    <a:pt x="680" y="2597"/>
                  </a:lnTo>
                  <a:lnTo>
                    <a:pt x="732" y="2608"/>
                  </a:lnTo>
                  <a:lnTo>
                    <a:pt x="790" y="2556"/>
                  </a:lnTo>
                  <a:lnTo>
                    <a:pt x="842" y="2469"/>
                  </a:lnTo>
                  <a:lnTo>
                    <a:pt x="842" y="2336"/>
                  </a:lnTo>
                  <a:lnTo>
                    <a:pt x="919" y="2219"/>
                  </a:lnTo>
                  <a:lnTo>
                    <a:pt x="941" y="2085"/>
                  </a:lnTo>
                  <a:lnTo>
                    <a:pt x="1011" y="2016"/>
                  </a:lnTo>
                  <a:lnTo>
                    <a:pt x="1116" y="1975"/>
                  </a:lnTo>
                  <a:lnTo>
                    <a:pt x="1203" y="1935"/>
                  </a:lnTo>
                  <a:lnTo>
                    <a:pt x="1232" y="1876"/>
                  </a:lnTo>
                  <a:lnTo>
                    <a:pt x="1261" y="1801"/>
                  </a:lnTo>
                  <a:lnTo>
                    <a:pt x="1343" y="1719"/>
                  </a:lnTo>
                  <a:lnTo>
                    <a:pt x="1435" y="1661"/>
                  </a:lnTo>
                  <a:lnTo>
                    <a:pt x="1447" y="1649"/>
                  </a:lnTo>
                  <a:lnTo>
                    <a:pt x="1475" y="1621"/>
                  </a:lnTo>
                  <a:lnTo>
                    <a:pt x="1557" y="1534"/>
                  </a:lnTo>
                  <a:lnTo>
                    <a:pt x="1552" y="1510"/>
                  </a:lnTo>
                  <a:lnTo>
                    <a:pt x="1458" y="1510"/>
                  </a:lnTo>
                  <a:lnTo>
                    <a:pt x="1447" y="1493"/>
                  </a:lnTo>
                  <a:lnTo>
                    <a:pt x="1435" y="1440"/>
                  </a:lnTo>
                  <a:lnTo>
                    <a:pt x="1418" y="1382"/>
                  </a:lnTo>
                  <a:lnTo>
                    <a:pt x="1458" y="1360"/>
                  </a:lnTo>
                  <a:lnTo>
                    <a:pt x="1528" y="1400"/>
                  </a:lnTo>
                  <a:lnTo>
                    <a:pt x="1598" y="1412"/>
                  </a:lnTo>
                  <a:lnTo>
                    <a:pt x="1610" y="1382"/>
                  </a:lnTo>
                  <a:lnTo>
                    <a:pt x="1575" y="1319"/>
                  </a:lnTo>
                  <a:lnTo>
                    <a:pt x="1505" y="1295"/>
                  </a:lnTo>
                  <a:lnTo>
                    <a:pt x="1458" y="1232"/>
                  </a:lnTo>
                  <a:lnTo>
                    <a:pt x="1458" y="1197"/>
                  </a:lnTo>
                  <a:lnTo>
                    <a:pt x="1534" y="1150"/>
                  </a:lnTo>
                  <a:lnTo>
                    <a:pt x="1487" y="1110"/>
                  </a:lnTo>
                  <a:lnTo>
                    <a:pt x="1517" y="1063"/>
                  </a:lnTo>
                  <a:lnTo>
                    <a:pt x="1534" y="1016"/>
                  </a:lnTo>
                  <a:lnTo>
                    <a:pt x="1528" y="894"/>
                  </a:lnTo>
                  <a:lnTo>
                    <a:pt x="1475" y="807"/>
                  </a:lnTo>
                  <a:lnTo>
                    <a:pt x="1406" y="755"/>
                  </a:lnTo>
                  <a:lnTo>
                    <a:pt x="1435" y="685"/>
                  </a:lnTo>
                  <a:lnTo>
                    <a:pt x="1418" y="645"/>
                  </a:lnTo>
                  <a:lnTo>
                    <a:pt x="1395" y="605"/>
                  </a:lnTo>
                  <a:lnTo>
                    <a:pt x="1423" y="552"/>
                  </a:lnTo>
                  <a:lnTo>
                    <a:pt x="1487" y="500"/>
                  </a:lnTo>
                  <a:lnTo>
                    <a:pt x="1517" y="453"/>
                  </a:lnTo>
                  <a:lnTo>
                    <a:pt x="1499" y="413"/>
                  </a:lnTo>
                  <a:lnTo>
                    <a:pt x="1475" y="343"/>
                  </a:lnTo>
                  <a:lnTo>
                    <a:pt x="1458" y="343"/>
                  </a:lnTo>
                  <a:lnTo>
                    <a:pt x="1365" y="378"/>
                  </a:lnTo>
                  <a:lnTo>
                    <a:pt x="1255" y="413"/>
                  </a:lnTo>
                  <a:lnTo>
                    <a:pt x="1203" y="424"/>
                  </a:lnTo>
                  <a:lnTo>
                    <a:pt x="1203" y="401"/>
                  </a:lnTo>
                  <a:lnTo>
                    <a:pt x="1255" y="354"/>
                  </a:lnTo>
                  <a:lnTo>
                    <a:pt x="1296" y="314"/>
                  </a:lnTo>
                  <a:lnTo>
                    <a:pt x="1261" y="302"/>
                  </a:lnTo>
                  <a:lnTo>
                    <a:pt x="1191" y="326"/>
                  </a:lnTo>
                  <a:lnTo>
                    <a:pt x="1133" y="331"/>
                  </a:lnTo>
                  <a:lnTo>
                    <a:pt x="1133" y="302"/>
                  </a:lnTo>
                  <a:lnTo>
                    <a:pt x="1163" y="249"/>
                  </a:lnTo>
                  <a:lnTo>
                    <a:pt x="1104" y="239"/>
                  </a:lnTo>
                  <a:lnTo>
                    <a:pt x="1093" y="239"/>
                  </a:lnTo>
                  <a:lnTo>
                    <a:pt x="1186" y="204"/>
                  </a:lnTo>
                  <a:lnTo>
                    <a:pt x="1313" y="180"/>
                  </a:lnTo>
                  <a:lnTo>
                    <a:pt x="1388" y="127"/>
                  </a:lnTo>
                  <a:lnTo>
                    <a:pt x="1377" y="99"/>
                  </a:lnTo>
                  <a:lnTo>
                    <a:pt x="1308" y="70"/>
                  </a:lnTo>
                  <a:lnTo>
                    <a:pt x="1174" y="0"/>
                  </a:lnTo>
                  <a:lnTo>
                    <a:pt x="1104" y="0"/>
                  </a:lnTo>
                  <a:lnTo>
                    <a:pt x="999" y="0"/>
                  </a:lnTo>
                  <a:lnTo>
                    <a:pt x="953" y="17"/>
                  </a:lnTo>
                  <a:lnTo>
                    <a:pt x="941" y="82"/>
                  </a:lnTo>
                  <a:lnTo>
                    <a:pt x="941" y="110"/>
                  </a:lnTo>
                  <a:lnTo>
                    <a:pt x="842" y="110"/>
                  </a:lnTo>
                  <a:lnTo>
                    <a:pt x="819" y="110"/>
                  </a:lnTo>
                  <a:lnTo>
                    <a:pt x="790" y="139"/>
                  </a:lnTo>
                  <a:lnTo>
                    <a:pt x="779" y="204"/>
                  </a:lnTo>
                  <a:lnTo>
                    <a:pt x="750" y="221"/>
                  </a:lnTo>
                  <a:lnTo>
                    <a:pt x="709" y="180"/>
                  </a:lnTo>
                  <a:lnTo>
                    <a:pt x="709" y="215"/>
                  </a:lnTo>
                  <a:lnTo>
                    <a:pt x="732" y="239"/>
                  </a:lnTo>
                  <a:lnTo>
                    <a:pt x="720" y="273"/>
                  </a:lnTo>
                  <a:close/>
                </a:path>
              </a:pathLst>
            </a:custGeom>
            <a:solidFill>
              <a:srgbClr val="FFFFFF"/>
            </a:solidFill>
            <a:ln w="9525">
              <a:solidFill>
                <a:srgbClr val="000000"/>
              </a:solidFill>
              <a:round/>
              <a:headEnd/>
              <a:tailEnd/>
            </a:ln>
          </p:spPr>
          <p:txBody>
            <a:bodyPr/>
            <a:lstStyle/>
            <a:p>
              <a:endParaRPr lang="ko-KR" altLang="en-US"/>
            </a:p>
          </p:txBody>
        </p:sp>
        <p:sp>
          <p:nvSpPr>
            <p:cNvPr id="418602" name="Freeform 78">
              <a:extLst>
                <a:ext uri="{FF2B5EF4-FFF2-40B4-BE49-F238E27FC236}">
                  <a16:creationId xmlns:a16="http://schemas.microsoft.com/office/drawing/2014/main" id="{D92BDF6C-D3FE-D7DB-3971-A899B70A61DE}"/>
                </a:ext>
              </a:extLst>
            </p:cNvPr>
            <p:cNvSpPr>
              <a:spLocks/>
            </p:cNvSpPr>
            <p:nvPr/>
          </p:nvSpPr>
          <p:spPr bwMode="auto">
            <a:xfrm>
              <a:off x="1718" y="182"/>
              <a:ext cx="106" cy="91"/>
            </a:xfrm>
            <a:custGeom>
              <a:avLst/>
              <a:gdLst>
                <a:gd name="T0" fmla="*/ 0 w 1331"/>
                <a:gd name="T1" fmla="*/ 0 h 1167"/>
                <a:gd name="T2" fmla="*/ 0 w 1331"/>
                <a:gd name="T3" fmla="*/ 0 h 1167"/>
                <a:gd name="T4" fmla="*/ 0 w 1331"/>
                <a:gd name="T5" fmla="*/ 0 h 1167"/>
                <a:gd name="T6" fmla="*/ 0 w 1331"/>
                <a:gd name="T7" fmla="*/ 0 h 1167"/>
                <a:gd name="T8" fmla="*/ 0 w 1331"/>
                <a:gd name="T9" fmla="*/ 0 h 1167"/>
                <a:gd name="T10" fmla="*/ 0 w 1331"/>
                <a:gd name="T11" fmla="*/ 0 h 1167"/>
                <a:gd name="T12" fmla="*/ 0 w 1331"/>
                <a:gd name="T13" fmla="*/ 0 h 1167"/>
                <a:gd name="T14" fmla="*/ 0 w 1331"/>
                <a:gd name="T15" fmla="*/ 0 h 1167"/>
                <a:gd name="T16" fmla="*/ 0 w 1331"/>
                <a:gd name="T17" fmla="*/ 0 h 1167"/>
                <a:gd name="T18" fmla="*/ 0 w 1331"/>
                <a:gd name="T19" fmla="*/ 0 h 1167"/>
                <a:gd name="T20" fmla="*/ 0 w 1331"/>
                <a:gd name="T21" fmla="*/ 0 h 1167"/>
                <a:gd name="T22" fmla="*/ 0 w 1331"/>
                <a:gd name="T23" fmla="*/ 0 h 1167"/>
                <a:gd name="T24" fmla="*/ 0 w 1331"/>
                <a:gd name="T25" fmla="*/ 0 h 1167"/>
                <a:gd name="T26" fmla="*/ 0 w 1331"/>
                <a:gd name="T27" fmla="*/ 0 h 1167"/>
                <a:gd name="T28" fmla="*/ 0 w 1331"/>
                <a:gd name="T29" fmla="*/ 0 h 1167"/>
                <a:gd name="T30" fmla="*/ 0 w 1331"/>
                <a:gd name="T31" fmla="*/ 0 h 1167"/>
                <a:gd name="T32" fmla="*/ 0 w 1331"/>
                <a:gd name="T33" fmla="*/ 0 h 1167"/>
                <a:gd name="T34" fmla="*/ 0 w 1331"/>
                <a:gd name="T35" fmla="*/ 0 h 1167"/>
                <a:gd name="T36" fmla="*/ 0 w 1331"/>
                <a:gd name="T37" fmla="*/ 0 h 1167"/>
                <a:gd name="T38" fmla="*/ 0 w 1331"/>
                <a:gd name="T39" fmla="*/ 0 h 1167"/>
                <a:gd name="T40" fmla="*/ 0 w 1331"/>
                <a:gd name="T41" fmla="*/ 0 h 1167"/>
                <a:gd name="T42" fmla="*/ 0 w 1331"/>
                <a:gd name="T43" fmla="*/ 0 h 1167"/>
                <a:gd name="T44" fmla="*/ 0 w 1331"/>
                <a:gd name="T45" fmla="*/ 0 h 1167"/>
                <a:gd name="T46" fmla="*/ 0 w 1331"/>
                <a:gd name="T47" fmla="*/ 0 h 1167"/>
                <a:gd name="T48" fmla="*/ 0 w 1331"/>
                <a:gd name="T49" fmla="*/ 0 h 1167"/>
                <a:gd name="T50" fmla="*/ 0 w 1331"/>
                <a:gd name="T51" fmla="*/ 0 h 1167"/>
                <a:gd name="T52" fmla="*/ 0 w 1331"/>
                <a:gd name="T53" fmla="*/ 0 h 1167"/>
                <a:gd name="T54" fmla="*/ 0 w 1331"/>
                <a:gd name="T55" fmla="*/ 0 h 1167"/>
                <a:gd name="T56" fmla="*/ 0 w 1331"/>
                <a:gd name="T57" fmla="*/ 0 h 1167"/>
                <a:gd name="T58" fmla="*/ 0 w 1331"/>
                <a:gd name="T59" fmla="*/ 0 h 1167"/>
                <a:gd name="T60" fmla="*/ 0 w 1331"/>
                <a:gd name="T61" fmla="*/ 0 h 1167"/>
                <a:gd name="T62" fmla="*/ 0 w 1331"/>
                <a:gd name="T63" fmla="*/ 0 h 1167"/>
                <a:gd name="T64" fmla="*/ 0 w 1331"/>
                <a:gd name="T65" fmla="*/ 0 h 1167"/>
                <a:gd name="T66" fmla="*/ 0 w 1331"/>
                <a:gd name="T67" fmla="*/ 0 h 1167"/>
                <a:gd name="T68" fmla="*/ 0 w 1331"/>
                <a:gd name="T69" fmla="*/ 0 h 1167"/>
                <a:gd name="T70" fmla="*/ 0 w 1331"/>
                <a:gd name="T71" fmla="*/ 0 h 1167"/>
                <a:gd name="T72" fmla="*/ 0 w 1331"/>
                <a:gd name="T73" fmla="*/ 0 h 1167"/>
                <a:gd name="T74" fmla="*/ 0 w 1331"/>
                <a:gd name="T75" fmla="*/ 0 h 1167"/>
                <a:gd name="T76" fmla="*/ 0 w 1331"/>
                <a:gd name="T77" fmla="*/ 0 h 1167"/>
                <a:gd name="T78" fmla="*/ 0 w 1331"/>
                <a:gd name="T79" fmla="*/ 0 h 1167"/>
                <a:gd name="T80" fmla="*/ 0 w 1331"/>
                <a:gd name="T81" fmla="*/ 0 h 1167"/>
                <a:gd name="T82" fmla="*/ 0 w 1331"/>
                <a:gd name="T83" fmla="*/ 0 h 11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31" h="1167">
                  <a:moveTo>
                    <a:pt x="40" y="1010"/>
                  </a:moveTo>
                  <a:lnTo>
                    <a:pt x="82" y="1052"/>
                  </a:lnTo>
                  <a:lnTo>
                    <a:pt x="122" y="1052"/>
                  </a:lnTo>
                  <a:lnTo>
                    <a:pt x="169" y="1080"/>
                  </a:lnTo>
                  <a:lnTo>
                    <a:pt x="169" y="1150"/>
                  </a:lnTo>
                  <a:lnTo>
                    <a:pt x="249" y="1156"/>
                  </a:lnTo>
                  <a:lnTo>
                    <a:pt x="343" y="1150"/>
                  </a:lnTo>
                  <a:lnTo>
                    <a:pt x="401" y="1167"/>
                  </a:lnTo>
                  <a:lnTo>
                    <a:pt x="476" y="1150"/>
                  </a:lnTo>
                  <a:lnTo>
                    <a:pt x="523" y="1109"/>
                  </a:lnTo>
                  <a:lnTo>
                    <a:pt x="430" y="999"/>
                  </a:lnTo>
                  <a:lnTo>
                    <a:pt x="430" y="970"/>
                  </a:lnTo>
                  <a:lnTo>
                    <a:pt x="546" y="1052"/>
                  </a:lnTo>
                  <a:lnTo>
                    <a:pt x="587" y="1017"/>
                  </a:lnTo>
                  <a:lnTo>
                    <a:pt x="645" y="947"/>
                  </a:lnTo>
                  <a:lnTo>
                    <a:pt x="755" y="906"/>
                  </a:lnTo>
                  <a:lnTo>
                    <a:pt x="796" y="877"/>
                  </a:lnTo>
                  <a:lnTo>
                    <a:pt x="743" y="796"/>
                  </a:lnTo>
                  <a:lnTo>
                    <a:pt x="738" y="726"/>
                  </a:lnTo>
                  <a:lnTo>
                    <a:pt x="785" y="696"/>
                  </a:lnTo>
                  <a:lnTo>
                    <a:pt x="767" y="644"/>
                  </a:lnTo>
                  <a:lnTo>
                    <a:pt x="825" y="639"/>
                  </a:lnTo>
                  <a:lnTo>
                    <a:pt x="889" y="581"/>
                  </a:lnTo>
                  <a:lnTo>
                    <a:pt x="1029" y="517"/>
                  </a:lnTo>
                  <a:lnTo>
                    <a:pt x="1139" y="418"/>
                  </a:lnTo>
                  <a:lnTo>
                    <a:pt x="1221" y="360"/>
                  </a:lnTo>
                  <a:lnTo>
                    <a:pt x="1301" y="325"/>
                  </a:lnTo>
                  <a:lnTo>
                    <a:pt x="1238" y="296"/>
                  </a:lnTo>
                  <a:lnTo>
                    <a:pt x="1221" y="244"/>
                  </a:lnTo>
                  <a:lnTo>
                    <a:pt x="1284" y="250"/>
                  </a:lnTo>
                  <a:lnTo>
                    <a:pt x="1331" y="215"/>
                  </a:lnTo>
                  <a:lnTo>
                    <a:pt x="1273" y="140"/>
                  </a:lnTo>
                  <a:lnTo>
                    <a:pt x="1209" y="81"/>
                  </a:lnTo>
                  <a:lnTo>
                    <a:pt x="1116" y="75"/>
                  </a:lnTo>
                  <a:lnTo>
                    <a:pt x="1081" y="93"/>
                  </a:lnTo>
                  <a:lnTo>
                    <a:pt x="987" y="18"/>
                  </a:lnTo>
                  <a:lnTo>
                    <a:pt x="942" y="0"/>
                  </a:lnTo>
                  <a:lnTo>
                    <a:pt x="854" y="0"/>
                  </a:lnTo>
                  <a:lnTo>
                    <a:pt x="785" y="53"/>
                  </a:lnTo>
                  <a:lnTo>
                    <a:pt x="743" y="110"/>
                  </a:lnTo>
                  <a:lnTo>
                    <a:pt x="708" y="53"/>
                  </a:lnTo>
                  <a:lnTo>
                    <a:pt x="685" y="41"/>
                  </a:lnTo>
                  <a:lnTo>
                    <a:pt x="633" y="41"/>
                  </a:lnTo>
                  <a:lnTo>
                    <a:pt x="593" y="93"/>
                  </a:lnTo>
                  <a:lnTo>
                    <a:pt x="593" y="122"/>
                  </a:lnTo>
                  <a:lnTo>
                    <a:pt x="616" y="151"/>
                  </a:lnTo>
                  <a:lnTo>
                    <a:pt x="546" y="163"/>
                  </a:lnTo>
                  <a:lnTo>
                    <a:pt x="523" y="244"/>
                  </a:lnTo>
                  <a:lnTo>
                    <a:pt x="523" y="285"/>
                  </a:lnTo>
                  <a:lnTo>
                    <a:pt x="552" y="325"/>
                  </a:lnTo>
                  <a:lnTo>
                    <a:pt x="663" y="342"/>
                  </a:lnTo>
                  <a:lnTo>
                    <a:pt x="675" y="395"/>
                  </a:lnTo>
                  <a:lnTo>
                    <a:pt x="743" y="407"/>
                  </a:lnTo>
                  <a:lnTo>
                    <a:pt x="708" y="418"/>
                  </a:lnTo>
                  <a:lnTo>
                    <a:pt x="628" y="418"/>
                  </a:lnTo>
                  <a:lnTo>
                    <a:pt x="563" y="435"/>
                  </a:lnTo>
                  <a:lnTo>
                    <a:pt x="523" y="494"/>
                  </a:lnTo>
                  <a:lnTo>
                    <a:pt x="535" y="574"/>
                  </a:lnTo>
                  <a:lnTo>
                    <a:pt x="546" y="581"/>
                  </a:lnTo>
                  <a:lnTo>
                    <a:pt x="483" y="534"/>
                  </a:lnTo>
                  <a:lnTo>
                    <a:pt x="441" y="505"/>
                  </a:lnTo>
                  <a:lnTo>
                    <a:pt x="413" y="546"/>
                  </a:lnTo>
                  <a:lnTo>
                    <a:pt x="354" y="592"/>
                  </a:lnTo>
                  <a:lnTo>
                    <a:pt x="366" y="656"/>
                  </a:lnTo>
                  <a:lnTo>
                    <a:pt x="395" y="703"/>
                  </a:lnTo>
                  <a:lnTo>
                    <a:pt x="378" y="738"/>
                  </a:lnTo>
                  <a:lnTo>
                    <a:pt x="401" y="778"/>
                  </a:lnTo>
                  <a:lnTo>
                    <a:pt x="378" y="796"/>
                  </a:lnTo>
                  <a:lnTo>
                    <a:pt x="302" y="796"/>
                  </a:lnTo>
                  <a:lnTo>
                    <a:pt x="232" y="808"/>
                  </a:lnTo>
                  <a:lnTo>
                    <a:pt x="180" y="818"/>
                  </a:lnTo>
                  <a:lnTo>
                    <a:pt x="169" y="871"/>
                  </a:lnTo>
                  <a:lnTo>
                    <a:pt x="244" y="871"/>
                  </a:lnTo>
                  <a:lnTo>
                    <a:pt x="244" y="900"/>
                  </a:lnTo>
                  <a:lnTo>
                    <a:pt x="180" y="900"/>
                  </a:lnTo>
                  <a:lnTo>
                    <a:pt x="122" y="900"/>
                  </a:lnTo>
                  <a:lnTo>
                    <a:pt x="99" y="918"/>
                  </a:lnTo>
                  <a:lnTo>
                    <a:pt x="58" y="848"/>
                  </a:lnTo>
                  <a:lnTo>
                    <a:pt x="29" y="877"/>
                  </a:lnTo>
                  <a:lnTo>
                    <a:pt x="29" y="923"/>
                  </a:lnTo>
                  <a:lnTo>
                    <a:pt x="40" y="947"/>
                  </a:lnTo>
                  <a:lnTo>
                    <a:pt x="0" y="970"/>
                  </a:lnTo>
                  <a:lnTo>
                    <a:pt x="12" y="999"/>
                  </a:lnTo>
                  <a:lnTo>
                    <a:pt x="40" y="1010"/>
                  </a:lnTo>
                  <a:close/>
                </a:path>
              </a:pathLst>
            </a:custGeom>
            <a:solidFill>
              <a:srgbClr val="FFFFFF"/>
            </a:solidFill>
            <a:ln w="9525">
              <a:solidFill>
                <a:srgbClr val="000000"/>
              </a:solidFill>
              <a:round/>
              <a:headEnd/>
              <a:tailEnd/>
            </a:ln>
          </p:spPr>
          <p:txBody>
            <a:bodyPr/>
            <a:lstStyle/>
            <a:p>
              <a:endParaRPr lang="ko-KR" altLang="en-US"/>
            </a:p>
          </p:txBody>
        </p:sp>
        <p:sp>
          <p:nvSpPr>
            <p:cNvPr id="418603" name="Freeform 79">
              <a:extLst>
                <a:ext uri="{FF2B5EF4-FFF2-40B4-BE49-F238E27FC236}">
                  <a16:creationId xmlns:a16="http://schemas.microsoft.com/office/drawing/2014/main" id="{A6ED02F8-95EE-DFAE-7B3C-891A2A3AE109}"/>
                </a:ext>
              </a:extLst>
            </p:cNvPr>
            <p:cNvSpPr>
              <a:spLocks/>
            </p:cNvSpPr>
            <p:nvPr/>
          </p:nvSpPr>
          <p:spPr bwMode="auto">
            <a:xfrm>
              <a:off x="1716" y="201"/>
              <a:ext cx="27" cy="40"/>
            </a:xfrm>
            <a:custGeom>
              <a:avLst/>
              <a:gdLst>
                <a:gd name="T0" fmla="*/ 0 w 337"/>
                <a:gd name="T1" fmla="*/ 0 h 511"/>
                <a:gd name="T2" fmla="*/ 0 w 337"/>
                <a:gd name="T3" fmla="*/ 0 h 511"/>
                <a:gd name="T4" fmla="*/ 0 w 337"/>
                <a:gd name="T5" fmla="*/ 0 h 511"/>
                <a:gd name="T6" fmla="*/ 0 w 337"/>
                <a:gd name="T7" fmla="*/ 0 h 511"/>
                <a:gd name="T8" fmla="*/ 0 w 337"/>
                <a:gd name="T9" fmla="*/ 0 h 511"/>
                <a:gd name="T10" fmla="*/ 0 w 337"/>
                <a:gd name="T11" fmla="*/ 0 h 511"/>
                <a:gd name="T12" fmla="*/ 0 w 337"/>
                <a:gd name="T13" fmla="*/ 0 h 511"/>
                <a:gd name="T14" fmla="*/ 0 w 337"/>
                <a:gd name="T15" fmla="*/ 0 h 511"/>
                <a:gd name="T16" fmla="*/ 0 w 337"/>
                <a:gd name="T17" fmla="*/ 0 h 511"/>
                <a:gd name="T18" fmla="*/ 0 w 337"/>
                <a:gd name="T19" fmla="*/ 0 h 511"/>
                <a:gd name="T20" fmla="*/ 0 w 337"/>
                <a:gd name="T21" fmla="*/ 0 h 511"/>
                <a:gd name="T22" fmla="*/ 0 w 337"/>
                <a:gd name="T23" fmla="*/ 0 h 511"/>
                <a:gd name="T24" fmla="*/ 0 w 337"/>
                <a:gd name="T25" fmla="*/ 0 h 511"/>
                <a:gd name="T26" fmla="*/ 0 w 337"/>
                <a:gd name="T27" fmla="*/ 0 h 511"/>
                <a:gd name="T28" fmla="*/ 0 w 337"/>
                <a:gd name="T29" fmla="*/ 0 h 511"/>
                <a:gd name="T30" fmla="*/ 0 w 337"/>
                <a:gd name="T31" fmla="*/ 0 h 511"/>
                <a:gd name="T32" fmla="*/ 0 w 337"/>
                <a:gd name="T33" fmla="*/ 0 h 511"/>
                <a:gd name="T34" fmla="*/ 0 w 337"/>
                <a:gd name="T35" fmla="*/ 0 h 511"/>
                <a:gd name="T36" fmla="*/ 0 w 337"/>
                <a:gd name="T37" fmla="*/ 0 h 511"/>
                <a:gd name="T38" fmla="*/ 0 w 337"/>
                <a:gd name="T39" fmla="*/ 0 h 511"/>
                <a:gd name="T40" fmla="*/ 0 w 337"/>
                <a:gd name="T41" fmla="*/ 0 h 511"/>
                <a:gd name="T42" fmla="*/ 0 w 337"/>
                <a:gd name="T43" fmla="*/ 0 h 511"/>
                <a:gd name="T44" fmla="*/ 0 w 337"/>
                <a:gd name="T45" fmla="*/ 0 h 511"/>
                <a:gd name="T46" fmla="*/ 0 w 337"/>
                <a:gd name="T47" fmla="*/ 0 h 511"/>
                <a:gd name="T48" fmla="*/ 0 w 337"/>
                <a:gd name="T49" fmla="*/ 0 h 511"/>
                <a:gd name="T50" fmla="*/ 0 w 337"/>
                <a:gd name="T51" fmla="*/ 0 h 511"/>
                <a:gd name="T52" fmla="*/ 0 w 337"/>
                <a:gd name="T53" fmla="*/ 0 h 511"/>
                <a:gd name="T54" fmla="*/ 0 w 337"/>
                <a:gd name="T55" fmla="*/ 0 h 511"/>
                <a:gd name="T56" fmla="*/ 0 w 337"/>
                <a:gd name="T57" fmla="*/ 0 h 511"/>
                <a:gd name="T58" fmla="*/ 0 w 337"/>
                <a:gd name="T59" fmla="*/ 0 h 5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7" h="511">
                  <a:moveTo>
                    <a:pt x="105" y="505"/>
                  </a:moveTo>
                  <a:lnTo>
                    <a:pt x="203" y="459"/>
                  </a:lnTo>
                  <a:lnTo>
                    <a:pt x="227" y="424"/>
                  </a:lnTo>
                  <a:lnTo>
                    <a:pt x="244" y="383"/>
                  </a:lnTo>
                  <a:lnTo>
                    <a:pt x="307" y="337"/>
                  </a:lnTo>
                  <a:lnTo>
                    <a:pt x="307" y="302"/>
                  </a:lnTo>
                  <a:lnTo>
                    <a:pt x="307" y="220"/>
                  </a:lnTo>
                  <a:lnTo>
                    <a:pt x="337" y="180"/>
                  </a:lnTo>
                  <a:lnTo>
                    <a:pt x="337" y="151"/>
                  </a:lnTo>
                  <a:lnTo>
                    <a:pt x="284" y="208"/>
                  </a:lnTo>
                  <a:lnTo>
                    <a:pt x="272" y="174"/>
                  </a:lnTo>
                  <a:lnTo>
                    <a:pt x="296" y="86"/>
                  </a:lnTo>
                  <a:lnTo>
                    <a:pt x="284" y="0"/>
                  </a:lnTo>
                  <a:lnTo>
                    <a:pt x="227" y="0"/>
                  </a:lnTo>
                  <a:lnTo>
                    <a:pt x="227" y="52"/>
                  </a:lnTo>
                  <a:lnTo>
                    <a:pt x="174" y="58"/>
                  </a:lnTo>
                  <a:lnTo>
                    <a:pt x="105" y="151"/>
                  </a:lnTo>
                  <a:lnTo>
                    <a:pt x="105" y="208"/>
                  </a:lnTo>
                  <a:lnTo>
                    <a:pt x="105" y="250"/>
                  </a:lnTo>
                  <a:lnTo>
                    <a:pt x="63" y="261"/>
                  </a:lnTo>
                  <a:lnTo>
                    <a:pt x="145" y="290"/>
                  </a:lnTo>
                  <a:lnTo>
                    <a:pt x="145" y="330"/>
                  </a:lnTo>
                  <a:lnTo>
                    <a:pt x="75" y="337"/>
                  </a:lnTo>
                  <a:lnTo>
                    <a:pt x="11" y="395"/>
                  </a:lnTo>
                  <a:lnTo>
                    <a:pt x="11" y="424"/>
                  </a:lnTo>
                  <a:lnTo>
                    <a:pt x="0" y="470"/>
                  </a:lnTo>
                  <a:lnTo>
                    <a:pt x="0" y="505"/>
                  </a:lnTo>
                  <a:lnTo>
                    <a:pt x="52" y="505"/>
                  </a:lnTo>
                  <a:lnTo>
                    <a:pt x="75" y="511"/>
                  </a:lnTo>
                  <a:lnTo>
                    <a:pt x="105" y="505"/>
                  </a:lnTo>
                  <a:close/>
                </a:path>
              </a:pathLst>
            </a:custGeom>
            <a:solidFill>
              <a:srgbClr val="FFFFFF"/>
            </a:solidFill>
            <a:ln w="9525">
              <a:solidFill>
                <a:srgbClr val="000000"/>
              </a:solidFill>
              <a:round/>
              <a:headEnd/>
              <a:tailEnd/>
            </a:ln>
          </p:spPr>
          <p:txBody>
            <a:bodyPr/>
            <a:lstStyle/>
            <a:p>
              <a:endParaRPr lang="ko-KR" altLang="en-US"/>
            </a:p>
          </p:txBody>
        </p:sp>
        <p:sp>
          <p:nvSpPr>
            <p:cNvPr id="418604" name="Freeform 80">
              <a:extLst>
                <a:ext uri="{FF2B5EF4-FFF2-40B4-BE49-F238E27FC236}">
                  <a16:creationId xmlns:a16="http://schemas.microsoft.com/office/drawing/2014/main" id="{60254119-6C7E-2077-A775-D67754E18BDD}"/>
                </a:ext>
              </a:extLst>
            </p:cNvPr>
            <p:cNvSpPr>
              <a:spLocks/>
            </p:cNvSpPr>
            <p:nvPr/>
          </p:nvSpPr>
          <p:spPr bwMode="auto">
            <a:xfrm>
              <a:off x="1712" y="206"/>
              <a:ext cx="6" cy="8"/>
            </a:xfrm>
            <a:custGeom>
              <a:avLst/>
              <a:gdLst>
                <a:gd name="T0" fmla="*/ 0 w 70"/>
                <a:gd name="T1" fmla="*/ 0 h 94"/>
                <a:gd name="T2" fmla="*/ 0 w 70"/>
                <a:gd name="T3" fmla="*/ 0 h 94"/>
                <a:gd name="T4" fmla="*/ 0 w 70"/>
                <a:gd name="T5" fmla="*/ 0 h 94"/>
                <a:gd name="T6" fmla="*/ 0 w 70"/>
                <a:gd name="T7" fmla="*/ 0 h 94"/>
                <a:gd name="T8" fmla="*/ 0 w 70"/>
                <a:gd name="T9" fmla="*/ 0 h 94"/>
                <a:gd name="T10" fmla="*/ 0 w 70"/>
                <a:gd name="T11" fmla="*/ 0 h 94"/>
                <a:gd name="T12" fmla="*/ 0 w 70"/>
                <a:gd name="T13" fmla="*/ 0 h 9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94">
                  <a:moveTo>
                    <a:pt x="47" y="12"/>
                  </a:moveTo>
                  <a:lnTo>
                    <a:pt x="12" y="0"/>
                  </a:lnTo>
                  <a:lnTo>
                    <a:pt x="0" y="70"/>
                  </a:lnTo>
                  <a:lnTo>
                    <a:pt x="18" y="94"/>
                  </a:lnTo>
                  <a:lnTo>
                    <a:pt x="40" y="70"/>
                  </a:lnTo>
                  <a:lnTo>
                    <a:pt x="70" y="41"/>
                  </a:lnTo>
                  <a:lnTo>
                    <a:pt x="47" y="12"/>
                  </a:lnTo>
                  <a:close/>
                </a:path>
              </a:pathLst>
            </a:custGeom>
            <a:solidFill>
              <a:srgbClr val="FFFFFF"/>
            </a:solidFill>
            <a:ln w="9525">
              <a:solidFill>
                <a:srgbClr val="000000"/>
              </a:solidFill>
              <a:round/>
              <a:headEnd/>
              <a:tailEnd/>
            </a:ln>
          </p:spPr>
          <p:txBody>
            <a:bodyPr/>
            <a:lstStyle/>
            <a:p>
              <a:endParaRPr lang="ko-KR" altLang="en-US"/>
            </a:p>
          </p:txBody>
        </p:sp>
        <p:sp>
          <p:nvSpPr>
            <p:cNvPr id="418605" name="Freeform 81">
              <a:extLst>
                <a:ext uri="{FF2B5EF4-FFF2-40B4-BE49-F238E27FC236}">
                  <a16:creationId xmlns:a16="http://schemas.microsoft.com/office/drawing/2014/main" id="{777A8381-BE75-778B-25FB-FECB3C7CAF23}"/>
                </a:ext>
              </a:extLst>
            </p:cNvPr>
            <p:cNvSpPr>
              <a:spLocks/>
            </p:cNvSpPr>
            <p:nvPr/>
          </p:nvSpPr>
          <p:spPr bwMode="auto">
            <a:xfrm>
              <a:off x="1686" y="251"/>
              <a:ext cx="30" cy="50"/>
            </a:xfrm>
            <a:custGeom>
              <a:avLst/>
              <a:gdLst>
                <a:gd name="T0" fmla="*/ 0 w 378"/>
                <a:gd name="T1" fmla="*/ 0 h 634"/>
                <a:gd name="T2" fmla="*/ 0 w 378"/>
                <a:gd name="T3" fmla="*/ 0 h 634"/>
                <a:gd name="T4" fmla="*/ 0 w 378"/>
                <a:gd name="T5" fmla="*/ 0 h 634"/>
                <a:gd name="T6" fmla="*/ 0 w 378"/>
                <a:gd name="T7" fmla="*/ 0 h 634"/>
                <a:gd name="T8" fmla="*/ 0 w 378"/>
                <a:gd name="T9" fmla="*/ 0 h 634"/>
                <a:gd name="T10" fmla="*/ 0 w 378"/>
                <a:gd name="T11" fmla="*/ 0 h 634"/>
                <a:gd name="T12" fmla="*/ 0 w 378"/>
                <a:gd name="T13" fmla="*/ 0 h 634"/>
                <a:gd name="T14" fmla="*/ 0 w 378"/>
                <a:gd name="T15" fmla="*/ 0 h 634"/>
                <a:gd name="T16" fmla="*/ 0 w 378"/>
                <a:gd name="T17" fmla="*/ 0 h 634"/>
                <a:gd name="T18" fmla="*/ 0 w 378"/>
                <a:gd name="T19" fmla="*/ 0 h 634"/>
                <a:gd name="T20" fmla="*/ 0 w 378"/>
                <a:gd name="T21" fmla="*/ 0 h 634"/>
                <a:gd name="T22" fmla="*/ 0 w 378"/>
                <a:gd name="T23" fmla="*/ 0 h 634"/>
                <a:gd name="T24" fmla="*/ 0 w 378"/>
                <a:gd name="T25" fmla="*/ 0 h 634"/>
                <a:gd name="T26" fmla="*/ 0 w 378"/>
                <a:gd name="T27" fmla="*/ 0 h 634"/>
                <a:gd name="T28" fmla="*/ 0 w 378"/>
                <a:gd name="T29" fmla="*/ 0 h 634"/>
                <a:gd name="T30" fmla="*/ 0 w 378"/>
                <a:gd name="T31" fmla="*/ 0 h 634"/>
                <a:gd name="T32" fmla="*/ 0 w 378"/>
                <a:gd name="T33" fmla="*/ 0 h 634"/>
                <a:gd name="T34" fmla="*/ 0 w 378"/>
                <a:gd name="T35" fmla="*/ 0 h 634"/>
                <a:gd name="T36" fmla="*/ 0 w 378"/>
                <a:gd name="T37" fmla="*/ 0 h 634"/>
                <a:gd name="T38" fmla="*/ 0 w 378"/>
                <a:gd name="T39" fmla="*/ 0 h 634"/>
                <a:gd name="T40" fmla="*/ 0 w 378"/>
                <a:gd name="T41" fmla="*/ 0 h 634"/>
                <a:gd name="T42" fmla="*/ 0 w 378"/>
                <a:gd name="T43" fmla="*/ 0 h 634"/>
                <a:gd name="T44" fmla="*/ 0 w 378"/>
                <a:gd name="T45" fmla="*/ 0 h 634"/>
                <a:gd name="T46" fmla="*/ 0 w 378"/>
                <a:gd name="T47" fmla="*/ 0 h 634"/>
                <a:gd name="T48" fmla="*/ 0 w 378"/>
                <a:gd name="T49" fmla="*/ 0 h 634"/>
                <a:gd name="T50" fmla="*/ 0 w 378"/>
                <a:gd name="T51" fmla="*/ 0 h 634"/>
                <a:gd name="T52" fmla="*/ 0 w 378"/>
                <a:gd name="T53" fmla="*/ 0 h 634"/>
                <a:gd name="T54" fmla="*/ 0 w 378"/>
                <a:gd name="T55" fmla="*/ 0 h 634"/>
                <a:gd name="T56" fmla="*/ 0 w 378"/>
                <a:gd name="T57" fmla="*/ 0 h 634"/>
                <a:gd name="T58" fmla="*/ 0 w 378"/>
                <a:gd name="T59" fmla="*/ 0 h 634"/>
                <a:gd name="T60" fmla="*/ 0 w 378"/>
                <a:gd name="T61" fmla="*/ 0 h 634"/>
                <a:gd name="T62" fmla="*/ 0 w 378"/>
                <a:gd name="T63" fmla="*/ 0 h 634"/>
                <a:gd name="T64" fmla="*/ 0 w 378"/>
                <a:gd name="T65" fmla="*/ 0 h 634"/>
                <a:gd name="T66" fmla="*/ 0 w 378"/>
                <a:gd name="T67" fmla="*/ 0 h 634"/>
                <a:gd name="T68" fmla="*/ 0 w 378"/>
                <a:gd name="T69" fmla="*/ 0 h 634"/>
                <a:gd name="T70" fmla="*/ 0 w 378"/>
                <a:gd name="T71" fmla="*/ 0 h 634"/>
                <a:gd name="T72" fmla="*/ 0 w 378"/>
                <a:gd name="T73" fmla="*/ 0 h 634"/>
                <a:gd name="T74" fmla="*/ 0 w 378"/>
                <a:gd name="T75" fmla="*/ 0 h 634"/>
                <a:gd name="T76" fmla="*/ 0 w 378"/>
                <a:gd name="T77" fmla="*/ 0 h 6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78" h="634">
                  <a:moveTo>
                    <a:pt x="291" y="605"/>
                  </a:moveTo>
                  <a:lnTo>
                    <a:pt x="343" y="565"/>
                  </a:lnTo>
                  <a:lnTo>
                    <a:pt x="343" y="523"/>
                  </a:lnTo>
                  <a:lnTo>
                    <a:pt x="378" y="483"/>
                  </a:lnTo>
                  <a:lnTo>
                    <a:pt x="378" y="425"/>
                  </a:lnTo>
                  <a:lnTo>
                    <a:pt x="319" y="373"/>
                  </a:lnTo>
                  <a:lnTo>
                    <a:pt x="261" y="378"/>
                  </a:lnTo>
                  <a:lnTo>
                    <a:pt x="221" y="361"/>
                  </a:lnTo>
                  <a:lnTo>
                    <a:pt x="192" y="314"/>
                  </a:lnTo>
                  <a:lnTo>
                    <a:pt x="157" y="291"/>
                  </a:lnTo>
                  <a:lnTo>
                    <a:pt x="145" y="221"/>
                  </a:lnTo>
                  <a:lnTo>
                    <a:pt x="209" y="221"/>
                  </a:lnTo>
                  <a:lnTo>
                    <a:pt x="226" y="209"/>
                  </a:lnTo>
                  <a:lnTo>
                    <a:pt x="197" y="164"/>
                  </a:lnTo>
                  <a:lnTo>
                    <a:pt x="226" y="164"/>
                  </a:lnTo>
                  <a:lnTo>
                    <a:pt x="238" y="99"/>
                  </a:lnTo>
                  <a:lnTo>
                    <a:pt x="197" y="82"/>
                  </a:lnTo>
                  <a:lnTo>
                    <a:pt x="127" y="99"/>
                  </a:lnTo>
                  <a:lnTo>
                    <a:pt x="99" y="99"/>
                  </a:lnTo>
                  <a:lnTo>
                    <a:pt x="99" y="82"/>
                  </a:lnTo>
                  <a:lnTo>
                    <a:pt x="99" y="70"/>
                  </a:lnTo>
                  <a:lnTo>
                    <a:pt x="81" y="18"/>
                  </a:lnTo>
                  <a:lnTo>
                    <a:pt x="0" y="0"/>
                  </a:lnTo>
                  <a:lnTo>
                    <a:pt x="0" y="35"/>
                  </a:lnTo>
                  <a:lnTo>
                    <a:pt x="5" y="111"/>
                  </a:lnTo>
                  <a:lnTo>
                    <a:pt x="17" y="140"/>
                  </a:lnTo>
                  <a:lnTo>
                    <a:pt x="57" y="140"/>
                  </a:lnTo>
                  <a:lnTo>
                    <a:pt x="69" y="192"/>
                  </a:lnTo>
                  <a:lnTo>
                    <a:pt x="47" y="244"/>
                  </a:lnTo>
                  <a:lnTo>
                    <a:pt x="29" y="321"/>
                  </a:lnTo>
                  <a:lnTo>
                    <a:pt x="29" y="361"/>
                  </a:lnTo>
                  <a:lnTo>
                    <a:pt x="69" y="378"/>
                  </a:lnTo>
                  <a:lnTo>
                    <a:pt x="99" y="425"/>
                  </a:lnTo>
                  <a:lnTo>
                    <a:pt x="87" y="483"/>
                  </a:lnTo>
                  <a:lnTo>
                    <a:pt x="116" y="512"/>
                  </a:lnTo>
                  <a:lnTo>
                    <a:pt x="157" y="593"/>
                  </a:lnTo>
                  <a:lnTo>
                    <a:pt x="197" y="634"/>
                  </a:lnTo>
                  <a:lnTo>
                    <a:pt x="267" y="634"/>
                  </a:lnTo>
                  <a:lnTo>
                    <a:pt x="291" y="605"/>
                  </a:lnTo>
                  <a:close/>
                </a:path>
              </a:pathLst>
            </a:custGeom>
            <a:solidFill>
              <a:srgbClr val="FFFFFF"/>
            </a:solidFill>
            <a:ln w="9525">
              <a:solidFill>
                <a:srgbClr val="000000"/>
              </a:solidFill>
              <a:round/>
              <a:headEnd/>
              <a:tailEnd/>
            </a:ln>
          </p:spPr>
          <p:txBody>
            <a:bodyPr/>
            <a:lstStyle/>
            <a:p>
              <a:endParaRPr lang="ko-KR" altLang="en-US"/>
            </a:p>
          </p:txBody>
        </p:sp>
        <p:sp>
          <p:nvSpPr>
            <p:cNvPr id="418606" name="Freeform 82">
              <a:extLst>
                <a:ext uri="{FF2B5EF4-FFF2-40B4-BE49-F238E27FC236}">
                  <a16:creationId xmlns:a16="http://schemas.microsoft.com/office/drawing/2014/main" id="{8BB267EB-3258-CAAE-9F64-BBDFF2AE3FF4}"/>
                </a:ext>
              </a:extLst>
            </p:cNvPr>
            <p:cNvSpPr>
              <a:spLocks/>
            </p:cNvSpPr>
            <p:nvPr/>
          </p:nvSpPr>
          <p:spPr bwMode="auto">
            <a:xfrm>
              <a:off x="1703" y="244"/>
              <a:ext cx="11" cy="7"/>
            </a:xfrm>
            <a:custGeom>
              <a:avLst/>
              <a:gdLst>
                <a:gd name="T0" fmla="*/ 0 w 122"/>
                <a:gd name="T1" fmla="*/ 0 h 87"/>
                <a:gd name="T2" fmla="*/ 0 w 122"/>
                <a:gd name="T3" fmla="*/ 0 h 87"/>
                <a:gd name="T4" fmla="*/ 0 w 122"/>
                <a:gd name="T5" fmla="*/ 0 h 87"/>
                <a:gd name="T6" fmla="*/ 0 w 122"/>
                <a:gd name="T7" fmla="*/ 0 h 87"/>
                <a:gd name="T8" fmla="*/ 0 w 122"/>
                <a:gd name="T9" fmla="*/ 0 h 87"/>
                <a:gd name="T10" fmla="*/ 0 w 122"/>
                <a:gd name="T11" fmla="*/ 0 h 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2" h="87">
                  <a:moveTo>
                    <a:pt x="46" y="18"/>
                  </a:moveTo>
                  <a:lnTo>
                    <a:pt x="0" y="35"/>
                  </a:lnTo>
                  <a:lnTo>
                    <a:pt x="0" y="87"/>
                  </a:lnTo>
                  <a:lnTo>
                    <a:pt x="70" y="81"/>
                  </a:lnTo>
                  <a:lnTo>
                    <a:pt x="122" y="0"/>
                  </a:lnTo>
                  <a:lnTo>
                    <a:pt x="46" y="18"/>
                  </a:lnTo>
                  <a:close/>
                </a:path>
              </a:pathLst>
            </a:custGeom>
            <a:solidFill>
              <a:srgbClr val="FFFFFF"/>
            </a:solidFill>
            <a:ln w="9525">
              <a:solidFill>
                <a:srgbClr val="000000"/>
              </a:solidFill>
              <a:round/>
              <a:headEnd/>
              <a:tailEnd/>
            </a:ln>
          </p:spPr>
          <p:txBody>
            <a:bodyPr/>
            <a:lstStyle/>
            <a:p>
              <a:endParaRPr lang="ko-KR" altLang="en-US"/>
            </a:p>
          </p:txBody>
        </p:sp>
        <p:sp>
          <p:nvSpPr>
            <p:cNvPr id="418607" name="Freeform 83">
              <a:extLst>
                <a:ext uri="{FF2B5EF4-FFF2-40B4-BE49-F238E27FC236}">
                  <a16:creationId xmlns:a16="http://schemas.microsoft.com/office/drawing/2014/main" id="{E1245D4C-7751-CB05-4779-F597B8EB8989}"/>
                </a:ext>
              </a:extLst>
            </p:cNvPr>
            <p:cNvSpPr>
              <a:spLocks/>
            </p:cNvSpPr>
            <p:nvPr/>
          </p:nvSpPr>
          <p:spPr bwMode="auto">
            <a:xfrm>
              <a:off x="1677" y="235"/>
              <a:ext cx="9" cy="9"/>
            </a:xfrm>
            <a:custGeom>
              <a:avLst/>
              <a:gdLst>
                <a:gd name="T0" fmla="*/ 0 w 117"/>
                <a:gd name="T1" fmla="*/ 0 h 116"/>
                <a:gd name="T2" fmla="*/ 0 w 117"/>
                <a:gd name="T3" fmla="*/ 0 h 116"/>
                <a:gd name="T4" fmla="*/ 0 w 117"/>
                <a:gd name="T5" fmla="*/ 0 h 116"/>
                <a:gd name="T6" fmla="*/ 0 w 117"/>
                <a:gd name="T7" fmla="*/ 0 h 116"/>
                <a:gd name="T8" fmla="*/ 0 w 117"/>
                <a:gd name="T9" fmla="*/ 0 h 116"/>
                <a:gd name="T10" fmla="*/ 0 w 117"/>
                <a:gd name="T11" fmla="*/ 0 h 116"/>
                <a:gd name="T12" fmla="*/ 0 w 117"/>
                <a:gd name="T13" fmla="*/ 0 h 1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116">
                  <a:moveTo>
                    <a:pt x="94" y="0"/>
                  </a:moveTo>
                  <a:lnTo>
                    <a:pt x="41" y="0"/>
                  </a:lnTo>
                  <a:lnTo>
                    <a:pt x="0" y="52"/>
                  </a:lnTo>
                  <a:lnTo>
                    <a:pt x="24" y="104"/>
                  </a:lnTo>
                  <a:lnTo>
                    <a:pt x="94" y="116"/>
                  </a:lnTo>
                  <a:lnTo>
                    <a:pt x="117" y="52"/>
                  </a:lnTo>
                  <a:lnTo>
                    <a:pt x="94" y="0"/>
                  </a:lnTo>
                  <a:close/>
                </a:path>
              </a:pathLst>
            </a:custGeom>
            <a:solidFill>
              <a:srgbClr val="FFFFFF"/>
            </a:solidFill>
            <a:ln w="9525">
              <a:solidFill>
                <a:srgbClr val="000000"/>
              </a:solidFill>
              <a:round/>
              <a:headEnd/>
              <a:tailEnd/>
            </a:ln>
          </p:spPr>
          <p:txBody>
            <a:bodyPr/>
            <a:lstStyle/>
            <a:p>
              <a:endParaRPr lang="ko-KR" altLang="en-US"/>
            </a:p>
          </p:txBody>
        </p:sp>
        <p:sp>
          <p:nvSpPr>
            <p:cNvPr id="418608" name="Freeform 84">
              <a:extLst>
                <a:ext uri="{FF2B5EF4-FFF2-40B4-BE49-F238E27FC236}">
                  <a16:creationId xmlns:a16="http://schemas.microsoft.com/office/drawing/2014/main" id="{9A99BD06-5539-B896-6C68-BD07394E86A0}"/>
                </a:ext>
              </a:extLst>
            </p:cNvPr>
            <p:cNvSpPr>
              <a:spLocks/>
            </p:cNvSpPr>
            <p:nvPr/>
          </p:nvSpPr>
          <p:spPr bwMode="auto">
            <a:xfrm>
              <a:off x="1678" y="218"/>
              <a:ext cx="13" cy="13"/>
            </a:xfrm>
            <a:custGeom>
              <a:avLst/>
              <a:gdLst>
                <a:gd name="T0" fmla="*/ 0 w 162"/>
                <a:gd name="T1" fmla="*/ 0 h 175"/>
                <a:gd name="T2" fmla="*/ 0 w 162"/>
                <a:gd name="T3" fmla="*/ 0 h 175"/>
                <a:gd name="T4" fmla="*/ 0 w 162"/>
                <a:gd name="T5" fmla="*/ 0 h 175"/>
                <a:gd name="T6" fmla="*/ 0 w 162"/>
                <a:gd name="T7" fmla="*/ 0 h 175"/>
                <a:gd name="T8" fmla="*/ 0 w 162"/>
                <a:gd name="T9" fmla="*/ 0 h 175"/>
                <a:gd name="T10" fmla="*/ 0 w 162"/>
                <a:gd name="T11" fmla="*/ 0 h 175"/>
                <a:gd name="T12" fmla="*/ 0 w 162"/>
                <a:gd name="T13" fmla="*/ 0 h 175"/>
                <a:gd name="T14" fmla="*/ 0 w 162"/>
                <a:gd name="T15" fmla="*/ 0 h 1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2" h="175">
                  <a:moveTo>
                    <a:pt x="29" y="53"/>
                  </a:moveTo>
                  <a:lnTo>
                    <a:pt x="0" y="140"/>
                  </a:lnTo>
                  <a:lnTo>
                    <a:pt x="40" y="175"/>
                  </a:lnTo>
                  <a:lnTo>
                    <a:pt x="105" y="129"/>
                  </a:lnTo>
                  <a:lnTo>
                    <a:pt x="162" y="77"/>
                  </a:lnTo>
                  <a:lnTo>
                    <a:pt x="122" y="12"/>
                  </a:lnTo>
                  <a:lnTo>
                    <a:pt x="82" y="0"/>
                  </a:lnTo>
                  <a:lnTo>
                    <a:pt x="29" y="53"/>
                  </a:lnTo>
                  <a:close/>
                </a:path>
              </a:pathLst>
            </a:custGeom>
            <a:solidFill>
              <a:srgbClr val="FFFFFF"/>
            </a:solidFill>
            <a:ln w="9525">
              <a:solidFill>
                <a:srgbClr val="000000"/>
              </a:solidFill>
              <a:round/>
              <a:headEnd/>
              <a:tailEnd/>
            </a:ln>
          </p:spPr>
          <p:txBody>
            <a:bodyPr/>
            <a:lstStyle/>
            <a:p>
              <a:endParaRPr lang="ko-KR" altLang="en-US"/>
            </a:p>
          </p:txBody>
        </p:sp>
        <p:sp>
          <p:nvSpPr>
            <p:cNvPr id="418609" name="Freeform 85">
              <a:extLst>
                <a:ext uri="{FF2B5EF4-FFF2-40B4-BE49-F238E27FC236}">
                  <a16:creationId xmlns:a16="http://schemas.microsoft.com/office/drawing/2014/main" id="{8777FEEF-457C-AF78-4103-62D3222E475D}"/>
                </a:ext>
              </a:extLst>
            </p:cNvPr>
            <p:cNvSpPr>
              <a:spLocks/>
            </p:cNvSpPr>
            <p:nvPr/>
          </p:nvSpPr>
          <p:spPr bwMode="auto">
            <a:xfrm>
              <a:off x="1662" y="210"/>
              <a:ext cx="12" cy="15"/>
            </a:xfrm>
            <a:custGeom>
              <a:avLst/>
              <a:gdLst>
                <a:gd name="T0" fmla="*/ 0 w 145"/>
                <a:gd name="T1" fmla="*/ 0 h 192"/>
                <a:gd name="T2" fmla="*/ 0 w 145"/>
                <a:gd name="T3" fmla="*/ 0 h 192"/>
                <a:gd name="T4" fmla="*/ 0 w 145"/>
                <a:gd name="T5" fmla="*/ 0 h 192"/>
                <a:gd name="T6" fmla="*/ 0 w 145"/>
                <a:gd name="T7" fmla="*/ 0 h 192"/>
                <a:gd name="T8" fmla="*/ 0 w 145"/>
                <a:gd name="T9" fmla="*/ 0 h 192"/>
                <a:gd name="T10" fmla="*/ 0 w 145"/>
                <a:gd name="T11" fmla="*/ 0 h 192"/>
                <a:gd name="T12" fmla="*/ 0 w 145"/>
                <a:gd name="T13" fmla="*/ 0 h 192"/>
                <a:gd name="T14" fmla="*/ 0 w 145"/>
                <a:gd name="T15" fmla="*/ 0 h 192"/>
                <a:gd name="T16" fmla="*/ 0 w 145"/>
                <a:gd name="T17" fmla="*/ 0 h 192"/>
                <a:gd name="T18" fmla="*/ 0 w 145"/>
                <a:gd name="T19" fmla="*/ 0 h 192"/>
                <a:gd name="T20" fmla="*/ 0 w 145"/>
                <a:gd name="T21" fmla="*/ 0 h 1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5" h="192">
                  <a:moveTo>
                    <a:pt x="105" y="0"/>
                  </a:moveTo>
                  <a:lnTo>
                    <a:pt x="53" y="29"/>
                  </a:lnTo>
                  <a:lnTo>
                    <a:pt x="0" y="53"/>
                  </a:lnTo>
                  <a:lnTo>
                    <a:pt x="12" y="88"/>
                  </a:lnTo>
                  <a:lnTo>
                    <a:pt x="35" y="151"/>
                  </a:lnTo>
                  <a:lnTo>
                    <a:pt x="0" y="175"/>
                  </a:lnTo>
                  <a:lnTo>
                    <a:pt x="35" y="192"/>
                  </a:lnTo>
                  <a:lnTo>
                    <a:pt x="75" y="133"/>
                  </a:lnTo>
                  <a:lnTo>
                    <a:pt x="145" y="110"/>
                  </a:lnTo>
                  <a:lnTo>
                    <a:pt x="145" y="18"/>
                  </a:lnTo>
                  <a:lnTo>
                    <a:pt x="105" y="0"/>
                  </a:lnTo>
                  <a:close/>
                </a:path>
              </a:pathLst>
            </a:custGeom>
            <a:solidFill>
              <a:srgbClr val="FFFFFF"/>
            </a:solidFill>
            <a:ln w="9525">
              <a:solidFill>
                <a:srgbClr val="000000"/>
              </a:solidFill>
              <a:round/>
              <a:headEnd/>
              <a:tailEnd/>
            </a:ln>
          </p:spPr>
          <p:txBody>
            <a:bodyPr/>
            <a:lstStyle/>
            <a:p>
              <a:endParaRPr lang="ko-KR" altLang="en-US"/>
            </a:p>
          </p:txBody>
        </p:sp>
        <p:sp>
          <p:nvSpPr>
            <p:cNvPr id="418610" name="Freeform 86">
              <a:extLst>
                <a:ext uri="{FF2B5EF4-FFF2-40B4-BE49-F238E27FC236}">
                  <a16:creationId xmlns:a16="http://schemas.microsoft.com/office/drawing/2014/main" id="{B13E60AB-759D-00B1-BF6A-9CD91652D180}"/>
                </a:ext>
              </a:extLst>
            </p:cNvPr>
            <p:cNvSpPr>
              <a:spLocks/>
            </p:cNvSpPr>
            <p:nvPr/>
          </p:nvSpPr>
          <p:spPr bwMode="auto">
            <a:xfrm>
              <a:off x="1623" y="237"/>
              <a:ext cx="30" cy="20"/>
            </a:xfrm>
            <a:custGeom>
              <a:avLst/>
              <a:gdLst>
                <a:gd name="T0" fmla="*/ 0 w 379"/>
                <a:gd name="T1" fmla="*/ 0 h 255"/>
                <a:gd name="T2" fmla="*/ 0 w 379"/>
                <a:gd name="T3" fmla="*/ 0 h 255"/>
                <a:gd name="T4" fmla="*/ 0 w 379"/>
                <a:gd name="T5" fmla="*/ 0 h 255"/>
                <a:gd name="T6" fmla="*/ 0 w 379"/>
                <a:gd name="T7" fmla="*/ 0 h 255"/>
                <a:gd name="T8" fmla="*/ 0 w 379"/>
                <a:gd name="T9" fmla="*/ 0 h 255"/>
                <a:gd name="T10" fmla="*/ 0 w 379"/>
                <a:gd name="T11" fmla="*/ 0 h 255"/>
                <a:gd name="T12" fmla="*/ 0 w 379"/>
                <a:gd name="T13" fmla="*/ 0 h 255"/>
                <a:gd name="T14" fmla="*/ 0 w 379"/>
                <a:gd name="T15" fmla="*/ 0 h 255"/>
                <a:gd name="T16" fmla="*/ 0 w 379"/>
                <a:gd name="T17" fmla="*/ 0 h 255"/>
                <a:gd name="T18" fmla="*/ 0 w 379"/>
                <a:gd name="T19" fmla="*/ 0 h 255"/>
                <a:gd name="T20" fmla="*/ 0 w 379"/>
                <a:gd name="T21" fmla="*/ 0 h 255"/>
                <a:gd name="T22" fmla="*/ 0 w 379"/>
                <a:gd name="T23" fmla="*/ 0 h 255"/>
                <a:gd name="T24" fmla="*/ 0 w 379"/>
                <a:gd name="T25" fmla="*/ 0 h 255"/>
                <a:gd name="T26" fmla="*/ 0 w 379"/>
                <a:gd name="T27" fmla="*/ 0 h 255"/>
                <a:gd name="T28" fmla="*/ 0 w 379"/>
                <a:gd name="T29" fmla="*/ 0 h 255"/>
                <a:gd name="T30" fmla="*/ 0 w 379"/>
                <a:gd name="T31" fmla="*/ 0 h 255"/>
                <a:gd name="T32" fmla="*/ 0 w 379"/>
                <a:gd name="T33" fmla="*/ 0 h 255"/>
                <a:gd name="T34" fmla="*/ 0 w 379"/>
                <a:gd name="T35" fmla="*/ 0 h 255"/>
                <a:gd name="T36" fmla="*/ 0 w 379"/>
                <a:gd name="T37" fmla="*/ 0 h 2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9" h="255">
                  <a:moveTo>
                    <a:pt x="268" y="28"/>
                  </a:moveTo>
                  <a:lnTo>
                    <a:pt x="227" y="58"/>
                  </a:lnTo>
                  <a:lnTo>
                    <a:pt x="169" y="40"/>
                  </a:lnTo>
                  <a:lnTo>
                    <a:pt x="100" y="105"/>
                  </a:lnTo>
                  <a:lnTo>
                    <a:pt x="47" y="168"/>
                  </a:lnTo>
                  <a:lnTo>
                    <a:pt x="0" y="203"/>
                  </a:lnTo>
                  <a:lnTo>
                    <a:pt x="0" y="255"/>
                  </a:lnTo>
                  <a:lnTo>
                    <a:pt x="88" y="220"/>
                  </a:lnTo>
                  <a:lnTo>
                    <a:pt x="82" y="249"/>
                  </a:lnTo>
                  <a:lnTo>
                    <a:pt x="135" y="244"/>
                  </a:lnTo>
                  <a:lnTo>
                    <a:pt x="192" y="168"/>
                  </a:lnTo>
                  <a:lnTo>
                    <a:pt x="239" y="145"/>
                  </a:lnTo>
                  <a:lnTo>
                    <a:pt x="233" y="180"/>
                  </a:lnTo>
                  <a:lnTo>
                    <a:pt x="274" y="157"/>
                  </a:lnTo>
                  <a:lnTo>
                    <a:pt x="297" y="115"/>
                  </a:lnTo>
                  <a:lnTo>
                    <a:pt x="344" y="75"/>
                  </a:lnTo>
                  <a:lnTo>
                    <a:pt x="379" y="40"/>
                  </a:lnTo>
                  <a:lnTo>
                    <a:pt x="320" y="0"/>
                  </a:lnTo>
                  <a:lnTo>
                    <a:pt x="268" y="28"/>
                  </a:lnTo>
                  <a:close/>
                </a:path>
              </a:pathLst>
            </a:custGeom>
            <a:solidFill>
              <a:srgbClr val="FFFFFF"/>
            </a:solidFill>
            <a:ln w="9525">
              <a:solidFill>
                <a:srgbClr val="000000"/>
              </a:solidFill>
              <a:round/>
              <a:headEnd/>
              <a:tailEnd/>
            </a:ln>
          </p:spPr>
          <p:txBody>
            <a:bodyPr/>
            <a:lstStyle/>
            <a:p>
              <a:endParaRPr lang="ko-KR" altLang="en-US"/>
            </a:p>
          </p:txBody>
        </p:sp>
        <p:sp>
          <p:nvSpPr>
            <p:cNvPr id="418611" name="Freeform 87">
              <a:extLst>
                <a:ext uri="{FF2B5EF4-FFF2-40B4-BE49-F238E27FC236}">
                  <a16:creationId xmlns:a16="http://schemas.microsoft.com/office/drawing/2014/main" id="{A840B693-564C-ED66-3A5C-320770339E3A}"/>
                </a:ext>
              </a:extLst>
            </p:cNvPr>
            <p:cNvSpPr>
              <a:spLocks/>
            </p:cNvSpPr>
            <p:nvPr/>
          </p:nvSpPr>
          <p:spPr bwMode="auto">
            <a:xfrm>
              <a:off x="1638" y="262"/>
              <a:ext cx="33" cy="21"/>
            </a:xfrm>
            <a:custGeom>
              <a:avLst/>
              <a:gdLst>
                <a:gd name="T0" fmla="*/ 0 w 412"/>
                <a:gd name="T1" fmla="*/ 0 h 268"/>
                <a:gd name="T2" fmla="*/ 0 w 412"/>
                <a:gd name="T3" fmla="*/ 0 h 268"/>
                <a:gd name="T4" fmla="*/ 0 w 412"/>
                <a:gd name="T5" fmla="*/ 0 h 268"/>
                <a:gd name="T6" fmla="*/ 0 w 412"/>
                <a:gd name="T7" fmla="*/ 0 h 268"/>
                <a:gd name="T8" fmla="*/ 0 w 412"/>
                <a:gd name="T9" fmla="*/ 0 h 268"/>
                <a:gd name="T10" fmla="*/ 0 w 412"/>
                <a:gd name="T11" fmla="*/ 0 h 268"/>
                <a:gd name="T12" fmla="*/ 0 w 412"/>
                <a:gd name="T13" fmla="*/ 0 h 268"/>
                <a:gd name="T14" fmla="*/ 0 w 412"/>
                <a:gd name="T15" fmla="*/ 0 h 268"/>
                <a:gd name="T16" fmla="*/ 0 w 412"/>
                <a:gd name="T17" fmla="*/ 0 h 268"/>
                <a:gd name="T18" fmla="*/ 0 w 412"/>
                <a:gd name="T19" fmla="*/ 0 h 268"/>
                <a:gd name="T20" fmla="*/ 0 w 412"/>
                <a:gd name="T21" fmla="*/ 0 h 268"/>
                <a:gd name="T22" fmla="*/ 0 w 412"/>
                <a:gd name="T23" fmla="*/ 0 h 268"/>
                <a:gd name="T24" fmla="*/ 0 w 412"/>
                <a:gd name="T25" fmla="*/ 0 h 268"/>
                <a:gd name="T26" fmla="*/ 0 w 412"/>
                <a:gd name="T27" fmla="*/ 0 h 268"/>
                <a:gd name="T28" fmla="*/ 0 w 412"/>
                <a:gd name="T29" fmla="*/ 0 h 268"/>
                <a:gd name="T30" fmla="*/ 0 w 412"/>
                <a:gd name="T31" fmla="*/ 0 h 268"/>
                <a:gd name="T32" fmla="*/ 0 w 412"/>
                <a:gd name="T33" fmla="*/ 0 h 268"/>
                <a:gd name="T34" fmla="*/ 0 w 412"/>
                <a:gd name="T35" fmla="*/ 0 h 268"/>
                <a:gd name="T36" fmla="*/ 0 w 412"/>
                <a:gd name="T37" fmla="*/ 0 h 268"/>
                <a:gd name="T38" fmla="*/ 0 w 412"/>
                <a:gd name="T39" fmla="*/ 0 h 268"/>
                <a:gd name="T40" fmla="*/ 0 w 412"/>
                <a:gd name="T41" fmla="*/ 0 h 268"/>
                <a:gd name="T42" fmla="*/ 0 w 412"/>
                <a:gd name="T43" fmla="*/ 0 h 268"/>
                <a:gd name="T44" fmla="*/ 0 w 412"/>
                <a:gd name="T45" fmla="*/ 0 h 268"/>
                <a:gd name="T46" fmla="*/ 0 w 412"/>
                <a:gd name="T47" fmla="*/ 0 h 268"/>
                <a:gd name="T48" fmla="*/ 0 w 412"/>
                <a:gd name="T49" fmla="*/ 0 h 268"/>
                <a:gd name="T50" fmla="*/ 0 w 412"/>
                <a:gd name="T51" fmla="*/ 0 h 268"/>
                <a:gd name="T52" fmla="*/ 0 w 412"/>
                <a:gd name="T53" fmla="*/ 0 h 268"/>
                <a:gd name="T54" fmla="*/ 0 w 412"/>
                <a:gd name="T55" fmla="*/ 0 h 26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12" h="268">
                  <a:moveTo>
                    <a:pt x="365" y="0"/>
                  </a:moveTo>
                  <a:lnTo>
                    <a:pt x="302" y="12"/>
                  </a:lnTo>
                  <a:lnTo>
                    <a:pt x="290" y="87"/>
                  </a:lnTo>
                  <a:lnTo>
                    <a:pt x="261" y="104"/>
                  </a:lnTo>
                  <a:lnTo>
                    <a:pt x="220" y="87"/>
                  </a:lnTo>
                  <a:lnTo>
                    <a:pt x="185" y="81"/>
                  </a:lnTo>
                  <a:lnTo>
                    <a:pt x="157" y="81"/>
                  </a:lnTo>
                  <a:lnTo>
                    <a:pt x="150" y="6"/>
                  </a:lnTo>
                  <a:lnTo>
                    <a:pt x="110" y="0"/>
                  </a:lnTo>
                  <a:lnTo>
                    <a:pt x="46" y="17"/>
                  </a:lnTo>
                  <a:lnTo>
                    <a:pt x="70" y="69"/>
                  </a:lnTo>
                  <a:lnTo>
                    <a:pt x="58" y="87"/>
                  </a:lnTo>
                  <a:lnTo>
                    <a:pt x="5" y="104"/>
                  </a:lnTo>
                  <a:lnTo>
                    <a:pt x="5" y="139"/>
                  </a:lnTo>
                  <a:lnTo>
                    <a:pt x="58" y="163"/>
                  </a:lnTo>
                  <a:lnTo>
                    <a:pt x="70" y="191"/>
                  </a:lnTo>
                  <a:lnTo>
                    <a:pt x="0" y="221"/>
                  </a:lnTo>
                  <a:lnTo>
                    <a:pt x="23" y="268"/>
                  </a:lnTo>
                  <a:lnTo>
                    <a:pt x="139" y="268"/>
                  </a:lnTo>
                  <a:lnTo>
                    <a:pt x="192" y="226"/>
                  </a:lnTo>
                  <a:lnTo>
                    <a:pt x="261" y="250"/>
                  </a:lnTo>
                  <a:lnTo>
                    <a:pt x="302" y="250"/>
                  </a:lnTo>
                  <a:lnTo>
                    <a:pt x="337" y="203"/>
                  </a:lnTo>
                  <a:lnTo>
                    <a:pt x="319" y="151"/>
                  </a:lnTo>
                  <a:lnTo>
                    <a:pt x="372" y="104"/>
                  </a:lnTo>
                  <a:lnTo>
                    <a:pt x="412" y="17"/>
                  </a:lnTo>
                  <a:lnTo>
                    <a:pt x="372" y="0"/>
                  </a:lnTo>
                  <a:lnTo>
                    <a:pt x="365" y="0"/>
                  </a:lnTo>
                  <a:close/>
                </a:path>
              </a:pathLst>
            </a:custGeom>
            <a:solidFill>
              <a:srgbClr val="FFFFFF"/>
            </a:solidFill>
            <a:ln w="9525">
              <a:solidFill>
                <a:srgbClr val="000000"/>
              </a:solidFill>
              <a:round/>
              <a:headEnd/>
              <a:tailEnd/>
            </a:ln>
          </p:spPr>
          <p:txBody>
            <a:bodyPr/>
            <a:lstStyle/>
            <a:p>
              <a:endParaRPr lang="ko-KR" altLang="en-US"/>
            </a:p>
          </p:txBody>
        </p:sp>
        <p:sp>
          <p:nvSpPr>
            <p:cNvPr id="418612" name="Freeform 88">
              <a:extLst>
                <a:ext uri="{FF2B5EF4-FFF2-40B4-BE49-F238E27FC236}">
                  <a16:creationId xmlns:a16="http://schemas.microsoft.com/office/drawing/2014/main" id="{C56513A4-AD9F-637F-A703-94DCCAFAAF99}"/>
                </a:ext>
              </a:extLst>
            </p:cNvPr>
            <p:cNvSpPr>
              <a:spLocks/>
            </p:cNvSpPr>
            <p:nvPr/>
          </p:nvSpPr>
          <p:spPr bwMode="auto">
            <a:xfrm>
              <a:off x="1654" y="251"/>
              <a:ext cx="6" cy="4"/>
            </a:xfrm>
            <a:custGeom>
              <a:avLst/>
              <a:gdLst>
                <a:gd name="T0" fmla="*/ 0 w 76"/>
                <a:gd name="T1" fmla="*/ 0 h 47"/>
                <a:gd name="T2" fmla="*/ 0 w 76"/>
                <a:gd name="T3" fmla="*/ 0 h 47"/>
                <a:gd name="T4" fmla="*/ 0 w 76"/>
                <a:gd name="T5" fmla="*/ 0 h 47"/>
                <a:gd name="T6" fmla="*/ 0 w 76"/>
                <a:gd name="T7" fmla="*/ 0 h 47"/>
                <a:gd name="T8" fmla="*/ 0 w 76"/>
                <a:gd name="T9" fmla="*/ 0 h 47"/>
                <a:gd name="T10" fmla="*/ 0 w 76"/>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47">
                  <a:moveTo>
                    <a:pt x="17" y="0"/>
                  </a:moveTo>
                  <a:lnTo>
                    <a:pt x="6" y="0"/>
                  </a:lnTo>
                  <a:lnTo>
                    <a:pt x="0" y="40"/>
                  </a:lnTo>
                  <a:lnTo>
                    <a:pt x="46" y="47"/>
                  </a:lnTo>
                  <a:lnTo>
                    <a:pt x="76" y="12"/>
                  </a:lnTo>
                  <a:lnTo>
                    <a:pt x="17" y="0"/>
                  </a:lnTo>
                  <a:close/>
                </a:path>
              </a:pathLst>
            </a:custGeom>
            <a:solidFill>
              <a:srgbClr val="FFFFFF"/>
            </a:solidFill>
            <a:ln w="9525">
              <a:solidFill>
                <a:srgbClr val="000000"/>
              </a:solidFill>
              <a:round/>
              <a:headEnd/>
              <a:tailEnd/>
            </a:ln>
          </p:spPr>
          <p:txBody>
            <a:bodyPr/>
            <a:lstStyle/>
            <a:p>
              <a:endParaRPr lang="ko-KR" altLang="en-US"/>
            </a:p>
          </p:txBody>
        </p:sp>
        <p:sp>
          <p:nvSpPr>
            <p:cNvPr id="418613" name="Freeform 89">
              <a:extLst>
                <a:ext uri="{FF2B5EF4-FFF2-40B4-BE49-F238E27FC236}">
                  <a16:creationId xmlns:a16="http://schemas.microsoft.com/office/drawing/2014/main" id="{97B74AA6-495E-7BA6-06FF-CB9F02A16B82}"/>
                </a:ext>
              </a:extLst>
            </p:cNvPr>
            <p:cNvSpPr>
              <a:spLocks/>
            </p:cNvSpPr>
            <p:nvPr/>
          </p:nvSpPr>
          <p:spPr bwMode="auto">
            <a:xfrm>
              <a:off x="2042" y="244"/>
              <a:ext cx="30" cy="42"/>
            </a:xfrm>
            <a:custGeom>
              <a:avLst/>
              <a:gdLst>
                <a:gd name="T0" fmla="*/ 0 w 377"/>
                <a:gd name="T1" fmla="*/ 0 h 540"/>
                <a:gd name="T2" fmla="*/ 0 w 377"/>
                <a:gd name="T3" fmla="*/ 0 h 540"/>
                <a:gd name="T4" fmla="*/ 0 w 377"/>
                <a:gd name="T5" fmla="*/ 0 h 540"/>
                <a:gd name="T6" fmla="*/ 0 w 377"/>
                <a:gd name="T7" fmla="*/ 0 h 540"/>
                <a:gd name="T8" fmla="*/ 0 w 377"/>
                <a:gd name="T9" fmla="*/ 0 h 540"/>
                <a:gd name="T10" fmla="*/ 0 w 377"/>
                <a:gd name="T11" fmla="*/ 0 h 540"/>
                <a:gd name="T12" fmla="*/ 0 w 377"/>
                <a:gd name="T13" fmla="*/ 0 h 540"/>
                <a:gd name="T14" fmla="*/ 0 w 377"/>
                <a:gd name="T15" fmla="*/ 0 h 540"/>
                <a:gd name="T16" fmla="*/ 0 w 377"/>
                <a:gd name="T17" fmla="*/ 0 h 540"/>
                <a:gd name="T18" fmla="*/ 0 w 377"/>
                <a:gd name="T19" fmla="*/ 0 h 540"/>
                <a:gd name="T20" fmla="*/ 0 w 377"/>
                <a:gd name="T21" fmla="*/ 0 h 540"/>
                <a:gd name="T22" fmla="*/ 0 w 377"/>
                <a:gd name="T23" fmla="*/ 0 h 540"/>
                <a:gd name="T24" fmla="*/ 0 w 377"/>
                <a:gd name="T25" fmla="*/ 0 h 540"/>
                <a:gd name="T26" fmla="*/ 0 w 377"/>
                <a:gd name="T27" fmla="*/ 0 h 540"/>
                <a:gd name="T28" fmla="*/ 0 w 377"/>
                <a:gd name="T29" fmla="*/ 0 h 540"/>
                <a:gd name="T30" fmla="*/ 0 w 377"/>
                <a:gd name="T31" fmla="*/ 0 h 540"/>
                <a:gd name="T32" fmla="*/ 0 w 377"/>
                <a:gd name="T33" fmla="*/ 0 h 540"/>
                <a:gd name="T34" fmla="*/ 0 w 377"/>
                <a:gd name="T35" fmla="*/ 0 h 540"/>
                <a:gd name="T36" fmla="*/ 0 w 377"/>
                <a:gd name="T37" fmla="*/ 0 h 540"/>
                <a:gd name="T38" fmla="*/ 0 w 377"/>
                <a:gd name="T39" fmla="*/ 0 h 540"/>
                <a:gd name="T40" fmla="*/ 0 w 377"/>
                <a:gd name="T41" fmla="*/ 0 h 540"/>
                <a:gd name="T42" fmla="*/ 0 w 377"/>
                <a:gd name="T43" fmla="*/ 0 h 540"/>
                <a:gd name="T44" fmla="*/ 0 w 377"/>
                <a:gd name="T45" fmla="*/ 0 h 540"/>
                <a:gd name="T46" fmla="*/ 0 w 377"/>
                <a:gd name="T47" fmla="*/ 0 h 540"/>
                <a:gd name="T48" fmla="*/ 0 w 377"/>
                <a:gd name="T49" fmla="*/ 0 h 540"/>
                <a:gd name="T50" fmla="*/ 0 w 377"/>
                <a:gd name="T51" fmla="*/ 0 h 540"/>
                <a:gd name="T52" fmla="*/ 0 w 377"/>
                <a:gd name="T53" fmla="*/ 0 h 540"/>
                <a:gd name="T54" fmla="*/ 0 w 377"/>
                <a:gd name="T55" fmla="*/ 0 h 540"/>
                <a:gd name="T56" fmla="*/ 0 w 377"/>
                <a:gd name="T57" fmla="*/ 0 h 540"/>
                <a:gd name="T58" fmla="*/ 0 w 377"/>
                <a:gd name="T59" fmla="*/ 0 h 540"/>
                <a:gd name="T60" fmla="*/ 0 w 377"/>
                <a:gd name="T61" fmla="*/ 0 h 540"/>
                <a:gd name="T62" fmla="*/ 0 w 377"/>
                <a:gd name="T63" fmla="*/ 0 h 540"/>
                <a:gd name="T64" fmla="*/ 0 w 377"/>
                <a:gd name="T65" fmla="*/ 0 h 540"/>
                <a:gd name="T66" fmla="*/ 0 w 377"/>
                <a:gd name="T67" fmla="*/ 0 h 540"/>
                <a:gd name="T68" fmla="*/ 0 w 377"/>
                <a:gd name="T69" fmla="*/ 0 h 540"/>
                <a:gd name="T70" fmla="*/ 0 w 377"/>
                <a:gd name="T71" fmla="*/ 0 h 540"/>
                <a:gd name="T72" fmla="*/ 0 w 377"/>
                <a:gd name="T73" fmla="*/ 0 h 540"/>
                <a:gd name="T74" fmla="*/ 0 w 377"/>
                <a:gd name="T75" fmla="*/ 0 h 540"/>
                <a:gd name="T76" fmla="*/ 0 w 377"/>
                <a:gd name="T77" fmla="*/ 0 h 540"/>
                <a:gd name="T78" fmla="*/ 0 w 377"/>
                <a:gd name="T79" fmla="*/ 0 h 54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7" h="540">
                  <a:moveTo>
                    <a:pt x="192" y="110"/>
                  </a:moveTo>
                  <a:lnTo>
                    <a:pt x="157" y="99"/>
                  </a:lnTo>
                  <a:lnTo>
                    <a:pt x="150" y="40"/>
                  </a:lnTo>
                  <a:lnTo>
                    <a:pt x="139" y="12"/>
                  </a:lnTo>
                  <a:lnTo>
                    <a:pt x="110" y="0"/>
                  </a:lnTo>
                  <a:lnTo>
                    <a:pt x="80" y="17"/>
                  </a:lnTo>
                  <a:lnTo>
                    <a:pt x="63" y="46"/>
                  </a:lnTo>
                  <a:lnTo>
                    <a:pt x="0" y="12"/>
                  </a:lnTo>
                  <a:lnTo>
                    <a:pt x="0" y="40"/>
                  </a:lnTo>
                  <a:lnTo>
                    <a:pt x="28" y="127"/>
                  </a:lnTo>
                  <a:lnTo>
                    <a:pt x="46" y="156"/>
                  </a:lnTo>
                  <a:lnTo>
                    <a:pt x="52" y="209"/>
                  </a:lnTo>
                  <a:lnTo>
                    <a:pt x="104" y="249"/>
                  </a:lnTo>
                  <a:lnTo>
                    <a:pt x="139" y="267"/>
                  </a:lnTo>
                  <a:lnTo>
                    <a:pt x="185" y="244"/>
                  </a:lnTo>
                  <a:lnTo>
                    <a:pt x="185" y="209"/>
                  </a:lnTo>
                  <a:lnTo>
                    <a:pt x="227" y="226"/>
                  </a:lnTo>
                  <a:lnTo>
                    <a:pt x="237" y="279"/>
                  </a:lnTo>
                  <a:lnTo>
                    <a:pt x="203" y="296"/>
                  </a:lnTo>
                  <a:lnTo>
                    <a:pt x="168" y="296"/>
                  </a:lnTo>
                  <a:lnTo>
                    <a:pt x="168" y="325"/>
                  </a:lnTo>
                  <a:lnTo>
                    <a:pt x="203" y="331"/>
                  </a:lnTo>
                  <a:lnTo>
                    <a:pt x="237" y="343"/>
                  </a:lnTo>
                  <a:lnTo>
                    <a:pt x="215" y="389"/>
                  </a:lnTo>
                  <a:lnTo>
                    <a:pt x="168" y="401"/>
                  </a:lnTo>
                  <a:lnTo>
                    <a:pt x="203" y="465"/>
                  </a:lnTo>
                  <a:lnTo>
                    <a:pt x="261" y="493"/>
                  </a:lnTo>
                  <a:lnTo>
                    <a:pt x="279" y="540"/>
                  </a:lnTo>
                  <a:lnTo>
                    <a:pt x="296" y="465"/>
                  </a:lnTo>
                  <a:lnTo>
                    <a:pt x="302" y="395"/>
                  </a:lnTo>
                  <a:lnTo>
                    <a:pt x="314" y="325"/>
                  </a:lnTo>
                  <a:lnTo>
                    <a:pt x="349" y="256"/>
                  </a:lnTo>
                  <a:lnTo>
                    <a:pt x="354" y="186"/>
                  </a:lnTo>
                  <a:lnTo>
                    <a:pt x="377" y="156"/>
                  </a:lnTo>
                  <a:lnTo>
                    <a:pt x="349" y="151"/>
                  </a:lnTo>
                  <a:lnTo>
                    <a:pt x="296" y="110"/>
                  </a:lnTo>
                  <a:lnTo>
                    <a:pt x="255" y="52"/>
                  </a:lnTo>
                  <a:lnTo>
                    <a:pt x="232" y="81"/>
                  </a:lnTo>
                  <a:lnTo>
                    <a:pt x="180" y="99"/>
                  </a:lnTo>
                  <a:lnTo>
                    <a:pt x="192" y="110"/>
                  </a:lnTo>
                  <a:close/>
                </a:path>
              </a:pathLst>
            </a:custGeom>
            <a:solidFill>
              <a:srgbClr val="FFFFFF"/>
            </a:solidFill>
            <a:ln w="9525">
              <a:solidFill>
                <a:srgbClr val="000000"/>
              </a:solidFill>
              <a:round/>
              <a:headEnd/>
              <a:tailEnd/>
            </a:ln>
          </p:spPr>
          <p:txBody>
            <a:bodyPr/>
            <a:lstStyle/>
            <a:p>
              <a:endParaRPr lang="ko-KR" altLang="en-US"/>
            </a:p>
          </p:txBody>
        </p:sp>
        <p:sp>
          <p:nvSpPr>
            <p:cNvPr id="418614" name="Freeform 90">
              <a:extLst>
                <a:ext uri="{FF2B5EF4-FFF2-40B4-BE49-F238E27FC236}">
                  <a16:creationId xmlns:a16="http://schemas.microsoft.com/office/drawing/2014/main" id="{78810928-841B-2990-9B5D-448F037B53A2}"/>
                </a:ext>
              </a:extLst>
            </p:cNvPr>
            <p:cNvSpPr>
              <a:spLocks/>
            </p:cNvSpPr>
            <p:nvPr/>
          </p:nvSpPr>
          <p:spPr bwMode="auto">
            <a:xfrm>
              <a:off x="2074" y="242"/>
              <a:ext cx="15" cy="16"/>
            </a:xfrm>
            <a:custGeom>
              <a:avLst/>
              <a:gdLst>
                <a:gd name="T0" fmla="*/ 0 w 192"/>
                <a:gd name="T1" fmla="*/ 0 h 204"/>
                <a:gd name="T2" fmla="*/ 0 w 192"/>
                <a:gd name="T3" fmla="*/ 0 h 204"/>
                <a:gd name="T4" fmla="*/ 0 w 192"/>
                <a:gd name="T5" fmla="*/ 0 h 204"/>
                <a:gd name="T6" fmla="*/ 0 w 192"/>
                <a:gd name="T7" fmla="*/ 0 h 204"/>
                <a:gd name="T8" fmla="*/ 0 w 192"/>
                <a:gd name="T9" fmla="*/ 0 h 204"/>
                <a:gd name="T10" fmla="*/ 0 w 192"/>
                <a:gd name="T11" fmla="*/ 0 h 204"/>
                <a:gd name="T12" fmla="*/ 0 w 192"/>
                <a:gd name="T13" fmla="*/ 0 h 204"/>
                <a:gd name="T14" fmla="*/ 0 w 192"/>
                <a:gd name="T15" fmla="*/ 0 h 204"/>
                <a:gd name="T16" fmla="*/ 0 w 192"/>
                <a:gd name="T17" fmla="*/ 0 h 204"/>
                <a:gd name="T18" fmla="*/ 0 w 192"/>
                <a:gd name="T19" fmla="*/ 0 h 204"/>
                <a:gd name="T20" fmla="*/ 0 w 192"/>
                <a:gd name="T21" fmla="*/ 0 h 204"/>
                <a:gd name="T22" fmla="*/ 0 w 192"/>
                <a:gd name="T23" fmla="*/ 0 h 204"/>
                <a:gd name="T24" fmla="*/ 0 w 192"/>
                <a:gd name="T25" fmla="*/ 0 h 204"/>
                <a:gd name="T26" fmla="*/ 0 w 192"/>
                <a:gd name="T27" fmla="*/ 0 h 204"/>
                <a:gd name="T28" fmla="*/ 0 w 192"/>
                <a:gd name="T29" fmla="*/ 0 h 2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2" h="204">
                  <a:moveTo>
                    <a:pt x="23" y="35"/>
                  </a:moveTo>
                  <a:lnTo>
                    <a:pt x="0" y="76"/>
                  </a:lnTo>
                  <a:lnTo>
                    <a:pt x="0" y="134"/>
                  </a:lnTo>
                  <a:lnTo>
                    <a:pt x="12" y="175"/>
                  </a:lnTo>
                  <a:lnTo>
                    <a:pt x="40" y="204"/>
                  </a:lnTo>
                  <a:lnTo>
                    <a:pt x="75" y="198"/>
                  </a:lnTo>
                  <a:lnTo>
                    <a:pt x="93" y="169"/>
                  </a:lnTo>
                  <a:lnTo>
                    <a:pt x="134" y="134"/>
                  </a:lnTo>
                  <a:lnTo>
                    <a:pt x="169" y="129"/>
                  </a:lnTo>
                  <a:lnTo>
                    <a:pt x="192" y="76"/>
                  </a:lnTo>
                  <a:lnTo>
                    <a:pt x="192" y="30"/>
                  </a:lnTo>
                  <a:lnTo>
                    <a:pt x="122" y="0"/>
                  </a:lnTo>
                  <a:lnTo>
                    <a:pt x="40" y="47"/>
                  </a:lnTo>
                  <a:lnTo>
                    <a:pt x="23" y="59"/>
                  </a:lnTo>
                  <a:lnTo>
                    <a:pt x="23" y="35"/>
                  </a:lnTo>
                  <a:close/>
                </a:path>
              </a:pathLst>
            </a:custGeom>
            <a:solidFill>
              <a:srgbClr val="FFFFFF"/>
            </a:solidFill>
            <a:ln w="9525">
              <a:solidFill>
                <a:srgbClr val="000000"/>
              </a:solidFill>
              <a:round/>
              <a:headEnd/>
              <a:tailEnd/>
            </a:ln>
          </p:spPr>
          <p:txBody>
            <a:bodyPr/>
            <a:lstStyle/>
            <a:p>
              <a:endParaRPr lang="ko-KR" altLang="en-US"/>
            </a:p>
          </p:txBody>
        </p:sp>
        <p:sp>
          <p:nvSpPr>
            <p:cNvPr id="418615" name="Freeform 91">
              <a:extLst>
                <a:ext uri="{FF2B5EF4-FFF2-40B4-BE49-F238E27FC236}">
                  <a16:creationId xmlns:a16="http://schemas.microsoft.com/office/drawing/2014/main" id="{6219D3FE-EC81-7F9A-E6E2-806D3C02FB8C}"/>
                </a:ext>
              </a:extLst>
            </p:cNvPr>
            <p:cNvSpPr>
              <a:spLocks/>
            </p:cNvSpPr>
            <p:nvPr/>
          </p:nvSpPr>
          <p:spPr bwMode="auto">
            <a:xfrm>
              <a:off x="2074" y="266"/>
              <a:ext cx="10" cy="15"/>
            </a:xfrm>
            <a:custGeom>
              <a:avLst/>
              <a:gdLst>
                <a:gd name="T0" fmla="*/ 0 w 127"/>
                <a:gd name="T1" fmla="*/ 0 h 203"/>
                <a:gd name="T2" fmla="*/ 0 w 127"/>
                <a:gd name="T3" fmla="*/ 0 h 203"/>
                <a:gd name="T4" fmla="*/ 0 w 127"/>
                <a:gd name="T5" fmla="*/ 0 h 203"/>
                <a:gd name="T6" fmla="*/ 0 w 127"/>
                <a:gd name="T7" fmla="*/ 0 h 203"/>
                <a:gd name="T8" fmla="*/ 0 w 127"/>
                <a:gd name="T9" fmla="*/ 0 h 203"/>
                <a:gd name="T10" fmla="*/ 0 w 127"/>
                <a:gd name="T11" fmla="*/ 0 h 203"/>
                <a:gd name="T12" fmla="*/ 0 w 127"/>
                <a:gd name="T13" fmla="*/ 0 h 203"/>
                <a:gd name="T14" fmla="*/ 0 w 127"/>
                <a:gd name="T15" fmla="*/ 0 h 203"/>
                <a:gd name="T16" fmla="*/ 0 w 127"/>
                <a:gd name="T17" fmla="*/ 0 h 203"/>
                <a:gd name="T18" fmla="*/ 0 w 127"/>
                <a:gd name="T19" fmla="*/ 0 h 203"/>
                <a:gd name="T20" fmla="*/ 0 w 127"/>
                <a:gd name="T21" fmla="*/ 0 h 203"/>
                <a:gd name="T22" fmla="*/ 0 w 127"/>
                <a:gd name="T23" fmla="*/ 0 h 203"/>
                <a:gd name="T24" fmla="*/ 0 w 127"/>
                <a:gd name="T25" fmla="*/ 0 h 203"/>
                <a:gd name="T26" fmla="*/ 0 w 127"/>
                <a:gd name="T27" fmla="*/ 0 h 2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7" h="203">
                  <a:moveTo>
                    <a:pt x="75" y="64"/>
                  </a:moveTo>
                  <a:lnTo>
                    <a:pt x="40" y="34"/>
                  </a:lnTo>
                  <a:lnTo>
                    <a:pt x="0" y="0"/>
                  </a:lnTo>
                  <a:lnTo>
                    <a:pt x="0" y="110"/>
                  </a:lnTo>
                  <a:lnTo>
                    <a:pt x="47" y="139"/>
                  </a:lnTo>
                  <a:lnTo>
                    <a:pt x="75" y="186"/>
                  </a:lnTo>
                  <a:lnTo>
                    <a:pt x="105" y="203"/>
                  </a:lnTo>
                  <a:lnTo>
                    <a:pt x="122" y="151"/>
                  </a:lnTo>
                  <a:lnTo>
                    <a:pt x="127" y="99"/>
                  </a:lnTo>
                  <a:lnTo>
                    <a:pt x="93" y="75"/>
                  </a:lnTo>
                  <a:lnTo>
                    <a:pt x="58" y="81"/>
                  </a:lnTo>
                  <a:lnTo>
                    <a:pt x="29" y="52"/>
                  </a:lnTo>
                  <a:lnTo>
                    <a:pt x="0" y="34"/>
                  </a:lnTo>
                  <a:lnTo>
                    <a:pt x="75" y="64"/>
                  </a:lnTo>
                  <a:close/>
                </a:path>
              </a:pathLst>
            </a:custGeom>
            <a:solidFill>
              <a:srgbClr val="FFFFFF"/>
            </a:solidFill>
            <a:ln w="9525">
              <a:solidFill>
                <a:srgbClr val="000000"/>
              </a:solidFill>
              <a:round/>
              <a:headEnd/>
              <a:tailEnd/>
            </a:ln>
          </p:spPr>
          <p:txBody>
            <a:bodyPr/>
            <a:lstStyle/>
            <a:p>
              <a:endParaRPr lang="ko-KR" altLang="en-US"/>
            </a:p>
          </p:txBody>
        </p:sp>
        <p:sp>
          <p:nvSpPr>
            <p:cNvPr id="418616" name="Freeform 92">
              <a:extLst>
                <a:ext uri="{FF2B5EF4-FFF2-40B4-BE49-F238E27FC236}">
                  <a16:creationId xmlns:a16="http://schemas.microsoft.com/office/drawing/2014/main" id="{91047570-EA4C-F41D-0DEA-BFEC7C575C2A}"/>
                </a:ext>
              </a:extLst>
            </p:cNvPr>
            <p:cNvSpPr>
              <a:spLocks/>
            </p:cNvSpPr>
            <p:nvPr/>
          </p:nvSpPr>
          <p:spPr bwMode="auto">
            <a:xfrm>
              <a:off x="2437" y="754"/>
              <a:ext cx="50" cy="51"/>
            </a:xfrm>
            <a:custGeom>
              <a:avLst/>
              <a:gdLst>
                <a:gd name="T0" fmla="*/ 0 w 627"/>
                <a:gd name="T1" fmla="*/ 0 h 663"/>
                <a:gd name="T2" fmla="*/ 0 w 627"/>
                <a:gd name="T3" fmla="*/ 0 h 663"/>
                <a:gd name="T4" fmla="*/ 0 w 627"/>
                <a:gd name="T5" fmla="*/ 0 h 663"/>
                <a:gd name="T6" fmla="*/ 0 w 627"/>
                <a:gd name="T7" fmla="*/ 0 h 663"/>
                <a:gd name="T8" fmla="*/ 0 w 627"/>
                <a:gd name="T9" fmla="*/ 0 h 663"/>
                <a:gd name="T10" fmla="*/ 0 w 627"/>
                <a:gd name="T11" fmla="*/ 0 h 663"/>
                <a:gd name="T12" fmla="*/ 0 w 627"/>
                <a:gd name="T13" fmla="*/ 0 h 663"/>
                <a:gd name="T14" fmla="*/ 0 w 627"/>
                <a:gd name="T15" fmla="*/ 0 h 663"/>
                <a:gd name="T16" fmla="*/ 0 w 627"/>
                <a:gd name="T17" fmla="*/ 0 h 663"/>
                <a:gd name="T18" fmla="*/ 0 w 627"/>
                <a:gd name="T19" fmla="*/ 0 h 663"/>
                <a:gd name="T20" fmla="*/ 0 w 627"/>
                <a:gd name="T21" fmla="*/ 0 h 663"/>
                <a:gd name="T22" fmla="*/ 0 w 627"/>
                <a:gd name="T23" fmla="*/ 0 h 663"/>
                <a:gd name="T24" fmla="*/ 0 w 627"/>
                <a:gd name="T25" fmla="*/ 0 h 663"/>
                <a:gd name="T26" fmla="*/ 0 w 627"/>
                <a:gd name="T27" fmla="*/ 0 h 663"/>
                <a:gd name="T28" fmla="*/ 0 w 627"/>
                <a:gd name="T29" fmla="*/ 0 h 663"/>
                <a:gd name="T30" fmla="*/ 0 w 627"/>
                <a:gd name="T31" fmla="*/ 0 h 663"/>
                <a:gd name="T32" fmla="*/ 0 w 627"/>
                <a:gd name="T33" fmla="*/ 0 h 663"/>
                <a:gd name="T34" fmla="*/ 0 w 627"/>
                <a:gd name="T35" fmla="*/ 0 h 663"/>
                <a:gd name="T36" fmla="*/ 0 w 627"/>
                <a:gd name="T37" fmla="*/ 0 h 663"/>
                <a:gd name="T38" fmla="*/ 0 w 627"/>
                <a:gd name="T39" fmla="*/ 0 h 663"/>
                <a:gd name="T40" fmla="*/ 0 w 627"/>
                <a:gd name="T41" fmla="*/ 0 h 663"/>
                <a:gd name="T42" fmla="*/ 0 w 627"/>
                <a:gd name="T43" fmla="*/ 0 h 663"/>
                <a:gd name="T44" fmla="*/ 0 w 627"/>
                <a:gd name="T45" fmla="*/ 0 h 663"/>
                <a:gd name="T46" fmla="*/ 0 w 627"/>
                <a:gd name="T47" fmla="*/ 0 h 663"/>
                <a:gd name="T48" fmla="*/ 0 w 627"/>
                <a:gd name="T49" fmla="*/ 0 h 663"/>
                <a:gd name="T50" fmla="*/ 0 w 627"/>
                <a:gd name="T51" fmla="*/ 0 h 663"/>
                <a:gd name="T52" fmla="*/ 0 w 627"/>
                <a:gd name="T53" fmla="*/ 0 h 663"/>
                <a:gd name="T54" fmla="*/ 0 w 627"/>
                <a:gd name="T55" fmla="*/ 0 h 663"/>
                <a:gd name="T56" fmla="*/ 0 w 627"/>
                <a:gd name="T57" fmla="*/ 0 h 663"/>
                <a:gd name="T58" fmla="*/ 0 w 627"/>
                <a:gd name="T59" fmla="*/ 0 h 663"/>
                <a:gd name="T60" fmla="*/ 0 w 627"/>
                <a:gd name="T61" fmla="*/ 0 h 663"/>
                <a:gd name="T62" fmla="*/ 0 w 627"/>
                <a:gd name="T63" fmla="*/ 0 h 663"/>
                <a:gd name="T64" fmla="*/ 0 w 627"/>
                <a:gd name="T65" fmla="*/ 0 h 663"/>
                <a:gd name="T66" fmla="*/ 0 w 627"/>
                <a:gd name="T67" fmla="*/ 0 h 66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27" h="663">
                  <a:moveTo>
                    <a:pt x="273" y="134"/>
                  </a:moveTo>
                  <a:lnTo>
                    <a:pt x="250" y="112"/>
                  </a:lnTo>
                  <a:lnTo>
                    <a:pt x="198" y="70"/>
                  </a:lnTo>
                  <a:lnTo>
                    <a:pt x="157" y="24"/>
                  </a:lnTo>
                  <a:lnTo>
                    <a:pt x="116" y="0"/>
                  </a:lnTo>
                  <a:lnTo>
                    <a:pt x="63" y="47"/>
                  </a:lnTo>
                  <a:lnTo>
                    <a:pt x="29" y="12"/>
                  </a:lnTo>
                  <a:lnTo>
                    <a:pt x="0" y="0"/>
                  </a:lnTo>
                  <a:lnTo>
                    <a:pt x="29" y="59"/>
                  </a:lnTo>
                  <a:lnTo>
                    <a:pt x="98" y="129"/>
                  </a:lnTo>
                  <a:lnTo>
                    <a:pt x="145" y="169"/>
                  </a:lnTo>
                  <a:lnTo>
                    <a:pt x="210" y="274"/>
                  </a:lnTo>
                  <a:lnTo>
                    <a:pt x="238" y="309"/>
                  </a:lnTo>
                  <a:lnTo>
                    <a:pt x="243" y="356"/>
                  </a:lnTo>
                  <a:lnTo>
                    <a:pt x="238" y="448"/>
                  </a:lnTo>
                  <a:lnTo>
                    <a:pt x="296" y="483"/>
                  </a:lnTo>
                  <a:lnTo>
                    <a:pt x="354" y="535"/>
                  </a:lnTo>
                  <a:lnTo>
                    <a:pt x="418" y="600"/>
                  </a:lnTo>
                  <a:lnTo>
                    <a:pt x="465" y="635"/>
                  </a:lnTo>
                  <a:lnTo>
                    <a:pt x="511" y="663"/>
                  </a:lnTo>
                  <a:lnTo>
                    <a:pt x="587" y="663"/>
                  </a:lnTo>
                  <a:lnTo>
                    <a:pt x="627" y="611"/>
                  </a:lnTo>
                  <a:lnTo>
                    <a:pt x="627" y="565"/>
                  </a:lnTo>
                  <a:lnTo>
                    <a:pt x="592" y="518"/>
                  </a:lnTo>
                  <a:lnTo>
                    <a:pt x="552" y="471"/>
                  </a:lnTo>
                  <a:lnTo>
                    <a:pt x="529" y="425"/>
                  </a:lnTo>
                  <a:lnTo>
                    <a:pt x="494" y="379"/>
                  </a:lnTo>
                  <a:lnTo>
                    <a:pt x="424" y="321"/>
                  </a:lnTo>
                  <a:lnTo>
                    <a:pt x="395" y="297"/>
                  </a:lnTo>
                  <a:lnTo>
                    <a:pt x="360" y="256"/>
                  </a:lnTo>
                  <a:lnTo>
                    <a:pt x="308" y="222"/>
                  </a:lnTo>
                  <a:lnTo>
                    <a:pt x="290" y="192"/>
                  </a:lnTo>
                  <a:lnTo>
                    <a:pt x="273" y="140"/>
                  </a:lnTo>
                  <a:lnTo>
                    <a:pt x="273" y="134"/>
                  </a:lnTo>
                  <a:close/>
                </a:path>
              </a:pathLst>
            </a:custGeom>
            <a:solidFill>
              <a:srgbClr val="FFFFFF"/>
            </a:solidFill>
            <a:ln w="9525">
              <a:solidFill>
                <a:srgbClr val="000000"/>
              </a:solidFill>
              <a:round/>
              <a:headEnd/>
              <a:tailEnd/>
            </a:ln>
          </p:spPr>
          <p:txBody>
            <a:bodyPr/>
            <a:lstStyle/>
            <a:p>
              <a:endParaRPr lang="ko-KR" altLang="en-US"/>
            </a:p>
          </p:txBody>
        </p:sp>
        <p:sp>
          <p:nvSpPr>
            <p:cNvPr id="418617" name="Freeform 93">
              <a:extLst>
                <a:ext uri="{FF2B5EF4-FFF2-40B4-BE49-F238E27FC236}">
                  <a16:creationId xmlns:a16="http://schemas.microsoft.com/office/drawing/2014/main" id="{822CEC23-27D5-5133-E43A-680A99C34BC8}"/>
                </a:ext>
              </a:extLst>
            </p:cNvPr>
            <p:cNvSpPr>
              <a:spLocks/>
            </p:cNvSpPr>
            <p:nvPr/>
          </p:nvSpPr>
          <p:spPr bwMode="auto">
            <a:xfrm>
              <a:off x="2484" y="807"/>
              <a:ext cx="40" cy="8"/>
            </a:xfrm>
            <a:custGeom>
              <a:avLst/>
              <a:gdLst>
                <a:gd name="T0" fmla="*/ 0 w 500"/>
                <a:gd name="T1" fmla="*/ 0 h 117"/>
                <a:gd name="T2" fmla="*/ 0 w 500"/>
                <a:gd name="T3" fmla="*/ 0 h 117"/>
                <a:gd name="T4" fmla="*/ 0 w 500"/>
                <a:gd name="T5" fmla="*/ 0 h 117"/>
                <a:gd name="T6" fmla="*/ 0 w 500"/>
                <a:gd name="T7" fmla="*/ 0 h 117"/>
                <a:gd name="T8" fmla="*/ 0 w 500"/>
                <a:gd name="T9" fmla="*/ 0 h 117"/>
                <a:gd name="T10" fmla="*/ 0 w 500"/>
                <a:gd name="T11" fmla="*/ 0 h 117"/>
                <a:gd name="T12" fmla="*/ 0 w 500"/>
                <a:gd name="T13" fmla="*/ 0 h 117"/>
                <a:gd name="T14" fmla="*/ 0 w 500"/>
                <a:gd name="T15" fmla="*/ 0 h 117"/>
                <a:gd name="T16" fmla="*/ 0 w 500"/>
                <a:gd name="T17" fmla="*/ 0 h 117"/>
                <a:gd name="T18" fmla="*/ 0 w 500"/>
                <a:gd name="T19" fmla="*/ 0 h 117"/>
                <a:gd name="T20" fmla="*/ 0 w 500"/>
                <a:gd name="T21" fmla="*/ 0 h 117"/>
                <a:gd name="T22" fmla="*/ 0 w 500"/>
                <a:gd name="T23" fmla="*/ 0 h 117"/>
                <a:gd name="T24" fmla="*/ 0 w 500"/>
                <a:gd name="T25" fmla="*/ 0 h 117"/>
                <a:gd name="T26" fmla="*/ 0 w 500"/>
                <a:gd name="T27" fmla="*/ 0 h 117"/>
                <a:gd name="T28" fmla="*/ 0 w 500"/>
                <a:gd name="T29" fmla="*/ 0 h 117"/>
                <a:gd name="T30" fmla="*/ 0 w 500"/>
                <a:gd name="T31" fmla="*/ 0 h 117"/>
                <a:gd name="T32" fmla="*/ 0 w 500"/>
                <a:gd name="T33" fmla="*/ 0 h 117"/>
                <a:gd name="T34" fmla="*/ 0 w 500"/>
                <a:gd name="T35" fmla="*/ 0 h 117"/>
                <a:gd name="T36" fmla="*/ 0 w 500"/>
                <a:gd name="T37" fmla="*/ 0 h 117"/>
                <a:gd name="T38" fmla="*/ 0 w 500"/>
                <a:gd name="T39" fmla="*/ 0 h 117"/>
                <a:gd name="T40" fmla="*/ 0 w 500"/>
                <a:gd name="T41" fmla="*/ 0 h 117"/>
                <a:gd name="T42" fmla="*/ 0 w 500"/>
                <a:gd name="T43" fmla="*/ 0 h 117"/>
                <a:gd name="T44" fmla="*/ 0 w 500"/>
                <a:gd name="T45" fmla="*/ 0 h 117"/>
                <a:gd name="T46" fmla="*/ 0 w 500"/>
                <a:gd name="T47" fmla="*/ 0 h 1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0" h="117">
                  <a:moveTo>
                    <a:pt x="122" y="59"/>
                  </a:moveTo>
                  <a:lnTo>
                    <a:pt x="59" y="99"/>
                  </a:lnTo>
                  <a:lnTo>
                    <a:pt x="18" y="82"/>
                  </a:lnTo>
                  <a:lnTo>
                    <a:pt x="0" y="53"/>
                  </a:lnTo>
                  <a:lnTo>
                    <a:pt x="18" y="18"/>
                  </a:lnTo>
                  <a:lnTo>
                    <a:pt x="70" y="18"/>
                  </a:lnTo>
                  <a:lnTo>
                    <a:pt x="134" y="24"/>
                  </a:lnTo>
                  <a:lnTo>
                    <a:pt x="181" y="42"/>
                  </a:lnTo>
                  <a:lnTo>
                    <a:pt x="192" y="12"/>
                  </a:lnTo>
                  <a:lnTo>
                    <a:pt x="286" y="0"/>
                  </a:lnTo>
                  <a:lnTo>
                    <a:pt x="349" y="0"/>
                  </a:lnTo>
                  <a:lnTo>
                    <a:pt x="396" y="24"/>
                  </a:lnTo>
                  <a:lnTo>
                    <a:pt x="431" y="42"/>
                  </a:lnTo>
                  <a:lnTo>
                    <a:pt x="478" y="77"/>
                  </a:lnTo>
                  <a:lnTo>
                    <a:pt x="500" y="82"/>
                  </a:lnTo>
                  <a:lnTo>
                    <a:pt x="500" y="99"/>
                  </a:lnTo>
                  <a:lnTo>
                    <a:pt x="384" y="111"/>
                  </a:lnTo>
                  <a:lnTo>
                    <a:pt x="314" y="117"/>
                  </a:lnTo>
                  <a:lnTo>
                    <a:pt x="268" y="99"/>
                  </a:lnTo>
                  <a:lnTo>
                    <a:pt x="204" y="82"/>
                  </a:lnTo>
                  <a:lnTo>
                    <a:pt x="164" y="53"/>
                  </a:lnTo>
                  <a:lnTo>
                    <a:pt x="129" y="47"/>
                  </a:lnTo>
                  <a:lnTo>
                    <a:pt x="117" y="47"/>
                  </a:lnTo>
                  <a:lnTo>
                    <a:pt x="122" y="59"/>
                  </a:lnTo>
                  <a:close/>
                </a:path>
              </a:pathLst>
            </a:custGeom>
            <a:solidFill>
              <a:srgbClr val="FFFFFF"/>
            </a:solidFill>
            <a:ln w="9525">
              <a:solidFill>
                <a:srgbClr val="000000"/>
              </a:solidFill>
              <a:round/>
              <a:headEnd/>
              <a:tailEnd/>
            </a:ln>
          </p:spPr>
          <p:txBody>
            <a:bodyPr/>
            <a:lstStyle/>
            <a:p>
              <a:endParaRPr lang="ko-KR" altLang="en-US"/>
            </a:p>
          </p:txBody>
        </p:sp>
        <p:sp>
          <p:nvSpPr>
            <p:cNvPr id="418618" name="Freeform 94">
              <a:extLst>
                <a:ext uri="{FF2B5EF4-FFF2-40B4-BE49-F238E27FC236}">
                  <a16:creationId xmlns:a16="http://schemas.microsoft.com/office/drawing/2014/main" id="{484E9CA9-73F7-CBB6-6F1B-AF58C0B5BA4E}"/>
                </a:ext>
              </a:extLst>
            </p:cNvPr>
            <p:cNvSpPr>
              <a:spLocks/>
            </p:cNvSpPr>
            <p:nvPr/>
          </p:nvSpPr>
          <p:spPr bwMode="auto">
            <a:xfrm>
              <a:off x="2544" y="808"/>
              <a:ext cx="12" cy="3"/>
            </a:xfrm>
            <a:custGeom>
              <a:avLst/>
              <a:gdLst>
                <a:gd name="T0" fmla="*/ 0 w 157"/>
                <a:gd name="T1" fmla="*/ 0 h 35"/>
                <a:gd name="T2" fmla="*/ 0 w 157"/>
                <a:gd name="T3" fmla="*/ 0 h 35"/>
                <a:gd name="T4" fmla="*/ 0 w 157"/>
                <a:gd name="T5" fmla="*/ 0 h 35"/>
                <a:gd name="T6" fmla="*/ 0 w 157"/>
                <a:gd name="T7" fmla="*/ 0 h 35"/>
                <a:gd name="T8" fmla="*/ 0 w 157"/>
                <a:gd name="T9" fmla="*/ 0 h 35"/>
                <a:gd name="T10" fmla="*/ 0 w 157"/>
                <a:gd name="T11" fmla="*/ 0 h 35"/>
                <a:gd name="T12" fmla="*/ 0 w 157"/>
                <a:gd name="T13" fmla="*/ 0 h 35"/>
                <a:gd name="T14" fmla="*/ 0 w 157"/>
                <a:gd name="T15" fmla="*/ 0 h 35"/>
                <a:gd name="T16" fmla="*/ 0 w 157"/>
                <a:gd name="T17" fmla="*/ 0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7" h="35">
                  <a:moveTo>
                    <a:pt x="35" y="29"/>
                  </a:moveTo>
                  <a:lnTo>
                    <a:pt x="0" y="0"/>
                  </a:lnTo>
                  <a:lnTo>
                    <a:pt x="52" y="0"/>
                  </a:lnTo>
                  <a:lnTo>
                    <a:pt x="99" y="0"/>
                  </a:lnTo>
                  <a:lnTo>
                    <a:pt x="140" y="0"/>
                  </a:lnTo>
                  <a:lnTo>
                    <a:pt x="157" y="35"/>
                  </a:lnTo>
                  <a:lnTo>
                    <a:pt x="99" y="29"/>
                  </a:lnTo>
                  <a:lnTo>
                    <a:pt x="35" y="23"/>
                  </a:lnTo>
                  <a:lnTo>
                    <a:pt x="35" y="29"/>
                  </a:lnTo>
                  <a:close/>
                </a:path>
              </a:pathLst>
            </a:custGeom>
            <a:solidFill>
              <a:srgbClr val="FFFFFF"/>
            </a:solidFill>
            <a:ln w="9525">
              <a:solidFill>
                <a:srgbClr val="000000"/>
              </a:solidFill>
              <a:round/>
              <a:headEnd/>
              <a:tailEnd/>
            </a:ln>
          </p:spPr>
          <p:txBody>
            <a:bodyPr/>
            <a:lstStyle/>
            <a:p>
              <a:endParaRPr lang="ko-KR" altLang="en-US"/>
            </a:p>
          </p:txBody>
        </p:sp>
        <p:sp>
          <p:nvSpPr>
            <p:cNvPr id="418619" name="Freeform 95">
              <a:extLst>
                <a:ext uri="{FF2B5EF4-FFF2-40B4-BE49-F238E27FC236}">
                  <a16:creationId xmlns:a16="http://schemas.microsoft.com/office/drawing/2014/main" id="{83906C8E-E0BA-85A5-C1DA-DB2E2BBE567B}"/>
                </a:ext>
              </a:extLst>
            </p:cNvPr>
            <p:cNvSpPr>
              <a:spLocks/>
            </p:cNvSpPr>
            <p:nvPr/>
          </p:nvSpPr>
          <p:spPr bwMode="auto">
            <a:xfrm>
              <a:off x="2542" y="815"/>
              <a:ext cx="7" cy="3"/>
            </a:xfrm>
            <a:custGeom>
              <a:avLst/>
              <a:gdLst>
                <a:gd name="T0" fmla="*/ 0 w 98"/>
                <a:gd name="T1" fmla="*/ 0 h 41"/>
                <a:gd name="T2" fmla="*/ 0 w 98"/>
                <a:gd name="T3" fmla="*/ 0 h 41"/>
                <a:gd name="T4" fmla="*/ 0 w 98"/>
                <a:gd name="T5" fmla="*/ 0 h 41"/>
                <a:gd name="T6" fmla="*/ 0 w 98"/>
                <a:gd name="T7" fmla="*/ 0 h 41"/>
                <a:gd name="T8" fmla="*/ 0 w 98"/>
                <a:gd name="T9" fmla="*/ 0 h 41"/>
                <a:gd name="T10" fmla="*/ 0 w 98"/>
                <a:gd name="T11" fmla="*/ 0 h 41"/>
                <a:gd name="T12" fmla="*/ 0 w 98"/>
                <a:gd name="T13" fmla="*/ 0 h 41"/>
                <a:gd name="T14" fmla="*/ 0 w 98"/>
                <a:gd name="T15" fmla="*/ 0 h 4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 h="41">
                  <a:moveTo>
                    <a:pt x="0" y="6"/>
                  </a:moveTo>
                  <a:lnTo>
                    <a:pt x="35" y="0"/>
                  </a:lnTo>
                  <a:lnTo>
                    <a:pt x="87" y="0"/>
                  </a:lnTo>
                  <a:lnTo>
                    <a:pt x="98" y="41"/>
                  </a:lnTo>
                  <a:lnTo>
                    <a:pt x="69" y="29"/>
                  </a:lnTo>
                  <a:lnTo>
                    <a:pt x="35" y="11"/>
                  </a:lnTo>
                  <a:lnTo>
                    <a:pt x="5" y="11"/>
                  </a:lnTo>
                  <a:lnTo>
                    <a:pt x="0" y="6"/>
                  </a:lnTo>
                  <a:close/>
                </a:path>
              </a:pathLst>
            </a:custGeom>
            <a:solidFill>
              <a:srgbClr val="FFFFFF"/>
            </a:solidFill>
            <a:ln w="9525">
              <a:solidFill>
                <a:srgbClr val="000000"/>
              </a:solidFill>
              <a:round/>
              <a:headEnd/>
              <a:tailEnd/>
            </a:ln>
          </p:spPr>
          <p:txBody>
            <a:bodyPr/>
            <a:lstStyle/>
            <a:p>
              <a:endParaRPr lang="ko-KR" altLang="en-US"/>
            </a:p>
          </p:txBody>
        </p:sp>
        <p:sp>
          <p:nvSpPr>
            <p:cNvPr id="418620" name="Freeform 96">
              <a:extLst>
                <a:ext uri="{FF2B5EF4-FFF2-40B4-BE49-F238E27FC236}">
                  <a16:creationId xmlns:a16="http://schemas.microsoft.com/office/drawing/2014/main" id="{CF1CC6A5-1C87-1E84-A523-A5E547E65663}"/>
                </a:ext>
              </a:extLst>
            </p:cNvPr>
            <p:cNvSpPr>
              <a:spLocks/>
            </p:cNvSpPr>
            <p:nvPr/>
          </p:nvSpPr>
          <p:spPr bwMode="auto">
            <a:xfrm>
              <a:off x="2563" y="801"/>
              <a:ext cx="14" cy="12"/>
            </a:xfrm>
            <a:custGeom>
              <a:avLst/>
              <a:gdLst>
                <a:gd name="T0" fmla="*/ 0 w 174"/>
                <a:gd name="T1" fmla="*/ 0 h 156"/>
                <a:gd name="T2" fmla="*/ 0 w 174"/>
                <a:gd name="T3" fmla="*/ 0 h 156"/>
                <a:gd name="T4" fmla="*/ 0 w 174"/>
                <a:gd name="T5" fmla="*/ 0 h 156"/>
                <a:gd name="T6" fmla="*/ 0 w 174"/>
                <a:gd name="T7" fmla="*/ 0 h 156"/>
                <a:gd name="T8" fmla="*/ 0 w 174"/>
                <a:gd name="T9" fmla="*/ 0 h 156"/>
                <a:gd name="T10" fmla="*/ 0 w 174"/>
                <a:gd name="T11" fmla="*/ 0 h 156"/>
                <a:gd name="T12" fmla="*/ 0 w 174"/>
                <a:gd name="T13" fmla="*/ 0 h 156"/>
                <a:gd name="T14" fmla="*/ 0 w 174"/>
                <a:gd name="T15" fmla="*/ 0 h 156"/>
                <a:gd name="T16" fmla="*/ 0 w 174"/>
                <a:gd name="T17" fmla="*/ 0 h 156"/>
                <a:gd name="T18" fmla="*/ 0 w 174"/>
                <a:gd name="T19" fmla="*/ 0 h 1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4" h="156">
                  <a:moveTo>
                    <a:pt x="0" y="156"/>
                  </a:moveTo>
                  <a:lnTo>
                    <a:pt x="35" y="116"/>
                  </a:lnTo>
                  <a:lnTo>
                    <a:pt x="92" y="69"/>
                  </a:lnTo>
                  <a:lnTo>
                    <a:pt x="122" y="46"/>
                  </a:lnTo>
                  <a:lnTo>
                    <a:pt x="174" y="0"/>
                  </a:lnTo>
                  <a:lnTo>
                    <a:pt x="157" y="58"/>
                  </a:lnTo>
                  <a:lnTo>
                    <a:pt x="104" y="87"/>
                  </a:lnTo>
                  <a:lnTo>
                    <a:pt x="52" y="134"/>
                  </a:lnTo>
                  <a:lnTo>
                    <a:pt x="17" y="151"/>
                  </a:lnTo>
                  <a:lnTo>
                    <a:pt x="0" y="156"/>
                  </a:lnTo>
                  <a:close/>
                </a:path>
              </a:pathLst>
            </a:custGeom>
            <a:solidFill>
              <a:srgbClr val="FFFFFF"/>
            </a:solidFill>
            <a:ln w="9525">
              <a:solidFill>
                <a:srgbClr val="000000"/>
              </a:solidFill>
              <a:round/>
              <a:headEnd/>
              <a:tailEnd/>
            </a:ln>
          </p:spPr>
          <p:txBody>
            <a:bodyPr/>
            <a:lstStyle/>
            <a:p>
              <a:endParaRPr lang="ko-KR" altLang="en-US"/>
            </a:p>
          </p:txBody>
        </p:sp>
        <p:sp>
          <p:nvSpPr>
            <p:cNvPr id="418621" name="Freeform 97">
              <a:extLst>
                <a:ext uri="{FF2B5EF4-FFF2-40B4-BE49-F238E27FC236}">
                  <a16:creationId xmlns:a16="http://schemas.microsoft.com/office/drawing/2014/main" id="{B49CC75C-43AC-A36B-A0E8-7531391DEEBE}"/>
                </a:ext>
              </a:extLst>
            </p:cNvPr>
            <p:cNvSpPr>
              <a:spLocks/>
            </p:cNvSpPr>
            <p:nvPr/>
          </p:nvSpPr>
          <p:spPr bwMode="auto">
            <a:xfrm>
              <a:off x="2502" y="751"/>
              <a:ext cx="42" cy="44"/>
            </a:xfrm>
            <a:custGeom>
              <a:avLst/>
              <a:gdLst>
                <a:gd name="T0" fmla="*/ 0 w 523"/>
                <a:gd name="T1" fmla="*/ 0 h 558"/>
                <a:gd name="T2" fmla="*/ 0 w 523"/>
                <a:gd name="T3" fmla="*/ 0 h 558"/>
                <a:gd name="T4" fmla="*/ 0 w 523"/>
                <a:gd name="T5" fmla="*/ 0 h 558"/>
                <a:gd name="T6" fmla="*/ 0 w 523"/>
                <a:gd name="T7" fmla="*/ 0 h 558"/>
                <a:gd name="T8" fmla="*/ 0 w 523"/>
                <a:gd name="T9" fmla="*/ 0 h 558"/>
                <a:gd name="T10" fmla="*/ 0 w 523"/>
                <a:gd name="T11" fmla="*/ 0 h 558"/>
                <a:gd name="T12" fmla="*/ 0 w 523"/>
                <a:gd name="T13" fmla="*/ 0 h 558"/>
                <a:gd name="T14" fmla="*/ 0 w 523"/>
                <a:gd name="T15" fmla="*/ 0 h 558"/>
                <a:gd name="T16" fmla="*/ 0 w 523"/>
                <a:gd name="T17" fmla="*/ 0 h 558"/>
                <a:gd name="T18" fmla="*/ 0 w 523"/>
                <a:gd name="T19" fmla="*/ 0 h 558"/>
                <a:gd name="T20" fmla="*/ 0 w 523"/>
                <a:gd name="T21" fmla="*/ 0 h 558"/>
                <a:gd name="T22" fmla="*/ 0 w 523"/>
                <a:gd name="T23" fmla="*/ 0 h 558"/>
                <a:gd name="T24" fmla="*/ 0 w 523"/>
                <a:gd name="T25" fmla="*/ 0 h 558"/>
                <a:gd name="T26" fmla="*/ 0 w 523"/>
                <a:gd name="T27" fmla="*/ 0 h 558"/>
                <a:gd name="T28" fmla="*/ 0 w 523"/>
                <a:gd name="T29" fmla="*/ 0 h 558"/>
                <a:gd name="T30" fmla="*/ 0 w 523"/>
                <a:gd name="T31" fmla="*/ 0 h 558"/>
                <a:gd name="T32" fmla="*/ 0 w 523"/>
                <a:gd name="T33" fmla="*/ 0 h 558"/>
                <a:gd name="T34" fmla="*/ 0 w 523"/>
                <a:gd name="T35" fmla="*/ 0 h 558"/>
                <a:gd name="T36" fmla="*/ 0 w 523"/>
                <a:gd name="T37" fmla="*/ 0 h 558"/>
                <a:gd name="T38" fmla="*/ 0 w 523"/>
                <a:gd name="T39" fmla="*/ 0 h 558"/>
                <a:gd name="T40" fmla="*/ 0 w 523"/>
                <a:gd name="T41" fmla="*/ 0 h 558"/>
                <a:gd name="T42" fmla="*/ 0 w 523"/>
                <a:gd name="T43" fmla="*/ 0 h 558"/>
                <a:gd name="T44" fmla="*/ 0 w 523"/>
                <a:gd name="T45" fmla="*/ 0 h 558"/>
                <a:gd name="T46" fmla="*/ 0 w 523"/>
                <a:gd name="T47" fmla="*/ 0 h 558"/>
                <a:gd name="T48" fmla="*/ 0 w 523"/>
                <a:gd name="T49" fmla="*/ 0 h 558"/>
                <a:gd name="T50" fmla="*/ 0 w 523"/>
                <a:gd name="T51" fmla="*/ 0 h 558"/>
                <a:gd name="T52" fmla="*/ 0 w 523"/>
                <a:gd name="T53" fmla="*/ 0 h 558"/>
                <a:gd name="T54" fmla="*/ 0 w 523"/>
                <a:gd name="T55" fmla="*/ 0 h 558"/>
                <a:gd name="T56" fmla="*/ 0 w 523"/>
                <a:gd name="T57" fmla="*/ 0 h 558"/>
                <a:gd name="T58" fmla="*/ 0 w 523"/>
                <a:gd name="T59" fmla="*/ 0 h 558"/>
                <a:gd name="T60" fmla="*/ 0 w 523"/>
                <a:gd name="T61" fmla="*/ 0 h 558"/>
                <a:gd name="T62" fmla="*/ 0 w 523"/>
                <a:gd name="T63" fmla="*/ 0 h 558"/>
                <a:gd name="T64" fmla="*/ 0 w 523"/>
                <a:gd name="T65" fmla="*/ 0 h 558"/>
                <a:gd name="T66" fmla="*/ 0 w 523"/>
                <a:gd name="T67" fmla="*/ 0 h 558"/>
                <a:gd name="T68" fmla="*/ 0 w 523"/>
                <a:gd name="T69" fmla="*/ 0 h 558"/>
                <a:gd name="T70" fmla="*/ 0 w 523"/>
                <a:gd name="T71" fmla="*/ 0 h 558"/>
                <a:gd name="T72" fmla="*/ 0 w 523"/>
                <a:gd name="T73" fmla="*/ 0 h 5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3" h="558">
                  <a:moveTo>
                    <a:pt x="279" y="534"/>
                  </a:moveTo>
                  <a:lnTo>
                    <a:pt x="192" y="529"/>
                  </a:lnTo>
                  <a:lnTo>
                    <a:pt x="134" y="558"/>
                  </a:lnTo>
                  <a:lnTo>
                    <a:pt x="94" y="558"/>
                  </a:lnTo>
                  <a:lnTo>
                    <a:pt x="52" y="534"/>
                  </a:lnTo>
                  <a:lnTo>
                    <a:pt x="41" y="506"/>
                  </a:lnTo>
                  <a:lnTo>
                    <a:pt x="52" y="464"/>
                  </a:lnTo>
                  <a:lnTo>
                    <a:pt x="41" y="453"/>
                  </a:lnTo>
                  <a:lnTo>
                    <a:pt x="0" y="429"/>
                  </a:lnTo>
                  <a:lnTo>
                    <a:pt x="0" y="384"/>
                  </a:lnTo>
                  <a:lnTo>
                    <a:pt x="17" y="337"/>
                  </a:lnTo>
                  <a:lnTo>
                    <a:pt x="17" y="279"/>
                  </a:lnTo>
                  <a:lnTo>
                    <a:pt x="47" y="220"/>
                  </a:lnTo>
                  <a:lnTo>
                    <a:pt x="94" y="244"/>
                  </a:lnTo>
                  <a:lnTo>
                    <a:pt x="116" y="262"/>
                  </a:lnTo>
                  <a:lnTo>
                    <a:pt x="163" y="255"/>
                  </a:lnTo>
                  <a:lnTo>
                    <a:pt x="239" y="197"/>
                  </a:lnTo>
                  <a:lnTo>
                    <a:pt x="273" y="180"/>
                  </a:lnTo>
                  <a:lnTo>
                    <a:pt x="303" y="140"/>
                  </a:lnTo>
                  <a:lnTo>
                    <a:pt x="338" y="75"/>
                  </a:lnTo>
                  <a:lnTo>
                    <a:pt x="373" y="23"/>
                  </a:lnTo>
                  <a:lnTo>
                    <a:pt x="407" y="6"/>
                  </a:lnTo>
                  <a:lnTo>
                    <a:pt x="442" y="0"/>
                  </a:lnTo>
                  <a:lnTo>
                    <a:pt x="460" y="0"/>
                  </a:lnTo>
                  <a:lnTo>
                    <a:pt x="465" y="63"/>
                  </a:lnTo>
                  <a:lnTo>
                    <a:pt x="495" y="98"/>
                  </a:lnTo>
                  <a:lnTo>
                    <a:pt x="523" y="140"/>
                  </a:lnTo>
                  <a:lnTo>
                    <a:pt x="523" y="185"/>
                  </a:lnTo>
                  <a:lnTo>
                    <a:pt x="460" y="232"/>
                  </a:lnTo>
                  <a:lnTo>
                    <a:pt x="453" y="307"/>
                  </a:lnTo>
                  <a:lnTo>
                    <a:pt x="413" y="349"/>
                  </a:lnTo>
                  <a:lnTo>
                    <a:pt x="390" y="372"/>
                  </a:lnTo>
                  <a:lnTo>
                    <a:pt x="378" y="441"/>
                  </a:lnTo>
                  <a:lnTo>
                    <a:pt x="378" y="476"/>
                  </a:lnTo>
                  <a:lnTo>
                    <a:pt x="349" y="534"/>
                  </a:lnTo>
                  <a:lnTo>
                    <a:pt x="273" y="534"/>
                  </a:lnTo>
                  <a:lnTo>
                    <a:pt x="279" y="534"/>
                  </a:lnTo>
                  <a:close/>
                </a:path>
              </a:pathLst>
            </a:custGeom>
            <a:solidFill>
              <a:srgbClr val="FFFFFF"/>
            </a:solidFill>
            <a:ln w="9525">
              <a:solidFill>
                <a:srgbClr val="000000"/>
              </a:solidFill>
              <a:round/>
              <a:headEnd/>
              <a:tailEnd/>
            </a:ln>
          </p:spPr>
          <p:txBody>
            <a:bodyPr/>
            <a:lstStyle/>
            <a:p>
              <a:endParaRPr lang="ko-KR" altLang="en-US"/>
            </a:p>
          </p:txBody>
        </p:sp>
        <p:sp>
          <p:nvSpPr>
            <p:cNvPr id="418622" name="Freeform 98">
              <a:extLst>
                <a:ext uri="{FF2B5EF4-FFF2-40B4-BE49-F238E27FC236}">
                  <a16:creationId xmlns:a16="http://schemas.microsoft.com/office/drawing/2014/main" id="{C6A0CAE0-67FC-ABFE-47C0-19E5868C12E7}"/>
                </a:ext>
              </a:extLst>
            </p:cNvPr>
            <p:cNvSpPr>
              <a:spLocks/>
            </p:cNvSpPr>
            <p:nvPr/>
          </p:nvSpPr>
          <p:spPr bwMode="auto">
            <a:xfrm>
              <a:off x="2545" y="714"/>
              <a:ext cx="6" cy="8"/>
            </a:xfrm>
            <a:custGeom>
              <a:avLst/>
              <a:gdLst>
                <a:gd name="T0" fmla="*/ 0 w 75"/>
                <a:gd name="T1" fmla="*/ 0 h 110"/>
                <a:gd name="T2" fmla="*/ 0 w 75"/>
                <a:gd name="T3" fmla="*/ 0 h 110"/>
                <a:gd name="T4" fmla="*/ 0 w 75"/>
                <a:gd name="T5" fmla="*/ 0 h 110"/>
                <a:gd name="T6" fmla="*/ 0 w 75"/>
                <a:gd name="T7" fmla="*/ 0 h 110"/>
                <a:gd name="T8" fmla="*/ 0 w 75"/>
                <a:gd name="T9" fmla="*/ 0 h 110"/>
                <a:gd name="T10" fmla="*/ 0 w 75"/>
                <a:gd name="T11" fmla="*/ 0 h 110"/>
                <a:gd name="T12" fmla="*/ 0 w 75"/>
                <a:gd name="T13" fmla="*/ 0 h 1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110">
                  <a:moveTo>
                    <a:pt x="0" y="110"/>
                  </a:moveTo>
                  <a:lnTo>
                    <a:pt x="29" y="58"/>
                  </a:lnTo>
                  <a:lnTo>
                    <a:pt x="75" y="0"/>
                  </a:lnTo>
                  <a:lnTo>
                    <a:pt x="58" y="58"/>
                  </a:lnTo>
                  <a:lnTo>
                    <a:pt x="23" y="93"/>
                  </a:lnTo>
                  <a:lnTo>
                    <a:pt x="17" y="105"/>
                  </a:lnTo>
                  <a:lnTo>
                    <a:pt x="0" y="110"/>
                  </a:lnTo>
                  <a:close/>
                </a:path>
              </a:pathLst>
            </a:custGeom>
            <a:solidFill>
              <a:srgbClr val="FFFFFF"/>
            </a:solidFill>
            <a:ln w="9525">
              <a:solidFill>
                <a:srgbClr val="000000"/>
              </a:solidFill>
              <a:round/>
              <a:headEnd/>
              <a:tailEnd/>
            </a:ln>
          </p:spPr>
          <p:txBody>
            <a:bodyPr/>
            <a:lstStyle/>
            <a:p>
              <a:endParaRPr lang="ko-KR" altLang="en-US"/>
            </a:p>
          </p:txBody>
        </p:sp>
        <p:sp>
          <p:nvSpPr>
            <p:cNvPr id="418623" name="Freeform 99">
              <a:extLst>
                <a:ext uri="{FF2B5EF4-FFF2-40B4-BE49-F238E27FC236}">
                  <a16:creationId xmlns:a16="http://schemas.microsoft.com/office/drawing/2014/main" id="{A5CDF05D-2BA5-9915-BC47-84A23F06D4E8}"/>
                </a:ext>
              </a:extLst>
            </p:cNvPr>
            <p:cNvSpPr>
              <a:spLocks/>
            </p:cNvSpPr>
            <p:nvPr/>
          </p:nvSpPr>
          <p:spPr bwMode="auto">
            <a:xfrm>
              <a:off x="2546" y="759"/>
              <a:ext cx="27" cy="41"/>
            </a:xfrm>
            <a:custGeom>
              <a:avLst/>
              <a:gdLst>
                <a:gd name="T0" fmla="*/ 0 w 337"/>
                <a:gd name="T1" fmla="*/ 0 h 523"/>
                <a:gd name="T2" fmla="*/ 0 w 337"/>
                <a:gd name="T3" fmla="*/ 0 h 523"/>
                <a:gd name="T4" fmla="*/ 0 w 337"/>
                <a:gd name="T5" fmla="*/ 0 h 523"/>
                <a:gd name="T6" fmla="*/ 0 w 337"/>
                <a:gd name="T7" fmla="*/ 0 h 523"/>
                <a:gd name="T8" fmla="*/ 0 w 337"/>
                <a:gd name="T9" fmla="*/ 0 h 523"/>
                <a:gd name="T10" fmla="*/ 0 w 337"/>
                <a:gd name="T11" fmla="*/ 0 h 523"/>
                <a:gd name="T12" fmla="*/ 0 w 337"/>
                <a:gd name="T13" fmla="*/ 0 h 523"/>
                <a:gd name="T14" fmla="*/ 0 w 337"/>
                <a:gd name="T15" fmla="*/ 0 h 523"/>
                <a:gd name="T16" fmla="*/ 0 w 337"/>
                <a:gd name="T17" fmla="*/ 0 h 523"/>
                <a:gd name="T18" fmla="*/ 0 w 337"/>
                <a:gd name="T19" fmla="*/ 0 h 523"/>
                <a:gd name="T20" fmla="*/ 0 w 337"/>
                <a:gd name="T21" fmla="*/ 0 h 523"/>
                <a:gd name="T22" fmla="*/ 0 w 337"/>
                <a:gd name="T23" fmla="*/ 0 h 523"/>
                <a:gd name="T24" fmla="*/ 0 w 337"/>
                <a:gd name="T25" fmla="*/ 0 h 523"/>
                <a:gd name="T26" fmla="*/ 0 w 337"/>
                <a:gd name="T27" fmla="*/ 0 h 523"/>
                <a:gd name="T28" fmla="*/ 0 w 337"/>
                <a:gd name="T29" fmla="*/ 0 h 523"/>
                <a:gd name="T30" fmla="*/ 0 w 337"/>
                <a:gd name="T31" fmla="*/ 0 h 523"/>
                <a:gd name="T32" fmla="*/ 0 w 337"/>
                <a:gd name="T33" fmla="*/ 0 h 523"/>
                <a:gd name="T34" fmla="*/ 0 w 337"/>
                <a:gd name="T35" fmla="*/ 0 h 523"/>
                <a:gd name="T36" fmla="*/ 0 w 337"/>
                <a:gd name="T37" fmla="*/ 0 h 523"/>
                <a:gd name="T38" fmla="*/ 0 w 337"/>
                <a:gd name="T39" fmla="*/ 0 h 523"/>
                <a:gd name="T40" fmla="*/ 0 w 337"/>
                <a:gd name="T41" fmla="*/ 0 h 523"/>
                <a:gd name="T42" fmla="*/ 0 w 337"/>
                <a:gd name="T43" fmla="*/ 0 h 523"/>
                <a:gd name="T44" fmla="*/ 0 w 337"/>
                <a:gd name="T45" fmla="*/ 0 h 523"/>
                <a:gd name="T46" fmla="*/ 0 w 337"/>
                <a:gd name="T47" fmla="*/ 0 h 523"/>
                <a:gd name="T48" fmla="*/ 0 w 337"/>
                <a:gd name="T49" fmla="*/ 0 h 523"/>
                <a:gd name="T50" fmla="*/ 0 w 337"/>
                <a:gd name="T51" fmla="*/ 0 h 523"/>
                <a:gd name="T52" fmla="*/ 0 w 337"/>
                <a:gd name="T53" fmla="*/ 0 h 5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7" h="523">
                  <a:moveTo>
                    <a:pt x="152" y="343"/>
                  </a:moveTo>
                  <a:lnTo>
                    <a:pt x="123" y="338"/>
                  </a:lnTo>
                  <a:lnTo>
                    <a:pt x="82" y="384"/>
                  </a:lnTo>
                  <a:lnTo>
                    <a:pt x="70" y="460"/>
                  </a:lnTo>
                  <a:lnTo>
                    <a:pt x="70" y="518"/>
                  </a:lnTo>
                  <a:lnTo>
                    <a:pt x="30" y="523"/>
                  </a:lnTo>
                  <a:lnTo>
                    <a:pt x="0" y="448"/>
                  </a:lnTo>
                  <a:lnTo>
                    <a:pt x="12" y="366"/>
                  </a:lnTo>
                  <a:lnTo>
                    <a:pt x="12" y="303"/>
                  </a:lnTo>
                  <a:lnTo>
                    <a:pt x="23" y="227"/>
                  </a:lnTo>
                  <a:lnTo>
                    <a:pt x="53" y="146"/>
                  </a:lnTo>
                  <a:lnTo>
                    <a:pt x="100" y="76"/>
                  </a:lnTo>
                  <a:lnTo>
                    <a:pt x="140" y="52"/>
                  </a:lnTo>
                  <a:lnTo>
                    <a:pt x="204" y="52"/>
                  </a:lnTo>
                  <a:lnTo>
                    <a:pt x="302" y="24"/>
                  </a:lnTo>
                  <a:lnTo>
                    <a:pt x="337" y="0"/>
                  </a:lnTo>
                  <a:lnTo>
                    <a:pt x="262" y="111"/>
                  </a:lnTo>
                  <a:lnTo>
                    <a:pt x="192" y="134"/>
                  </a:lnTo>
                  <a:lnTo>
                    <a:pt x="157" y="164"/>
                  </a:lnTo>
                  <a:lnTo>
                    <a:pt x="245" y="181"/>
                  </a:lnTo>
                  <a:lnTo>
                    <a:pt x="279" y="152"/>
                  </a:lnTo>
                  <a:lnTo>
                    <a:pt x="233" y="239"/>
                  </a:lnTo>
                  <a:lnTo>
                    <a:pt x="222" y="274"/>
                  </a:lnTo>
                  <a:lnTo>
                    <a:pt x="227" y="321"/>
                  </a:lnTo>
                  <a:lnTo>
                    <a:pt x="175" y="355"/>
                  </a:lnTo>
                  <a:lnTo>
                    <a:pt x="157" y="355"/>
                  </a:lnTo>
                  <a:lnTo>
                    <a:pt x="152" y="343"/>
                  </a:lnTo>
                  <a:close/>
                </a:path>
              </a:pathLst>
            </a:custGeom>
            <a:solidFill>
              <a:srgbClr val="FFFFFF"/>
            </a:solidFill>
            <a:ln w="9525">
              <a:solidFill>
                <a:srgbClr val="000000"/>
              </a:solidFill>
              <a:round/>
              <a:headEnd/>
              <a:tailEnd/>
            </a:ln>
          </p:spPr>
          <p:txBody>
            <a:bodyPr/>
            <a:lstStyle/>
            <a:p>
              <a:endParaRPr lang="ko-KR" altLang="en-US"/>
            </a:p>
          </p:txBody>
        </p:sp>
        <p:sp>
          <p:nvSpPr>
            <p:cNvPr id="418624" name="Freeform 100">
              <a:extLst>
                <a:ext uri="{FF2B5EF4-FFF2-40B4-BE49-F238E27FC236}">
                  <a16:creationId xmlns:a16="http://schemas.microsoft.com/office/drawing/2014/main" id="{D629E993-3053-3119-35B7-64B38AB74B80}"/>
                </a:ext>
              </a:extLst>
            </p:cNvPr>
            <p:cNvSpPr>
              <a:spLocks/>
            </p:cNvSpPr>
            <p:nvPr/>
          </p:nvSpPr>
          <p:spPr bwMode="auto">
            <a:xfrm>
              <a:off x="2578" y="777"/>
              <a:ext cx="1" cy="3"/>
            </a:xfrm>
            <a:custGeom>
              <a:avLst/>
              <a:gdLst>
                <a:gd name="T0" fmla="*/ 0 w 22"/>
                <a:gd name="T1" fmla="*/ 0 h 41"/>
                <a:gd name="T2" fmla="*/ 0 w 22"/>
                <a:gd name="T3" fmla="*/ 0 h 41"/>
                <a:gd name="T4" fmla="*/ 0 w 22"/>
                <a:gd name="T5" fmla="*/ 0 h 41"/>
                <a:gd name="T6" fmla="*/ 0 w 22"/>
                <a:gd name="T7" fmla="*/ 0 h 41"/>
                <a:gd name="T8" fmla="*/ 0 w 22"/>
                <a:gd name="T9" fmla="*/ 0 h 41"/>
                <a:gd name="T10" fmla="*/ 0 w 22"/>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41">
                  <a:moveTo>
                    <a:pt x="22" y="0"/>
                  </a:moveTo>
                  <a:lnTo>
                    <a:pt x="0" y="29"/>
                  </a:lnTo>
                  <a:lnTo>
                    <a:pt x="0" y="41"/>
                  </a:lnTo>
                  <a:lnTo>
                    <a:pt x="22" y="29"/>
                  </a:lnTo>
                  <a:lnTo>
                    <a:pt x="22" y="6"/>
                  </a:lnTo>
                  <a:lnTo>
                    <a:pt x="22" y="0"/>
                  </a:lnTo>
                  <a:close/>
                </a:path>
              </a:pathLst>
            </a:custGeom>
            <a:solidFill>
              <a:srgbClr val="FFFFFF"/>
            </a:solidFill>
            <a:ln w="9525">
              <a:solidFill>
                <a:srgbClr val="000000"/>
              </a:solidFill>
              <a:round/>
              <a:headEnd/>
              <a:tailEnd/>
            </a:ln>
          </p:spPr>
          <p:txBody>
            <a:bodyPr/>
            <a:lstStyle/>
            <a:p>
              <a:endParaRPr lang="ko-KR" altLang="en-US"/>
            </a:p>
          </p:txBody>
        </p:sp>
        <p:sp>
          <p:nvSpPr>
            <p:cNvPr id="418625" name="Freeform 101">
              <a:extLst>
                <a:ext uri="{FF2B5EF4-FFF2-40B4-BE49-F238E27FC236}">
                  <a16:creationId xmlns:a16="http://schemas.microsoft.com/office/drawing/2014/main" id="{68A0AE6E-4DFE-22C4-08A4-4524F1D124B5}"/>
                </a:ext>
              </a:extLst>
            </p:cNvPr>
            <p:cNvSpPr>
              <a:spLocks/>
            </p:cNvSpPr>
            <p:nvPr/>
          </p:nvSpPr>
          <p:spPr bwMode="auto">
            <a:xfrm>
              <a:off x="2590" y="774"/>
              <a:ext cx="5" cy="3"/>
            </a:xfrm>
            <a:custGeom>
              <a:avLst/>
              <a:gdLst>
                <a:gd name="T0" fmla="*/ 0 w 64"/>
                <a:gd name="T1" fmla="*/ 0 h 47"/>
                <a:gd name="T2" fmla="*/ 0 w 64"/>
                <a:gd name="T3" fmla="*/ 0 h 47"/>
                <a:gd name="T4" fmla="*/ 0 w 64"/>
                <a:gd name="T5" fmla="*/ 0 h 47"/>
                <a:gd name="T6" fmla="*/ 0 w 64"/>
                <a:gd name="T7" fmla="*/ 0 h 47"/>
                <a:gd name="T8" fmla="*/ 0 w 64"/>
                <a:gd name="T9" fmla="*/ 0 h 47"/>
                <a:gd name="T10" fmla="*/ 0 w 64"/>
                <a:gd name="T11" fmla="*/ 0 h 47"/>
                <a:gd name="T12" fmla="*/ 0 w 64"/>
                <a:gd name="T13" fmla="*/ 0 h 47"/>
                <a:gd name="T14" fmla="*/ 0 w 64"/>
                <a:gd name="T15" fmla="*/ 0 h 47"/>
                <a:gd name="T16" fmla="*/ 0 w 64"/>
                <a:gd name="T17" fmla="*/ 0 h 47"/>
                <a:gd name="T18" fmla="*/ 0 w 64"/>
                <a:gd name="T19" fmla="*/ 0 h 47"/>
                <a:gd name="T20" fmla="*/ 0 w 64"/>
                <a:gd name="T21" fmla="*/ 0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4" h="47">
                  <a:moveTo>
                    <a:pt x="35" y="24"/>
                  </a:moveTo>
                  <a:lnTo>
                    <a:pt x="24" y="12"/>
                  </a:lnTo>
                  <a:lnTo>
                    <a:pt x="12" y="17"/>
                  </a:lnTo>
                  <a:lnTo>
                    <a:pt x="0" y="41"/>
                  </a:lnTo>
                  <a:lnTo>
                    <a:pt x="35" y="47"/>
                  </a:lnTo>
                  <a:lnTo>
                    <a:pt x="64" y="35"/>
                  </a:lnTo>
                  <a:lnTo>
                    <a:pt x="64" y="12"/>
                  </a:lnTo>
                  <a:lnTo>
                    <a:pt x="52" y="0"/>
                  </a:lnTo>
                  <a:lnTo>
                    <a:pt x="41" y="0"/>
                  </a:lnTo>
                  <a:lnTo>
                    <a:pt x="24" y="0"/>
                  </a:lnTo>
                  <a:lnTo>
                    <a:pt x="35" y="24"/>
                  </a:lnTo>
                  <a:close/>
                </a:path>
              </a:pathLst>
            </a:custGeom>
            <a:solidFill>
              <a:srgbClr val="FFFFFF"/>
            </a:solidFill>
            <a:ln w="9525">
              <a:solidFill>
                <a:srgbClr val="000000"/>
              </a:solidFill>
              <a:round/>
              <a:headEnd/>
              <a:tailEnd/>
            </a:ln>
          </p:spPr>
          <p:txBody>
            <a:bodyPr/>
            <a:lstStyle/>
            <a:p>
              <a:endParaRPr lang="ko-KR" altLang="en-US"/>
            </a:p>
          </p:txBody>
        </p:sp>
        <p:sp>
          <p:nvSpPr>
            <p:cNvPr id="418626" name="Freeform 102">
              <a:extLst>
                <a:ext uri="{FF2B5EF4-FFF2-40B4-BE49-F238E27FC236}">
                  <a16:creationId xmlns:a16="http://schemas.microsoft.com/office/drawing/2014/main" id="{F4086C18-EB07-DAE9-E78B-0C39BD17C856}"/>
                </a:ext>
              </a:extLst>
            </p:cNvPr>
            <p:cNvSpPr>
              <a:spLocks/>
            </p:cNvSpPr>
            <p:nvPr/>
          </p:nvSpPr>
          <p:spPr bwMode="auto">
            <a:xfrm>
              <a:off x="2587" y="747"/>
              <a:ext cx="4" cy="13"/>
            </a:xfrm>
            <a:custGeom>
              <a:avLst/>
              <a:gdLst>
                <a:gd name="T0" fmla="*/ 0 w 53"/>
                <a:gd name="T1" fmla="*/ 0 h 168"/>
                <a:gd name="T2" fmla="*/ 0 w 53"/>
                <a:gd name="T3" fmla="*/ 0 h 168"/>
                <a:gd name="T4" fmla="*/ 0 w 53"/>
                <a:gd name="T5" fmla="*/ 0 h 168"/>
                <a:gd name="T6" fmla="*/ 0 w 53"/>
                <a:gd name="T7" fmla="*/ 0 h 168"/>
                <a:gd name="T8" fmla="*/ 0 w 53"/>
                <a:gd name="T9" fmla="*/ 0 h 168"/>
                <a:gd name="T10" fmla="*/ 0 w 53"/>
                <a:gd name="T11" fmla="*/ 0 h 168"/>
                <a:gd name="T12" fmla="*/ 0 w 53"/>
                <a:gd name="T13" fmla="*/ 0 h 168"/>
                <a:gd name="T14" fmla="*/ 0 w 53"/>
                <a:gd name="T15" fmla="*/ 0 h 168"/>
                <a:gd name="T16" fmla="*/ 0 w 53"/>
                <a:gd name="T17" fmla="*/ 0 h 168"/>
                <a:gd name="T18" fmla="*/ 0 w 53"/>
                <a:gd name="T19" fmla="*/ 0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3" h="168">
                  <a:moveTo>
                    <a:pt x="6" y="150"/>
                  </a:moveTo>
                  <a:lnTo>
                    <a:pt x="46" y="127"/>
                  </a:lnTo>
                  <a:lnTo>
                    <a:pt x="53" y="80"/>
                  </a:lnTo>
                  <a:lnTo>
                    <a:pt x="53" y="40"/>
                  </a:lnTo>
                  <a:lnTo>
                    <a:pt x="46" y="0"/>
                  </a:lnTo>
                  <a:lnTo>
                    <a:pt x="35" y="58"/>
                  </a:lnTo>
                  <a:lnTo>
                    <a:pt x="18" y="110"/>
                  </a:lnTo>
                  <a:lnTo>
                    <a:pt x="0" y="139"/>
                  </a:lnTo>
                  <a:lnTo>
                    <a:pt x="0" y="168"/>
                  </a:lnTo>
                  <a:lnTo>
                    <a:pt x="6" y="150"/>
                  </a:lnTo>
                  <a:close/>
                </a:path>
              </a:pathLst>
            </a:custGeom>
            <a:solidFill>
              <a:srgbClr val="FFFFFF"/>
            </a:solidFill>
            <a:ln w="9525">
              <a:solidFill>
                <a:srgbClr val="000000"/>
              </a:solidFill>
              <a:round/>
              <a:headEnd/>
              <a:tailEnd/>
            </a:ln>
          </p:spPr>
          <p:txBody>
            <a:bodyPr/>
            <a:lstStyle/>
            <a:p>
              <a:endParaRPr lang="ko-KR" altLang="en-US"/>
            </a:p>
          </p:txBody>
        </p:sp>
        <p:sp>
          <p:nvSpPr>
            <p:cNvPr id="418627" name="Freeform 103">
              <a:extLst>
                <a:ext uri="{FF2B5EF4-FFF2-40B4-BE49-F238E27FC236}">
                  <a16:creationId xmlns:a16="http://schemas.microsoft.com/office/drawing/2014/main" id="{191BA68C-AD61-1439-C621-23A7EA8B2438}"/>
                </a:ext>
              </a:extLst>
            </p:cNvPr>
            <p:cNvSpPr>
              <a:spLocks/>
            </p:cNvSpPr>
            <p:nvPr/>
          </p:nvSpPr>
          <p:spPr bwMode="auto">
            <a:xfrm>
              <a:off x="2559" y="718"/>
              <a:ext cx="24" cy="17"/>
            </a:xfrm>
            <a:custGeom>
              <a:avLst/>
              <a:gdLst>
                <a:gd name="T0" fmla="*/ 0 w 297"/>
                <a:gd name="T1" fmla="*/ 0 h 215"/>
                <a:gd name="T2" fmla="*/ 0 w 297"/>
                <a:gd name="T3" fmla="*/ 0 h 215"/>
                <a:gd name="T4" fmla="*/ 0 w 297"/>
                <a:gd name="T5" fmla="*/ 0 h 215"/>
                <a:gd name="T6" fmla="*/ 0 w 297"/>
                <a:gd name="T7" fmla="*/ 0 h 215"/>
                <a:gd name="T8" fmla="*/ 0 w 297"/>
                <a:gd name="T9" fmla="*/ 0 h 215"/>
                <a:gd name="T10" fmla="*/ 0 w 297"/>
                <a:gd name="T11" fmla="*/ 0 h 215"/>
                <a:gd name="T12" fmla="*/ 0 w 297"/>
                <a:gd name="T13" fmla="*/ 0 h 215"/>
                <a:gd name="T14" fmla="*/ 0 w 297"/>
                <a:gd name="T15" fmla="*/ 0 h 215"/>
                <a:gd name="T16" fmla="*/ 0 w 297"/>
                <a:gd name="T17" fmla="*/ 0 h 215"/>
                <a:gd name="T18" fmla="*/ 0 w 297"/>
                <a:gd name="T19" fmla="*/ 0 h 215"/>
                <a:gd name="T20" fmla="*/ 0 w 297"/>
                <a:gd name="T21" fmla="*/ 0 h 215"/>
                <a:gd name="T22" fmla="*/ 0 w 297"/>
                <a:gd name="T23" fmla="*/ 0 h 215"/>
                <a:gd name="T24" fmla="*/ 0 w 297"/>
                <a:gd name="T25" fmla="*/ 0 h 215"/>
                <a:gd name="T26" fmla="*/ 0 w 297"/>
                <a:gd name="T27" fmla="*/ 0 h 215"/>
                <a:gd name="T28" fmla="*/ 0 w 297"/>
                <a:gd name="T29" fmla="*/ 0 h 215"/>
                <a:gd name="T30" fmla="*/ 0 w 297"/>
                <a:gd name="T31" fmla="*/ 0 h 215"/>
                <a:gd name="T32" fmla="*/ 0 w 297"/>
                <a:gd name="T33" fmla="*/ 0 h 215"/>
                <a:gd name="T34" fmla="*/ 0 w 297"/>
                <a:gd name="T35" fmla="*/ 0 h 2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97" h="215">
                  <a:moveTo>
                    <a:pt x="133" y="157"/>
                  </a:moveTo>
                  <a:lnTo>
                    <a:pt x="100" y="145"/>
                  </a:lnTo>
                  <a:lnTo>
                    <a:pt x="76" y="157"/>
                  </a:lnTo>
                  <a:lnTo>
                    <a:pt x="41" y="186"/>
                  </a:lnTo>
                  <a:lnTo>
                    <a:pt x="0" y="186"/>
                  </a:lnTo>
                  <a:lnTo>
                    <a:pt x="41" y="122"/>
                  </a:lnTo>
                  <a:lnTo>
                    <a:pt x="76" y="81"/>
                  </a:lnTo>
                  <a:lnTo>
                    <a:pt x="116" y="64"/>
                  </a:lnTo>
                  <a:lnTo>
                    <a:pt x="186" y="35"/>
                  </a:lnTo>
                  <a:lnTo>
                    <a:pt x="233" y="0"/>
                  </a:lnTo>
                  <a:lnTo>
                    <a:pt x="290" y="0"/>
                  </a:lnTo>
                  <a:lnTo>
                    <a:pt x="297" y="53"/>
                  </a:lnTo>
                  <a:lnTo>
                    <a:pt x="285" y="98"/>
                  </a:lnTo>
                  <a:lnTo>
                    <a:pt x="255" y="168"/>
                  </a:lnTo>
                  <a:lnTo>
                    <a:pt x="180" y="215"/>
                  </a:lnTo>
                  <a:lnTo>
                    <a:pt x="151" y="186"/>
                  </a:lnTo>
                  <a:lnTo>
                    <a:pt x="133" y="145"/>
                  </a:lnTo>
                  <a:lnTo>
                    <a:pt x="133" y="157"/>
                  </a:lnTo>
                  <a:close/>
                </a:path>
              </a:pathLst>
            </a:custGeom>
            <a:solidFill>
              <a:srgbClr val="FFFFFF"/>
            </a:solidFill>
            <a:ln w="9525">
              <a:solidFill>
                <a:srgbClr val="000000"/>
              </a:solidFill>
              <a:round/>
              <a:headEnd/>
              <a:tailEnd/>
            </a:ln>
          </p:spPr>
          <p:txBody>
            <a:bodyPr/>
            <a:lstStyle/>
            <a:p>
              <a:endParaRPr lang="ko-KR" altLang="en-US"/>
            </a:p>
          </p:txBody>
        </p:sp>
        <p:sp>
          <p:nvSpPr>
            <p:cNvPr id="418628" name="Freeform 104">
              <a:extLst>
                <a:ext uri="{FF2B5EF4-FFF2-40B4-BE49-F238E27FC236}">
                  <a16:creationId xmlns:a16="http://schemas.microsoft.com/office/drawing/2014/main" id="{681967E7-3935-1649-B11A-3E9D83736373}"/>
                </a:ext>
              </a:extLst>
            </p:cNvPr>
            <p:cNvSpPr>
              <a:spLocks/>
            </p:cNvSpPr>
            <p:nvPr/>
          </p:nvSpPr>
          <p:spPr bwMode="auto">
            <a:xfrm>
              <a:off x="2549" y="676"/>
              <a:ext cx="13" cy="25"/>
            </a:xfrm>
            <a:custGeom>
              <a:avLst/>
              <a:gdLst>
                <a:gd name="T0" fmla="*/ 0 w 157"/>
                <a:gd name="T1" fmla="*/ 0 h 326"/>
                <a:gd name="T2" fmla="*/ 0 w 157"/>
                <a:gd name="T3" fmla="*/ 0 h 326"/>
                <a:gd name="T4" fmla="*/ 0 w 157"/>
                <a:gd name="T5" fmla="*/ 0 h 326"/>
                <a:gd name="T6" fmla="*/ 0 w 157"/>
                <a:gd name="T7" fmla="*/ 0 h 326"/>
                <a:gd name="T8" fmla="*/ 0 w 157"/>
                <a:gd name="T9" fmla="*/ 0 h 326"/>
                <a:gd name="T10" fmla="*/ 0 w 157"/>
                <a:gd name="T11" fmla="*/ 0 h 326"/>
                <a:gd name="T12" fmla="*/ 0 w 157"/>
                <a:gd name="T13" fmla="*/ 0 h 326"/>
                <a:gd name="T14" fmla="*/ 0 w 157"/>
                <a:gd name="T15" fmla="*/ 0 h 326"/>
                <a:gd name="T16" fmla="*/ 0 w 157"/>
                <a:gd name="T17" fmla="*/ 0 h 326"/>
                <a:gd name="T18" fmla="*/ 0 w 157"/>
                <a:gd name="T19" fmla="*/ 0 h 326"/>
                <a:gd name="T20" fmla="*/ 0 w 157"/>
                <a:gd name="T21" fmla="*/ 0 h 326"/>
                <a:gd name="T22" fmla="*/ 0 w 157"/>
                <a:gd name="T23" fmla="*/ 0 h 326"/>
                <a:gd name="T24" fmla="*/ 0 w 157"/>
                <a:gd name="T25" fmla="*/ 0 h 326"/>
                <a:gd name="T26" fmla="*/ 0 w 157"/>
                <a:gd name="T27" fmla="*/ 0 h 326"/>
                <a:gd name="T28" fmla="*/ 0 w 157"/>
                <a:gd name="T29" fmla="*/ 0 h 326"/>
                <a:gd name="T30" fmla="*/ 0 w 157"/>
                <a:gd name="T31" fmla="*/ 0 h 3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7" h="326">
                  <a:moveTo>
                    <a:pt x="87" y="268"/>
                  </a:moveTo>
                  <a:lnTo>
                    <a:pt x="87" y="234"/>
                  </a:lnTo>
                  <a:lnTo>
                    <a:pt x="105" y="187"/>
                  </a:lnTo>
                  <a:lnTo>
                    <a:pt x="127" y="157"/>
                  </a:lnTo>
                  <a:lnTo>
                    <a:pt x="127" y="94"/>
                  </a:lnTo>
                  <a:lnTo>
                    <a:pt x="157" y="47"/>
                  </a:lnTo>
                  <a:lnTo>
                    <a:pt x="110" y="7"/>
                  </a:lnTo>
                  <a:lnTo>
                    <a:pt x="58" y="0"/>
                  </a:lnTo>
                  <a:lnTo>
                    <a:pt x="40" y="42"/>
                  </a:lnTo>
                  <a:lnTo>
                    <a:pt x="40" y="94"/>
                  </a:lnTo>
                  <a:lnTo>
                    <a:pt x="28" y="164"/>
                  </a:lnTo>
                  <a:lnTo>
                    <a:pt x="0" y="268"/>
                  </a:lnTo>
                  <a:lnTo>
                    <a:pt x="11" y="314"/>
                  </a:lnTo>
                  <a:lnTo>
                    <a:pt x="40" y="326"/>
                  </a:lnTo>
                  <a:lnTo>
                    <a:pt x="81" y="303"/>
                  </a:lnTo>
                  <a:lnTo>
                    <a:pt x="87" y="268"/>
                  </a:lnTo>
                  <a:close/>
                </a:path>
              </a:pathLst>
            </a:custGeom>
            <a:solidFill>
              <a:srgbClr val="FFFFFF"/>
            </a:solidFill>
            <a:ln w="9525">
              <a:solidFill>
                <a:srgbClr val="000000"/>
              </a:solidFill>
              <a:round/>
              <a:headEnd/>
              <a:tailEnd/>
            </a:ln>
          </p:spPr>
          <p:txBody>
            <a:bodyPr/>
            <a:lstStyle/>
            <a:p>
              <a:endParaRPr lang="ko-KR" altLang="en-US"/>
            </a:p>
          </p:txBody>
        </p:sp>
        <p:sp>
          <p:nvSpPr>
            <p:cNvPr id="418629" name="Freeform 105">
              <a:extLst>
                <a:ext uri="{FF2B5EF4-FFF2-40B4-BE49-F238E27FC236}">
                  <a16:creationId xmlns:a16="http://schemas.microsoft.com/office/drawing/2014/main" id="{4A69B3BD-D2D8-85B5-D131-79EC1074327F}"/>
                </a:ext>
              </a:extLst>
            </p:cNvPr>
            <p:cNvSpPr>
              <a:spLocks/>
            </p:cNvSpPr>
            <p:nvPr/>
          </p:nvSpPr>
          <p:spPr bwMode="auto">
            <a:xfrm>
              <a:off x="2562" y="701"/>
              <a:ext cx="4" cy="5"/>
            </a:xfrm>
            <a:custGeom>
              <a:avLst/>
              <a:gdLst>
                <a:gd name="T0" fmla="*/ 0 w 53"/>
                <a:gd name="T1" fmla="*/ 0 h 52"/>
                <a:gd name="T2" fmla="*/ 0 w 53"/>
                <a:gd name="T3" fmla="*/ 0 h 52"/>
                <a:gd name="T4" fmla="*/ 0 w 53"/>
                <a:gd name="T5" fmla="*/ 0 h 52"/>
                <a:gd name="T6" fmla="*/ 0 w 53"/>
                <a:gd name="T7" fmla="*/ 0 h 52"/>
                <a:gd name="T8" fmla="*/ 0 w 53"/>
                <a:gd name="T9" fmla="*/ 0 h 52"/>
                <a:gd name="T10" fmla="*/ 0 w 53"/>
                <a:gd name="T11" fmla="*/ 0 h 52"/>
                <a:gd name="T12" fmla="*/ 0 w 53"/>
                <a:gd name="T13" fmla="*/ 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52">
                  <a:moveTo>
                    <a:pt x="53" y="24"/>
                  </a:moveTo>
                  <a:lnTo>
                    <a:pt x="35" y="0"/>
                  </a:lnTo>
                  <a:lnTo>
                    <a:pt x="0" y="0"/>
                  </a:lnTo>
                  <a:lnTo>
                    <a:pt x="0" y="29"/>
                  </a:lnTo>
                  <a:lnTo>
                    <a:pt x="30" y="52"/>
                  </a:lnTo>
                  <a:lnTo>
                    <a:pt x="41" y="41"/>
                  </a:lnTo>
                  <a:lnTo>
                    <a:pt x="53" y="24"/>
                  </a:lnTo>
                  <a:close/>
                </a:path>
              </a:pathLst>
            </a:custGeom>
            <a:solidFill>
              <a:srgbClr val="FFFFFF"/>
            </a:solidFill>
            <a:ln w="9525">
              <a:solidFill>
                <a:srgbClr val="000000"/>
              </a:solidFill>
              <a:round/>
              <a:headEnd/>
              <a:tailEnd/>
            </a:ln>
          </p:spPr>
          <p:txBody>
            <a:bodyPr/>
            <a:lstStyle/>
            <a:p>
              <a:endParaRPr lang="ko-KR" altLang="en-US"/>
            </a:p>
          </p:txBody>
        </p:sp>
        <p:sp>
          <p:nvSpPr>
            <p:cNvPr id="418630" name="Freeform 106">
              <a:extLst>
                <a:ext uri="{FF2B5EF4-FFF2-40B4-BE49-F238E27FC236}">
                  <a16:creationId xmlns:a16="http://schemas.microsoft.com/office/drawing/2014/main" id="{1A740B00-0D10-EECD-79D9-257A1EA020AE}"/>
                </a:ext>
              </a:extLst>
            </p:cNvPr>
            <p:cNvSpPr>
              <a:spLocks/>
            </p:cNvSpPr>
            <p:nvPr/>
          </p:nvSpPr>
          <p:spPr bwMode="auto">
            <a:xfrm>
              <a:off x="2570" y="701"/>
              <a:ext cx="4" cy="3"/>
            </a:xfrm>
            <a:custGeom>
              <a:avLst/>
              <a:gdLst>
                <a:gd name="T0" fmla="*/ 0 w 53"/>
                <a:gd name="T1" fmla="*/ 0 h 41"/>
                <a:gd name="T2" fmla="*/ 0 w 53"/>
                <a:gd name="T3" fmla="*/ 0 h 41"/>
                <a:gd name="T4" fmla="*/ 0 w 53"/>
                <a:gd name="T5" fmla="*/ 0 h 41"/>
                <a:gd name="T6" fmla="*/ 0 w 53"/>
                <a:gd name="T7" fmla="*/ 0 h 41"/>
                <a:gd name="T8" fmla="*/ 0 w 53"/>
                <a:gd name="T9" fmla="*/ 0 h 41"/>
                <a:gd name="T10" fmla="*/ 0 w 53"/>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41">
                  <a:moveTo>
                    <a:pt x="53" y="0"/>
                  </a:moveTo>
                  <a:lnTo>
                    <a:pt x="24" y="0"/>
                  </a:lnTo>
                  <a:lnTo>
                    <a:pt x="0" y="41"/>
                  </a:lnTo>
                  <a:lnTo>
                    <a:pt x="18" y="41"/>
                  </a:lnTo>
                  <a:lnTo>
                    <a:pt x="24" y="24"/>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18631" name="Freeform 107">
              <a:extLst>
                <a:ext uri="{FF2B5EF4-FFF2-40B4-BE49-F238E27FC236}">
                  <a16:creationId xmlns:a16="http://schemas.microsoft.com/office/drawing/2014/main" id="{07FF650E-0ECD-2F92-A5A8-D760C7DCEBB1}"/>
                </a:ext>
              </a:extLst>
            </p:cNvPr>
            <p:cNvSpPr>
              <a:spLocks/>
            </p:cNvSpPr>
            <p:nvPr/>
          </p:nvSpPr>
          <p:spPr bwMode="auto">
            <a:xfrm>
              <a:off x="2687" y="827"/>
              <a:ext cx="22" cy="8"/>
            </a:xfrm>
            <a:custGeom>
              <a:avLst/>
              <a:gdLst>
                <a:gd name="T0" fmla="*/ 0 w 279"/>
                <a:gd name="T1" fmla="*/ 0 h 99"/>
                <a:gd name="T2" fmla="*/ 0 w 279"/>
                <a:gd name="T3" fmla="*/ 0 h 99"/>
                <a:gd name="T4" fmla="*/ 0 w 279"/>
                <a:gd name="T5" fmla="*/ 0 h 99"/>
                <a:gd name="T6" fmla="*/ 0 w 279"/>
                <a:gd name="T7" fmla="*/ 0 h 99"/>
                <a:gd name="T8" fmla="*/ 0 w 279"/>
                <a:gd name="T9" fmla="*/ 0 h 99"/>
                <a:gd name="T10" fmla="*/ 0 w 279"/>
                <a:gd name="T11" fmla="*/ 0 h 99"/>
                <a:gd name="T12" fmla="*/ 0 w 279"/>
                <a:gd name="T13" fmla="*/ 0 h 99"/>
                <a:gd name="T14" fmla="*/ 0 w 279"/>
                <a:gd name="T15" fmla="*/ 0 h 99"/>
                <a:gd name="T16" fmla="*/ 0 w 279"/>
                <a:gd name="T17" fmla="*/ 0 h 99"/>
                <a:gd name="T18" fmla="*/ 0 w 279"/>
                <a:gd name="T19" fmla="*/ 0 h 99"/>
                <a:gd name="T20" fmla="*/ 0 w 279"/>
                <a:gd name="T21" fmla="*/ 0 h 99"/>
                <a:gd name="T22" fmla="*/ 0 w 279"/>
                <a:gd name="T23" fmla="*/ 0 h 99"/>
                <a:gd name="T24" fmla="*/ 0 w 279"/>
                <a:gd name="T25" fmla="*/ 0 h 99"/>
                <a:gd name="T26" fmla="*/ 0 w 279"/>
                <a:gd name="T27" fmla="*/ 0 h 99"/>
                <a:gd name="T28" fmla="*/ 0 w 279"/>
                <a:gd name="T29" fmla="*/ 0 h 99"/>
                <a:gd name="T30" fmla="*/ 0 w 279"/>
                <a:gd name="T31" fmla="*/ 0 h 99"/>
                <a:gd name="T32" fmla="*/ 0 w 279"/>
                <a:gd name="T33" fmla="*/ 0 h 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9" h="99">
                  <a:moveTo>
                    <a:pt x="122" y="17"/>
                  </a:moveTo>
                  <a:lnTo>
                    <a:pt x="88" y="12"/>
                  </a:lnTo>
                  <a:lnTo>
                    <a:pt x="58" y="0"/>
                  </a:lnTo>
                  <a:lnTo>
                    <a:pt x="0" y="17"/>
                  </a:lnTo>
                  <a:lnTo>
                    <a:pt x="23" y="64"/>
                  </a:lnTo>
                  <a:lnTo>
                    <a:pt x="82" y="70"/>
                  </a:lnTo>
                  <a:lnTo>
                    <a:pt x="117" y="76"/>
                  </a:lnTo>
                  <a:lnTo>
                    <a:pt x="169" y="99"/>
                  </a:lnTo>
                  <a:lnTo>
                    <a:pt x="210" y="99"/>
                  </a:lnTo>
                  <a:lnTo>
                    <a:pt x="267" y="70"/>
                  </a:lnTo>
                  <a:lnTo>
                    <a:pt x="279" y="35"/>
                  </a:lnTo>
                  <a:lnTo>
                    <a:pt x="239" y="12"/>
                  </a:lnTo>
                  <a:lnTo>
                    <a:pt x="192" y="12"/>
                  </a:lnTo>
                  <a:lnTo>
                    <a:pt x="145" y="35"/>
                  </a:lnTo>
                  <a:lnTo>
                    <a:pt x="122" y="41"/>
                  </a:lnTo>
                  <a:lnTo>
                    <a:pt x="117" y="29"/>
                  </a:lnTo>
                  <a:lnTo>
                    <a:pt x="122" y="17"/>
                  </a:lnTo>
                  <a:close/>
                </a:path>
              </a:pathLst>
            </a:custGeom>
            <a:solidFill>
              <a:srgbClr val="FFFFFF"/>
            </a:solidFill>
            <a:ln w="9525">
              <a:solidFill>
                <a:srgbClr val="000000"/>
              </a:solidFill>
              <a:round/>
              <a:headEnd/>
              <a:tailEnd/>
            </a:ln>
          </p:spPr>
          <p:txBody>
            <a:bodyPr/>
            <a:lstStyle/>
            <a:p>
              <a:endParaRPr lang="ko-KR" altLang="en-US"/>
            </a:p>
          </p:txBody>
        </p:sp>
        <p:sp>
          <p:nvSpPr>
            <p:cNvPr id="418632" name="Freeform 108">
              <a:extLst>
                <a:ext uri="{FF2B5EF4-FFF2-40B4-BE49-F238E27FC236}">
                  <a16:creationId xmlns:a16="http://schemas.microsoft.com/office/drawing/2014/main" id="{A461DC27-D7D0-E56B-DC73-CE2CBA6B6A8E}"/>
                </a:ext>
              </a:extLst>
            </p:cNvPr>
            <p:cNvSpPr>
              <a:spLocks/>
            </p:cNvSpPr>
            <p:nvPr/>
          </p:nvSpPr>
          <p:spPr bwMode="auto">
            <a:xfrm>
              <a:off x="2700" y="818"/>
              <a:ext cx="9" cy="12"/>
            </a:xfrm>
            <a:custGeom>
              <a:avLst/>
              <a:gdLst>
                <a:gd name="T0" fmla="*/ 0 w 99"/>
                <a:gd name="T1" fmla="*/ 0 h 145"/>
                <a:gd name="T2" fmla="*/ 0 w 99"/>
                <a:gd name="T3" fmla="*/ 0 h 145"/>
                <a:gd name="T4" fmla="*/ 0 w 99"/>
                <a:gd name="T5" fmla="*/ 0 h 145"/>
                <a:gd name="T6" fmla="*/ 0 w 99"/>
                <a:gd name="T7" fmla="*/ 0 h 145"/>
                <a:gd name="T8" fmla="*/ 0 w 99"/>
                <a:gd name="T9" fmla="*/ 0 h 145"/>
                <a:gd name="T10" fmla="*/ 0 w 99"/>
                <a:gd name="T11" fmla="*/ 0 h 145"/>
                <a:gd name="T12" fmla="*/ 0 w 99"/>
                <a:gd name="T13" fmla="*/ 0 h 145"/>
                <a:gd name="T14" fmla="*/ 0 w 99"/>
                <a:gd name="T15" fmla="*/ 0 h 145"/>
                <a:gd name="T16" fmla="*/ 0 w 99"/>
                <a:gd name="T17" fmla="*/ 0 h 145"/>
                <a:gd name="T18" fmla="*/ 0 w 99"/>
                <a:gd name="T19" fmla="*/ 0 h 145"/>
                <a:gd name="T20" fmla="*/ 0 w 99"/>
                <a:gd name="T21" fmla="*/ 0 h 145"/>
                <a:gd name="T22" fmla="*/ 0 w 99"/>
                <a:gd name="T23" fmla="*/ 0 h 1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9" h="145">
                  <a:moveTo>
                    <a:pt x="58" y="122"/>
                  </a:moveTo>
                  <a:lnTo>
                    <a:pt x="58" y="104"/>
                  </a:lnTo>
                  <a:lnTo>
                    <a:pt x="35" y="81"/>
                  </a:lnTo>
                  <a:lnTo>
                    <a:pt x="29" y="35"/>
                  </a:lnTo>
                  <a:lnTo>
                    <a:pt x="0" y="0"/>
                  </a:lnTo>
                  <a:lnTo>
                    <a:pt x="58" y="12"/>
                  </a:lnTo>
                  <a:lnTo>
                    <a:pt x="92" y="52"/>
                  </a:lnTo>
                  <a:lnTo>
                    <a:pt x="99" y="92"/>
                  </a:lnTo>
                  <a:lnTo>
                    <a:pt x="99" y="122"/>
                  </a:lnTo>
                  <a:lnTo>
                    <a:pt x="92" y="145"/>
                  </a:lnTo>
                  <a:lnTo>
                    <a:pt x="87" y="145"/>
                  </a:lnTo>
                  <a:lnTo>
                    <a:pt x="58" y="122"/>
                  </a:lnTo>
                  <a:close/>
                </a:path>
              </a:pathLst>
            </a:custGeom>
            <a:solidFill>
              <a:srgbClr val="FFFFFF"/>
            </a:solidFill>
            <a:ln w="9525">
              <a:solidFill>
                <a:srgbClr val="000000"/>
              </a:solidFill>
              <a:round/>
              <a:headEnd/>
              <a:tailEnd/>
            </a:ln>
          </p:spPr>
          <p:txBody>
            <a:bodyPr/>
            <a:lstStyle/>
            <a:p>
              <a:endParaRPr lang="ko-KR" altLang="en-US"/>
            </a:p>
          </p:txBody>
        </p:sp>
        <p:sp>
          <p:nvSpPr>
            <p:cNvPr id="418633" name="Freeform 109">
              <a:extLst>
                <a:ext uri="{FF2B5EF4-FFF2-40B4-BE49-F238E27FC236}">
                  <a16:creationId xmlns:a16="http://schemas.microsoft.com/office/drawing/2014/main" id="{1A35A3C5-61BE-9CE9-EE87-C7ACEB43F235}"/>
                </a:ext>
              </a:extLst>
            </p:cNvPr>
            <p:cNvSpPr>
              <a:spLocks/>
            </p:cNvSpPr>
            <p:nvPr/>
          </p:nvSpPr>
          <p:spPr bwMode="auto">
            <a:xfrm>
              <a:off x="2739" y="856"/>
              <a:ext cx="2" cy="2"/>
            </a:xfrm>
            <a:custGeom>
              <a:avLst/>
              <a:gdLst>
                <a:gd name="T0" fmla="*/ 0 w 30"/>
                <a:gd name="T1" fmla="*/ 0 h 24"/>
                <a:gd name="T2" fmla="*/ 0 w 30"/>
                <a:gd name="T3" fmla="*/ 0 h 24"/>
                <a:gd name="T4" fmla="*/ 0 w 30"/>
                <a:gd name="T5" fmla="*/ 0 h 24"/>
                <a:gd name="T6" fmla="*/ 0 w 30"/>
                <a:gd name="T7" fmla="*/ 0 h 24"/>
                <a:gd name="T8" fmla="*/ 0 w 30"/>
                <a:gd name="T9" fmla="*/ 0 h 24"/>
                <a:gd name="T10" fmla="*/ 0 w 30"/>
                <a:gd name="T11" fmla="*/ 0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24">
                  <a:moveTo>
                    <a:pt x="0" y="0"/>
                  </a:moveTo>
                  <a:lnTo>
                    <a:pt x="7" y="24"/>
                  </a:lnTo>
                  <a:lnTo>
                    <a:pt x="30" y="24"/>
                  </a:lnTo>
                  <a:lnTo>
                    <a:pt x="12" y="0"/>
                  </a:lnTo>
                  <a:lnTo>
                    <a:pt x="7"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634" name="Freeform 110">
              <a:extLst>
                <a:ext uri="{FF2B5EF4-FFF2-40B4-BE49-F238E27FC236}">
                  <a16:creationId xmlns:a16="http://schemas.microsoft.com/office/drawing/2014/main" id="{9E74AA25-2B76-A24D-C157-70A8B4370EA5}"/>
                </a:ext>
              </a:extLst>
            </p:cNvPr>
            <p:cNvSpPr>
              <a:spLocks/>
            </p:cNvSpPr>
            <p:nvPr/>
          </p:nvSpPr>
          <p:spPr bwMode="auto">
            <a:xfrm>
              <a:off x="2750" y="923"/>
              <a:ext cx="6" cy="6"/>
            </a:xfrm>
            <a:custGeom>
              <a:avLst/>
              <a:gdLst>
                <a:gd name="T0" fmla="*/ 0 w 82"/>
                <a:gd name="T1" fmla="*/ 0 h 75"/>
                <a:gd name="T2" fmla="*/ 0 w 82"/>
                <a:gd name="T3" fmla="*/ 0 h 75"/>
                <a:gd name="T4" fmla="*/ 0 w 82"/>
                <a:gd name="T5" fmla="*/ 0 h 75"/>
                <a:gd name="T6" fmla="*/ 0 w 82"/>
                <a:gd name="T7" fmla="*/ 0 h 75"/>
                <a:gd name="T8" fmla="*/ 0 w 82"/>
                <a:gd name="T9" fmla="*/ 0 h 75"/>
                <a:gd name="T10" fmla="*/ 0 w 82"/>
                <a:gd name="T11" fmla="*/ 0 h 75"/>
                <a:gd name="T12" fmla="*/ 0 w 82"/>
                <a:gd name="T13" fmla="*/ 0 h 75"/>
                <a:gd name="T14" fmla="*/ 0 w 82"/>
                <a:gd name="T15" fmla="*/ 0 h 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2" h="75">
                  <a:moveTo>
                    <a:pt x="75" y="58"/>
                  </a:moveTo>
                  <a:lnTo>
                    <a:pt x="75" y="52"/>
                  </a:lnTo>
                  <a:lnTo>
                    <a:pt x="47" y="23"/>
                  </a:lnTo>
                  <a:lnTo>
                    <a:pt x="0" y="0"/>
                  </a:lnTo>
                  <a:lnTo>
                    <a:pt x="35" y="40"/>
                  </a:lnTo>
                  <a:lnTo>
                    <a:pt x="64" y="58"/>
                  </a:lnTo>
                  <a:lnTo>
                    <a:pt x="82" y="75"/>
                  </a:lnTo>
                  <a:lnTo>
                    <a:pt x="75" y="58"/>
                  </a:lnTo>
                  <a:close/>
                </a:path>
              </a:pathLst>
            </a:custGeom>
            <a:solidFill>
              <a:srgbClr val="FFFFFF"/>
            </a:solidFill>
            <a:ln w="9525">
              <a:solidFill>
                <a:srgbClr val="000000"/>
              </a:solidFill>
              <a:round/>
              <a:headEnd/>
              <a:tailEnd/>
            </a:ln>
          </p:spPr>
          <p:txBody>
            <a:bodyPr/>
            <a:lstStyle/>
            <a:p>
              <a:endParaRPr lang="ko-KR" altLang="en-US"/>
            </a:p>
          </p:txBody>
        </p:sp>
        <p:sp>
          <p:nvSpPr>
            <p:cNvPr id="418635" name="Freeform 111">
              <a:extLst>
                <a:ext uri="{FF2B5EF4-FFF2-40B4-BE49-F238E27FC236}">
                  <a16:creationId xmlns:a16="http://schemas.microsoft.com/office/drawing/2014/main" id="{9471BCCD-5D3A-B41B-CA5B-A42199BB2160}"/>
                </a:ext>
              </a:extLst>
            </p:cNvPr>
            <p:cNvSpPr>
              <a:spLocks/>
            </p:cNvSpPr>
            <p:nvPr/>
          </p:nvSpPr>
          <p:spPr bwMode="auto">
            <a:xfrm>
              <a:off x="2773" y="904"/>
              <a:ext cx="0" cy="2"/>
            </a:xfrm>
            <a:custGeom>
              <a:avLst/>
              <a:gdLst>
                <a:gd name="T0" fmla="*/ 0 h 12"/>
                <a:gd name="T1" fmla="*/ 0 h 12"/>
                <a:gd name="T2" fmla="*/ 0 h 12"/>
                <a:gd name="T3" fmla="*/ 0 60000 65536"/>
                <a:gd name="T4" fmla="*/ 0 60000 65536"/>
                <a:gd name="T5" fmla="*/ 0 60000 65536"/>
              </a:gdLst>
              <a:ahLst/>
              <a:cxnLst>
                <a:cxn ang="T3">
                  <a:pos x="0" y="T0"/>
                </a:cxn>
                <a:cxn ang="T4">
                  <a:pos x="0" y="T1"/>
                </a:cxn>
                <a:cxn ang="T5">
                  <a:pos x="0" y="T2"/>
                </a:cxn>
              </a:cxnLst>
              <a:rect l="0" t="0" r="r" b="b"/>
              <a:pathLst>
                <a:path h="12">
                  <a:moveTo>
                    <a:pt x="0" y="12"/>
                  </a:moveTo>
                  <a:lnTo>
                    <a:pt x="0" y="0"/>
                  </a:lnTo>
                  <a:lnTo>
                    <a:pt x="0" y="12"/>
                  </a:lnTo>
                  <a:close/>
                </a:path>
              </a:pathLst>
            </a:custGeom>
            <a:solidFill>
              <a:srgbClr val="FFFFFF"/>
            </a:solidFill>
            <a:ln w="9525">
              <a:solidFill>
                <a:srgbClr val="000000"/>
              </a:solidFill>
              <a:round/>
              <a:headEnd/>
              <a:tailEnd/>
            </a:ln>
          </p:spPr>
          <p:txBody>
            <a:bodyPr/>
            <a:lstStyle/>
            <a:p>
              <a:endParaRPr lang="ko-KR" altLang="en-US"/>
            </a:p>
          </p:txBody>
        </p:sp>
        <p:sp>
          <p:nvSpPr>
            <p:cNvPr id="418636" name="Freeform 112">
              <a:extLst>
                <a:ext uri="{FF2B5EF4-FFF2-40B4-BE49-F238E27FC236}">
                  <a16:creationId xmlns:a16="http://schemas.microsoft.com/office/drawing/2014/main" id="{FA35FF92-90F9-A368-8C8B-4EB1AE55AD5B}"/>
                </a:ext>
              </a:extLst>
            </p:cNvPr>
            <p:cNvSpPr>
              <a:spLocks/>
            </p:cNvSpPr>
            <p:nvPr/>
          </p:nvSpPr>
          <p:spPr bwMode="auto">
            <a:xfrm>
              <a:off x="2765" y="899"/>
              <a:ext cx="0" cy="1"/>
            </a:xfrm>
            <a:custGeom>
              <a:avLst/>
              <a:gdLst>
                <a:gd name="T0" fmla="*/ 0 w 12"/>
                <a:gd name="T1" fmla="*/ 0 h 7"/>
                <a:gd name="T2" fmla="*/ 0 w 12"/>
                <a:gd name="T3" fmla="*/ 0 h 7"/>
                <a:gd name="T4" fmla="*/ 0 w 12"/>
                <a:gd name="T5" fmla="*/ 0 h 7"/>
                <a:gd name="T6" fmla="*/ 0 60000 65536"/>
                <a:gd name="T7" fmla="*/ 0 60000 65536"/>
                <a:gd name="T8" fmla="*/ 0 60000 65536"/>
              </a:gdLst>
              <a:ahLst/>
              <a:cxnLst>
                <a:cxn ang="T6">
                  <a:pos x="T0" y="T1"/>
                </a:cxn>
                <a:cxn ang="T7">
                  <a:pos x="T2" y="T3"/>
                </a:cxn>
                <a:cxn ang="T8">
                  <a:pos x="T4" y="T5"/>
                </a:cxn>
              </a:cxnLst>
              <a:rect l="0" t="0" r="r" b="b"/>
              <a:pathLst>
                <a:path w="12" h="7">
                  <a:moveTo>
                    <a:pt x="12" y="0"/>
                  </a:moveTo>
                  <a:lnTo>
                    <a:pt x="0" y="7"/>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18637" name="Freeform 113">
              <a:extLst>
                <a:ext uri="{FF2B5EF4-FFF2-40B4-BE49-F238E27FC236}">
                  <a16:creationId xmlns:a16="http://schemas.microsoft.com/office/drawing/2014/main" id="{01521A0F-7096-412A-32E5-CC3B030270A8}"/>
                </a:ext>
              </a:extLst>
            </p:cNvPr>
            <p:cNvSpPr>
              <a:spLocks/>
            </p:cNvSpPr>
            <p:nvPr/>
          </p:nvSpPr>
          <p:spPr bwMode="auto">
            <a:xfrm>
              <a:off x="2808" y="921"/>
              <a:ext cx="8" cy="5"/>
            </a:xfrm>
            <a:custGeom>
              <a:avLst/>
              <a:gdLst>
                <a:gd name="T0" fmla="*/ 0 w 105"/>
                <a:gd name="T1" fmla="*/ 0 h 69"/>
                <a:gd name="T2" fmla="*/ 0 w 105"/>
                <a:gd name="T3" fmla="*/ 0 h 69"/>
                <a:gd name="T4" fmla="*/ 0 w 105"/>
                <a:gd name="T5" fmla="*/ 0 h 69"/>
                <a:gd name="T6" fmla="*/ 0 w 105"/>
                <a:gd name="T7" fmla="*/ 0 h 69"/>
                <a:gd name="T8" fmla="*/ 0 w 105"/>
                <a:gd name="T9" fmla="*/ 0 h 69"/>
                <a:gd name="T10" fmla="*/ 0 w 105"/>
                <a:gd name="T11" fmla="*/ 0 h 69"/>
                <a:gd name="T12" fmla="*/ 0 w 105"/>
                <a:gd name="T13" fmla="*/ 0 h 69"/>
                <a:gd name="T14" fmla="*/ 0 w 105"/>
                <a:gd name="T15" fmla="*/ 0 h 69"/>
                <a:gd name="T16" fmla="*/ 0 w 105"/>
                <a:gd name="T17" fmla="*/ 0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 h="69">
                  <a:moveTo>
                    <a:pt x="82" y="64"/>
                  </a:moveTo>
                  <a:lnTo>
                    <a:pt x="99" y="46"/>
                  </a:lnTo>
                  <a:lnTo>
                    <a:pt x="59" y="0"/>
                  </a:lnTo>
                  <a:lnTo>
                    <a:pt x="0" y="0"/>
                  </a:lnTo>
                  <a:lnTo>
                    <a:pt x="7" y="46"/>
                  </a:lnTo>
                  <a:lnTo>
                    <a:pt x="70" y="64"/>
                  </a:lnTo>
                  <a:lnTo>
                    <a:pt x="105" y="69"/>
                  </a:lnTo>
                  <a:lnTo>
                    <a:pt x="105" y="52"/>
                  </a:lnTo>
                  <a:lnTo>
                    <a:pt x="82" y="64"/>
                  </a:lnTo>
                  <a:close/>
                </a:path>
              </a:pathLst>
            </a:custGeom>
            <a:solidFill>
              <a:srgbClr val="FFFFFF"/>
            </a:solidFill>
            <a:ln w="9525">
              <a:solidFill>
                <a:srgbClr val="000000"/>
              </a:solidFill>
              <a:round/>
              <a:headEnd/>
              <a:tailEnd/>
            </a:ln>
          </p:spPr>
          <p:txBody>
            <a:bodyPr/>
            <a:lstStyle/>
            <a:p>
              <a:endParaRPr lang="ko-KR" altLang="en-US"/>
            </a:p>
          </p:txBody>
        </p:sp>
        <p:sp>
          <p:nvSpPr>
            <p:cNvPr id="418638" name="Freeform 114">
              <a:extLst>
                <a:ext uri="{FF2B5EF4-FFF2-40B4-BE49-F238E27FC236}">
                  <a16:creationId xmlns:a16="http://schemas.microsoft.com/office/drawing/2014/main" id="{902D8D0D-7734-E300-F321-3A684AFA3067}"/>
                </a:ext>
              </a:extLst>
            </p:cNvPr>
            <p:cNvSpPr>
              <a:spLocks/>
            </p:cNvSpPr>
            <p:nvPr/>
          </p:nvSpPr>
          <p:spPr bwMode="auto">
            <a:xfrm>
              <a:off x="2631" y="1015"/>
              <a:ext cx="18" cy="20"/>
            </a:xfrm>
            <a:custGeom>
              <a:avLst/>
              <a:gdLst>
                <a:gd name="T0" fmla="*/ 0 w 226"/>
                <a:gd name="T1" fmla="*/ 0 h 255"/>
                <a:gd name="T2" fmla="*/ 0 w 226"/>
                <a:gd name="T3" fmla="*/ 0 h 255"/>
                <a:gd name="T4" fmla="*/ 0 w 226"/>
                <a:gd name="T5" fmla="*/ 0 h 255"/>
                <a:gd name="T6" fmla="*/ 0 w 226"/>
                <a:gd name="T7" fmla="*/ 0 h 255"/>
                <a:gd name="T8" fmla="*/ 0 w 226"/>
                <a:gd name="T9" fmla="*/ 0 h 255"/>
                <a:gd name="T10" fmla="*/ 0 w 226"/>
                <a:gd name="T11" fmla="*/ 0 h 255"/>
                <a:gd name="T12" fmla="*/ 0 w 226"/>
                <a:gd name="T13" fmla="*/ 0 h 255"/>
                <a:gd name="T14" fmla="*/ 0 w 226"/>
                <a:gd name="T15" fmla="*/ 0 h 255"/>
                <a:gd name="T16" fmla="*/ 0 w 226"/>
                <a:gd name="T17" fmla="*/ 0 h 255"/>
                <a:gd name="T18" fmla="*/ 0 w 226"/>
                <a:gd name="T19" fmla="*/ 0 h 255"/>
                <a:gd name="T20" fmla="*/ 0 w 226"/>
                <a:gd name="T21" fmla="*/ 0 h 255"/>
                <a:gd name="T22" fmla="*/ 0 w 226"/>
                <a:gd name="T23" fmla="*/ 0 h 255"/>
                <a:gd name="T24" fmla="*/ 0 w 226"/>
                <a:gd name="T25" fmla="*/ 0 h 255"/>
                <a:gd name="T26" fmla="*/ 0 w 226"/>
                <a:gd name="T27" fmla="*/ 0 h 255"/>
                <a:gd name="T28" fmla="*/ 0 w 226"/>
                <a:gd name="T29" fmla="*/ 0 h 255"/>
                <a:gd name="T30" fmla="*/ 0 w 226"/>
                <a:gd name="T31" fmla="*/ 0 h 2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6" h="255">
                  <a:moveTo>
                    <a:pt x="198" y="28"/>
                  </a:moveTo>
                  <a:lnTo>
                    <a:pt x="163" y="5"/>
                  </a:lnTo>
                  <a:lnTo>
                    <a:pt x="76" y="0"/>
                  </a:lnTo>
                  <a:lnTo>
                    <a:pt x="0" y="0"/>
                  </a:lnTo>
                  <a:lnTo>
                    <a:pt x="24" y="63"/>
                  </a:lnTo>
                  <a:lnTo>
                    <a:pt x="24" y="104"/>
                  </a:lnTo>
                  <a:lnTo>
                    <a:pt x="47" y="168"/>
                  </a:lnTo>
                  <a:lnTo>
                    <a:pt x="47" y="232"/>
                  </a:lnTo>
                  <a:lnTo>
                    <a:pt x="104" y="255"/>
                  </a:lnTo>
                  <a:lnTo>
                    <a:pt x="139" y="226"/>
                  </a:lnTo>
                  <a:lnTo>
                    <a:pt x="192" y="168"/>
                  </a:lnTo>
                  <a:lnTo>
                    <a:pt x="226" y="122"/>
                  </a:lnTo>
                  <a:lnTo>
                    <a:pt x="226" y="70"/>
                  </a:lnTo>
                  <a:lnTo>
                    <a:pt x="209" y="40"/>
                  </a:lnTo>
                  <a:lnTo>
                    <a:pt x="198" y="40"/>
                  </a:lnTo>
                  <a:lnTo>
                    <a:pt x="198" y="28"/>
                  </a:lnTo>
                  <a:close/>
                </a:path>
              </a:pathLst>
            </a:custGeom>
            <a:solidFill>
              <a:srgbClr val="FFFFFF"/>
            </a:solidFill>
            <a:ln w="9525">
              <a:solidFill>
                <a:srgbClr val="000000"/>
              </a:solidFill>
              <a:round/>
              <a:headEnd/>
              <a:tailEnd/>
            </a:ln>
          </p:spPr>
          <p:txBody>
            <a:bodyPr/>
            <a:lstStyle/>
            <a:p>
              <a:endParaRPr lang="ko-KR" altLang="en-US"/>
            </a:p>
          </p:txBody>
        </p:sp>
        <p:sp>
          <p:nvSpPr>
            <p:cNvPr id="418639" name="Freeform 115">
              <a:extLst>
                <a:ext uri="{FF2B5EF4-FFF2-40B4-BE49-F238E27FC236}">
                  <a16:creationId xmlns:a16="http://schemas.microsoft.com/office/drawing/2014/main" id="{7B57F974-64B7-BC80-98A4-BAE5351B3E53}"/>
                </a:ext>
              </a:extLst>
            </p:cNvPr>
            <p:cNvSpPr>
              <a:spLocks/>
            </p:cNvSpPr>
            <p:nvPr/>
          </p:nvSpPr>
          <p:spPr bwMode="auto">
            <a:xfrm>
              <a:off x="2730" y="1030"/>
              <a:ext cx="46" cy="36"/>
            </a:xfrm>
            <a:custGeom>
              <a:avLst/>
              <a:gdLst>
                <a:gd name="T0" fmla="*/ 0 w 581"/>
                <a:gd name="T1" fmla="*/ 0 h 453"/>
                <a:gd name="T2" fmla="*/ 0 w 581"/>
                <a:gd name="T3" fmla="*/ 0 h 453"/>
                <a:gd name="T4" fmla="*/ 0 w 581"/>
                <a:gd name="T5" fmla="*/ 0 h 453"/>
                <a:gd name="T6" fmla="*/ 0 w 581"/>
                <a:gd name="T7" fmla="*/ 0 h 453"/>
                <a:gd name="T8" fmla="*/ 0 w 581"/>
                <a:gd name="T9" fmla="*/ 0 h 453"/>
                <a:gd name="T10" fmla="*/ 0 w 581"/>
                <a:gd name="T11" fmla="*/ 0 h 453"/>
                <a:gd name="T12" fmla="*/ 0 w 581"/>
                <a:gd name="T13" fmla="*/ 0 h 453"/>
                <a:gd name="T14" fmla="*/ 0 w 581"/>
                <a:gd name="T15" fmla="*/ 0 h 453"/>
                <a:gd name="T16" fmla="*/ 0 w 581"/>
                <a:gd name="T17" fmla="*/ 0 h 453"/>
                <a:gd name="T18" fmla="*/ 0 w 581"/>
                <a:gd name="T19" fmla="*/ 0 h 453"/>
                <a:gd name="T20" fmla="*/ 0 w 581"/>
                <a:gd name="T21" fmla="*/ 0 h 453"/>
                <a:gd name="T22" fmla="*/ 0 w 581"/>
                <a:gd name="T23" fmla="*/ 0 h 453"/>
                <a:gd name="T24" fmla="*/ 0 w 581"/>
                <a:gd name="T25" fmla="*/ 0 h 453"/>
                <a:gd name="T26" fmla="*/ 0 w 581"/>
                <a:gd name="T27" fmla="*/ 0 h 453"/>
                <a:gd name="T28" fmla="*/ 0 w 581"/>
                <a:gd name="T29" fmla="*/ 0 h 453"/>
                <a:gd name="T30" fmla="*/ 0 w 581"/>
                <a:gd name="T31" fmla="*/ 0 h 453"/>
                <a:gd name="T32" fmla="*/ 0 w 581"/>
                <a:gd name="T33" fmla="*/ 0 h 453"/>
                <a:gd name="T34" fmla="*/ 0 w 581"/>
                <a:gd name="T35" fmla="*/ 0 h 453"/>
                <a:gd name="T36" fmla="*/ 0 w 581"/>
                <a:gd name="T37" fmla="*/ 0 h 453"/>
                <a:gd name="T38" fmla="*/ 0 w 581"/>
                <a:gd name="T39" fmla="*/ 0 h 453"/>
                <a:gd name="T40" fmla="*/ 0 w 581"/>
                <a:gd name="T41" fmla="*/ 0 h 453"/>
                <a:gd name="T42" fmla="*/ 0 w 581"/>
                <a:gd name="T43" fmla="*/ 0 h 453"/>
                <a:gd name="T44" fmla="*/ 0 w 581"/>
                <a:gd name="T45" fmla="*/ 0 h 453"/>
                <a:gd name="T46" fmla="*/ 0 w 581"/>
                <a:gd name="T47" fmla="*/ 0 h 453"/>
                <a:gd name="T48" fmla="*/ 0 w 581"/>
                <a:gd name="T49" fmla="*/ 0 h 453"/>
                <a:gd name="T50" fmla="*/ 0 w 581"/>
                <a:gd name="T51" fmla="*/ 0 h 453"/>
                <a:gd name="T52" fmla="*/ 0 w 581"/>
                <a:gd name="T53" fmla="*/ 0 h 453"/>
                <a:gd name="T54" fmla="*/ 0 w 581"/>
                <a:gd name="T55" fmla="*/ 0 h 453"/>
                <a:gd name="T56" fmla="*/ 0 w 581"/>
                <a:gd name="T57" fmla="*/ 0 h 453"/>
                <a:gd name="T58" fmla="*/ 0 w 581"/>
                <a:gd name="T59" fmla="*/ 0 h 45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81" h="453">
                  <a:moveTo>
                    <a:pt x="169" y="446"/>
                  </a:moveTo>
                  <a:lnTo>
                    <a:pt x="117" y="446"/>
                  </a:lnTo>
                  <a:lnTo>
                    <a:pt x="93" y="411"/>
                  </a:lnTo>
                  <a:lnTo>
                    <a:pt x="35" y="383"/>
                  </a:lnTo>
                  <a:lnTo>
                    <a:pt x="5" y="377"/>
                  </a:lnTo>
                  <a:lnTo>
                    <a:pt x="0" y="319"/>
                  </a:lnTo>
                  <a:lnTo>
                    <a:pt x="87" y="289"/>
                  </a:lnTo>
                  <a:lnTo>
                    <a:pt x="117" y="249"/>
                  </a:lnTo>
                  <a:lnTo>
                    <a:pt x="180" y="226"/>
                  </a:lnTo>
                  <a:lnTo>
                    <a:pt x="274" y="191"/>
                  </a:lnTo>
                  <a:lnTo>
                    <a:pt x="308" y="150"/>
                  </a:lnTo>
                  <a:lnTo>
                    <a:pt x="366" y="104"/>
                  </a:lnTo>
                  <a:lnTo>
                    <a:pt x="471" y="34"/>
                  </a:lnTo>
                  <a:lnTo>
                    <a:pt x="500" y="0"/>
                  </a:lnTo>
                  <a:lnTo>
                    <a:pt x="541" y="0"/>
                  </a:lnTo>
                  <a:lnTo>
                    <a:pt x="518" y="63"/>
                  </a:lnTo>
                  <a:lnTo>
                    <a:pt x="546" y="87"/>
                  </a:lnTo>
                  <a:lnTo>
                    <a:pt x="581" y="98"/>
                  </a:lnTo>
                  <a:lnTo>
                    <a:pt x="541" y="179"/>
                  </a:lnTo>
                  <a:lnTo>
                    <a:pt x="483" y="202"/>
                  </a:lnTo>
                  <a:lnTo>
                    <a:pt x="448" y="249"/>
                  </a:lnTo>
                  <a:lnTo>
                    <a:pt x="401" y="261"/>
                  </a:lnTo>
                  <a:lnTo>
                    <a:pt x="366" y="255"/>
                  </a:lnTo>
                  <a:lnTo>
                    <a:pt x="337" y="289"/>
                  </a:lnTo>
                  <a:lnTo>
                    <a:pt x="308" y="342"/>
                  </a:lnTo>
                  <a:lnTo>
                    <a:pt x="279" y="389"/>
                  </a:lnTo>
                  <a:lnTo>
                    <a:pt x="244" y="435"/>
                  </a:lnTo>
                  <a:lnTo>
                    <a:pt x="209" y="446"/>
                  </a:lnTo>
                  <a:lnTo>
                    <a:pt x="186" y="453"/>
                  </a:lnTo>
                  <a:lnTo>
                    <a:pt x="169" y="446"/>
                  </a:lnTo>
                  <a:close/>
                </a:path>
              </a:pathLst>
            </a:custGeom>
            <a:solidFill>
              <a:srgbClr val="FFFFFF"/>
            </a:solidFill>
            <a:ln w="9525">
              <a:solidFill>
                <a:srgbClr val="000000"/>
              </a:solidFill>
              <a:round/>
              <a:headEnd/>
              <a:tailEnd/>
            </a:ln>
          </p:spPr>
          <p:txBody>
            <a:bodyPr/>
            <a:lstStyle/>
            <a:p>
              <a:endParaRPr lang="ko-KR" altLang="en-US"/>
            </a:p>
          </p:txBody>
        </p:sp>
        <p:sp>
          <p:nvSpPr>
            <p:cNvPr id="418640" name="Freeform 116">
              <a:extLst>
                <a:ext uri="{FF2B5EF4-FFF2-40B4-BE49-F238E27FC236}">
                  <a16:creationId xmlns:a16="http://schemas.microsoft.com/office/drawing/2014/main" id="{5FBB4974-9AA8-A9D9-749E-13D3DBC4CCAE}"/>
                </a:ext>
              </a:extLst>
            </p:cNvPr>
            <p:cNvSpPr>
              <a:spLocks/>
            </p:cNvSpPr>
            <p:nvPr/>
          </p:nvSpPr>
          <p:spPr bwMode="auto">
            <a:xfrm>
              <a:off x="2778" y="999"/>
              <a:ext cx="19" cy="38"/>
            </a:xfrm>
            <a:custGeom>
              <a:avLst/>
              <a:gdLst>
                <a:gd name="T0" fmla="*/ 0 w 243"/>
                <a:gd name="T1" fmla="*/ 0 h 481"/>
                <a:gd name="T2" fmla="*/ 0 w 243"/>
                <a:gd name="T3" fmla="*/ 0 h 481"/>
                <a:gd name="T4" fmla="*/ 0 w 243"/>
                <a:gd name="T5" fmla="*/ 0 h 481"/>
                <a:gd name="T6" fmla="*/ 0 w 243"/>
                <a:gd name="T7" fmla="*/ 0 h 481"/>
                <a:gd name="T8" fmla="*/ 0 w 243"/>
                <a:gd name="T9" fmla="*/ 0 h 481"/>
                <a:gd name="T10" fmla="*/ 0 w 243"/>
                <a:gd name="T11" fmla="*/ 0 h 481"/>
                <a:gd name="T12" fmla="*/ 0 w 243"/>
                <a:gd name="T13" fmla="*/ 0 h 481"/>
                <a:gd name="T14" fmla="*/ 0 w 243"/>
                <a:gd name="T15" fmla="*/ 0 h 481"/>
                <a:gd name="T16" fmla="*/ 0 w 243"/>
                <a:gd name="T17" fmla="*/ 0 h 481"/>
                <a:gd name="T18" fmla="*/ 0 w 243"/>
                <a:gd name="T19" fmla="*/ 0 h 481"/>
                <a:gd name="T20" fmla="*/ 0 w 243"/>
                <a:gd name="T21" fmla="*/ 0 h 481"/>
                <a:gd name="T22" fmla="*/ 0 w 243"/>
                <a:gd name="T23" fmla="*/ 0 h 481"/>
                <a:gd name="T24" fmla="*/ 0 w 243"/>
                <a:gd name="T25" fmla="*/ 0 h 481"/>
                <a:gd name="T26" fmla="*/ 0 w 243"/>
                <a:gd name="T27" fmla="*/ 0 h 481"/>
                <a:gd name="T28" fmla="*/ 0 w 243"/>
                <a:gd name="T29" fmla="*/ 0 h 481"/>
                <a:gd name="T30" fmla="*/ 0 w 243"/>
                <a:gd name="T31" fmla="*/ 0 h 481"/>
                <a:gd name="T32" fmla="*/ 0 w 243"/>
                <a:gd name="T33" fmla="*/ 0 h 481"/>
                <a:gd name="T34" fmla="*/ 0 w 243"/>
                <a:gd name="T35" fmla="*/ 0 h 481"/>
                <a:gd name="T36" fmla="*/ 0 w 243"/>
                <a:gd name="T37" fmla="*/ 0 h 481"/>
                <a:gd name="T38" fmla="*/ 0 w 243"/>
                <a:gd name="T39" fmla="*/ 0 h 481"/>
                <a:gd name="T40" fmla="*/ 0 w 243"/>
                <a:gd name="T41" fmla="*/ 0 h 481"/>
                <a:gd name="T42" fmla="*/ 0 w 243"/>
                <a:gd name="T43" fmla="*/ 0 h 48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481">
                  <a:moveTo>
                    <a:pt x="0" y="476"/>
                  </a:moveTo>
                  <a:lnTo>
                    <a:pt x="0" y="418"/>
                  </a:lnTo>
                  <a:lnTo>
                    <a:pt x="0" y="371"/>
                  </a:lnTo>
                  <a:lnTo>
                    <a:pt x="5" y="331"/>
                  </a:lnTo>
                  <a:lnTo>
                    <a:pt x="63" y="279"/>
                  </a:lnTo>
                  <a:lnTo>
                    <a:pt x="70" y="226"/>
                  </a:lnTo>
                  <a:lnTo>
                    <a:pt x="70" y="162"/>
                  </a:lnTo>
                  <a:lnTo>
                    <a:pt x="70" y="80"/>
                  </a:lnTo>
                  <a:lnTo>
                    <a:pt x="40" y="0"/>
                  </a:lnTo>
                  <a:lnTo>
                    <a:pt x="75" y="87"/>
                  </a:lnTo>
                  <a:lnTo>
                    <a:pt x="115" y="197"/>
                  </a:lnTo>
                  <a:lnTo>
                    <a:pt x="150" y="255"/>
                  </a:lnTo>
                  <a:lnTo>
                    <a:pt x="203" y="272"/>
                  </a:lnTo>
                  <a:lnTo>
                    <a:pt x="232" y="226"/>
                  </a:lnTo>
                  <a:lnTo>
                    <a:pt x="243" y="307"/>
                  </a:lnTo>
                  <a:lnTo>
                    <a:pt x="226" y="331"/>
                  </a:lnTo>
                  <a:lnTo>
                    <a:pt x="168" y="383"/>
                  </a:lnTo>
                  <a:lnTo>
                    <a:pt x="122" y="435"/>
                  </a:lnTo>
                  <a:lnTo>
                    <a:pt x="93" y="470"/>
                  </a:lnTo>
                  <a:lnTo>
                    <a:pt x="40" y="481"/>
                  </a:lnTo>
                  <a:lnTo>
                    <a:pt x="11" y="481"/>
                  </a:lnTo>
                  <a:lnTo>
                    <a:pt x="0" y="476"/>
                  </a:lnTo>
                  <a:close/>
                </a:path>
              </a:pathLst>
            </a:custGeom>
            <a:solidFill>
              <a:srgbClr val="FFFFFF"/>
            </a:solidFill>
            <a:ln w="9525">
              <a:solidFill>
                <a:srgbClr val="000000"/>
              </a:solidFill>
              <a:round/>
              <a:headEnd/>
              <a:tailEnd/>
            </a:ln>
          </p:spPr>
          <p:txBody>
            <a:bodyPr/>
            <a:lstStyle/>
            <a:p>
              <a:endParaRPr lang="ko-KR" altLang="en-US"/>
            </a:p>
          </p:txBody>
        </p:sp>
        <p:sp>
          <p:nvSpPr>
            <p:cNvPr id="418641" name="Freeform 117">
              <a:extLst>
                <a:ext uri="{FF2B5EF4-FFF2-40B4-BE49-F238E27FC236}">
                  <a16:creationId xmlns:a16="http://schemas.microsoft.com/office/drawing/2014/main" id="{0FF25C98-2714-6060-4918-682A0E26A551}"/>
                </a:ext>
              </a:extLst>
            </p:cNvPr>
            <p:cNvSpPr>
              <a:spLocks/>
            </p:cNvSpPr>
            <p:nvPr/>
          </p:nvSpPr>
          <p:spPr bwMode="auto">
            <a:xfrm>
              <a:off x="1897" y="639"/>
              <a:ext cx="48" cy="33"/>
            </a:xfrm>
            <a:custGeom>
              <a:avLst/>
              <a:gdLst>
                <a:gd name="T0" fmla="*/ 0 w 605"/>
                <a:gd name="T1" fmla="*/ 0 h 430"/>
                <a:gd name="T2" fmla="*/ 0 w 605"/>
                <a:gd name="T3" fmla="*/ 0 h 430"/>
                <a:gd name="T4" fmla="*/ 0 w 605"/>
                <a:gd name="T5" fmla="*/ 0 h 430"/>
                <a:gd name="T6" fmla="*/ 0 w 605"/>
                <a:gd name="T7" fmla="*/ 0 h 430"/>
                <a:gd name="T8" fmla="*/ 0 w 605"/>
                <a:gd name="T9" fmla="*/ 0 h 430"/>
                <a:gd name="T10" fmla="*/ 0 w 605"/>
                <a:gd name="T11" fmla="*/ 0 h 430"/>
                <a:gd name="T12" fmla="*/ 0 w 605"/>
                <a:gd name="T13" fmla="*/ 0 h 430"/>
                <a:gd name="T14" fmla="*/ 0 w 605"/>
                <a:gd name="T15" fmla="*/ 0 h 430"/>
                <a:gd name="T16" fmla="*/ 0 w 605"/>
                <a:gd name="T17" fmla="*/ 0 h 430"/>
                <a:gd name="T18" fmla="*/ 0 w 605"/>
                <a:gd name="T19" fmla="*/ 0 h 430"/>
                <a:gd name="T20" fmla="*/ 0 w 605"/>
                <a:gd name="T21" fmla="*/ 0 h 4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5" h="430">
                  <a:moveTo>
                    <a:pt x="331" y="18"/>
                  </a:moveTo>
                  <a:lnTo>
                    <a:pt x="605" y="0"/>
                  </a:lnTo>
                  <a:lnTo>
                    <a:pt x="582" y="70"/>
                  </a:lnTo>
                  <a:lnTo>
                    <a:pt x="384" y="81"/>
                  </a:lnTo>
                  <a:lnTo>
                    <a:pt x="343" y="255"/>
                  </a:lnTo>
                  <a:lnTo>
                    <a:pt x="256" y="273"/>
                  </a:lnTo>
                  <a:lnTo>
                    <a:pt x="233" y="401"/>
                  </a:lnTo>
                  <a:lnTo>
                    <a:pt x="12" y="430"/>
                  </a:lnTo>
                  <a:lnTo>
                    <a:pt x="0" y="389"/>
                  </a:lnTo>
                  <a:lnTo>
                    <a:pt x="227" y="93"/>
                  </a:lnTo>
                  <a:lnTo>
                    <a:pt x="331" y="18"/>
                  </a:lnTo>
                  <a:close/>
                </a:path>
              </a:pathLst>
            </a:custGeom>
            <a:solidFill>
              <a:srgbClr val="FFFFFF"/>
            </a:solidFill>
            <a:ln w="9525">
              <a:solidFill>
                <a:srgbClr val="000000"/>
              </a:solidFill>
              <a:round/>
              <a:headEnd/>
              <a:tailEnd/>
            </a:ln>
          </p:spPr>
          <p:txBody>
            <a:bodyPr/>
            <a:lstStyle/>
            <a:p>
              <a:endParaRPr lang="ko-KR" altLang="en-US"/>
            </a:p>
          </p:txBody>
        </p:sp>
        <p:sp>
          <p:nvSpPr>
            <p:cNvPr id="418642" name="Freeform 118">
              <a:extLst>
                <a:ext uri="{FF2B5EF4-FFF2-40B4-BE49-F238E27FC236}">
                  <a16:creationId xmlns:a16="http://schemas.microsoft.com/office/drawing/2014/main" id="{095FA51D-45CD-5312-4655-DC1542717B58}"/>
                </a:ext>
              </a:extLst>
            </p:cNvPr>
            <p:cNvSpPr>
              <a:spLocks/>
            </p:cNvSpPr>
            <p:nvPr/>
          </p:nvSpPr>
          <p:spPr bwMode="auto">
            <a:xfrm>
              <a:off x="1923" y="593"/>
              <a:ext cx="64" cy="48"/>
            </a:xfrm>
            <a:custGeom>
              <a:avLst/>
              <a:gdLst>
                <a:gd name="T0" fmla="*/ 0 w 814"/>
                <a:gd name="T1" fmla="*/ 0 h 616"/>
                <a:gd name="T2" fmla="*/ 0 w 814"/>
                <a:gd name="T3" fmla="*/ 0 h 616"/>
                <a:gd name="T4" fmla="*/ 0 w 814"/>
                <a:gd name="T5" fmla="*/ 0 h 616"/>
                <a:gd name="T6" fmla="*/ 0 w 814"/>
                <a:gd name="T7" fmla="*/ 0 h 616"/>
                <a:gd name="T8" fmla="*/ 0 w 814"/>
                <a:gd name="T9" fmla="*/ 0 h 616"/>
                <a:gd name="T10" fmla="*/ 0 w 814"/>
                <a:gd name="T11" fmla="*/ 0 h 616"/>
                <a:gd name="T12" fmla="*/ 0 w 814"/>
                <a:gd name="T13" fmla="*/ 0 h 616"/>
                <a:gd name="T14" fmla="*/ 0 w 814"/>
                <a:gd name="T15" fmla="*/ 0 h 616"/>
                <a:gd name="T16" fmla="*/ 0 w 814"/>
                <a:gd name="T17" fmla="*/ 0 h 616"/>
                <a:gd name="T18" fmla="*/ 0 w 814"/>
                <a:gd name="T19" fmla="*/ 0 h 616"/>
                <a:gd name="T20" fmla="*/ 0 w 814"/>
                <a:gd name="T21" fmla="*/ 0 h 616"/>
                <a:gd name="T22" fmla="*/ 0 w 814"/>
                <a:gd name="T23" fmla="*/ 0 h 616"/>
                <a:gd name="T24" fmla="*/ 0 w 814"/>
                <a:gd name="T25" fmla="*/ 0 h 616"/>
                <a:gd name="T26" fmla="*/ 0 w 814"/>
                <a:gd name="T27" fmla="*/ 0 h 616"/>
                <a:gd name="T28" fmla="*/ 0 w 814"/>
                <a:gd name="T29" fmla="*/ 0 h 6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14" h="616">
                  <a:moveTo>
                    <a:pt x="0" y="616"/>
                  </a:moveTo>
                  <a:lnTo>
                    <a:pt x="262" y="418"/>
                  </a:lnTo>
                  <a:lnTo>
                    <a:pt x="274" y="337"/>
                  </a:lnTo>
                  <a:lnTo>
                    <a:pt x="378" y="203"/>
                  </a:lnTo>
                  <a:lnTo>
                    <a:pt x="535" y="105"/>
                  </a:lnTo>
                  <a:lnTo>
                    <a:pt x="587" y="0"/>
                  </a:lnTo>
                  <a:lnTo>
                    <a:pt x="720" y="70"/>
                  </a:lnTo>
                  <a:lnTo>
                    <a:pt x="814" y="58"/>
                  </a:lnTo>
                  <a:lnTo>
                    <a:pt x="802" y="238"/>
                  </a:lnTo>
                  <a:lnTo>
                    <a:pt x="715" y="262"/>
                  </a:lnTo>
                  <a:lnTo>
                    <a:pt x="529" y="429"/>
                  </a:lnTo>
                  <a:lnTo>
                    <a:pt x="354" y="464"/>
                  </a:lnTo>
                  <a:lnTo>
                    <a:pt x="279" y="598"/>
                  </a:lnTo>
                  <a:lnTo>
                    <a:pt x="12" y="616"/>
                  </a:lnTo>
                  <a:lnTo>
                    <a:pt x="0" y="616"/>
                  </a:lnTo>
                  <a:close/>
                </a:path>
              </a:pathLst>
            </a:custGeom>
            <a:solidFill>
              <a:srgbClr val="FFFFFF"/>
            </a:solidFill>
            <a:ln w="9525">
              <a:solidFill>
                <a:srgbClr val="000000"/>
              </a:solidFill>
              <a:round/>
              <a:headEnd/>
              <a:tailEnd/>
            </a:ln>
          </p:spPr>
          <p:txBody>
            <a:bodyPr/>
            <a:lstStyle/>
            <a:p>
              <a:endParaRPr lang="ko-KR" altLang="en-US"/>
            </a:p>
          </p:txBody>
        </p:sp>
        <p:sp>
          <p:nvSpPr>
            <p:cNvPr id="418643" name="Freeform 119">
              <a:extLst>
                <a:ext uri="{FF2B5EF4-FFF2-40B4-BE49-F238E27FC236}">
                  <a16:creationId xmlns:a16="http://schemas.microsoft.com/office/drawing/2014/main" id="{CD479E7D-447C-C66A-843C-460752B5D305}"/>
                </a:ext>
              </a:extLst>
            </p:cNvPr>
            <p:cNvSpPr>
              <a:spLocks/>
            </p:cNvSpPr>
            <p:nvPr/>
          </p:nvSpPr>
          <p:spPr bwMode="auto">
            <a:xfrm>
              <a:off x="1895" y="639"/>
              <a:ext cx="66" cy="67"/>
            </a:xfrm>
            <a:custGeom>
              <a:avLst/>
              <a:gdLst>
                <a:gd name="T0" fmla="*/ 0 w 825"/>
                <a:gd name="T1" fmla="*/ 0 h 860"/>
                <a:gd name="T2" fmla="*/ 0 w 825"/>
                <a:gd name="T3" fmla="*/ 0 h 860"/>
                <a:gd name="T4" fmla="*/ 0 w 825"/>
                <a:gd name="T5" fmla="*/ 0 h 860"/>
                <a:gd name="T6" fmla="*/ 0 w 825"/>
                <a:gd name="T7" fmla="*/ 0 h 860"/>
                <a:gd name="T8" fmla="*/ 0 w 825"/>
                <a:gd name="T9" fmla="*/ 0 h 860"/>
                <a:gd name="T10" fmla="*/ 0 w 825"/>
                <a:gd name="T11" fmla="*/ 0 h 860"/>
                <a:gd name="T12" fmla="*/ 0 w 825"/>
                <a:gd name="T13" fmla="*/ 0 h 860"/>
                <a:gd name="T14" fmla="*/ 0 w 825"/>
                <a:gd name="T15" fmla="*/ 0 h 860"/>
                <a:gd name="T16" fmla="*/ 0 w 825"/>
                <a:gd name="T17" fmla="*/ 0 h 860"/>
                <a:gd name="T18" fmla="*/ 0 w 825"/>
                <a:gd name="T19" fmla="*/ 0 h 860"/>
                <a:gd name="T20" fmla="*/ 0 w 825"/>
                <a:gd name="T21" fmla="*/ 0 h 860"/>
                <a:gd name="T22" fmla="*/ 0 w 825"/>
                <a:gd name="T23" fmla="*/ 0 h 860"/>
                <a:gd name="T24" fmla="*/ 0 w 825"/>
                <a:gd name="T25" fmla="*/ 0 h 860"/>
                <a:gd name="T26" fmla="*/ 0 w 825"/>
                <a:gd name="T27" fmla="*/ 0 h 860"/>
                <a:gd name="T28" fmla="*/ 0 w 825"/>
                <a:gd name="T29" fmla="*/ 0 h 860"/>
                <a:gd name="T30" fmla="*/ 0 w 825"/>
                <a:gd name="T31" fmla="*/ 0 h 860"/>
                <a:gd name="T32" fmla="*/ 0 w 825"/>
                <a:gd name="T33" fmla="*/ 0 h 860"/>
                <a:gd name="T34" fmla="*/ 0 w 825"/>
                <a:gd name="T35" fmla="*/ 0 h 860"/>
                <a:gd name="T36" fmla="*/ 0 w 825"/>
                <a:gd name="T37" fmla="*/ 0 h 860"/>
                <a:gd name="T38" fmla="*/ 0 w 825"/>
                <a:gd name="T39" fmla="*/ 0 h 860"/>
                <a:gd name="T40" fmla="*/ 0 w 825"/>
                <a:gd name="T41" fmla="*/ 0 h 860"/>
                <a:gd name="T42" fmla="*/ 0 w 825"/>
                <a:gd name="T43" fmla="*/ 0 h 860"/>
                <a:gd name="T44" fmla="*/ 0 w 825"/>
                <a:gd name="T45" fmla="*/ 0 h 860"/>
                <a:gd name="T46" fmla="*/ 0 w 825"/>
                <a:gd name="T47" fmla="*/ 0 h 860"/>
                <a:gd name="T48" fmla="*/ 0 w 825"/>
                <a:gd name="T49" fmla="*/ 0 h 860"/>
                <a:gd name="T50" fmla="*/ 0 w 825"/>
                <a:gd name="T51" fmla="*/ 0 h 8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25" h="860">
                  <a:moveTo>
                    <a:pt x="628" y="0"/>
                  </a:moveTo>
                  <a:lnTo>
                    <a:pt x="825" y="151"/>
                  </a:lnTo>
                  <a:lnTo>
                    <a:pt x="721" y="145"/>
                  </a:lnTo>
                  <a:lnTo>
                    <a:pt x="675" y="708"/>
                  </a:lnTo>
                  <a:lnTo>
                    <a:pt x="745" y="708"/>
                  </a:lnTo>
                  <a:lnTo>
                    <a:pt x="738" y="790"/>
                  </a:lnTo>
                  <a:lnTo>
                    <a:pt x="506" y="790"/>
                  </a:lnTo>
                  <a:lnTo>
                    <a:pt x="476" y="750"/>
                  </a:lnTo>
                  <a:lnTo>
                    <a:pt x="442" y="825"/>
                  </a:lnTo>
                  <a:lnTo>
                    <a:pt x="361" y="825"/>
                  </a:lnTo>
                  <a:lnTo>
                    <a:pt x="344" y="790"/>
                  </a:lnTo>
                  <a:lnTo>
                    <a:pt x="320" y="860"/>
                  </a:lnTo>
                  <a:lnTo>
                    <a:pt x="274" y="860"/>
                  </a:lnTo>
                  <a:lnTo>
                    <a:pt x="128" y="732"/>
                  </a:lnTo>
                  <a:lnTo>
                    <a:pt x="75" y="778"/>
                  </a:lnTo>
                  <a:lnTo>
                    <a:pt x="0" y="773"/>
                  </a:lnTo>
                  <a:lnTo>
                    <a:pt x="40" y="708"/>
                  </a:lnTo>
                  <a:lnTo>
                    <a:pt x="30" y="529"/>
                  </a:lnTo>
                  <a:lnTo>
                    <a:pt x="58" y="482"/>
                  </a:lnTo>
                  <a:lnTo>
                    <a:pt x="35" y="430"/>
                  </a:lnTo>
                  <a:lnTo>
                    <a:pt x="256" y="401"/>
                  </a:lnTo>
                  <a:lnTo>
                    <a:pt x="279" y="273"/>
                  </a:lnTo>
                  <a:lnTo>
                    <a:pt x="366" y="255"/>
                  </a:lnTo>
                  <a:lnTo>
                    <a:pt x="407" y="81"/>
                  </a:lnTo>
                  <a:lnTo>
                    <a:pt x="605" y="70"/>
                  </a:lnTo>
                  <a:lnTo>
                    <a:pt x="628" y="0"/>
                  </a:lnTo>
                  <a:close/>
                </a:path>
              </a:pathLst>
            </a:custGeom>
            <a:solidFill>
              <a:srgbClr val="FFFFFF"/>
            </a:solidFill>
            <a:ln w="9525">
              <a:solidFill>
                <a:srgbClr val="000000"/>
              </a:solidFill>
              <a:round/>
              <a:headEnd/>
              <a:tailEnd/>
            </a:ln>
          </p:spPr>
          <p:txBody>
            <a:bodyPr/>
            <a:lstStyle/>
            <a:p>
              <a:endParaRPr lang="ko-KR" altLang="en-US"/>
            </a:p>
          </p:txBody>
        </p:sp>
        <p:sp>
          <p:nvSpPr>
            <p:cNvPr id="418644" name="Freeform 120">
              <a:extLst>
                <a:ext uri="{FF2B5EF4-FFF2-40B4-BE49-F238E27FC236}">
                  <a16:creationId xmlns:a16="http://schemas.microsoft.com/office/drawing/2014/main" id="{85C020CE-F7BD-DCE9-C232-9747855F647F}"/>
                </a:ext>
              </a:extLst>
            </p:cNvPr>
            <p:cNvSpPr>
              <a:spLocks/>
            </p:cNvSpPr>
            <p:nvPr/>
          </p:nvSpPr>
          <p:spPr bwMode="auto">
            <a:xfrm>
              <a:off x="1945" y="586"/>
              <a:ext cx="95" cy="96"/>
            </a:xfrm>
            <a:custGeom>
              <a:avLst/>
              <a:gdLst>
                <a:gd name="T0" fmla="*/ 0 w 1191"/>
                <a:gd name="T1" fmla="*/ 0 h 1226"/>
                <a:gd name="T2" fmla="*/ 0 w 1191"/>
                <a:gd name="T3" fmla="*/ 0 h 1226"/>
                <a:gd name="T4" fmla="*/ 0 w 1191"/>
                <a:gd name="T5" fmla="*/ 0 h 1226"/>
                <a:gd name="T6" fmla="*/ 0 w 1191"/>
                <a:gd name="T7" fmla="*/ 0 h 1226"/>
                <a:gd name="T8" fmla="*/ 0 w 1191"/>
                <a:gd name="T9" fmla="*/ 0 h 1226"/>
                <a:gd name="T10" fmla="*/ 0 w 1191"/>
                <a:gd name="T11" fmla="*/ 0 h 1226"/>
                <a:gd name="T12" fmla="*/ 0 w 1191"/>
                <a:gd name="T13" fmla="*/ 0 h 1226"/>
                <a:gd name="T14" fmla="*/ 0 w 1191"/>
                <a:gd name="T15" fmla="*/ 0 h 1226"/>
                <a:gd name="T16" fmla="*/ 0 w 1191"/>
                <a:gd name="T17" fmla="*/ 0 h 1226"/>
                <a:gd name="T18" fmla="*/ 0 w 1191"/>
                <a:gd name="T19" fmla="*/ 0 h 1226"/>
                <a:gd name="T20" fmla="*/ 0 w 1191"/>
                <a:gd name="T21" fmla="*/ 0 h 1226"/>
                <a:gd name="T22" fmla="*/ 0 w 1191"/>
                <a:gd name="T23" fmla="*/ 0 h 1226"/>
                <a:gd name="T24" fmla="*/ 0 w 1191"/>
                <a:gd name="T25" fmla="*/ 0 h 1226"/>
                <a:gd name="T26" fmla="*/ 0 w 1191"/>
                <a:gd name="T27" fmla="*/ 0 h 1226"/>
                <a:gd name="T28" fmla="*/ 0 w 1191"/>
                <a:gd name="T29" fmla="*/ 0 h 1226"/>
                <a:gd name="T30" fmla="*/ 0 w 1191"/>
                <a:gd name="T31" fmla="*/ 0 h 1226"/>
                <a:gd name="T32" fmla="*/ 0 w 1191"/>
                <a:gd name="T33" fmla="*/ 0 h 1226"/>
                <a:gd name="T34" fmla="*/ 0 w 1191"/>
                <a:gd name="T35" fmla="*/ 0 h 1226"/>
                <a:gd name="T36" fmla="*/ 0 w 1191"/>
                <a:gd name="T37" fmla="*/ 0 h 1226"/>
                <a:gd name="T38" fmla="*/ 0 w 1191"/>
                <a:gd name="T39" fmla="*/ 0 h 1226"/>
                <a:gd name="T40" fmla="*/ 0 w 1191"/>
                <a:gd name="T41" fmla="*/ 0 h 1226"/>
                <a:gd name="T42" fmla="*/ 0 w 1191"/>
                <a:gd name="T43" fmla="*/ 0 h 12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191" h="1226">
                  <a:moveTo>
                    <a:pt x="0" y="674"/>
                  </a:moveTo>
                  <a:lnTo>
                    <a:pt x="610" y="1138"/>
                  </a:lnTo>
                  <a:lnTo>
                    <a:pt x="645" y="1145"/>
                  </a:lnTo>
                  <a:lnTo>
                    <a:pt x="651" y="1203"/>
                  </a:lnTo>
                  <a:lnTo>
                    <a:pt x="698" y="1226"/>
                  </a:lnTo>
                  <a:lnTo>
                    <a:pt x="1191" y="941"/>
                  </a:lnTo>
                  <a:lnTo>
                    <a:pt x="1122" y="889"/>
                  </a:lnTo>
                  <a:lnTo>
                    <a:pt x="1052" y="737"/>
                  </a:lnTo>
                  <a:lnTo>
                    <a:pt x="1099" y="639"/>
                  </a:lnTo>
                  <a:lnTo>
                    <a:pt x="1092" y="471"/>
                  </a:lnTo>
                  <a:lnTo>
                    <a:pt x="1122" y="442"/>
                  </a:lnTo>
                  <a:lnTo>
                    <a:pt x="1005" y="198"/>
                  </a:lnTo>
                  <a:lnTo>
                    <a:pt x="1052" y="151"/>
                  </a:lnTo>
                  <a:lnTo>
                    <a:pt x="1075" y="0"/>
                  </a:lnTo>
                  <a:lnTo>
                    <a:pt x="912" y="17"/>
                  </a:lnTo>
                  <a:lnTo>
                    <a:pt x="796" y="6"/>
                  </a:lnTo>
                  <a:lnTo>
                    <a:pt x="529" y="128"/>
                  </a:lnTo>
                  <a:lnTo>
                    <a:pt x="523" y="314"/>
                  </a:lnTo>
                  <a:lnTo>
                    <a:pt x="436" y="338"/>
                  </a:lnTo>
                  <a:lnTo>
                    <a:pt x="250" y="505"/>
                  </a:lnTo>
                  <a:lnTo>
                    <a:pt x="75" y="540"/>
                  </a:lnTo>
                  <a:lnTo>
                    <a:pt x="0" y="674"/>
                  </a:lnTo>
                  <a:close/>
                </a:path>
              </a:pathLst>
            </a:custGeom>
            <a:solidFill>
              <a:srgbClr val="FFFFFF"/>
            </a:solidFill>
            <a:ln w="9525">
              <a:solidFill>
                <a:srgbClr val="000000"/>
              </a:solidFill>
              <a:round/>
              <a:headEnd/>
              <a:tailEnd/>
            </a:ln>
          </p:spPr>
          <p:txBody>
            <a:bodyPr/>
            <a:lstStyle/>
            <a:p>
              <a:endParaRPr lang="ko-KR" altLang="en-US"/>
            </a:p>
          </p:txBody>
        </p:sp>
        <p:sp>
          <p:nvSpPr>
            <p:cNvPr id="418645" name="Freeform 121">
              <a:extLst>
                <a:ext uri="{FF2B5EF4-FFF2-40B4-BE49-F238E27FC236}">
                  <a16:creationId xmlns:a16="http://schemas.microsoft.com/office/drawing/2014/main" id="{B646816D-EA00-3C1C-9065-C27DB1FF0C19}"/>
                </a:ext>
              </a:extLst>
            </p:cNvPr>
            <p:cNvSpPr>
              <a:spLocks/>
            </p:cNvSpPr>
            <p:nvPr/>
          </p:nvSpPr>
          <p:spPr bwMode="auto">
            <a:xfrm>
              <a:off x="1890" y="718"/>
              <a:ext cx="18" cy="9"/>
            </a:xfrm>
            <a:custGeom>
              <a:avLst/>
              <a:gdLst>
                <a:gd name="T0" fmla="*/ 0 w 221"/>
                <a:gd name="T1" fmla="*/ 0 h 116"/>
                <a:gd name="T2" fmla="*/ 0 w 221"/>
                <a:gd name="T3" fmla="*/ 0 h 116"/>
                <a:gd name="T4" fmla="*/ 0 w 221"/>
                <a:gd name="T5" fmla="*/ 0 h 116"/>
                <a:gd name="T6" fmla="*/ 0 w 221"/>
                <a:gd name="T7" fmla="*/ 0 h 116"/>
                <a:gd name="T8" fmla="*/ 0 w 221"/>
                <a:gd name="T9" fmla="*/ 0 h 116"/>
                <a:gd name="T10" fmla="*/ 0 w 221"/>
                <a:gd name="T11" fmla="*/ 0 h 1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1" h="116">
                  <a:moveTo>
                    <a:pt x="216" y="0"/>
                  </a:moveTo>
                  <a:lnTo>
                    <a:pt x="221" y="46"/>
                  </a:lnTo>
                  <a:lnTo>
                    <a:pt x="134" y="53"/>
                  </a:lnTo>
                  <a:lnTo>
                    <a:pt x="111" y="116"/>
                  </a:lnTo>
                  <a:lnTo>
                    <a:pt x="0" y="18"/>
                  </a:lnTo>
                  <a:lnTo>
                    <a:pt x="216" y="0"/>
                  </a:lnTo>
                  <a:close/>
                </a:path>
              </a:pathLst>
            </a:custGeom>
            <a:solidFill>
              <a:srgbClr val="FFFFFF"/>
            </a:solidFill>
            <a:ln w="9525">
              <a:solidFill>
                <a:srgbClr val="000000"/>
              </a:solidFill>
              <a:round/>
              <a:headEnd/>
              <a:tailEnd/>
            </a:ln>
          </p:spPr>
          <p:txBody>
            <a:bodyPr/>
            <a:lstStyle/>
            <a:p>
              <a:endParaRPr lang="ko-KR" altLang="en-US"/>
            </a:p>
          </p:txBody>
        </p:sp>
        <p:sp>
          <p:nvSpPr>
            <p:cNvPr id="418646" name="Freeform 122">
              <a:extLst>
                <a:ext uri="{FF2B5EF4-FFF2-40B4-BE49-F238E27FC236}">
                  <a16:creationId xmlns:a16="http://schemas.microsoft.com/office/drawing/2014/main" id="{96E12018-164E-61F4-C7B2-5D8C2B56FF58}"/>
                </a:ext>
              </a:extLst>
            </p:cNvPr>
            <p:cNvSpPr>
              <a:spLocks/>
            </p:cNvSpPr>
            <p:nvPr/>
          </p:nvSpPr>
          <p:spPr bwMode="auto">
            <a:xfrm>
              <a:off x="1889" y="696"/>
              <a:ext cx="27" cy="23"/>
            </a:xfrm>
            <a:custGeom>
              <a:avLst/>
              <a:gdLst>
                <a:gd name="T0" fmla="*/ 0 w 344"/>
                <a:gd name="T1" fmla="*/ 0 h 297"/>
                <a:gd name="T2" fmla="*/ 0 w 344"/>
                <a:gd name="T3" fmla="*/ 0 h 297"/>
                <a:gd name="T4" fmla="*/ 0 w 344"/>
                <a:gd name="T5" fmla="*/ 0 h 297"/>
                <a:gd name="T6" fmla="*/ 0 w 344"/>
                <a:gd name="T7" fmla="*/ 0 h 297"/>
                <a:gd name="T8" fmla="*/ 0 w 344"/>
                <a:gd name="T9" fmla="*/ 0 h 297"/>
                <a:gd name="T10" fmla="*/ 0 w 344"/>
                <a:gd name="T11" fmla="*/ 0 h 297"/>
                <a:gd name="T12" fmla="*/ 0 w 344"/>
                <a:gd name="T13" fmla="*/ 0 h 297"/>
                <a:gd name="T14" fmla="*/ 0 w 344"/>
                <a:gd name="T15" fmla="*/ 0 h 297"/>
                <a:gd name="T16" fmla="*/ 0 w 344"/>
                <a:gd name="T17" fmla="*/ 0 h 297"/>
                <a:gd name="T18" fmla="*/ 0 w 344"/>
                <a:gd name="T19" fmla="*/ 0 h 297"/>
                <a:gd name="T20" fmla="*/ 0 w 344"/>
                <a:gd name="T21" fmla="*/ 0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4" h="297">
                  <a:moveTo>
                    <a:pt x="0" y="168"/>
                  </a:moveTo>
                  <a:lnTo>
                    <a:pt x="0" y="128"/>
                  </a:lnTo>
                  <a:lnTo>
                    <a:pt x="76" y="23"/>
                  </a:lnTo>
                  <a:lnTo>
                    <a:pt x="134" y="46"/>
                  </a:lnTo>
                  <a:lnTo>
                    <a:pt x="198" y="0"/>
                  </a:lnTo>
                  <a:lnTo>
                    <a:pt x="344" y="128"/>
                  </a:lnTo>
                  <a:lnTo>
                    <a:pt x="320" y="273"/>
                  </a:lnTo>
                  <a:lnTo>
                    <a:pt x="12" y="297"/>
                  </a:lnTo>
                  <a:lnTo>
                    <a:pt x="6" y="255"/>
                  </a:lnTo>
                  <a:lnTo>
                    <a:pt x="250" y="180"/>
                  </a:lnTo>
                  <a:lnTo>
                    <a:pt x="0" y="168"/>
                  </a:lnTo>
                  <a:close/>
                </a:path>
              </a:pathLst>
            </a:custGeom>
            <a:solidFill>
              <a:srgbClr val="FFFFFF"/>
            </a:solidFill>
            <a:ln w="9525">
              <a:solidFill>
                <a:srgbClr val="000000"/>
              </a:solidFill>
              <a:round/>
              <a:headEnd/>
              <a:tailEnd/>
            </a:ln>
          </p:spPr>
          <p:txBody>
            <a:bodyPr/>
            <a:lstStyle/>
            <a:p>
              <a:endParaRPr lang="ko-KR" altLang="en-US"/>
            </a:p>
          </p:txBody>
        </p:sp>
        <p:sp>
          <p:nvSpPr>
            <p:cNvPr id="418647" name="Freeform 123">
              <a:extLst>
                <a:ext uri="{FF2B5EF4-FFF2-40B4-BE49-F238E27FC236}">
                  <a16:creationId xmlns:a16="http://schemas.microsoft.com/office/drawing/2014/main" id="{05E32928-D652-1C7E-90F9-955343B79929}"/>
                </a:ext>
              </a:extLst>
            </p:cNvPr>
            <p:cNvSpPr>
              <a:spLocks/>
            </p:cNvSpPr>
            <p:nvPr/>
          </p:nvSpPr>
          <p:spPr bwMode="auto">
            <a:xfrm>
              <a:off x="1889" y="709"/>
              <a:ext cx="20" cy="7"/>
            </a:xfrm>
            <a:custGeom>
              <a:avLst/>
              <a:gdLst>
                <a:gd name="T0" fmla="*/ 0 w 250"/>
                <a:gd name="T1" fmla="*/ 0 h 87"/>
                <a:gd name="T2" fmla="*/ 0 w 250"/>
                <a:gd name="T3" fmla="*/ 0 h 87"/>
                <a:gd name="T4" fmla="*/ 0 w 250"/>
                <a:gd name="T5" fmla="*/ 0 h 87"/>
                <a:gd name="T6" fmla="*/ 0 w 250"/>
                <a:gd name="T7" fmla="*/ 0 h 8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0" h="87">
                  <a:moveTo>
                    <a:pt x="0" y="0"/>
                  </a:moveTo>
                  <a:lnTo>
                    <a:pt x="250" y="12"/>
                  </a:lnTo>
                  <a:lnTo>
                    <a:pt x="6" y="87"/>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648" name="Freeform 124">
              <a:extLst>
                <a:ext uri="{FF2B5EF4-FFF2-40B4-BE49-F238E27FC236}">
                  <a16:creationId xmlns:a16="http://schemas.microsoft.com/office/drawing/2014/main" id="{708509FE-8C3E-D402-5E4D-E597548DD3C1}"/>
                </a:ext>
              </a:extLst>
            </p:cNvPr>
            <p:cNvSpPr>
              <a:spLocks/>
            </p:cNvSpPr>
            <p:nvPr/>
          </p:nvSpPr>
          <p:spPr bwMode="auto">
            <a:xfrm>
              <a:off x="1915" y="651"/>
              <a:ext cx="87" cy="77"/>
            </a:xfrm>
            <a:custGeom>
              <a:avLst/>
              <a:gdLst>
                <a:gd name="T0" fmla="*/ 0 w 1093"/>
                <a:gd name="T1" fmla="*/ 0 h 994"/>
                <a:gd name="T2" fmla="*/ 0 w 1093"/>
                <a:gd name="T3" fmla="*/ 0 h 994"/>
                <a:gd name="T4" fmla="*/ 0 w 1093"/>
                <a:gd name="T5" fmla="*/ 0 h 994"/>
                <a:gd name="T6" fmla="*/ 0 w 1093"/>
                <a:gd name="T7" fmla="*/ 0 h 994"/>
                <a:gd name="T8" fmla="*/ 0 w 1093"/>
                <a:gd name="T9" fmla="*/ 0 h 994"/>
                <a:gd name="T10" fmla="*/ 0 w 1093"/>
                <a:gd name="T11" fmla="*/ 0 h 994"/>
                <a:gd name="T12" fmla="*/ 0 w 1093"/>
                <a:gd name="T13" fmla="*/ 0 h 994"/>
                <a:gd name="T14" fmla="*/ 0 w 1093"/>
                <a:gd name="T15" fmla="*/ 0 h 994"/>
                <a:gd name="T16" fmla="*/ 0 w 1093"/>
                <a:gd name="T17" fmla="*/ 0 h 994"/>
                <a:gd name="T18" fmla="*/ 0 w 1093"/>
                <a:gd name="T19" fmla="*/ 0 h 994"/>
                <a:gd name="T20" fmla="*/ 0 w 1093"/>
                <a:gd name="T21" fmla="*/ 0 h 994"/>
                <a:gd name="T22" fmla="*/ 0 w 1093"/>
                <a:gd name="T23" fmla="*/ 0 h 994"/>
                <a:gd name="T24" fmla="*/ 0 w 1093"/>
                <a:gd name="T25" fmla="*/ 0 h 994"/>
                <a:gd name="T26" fmla="*/ 0 w 1093"/>
                <a:gd name="T27" fmla="*/ 0 h 994"/>
                <a:gd name="T28" fmla="*/ 0 w 1093"/>
                <a:gd name="T29" fmla="*/ 0 h 994"/>
                <a:gd name="T30" fmla="*/ 0 w 1093"/>
                <a:gd name="T31" fmla="*/ 0 h 994"/>
                <a:gd name="T32" fmla="*/ 0 w 1093"/>
                <a:gd name="T33" fmla="*/ 0 h 994"/>
                <a:gd name="T34" fmla="*/ 0 w 1093"/>
                <a:gd name="T35" fmla="*/ 0 h 994"/>
                <a:gd name="T36" fmla="*/ 0 w 1093"/>
                <a:gd name="T37" fmla="*/ 0 h 994"/>
                <a:gd name="T38" fmla="*/ 0 w 1093"/>
                <a:gd name="T39" fmla="*/ 0 h 994"/>
                <a:gd name="T40" fmla="*/ 0 w 1093"/>
                <a:gd name="T41" fmla="*/ 0 h 994"/>
                <a:gd name="T42" fmla="*/ 0 w 1093"/>
                <a:gd name="T43" fmla="*/ 0 h 994"/>
                <a:gd name="T44" fmla="*/ 0 w 1093"/>
                <a:gd name="T45" fmla="*/ 0 h 994"/>
                <a:gd name="T46" fmla="*/ 0 w 1093"/>
                <a:gd name="T47" fmla="*/ 0 h 994"/>
                <a:gd name="T48" fmla="*/ 0 w 1093"/>
                <a:gd name="T49" fmla="*/ 0 h 994"/>
                <a:gd name="T50" fmla="*/ 0 w 1093"/>
                <a:gd name="T51" fmla="*/ 0 h 994"/>
                <a:gd name="T52" fmla="*/ 0 w 1093"/>
                <a:gd name="T53" fmla="*/ 0 h 994"/>
                <a:gd name="T54" fmla="*/ 0 w 1093"/>
                <a:gd name="T55" fmla="*/ 0 h 9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93" h="994">
                  <a:moveTo>
                    <a:pt x="0" y="860"/>
                  </a:moveTo>
                  <a:lnTo>
                    <a:pt x="6" y="889"/>
                  </a:lnTo>
                  <a:lnTo>
                    <a:pt x="204" y="907"/>
                  </a:lnTo>
                  <a:lnTo>
                    <a:pt x="250" y="971"/>
                  </a:lnTo>
                  <a:lnTo>
                    <a:pt x="279" y="971"/>
                  </a:lnTo>
                  <a:lnTo>
                    <a:pt x="291" y="994"/>
                  </a:lnTo>
                  <a:lnTo>
                    <a:pt x="407" y="988"/>
                  </a:lnTo>
                  <a:lnTo>
                    <a:pt x="524" y="842"/>
                  </a:lnTo>
                  <a:lnTo>
                    <a:pt x="616" y="819"/>
                  </a:lnTo>
                  <a:lnTo>
                    <a:pt x="628" y="773"/>
                  </a:lnTo>
                  <a:lnTo>
                    <a:pt x="849" y="692"/>
                  </a:lnTo>
                  <a:lnTo>
                    <a:pt x="1024" y="616"/>
                  </a:lnTo>
                  <a:lnTo>
                    <a:pt x="1093" y="407"/>
                  </a:lnTo>
                  <a:lnTo>
                    <a:pt x="1035" y="372"/>
                  </a:lnTo>
                  <a:lnTo>
                    <a:pt x="1029" y="326"/>
                  </a:lnTo>
                  <a:lnTo>
                    <a:pt x="576" y="0"/>
                  </a:lnTo>
                  <a:lnTo>
                    <a:pt x="477" y="0"/>
                  </a:lnTo>
                  <a:lnTo>
                    <a:pt x="419" y="563"/>
                  </a:lnTo>
                  <a:lnTo>
                    <a:pt x="501" y="563"/>
                  </a:lnTo>
                  <a:lnTo>
                    <a:pt x="494" y="645"/>
                  </a:lnTo>
                  <a:lnTo>
                    <a:pt x="262" y="645"/>
                  </a:lnTo>
                  <a:lnTo>
                    <a:pt x="232" y="605"/>
                  </a:lnTo>
                  <a:lnTo>
                    <a:pt x="210" y="663"/>
                  </a:lnTo>
                  <a:lnTo>
                    <a:pt x="117" y="680"/>
                  </a:lnTo>
                  <a:lnTo>
                    <a:pt x="100" y="645"/>
                  </a:lnTo>
                  <a:lnTo>
                    <a:pt x="76" y="715"/>
                  </a:lnTo>
                  <a:lnTo>
                    <a:pt x="30" y="715"/>
                  </a:lnTo>
                  <a:lnTo>
                    <a:pt x="0" y="860"/>
                  </a:lnTo>
                  <a:close/>
                </a:path>
              </a:pathLst>
            </a:custGeom>
            <a:solidFill>
              <a:srgbClr val="FFFFFF"/>
            </a:solidFill>
            <a:ln w="9525">
              <a:solidFill>
                <a:srgbClr val="000000"/>
              </a:solidFill>
              <a:round/>
              <a:headEnd/>
              <a:tailEnd/>
            </a:ln>
          </p:spPr>
          <p:txBody>
            <a:bodyPr/>
            <a:lstStyle/>
            <a:p>
              <a:endParaRPr lang="ko-KR" altLang="en-US"/>
            </a:p>
          </p:txBody>
        </p:sp>
        <p:sp>
          <p:nvSpPr>
            <p:cNvPr id="418649" name="Freeform 125">
              <a:extLst>
                <a:ext uri="{FF2B5EF4-FFF2-40B4-BE49-F238E27FC236}">
                  <a16:creationId xmlns:a16="http://schemas.microsoft.com/office/drawing/2014/main" id="{E30931E0-7053-B983-AE87-BB1293E066B3}"/>
                </a:ext>
              </a:extLst>
            </p:cNvPr>
            <p:cNvSpPr>
              <a:spLocks/>
            </p:cNvSpPr>
            <p:nvPr/>
          </p:nvSpPr>
          <p:spPr bwMode="auto">
            <a:xfrm>
              <a:off x="2025" y="585"/>
              <a:ext cx="21" cy="36"/>
            </a:xfrm>
            <a:custGeom>
              <a:avLst/>
              <a:gdLst>
                <a:gd name="T0" fmla="*/ 0 w 262"/>
                <a:gd name="T1" fmla="*/ 0 h 470"/>
                <a:gd name="T2" fmla="*/ 0 w 262"/>
                <a:gd name="T3" fmla="*/ 0 h 470"/>
                <a:gd name="T4" fmla="*/ 0 w 262"/>
                <a:gd name="T5" fmla="*/ 0 h 470"/>
                <a:gd name="T6" fmla="*/ 0 w 262"/>
                <a:gd name="T7" fmla="*/ 0 h 470"/>
                <a:gd name="T8" fmla="*/ 0 w 262"/>
                <a:gd name="T9" fmla="*/ 0 h 470"/>
                <a:gd name="T10" fmla="*/ 0 w 262"/>
                <a:gd name="T11" fmla="*/ 0 h 470"/>
                <a:gd name="T12" fmla="*/ 0 w 262"/>
                <a:gd name="T13" fmla="*/ 0 h 470"/>
                <a:gd name="T14" fmla="*/ 0 w 262"/>
                <a:gd name="T15" fmla="*/ 0 h 470"/>
                <a:gd name="T16" fmla="*/ 0 w 262"/>
                <a:gd name="T17" fmla="*/ 0 h 4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 h="470">
                  <a:moveTo>
                    <a:pt x="70" y="28"/>
                  </a:moveTo>
                  <a:lnTo>
                    <a:pt x="47" y="179"/>
                  </a:lnTo>
                  <a:lnTo>
                    <a:pt x="0" y="226"/>
                  </a:lnTo>
                  <a:lnTo>
                    <a:pt x="117" y="470"/>
                  </a:lnTo>
                  <a:lnTo>
                    <a:pt x="251" y="278"/>
                  </a:lnTo>
                  <a:lnTo>
                    <a:pt x="181" y="226"/>
                  </a:lnTo>
                  <a:lnTo>
                    <a:pt x="262" y="110"/>
                  </a:lnTo>
                  <a:lnTo>
                    <a:pt x="192" y="0"/>
                  </a:lnTo>
                  <a:lnTo>
                    <a:pt x="70" y="28"/>
                  </a:lnTo>
                  <a:close/>
                </a:path>
              </a:pathLst>
            </a:custGeom>
            <a:solidFill>
              <a:srgbClr val="FFFFFF"/>
            </a:solidFill>
            <a:ln w="9525">
              <a:solidFill>
                <a:srgbClr val="000000"/>
              </a:solidFill>
              <a:round/>
              <a:headEnd/>
              <a:tailEnd/>
            </a:ln>
          </p:spPr>
          <p:txBody>
            <a:bodyPr/>
            <a:lstStyle/>
            <a:p>
              <a:endParaRPr lang="ko-KR" altLang="en-US"/>
            </a:p>
          </p:txBody>
        </p:sp>
        <p:sp>
          <p:nvSpPr>
            <p:cNvPr id="418650" name="Freeform 126">
              <a:extLst>
                <a:ext uri="{FF2B5EF4-FFF2-40B4-BE49-F238E27FC236}">
                  <a16:creationId xmlns:a16="http://schemas.microsoft.com/office/drawing/2014/main" id="{C38B8E82-BE38-4B21-2A6B-E5D6A00C43BC}"/>
                </a:ext>
              </a:extLst>
            </p:cNvPr>
            <p:cNvSpPr>
              <a:spLocks/>
            </p:cNvSpPr>
            <p:nvPr/>
          </p:nvSpPr>
          <p:spPr bwMode="auto">
            <a:xfrm>
              <a:off x="1899" y="717"/>
              <a:ext cx="40" cy="27"/>
            </a:xfrm>
            <a:custGeom>
              <a:avLst/>
              <a:gdLst>
                <a:gd name="T0" fmla="*/ 0 w 506"/>
                <a:gd name="T1" fmla="*/ 0 h 331"/>
                <a:gd name="T2" fmla="*/ 0 w 506"/>
                <a:gd name="T3" fmla="*/ 0 h 331"/>
                <a:gd name="T4" fmla="*/ 0 w 506"/>
                <a:gd name="T5" fmla="*/ 0 h 331"/>
                <a:gd name="T6" fmla="*/ 0 w 506"/>
                <a:gd name="T7" fmla="*/ 0 h 331"/>
                <a:gd name="T8" fmla="*/ 0 w 506"/>
                <a:gd name="T9" fmla="*/ 0 h 331"/>
                <a:gd name="T10" fmla="*/ 0 w 506"/>
                <a:gd name="T11" fmla="*/ 0 h 331"/>
                <a:gd name="T12" fmla="*/ 0 w 506"/>
                <a:gd name="T13" fmla="*/ 0 h 331"/>
                <a:gd name="T14" fmla="*/ 0 w 506"/>
                <a:gd name="T15" fmla="*/ 0 h 331"/>
                <a:gd name="T16" fmla="*/ 0 w 506"/>
                <a:gd name="T17" fmla="*/ 0 h 331"/>
                <a:gd name="T18" fmla="*/ 0 w 506"/>
                <a:gd name="T19" fmla="*/ 0 h 331"/>
                <a:gd name="T20" fmla="*/ 0 w 506"/>
                <a:gd name="T21" fmla="*/ 0 h 331"/>
                <a:gd name="T22" fmla="*/ 0 w 506"/>
                <a:gd name="T23" fmla="*/ 0 h 331"/>
                <a:gd name="T24" fmla="*/ 0 w 506"/>
                <a:gd name="T25" fmla="*/ 0 h 331"/>
                <a:gd name="T26" fmla="*/ 0 w 506"/>
                <a:gd name="T27" fmla="*/ 0 h 331"/>
                <a:gd name="T28" fmla="*/ 0 w 506"/>
                <a:gd name="T29" fmla="*/ 0 h 331"/>
                <a:gd name="T30" fmla="*/ 0 w 506"/>
                <a:gd name="T31" fmla="*/ 0 h 331"/>
                <a:gd name="T32" fmla="*/ 0 w 506"/>
                <a:gd name="T33" fmla="*/ 0 h 331"/>
                <a:gd name="T34" fmla="*/ 0 w 506"/>
                <a:gd name="T35" fmla="*/ 0 h 331"/>
                <a:gd name="T36" fmla="*/ 0 w 506"/>
                <a:gd name="T37" fmla="*/ 0 h 331"/>
                <a:gd name="T38" fmla="*/ 0 w 506"/>
                <a:gd name="T39" fmla="*/ 0 h 331"/>
                <a:gd name="T40" fmla="*/ 0 w 506"/>
                <a:gd name="T41" fmla="*/ 0 h 3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06" h="331">
                  <a:moveTo>
                    <a:pt x="0" y="128"/>
                  </a:moveTo>
                  <a:lnTo>
                    <a:pt x="23" y="59"/>
                  </a:lnTo>
                  <a:lnTo>
                    <a:pt x="110" y="52"/>
                  </a:lnTo>
                  <a:lnTo>
                    <a:pt x="105" y="6"/>
                  </a:lnTo>
                  <a:lnTo>
                    <a:pt x="197" y="0"/>
                  </a:lnTo>
                  <a:lnTo>
                    <a:pt x="203" y="29"/>
                  </a:lnTo>
                  <a:lnTo>
                    <a:pt x="401" y="47"/>
                  </a:lnTo>
                  <a:lnTo>
                    <a:pt x="447" y="111"/>
                  </a:lnTo>
                  <a:lnTo>
                    <a:pt x="476" y="111"/>
                  </a:lnTo>
                  <a:lnTo>
                    <a:pt x="506" y="163"/>
                  </a:lnTo>
                  <a:lnTo>
                    <a:pt x="436" y="169"/>
                  </a:lnTo>
                  <a:lnTo>
                    <a:pt x="476" y="291"/>
                  </a:lnTo>
                  <a:lnTo>
                    <a:pt x="389" y="279"/>
                  </a:lnTo>
                  <a:lnTo>
                    <a:pt x="401" y="303"/>
                  </a:lnTo>
                  <a:lnTo>
                    <a:pt x="366" y="331"/>
                  </a:lnTo>
                  <a:lnTo>
                    <a:pt x="331" y="273"/>
                  </a:lnTo>
                  <a:lnTo>
                    <a:pt x="302" y="279"/>
                  </a:lnTo>
                  <a:lnTo>
                    <a:pt x="227" y="139"/>
                  </a:lnTo>
                  <a:lnTo>
                    <a:pt x="105" y="244"/>
                  </a:lnTo>
                  <a:lnTo>
                    <a:pt x="81" y="204"/>
                  </a:lnTo>
                  <a:lnTo>
                    <a:pt x="0" y="128"/>
                  </a:lnTo>
                  <a:close/>
                </a:path>
              </a:pathLst>
            </a:custGeom>
            <a:solidFill>
              <a:srgbClr val="FFFFFF"/>
            </a:solidFill>
            <a:ln w="9525">
              <a:solidFill>
                <a:srgbClr val="000000"/>
              </a:solidFill>
              <a:round/>
              <a:headEnd/>
              <a:tailEnd/>
            </a:ln>
          </p:spPr>
          <p:txBody>
            <a:bodyPr/>
            <a:lstStyle/>
            <a:p>
              <a:endParaRPr lang="ko-KR" altLang="en-US"/>
            </a:p>
          </p:txBody>
        </p:sp>
        <p:sp>
          <p:nvSpPr>
            <p:cNvPr id="418651" name="Freeform 127">
              <a:extLst>
                <a:ext uri="{FF2B5EF4-FFF2-40B4-BE49-F238E27FC236}">
                  <a16:creationId xmlns:a16="http://schemas.microsoft.com/office/drawing/2014/main" id="{A30CDC47-0B2A-DD83-568A-B01630B01EC4}"/>
                </a:ext>
              </a:extLst>
            </p:cNvPr>
            <p:cNvSpPr>
              <a:spLocks/>
            </p:cNvSpPr>
            <p:nvPr/>
          </p:nvSpPr>
          <p:spPr bwMode="auto">
            <a:xfrm>
              <a:off x="1907" y="729"/>
              <a:ext cx="16" cy="20"/>
            </a:xfrm>
            <a:custGeom>
              <a:avLst/>
              <a:gdLst>
                <a:gd name="T0" fmla="*/ 0 w 197"/>
                <a:gd name="T1" fmla="*/ 0 h 256"/>
                <a:gd name="T2" fmla="*/ 0 w 197"/>
                <a:gd name="T3" fmla="*/ 0 h 256"/>
                <a:gd name="T4" fmla="*/ 0 w 197"/>
                <a:gd name="T5" fmla="*/ 0 h 256"/>
                <a:gd name="T6" fmla="*/ 0 w 197"/>
                <a:gd name="T7" fmla="*/ 0 h 256"/>
                <a:gd name="T8" fmla="*/ 0 w 197"/>
                <a:gd name="T9" fmla="*/ 0 h 256"/>
                <a:gd name="T10" fmla="*/ 0 w 197"/>
                <a:gd name="T11" fmla="*/ 0 h 2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7" h="256">
                  <a:moveTo>
                    <a:pt x="0" y="105"/>
                  </a:moveTo>
                  <a:lnTo>
                    <a:pt x="52" y="215"/>
                  </a:lnTo>
                  <a:lnTo>
                    <a:pt x="104" y="256"/>
                  </a:lnTo>
                  <a:lnTo>
                    <a:pt x="197" y="140"/>
                  </a:lnTo>
                  <a:lnTo>
                    <a:pt x="122" y="0"/>
                  </a:lnTo>
                  <a:lnTo>
                    <a:pt x="0" y="105"/>
                  </a:lnTo>
                  <a:close/>
                </a:path>
              </a:pathLst>
            </a:custGeom>
            <a:solidFill>
              <a:srgbClr val="FFFFFF"/>
            </a:solidFill>
            <a:ln w="9525">
              <a:solidFill>
                <a:srgbClr val="000000"/>
              </a:solidFill>
              <a:round/>
              <a:headEnd/>
              <a:tailEnd/>
            </a:ln>
          </p:spPr>
          <p:txBody>
            <a:bodyPr/>
            <a:lstStyle/>
            <a:p>
              <a:endParaRPr lang="ko-KR" altLang="en-US"/>
            </a:p>
          </p:txBody>
        </p:sp>
        <p:sp>
          <p:nvSpPr>
            <p:cNvPr id="418652" name="Freeform 128">
              <a:extLst>
                <a:ext uri="{FF2B5EF4-FFF2-40B4-BE49-F238E27FC236}">
                  <a16:creationId xmlns:a16="http://schemas.microsoft.com/office/drawing/2014/main" id="{B9F3CDD5-6624-DCC4-69E7-5D669A4B78BD}"/>
                </a:ext>
              </a:extLst>
            </p:cNvPr>
            <p:cNvSpPr>
              <a:spLocks/>
            </p:cNvSpPr>
            <p:nvPr/>
          </p:nvSpPr>
          <p:spPr bwMode="auto">
            <a:xfrm>
              <a:off x="1915" y="739"/>
              <a:ext cx="21" cy="21"/>
            </a:xfrm>
            <a:custGeom>
              <a:avLst/>
              <a:gdLst>
                <a:gd name="T0" fmla="*/ 0 w 262"/>
                <a:gd name="T1" fmla="*/ 0 h 273"/>
                <a:gd name="T2" fmla="*/ 0 w 262"/>
                <a:gd name="T3" fmla="*/ 0 h 273"/>
                <a:gd name="T4" fmla="*/ 0 w 262"/>
                <a:gd name="T5" fmla="*/ 0 h 273"/>
                <a:gd name="T6" fmla="*/ 0 w 262"/>
                <a:gd name="T7" fmla="*/ 0 h 273"/>
                <a:gd name="T8" fmla="*/ 0 w 262"/>
                <a:gd name="T9" fmla="*/ 0 h 273"/>
                <a:gd name="T10" fmla="*/ 0 w 262"/>
                <a:gd name="T11" fmla="*/ 0 h 273"/>
                <a:gd name="T12" fmla="*/ 0 w 262"/>
                <a:gd name="T13" fmla="*/ 0 h 273"/>
                <a:gd name="T14" fmla="*/ 0 w 262"/>
                <a:gd name="T15" fmla="*/ 0 h 273"/>
                <a:gd name="T16" fmla="*/ 0 w 262"/>
                <a:gd name="T17" fmla="*/ 0 h 273"/>
                <a:gd name="T18" fmla="*/ 0 w 262"/>
                <a:gd name="T19" fmla="*/ 0 h 2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2" h="273">
                  <a:moveTo>
                    <a:pt x="0" y="122"/>
                  </a:moveTo>
                  <a:lnTo>
                    <a:pt x="255" y="273"/>
                  </a:lnTo>
                  <a:lnTo>
                    <a:pt x="262" y="185"/>
                  </a:lnTo>
                  <a:lnTo>
                    <a:pt x="215" y="133"/>
                  </a:lnTo>
                  <a:lnTo>
                    <a:pt x="244" y="93"/>
                  </a:lnTo>
                  <a:lnTo>
                    <a:pt x="192" y="35"/>
                  </a:lnTo>
                  <a:lnTo>
                    <a:pt x="157" y="58"/>
                  </a:lnTo>
                  <a:lnTo>
                    <a:pt x="122" y="0"/>
                  </a:lnTo>
                  <a:lnTo>
                    <a:pt x="93" y="6"/>
                  </a:lnTo>
                  <a:lnTo>
                    <a:pt x="0" y="122"/>
                  </a:lnTo>
                  <a:close/>
                </a:path>
              </a:pathLst>
            </a:custGeom>
            <a:solidFill>
              <a:srgbClr val="FFFFFF"/>
            </a:solidFill>
            <a:ln w="9525">
              <a:solidFill>
                <a:srgbClr val="000000"/>
              </a:solidFill>
              <a:round/>
              <a:headEnd/>
              <a:tailEnd/>
            </a:ln>
          </p:spPr>
          <p:txBody>
            <a:bodyPr/>
            <a:lstStyle/>
            <a:p>
              <a:endParaRPr lang="ko-KR" altLang="en-US"/>
            </a:p>
          </p:txBody>
        </p:sp>
        <p:sp>
          <p:nvSpPr>
            <p:cNvPr id="418653" name="Freeform 129">
              <a:extLst>
                <a:ext uri="{FF2B5EF4-FFF2-40B4-BE49-F238E27FC236}">
                  <a16:creationId xmlns:a16="http://schemas.microsoft.com/office/drawing/2014/main" id="{E8520584-99F3-6F2B-872A-B090D37D65C9}"/>
                </a:ext>
              </a:extLst>
            </p:cNvPr>
            <p:cNvSpPr>
              <a:spLocks/>
            </p:cNvSpPr>
            <p:nvPr/>
          </p:nvSpPr>
          <p:spPr bwMode="auto">
            <a:xfrm>
              <a:off x="1930" y="727"/>
              <a:ext cx="36" cy="33"/>
            </a:xfrm>
            <a:custGeom>
              <a:avLst/>
              <a:gdLst>
                <a:gd name="T0" fmla="*/ 0 w 454"/>
                <a:gd name="T1" fmla="*/ 0 h 418"/>
                <a:gd name="T2" fmla="*/ 0 w 454"/>
                <a:gd name="T3" fmla="*/ 0 h 418"/>
                <a:gd name="T4" fmla="*/ 0 w 454"/>
                <a:gd name="T5" fmla="*/ 0 h 418"/>
                <a:gd name="T6" fmla="*/ 0 w 454"/>
                <a:gd name="T7" fmla="*/ 0 h 418"/>
                <a:gd name="T8" fmla="*/ 0 w 454"/>
                <a:gd name="T9" fmla="*/ 0 h 418"/>
                <a:gd name="T10" fmla="*/ 0 w 454"/>
                <a:gd name="T11" fmla="*/ 0 h 418"/>
                <a:gd name="T12" fmla="*/ 0 w 454"/>
                <a:gd name="T13" fmla="*/ 0 h 418"/>
                <a:gd name="T14" fmla="*/ 0 w 454"/>
                <a:gd name="T15" fmla="*/ 0 h 418"/>
                <a:gd name="T16" fmla="*/ 0 w 454"/>
                <a:gd name="T17" fmla="*/ 0 h 418"/>
                <a:gd name="T18" fmla="*/ 0 w 454"/>
                <a:gd name="T19" fmla="*/ 0 h 418"/>
                <a:gd name="T20" fmla="*/ 0 w 454"/>
                <a:gd name="T21" fmla="*/ 0 h 418"/>
                <a:gd name="T22" fmla="*/ 0 w 454"/>
                <a:gd name="T23" fmla="*/ 0 h 418"/>
                <a:gd name="T24" fmla="*/ 0 w 454"/>
                <a:gd name="T25" fmla="*/ 0 h 418"/>
                <a:gd name="T26" fmla="*/ 0 w 454"/>
                <a:gd name="T27" fmla="*/ 0 h 418"/>
                <a:gd name="T28" fmla="*/ 0 w 454"/>
                <a:gd name="T29" fmla="*/ 0 h 418"/>
                <a:gd name="T30" fmla="*/ 0 w 454"/>
                <a:gd name="T31" fmla="*/ 0 h 418"/>
                <a:gd name="T32" fmla="*/ 0 w 454"/>
                <a:gd name="T33" fmla="*/ 0 h 418"/>
                <a:gd name="T34" fmla="*/ 0 w 454"/>
                <a:gd name="T35" fmla="*/ 0 h 418"/>
                <a:gd name="T36" fmla="*/ 0 w 454"/>
                <a:gd name="T37" fmla="*/ 0 h 418"/>
                <a:gd name="T38" fmla="*/ 0 w 454"/>
                <a:gd name="T39" fmla="*/ 0 h 4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4" h="418">
                  <a:moveTo>
                    <a:pt x="75" y="418"/>
                  </a:moveTo>
                  <a:lnTo>
                    <a:pt x="267" y="377"/>
                  </a:lnTo>
                  <a:lnTo>
                    <a:pt x="454" y="407"/>
                  </a:lnTo>
                  <a:lnTo>
                    <a:pt x="378" y="226"/>
                  </a:lnTo>
                  <a:lnTo>
                    <a:pt x="436" y="151"/>
                  </a:lnTo>
                  <a:lnTo>
                    <a:pt x="431" y="110"/>
                  </a:lnTo>
                  <a:lnTo>
                    <a:pt x="384" y="58"/>
                  </a:lnTo>
                  <a:lnTo>
                    <a:pt x="274" y="64"/>
                  </a:lnTo>
                  <a:lnTo>
                    <a:pt x="215" y="0"/>
                  </a:lnTo>
                  <a:lnTo>
                    <a:pt x="99" y="6"/>
                  </a:lnTo>
                  <a:lnTo>
                    <a:pt x="117" y="35"/>
                  </a:lnTo>
                  <a:lnTo>
                    <a:pt x="47" y="41"/>
                  </a:lnTo>
                  <a:lnTo>
                    <a:pt x="82" y="157"/>
                  </a:lnTo>
                  <a:lnTo>
                    <a:pt x="0" y="145"/>
                  </a:lnTo>
                  <a:lnTo>
                    <a:pt x="6" y="180"/>
                  </a:lnTo>
                  <a:lnTo>
                    <a:pt x="64" y="238"/>
                  </a:lnTo>
                  <a:lnTo>
                    <a:pt x="35" y="278"/>
                  </a:lnTo>
                  <a:lnTo>
                    <a:pt x="82" y="330"/>
                  </a:lnTo>
                  <a:lnTo>
                    <a:pt x="75" y="389"/>
                  </a:lnTo>
                  <a:lnTo>
                    <a:pt x="75" y="418"/>
                  </a:lnTo>
                  <a:close/>
                </a:path>
              </a:pathLst>
            </a:custGeom>
            <a:solidFill>
              <a:srgbClr val="FFFFFF"/>
            </a:solidFill>
            <a:ln w="9525">
              <a:solidFill>
                <a:srgbClr val="000000"/>
              </a:solidFill>
              <a:round/>
              <a:headEnd/>
              <a:tailEnd/>
            </a:ln>
          </p:spPr>
          <p:txBody>
            <a:bodyPr/>
            <a:lstStyle/>
            <a:p>
              <a:endParaRPr lang="ko-KR" altLang="en-US"/>
            </a:p>
          </p:txBody>
        </p:sp>
        <p:sp>
          <p:nvSpPr>
            <p:cNvPr id="418654" name="Freeform 130">
              <a:extLst>
                <a:ext uri="{FF2B5EF4-FFF2-40B4-BE49-F238E27FC236}">
                  <a16:creationId xmlns:a16="http://schemas.microsoft.com/office/drawing/2014/main" id="{6531DBB1-C095-1BEA-A9C7-4CCE461C0E1C}"/>
                </a:ext>
              </a:extLst>
            </p:cNvPr>
            <p:cNvSpPr>
              <a:spLocks/>
            </p:cNvSpPr>
            <p:nvPr/>
          </p:nvSpPr>
          <p:spPr bwMode="auto">
            <a:xfrm>
              <a:off x="1947" y="704"/>
              <a:ext cx="45" cy="35"/>
            </a:xfrm>
            <a:custGeom>
              <a:avLst/>
              <a:gdLst>
                <a:gd name="T0" fmla="*/ 0 w 565"/>
                <a:gd name="T1" fmla="*/ 0 h 436"/>
                <a:gd name="T2" fmla="*/ 0 w 565"/>
                <a:gd name="T3" fmla="*/ 0 h 436"/>
                <a:gd name="T4" fmla="*/ 0 w 565"/>
                <a:gd name="T5" fmla="*/ 0 h 436"/>
                <a:gd name="T6" fmla="*/ 0 w 565"/>
                <a:gd name="T7" fmla="*/ 0 h 436"/>
                <a:gd name="T8" fmla="*/ 0 w 565"/>
                <a:gd name="T9" fmla="*/ 0 h 436"/>
                <a:gd name="T10" fmla="*/ 0 w 565"/>
                <a:gd name="T11" fmla="*/ 0 h 436"/>
                <a:gd name="T12" fmla="*/ 0 w 565"/>
                <a:gd name="T13" fmla="*/ 0 h 436"/>
                <a:gd name="T14" fmla="*/ 0 w 565"/>
                <a:gd name="T15" fmla="*/ 0 h 436"/>
                <a:gd name="T16" fmla="*/ 0 w 565"/>
                <a:gd name="T17" fmla="*/ 0 h 436"/>
                <a:gd name="T18" fmla="*/ 0 w 565"/>
                <a:gd name="T19" fmla="*/ 0 h 436"/>
                <a:gd name="T20" fmla="*/ 0 w 565"/>
                <a:gd name="T21" fmla="*/ 0 h 436"/>
                <a:gd name="T22" fmla="*/ 0 w 565"/>
                <a:gd name="T23" fmla="*/ 0 h 436"/>
                <a:gd name="T24" fmla="*/ 0 w 565"/>
                <a:gd name="T25" fmla="*/ 0 h 436"/>
                <a:gd name="T26" fmla="*/ 0 w 565"/>
                <a:gd name="T27" fmla="*/ 0 h 4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65" h="436">
                  <a:moveTo>
                    <a:pt x="442" y="0"/>
                  </a:moveTo>
                  <a:lnTo>
                    <a:pt x="565" y="185"/>
                  </a:lnTo>
                  <a:lnTo>
                    <a:pt x="530" y="244"/>
                  </a:lnTo>
                  <a:lnTo>
                    <a:pt x="291" y="272"/>
                  </a:lnTo>
                  <a:lnTo>
                    <a:pt x="221" y="255"/>
                  </a:lnTo>
                  <a:lnTo>
                    <a:pt x="221" y="436"/>
                  </a:lnTo>
                  <a:lnTo>
                    <a:pt x="198" y="389"/>
                  </a:lnTo>
                  <a:lnTo>
                    <a:pt x="169" y="354"/>
                  </a:lnTo>
                  <a:lnTo>
                    <a:pt x="59" y="360"/>
                  </a:lnTo>
                  <a:lnTo>
                    <a:pt x="0" y="296"/>
                  </a:lnTo>
                  <a:lnTo>
                    <a:pt x="117" y="150"/>
                  </a:lnTo>
                  <a:lnTo>
                    <a:pt x="216" y="127"/>
                  </a:lnTo>
                  <a:lnTo>
                    <a:pt x="221" y="81"/>
                  </a:lnTo>
                  <a:lnTo>
                    <a:pt x="442" y="0"/>
                  </a:lnTo>
                  <a:close/>
                </a:path>
              </a:pathLst>
            </a:custGeom>
            <a:solidFill>
              <a:srgbClr val="FFFFFF"/>
            </a:solidFill>
            <a:ln w="9525">
              <a:solidFill>
                <a:srgbClr val="000000"/>
              </a:solidFill>
              <a:round/>
              <a:headEnd/>
              <a:tailEnd/>
            </a:ln>
          </p:spPr>
          <p:txBody>
            <a:bodyPr/>
            <a:lstStyle/>
            <a:p>
              <a:endParaRPr lang="ko-KR" altLang="en-US"/>
            </a:p>
          </p:txBody>
        </p:sp>
        <p:sp>
          <p:nvSpPr>
            <p:cNvPr id="418655" name="Freeform 131">
              <a:extLst>
                <a:ext uri="{FF2B5EF4-FFF2-40B4-BE49-F238E27FC236}">
                  <a16:creationId xmlns:a16="http://schemas.microsoft.com/office/drawing/2014/main" id="{34F2B01F-D123-4B0D-44BB-E5FDA4ABFD70}"/>
                </a:ext>
              </a:extLst>
            </p:cNvPr>
            <p:cNvSpPr>
              <a:spLocks/>
            </p:cNvSpPr>
            <p:nvPr/>
          </p:nvSpPr>
          <p:spPr bwMode="auto">
            <a:xfrm>
              <a:off x="1960" y="724"/>
              <a:ext cx="17" cy="35"/>
            </a:xfrm>
            <a:custGeom>
              <a:avLst/>
              <a:gdLst>
                <a:gd name="T0" fmla="*/ 0 w 221"/>
                <a:gd name="T1" fmla="*/ 0 h 448"/>
                <a:gd name="T2" fmla="*/ 0 w 221"/>
                <a:gd name="T3" fmla="*/ 0 h 448"/>
                <a:gd name="T4" fmla="*/ 0 w 221"/>
                <a:gd name="T5" fmla="*/ 0 h 448"/>
                <a:gd name="T6" fmla="*/ 0 w 221"/>
                <a:gd name="T7" fmla="*/ 0 h 448"/>
                <a:gd name="T8" fmla="*/ 0 w 221"/>
                <a:gd name="T9" fmla="*/ 0 h 448"/>
                <a:gd name="T10" fmla="*/ 0 w 221"/>
                <a:gd name="T11" fmla="*/ 0 h 448"/>
                <a:gd name="T12" fmla="*/ 0 w 221"/>
                <a:gd name="T13" fmla="*/ 0 h 448"/>
                <a:gd name="T14" fmla="*/ 0 w 221"/>
                <a:gd name="T15" fmla="*/ 0 h 44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1" h="448">
                  <a:moveTo>
                    <a:pt x="198" y="12"/>
                  </a:moveTo>
                  <a:lnTo>
                    <a:pt x="221" y="378"/>
                  </a:lnTo>
                  <a:lnTo>
                    <a:pt x="76" y="448"/>
                  </a:lnTo>
                  <a:lnTo>
                    <a:pt x="0" y="267"/>
                  </a:lnTo>
                  <a:lnTo>
                    <a:pt x="58" y="192"/>
                  </a:lnTo>
                  <a:lnTo>
                    <a:pt x="58" y="0"/>
                  </a:lnTo>
                  <a:lnTo>
                    <a:pt x="128" y="17"/>
                  </a:lnTo>
                  <a:lnTo>
                    <a:pt x="198" y="12"/>
                  </a:lnTo>
                  <a:close/>
                </a:path>
              </a:pathLst>
            </a:custGeom>
            <a:solidFill>
              <a:srgbClr val="FFFFFF"/>
            </a:solidFill>
            <a:ln w="9525">
              <a:solidFill>
                <a:srgbClr val="000000"/>
              </a:solidFill>
              <a:round/>
              <a:headEnd/>
              <a:tailEnd/>
            </a:ln>
          </p:spPr>
          <p:txBody>
            <a:bodyPr/>
            <a:lstStyle/>
            <a:p>
              <a:endParaRPr lang="ko-KR" altLang="en-US"/>
            </a:p>
          </p:txBody>
        </p:sp>
        <p:sp>
          <p:nvSpPr>
            <p:cNvPr id="418656" name="Freeform 132">
              <a:extLst>
                <a:ext uri="{FF2B5EF4-FFF2-40B4-BE49-F238E27FC236}">
                  <a16:creationId xmlns:a16="http://schemas.microsoft.com/office/drawing/2014/main" id="{96258DA1-5B2C-B510-44F7-24D36D2D0FD3}"/>
                </a:ext>
              </a:extLst>
            </p:cNvPr>
            <p:cNvSpPr>
              <a:spLocks/>
            </p:cNvSpPr>
            <p:nvPr/>
          </p:nvSpPr>
          <p:spPr bwMode="auto">
            <a:xfrm>
              <a:off x="1975" y="724"/>
              <a:ext cx="11" cy="30"/>
            </a:xfrm>
            <a:custGeom>
              <a:avLst/>
              <a:gdLst>
                <a:gd name="T0" fmla="*/ 0 w 127"/>
                <a:gd name="T1" fmla="*/ 0 h 384"/>
                <a:gd name="T2" fmla="*/ 0 w 127"/>
                <a:gd name="T3" fmla="*/ 0 h 384"/>
                <a:gd name="T4" fmla="*/ 0 w 127"/>
                <a:gd name="T5" fmla="*/ 0 h 384"/>
                <a:gd name="T6" fmla="*/ 0 w 127"/>
                <a:gd name="T7" fmla="*/ 0 h 384"/>
                <a:gd name="T8" fmla="*/ 0 w 127"/>
                <a:gd name="T9" fmla="*/ 0 h 384"/>
                <a:gd name="T10" fmla="*/ 0 w 127"/>
                <a:gd name="T11" fmla="*/ 0 h 384"/>
                <a:gd name="T12" fmla="*/ 0 w 127"/>
                <a:gd name="T13" fmla="*/ 0 h 3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384">
                  <a:moveTo>
                    <a:pt x="0" y="18"/>
                  </a:moveTo>
                  <a:lnTo>
                    <a:pt x="23" y="384"/>
                  </a:lnTo>
                  <a:lnTo>
                    <a:pt x="104" y="349"/>
                  </a:lnTo>
                  <a:lnTo>
                    <a:pt x="92" y="152"/>
                  </a:lnTo>
                  <a:lnTo>
                    <a:pt x="127" y="100"/>
                  </a:lnTo>
                  <a:lnTo>
                    <a:pt x="110" y="0"/>
                  </a:lnTo>
                  <a:lnTo>
                    <a:pt x="0" y="18"/>
                  </a:lnTo>
                  <a:close/>
                </a:path>
              </a:pathLst>
            </a:custGeom>
            <a:solidFill>
              <a:srgbClr val="FFFFFF"/>
            </a:solidFill>
            <a:ln w="9525">
              <a:solidFill>
                <a:srgbClr val="000000"/>
              </a:solidFill>
              <a:round/>
              <a:headEnd/>
              <a:tailEnd/>
            </a:ln>
          </p:spPr>
          <p:txBody>
            <a:bodyPr/>
            <a:lstStyle/>
            <a:p>
              <a:endParaRPr lang="ko-KR" altLang="en-US"/>
            </a:p>
          </p:txBody>
        </p:sp>
        <p:sp>
          <p:nvSpPr>
            <p:cNvPr id="418657" name="Freeform 133">
              <a:extLst>
                <a:ext uri="{FF2B5EF4-FFF2-40B4-BE49-F238E27FC236}">
                  <a16:creationId xmlns:a16="http://schemas.microsoft.com/office/drawing/2014/main" id="{784DCC32-268C-3277-E09B-C12339EB30FD}"/>
                </a:ext>
              </a:extLst>
            </p:cNvPr>
            <p:cNvSpPr>
              <a:spLocks/>
            </p:cNvSpPr>
            <p:nvPr/>
          </p:nvSpPr>
          <p:spPr bwMode="auto">
            <a:xfrm>
              <a:off x="1983" y="719"/>
              <a:ext cx="17" cy="32"/>
            </a:xfrm>
            <a:custGeom>
              <a:avLst/>
              <a:gdLst>
                <a:gd name="T0" fmla="*/ 0 w 210"/>
                <a:gd name="T1" fmla="*/ 0 h 418"/>
                <a:gd name="T2" fmla="*/ 0 w 210"/>
                <a:gd name="T3" fmla="*/ 0 h 418"/>
                <a:gd name="T4" fmla="*/ 0 w 210"/>
                <a:gd name="T5" fmla="*/ 0 h 418"/>
                <a:gd name="T6" fmla="*/ 0 w 210"/>
                <a:gd name="T7" fmla="*/ 0 h 418"/>
                <a:gd name="T8" fmla="*/ 0 w 210"/>
                <a:gd name="T9" fmla="*/ 0 h 418"/>
                <a:gd name="T10" fmla="*/ 0 w 210"/>
                <a:gd name="T11" fmla="*/ 0 h 418"/>
                <a:gd name="T12" fmla="*/ 0 w 210"/>
                <a:gd name="T13" fmla="*/ 0 h 418"/>
                <a:gd name="T14" fmla="*/ 0 w 210"/>
                <a:gd name="T15" fmla="*/ 0 h 418"/>
                <a:gd name="T16" fmla="*/ 0 w 210"/>
                <a:gd name="T17" fmla="*/ 0 h 418"/>
                <a:gd name="T18" fmla="*/ 0 w 210"/>
                <a:gd name="T19" fmla="*/ 0 h 418"/>
                <a:gd name="T20" fmla="*/ 0 w 210"/>
                <a:gd name="T21" fmla="*/ 0 h 418"/>
                <a:gd name="T22" fmla="*/ 0 w 210"/>
                <a:gd name="T23" fmla="*/ 0 h 4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0" h="418">
                  <a:moveTo>
                    <a:pt x="18" y="69"/>
                  </a:moveTo>
                  <a:lnTo>
                    <a:pt x="30" y="169"/>
                  </a:lnTo>
                  <a:lnTo>
                    <a:pt x="0" y="221"/>
                  </a:lnTo>
                  <a:lnTo>
                    <a:pt x="12" y="418"/>
                  </a:lnTo>
                  <a:lnTo>
                    <a:pt x="122" y="383"/>
                  </a:lnTo>
                  <a:lnTo>
                    <a:pt x="112" y="204"/>
                  </a:lnTo>
                  <a:lnTo>
                    <a:pt x="187" y="139"/>
                  </a:lnTo>
                  <a:lnTo>
                    <a:pt x="210" y="87"/>
                  </a:lnTo>
                  <a:lnTo>
                    <a:pt x="199" y="0"/>
                  </a:lnTo>
                  <a:lnTo>
                    <a:pt x="112" y="5"/>
                  </a:lnTo>
                  <a:lnTo>
                    <a:pt x="88" y="35"/>
                  </a:lnTo>
                  <a:lnTo>
                    <a:pt x="18" y="69"/>
                  </a:lnTo>
                  <a:close/>
                </a:path>
              </a:pathLst>
            </a:custGeom>
            <a:solidFill>
              <a:srgbClr val="FFFFFF"/>
            </a:solidFill>
            <a:ln w="9525">
              <a:solidFill>
                <a:srgbClr val="000000"/>
              </a:solidFill>
              <a:round/>
              <a:headEnd/>
              <a:tailEnd/>
            </a:ln>
          </p:spPr>
          <p:txBody>
            <a:bodyPr/>
            <a:lstStyle/>
            <a:p>
              <a:endParaRPr lang="ko-KR" altLang="en-US"/>
            </a:p>
          </p:txBody>
        </p:sp>
        <p:sp>
          <p:nvSpPr>
            <p:cNvPr id="418658" name="Freeform 134">
              <a:extLst>
                <a:ext uri="{FF2B5EF4-FFF2-40B4-BE49-F238E27FC236}">
                  <a16:creationId xmlns:a16="http://schemas.microsoft.com/office/drawing/2014/main" id="{16C29AD4-D26C-E3FB-3E84-047241D7D952}"/>
                </a:ext>
              </a:extLst>
            </p:cNvPr>
            <p:cNvSpPr>
              <a:spLocks/>
            </p:cNvSpPr>
            <p:nvPr/>
          </p:nvSpPr>
          <p:spPr bwMode="auto">
            <a:xfrm>
              <a:off x="1982" y="658"/>
              <a:ext cx="82" cy="61"/>
            </a:xfrm>
            <a:custGeom>
              <a:avLst/>
              <a:gdLst>
                <a:gd name="T0" fmla="*/ 0 w 1023"/>
                <a:gd name="T1" fmla="*/ 0 h 790"/>
                <a:gd name="T2" fmla="*/ 0 w 1023"/>
                <a:gd name="T3" fmla="*/ 0 h 790"/>
                <a:gd name="T4" fmla="*/ 0 w 1023"/>
                <a:gd name="T5" fmla="*/ 0 h 790"/>
                <a:gd name="T6" fmla="*/ 0 w 1023"/>
                <a:gd name="T7" fmla="*/ 0 h 790"/>
                <a:gd name="T8" fmla="*/ 0 w 1023"/>
                <a:gd name="T9" fmla="*/ 0 h 790"/>
                <a:gd name="T10" fmla="*/ 0 w 1023"/>
                <a:gd name="T11" fmla="*/ 0 h 790"/>
                <a:gd name="T12" fmla="*/ 0 w 1023"/>
                <a:gd name="T13" fmla="*/ 0 h 790"/>
                <a:gd name="T14" fmla="*/ 0 w 1023"/>
                <a:gd name="T15" fmla="*/ 0 h 790"/>
                <a:gd name="T16" fmla="*/ 0 w 1023"/>
                <a:gd name="T17" fmla="*/ 0 h 790"/>
                <a:gd name="T18" fmla="*/ 0 w 1023"/>
                <a:gd name="T19" fmla="*/ 0 h 790"/>
                <a:gd name="T20" fmla="*/ 0 w 1023"/>
                <a:gd name="T21" fmla="*/ 0 h 790"/>
                <a:gd name="T22" fmla="*/ 0 w 1023"/>
                <a:gd name="T23" fmla="*/ 0 h 790"/>
                <a:gd name="T24" fmla="*/ 0 w 1023"/>
                <a:gd name="T25" fmla="*/ 0 h 790"/>
                <a:gd name="T26" fmla="*/ 0 w 1023"/>
                <a:gd name="T27" fmla="*/ 0 h 790"/>
                <a:gd name="T28" fmla="*/ 0 w 1023"/>
                <a:gd name="T29" fmla="*/ 0 h 790"/>
                <a:gd name="T30" fmla="*/ 0 w 1023"/>
                <a:gd name="T31" fmla="*/ 0 h 790"/>
                <a:gd name="T32" fmla="*/ 0 w 1023"/>
                <a:gd name="T33" fmla="*/ 0 h 790"/>
                <a:gd name="T34" fmla="*/ 0 w 1023"/>
                <a:gd name="T35" fmla="*/ 0 h 790"/>
                <a:gd name="T36" fmla="*/ 0 w 1023"/>
                <a:gd name="T37" fmla="*/ 0 h 790"/>
                <a:gd name="T38" fmla="*/ 0 w 1023"/>
                <a:gd name="T39" fmla="*/ 0 h 790"/>
                <a:gd name="T40" fmla="*/ 0 w 1023"/>
                <a:gd name="T41" fmla="*/ 0 h 7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23" h="790">
                  <a:moveTo>
                    <a:pt x="0" y="605"/>
                  </a:moveTo>
                  <a:lnTo>
                    <a:pt x="123" y="790"/>
                  </a:lnTo>
                  <a:lnTo>
                    <a:pt x="210" y="785"/>
                  </a:lnTo>
                  <a:lnTo>
                    <a:pt x="255" y="668"/>
                  </a:lnTo>
                  <a:lnTo>
                    <a:pt x="378" y="633"/>
                  </a:lnTo>
                  <a:lnTo>
                    <a:pt x="424" y="698"/>
                  </a:lnTo>
                  <a:lnTo>
                    <a:pt x="488" y="698"/>
                  </a:lnTo>
                  <a:lnTo>
                    <a:pt x="552" y="720"/>
                  </a:lnTo>
                  <a:lnTo>
                    <a:pt x="662" y="668"/>
                  </a:lnTo>
                  <a:lnTo>
                    <a:pt x="738" y="710"/>
                  </a:lnTo>
                  <a:lnTo>
                    <a:pt x="854" y="640"/>
                  </a:lnTo>
                  <a:lnTo>
                    <a:pt x="854" y="588"/>
                  </a:lnTo>
                  <a:lnTo>
                    <a:pt x="1023" y="389"/>
                  </a:lnTo>
                  <a:lnTo>
                    <a:pt x="1023" y="239"/>
                  </a:lnTo>
                  <a:lnTo>
                    <a:pt x="983" y="187"/>
                  </a:lnTo>
                  <a:lnTo>
                    <a:pt x="993" y="0"/>
                  </a:lnTo>
                  <a:lnTo>
                    <a:pt x="913" y="65"/>
                  </a:lnTo>
                  <a:lnTo>
                    <a:pt x="726" y="35"/>
                  </a:lnTo>
                  <a:lnTo>
                    <a:pt x="244" y="314"/>
                  </a:lnTo>
                  <a:lnTo>
                    <a:pt x="175" y="529"/>
                  </a:lnTo>
                  <a:lnTo>
                    <a:pt x="0" y="605"/>
                  </a:lnTo>
                  <a:close/>
                </a:path>
              </a:pathLst>
            </a:custGeom>
            <a:solidFill>
              <a:srgbClr val="FFFFFF"/>
            </a:solidFill>
            <a:ln w="9525">
              <a:solidFill>
                <a:srgbClr val="000000"/>
              </a:solidFill>
              <a:round/>
              <a:headEnd/>
              <a:tailEnd/>
            </a:ln>
          </p:spPr>
          <p:txBody>
            <a:bodyPr/>
            <a:lstStyle/>
            <a:p>
              <a:endParaRPr lang="ko-KR" altLang="en-US"/>
            </a:p>
          </p:txBody>
        </p:sp>
        <p:sp>
          <p:nvSpPr>
            <p:cNvPr id="418659" name="Freeform 135">
              <a:extLst>
                <a:ext uri="{FF2B5EF4-FFF2-40B4-BE49-F238E27FC236}">
                  <a16:creationId xmlns:a16="http://schemas.microsoft.com/office/drawing/2014/main" id="{66BCAFEA-3A26-06A9-A178-EA90C66A7B20}"/>
                </a:ext>
              </a:extLst>
            </p:cNvPr>
            <p:cNvSpPr>
              <a:spLocks/>
            </p:cNvSpPr>
            <p:nvPr/>
          </p:nvSpPr>
          <p:spPr bwMode="auto">
            <a:xfrm>
              <a:off x="2029" y="606"/>
              <a:ext cx="79" cy="73"/>
            </a:xfrm>
            <a:custGeom>
              <a:avLst/>
              <a:gdLst>
                <a:gd name="T0" fmla="*/ 0 w 982"/>
                <a:gd name="T1" fmla="*/ 0 h 935"/>
                <a:gd name="T2" fmla="*/ 0 w 982"/>
                <a:gd name="T3" fmla="*/ 0 h 935"/>
                <a:gd name="T4" fmla="*/ 0 w 982"/>
                <a:gd name="T5" fmla="*/ 0 h 935"/>
                <a:gd name="T6" fmla="*/ 0 w 982"/>
                <a:gd name="T7" fmla="*/ 0 h 935"/>
                <a:gd name="T8" fmla="*/ 0 w 982"/>
                <a:gd name="T9" fmla="*/ 0 h 935"/>
                <a:gd name="T10" fmla="*/ 0 w 982"/>
                <a:gd name="T11" fmla="*/ 0 h 935"/>
                <a:gd name="T12" fmla="*/ 0 w 982"/>
                <a:gd name="T13" fmla="*/ 0 h 935"/>
                <a:gd name="T14" fmla="*/ 0 w 982"/>
                <a:gd name="T15" fmla="*/ 0 h 935"/>
                <a:gd name="T16" fmla="*/ 0 w 982"/>
                <a:gd name="T17" fmla="*/ 0 h 935"/>
                <a:gd name="T18" fmla="*/ 0 w 982"/>
                <a:gd name="T19" fmla="*/ 0 h 935"/>
                <a:gd name="T20" fmla="*/ 0 w 982"/>
                <a:gd name="T21" fmla="*/ 0 h 935"/>
                <a:gd name="T22" fmla="*/ 0 w 982"/>
                <a:gd name="T23" fmla="*/ 0 h 935"/>
                <a:gd name="T24" fmla="*/ 0 w 982"/>
                <a:gd name="T25" fmla="*/ 0 h 935"/>
                <a:gd name="T26" fmla="*/ 0 w 982"/>
                <a:gd name="T27" fmla="*/ 0 h 935"/>
                <a:gd name="T28" fmla="*/ 0 w 982"/>
                <a:gd name="T29" fmla="*/ 0 h 935"/>
                <a:gd name="T30" fmla="*/ 0 w 982"/>
                <a:gd name="T31" fmla="*/ 0 h 935"/>
                <a:gd name="T32" fmla="*/ 0 w 982"/>
                <a:gd name="T33" fmla="*/ 0 h 935"/>
                <a:gd name="T34" fmla="*/ 0 w 982"/>
                <a:gd name="T35" fmla="*/ 0 h 935"/>
                <a:gd name="T36" fmla="*/ 0 w 982"/>
                <a:gd name="T37" fmla="*/ 0 h 935"/>
                <a:gd name="T38" fmla="*/ 0 w 982"/>
                <a:gd name="T39" fmla="*/ 0 h 935"/>
                <a:gd name="T40" fmla="*/ 0 w 982"/>
                <a:gd name="T41" fmla="*/ 0 h 9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82" h="935">
                  <a:moveTo>
                    <a:pt x="204" y="0"/>
                  </a:moveTo>
                  <a:lnTo>
                    <a:pt x="40" y="221"/>
                  </a:lnTo>
                  <a:lnTo>
                    <a:pt x="47" y="389"/>
                  </a:lnTo>
                  <a:lnTo>
                    <a:pt x="0" y="487"/>
                  </a:lnTo>
                  <a:lnTo>
                    <a:pt x="70" y="633"/>
                  </a:lnTo>
                  <a:lnTo>
                    <a:pt x="151" y="691"/>
                  </a:lnTo>
                  <a:lnTo>
                    <a:pt x="331" y="721"/>
                  </a:lnTo>
                  <a:lnTo>
                    <a:pt x="406" y="656"/>
                  </a:lnTo>
                  <a:lnTo>
                    <a:pt x="901" y="935"/>
                  </a:lnTo>
                  <a:lnTo>
                    <a:pt x="895" y="883"/>
                  </a:lnTo>
                  <a:lnTo>
                    <a:pt x="982" y="883"/>
                  </a:lnTo>
                  <a:lnTo>
                    <a:pt x="930" y="233"/>
                  </a:lnTo>
                  <a:lnTo>
                    <a:pt x="971" y="203"/>
                  </a:lnTo>
                  <a:lnTo>
                    <a:pt x="954" y="105"/>
                  </a:lnTo>
                  <a:lnTo>
                    <a:pt x="808" y="18"/>
                  </a:lnTo>
                  <a:lnTo>
                    <a:pt x="697" y="35"/>
                  </a:lnTo>
                  <a:lnTo>
                    <a:pt x="657" y="180"/>
                  </a:lnTo>
                  <a:lnTo>
                    <a:pt x="616" y="198"/>
                  </a:lnTo>
                  <a:lnTo>
                    <a:pt x="448" y="110"/>
                  </a:lnTo>
                  <a:lnTo>
                    <a:pt x="384" y="29"/>
                  </a:lnTo>
                  <a:lnTo>
                    <a:pt x="204" y="0"/>
                  </a:lnTo>
                  <a:close/>
                </a:path>
              </a:pathLst>
            </a:custGeom>
            <a:solidFill>
              <a:srgbClr val="FFFFFF"/>
            </a:solidFill>
            <a:ln w="9525">
              <a:solidFill>
                <a:srgbClr val="000000"/>
              </a:solidFill>
              <a:round/>
              <a:headEnd/>
              <a:tailEnd/>
            </a:ln>
          </p:spPr>
          <p:txBody>
            <a:bodyPr/>
            <a:lstStyle/>
            <a:p>
              <a:endParaRPr lang="ko-KR" altLang="en-US"/>
            </a:p>
          </p:txBody>
        </p:sp>
        <p:sp>
          <p:nvSpPr>
            <p:cNvPr id="418660" name="Freeform 136">
              <a:extLst>
                <a:ext uri="{FF2B5EF4-FFF2-40B4-BE49-F238E27FC236}">
                  <a16:creationId xmlns:a16="http://schemas.microsoft.com/office/drawing/2014/main" id="{7064F6BF-32C0-1DC1-029E-5236C9642C19}"/>
                </a:ext>
              </a:extLst>
            </p:cNvPr>
            <p:cNvSpPr>
              <a:spLocks/>
            </p:cNvSpPr>
            <p:nvPr/>
          </p:nvSpPr>
          <p:spPr bwMode="auto">
            <a:xfrm>
              <a:off x="1992" y="707"/>
              <a:ext cx="64" cy="54"/>
            </a:xfrm>
            <a:custGeom>
              <a:avLst/>
              <a:gdLst>
                <a:gd name="T0" fmla="*/ 0 w 801"/>
                <a:gd name="T1" fmla="*/ 0 h 698"/>
                <a:gd name="T2" fmla="*/ 0 w 801"/>
                <a:gd name="T3" fmla="*/ 0 h 698"/>
                <a:gd name="T4" fmla="*/ 0 w 801"/>
                <a:gd name="T5" fmla="*/ 0 h 698"/>
                <a:gd name="T6" fmla="*/ 0 w 801"/>
                <a:gd name="T7" fmla="*/ 0 h 698"/>
                <a:gd name="T8" fmla="*/ 0 w 801"/>
                <a:gd name="T9" fmla="*/ 0 h 698"/>
                <a:gd name="T10" fmla="*/ 0 w 801"/>
                <a:gd name="T11" fmla="*/ 0 h 698"/>
                <a:gd name="T12" fmla="*/ 0 w 801"/>
                <a:gd name="T13" fmla="*/ 0 h 698"/>
                <a:gd name="T14" fmla="*/ 0 w 801"/>
                <a:gd name="T15" fmla="*/ 0 h 698"/>
                <a:gd name="T16" fmla="*/ 0 w 801"/>
                <a:gd name="T17" fmla="*/ 0 h 698"/>
                <a:gd name="T18" fmla="*/ 0 w 801"/>
                <a:gd name="T19" fmla="*/ 0 h 698"/>
                <a:gd name="T20" fmla="*/ 0 w 801"/>
                <a:gd name="T21" fmla="*/ 0 h 698"/>
                <a:gd name="T22" fmla="*/ 0 w 801"/>
                <a:gd name="T23" fmla="*/ 0 h 698"/>
                <a:gd name="T24" fmla="*/ 0 w 801"/>
                <a:gd name="T25" fmla="*/ 0 h 698"/>
                <a:gd name="T26" fmla="*/ 0 w 801"/>
                <a:gd name="T27" fmla="*/ 0 h 698"/>
                <a:gd name="T28" fmla="*/ 0 w 801"/>
                <a:gd name="T29" fmla="*/ 0 h 698"/>
                <a:gd name="T30" fmla="*/ 0 w 801"/>
                <a:gd name="T31" fmla="*/ 0 h 698"/>
                <a:gd name="T32" fmla="*/ 0 w 801"/>
                <a:gd name="T33" fmla="*/ 0 h 698"/>
                <a:gd name="T34" fmla="*/ 0 w 801"/>
                <a:gd name="T35" fmla="*/ 0 h 698"/>
                <a:gd name="T36" fmla="*/ 0 w 801"/>
                <a:gd name="T37" fmla="*/ 0 h 698"/>
                <a:gd name="T38" fmla="*/ 0 w 801"/>
                <a:gd name="T39" fmla="*/ 0 h 698"/>
                <a:gd name="T40" fmla="*/ 0 w 801"/>
                <a:gd name="T41" fmla="*/ 0 h 698"/>
                <a:gd name="T42" fmla="*/ 0 w 801"/>
                <a:gd name="T43" fmla="*/ 0 h 698"/>
                <a:gd name="T44" fmla="*/ 0 w 801"/>
                <a:gd name="T45" fmla="*/ 0 h 698"/>
                <a:gd name="T46" fmla="*/ 0 w 801"/>
                <a:gd name="T47" fmla="*/ 0 h 698"/>
                <a:gd name="T48" fmla="*/ 0 w 801"/>
                <a:gd name="T49" fmla="*/ 0 h 698"/>
                <a:gd name="T50" fmla="*/ 0 w 801"/>
                <a:gd name="T51" fmla="*/ 0 h 698"/>
                <a:gd name="T52" fmla="*/ 0 w 801"/>
                <a:gd name="T53" fmla="*/ 0 h 69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01" h="698">
                  <a:moveTo>
                    <a:pt x="731" y="7"/>
                  </a:moveTo>
                  <a:lnTo>
                    <a:pt x="801" y="146"/>
                  </a:lnTo>
                  <a:lnTo>
                    <a:pt x="708" y="251"/>
                  </a:lnTo>
                  <a:lnTo>
                    <a:pt x="725" y="291"/>
                  </a:lnTo>
                  <a:lnTo>
                    <a:pt x="633" y="349"/>
                  </a:lnTo>
                  <a:lnTo>
                    <a:pt x="626" y="471"/>
                  </a:lnTo>
                  <a:lnTo>
                    <a:pt x="574" y="511"/>
                  </a:lnTo>
                  <a:lnTo>
                    <a:pt x="546" y="471"/>
                  </a:lnTo>
                  <a:lnTo>
                    <a:pt x="476" y="476"/>
                  </a:lnTo>
                  <a:lnTo>
                    <a:pt x="382" y="633"/>
                  </a:lnTo>
                  <a:lnTo>
                    <a:pt x="301" y="698"/>
                  </a:lnTo>
                  <a:lnTo>
                    <a:pt x="208" y="680"/>
                  </a:lnTo>
                  <a:lnTo>
                    <a:pt x="127" y="558"/>
                  </a:lnTo>
                  <a:lnTo>
                    <a:pt x="10" y="535"/>
                  </a:lnTo>
                  <a:lnTo>
                    <a:pt x="0" y="356"/>
                  </a:lnTo>
                  <a:lnTo>
                    <a:pt x="75" y="297"/>
                  </a:lnTo>
                  <a:lnTo>
                    <a:pt x="98" y="239"/>
                  </a:lnTo>
                  <a:lnTo>
                    <a:pt x="92" y="192"/>
                  </a:lnTo>
                  <a:lnTo>
                    <a:pt x="87" y="157"/>
                  </a:lnTo>
                  <a:lnTo>
                    <a:pt x="132" y="35"/>
                  </a:lnTo>
                  <a:lnTo>
                    <a:pt x="255" y="0"/>
                  </a:lnTo>
                  <a:lnTo>
                    <a:pt x="301" y="65"/>
                  </a:lnTo>
                  <a:lnTo>
                    <a:pt x="371" y="65"/>
                  </a:lnTo>
                  <a:lnTo>
                    <a:pt x="429" y="87"/>
                  </a:lnTo>
                  <a:lnTo>
                    <a:pt x="539" y="35"/>
                  </a:lnTo>
                  <a:lnTo>
                    <a:pt x="615" y="77"/>
                  </a:lnTo>
                  <a:lnTo>
                    <a:pt x="731" y="7"/>
                  </a:lnTo>
                  <a:close/>
                </a:path>
              </a:pathLst>
            </a:custGeom>
            <a:solidFill>
              <a:srgbClr val="FFFFFF"/>
            </a:solidFill>
            <a:ln w="9525">
              <a:solidFill>
                <a:srgbClr val="000000"/>
              </a:solidFill>
              <a:round/>
              <a:headEnd/>
              <a:tailEnd/>
            </a:ln>
          </p:spPr>
          <p:txBody>
            <a:bodyPr/>
            <a:lstStyle/>
            <a:p>
              <a:endParaRPr lang="ko-KR" altLang="en-US"/>
            </a:p>
          </p:txBody>
        </p:sp>
        <p:sp>
          <p:nvSpPr>
            <p:cNvPr id="418661" name="Freeform 137">
              <a:extLst>
                <a:ext uri="{FF2B5EF4-FFF2-40B4-BE49-F238E27FC236}">
                  <a16:creationId xmlns:a16="http://schemas.microsoft.com/office/drawing/2014/main" id="{709D9249-A890-5842-71F7-2B472938791C}"/>
                </a:ext>
              </a:extLst>
            </p:cNvPr>
            <p:cNvSpPr>
              <a:spLocks/>
            </p:cNvSpPr>
            <p:nvPr/>
          </p:nvSpPr>
          <p:spPr bwMode="auto">
            <a:xfrm>
              <a:off x="2050" y="658"/>
              <a:ext cx="53" cy="89"/>
            </a:xfrm>
            <a:custGeom>
              <a:avLst/>
              <a:gdLst>
                <a:gd name="T0" fmla="*/ 0 w 657"/>
                <a:gd name="T1" fmla="*/ 0 h 1144"/>
                <a:gd name="T2" fmla="*/ 0 w 657"/>
                <a:gd name="T3" fmla="*/ 0 h 1144"/>
                <a:gd name="T4" fmla="*/ 0 w 657"/>
                <a:gd name="T5" fmla="*/ 0 h 1144"/>
                <a:gd name="T6" fmla="*/ 0 w 657"/>
                <a:gd name="T7" fmla="*/ 0 h 1144"/>
                <a:gd name="T8" fmla="*/ 0 w 657"/>
                <a:gd name="T9" fmla="*/ 0 h 1144"/>
                <a:gd name="T10" fmla="*/ 0 w 657"/>
                <a:gd name="T11" fmla="*/ 0 h 1144"/>
                <a:gd name="T12" fmla="*/ 0 w 657"/>
                <a:gd name="T13" fmla="*/ 0 h 1144"/>
                <a:gd name="T14" fmla="*/ 0 w 657"/>
                <a:gd name="T15" fmla="*/ 0 h 1144"/>
                <a:gd name="T16" fmla="*/ 0 w 657"/>
                <a:gd name="T17" fmla="*/ 0 h 1144"/>
                <a:gd name="T18" fmla="*/ 0 w 657"/>
                <a:gd name="T19" fmla="*/ 0 h 1144"/>
                <a:gd name="T20" fmla="*/ 0 w 657"/>
                <a:gd name="T21" fmla="*/ 0 h 1144"/>
                <a:gd name="T22" fmla="*/ 0 w 657"/>
                <a:gd name="T23" fmla="*/ 0 h 1144"/>
                <a:gd name="T24" fmla="*/ 0 w 657"/>
                <a:gd name="T25" fmla="*/ 0 h 1144"/>
                <a:gd name="T26" fmla="*/ 0 w 657"/>
                <a:gd name="T27" fmla="*/ 0 h 1144"/>
                <a:gd name="T28" fmla="*/ 0 w 657"/>
                <a:gd name="T29" fmla="*/ 0 h 1144"/>
                <a:gd name="T30" fmla="*/ 0 w 657"/>
                <a:gd name="T31" fmla="*/ 0 h 1144"/>
                <a:gd name="T32" fmla="*/ 0 w 657"/>
                <a:gd name="T33" fmla="*/ 0 h 1144"/>
                <a:gd name="T34" fmla="*/ 0 w 657"/>
                <a:gd name="T35" fmla="*/ 0 h 1144"/>
                <a:gd name="T36" fmla="*/ 0 w 657"/>
                <a:gd name="T37" fmla="*/ 0 h 1144"/>
                <a:gd name="T38" fmla="*/ 0 w 657"/>
                <a:gd name="T39" fmla="*/ 0 h 1144"/>
                <a:gd name="T40" fmla="*/ 0 w 657"/>
                <a:gd name="T41" fmla="*/ 0 h 1144"/>
                <a:gd name="T42" fmla="*/ 0 w 657"/>
                <a:gd name="T43" fmla="*/ 0 h 1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57" h="1144">
                  <a:moveTo>
                    <a:pt x="0" y="640"/>
                  </a:moveTo>
                  <a:lnTo>
                    <a:pt x="105" y="732"/>
                  </a:lnTo>
                  <a:lnTo>
                    <a:pt x="122" y="919"/>
                  </a:lnTo>
                  <a:lnTo>
                    <a:pt x="41" y="919"/>
                  </a:lnTo>
                  <a:lnTo>
                    <a:pt x="129" y="1058"/>
                  </a:lnTo>
                  <a:lnTo>
                    <a:pt x="82" y="1144"/>
                  </a:lnTo>
                  <a:lnTo>
                    <a:pt x="320" y="1058"/>
                  </a:lnTo>
                  <a:lnTo>
                    <a:pt x="413" y="994"/>
                  </a:lnTo>
                  <a:lnTo>
                    <a:pt x="495" y="982"/>
                  </a:lnTo>
                  <a:lnTo>
                    <a:pt x="587" y="866"/>
                  </a:lnTo>
                  <a:lnTo>
                    <a:pt x="628" y="866"/>
                  </a:lnTo>
                  <a:lnTo>
                    <a:pt x="547" y="703"/>
                  </a:lnTo>
                  <a:lnTo>
                    <a:pt x="593" y="529"/>
                  </a:lnTo>
                  <a:lnTo>
                    <a:pt x="657" y="511"/>
                  </a:lnTo>
                  <a:lnTo>
                    <a:pt x="634" y="279"/>
                  </a:lnTo>
                  <a:lnTo>
                    <a:pt x="139" y="0"/>
                  </a:lnTo>
                  <a:lnTo>
                    <a:pt x="129" y="187"/>
                  </a:lnTo>
                  <a:lnTo>
                    <a:pt x="169" y="239"/>
                  </a:lnTo>
                  <a:lnTo>
                    <a:pt x="169" y="389"/>
                  </a:lnTo>
                  <a:lnTo>
                    <a:pt x="0" y="588"/>
                  </a:lnTo>
                  <a:lnTo>
                    <a:pt x="0" y="628"/>
                  </a:lnTo>
                  <a:lnTo>
                    <a:pt x="0" y="640"/>
                  </a:lnTo>
                  <a:close/>
                </a:path>
              </a:pathLst>
            </a:custGeom>
            <a:solidFill>
              <a:srgbClr val="FFFFFF"/>
            </a:solidFill>
            <a:ln w="9525">
              <a:solidFill>
                <a:srgbClr val="000000"/>
              </a:solidFill>
              <a:round/>
              <a:headEnd/>
              <a:tailEnd/>
            </a:ln>
          </p:spPr>
          <p:txBody>
            <a:bodyPr/>
            <a:lstStyle/>
            <a:p>
              <a:endParaRPr lang="ko-KR" altLang="en-US"/>
            </a:p>
          </p:txBody>
        </p:sp>
        <p:sp>
          <p:nvSpPr>
            <p:cNvPr id="418662" name="Freeform 138">
              <a:extLst>
                <a:ext uri="{FF2B5EF4-FFF2-40B4-BE49-F238E27FC236}">
                  <a16:creationId xmlns:a16="http://schemas.microsoft.com/office/drawing/2014/main" id="{715FBA0B-56C7-FC46-5AB0-D9D430E3188D}"/>
                </a:ext>
              </a:extLst>
            </p:cNvPr>
            <p:cNvSpPr>
              <a:spLocks/>
            </p:cNvSpPr>
            <p:nvPr/>
          </p:nvSpPr>
          <p:spPr bwMode="auto">
            <a:xfrm>
              <a:off x="2103" y="613"/>
              <a:ext cx="58" cy="51"/>
            </a:xfrm>
            <a:custGeom>
              <a:avLst/>
              <a:gdLst>
                <a:gd name="T0" fmla="*/ 0 w 727"/>
                <a:gd name="T1" fmla="*/ 0 h 655"/>
                <a:gd name="T2" fmla="*/ 0 w 727"/>
                <a:gd name="T3" fmla="*/ 0 h 655"/>
                <a:gd name="T4" fmla="*/ 0 w 727"/>
                <a:gd name="T5" fmla="*/ 0 h 655"/>
                <a:gd name="T6" fmla="*/ 0 w 727"/>
                <a:gd name="T7" fmla="*/ 0 h 655"/>
                <a:gd name="T8" fmla="*/ 0 w 727"/>
                <a:gd name="T9" fmla="*/ 0 h 655"/>
                <a:gd name="T10" fmla="*/ 0 w 727"/>
                <a:gd name="T11" fmla="*/ 0 h 655"/>
                <a:gd name="T12" fmla="*/ 0 w 727"/>
                <a:gd name="T13" fmla="*/ 0 h 655"/>
                <a:gd name="T14" fmla="*/ 0 w 727"/>
                <a:gd name="T15" fmla="*/ 0 h 655"/>
                <a:gd name="T16" fmla="*/ 0 w 727"/>
                <a:gd name="T17" fmla="*/ 0 h 655"/>
                <a:gd name="T18" fmla="*/ 0 w 727"/>
                <a:gd name="T19" fmla="*/ 0 h 655"/>
                <a:gd name="T20" fmla="*/ 0 w 727"/>
                <a:gd name="T21" fmla="*/ 0 h 655"/>
                <a:gd name="T22" fmla="*/ 0 w 727"/>
                <a:gd name="T23" fmla="*/ 0 h 655"/>
                <a:gd name="T24" fmla="*/ 0 w 727"/>
                <a:gd name="T25" fmla="*/ 0 h 655"/>
                <a:gd name="T26" fmla="*/ 0 w 727"/>
                <a:gd name="T27" fmla="*/ 0 h 655"/>
                <a:gd name="T28" fmla="*/ 0 w 727"/>
                <a:gd name="T29" fmla="*/ 0 h 6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27" h="655">
                  <a:moveTo>
                    <a:pt x="24" y="10"/>
                  </a:moveTo>
                  <a:lnTo>
                    <a:pt x="256" y="80"/>
                  </a:lnTo>
                  <a:lnTo>
                    <a:pt x="366" y="0"/>
                  </a:lnTo>
                  <a:lnTo>
                    <a:pt x="546" y="45"/>
                  </a:lnTo>
                  <a:lnTo>
                    <a:pt x="598" y="115"/>
                  </a:lnTo>
                  <a:lnTo>
                    <a:pt x="605" y="150"/>
                  </a:lnTo>
                  <a:lnTo>
                    <a:pt x="581" y="261"/>
                  </a:lnTo>
                  <a:lnTo>
                    <a:pt x="488" y="162"/>
                  </a:lnTo>
                  <a:lnTo>
                    <a:pt x="430" y="127"/>
                  </a:lnTo>
                  <a:lnTo>
                    <a:pt x="465" y="232"/>
                  </a:lnTo>
                  <a:lnTo>
                    <a:pt x="727" y="609"/>
                  </a:lnTo>
                  <a:lnTo>
                    <a:pt x="41" y="655"/>
                  </a:lnTo>
                  <a:lnTo>
                    <a:pt x="0" y="145"/>
                  </a:lnTo>
                  <a:lnTo>
                    <a:pt x="41" y="115"/>
                  </a:lnTo>
                  <a:lnTo>
                    <a:pt x="24" y="10"/>
                  </a:lnTo>
                  <a:close/>
                </a:path>
              </a:pathLst>
            </a:custGeom>
            <a:solidFill>
              <a:srgbClr val="FFFFFF"/>
            </a:solidFill>
            <a:ln w="9525">
              <a:solidFill>
                <a:srgbClr val="000000"/>
              </a:solidFill>
              <a:round/>
              <a:headEnd/>
              <a:tailEnd/>
            </a:ln>
          </p:spPr>
          <p:txBody>
            <a:bodyPr/>
            <a:lstStyle/>
            <a:p>
              <a:endParaRPr lang="ko-KR" altLang="en-US"/>
            </a:p>
          </p:txBody>
        </p:sp>
        <p:sp>
          <p:nvSpPr>
            <p:cNvPr id="418663" name="Freeform 139">
              <a:extLst>
                <a:ext uri="{FF2B5EF4-FFF2-40B4-BE49-F238E27FC236}">
                  <a16:creationId xmlns:a16="http://schemas.microsoft.com/office/drawing/2014/main" id="{78A96053-E0EC-6DCB-CA29-DABDFF394A0E}"/>
                </a:ext>
              </a:extLst>
            </p:cNvPr>
            <p:cNvSpPr>
              <a:spLocks/>
            </p:cNvSpPr>
            <p:nvPr/>
          </p:nvSpPr>
          <p:spPr bwMode="auto">
            <a:xfrm>
              <a:off x="2023" y="707"/>
              <a:ext cx="39" cy="63"/>
            </a:xfrm>
            <a:custGeom>
              <a:avLst/>
              <a:gdLst>
                <a:gd name="T0" fmla="*/ 0 w 495"/>
                <a:gd name="T1" fmla="*/ 0 h 807"/>
                <a:gd name="T2" fmla="*/ 0 w 495"/>
                <a:gd name="T3" fmla="*/ 0 h 807"/>
                <a:gd name="T4" fmla="*/ 0 w 495"/>
                <a:gd name="T5" fmla="*/ 0 h 807"/>
                <a:gd name="T6" fmla="*/ 0 w 495"/>
                <a:gd name="T7" fmla="*/ 0 h 807"/>
                <a:gd name="T8" fmla="*/ 0 w 495"/>
                <a:gd name="T9" fmla="*/ 0 h 807"/>
                <a:gd name="T10" fmla="*/ 0 w 495"/>
                <a:gd name="T11" fmla="*/ 0 h 807"/>
                <a:gd name="T12" fmla="*/ 0 w 495"/>
                <a:gd name="T13" fmla="*/ 0 h 807"/>
                <a:gd name="T14" fmla="*/ 0 w 495"/>
                <a:gd name="T15" fmla="*/ 0 h 807"/>
                <a:gd name="T16" fmla="*/ 0 w 495"/>
                <a:gd name="T17" fmla="*/ 0 h 807"/>
                <a:gd name="T18" fmla="*/ 0 w 495"/>
                <a:gd name="T19" fmla="*/ 0 h 807"/>
                <a:gd name="T20" fmla="*/ 0 w 495"/>
                <a:gd name="T21" fmla="*/ 0 h 807"/>
                <a:gd name="T22" fmla="*/ 0 w 495"/>
                <a:gd name="T23" fmla="*/ 0 h 807"/>
                <a:gd name="T24" fmla="*/ 0 w 495"/>
                <a:gd name="T25" fmla="*/ 0 h 807"/>
                <a:gd name="T26" fmla="*/ 0 w 495"/>
                <a:gd name="T27" fmla="*/ 0 h 807"/>
                <a:gd name="T28" fmla="*/ 0 w 495"/>
                <a:gd name="T29" fmla="*/ 0 h 807"/>
                <a:gd name="T30" fmla="*/ 0 w 495"/>
                <a:gd name="T31" fmla="*/ 0 h 807"/>
                <a:gd name="T32" fmla="*/ 0 w 495"/>
                <a:gd name="T33" fmla="*/ 0 h 807"/>
                <a:gd name="T34" fmla="*/ 0 w 495"/>
                <a:gd name="T35" fmla="*/ 0 h 807"/>
                <a:gd name="T36" fmla="*/ 0 w 495"/>
                <a:gd name="T37" fmla="*/ 0 h 807"/>
                <a:gd name="T38" fmla="*/ 0 w 495"/>
                <a:gd name="T39" fmla="*/ 0 h 8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95" h="807">
                  <a:moveTo>
                    <a:pt x="0" y="626"/>
                  </a:moveTo>
                  <a:lnTo>
                    <a:pt x="87" y="679"/>
                  </a:lnTo>
                  <a:lnTo>
                    <a:pt x="82" y="807"/>
                  </a:lnTo>
                  <a:lnTo>
                    <a:pt x="495" y="807"/>
                  </a:lnTo>
                  <a:lnTo>
                    <a:pt x="488" y="720"/>
                  </a:lnTo>
                  <a:lnTo>
                    <a:pt x="408" y="574"/>
                  </a:lnTo>
                  <a:lnTo>
                    <a:pt x="483" y="412"/>
                  </a:lnTo>
                  <a:lnTo>
                    <a:pt x="390" y="279"/>
                  </a:lnTo>
                  <a:lnTo>
                    <a:pt x="471" y="279"/>
                  </a:lnTo>
                  <a:lnTo>
                    <a:pt x="454" y="92"/>
                  </a:lnTo>
                  <a:lnTo>
                    <a:pt x="349" y="0"/>
                  </a:lnTo>
                  <a:lnTo>
                    <a:pt x="419" y="139"/>
                  </a:lnTo>
                  <a:lnTo>
                    <a:pt x="314" y="244"/>
                  </a:lnTo>
                  <a:lnTo>
                    <a:pt x="343" y="284"/>
                  </a:lnTo>
                  <a:lnTo>
                    <a:pt x="251" y="337"/>
                  </a:lnTo>
                  <a:lnTo>
                    <a:pt x="244" y="447"/>
                  </a:lnTo>
                  <a:lnTo>
                    <a:pt x="192" y="504"/>
                  </a:lnTo>
                  <a:lnTo>
                    <a:pt x="164" y="464"/>
                  </a:lnTo>
                  <a:lnTo>
                    <a:pt x="94" y="469"/>
                  </a:lnTo>
                  <a:lnTo>
                    <a:pt x="0" y="626"/>
                  </a:lnTo>
                  <a:close/>
                </a:path>
              </a:pathLst>
            </a:custGeom>
            <a:solidFill>
              <a:srgbClr val="FFFFFF"/>
            </a:solidFill>
            <a:ln w="9525">
              <a:solidFill>
                <a:srgbClr val="000000"/>
              </a:solidFill>
              <a:round/>
              <a:headEnd/>
              <a:tailEnd/>
            </a:ln>
          </p:spPr>
          <p:txBody>
            <a:bodyPr/>
            <a:lstStyle/>
            <a:p>
              <a:endParaRPr lang="ko-KR" altLang="en-US"/>
            </a:p>
          </p:txBody>
        </p:sp>
        <p:sp>
          <p:nvSpPr>
            <p:cNvPr id="418664" name="Freeform 140">
              <a:extLst>
                <a:ext uri="{FF2B5EF4-FFF2-40B4-BE49-F238E27FC236}">
                  <a16:creationId xmlns:a16="http://schemas.microsoft.com/office/drawing/2014/main" id="{564BEA5B-7EC0-DE6B-A31A-2CF376126923}"/>
                </a:ext>
              </a:extLst>
            </p:cNvPr>
            <p:cNvSpPr>
              <a:spLocks/>
            </p:cNvSpPr>
            <p:nvPr/>
          </p:nvSpPr>
          <p:spPr bwMode="auto">
            <a:xfrm>
              <a:off x="2094" y="661"/>
              <a:ext cx="82" cy="99"/>
            </a:xfrm>
            <a:custGeom>
              <a:avLst/>
              <a:gdLst>
                <a:gd name="T0" fmla="*/ 0 w 1028"/>
                <a:gd name="T1" fmla="*/ 0 h 1284"/>
                <a:gd name="T2" fmla="*/ 0 w 1028"/>
                <a:gd name="T3" fmla="*/ 0 h 1284"/>
                <a:gd name="T4" fmla="*/ 0 w 1028"/>
                <a:gd name="T5" fmla="*/ 0 h 1284"/>
                <a:gd name="T6" fmla="*/ 0 w 1028"/>
                <a:gd name="T7" fmla="*/ 0 h 1284"/>
                <a:gd name="T8" fmla="*/ 0 w 1028"/>
                <a:gd name="T9" fmla="*/ 0 h 1284"/>
                <a:gd name="T10" fmla="*/ 0 w 1028"/>
                <a:gd name="T11" fmla="*/ 0 h 1284"/>
                <a:gd name="T12" fmla="*/ 0 w 1028"/>
                <a:gd name="T13" fmla="*/ 0 h 1284"/>
                <a:gd name="T14" fmla="*/ 0 w 1028"/>
                <a:gd name="T15" fmla="*/ 0 h 1284"/>
                <a:gd name="T16" fmla="*/ 0 w 1028"/>
                <a:gd name="T17" fmla="*/ 0 h 1284"/>
                <a:gd name="T18" fmla="*/ 0 w 1028"/>
                <a:gd name="T19" fmla="*/ 0 h 1284"/>
                <a:gd name="T20" fmla="*/ 0 w 1028"/>
                <a:gd name="T21" fmla="*/ 0 h 1284"/>
                <a:gd name="T22" fmla="*/ 0 w 1028"/>
                <a:gd name="T23" fmla="*/ 0 h 1284"/>
                <a:gd name="T24" fmla="*/ 0 w 1028"/>
                <a:gd name="T25" fmla="*/ 0 h 1284"/>
                <a:gd name="T26" fmla="*/ 0 w 1028"/>
                <a:gd name="T27" fmla="*/ 0 h 1284"/>
                <a:gd name="T28" fmla="*/ 0 w 1028"/>
                <a:gd name="T29" fmla="*/ 0 h 1284"/>
                <a:gd name="T30" fmla="*/ 0 w 1028"/>
                <a:gd name="T31" fmla="*/ 0 h 1284"/>
                <a:gd name="T32" fmla="*/ 0 w 1028"/>
                <a:gd name="T33" fmla="*/ 0 h 1284"/>
                <a:gd name="T34" fmla="*/ 0 w 1028"/>
                <a:gd name="T35" fmla="*/ 0 h 1284"/>
                <a:gd name="T36" fmla="*/ 0 w 1028"/>
                <a:gd name="T37" fmla="*/ 0 h 1284"/>
                <a:gd name="T38" fmla="*/ 0 w 1028"/>
                <a:gd name="T39" fmla="*/ 0 h 1284"/>
                <a:gd name="T40" fmla="*/ 0 w 1028"/>
                <a:gd name="T41" fmla="*/ 0 h 1284"/>
                <a:gd name="T42" fmla="*/ 0 w 1028"/>
                <a:gd name="T43" fmla="*/ 0 h 1284"/>
                <a:gd name="T44" fmla="*/ 0 w 1028"/>
                <a:gd name="T45" fmla="*/ 0 h 1284"/>
                <a:gd name="T46" fmla="*/ 0 w 1028"/>
                <a:gd name="T47" fmla="*/ 0 h 1284"/>
                <a:gd name="T48" fmla="*/ 0 w 1028"/>
                <a:gd name="T49" fmla="*/ 0 h 1284"/>
                <a:gd name="T50" fmla="*/ 0 w 1028"/>
                <a:gd name="T51" fmla="*/ 0 h 1284"/>
                <a:gd name="T52" fmla="*/ 0 w 1028"/>
                <a:gd name="T53" fmla="*/ 0 h 1284"/>
                <a:gd name="T54" fmla="*/ 0 w 1028"/>
                <a:gd name="T55" fmla="*/ 0 h 1284"/>
                <a:gd name="T56" fmla="*/ 0 w 1028"/>
                <a:gd name="T57" fmla="*/ 0 h 1284"/>
                <a:gd name="T58" fmla="*/ 0 w 1028"/>
                <a:gd name="T59" fmla="*/ 0 h 1284"/>
                <a:gd name="T60" fmla="*/ 0 w 1028"/>
                <a:gd name="T61" fmla="*/ 0 h 1284"/>
                <a:gd name="T62" fmla="*/ 0 w 1028"/>
                <a:gd name="T63" fmla="*/ 0 h 1284"/>
                <a:gd name="T64" fmla="*/ 0 w 1028"/>
                <a:gd name="T65" fmla="*/ 0 h 1284"/>
                <a:gd name="T66" fmla="*/ 0 w 1028"/>
                <a:gd name="T67" fmla="*/ 0 h 12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28" h="1284">
                  <a:moveTo>
                    <a:pt x="848" y="0"/>
                  </a:moveTo>
                  <a:lnTo>
                    <a:pt x="157" y="46"/>
                  </a:lnTo>
                  <a:lnTo>
                    <a:pt x="168" y="186"/>
                  </a:lnTo>
                  <a:lnTo>
                    <a:pt x="75" y="180"/>
                  </a:lnTo>
                  <a:lnTo>
                    <a:pt x="110" y="470"/>
                  </a:lnTo>
                  <a:lnTo>
                    <a:pt x="46" y="488"/>
                  </a:lnTo>
                  <a:lnTo>
                    <a:pt x="0" y="662"/>
                  </a:lnTo>
                  <a:lnTo>
                    <a:pt x="116" y="918"/>
                  </a:lnTo>
                  <a:lnTo>
                    <a:pt x="220" y="1000"/>
                  </a:lnTo>
                  <a:lnTo>
                    <a:pt x="232" y="1035"/>
                  </a:lnTo>
                  <a:lnTo>
                    <a:pt x="307" y="1075"/>
                  </a:lnTo>
                  <a:lnTo>
                    <a:pt x="354" y="1185"/>
                  </a:lnTo>
                  <a:lnTo>
                    <a:pt x="412" y="1220"/>
                  </a:lnTo>
                  <a:lnTo>
                    <a:pt x="470" y="1220"/>
                  </a:lnTo>
                  <a:lnTo>
                    <a:pt x="499" y="1243"/>
                  </a:lnTo>
                  <a:lnTo>
                    <a:pt x="522" y="1214"/>
                  </a:lnTo>
                  <a:lnTo>
                    <a:pt x="587" y="1284"/>
                  </a:lnTo>
                  <a:lnTo>
                    <a:pt x="726" y="1272"/>
                  </a:lnTo>
                  <a:lnTo>
                    <a:pt x="848" y="1202"/>
                  </a:lnTo>
                  <a:lnTo>
                    <a:pt x="930" y="1197"/>
                  </a:lnTo>
                  <a:lnTo>
                    <a:pt x="912" y="1127"/>
                  </a:lnTo>
                  <a:lnTo>
                    <a:pt x="825" y="1092"/>
                  </a:lnTo>
                  <a:lnTo>
                    <a:pt x="819" y="982"/>
                  </a:lnTo>
                  <a:lnTo>
                    <a:pt x="743" y="988"/>
                  </a:lnTo>
                  <a:lnTo>
                    <a:pt x="743" y="948"/>
                  </a:lnTo>
                  <a:lnTo>
                    <a:pt x="825" y="883"/>
                  </a:lnTo>
                  <a:lnTo>
                    <a:pt x="831" y="773"/>
                  </a:lnTo>
                  <a:lnTo>
                    <a:pt x="941" y="610"/>
                  </a:lnTo>
                  <a:lnTo>
                    <a:pt x="923" y="488"/>
                  </a:lnTo>
                  <a:lnTo>
                    <a:pt x="941" y="390"/>
                  </a:lnTo>
                  <a:lnTo>
                    <a:pt x="1028" y="296"/>
                  </a:lnTo>
                  <a:lnTo>
                    <a:pt x="935" y="244"/>
                  </a:lnTo>
                  <a:lnTo>
                    <a:pt x="923" y="122"/>
                  </a:lnTo>
                  <a:lnTo>
                    <a:pt x="848" y="0"/>
                  </a:lnTo>
                  <a:close/>
                </a:path>
              </a:pathLst>
            </a:custGeom>
            <a:solidFill>
              <a:srgbClr val="FFFFFF"/>
            </a:solidFill>
            <a:ln w="9525">
              <a:solidFill>
                <a:srgbClr val="000000"/>
              </a:solidFill>
              <a:round/>
              <a:headEnd/>
              <a:tailEnd/>
            </a:ln>
          </p:spPr>
          <p:txBody>
            <a:bodyPr/>
            <a:lstStyle/>
            <a:p>
              <a:endParaRPr lang="ko-KR" altLang="en-US"/>
            </a:p>
          </p:txBody>
        </p:sp>
        <p:sp>
          <p:nvSpPr>
            <p:cNvPr id="418665" name="Freeform 141">
              <a:extLst>
                <a:ext uri="{FF2B5EF4-FFF2-40B4-BE49-F238E27FC236}">
                  <a16:creationId xmlns:a16="http://schemas.microsoft.com/office/drawing/2014/main" id="{EB101FDE-4806-F51B-AD8E-446EB68243A5}"/>
                </a:ext>
              </a:extLst>
            </p:cNvPr>
            <p:cNvSpPr>
              <a:spLocks/>
            </p:cNvSpPr>
            <p:nvPr/>
          </p:nvSpPr>
          <p:spPr bwMode="auto">
            <a:xfrm>
              <a:off x="2055" y="724"/>
              <a:ext cx="67" cy="41"/>
            </a:xfrm>
            <a:custGeom>
              <a:avLst/>
              <a:gdLst>
                <a:gd name="T0" fmla="*/ 0 w 842"/>
                <a:gd name="T1" fmla="*/ 0 h 517"/>
                <a:gd name="T2" fmla="*/ 0 w 842"/>
                <a:gd name="T3" fmla="*/ 0 h 517"/>
                <a:gd name="T4" fmla="*/ 0 w 842"/>
                <a:gd name="T5" fmla="*/ 0 h 517"/>
                <a:gd name="T6" fmla="*/ 0 w 842"/>
                <a:gd name="T7" fmla="*/ 0 h 517"/>
                <a:gd name="T8" fmla="*/ 0 w 842"/>
                <a:gd name="T9" fmla="*/ 0 h 517"/>
                <a:gd name="T10" fmla="*/ 0 w 842"/>
                <a:gd name="T11" fmla="*/ 0 h 517"/>
                <a:gd name="T12" fmla="*/ 0 w 842"/>
                <a:gd name="T13" fmla="*/ 0 h 517"/>
                <a:gd name="T14" fmla="*/ 0 w 842"/>
                <a:gd name="T15" fmla="*/ 0 h 517"/>
                <a:gd name="T16" fmla="*/ 0 w 842"/>
                <a:gd name="T17" fmla="*/ 0 h 517"/>
                <a:gd name="T18" fmla="*/ 0 w 842"/>
                <a:gd name="T19" fmla="*/ 0 h 517"/>
                <a:gd name="T20" fmla="*/ 0 w 842"/>
                <a:gd name="T21" fmla="*/ 0 h 517"/>
                <a:gd name="T22" fmla="*/ 0 w 842"/>
                <a:gd name="T23" fmla="*/ 0 h 517"/>
                <a:gd name="T24" fmla="*/ 0 w 842"/>
                <a:gd name="T25" fmla="*/ 0 h 517"/>
                <a:gd name="T26" fmla="*/ 0 w 842"/>
                <a:gd name="T27" fmla="*/ 0 h 517"/>
                <a:gd name="T28" fmla="*/ 0 w 842"/>
                <a:gd name="T29" fmla="*/ 0 h 517"/>
                <a:gd name="T30" fmla="*/ 0 w 842"/>
                <a:gd name="T31" fmla="*/ 0 h 517"/>
                <a:gd name="T32" fmla="*/ 0 w 842"/>
                <a:gd name="T33" fmla="*/ 0 h 517"/>
                <a:gd name="T34" fmla="*/ 0 w 842"/>
                <a:gd name="T35" fmla="*/ 0 h 517"/>
                <a:gd name="T36" fmla="*/ 0 w 842"/>
                <a:gd name="T37" fmla="*/ 0 h 517"/>
                <a:gd name="T38" fmla="*/ 0 w 842"/>
                <a:gd name="T39" fmla="*/ 0 h 517"/>
                <a:gd name="T40" fmla="*/ 0 w 842"/>
                <a:gd name="T41" fmla="*/ 0 h 517"/>
                <a:gd name="T42" fmla="*/ 0 w 842"/>
                <a:gd name="T43" fmla="*/ 0 h 51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42" h="517">
                  <a:moveTo>
                    <a:pt x="35" y="279"/>
                  </a:moveTo>
                  <a:lnTo>
                    <a:pt x="0" y="354"/>
                  </a:lnTo>
                  <a:lnTo>
                    <a:pt x="75" y="500"/>
                  </a:lnTo>
                  <a:lnTo>
                    <a:pt x="145" y="459"/>
                  </a:lnTo>
                  <a:lnTo>
                    <a:pt x="267" y="517"/>
                  </a:lnTo>
                  <a:lnTo>
                    <a:pt x="290" y="418"/>
                  </a:lnTo>
                  <a:lnTo>
                    <a:pt x="359" y="383"/>
                  </a:lnTo>
                  <a:lnTo>
                    <a:pt x="516" y="430"/>
                  </a:lnTo>
                  <a:lnTo>
                    <a:pt x="621" y="366"/>
                  </a:lnTo>
                  <a:lnTo>
                    <a:pt x="691" y="371"/>
                  </a:lnTo>
                  <a:lnTo>
                    <a:pt x="749" y="343"/>
                  </a:lnTo>
                  <a:lnTo>
                    <a:pt x="842" y="361"/>
                  </a:lnTo>
                  <a:lnTo>
                    <a:pt x="795" y="256"/>
                  </a:lnTo>
                  <a:lnTo>
                    <a:pt x="720" y="216"/>
                  </a:lnTo>
                  <a:lnTo>
                    <a:pt x="715" y="181"/>
                  </a:lnTo>
                  <a:lnTo>
                    <a:pt x="621" y="111"/>
                  </a:lnTo>
                  <a:lnTo>
                    <a:pt x="563" y="0"/>
                  </a:lnTo>
                  <a:lnTo>
                    <a:pt x="528" y="6"/>
                  </a:lnTo>
                  <a:lnTo>
                    <a:pt x="436" y="122"/>
                  </a:lnTo>
                  <a:lnTo>
                    <a:pt x="354" y="134"/>
                  </a:lnTo>
                  <a:lnTo>
                    <a:pt x="267" y="192"/>
                  </a:lnTo>
                  <a:lnTo>
                    <a:pt x="35" y="279"/>
                  </a:lnTo>
                  <a:close/>
                </a:path>
              </a:pathLst>
            </a:custGeom>
            <a:solidFill>
              <a:srgbClr val="FFFFFF"/>
            </a:solidFill>
            <a:ln w="9525">
              <a:solidFill>
                <a:srgbClr val="000000"/>
              </a:solidFill>
              <a:round/>
              <a:headEnd/>
              <a:tailEnd/>
            </a:ln>
          </p:spPr>
          <p:txBody>
            <a:bodyPr/>
            <a:lstStyle/>
            <a:p>
              <a:endParaRPr lang="ko-KR" altLang="en-US"/>
            </a:p>
          </p:txBody>
        </p:sp>
        <p:sp>
          <p:nvSpPr>
            <p:cNvPr id="418666" name="Freeform 142">
              <a:extLst>
                <a:ext uri="{FF2B5EF4-FFF2-40B4-BE49-F238E27FC236}">
                  <a16:creationId xmlns:a16="http://schemas.microsoft.com/office/drawing/2014/main" id="{2010F931-76B6-CC6B-FBEC-EEFC145E624B}"/>
                </a:ext>
              </a:extLst>
            </p:cNvPr>
            <p:cNvSpPr>
              <a:spLocks/>
            </p:cNvSpPr>
            <p:nvPr/>
          </p:nvSpPr>
          <p:spPr bwMode="auto">
            <a:xfrm>
              <a:off x="2154" y="684"/>
              <a:ext cx="74" cy="76"/>
            </a:xfrm>
            <a:custGeom>
              <a:avLst/>
              <a:gdLst>
                <a:gd name="T0" fmla="*/ 0 w 942"/>
                <a:gd name="T1" fmla="*/ 0 h 988"/>
                <a:gd name="T2" fmla="*/ 0 w 942"/>
                <a:gd name="T3" fmla="*/ 0 h 988"/>
                <a:gd name="T4" fmla="*/ 0 w 942"/>
                <a:gd name="T5" fmla="*/ 0 h 988"/>
                <a:gd name="T6" fmla="*/ 0 w 942"/>
                <a:gd name="T7" fmla="*/ 0 h 988"/>
                <a:gd name="T8" fmla="*/ 0 w 942"/>
                <a:gd name="T9" fmla="*/ 0 h 988"/>
                <a:gd name="T10" fmla="*/ 0 w 942"/>
                <a:gd name="T11" fmla="*/ 0 h 988"/>
                <a:gd name="T12" fmla="*/ 0 w 942"/>
                <a:gd name="T13" fmla="*/ 0 h 988"/>
                <a:gd name="T14" fmla="*/ 0 w 942"/>
                <a:gd name="T15" fmla="*/ 0 h 988"/>
                <a:gd name="T16" fmla="*/ 0 w 942"/>
                <a:gd name="T17" fmla="*/ 0 h 988"/>
                <a:gd name="T18" fmla="*/ 0 w 942"/>
                <a:gd name="T19" fmla="*/ 0 h 988"/>
                <a:gd name="T20" fmla="*/ 0 w 942"/>
                <a:gd name="T21" fmla="*/ 0 h 988"/>
                <a:gd name="T22" fmla="*/ 0 w 942"/>
                <a:gd name="T23" fmla="*/ 0 h 988"/>
                <a:gd name="T24" fmla="*/ 0 w 942"/>
                <a:gd name="T25" fmla="*/ 0 h 988"/>
                <a:gd name="T26" fmla="*/ 0 w 942"/>
                <a:gd name="T27" fmla="*/ 0 h 988"/>
                <a:gd name="T28" fmla="*/ 0 w 942"/>
                <a:gd name="T29" fmla="*/ 0 h 988"/>
                <a:gd name="T30" fmla="*/ 0 w 942"/>
                <a:gd name="T31" fmla="*/ 0 h 988"/>
                <a:gd name="T32" fmla="*/ 0 w 942"/>
                <a:gd name="T33" fmla="*/ 0 h 988"/>
                <a:gd name="T34" fmla="*/ 0 w 942"/>
                <a:gd name="T35" fmla="*/ 0 h 988"/>
                <a:gd name="T36" fmla="*/ 0 w 942"/>
                <a:gd name="T37" fmla="*/ 0 h 988"/>
                <a:gd name="T38" fmla="*/ 0 w 942"/>
                <a:gd name="T39" fmla="*/ 0 h 988"/>
                <a:gd name="T40" fmla="*/ 0 w 942"/>
                <a:gd name="T41" fmla="*/ 0 h 988"/>
                <a:gd name="T42" fmla="*/ 0 w 942"/>
                <a:gd name="T43" fmla="*/ 0 h 988"/>
                <a:gd name="T44" fmla="*/ 0 w 942"/>
                <a:gd name="T45" fmla="*/ 0 h 988"/>
                <a:gd name="T46" fmla="*/ 0 w 942"/>
                <a:gd name="T47" fmla="*/ 0 h 988"/>
                <a:gd name="T48" fmla="*/ 0 w 942"/>
                <a:gd name="T49" fmla="*/ 0 h 988"/>
                <a:gd name="T50" fmla="*/ 0 w 942"/>
                <a:gd name="T51" fmla="*/ 0 h 988"/>
                <a:gd name="T52" fmla="*/ 0 w 942"/>
                <a:gd name="T53" fmla="*/ 0 h 988"/>
                <a:gd name="T54" fmla="*/ 0 w 942"/>
                <a:gd name="T55" fmla="*/ 0 h 9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42" h="988">
                  <a:moveTo>
                    <a:pt x="280" y="0"/>
                  </a:moveTo>
                  <a:lnTo>
                    <a:pt x="361" y="186"/>
                  </a:lnTo>
                  <a:lnTo>
                    <a:pt x="581" y="343"/>
                  </a:lnTo>
                  <a:lnTo>
                    <a:pt x="518" y="407"/>
                  </a:lnTo>
                  <a:lnTo>
                    <a:pt x="506" y="477"/>
                  </a:lnTo>
                  <a:lnTo>
                    <a:pt x="634" y="453"/>
                  </a:lnTo>
                  <a:lnTo>
                    <a:pt x="593" y="500"/>
                  </a:lnTo>
                  <a:lnTo>
                    <a:pt x="658" y="593"/>
                  </a:lnTo>
                  <a:lnTo>
                    <a:pt x="756" y="640"/>
                  </a:lnTo>
                  <a:lnTo>
                    <a:pt x="942" y="640"/>
                  </a:lnTo>
                  <a:lnTo>
                    <a:pt x="797" y="831"/>
                  </a:lnTo>
                  <a:lnTo>
                    <a:pt x="529" y="953"/>
                  </a:lnTo>
                  <a:lnTo>
                    <a:pt x="454" y="924"/>
                  </a:lnTo>
                  <a:lnTo>
                    <a:pt x="402" y="988"/>
                  </a:lnTo>
                  <a:lnTo>
                    <a:pt x="332" y="982"/>
                  </a:lnTo>
                  <a:lnTo>
                    <a:pt x="239" y="894"/>
                  </a:lnTo>
                  <a:lnTo>
                    <a:pt x="187" y="894"/>
                  </a:lnTo>
                  <a:lnTo>
                    <a:pt x="169" y="831"/>
                  </a:lnTo>
                  <a:lnTo>
                    <a:pt x="82" y="796"/>
                  </a:lnTo>
                  <a:lnTo>
                    <a:pt x="76" y="686"/>
                  </a:lnTo>
                  <a:lnTo>
                    <a:pt x="0" y="692"/>
                  </a:lnTo>
                  <a:lnTo>
                    <a:pt x="0" y="652"/>
                  </a:lnTo>
                  <a:lnTo>
                    <a:pt x="82" y="587"/>
                  </a:lnTo>
                  <a:lnTo>
                    <a:pt x="88" y="477"/>
                  </a:lnTo>
                  <a:lnTo>
                    <a:pt x="198" y="314"/>
                  </a:lnTo>
                  <a:lnTo>
                    <a:pt x="180" y="186"/>
                  </a:lnTo>
                  <a:lnTo>
                    <a:pt x="198" y="94"/>
                  </a:lnTo>
                  <a:lnTo>
                    <a:pt x="280" y="0"/>
                  </a:lnTo>
                  <a:close/>
                </a:path>
              </a:pathLst>
            </a:custGeom>
            <a:solidFill>
              <a:srgbClr val="FFFFFF"/>
            </a:solidFill>
            <a:ln w="9525">
              <a:solidFill>
                <a:srgbClr val="000000"/>
              </a:solidFill>
              <a:round/>
              <a:headEnd/>
              <a:tailEnd/>
            </a:ln>
          </p:spPr>
          <p:txBody>
            <a:bodyPr/>
            <a:lstStyle/>
            <a:p>
              <a:endParaRPr lang="ko-KR" altLang="en-US"/>
            </a:p>
          </p:txBody>
        </p:sp>
        <p:sp>
          <p:nvSpPr>
            <p:cNvPr id="418667" name="Freeform 143">
              <a:extLst>
                <a:ext uri="{FF2B5EF4-FFF2-40B4-BE49-F238E27FC236}">
                  <a16:creationId xmlns:a16="http://schemas.microsoft.com/office/drawing/2014/main" id="{370CDBA9-42EE-E07A-2D40-BFA4D7B3BA5E}"/>
                </a:ext>
              </a:extLst>
            </p:cNvPr>
            <p:cNvSpPr>
              <a:spLocks/>
            </p:cNvSpPr>
            <p:nvPr/>
          </p:nvSpPr>
          <p:spPr bwMode="auto">
            <a:xfrm>
              <a:off x="2195" y="711"/>
              <a:ext cx="9" cy="10"/>
            </a:xfrm>
            <a:custGeom>
              <a:avLst/>
              <a:gdLst>
                <a:gd name="T0" fmla="*/ 0 w 122"/>
                <a:gd name="T1" fmla="*/ 0 h 134"/>
                <a:gd name="T2" fmla="*/ 0 w 122"/>
                <a:gd name="T3" fmla="*/ 0 h 134"/>
                <a:gd name="T4" fmla="*/ 0 w 122"/>
                <a:gd name="T5" fmla="*/ 0 h 134"/>
                <a:gd name="T6" fmla="*/ 0 w 122"/>
                <a:gd name="T7" fmla="*/ 0 h 134"/>
                <a:gd name="T8" fmla="*/ 0 w 122"/>
                <a:gd name="T9" fmla="*/ 0 h 1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134">
                  <a:moveTo>
                    <a:pt x="64" y="0"/>
                  </a:moveTo>
                  <a:lnTo>
                    <a:pt x="6" y="64"/>
                  </a:lnTo>
                  <a:lnTo>
                    <a:pt x="0" y="134"/>
                  </a:lnTo>
                  <a:lnTo>
                    <a:pt x="122" y="110"/>
                  </a:lnTo>
                  <a:lnTo>
                    <a:pt x="64" y="0"/>
                  </a:lnTo>
                  <a:close/>
                </a:path>
              </a:pathLst>
            </a:custGeom>
            <a:solidFill>
              <a:srgbClr val="FFFFFF"/>
            </a:solidFill>
            <a:ln w="9525">
              <a:solidFill>
                <a:srgbClr val="000000"/>
              </a:solidFill>
              <a:round/>
              <a:headEnd/>
              <a:tailEnd/>
            </a:ln>
          </p:spPr>
          <p:txBody>
            <a:bodyPr/>
            <a:lstStyle/>
            <a:p>
              <a:endParaRPr lang="ko-KR" altLang="en-US"/>
            </a:p>
          </p:txBody>
        </p:sp>
        <p:sp>
          <p:nvSpPr>
            <p:cNvPr id="418668" name="Freeform 144">
              <a:extLst>
                <a:ext uri="{FF2B5EF4-FFF2-40B4-BE49-F238E27FC236}">
                  <a16:creationId xmlns:a16="http://schemas.microsoft.com/office/drawing/2014/main" id="{95DCA28B-EB78-8747-E4A3-6C5C8C371E3D}"/>
                </a:ext>
              </a:extLst>
            </p:cNvPr>
            <p:cNvSpPr>
              <a:spLocks/>
            </p:cNvSpPr>
            <p:nvPr/>
          </p:nvSpPr>
          <p:spPr bwMode="auto">
            <a:xfrm>
              <a:off x="2193" y="713"/>
              <a:ext cx="52" cy="72"/>
            </a:xfrm>
            <a:custGeom>
              <a:avLst/>
              <a:gdLst>
                <a:gd name="T0" fmla="*/ 0 w 651"/>
                <a:gd name="T1" fmla="*/ 0 h 929"/>
                <a:gd name="T2" fmla="*/ 0 w 651"/>
                <a:gd name="T3" fmla="*/ 0 h 929"/>
                <a:gd name="T4" fmla="*/ 0 w 651"/>
                <a:gd name="T5" fmla="*/ 0 h 929"/>
                <a:gd name="T6" fmla="*/ 0 w 651"/>
                <a:gd name="T7" fmla="*/ 0 h 929"/>
                <a:gd name="T8" fmla="*/ 0 w 651"/>
                <a:gd name="T9" fmla="*/ 0 h 929"/>
                <a:gd name="T10" fmla="*/ 0 w 651"/>
                <a:gd name="T11" fmla="*/ 0 h 929"/>
                <a:gd name="T12" fmla="*/ 0 w 651"/>
                <a:gd name="T13" fmla="*/ 0 h 929"/>
                <a:gd name="T14" fmla="*/ 0 w 651"/>
                <a:gd name="T15" fmla="*/ 0 h 929"/>
                <a:gd name="T16" fmla="*/ 0 w 651"/>
                <a:gd name="T17" fmla="*/ 0 h 929"/>
                <a:gd name="T18" fmla="*/ 0 w 651"/>
                <a:gd name="T19" fmla="*/ 0 h 929"/>
                <a:gd name="T20" fmla="*/ 0 w 651"/>
                <a:gd name="T21" fmla="*/ 0 h 929"/>
                <a:gd name="T22" fmla="*/ 0 w 651"/>
                <a:gd name="T23" fmla="*/ 0 h 929"/>
                <a:gd name="T24" fmla="*/ 0 w 651"/>
                <a:gd name="T25" fmla="*/ 0 h 929"/>
                <a:gd name="T26" fmla="*/ 0 w 651"/>
                <a:gd name="T27" fmla="*/ 0 h 929"/>
                <a:gd name="T28" fmla="*/ 0 w 651"/>
                <a:gd name="T29" fmla="*/ 0 h 929"/>
                <a:gd name="T30" fmla="*/ 0 w 651"/>
                <a:gd name="T31" fmla="*/ 0 h 929"/>
                <a:gd name="T32" fmla="*/ 0 w 651"/>
                <a:gd name="T33" fmla="*/ 0 h 9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51" h="929">
                  <a:moveTo>
                    <a:pt x="140" y="75"/>
                  </a:moveTo>
                  <a:lnTo>
                    <a:pt x="157" y="117"/>
                  </a:lnTo>
                  <a:lnTo>
                    <a:pt x="297" y="105"/>
                  </a:lnTo>
                  <a:lnTo>
                    <a:pt x="436" y="87"/>
                  </a:lnTo>
                  <a:lnTo>
                    <a:pt x="535" y="58"/>
                  </a:lnTo>
                  <a:lnTo>
                    <a:pt x="611" y="0"/>
                  </a:lnTo>
                  <a:lnTo>
                    <a:pt x="651" y="82"/>
                  </a:lnTo>
                  <a:lnTo>
                    <a:pt x="448" y="540"/>
                  </a:lnTo>
                  <a:lnTo>
                    <a:pt x="35" y="929"/>
                  </a:lnTo>
                  <a:lnTo>
                    <a:pt x="0" y="848"/>
                  </a:lnTo>
                  <a:lnTo>
                    <a:pt x="30" y="575"/>
                  </a:lnTo>
                  <a:lnTo>
                    <a:pt x="303" y="453"/>
                  </a:lnTo>
                  <a:lnTo>
                    <a:pt x="448" y="262"/>
                  </a:lnTo>
                  <a:lnTo>
                    <a:pt x="262" y="262"/>
                  </a:lnTo>
                  <a:lnTo>
                    <a:pt x="164" y="215"/>
                  </a:lnTo>
                  <a:lnTo>
                    <a:pt x="99" y="122"/>
                  </a:lnTo>
                  <a:lnTo>
                    <a:pt x="140" y="75"/>
                  </a:lnTo>
                  <a:close/>
                </a:path>
              </a:pathLst>
            </a:custGeom>
            <a:solidFill>
              <a:srgbClr val="FFFFFF"/>
            </a:solidFill>
            <a:ln w="9525">
              <a:solidFill>
                <a:srgbClr val="000000"/>
              </a:solidFill>
              <a:round/>
              <a:headEnd/>
              <a:tailEnd/>
            </a:ln>
          </p:spPr>
          <p:txBody>
            <a:bodyPr/>
            <a:lstStyle/>
            <a:p>
              <a:endParaRPr lang="ko-KR" altLang="en-US"/>
            </a:p>
          </p:txBody>
        </p:sp>
        <p:sp>
          <p:nvSpPr>
            <p:cNvPr id="418669" name="Freeform 145">
              <a:extLst>
                <a:ext uri="{FF2B5EF4-FFF2-40B4-BE49-F238E27FC236}">
                  <a16:creationId xmlns:a16="http://schemas.microsoft.com/office/drawing/2014/main" id="{E4FB5AA4-904B-5D4E-47AE-7EEFB6CD22F8}"/>
                </a:ext>
              </a:extLst>
            </p:cNvPr>
            <p:cNvSpPr>
              <a:spLocks/>
            </p:cNvSpPr>
            <p:nvPr/>
          </p:nvSpPr>
          <p:spPr bwMode="auto">
            <a:xfrm>
              <a:off x="2028" y="770"/>
              <a:ext cx="9" cy="6"/>
            </a:xfrm>
            <a:custGeom>
              <a:avLst/>
              <a:gdLst>
                <a:gd name="T0" fmla="*/ 0 w 122"/>
                <a:gd name="T1" fmla="*/ 0 h 81"/>
                <a:gd name="T2" fmla="*/ 0 w 122"/>
                <a:gd name="T3" fmla="*/ 0 h 81"/>
                <a:gd name="T4" fmla="*/ 0 w 122"/>
                <a:gd name="T5" fmla="*/ 0 h 81"/>
                <a:gd name="T6" fmla="*/ 0 w 122"/>
                <a:gd name="T7" fmla="*/ 0 h 81"/>
                <a:gd name="T8" fmla="*/ 0 w 122"/>
                <a:gd name="T9" fmla="*/ 0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81">
                  <a:moveTo>
                    <a:pt x="18" y="0"/>
                  </a:moveTo>
                  <a:lnTo>
                    <a:pt x="122" y="6"/>
                  </a:lnTo>
                  <a:lnTo>
                    <a:pt x="111" y="81"/>
                  </a:lnTo>
                  <a:lnTo>
                    <a:pt x="0" y="76"/>
                  </a:lnTo>
                  <a:lnTo>
                    <a:pt x="18" y="0"/>
                  </a:lnTo>
                  <a:close/>
                </a:path>
              </a:pathLst>
            </a:custGeom>
            <a:solidFill>
              <a:srgbClr val="FFFFFF"/>
            </a:solidFill>
            <a:ln w="9525">
              <a:solidFill>
                <a:srgbClr val="000000"/>
              </a:solidFill>
              <a:round/>
              <a:headEnd/>
              <a:tailEnd/>
            </a:ln>
          </p:spPr>
          <p:txBody>
            <a:bodyPr/>
            <a:lstStyle/>
            <a:p>
              <a:endParaRPr lang="ko-KR" altLang="en-US"/>
            </a:p>
          </p:txBody>
        </p:sp>
        <p:sp>
          <p:nvSpPr>
            <p:cNvPr id="418670" name="Freeform 146">
              <a:extLst>
                <a:ext uri="{FF2B5EF4-FFF2-40B4-BE49-F238E27FC236}">
                  <a16:creationId xmlns:a16="http://schemas.microsoft.com/office/drawing/2014/main" id="{C385621D-0166-F975-E4C4-9373D9A87AD8}"/>
                </a:ext>
              </a:extLst>
            </p:cNvPr>
            <p:cNvSpPr>
              <a:spLocks/>
            </p:cNvSpPr>
            <p:nvPr/>
          </p:nvSpPr>
          <p:spPr bwMode="auto">
            <a:xfrm>
              <a:off x="2025" y="770"/>
              <a:ext cx="30" cy="37"/>
            </a:xfrm>
            <a:custGeom>
              <a:avLst/>
              <a:gdLst>
                <a:gd name="T0" fmla="*/ 0 w 371"/>
                <a:gd name="T1" fmla="*/ 0 h 476"/>
                <a:gd name="T2" fmla="*/ 0 w 371"/>
                <a:gd name="T3" fmla="*/ 0 h 476"/>
                <a:gd name="T4" fmla="*/ 0 w 371"/>
                <a:gd name="T5" fmla="*/ 0 h 476"/>
                <a:gd name="T6" fmla="*/ 0 w 371"/>
                <a:gd name="T7" fmla="*/ 0 h 476"/>
                <a:gd name="T8" fmla="*/ 0 w 371"/>
                <a:gd name="T9" fmla="*/ 0 h 476"/>
                <a:gd name="T10" fmla="*/ 0 w 371"/>
                <a:gd name="T11" fmla="*/ 0 h 476"/>
                <a:gd name="T12" fmla="*/ 0 w 371"/>
                <a:gd name="T13" fmla="*/ 0 h 476"/>
                <a:gd name="T14" fmla="*/ 0 w 371"/>
                <a:gd name="T15" fmla="*/ 0 h 476"/>
                <a:gd name="T16" fmla="*/ 0 w 371"/>
                <a:gd name="T17" fmla="*/ 0 h 476"/>
                <a:gd name="T18" fmla="*/ 0 w 371"/>
                <a:gd name="T19" fmla="*/ 0 h 476"/>
                <a:gd name="T20" fmla="*/ 0 w 371"/>
                <a:gd name="T21" fmla="*/ 0 h 476"/>
                <a:gd name="T22" fmla="*/ 0 w 371"/>
                <a:gd name="T23" fmla="*/ 0 h 476"/>
                <a:gd name="T24" fmla="*/ 0 w 371"/>
                <a:gd name="T25" fmla="*/ 0 h 4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1" h="476">
                  <a:moveTo>
                    <a:pt x="156" y="0"/>
                  </a:moveTo>
                  <a:lnTo>
                    <a:pt x="308" y="0"/>
                  </a:lnTo>
                  <a:lnTo>
                    <a:pt x="313" y="52"/>
                  </a:lnTo>
                  <a:lnTo>
                    <a:pt x="354" y="46"/>
                  </a:lnTo>
                  <a:lnTo>
                    <a:pt x="371" y="307"/>
                  </a:lnTo>
                  <a:lnTo>
                    <a:pt x="191" y="319"/>
                  </a:lnTo>
                  <a:lnTo>
                    <a:pt x="203" y="476"/>
                  </a:lnTo>
                  <a:lnTo>
                    <a:pt x="151" y="389"/>
                  </a:lnTo>
                  <a:lnTo>
                    <a:pt x="46" y="290"/>
                  </a:lnTo>
                  <a:lnTo>
                    <a:pt x="0" y="203"/>
                  </a:lnTo>
                  <a:lnTo>
                    <a:pt x="34" y="70"/>
                  </a:lnTo>
                  <a:lnTo>
                    <a:pt x="145" y="75"/>
                  </a:lnTo>
                  <a:lnTo>
                    <a:pt x="156" y="0"/>
                  </a:lnTo>
                  <a:close/>
                </a:path>
              </a:pathLst>
            </a:custGeom>
            <a:solidFill>
              <a:srgbClr val="FFFFFF"/>
            </a:solidFill>
            <a:ln w="9525">
              <a:solidFill>
                <a:srgbClr val="000000"/>
              </a:solidFill>
              <a:round/>
              <a:headEnd/>
              <a:tailEnd/>
            </a:ln>
          </p:spPr>
          <p:txBody>
            <a:bodyPr/>
            <a:lstStyle/>
            <a:p>
              <a:endParaRPr lang="ko-KR" altLang="en-US"/>
            </a:p>
          </p:txBody>
        </p:sp>
        <p:sp>
          <p:nvSpPr>
            <p:cNvPr id="418671" name="Freeform 147">
              <a:extLst>
                <a:ext uri="{FF2B5EF4-FFF2-40B4-BE49-F238E27FC236}">
                  <a16:creationId xmlns:a16="http://schemas.microsoft.com/office/drawing/2014/main" id="{040FEDB6-9679-20FC-1D51-35D626F3EB81}"/>
                </a:ext>
              </a:extLst>
            </p:cNvPr>
            <p:cNvSpPr>
              <a:spLocks/>
            </p:cNvSpPr>
            <p:nvPr/>
          </p:nvSpPr>
          <p:spPr bwMode="auto">
            <a:xfrm>
              <a:off x="2040" y="760"/>
              <a:ext cx="36" cy="47"/>
            </a:xfrm>
            <a:custGeom>
              <a:avLst/>
              <a:gdLst>
                <a:gd name="T0" fmla="*/ 0 w 454"/>
                <a:gd name="T1" fmla="*/ 0 h 599"/>
                <a:gd name="T2" fmla="*/ 0 w 454"/>
                <a:gd name="T3" fmla="*/ 0 h 599"/>
                <a:gd name="T4" fmla="*/ 0 w 454"/>
                <a:gd name="T5" fmla="*/ 0 h 599"/>
                <a:gd name="T6" fmla="*/ 0 w 454"/>
                <a:gd name="T7" fmla="*/ 0 h 599"/>
                <a:gd name="T8" fmla="*/ 0 w 454"/>
                <a:gd name="T9" fmla="*/ 0 h 599"/>
                <a:gd name="T10" fmla="*/ 0 w 454"/>
                <a:gd name="T11" fmla="*/ 0 h 599"/>
                <a:gd name="T12" fmla="*/ 0 w 454"/>
                <a:gd name="T13" fmla="*/ 0 h 599"/>
                <a:gd name="T14" fmla="*/ 0 w 454"/>
                <a:gd name="T15" fmla="*/ 0 h 599"/>
                <a:gd name="T16" fmla="*/ 0 w 454"/>
                <a:gd name="T17" fmla="*/ 0 h 599"/>
                <a:gd name="T18" fmla="*/ 0 w 454"/>
                <a:gd name="T19" fmla="*/ 0 h 599"/>
                <a:gd name="T20" fmla="*/ 0 w 454"/>
                <a:gd name="T21" fmla="*/ 0 h 599"/>
                <a:gd name="T22" fmla="*/ 0 w 454"/>
                <a:gd name="T23" fmla="*/ 0 h 599"/>
                <a:gd name="T24" fmla="*/ 0 w 454"/>
                <a:gd name="T25" fmla="*/ 0 h 599"/>
                <a:gd name="T26" fmla="*/ 0 w 454"/>
                <a:gd name="T27" fmla="*/ 0 h 599"/>
                <a:gd name="T28" fmla="*/ 0 w 454"/>
                <a:gd name="T29" fmla="*/ 0 h 599"/>
                <a:gd name="T30" fmla="*/ 0 w 454"/>
                <a:gd name="T31" fmla="*/ 0 h 599"/>
                <a:gd name="T32" fmla="*/ 0 w 454"/>
                <a:gd name="T33" fmla="*/ 0 h 5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54" h="599">
                  <a:moveTo>
                    <a:pt x="0" y="447"/>
                  </a:moveTo>
                  <a:lnTo>
                    <a:pt x="12" y="599"/>
                  </a:lnTo>
                  <a:lnTo>
                    <a:pt x="82" y="592"/>
                  </a:lnTo>
                  <a:lnTo>
                    <a:pt x="122" y="552"/>
                  </a:lnTo>
                  <a:lnTo>
                    <a:pt x="204" y="557"/>
                  </a:lnTo>
                  <a:lnTo>
                    <a:pt x="285" y="512"/>
                  </a:lnTo>
                  <a:lnTo>
                    <a:pt x="291" y="395"/>
                  </a:lnTo>
                  <a:lnTo>
                    <a:pt x="413" y="279"/>
                  </a:lnTo>
                  <a:lnTo>
                    <a:pt x="454" y="58"/>
                  </a:lnTo>
                  <a:lnTo>
                    <a:pt x="332" y="0"/>
                  </a:lnTo>
                  <a:lnTo>
                    <a:pt x="267" y="41"/>
                  </a:lnTo>
                  <a:lnTo>
                    <a:pt x="274" y="128"/>
                  </a:lnTo>
                  <a:lnTo>
                    <a:pt x="117" y="128"/>
                  </a:lnTo>
                  <a:lnTo>
                    <a:pt x="122" y="180"/>
                  </a:lnTo>
                  <a:lnTo>
                    <a:pt x="169" y="186"/>
                  </a:lnTo>
                  <a:lnTo>
                    <a:pt x="180" y="435"/>
                  </a:lnTo>
                  <a:lnTo>
                    <a:pt x="0" y="447"/>
                  </a:lnTo>
                  <a:close/>
                </a:path>
              </a:pathLst>
            </a:custGeom>
            <a:solidFill>
              <a:srgbClr val="FFFFFF"/>
            </a:solidFill>
            <a:ln w="9525">
              <a:solidFill>
                <a:srgbClr val="000000"/>
              </a:solidFill>
              <a:round/>
              <a:headEnd/>
              <a:tailEnd/>
            </a:ln>
          </p:spPr>
          <p:txBody>
            <a:bodyPr/>
            <a:lstStyle/>
            <a:p>
              <a:endParaRPr lang="ko-KR" altLang="en-US"/>
            </a:p>
          </p:txBody>
        </p:sp>
        <p:sp>
          <p:nvSpPr>
            <p:cNvPr id="418672" name="Freeform 148">
              <a:extLst>
                <a:ext uri="{FF2B5EF4-FFF2-40B4-BE49-F238E27FC236}">
                  <a16:creationId xmlns:a16="http://schemas.microsoft.com/office/drawing/2014/main" id="{43736EC9-37CD-8A3E-FF60-12C8901324B5}"/>
                </a:ext>
              </a:extLst>
            </p:cNvPr>
            <p:cNvSpPr>
              <a:spLocks/>
            </p:cNvSpPr>
            <p:nvPr/>
          </p:nvSpPr>
          <p:spPr bwMode="auto">
            <a:xfrm>
              <a:off x="2041" y="806"/>
              <a:ext cx="6" cy="6"/>
            </a:xfrm>
            <a:custGeom>
              <a:avLst/>
              <a:gdLst>
                <a:gd name="T0" fmla="*/ 0 w 76"/>
                <a:gd name="T1" fmla="*/ 0 h 82"/>
                <a:gd name="T2" fmla="*/ 0 w 76"/>
                <a:gd name="T3" fmla="*/ 0 h 82"/>
                <a:gd name="T4" fmla="*/ 0 w 76"/>
                <a:gd name="T5" fmla="*/ 0 h 82"/>
                <a:gd name="T6" fmla="*/ 0 w 76"/>
                <a:gd name="T7" fmla="*/ 0 h 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 h="82">
                  <a:moveTo>
                    <a:pt x="76" y="0"/>
                  </a:moveTo>
                  <a:lnTo>
                    <a:pt x="0" y="5"/>
                  </a:lnTo>
                  <a:lnTo>
                    <a:pt x="41" y="82"/>
                  </a:lnTo>
                  <a:lnTo>
                    <a:pt x="76" y="0"/>
                  </a:lnTo>
                  <a:close/>
                </a:path>
              </a:pathLst>
            </a:custGeom>
            <a:solidFill>
              <a:srgbClr val="FFFFFF"/>
            </a:solidFill>
            <a:ln w="9525">
              <a:solidFill>
                <a:srgbClr val="000000"/>
              </a:solidFill>
              <a:round/>
              <a:headEnd/>
              <a:tailEnd/>
            </a:ln>
          </p:spPr>
          <p:txBody>
            <a:bodyPr/>
            <a:lstStyle/>
            <a:p>
              <a:endParaRPr lang="ko-KR" altLang="en-US"/>
            </a:p>
          </p:txBody>
        </p:sp>
        <p:sp>
          <p:nvSpPr>
            <p:cNvPr id="418673" name="Freeform 149">
              <a:extLst>
                <a:ext uri="{FF2B5EF4-FFF2-40B4-BE49-F238E27FC236}">
                  <a16:creationId xmlns:a16="http://schemas.microsoft.com/office/drawing/2014/main" id="{94D063BE-D7D0-9FAB-078E-93DC98736589}"/>
                </a:ext>
              </a:extLst>
            </p:cNvPr>
            <p:cNvSpPr>
              <a:spLocks/>
            </p:cNvSpPr>
            <p:nvPr/>
          </p:nvSpPr>
          <p:spPr bwMode="auto">
            <a:xfrm>
              <a:off x="2044" y="751"/>
              <a:ext cx="99" cy="99"/>
            </a:xfrm>
            <a:custGeom>
              <a:avLst/>
              <a:gdLst>
                <a:gd name="T0" fmla="*/ 0 w 1244"/>
                <a:gd name="T1" fmla="*/ 0 h 1266"/>
                <a:gd name="T2" fmla="*/ 0 w 1244"/>
                <a:gd name="T3" fmla="*/ 0 h 1266"/>
                <a:gd name="T4" fmla="*/ 0 w 1244"/>
                <a:gd name="T5" fmla="*/ 0 h 1266"/>
                <a:gd name="T6" fmla="*/ 0 w 1244"/>
                <a:gd name="T7" fmla="*/ 0 h 1266"/>
                <a:gd name="T8" fmla="*/ 0 w 1244"/>
                <a:gd name="T9" fmla="*/ 0 h 1266"/>
                <a:gd name="T10" fmla="*/ 0 w 1244"/>
                <a:gd name="T11" fmla="*/ 0 h 1266"/>
                <a:gd name="T12" fmla="*/ 0 w 1244"/>
                <a:gd name="T13" fmla="*/ 0 h 1266"/>
                <a:gd name="T14" fmla="*/ 0 w 1244"/>
                <a:gd name="T15" fmla="*/ 0 h 1266"/>
                <a:gd name="T16" fmla="*/ 0 w 1244"/>
                <a:gd name="T17" fmla="*/ 0 h 1266"/>
                <a:gd name="T18" fmla="*/ 0 w 1244"/>
                <a:gd name="T19" fmla="*/ 0 h 1266"/>
                <a:gd name="T20" fmla="*/ 0 w 1244"/>
                <a:gd name="T21" fmla="*/ 0 h 1266"/>
                <a:gd name="T22" fmla="*/ 0 w 1244"/>
                <a:gd name="T23" fmla="*/ 0 h 1266"/>
                <a:gd name="T24" fmla="*/ 0 w 1244"/>
                <a:gd name="T25" fmla="*/ 0 h 1266"/>
                <a:gd name="T26" fmla="*/ 0 w 1244"/>
                <a:gd name="T27" fmla="*/ 0 h 1266"/>
                <a:gd name="T28" fmla="*/ 0 w 1244"/>
                <a:gd name="T29" fmla="*/ 0 h 1266"/>
                <a:gd name="T30" fmla="*/ 0 w 1244"/>
                <a:gd name="T31" fmla="*/ 0 h 1266"/>
                <a:gd name="T32" fmla="*/ 0 w 1244"/>
                <a:gd name="T33" fmla="*/ 0 h 1266"/>
                <a:gd name="T34" fmla="*/ 0 w 1244"/>
                <a:gd name="T35" fmla="*/ 0 h 1266"/>
                <a:gd name="T36" fmla="*/ 0 w 1244"/>
                <a:gd name="T37" fmla="*/ 0 h 1266"/>
                <a:gd name="T38" fmla="*/ 0 w 1244"/>
                <a:gd name="T39" fmla="*/ 0 h 1266"/>
                <a:gd name="T40" fmla="*/ 0 w 1244"/>
                <a:gd name="T41" fmla="*/ 0 h 1266"/>
                <a:gd name="T42" fmla="*/ 0 w 1244"/>
                <a:gd name="T43" fmla="*/ 0 h 1266"/>
                <a:gd name="T44" fmla="*/ 0 w 1244"/>
                <a:gd name="T45" fmla="*/ 0 h 1266"/>
                <a:gd name="T46" fmla="*/ 0 w 1244"/>
                <a:gd name="T47" fmla="*/ 0 h 1266"/>
                <a:gd name="T48" fmla="*/ 0 w 1244"/>
                <a:gd name="T49" fmla="*/ 0 h 1266"/>
                <a:gd name="T50" fmla="*/ 0 w 1244"/>
                <a:gd name="T51" fmla="*/ 0 h 1266"/>
                <a:gd name="T52" fmla="*/ 0 w 1244"/>
                <a:gd name="T53" fmla="*/ 0 h 1266"/>
                <a:gd name="T54" fmla="*/ 0 w 1244"/>
                <a:gd name="T55" fmla="*/ 0 h 1266"/>
                <a:gd name="T56" fmla="*/ 0 w 1244"/>
                <a:gd name="T57" fmla="*/ 0 h 1266"/>
                <a:gd name="T58" fmla="*/ 0 w 1244"/>
                <a:gd name="T59" fmla="*/ 0 h 1266"/>
                <a:gd name="T60" fmla="*/ 0 w 1244"/>
                <a:gd name="T61" fmla="*/ 0 h 1266"/>
                <a:gd name="T62" fmla="*/ 0 w 1244"/>
                <a:gd name="T63" fmla="*/ 0 h 1266"/>
                <a:gd name="T64" fmla="*/ 0 w 1244"/>
                <a:gd name="T65" fmla="*/ 0 h 1266"/>
                <a:gd name="T66" fmla="*/ 0 w 1244"/>
                <a:gd name="T67" fmla="*/ 0 h 1266"/>
                <a:gd name="T68" fmla="*/ 0 w 1244"/>
                <a:gd name="T69" fmla="*/ 0 h 1266"/>
                <a:gd name="T70" fmla="*/ 0 w 1244"/>
                <a:gd name="T71" fmla="*/ 0 h 1266"/>
                <a:gd name="T72" fmla="*/ 0 w 1244"/>
                <a:gd name="T73" fmla="*/ 0 h 1266"/>
                <a:gd name="T74" fmla="*/ 0 w 1244"/>
                <a:gd name="T75" fmla="*/ 0 h 1266"/>
                <a:gd name="T76" fmla="*/ 0 w 1244"/>
                <a:gd name="T77" fmla="*/ 0 h 1266"/>
                <a:gd name="T78" fmla="*/ 0 w 1244"/>
                <a:gd name="T79" fmla="*/ 0 h 1266"/>
                <a:gd name="T80" fmla="*/ 0 w 1244"/>
                <a:gd name="T81" fmla="*/ 0 h 1266"/>
                <a:gd name="T82" fmla="*/ 0 w 1244"/>
                <a:gd name="T83" fmla="*/ 0 h 1266"/>
                <a:gd name="T84" fmla="*/ 0 w 1244"/>
                <a:gd name="T85" fmla="*/ 0 h 1266"/>
                <a:gd name="T86" fmla="*/ 0 w 1244"/>
                <a:gd name="T87" fmla="*/ 0 h 1266"/>
                <a:gd name="T88" fmla="*/ 0 w 1244"/>
                <a:gd name="T89" fmla="*/ 0 h 1266"/>
                <a:gd name="T90" fmla="*/ 0 w 1244"/>
                <a:gd name="T91" fmla="*/ 0 h 1266"/>
                <a:gd name="T92" fmla="*/ 0 w 1244"/>
                <a:gd name="T93" fmla="*/ 0 h 1266"/>
                <a:gd name="T94" fmla="*/ 0 w 1244"/>
                <a:gd name="T95" fmla="*/ 0 h 1266"/>
                <a:gd name="T96" fmla="*/ 0 w 1244"/>
                <a:gd name="T97" fmla="*/ 0 h 1266"/>
                <a:gd name="T98" fmla="*/ 0 w 1244"/>
                <a:gd name="T99" fmla="*/ 0 h 1266"/>
                <a:gd name="T100" fmla="*/ 0 w 1244"/>
                <a:gd name="T101" fmla="*/ 0 h 1266"/>
                <a:gd name="T102" fmla="*/ 0 w 1244"/>
                <a:gd name="T103" fmla="*/ 0 h 1266"/>
                <a:gd name="T104" fmla="*/ 0 w 1244"/>
                <a:gd name="T105" fmla="*/ 0 h 12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44" h="1266">
                  <a:moveTo>
                    <a:pt x="0" y="785"/>
                  </a:moveTo>
                  <a:lnTo>
                    <a:pt x="35" y="703"/>
                  </a:lnTo>
                  <a:lnTo>
                    <a:pt x="75" y="668"/>
                  </a:lnTo>
                  <a:lnTo>
                    <a:pt x="116" y="663"/>
                  </a:lnTo>
                  <a:lnTo>
                    <a:pt x="168" y="673"/>
                  </a:lnTo>
                  <a:lnTo>
                    <a:pt x="238" y="628"/>
                  </a:lnTo>
                  <a:lnTo>
                    <a:pt x="244" y="511"/>
                  </a:lnTo>
                  <a:lnTo>
                    <a:pt x="366" y="395"/>
                  </a:lnTo>
                  <a:lnTo>
                    <a:pt x="430" y="75"/>
                  </a:lnTo>
                  <a:lnTo>
                    <a:pt x="499" y="40"/>
                  </a:lnTo>
                  <a:lnTo>
                    <a:pt x="656" y="87"/>
                  </a:lnTo>
                  <a:lnTo>
                    <a:pt x="773" y="18"/>
                  </a:lnTo>
                  <a:lnTo>
                    <a:pt x="831" y="28"/>
                  </a:lnTo>
                  <a:lnTo>
                    <a:pt x="889" y="0"/>
                  </a:lnTo>
                  <a:lnTo>
                    <a:pt x="976" y="23"/>
                  </a:lnTo>
                  <a:lnTo>
                    <a:pt x="1040" y="58"/>
                  </a:lnTo>
                  <a:lnTo>
                    <a:pt x="1098" y="58"/>
                  </a:lnTo>
                  <a:lnTo>
                    <a:pt x="1127" y="81"/>
                  </a:lnTo>
                  <a:lnTo>
                    <a:pt x="1150" y="52"/>
                  </a:lnTo>
                  <a:lnTo>
                    <a:pt x="1215" y="128"/>
                  </a:lnTo>
                  <a:lnTo>
                    <a:pt x="1220" y="185"/>
                  </a:lnTo>
                  <a:lnTo>
                    <a:pt x="1244" y="227"/>
                  </a:lnTo>
                  <a:lnTo>
                    <a:pt x="1168" y="296"/>
                  </a:lnTo>
                  <a:lnTo>
                    <a:pt x="1139" y="453"/>
                  </a:lnTo>
                  <a:lnTo>
                    <a:pt x="1115" y="511"/>
                  </a:lnTo>
                  <a:lnTo>
                    <a:pt x="1115" y="761"/>
                  </a:lnTo>
                  <a:lnTo>
                    <a:pt x="1197" y="842"/>
                  </a:lnTo>
                  <a:lnTo>
                    <a:pt x="1197" y="883"/>
                  </a:lnTo>
                  <a:lnTo>
                    <a:pt x="1070" y="900"/>
                  </a:lnTo>
                  <a:lnTo>
                    <a:pt x="1035" y="1022"/>
                  </a:lnTo>
                  <a:lnTo>
                    <a:pt x="1092" y="1029"/>
                  </a:lnTo>
                  <a:lnTo>
                    <a:pt x="1058" y="1144"/>
                  </a:lnTo>
                  <a:lnTo>
                    <a:pt x="1133" y="1179"/>
                  </a:lnTo>
                  <a:lnTo>
                    <a:pt x="1162" y="1156"/>
                  </a:lnTo>
                  <a:lnTo>
                    <a:pt x="1168" y="1266"/>
                  </a:lnTo>
                  <a:lnTo>
                    <a:pt x="1110" y="1266"/>
                  </a:lnTo>
                  <a:lnTo>
                    <a:pt x="965" y="1156"/>
                  </a:lnTo>
                  <a:lnTo>
                    <a:pt x="965" y="1179"/>
                  </a:lnTo>
                  <a:lnTo>
                    <a:pt x="923" y="1179"/>
                  </a:lnTo>
                  <a:lnTo>
                    <a:pt x="837" y="1116"/>
                  </a:lnTo>
                  <a:lnTo>
                    <a:pt x="785" y="1121"/>
                  </a:lnTo>
                  <a:lnTo>
                    <a:pt x="779" y="1092"/>
                  </a:lnTo>
                  <a:lnTo>
                    <a:pt x="651" y="1104"/>
                  </a:lnTo>
                  <a:lnTo>
                    <a:pt x="599" y="854"/>
                  </a:lnTo>
                  <a:lnTo>
                    <a:pt x="564" y="854"/>
                  </a:lnTo>
                  <a:lnTo>
                    <a:pt x="552" y="813"/>
                  </a:lnTo>
                  <a:lnTo>
                    <a:pt x="494" y="819"/>
                  </a:lnTo>
                  <a:lnTo>
                    <a:pt x="489" y="889"/>
                  </a:lnTo>
                  <a:lnTo>
                    <a:pt x="343" y="900"/>
                  </a:lnTo>
                  <a:lnTo>
                    <a:pt x="337" y="872"/>
                  </a:lnTo>
                  <a:lnTo>
                    <a:pt x="314" y="872"/>
                  </a:lnTo>
                  <a:lnTo>
                    <a:pt x="273" y="750"/>
                  </a:lnTo>
                  <a:lnTo>
                    <a:pt x="0" y="785"/>
                  </a:lnTo>
                  <a:close/>
                </a:path>
              </a:pathLst>
            </a:custGeom>
            <a:solidFill>
              <a:srgbClr val="FFFFFF"/>
            </a:solidFill>
            <a:ln w="9525">
              <a:solidFill>
                <a:srgbClr val="000000"/>
              </a:solidFill>
              <a:round/>
              <a:headEnd/>
              <a:tailEnd/>
            </a:ln>
          </p:spPr>
          <p:txBody>
            <a:bodyPr/>
            <a:lstStyle/>
            <a:p>
              <a:endParaRPr lang="ko-KR" altLang="en-US"/>
            </a:p>
          </p:txBody>
        </p:sp>
        <p:sp>
          <p:nvSpPr>
            <p:cNvPr id="418674" name="Freeform 150">
              <a:extLst>
                <a:ext uri="{FF2B5EF4-FFF2-40B4-BE49-F238E27FC236}">
                  <a16:creationId xmlns:a16="http://schemas.microsoft.com/office/drawing/2014/main" id="{BA1382A9-0751-28C4-4D35-B538D6A7FE7F}"/>
                </a:ext>
              </a:extLst>
            </p:cNvPr>
            <p:cNvSpPr>
              <a:spLocks/>
            </p:cNvSpPr>
            <p:nvPr/>
          </p:nvSpPr>
          <p:spPr bwMode="auto">
            <a:xfrm>
              <a:off x="2135" y="755"/>
              <a:ext cx="28" cy="30"/>
            </a:xfrm>
            <a:custGeom>
              <a:avLst/>
              <a:gdLst>
                <a:gd name="T0" fmla="*/ 0 w 343"/>
                <a:gd name="T1" fmla="*/ 0 h 383"/>
                <a:gd name="T2" fmla="*/ 0 w 343"/>
                <a:gd name="T3" fmla="*/ 0 h 383"/>
                <a:gd name="T4" fmla="*/ 0 w 343"/>
                <a:gd name="T5" fmla="*/ 0 h 383"/>
                <a:gd name="T6" fmla="*/ 0 w 343"/>
                <a:gd name="T7" fmla="*/ 0 h 383"/>
                <a:gd name="T8" fmla="*/ 0 w 343"/>
                <a:gd name="T9" fmla="*/ 0 h 383"/>
                <a:gd name="T10" fmla="*/ 0 w 343"/>
                <a:gd name="T11" fmla="*/ 0 h 383"/>
                <a:gd name="T12" fmla="*/ 0 w 343"/>
                <a:gd name="T13" fmla="*/ 0 h 383"/>
                <a:gd name="T14" fmla="*/ 0 w 343"/>
                <a:gd name="T15" fmla="*/ 0 h 383"/>
                <a:gd name="T16" fmla="*/ 0 w 343"/>
                <a:gd name="T17" fmla="*/ 0 h 383"/>
                <a:gd name="T18" fmla="*/ 0 w 343"/>
                <a:gd name="T19" fmla="*/ 0 h 383"/>
                <a:gd name="T20" fmla="*/ 0 w 343"/>
                <a:gd name="T21" fmla="*/ 0 h 383"/>
                <a:gd name="T22" fmla="*/ 0 w 343"/>
                <a:gd name="T23" fmla="*/ 0 h 3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43" h="383">
                  <a:moveTo>
                    <a:pt x="291" y="0"/>
                  </a:moveTo>
                  <a:lnTo>
                    <a:pt x="343" y="169"/>
                  </a:lnTo>
                  <a:lnTo>
                    <a:pt x="291" y="244"/>
                  </a:lnTo>
                  <a:lnTo>
                    <a:pt x="267" y="261"/>
                  </a:lnTo>
                  <a:lnTo>
                    <a:pt x="256" y="343"/>
                  </a:lnTo>
                  <a:lnTo>
                    <a:pt x="0" y="383"/>
                  </a:lnTo>
                  <a:lnTo>
                    <a:pt x="23" y="238"/>
                  </a:lnTo>
                  <a:lnTo>
                    <a:pt x="99" y="169"/>
                  </a:lnTo>
                  <a:lnTo>
                    <a:pt x="75" y="127"/>
                  </a:lnTo>
                  <a:lnTo>
                    <a:pt x="70" y="64"/>
                  </a:lnTo>
                  <a:lnTo>
                    <a:pt x="214" y="52"/>
                  </a:lnTo>
                  <a:lnTo>
                    <a:pt x="291" y="0"/>
                  </a:lnTo>
                  <a:close/>
                </a:path>
              </a:pathLst>
            </a:custGeom>
            <a:solidFill>
              <a:srgbClr val="FFFFFF"/>
            </a:solidFill>
            <a:ln w="9525">
              <a:solidFill>
                <a:srgbClr val="000000"/>
              </a:solidFill>
              <a:round/>
              <a:headEnd/>
              <a:tailEnd/>
            </a:ln>
          </p:spPr>
          <p:txBody>
            <a:bodyPr/>
            <a:lstStyle/>
            <a:p>
              <a:endParaRPr lang="ko-KR" altLang="en-US"/>
            </a:p>
          </p:txBody>
        </p:sp>
        <p:sp>
          <p:nvSpPr>
            <p:cNvPr id="418675" name="Freeform 151">
              <a:extLst>
                <a:ext uri="{FF2B5EF4-FFF2-40B4-BE49-F238E27FC236}">
                  <a16:creationId xmlns:a16="http://schemas.microsoft.com/office/drawing/2014/main" id="{91DD21AA-3A45-6DB0-053F-765A9BF8A877}"/>
                </a:ext>
              </a:extLst>
            </p:cNvPr>
            <p:cNvSpPr>
              <a:spLocks/>
            </p:cNvSpPr>
            <p:nvPr/>
          </p:nvSpPr>
          <p:spPr bwMode="auto">
            <a:xfrm>
              <a:off x="2156" y="754"/>
              <a:ext cx="41" cy="49"/>
            </a:xfrm>
            <a:custGeom>
              <a:avLst/>
              <a:gdLst>
                <a:gd name="T0" fmla="*/ 0 w 506"/>
                <a:gd name="T1" fmla="*/ 0 h 635"/>
                <a:gd name="T2" fmla="*/ 0 w 506"/>
                <a:gd name="T3" fmla="*/ 0 h 635"/>
                <a:gd name="T4" fmla="*/ 0 w 506"/>
                <a:gd name="T5" fmla="*/ 0 h 635"/>
                <a:gd name="T6" fmla="*/ 0 w 506"/>
                <a:gd name="T7" fmla="*/ 0 h 635"/>
                <a:gd name="T8" fmla="*/ 0 w 506"/>
                <a:gd name="T9" fmla="*/ 0 h 635"/>
                <a:gd name="T10" fmla="*/ 0 w 506"/>
                <a:gd name="T11" fmla="*/ 0 h 635"/>
                <a:gd name="T12" fmla="*/ 0 w 506"/>
                <a:gd name="T13" fmla="*/ 0 h 635"/>
                <a:gd name="T14" fmla="*/ 0 w 506"/>
                <a:gd name="T15" fmla="*/ 0 h 635"/>
                <a:gd name="T16" fmla="*/ 0 w 506"/>
                <a:gd name="T17" fmla="*/ 0 h 635"/>
                <a:gd name="T18" fmla="*/ 0 w 506"/>
                <a:gd name="T19" fmla="*/ 0 h 635"/>
                <a:gd name="T20" fmla="*/ 0 w 506"/>
                <a:gd name="T21" fmla="*/ 0 h 635"/>
                <a:gd name="T22" fmla="*/ 0 w 506"/>
                <a:gd name="T23" fmla="*/ 0 h 635"/>
                <a:gd name="T24" fmla="*/ 0 w 506"/>
                <a:gd name="T25" fmla="*/ 0 h 635"/>
                <a:gd name="T26" fmla="*/ 0 w 506"/>
                <a:gd name="T27" fmla="*/ 0 h 635"/>
                <a:gd name="T28" fmla="*/ 0 w 506"/>
                <a:gd name="T29" fmla="*/ 0 h 635"/>
                <a:gd name="T30" fmla="*/ 0 w 506"/>
                <a:gd name="T31" fmla="*/ 0 h 635"/>
                <a:gd name="T32" fmla="*/ 0 w 506"/>
                <a:gd name="T33" fmla="*/ 0 h 635"/>
                <a:gd name="T34" fmla="*/ 0 w 506"/>
                <a:gd name="T35" fmla="*/ 0 h 635"/>
                <a:gd name="T36" fmla="*/ 0 w 506"/>
                <a:gd name="T37" fmla="*/ 0 h 6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06" h="635">
                  <a:moveTo>
                    <a:pt x="0" y="373"/>
                  </a:moveTo>
                  <a:lnTo>
                    <a:pt x="145" y="436"/>
                  </a:lnTo>
                  <a:lnTo>
                    <a:pt x="232" y="530"/>
                  </a:lnTo>
                  <a:lnTo>
                    <a:pt x="296" y="553"/>
                  </a:lnTo>
                  <a:lnTo>
                    <a:pt x="337" y="623"/>
                  </a:lnTo>
                  <a:lnTo>
                    <a:pt x="384" y="635"/>
                  </a:lnTo>
                  <a:lnTo>
                    <a:pt x="506" y="413"/>
                  </a:lnTo>
                  <a:lnTo>
                    <a:pt x="459" y="314"/>
                  </a:lnTo>
                  <a:lnTo>
                    <a:pt x="499" y="59"/>
                  </a:lnTo>
                  <a:lnTo>
                    <a:pt x="424" y="30"/>
                  </a:lnTo>
                  <a:lnTo>
                    <a:pt x="372" y="94"/>
                  </a:lnTo>
                  <a:lnTo>
                    <a:pt x="302" y="88"/>
                  </a:lnTo>
                  <a:lnTo>
                    <a:pt x="215" y="0"/>
                  </a:lnTo>
                  <a:lnTo>
                    <a:pt x="70" y="12"/>
                  </a:lnTo>
                  <a:lnTo>
                    <a:pt x="40" y="30"/>
                  </a:lnTo>
                  <a:lnTo>
                    <a:pt x="87" y="199"/>
                  </a:lnTo>
                  <a:lnTo>
                    <a:pt x="35" y="268"/>
                  </a:lnTo>
                  <a:lnTo>
                    <a:pt x="11" y="286"/>
                  </a:lnTo>
                  <a:lnTo>
                    <a:pt x="0" y="373"/>
                  </a:lnTo>
                  <a:close/>
                </a:path>
              </a:pathLst>
            </a:custGeom>
            <a:solidFill>
              <a:srgbClr val="FFFFFF"/>
            </a:solidFill>
            <a:ln w="9525">
              <a:solidFill>
                <a:srgbClr val="000000"/>
              </a:solidFill>
              <a:round/>
              <a:headEnd/>
              <a:tailEnd/>
            </a:ln>
          </p:spPr>
          <p:txBody>
            <a:bodyPr/>
            <a:lstStyle/>
            <a:p>
              <a:endParaRPr lang="ko-KR" altLang="en-US"/>
            </a:p>
          </p:txBody>
        </p:sp>
        <p:sp>
          <p:nvSpPr>
            <p:cNvPr id="418676" name="Freeform 152">
              <a:extLst>
                <a:ext uri="{FF2B5EF4-FFF2-40B4-BE49-F238E27FC236}">
                  <a16:creationId xmlns:a16="http://schemas.microsoft.com/office/drawing/2014/main" id="{EBBA6E0C-1957-3552-3485-F3CC9EBB5FB2}"/>
                </a:ext>
              </a:extLst>
            </p:cNvPr>
            <p:cNvSpPr>
              <a:spLocks/>
            </p:cNvSpPr>
            <p:nvPr/>
          </p:nvSpPr>
          <p:spPr bwMode="auto">
            <a:xfrm>
              <a:off x="2133" y="782"/>
              <a:ext cx="58" cy="58"/>
            </a:xfrm>
            <a:custGeom>
              <a:avLst/>
              <a:gdLst>
                <a:gd name="T0" fmla="*/ 0 w 727"/>
                <a:gd name="T1" fmla="*/ 0 h 743"/>
                <a:gd name="T2" fmla="*/ 0 w 727"/>
                <a:gd name="T3" fmla="*/ 0 h 743"/>
                <a:gd name="T4" fmla="*/ 0 w 727"/>
                <a:gd name="T5" fmla="*/ 0 h 743"/>
                <a:gd name="T6" fmla="*/ 0 w 727"/>
                <a:gd name="T7" fmla="*/ 0 h 743"/>
                <a:gd name="T8" fmla="*/ 0 w 727"/>
                <a:gd name="T9" fmla="*/ 0 h 743"/>
                <a:gd name="T10" fmla="*/ 0 w 727"/>
                <a:gd name="T11" fmla="*/ 0 h 743"/>
                <a:gd name="T12" fmla="*/ 0 w 727"/>
                <a:gd name="T13" fmla="*/ 0 h 743"/>
                <a:gd name="T14" fmla="*/ 0 w 727"/>
                <a:gd name="T15" fmla="*/ 0 h 743"/>
                <a:gd name="T16" fmla="*/ 0 w 727"/>
                <a:gd name="T17" fmla="*/ 0 h 743"/>
                <a:gd name="T18" fmla="*/ 0 w 727"/>
                <a:gd name="T19" fmla="*/ 0 h 743"/>
                <a:gd name="T20" fmla="*/ 0 w 727"/>
                <a:gd name="T21" fmla="*/ 0 h 743"/>
                <a:gd name="T22" fmla="*/ 0 w 727"/>
                <a:gd name="T23" fmla="*/ 0 h 743"/>
                <a:gd name="T24" fmla="*/ 0 w 727"/>
                <a:gd name="T25" fmla="*/ 0 h 743"/>
                <a:gd name="T26" fmla="*/ 0 w 727"/>
                <a:gd name="T27" fmla="*/ 0 h 743"/>
                <a:gd name="T28" fmla="*/ 0 w 727"/>
                <a:gd name="T29" fmla="*/ 0 h 743"/>
                <a:gd name="T30" fmla="*/ 0 w 727"/>
                <a:gd name="T31" fmla="*/ 0 h 743"/>
                <a:gd name="T32" fmla="*/ 0 w 727"/>
                <a:gd name="T33" fmla="*/ 0 h 743"/>
                <a:gd name="T34" fmla="*/ 0 w 727"/>
                <a:gd name="T35" fmla="*/ 0 h 743"/>
                <a:gd name="T36" fmla="*/ 0 w 727"/>
                <a:gd name="T37" fmla="*/ 0 h 743"/>
                <a:gd name="T38" fmla="*/ 0 w 727"/>
                <a:gd name="T39" fmla="*/ 0 h 743"/>
                <a:gd name="T40" fmla="*/ 0 w 727"/>
                <a:gd name="T41" fmla="*/ 0 h 743"/>
                <a:gd name="T42" fmla="*/ 0 w 727"/>
                <a:gd name="T43" fmla="*/ 0 h 743"/>
                <a:gd name="T44" fmla="*/ 0 w 727"/>
                <a:gd name="T45" fmla="*/ 0 h 74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27" h="743">
                  <a:moveTo>
                    <a:pt x="122" y="23"/>
                  </a:moveTo>
                  <a:lnTo>
                    <a:pt x="94" y="116"/>
                  </a:lnTo>
                  <a:lnTo>
                    <a:pt x="129" y="168"/>
                  </a:lnTo>
                  <a:lnTo>
                    <a:pt x="0" y="319"/>
                  </a:lnTo>
                  <a:lnTo>
                    <a:pt x="0" y="360"/>
                  </a:lnTo>
                  <a:lnTo>
                    <a:pt x="82" y="441"/>
                  </a:lnTo>
                  <a:lnTo>
                    <a:pt x="82" y="482"/>
                  </a:lnTo>
                  <a:lnTo>
                    <a:pt x="256" y="569"/>
                  </a:lnTo>
                  <a:lnTo>
                    <a:pt x="321" y="743"/>
                  </a:lnTo>
                  <a:lnTo>
                    <a:pt x="367" y="715"/>
                  </a:lnTo>
                  <a:lnTo>
                    <a:pt x="518" y="732"/>
                  </a:lnTo>
                  <a:lnTo>
                    <a:pt x="547" y="685"/>
                  </a:lnTo>
                  <a:lnTo>
                    <a:pt x="727" y="673"/>
                  </a:lnTo>
                  <a:lnTo>
                    <a:pt x="692" y="593"/>
                  </a:lnTo>
                  <a:lnTo>
                    <a:pt x="692" y="394"/>
                  </a:lnTo>
                  <a:lnTo>
                    <a:pt x="663" y="366"/>
                  </a:lnTo>
                  <a:lnTo>
                    <a:pt x="670" y="255"/>
                  </a:lnTo>
                  <a:lnTo>
                    <a:pt x="623" y="250"/>
                  </a:lnTo>
                  <a:lnTo>
                    <a:pt x="582" y="180"/>
                  </a:lnTo>
                  <a:lnTo>
                    <a:pt x="518" y="157"/>
                  </a:lnTo>
                  <a:lnTo>
                    <a:pt x="431" y="63"/>
                  </a:lnTo>
                  <a:lnTo>
                    <a:pt x="286" y="0"/>
                  </a:lnTo>
                  <a:lnTo>
                    <a:pt x="122" y="23"/>
                  </a:lnTo>
                  <a:close/>
                </a:path>
              </a:pathLst>
            </a:custGeom>
            <a:solidFill>
              <a:srgbClr val="FFFFFF"/>
            </a:solidFill>
            <a:ln w="9525">
              <a:solidFill>
                <a:srgbClr val="000000"/>
              </a:solidFill>
              <a:round/>
              <a:headEnd/>
              <a:tailEnd/>
            </a:ln>
          </p:spPr>
          <p:txBody>
            <a:bodyPr/>
            <a:lstStyle/>
            <a:p>
              <a:endParaRPr lang="ko-KR" altLang="en-US"/>
            </a:p>
          </p:txBody>
        </p:sp>
        <p:sp>
          <p:nvSpPr>
            <p:cNvPr id="418677" name="Freeform 153">
              <a:extLst>
                <a:ext uri="{FF2B5EF4-FFF2-40B4-BE49-F238E27FC236}">
                  <a16:creationId xmlns:a16="http://schemas.microsoft.com/office/drawing/2014/main" id="{DE0982F6-EECA-AC0D-14D2-F97AB5FA3C47}"/>
                </a:ext>
              </a:extLst>
            </p:cNvPr>
            <p:cNvSpPr>
              <a:spLocks/>
            </p:cNvSpPr>
            <p:nvPr/>
          </p:nvSpPr>
          <p:spPr bwMode="auto">
            <a:xfrm>
              <a:off x="2133" y="793"/>
              <a:ext cx="10" cy="14"/>
            </a:xfrm>
            <a:custGeom>
              <a:avLst/>
              <a:gdLst>
                <a:gd name="T0" fmla="*/ 0 w 129"/>
                <a:gd name="T1" fmla="*/ 0 h 186"/>
                <a:gd name="T2" fmla="*/ 0 w 129"/>
                <a:gd name="T3" fmla="*/ 0 h 186"/>
                <a:gd name="T4" fmla="*/ 0 w 129"/>
                <a:gd name="T5" fmla="*/ 0 h 186"/>
                <a:gd name="T6" fmla="*/ 0 w 129"/>
                <a:gd name="T7" fmla="*/ 0 h 186"/>
                <a:gd name="T8" fmla="*/ 0 w 129"/>
                <a:gd name="T9" fmla="*/ 0 h 186"/>
                <a:gd name="T10" fmla="*/ 0 w 129"/>
                <a:gd name="T11" fmla="*/ 0 h 1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9" h="186">
                  <a:moveTo>
                    <a:pt x="0" y="186"/>
                  </a:moveTo>
                  <a:lnTo>
                    <a:pt x="129" y="35"/>
                  </a:lnTo>
                  <a:lnTo>
                    <a:pt x="117" y="17"/>
                  </a:lnTo>
                  <a:lnTo>
                    <a:pt x="65" y="0"/>
                  </a:lnTo>
                  <a:lnTo>
                    <a:pt x="0" y="35"/>
                  </a:lnTo>
                  <a:lnTo>
                    <a:pt x="0" y="186"/>
                  </a:lnTo>
                  <a:close/>
                </a:path>
              </a:pathLst>
            </a:custGeom>
            <a:solidFill>
              <a:srgbClr val="FFFFFF"/>
            </a:solidFill>
            <a:ln w="9525">
              <a:solidFill>
                <a:srgbClr val="000000"/>
              </a:solidFill>
              <a:round/>
              <a:headEnd/>
              <a:tailEnd/>
            </a:ln>
          </p:spPr>
          <p:txBody>
            <a:bodyPr/>
            <a:lstStyle/>
            <a:p>
              <a:endParaRPr lang="ko-KR" altLang="en-US"/>
            </a:p>
          </p:txBody>
        </p:sp>
        <p:sp>
          <p:nvSpPr>
            <p:cNvPr id="418678" name="Freeform 154">
              <a:extLst>
                <a:ext uri="{FF2B5EF4-FFF2-40B4-BE49-F238E27FC236}">
                  <a16:creationId xmlns:a16="http://schemas.microsoft.com/office/drawing/2014/main" id="{38E1FA1A-CBD2-F6C2-6706-C3B82FCA3ABA}"/>
                </a:ext>
              </a:extLst>
            </p:cNvPr>
            <p:cNvSpPr>
              <a:spLocks/>
            </p:cNvSpPr>
            <p:nvPr/>
          </p:nvSpPr>
          <p:spPr bwMode="auto">
            <a:xfrm>
              <a:off x="2133" y="784"/>
              <a:ext cx="10" cy="11"/>
            </a:xfrm>
            <a:custGeom>
              <a:avLst/>
              <a:gdLst>
                <a:gd name="T0" fmla="*/ 0 w 122"/>
                <a:gd name="T1" fmla="*/ 0 h 145"/>
                <a:gd name="T2" fmla="*/ 0 w 122"/>
                <a:gd name="T3" fmla="*/ 0 h 145"/>
                <a:gd name="T4" fmla="*/ 0 w 122"/>
                <a:gd name="T5" fmla="*/ 0 h 145"/>
                <a:gd name="T6" fmla="*/ 0 w 122"/>
                <a:gd name="T7" fmla="*/ 0 h 145"/>
                <a:gd name="T8" fmla="*/ 0 w 122"/>
                <a:gd name="T9" fmla="*/ 0 h 145"/>
                <a:gd name="T10" fmla="*/ 0 w 122"/>
                <a:gd name="T11" fmla="*/ 0 h 145"/>
                <a:gd name="T12" fmla="*/ 0 w 122"/>
                <a:gd name="T13" fmla="*/ 0 h 145"/>
                <a:gd name="T14" fmla="*/ 0 w 122"/>
                <a:gd name="T15" fmla="*/ 0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145">
                  <a:moveTo>
                    <a:pt x="0" y="87"/>
                  </a:moveTo>
                  <a:lnTo>
                    <a:pt x="0" y="145"/>
                  </a:lnTo>
                  <a:lnTo>
                    <a:pt x="65" y="110"/>
                  </a:lnTo>
                  <a:lnTo>
                    <a:pt x="117" y="127"/>
                  </a:lnTo>
                  <a:lnTo>
                    <a:pt x="94" y="87"/>
                  </a:lnTo>
                  <a:lnTo>
                    <a:pt x="122" y="0"/>
                  </a:lnTo>
                  <a:lnTo>
                    <a:pt x="24" y="17"/>
                  </a:lnTo>
                  <a:lnTo>
                    <a:pt x="0" y="87"/>
                  </a:lnTo>
                  <a:close/>
                </a:path>
              </a:pathLst>
            </a:custGeom>
            <a:solidFill>
              <a:srgbClr val="FFFFFF"/>
            </a:solidFill>
            <a:ln w="9525">
              <a:solidFill>
                <a:srgbClr val="000000"/>
              </a:solidFill>
              <a:round/>
              <a:headEnd/>
              <a:tailEnd/>
            </a:ln>
          </p:spPr>
          <p:txBody>
            <a:bodyPr/>
            <a:lstStyle/>
            <a:p>
              <a:endParaRPr lang="ko-KR" altLang="en-US"/>
            </a:p>
          </p:txBody>
        </p:sp>
        <p:sp>
          <p:nvSpPr>
            <p:cNvPr id="418679" name="Freeform 155">
              <a:extLst>
                <a:ext uri="{FF2B5EF4-FFF2-40B4-BE49-F238E27FC236}">
                  <a16:creationId xmlns:a16="http://schemas.microsoft.com/office/drawing/2014/main" id="{5A55AFBD-A312-91F8-CD35-89D0D6B87773}"/>
                </a:ext>
              </a:extLst>
            </p:cNvPr>
            <p:cNvSpPr>
              <a:spLocks/>
            </p:cNvSpPr>
            <p:nvPr/>
          </p:nvSpPr>
          <p:spPr bwMode="auto">
            <a:xfrm>
              <a:off x="2042" y="810"/>
              <a:ext cx="64" cy="66"/>
            </a:xfrm>
            <a:custGeom>
              <a:avLst/>
              <a:gdLst>
                <a:gd name="T0" fmla="*/ 0 w 802"/>
                <a:gd name="T1" fmla="*/ 0 h 859"/>
                <a:gd name="T2" fmla="*/ 0 w 802"/>
                <a:gd name="T3" fmla="*/ 0 h 859"/>
                <a:gd name="T4" fmla="*/ 0 w 802"/>
                <a:gd name="T5" fmla="*/ 0 h 859"/>
                <a:gd name="T6" fmla="*/ 0 w 802"/>
                <a:gd name="T7" fmla="*/ 0 h 859"/>
                <a:gd name="T8" fmla="*/ 0 w 802"/>
                <a:gd name="T9" fmla="*/ 0 h 859"/>
                <a:gd name="T10" fmla="*/ 0 w 802"/>
                <a:gd name="T11" fmla="*/ 0 h 859"/>
                <a:gd name="T12" fmla="*/ 0 w 802"/>
                <a:gd name="T13" fmla="*/ 0 h 859"/>
                <a:gd name="T14" fmla="*/ 0 w 802"/>
                <a:gd name="T15" fmla="*/ 0 h 859"/>
                <a:gd name="T16" fmla="*/ 0 w 802"/>
                <a:gd name="T17" fmla="*/ 0 h 859"/>
                <a:gd name="T18" fmla="*/ 0 w 802"/>
                <a:gd name="T19" fmla="*/ 0 h 859"/>
                <a:gd name="T20" fmla="*/ 0 w 802"/>
                <a:gd name="T21" fmla="*/ 0 h 859"/>
                <a:gd name="T22" fmla="*/ 0 w 802"/>
                <a:gd name="T23" fmla="*/ 0 h 859"/>
                <a:gd name="T24" fmla="*/ 0 w 802"/>
                <a:gd name="T25" fmla="*/ 0 h 859"/>
                <a:gd name="T26" fmla="*/ 0 w 802"/>
                <a:gd name="T27" fmla="*/ 0 h 859"/>
                <a:gd name="T28" fmla="*/ 0 w 802"/>
                <a:gd name="T29" fmla="*/ 0 h 859"/>
                <a:gd name="T30" fmla="*/ 0 w 802"/>
                <a:gd name="T31" fmla="*/ 0 h 859"/>
                <a:gd name="T32" fmla="*/ 0 w 802"/>
                <a:gd name="T33" fmla="*/ 0 h 859"/>
                <a:gd name="T34" fmla="*/ 0 w 802"/>
                <a:gd name="T35" fmla="*/ 0 h 859"/>
                <a:gd name="T36" fmla="*/ 0 w 802"/>
                <a:gd name="T37" fmla="*/ 0 h 859"/>
                <a:gd name="T38" fmla="*/ 0 w 802"/>
                <a:gd name="T39" fmla="*/ 0 h 859"/>
                <a:gd name="T40" fmla="*/ 0 w 802"/>
                <a:gd name="T41" fmla="*/ 0 h 859"/>
                <a:gd name="T42" fmla="*/ 0 w 802"/>
                <a:gd name="T43" fmla="*/ 0 h 859"/>
                <a:gd name="T44" fmla="*/ 0 w 802"/>
                <a:gd name="T45" fmla="*/ 0 h 859"/>
                <a:gd name="T46" fmla="*/ 0 w 802"/>
                <a:gd name="T47" fmla="*/ 0 h 859"/>
                <a:gd name="T48" fmla="*/ 0 w 802"/>
                <a:gd name="T49" fmla="*/ 0 h 859"/>
                <a:gd name="T50" fmla="*/ 0 w 802"/>
                <a:gd name="T51" fmla="*/ 0 h 859"/>
                <a:gd name="T52" fmla="*/ 0 w 802"/>
                <a:gd name="T53" fmla="*/ 0 h 859"/>
                <a:gd name="T54" fmla="*/ 0 w 802"/>
                <a:gd name="T55" fmla="*/ 0 h 859"/>
                <a:gd name="T56" fmla="*/ 0 w 802"/>
                <a:gd name="T57" fmla="*/ 0 h 859"/>
                <a:gd name="T58" fmla="*/ 0 w 802"/>
                <a:gd name="T59" fmla="*/ 0 h 859"/>
                <a:gd name="T60" fmla="*/ 0 w 802"/>
                <a:gd name="T61" fmla="*/ 0 h 8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02" h="859">
                  <a:moveTo>
                    <a:pt x="17" y="35"/>
                  </a:moveTo>
                  <a:lnTo>
                    <a:pt x="92" y="157"/>
                  </a:lnTo>
                  <a:lnTo>
                    <a:pt x="52" y="244"/>
                  </a:lnTo>
                  <a:lnTo>
                    <a:pt x="75" y="331"/>
                  </a:lnTo>
                  <a:lnTo>
                    <a:pt x="122" y="354"/>
                  </a:lnTo>
                  <a:lnTo>
                    <a:pt x="110" y="453"/>
                  </a:lnTo>
                  <a:lnTo>
                    <a:pt x="17" y="568"/>
                  </a:lnTo>
                  <a:lnTo>
                    <a:pt x="0" y="696"/>
                  </a:lnTo>
                  <a:lnTo>
                    <a:pt x="0" y="835"/>
                  </a:lnTo>
                  <a:lnTo>
                    <a:pt x="92" y="772"/>
                  </a:lnTo>
                  <a:lnTo>
                    <a:pt x="157" y="824"/>
                  </a:lnTo>
                  <a:lnTo>
                    <a:pt x="429" y="778"/>
                  </a:lnTo>
                  <a:lnTo>
                    <a:pt x="598" y="859"/>
                  </a:lnTo>
                  <a:lnTo>
                    <a:pt x="732" y="824"/>
                  </a:lnTo>
                  <a:lnTo>
                    <a:pt x="656" y="760"/>
                  </a:lnTo>
                  <a:lnTo>
                    <a:pt x="656" y="505"/>
                  </a:lnTo>
                  <a:lnTo>
                    <a:pt x="767" y="493"/>
                  </a:lnTo>
                  <a:lnTo>
                    <a:pt x="755" y="418"/>
                  </a:lnTo>
                  <a:lnTo>
                    <a:pt x="802" y="418"/>
                  </a:lnTo>
                  <a:lnTo>
                    <a:pt x="796" y="342"/>
                  </a:lnTo>
                  <a:lnTo>
                    <a:pt x="668" y="354"/>
                  </a:lnTo>
                  <a:lnTo>
                    <a:pt x="616" y="104"/>
                  </a:lnTo>
                  <a:lnTo>
                    <a:pt x="581" y="104"/>
                  </a:lnTo>
                  <a:lnTo>
                    <a:pt x="569" y="63"/>
                  </a:lnTo>
                  <a:lnTo>
                    <a:pt x="511" y="69"/>
                  </a:lnTo>
                  <a:lnTo>
                    <a:pt x="506" y="139"/>
                  </a:lnTo>
                  <a:lnTo>
                    <a:pt x="360" y="150"/>
                  </a:lnTo>
                  <a:lnTo>
                    <a:pt x="354" y="122"/>
                  </a:lnTo>
                  <a:lnTo>
                    <a:pt x="331" y="122"/>
                  </a:lnTo>
                  <a:lnTo>
                    <a:pt x="290" y="0"/>
                  </a:lnTo>
                  <a:lnTo>
                    <a:pt x="17" y="35"/>
                  </a:lnTo>
                  <a:close/>
                </a:path>
              </a:pathLst>
            </a:custGeom>
            <a:solidFill>
              <a:srgbClr val="FFFFFF"/>
            </a:solidFill>
            <a:ln w="9525">
              <a:solidFill>
                <a:srgbClr val="000000"/>
              </a:solidFill>
              <a:round/>
              <a:headEnd/>
              <a:tailEnd/>
            </a:ln>
          </p:spPr>
          <p:txBody>
            <a:bodyPr/>
            <a:lstStyle/>
            <a:p>
              <a:endParaRPr lang="ko-KR" altLang="en-US"/>
            </a:p>
          </p:txBody>
        </p:sp>
        <p:sp>
          <p:nvSpPr>
            <p:cNvPr id="418680" name="Freeform 156">
              <a:extLst>
                <a:ext uri="{FF2B5EF4-FFF2-40B4-BE49-F238E27FC236}">
                  <a16:creationId xmlns:a16="http://schemas.microsoft.com/office/drawing/2014/main" id="{3D94B826-801B-97A6-36F7-9B49A0C32167}"/>
                </a:ext>
              </a:extLst>
            </p:cNvPr>
            <p:cNvSpPr>
              <a:spLocks/>
            </p:cNvSpPr>
            <p:nvPr/>
          </p:nvSpPr>
          <p:spPr bwMode="auto">
            <a:xfrm>
              <a:off x="2095" y="820"/>
              <a:ext cx="63" cy="55"/>
            </a:xfrm>
            <a:custGeom>
              <a:avLst/>
              <a:gdLst>
                <a:gd name="T0" fmla="*/ 0 w 779"/>
                <a:gd name="T1" fmla="*/ 0 h 702"/>
                <a:gd name="T2" fmla="*/ 0 w 779"/>
                <a:gd name="T3" fmla="*/ 0 h 702"/>
                <a:gd name="T4" fmla="*/ 0 w 779"/>
                <a:gd name="T5" fmla="*/ 0 h 702"/>
                <a:gd name="T6" fmla="*/ 0 w 779"/>
                <a:gd name="T7" fmla="*/ 0 h 702"/>
                <a:gd name="T8" fmla="*/ 0 w 779"/>
                <a:gd name="T9" fmla="*/ 0 h 702"/>
                <a:gd name="T10" fmla="*/ 0 w 779"/>
                <a:gd name="T11" fmla="*/ 0 h 702"/>
                <a:gd name="T12" fmla="*/ 0 w 779"/>
                <a:gd name="T13" fmla="*/ 0 h 702"/>
                <a:gd name="T14" fmla="*/ 0 w 779"/>
                <a:gd name="T15" fmla="*/ 0 h 702"/>
                <a:gd name="T16" fmla="*/ 0 w 779"/>
                <a:gd name="T17" fmla="*/ 0 h 702"/>
                <a:gd name="T18" fmla="*/ 0 w 779"/>
                <a:gd name="T19" fmla="*/ 0 h 702"/>
                <a:gd name="T20" fmla="*/ 0 w 779"/>
                <a:gd name="T21" fmla="*/ 0 h 702"/>
                <a:gd name="T22" fmla="*/ 0 w 779"/>
                <a:gd name="T23" fmla="*/ 0 h 702"/>
                <a:gd name="T24" fmla="*/ 0 w 779"/>
                <a:gd name="T25" fmla="*/ 0 h 702"/>
                <a:gd name="T26" fmla="*/ 0 w 779"/>
                <a:gd name="T27" fmla="*/ 0 h 702"/>
                <a:gd name="T28" fmla="*/ 0 w 779"/>
                <a:gd name="T29" fmla="*/ 0 h 702"/>
                <a:gd name="T30" fmla="*/ 0 w 779"/>
                <a:gd name="T31" fmla="*/ 0 h 702"/>
                <a:gd name="T32" fmla="*/ 0 w 779"/>
                <a:gd name="T33" fmla="*/ 0 h 702"/>
                <a:gd name="T34" fmla="*/ 0 w 779"/>
                <a:gd name="T35" fmla="*/ 0 h 702"/>
                <a:gd name="T36" fmla="*/ 0 w 779"/>
                <a:gd name="T37" fmla="*/ 0 h 702"/>
                <a:gd name="T38" fmla="*/ 0 w 779"/>
                <a:gd name="T39" fmla="*/ 0 h 702"/>
                <a:gd name="T40" fmla="*/ 0 w 779"/>
                <a:gd name="T41" fmla="*/ 0 h 702"/>
                <a:gd name="T42" fmla="*/ 0 w 779"/>
                <a:gd name="T43" fmla="*/ 0 h 702"/>
                <a:gd name="T44" fmla="*/ 0 w 779"/>
                <a:gd name="T45" fmla="*/ 0 h 702"/>
                <a:gd name="T46" fmla="*/ 0 w 779"/>
                <a:gd name="T47" fmla="*/ 0 h 702"/>
                <a:gd name="T48" fmla="*/ 0 w 779"/>
                <a:gd name="T49" fmla="*/ 0 h 702"/>
                <a:gd name="T50" fmla="*/ 0 w 779"/>
                <a:gd name="T51" fmla="*/ 0 h 702"/>
                <a:gd name="T52" fmla="*/ 0 w 779"/>
                <a:gd name="T53" fmla="*/ 0 h 702"/>
                <a:gd name="T54" fmla="*/ 0 w 779"/>
                <a:gd name="T55" fmla="*/ 0 h 702"/>
                <a:gd name="T56" fmla="*/ 0 w 779"/>
                <a:gd name="T57" fmla="*/ 0 h 702"/>
                <a:gd name="T58" fmla="*/ 0 w 779"/>
                <a:gd name="T59" fmla="*/ 0 h 702"/>
                <a:gd name="T60" fmla="*/ 0 w 779"/>
                <a:gd name="T61" fmla="*/ 0 h 702"/>
                <a:gd name="T62" fmla="*/ 0 w 779"/>
                <a:gd name="T63" fmla="*/ 0 h 7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79" h="702">
                  <a:moveTo>
                    <a:pt x="779" y="203"/>
                  </a:moveTo>
                  <a:lnTo>
                    <a:pt x="720" y="296"/>
                  </a:lnTo>
                  <a:lnTo>
                    <a:pt x="680" y="325"/>
                  </a:lnTo>
                  <a:lnTo>
                    <a:pt x="686" y="413"/>
                  </a:lnTo>
                  <a:lnTo>
                    <a:pt x="523" y="482"/>
                  </a:lnTo>
                  <a:lnTo>
                    <a:pt x="553" y="535"/>
                  </a:lnTo>
                  <a:lnTo>
                    <a:pt x="483" y="540"/>
                  </a:lnTo>
                  <a:lnTo>
                    <a:pt x="337" y="702"/>
                  </a:lnTo>
                  <a:lnTo>
                    <a:pt x="221" y="697"/>
                  </a:lnTo>
                  <a:lnTo>
                    <a:pt x="157" y="662"/>
                  </a:lnTo>
                  <a:lnTo>
                    <a:pt x="76" y="691"/>
                  </a:lnTo>
                  <a:lnTo>
                    <a:pt x="0" y="627"/>
                  </a:lnTo>
                  <a:lnTo>
                    <a:pt x="0" y="372"/>
                  </a:lnTo>
                  <a:lnTo>
                    <a:pt x="105" y="355"/>
                  </a:lnTo>
                  <a:lnTo>
                    <a:pt x="99" y="285"/>
                  </a:lnTo>
                  <a:lnTo>
                    <a:pt x="146" y="285"/>
                  </a:lnTo>
                  <a:lnTo>
                    <a:pt x="146" y="238"/>
                  </a:lnTo>
                  <a:lnTo>
                    <a:pt x="204" y="233"/>
                  </a:lnTo>
                  <a:lnTo>
                    <a:pt x="284" y="303"/>
                  </a:lnTo>
                  <a:lnTo>
                    <a:pt x="326" y="296"/>
                  </a:lnTo>
                  <a:lnTo>
                    <a:pt x="326" y="273"/>
                  </a:lnTo>
                  <a:lnTo>
                    <a:pt x="476" y="383"/>
                  </a:lnTo>
                  <a:lnTo>
                    <a:pt x="529" y="383"/>
                  </a:lnTo>
                  <a:lnTo>
                    <a:pt x="523" y="273"/>
                  </a:lnTo>
                  <a:lnTo>
                    <a:pt x="494" y="296"/>
                  </a:lnTo>
                  <a:lnTo>
                    <a:pt x="419" y="261"/>
                  </a:lnTo>
                  <a:lnTo>
                    <a:pt x="453" y="146"/>
                  </a:lnTo>
                  <a:lnTo>
                    <a:pt x="396" y="139"/>
                  </a:lnTo>
                  <a:lnTo>
                    <a:pt x="431" y="17"/>
                  </a:lnTo>
                  <a:lnTo>
                    <a:pt x="558" y="0"/>
                  </a:lnTo>
                  <a:lnTo>
                    <a:pt x="732" y="87"/>
                  </a:lnTo>
                  <a:lnTo>
                    <a:pt x="779" y="203"/>
                  </a:lnTo>
                  <a:close/>
                </a:path>
              </a:pathLst>
            </a:custGeom>
            <a:solidFill>
              <a:srgbClr val="FFFFFF"/>
            </a:solidFill>
            <a:ln w="9525">
              <a:solidFill>
                <a:srgbClr val="000000"/>
              </a:solidFill>
              <a:round/>
              <a:headEnd/>
              <a:tailEnd/>
            </a:ln>
          </p:spPr>
          <p:txBody>
            <a:bodyPr/>
            <a:lstStyle/>
            <a:p>
              <a:endParaRPr lang="ko-KR" altLang="en-US"/>
            </a:p>
          </p:txBody>
        </p:sp>
        <p:sp>
          <p:nvSpPr>
            <p:cNvPr id="418681" name="Freeform 157">
              <a:extLst>
                <a:ext uri="{FF2B5EF4-FFF2-40B4-BE49-F238E27FC236}">
                  <a16:creationId xmlns:a16="http://schemas.microsoft.com/office/drawing/2014/main" id="{44FB63DD-FDBF-EE95-6297-5487EEF96368}"/>
                </a:ext>
              </a:extLst>
            </p:cNvPr>
            <p:cNvSpPr>
              <a:spLocks/>
            </p:cNvSpPr>
            <p:nvPr/>
          </p:nvSpPr>
          <p:spPr bwMode="auto">
            <a:xfrm>
              <a:off x="2149" y="835"/>
              <a:ext cx="16" cy="36"/>
            </a:xfrm>
            <a:custGeom>
              <a:avLst/>
              <a:gdLst>
                <a:gd name="T0" fmla="*/ 0 w 192"/>
                <a:gd name="T1" fmla="*/ 0 h 459"/>
                <a:gd name="T2" fmla="*/ 0 w 192"/>
                <a:gd name="T3" fmla="*/ 0 h 459"/>
                <a:gd name="T4" fmla="*/ 0 w 192"/>
                <a:gd name="T5" fmla="*/ 0 h 459"/>
                <a:gd name="T6" fmla="*/ 0 w 192"/>
                <a:gd name="T7" fmla="*/ 0 h 459"/>
                <a:gd name="T8" fmla="*/ 0 w 192"/>
                <a:gd name="T9" fmla="*/ 0 h 459"/>
                <a:gd name="T10" fmla="*/ 0 w 192"/>
                <a:gd name="T11" fmla="*/ 0 h 459"/>
                <a:gd name="T12" fmla="*/ 0 w 192"/>
                <a:gd name="T13" fmla="*/ 0 h 459"/>
                <a:gd name="T14" fmla="*/ 0 w 192"/>
                <a:gd name="T15" fmla="*/ 0 h 459"/>
                <a:gd name="T16" fmla="*/ 0 w 192"/>
                <a:gd name="T17" fmla="*/ 0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2" h="459">
                  <a:moveTo>
                    <a:pt x="6" y="215"/>
                  </a:moveTo>
                  <a:lnTo>
                    <a:pt x="105" y="249"/>
                  </a:lnTo>
                  <a:lnTo>
                    <a:pt x="145" y="459"/>
                  </a:lnTo>
                  <a:lnTo>
                    <a:pt x="187" y="371"/>
                  </a:lnTo>
                  <a:lnTo>
                    <a:pt x="192" y="225"/>
                  </a:lnTo>
                  <a:lnTo>
                    <a:pt x="99" y="0"/>
                  </a:lnTo>
                  <a:lnTo>
                    <a:pt x="40" y="93"/>
                  </a:lnTo>
                  <a:lnTo>
                    <a:pt x="0" y="127"/>
                  </a:lnTo>
                  <a:lnTo>
                    <a:pt x="6" y="215"/>
                  </a:lnTo>
                  <a:close/>
                </a:path>
              </a:pathLst>
            </a:custGeom>
            <a:solidFill>
              <a:srgbClr val="FFFFFF"/>
            </a:solidFill>
            <a:ln w="9525">
              <a:solidFill>
                <a:srgbClr val="000000"/>
              </a:solidFill>
              <a:round/>
              <a:headEnd/>
              <a:tailEnd/>
            </a:ln>
          </p:spPr>
          <p:txBody>
            <a:bodyPr/>
            <a:lstStyle/>
            <a:p>
              <a:endParaRPr lang="ko-KR" altLang="en-US"/>
            </a:p>
          </p:txBody>
        </p:sp>
        <p:sp>
          <p:nvSpPr>
            <p:cNvPr id="418682" name="Freeform 158">
              <a:extLst>
                <a:ext uri="{FF2B5EF4-FFF2-40B4-BE49-F238E27FC236}">
                  <a16:creationId xmlns:a16="http://schemas.microsoft.com/office/drawing/2014/main" id="{A655FD60-3694-105A-F71A-E2248B3B3075}"/>
                </a:ext>
              </a:extLst>
            </p:cNvPr>
            <p:cNvSpPr>
              <a:spLocks/>
            </p:cNvSpPr>
            <p:nvPr/>
          </p:nvSpPr>
          <p:spPr bwMode="auto">
            <a:xfrm>
              <a:off x="2042" y="870"/>
              <a:ext cx="49" cy="67"/>
            </a:xfrm>
            <a:custGeom>
              <a:avLst/>
              <a:gdLst>
                <a:gd name="T0" fmla="*/ 0 w 610"/>
                <a:gd name="T1" fmla="*/ 0 h 860"/>
                <a:gd name="T2" fmla="*/ 0 w 610"/>
                <a:gd name="T3" fmla="*/ 0 h 860"/>
                <a:gd name="T4" fmla="*/ 0 w 610"/>
                <a:gd name="T5" fmla="*/ 0 h 860"/>
                <a:gd name="T6" fmla="*/ 0 w 610"/>
                <a:gd name="T7" fmla="*/ 0 h 860"/>
                <a:gd name="T8" fmla="*/ 0 w 610"/>
                <a:gd name="T9" fmla="*/ 0 h 860"/>
                <a:gd name="T10" fmla="*/ 0 w 610"/>
                <a:gd name="T11" fmla="*/ 0 h 860"/>
                <a:gd name="T12" fmla="*/ 0 w 610"/>
                <a:gd name="T13" fmla="*/ 0 h 860"/>
                <a:gd name="T14" fmla="*/ 0 w 610"/>
                <a:gd name="T15" fmla="*/ 0 h 860"/>
                <a:gd name="T16" fmla="*/ 0 w 610"/>
                <a:gd name="T17" fmla="*/ 0 h 860"/>
                <a:gd name="T18" fmla="*/ 0 w 610"/>
                <a:gd name="T19" fmla="*/ 0 h 860"/>
                <a:gd name="T20" fmla="*/ 0 w 610"/>
                <a:gd name="T21" fmla="*/ 0 h 860"/>
                <a:gd name="T22" fmla="*/ 0 w 610"/>
                <a:gd name="T23" fmla="*/ 0 h 860"/>
                <a:gd name="T24" fmla="*/ 0 w 610"/>
                <a:gd name="T25" fmla="*/ 0 h 860"/>
                <a:gd name="T26" fmla="*/ 0 w 610"/>
                <a:gd name="T27" fmla="*/ 0 h 860"/>
                <a:gd name="T28" fmla="*/ 0 w 610"/>
                <a:gd name="T29" fmla="*/ 0 h 860"/>
                <a:gd name="T30" fmla="*/ 0 w 610"/>
                <a:gd name="T31" fmla="*/ 0 h 8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10" h="860">
                  <a:moveTo>
                    <a:pt x="610" y="87"/>
                  </a:moveTo>
                  <a:lnTo>
                    <a:pt x="598" y="314"/>
                  </a:lnTo>
                  <a:lnTo>
                    <a:pt x="516" y="366"/>
                  </a:lnTo>
                  <a:lnTo>
                    <a:pt x="516" y="796"/>
                  </a:lnTo>
                  <a:lnTo>
                    <a:pt x="464" y="860"/>
                  </a:lnTo>
                  <a:lnTo>
                    <a:pt x="389" y="837"/>
                  </a:lnTo>
                  <a:lnTo>
                    <a:pt x="383" y="755"/>
                  </a:lnTo>
                  <a:lnTo>
                    <a:pt x="337" y="825"/>
                  </a:lnTo>
                  <a:lnTo>
                    <a:pt x="237" y="703"/>
                  </a:lnTo>
                  <a:lnTo>
                    <a:pt x="174" y="349"/>
                  </a:lnTo>
                  <a:lnTo>
                    <a:pt x="110" y="290"/>
                  </a:lnTo>
                  <a:lnTo>
                    <a:pt x="0" y="63"/>
                  </a:lnTo>
                  <a:lnTo>
                    <a:pt x="92" y="0"/>
                  </a:lnTo>
                  <a:lnTo>
                    <a:pt x="157" y="52"/>
                  </a:lnTo>
                  <a:lnTo>
                    <a:pt x="429" y="6"/>
                  </a:lnTo>
                  <a:lnTo>
                    <a:pt x="610" y="87"/>
                  </a:lnTo>
                  <a:close/>
                </a:path>
              </a:pathLst>
            </a:custGeom>
            <a:solidFill>
              <a:srgbClr val="FFFFFF"/>
            </a:solidFill>
            <a:ln w="9525">
              <a:solidFill>
                <a:srgbClr val="000000"/>
              </a:solidFill>
              <a:round/>
              <a:headEnd/>
              <a:tailEnd/>
            </a:ln>
          </p:spPr>
          <p:txBody>
            <a:bodyPr/>
            <a:lstStyle/>
            <a:p>
              <a:endParaRPr lang="ko-KR" altLang="en-US"/>
            </a:p>
          </p:txBody>
        </p:sp>
        <p:sp>
          <p:nvSpPr>
            <p:cNvPr id="418683" name="Freeform 159">
              <a:extLst>
                <a:ext uri="{FF2B5EF4-FFF2-40B4-BE49-F238E27FC236}">
                  <a16:creationId xmlns:a16="http://schemas.microsoft.com/office/drawing/2014/main" id="{219E8A07-74F9-47A7-1FDE-F612E58533D8}"/>
                </a:ext>
              </a:extLst>
            </p:cNvPr>
            <p:cNvSpPr>
              <a:spLocks/>
            </p:cNvSpPr>
            <p:nvPr/>
          </p:nvSpPr>
          <p:spPr bwMode="auto">
            <a:xfrm>
              <a:off x="2137" y="834"/>
              <a:ext cx="54" cy="89"/>
            </a:xfrm>
            <a:custGeom>
              <a:avLst/>
              <a:gdLst>
                <a:gd name="T0" fmla="*/ 0 w 680"/>
                <a:gd name="T1" fmla="*/ 0 h 1144"/>
                <a:gd name="T2" fmla="*/ 0 w 680"/>
                <a:gd name="T3" fmla="*/ 0 h 1144"/>
                <a:gd name="T4" fmla="*/ 0 w 680"/>
                <a:gd name="T5" fmla="*/ 0 h 1144"/>
                <a:gd name="T6" fmla="*/ 0 w 680"/>
                <a:gd name="T7" fmla="*/ 0 h 1144"/>
                <a:gd name="T8" fmla="*/ 0 w 680"/>
                <a:gd name="T9" fmla="*/ 0 h 1144"/>
                <a:gd name="T10" fmla="*/ 0 w 680"/>
                <a:gd name="T11" fmla="*/ 0 h 1144"/>
                <a:gd name="T12" fmla="*/ 0 w 680"/>
                <a:gd name="T13" fmla="*/ 0 h 1144"/>
                <a:gd name="T14" fmla="*/ 0 w 680"/>
                <a:gd name="T15" fmla="*/ 0 h 1144"/>
                <a:gd name="T16" fmla="*/ 0 w 680"/>
                <a:gd name="T17" fmla="*/ 0 h 1144"/>
                <a:gd name="T18" fmla="*/ 0 w 680"/>
                <a:gd name="T19" fmla="*/ 0 h 1144"/>
                <a:gd name="T20" fmla="*/ 0 w 680"/>
                <a:gd name="T21" fmla="*/ 0 h 1144"/>
                <a:gd name="T22" fmla="*/ 0 w 680"/>
                <a:gd name="T23" fmla="*/ 0 h 1144"/>
                <a:gd name="T24" fmla="*/ 0 w 680"/>
                <a:gd name="T25" fmla="*/ 0 h 1144"/>
                <a:gd name="T26" fmla="*/ 0 w 680"/>
                <a:gd name="T27" fmla="*/ 0 h 1144"/>
                <a:gd name="T28" fmla="*/ 0 w 680"/>
                <a:gd name="T29" fmla="*/ 0 h 1144"/>
                <a:gd name="T30" fmla="*/ 0 w 680"/>
                <a:gd name="T31" fmla="*/ 0 h 1144"/>
                <a:gd name="T32" fmla="*/ 0 w 680"/>
                <a:gd name="T33" fmla="*/ 0 h 1144"/>
                <a:gd name="T34" fmla="*/ 0 w 680"/>
                <a:gd name="T35" fmla="*/ 0 h 1144"/>
                <a:gd name="T36" fmla="*/ 0 w 680"/>
                <a:gd name="T37" fmla="*/ 0 h 1144"/>
                <a:gd name="T38" fmla="*/ 0 w 680"/>
                <a:gd name="T39" fmla="*/ 0 h 1144"/>
                <a:gd name="T40" fmla="*/ 0 w 680"/>
                <a:gd name="T41" fmla="*/ 0 h 1144"/>
                <a:gd name="T42" fmla="*/ 0 w 680"/>
                <a:gd name="T43" fmla="*/ 0 h 1144"/>
                <a:gd name="T44" fmla="*/ 0 w 680"/>
                <a:gd name="T45" fmla="*/ 0 h 1144"/>
                <a:gd name="T46" fmla="*/ 0 w 680"/>
                <a:gd name="T47" fmla="*/ 0 h 1144"/>
                <a:gd name="T48" fmla="*/ 0 w 680"/>
                <a:gd name="T49" fmla="*/ 0 h 1144"/>
                <a:gd name="T50" fmla="*/ 0 w 680"/>
                <a:gd name="T51" fmla="*/ 0 h 1144"/>
                <a:gd name="T52" fmla="*/ 0 w 680"/>
                <a:gd name="T53" fmla="*/ 0 h 1144"/>
                <a:gd name="T54" fmla="*/ 0 w 680"/>
                <a:gd name="T55" fmla="*/ 0 h 11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80" h="1144">
                  <a:moveTo>
                    <a:pt x="30" y="355"/>
                  </a:moveTo>
                  <a:lnTo>
                    <a:pt x="175" y="453"/>
                  </a:lnTo>
                  <a:lnTo>
                    <a:pt x="187" y="564"/>
                  </a:lnTo>
                  <a:lnTo>
                    <a:pt x="128" y="569"/>
                  </a:lnTo>
                  <a:lnTo>
                    <a:pt x="163" y="662"/>
                  </a:lnTo>
                  <a:lnTo>
                    <a:pt x="47" y="831"/>
                  </a:lnTo>
                  <a:lnTo>
                    <a:pt x="82" y="1132"/>
                  </a:lnTo>
                  <a:lnTo>
                    <a:pt x="145" y="1144"/>
                  </a:lnTo>
                  <a:lnTo>
                    <a:pt x="175" y="1028"/>
                  </a:lnTo>
                  <a:lnTo>
                    <a:pt x="320" y="923"/>
                  </a:lnTo>
                  <a:lnTo>
                    <a:pt x="309" y="709"/>
                  </a:lnTo>
                  <a:lnTo>
                    <a:pt x="267" y="686"/>
                  </a:lnTo>
                  <a:lnTo>
                    <a:pt x="291" y="627"/>
                  </a:lnTo>
                  <a:lnTo>
                    <a:pt x="378" y="569"/>
                  </a:lnTo>
                  <a:lnTo>
                    <a:pt x="407" y="517"/>
                  </a:lnTo>
                  <a:lnTo>
                    <a:pt x="640" y="343"/>
                  </a:lnTo>
                  <a:lnTo>
                    <a:pt x="680" y="0"/>
                  </a:lnTo>
                  <a:lnTo>
                    <a:pt x="500" y="23"/>
                  </a:lnTo>
                  <a:lnTo>
                    <a:pt x="471" y="70"/>
                  </a:lnTo>
                  <a:lnTo>
                    <a:pt x="332" y="53"/>
                  </a:lnTo>
                  <a:lnTo>
                    <a:pt x="274" y="81"/>
                  </a:lnTo>
                  <a:lnTo>
                    <a:pt x="344" y="233"/>
                  </a:lnTo>
                  <a:lnTo>
                    <a:pt x="344" y="400"/>
                  </a:lnTo>
                  <a:lnTo>
                    <a:pt x="302" y="477"/>
                  </a:lnTo>
                  <a:lnTo>
                    <a:pt x="262" y="267"/>
                  </a:lnTo>
                  <a:lnTo>
                    <a:pt x="163" y="233"/>
                  </a:lnTo>
                  <a:lnTo>
                    <a:pt x="0" y="302"/>
                  </a:lnTo>
                  <a:lnTo>
                    <a:pt x="30" y="355"/>
                  </a:lnTo>
                  <a:close/>
                </a:path>
              </a:pathLst>
            </a:custGeom>
            <a:solidFill>
              <a:srgbClr val="FFFFFF"/>
            </a:solidFill>
            <a:ln w="9525">
              <a:solidFill>
                <a:srgbClr val="000000"/>
              </a:solidFill>
              <a:round/>
              <a:headEnd/>
              <a:tailEnd/>
            </a:ln>
          </p:spPr>
          <p:txBody>
            <a:bodyPr/>
            <a:lstStyle/>
            <a:p>
              <a:endParaRPr lang="ko-KR" altLang="en-US"/>
            </a:p>
          </p:txBody>
        </p:sp>
        <p:sp>
          <p:nvSpPr>
            <p:cNvPr id="418684" name="Freeform 160">
              <a:extLst>
                <a:ext uri="{FF2B5EF4-FFF2-40B4-BE49-F238E27FC236}">
                  <a16:creationId xmlns:a16="http://schemas.microsoft.com/office/drawing/2014/main" id="{F70B7104-F7B3-7919-AE63-86CFE0E95F31}"/>
                </a:ext>
              </a:extLst>
            </p:cNvPr>
            <p:cNvSpPr>
              <a:spLocks/>
            </p:cNvSpPr>
            <p:nvPr/>
          </p:nvSpPr>
          <p:spPr bwMode="auto">
            <a:xfrm>
              <a:off x="2113" y="861"/>
              <a:ext cx="39" cy="38"/>
            </a:xfrm>
            <a:custGeom>
              <a:avLst/>
              <a:gdLst>
                <a:gd name="T0" fmla="*/ 0 w 489"/>
                <a:gd name="T1" fmla="*/ 0 h 476"/>
                <a:gd name="T2" fmla="*/ 0 w 489"/>
                <a:gd name="T3" fmla="*/ 0 h 476"/>
                <a:gd name="T4" fmla="*/ 0 w 489"/>
                <a:gd name="T5" fmla="*/ 0 h 476"/>
                <a:gd name="T6" fmla="*/ 0 w 489"/>
                <a:gd name="T7" fmla="*/ 0 h 476"/>
                <a:gd name="T8" fmla="*/ 0 w 489"/>
                <a:gd name="T9" fmla="*/ 0 h 476"/>
                <a:gd name="T10" fmla="*/ 0 w 489"/>
                <a:gd name="T11" fmla="*/ 0 h 476"/>
                <a:gd name="T12" fmla="*/ 0 w 489"/>
                <a:gd name="T13" fmla="*/ 0 h 476"/>
                <a:gd name="T14" fmla="*/ 0 w 489"/>
                <a:gd name="T15" fmla="*/ 0 h 476"/>
                <a:gd name="T16" fmla="*/ 0 w 489"/>
                <a:gd name="T17" fmla="*/ 0 h 476"/>
                <a:gd name="T18" fmla="*/ 0 w 489"/>
                <a:gd name="T19" fmla="*/ 0 h 476"/>
                <a:gd name="T20" fmla="*/ 0 w 489"/>
                <a:gd name="T21" fmla="*/ 0 h 476"/>
                <a:gd name="T22" fmla="*/ 0 w 489"/>
                <a:gd name="T23" fmla="*/ 0 h 476"/>
                <a:gd name="T24" fmla="*/ 0 w 489"/>
                <a:gd name="T25" fmla="*/ 0 h 4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9" h="476">
                  <a:moveTo>
                    <a:pt x="0" y="162"/>
                  </a:moveTo>
                  <a:lnTo>
                    <a:pt x="63" y="336"/>
                  </a:lnTo>
                  <a:lnTo>
                    <a:pt x="116" y="336"/>
                  </a:lnTo>
                  <a:lnTo>
                    <a:pt x="133" y="389"/>
                  </a:lnTo>
                  <a:lnTo>
                    <a:pt x="349" y="476"/>
                  </a:lnTo>
                  <a:lnTo>
                    <a:pt x="465" y="307"/>
                  </a:lnTo>
                  <a:lnTo>
                    <a:pt x="430" y="214"/>
                  </a:lnTo>
                  <a:lnTo>
                    <a:pt x="489" y="209"/>
                  </a:lnTo>
                  <a:lnTo>
                    <a:pt x="477" y="98"/>
                  </a:lnTo>
                  <a:lnTo>
                    <a:pt x="332" y="0"/>
                  </a:lnTo>
                  <a:lnTo>
                    <a:pt x="262" y="5"/>
                  </a:lnTo>
                  <a:lnTo>
                    <a:pt x="116" y="167"/>
                  </a:lnTo>
                  <a:lnTo>
                    <a:pt x="0" y="162"/>
                  </a:lnTo>
                  <a:close/>
                </a:path>
              </a:pathLst>
            </a:custGeom>
            <a:solidFill>
              <a:srgbClr val="FFFFFF"/>
            </a:solidFill>
            <a:ln w="9525">
              <a:solidFill>
                <a:srgbClr val="000000"/>
              </a:solidFill>
              <a:round/>
              <a:headEnd/>
              <a:tailEnd/>
            </a:ln>
          </p:spPr>
          <p:txBody>
            <a:bodyPr/>
            <a:lstStyle/>
            <a:p>
              <a:endParaRPr lang="ko-KR" altLang="en-US"/>
            </a:p>
          </p:txBody>
        </p:sp>
        <p:sp>
          <p:nvSpPr>
            <p:cNvPr id="418685" name="Freeform 161">
              <a:extLst>
                <a:ext uri="{FF2B5EF4-FFF2-40B4-BE49-F238E27FC236}">
                  <a16:creationId xmlns:a16="http://schemas.microsoft.com/office/drawing/2014/main" id="{CED4D5E5-A6DE-A668-18F5-2216887475AF}"/>
                </a:ext>
              </a:extLst>
            </p:cNvPr>
            <p:cNvSpPr>
              <a:spLocks/>
            </p:cNvSpPr>
            <p:nvPr/>
          </p:nvSpPr>
          <p:spPr bwMode="auto">
            <a:xfrm>
              <a:off x="2084" y="871"/>
              <a:ext cx="47" cy="53"/>
            </a:xfrm>
            <a:custGeom>
              <a:avLst/>
              <a:gdLst>
                <a:gd name="T0" fmla="*/ 0 w 593"/>
                <a:gd name="T1" fmla="*/ 0 h 674"/>
                <a:gd name="T2" fmla="*/ 0 w 593"/>
                <a:gd name="T3" fmla="*/ 0 h 674"/>
                <a:gd name="T4" fmla="*/ 0 w 593"/>
                <a:gd name="T5" fmla="*/ 0 h 674"/>
                <a:gd name="T6" fmla="*/ 0 w 593"/>
                <a:gd name="T7" fmla="*/ 0 h 674"/>
                <a:gd name="T8" fmla="*/ 0 w 593"/>
                <a:gd name="T9" fmla="*/ 0 h 674"/>
                <a:gd name="T10" fmla="*/ 0 w 593"/>
                <a:gd name="T11" fmla="*/ 0 h 674"/>
                <a:gd name="T12" fmla="*/ 0 w 593"/>
                <a:gd name="T13" fmla="*/ 0 h 674"/>
                <a:gd name="T14" fmla="*/ 0 w 593"/>
                <a:gd name="T15" fmla="*/ 0 h 674"/>
                <a:gd name="T16" fmla="*/ 0 w 593"/>
                <a:gd name="T17" fmla="*/ 0 h 674"/>
                <a:gd name="T18" fmla="*/ 0 w 593"/>
                <a:gd name="T19" fmla="*/ 0 h 674"/>
                <a:gd name="T20" fmla="*/ 0 w 593"/>
                <a:gd name="T21" fmla="*/ 0 h 674"/>
                <a:gd name="T22" fmla="*/ 0 w 593"/>
                <a:gd name="T23" fmla="*/ 0 h 674"/>
                <a:gd name="T24" fmla="*/ 0 w 593"/>
                <a:gd name="T25" fmla="*/ 0 h 674"/>
                <a:gd name="T26" fmla="*/ 0 w 593"/>
                <a:gd name="T27" fmla="*/ 0 h 674"/>
                <a:gd name="T28" fmla="*/ 0 w 593"/>
                <a:gd name="T29" fmla="*/ 0 h 674"/>
                <a:gd name="T30" fmla="*/ 0 w 593"/>
                <a:gd name="T31" fmla="*/ 0 h 674"/>
                <a:gd name="T32" fmla="*/ 0 w 593"/>
                <a:gd name="T33" fmla="*/ 0 h 6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93" h="674">
                  <a:moveTo>
                    <a:pt x="0" y="622"/>
                  </a:moveTo>
                  <a:lnTo>
                    <a:pt x="53" y="674"/>
                  </a:lnTo>
                  <a:lnTo>
                    <a:pt x="135" y="640"/>
                  </a:lnTo>
                  <a:lnTo>
                    <a:pt x="216" y="552"/>
                  </a:lnTo>
                  <a:lnTo>
                    <a:pt x="338" y="581"/>
                  </a:lnTo>
                  <a:lnTo>
                    <a:pt x="379" y="552"/>
                  </a:lnTo>
                  <a:lnTo>
                    <a:pt x="361" y="488"/>
                  </a:lnTo>
                  <a:lnTo>
                    <a:pt x="593" y="296"/>
                  </a:lnTo>
                  <a:lnTo>
                    <a:pt x="501" y="262"/>
                  </a:lnTo>
                  <a:lnTo>
                    <a:pt x="477" y="209"/>
                  </a:lnTo>
                  <a:lnTo>
                    <a:pt x="424" y="209"/>
                  </a:lnTo>
                  <a:lnTo>
                    <a:pt x="361" y="35"/>
                  </a:lnTo>
                  <a:lnTo>
                    <a:pt x="297" y="0"/>
                  </a:lnTo>
                  <a:lnTo>
                    <a:pt x="94" y="64"/>
                  </a:lnTo>
                  <a:lnTo>
                    <a:pt x="82" y="291"/>
                  </a:lnTo>
                  <a:lnTo>
                    <a:pt x="0" y="337"/>
                  </a:lnTo>
                  <a:lnTo>
                    <a:pt x="0" y="622"/>
                  </a:lnTo>
                  <a:close/>
                </a:path>
              </a:pathLst>
            </a:custGeom>
            <a:solidFill>
              <a:srgbClr val="FFFFFF"/>
            </a:solidFill>
            <a:ln w="9525">
              <a:solidFill>
                <a:srgbClr val="000000"/>
              </a:solidFill>
              <a:round/>
              <a:headEnd/>
              <a:tailEnd/>
            </a:ln>
          </p:spPr>
          <p:txBody>
            <a:bodyPr/>
            <a:lstStyle/>
            <a:p>
              <a:endParaRPr lang="ko-KR" altLang="en-US"/>
            </a:p>
          </p:txBody>
        </p:sp>
        <p:sp>
          <p:nvSpPr>
            <p:cNvPr id="418686" name="Freeform 162">
              <a:extLst>
                <a:ext uri="{FF2B5EF4-FFF2-40B4-BE49-F238E27FC236}">
                  <a16:creationId xmlns:a16="http://schemas.microsoft.com/office/drawing/2014/main" id="{D351434D-3A60-1197-390C-85FCB431E6C9}"/>
                </a:ext>
              </a:extLst>
            </p:cNvPr>
            <p:cNvSpPr>
              <a:spLocks/>
            </p:cNvSpPr>
            <p:nvPr/>
          </p:nvSpPr>
          <p:spPr bwMode="auto">
            <a:xfrm>
              <a:off x="2069" y="894"/>
              <a:ext cx="79" cy="77"/>
            </a:xfrm>
            <a:custGeom>
              <a:avLst/>
              <a:gdLst>
                <a:gd name="T0" fmla="*/ 0 w 982"/>
                <a:gd name="T1" fmla="*/ 0 h 970"/>
                <a:gd name="T2" fmla="*/ 0 w 982"/>
                <a:gd name="T3" fmla="*/ 0 h 970"/>
                <a:gd name="T4" fmla="*/ 0 w 982"/>
                <a:gd name="T5" fmla="*/ 0 h 970"/>
                <a:gd name="T6" fmla="*/ 0 w 982"/>
                <a:gd name="T7" fmla="*/ 0 h 970"/>
                <a:gd name="T8" fmla="*/ 0 w 982"/>
                <a:gd name="T9" fmla="*/ 0 h 970"/>
                <a:gd name="T10" fmla="*/ 0 w 982"/>
                <a:gd name="T11" fmla="*/ 0 h 970"/>
                <a:gd name="T12" fmla="*/ 0 w 982"/>
                <a:gd name="T13" fmla="*/ 0 h 970"/>
                <a:gd name="T14" fmla="*/ 0 w 982"/>
                <a:gd name="T15" fmla="*/ 0 h 970"/>
                <a:gd name="T16" fmla="*/ 0 w 982"/>
                <a:gd name="T17" fmla="*/ 0 h 970"/>
                <a:gd name="T18" fmla="*/ 0 w 982"/>
                <a:gd name="T19" fmla="*/ 0 h 970"/>
                <a:gd name="T20" fmla="*/ 0 w 982"/>
                <a:gd name="T21" fmla="*/ 0 h 970"/>
                <a:gd name="T22" fmla="*/ 0 w 982"/>
                <a:gd name="T23" fmla="*/ 0 h 970"/>
                <a:gd name="T24" fmla="*/ 0 w 982"/>
                <a:gd name="T25" fmla="*/ 0 h 970"/>
                <a:gd name="T26" fmla="*/ 0 w 982"/>
                <a:gd name="T27" fmla="*/ 0 h 970"/>
                <a:gd name="T28" fmla="*/ 0 w 982"/>
                <a:gd name="T29" fmla="*/ 0 h 970"/>
                <a:gd name="T30" fmla="*/ 0 w 982"/>
                <a:gd name="T31" fmla="*/ 0 h 970"/>
                <a:gd name="T32" fmla="*/ 0 w 982"/>
                <a:gd name="T33" fmla="*/ 0 h 970"/>
                <a:gd name="T34" fmla="*/ 0 w 982"/>
                <a:gd name="T35" fmla="*/ 0 h 970"/>
                <a:gd name="T36" fmla="*/ 0 w 982"/>
                <a:gd name="T37" fmla="*/ 0 h 970"/>
                <a:gd name="T38" fmla="*/ 0 w 982"/>
                <a:gd name="T39" fmla="*/ 0 h 970"/>
                <a:gd name="T40" fmla="*/ 0 w 982"/>
                <a:gd name="T41" fmla="*/ 0 h 970"/>
                <a:gd name="T42" fmla="*/ 0 w 982"/>
                <a:gd name="T43" fmla="*/ 0 h 970"/>
                <a:gd name="T44" fmla="*/ 0 w 982"/>
                <a:gd name="T45" fmla="*/ 0 h 970"/>
                <a:gd name="T46" fmla="*/ 0 w 982"/>
                <a:gd name="T47" fmla="*/ 0 h 970"/>
                <a:gd name="T48" fmla="*/ 0 w 982"/>
                <a:gd name="T49" fmla="*/ 0 h 970"/>
                <a:gd name="T50" fmla="*/ 0 w 982"/>
                <a:gd name="T51" fmla="*/ 0 h 970"/>
                <a:gd name="T52" fmla="*/ 0 w 982"/>
                <a:gd name="T53" fmla="*/ 0 h 970"/>
                <a:gd name="T54" fmla="*/ 0 w 982"/>
                <a:gd name="T55" fmla="*/ 0 h 970"/>
                <a:gd name="T56" fmla="*/ 0 w 982"/>
                <a:gd name="T57" fmla="*/ 0 h 970"/>
                <a:gd name="T58" fmla="*/ 0 w 982"/>
                <a:gd name="T59" fmla="*/ 0 h 970"/>
                <a:gd name="T60" fmla="*/ 0 w 982"/>
                <a:gd name="T61" fmla="*/ 0 h 9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82" h="970">
                  <a:moveTo>
                    <a:pt x="0" y="500"/>
                  </a:moveTo>
                  <a:lnTo>
                    <a:pt x="110" y="710"/>
                  </a:lnTo>
                  <a:lnTo>
                    <a:pt x="87" y="831"/>
                  </a:lnTo>
                  <a:lnTo>
                    <a:pt x="127" y="942"/>
                  </a:lnTo>
                  <a:lnTo>
                    <a:pt x="203" y="970"/>
                  </a:lnTo>
                  <a:lnTo>
                    <a:pt x="296" y="907"/>
                  </a:lnTo>
                  <a:lnTo>
                    <a:pt x="418" y="895"/>
                  </a:lnTo>
                  <a:lnTo>
                    <a:pt x="593" y="814"/>
                  </a:lnTo>
                  <a:lnTo>
                    <a:pt x="755" y="721"/>
                  </a:lnTo>
                  <a:lnTo>
                    <a:pt x="964" y="431"/>
                  </a:lnTo>
                  <a:lnTo>
                    <a:pt x="982" y="366"/>
                  </a:lnTo>
                  <a:lnTo>
                    <a:pt x="924" y="354"/>
                  </a:lnTo>
                  <a:lnTo>
                    <a:pt x="860" y="413"/>
                  </a:lnTo>
                  <a:lnTo>
                    <a:pt x="819" y="407"/>
                  </a:lnTo>
                  <a:lnTo>
                    <a:pt x="842" y="332"/>
                  </a:lnTo>
                  <a:lnTo>
                    <a:pt x="848" y="302"/>
                  </a:lnTo>
                  <a:lnTo>
                    <a:pt x="924" y="302"/>
                  </a:lnTo>
                  <a:lnTo>
                    <a:pt x="889" y="53"/>
                  </a:lnTo>
                  <a:lnTo>
                    <a:pt x="760" y="0"/>
                  </a:lnTo>
                  <a:lnTo>
                    <a:pt x="540" y="175"/>
                  </a:lnTo>
                  <a:lnTo>
                    <a:pt x="558" y="256"/>
                  </a:lnTo>
                  <a:lnTo>
                    <a:pt x="517" y="285"/>
                  </a:lnTo>
                  <a:lnTo>
                    <a:pt x="395" y="256"/>
                  </a:lnTo>
                  <a:lnTo>
                    <a:pt x="326" y="332"/>
                  </a:lnTo>
                  <a:lnTo>
                    <a:pt x="232" y="378"/>
                  </a:lnTo>
                  <a:lnTo>
                    <a:pt x="179" y="326"/>
                  </a:lnTo>
                  <a:lnTo>
                    <a:pt x="179" y="477"/>
                  </a:lnTo>
                  <a:lnTo>
                    <a:pt x="127" y="541"/>
                  </a:lnTo>
                  <a:lnTo>
                    <a:pt x="64" y="518"/>
                  </a:lnTo>
                  <a:lnTo>
                    <a:pt x="46" y="436"/>
                  </a:lnTo>
                  <a:lnTo>
                    <a:pt x="0" y="500"/>
                  </a:lnTo>
                  <a:close/>
                </a:path>
              </a:pathLst>
            </a:custGeom>
            <a:solidFill>
              <a:srgbClr val="FFFFFF"/>
            </a:solidFill>
            <a:ln w="9525">
              <a:solidFill>
                <a:srgbClr val="000000"/>
              </a:solidFill>
              <a:round/>
              <a:headEnd/>
              <a:tailEnd/>
            </a:ln>
          </p:spPr>
          <p:txBody>
            <a:bodyPr/>
            <a:lstStyle/>
            <a:p>
              <a:endParaRPr lang="ko-KR" altLang="en-US"/>
            </a:p>
          </p:txBody>
        </p:sp>
        <p:sp>
          <p:nvSpPr>
            <p:cNvPr id="418687" name="Freeform 163">
              <a:extLst>
                <a:ext uri="{FF2B5EF4-FFF2-40B4-BE49-F238E27FC236}">
                  <a16:creationId xmlns:a16="http://schemas.microsoft.com/office/drawing/2014/main" id="{5B535F40-1C57-ECC4-E97A-085E1C33A118}"/>
                </a:ext>
              </a:extLst>
            </p:cNvPr>
            <p:cNvSpPr>
              <a:spLocks/>
            </p:cNvSpPr>
            <p:nvPr/>
          </p:nvSpPr>
          <p:spPr bwMode="auto">
            <a:xfrm>
              <a:off x="2134" y="918"/>
              <a:ext cx="9" cy="9"/>
            </a:xfrm>
            <a:custGeom>
              <a:avLst/>
              <a:gdLst>
                <a:gd name="T0" fmla="*/ 0 w 116"/>
                <a:gd name="T1" fmla="*/ 0 h 111"/>
                <a:gd name="T2" fmla="*/ 0 w 116"/>
                <a:gd name="T3" fmla="*/ 0 h 111"/>
                <a:gd name="T4" fmla="*/ 0 w 116"/>
                <a:gd name="T5" fmla="*/ 0 h 111"/>
                <a:gd name="T6" fmla="*/ 0 w 116"/>
                <a:gd name="T7" fmla="*/ 0 h 111"/>
                <a:gd name="T8" fmla="*/ 0 w 116"/>
                <a:gd name="T9" fmla="*/ 0 h 111"/>
                <a:gd name="T10" fmla="*/ 0 w 116"/>
                <a:gd name="T11" fmla="*/ 0 h 1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6" h="111">
                  <a:moveTo>
                    <a:pt x="104" y="0"/>
                  </a:moveTo>
                  <a:lnTo>
                    <a:pt x="41" y="0"/>
                  </a:lnTo>
                  <a:lnTo>
                    <a:pt x="0" y="99"/>
                  </a:lnTo>
                  <a:lnTo>
                    <a:pt x="47" y="111"/>
                  </a:lnTo>
                  <a:lnTo>
                    <a:pt x="116" y="52"/>
                  </a:lnTo>
                  <a:lnTo>
                    <a:pt x="104" y="0"/>
                  </a:lnTo>
                  <a:close/>
                </a:path>
              </a:pathLst>
            </a:custGeom>
            <a:solidFill>
              <a:srgbClr val="FFFFFF"/>
            </a:solidFill>
            <a:ln w="9525">
              <a:solidFill>
                <a:srgbClr val="000000"/>
              </a:solidFill>
              <a:round/>
              <a:headEnd/>
              <a:tailEnd/>
            </a:ln>
          </p:spPr>
          <p:txBody>
            <a:bodyPr/>
            <a:lstStyle/>
            <a:p>
              <a:endParaRPr lang="ko-KR" altLang="en-US"/>
            </a:p>
          </p:txBody>
        </p:sp>
        <p:sp>
          <p:nvSpPr>
            <p:cNvPr id="418688" name="Freeform 164">
              <a:extLst>
                <a:ext uri="{FF2B5EF4-FFF2-40B4-BE49-F238E27FC236}">
                  <a16:creationId xmlns:a16="http://schemas.microsoft.com/office/drawing/2014/main" id="{60854E6D-7705-BE46-BCB9-F2B26583EE52}"/>
                </a:ext>
              </a:extLst>
            </p:cNvPr>
            <p:cNvSpPr>
              <a:spLocks/>
            </p:cNvSpPr>
            <p:nvPr/>
          </p:nvSpPr>
          <p:spPr bwMode="auto">
            <a:xfrm>
              <a:off x="2119" y="933"/>
              <a:ext cx="10" cy="11"/>
            </a:xfrm>
            <a:custGeom>
              <a:avLst/>
              <a:gdLst>
                <a:gd name="T0" fmla="*/ 0 w 133"/>
                <a:gd name="T1" fmla="*/ 0 h 145"/>
                <a:gd name="T2" fmla="*/ 0 w 133"/>
                <a:gd name="T3" fmla="*/ 0 h 145"/>
                <a:gd name="T4" fmla="*/ 0 w 133"/>
                <a:gd name="T5" fmla="*/ 0 h 145"/>
                <a:gd name="T6" fmla="*/ 0 w 133"/>
                <a:gd name="T7" fmla="*/ 0 h 145"/>
                <a:gd name="T8" fmla="*/ 0 w 133"/>
                <a:gd name="T9" fmla="*/ 0 h 145"/>
                <a:gd name="T10" fmla="*/ 0 w 133"/>
                <a:gd name="T11" fmla="*/ 0 h 145"/>
                <a:gd name="T12" fmla="*/ 0 w 133"/>
                <a:gd name="T13" fmla="*/ 0 h 145"/>
                <a:gd name="T14" fmla="*/ 0 w 133"/>
                <a:gd name="T15" fmla="*/ 0 h 145"/>
                <a:gd name="T16" fmla="*/ 0 w 133"/>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 h="145">
                  <a:moveTo>
                    <a:pt x="98" y="0"/>
                  </a:moveTo>
                  <a:lnTo>
                    <a:pt x="17" y="23"/>
                  </a:lnTo>
                  <a:lnTo>
                    <a:pt x="0" y="81"/>
                  </a:lnTo>
                  <a:lnTo>
                    <a:pt x="28" y="145"/>
                  </a:lnTo>
                  <a:lnTo>
                    <a:pt x="81" y="145"/>
                  </a:lnTo>
                  <a:lnTo>
                    <a:pt x="133" y="70"/>
                  </a:lnTo>
                  <a:lnTo>
                    <a:pt x="133" y="40"/>
                  </a:lnTo>
                  <a:lnTo>
                    <a:pt x="128" y="17"/>
                  </a:lnTo>
                  <a:lnTo>
                    <a:pt x="98" y="0"/>
                  </a:lnTo>
                  <a:close/>
                </a:path>
              </a:pathLst>
            </a:custGeom>
            <a:solidFill>
              <a:srgbClr val="FFFFFF"/>
            </a:solidFill>
            <a:ln w="9525">
              <a:solidFill>
                <a:srgbClr val="000000"/>
              </a:solidFill>
              <a:round/>
              <a:headEnd/>
              <a:tailEnd/>
            </a:ln>
          </p:spPr>
          <p:txBody>
            <a:bodyPr/>
            <a:lstStyle/>
            <a:p>
              <a:endParaRPr lang="ko-KR" altLang="en-US"/>
            </a:p>
          </p:txBody>
        </p:sp>
        <p:sp>
          <p:nvSpPr>
            <p:cNvPr id="418689" name="Freeform 165">
              <a:extLst>
                <a:ext uri="{FF2B5EF4-FFF2-40B4-BE49-F238E27FC236}">
                  <a16:creationId xmlns:a16="http://schemas.microsoft.com/office/drawing/2014/main" id="{3855C17B-0F01-9B4A-8B97-6FB5BEF6C8A3}"/>
                </a:ext>
              </a:extLst>
            </p:cNvPr>
            <p:cNvSpPr>
              <a:spLocks/>
            </p:cNvSpPr>
            <p:nvPr/>
          </p:nvSpPr>
          <p:spPr bwMode="auto">
            <a:xfrm>
              <a:off x="2200" y="839"/>
              <a:ext cx="42" cy="74"/>
            </a:xfrm>
            <a:custGeom>
              <a:avLst/>
              <a:gdLst>
                <a:gd name="T0" fmla="*/ 0 w 517"/>
                <a:gd name="T1" fmla="*/ 0 h 941"/>
                <a:gd name="T2" fmla="*/ 0 w 517"/>
                <a:gd name="T3" fmla="*/ 0 h 941"/>
                <a:gd name="T4" fmla="*/ 0 w 517"/>
                <a:gd name="T5" fmla="*/ 0 h 941"/>
                <a:gd name="T6" fmla="*/ 0 w 517"/>
                <a:gd name="T7" fmla="*/ 0 h 941"/>
                <a:gd name="T8" fmla="*/ 0 w 517"/>
                <a:gd name="T9" fmla="*/ 0 h 941"/>
                <a:gd name="T10" fmla="*/ 0 w 517"/>
                <a:gd name="T11" fmla="*/ 0 h 941"/>
                <a:gd name="T12" fmla="*/ 0 w 517"/>
                <a:gd name="T13" fmla="*/ 0 h 941"/>
                <a:gd name="T14" fmla="*/ 0 w 517"/>
                <a:gd name="T15" fmla="*/ 0 h 941"/>
                <a:gd name="T16" fmla="*/ 0 w 517"/>
                <a:gd name="T17" fmla="*/ 0 h 941"/>
                <a:gd name="T18" fmla="*/ 0 w 517"/>
                <a:gd name="T19" fmla="*/ 0 h 941"/>
                <a:gd name="T20" fmla="*/ 0 w 517"/>
                <a:gd name="T21" fmla="*/ 0 h 941"/>
                <a:gd name="T22" fmla="*/ 0 w 517"/>
                <a:gd name="T23" fmla="*/ 0 h 941"/>
                <a:gd name="T24" fmla="*/ 0 w 517"/>
                <a:gd name="T25" fmla="*/ 0 h 941"/>
                <a:gd name="T26" fmla="*/ 0 w 517"/>
                <a:gd name="T27" fmla="*/ 0 h 941"/>
                <a:gd name="T28" fmla="*/ 0 w 517"/>
                <a:gd name="T29" fmla="*/ 0 h 941"/>
                <a:gd name="T30" fmla="*/ 0 w 517"/>
                <a:gd name="T31" fmla="*/ 0 h 941"/>
                <a:gd name="T32" fmla="*/ 0 w 517"/>
                <a:gd name="T33" fmla="*/ 0 h 941"/>
                <a:gd name="T34" fmla="*/ 0 w 517"/>
                <a:gd name="T35" fmla="*/ 0 h 941"/>
                <a:gd name="T36" fmla="*/ 0 w 517"/>
                <a:gd name="T37" fmla="*/ 0 h 941"/>
                <a:gd name="T38" fmla="*/ 0 w 517"/>
                <a:gd name="T39" fmla="*/ 0 h 941"/>
                <a:gd name="T40" fmla="*/ 0 w 517"/>
                <a:gd name="T41" fmla="*/ 0 h 941"/>
                <a:gd name="T42" fmla="*/ 0 w 517"/>
                <a:gd name="T43" fmla="*/ 0 h 941"/>
                <a:gd name="T44" fmla="*/ 0 w 517"/>
                <a:gd name="T45" fmla="*/ 0 h 941"/>
                <a:gd name="T46" fmla="*/ 0 w 517"/>
                <a:gd name="T47" fmla="*/ 0 h 941"/>
                <a:gd name="T48" fmla="*/ 0 w 517"/>
                <a:gd name="T49" fmla="*/ 0 h 941"/>
                <a:gd name="T50" fmla="*/ 0 w 517"/>
                <a:gd name="T51" fmla="*/ 0 h 941"/>
                <a:gd name="T52" fmla="*/ 0 w 517"/>
                <a:gd name="T53" fmla="*/ 0 h 94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17" h="941">
                  <a:moveTo>
                    <a:pt x="93" y="378"/>
                  </a:moveTo>
                  <a:lnTo>
                    <a:pt x="98" y="528"/>
                  </a:lnTo>
                  <a:lnTo>
                    <a:pt x="0" y="692"/>
                  </a:lnTo>
                  <a:lnTo>
                    <a:pt x="17" y="720"/>
                  </a:lnTo>
                  <a:lnTo>
                    <a:pt x="23" y="901"/>
                  </a:lnTo>
                  <a:lnTo>
                    <a:pt x="105" y="941"/>
                  </a:lnTo>
                  <a:lnTo>
                    <a:pt x="157" y="906"/>
                  </a:lnTo>
                  <a:lnTo>
                    <a:pt x="227" y="918"/>
                  </a:lnTo>
                  <a:lnTo>
                    <a:pt x="290" y="814"/>
                  </a:lnTo>
                  <a:lnTo>
                    <a:pt x="296" y="744"/>
                  </a:lnTo>
                  <a:lnTo>
                    <a:pt x="429" y="435"/>
                  </a:lnTo>
                  <a:lnTo>
                    <a:pt x="429" y="371"/>
                  </a:lnTo>
                  <a:lnTo>
                    <a:pt x="452" y="354"/>
                  </a:lnTo>
                  <a:lnTo>
                    <a:pt x="441" y="214"/>
                  </a:lnTo>
                  <a:lnTo>
                    <a:pt x="476" y="249"/>
                  </a:lnTo>
                  <a:lnTo>
                    <a:pt x="494" y="325"/>
                  </a:lnTo>
                  <a:lnTo>
                    <a:pt x="505" y="308"/>
                  </a:lnTo>
                  <a:lnTo>
                    <a:pt x="517" y="197"/>
                  </a:lnTo>
                  <a:lnTo>
                    <a:pt x="494" y="116"/>
                  </a:lnTo>
                  <a:lnTo>
                    <a:pt x="459" y="47"/>
                  </a:lnTo>
                  <a:lnTo>
                    <a:pt x="429" y="0"/>
                  </a:lnTo>
                  <a:lnTo>
                    <a:pt x="302" y="249"/>
                  </a:lnTo>
                  <a:lnTo>
                    <a:pt x="250" y="244"/>
                  </a:lnTo>
                  <a:lnTo>
                    <a:pt x="238" y="296"/>
                  </a:lnTo>
                  <a:lnTo>
                    <a:pt x="197" y="291"/>
                  </a:lnTo>
                  <a:lnTo>
                    <a:pt x="116" y="348"/>
                  </a:lnTo>
                  <a:lnTo>
                    <a:pt x="93" y="378"/>
                  </a:lnTo>
                  <a:close/>
                </a:path>
              </a:pathLst>
            </a:custGeom>
            <a:solidFill>
              <a:srgbClr val="FFFFFF"/>
            </a:solidFill>
            <a:ln w="9525">
              <a:solidFill>
                <a:srgbClr val="000000"/>
              </a:solidFill>
              <a:round/>
              <a:headEnd/>
              <a:tailEnd/>
            </a:ln>
          </p:spPr>
          <p:txBody>
            <a:bodyPr/>
            <a:lstStyle/>
            <a:p>
              <a:endParaRPr lang="ko-KR" altLang="en-US"/>
            </a:p>
          </p:txBody>
        </p:sp>
        <p:sp>
          <p:nvSpPr>
            <p:cNvPr id="418690" name="Freeform 166">
              <a:extLst>
                <a:ext uri="{FF2B5EF4-FFF2-40B4-BE49-F238E27FC236}">
                  <a16:creationId xmlns:a16="http://schemas.microsoft.com/office/drawing/2014/main" id="{ABFCAF6D-3278-BF14-073F-7E28BA936AB2}"/>
                </a:ext>
              </a:extLst>
            </p:cNvPr>
            <p:cNvSpPr>
              <a:spLocks/>
            </p:cNvSpPr>
            <p:nvPr/>
          </p:nvSpPr>
          <p:spPr bwMode="auto">
            <a:xfrm>
              <a:off x="1987" y="435"/>
              <a:ext cx="2" cy="4"/>
            </a:xfrm>
            <a:custGeom>
              <a:avLst/>
              <a:gdLst>
                <a:gd name="T0" fmla="*/ 0 w 24"/>
                <a:gd name="T1" fmla="*/ 0 h 58"/>
                <a:gd name="T2" fmla="*/ 0 w 24"/>
                <a:gd name="T3" fmla="*/ 0 h 58"/>
                <a:gd name="T4" fmla="*/ 0 w 24"/>
                <a:gd name="T5" fmla="*/ 0 h 58"/>
                <a:gd name="T6" fmla="*/ 0 w 24"/>
                <a:gd name="T7" fmla="*/ 0 h 58"/>
                <a:gd name="T8" fmla="*/ 0 w 24"/>
                <a:gd name="T9" fmla="*/ 0 h 58"/>
                <a:gd name="T10" fmla="*/ 0 w 24"/>
                <a:gd name="T11" fmla="*/ 0 h 58"/>
                <a:gd name="T12" fmla="*/ 0 w 24"/>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58">
                  <a:moveTo>
                    <a:pt x="12" y="0"/>
                  </a:moveTo>
                  <a:lnTo>
                    <a:pt x="24" y="35"/>
                  </a:lnTo>
                  <a:lnTo>
                    <a:pt x="6" y="58"/>
                  </a:lnTo>
                  <a:lnTo>
                    <a:pt x="6" y="52"/>
                  </a:lnTo>
                  <a:lnTo>
                    <a:pt x="6" y="40"/>
                  </a:lnTo>
                  <a:lnTo>
                    <a:pt x="0" y="12"/>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18691" name="Freeform 167">
              <a:extLst>
                <a:ext uri="{FF2B5EF4-FFF2-40B4-BE49-F238E27FC236}">
                  <a16:creationId xmlns:a16="http://schemas.microsoft.com/office/drawing/2014/main" id="{FBF2D25D-DAD0-D904-65FD-851B58B3D94D}"/>
                </a:ext>
              </a:extLst>
            </p:cNvPr>
            <p:cNvSpPr>
              <a:spLocks/>
            </p:cNvSpPr>
            <p:nvPr/>
          </p:nvSpPr>
          <p:spPr bwMode="auto">
            <a:xfrm>
              <a:off x="1985" y="435"/>
              <a:ext cx="1" cy="3"/>
            </a:xfrm>
            <a:custGeom>
              <a:avLst/>
              <a:gdLst>
                <a:gd name="T0" fmla="*/ 0 w 18"/>
                <a:gd name="T1" fmla="*/ 0 h 35"/>
                <a:gd name="T2" fmla="*/ 0 w 18"/>
                <a:gd name="T3" fmla="*/ 0 h 35"/>
                <a:gd name="T4" fmla="*/ 0 w 18"/>
                <a:gd name="T5" fmla="*/ 0 h 35"/>
                <a:gd name="T6" fmla="*/ 0 w 18"/>
                <a:gd name="T7" fmla="*/ 0 h 35"/>
                <a:gd name="T8" fmla="*/ 0 w 18"/>
                <a:gd name="T9" fmla="*/ 0 h 35"/>
                <a:gd name="T10" fmla="*/ 0 w 18"/>
                <a:gd name="T11" fmla="*/ 0 h 3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35">
                  <a:moveTo>
                    <a:pt x="6" y="0"/>
                  </a:moveTo>
                  <a:lnTo>
                    <a:pt x="0" y="24"/>
                  </a:lnTo>
                  <a:lnTo>
                    <a:pt x="11" y="35"/>
                  </a:lnTo>
                  <a:lnTo>
                    <a:pt x="18" y="18"/>
                  </a:lnTo>
                  <a:lnTo>
                    <a:pt x="18" y="7"/>
                  </a:lnTo>
                  <a:lnTo>
                    <a:pt x="6" y="0"/>
                  </a:lnTo>
                  <a:close/>
                </a:path>
              </a:pathLst>
            </a:custGeom>
            <a:solidFill>
              <a:srgbClr val="FFFFFF"/>
            </a:solidFill>
            <a:ln w="9525">
              <a:solidFill>
                <a:srgbClr val="000000"/>
              </a:solidFill>
              <a:round/>
              <a:headEnd/>
              <a:tailEnd/>
            </a:ln>
          </p:spPr>
          <p:txBody>
            <a:bodyPr/>
            <a:lstStyle/>
            <a:p>
              <a:endParaRPr lang="ko-KR" altLang="en-US"/>
            </a:p>
          </p:txBody>
        </p:sp>
        <p:sp>
          <p:nvSpPr>
            <p:cNvPr id="418692" name="Freeform 168">
              <a:extLst>
                <a:ext uri="{FF2B5EF4-FFF2-40B4-BE49-F238E27FC236}">
                  <a16:creationId xmlns:a16="http://schemas.microsoft.com/office/drawing/2014/main" id="{43664CE2-B9CF-282F-7BF7-4606C27A761C}"/>
                </a:ext>
              </a:extLst>
            </p:cNvPr>
            <p:cNvSpPr>
              <a:spLocks/>
            </p:cNvSpPr>
            <p:nvPr/>
          </p:nvSpPr>
          <p:spPr bwMode="auto">
            <a:xfrm>
              <a:off x="1986" y="430"/>
              <a:ext cx="4" cy="3"/>
            </a:xfrm>
            <a:custGeom>
              <a:avLst/>
              <a:gdLst>
                <a:gd name="T0" fmla="*/ 0 w 53"/>
                <a:gd name="T1" fmla="*/ 0 h 47"/>
                <a:gd name="T2" fmla="*/ 0 w 53"/>
                <a:gd name="T3" fmla="*/ 0 h 47"/>
                <a:gd name="T4" fmla="*/ 0 w 53"/>
                <a:gd name="T5" fmla="*/ 0 h 47"/>
                <a:gd name="T6" fmla="*/ 0 w 53"/>
                <a:gd name="T7" fmla="*/ 0 h 47"/>
                <a:gd name="T8" fmla="*/ 0 w 53"/>
                <a:gd name="T9" fmla="*/ 0 h 47"/>
                <a:gd name="T10" fmla="*/ 0 w 53"/>
                <a:gd name="T11" fmla="*/ 0 h 47"/>
                <a:gd name="T12" fmla="*/ 0 w 53"/>
                <a:gd name="T13" fmla="*/ 0 h 47"/>
                <a:gd name="T14" fmla="*/ 0 w 53"/>
                <a:gd name="T15" fmla="*/ 0 h 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47">
                  <a:moveTo>
                    <a:pt x="7" y="18"/>
                  </a:moveTo>
                  <a:lnTo>
                    <a:pt x="0" y="30"/>
                  </a:lnTo>
                  <a:lnTo>
                    <a:pt x="18" y="47"/>
                  </a:lnTo>
                  <a:lnTo>
                    <a:pt x="42" y="41"/>
                  </a:lnTo>
                  <a:lnTo>
                    <a:pt x="53" y="18"/>
                  </a:lnTo>
                  <a:lnTo>
                    <a:pt x="30" y="0"/>
                  </a:lnTo>
                  <a:lnTo>
                    <a:pt x="7" y="0"/>
                  </a:lnTo>
                  <a:lnTo>
                    <a:pt x="7" y="18"/>
                  </a:lnTo>
                  <a:close/>
                </a:path>
              </a:pathLst>
            </a:custGeom>
            <a:solidFill>
              <a:srgbClr val="FFFFFF"/>
            </a:solidFill>
            <a:ln w="9525">
              <a:solidFill>
                <a:srgbClr val="000000"/>
              </a:solidFill>
              <a:round/>
              <a:headEnd/>
              <a:tailEnd/>
            </a:ln>
          </p:spPr>
          <p:txBody>
            <a:bodyPr/>
            <a:lstStyle/>
            <a:p>
              <a:endParaRPr lang="ko-KR" altLang="en-US"/>
            </a:p>
          </p:txBody>
        </p:sp>
        <p:sp>
          <p:nvSpPr>
            <p:cNvPr id="418693" name="Freeform 169">
              <a:extLst>
                <a:ext uri="{FF2B5EF4-FFF2-40B4-BE49-F238E27FC236}">
                  <a16:creationId xmlns:a16="http://schemas.microsoft.com/office/drawing/2014/main" id="{77A8D6DC-6D91-F1AA-8E7E-17E7CD810B5E}"/>
                </a:ext>
              </a:extLst>
            </p:cNvPr>
            <p:cNvSpPr>
              <a:spLocks/>
            </p:cNvSpPr>
            <p:nvPr/>
          </p:nvSpPr>
          <p:spPr bwMode="auto">
            <a:xfrm>
              <a:off x="2000" y="428"/>
              <a:ext cx="3" cy="2"/>
            </a:xfrm>
            <a:custGeom>
              <a:avLst/>
              <a:gdLst>
                <a:gd name="T0" fmla="*/ 0 w 28"/>
                <a:gd name="T1" fmla="*/ 0 h 23"/>
                <a:gd name="T2" fmla="*/ 0 w 28"/>
                <a:gd name="T3" fmla="*/ 0 h 23"/>
                <a:gd name="T4" fmla="*/ 0 w 28"/>
                <a:gd name="T5" fmla="*/ 0 h 23"/>
                <a:gd name="T6" fmla="*/ 0 w 28"/>
                <a:gd name="T7" fmla="*/ 0 h 23"/>
                <a:gd name="T8" fmla="*/ 0 w 28"/>
                <a:gd name="T9" fmla="*/ 0 h 23"/>
                <a:gd name="T10" fmla="*/ 0 w 28"/>
                <a:gd name="T11" fmla="*/ 0 h 23"/>
                <a:gd name="T12" fmla="*/ 0 w 28"/>
                <a:gd name="T13" fmla="*/ 0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23">
                  <a:moveTo>
                    <a:pt x="11" y="6"/>
                  </a:moveTo>
                  <a:lnTo>
                    <a:pt x="0" y="18"/>
                  </a:lnTo>
                  <a:lnTo>
                    <a:pt x="11" y="23"/>
                  </a:lnTo>
                  <a:lnTo>
                    <a:pt x="28" y="23"/>
                  </a:lnTo>
                  <a:lnTo>
                    <a:pt x="23" y="6"/>
                  </a:lnTo>
                  <a:lnTo>
                    <a:pt x="17" y="0"/>
                  </a:lnTo>
                  <a:lnTo>
                    <a:pt x="11" y="6"/>
                  </a:lnTo>
                  <a:close/>
                </a:path>
              </a:pathLst>
            </a:custGeom>
            <a:solidFill>
              <a:srgbClr val="FFFFFF"/>
            </a:solidFill>
            <a:ln w="9525">
              <a:solidFill>
                <a:srgbClr val="000000"/>
              </a:solidFill>
              <a:round/>
              <a:headEnd/>
              <a:tailEnd/>
            </a:ln>
          </p:spPr>
          <p:txBody>
            <a:bodyPr/>
            <a:lstStyle/>
            <a:p>
              <a:endParaRPr lang="ko-KR" altLang="en-US"/>
            </a:p>
          </p:txBody>
        </p:sp>
        <p:sp>
          <p:nvSpPr>
            <p:cNvPr id="418694" name="Freeform 170">
              <a:extLst>
                <a:ext uri="{FF2B5EF4-FFF2-40B4-BE49-F238E27FC236}">
                  <a16:creationId xmlns:a16="http://schemas.microsoft.com/office/drawing/2014/main" id="{ED3D6B4C-0410-C326-6A1F-DE3E0516CB29}"/>
                </a:ext>
              </a:extLst>
            </p:cNvPr>
            <p:cNvSpPr>
              <a:spLocks/>
            </p:cNvSpPr>
            <p:nvPr/>
          </p:nvSpPr>
          <p:spPr bwMode="auto">
            <a:xfrm>
              <a:off x="1981" y="451"/>
              <a:ext cx="10" cy="10"/>
            </a:xfrm>
            <a:custGeom>
              <a:avLst/>
              <a:gdLst>
                <a:gd name="T0" fmla="*/ 0 w 123"/>
                <a:gd name="T1" fmla="*/ 0 h 127"/>
                <a:gd name="T2" fmla="*/ 0 w 123"/>
                <a:gd name="T3" fmla="*/ 0 h 127"/>
                <a:gd name="T4" fmla="*/ 0 w 123"/>
                <a:gd name="T5" fmla="*/ 0 h 127"/>
                <a:gd name="T6" fmla="*/ 0 w 123"/>
                <a:gd name="T7" fmla="*/ 0 h 127"/>
                <a:gd name="T8" fmla="*/ 0 w 123"/>
                <a:gd name="T9" fmla="*/ 0 h 127"/>
                <a:gd name="T10" fmla="*/ 0 w 123"/>
                <a:gd name="T11" fmla="*/ 0 h 127"/>
                <a:gd name="T12" fmla="*/ 0 w 123"/>
                <a:gd name="T13" fmla="*/ 0 h 127"/>
                <a:gd name="T14" fmla="*/ 0 w 123"/>
                <a:gd name="T15" fmla="*/ 0 h 127"/>
                <a:gd name="T16" fmla="*/ 0 w 123"/>
                <a:gd name="T17" fmla="*/ 0 h 127"/>
                <a:gd name="T18" fmla="*/ 0 w 123"/>
                <a:gd name="T19" fmla="*/ 0 h 127"/>
                <a:gd name="T20" fmla="*/ 0 w 123"/>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27">
                  <a:moveTo>
                    <a:pt x="53" y="0"/>
                  </a:moveTo>
                  <a:lnTo>
                    <a:pt x="12" y="35"/>
                  </a:lnTo>
                  <a:lnTo>
                    <a:pt x="0" y="80"/>
                  </a:lnTo>
                  <a:lnTo>
                    <a:pt x="12" y="104"/>
                  </a:lnTo>
                  <a:lnTo>
                    <a:pt x="30" y="98"/>
                  </a:lnTo>
                  <a:lnTo>
                    <a:pt x="82" y="127"/>
                  </a:lnTo>
                  <a:lnTo>
                    <a:pt x="88" y="122"/>
                  </a:lnTo>
                  <a:lnTo>
                    <a:pt x="123" y="80"/>
                  </a:lnTo>
                  <a:lnTo>
                    <a:pt x="111" y="23"/>
                  </a:lnTo>
                  <a:lnTo>
                    <a:pt x="70" y="11"/>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18695" name="Freeform 171">
              <a:extLst>
                <a:ext uri="{FF2B5EF4-FFF2-40B4-BE49-F238E27FC236}">
                  <a16:creationId xmlns:a16="http://schemas.microsoft.com/office/drawing/2014/main" id="{999732E6-51EA-5693-3326-3E33F5A67529}"/>
                </a:ext>
              </a:extLst>
            </p:cNvPr>
            <p:cNvSpPr>
              <a:spLocks/>
            </p:cNvSpPr>
            <p:nvPr/>
          </p:nvSpPr>
          <p:spPr bwMode="auto">
            <a:xfrm>
              <a:off x="1970" y="450"/>
              <a:ext cx="18" cy="24"/>
            </a:xfrm>
            <a:custGeom>
              <a:avLst/>
              <a:gdLst>
                <a:gd name="T0" fmla="*/ 0 w 233"/>
                <a:gd name="T1" fmla="*/ 0 h 308"/>
                <a:gd name="T2" fmla="*/ 0 w 233"/>
                <a:gd name="T3" fmla="*/ 0 h 308"/>
                <a:gd name="T4" fmla="*/ 0 w 233"/>
                <a:gd name="T5" fmla="*/ 0 h 308"/>
                <a:gd name="T6" fmla="*/ 0 w 233"/>
                <a:gd name="T7" fmla="*/ 0 h 308"/>
                <a:gd name="T8" fmla="*/ 0 w 233"/>
                <a:gd name="T9" fmla="*/ 0 h 308"/>
                <a:gd name="T10" fmla="*/ 0 w 233"/>
                <a:gd name="T11" fmla="*/ 0 h 308"/>
                <a:gd name="T12" fmla="*/ 0 w 233"/>
                <a:gd name="T13" fmla="*/ 0 h 308"/>
                <a:gd name="T14" fmla="*/ 0 w 233"/>
                <a:gd name="T15" fmla="*/ 0 h 308"/>
                <a:gd name="T16" fmla="*/ 0 w 233"/>
                <a:gd name="T17" fmla="*/ 0 h 308"/>
                <a:gd name="T18" fmla="*/ 0 w 233"/>
                <a:gd name="T19" fmla="*/ 0 h 308"/>
                <a:gd name="T20" fmla="*/ 0 w 233"/>
                <a:gd name="T21" fmla="*/ 0 h 308"/>
                <a:gd name="T22" fmla="*/ 0 w 233"/>
                <a:gd name="T23" fmla="*/ 0 h 308"/>
                <a:gd name="T24" fmla="*/ 0 w 233"/>
                <a:gd name="T25" fmla="*/ 0 h 308"/>
                <a:gd name="T26" fmla="*/ 0 w 233"/>
                <a:gd name="T27" fmla="*/ 0 h 308"/>
                <a:gd name="T28" fmla="*/ 0 w 233"/>
                <a:gd name="T29" fmla="*/ 0 h 308"/>
                <a:gd name="T30" fmla="*/ 0 w 233"/>
                <a:gd name="T31" fmla="*/ 0 h 308"/>
                <a:gd name="T32" fmla="*/ 0 w 233"/>
                <a:gd name="T33" fmla="*/ 0 h 308"/>
                <a:gd name="T34" fmla="*/ 0 w 233"/>
                <a:gd name="T35" fmla="*/ 0 h 308"/>
                <a:gd name="T36" fmla="*/ 0 w 233"/>
                <a:gd name="T37" fmla="*/ 0 h 308"/>
                <a:gd name="T38" fmla="*/ 0 w 233"/>
                <a:gd name="T39" fmla="*/ 0 h 308"/>
                <a:gd name="T40" fmla="*/ 0 w 233"/>
                <a:gd name="T41" fmla="*/ 0 h 308"/>
                <a:gd name="T42" fmla="*/ 0 w 233"/>
                <a:gd name="T43" fmla="*/ 0 h 308"/>
                <a:gd name="T44" fmla="*/ 0 w 233"/>
                <a:gd name="T45" fmla="*/ 0 h 308"/>
                <a:gd name="T46" fmla="*/ 0 w 233"/>
                <a:gd name="T47" fmla="*/ 0 h 308"/>
                <a:gd name="T48" fmla="*/ 0 w 233"/>
                <a:gd name="T49" fmla="*/ 0 h 308"/>
                <a:gd name="T50" fmla="*/ 0 w 233"/>
                <a:gd name="T51" fmla="*/ 0 h 308"/>
                <a:gd name="T52" fmla="*/ 0 w 233"/>
                <a:gd name="T53" fmla="*/ 0 h 30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33" h="308">
                  <a:moveTo>
                    <a:pt x="198" y="18"/>
                  </a:moveTo>
                  <a:lnTo>
                    <a:pt x="192" y="0"/>
                  </a:lnTo>
                  <a:lnTo>
                    <a:pt x="157" y="29"/>
                  </a:lnTo>
                  <a:lnTo>
                    <a:pt x="123" y="35"/>
                  </a:lnTo>
                  <a:lnTo>
                    <a:pt x="88" y="46"/>
                  </a:lnTo>
                  <a:lnTo>
                    <a:pt x="116" y="81"/>
                  </a:lnTo>
                  <a:lnTo>
                    <a:pt x="70" y="70"/>
                  </a:lnTo>
                  <a:lnTo>
                    <a:pt x="53" y="87"/>
                  </a:lnTo>
                  <a:lnTo>
                    <a:pt x="64" y="133"/>
                  </a:lnTo>
                  <a:lnTo>
                    <a:pt x="41" y="140"/>
                  </a:lnTo>
                  <a:lnTo>
                    <a:pt x="41" y="151"/>
                  </a:lnTo>
                  <a:lnTo>
                    <a:pt x="64" y="180"/>
                  </a:lnTo>
                  <a:lnTo>
                    <a:pt x="0" y="244"/>
                  </a:lnTo>
                  <a:lnTo>
                    <a:pt x="46" y="290"/>
                  </a:lnTo>
                  <a:lnTo>
                    <a:pt x="116" y="308"/>
                  </a:lnTo>
                  <a:lnTo>
                    <a:pt x="163" y="255"/>
                  </a:lnTo>
                  <a:lnTo>
                    <a:pt x="198" y="297"/>
                  </a:lnTo>
                  <a:lnTo>
                    <a:pt x="221" y="273"/>
                  </a:lnTo>
                  <a:lnTo>
                    <a:pt x="210" y="209"/>
                  </a:lnTo>
                  <a:lnTo>
                    <a:pt x="227" y="186"/>
                  </a:lnTo>
                  <a:lnTo>
                    <a:pt x="233" y="140"/>
                  </a:lnTo>
                  <a:lnTo>
                    <a:pt x="227" y="145"/>
                  </a:lnTo>
                  <a:lnTo>
                    <a:pt x="175" y="116"/>
                  </a:lnTo>
                  <a:lnTo>
                    <a:pt x="157" y="122"/>
                  </a:lnTo>
                  <a:lnTo>
                    <a:pt x="145" y="98"/>
                  </a:lnTo>
                  <a:lnTo>
                    <a:pt x="157" y="53"/>
                  </a:lnTo>
                  <a:lnTo>
                    <a:pt x="198" y="18"/>
                  </a:lnTo>
                  <a:close/>
                </a:path>
              </a:pathLst>
            </a:custGeom>
            <a:solidFill>
              <a:srgbClr val="FFFFFF"/>
            </a:solidFill>
            <a:ln w="9525">
              <a:solidFill>
                <a:srgbClr val="000000"/>
              </a:solidFill>
              <a:round/>
              <a:headEnd/>
              <a:tailEnd/>
            </a:ln>
          </p:spPr>
          <p:txBody>
            <a:bodyPr/>
            <a:lstStyle/>
            <a:p>
              <a:endParaRPr lang="ko-KR" altLang="en-US"/>
            </a:p>
          </p:txBody>
        </p:sp>
        <p:sp>
          <p:nvSpPr>
            <p:cNvPr id="418696" name="Freeform 172">
              <a:extLst>
                <a:ext uri="{FF2B5EF4-FFF2-40B4-BE49-F238E27FC236}">
                  <a16:creationId xmlns:a16="http://schemas.microsoft.com/office/drawing/2014/main" id="{A403AD42-0F9C-DF16-4B87-B3A32EBD879E}"/>
                </a:ext>
              </a:extLst>
            </p:cNvPr>
            <p:cNvSpPr>
              <a:spLocks/>
            </p:cNvSpPr>
            <p:nvPr/>
          </p:nvSpPr>
          <p:spPr bwMode="auto">
            <a:xfrm>
              <a:off x="1991" y="464"/>
              <a:ext cx="9" cy="13"/>
            </a:xfrm>
            <a:custGeom>
              <a:avLst/>
              <a:gdLst>
                <a:gd name="T0" fmla="*/ 0 w 122"/>
                <a:gd name="T1" fmla="*/ 0 h 163"/>
                <a:gd name="T2" fmla="*/ 0 w 122"/>
                <a:gd name="T3" fmla="*/ 0 h 163"/>
                <a:gd name="T4" fmla="*/ 0 w 122"/>
                <a:gd name="T5" fmla="*/ 0 h 163"/>
                <a:gd name="T6" fmla="*/ 0 w 122"/>
                <a:gd name="T7" fmla="*/ 0 h 163"/>
                <a:gd name="T8" fmla="*/ 0 w 122"/>
                <a:gd name="T9" fmla="*/ 0 h 163"/>
                <a:gd name="T10" fmla="*/ 0 w 122"/>
                <a:gd name="T11" fmla="*/ 0 h 163"/>
                <a:gd name="T12" fmla="*/ 0 w 122"/>
                <a:gd name="T13" fmla="*/ 0 h 163"/>
                <a:gd name="T14" fmla="*/ 0 w 122"/>
                <a:gd name="T15" fmla="*/ 0 h 163"/>
                <a:gd name="T16" fmla="*/ 0 w 122"/>
                <a:gd name="T17" fmla="*/ 0 h 163"/>
                <a:gd name="T18" fmla="*/ 0 w 122"/>
                <a:gd name="T19" fmla="*/ 0 h 163"/>
                <a:gd name="T20" fmla="*/ 0 w 122"/>
                <a:gd name="T21" fmla="*/ 0 h 163"/>
                <a:gd name="T22" fmla="*/ 0 w 122"/>
                <a:gd name="T23" fmla="*/ 0 h 163"/>
                <a:gd name="T24" fmla="*/ 0 w 122"/>
                <a:gd name="T25" fmla="*/ 0 h 163"/>
                <a:gd name="T26" fmla="*/ 0 w 122"/>
                <a:gd name="T27" fmla="*/ 0 h 163"/>
                <a:gd name="T28" fmla="*/ 0 w 122"/>
                <a:gd name="T29" fmla="*/ 0 h 1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2" h="163">
                  <a:moveTo>
                    <a:pt x="98" y="6"/>
                  </a:moveTo>
                  <a:lnTo>
                    <a:pt x="122" y="46"/>
                  </a:lnTo>
                  <a:lnTo>
                    <a:pt x="98" y="52"/>
                  </a:lnTo>
                  <a:lnTo>
                    <a:pt x="110" y="76"/>
                  </a:lnTo>
                  <a:lnTo>
                    <a:pt x="93" y="111"/>
                  </a:lnTo>
                  <a:lnTo>
                    <a:pt x="98" y="122"/>
                  </a:lnTo>
                  <a:lnTo>
                    <a:pt x="63" y="163"/>
                  </a:lnTo>
                  <a:lnTo>
                    <a:pt x="0" y="146"/>
                  </a:lnTo>
                  <a:lnTo>
                    <a:pt x="6" y="104"/>
                  </a:lnTo>
                  <a:lnTo>
                    <a:pt x="35" y="99"/>
                  </a:lnTo>
                  <a:lnTo>
                    <a:pt x="40" y="34"/>
                  </a:lnTo>
                  <a:lnTo>
                    <a:pt x="35" y="6"/>
                  </a:lnTo>
                  <a:lnTo>
                    <a:pt x="46" y="0"/>
                  </a:lnTo>
                  <a:lnTo>
                    <a:pt x="70" y="12"/>
                  </a:lnTo>
                  <a:lnTo>
                    <a:pt x="98" y="6"/>
                  </a:lnTo>
                  <a:close/>
                </a:path>
              </a:pathLst>
            </a:custGeom>
            <a:solidFill>
              <a:srgbClr val="FFFFFF"/>
            </a:solidFill>
            <a:ln w="9525">
              <a:solidFill>
                <a:srgbClr val="000000"/>
              </a:solidFill>
              <a:round/>
              <a:headEnd/>
              <a:tailEnd/>
            </a:ln>
          </p:spPr>
          <p:txBody>
            <a:bodyPr/>
            <a:lstStyle/>
            <a:p>
              <a:endParaRPr lang="ko-KR" altLang="en-US"/>
            </a:p>
          </p:txBody>
        </p:sp>
        <p:sp>
          <p:nvSpPr>
            <p:cNvPr id="418697" name="Freeform 173">
              <a:extLst>
                <a:ext uri="{FF2B5EF4-FFF2-40B4-BE49-F238E27FC236}">
                  <a16:creationId xmlns:a16="http://schemas.microsoft.com/office/drawing/2014/main" id="{63107C11-6972-1EBB-2DBA-DD11B165D8A3}"/>
                </a:ext>
              </a:extLst>
            </p:cNvPr>
            <p:cNvSpPr>
              <a:spLocks/>
            </p:cNvSpPr>
            <p:nvPr/>
          </p:nvSpPr>
          <p:spPr bwMode="auto">
            <a:xfrm>
              <a:off x="1987" y="452"/>
              <a:ext cx="29" cy="32"/>
            </a:xfrm>
            <a:custGeom>
              <a:avLst/>
              <a:gdLst>
                <a:gd name="T0" fmla="*/ 0 w 360"/>
                <a:gd name="T1" fmla="*/ 0 h 413"/>
                <a:gd name="T2" fmla="*/ 0 w 360"/>
                <a:gd name="T3" fmla="*/ 0 h 413"/>
                <a:gd name="T4" fmla="*/ 0 w 360"/>
                <a:gd name="T5" fmla="*/ 0 h 413"/>
                <a:gd name="T6" fmla="*/ 0 w 360"/>
                <a:gd name="T7" fmla="*/ 0 h 413"/>
                <a:gd name="T8" fmla="*/ 0 w 360"/>
                <a:gd name="T9" fmla="*/ 0 h 413"/>
                <a:gd name="T10" fmla="*/ 0 w 360"/>
                <a:gd name="T11" fmla="*/ 0 h 413"/>
                <a:gd name="T12" fmla="*/ 0 w 360"/>
                <a:gd name="T13" fmla="*/ 0 h 413"/>
                <a:gd name="T14" fmla="*/ 0 w 360"/>
                <a:gd name="T15" fmla="*/ 0 h 413"/>
                <a:gd name="T16" fmla="*/ 0 w 360"/>
                <a:gd name="T17" fmla="*/ 0 h 413"/>
                <a:gd name="T18" fmla="*/ 0 w 360"/>
                <a:gd name="T19" fmla="*/ 0 h 413"/>
                <a:gd name="T20" fmla="*/ 0 w 360"/>
                <a:gd name="T21" fmla="*/ 0 h 413"/>
                <a:gd name="T22" fmla="*/ 0 w 360"/>
                <a:gd name="T23" fmla="*/ 0 h 413"/>
                <a:gd name="T24" fmla="*/ 0 w 360"/>
                <a:gd name="T25" fmla="*/ 0 h 413"/>
                <a:gd name="T26" fmla="*/ 0 w 360"/>
                <a:gd name="T27" fmla="*/ 0 h 413"/>
                <a:gd name="T28" fmla="*/ 0 w 360"/>
                <a:gd name="T29" fmla="*/ 0 h 413"/>
                <a:gd name="T30" fmla="*/ 0 w 360"/>
                <a:gd name="T31" fmla="*/ 0 h 413"/>
                <a:gd name="T32" fmla="*/ 0 w 360"/>
                <a:gd name="T33" fmla="*/ 0 h 413"/>
                <a:gd name="T34" fmla="*/ 0 w 360"/>
                <a:gd name="T35" fmla="*/ 0 h 413"/>
                <a:gd name="T36" fmla="*/ 0 w 360"/>
                <a:gd name="T37" fmla="*/ 0 h 413"/>
                <a:gd name="T38" fmla="*/ 0 w 360"/>
                <a:gd name="T39" fmla="*/ 0 h 413"/>
                <a:gd name="T40" fmla="*/ 0 w 360"/>
                <a:gd name="T41" fmla="*/ 0 h 413"/>
                <a:gd name="T42" fmla="*/ 0 w 360"/>
                <a:gd name="T43" fmla="*/ 0 h 413"/>
                <a:gd name="T44" fmla="*/ 0 w 360"/>
                <a:gd name="T45" fmla="*/ 0 h 413"/>
                <a:gd name="T46" fmla="*/ 0 w 360"/>
                <a:gd name="T47" fmla="*/ 0 h 413"/>
                <a:gd name="T48" fmla="*/ 0 w 360"/>
                <a:gd name="T49" fmla="*/ 0 h 413"/>
                <a:gd name="T50" fmla="*/ 0 w 360"/>
                <a:gd name="T51" fmla="*/ 0 h 413"/>
                <a:gd name="T52" fmla="*/ 0 w 360"/>
                <a:gd name="T53" fmla="*/ 0 h 413"/>
                <a:gd name="T54" fmla="*/ 0 w 360"/>
                <a:gd name="T55" fmla="*/ 0 h 413"/>
                <a:gd name="T56" fmla="*/ 0 w 360"/>
                <a:gd name="T57" fmla="*/ 0 h 413"/>
                <a:gd name="T58" fmla="*/ 0 w 360"/>
                <a:gd name="T59" fmla="*/ 0 h 413"/>
                <a:gd name="T60" fmla="*/ 0 w 360"/>
                <a:gd name="T61" fmla="*/ 0 h 413"/>
                <a:gd name="T62" fmla="*/ 0 w 360"/>
                <a:gd name="T63" fmla="*/ 0 h 413"/>
                <a:gd name="T64" fmla="*/ 0 w 360"/>
                <a:gd name="T65" fmla="*/ 0 h 413"/>
                <a:gd name="T66" fmla="*/ 0 w 360"/>
                <a:gd name="T67" fmla="*/ 0 h 413"/>
                <a:gd name="T68" fmla="*/ 0 w 360"/>
                <a:gd name="T69" fmla="*/ 0 h 413"/>
                <a:gd name="T70" fmla="*/ 0 w 360"/>
                <a:gd name="T71" fmla="*/ 0 h 4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60" h="413">
                  <a:moveTo>
                    <a:pt x="128" y="116"/>
                  </a:moveTo>
                  <a:lnTo>
                    <a:pt x="157" y="104"/>
                  </a:lnTo>
                  <a:lnTo>
                    <a:pt x="163" y="69"/>
                  </a:lnTo>
                  <a:lnTo>
                    <a:pt x="203" y="29"/>
                  </a:lnTo>
                  <a:lnTo>
                    <a:pt x="208" y="6"/>
                  </a:lnTo>
                  <a:lnTo>
                    <a:pt x="215" y="0"/>
                  </a:lnTo>
                  <a:lnTo>
                    <a:pt x="226" y="24"/>
                  </a:lnTo>
                  <a:lnTo>
                    <a:pt x="215" y="69"/>
                  </a:lnTo>
                  <a:lnTo>
                    <a:pt x="243" y="69"/>
                  </a:lnTo>
                  <a:lnTo>
                    <a:pt x="267" y="93"/>
                  </a:lnTo>
                  <a:lnTo>
                    <a:pt x="261" y="139"/>
                  </a:lnTo>
                  <a:lnTo>
                    <a:pt x="278" y="191"/>
                  </a:lnTo>
                  <a:lnTo>
                    <a:pt x="313" y="198"/>
                  </a:lnTo>
                  <a:lnTo>
                    <a:pt x="360" y="256"/>
                  </a:lnTo>
                  <a:lnTo>
                    <a:pt x="348" y="296"/>
                  </a:lnTo>
                  <a:lnTo>
                    <a:pt x="296" y="325"/>
                  </a:lnTo>
                  <a:lnTo>
                    <a:pt x="337" y="366"/>
                  </a:lnTo>
                  <a:lnTo>
                    <a:pt x="313" y="383"/>
                  </a:lnTo>
                  <a:lnTo>
                    <a:pt x="267" y="390"/>
                  </a:lnTo>
                  <a:lnTo>
                    <a:pt x="250" y="383"/>
                  </a:lnTo>
                  <a:lnTo>
                    <a:pt x="232" y="395"/>
                  </a:lnTo>
                  <a:lnTo>
                    <a:pt x="163" y="401"/>
                  </a:lnTo>
                  <a:lnTo>
                    <a:pt x="133" y="383"/>
                  </a:lnTo>
                  <a:lnTo>
                    <a:pt x="58" y="413"/>
                  </a:lnTo>
                  <a:lnTo>
                    <a:pt x="6" y="395"/>
                  </a:lnTo>
                  <a:lnTo>
                    <a:pt x="0" y="383"/>
                  </a:lnTo>
                  <a:lnTo>
                    <a:pt x="29" y="378"/>
                  </a:lnTo>
                  <a:lnTo>
                    <a:pt x="53" y="337"/>
                  </a:lnTo>
                  <a:lnTo>
                    <a:pt x="98" y="320"/>
                  </a:lnTo>
                  <a:lnTo>
                    <a:pt x="128" y="279"/>
                  </a:lnTo>
                  <a:lnTo>
                    <a:pt x="128" y="268"/>
                  </a:lnTo>
                  <a:lnTo>
                    <a:pt x="145" y="233"/>
                  </a:lnTo>
                  <a:lnTo>
                    <a:pt x="140" y="203"/>
                  </a:lnTo>
                  <a:lnTo>
                    <a:pt x="157" y="198"/>
                  </a:lnTo>
                  <a:lnTo>
                    <a:pt x="133" y="163"/>
                  </a:lnTo>
                  <a:lnTo>
                    <a:pt x="128" y="116"/>
                  </a:lnTo>
                  <a:close/>
                </a:path>
              </a:pathLst>
            </a:custGeom>
            <a:solidFill>
              <a:srgbClr val="FFFFFF"/>
            </a:solidFill>
            <a:ln w="9525">
              <a:solidFill>
                <a:srgbClr val="000000"/>
              </a:solidFill>
              <a:round/>
              <a:headEnd/>
              <a:tailEnd/>
            </a:ln>
          </p:spPr>
          <p:txBody>
            <a:bodyPr/>
            <a:lstStyle/>
            <a:p>
              <a:endParaRPr lang="ko-KR" altLang="en-US"/>
            </a:p>
          </p:txBody>
        </p:sp>
        <p:sp>
          <p:nvSpPr>
            <p:cNvPr id="418698" name="Freeform 174">
              <a:extLst>
                <a:ext uri="{FF2B5EF4-FFF2-40B4-BE49-F238E27FC236}">
                  <a16:creationId xmlns:a16="http://schemas.microsoft.com/office/drawing/2014/main" id="{323E96ED-3B34-2B53-D6F5-DB0683BF04BD}"/>
                </a:ext>
              </a:extLst>
            </p:cNvPr>
            <p:cNvSpPr>
              <a:spLocks/>
            </p:cNvSpPr>
            <p:nvPr/>
          </p:nvSpPr>
          <p:spPr bwMode="auto">
            <a:xfrm>
              <a:off x="1989" y="430"/>
              <a:ext cx="16" cy="31"/>
            </a:xfrm>
            <a:custGeom>
              <a:avLst/>
              <a:gdLst>
                <a:gd name="T0" fmla="*/ 0 w 197"/>
                <a:gd name="T1" fmla="*/ 0 h 401"/>
                <a:gd name="T2" fmla="*/ 0 w 197"/>
                <a:gd name="T3" fmla="*/ 0 h 401"/>
                <a:gd name="T4" fmla="*/ 0 w 197"/>
                <a:gd name="T5" fmla="*/ 0 h 401"/>
                <a:gd name="T6" fmla="*/ 0 w 197"/>
                <a:gd name="T7" fmla="*/ 0 h 401"/>
                <a:gd name="T8" fmla="*/ 0 w 197"/>
                <a:gd name="T9" fmla="*/ 0 h 401"/>
                <a:gd name="T10" fmla="*/ 0 w 197"/>
                <a:gd name="T11" fmla="*/ 0 h 401"/>
                <a:gd name="T12" fmla="*/ 0 w 197"/>
                <a:gd name="T13" fmla="*/ 0 h 401"/>
                <a:gd name="T14" fmla="*/ 0 w 197"/>
                <a:gd name="T15" fmla="*/ 0 h 401"/>
                <a:gd name="T16" fmla="*/ 0 w 197"/>
                <a:gd name="T17" fmla="*/ 0 h 401"/>
                <a:gd name="T18" fmla="*/ 0 w 197"/>
                <a:gd name="T19" fmla="*/ 0 h 401"/>
                <a:gd name="T20" fmla="*/ 0 w 197"/>
                <a:gd name="T21" fmla="*/ 0 h 401"/>
                <a:gd name="T22" fmla="*/ 0 w 197"/>
                <a:gd name="T23" fmla="*/ 0 h 401"/>
                <a:gd name="T24" fmla="*/ 0 w 197"/>
                <a:gd name="T25" fmla="*/ 0 h 401"/>
                <a:gd name="T26" fmla="*/ 0 w 197"/>
                <a:gd name="T27" fmla="*/ 0 h 401"/>
                <a:gd name="T28" fmla="*/ 0 w 197"/>
                <a:gd name="T29" fmla="*/ 0 h 401"/>
                <a:gd name="T30" fmla="*/ 0 w 197"/>
                <a:gd name="T31" fmla="*/ 0 h 401"/>
                <a:gd name="T32" fmla="*/ 0 w 197"/>
                <a:gd name="T33" fmla="*/ 0 h 401"/>
                <a:gd name="T34" fmla="*/ 0 w 197"/>
                <a:gd name="T35" fmla="*/ 0 h 401"/>
                <a:gd name="T36" fmla="*/ 0 w 197"/>
                <a:gd name="T37" fmla="*/ 0 h 401"/>
                <a:gd name="T38" fmla="*/ 0 w 197"/>
                <a:gd name="T39" fmla="*/ 0 h 401"/>
                <a:gd name="T40" fmla="*/ 0 w 197"/>
                <a:gd name="T41" fmla="*/ 0 h 401"/>
                <a:gd name="T42" fmla="*/ 0 w 197"/>
                <a:gd name="T43" fmla="*/ 0 h 401"/>
                <a:gd name="T44" fmla="*/ 0 w 197"/>
                <a:gd name="T45" fmla="*/ 0 h 401"/>
                <a:gd name="T46" fmla="*/ 0 w 197"/>
                <a:gd name="T47" fmla="*/ 0 h 401"/>
                <a:gd name="T48" fmla="*/ 0 w 197"/>
                <a:gd name="T49" fmla="*/ 0 h 401"/>
                <a:gd name="T50" fmla="*/ 0 w 197"/>
                <a:gd name="T51" fmla="*/ 0 h 401"/>
                <a:gd name="T52" fmla="*/ 0 w 197"/>
                <a:gd name="T53" fmla="*/ 0 h 401"/>
                <a:gd name="T54" fmla="*/ 0 w 197"/>
                <a:gd name="T55" fmla="*/ 0 h 401"/>
                <a:gd name="T56" fmla="*/ 0 w 197"/>
                <a:gd name="T57" fmla="*/ 0 h 401"/>
                <a:gd name="T58" fmla="*/ 0 w 197"/>
                <a:gd name="T59" fmla="*/ 0 h 401"/>
                <a:gd name="T60" fmla="*/ 0 w 197"/>
                <a:gd name="T61" fmla="*/ 0 h 401"/>
                <a:gd name="T62" fmla="*/ 0 w 197"/>
                <a:gd name="T63" fmla="*/ 0 h 40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7" h="401">
                  <a:moveTo>
                    <a:pt x="115" y="401"/>
                  </a:moveTo>
                  <a:lnTo>
                    <a:pt x="98" y="354"/>
                  </a:lnTo>
                  <a:lnTo>
                    <a:pt x="104" y="314"/>
                  </a:lnTo>
                  <a:lnTo>
                    <a:pt x="69" y="337"/>
                  </a:lnTo>
                  <a:lnTo>
                    <a:pt x="40" y="309"/>
                  </a:lnTo>
                  <a:lnTo>
                    <a:pt x="35" y="250"/>
                  </a:lnTo>
                  <a:lnTo>
                    <a:pt x="17" y="204"/>
                  </a:lnTo>
                  <a:lnTo>
                    <a:pt x="0" y="209"/>
                  </a:lnTo>
                  <a:lnTo>
                    <a:pt x="0" y="175"/>
                  </a:lnTo>
                  <a:lnTo>
                    <a:pt x="23" y="140"/>
                  </a:lnTo>
                  <a:lnTo>
                    <a:pt x="17" y="122"/>
                  </a:lnTo>
                  <a:lnTo>
                    <a:pt x="23" y="75"/>
                  </a:lnTo>
                  <a:lnTo>
                    <a:pt x="40" y="65"/>
                  </a:lnTo>
                  <a:lnTo>
                    <a:pt x="28" y="47"/>
                  </a:lnTo>
                  <a:lnTo>
                    <a:pt x="40" y="6"/>
                  </a:lnTo>
                  <a:lnTo>
                    <a:pt x="45" y="0"/>
                  </a:lnTo>
                  <a:lnTo>
                    <a:pt x="127" y="18"/>
                  </a:lnTo>
                  <a:lnTo>
                    <a:pt x="127" y="41"/>
                  </a:lnTo>
                  <a:lnTo>
                    <a:pt x="98" y="47"/>
                  </a:lnTo>
                  <a:lnTo>
                    <a:pt x="87" y="87"/>
                  </a:lnTo>
                  <a:lnTo>
                    <a:pt x="110" y="82"/>
                  </a:lnTo>
                  <a:lnTo>
                    <a:pt x="115" y="99"/>
                  </a:lnTo>
                  <a:lnTo>
                    <a:pt x="145" y="99"/>
                  </a:lnTo>
                  <a:lnTo>
                    <a:pt x="173" y="128"/>
                  </a:lnTo>
                  <a:lnTo>
                    <a:pt x="127" y="232"/>
                  </a:lnTo>
                  <a:lnTo>
                    <a:pt x="179" y="244"/>
                  </a:lnTo>
                  <a:lnTo>
                    <a:pt x="197" y="285"/>
                  </a:lnTo>
                  <a:lnTo>
                    <a:pt x="190" y="291"/>
                  </a:lnTo>
                  <a:lnTo>
                    <a:pt x="185" y="314"/>
                  </a:lnTo>
                  <a:lnTo>
                    <a:pt x="145" y="354"/>
                  </a:lnTo>
                  <a:lnTo>
                    <a:pt x="139" y="389"/>
                  </a:lnTo>
                  <a:lnTo>
                    <a:pt x="115" y="401"/>
                  </a:lnTo>
                  <a:close/>
                </a:path>
              </a:pathLst>
            </a:custGeom>
            <a:solidFill>
              <a:srgbClr val="FFFFFF"/>
            </a:solidFill>
            <a:ln w="9525">
              <a:solidFill>
                <a:srgbClr val="000000"/>
              </a:solidFill>
              <a:round/>
              <a:headEnd/>
              <a:tailEnd/>
            </a:ln>
          </p:spPr>
          <p:txBody>
            <a:bodyPr/>
            <a:lstStyle/>
            <a:p>
              <a:endParaRPr lang="ko-KR" altLang="en-US"/>
            </a:p>
          </p:txBody>
        </p:sp>
        <p:sp>
          <p:nvSpPr>
            <p:cNvPr id="418699" name="Freeform 175">
              <a:extLst>
                <a:ext uri="{FF2B5EF4-FFF2-40B4-BE49-F238E27FC236}">
                  <a16:creationId xmlns:a16="http://schemas.microsoft.com/office/drawing/2014/main" id="{7962A680-9140-92A7-14A2-1A4471543349}"/>
                </a:ext>
              </a:extLst>
            </p:cNvPr>
            <p:cNvSpPr>
              <a:spLocks/>
            </p:cNvSpPr>
            <p:nvPr/>
          </p:nvSpPr>
          <p:spPr bwMode="auto">
            <a:xfrm>
              <a:off x="2328" y="466"/>
              <a:ext cx="258" cy="205"/>
            </a:xfrm>
            <a:custGeom>
              <a:avLst/>
              <a:gdLst>
                <a:gd name="T0" fmla="*/ 0 w 3231"/>
                <a:gd name="T1" fmla="*/ 0 h 2637"/>
                <a:gd name="T2" fmla="*/ 0 w 3231"/>
                <a:gd name="T3" fmla="*/ 0 h 2637"/>
                <a:gd name="T4" fmla="*/ 0 w 3231"/>
                <a:gd name="T5" fmla="*/ 0 h 2637"/>
                <a:gd name="T6" fmla="*/ 0 w 3231"/>
                <a:gd name="T7" fmla="*/ 0 h 2637"/>
                <a:gd name="T8" fmla="*/ 0 w 3231"/>
                <a:gd name="T9" fmla="*/ 0 h 2637"/>
                <a:gd name="T10" fmla="*/ 0 w 3231"/>
                <a:gd name="T11" fmla="*/ 0 h 2637"/>
                <a:gd name="T12" fmla="*/ 0 w 3231"/>
                <a:gd name="T13" fmla="*/ 0 h 2637"/>
                <a:gd name="T14" fmla="*/ 0 w 3231"/>
                <a:gd name="T15" fmla="*/ 0 h 2637"/>
                <a:gd name="T16" fmla="*/ 0 w 3231"/>
                <a:gd name="T17" fmla="*/ 0 h 2637"/>
                <a:gd name="T18" fmla="*/ 0 w 3231"/>
                <a:gd name="T19" fmla="*/ 0 h 2637"/>
                <a:gd name="T20" fmla="*/ 0 w 3231"/>
                <a:gd name="T21" fmla="*/ 0 h 2637"/>
                <a:gd name="T22" fmla="*/ 0 w 3231"/>
                <a:gd name="T23" fmla="*/ 0 h 2637"/>
                <a:gd name="T24" fmla="*/ 0 w 3231"/>
                <a:gd name="T25" fmla="*/ 0 h 2637"/>
                <a:gd name="T26" fmla="*/ 0 w 3231"/>
                <a:gd name="T27" fmla="*/ 0 h 2637"/>
                <a:gd name="T28" fmla="*/ 0 w 3231"/>
                <a:gd name="T29" fmla="*/ 0 h 2637"/>
                <a:gd name="T30" fmla="*/ 0 w 3231"/>
                <a:gd name="T31" fmla="*/ 0 h 2637"/>
                <a:gd name="T32" fmla="*/ 0 w 3231"/>
                <a:gd name="T33" fmla="*/ 0 h 2637"/>
                <a:gd name="T34" fmla="*/ 0 w 3231"/>
                <a:gd name="T35" fmla="*/ 0 h 2637"/>
                <a:gd name="T36" fmla="*/ 0 w 3231"/>
                <a:gd name="T37" fmla="*/ 0 h 2637"/>
                <a:gd name="T38" fmla="*/ 0 w 3231"/>
                <a:gd name="T39" fmla="*/ 0 h 2637"/>
                <a:gd name="T40" fmla="*/ 0 w 3231"/>
                <a:gd name="T41" fmla="*/ 0 h 2637"/>
                <a:gd name="T42" fmla="*/ 0 w 3231"/>
                <a:gd name="T43" fmla="*/ 0 h 2637"/>
                <a:gd name="T44" fmla="*/ 0 w 3231"/>
                <a:gd name="T45" fmla="*/ 0 h 2637"/>
                <a:gd name="T46" fmla="*/ 0 w 3231"/>
                <a:gd name="T47" fmla="*/ 0 h 2637"/>
                <a:gd name="T48" fmla="*/ 0 w 3231"/>
                <a:gd name="T49" fmla="*/ 0 h 2637"/>
                <a:gd name="T50" fmla="*/ 0 w 3231"/>
                <a:gd name="T51" fmla="*/ 0 h 2637"/>
                <a:gd name="T52" fmla="*/ 0 w 3231"/>
                <a:gd name="T53" fmla="*/ 0 h 2637"/>
                <a:gd name="T54" fmla="*/ 0 w 3231"/>
                <a:gd name="T55" fmla="*/ 0 h 2637"/>
                <a:gd name="T56" fmla="*/ 0 w 3231"/>
                <a:gd name="T57" fmla="*/ 0 h 2637"/>
                <a:gd name="T58" fmla="*/ 0 w 3231"/>
                <a:gd name="T59" fmla="*/ 0 h 2637"/>
                <a:gd name="T60" fmla="*/ 0 w 3231"/>
                <a:gd name="T61" fmla="*/ 0 h 2637"/>
                <a:gd name="T62" fmla="*/ 0 w 3231"/>
                <a:gd name="T63" fmla="*/ 0 h 2637"/>
                <a:gd name="T64" fmla="*/ 0 w 3231"/>
                <a:gd name="T65" fmla="*/ 0 h 2637"/>
                <a:gd name="T66" fmla="*/ 0 w 3231"/>
                <a:gd name="T67" fmla="*/ 0 h 2637"/>
                <a:gd name="T68" fmla="*/ 0 w 3231"/>
                <a:gd name="T69" fmla="*/ 0 h 2637"/>
                <a:gd name="T70" fmla="*/ 0 w 3231"/>
                <a:gd name="T71" fmla="*/ 0 h 2637"/>
                <a:gd name="T72" fmla="*/ 0 w 3231"/>
                <a:gd name="T73" fmla="*/ 0 h 2637"/>
                <a:gd name="T74" fmla="*/ 0 w 3231"/>
                <a:gd name="T75" fmla="*/ 0 h 2637"/>
                <a:gd name="T76" fmla="*/ 0 w 3231"/>
                <a:gd name="T77" fmla="*/ 0 h 2637"/>
                <a:gd name="T78" fmla="*/ 0 w 3231"/>
                <a:gd name="T79" fmla="*/ 0 h 2637"/>
                <a:gd name="T80" fmla="*/ 0 w 3231"/>
                <a:gd name="T81" fmla="*/ 0 h 2637"/>
                <a:gd name="T82" fmla="*/ 0 w 3231"/>
                <a:gd name="T83" fmla="*/ 0 h 26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31" h="2637">
                  <a:moveTo>
                    <a:pt x="81" y="1458"/>
                  </a:moveTo>
                  <a:lnTo>
                    <a:pt x="133" y="1580"/>
                  </a:lnTo>
                  <a:lnTo>
                    <a:pt x="256" y="1598"/>
                  </a:lnTo>
                  <a:lnTo>
                    <a:pt x="337" y="1545"/>
                  </a:lnTo>
                  <a:lnTo>
                    <a:pt x="337" y="1638"/>
                  </a:lnTo>
                  <a:lnTo>
                    <a:pt x="273" y="1767"/>
                  </a:lnTo>
                  <a:lnTo>
                    <a:pt x="261" y="1807"/>
                  </a:lnTo>
                  <a:lnTo>
                    <a:pt x="302" y="1911"/>
                  </a:lnTo>
                  <a:lnTo>
                    <a:pt x="343" y="1946"/>
                  </a:lnTo>
                  <a:lnTo>
                    <a:pt x="400" y="1958"/>
                  </a:lnTo>
                  <a:lnTo>
                    <a:pt x="540" y="2011"/>
                  </a:lnTo>
                  <a:lnTo>
                    <a:pt x="651" y="2103"/>
                  </a:lnTo>
                  <a:lnTo>
                    <a:pt x="767" y="2080"/>
                  </a:lnTo>
                  <a:lnTo>
                    <a:pt x="791" y="2150"/>
                  </a:lnTo>
                  <a:lnTo>
                    <a:pt x="901" y="2150"/>
                  </a:lnTo>
                  <a:lnTo>
                    <a:pt x="1017" y="2150"/>
                  </a:lnTo>
                  <a:lnTo>
                    <a:pt x="1133" y="2126"/>
                  </a:lnTo>
                  <a:lnTo>
                    <a:pt x="1220" y="2056"/>
                  </a:lnTo>
                  <a:lnTo>
                    <a:pt x="1307" y="2056"/>
                  </a:lnTo>
                  <a:lnTo>
                    <a:pt x="1307" y="2103"/>
                  </a:lnTo>
                  <a:lnTo>
                    <a:pt x="1471" y="2150"/>
                  </a:lnTo>
                  <a:lnTo>
                    <a:pt x="1517" y="2260"/>
                  </a:lnTo>
                  <a:lnTo>
                    <a:pt x="1517" y="2341"/>
                  </a:lnTo>
                  <a:lnTo>
                    <a:pt x="1581" y="2405"/>
                  </a:lnTo>
                  <a:lnTo>
                    <a:pt x="1668" y="2422"/>
                  </a:lnTo>
                  <a:lnTo>
                    <a:pt x="1691" y="2527"/>
                  </a:lnTo>
                  <a:lnTo>
                    <a:pt x="1743" y="2544"/>
                  </a:lnTo>
                  <a:lnTo>
                    <a:pt x="1865" y="2475"/>
                  </a:lnTo>
                  <a:lnTo>
                    <a:pt x="1935" y="2480"/>
                  </a:lnTo>
                  <a:lnTo>
                    <a:pt x="1941" y="2527"/>
                  </a:lnTo>
                  <a:lnTo>
                    <a:pt x="1988" y="2567"/>
                  </a:lnTo>
                  <a:lnTo>
                    <a:pt x="2075" y="2550"/>
                  </a:lnTo>
                  <a:lnTo>
                    <a:pt x="2104" y="2637"/>
                  </a:lnTo>
                  <a:lnTo>
                    <a:pt x="2167" y="2637"/>
                  </a:lnTo>
                  <a:lnTo>
                    <a:pt x="2167" y="2567"/>
                  </a:lnTo>
                  <a:lnTo>
                    <a:pt x="2279" y="2550"/>
                  </a:lnTo>
                  <a:lnTo>
                    <a:pt x="2324" y="2480"/>
                  </a:lnTo>
                  <a:lnTo>
                    <a:pt x="2394" y="2504"/>
                  </a:lnTo>
                  <a:lnTo>
                    <a:pt x="2505" y="2434"/>
                  </a:lnTo>
                  <a:lnTo>
                    <a:pt x="2638" y="2283"/>
                  </a:lnTo>
                  <a:lnTo>
                    <a:pt x="2638" y="2236"/>
                  </a:lnTo>
                  <a:lnTo>
                    <a:pt x="2685" y="2213"/>
                  </a:lnTo>
                  <a:lnTo>
                    <a:pt x="2715" y="2126"/>
                  </a:lnTo>
                  <a:lnTo>
                    <a:pt x="2755" y="2011"/>
                  </a:lnTo>
                  <a:lnTo>
                    <a:pt x="2755" y="1987"/>
                  </a:lnTo>
                  <a:lnTo>
                    <a:pt x="2685" y="2011"/>
                  </a:lnTo>
                  <a:lnTo>
                    <a:pt x="2638" y="1946"/>
                  </a:lnTo>
                  <a:lnTo>
                    <a:pt x="2668" y="1899"/>
                  </a:lnTo>
                  <a:lnTo>
                    <a:pt x="2621" y="1830"/>
                  </a:lnTo>
                  <a:lnTo>
                    <a:pt x="2715" y="1830"/>
                  </a:lnTo>
                  <a:lnTo>
                    <a:pt x="2685" y="1767"/>
                  </a:lnTo>
                  <a:lnTo>
                    <a:pt x="2621" y="1650"/>
                  </a:lnTo>
                  <a:lnTo>
                    <a:pt x="2551" y="1603"/>
                  </a:lnTo>
                  <a:lnTo>
                    <a:pt x="2551" y="1563"/>
                  </a:lnTo>
                  <a:lnTo>
                    <a:pt x="2668" y="1446"/>
                  </a:lnTo>
                  <a:lnTo>
                    <a:pt x="2598" y="1401"/>
                  </a:lnTo>
                  <a:lnTo>
                    <a:pt x="2575" y="1383"/>
                  </a:lnTo>
                  <a:lnTo>
                    <a:pt x="2528" y="1446"/>
                  </a:lnTo>
                  <a:lnTo>
                    <a:pt x="2464" y="1401"/>
                  </a:lnTo>
                  <a:lnTo>
                    <a:pt x="2418" y="1359"/>
                  </a:lnTo>
                  <a:lnTo>
                    <a:pt x="2418" y="1289"/>
                  </a:lnTo>
                  <a:lnTo>
                    <a:pt x="2528" y="1226"/>
                  </a:lnTo>
                  <a:lnTo>
                    <a:pt x="2598" y="1132"/>
                  </a:lnTo>
                  <a:lnTo>
                    <a:pt x="2621" y="1156"/>
                  </a:lnTo>
                  <a:lnTo>
                    <a:pt x="2621" y="1226"/>
                  </a:lnTo>
                  <a:lnTo>
                    <a:pt x="2621" y="1266"/>
                  </a:lnTo>
                  <a:lnTo>
                    <a:pt x="2715" y="1226"/>
                  </a:lnTo>
                  <a:lnTo>
                    <a:pt x="2778" y="1202"/>
                  </a:lnTo>
                  <a:lnTo>
                    <a:pt x="2848" y="1110"/>
                  </a:lnTo>
                  <a:lnTo>
                    <a:pt x="2889" y="1063"/>
                  </a:lnTo>
                  <a:lnTo>
                    <a:pt x="2959" y="1017"/>
                  </a:lnTo>
                  <a:lnTo>
                    <a:pt x="2982" y="953"/>
                  </a:lnTo>
                  <a:lnTo>
                    <a:pt x="3045" y="883"/>
                  </a:lnTo>
                  <a:lnTo>
                    <a:pt x="3045" y="836"/>
                  </a:lnTo>
                  <a:lnTo>
                    <a:pt x="3069" y="796"/>
                  </a:lnTo>
                  <a:lnTo>
                    <a:pt x="3092" y="703"/>
                  </a:lnTo>
                  <a:lnTo>
                    <a:pt x="3161" y="726"/>
                  </a:lnTo>
                  <a:lnTo>
                    <a:pt x="3231" y="546"/>
                  </a:lnTo>
                  <a:lnTo>
                    <a:pt x="3184" y="436"/>
                  </a:lnTo>
                  <a:lnTo>
                    <a:pt x="3080" y="494"/>
                  </a:lnTo>
                  <a:lnTo>
                    <a:pt x="2959" y="454"/>
                  </a:lnTo>
                  <a:lnTo>
                    <a:pt x="2959" y="407"/>
                  </a:lnTo>
                  <a:lnTo>
                    <a:pt x="2889" y="360"/>
                  </a:lnTo>
                  <a:lnTo>
                    <a:pt x="2778" y="360"/>
                  </a:lnTo>
                  <a:lnTo>
                    <a:pt x="2638" y="203"/>
                  </a:lnTo>
                  <a:lnTo>
                    <a:pt x="2621" y="70"/>
                  </a:lnTo>
                  <a:lnTo>
                    <a:pt x="2528" y="0"/>
                  </a:lnTo>
                  <a:lnTo>
                    <a:pt x="2279" y="93"/>
                  </a:lnTo>
                  <a:lnTo>
                    <a:pt x="2348" y="116"/>
                  </a:lnTo>
                  <a:lnTo>
                    <a:pt x="2324" y="163"/>
                  </a:lnTo>
                  <a:lnTo>
                    <a:pt x="2324" y="320"/>
                  </a:lnTo>
                  <a:lnTo>
                    <a:pt x="2214" y="389"/>
                  </a:lnTo>
                  <a:lnTo>
                    <a:pt x="2167" y="436"/>
                  </a:lnTo>
                  <a:lnTo>
                    <a:pt x="2167" y="546"/>
                  </a:lnTo>
                  <a:lnTo>
                    <a:pt x="2279" y="546"/>
                  </a:lnTo>
                  <a:lnTo>
                    <a:pt x="2324" y="523"/>
                  </a:lnTo>
                  <a:lnTo>
                    <a:pt x="2371" y="593"/>
                  </a:lnTo>
                  <a:lnTo>
                    <a:pt x="2371" y="639"/>
                  </a:lnTo>
                  <a:lnTo>
                    <a:pt x="2371" y="680"/>
                  </a:lnTo>
                  <a:lnTo>
                    <a:pt x="2301" y="680"/>
                  </a:lnTo>
                  <a:lnTo>
                    <a:pt x="2167" y="813"/>
                  </a:lnTo>
                  <a:lnTo>
                    <a:pt x="2010" y="860"/>
                  </a:lnTo>
                  <a:lnTo>
                    <a:pt x="2010" y="953"/>
                  </a:lnTo>
                  <a:lnTo>
                    <a:pt x="1900" y="1045"/>
                  </a:lnTo>
                  <a:lnTo>
                    <a:pt x="1674" y="1110"/>
                  </a:lnTo>
                  <a:lnTo>
                    <a:pt x="1627" y="1132"/>
                  </a:lnTo>
                  <a:lnTo>
                    <a:pt x="1424" y="1063"/>
                  </a:lnTo>
                  <a:lnTo>
                    <a:pt x="1377" y="1045"/>
                  </a:lnTo>
                  <a:lnTo>
                    <a:pt x="1220" y="1045"/>
                  </a:lnTo>
                  <a:lnTo>
                    <a:pt x="1063" y="906"/>
                  </a:lnTo>
                  <a:lnTo>
                    <a:pt x="948" y="906"/>
                  </a:lnTo>
                  <a:lnTo>
                    <a:pt x="836" y="860"/>
                  </a:lnTo>
                  <a:lnTo>
                    <a:pt x="836" y="726"/>
                  </a:lnTo>
                  <a:lnTo>
                    <a:pt x="791" y="656"/>
                  </a:lnTo>
                  <a:lnTo>
                    <a:pt x="680" y="639"/>
                  </a:lnTo>
                  <a:lnTo>
                    <a:pt x="634" y="593"/>
                  </a:lnTo>
                  <a:lnTo>
                    <a:pt x="587" y="680"/>
                  </a:lnTo>
                  <a:lnTo>
                    <a:pt x="447" y="726"/>
                  </a:lnTo>
                  <a:lnTo>
                    <a:pt x="383" y="813"/>
                  </a:lnTo>
                  <a:lnTo>
                    <a:pt x="430" y="883"/>
                  </a:lnTo>
                  <a:lnTo>
                    <a:pt x="290" y="906"/>
                  </a:lnTo>
                  <a:lnTo>
                    <a:pt x="360" y="1000"/>
                  </a:lnTo>
                  <a:lnTo>
                    <a:pt x="360" y="1063"/>
                  </a:lnTo>
                  <a:lnTo>
                    <a:pt x="273" y="1156"/>
                  </a:lnTo>
                  <a:lnTo>
                    <a:pt x="203" y="1226"/>
                  </a:lnTo>
                  <a:lnTo>
                    <a:pt x="116" y="1226"/>
                  </a:lnTo>
                  <a:lnTo>
                    <a:pt x="0" y="1313"/>
                  </a:lnTo>
                  <a:lnTo>
                    <a:pt x="81" y="1458"/>
                  </a:lnTo>
                  <a:close/>
                </a:path>
              </a:pathLst>
            </a:custGeom>
            <a:solidFill>
              <a:srgbClr val="FFFFFF"/>
            </a:solidFill>
            <a:ln w="9525">
              <a:solidFill>
                <a:srgbClr val="000000"/>
              </a:solidFill>
              <a:round/>
              <a:headEnd/>
              <a:tailEnd/>
            </a:ln>
          </p:spPr>
          <p:txBody>
            <a:bodyPr/>
            <a:lstStyle/>
            <a:p>
              <a:endParaRPr lang="ko-KR" altLang="en-US"/>
            </a:p>
          </p:txBody>
        </p:sp>
        <p:sp>
          <p:nvSpPr>
            <p:cNvPr id="418700" name="Freeform 176">
              <a:extLst>
                <a:ext uri="{FF2B5EF4-FFF2-40B4-BE49-F238E27FC236}">
                  <a16:creationId xmlns:a16="http://schemas.microsoft.com/office/drawing/2014/main" id="{C0934C19-19C3-8A28-9E1C-9FD994D7EF7B}"/>
                </a:ext>
              </a:extLst>
            </p:cNvPr>
            <p:cNvSpPr>
              <a:spLocks/>
            </p:cNvSpPr>
            <p:nvPr/>
          </p:nvSpPr>
          <p:spPr bwMode="auto">
            <a:xfrm>
              <a:off x="2378" y="489"/>
              <a:ext cx="139" cy="65"/>
            </a:xfrm>
            <a:custGeom>
              <a:avLst/>
              <a:gdLst>
                <a:gd name="T0" fmla="*/ 0 w 1744"/>
                <a:gd name="T1" fmla="*/ 0 h 835"/>
                <a:gd name="T2" fmla="*/ 0 w 1744"/>
                <a:gd name="T3" fmla="*/ 0 h 835"/>
                <a:gd name="T4" fmla="*/ 0 w 1744"/>
                <a:gd name="T5" fmla="*/ 0 h 835"/>
                <a:gd name="T6" fmla="*/ 0 w 1744"/>
                <a:gd name="T7" fmla="*/ 0 h 835"/>
                <a:gd name="T8" fmla="*/ 0 w 1744"/>
                <a:gd name="T9" fmla="*/ 0 h 835"/>
                <a:gd name="T10" fmla="*/ 0 w 1744"/>
                <a:gd name="T11" fmla="*/ 0 h 835"/>
                <a:gd name="T12" fmla="*/ 0 w 1744"/>
                <a:gd name="T13" fmla="*/ 0 h 835"/>
                <a:gd name="T14" fmla="*/ 0 w 1744"/>
                <a:gd name="T15" fmla="*/ 0 h 835"/>
                <a:gd name="T16" fmla="*/ 0 w 1744"/>
                <a:gd name="T17" fmla="*/ 0 h 835"/>
                <a:gd name="T18" fmla="*/ 0 w 1744"/>
                <a:gd name="T19" fmla="*/ 0 h 835"/>
                <a:gd name="T20" fmla="*/ 0 w 1744"/>
                <a:gd name="T21" fmla="*/ 0 h 835"/>
                <a:gd name="T22" fmla="*/ 0 w 1744"/>
                <a:gd name="T23" fmla="*/ 0 h 835"/>
                <a:gd name="T24" fmla="*/ 0 w 1744"/>
                <a:gd name="T25" fmla="*/ 0 h 835"/>
                <a:gd name="T26" fmla="*/ 0 w 1744"/>
                <a:gd name="T27" fmla="*/ 0 h 835"/>
                <a:gd name="T28" fmla="*/ 0 w 1744"/>
                <a:gd name="T29" fmla="*/ 0 h 835"/>
                <a:gd name="T30" fmla="*/ 0 w 1744"/>
                <a:gd name="T31" fmla="*/ 0 h 835"/>
                <a:gd name="T32" fmla="*/ 0 w 1744"/>
                <a:gd name="T33" fmla="*/ 0 h 835"/>
                <a:gd name="T34" fmla="*/ 0 w 1744"/>
                <a:gd name="T35" fmla="*/ 0 h 835"/>
                <a:gd name="T36" fmla="*/ 0 w 1744"/>
                <a:gd name="T37" fmla="*/ 0 h 835"/>
                <a:gd name="T38" fmla="*/ 0 w 1744"/>
                <a:gd name="T39" fmla="*/ 0 h 835"/>
                <a:gd name="T40" fmla="*/ 0 w 1744"/>
                <a:gd name="T41" fmla="*/ 0 h 835"/>
                <a:gd name="T42" fmla="*/ 0 w 1744"/>
                <a:gd name="T43" fmla="*/ 0 h 835"/>
                <a:gd name="T44" fmla="*/ 0 w 1744"/>
                <a:gd name="T45" fmla="*/ 0 h 835"/>
                <a:gd name="T46" fmla="*/ 0 w 1744"/>
                <a:gd name="T47" fmla="*/ 0 h 835"/>
                <a:gd name="T48" fmla="*/ 0 w 1744"/>
                <a:gd name="T49" fmla="*/ 0 h 835"/>
                <a:gd name="T50" fmla="*/ 0 w 1744"/>
                <a:gd name="T51" fmla="*/ 0 h 835"/>
                <a:gd name="T52" fmla="*/ 0 w 1744"/>
                <a:gd name="T53" fmla="*/ 0 h 835"/>
                <a:gd name="T54" fmla="*/ 0 w 1744"/>
                <a:gd name="T55" fmla="*/ 0 h 835"/>
                <a:gd name="T56" fmla="*/ 0 w 1744"/>
                <a:gd name="T57" fmla="*/ 0 h 835"/>
                <a:gd name="T58" fmla="*/ 0 w 1744"/>
                <a:gd name="T59" fmla="*/ 0 h 835"/>
                <a:gd name="T60" fmla="*/ 0 w 1744"/>
                <a:gd name="T61" fmla="*/ 0 h 835"/>
                <a:gd name="T62" fmla="*/ 0 w 1744"/>
                <a:gd name="T63" fmla="*/ 0 h 835"/>
                <a:gd name="T64" fmla="*/ 0 w 1744"/>
                <a:gd name="T65" fmla="*/ 0 h 835"/>
                <a:gd name="T66" fmla="*/ 0 w 1744"/>
                <a:gd name="T67" fmla="*/ 0 h 835"/>
                <a:gd name="T68" fmla="*/ 0 w 1744"/>
                <a:gd name="T69" fmla="*/ 0 h 835"/>
                <a:gd name="T70" fmla="*/ 0 w 1744"/>
                <a:gd name="T71" fmla="*/ 0 h 835"/>
                <a:gd name="T72" fmla="*/ 0 w 1744"/>
                <a:gd name="T73" fmla="*/ 0 h 835"/>
                <a:gd name="T74" fmla="*/ 0 w 1744"/>
                <a:gd name="T75" fmla="*/ 0 h 835"/>
                <a:gd name="T76" fmla="*/ 0 w 1744"/>
                <a:gd name="T77" fmla="*/ 0 h 8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44" h="835">
                  <a:moveTo>
                    <a:pt x="0" y="267"/>
                  </a:moveTo>
                  <a:lnTo>
                    <a:pt x="99" y="202"/>
                  </a:lnTo>
                  <a:lnTo>
                    <a:pt x="268" y="98"/>
                  </a:lnTo>
                  <a:lnTo>
                    <a:pt x="326" y="92"/>
                  </a:lnTo>
                  <a:lnTo>
                    <a:pt x="454" y="174"/>
                  </a:lnTo>
                  <a:lnTo>
                    <a:pt x="530" y="157"/>
                  </a:lnTo>
                  <a:lnTo>
                    <a:pt x="617" y="0"/>
                  </a:lnTo>
                  <a:lnTo>
                    <a:pt x="710" y="0"/>
                  </a:lnTo>
                  <a:lnTo>
                    <a:pt x="797" y="139"/>
                  </a:lnTo>
                  <a:lnTo>
                    <a:pt x="867" y="139"/>
                  </a:lnTo>
                  <a:lnTo>
                    <a:pt x="994" y="75"/>
                  </a:lnTo>
                  <a:lnTo>
                    <a:pt x="1111" y="157"/>
                  </a:lnTo>
                  <a:lnTo>
                    <a:pt x="1338" y="139"/>
                  </a:lnTo>
                  <a:lnTo>
                    <a:pt x="1407" y="46"/>
                  </a:lnTo>
                  <a:lnTo>
                    <a:pt x="1488" y="87"/>
                  </a:lnTo>
                  <a:lnTo>
                    <a:pt x="1582" y="92"/>
                  </a:lnTo>
                  <a:lnTo>
                    <a:pt x="1540" y="127"/>
                  </a:lnTo>
                  <a:lnTo>
                    <a:pt x="1540" y="249"/>
                  </a:lnTo>
                  <a:lnTo>
                    <a:pt x="1652" y="244"/>
                  </a:lnTo>
                  <a:lnTo>
                    <a:pt x="1704" y="232"/>
                  </a:lnTo>
                  <a:lnTo>
                    <a:pt x="1744" y="302"/>
                  </a:lnTo>
                  <a:lnTo>
                    <a:pt x="1744" y="383"/>
                  </a:lnTo>
                  <a:lnTo>
                    <a:pt x="1674" y="383"/>
                  </a:lnTo>
                  <a:lnTo>
                    <a:pt x="1535" y="528"/>
                  </a:lnTo>
                  <a:lnTo>
                    <a:pt x="1383" y="557"/>
                  </a:lnTo>
                  <a:lnTo>
                    <a:pt x="1383" y="650"/>
                  </a:lnTo>
                  <a:lnTo>
                    <a:pt x="1268" y="743"/>
                  </a:lnTo>
                  <a:lnTo>
                    <a:pt x="1000" y="835"/>
                  </a:lnTo>
                  <a:lnTo>
                    <a:pt x="785" y="766"/>
                  </a:lnTo>
                  <a:lnTo>
                    <a:pt x="750" y="748"/>
                  </a:lnTo>
                  <a:lnTo>
                    <a:pt x="593" y="748"/>
                  </a:lnTo>
                  <a:lnTo>
                    <a:pt x="436" y="609"/>
                  </a:lnTo>
                  <a:lnTo>
                    <a:pt x="303" y="609"/>
                  </a:lnTo>
                  <a:lnTo>
                    <a:pt x="209" y="563"/>
                  </a:lnTo>
                  <a:lnTo>
                    <a:pt x="209" y="429"/>
                  </a:lnTo>
                  <a:lnTo>
                    <a:pt x="140" y="359"/>
                  </a:lnTo>
                  <a:lnTo>
                    <a:pt x="59" y="342"/>
                  </a:lnTo>
                  <a:lnTo>
                    <a:pt x="0" y="307"/>
                  </a:lnTo>
                  <a:lnTo>
                    <a:pt x="0" y="267"/>
                  </a:lnTo>
                  <a:close/>
                </a:path>
              </a:pathLst>
            </a:custGeom>
            <a:solidFill>
              <a:srgbClr val="FFFFFF"/>
            </a:solidFill>
            <a:ln w="9525">
              <a:solidFill>
                <a:srgbClr val="000000"/>
              </a:solidFill>
              <a:round/>
              <a:headEnd/>
              <a:tailEnd/>
            </a:ln>
          </p:spPr>
          <p:txBody>
            <a:bodyPr/>
            <a:lstStyle/>
            <a:p>
              <a:endParaRPr lang="ko-KR" altLang="en-US"/>
            </a:p>
          </p:txBody>
        </p:sp>
        <p:sp>
          <p:nvSpPr>
            <p:cNvPr id="418701" name="Freeform 177">
              <a:extLst>
                <a:ext uri="{FF2B5EF4-FFF2-40B4-BE49-F238E27FC236}">
                  <a16:creationId xmlns:a16="http://schemas.microsoft.com/office/drawing/2014/main" id="{9F73114A-95E0-0DE5-51B7-A71919541C05}"/>
                </a:ext>
              </a:extLst>
            </p:cNvPr>
            <p:cNvSpPr>
              <a:spLocks/>
            </p:cNvSpPr>
            <p:nvPr/>
          </p:nvSpPr>
          <p:spPr bwMode="auto">
            <a:xfrm>
              <a:off x="2551" y="528"/>
              <a:ext cx="27" cy="44"/>
            </a:xfrm>
            <a:custGeom>
              <a:avLst/>
              <a:gdLst>
                <a:gd name="T0" fmla="*/ 0 w 337"/>
                <a:gd name="T1" fmla="*/ 0 h 563"/>
                <a:gd name="T2" fmla="*/ 0 w 337"/>
                <a:gd name="T3" fmla="*/ 0 h 563"/>
                <a:gd name="T4" fmla="*/ 0 w 337"/>
                <a:gd name="T5" fmla="*/ 0 h 563"/>
                <a:gd name="T6" fmla="*/ 0 w 337"/>
                <a:gd name="T7" fmla="*/ 0 h 563"/>
                <a:gd name="T8" fmla="*/ 0 w 337"/>
                <a:gd name="T9" fmla="*/ 0 h 563"/>
                <a:gd name="T10" fmla="*/ 0 w 337"/>
                <a:gd name="T11" fmla="*/ 0 h 563"/>
                <a:gd name="T12" fmla="*/ 0 w 337"/>
                <a:gd name="T13" fmla="*/ 0 h 563"/>
                <a:gd name="T14" fmla="*/ 0 w 337"/>
                <a:gd name="T15" fmla="*/ 0 h 563"/>
                <a:gd name="T16" fmla="*/ 0 w 337"/>
                <a:gd name="T17" fmla="*/ 0 h 563"/>
                <a:gd name="T18" fmla="*/ 0 w 337"/>
                <a:gd name="T19" fmla="*/ 0 h 563"/>
                <a:gd name="T20" fmla="*/ 0 w 337"/>
                <a:gd name="T21" fmla="*/ 0 h 563"/>
                <a:gd name="T22" fmla="*/ 0 w 337"/>
                <a:gd name="T23" fmla="*/ 0 h 563"/>
                <a:gd name="T24" fmla="*/ 0 w 337"/>
                <a:gd name="T25" fmla="*/ 0 h 563"/>
                <a:gd name="T26" fmla="*/ 0 w 337"/>
                <a:gd name="T27" fmla="*/ 0 h 563"/>
                <a:gd name="T28" fmla="*/ 0 w 337"/>
                <a:gd name="T29" fmla="*/ 0 h 563"/>
                <a:gd name="T30" fmla="*/ 0 w 337"/>
                <a:gd name="T31" fmla="*/ 0 h 563"/>
                <a:gd name="T32" fmla="*/ 0 w 337"/>
                <a:gd name="T33" fmla="*/ 0 h 563"/>
                <a:gd name="T34" fmla="*/ 0 w 337"/>
                <a:gd name="T35" fmla="*/ 0 h 563"/>
                <a:gd name="T36" fmla="*/ 0 w 337"/>
                <a:gd name="T37" fmla="*/ 0 h 563"/>
                <a:gd name="T38" fmla="*/ 0 w 337"/>
                <a:gd name="T39" fmla="*/ 0 h 56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7" h="563">
                  <a:moveTo>
                    <a:pt x="267" y="0"/>
                  </a:moveTo>
                  <a:lnTo>
                    <a:pt x="337" y="64"/>
                  </a:lnTo>
                  <a:lnTo>
                    <a:pt x="290" y="134"/>
                  </a:lnTo>
                  <a:lnTo>
                    <a:pt x="267" y="221"/>
                  </a:lnTo>
                  <a:lnTo>
                    <a:pt x="267" y="291"/>
                  </a:lnTo>
                  <a:lnTo>
                    <a:pt x="180" y="383"/>
                  </a:lnTo>
                  <a:lnTo>
                    <a:pt x="157" y="448"/>
                  </a:lnTo>
                  <a:lnTo>
                    <a:pt x="225" y="517"/>
                  </a:lnTo>
                  <a:lnTo>
                    <a:pt x="203" y="540"/>
                  </a:lnTo>
                  <a:lnTo>
                    <a:pt x="133" y="563"/>
                  </a:lnTo>
                  <a:lnTo>
                    <a:pt x="70" y="563"/>
                  </a:lnTo>
                  <a:lnTo>
                    <a:pt x="70" y="470"/>
                  </a:lnTo>
                  <a:lnTo>
                    <a:pt x="46" y="430"/>
                  </a:lnTo>
                  <a:lnTo>
                    <a:pt x="0" y="383"/>
                  </a:lnTo>
                  <a:lnTo>
                    <a:pt x="80" y="273"/>
                  </a:lnTo>
                  <a:lnTo>
                    <a:pt x="133" y="249"/>
                  </a:lnTo>
                  <a:lnTo>
                    <a:pt x="180" y="157"/>
                  </a:lnTo>
                  <a:lnTo>
                    <a:pt x="243" y="87"/>
                  </a:lnTo>
                  <a:lnTo>
                    <a:pt x="243" y="17"/>
                  </a:lnTo>
                  <a:lnTo>
                    <a:pt x="267" y="0"/>
                  </a:lnTo>
                  <a:close/>
                </a:path>
              </a:pathLst>
            </a:custGeom>
            <a:solidFill>
              <a:srgbClr val="FFFFFF"/>
            </a:solidFill>
            <a:ln w="9525">
              <a:solidFill>
                <a:srgbClr val="000000"/>
              </a:solidFill>
              <a:round/>
              <a:headEnd/>
              <a:tailEnd/>
            </a:ln>
          </p:spPr>
          <p:txBody>
            <a:bodyPr/>
            <a:lstStyle/>
            <a:p>
              <a:endParaRPr lang="ko-KR" altLang="en-US"/>
            </a:p>
          </p:txBody>
        </p:sp>
        <p:sp>
          <p:nvSpPr>
            <p:cNvPr id="418702" name="Freeform 178">
              <a:extLst>
                <a:ext uri="{FF2B5EF4-FFF2-40B4-BE49-F238E27FC236}">
                  <a16:creationId xmlns:a16="http://schemas.microsoft.com/office/drawing/2014/main" id="{2E56610D-F39C-ABEF-D33D-97E0F2EAEFD8}"/>
                </a:ext>
              </a:extLst>
            </p:cNvPr>
            <p:cNvSpPr>
              <a:spLocks/>
            </p:cNvSpPr>
            <p:nvPr/>
          </p:nvSpPr>
          <p:spPr bwMode="auto">
            <a:xfrm>
              <a:off x="2560" y="568"/>
              <a:ext cx="16" cy="21"/>
            </a:xfrm>
            <a:custGeom>
              <a:avLst/>
              <a:gdLst>
                <a:gd name="T0" fmla="*/ 0 w 203"/>
                <a:gd name="T1" fmla="*/ 0 h 267"/>
                <a:gd name="T2" fmla="*/ 0 w 203"/>
                <a:gd name="T3" fmla="*/ 0 h 267"/>
                <a:gd name="T4" fmla="*/ 0 w 203"/>
                <a:gd name="T5" fmla="*/ 0 h 267"/>
                <a:gd name="T6" fmla="*/ 0 w 203"/>
                <a:gd name="T7" fmla="*/ 0 h 267"/>
                <a:gd name="T8" fmla="*/ 0 w 203"/>
                <a:gd name="T9" fmla="*/ 0 h 267"/>
                <a:gd name="T10" fmla="*/ 0 w 203"/>
                <a:gd name="T11" fmla="*/ 0 h 267"/>
                <a:gd name="T12" fmla="*/ 0 w 203"/>
                <a:gd name="T13" fmla="*/ 0 h 267"/>
                <a:gd name="T14" fmla="*/ 0 w 203"/>
                <a:gd name="T15" fmla="*/ 0 h 267"/>
                <a:gd name="T16" fmla="*/ 0 w 203"/>
                <a:gd name="T17" fmla="*/ 0 h 267"/>
                <a:gd name="T18" fmla="*/ 0 w 203"/>
                <a:gd name="T19" fmla="*/ 0 h 267"/>
                <a:gd name="T20" fmla="*/ 0 w 203"/>
                <a:gd name="T21" fmla="*/ 0 h 2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3" h="267">
                  <a:moveTo>
                    <a:pt x="0" y="46"/>
                  </a:moveTo>
                  <a:lnTo>
                    <a:pt x="47" y="88"/>
                  </a:lnTo>
                  <a:lnTo>
                    <a:pt x="70" y="180"/>
                  </a:lnTo>
                  <a:lnTo>
                    <a:pt x="70" y="267"/>
                  </a:lnTo>
                  <a:lnTo>
                    <a:pt x="115" y="267"/>
                  </a:lnTo>
                  <a:lnTo>
                    <a:pt x="203" y="250"/>
                  </a:lnTo>
                  <a:lnTo>
                    <a:pt x="203" y="180"/>
                  </a:lnTo>
                  <a:lnTo>
                    <a:pt x="157" y="88"/>
                  </a:lnTo>
                  <a:lnTo>
                    <a:pt x="115" y="0"/>
                  </a:lnTo>
                  <a:lnTo>
                    <a:pt x="70" y="23"/>
                  </a:lnTo>
                  <a:lnTo>
                    <a:pt x="0" y="46"/>
                  </a:lnTo>
                  <a:close/>
                </a:path>
              </a:pathLst>
            </a:custGeom>
            <a:solidFill>
              <a:srgbClr val="FFFFFF"/>
            </a:solidFill>
            <a:ln w="9525">
              <a:solidFill>
                <a:srgbClr val="000000"/>
              </a:solidFill>
              <a:round/>
              <a:headEnd/>
              <a:tailEnd/>
            </a:ln>
          </p:spPr>
          <p:txBody>
            <a:bodyPr/>
            <a:lstStyle/>
            <a:p>
              <a:endParaRPr lang="ko-KR" altLang="en-US"/>
            </a:p>
          </p:txBody>
        </p:sp>
        <p:sp>
          <p:nvSpPr>
            <p:cNvPr id="418703" name="Freeform 179">
              <a:extLst>
                <a:ext uri="{FF2B5EF4-FFF2-40B4-BE49-F238E27FC236}">
                  <a16:creationId xmlns:a16="http://schemas.microsoft.com/office/drawing/2014/main" id="{386561B2-ECF8-F20D-35C9-818771D11E67}"/>
                </a:ext>
              </a:extLst>
            </p:cNvPr>
            <p:cNvSpPr>
              <a:spLocks/>
            </p:cNvSpPr>
            <p:nvPr/>
          </p:nvSpPr>
          <p:spPr bwMode="auto">
            <a:xfrm>
              <a:off x="2602" y="450"/>
              <a:ext cx="22" cy="62"/>
            </a:xfrm>
            <a:custGeom>
              <a:avLst/>
              <a:gdLst>
                <a:gd name="T0" fmla="*/ 0 w 273"/>
                <a:gd name="T1" fmla="*/ 0 h 791"/>
                <a:gd name="T2" fmla="*/ 0 w 273"/>
                <a:gd name="T3" fmla="*/ 0 h 791"/>
                <a:gd name="T4" fmla="*/ 0 w 273"/>
                <a:gd name="T5" fmla="*/ 0 h 791"/>
                <a:gd name="T6" fmla="*/ 0 w 273"/>
                <a:gd name="T7" fmla="*/ 0 h 791"/>
                <a:gd name="T8" fmla="*/ 0 w 273"/>
                <a:gd name="T9" fmla="*/ 0 h 791"/>
                <a:gd name="T10" fmla="*/ 0 w 273"/>
                <a:gd name="T11" fmla="*/ 0 h 791"/>
                <a:gd name="T12" fmla="*/ 0 w 273"/>
                <a:gd name="T13" fmla="*/ 0 h 791"/>
                <a:gd name="T14" fmla="*/ 0 w 273"/>
                <a:gd name="T15" fmla="*/ 0 h 791"/>
                <a:gd name="T16" fmla="*/ 0 w 273"/>
                <a:gd name="T17" fmla="*/ 0 h 791"/>
                <a:gd name="T18" fmla="*/ 0 w 273"/>
                <a:gd name="T19" fmla="*/ 0 h 791"/>
                <a:gd name="T20" fmla="*/ 0 w 273"/>
                <a:gd name="T21" fmla="*/ 0 h 791"/>
                <a:gd name="T22" fmla="*/ 0 w 273"/>
                <a:gd name="T23" fmla="*/ 0 h 791"/>
                <a:gd name="T24" fmla="*/ 0 w 273"/>
                <a:gd name="T25" fmla="*/ 0 h 791"/>
                <a:gd name="T26" fmla="*/ 0 w 273"/>
                <a:gd name="T27" fmla="*/ 0 h 791"/>
                <a:gd name="T28" fmla="*/ 0 w 273"/>
                <a:gd name="T29" fmla="*/ 0 h 791"/>
                <a:gd name="T30" fmla="*/ 0 w 273"/>
                <a:gd name="T31" fmla="*/ 0 h 791"/>
                <a:gd name="T32" fmla="*/ 0 w 273"/>
                <a:gd name="T33" fmla="*/ 0 h 791"/>
                <a:gd name="T34" fmla="*/ 0 w 273"/>
                <a:gd name="T35" fmla="*/ 0 h 7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3" h="791">
                  <a:moveTo>
                    <a:pt x="0" y="0"/>
                  </a:moveTo>
                  <a:lnTo>
                    <a:pt x="46" y="87"/>
                  </a:lnTo>
                  <a:lnTo>
                    <a:pt x="69" y="251"/>
                  </a:lnTo>
                  <a:lnTo>
                    <a:pt x="116" y="587"/>
                  </a:lnTo>
                  <a:lnTo>
                    <a:pt x="139" y="767"/>
                  </a:lnTo>
                  <a:lnTo>
                    <a:pt x="139" y="791"/>
                  </a:lnTo>
                  <a:lnTo>
                    <a:pt x="203" y="744"/>
                  </a:lnTo>
                  <a:lnTo>
                    <a:pt x="250" y="791"/>
                  </a:lnTo>
                  <a:lnTo>
                    <a:pt x="273" y="744"/>
                  </a:lnTo>
                  <a:lnTo>
                    <a:pt x="203" y="697"/>
                  </a:lnTo>
                  <a:lnTo>
                    <a:pt x="163" y="495"/>
                  </a:lnTo>
                  <a:lnTo>
                    <a:pt x="203" y="495"/>
                  </a:lnTo>
                  <a:lnTo>
                    <a:pt x="203" y="425"/>
                  </a:lnTo>
                  <a:lnTo>
                    <a:pt x="116" y="314"/>
                  </a:lnTo>
                  <a:lnTo>
                    <a:pt x="116" y="157"/>
                  </a:lnTo>
                  <a:lnTo>
                    <a:pt x="69" y="24"/>
                  </a:lnTo>
                  <a:lnTo>
                    <a:pt x="23"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704" name="Freeform 180">
              <a:extLst>
                <a:ext uri="{FF2B5EF4-FFF2-40B4-BE49-F238E27FC236}">
                  <a16:creationId xmlns:a16="http://schemas.microsoft.com/office/drawing/2014/main" id="{6EC66EC5-CA9B-D117-3BEF-D7EFEED2773C}"/>
                </a:ext>
              </a:extLst>
            </p:cNvPr>
            <p:cNvSpPr>
              <a:spLocks/>
            </p:cNvSpPr>
            <p:nvPr/>
          </p:nvSpPr>
          <p:spPr bwMode="auto">
            <a:xfrm>
              <a:off x="2617" y="515"/>
              <a:ext cx="23" cy="27"/>
            </a:xfrm>
            <a:custGeom>
              <a:avLst/>
              <a:gdLst>
                <a:gd name="T0" fmla="*/ 0 w 291"/>
                <a:gd name="T1" fmla="*/ 0 h 331"/>
                <a:gd name="T2" fmla="*/ 0 w 291"/>
                <a:gd name="T3" fmla="*/ 0 h 331"/>
                <a:gd name="T4" fmla="*/ 0 w 291"/>
                <a:gd name="T5" fmla="*/ 0 h 331"/>
                <a:gd name="T6" fmla="*/ 0 w 291"/>
                <a:gd name="T7" fmla="*/ 0 h 331"/>
                <a:gd name="T8" fmla="*/ 0 w 291"/>
                <a:gd name="T9" fmla="*/ 0 h 331"/>
                <a:gd name="T10" fmla="*/ 0 w 291"/>
                <a:gd name="T11" fmla="*/ 0 h 331"/>
                <a:gd name="T12" fmla="*/ 0 w 291"/>
                <a:gd name="T13" fmla="*/ 0 h 331"/>
                <a:gd name="T14" fmla="*/ 0 w 291"/>
                <a:gd name="T15" fmla="*/ 0 h 331"/>
                <a:gd name="T16" fmla="*/ 0 w 291"/>
                <a:gd name="T17" fmla="*/ 0 h 331"/>
                <a:gd name="T18" fmla="*/ 0 w 291"/>
                <a:gd name="T19" fmla="*/ 0 h 331"/>
                <a:gd name="T20" fmla="*/ 0 w 291"/>
                <a:gd name="T21" fmla="*/ 0 h 331"/>
                <a:gd name="T22" fmla="*/ 0 w 291"/>
                <a:gd name="T23" fmla="*/ 0 h 3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1" h="331">
                  <a:moveTo>
                    <a:pt x="0" y="0"/>
                  </a:moveTo>
                  <a:lnTo>
                    <a:pt x="17" y="134"/>
                  </a:lnTo>
                  <a:lnTo>
                    <a:pt x="0" y="314"/>
                  </a:lnTo>
                  <a:lnTo>
                    <a:pt x="87" y="291"/>
                  </a:lnTo>
                  <a:lnTo>
                    <a:pt x="151" y="331"/>
                  </a:lnTo>
                  <a:lnTo>
                    <a:pt x="180" y="314"/>
                  </a:lnTo>
                  <a:lnTo>
                    <a:pt x="180" y="267"/>
                  </a:lnTo>
                  <a:lnTo>
                    <a:pt x="291" y="174"/>
                  </a:lnTo>
                  <a:lnTo>
                    <a:pt x="244" y="134"/>
                  </a:lnTo>
                  <a:lnTo>
                    <a:pt x="151" y="111"/>
                  </a:lnTo>
                  <a:lnTo>
                    <a:pt x="40" y="17"/>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705" name="Freeform 181">
              <a:extLst>
                <a:ext uri="{FF2B5EF4-FFF2-40B4-BE49-F238E27FC236}">
                  <a16:creationId xmlns:a16="http://schemas.microsoft.com/office/drawing/2014/main" id="{08468542-9B3F-2072-AC90-9BA0DD9546D8}"/>
                </a:ext>
              </a:extLst>
            </p:cNvPr>
            <p:cNvSpPr>
              <a:spLocks/>
            </p:cNvSpPr>
            <p:nvPr/>
          </p:nvSpPr>
          <p:spPr bwMode="auto">
            <a:xfrm>
              <a:off x="2586" y="545"/>
              <a:ext cx="41" cy="50"/>
            </a:xfrm>
            <a:custGeom>
              <a:avLst/>
              <a:gdLst>
                <a:gd name="T0" fmla="*/ 0 w 518"/>
                <a:gd name="T1" fmla="*/ 0 h 633"/>
                <a:gd name="T2" fmla="*/ 0 w 518"/>
                <a:gd name="T3" fmla="*/ 0 h 633"/>
                <a:gd name="T4" fmla="*/ 0 w 518"/>
                <a:gd name="T5" fmla="*/ 0 h 633"/>
                <a:gd name="T6" fmla="*/ 0 w 518"/>
                <a:gd name="T7" fmla="*/ 0 h 633"/>
                <a:gd name="T8" fmla="*/ 0 w 518"/>
                <a:gd name="T9" fmla="*/ 0 h 633"/>
                <a:gd name="T10" fmla="*/ 0 w 518"/>
                <a:gd name="T11" fmla="*/ 0 h 633"/>
                <a:gd name="T12" fmla="*/ 0 w 518"/>
                <a:gd name="T13" fmla="*/ 0 h 633"/>
                <a:gd name="T14" fmla="*/ 0 w 518"/>
                <a:gd name="T15" fmla="*/ 0 h 633"/>
                <a:gd name="T16" fmla="*/ 0 w 518"/>
                <a:gd name="T17" fmla="*/ 0 h 633"/>
                <a:gd name="T18" fmla="*/ 0 w 518"/>
                <a:gd name="T19" fmla="*/ 0 h 633"/>
                <a:gd name="T20" fmla="*/ 0 w 518"/>
                <a:gd name="T21" fmla="*/ 0 h 633"/>
                <a:gd name="T22" fmla="*/ 0 w 518"/>
                <a:gd name="T23" fmla="*/ 0 h 633"/>
                <a:gd name="T24" fmla="*/ 0 w 518"/>
                <a:gd name="T25" fmla="*/ 0 h 633"/>
                <a:gd name="T26" fmla="*/ 0 w 518"/>
                <a:gd name="T27" fmla="*/ 0 h 633"/>
                <a:gd name="T28" fmla="*/ 0 w 518"/>
                <a:gd name="T29" fmla="*/ 0 h 633"/>
                <a:gd name="T30" fmla="*/ 0 w 518"/>
                <a:gd name="T31" fmla="*/ 0 h 633"/>
                <a:gd name="T32" fmla="*/ 0 w 518"/>
                <a:gd name="T33" fmla="*/ 0 h 633"/>
                <a:gd name="T34" fmla="*/ 0 w 518"/>
                <a:gd name="T35" fmla="*/ 0 h 633"/>
                <a:gd name="T36" fmla="*/ 0 w 518"/>
                <a:gd name="T37" fmla="*/ 0 h 633"/>
                <a:gd name="T38" fmla="*/ 0 w 518"/>
                <a:gd name="T39" fmla="*/ 0 h 633"/>
                <a:gd name="T40" fmla="*/ 0 w 518"/>
                <a:gd name="T41" fmla="*/ 0 h 633"/>
                <a:gd name="T42" fmla="*/ 0 w 518"/>
                <a:gd name="T43" fmla="*/ 0 h 633"/>
                <a:gd name="T44" fmla="*/ 0 w 518"/>
                <a:gd name="T45" fmla="*/ 0 h 633"/>
                <a:gd name="T46" fmla="*/ 0 w 518"/>
                <a:gd name="T47" fmla="*/ 0 h 633"/>
                <a:gd name="T48" fmla="*/ 0 w 518"/>
                <a:gd name="T49" fmla="*/ 0 h 633"/>
                <a:gd name="T50" fmla="*/ 0 w 518"/>
                <a:gd name="T51" fmla="*/ 0 h 633"/>
                <a:gd name="T52" fmla="*/ 0 w 518"/>
                <a:gd name="T53" fmla="*/ 0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18" h="633">
                  <a:moveTo>
                    <a:pt x="384" y="0"/>
                  </a:moveTo>
                  <a:lnTo>
                    <a:pt x="361" y="209"/>
                  </a:lnTo>
                  <a:lnTo>
                    <a:pt x="361" y="296"/>
                  </a:lnTo>
                  <a:lnTo>
                    <a:pt x="198" y="429"/>
                  </a:lnTo>
                  <a:lnTo>
                    <a:pt x="198" y="476"/>
                  </a:lnTo>
                  <a:lnTo>
                    <a:pt x="47" y="523"/>
                  </a:lnTo>
                  <a:lnTo>
                    <a:pt x="0" y="586"/>
                  </a:lnTo>
                  <a:lnTo>
                    <a:pt x="65" y="610"/>
                  </a:lnTo>
                  <a:lnTo>
                    <a:pt x="110" y="586"/>
                  </a:lnTo>
                  <a:lnTo>
                    <a:pt x="157" y="586"/>
                  </a:lnTo>
                  <a:lnTo>
                    <a:pt x="221" y="563"/>
                  </a:lnTo>
                  <a:lnTo>
                    <a:pt x="244" y="633"/>
                  </a:lnTo>
                  <a:lnTo>
                    <a:pt x="314" y="610"/>
                  </a:lnTo>
                  <a:lnTo>
                    <a:pt x="314" y="546"/>
                  </a:lnTo>
                  <a:lnTo>
                    <a:pt x="337" y="546"/>
                  </a:lnTo>
                  <a:lnTo>
                    <a:pt x="361" y="523"/>
                  </a:lnTo>
                  <a:lnTo>
                    <a:pt x="448" y="523"/>
                  </a:lnTo>
                  <a:lnTo>
                    <a:pt x="448" y="476"/>
                  </a:lnTo>
                  <a:lnTo>
                    <a:pt x="518" y="499"/>
                  </a:lnTo>
                  <a:lnTo>
                    <a:pt x="494" y="366"/>
                  </a:lnTo>
                  <a:lnTo>
                    <a:pt x="471" y="296"/>
                  </a:lnTo>
                  <a:lnTo>
                    <a:pt x="494" y="227"/>
                  </a:lnTo>
                  <a:lnTo>
                    <a:pt x="494" y="185"/>
                  </a:lnTo>
                  <a:lnTo>
                    <a:pt x="518" y="115"/>
                  </a:lnTo>
                  <a:lnTo>
                    <a:pt x="471" y="28"/>
                  </a:lnTo>
                  <a:lnTo>
                    <a:pt x="448" y="28"/>
                  </a:lnTo>
                  <a:lnTo>
                    <a:pt x="384" y="0"/>
                  </a:lnTo>
                  <a:close/>
                </a:path>
              </a:pathLst>
            </a:custGeom>
            <a:solidFill>
              <a:srgbClr val="FFFFFF"/>
            </a:solidFill>
            <a:ln w="9525">
              <a:solidFill>
                <a:srgbClr val="000000"/>
              </a:solidFill>
              <a:round/>
              <a:headEnd/>
              <a:tailEnd/>
            </a:ln>
          </p:spPr>
          <p:txBody>
            <a:bodyPr/>
            <a:lstStyle/>
            <a:p>
              <a:endParaRPr lang="ko-KR" altLang="en-US"/>
            </a:p>
          </p:txBody>
        </p:sp>
        <p:sp>
          <p:nvSpPr>
            <p:cNvPr id="418706" name="Freeform 182">
              <a:extLst>
                <a:ext uri="{FF2B5EF4-FFF2-40B4-BE49-F238E27FC236}">
                  <a16:creationId xmlns:a16="http://schemas.microsoft.com/office/drawing/2014/main" id="{66C84D5D-4419-17AD-CDC6-74FF3A0E61A1}"/>
                </a:ext>
              </a:extLst>
            </p:cNvPr>
            <p:cNvSpPr>
              <a:spLocks/>
            </p:cNvSpPr>
            <p:nvPr/>
          </p:nvSpPr>
          <p:spPr bwMode="auto">
            <a:xfrm>
              <a:off x="2595" y="595"/>
              <a:ext cx="7" cy="5"/>
            </a:xfrm>
            <a:custGeom>
              <a:avLst/>
              <a:gdLst>
                <a:gd name="T0" fmla="*/ 0 w 88"/>
                <a:gd name="T1" fmla="*/ 0 h 70"/>
                <a:gd name="T2" fmla="*/ 0 w 88"/>
                <a:gd name="T3" fmla="*/ 0 h 70"/>
                <a:gd name="T4" fmla="*/ 0 w 88"/>
                <a:gd name="T5" fmla="*/ 0 h 70"/>
                <a:gd name="T6" fmla="*/ 0 w 88"/>
                <a:gd name="T7" fmla="*/ 0 h 70"/>
                <a:gd name="T8" fmla="*/ 0 w 88"/>
                <a:gd name="T9" fmla="*/ 0 h 70"/>
                <a:gd name="T10" fmla="*/ 0 w 88"/>
                <a:gd name="T11" fmla="*/ 0 h 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8" h="70">
                  <a:moveTo>
                    <a:pt x="47" y="0"/>
                  </a:moveTo>
                  <a:lnTo>
                    <a:pt x="0" y="23"/>
                  </a:lnTo>
                  <a:lnTo>
                    <a:pt x="0" y="70"/>
                  </a:lnTo>
                  <a:lnTo>
                    <a:pt x="88" y="70"/>
                  </a:lnTo>
                  <a:lnTo>
                    <a:pt x="88" y="23"/>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18707" name="Freeform 183">
              <a:extLst>
                <a:ext uri="{FF2B5EF4-FFF2-40B4-BE49-F238E27FC236}">
                  <a16:creationId xmlns:a16="http://schemas.microsoft.com/office/drawing/2014/main" id="{A1B28B7B-17BE-2254-C20B-D45FFB0B5623}"/>
                </a:ext>
              </a:extLst>
            </p:cNvPr>
            <p:cNvSpPr>
              <a:spLocks/>
            </p:cNvSpPr>
            <p:nvPr/>
          </p:nvSpPr>
          <p:spPr bwMode="auto">
            <a:xfrm>
              <a:off x="2584" y="596"/>
              <a:ext cx="7" cy="16"/>
            </a:xfrm>
            <a:custGeom>
              <a:avLst/>
              <a:gdLst>
                <a:gd name="T0" fmla="*/ 0 w 88"/>
                <a:gd name="T1" fmla="*/ 0 h 204"/>
                <a:gd name="T2" fmla="*/ 0 w 88"/>
                <a:gd name="T3" fmla="*/ 0 h 204"/>
                <a:gd name="T4" fmla="*/ 0 w 88"/>
                <a:gd name="T5" fmla="*/ 0 h 204"/>
                <a:gd name="T6" fmla="*/ 0 w 88"/>
                <a:gd name="T7" fmla="*/ 0 h 204"/>
                <a:gd name="T8" fmla="*/ 0 w 88"/>
                <a:gd name="T9" fmla="*/ 0 h 204"/>
                <a:gd name="T10" fmla="*/ 0 w 88"/>
                <a:gd name="T11" fmla="*/ 0 h 204"/>
                <a:gd name="T12" fmla="*/ 0 w 88"/>
                <a:gd name="T13" fmla="*/ 0 h 204"/>
                <a:gd name="T14" fmla="*/ 0 w 88"/>
                <a:gd name="T15" fmla="*/ 0 h 2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204">
                  <a:moveTo>
                    <a:pt x="88" y="47"/>
                  </a:moveTo>
                  <a:lnTo>
                    <a:pt x="41" y="0"/>
                  </a:lnTo>
                  <a:lnTo>
                    <a:pt x="0" y="47"/>
                  </a:lnTo>
                  <a:lnTo>
                    <a:pt x="0" y="157"/>
                  </a:lnTo>
                  <a:lnTo>
                    <a:pt x="41" y="204"/>
                  </a:lnTo>
                  <a:lnTo>
                    <a:pt x="70" y="157"/>
                  </a:lnTo>
                  <a:lnTo>
                    <a:pt x="70" y="94"/>
                  </a:lnTo>
                  <a:lnTo>
                    <a:pt x="88" y="47"/>
                  </a:lnTo>
                  <a:close/>
                </a:path>
              </a:pathLst>
            </a:custGeom>
            <a:solidFill>
              <a:srgbClr val="FFFFFF"/>
            </a:solidFill>
            <a:ln w="9525">
              <a:solidFill>
                <a:srgbClr val="000000"/>
              </a:solidFill>
              <a:round/>
              <a:headEnd/>
              <a:tailEnd/>
            </a:ln>
          </p:spPr>
          <p:txBody>
            <a:bodyPr/>
            <a:lstStyle/>
            <a:p>
              <a:endParaRPr lang="ko-KR" altLang="en-US"/>
            </a:p>
          </p:txBody>
        </p:sp>
        <p:sp>
          <p:nvSpPr>
            <p:cNvPr id="418708" name="Freeform 184">
              <a:extLst>
                <a:ext uri="{FF2B5EF4-FFF2-40B4-BE49-F238E27FC236}">
                  <a16:creationId xmlns:a16="http://schemas.microsoft.com/office/drawing/2014/main" id="{9F8F3520-6400-B591-8F9D-1FE0044C10C4}"/>
                </a:ext>
              </a:extLst>
            </p:cNvPr>
            <p:cNvSpPr>
              <a:spLocks/>
            </p:cNvSpPr>
            <p:nvPr/>
          </p:nvSpPr>
          <p:spPr bwMode="auto">
            <a:xfrm>
              <a:off x="2546" y="638"/>
              <a:ext cx="5" cy="14"/>
            </a:xfrm>
            <a:custGeom>
              <a:avLst/>
              <a:gdLst>
                <a:gd name="T0" fmla="*/ 0 w 70"/>
                <a:gd name="T1" fmla="*/ 0 h 175"/>
                <a:gd name="T2" fmla="*/ 0 w 70"/>
                <a:gd name="T3" fmla="*/ 0 h 175"/>
                <a:gd name="T4" fmla="*/ 0 w 70"/>
                <a:gd name="T5" fmla="*/ 0 h 175"/>
                <a:gd name="T6" fmla="*/ 0 w 70"/>
                <a:gd name="T7" fmla="*/ 0 h 175"/>
                <a:gd name="T8" fmla="*/ 0 w 70"/>
                <a:gd name="T9" fmla="*/ 0 h 175"/>
                <a:gd name="T10" fmla="*/ 0 w 70"/>
                <a:gd name="T11" fmla="*/ 0 h 175"/>
                <a:gd name="T12" fmla="*/ 0 w 70"/>
                <a:gd name="T13" fmla="*/ 0 h 175"/>
                <a:gd name="T14" fmla="*/ 0 w 70"/>
                <a:gd name="T15" fmla="*/ 0 h 1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75">
                  <a:moveTo>
                    <a:pt x="23" y="0"/>
                  </a:moveTo>
                  <a:lnTo>
                    <a:pt x="0" y="47"/>
                  </a:lnTo>
                  <a:lnTo>
                    <a:pt x="0" y="87"/>
                  </a:lnTo>
                  <a:lnTo>
                    <a:pt x="23" y="152"/>
                  </a:lnTo>
                  <a:lnTo>
                    <a:pt x="23" y="175"/>
                  </a:lnTo>
                  <a:lnTo>
                    <a:pt x="70" y="134"/>
                  </a:lnTo>
                  <a:lnTo>
                    <a:pt x="70" y="87"/>
                  </a:lnTo>
                  <a:lnTo>
                    <a:pt x="23" y="0"/>
                  </a:lnTo>
                  <a:close/>
                </a:path>
              </a:pathLst>
            </a:custGeom>
            <a:solidFill>
              <a:srgbClr val="FFFFFF"/>
            </a:solidFill>
            <a:ln w="9525">
              <a:solidFill>
                <a:srgbClr val="000000"/>
              </a:solidFill>
              <a:round/>
              <a:headEnd/>
              <a:tailEnd/>
            </a:ln>
          </p:spPr>
          <p:txBody>
            <a:bodyPr/>
            <a:lstStyle/>
            <a:p>
              <a:endParaRPr lang="ko-KR" altLang="en-US"/>
            </a:p>
          </p:txBody>
        </p:sp>
        <p:sp>
          <p:nvSpPr>
            <p:cNvPr id="418709" name="Freeform 185">
              <a:extLst>
                <a:ext uri="{FF2B5EF4-FFF2-40B4-BE49-F238E27FC236}">
                  <a16:creationId xmlns:a16="http://schemas.microsoft.com/office/drawing/2014/main" id="{73416FB3-45C1-C3FD-B377-0989AD803C46}"/>
                </a:ext>
              </a:extLst>
            </p:cNvPr>
            <p:cNvSpPr>
              <a:spLocks/>
            </p:cNvSpPr>
            <p:nvPr/>
          </p:nvSpPr>
          <p:spPr bwMode="auto">
            <a:xfrm>
              <a:off x="2492" y="675"/>
              <a:ext cx="11" cy="7"/>
            </a:xfrm>
            <a:custGeom>
              <a:avLst/>
              <a:gdLst>
                <a:gd name="T0" fmla="*/ 0 w 134"/>
                <a:gd name="T1" fmla="*/ 0 h 93"/>
                <a:gd name="T2" fmla="*/ 0 w 134"/>
                <a:gd name="T3" fmla="*/ 0 h 93"/>
                <a:gd name="T4" fmla="*/ 0 w 134"/>
                <a:gd name="T5" fmla="*/ 0 h 93"/>
                <a:gd name="T6" fmla="*/ 0 w 134"/>
                <a:gd name="T7" fmla="*/ 0 h 93"/>
                <a:gd name="T8" fmla="*/ 0 w 134"/>
                <a:gd name="T9" fmla="*/ 0 h 93"/>
                <a:gd name="T10" fmla="*/ 0 w 134"/>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4" h="93">
                  <a:moveTo>
                    <a:pt x="110" y="0"/>
                  </a:moveTo>
                  <a:lnTo>
                    <a:pt x="47" y="0"/>
                  </a:lnTo>
                  <a:lnTo>
                    <a:pt x="0" y="47"/>
                  </a:lnTo>
                  <a:lnTo>
                    <a:pt x="47" y="93"/>
                  </a:lnTo>
                  <a:lnTo>
                    <a:pt x="134" y="47"/>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18710" name="Freeform 186">
              <a:extLst>
                <a:ext uri="{FF2B5EF4-FFF2-40B4-BE49-F238E27FC236}">
                  <a16:creationId xmlns:a16="http://schemas.microsoft.com/office/drawing/2014/main" id="{A30361C0-676F-22A8-8CB1-C1F6DD9E84DF}"/>
                </a:ext>
              </a:extLst>
            </p:cNvPr>
            <p:cNvSpPr>
              <a:spLocks/>
            </p:cNvSpPr>
            <p:nvPr/>
          </p:nvSpPr>
          <p:spPr bwMode="auto">
            <a:xfrm>
              <a:off x="2465" y="659"/>
              <a:ext cx="34" cy="70"/>
            </a:xfrm>
            <a:custGeom>
              <a:avLst/>
              <a:gdLst>
                <a:gd name="T0" fmla="*/ 0 w 424"/>
                <a:gd name="T1" fmla="*/ 0 h 901"/>
                <a:gd name="T2" fmla="*/ 0 w 424"/>
                <a:gd name="T3" fmla="*/ 0 h 901"/>
                <a:gd name="T4" fmla="*/ 0 w 424"/>
                <a:gd name="T5" fmla="*/ 0 h 901"/>
                <a:gd name="T6" fmla="*/ 0 w 424"/>
                <a:gd name="T7" fmla="*/ 0 h 901"/>
                <a:gd name="T8" fmla="*/ 0 w 424"/>
                <a:gd name="T9" fmla="*/ 0 h 901"/>
                <a:gd name="T10" fmla="*/ 0 w 424"/>
                <a:gd name="T11" fmla="*/ 0 h 901"/>
                <a:gd name="T12" fmla="*/ 0 w 424"/>
                <a:gd name="T13" fmla="*/ 0 h 901"/>
                <a:gd name="T14" fmla="*/ 0 w 424"/>
                <a:gd name="T15" fmla="*/ 0 h 901"/>
                <a:gd name="T16" fmla="*/ 0 w 424"/>
                <a:gd name="T17" fmla="*/ 0 h 901"/>
                <a:gd name="T18" fmla="*/ 0 w 424"/>
                <a:gd name="T19" fmla="*/ 0 h 901"/>
                <a:gd name="T20" fmla="*/ 0 w 424"/>
                <a:gd name="T21" fmla="*/ 0 h 901"/>
                <a:gd name="T22" fmla="*/ 0 w 424"/>
                <a:gd name="T23" fmla="*/ 0 h 901"/>
                <a:gd name="T24" fmla="*/ 0 w 424"/>
                <a:gd name="T25" fmla="*/ 0 h 901"/>
                <a:gd name="T26" fmla="*/ 0 w 424"/>
                <a:gd name="T27" fmla="*/ 0 h 901"/>
                <a:gd name="T28" fmla="*/ 0 w 424"/>
                <a:gd name="T29" fmla="*/ 0 h 901"/>
                <a:gd name="T30" fmla="*/ 0 w 424"/>
                <a:gd name="T31" fmla="*/ 0 h 901"/>
                <a:gd name="T32" fmla="*/ 0 w 424"/>
                <a:gd name="T33" fmla="*/ 0 h 901"/>
                <a:gd name="T34" fmla="*/ 0 w 424"/>
                <a:gd name="T35" fmla="*/ 0 h 901"/>
                <a:gd name="T36" fmla="*/ 0 w 424"/>
                <a:gd name="T37" fmla="*/ 0 h 901"/>
                <a:gd name="T38" fmla="*/ 0 w 424"/>
                <a:gd name="T39" fmla="*/ 0 h 901"/>
                <a:gd name="T40" fmla="*/ 0 w 424"/>
                <a:gd name="T41" fmla="*/ 0 h 901"/>
                <a:gd name="T42" fmla="*/ 0 w 424"/>
                <a:gd name="T43" fmla="*/ 0 h 901"/>
                <a:gd name="T44" fmla="*/ 0 w 424"/>
                <a:gd name="T45" fmla="*/ 0 h 901"/>
                <a:gd name="T46" fmla="*/ 0 w 424"/>
                <a:gd name="T47" fmla="*/ 0 h 901"/>
                <a:gd name="T48" fmla="*/ 0 w 424"/>
                <a:gd name="T49" fmla="*/ 0 h 901"/>
                <a:gd name="T50" fmla="*/ 0 w 424"/>
                <a:gd name="T51" fmla="*/ 0 h 901"/>
                <a:gd name="T52" fmla="*/ 0 w 424"/>
                <a:gd name="T53" fmla="*/ 0 h 901"/>
                <a:gd name="T54" fmla="*/ 0 w 424"/>
                <a:gd name="T55" fmla="*/ 0 h 901"/>
                <a:gd name="T56" fmla="*/ 0 w 424"/>
                <a:gd name="T57" fmla="*/ 0 h 901"/>
                <a:gd name="T58" fmla="*/ 0 w 424"/>
                <a:gd name="T59" fmla="*/ 0 h 901"/>
                <a:gd name="T60" fmla="*/ 0 w 424"/>
                <a:gd name="T61" fmla="*/ 0 h 901"/>
                <a:gd name="T62" fmla="*/ 0 w 424"/>
                <a:gd name="T63" fmla="*/ 0 h 901"/>
                <a:gd name="T64" fmla="*/ 0 w 424"/>
                <a:gd name="T65" fmla="*/ 0 h 901"/>
                <a:gd name="T66" fmla="*/ 0 w 424"/>
                <a:gd name="T67" fmla="*/ 0 h 9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24" h="901">
                  <a:moveTo>
                    <a:pt x="0" y="47"/>
                  </a:moveTo>
                  <a:lnTo>
                    <a:pt x="18" y="111"/>
                  </a:lnTo>
                  <a:lnTo>
                    <a:pt x="88" y="111"/>
                  </a:lnTo>
                  <a:lnTo>
                    <a:pt x="133" y="181"/>
                  </a:lnTo>
                  <a:lnTo>
                    <a:pt x="111" y="251"/>
                  </a:lnTo>
                  <a:lnTo>
                    <a:pt x="221" y="384"/>
                  </a:lnTo>
                  <a:lnTo>
                    <a:pt x="314" y="518"/>
                  </a:lnTo>
                  <a:lnTo>
                    <a:pt x="268" y="587"/>
                  </a:lnTo>
                  <a:lnTo>
                    <a:pt x="314" y="704"/>
                  </a:lnTo>
                  <a:lnTo>
                    <a:pt x="221" y="744"/>
                  </a:lnTo>
                  <a:lnTo>
                    <a:pt x="221" y="791"/>
                  </a:lnTo>
                  <a:lnTo>
                    <a:pt x="157" y="814"/>
                  </a:lnTo>
                  <a:lnTo>
                    <a:pt x="157" y="861"/>
                  </a:lnTo>
                  <a:lnTo>
                    <a:pt x="180" y="901"/>
                  </a:lnTo>
                  <a:lnTo>
                    <a:pt x="221" y="878"/>
                  </a:lnTo>
                  <a:lnTo>
                    <a:pt x="355" y="767"/>
                  </a:lnTo>
                  <a:lnTo>
                    <a:pt x="402" y="721"/>
                  </a:lnTo>
                  <a:lnTo>
                    <a:pt x="424" y="634"/>
                  </a:lnTo>
                  <a:lnTo>
                    <a:pt x="402" y="518"/>
                  </a:lnTo>
                  <a:lnTo>
                    <a:pt x="355" y="453"/>
                  </a:lnTo>
                  <a:lnTo>
                    <a:pt x="355" y="408"/>
                  </a:lnTo>
                  <a:lnTo>
                    <a:pt x="290" y="408"/>
                  </a:lnTo>
                  <a:lnTo>
                    <a:pt x="245" y="338"/>
                  </a:lnTo>
                  <a:lnTo>
                    <a:pt x="198" y="251"/>
                  </a:lnTo>
                  <a:lnTo>
                    <a:pt x="198" y="181"/>
                  </a:lnTo>
                  <a:lnTo>
                    <a:pt x="268" y="111"/>
                  </a:lnTo>
                  <a:lnTo>
                    <a:pt x="290" y="87"/>
                  </a:lnTo>
                  <a:lnTo>
                    <a:pt x="268" y="87"/>
                  </a:lnTo>
                  <a:lnTo>
                    <a:pt x="221" y="47"/>
                  </a:lnTo>
                  <a:lnTo>
                    <a:pt x="221" y="0"/>
                  </a:lnTo>
                  <a:lnTo>
                    <a:pt x="198" y="0"/>
                  </a:lnTo>
                  <a:lnTo>
                    <a:pt x="133" y="0"/>
                  </a:lnTo>
                  <a:lnTo>
                    <a:pt x="18" y="70"/>
                  </a:lnTo>
                  <a:lnTo>
                    <a:pt x="0" y="47"/>
                  </a:lnTo>
                  <a:close/>
                </a:path>
              </a:pathLst>
            </a:custGeom>
            <a:solidFill>
              <a:srgbClr val="FFFFFF"/>
            </a:solidFill>
            <a:ln w="9525">
              <a:solidFill>
                <a:srgbClr val="000000"/>
              </a:solidFill>
              <a:round/>
              <a:headEnd/>
              <a:tailEnd/>
            </a:ln>
          </p:spPr>
          <p:txBody>
            <a:bodyPr/>
            <a:lstStyle/>
            <a:p>
              <a:endParaRPr lang="ko-KR" altLang="en-US"/>
            </a:p>
          </p:txBody>
        </p:sp>
        <p:sp>
          <p:nvSpPr>
            <p:cNvPr id="418711" name="Freeform 187">
              <a:extLst>
                <a:ext uri="{FF2B5EF4-FFF2-40B4-BE49-F238E27FC236}">
                  <a16:creationId xmlns:a16="http://schemas.microsoft.com/office/drawing/2014/main" id="{BB8AC91C-78A7-A196-0FED-5327BEDF3534}"/>
                </a:ext>
              </a:extLst>
            </p:cNvPr>
            <p:cNvSpPr>
              <a:spLocks/>
            </p:cNvSpPr>
            <p:nvPr/>
          </p:nvSpPr>
          <p:spPr bwMode="auto">
            <a:xfrm>
              <a:off x="2454" y="663"/>
              <a:ext cx="36" cy="63"/>
            </a:xfrm>
            <a:custGeom>
              <a:avLst/>
              <a:gdLst>
                <a:gd name="T0" fmla="*/ 0 w 453"/>
                <a:gd name="T1" fmla="*/ 0 h 814"/>
                <a:gd name="T2" fmla="*/ 0 w 453"/>
                <a:gd name="T3" fmla="*/ 0 h 814"/>
                <a:gd name="T4" fmla="*/ 0 w 453"/>
                <a:gd name="T5" fmla="*/ 0 h 814"/>
                <a:gd name="T6" fmla="*/ 0 w 453"/>
                <a:gd name="T7" fmla="*/ 0 h 814"/>
                <a:gd name="T8" fmla="*/ 0 w 453"/>
                <a:gd name="T9" fmla="*/ 0 h 814"/>
                <a:gd name="T10" fmla="*/ 0 w 453"/>
                <a:gd name="T11" fmla="*/ 0 h 814"/>
                <a:gd name="T12" fmla="*/ 0 w 453"/>
                <a:gd name="T13" fmla="*/ 0 h 814"/>
                <a:gd name="T14" fmla="*/ 0 w 453"/>
                <a:gd name="T15" fmla="*/ 0 h 814"/>
                <a:gd name="T16" fmla="*/ 0 w 453"/>
                <a:gd name="T17" fmla="*/ 0 h 814"/>
                <a:gd name="T18" fmla="*/ 0 w 453"/>
                <a:gd name="T19" fmla="*/ 0 h 814"/>
                <a:gd name="T20" fmla="*/ 0 w 453"/>
                <a:gd name="T21" fmla="*/ 0 h 814"/>
                <a:gd name="T22" fmla="*/ 0 w 453"/>
                <a:gd name="T23" fmla="*/ 0 h 814"/>
                <a:gd name="T24" fmla="*/ 0 w 453"/>
                <a:gd name="T25" fmla="*/ 0 h 814"/>
                <a:gd name="T26" fmla="*/ 0 w 453"/>
                <a:gd name="T27" fmla="*/ 0 h 814"/>
                <a:gd name="T28" fmla="*/ 0 w 453"/>
                <a:gd name="T29" fmla="*/ 0 h 814"/>
                <a:gd name="T30" fmla="*/ 0 w 453"/>
                <a:gd name="T31" fmla="*/ 0 h 814"/>
                <a:gd name="T32" fmla="*/ 0 w 453"/>
                <a:gd name="T33" fmla="*/ 0 h 814"/>
                <a:gd name="T34" fmla="*/ 0 w 453"/>
                <a:gd name="T35" fmla="*/ 0 h 814"/>
                <a:gd name="T36" fmla="*/ 0 w 453"/>
                <a:gd name="T37" fmla="*/ 0 h 814"/>
                <a:gd name="T38" fmla="*/ 0 w 453"/>
                <a:gd name="T39" fmla="*/ 0 h 814"/>
                <a:gd name="T40" fmla="*/ 0 w 453"/>
                <a:gd name="T41" fmla="*/ 0 h 814"/>
                <a:gd name="T42" fmla="*/ 0 w 453"/>
                <a:gd name="T43" fmla="*/ 0 h 814"/>
                <a:gd name="T44" fmla="*/ 0 w 453"/>
                <a:gd name="T45" fmla="*/ 0 h 814"/>
                <a:gd name="T46" fmla="*/ 0 w 453"/>
                <a:gd name="T47" fmla="*/ 0 h 814"/>
                <a:gd name="T48" fmla="*/ 0 w 453"/>
                <a:gd name="T49" fmla="*/ 0 h 814"/>
                <a:gd name="T50" fmla="*/ 0 w 453"/>
                <a:gd name="T51" fmla="*/ 0 h 814"/>
                <a:gd name="T52" fmla="*/ 0 w 453"/>
                <a:gd name="T53" fmla="*/ 0 h 814"/>
                <a:gd name="T54" fmla="*/ 0 w 453"/>
                <a:gd name="T55" fmla="*/ 0 h 814"/>
                <a:gd name="T56" fmla="*/ 0 w 453"/>
                <a:gd name="T57" fmla="*/ 0 h 814"/>
                <a:gd name="T58" fmla="*/ 0 w 453"/>
                <a:gd name="T59" fmla="*/ 0 h 814"/>
                <a:gd name="T60" fmla="*/ 0 w 453"/>
                <a:gd name="T61" fmla="*/ 0 h 814"/>
                <a:gd name="T62" fmla="*/ 0 w 453"/>
                <a:gd name="T63" fmla="*/ 0 h 814"/>
                <a:gd name="T64" fmla="*/ 0 w 453"/>
                <a:gd name="T65" fmla="*/ 0 h 814"/>
                <a:gd name="T66" fmla="*/ 0 w 453"/>
                <a:gd name="T67" fmla="*/ 0 h 814"/>
                <a:gd name="T68" fmla="*/ 0 w 453"/>
                <a:gd name="T69" fmla="*/ 0 h 814"/>
                <a:gd name="T70" fmla="*/ 0 w 453"/>
                <a:gd name="T71" fmla="*/ 0 h 814"/>
                <a:gd name="T72" fmla="*/ 0 w 453"/>
                <a:gd name="T73" fmla="*/ 0 h 814"/>
                <a:gd name="T74" fmla="*/ 0 w 453"/>
                <a:gd name="T75" fmla="*/ 0 h 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53" h="814">
                  <a:moveTo>
                    <a:pt x="110" y="0"/>
                  </a:moveTo>
                  <a:lnTo>
                    <a:pt x="52" y="52"/>
                  </a:lnTo>
                  <a:lnTo>
                    <a:pt x="0" y="134"/>
                  </a:lnTo>
                  <a:lnTo>
                    <a:pt x="70" y="180"/>
                  </a:lnTo>
                  <a:lnTo>
                    <a:pt x="70" y="291"/>
                  </a:lnTo>
                  <a:lnTo>
                    <a:pt x="110" y="314"/>
                  </a:lnTo>
                  <a:lnTo>
                    <a:pt x="180" y="267"/>
                  </a:lnTo>
                  <a:lnTo>
                    <a:pt x="227" y="267"/>
                  </a:lnTo>
                  <a:lnTo>
                    <a:pt x="337" y="406"/>
                  </a:lnTo>
                  <a:lnTo>
                    <a:pt x="337" y="453"/>
                  </a:lnTo>
                  <a:lnTo>
                    <a:pt x="360" y="494"/>
                  </a:lnTo>
                  <a:lnTo>
                    <a:pt x="360" y="563"/>
                  </a:lnTo>
                  <a:lnTo>
                    <a:pt x="337" y="587"/>
                  </a:lnTo>
                  <a:lnTo>
                    <a:pt x="272" y="563"/>
                  </a:lnTo>
                  <a:lnTo>
                    <a:pt x="227" y="518"/>
                  </a:lnTo>
                  <a:lnTo>
                    <a:pt x="174" y="570"/>
                  </a:lnTo>
                  <a:lnTo>
                    <a:pt x="157" y="610"/>
                  </a:lnTo>
                  <a:lnTo>
                    <a:pt x="180" y="697"/>
                  </a:lnTo>
                  <a:lnTo>
                    <a:pt x="227" y="744"/>
                  </a:lnTo>
                  <a:lnTo>
                    <a:pt x="296" y="814"/>
                  </a:lnTo>
                  <a:lnTo>
                    <a:pt x="319" y="790"/>
                  </a:lnTo>
                  <a:lnTo>
                    <a:pt x="360" y="744"/>
                  </a:lnTo>
                  <a:lnTo>
                    <a:pt x="360" y="697"/>
                  </a:lnTo>
                  <a:lnTo>
                    <a:pt x="407" y="674"/>
                  </a:lnTo>
                  <a:lnTo>
                    <a:pt x="447" y="650"/>
                  </a:lnTo>
                  <a:lnTo>
                    <a:pt x="453" y="610"/>
                  </a:lnTo>
                  <a:lnTo>
                    <a:pt x="407" y="563"/>
                  </a:lnTo>
                  <a:lnTo>
                    <a:pt x="436" y="494"/>
                  </a:lnTo>
                  <a:lnTo>
                    <a:pt x="447" y="471"/>
                  </a:lnTo>
                  <a:lnTo>
                    <a:pt x="424" y="424"/>
                  </a:lnTo>
                  <a:lnTo>
                    <a:pt x="319" y="267"/>
                  </a:lnTo>
                  <a:lnTo>
                    <a:pt x="250" y="204"/>
                  </a:lnTo>
                  <a:lnTo>
                    <a:pt x="272" y="134"/>
                  </a:lnTo>
                  <a:lnTo>
                    <a:pt x="250" y="87"/>
                  </a:lnTo>
                  <a:lnTo>
                    <a:pt x="227" y="64"/>
                  </a:lnTo>
                  <a:lnTo>
                    <a:pt x="157" y="64"/>
                  </a:lnTo>
                  <a:lnTo>
                    <a:pt x="157" y="23"/>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18712" name="Freeform 188">
              <a:extLst>
                <a:ext uri="{FF2B5EF4-FFF2-40B4-BE49-F238E27FC236}">
                  <a16:creationId xmlns:a16="http://schemas.microsoft.com/office/drawing/2014/main" id="{ACF04BF3-8491-6520-7F95-C3F2AAED4CF0}"/>
                </a:ext>
              </a:extLst>
            </p:cNvPr>
            <p:cNvSpPr>
              <a:spLocks/>
            </p:cNvSpPr>
            <p:nvPr/>
          </p:nvSpPr>
          <p:spPr bwMode="auto">
            <a:xfrm>
              <a:off x="2444" y="673"/>
              <a:ext cx="39" cy="67"/>
            </a:xfrm>
            <a:custGeom>
              <a:avLst/>
              <a:gdLst>
                <a:gd name="T0" fmla="*/ 0 w 482"/>
                <a:gd name="T1" fmla="*/ 0 h 854"/>
                <a:gd name="T2" fmla="*/ 0 w 482"/>
                <a:gd name="T3" fmla="*/ 0 h 854"/>
                <a:gd name="T4" fmla="*/ 0 w 482"/>
                <a:gd name="T5" fmla="*/ 0 h 854"/>
                <a:gd name="T6" fmla="*/ 0 w 482"/>
                <a:gd name="T7" fmla="*/ 0 h 854"/>
                <a:gd name="T8" fmla="*/ 0 w 482"/>
                <a:gd name="T9" fmla="*/ 0 h 854"/>
                <a:gd name="T10" fmla="*/ 0 w 482"/>
                <a:gd name="T11" fmla="*/ 0 h 854"/>
                <a:gd name="T12" fmla="*/ 0 w 482"/>
                <a:gd name="T13" fmla="*/ 0 h 854"/>
                <a:gd name="T14" fmla="*/ 0 w 482"/>
                <a:gd name="T15" fmla="*/ 0 h 854"/>
                <a:gd name="T16" fmla="*/ 0 w 482"/>
                <a:gd name="T17" fmla="*/ 0 h 854"/>
                <a:gd name="T18" fmla="*/ 0 w 482"/>
                <a:gd name="T19" fmla="*/ 0 h 854"/>
                <a:gd name="T20" fmla="*/ 0 w 482"/>
                <a:gd name="T21" fmla="*/ 0 h 854"/>
                <a:gd name="T22" fmla="*/ 0 w 482"/>
                <a:gd name="T23" fmla="*/ 0 h 854"/>
                <a:gd name="T24" fmla="*/ 0 w 482"/>
                <a:gd name="T25" fmla="*/ 0 h 854"/>
                <a:gd name="T26" fmla="*/ 0 w 482"/>
                <a:gd name="T27" fmla="*/ 0 h 854"/>
                <a:gd name="T28" fmla="*/ 0 w 482"/>
                <a:gd name="T29" fmla="*/ 0 h 854"/>
                <a:gd name="T30" fmla="*/ 0 w 482"/>
                <a:gd name="T31" fmla="*/ 0 h 854"/>
                <a:gd name="T32" fmla="*/ 0 w 482"/>
                <a:gd name="T33" fmla="*/ 0 h 854"/>
                <a:gd name="T34" fmla="*/ 0 w 482"/>
                <a:gd name="T35" fmla="*/ 0 h 854"/>
                <a:gd name="T36" fmla="*/ 0 w 482"/>
                <a:gd name="T37" fmla="*/ 0 h 854"/>
                <a:gd name="T38" fmla="*/ 0 w 482"/>
                <a:gd name="T39" fmla="*/ 0 h 854"/>
                <a:gd name="T40" fmla="*/ 0 w 482"/>
                <a:gd name="T41" fmla="*/ 0 h 854"/>
                <a:gd name="T42" fmla="*/ 0 w 482"/>
                <a:gd name="T43" fmla="*/ 0 h 854"/>
                <a:gd name="T44" fmla="*/ 0 w 482"/>
                <a:gd name="T45" fmla="*/ 0 h 854"/>
                <a:gd name="T46" fmla="*/ 0 w 482"/>
                <a:gd name="T47" fmla="*/ 0 h 854"/>
                <a:gd name="T48" fmla="*/ 0 w 482"/>
                <a:gd name="T49" fmla="*/ 0 h 854"/>
                <a:gd name="T50" fmla="*/ 0 w 482"/>
                <a:gd name="T51" fmla="*/ 0 h 854"/>
                <a:gd name="T52" fmla="*/ 0 w 482"/>
                <a:gd name="T53" fmla="*/ 0 h 854"/>
                <a:gd name="T54" fmla="*/ 0 w 482"/>
                <a:gd name="T55" fmla="*/ 0 h 854"/>
                <a:gd name="T56" fmla="*/ 0 w 482"/>
                <a:gd name="T57" fmla="*/ 0 h 854"/>
                <a:gd name="T58" fmla="*/ 0 w 482"/>
                <a:gd name="T59" fmla="*/ 0 h 854"/>
                <a:gd name="T60" fmla="*/ 0 w 482"/>
                <a:gd name="T61" fmla="*/ 0 h 854"/>
                <a:gd name="T62" fmla="*/ 0 w 482"/>
                <a:gd name="T63" fmla="*/ 0 h 854"/>
                <a:gd name="T64" fmla="*/ 0 w 482"/>
                <a:gd name="T65" fmla="*/ 0 h 854"/>
                <a:gd name="T66" fmla="*/ 0 w 482"/>
                <a:gd name="T67" fmla="*/ 0 h 8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82" h="854">
                  <a:moveTo>
                    <a:pt x="122" y="0"/>
                  </a:moveTo>
                  <a:lnTo>
                    <a:pt x="99" y="28"/>
                  </a:lnTo>
                  <a:lnTo>
                    <a:pt x="58" y="75"/>
                  </a:lnTo>
                  <a:lnTo>
                    <a:pt x="0" y="140"/>
                  </a:lnTo>
                  <a:lnTo>
                    <a:pt x="75" y="272"/>
                  </a:lnTo>
                  <a:lnTo>
                    <a:pt x="75" y="360"/>
                  </a:lnTo>
                  <a:lnTo>
                    <a:pt x="75" y="406"/>
                  </a:lnTo>
                  <a:lnTo>
                    <a:pt x="99" y="476"/>
                  </a:lnTo>
                  <a:lnTo>
                    <a:pt x="75" y="656"/>
                  </a:lnTo>
                  <a:lnTo>
                    <a:pt x="75" y="720"/>
                  </a:lnTo>
                  <a:lnTo>
                    <a:pt x="145" y="767"/>
                  </a:lnTo>
                  <a:lnTo>
                    <a:pt x="168" y="848"/>
                  </a:lnTo>
                  <a:lnTo>
                    <a:pt x="232" y="854"/>
                  </a:lnTo>
                  <a:lnTo>
                    <a:pt x="192" y="743"/>
                  </a:lnTo>
                  <a:lnTo>
                    <a:pt x="145" y="697"/>
                  </a:lnTo>
                  <a:lnTo>
                    <a:pt x="168" y="540"/>
                  </a:lnTo>
                  <a:lnTo>
                    <a:pt x="168" y="453"/>
                  </a:lnTo>
                  <a:lnTo>
                    <a:pt x="232" y="476"/>
                  </a:lnTo>
                  <a:lnTo>
                    <a:pt x="279" y="476"/>
                  </a:lnTo>
                  <a:lnTo>
                    <a:pt x="302" y="429"/>
                  </a:lnTo>
                  <a:lnTo>
                    <a:pt x="349" y="384"/>
                  </a:lnTo>
                  <a:lnTo>
                    <a:pt x="394" y="429"/>
                  </a:lnTo>
                  <a:lnTo>
                    <a:pt x="476" y="453"/>
                  </a:lnTo>
                  <a:lnTo>
                    <a:pt x="482" y="406"/>
                  </a:lnTo>
                  <a:lnTo>
                    <a:pt x="482" y="337"/>
                  </a:lnTo>
                  <a:lnTo>
                    <a:pt x="459" y="272"/>
                  </a:lnTo>
                  <a:lnTo>
                    <a:pt x="394" y="180"/>
                  </a:lnTo>
                  <a:lnTo>
                    <a:pt x="349" y="133"/>
                  </a:lnTo>
                  <a:lnTo>
                    <a:pt x="296" y="140"/>
                  </a:lnTo>
                  <a:lnTo>
                    <a:pt x="232" y="180"/>
                  </a:lnTo>
                  <a:lnTo>
                    <a:pt x="192" y="133"/>
                  </a:lnTo>
                  <a:lnTo>
                    <a:pt x="185" y="58"/>
                  </a:lnTo>
                  <a:lnTo>
                    <a:pt x="168" y="23"/>
                  </a:lnTo>
                  <a:lnTo>
                    <a:pt x="122" y="0"/>
                  </a:lnTo>
                  <a:close/>
                </a:path>
              </a:pathLst>
            </a:custGeom>
            <a:solidFill>
              <a:srgbClr val="FFFFFF"/>
            </a:solidFill>
            <a:ln w="9525">
              <a:solidFill>
                <a:srgbClr val="000000"/>
              </a:solidFill>
              <a:round/>
              <a:headEnd/>
              <a:tailEnd/>
            </a:ln>
          </p:spPr>
          <p:txBody>
            <a:bodyPr/>
            <a:lstStyle/>
            <a:p>
              <a:endParaRPr lang="ko-KR" altLang="en-US"/>
            </a:p>
          </p:txBody>
        </p:sp>
        <p:sp>
          <p:nvSpPr>
            <p:cNvPr id="418713" name="Freeform 189">
              <a:extLst>
                <a:ext uri="{FF2B5EF4-FFF2-40B4-BE49-F238E27FC236}">
                  <a16:creationId xmlns:a16="http://schemas.microsoft.com/office/drawing/2014/main" id="{2FABF6C4-010A-D3B8-13AA-0D7F2D0F81E7}"/>
                </a:ext>
              </a:extLst>
            </p:cNvPr>
            <p:cNvSpPr>
              <a:spLocks/>
            </p:cNvSpPr>
            <p:nvPr/>
          </p:nvSpPr>
          <p:spPr bwMode="auto">
            <a:xfrm>
              <a:off x="2420" y="631"/>
              <a:ext cx="43" cy="85"/>
            </a:xfrm>
            <a:custGeom>
              <a:avLst/>
              <a:gdLst>
                <a:gd name="T0" fmla="*/ 0 w 534"/>
                <a:gd name="T1" fmla="*/ 0 h 1075"/>
                <a:gd name="T2" fmla="*/ 0 w 534"/>
                <a:gd name="T3" fmla="*/ 0 h 1075"/>
                <a:gd name="T4" fmla="*/ 0 w 534"/>
                <a:gd name="T5" fmla="*/ 0 h 1075"/>
                <a:gd name="T6" fmla="*/ 0 w 534"/>
                <a:gd name="T7" fmla="*/ 0 h 1075"/>
                <a:gd name="T8" fmla="*/ 0 w 534"/>
                <a:gd name="T9" fmla="*/ 0 h 1075"/>
                <a:gd name="T10" fmla="*/ 0 w 534"/>
                <a:gd name="T11" fmla="*/ 0 h 1075"/>
                <a:gd name="T12" fmla="*/ 0 w 534"/>
                <a:gd name="T13" fmla="*/ 0 h 1075"/>
                <a:gd name="T14" fmla="*/ 0 w 534"/>
                <a:gd name="T15" fmla="*/ 0 h 1075"/>
                <a:gd name="T16" fmla="*/ 0 w 534"/>
                <a:gd name="T17" fmla="*/ 0 h 1075"/>
                <a:gd name="T18" fmla="*/ 0 w 534"/>
                <a:gd name="T19" fmla="*/ 0 h 1075"/>
                <a:gd name="T20" fmla="*/ 0 w 534"/>
                <a:gd name="T21" fmla="*/ 0 h 1075"/>
                <a:gd name="T22" fmla="*/ 0 w 534"/>
                <a:gd name="T23" fmla="*/ 0 h 1075"/>
                <a:gd name="T24" fmla="*/ 0 w 534"/>
                <a:gd name="T25" fmla="*/ 0 h 1075"/>
                <a:gd name="T26" fmla="*/ 0 w 534"/>
                <a:gd name="T27" fmla="*/ 0 h 1075"/>
                <a:gd name="T28" fmla="*/ 0 w 534"/>
                <a:gd name="T29" fmla="*/ 0 h 1075"/>
                <a:gd name="T30" fmla="*/ 0 w 534"/>
                <a:gd name="T31" fmla="*/ 0 h 1075"/>
                <a:gd name="T32" fmla="*/ 0 w 534"/>
                <a:gd name="T33" fmla="*/ 0 h 1075"/>
                <a:gd name="T34" fmla="*/ 0 w 534"/>
                <a:gd name="T35" fmla="*/ 0 h 1075"/>
                <a:gd name="T36" fmla="*/ 0 w 534"/>
                <a:gd name="T37" fmla="*/ 0 h 1075"/>
                <a:gd name="T38" fmla="*/ 0 w 534"/>
                <a:gd name="T39" fmla="*/ 0 h 1075"/>
                <a:gd name="T40" fmla="*/ 0 w 534"/>
                <a:gd name="T41" fmla="*/ 0 h 1075"/>
                <a:gd name="T42" fmla="*/ 0 w 534"/>
                <a:gd name="T43" fmla="*/ 0 h 1075"/>
                <a:gd name="T44" fmla="*/ 0 w 534"/>
                <a:gd name="T45" fmla="*/ 0 h 1075"/>
                <a:gd name="T46" fmla="*/ 0 w 534"/>
                <a:gd name="T47" fmla="*/ 0 h 1075"/>
                <a:gd name="T48" fmla="*/ 0 w 534"/>
                <a:gd name="T49" fmla="*/ 0 h 1075"/>
                <a:gd name="T50" fmla="*/ 0 w 534"/>
                <a:gd name="T51" fmla="*/ 0 h 1075"/>
                <a:gd name="T52" fmla="*/ 0 w 534"/>
                <a:gd name="T53" fmla="*/ 0 h 1075"/>
                <a:gd name="T54" fmla="*/ 0 w 534"/>
                <a:gd name="T55" fmla="*/ 0 h 1075"/>
                <a:gd name="T56" fmla="*/ 0 w 534"/>
                <a:gd name="T57" fmla="*/ 0 h 1075"/>
                <a:gd name="T58" fmla="*/ 0 w 534"/>
                <a:gd name="T59" fmla="*/ 0 h 1075"/>
                <a:gd name="T60" fmla="*/ 0 w 534"/>
                <a:gd name="T61" fmla="*/ 0 h 1075"/>
                <a:gd name="T62" fmla="*/ 0 w 534"/>
                <a:gd name="T63" fmla="*/ 0 h 1075"/>
                <a:gd name="T64" fmla="*/ 0 w 534"/>
                <a:gd name="T65" fmla="*/ 0 h 1075"/>
                <a:gd name="T66" fmla="*/ 0 w 534"/>
                <a:gd name="T67" fmla="*/ 0 h 1075"/>
                <a:gd name="T68" fmla="*/ 0 w 534"/>
                <a:gd name="T69" fmla="*/ 0 h 1075"/>
                <a:gd name="T70" fmla="*/ 0 w 534"/>
                <a:gd name="T71" fmla="*/ 0 h 1075"/>
                <a:gd name="T72" fmla="*/ 0 w 534"/>
                <a:gd name="T73" fmla="*/ 0 h 1075"/>
                <a:gd name="T74" fmla="*/ 0 w 534"/>
                <a:gd name="T75" fmla="*/ 0 h 10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34" h="1075">
                  <a:moveTo>
                    <a:pt x="244" y="0"/>
                  </a:moveTo>
                  <a:lnTo>
                    <a:pt x="203" y="47"/>
                  </a:lnTo>
                  <a:lnTo>
                    <a:pt x="133" y="110"/>
                  </a:lnTo>
                  <a:lnTo>
                    <a:pt x="93" y="204"/>
                  </a:lnTo>
                  <a:lnTo>
                    <a:pt x="93" y="308"/>
                  </a:lnTo>
                  <a:lnTo>
                    <a:pt x="35" y="308"/>
                  </a:lnTo>
                  <a:lnTo>
                    <a:pt x="23" y="354"/>
                  </a:lnTo>
                  <a:lnTo>
                    <a:pt x="17" y="459"/>
                  </a:lnTo>
                  <a:lnTo>
                    <a:pt x="0" y="511"/>
                  </a:lnTo>
                  <a:lnTo>
                    <a:pt x="63" y="558"/>
                  </a:lnTo>
                  <a:lnTo>
                    <a:pt x="110" y="715"/>
                  </a:lnTo>
                  <a:lnTo>
                    <a:pt x="150" y="785"/>
                  </a:lnTo>
                  <a:lnTo>
                    <a:pt x="180" y="807"/>
                  </a:lnTo>
                  <a:lnTo>
                    <a:pt x="220" y="807"/>
                  </a:lnTo>
                  <a:lnTo>
                    <a:pt x="244" y="715"/>
                  </a:lnTo>
                  <a:lnTo>
                    <a:pt x="290" y="762"/>
                  </a:lnTo>
                  <a:lnTo>
                    <a:pt x="290" y="825"/>
                  </a:lnTo>
                  <a:lnTo>
                    <a:pt x="337" y="895"/>
                  </a:lnTo>
                  <a:lnTo>
                    <a:pt x="354" y="919"/>
                  </a:lnTo>
                  <a:lnTo>
                    <a:pt x="354" y="1011"/>
                  </a:lnTo>
                  <a:lnTo>
                    <a:pt x="401" y="1075"/>
                  </a:lnTo>
                  <a:lnTo>
                    <a:pt x="401" y="988"/>
                  </a:lnTo>
                  <a:lnTo>
                    <a:pt x="377" y="941"/>
                  </a:lnTo>
                  <a:lnTo>
                    <a:pt x="377" y="825"/>
                  </a:lnTo>
                  <a:lnTo>
                    <a:pt x="337" y="738"/>
                  </a:lnTo>
                  <a:lnTo>
                    <a:pt x="302" y="663"/>
                  </a:lnTo>
                  <a:lnTo>
                    <a:pt x="349" y="610"/>
                  </a:lnTo>
                  <a:lnTo>
                    <a:pt x="384" y="575"/>
                  </a:lnTo>
                  <a:lnTo>
                    <a:pt x="424" y="535"/>
                  </a:lnTo>
                  <a:lnTo>
                    <a:pt x="470" y="465"/>
                  </a:lnTo>
                  <a:lnTo>
                    <a:pt x="534" y="406"/>
                  </a:lnTo>
                  <a:lnTo>
                    <a:pt x="505" y="291"/>
                  </a:lnTo>
                  <a:lnTo>
                    <a:pt x="424" y="284"/>
                  </a:lnTo>
                  <a:lnTo>
                    <a:pt x="354" y="221"/>
                  </a:lnTo>
                  <a:lnTo>
                    <a:pt x="354" y="134"/>
                  </a:lnTo>
                  <a:lnTo>
                    <a:pt x="314" y="30"/>
                  </a:lnTo>
                  <a:lnTo>
                    <a:pt x="290" y="24"/>
                  </a:lnTo>
                  <a:lnTo>
                    <a:pt x="244" y="0"/>
                  </a:lnTo>
                  <a:close/>
                </a:path>
              </a:pathLst>
            </a:custGeom>
            <a:solidFill>
              <a:srgbClr val="FFFFFF"/>
            </a:solidFill>
            <a:ln w="9525">
              <a:solidFill>
                <a:srgbClr val="000000"/>
              </a:solidFill>
              <a:round/>
              <a:headEnd/>
              <a:tailEnd/>
            </a:ln>
          </p:spPr>
          <p:txBody>
            <a:bodyPr/>
            <a:lstStyle/>
            <a:p>
              <a:endParaRPr lang="ko-KR" altLang="en-US"/>
            </a:p>
          </p:txBody>
        </p:sp>
        <p:sp>
          <p:nvSpPr>
            <p:cNvPr id="418714" name="Freeform 190">
              <a:extLst>
                <a:ext uri="{FF2B5EF4-FFF2-40B4-BE49-F238E27FC236}">
                  <a16:creationId xmlns:a16="http://schemas.microsoft.com/office/drawing/2014/main" id="{3E0DFB2E-7867-8CE1-8C49-8120193D166B}"/>
                </a:ext>
              </a:extLst>
            </p:cNvPr>
            <p:cNvSpPr>
              <a:spLocks/>
            </p:cNvSpPr>
            <p:nvPr/>
          </p:nvSpPr>
          <p:spPr bwMode="auto">
            <a:xfrm>
              <a:off x="2399" y="643"/>
              <a:ext cx="23" cy="29"/>
            </a:xfrm>
            <a:custGeom>
              <a:avLst/>
              <a:gdLst>
                <a:gd name="T0" fmla="*/ 0 w 291"/>
                <a:gd name="T1" fmla="*/ 0 h 366"/>
                <a:gd name="T2" fmla="*/ 0 w 291"/>
                <a:gd name="T3" fmla="*/ 0 h 366"/>
                <a:gd name="T4" fmla="*/ 0 w 291"/>
                <a:gd name="T5" fmla="*/ 0 h 366"/>
                <a:gd name="T6" fmla="*/ 0 w 291"/>
                <a:gd name="T7" fmla="*/ 0 h 366"/>
                <a:gd name="T8" fmla="*/ 0 w 291"/>
                <a:gd name="T9" fmla="*/ 0 h 366"/>
                <a:gd name="T10" fmla="*/ 0 w 291"/>
                <a:gd name="T11" fmla="*/ 0 h 366"/>
                <a:gd name="T12" fmla="*/ 0 w 291"/>
                <a:gd name="T13" fmla="*/ 0 h 366"/>
                <a:gd name="T14" fmla="*/ 0 w 291"/>
                <a:gd name="T15" fmla="*/ 0 h 366"/>
                <a:gd name="T16" fmla="*/ 0 w 291"/>
                <a:gd name="T17" fmla="*/ 0 h 366"/>
                <a:gd name="T18" fmla="*/ 0 w 291"/>
                <a:gd name="T19" fmla="*/ 0 h 366"/>
                <a:gd name="T20" fmla="*/ 0 w 291"/>
                <a:gd name="T21" fmla="*/ 0 h 366"/>
                <a:gd name="T22" fmla="*/ 0 w 291"/>
                <a:gd name="T23" fmla="*/ 0 h 366"/>
                <a:gd name="T24" fmla="*/ 0 w 291"/>
                <a:gd name="T25" fmla="*/ 0 h 366"/>
                <a:gd name="T26" fmla="*/ 0 w 291"/>
                <a:gd name="T27" fmla="*/ 0 h 366"/>
                <a:gd name="T28" fmla="*/ 0 w 291"/>
                <a:gd name="T29" fmla="*/ 0 h 366"/>
                <a:gd name="T30" fmla="*/ 0 w 291"/>
                <a:gd name="T31" fmla="*/ 0 h 366"/>
                <a:gd name="T32" fmla="*/ 0 w 291"/>
                <a:gd name="T33" fmla="*/ 0 h 366"/>
                <a:gd name="T34" fmla="*/ 0 w 291"/>
                <a:gd name="T35" fmla="*/ 0 h 366"/>
                <a:gd name="T36" fmla="*/ 0 w 291"/>
                <a:gd name="T37" fmla="*/ 0 h 366"/>
                <a:gd name="T38" fmla="*/ 0 w 291"/>
                <a:gd name="T39" fmla="*/ 0 h 366"/>
                <a:gd name="T40" fmla="*/ 0 w 291"/>
                <a:gd name="T41" fmla="*/ 0 h 366"/>
                <a:gd name="T42" fmla="*/ 0 w 291"/>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1" h="366">
                  <a:moveTo>
                    <a:pt x="274" y="366"/>
                  </a:moveTo>
                  <a:lnTo>
                    <a:pt x="245" y="289"/>
                  </a:lnTo>
                  <a:lnTo>
                    <a:pt x="175" y="202"/>
                  </a:lnTo>
                  <a:lnTo>
                    <a:pt x="134" y="156"/>
                  </a:lnTo>
                  <a:lnTo>
                    <a:pt x="88" y="92"/>
                  </a:lnTo>
                  <a:lnTo>
                    <a:pt x="65" y="110"/>
                  </a:lnTo>
                  <a:lnTo>
                    <a:pt x="65" y="179"/>
                  </a:lnTo>
                  <a:lnTo>
                    <a:pt x="18" y="249"/>
                  </a:lnTo>
                  <a:lnTo>
                    <a:pt x="18" y="179"/>
                  </a:lnTo>
                  <a:lnTo>
                    <a:pt x="18" y="69"/>
                  </a:lnTo>
                  <a:lnTo>
                    <a:pt x="0" y="45"/>
                  </a:lnTo>
                  <a:lnTo>
                    <a:pt x="0" y="5"/>
                  </a:lnTo>
                  <a:lnTo>
                    <a:pt x="30" y="0"/>
                  </a:lnTo>
                  <a:lnTo>
                    <a:pt x="140" y="22"/>
                  </a:lnTo>
                  <a:lnTo>
                    <a:pt x="152" y="63"/>
                  </a:lnTo>
                  <a:lnTo>
                    <a:pt x="204" y="57"/>
                  </a:lnTo>
                  <a:lnTo>
                    <a:pt x="227" y="98"/>
                  </a:lnTo>
                  <a:lnTo>
                    <a:pt x="233" y="162"/>
                  </a:lnTo>
                  <a:lnTo>
                    <a:pt x="279" y="226"/>
                  </a:lnTo>
                  <a:lnTo>
                    <a:pt x="291" y="249"/>
                  </a:lnTo>
                  <a:lnTo>
                    <a:pt x="285" y="313"/>
                  </a:lnTo>
                  <a:lnTo>
                    <a:pt x="274" y="366"/>
                  </a:lnTo>
                  <a:close/>
                </a:path>
              </a:pathLst>
            </a:custGeom>
            <a:solidFill>
              <a:srgbClr val="FFFFFF"/>
            </a:solidFill>
            <a:ln w="9525">
              <a:solidFill>
                <a:srgbClr val="000000"/>
              </a:solidFill>
              <a:round/>
              <a:headEnd/>
              <a:tailEnd/>
            </a:ln>
          </p:spPr>
          <p:txBody>
            <a:bodyPr/>
            <a:lstStyle/>
            <a:p>
              <a:endParaRPr lang="ko-KR" altLang="en-US"/>
            </a:p>
          </p:txBody>
        </p:sp>
        <p:sp>
          <p:nvSpPr>
            <p:cNvPr id="418715" name="Freeform 191">
              <a:extLst>
                <a:ext uri="{FF2B5EF4-FFF2-40B4-BE49-F238E27FC236}">
                  <a16:creationId xmlns:a16="http://schemas.microsoft.com/office/drawing/2014/main" id="{2321D526-BD79-B9FB-3D27-F640B42501A9}"/>
                </a:ext>
              </a:extLst>
            </p:cNvPr>
            <p:cNvSpPr>
              <a:spLocks/>
            </p:cNvSpPr>
            <p:nvPr/>
          </p:nvSpPr>
          <p:spPr bwMode="auto">
            <a:xfrm>
              <a:off x="2397" y="626"/>
              <a:ext cx="42" cy="42"/>
            </a:xfrm>
            <a:custGeom>
              <a:avLst/>
              <a:gdLst>
                <a:gd name="T0" fmla="*/ 0 w 535"/>
                <a:gd name="T1" fmla="*/ 0 h 535"/>
                <a:gd name="T2" fmla="*/ 0 w 535"/>
                <a:gd name="T3" fmla="*/ 0 h 535"/>
                <a:gd name="T4" fmla="*/ 0 w 535"/>
                <a:gd name="T5" fmla="*/ 0 h 535"/>
                <a:gd name="T6" fmla="*/ 0 w 535"/>
                <a:gd name="T7" fmla="*/ 0 h 535"/>
                <a:gd name="T8" fmla="*/ 0 w 535"/>
                <a:gd name="T9" fmla="*/ 0 h 535"/>
                <a:gd name="T10" fmla="*/ 0 w 535"/>
                <a:gd name="T11" fmla="*/ 0 h 535"/>
                <a:gd name="T12" fmla="*/ 0 w 535"/>
                <a:gd name="T13" fmla="*/ 0 h 535"/>
                <a:gd name="T14" fmla="*/ 0 w 535"/>
                <a:gd name="T15" fmla="*/ 0 h 535"/>
                <a:gd name="T16" fmla="*/ 0 w 535"/>
                <a:gd name="T17" fmla="*/ 0 h 535"/>
                <a:gd name="T18" fmla="*/ 0 w 535"/>
                <a:gd name="T19" fmla="*/ 0 h 535"/>
                <a:gd name="T20" fmla="*/ 0 w 535"/>
                <a:gd name="T21" fmla="*/ 0 h 535"/>
                <a:gd name="T22" fmla="*/ 0 w 535"/>
                <a:gd name="T23" fmla="*/ 0 h 535"/>
                <a:gd name="T24" fmla="*/ 0 w 535"/>
                <a:gd name="T25" fmla="*/ 0 h 535"/>
                <a:gd name="T26" fmla="*/ 0 w 535"/>
                <a:gd name="T27" fmla="*/ 0 h 535"/>
                <a:gd name="T28" fmla="*/ 0 w 535"/>
                <a:gd name="T29" fmla="*/ 0 h 535"/>
                <a:gd name="T30" fmla="*/ 0 w 535"/>
                <a:gd name="T31" fmla="*/ 0 h 535"/>
                <a:gd name="T32" fmla="*/ 0 w 535"/>
                <a:gd name="T33" fmla="*/ 0 h 535"/>
                <a:gd name="T34" fmla="*/ 0 w 535"/>
                <a:gd name="T35" fmla="*/ 0 h 535"/>
                <a:gd name="T36" fmla="*/ 0 w 535"/>
                <a:gd name="T37" fmla="*/ 0 h 535"/>
                <a:gd name="T38" fmla="*/ 0 w 535"/>
                <a:gd name="T39" fmla="*/ 0 h 535"/>
                <a:gd name="T40" fmla="*/ 0 w 535"/>
                <a:gd name="T41" fmla="*/ 0 h 535"/>
                <a:gd name="T42" fmla="*/ 0 w 535"/>
                <a:gd name="T43" fmla="*/ 0 h 535"/>
                <a:gd name="T44" fmla="*/ 0 w 535"/>
                <a:gd name="T45" fmla="*/ 0 h 535"/>
                <a:gd name="T46" fmla="*/ 0 w 535"/>
                <a:gd name="T47" fmla="*/ 0 h 535"/>
                <a:gd name="T48" fmla="*/ 0 w 535"/>
                <a:gd name="T49" fmla="*/ 0 h 535"/>
                <a:gd name="T50" fmla="*/ 0 w 535"/>
                <a:gd name="T51" fmla="*/ 0 h 535"/>
                <a:gd name="T52" fmla="*/ 0 w 535"/>
                <a:gd name="T53" fmla="*/ 0 h 535"/>
                <a:gd name="T54" fmla="*/ 0 w 535"/>
                <a:gd name="T55" fmla="*/ 0 h 535"/>
                <a:gd name="T56" fmla="*/ 0 w 535"/>
                <a:gd name="T57" fmla="*/ 0 h 535"/>
                <a:gd name="T58" fmla="*/ 0 w 535"/>
                <a:gd name="T59" fmla="*/ 0 h 535"/>
                <a:gd name="T60" fmla="*/ 0 w 535"/>
                <a:gd name="T61" fmla="*/ 0 h 535"/>
                <a:gd name="T62" fmla="*/ 0 w 535"/>
                <a:gd name="T63" fmla="*/ 0 h 5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5" h="535">
                  <a:moveTo>
                    <a:pt x="314" y="535"/>
                  </a:moveTo>
                  <a:lnTo>
                    <a:pt x="314" y="471"/>
                  </a:lnTo>
                  <a:lnTo>
                    <a:pt x="250" y="378"/>
                  </a:lnTo>
                  <a:lnTo>
                    <a:pt x="250" y="332"/>
                  </a:lnTo>
                  <a:lnTo>
                    <a:pt x="250" y="309"/>
                  </a:lnTo>
                  <a:lnTo>
                    <a:pt x="238" y="285"/>
                  </a:lnTo>
                  <a:lnTo>
                    <a:pt x="175" y="291"/>
                  </a:lnTo>
                  <a:lnTo>
                    <a:pt x="163" y="250"/>
                  </a:lnTo>
                  <a:lnTo>
                    <a:pt x="41" y="222"/>
                  </a:lnTo>
                  <a:lnTo>
                    <a:pt x="6" y="222"/>
                  </a:lnTo>
                  <a:lnTo>
                    <a:pt x="0" y="198"/>
                  </a:lnTo>
                  <a:lnTo>
                    <a:pt x="35" y="94"/>
                  </a:lnTo>
                  <a:lnTo>
                    <a:pt x="70" y="94"/>
                  </a:lnTo>
                  <a:lnTo>
                    <a:pt x="70" y="157"/>
                  </a:lnTo>
                  <a:lnTo>
                    <a:pt x="111" y="204"/>
                  </a:lnTo>
                  <a:lnTo>
                    <a:pt x="227" y="180"/>
                  </a:lnTo>
                  <a:lnTo>
                    <a:pt x="227" y="77"/>
                  </a:lnTo>
                  <a:lnTo>
                    <a:pt x="273" y="65"/>
                  </a:lnTo>
                  <a:lnTo>
                    <a:pt x="325" y="30"/>
                  </a:lnTo>
                  <a:lnTo>
                    <a:pt x="367" y="0"/>
                  </a:lnTo>
                  <a:lnTo>
                    <a:pt x="424" y="0"/>
                  </a:lnTo>
                  <a:lnTo>
                    <a:pt x="442" y="0"/>
                  </a:lnTo>
                  <a:lnTo>
                    <a:pt x="459" y="42"/>
                  </a:lnTo>
                  <a:lnTo>
                    <a:pt x="535" y="70"/>
                  </a:lnTo>
                  <a:lnTo>
                    <a:pt x="506" y="105"/>
                  </a:lnTo>
                  <a:lnTo>
                    <a:pt x="424" y="192"/>
                  </a:lnTo>
                  <a:lnTo>
                    <a:pt x="395" y="250"/>
                  </a:lnTo>
                  <a:lnTo>
                    <a:pt x="384" y="332"/>
                  </a:lnTo>
                  <a:lnTo>
                    <a:pt x="384" y="378"/>
                  </a:lnTo>
                  <a:lnTo>
                    <a:pt x="337" y="378"/>
                  </a:lnTo>
                  <a:lnTo>
                    <a:pt x="314" y="448"/>
                  </a:lnTo>
                  <a:lnTo>
                    <a:pt x="314" y="535"/>
                  </a:lnTo>
                  <a:close/>
                </a:path>
              </a:pathLst>
            </a:custGeom>
            <a:solidFill>
              <a:srgbClr val="FFFFFF"/>
            </a:solidFill>
            <a:ln w="9525">
              <a:solidFill>
                <a:srgbClr val="000000"/>
              </a:solidFill>
              <a:round/>
              <a:headEnd/>
              <a:tailEnd/>
            </a:ln>
          </p:spPr>
          <p:txBody>
            <a:bodyPr/>
            <a:lstStyle/>
            <a:p>
              <a:endParaRPr lang="ko-KR" altLang="en-US"/>
            </a:p>
          </p:txBody>
        </p:sp>
        <p:sp>
          <p:nvSpPr>
            <p:cNvPr id="418716" name="Freeform 192">
              <a:extLst>
                <a:ext uri="{FF2B5EF4-FFF2-40B4-BE49-F238E27FC236}">
                  <a16:creationId xmlns:a16="http://schemas.microsoft.com/office/drawing/2014/main" id="{32449EDB-BFE3-1FCC-4D39-2A4B37576189}"/>
                </a:ext>
              </a:extLst>
            </p:cNvPr>
            <p:cNvSpPr>
              <a:spLocks/>
            </p:cNvSpPr>
            <p:nvPr/>
          </p:nvSpPr>
          <p:spPr bwMode="auto">
            <a:xfrm>
              <a:off x="2402" y="632"/>
              <a:ext cx="13" cy="10"/>
            </a:xfrm>
            <a:custGeom>
              <a:avLst/>
              <a:gdLst>
                <a:gd name="T0" fmla="*/ 0 w 168"/>
                <a:gd name="T1" fmla="*/ 0 h 127"/>
                <a:gd name="T2" fmla="*/ 0 w 168"/>
                <a:gd name="T3" fmla="*/ 0 h 127"/>
                <a:gd name="T4" fmla="*/ 0 w 168"/>
                <a:gd name="T5" fmla="*/ 0 h 127"/>
                <a:gd name="T6" fmla="*/ 0 w 168"/>
                <a:gd name="T7" fmla="*/ 0 h 127"/>
                <a:gd name="T8" fmla="*/ 0 w 168"/>
                <a:gd name="T9" fmla="*/ 0 h 127"/>
                <a:gd name="T10" fmla="*/ 0 w 168"/>
                <a:gd name="T11" fmla="*/ 0 h 127"/>
                <a:gd name="T12" fmla="*/ 0 w 168"/>
                <a:gd name="T13" fmla="*/ 0 h 127"/>
                <a:gd name="T14" fmla="*/ 0 w 168"/>
                <a:gd name="T15" fmla="*/ 0 h 127"/>
                <a:gd name="T16" fmla="*/ 0 w 168"/>
                <a:gd name="T17" fmla="*/ 0 h 127"/>
                <a:gd name="T18" fmla="*/ 0 w 168"/>
                <a:gd name="T19" fmla="*/ 0 h 127"/>
                <a:gd name="T20" fmla="*/ 0 w 168"/>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8" h="127">
                  <a:moveTo>
                    <a:pt x="0" y="17"/>
                  </a:moveTo>
                  <a:lnTo>
                    <a:pt x="0" y="75"/>
                  </a:lnTo>
                  <a:lnTo>
                    <a:pt x="18" y="103"/>
                  </a:lnTo>
                  <a:lnTo>
                    <a:pt x="46" y="127"/>
                  </a:lnTo>
                  <a:lnTo>
                    <a:pt x="116" y="110"/>
                  </a:lnTo>
                  <a:lnTo>
                    <a:pt x="168" y="98"/>
                  </a:lnTo>
                  <a:lnTo>
                    <a:pt x="163" y="33"/>
                  </a:lnTo>
                  <a:lnTo>
                    <a:pt x="168" y="0"/>
                  </a:lnTo>
                  <a:lnTo>
                    <a:pt x="98" y="17"/>
                  </a:lnTo>
                  <a:lnTo>
                    <a:pt x="29" y="17"/>
                  </a:lnTo>
                  <a:lnTo>
                    <a:pt x="0" y="17"/>
                  </a:lnTo>
                  <a:close/>
                </a:path>
              </a:pathLst>
            </a:custGeom>
            <a:solidFill>
              <a:srgbClr val="FFFFFF"/>
            </a:solidFill>
            <a:ln w="9525">
              <a:solidFill>
                <a:srgbClr val="000000"/>
              </a:solidFill>
              <a:round/>
              <a:headEnd/>
              <a:tailEnd/>
            </a:ln>
          </p:spPr>
          <p:txBody>
            <a:bodyPr/>
            <a:lstStyle/>
            <a:p>
              <a:endParaRPr lang="ko-KR" altLang="en-US"/>
            </a:p>
          </p:txBody>
        </p:sp>
        <p:sp>
          <p:nvSpPr>
            <p:cNvPr id="418717" name="Freeform 193">
              <a:extLst>
                <a:ext uri="{FF2B5EF4-FFF2-40B4-BE49-F238E27FC236}">
                  <a16:creationId xmlns:a16="http://schemas.microsoft.com/office/drawing/2014/main" id="{3712F1CC-D22D-7418-20CB-72C9B8F50933}"/>
                </a:ext>
              </a:extLst>
            </p:cNvPr>
            <p:cNvSpPr>
              <a:spLocks/>
            </p:cNvSpPr>
            <p:nvPr/>
          </p:nvSpPr>
          <p:spPr bwMode="auto">
            <a:xfrm>
              <a:off x="2306" y="582"/>
              <a:ext cx="94" cy="144"/>
            </a:xfrm>
            <a:custGeom>
              <a:avLst/>
              <a:gdLst>
                <a:gd name="T0" fmla="*/ 0 w 1169"/>
                <a:gd name="T1" fmla="*/ 0 h 1848"/>
                <a:gd name="T2" fmla="*/ 0 w 1169"/>
                <a:gd name="T3" fmla="*/ 0 h 1848"/>
                <a:gd name="T4" fmla="*/ 0 w 1169"/>
                <a:gd name="T5" fmla="*/ 0 h 1848"/>
                <a:gd name="T6" fmla="*/ 0 w 1169"/>
                <a:gd name="T7" fmla="*/ 0 h 1848"/>
                <a:gd name="T8" fmla="*/ 0 w 1169"/>
                <a:gd name="T9" fmla="*/ 0 h 1848"/>
                <a:gd name="T10" fmla="*/ 0 w 1169"/>
                <a:gd name="T11" fmla="*/ 0 h 1848"/>
                <a:gd name="T12" fmla="*/ 0 w 1169"/>
                <a:gd name="T13" fmla="*/ 0 h 1848"/>
                <a:gd name="T14" fmla="*/ 0 w 1169"/>
                <a:gd name="T15" fmla="*/ 0 h 1848"/>
                <a:gd name="T16" fmla="*/ 0 w 1169"/>
                <a:gd name="T17" fmla="*/ 0 h 1848"/>
                <a:gd name="T18" fmla="*/ 0 w 1169"/>
                <a:gd name="T19" fmla="*/ 0 h 1848"/>
                <a:gd name="T20" fmla="*/ 0 w 1169"/>
                <a:gd name="T21" fmla="*/ 0 h 1848"/>
                <a:gd name="T22" fmla="*/ 0 w 1169"/>
                <a:gd name="T23" fmla="*/ 0 h 1848"/>
                <a:gd name="T24" fmla="*/ 0 w 1169"/>
                <a:gd name="T25" fmla="*/ 0 h 1848"/>
                <a:gd name="T26" fmla="*/ 0 w 1169"/>
                <a:gd name="T27" fmla="*/ 0 h 1848"/>
                <a:gd name="T28" fmla="*/ 0 w 1169"/>
                <a:gd name="T29" fmla="*/ 0 h 1848"/>
                <a:gd name="T30" fmla="*/ 0 w 1169"/>
                <a:gd name="T31" fmla="*/ 0 h 1848"/>
                <a:gd name="T32" fmla="*/ 0 w 1169"/>
                <a:gd name="T33" fmla="*/ 0 h 1848"/>
                <a:gd name="T34" fmla="*/ 0 w 1169"/>
                <a:gd name="T35" fmla="*/ 0 h 1848"/>
                <a:gd name="T36" fmla="*/ 0 w 1169"/>
                <a:gd name="T37" fmla="*/ 0 h 1848"/>
                <a:gd name="T38" fmla="*/ 0 w 1169"/>
                <a:gd name="T39" fmla="*/ 0 h 1848"/>
                <a:gd name="T40" fmla="*/ 0 w 1169"/>
                <a:gd name="T41" fmla="*/ 0 h 1848"/>
                <a:gd name="T42" fmla="*/ 0 w 1169"/>
                <a:gd name="T43" fmla="*/ 0 h 1848"/>
                <a:gd name="T44" fmla="*/ 0 w 1169"/>
                <a:gd name="T45" fmla="*/ 0 h 1848"/>
                <a:gd name="T46" fmla="*/ 0 w 1169"/>
                <a:gd name="T47" fmla="*/ 0 h 1848"/>
                <a:gd name="T48" fmla="*/ 0 w 1169"/>
                <a:gd name="T49" fmla="*/ 0 h 1848"/>
                <a:gd name="T50" fmla="*/ 0 w 1169"/>
                <a:gd name="T51" fmla="*/ 0 h 1848"/>
                <a:gd name="T52" fmla="*/ 0 w 1169"/>
                <a:gd name="T53" fmla="*/ 0 h 1848"/>
                <a:gd name="T54" fmla="*/ 0 w 1169"/>
                <a:gd name="T55" fmla="*/ 0 h 1848"/>
                <a:gd name="T56" fmla="*/ 0 w 1169"/>
                <a:gd name="T57" fmla="*/ 0 h 1848"/>
                <a:gd name="T58" fmla="*/ 0 w 1169"/>
                <a:gd name="T59" fmla="*/ 0 h 1848"/>
                <a:gd name="T60" fmla="*/ 0 w 1169"/>
                <a:gd name="T61" fmla="*/ 0 h 1848"/>
                <a:gd name="T62" fmla="*/ 0 w 1169"/>
                <a:gd name="T63" fmla="*/ 0 h 1848"/>
                <a:gd name="T64" fmla="*/ 0 w 1169"/>
                <a:gd name="T65" fmla="*/ 0 h 1848"/>
                <a:gd name="T66" fmla="*/ 0 w 1169"/>
                <a:gd name="T67" fmla="*/ 0 h 1848"/>
                <a:gd name="T68" fmla="*/ 0 w 1169"/>
                <a:gd name="T69" fmla="*/ 0 h 1848"/>
                <a:gd name="T70" fmla="*/ 0 w 1169"/>
                <a:gd name="T71" fmla="*/ 0 h 1848"/>
                <a:gd name="T72" fmla="*/ 0 w 1169"/>
                <a:gd name="T73" fmla="*/ 0 h 1848"/>
                <a:gd name="T74" fmla="*/ 0 w 1169"/>
                <a:gd name="T75" fmla="*/ 0 h 1848"/>
                <a:gd name="T76" fmla="*/ 0 w 1169"/>
                <a:gd name="T77" fmla="*/ 0 h 1848"/>
                <a:gd name="T78" fmla="*/ 0 w 1169"/>
                <a:gd name="T79" fmla="*/ 0 h 1848"/>
                <a:gd name="T80" fmla="*/ 0 w 1169"/>
                <a:gd name="T81" fmla="*/ 0 h 1848"/>
                <a:gd name="T82" fmla="*/ 0 w 1169"/>
                <a:gd name="T83" fmla="*/ 0 h 1848"/>
                <a:gd name="T84" fmla="*/ 0 w 1169"/>
                <a:gd name="T85" fmla="*/ 0 h 1848"/>
                <a:gd name="T86" fmla="*/ 0 w 1169"/>
                <a:gd name="T87" fmla="*/ 0 h 1848"/>
                <a:gd name="T88" fmla="*/ 0 w 1169"/>
                <a:gd name="T89" fmla="*/ 0 h 1848"/>
                <a:gd name="T90" fmla="*/ 0 w 1169"/>
                <a:gd name="T91" fmla="*/ 0 h 1848"/>
                <a:gd name="T92" fmla="*/ 0 w 1169"/>
                <a:gd name="T93" fmla="*/ 0 h 1848"/>
                <a:gd name="T94" fmla="*/ 0 w 1169"/>
                <a:gd name="T95" fmla="*/ 0 h 1848"/>
                <a:gd name="T96" fmla="*/ 0 w 1169"/>
                <a:gd name="T97" fmla="*/ 0 h 1848"/>
                <a:gd name="T98" fmla="*/ 0 w 1169"/>
                <a:gd name="T99" fmla="*/ 0 h 1848"/>
                <a:gd name="T100" fmla="*/ 0 w 1169"/>
                <a:gd name="T101" fmla="*/ 0 h 1848"/>
                <a:gd name="T102" fmla="*/ 0 w 1169"/>
                <a:gd name="T103" fmla="*/ 0 h 1848"/>
                <a:gd name="T104" fmla="*/ 0 w 1169"/>
                <a:gd name="T105" fmla="*/ 0 h 1848"/>
                <a:gd name="T106" fmla="*/ 0 w 1169"/>
                <a:gd name="T107" fmla="*/ 0 h 1848"/>
                <a:gd name="T108" fmla="*/ 0 w 1169"/>
                <a:gd name="T109" fmla="*/ 0 h 1848"/>
                <a:gd name="T110" fmla="*/ 0 w 1169"/>
                <a:gd name="T111" fmla="*/ 0 h 1848"/>
                <a:gd name="T112" fmla="*/ 0 w 1169"/>
                <a:gd name="T113" fmla="*/ 0 h 1848"/>
                <a:gd name="T114" fmla="*/ 0 w 1169"/>
                <a:gd name="T115" fmla="*/ 0 h 1848"/>
                <a:gd name="T116" fmla="*/ 0 w 1169"/>
                <a:gd name="T117" fmla="*/ 0 h 1848"/>
                <a:gd name="T118" fmla="*/ 0 w 1169"/>
                <a:gd name="T119" fmla="*/ 0 h 1848"/>
                <a:gd name="T120" fmla="*/ 0 w 1169"/>
                <a:gd name="T121" fmla="*/ 0 h 1848"/>
                <a:gd name="T122" fmla="*/ 0 w 1169"/>
                <a:gd name="T123" fmla="*/ 0 h 18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169" h="1848">
                  <a:moveTo>
                    <a:pt x="356" y="0"/>
                  </a:moveTo>
                  <a:lnTo>
                    <a:pt x="222" y="47"/>
                  </a:lnTo>
                  <a:lnTo>
                    <a:pt x="199" y="70"/>
                  </a:lnTo>
                  <a:lnTo>
                    <a:pt x="199" y="110"/>
                  </a:lnTo>
                  <a:lnTo>
                    <a:pt x="268" y="180"/>
                  </a:lnTo>
                  <a:lnTo>
                    <a:pt x="222" y="250"/>
                  </a:lnTo>
                  <a:lnTo>
                    <a:pt x="244" y="314"/>
                  </a:lnTo>
                  <a:lnTo>
                    <a:pt x="384" y="337"/>
                  </a:lnTo>
                  <a:lnTo>
                    <a:pt x="384" y="361"/>
                  </a:lnTo>
                  <a:lnTo>
                    <a:pt x="338" y="406"/>
                  </a:lnTo>
                  <a:lnTo>
                    <a:pt x="268" y="587"/>
                  </a:lnTo>
                  <a:lnTo>
                    <a:pt x="222" y="657"/>
                  </a:lnTo>
                  <a:lnTo>
                    <a:pt x="88" y="697"/>
                  </a:lnTo>
                  <a:lnTo>
                    <a:pt x="112" y="767"/>
                  </a:lnTo>
                  <a:lnTo>
                    <a:pt x="175" y="854"/>
                  </a:lnTo>
                  <a:lnTo>
                    <a:pt x="112" y="895"/>
                  </a:lnTo>
                  <a:lnTo>
                    <a:pt x="65" y="872"/>
                  </a:lnTo>
                  <a:lnTo>
                    <a:pt x="0" y="854"/>
                  </a:lnTo>
                  <a:lnTo>
                    <a:pt x="0" y="895"/>
                  </a:lnTo>
                  <a:lnTo>
                    <a:pt x="24" y="941"/>
                  </a:lnTo>
                  <a:lnTo>
                    <a:pt x="134" y="941"/>
                  </a:lnTo>
                  <a:lnTo>
                    <a:pt x="134" y="964"/>
                  </a:lnTo>
                  <a:lnTo>
                    <a:pt x="65" y="987"/>
                  </a:lnTo>
                  <a:lnTo>
                    <a:pt x="134" y="1074"/>
                  </a:lnTo>
                  <a:lnTo>
                    <a:pt x="199" y="1074"/>
                  </a:lnTo>
                  <a:lnTo>
                    <a:pt x="244" y="964"/>
                  </a:lnTo>
                  <a:lnTo>
                    <a:pt x="268" y="1034"/>
                  </a:lnTo>
                  <a:lnTo>
                    <a:pt x="291" y="1261"/>
                  </a:lnTo>
                  <a:lnTo>
                    <a:pt x="401" y="1552"/>
                  </a:lnTo>
                  <a:lnTo>
                    <a:pt x="471" y="1708"/>
                  </a:lnTo>
                  <a:lnTo>
                    <a:pt x="541" y="1824"/>
                  </a:lnTo>
                  <a:lnTo>
                    <a:pt x="558" y="1848"/>
                  </a:lnTo>
                  <a:lnTo>
                    <a:pt x="675" y="1778"/>
                  </a:lnTo>
                  <a:lnTo>
                    <a:pt x="785" y="1552"/>
                  </a:lnTo>
                  <a:lnTo>
                    <a:pt x="832" y="1325"/>
                  </a:lnTo>
                  <a:lnTo>
                    <a:pt x="902" y="1284"/>
                  </a:lnTo>
                  <a:lnTo>
                    <a:pt x="1082" y="1168"/>
                  </a:lnTo>
                  <a:lnTo>
                    <a:pt x="1151" y="1057"/>
                  </a:lnTo>
                  <a:lnTo>
                    <a:pt x="1169" y="1034"/>
                  </a:lnTo>
                  <a:lnTo>
                    <a:pt x="1169" y="854"/>
                  </a:lnTo>
                  <a:lnTo>
                    <a:pt x="1151" y="807"/>
                  </a:lnTo>
                  <a:lnTo>
                    <a:pt x="1128" y="767"/>
                  </a:lnTo>
                  <a:lnTo>
                    <a:pt x="1128" y="743"/>
                  </a:lnTo>
                  <a:lnTo>
                    <a:pt x="994" y="743"/>
                  </a:lnTo>
                  <a:lnTo>
                    <a:pt x="948" y="720"/>
                  </a:lnTo>
                  <a:lnTo>
                    <a:pt x="878" y="680"/>
                  </a:lnTo>
                  <a:lnTo>
                    <a:pt x="785" y="680"/>
                  </a:lnTo>
                  <a:lnTo>
                    <a:pt x="675" y="563"/>
                  </a:lnTo>
                  <a:lnTo>
                    <a:pt x="675" y="541"/>
                  </a:lnTo>
                  <a:lnTo>
                    <a:pt x="675" y="471"/>
                  </a:lnTo>
                  <a:lnTo>
                    <a:pt x="605" y="453"/>
                  </a:lnTo>
                  <a:lnTo>
                    <a:pt x="558" y="406"/>
                  </a:lnTo>
                  <a:lnTo>
                    <a:pt x="541" y="314"/>
                  </a:lnTo>
                  <a:lnTo>
                    <a:pt x="541" y="274"/>
                  </a:lnTo>
                  <a:lnTo>
                    <a:pt x="581" y="180"/>
                  </a:lnTo>
                  <a:lnTo>
                    <a:pt x="605" y="134"/>
                  </a:lnTo>
                  <a:lnTo>
                    <a:pt x="605" y="47"/>
                  </a:lnTo>
                  <a:lnTo>
                    <a:pt x="541" y="99"/>
                  </a:lnTo>
                  <a:lnTo>
                    <a:pt x="506" y="105"/>
                  </a:lnTo>
                  <a:lnTo>
                    <a:pt x="401" y="93"/>
                  </a:lnTo>
                  <a:lnTo>
                    <a:pt x="373" y="23"/>
                  </a:lnTo>
                  <a:lnTo>
                    <a:pt x="356" y="0"/>
                  </a:lnTo>
                  <a:close/>
                </a:path>
              </a:pathLst>
            </a:custGeom>
            <a:solidFill>
              <a:srgbClr val="FFFFFF"/>
            </a:solidFill>
            <a:ln w="9525">
              <a:solidFill>
                <a:srgbClr val="000000"/>
              </a:solidFill>
              <a:round/>
              <a:headEnd/>
              <a:tailEnd/>
            </a:ln>
          </p:spPr>
          <p:txBody>
            <a:bodyPr/>
            <a:lstStyle/>
            <a:p>
              <a:endParaRPr lang="ko-KR" altLang="en-US"/>
            </a:p>
          </p:txBody>
        </p:sp>
        <p:sp>
          <p:nvSpPr>
            <p:cNvPr id="418718" name="Freeform 194">
              <a:extLst>
                <a:ext uri="{FF2B5EF4-FFF2-40B4-BE49-F238E27FC236}">
                  <a16:creationId xmlns:a16="http://schemas.microsoft.com/office/drawing/2014/main" id="{1B375639-7F9C-2EEB-4798-072A9084F820}"/>
                </a:ext>
              </a:extLst>
            </p:cNvPr>
            <p:cNvSpPr>
              <a:spLocks/>
            </p:cNvSpPr>
            <p:nvPr/>
          </p:nvSpPr>
          <p:spPr bwMode="auto">
            <a:xfrm>
              <a:off x="2360" y="619"/>
              <a:ext cx="39" cy="21"/>
            </a:xfrm>
            <a:custGeom>
              <a:avLst/>
              <a:gdLst>
                <a:gd name="T0" fmla="*/ 0 w 488"/>
                <a:gd name="T1" fmla="*/ 0 h 272"/>
                <a:gd name="T2" fmla="*/ 0 w 488"/>
                <a:gd name="T3" fmla="*/ 0 h 272"/>
                <a:gd name="T4" fmla="*/ 0 w 488"/>
                <a:gd name="T5" fmla="*/ 0 h 272"/>
                <a:gd name="T6" fmla="*/ 0 w 488"/>
                <a:gd name="T7" fmla="*/ 0 h 272"/>
                <a:gd name="T8" fmla="*/ 0 w 488"/>
                <a:gd name="T9" fmla="*/ 0 h 272"/>
                <a:gd name="T10" fmla="*/ 0 w 488"/>
                <a:gd name="T11" fmla="*/ 0 h 272"/>
                <a:gd name="T12" fmla="*/ 0 w 488"/>
                <a:gd name="T13" fmla="*/ 0 h 272"/>
                <a:gd name="T14" fmla="*/ 0 w 488"/>
                <a:gd name="T15" fmla="*/ 0 h 272"/>
                <a:gd name="T16" fmla="*/ 0 w 488"/>
                <a:gd name="T17" fmla="*/ 0 h 272"/>
                <a:gd name="T18" fmla="*/ 0 w 488"/>
                <a:gd name="T19" fmla="*/ 0 h 272"/>
                <a:gd name="T20" fmla="*/ 0 w 488"/>
                <a:gd name="T21" fmla="*/ 0 h 272"/>
                <a:gd name="T22" fmla="*/ 0 w 488"/>
                <a:gd name="T23" fmla="*/ 0 h 272"/>
                <a:gd name="T24" fmla="*/ 0 w 488"/>
                <a:gd name="T25" fmla="*/ 0 h 272"/>
                <a:gd name="T26" fmla="*/ 0 w 488"/>
                <a:gd name="T27" fmla="*/ 0 h 272"/>
                <a:gd name="T28" fmla="*/ 0 w 488"/>
                <a:gd name="T29" fmla="*/ 0 h 272"/>
                <a:gd name="T30" fmla="*/ 0 w 488"/>
                <a:gd name="T31" fmla="*/ 0 h 272"/>
                <a:gd name="T32" fmla="*/ 0 w 488"/>
                <a:gd name="T33" fmla="*/ 0 h 272"/>
                <a:gd name="T34" fmla="*/ 0 w 488"/>
                <a:gd name="T35" fmla="*/ 0 h 272"/>
                <a:gd name="T36" fmla="*/ 0 w 488"/>
                <a:gd name="T37" fmla="*/ 0 h 272"/>
                <a:gd name="T38" fmla="*/ 0 w 488"/>
                <a:gd name="T39" fmla="*/ 0 h 272"/>
                <a:gd name="T40" fmla="*/ 0 w 488"/>
                <a:gd name="T41" fmla="*/ 0 h 272"/>
                <a:gd name="T42" fmla="*/ 0 w 488"/>
                <a:gd name="T43" fmla="*/ 0 h 2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8" h="272">
                  <a:moveTo>
                    <a:pt x="0" y="0"/>
                  </a:moveTo>
                  <a:lnTo>
                    <a:pt x="0" y="47"/>
                  </a:lnTo>
                  <a:lnTo>
                    <a:pt x="0" y="92"/>
                  </a:lnTo>
                  <a:lnTo>
                    <a:pt x="93" y="186"/>
                  </a:lnTo>
                  <a:lnTo>
                    <a:pt x="116" y="209"/>
                  </a:lnTo>
                  <a:lnTo>
                    <a:pt x="203" y="209"/>
                  </a:lnTo>
                  <a:lnTo>
                    <a:pt x="273" y="249"/>
                  </a:lnTo>
                  <a:lnTo>
                    <a:pt x="314" y="272"/>
                  </a:lnTo>
                  <a:lnTo>
                    <a:pt x="337" y="272"/>
                  </a:lnTo>
                  <a:lnTo>
                    <a:pt x="429" y="272"/>
                  </a:lnTo>
                  <a:lnTo>
                    <a:pt x="459" y="272"/>
                  </a:lnTo>
                  <a:lnTo>
                    <a:pt x="488" y="226"/>
                  </a:lnTo>
                  <a:lnTo>
                    <a:pt x="488" y="186"/>
                  </a:lnTo>
                  <a:lnTo>
                    <a:pt x="407" y="186"/>
                  </a:lnTo>
                  <a:lnTo>
                    <a:pt x="384" y="162"/>
                  </a:lnTo>
                  <a:lnTo>
                    <a:pt x="360" y="122"/>
                  </a:lnTo>
                  <a:lnTo>
                    <a:pt x="319" y="122"/>
                  </a:lnTo>
                  <a:lnTo>
                    <a:pt x="279" y="134"/>
                  </a:lnTo>
                  <a:lnTo>
                    <a:pt x="192" y="92"/>
                  </a:lnTo>
                  <a:lnTo>
                    <a:pt x="128" y="47"/>
                  </a:lnTo>
                  <a:lnTo>
                    <a:pt x="63" y="23"/>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719" name="Freeform 195">
              <a:extLst>
                <a:ext uri="{FF2B5EF4-FFF2-40B4-BE49-F238E27FC236}">
                  <a16:creationId xmlns:a16="http://schemas.microsoft.com/office/drawing/2014/main" id="{3204BBBB-C179-A158-BA07-0446C2D1DCA9}"/>
                </a:ext>
              </a:extLst>
            </p:cNvPr>
            <p:cNvSpPr>
              <a:spLocks/>
            </p:cNvSpPr>
            <p:nvPr/>
          </p:nvSpPr>
          <p:spPr bwMode="auto">
            <a:xfrm>
              <a:off x="2362" y="726"/>
              <a:ext cx="11" cy="14"/>
            </a:xfrm>
            <a:custGeom>
              <a:avLst/>
              <a:gdLst>
                <a:gd name="T0" fmla="*/ 0 w 134"/>
                <a:gd name="T1" fmla="*/ 0 h 174"/>
                <a:gd name="T2" fmla="*/ 0 w 134"/>
                <a:gd name="T3" fmla="*/ 0 h 174"/>
                <a:gd name="T4" fmla="*/ 0 w 134"/>
                <a:gd name="T5" fmla="*/ 0 h 174"/>
                <a:gd name="T6" fmla="*/ 0 w 134"/>
                <a:gd name="T7" fmla="*/ 0 h 174"/>
                <a:gd name="T8" fmla="*/ 0 w 134"/>
                <a:gd name="T9" fmla="*/ 0 h 174"/>
                <a:gd name="T10" fmla="*/ 0 w 134"/>
                <a:gd name="T11" fmla="*/ 0 h 174"/>
                <a:gd name="T12" fmla="*/ 0 w 134"/>
                <a:gd name="T13" fmla="*/ 0 h 174"/>
                <a:gd name="T14" fmla="*/ 0 w 134"/>
                <a:gd name="T15" fmla="*/ 0 h 174"/>
                <a:gd name="T16" fmla="*/ 0 w 134"/>
                <a:gd name="T17" fmla="*/ 0 h 174"/>
                <a:gd name="T18" fmla="*/ 0 w 134"/>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4" h="174">
                  <a:moveTo>
                    <a:pt x="64" y="0"/>
                  </a:moveTo>
                  <a:lnTo>
                    <a:pt x="47" y="40"/>
                  </a:lnTo>
                  <a:lnTo>
                    <a:pt x="0" y="87"/>
                  </a:lnTo>
                  <a:lnTo>
                    <a:pt x="0" y="133"/>
                  </a:lnTo>
                  <a:lnTo>
                    <a:pt x="47" y="157"/>
                  </a:lnTo>
                  <a:lnTo>
                    <a:pt x="110" y="174"/>
                  </a:lnTo>
                  <a:lnTo>
                    <a:pt x="134" y="133"/>
                  </a:lnTo>
                  <a:lnTo>
                    <a:pt x="110" y="87"/>
                  </a:lnTo>
                  <a:lnTo>
                    <a:pt x="110" y="63"/>
                  </a:lnTo>
                  <a:lnTo>
                    <a:pt x="64" y="0"/>
                  </a:lnTo>
                  <a:close/>
                </a:path>
              </a:pathLst>
            </a:custGeom>
            <a:solidFill>
              <a:srgbClr val="FFFFFF"/>
            </a:solidFill>
            <a:ln w="9525">
              <a:solidFill>
                <a:srgbClr val="000000"/>
              </a:solidFill>
              <a:round/>
              <a:headEnd/>
              <a:tailEnd/>
            </a:ln>
          </p:spPr>
          <p:txBody>
            <a:bodyPr/>
            <a:lstStyle/>
            <a:p>
              <a:endParaRPr lang="ko-KR" altLang="en-US"/>
            </a:p>
          </p:txBody>
        </p:sp>
        <p:sp>
          <p:nvSpPr>
            <p:cNvPr id="418720" name="Freeform 196">
              <a:extLst>
                <a:ext uri="{FF2B5EF4-FFF2-40B4-BE49-F238E27FC236}">
                  <a16:creationId xmlns:a16="http://schemas.microsoft.com/office/drawing/2014/main" id="{5D370199-A7A9-3BF5-0ACC-3F04CD788C15}"/>
                </a:ext>
              </a:extLst>
            </p:cNvPr>
            <p:cNvSpPr>
              <a:spLocks/>
            </p:cNvSpPr>
            <p:nvPr/>
          </p:nvSpPr>
          <p:spPr bwMode="auto">
            <a:xfrm>
              <a:off x="2273" y="588"/>
              <a:ext cx="64" cy="64"/>
            </a:xfrm>
            <a:custGeom>
              <a:avLst/>
              <a:gdLst>
                <a:gd name="T0" fmla="*/ 0 w 796"/>
                <a:gd name="T1" fmla="*/ 0 h 825"/>
                <a:gd name="T2" fmla="*/ 0 w 796"/>
                <a:gd name="T3" fmla="*/ 0 h 825"/>
                <a:gd name="T4" fmla="*/ 0 w 796"/>
                <a:gd name="T5" fmla="*/ 0 h 825"/>
                <a:gd name="T6" fmla="*/ 0 w 796"/>
                <a:gd name="T7" fmla="*/ 0 h 825"/>
                <a:gd name="T8" fmla="*/ 0 w 796"/>
                <a:gd name="T9" fmla="*/ 0 h 825"/>
                <a:gd name="T10" fmla="*/ 0 w 796"/>
                <a:gd name="T11" fmla="*/ 0 h 825"/>
                <a:gd name="T12" fmla="*/ 0 w 796"/>
                <a:gd name="T13" fmla="*/ 0 h 825"/>
                <a:gd name="T14" fmla="*/ 0 w 796"/>
                <a:gd name="T15" fmla="*/ 0 h 825"/>
                <a:gd name="T16" fmla="*/ 0 w 796"/>
                <a:gd name="T17" fmla="*/ 0 h 825"/>
                <a:gd name="T18" fmla="*/ 0 w 796"/>
                <a:gd name="T19" fmla="*/ 0 h 825"/>
                <a:gd name="T20" fmla="*/ 0 w 796"/>
                <a:gd name="T21" fmla="*/ 0 h 825"/>
                <a:gd name="T22" fmla="*/ 0 w 796"/>
                <a:gd name="T23" fmla="*/ 0 h 825"/>
                <a:gd name="T24" fmla="*/ 0 w 796"/>
                <a:gd name="T25" fmla="*/ 0 h 825"/>
                <a:gd name="T26" fmla="*/ 0 w 796"/>
                <a:gd name="T27" fmla="*/ 0 h 825"/>
                <a:gd name="T28" fmla="*/ 0 w 796"/>
                <a:gd name="T29" fmla="*/ 0 h 825"/>
                <a:gd name="T30" fmla="*/ 0 w 796"/>
                <a:gd name="T31" fmla="*/ 0 h 825"/>
                <a:gd name="T32" fmla="*/ 0 w 796"/>
                <a:gd name="T33" fmla="*/ 0 h 825"/>
                <a:gd name="T34" fmla="*/ 0 w 796"/>
                <a:gd name="T35" fmla="*/ 0 h 825"/>
                <a:gd name="T36" fmla="*/ 0 w 796"/>
                <a:gd name="T37" fmla="*/ 0 h 825"/>
                <a:gd name="T38" fmla="*/ 0 w 796"/>
                <a:gd name="T39" fmla="*/ 0 h 825"/>
                <a:gd name="T40" fmla="*/ 0 w 796"/>
                <a:gd name="T41" fmla="*/ 0 h 825"/>
                <a:gd name="T42" fmla="*/ 0 w 796"/>
                <a:gd name="T43" fmla="*/ 0 h 825"/>
                <a:gd name="T44" fmla="*/ 0 w 796"/>
                <a:gd name="T45" fmla="*/ 0 h 825"/>
                <a:gd name="T46" fmla="*/ 0 w 796"/>
                <a:gd name="T47" fmla="*/ 0 h 825"/>
                <a:gd name="T48" fmla="*/ 0 w 796"/>
                <a:gd name="T49" fmla="*/ 0 h 825"/>
                <a:gd name="T50" fmla="*/ 0 w 796"/>
                <a:gd name="T51" fmla="*/ 0 h 825"/>
                <a:gd name="T52" fmla="*/ 0 w 796"/>
                <a:gd name="T53" fmla="*/ 0 h 825"/>
                <a:gd name="T54" fmla="*/ 0 w 796"/>
                <a:gd name="T55" fmla="*/ 0 h 825"/>
                <a:gd name="T56" fmla="*/ 0 w 796"/>
                <a:gd name="T57" fmla="*/ 0 h 825"/>
                <a:gd name="T58" fmla="*/ 0 w 796"/>
                <a:gd name="T59" fmla="*/ 0 h 825"/>
                <a:gd name="T60" fmla="*/ 0 w 796"/>
                <a:gd name="T61" fmla="*/ 0 h 825"/>
                <a:gd name="T62" fmla="*/ 0 w 796"/>
                <a:gd name="T63" fmla="*/ 0 h 825"/>
                <a:gd name="T64" fmla="*/ 0 w 796"/>
                <a:gd name="T65" fmla="*/ 0 h 825"/>
                <a:gd name="T66" fmla="*/ 0 w 796"/>
                <a:gd name="T67" fmla="*/ 0 h 825"/>
                <a:gd name="T68" fmla="*/ 0 w 796"/>
                <a:gd name="T69" fmla="*/ 0 h 825"/>
                <a:gd name="T70" fmla="*/ 0 w 796"/>
                <a:gd name="T71" fmla="*/ 0 h 825"/>
                <a:gd name="T72" fmla="*/ 0 w 796"/>
                <a:gd name="T73" fmla="*/ 0 h 825"/>
                <a:gd name="T74" fmla="*/ 0 w 796"/>
                <a:gd name="T75" fmla="*/ 0 h 825"/>
                <a:gd name="T76" fmla="*/ 0 w 796"/>
                <a:gd name="T77" fmla="*/ 0 h 825"/>
                <a:gd name="T78" fmla="*/ 0 w 796"/>
                <a:gd name="T79" fmla="*/ 0 h 8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6" h="825">
                  <a:moveTo>
                    <a:pt x="611" y="0"/>
                  </a:moveTo>
                  <a:lnTo>
                    <a:pt x="546" y="17"/>
                  </a:lnTo>
                  <a:lnTo>
                    <a:pt x="524" y="17"/>
                  </a:lnTo>
                  <a:lnTo>
                    <a:pt x="517" y="92"/>
                  </a:lnTo>
                  <a:lnTo>
                    <a:pt x="500" y="157"/>
                  </a:lnTo>
                  <a:lnTo>
                    <a:pt x="477" y="157"/>
                  </a:lnTo>
                  <a:lnTo>
                    <a:pt x="436" y="267"/>
                  </a:lnTo>
                  <a:lnTo>
                    <a:pt x="389" y="296"/>
                  </a:lnTo>
                  <a:lnTo>
                    <a:pt x="360" y="354"/>
                  </a:lnTo>
                  <a:lnTo>
                    <a:pt x="250" y="360"/>
                  </a:lnTo>
                  <a:lnTo>
                    <a:pt x="250" y="448"/>
                  </a:lnTo>
                  <a:lnTo>
                    <a:pt x="163" y="471"/>
                  </a:lnTo>
                  <a:lnTo>
                    <a:pt x="93" y="448"/>
                  </a:lnTo>
                  <a:lnTo>
                    <a:pt x="0" y="424"/>
                  </a:lnTo>
                  <a:lnTo>
                    <a:pt x="0" y="493"/>
                  </a:lnTo>
                  <a:lnTo>
                    <a:pt x="93" y="563"/>
                  </a:lnTo>
                  <a:lnTo>
                    <a:pt x="93" y="627"/>
                  </a:lnTo>
                  <a:lnTo>
                    <a:pt x="46" y="627"/>
                  </a:lnTo>
                  <a:lnTo>
                    <a:pt x="23" y="720"/>
                  </a:lnTo>
                  <a:lnTo>
                    <a:pt x="116" y="720"/>
                  </a:lnTo>
                  <a:lnTo>
                    <a:pt x="297" y="720"/>
                  </a:lnTo>
                  <a:lnTo>
                    <a:pt x="343" y="760"/>
                  </a:lnTo>
                  <a:lnTo>
                    <a:pt x="412" y="825"/>
                  </a:lnTo>
                  <a:lnTo>
                    <a:pt x="412" y="784"/>
                  </a:lnTo>
                  <a:lnTo>
                    <a:pt x="454" y="802"/>
                  </a:lnTo>
                  <a:lnTo>
                    <a:pt x="517" y="825"/>
                  </a:lnTo>
                  <a:lnTo>
                    <a:pt x="587" y="784"/>
                  </a:lnTo>
                  <a:lnTo>
                    <a:pt x="500" y="627"/>
                  </a:lnTo>
                  <a:lnTo>
                    <a:pt x="564" y="610"/>
                  </a:lnTo>
                  <a:lnTo>
                    <a:pt x="634" y="587"/>
                  </a:lnTo>
                  <a:lnTo>
                    <a:pt x="750" y="401"/>
                  </a:lnTo>
                  <a:lnTo>
                    <a:pt x="750" y="360"/>
                  </a:lnTo>
                  <a:lnTo>
                    <a:pt x="796" y="267"/>
                  </a:lnTo>
                  <a:lnTo>
                    <a:pt x="703" y="244"/>
                  </a:lnTo>
                  <a:lnTo>
                    <a:pt x="663" y="244"/>
                  </a:lnTo>
                  <a:lnTo>
                    <a:pt x="634" y="169"/>
                  </a:lnTo>
                  <a:lnTo>
                    <a:pt x="680" y="110"/>
                  </a:lnTo>
                  <a:lnTo>
                    <a:pt x="622" y="52"/>
                  </a:lnTo>
                  <a:lnTo>
                    <a:pt x="611" y="17"/>
                  </a:lnTo>
                  <a:lnTo>
                    <a:pt x="611" y="0"/>
                  </a:lnTo>
                  <a:close/>
                </a:path>
              </a:pathLst>
            </a:custGeom>
            <a:solidFill>
              <a:srgbClr val="FFFFFF"/>
            </a:solidFill>
            <a:ln w="9525">
              <a:solidFill>
                <a:srgbClr val="000000"/>
              </a:solidFill>
              <a:round/>
              <a:headEnd/>
              <a:tailEnd/>
            </a:ln>
          </p:spPr>
          <p:txBody>
            <a:bodyPr/>
            <a:lstStyle/>
            <a:p>
              <a:endParaRPr lang="ko-KR" altLang="en-US"/>
            </a:p>
          </p:txBody>
        </p:sp>
        <p:sp>
          <p:nvSpPr>
            <p:cNvPr id="418721" name="Freeform 197">
              <a:extLst>
                <a:ext uri="{FF2B5EF4-FFF2-40B4-BE49-F238E27FC236}">
                  <a16:creationId xmlns:a16="http://schemas.microsoft.com/office/drawing/2014/main" id="{3225FE90-7E2D-CB31-0DA3-D6FBF5719116}"/>
                </a:ext>
              </a:extLst>
            </p:cNvPr>
            <p:cNvSpPr>
              <a:spLocks/>
            </p:cNvSpPr>
            <p:nvPr/>
          </p:nvSpPr>
          <p:spPr bwMode="auto">
            <a:xfrm>
              <a:off x="2266" y="577"/>
              <a:ext cx="69" cy="47"/>
            </a:xfrm>
            <a:custGeom>
              <a:avLst/>
              <a:gdLst>
                <a:gd name="T0" fmla="*/ 0 w 855"/>
                <a:gd name="T1" fmla="*/ 0 h 611"/>
                <a:gd name="T2" fmla="*/ 0 w 855"/>
                <a:gd name="T3" fmla="*/ 0 h 611"/>
                <a:gd name="T4" fmla="*/ 0 w 855"/>
                <a:gd name="T5" fmla="*/ 0 h 611"/>
                <a:gd name="T6" fmla="*/ 0 w 855"/>
                <a:gd name="T7" fmla="*/ 0 h 611"/>
                <a:gd name="T8" fmla="*/ 0 w 855"/>
                <a:gd name="T9" fmla="*/ 0 h 611"/>
                <a:gd name="T10" fmla="*/ 0 w 855"/>
                <a:gd name="T11" fmla="*/ 0 h 611"/>
                <a:gd name="T12" fmla="*/ 0 w 855"/>
                <a:gd name="T13" fmla="*/ 0 h 611"/>
                <a:gd name="T14" fmla="*/ 0 w 855"/>
                <a:gd name="T15" fmla="*/ 0 h 611"/>
                <a:gd name="T16" fmla="*/ 0 w 855"/>
                <a:gd name="T17" fmla="*/ 0 h 611"/>
                <a:gd name="T18" fmla="*/ 0 w 855"/>
                <a:gd name="T19" fmla="*/ 0 h 611"/>
                <a:gd name="T20" fmla="*/ 0 w 855"/>
                <a:gd name="T21" fmla="*/ 0 h 611"/>
                <a:gd name="T22" fmla="*/ 0 w 855"/>
                <a:gd name="T23" fmla="*/ 0 h 611"/>
                <a:gd name="T24" fmla="*/ 0 w 855"/>
                <a:gd name="T25" fmla="*/ 0 h 611"/>
                <a:gd name="T26" fmla="*/ 0 w 855"/>
                <a:gd name="T27" fmla="*/ 0 h 611"/>
                <a:gd name="T28" fmla="*/ 0 w 855"/>
                <a:gd name="T29" fmla="*/ 0 h 611"/>
                <a:gd name="T30" fmla="*/ 0 w 855"/>
                <a:gd name="T31" fmla="*/ 0 h 611"/>
                <a:gd name="T32" fmla="*/ 0 w 855"/>
                <a:gd name="T33" fmla="*/ 0 h 611"/>
                <a:gd name="T34" fmla="*/ 0 w 855"/>
                <a:gd name="T35" fmla="*/ 0 h 611"/>
                <a:gd name="T36" fmla="*/ 0 w 855"/>
                <a:gd name="T37" fmla="*/ 0 h 611"/>
                <a:gd name="T38" fmla="*/ 0 w 855"/>
                <a:gd name="T39" fmla="*/ 0 h 611"/>
                <a:gd name="T40" fmla="*/ 0 w 855"/>
                <a:gd name="T41" fmla="*/ 0 h 611"/>
                <a:gd name="T42" fmla="*/ 0 w 855"/>
                <a:gd name="T43" fmla="*/ 0 h 611"/>
                <a:gd name="T44" fmla="*/ 0 w 855"/>
                <a:gd name="T45" fmla="*/ 0 h 611"/>
                <a:gd name="T46" fmla="*/ 0 w 855"/>
                <a:gd name="T47" fmla="*/ 0 h 611"/>
                <a:gd name="T48" fmla="*/ 0 w 855"/>
                <a:gd name="T49" fmla="*/ 0 h 611"/>
                <a:gd name="T50" fmla="*/ 0 w 855"/>
                <a:gd name="T51" fmla="*/ 0 h 611"/>
                <a:gd name="T52" fmla="*/ 0 w 855"/>
                <a:gd name="T53" fmla="*/ 0 h 611"/>
                <a:gd name="T54" fmla="*/ 0 w 855"/>
                <a:gd name="T55" fmla="*/ 0 h 611"/>
                <a:gd name="T56" fmla="*/ 0 w 855"/>
                <a:gd name="T57" fmla="*/ 0 h 611"/>
                <a:gd name="T58" fmla="*/ 0 w 855"/>
                <a:gd name="T59" fmla="*/ 0 h 611"/>
                <a:gd name="T60" fmla="*/ 0 w 855"/>
                <a:gd name="T61" fmla="*/ 0 h 611"/>
                <a:gd name="T62" fmla="*/ 0 w 855"/>
                <a:gd name="T63" fmla="*/ 0 h 611"/>
                <a:gd name="T64" fmla="*/ 0 w 855"/>
                <a:gd name="T65" fmla="*/ 0 h 6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55" h="611">
                  <a:moveTo>
                    <a:pt x="63" y="169"/>
                  </a:moveTo>
                  <a:lnTo>
                    <a:pt x="18" y="274"/>
                  </a:lnTo>
                  <a:lnTo>
                    <a:pt x="46" y="344"/>
                  </a:lnTo>
                  <a:lnTo>
                    <a:pt x="0" y="431"/>
                  </a:lnTo>
                  <a:lnTo>
                    <a:pt x="46" y="476"/>
                  </a:lnTo>
                  <a:lnTo>
                    <a:pt x="110" y="476"/>
                  </a:lnTo>
                  <a:lnTo>
                    <a:pt x="110" y="541"/>
                  </a:lnTo>
                  <a:lnTo>
                    <a:pt x="87" y="564"/>
                  </a:lnTo>
                  <a:lnTo>
                    <a:pt x="250" y="611"/>
                  </a:lnTo>
                  <a:lnTo>
                    <a:pt x="337" y="588"/>
                  </a:lnTo>
                  <a:lnTo>
                    <a:pt x="337" y="500"/>
                  </a:lnTo>
                  <a:lnTo>
                    <a:pt x="454" y="500"/>
                  </a:lnTo>
                  <a:lnTo>
                    <a:pt x="476" y="431"/>
                  </a:lnTo>
                  <a:lnTo>
                    <a:pt x="523" y="407"/>
                  </a:lnTo>
                  <a:lnTo>
                    <a:pt x="564" y="297"/>
                  </a:lnTo>
                  <a:lnTo>
                    <a:pt x="587" y="297"/>
                  </a:lnTo>
                  <a:lnTo>
                    <a:pt x="611" y="227"/>
                  </a:lnTo>
                  <a:lnTo>
                    <a:pt x="611" y="157"/>
                  </a:lnTo>
                  <a:lnTo>
                    <a:pt x="633" y="157"/>
                  </a:lnTo>
                  <a:lnTo>
                    <a:pt x="698" y="140"/>
                  </a:lnTo>
                  <a:lnTo>
                    <a:pt x="721" y="117"/>
                  </a:lnTo>
                  <a:lnTo>
                    <a:pt x="855" y="70"/>
                  </a:lnTo>
                  <a:lnTo>
                    <a:pt x="825" y="0"/>
                  </a:lnTo>
                  <a:lnTo>
                    <a:pt x="715" y="30"/>
                  </a:lnTo>
                  <a:lnTo>
                    <a:pt x="651" y="41"/>
                  </a:lnTo>
                  <a:lnTo>
                    <a:pt x="611" y="6"/>
                  </a:lnTo>
                  <a:lnTo>
                    <a:pt x="499" y="47"/>
                  </a:lnTo>
                  <a:lnTo>
                    <a:pt x="389" y="30"/>
                  </a:lnTo>
                  <a:lnTo>
                    <a:pt x="279" y="105"/>
                  </a:lnTo>
                  <a:lnTo>
                    <a:pt x="227" y="145"/>
                  </a:lnTo>
                  <a:lnTo>
                    <a:pt x="140" y="204"/>
                  </a:lnTo>
                  <a:lnTo>
                    <a:pt x="93" y="180"/>
                  </a:lnTo>
                  <a:lnTo>
                    <a:pt x="63" y="169"/>
                  </a:lnTo>
                  <a:close/>
                </a:path>
              </a:pathLst>
            </a:custGeom>
            <a:solidFill>
              <a:srgbClr val="FFFFFF"/>
            </a:solidFill>
            <a:ln w="9525">
              <a:solidFill>
                <a:srgbClr val="000000"/>
              </a:solidFill>
              <a:round/>
              <a:headEnd/>
              <a:tailEnd/>
            </a:ln>
          </p:spPr>
          <p:txBody>
            <a:bodyPr/>
            <a:lstStyle/>
            <a:p>
              <a:endParaRPr lang="ko-KR" altLang="en-US"/>
            </a:p>
          </p:txBody>
        </p:sp>
        <p:sp>
          <p:nvSpPr>
            <p:cNvPr id="418722" name="Freeform 198">
              <a:extLst>
                <a:ext uri="{FF2B5EF4-FFF2-40B4-BE49-F238E27FC236}">
                  <a16:creationId xmlns:a16="http://schemas.microsoft.com/office/drawing/2014/main" id="{ED77859D-C6E9-3DB7-5333-B0C1D3301AE0}"/>
                </a:ext>
              </a:extLst>
            </p:cNvPr>
            <p:cNvSpPr>
              <a:spLocks/>
            </p:cNvSpPr>
            <p:nvPr/>
          </p:nvSpPr>
          <p:spPr bwMode="auto">
            <a:xfrm>
              <a:off x="2193" y="567"/>
              <a:ext cx="88" cy="77"/>
            </a:xfrm>
            <a:custGeom>
              <a:avLst/>
              <a:gdLst>
                <a:gd name="T0" fmla="*/ 0 w 1104"/>
                <a:gd name="T1" fmla="*/ 0 h 982"/>
                <a:gd name="T2" fmla="*/ 0 w 1104"/>
                <a:gd name="T3" fmla="*/ 0 h 982"/>
                <a:gd name="T4" fmla="*/ 0 w 1104"/>
                <a:gd name="T5" fmla="*/ 0 h 982"/>
                <a:gd name="T6" fmla="*/ 0 w 1104"/>
                <a:gd name="T7" fmla="*/ 0 h 982"/>
                <a:gd name="T8" fmla="*/ 0 w 1104"/>
                <a:gd name="T9" fmla="*/ 0 h 982"/>
                <a:gd name="T10" fmla="*/ 0 w 1104"/>
                <a:gd name="T11" fmla="*/ 0 h 982"/>
                <a:gd name="T12" fmla="*/ 0 w 1104"/>
                <a:gd name="T13" fmla="*/ 0 h 982"/>
                <a:gd name="T14" fmla="*/ 0 w 1104"/>
                <a:gd name="T15" fmla="*/ 0 h 982"/>
                <a:gd name="T16" fmla="*/ 0 w 1104"/>
                <a:gd name="T17" fmla="*/ 0 h 982"/>
                <a:gd name="T18" fmla="*/ 0 w 1104"/>
                <a:gd name="T19" fmla="*/ 0 h 982"/>
                <a:gd name="T20" fmla="*/ 0 w 1104"/>
                <a:gd name="T21" fmla="*/ 0 h 982"/>
                <a:gd name="T22" fmla="*/ 0 w 1104"/>
                <a:gd name="T23" fmla="*/ 0 h 982"/>
                <a:gd name="T24" fmla="*/ 0 w 1104"/>
                <a:gd name="T25" fmla="*/ 0 h 982"/>
                <a:gd name="T26" fmla="*/ 0 w 1104"/>
                <a:gd name="T27" fmla="*/ 0 h 982"/>
                <a:gd name="T28" fmla="*/ 0 w 1104"/>
                <a:gd name="T29" fmla="*/ 0 h 982"/>
                <a:gd name="T30" fmla="*/ 0 w 1104"/>
                <a:gd name="T31" fmla="*/ 0 h 982"/>
                <a:gd name="T32" fmla="*/ 0 w 1104"/>
                <a:gd name="T33" fmla="*/ 0 h 982"/>
                <a:gd name="T34" fmla="*/ 0 w 1104"/>
                <a:gd name="T35" fmla="*/ 0 h 982"/>
                <a:gd name="T36" fmla="*/ 0 w 1104"/>
                <a:gd name="T37" fmla="*/ 0 h 982"/>
                <a:gd name="T38" fmla="*/ 0 w 1104"/>
                <a:gd name="T39" fmla="*/ 0 h 982"/>
                <a:gd name="T40" fmla="*/ 0 w 1104"/>
                <a:gd name="T41" fmla="*/ 0 h 982"/>
                <a:gd name="T42" fmla="*/ 0 w 1104"/>
                <a:gd name="T43" fmla="*/ 0 h 982"/>
                <a:gd name="T44" fmla="*/ 0 w 1104"/>
                <a:gd name="T45" fmla="*/ 0 h 982"/>
                <a:gd name="T46" fmla="*/ 0 w 1104"/>
                <a:gd name="T47" fmla="*/ 0 h 982"/>
                <a:gd name="T48" fmla="*/ 0 w 1104"/>
                <a:gd name="T49" fmla="*/ 0 h 982"/>
                <a:gd name="T50" fmla="*/ 0 w 1104"/>
                <a:gd name="T51" fmla="*/ 0 h 982"/>
                <a:gd name="T52" fmla="*/ 0 w 1104"/>
                <a:gd name="T53" fmla="*/ 0 h 982"/>
                <a:gd name="T54" fmla="*/ 0 w 1104"/>
                <a:gd name="T55" fmla="*/ 0 h 982"/>
                <a:gd name="T56" fmla="*/ 0 w 1104"/>
                <a:gd name="T57" fmla="*/ 0 h 982"/>
                <a:gd name="T58" fmla="*/ 0 w 1104"/>
                <a:gd name="T59" fmla="*/ 0 h 982"/>
                <a:gd name="T60" fmla="*/ 0 w 1104"/>
                <a:gd name="T61" fmla="*/ 0 h 982"/>
                <a:gd name="T62" fmla="*/ 0 w 1104"/>
                <a:gd name="T63" fmla="*/ 0 h 982"/>
                <a:gd name="T64" fmla="*/ 0 w 1104"/>
                <a:gd name="T65" fmla="*/ 0 h 982"/>
                <a:gd name="T66" fmla="*/ 0 w 1104"/>
                <a:gd name="T67" fmla="*/ 0 h 982"/>
                <a:gd name="T68" fmla="*/ 0 w 1104"/>
                <a:gd name="T69" fmla="*/ 0 h 982"/>
                <a:gd name="T70" fmla="*/ 0 w 1104"/>
                <a:gd name="T71" fmla="*/ 0 h 982"/>
                <a:gd name="T72" fmla="*/ 0 w 1104"/>
                <a:gd name="T73" fmla="*/ 0 h 982"/>
                <a:gd name="T74" fmla="*/ 0 w 1104"/>
                <a:gd name="T75" fmla="*/ 0 h 982"/>
                <a:gd name="T76" fmla="*/ 0 w 1104"/>
                <a:gd name="T77" fmla="*/ 0 h 982"/>
                <a:gd name="T78" fmla="*/ 0 w 1104"/>
                <a:gd name="T79" fmla="*/ 0 h 982"/>
                <a:gd name="T80" fmla="*/ 0 w 1104"/>
                <a:gd name="T81" fmla="*/ 0 h 982"/>
                <a:gd name="T82" fmla="*/ 0 w 1104"/>
                <a:gd name="T83" fmla="*/ 0 h 982"/>
                <a:gd name="T84" fmla="*/ 0 w 1104"/>
                <a:gd name="T85" fmla="*/ 0 h 982"/>
                <a:gd name="T86" fmla="*/ 0 w 1104"/>
                <a:gd name="T87" fmla="*/ 0 h 982"/>
                <a:gd name="T88" fmla="*/ 0 w 1104"/>
                <a:gd name="T89" fmla="*/ 0 h 982"/>
                <a:gd name="T90" fmla="*/ 0 w 1104"/>
                <a:gd name="T91" fmla="*/ 0 h 9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04" h="982">
                  <a:moveTo>
                    <a:pt x="17" y="0"/>
                  </a:moveTo>
                  <a:lnTo>
                    <a:pt x="0" y="100"/>
                  </a:lnTo>
                  <a:lnTo>
                    <a:pt x="0" y="145"/>
                  </a:lnTo>
                  <a:lnTo>
                    <a:pt x="70" y="262"/>
                  </a:lnTo>
                  <a:lnTo>
                    <a:pt x="157" y="279"/>
                  </a:lnTo>
                  <a:lnTo>
                    <a:pt x="110" y="372"/>
                  </a:lnTo>
                  <a:lnTo>
                    <a:pt x="134" y="442"/>
                  </a:lnTo>
                  <a:lnTo>
                    <a:pt x="227" y="466"/>
                  </a:lnTo>
                  <a:lnTo>
                    <a:pt x="249" y="576"/>
                  </a:lnTo>
                  <a:lnTo>
                    <a:pt x="314" y="663"/>
                  </a:lnTo>
                  <a:lnTo>
                    <a:pt x="383" y="686"/>
                  </a:lnTo>
                  <a:lnTo>
                    <a:pt x="430" y="779"/>
                  </a:lnTo>
                  <a:lnTo>
                    <a:pt x="471" y="802"/>
                  </a:lnTo>
                  <a:lnTo>
                    <a:pt x="586" y="872"/>
                  </a:lnTo>
                  <a:lnTo>
                    <a:pt x="651" y="889"/>
                  </a:lnTo>
                  <a:lnTo>
                    <a:pt x="767" y="872"/>
                  </a:lnTo>
                  <a:lnTo>
                    <a:pt x="790" y="935"/>
                  </a:lnTo>
                  <a:lnTo>
                    <a:pt x="947" y="959"/>
                  </a:lnTo>
                  <a:lnTo>
                    <a:pt x="1052" y="982"/>
                  </a:lnTo>
                  <a:lnTo>
                    <a:pt x="1057" y="907"/>
                  </a:lnTo>
                  <a:lnTo>
                    <a:pt x="1104" y="883"/>
                  </a:lnTo>
                  <a:lnTo>
                    <a:pt x="1104" y="825"/>
                  </a:lnTo>
                  <a:lnTo>
                    <a:pt x="1011" y="755"/>
                  </a:lnTo>
                  <a:lnTo>
                    <a:pt x="1011" y="686"/>
                  </a:lnTo>
                  <a:lnTo>
                    <a:pt x="1034" y="663"/>
                  </a:lnTo>
                  <a:lnTo>
                    <a:pt x="1034" y="598"/>
                  </a:lnTo>
                  <a:lnTo>
                    <a:pt x="970" y="598"/>
                  </a:lnTo>
                  <a:lnTo>
                    <a:pt x="924" y="553"/>
                  </a:lnTo>
                  <a:lnTo>
                    <a:pt x="970" y="471"/>
                  </a:lnTo>
                  <a:lnTo>
                    <a:pt x="947" y="396"/>
                  </a:lnTo>
                  <a:lnTo>
                    <a:pt x="987" y="279"/>
                  </a:lnTo>
                  <a:lnTo>
                    <a:pt x="970" y="215"/>
                  </a:lnTo>
                  <a:lnTo>
                    <a:pt x="900" y="145"/>
                  </a:lnTo>
                  <a:lnTo>
                    <a:pt x="767" y="128"/>
                  </a:lnTo>
                  <a:lnTo>
                    <a:pt x="685" y="122"/>
                  </a:lnTo>
                  <a:lnTo>
                    <a:pt x="639" y="128"/>
                  </a:lnTo>
                  <a:lnTo>
                    <a:pt x="586" y="145"/>
                  </a:lnTo>
                  <a:lnTo>
                    <a:pt x="581" y="192"/>
                  </a:lnTo>
                  <a:lnTo>
                    <a:pt x="453" y="215"/>
                  </a:lnTo>
                  <a:lnTo>
                    <a:pt x="361" y="169"/>
                  </a:lnTo>
                  <a:lnTo>
                    <a:pt x="267" y="58"/>
                  </a:lnTo>
                  <a:lnTo>
                    <a:pt x="244" y="35"/>
                  </a:lnTo>
                  <a:lnTo>
                    <a:pt x="122" y="82"/>
                  </a:lnTo>
                  <a:lnTo>
                    <a:pt x="64" y="0"/>
                  </a:lnTo>
                  <a:lnTo>
                    <a:pt x="40" y="0"/>
                  </a:lnTo>
                  <a:lnTo>
                    <a:pt x="17" y="0"/>
                  </a:lnTo>
                  <a:close/>
                </a:path>
              </a:pathLst>
            </a:custGeom>
            <a:solidFill>
              <a:srgbClr val="FFFFFF"/>
            </a:solidFill>
            <a:ln w="9525">
              <a:solidFill>
                <a:srgbClr val="000000"/>
              </a:solidFill>
              <a:round/>
              <a:headEnd/>
              <a:tailEnd/>
            </a:ln>
          </p:spPr>
          <p:txBody>
            <a:bodyPr/>
            <a:lstStyle/>
            <a:p>
              <a:endParaRPr lang="ko-KR" altLang="en-US"/>
            </a:p>
          </p:txBody>
        </p:sp>
        <p:sp>
          <p:nvSpPr>
            <p:cNvPr id="418723" name="Freeform 199">
              <a:extLst>
                <a:ext uri="{FF2B5EF4-FFF2-40B4-BE49-F238E27FC236}">
                  <a16:creationId xmlns:a16="http://schemas.microsoft.com/office/drawing/2014/main" id="{0C8CD6B4-6DC3-6D15-C1F6-FE298C38FB3E}"/>
                </a:ext>
              </a:extLst>
            </p:cNvPr>
            <p:cNvSpPr>
              <a:spLocks/>
            </p:cNvSpPr>
            <p:nvPr/>
          </p:nvSpPr>
          <p:spPr bwMode="auto">
            <a:xfrm>
              <a:off x="2227" y="635"/>
              <a:ext cx="3" cy="5"/>
            </a:xfrm>
            <a:custGeom>
              <a:avLst/>
              <a:gdLst>
                <a:gd name="T0" fmla="*/ 0 w 41"/>
                <a:gd name="T1" fmla="*/ 0 h 63"/>
                <a:gd name="T2" fmla="*/ 0 w 41"/>
                <a:gd name="T3" fmla="*/ 0 h 63"/>
                <a:gd name="T4" fmla="*/ 0 w 41"/>
                <a:gd name="T5" fmla="*/ 0 h 63"/>
                <a:gd name="T6" fmla="*/ 0 w 41"/>
                <a:gd name="T7" fmla="*/ 0 h 63"/>
                <a:gd name="T8" fmla="*/ 0 w 41"/>
                <a:gd name="T9" fmla="*/ 0 h 63"/>
                <a:gd name="T10" fmla="*/ 0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40"/>
                  </a:moveTo>
                  <a:lnTo>
                    <a:pt x="23" y="0"/>
                  </a:lnTo>
                  <a:lnTo>
                    <a:pt x="0" y="0"/>
                  </a:lnTo>
                  <a:lnTo>
                    <a:pt x="0" y="40"/>
                  </a:lnTo>
                  <a:lnTo>
                    <a:pt x="41" y="63"/>
                  </a:lnTo>
                  <a:lnTo>
                    <a:pt x="41" y="40"/>
                  </a:lnTo>
                  <a:close/>
                </a:path>
              </a:pathLst>
            </a:custGeom>
            <a:solidFill>
              <a:srgbClr val="FFFFFF"/>
            </a:solidFill>
            <a:ln w="9525">
              <a:solidFill>
                <a:srgbClr val="000000"/>
              </a:solidFill>
              <a:round/>
              <a:headEnd/>
              <a:tailEnd/>
            </a:ln>
          </p:spPr>
          <p:txBody>
            <a:bodyPr/>
            <a:lstStyle/>
            <a:p>
              <a:endParaRPr lang="ko-KR" altLang="en-US"/>
            </a:p>
          </p:txBody>
        </p:sp>
        <p:sp>
          <p:nvSpPr>
            <p:cNvPr id="418724" name="Freeform 200">
              <a:extLst>
                <a:ext uri="{FF2B5EF4-FFF2-40B4-BE49-F238E27FC236}">
                  <a16:creationId xmlns:a16="http://schemas.microsoft.com/office/drawing/2014/main" id="{AA684091-F429-BE1A-2159-885F7D96E188}"/>
                </a:ext>
              </a:extLst>
            </p:cNvPr>
            <p:cNvSpPr>
              <a:spLocks/>
            </p:cNvSpPr>
            <p:nvPr/>
          </p:nvSpPr>
          <p:spPr bwMode="auto">
            <a:xfrm>
              <a:off x="2150" y="610"/>
              <a:ext cx="96" cy="79"/>
            </a:xfrm>
            <a:custGeom>
              <a:avLst/>
              <a:gdLst>
                <a:gd name="T0" fmla="*/ 0 w 1196"/>
                <a:gd name="T1" fmla="*/ 0 h 1010"/>
                <a:gd name="T2" fmla="*/ 0 w 1196"/>
                <a:gd name="T3" fmla="*/ 0 h 1010"/>
                <a:gd name="T4" fmla="*/ 0 w 1196"/>
                <a:gd name="T5" fmla="*/ 0 h 1010"/>
                <a:gd name="T6" fmla="*/ 0 w 1196"/>
                <a:gd name="T7" fmla="*/ 0 h 1010"/>
                <a:gd name="T8" fmla="*/ 0 w 1196"/>
                <a:gd name="T9" fmla="*/ 0 h 1010"/>
                <a:gd name="T10" fmla="*/ 0 w 1196"/>
                <a:gd name="T11" fmla="*/ 0 h 1010"/>
                <a:gd name="T12" fmla="*/ 0 w 1196"/>
                <a:gd name="T13" fmla="*/ 0 h 1010"/>
                <a:gd name="T14" fmla="*/ 0 w 1196"/>
                <a:gd name="T15" fmla="*/ 0 h 1010"/>
                <a:gd name="T16" fmla="*/ 0 w 1196"/>
                <a:gd name="T17" fmla="*/ 0 h 1010"/>
                <a:gd name="T18" fmla="*/ 0 w 1196"/>
                <a:gd name="T19" fmla="*/ 0 h 1010"/>
                <a:gd name="T20" fmla="*/ 0 w 1196"/>
                <a:gd name="T21" fmla="*/ 0 h 1010"/>
                <a:gd name="T22" fmla="*/ 0 w 1196"/>
                <a:gd name="T23" fmla="*/ 0 h 1010"/>
                <a:gd name="T24" fmla="*/ 0 w 1196"/>
                <a:gd name="T25" fmla="*/ 0 h 1010"/>
                <a:gd name="T26" fmla="*/ 0 w 1196"/>
                <a:gd name="T27" fmla="*/ 0 h 1010"/>
                <a:gd name="T28" fmla="*/ 0 w 1196"/>
                <a:gd name="T29" fmla="*/ 0 h 1010"/>
                <a:gd name="T30" fmla="*/ 0 w 1196"/>
                <a:gd name="T31" fmla="*/ 0 h 1010"/>
                <a:gd name="T32" fmla="*/ 0 w 1196"/>
                <a:gd name="T33" fmla="*/ 0 h 1010"/>
                <a:gd name="T34" fmla="*/ 0 w 1196"/>
                <a:gd name="T35" fmla="*/ 0 h 1010"/>
                <a:gd name="T36" fmla="*/ 0 w 1196"/>
                <a:gd name="T37" fmla="*/ 0 h 1010"/>
                <a:gd name="T38" fmla="*/ 0 w 1196"/>
                <a:gd name="T39" fmla="*/ 0 h 1010"/>
                <a:gd name="T40" fmla="*/ 0 w 1196"/>
                <a:gd name="T41" fmla="*/ 0 h 1010"/>
                <a:gd name="T42" fmla="*/ 0 w 1196"/>
                <a:gd name="T43" fmla="*/ 0 h 1010"/>
                <a:gd name="T44" fmla="*/ 0 w 1196"/>
                <a:gd name="T45" fmla="*/ 0 h 1010"/>
                <a:gd name="T46" fmla="*/ 0 w 1196"/>
                <a:gd name="T47" fmla="*/ 0 h 1010"/>
                <a:gd name="T48" fmla="*/ 0 w 1196"/>
                <a:gd name="T49" fmla="*/ 0 h 1010"/>
                <a:gd name="T50" fmla="*/ 0 w 1196"/>
                <a:gd name="T51" fmla="*/ 0 h 1010"/>
                <a:gd name="T52" fmla="*/ 0 w 1196"/>
                <a:gd name="T53" fmla="*/ 0 h 1010"/>
                <a:gd name="T54" fmla="*/ 0 w 1196"/>
                <a:gd name="T55" fmla="*/ 0 h 1010"/>
                <a:gd name="T56" fmla="*/ 0 w 1196"/>
                <a:gd name="T57" fmla="*/ 0 h 1010"/>
                <a:gd name="T58" fmla="*/ 0 w 1196"/>
                <a:gd name="T59" fmla="*/ 0 h 1010"/>
                <a:gd name="T60" fmla="*/ 0 w 1196"/>
                <a:gd name="T61" fmla="*/ 0 h 1010"/>
                <a:gd name="T62" fmla="*/ 0 w 1196"/>
                <a:gd name="T63" fmla="*/ 0 h 1010"/>
                <a:gd name="T64" fmla="*/ 0 w 1196"/>
                <a:gd name="T65" fmla="*/ 0 h 1010"/>
                <a:gd name="T66" fmla="*/ 0 w 1196"/>
                <a:gd name="T67" fmla="*/ 0 h 1010"/>
                <a:gd name="T68" fmla="*/ 0 w 1196"/>
                <a:gd name="T69" fmla="*/ 0 h 1010"/>
                <a:gd name="T70" fmla="*/ 0 w 1196"/>
                <a:gd name="T71" fmla="*/ 0 h 1010"/>
                <a:gd name="T72" fmla="*/ 0 w 1196"/>
                <a:gd name="T73" fmla="*/ 0 h 1010"/>
                <a:gd name="T74" fmla="*/ 0 w 1196"/>
                <a:gd name="T75" fmla="*/ 0 h 1010"/>
                <a:gd name="T76" fmla="*/ 0 w 1196"/>
                <a:gd name="T77" fmla="*/ 0 h 10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96" h="1010">
                  <a:moveTo>
                    <a:pt x="0" y="157"/>
                  </a:moveTo>
                  <a:lnTo>
                    <a:pt x="0" y="226"/>
                  </a:lnTo>
                  <a:lnTo>
                    <a:pt x="46" y="272"/>
                  </a:lnTo>
                  <a:lnTo>
                    <a:pt x="162" y="406"/>
                  </a:lnTo>
                  <a:lnTo>
                    <a:pt x="186" y="446"/>
                  </a:lnTo>
                  <a:lnTo>
                    <a:pt x="226" y="626"/>
                  </a:lnTo>
                  <a:lnTo>
                    <a:pt x="366" y="807"/>
                  </a:lnTo>
                  <a:lnTo>
                    <a:pt x="453" y="1010"/>
                  </a:lnTo>
                  <a:lnTo>
                    <a:pt x="500" y="975"/>
                  </a:lnTo>
                  <a:lnTo>
                    <a:pt x="500" y="923"/>
                  </a:lnTo>
                  <a:lnTo>
                    <a:pt x="587" y="917"/>
                  </a:lnTo>
                  <a:lnTo>
                    <a:pt x="639" y="940"/>
                  </a:lnTo>
                  <a:lnTo>
                    <a:pt x="668" y="957"/>
                  </a:lnTo>
                  <a:lnTo>
                    <a:pt x="727" y="987"/>
                  </a:lnTo>
                  <a:lnTo>
                    <a:pt x="744" y="987"/>
                  </a:lnTo>
                  <a:lnTo>
                    <a:pt x="790" y="877"/>
                  </a:lnTo>
                  <a:lnTo>
                    <a:pt x="1133" y="783"/>
                  </a:lnTo>
                  <a:lnTo>
                    <a:pt x="1174" y="783"/>
                  </a:lnTo>
                  <a:lnTo>
                    <a:pt x="1196" y="673"/>
                  </a:lnTo>
                  <a:lnTo>
                    <a:pt x="1174" y="603"/>
                  </a:lnTo>
                  <a:lnTo>
                    <a:pt x="953" y="580"/>
                  </a:lnTo>
                  <a:lnTo>
                    <a:pt x="884" y="446"/>
                  </a:lnTo>
                  <a:lnTo>
                    <a:pt x="906" y="296"/>
                  </a:lnTo>
                  <a:lnTo>
                    <a:pt x="837" y="226"/>
                  </a:lnTo>
                  <a:lnTo>
                    <a:pt x="772" y="226"/>
                  </a:lnTo>
                  <a:lnTo>
                    <a:pt x="680" y="180"/>
                  </a:lnTo>
                  <a:lnTo>
                    <a:pt x="570" y="226"/>
                  </a:lnTo>
                  <a:lnTo>
                    <a:pt x="500" y="133"/>
                  </a:lnTo>
                  <a:lnTo>
                    <a:pt x="500" y="110"/>
                  </a:lnTo>
                  <a:lnTo>
                    <a:pt x="383" y="0"/>
                  </a:lnTo>
                  <a:lnTo>
                    <a:pt x="343" y="0"/>
                  </a:lnTo>
                  <a:lnTo>
                    <a:pt x="162" y="23"/>
                  </a:lnTo>
                  <a:lnTo>
                    <a:pt x="162" y="69"/>
                  </a:lnTo>
                  <a:lnTo>
                    <a:pt x="249" y="92"/>
                  </a:lnTo>
                  <a:lnTo>
                    <a:pt x="226" y="157"/>
                  </a:lnTo>
                  <a:lnTo>
                    <a:pt x="157" y="157"/>
                  </a:lnTo>
                  <a:lnTo>
                    <a:pt x="116" y="180"/>
                  </a:lnTo>
                  <a:lnTo>
                    <a:pt x="46" y="168"/>
                  </a:lnTo>
                  <a:lnTo>
                    <a:pt x="0" y="157"/>
                  </a:lnTo>
                  <a:close/>
                </a:path>
              </a:pathLst>
            </a:custGeom>
            <a:solidFill>
              <a:srgbClr val="FFFFFF"/>
            </a:solidFill>
            <a:ln w="9525">
              <a:solidFill>
                <a:srgbClr val="000000"/>
              </a:solidFill>
              <a:round/>
              <a:headEnd/>
              <a:tailEnd/>
            </a:ln>
          </p:spPr>
          <p:txBody>
            <a:bodyPr/>
            <a:lstStyle/>
            <a:p>
              <a:endParaRPr lang="ko-KR" altLang="en-US"/>
            </a:p>
          </p:txBody>
        </p:sp>
        <p:sp>
          <p:nvSpPr>
            <p:cNvPr id="418725" name="Freeform 201">
              <a:extLst>
                <a:ext uri="{FF2B5EF4-FFF2-40B4-BE49-F238E27FC236}">
                  <a16:creationId xmlns:a16="http://schemas.microsoft.com/office/drawing/2014/main" id="{892F2C7B-E2A8-BE02-7387-1174D49C50FB}"/>
                </a:ext>
              </a:extLst>
            </p:cNvPr>
            <p:cNvSpPr>
              <a:spLocks/>
            </p:cNvSpPr>
            <p:nvPr/>
          </p:nvSpPr>
          <p:spPr bwMode="auto">
            <a:xfrm>
              <a:off x="2187" y="682"/>
              <a:ext cx="23" cy="19"/>
            </a:xfrm>
            <a:custGeom>
              <a:avLst/>
              <a:gdLst>
                <a:gd name="T0" fmla="*/ 0 w 291"/>
                <a:gd name="T1" fmla="*/ 0 h 244"/>
                <a:gd name="T2" fmla="*/ 0 w 291"/>
                <a:gd name="T3" fmla="*/ 0 h 244"/>
                <a:gd name="T4" fmla="*/ 0 w 291"/>
                <a:gd name="T5" fmla="*/ 0 h 244"/>
                <a:gd name="T6" fmla="*/ 0 w 291"/>
                <a:gd name="T7" fmla="*/ 0 h 244"/>
                <a:gd name="T8" fmla="*/ 0 w 291"/>
                <a:gd name="T9" fmla="*/ 0 h 244"/>
                <a:gd name="T10" fmla="*/ 0 w 291"/>
                <a:gd name="T11" fmla="*/ 0 h 244"/>
                <a:gd name="T12" fmla="*/ 0 w 291"/>
                <a:gd name="T13" fmla="*/ 0 h 244"/>
                <a:gd name="T14" fmla="*/ 0 w 291"/>
                <a:gd name="T15" fmla="*/ 0 h 244"/>
                <a:gd name="T16" fmla="*/ 0 w 291"/>
                <a:gd name="T17" fmla="*/ 0 h 244"/>
                <a:gd name="T18" fmla="*/ 0 w 291"/>
                <a:gd name="T19" fmla="*/ 0 h 244"/>
                <a:gd name="T20" fmla="*/ 0 w 291"/>
                <a:gd name="T21" fmla="*/ 0 h 244"/>
                <a:gd name="T22" fmla="*/ 0 w 291"/>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1" h="244">
                  <a:moveTo>
                    <a:pt x="0" y="87"/>
                  </a:moveTo>
                  <a:lnTo>
                    <a:pt x="47" y="203"/>
                  </a:lnTo>
                  <a:lnTo>
                    <a:pt x="122" y="244"/>
                  </a:lnTo>
                  <a:lnTo>
                    <a:pt x="162" y="191"/>
                  </a:lnTo>
                  <a:lnTo>
                    <a:pt x="209" y="168"/>
                  </a:lnTo>
                  <a:lnTo>
                    <a:pt x="227" y="128"/>
                  </a:lnTo>
                  <a:lnTo>
                    <a:pt x="291" y="69"/>
                  </a:lnTo>
                  <a:lnTo>
                    <a:pt x="197" y="17"/>
                  </a:lnTo>
                  <a:lnTo>
                    <a:pt x="140" y="0"/>
                  </a:lnTo>
                  <a:lnTo>
                    <a:pt x="47" y="0"/>
                  </a:lnTo>
                  <a:lnTo>
                    <a:pt x="47" y="52"/>
                  </a:lnTo>
                  <a:lnTo>
                    <a:pt x="0" y="87"/>
                  </a:lnTo>
                  <a:close/>
                </a:path>
              </a:pathLst>
            </a:custGeom>
            <a:solidFill>
              <a:srgbClr val="FFFFFF"/>
            </a:solidFill>
            <a:ln w="9525">
              <a:solidFill>
                <a:srgbClr val="000000"/>
              </a:solidFill>
              <a:round/>
              <a:headEnd/>
              <a:tailEnd/>
            </a:ln>
          </p:spPr>
          <p:txBody>
            <a:bodyPr/>
            <a:lstStyle/>
            <a:p>
              <a:endParaRPr lang="ko-KR" altLang="en-US"/>
            </a:p>
          </p:txBody>
        </p:sp>
        <p:sp>
          <p:nvSpPr>
            <p:cNvPr id="418726" name="Freeform 202">
              <a:extLst>
                <a:ext uri="{FF2B5EF4-FFF2-40B4-BE49-F238E27FC236}">
                  <a16:creationId xmlns:a16="http://schemas.microsoft.com/office/drawing/2014/main" id="{FB20ACD7-9EA3-C496-965B-58DFD4F10705}"/>
                </a:ext>
              </a:extLst>
            </p:cNvPr>
            <p:cNvSpPr>
              <a:spLocks/>
            </p:cNvSpPr>
            <p:nvPr/>
          </p:nvSpPr>
          <p:spPr bwMode="auto">
            <a:xfrm>
              <a:off x="2197" y="673"/>
              <a:ext cx="40" cy="28"/>
            </a:xfrm>
            <a:custGeom>
              <a:avLst/>
              <a:gdLst>
                <a:gd name="T0" fmla="*/ 0 w 493"/>
                <a:gd name="T1" fmla="*/ 0 h 360"/>
                <a:gd name="T2" fmla="*/ 0 w 493"/>
                <a:gd name="T3" fmla="*/ 0 h 360"/>
                <a:gd name="T4" fmla="*/ 0 w 493"/>
                <a:gd name="T5" fmla="*/ 0 h 360"/>
                <a:gd name="T6" fmla="*/ 0 w 493"/>
                <a:gd name="T7" fmla="*/ 0 h 360"/>
                <a:gd name="T8" fmla="*/ 0 w 493"/>
                <a:gd name="T9" fmla="*/ 0 h 360"/>
                <a:gd name="T10" fmla="*/ 0 w 493"/>
                <a:gd name="T11" fmla="*/ 0 h 360"/>
                <a:gd name="T12" fmla="*/ 0 w 493"/>
                <a:gd name="T13" fmla="*/ 0 h 360"/>
                <a:gd name="T14" fmla="*/ 0 w 493"/>
                <a:gd name="T15" fmla="*/ 0 h 360"/>
                <a:gd name="T16" fmla="*/ 0 w 493"/>
                <a:gd name="T17" fmla="*/ 0 h 360"/>
                <a:gd name="T18" fmla="*/ 0 w 493"/>
                <a:gd name="T19" fmla="*/ 0 h 360"/>
                <a:gd name="T20" fmla="*/ 0 w 493"/>
                <a:gd name="T21" fmla="*/ 0 h 360"/>
                <a:gd name="T22" fmla="*/ 0 w 493"/>
                <a:gd name="T23" fmla="*/ 0 h 360"/>
                <a:gd name="T24" fmla="*/ 0 w 493"/>
                <a:gd name="T25" fmla="*/ 0 h 360"/>
                <a:gd name="T26" fmla="*/ 0 w 493"/>
                <a:gd name="T27" fmla="*/ 0 h 360"/>
                <a:gd name="T28" fmla="*/ 0 w 493"/>
                <a:gd name="T29" fmla="*/ 0 h 360"/>
                <a:gd name="T30" fmla="*/ 0 w 493"/>
                <a:gd name="T31" fmla="*/ 0 h 360"/>
                <a:gd name="T32" fmla="*/ 0 w 493"/>
                <a:gd name="T33" fmla="*/ 0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3" h="360">
                  <a:moveTo>
                    <a:pt x="0" y="360"/>
                  </a:moveTo>
                  <a:lnTo>
                    <a:pt x="99" y="337"/>
                  </a:lnTo>
                  <a:lnTo>
                    <a:pt x="191" y="290"/>
                  </a:lnTo>
                  <a:lnTo>
                    <a:pt x="256" y="272"/>
                  </a:lnTo>
                  <a:lnTo>
                    <a:pt x="413" y="227"/>
                  </a:lnTo>
                  <a:lnTo>
                    <a:pt x="493" y="168"/>
                  </a:lnTo>
                  <a:lnTo>
                    <a:pt x="476" y="122"/>
                  </a:lnTo>
                  <a:lnTo>
                    <a:pt x="476" y="87"/>
                  </a:lnTo>
                  <a:lnTo>
                    <a:pt x="458" y="0"/>
                  </a:lnTo>
                  <a:lnTo>
                    <a:pt x="256" y="46"/>
                  </a:lnTo>
                  <a:lnTo>
                    <a:pt x="209" y="70"/>
                  </a:lnTo>
                  <a:lnTo>
                    <a:pt x="169" y="180"/>
                  </a:lnTo>
                  <a:lnTo>
                    <a:pt x="146" y="203"/>
                  </a:lnTo>
                  <a:lnTo>
                    <a:pt x="99" y="250"/>
                  </a:lnTo>
                  <a:lnTo>
                    <a:pt x="87" y="284"/>
                  </a:lnTo>
                  <a:lnTo>
                    <a:pt x="34" y="314"/>
                  </a:lnTo>
                  <a:lnTo>
                    <a:pt x="0" y="360"/>
                  </a:lnTo>
                  <a:close/>
                </a:path>
              </a:pathLst>
            </a:custGeom>
            <a:solidFill>
              <a:srgbClr val="FFFFFF"/>
            </a:solidFill>
            <a:ln w="9525">
              <a:solidFill>
                <a:srgbClr val="000000"/>
              </a:solidFill>
              <a:round/>
              <a:headEnd/>
              <a:tailEnd/>
            </a:ln>
          </p:spPr>
          <p:txBody>
            <a:bodyPr/>
            <a:lstStyle/>
            <a:p>
              <a:endParaRPr lang="ko-KR" altLang="en-US"/>
            </a:p>
          </p:txBody>
        </p:sp>
        <p:sp>
          <p:nvSpPr>
            <p:cNvPr id="418727" name="Freeform 203">
              <a:extLst>
                <a:ext uri="{FF2B5EF4-FFF2-40B4-BE49-F238E27FC236}">
                  <a16:creationId xmlns:a16="http://schemas.microsoft.com/office/drawing/2014/main" id="{501997D8-9176-E6F3-4F14-154D27276CDD}"/>
                </a:ext>
              </a:extLst>
            </p:cNvPr>
            <p:cNvSpPr>
              <a:spLocks/>
            </p:cNvSpPr>
            <p:nvPr/>
          </p:nvSpPr>
          <p:spPr bwMode="auto">
            <a:xfrm>
              <a:off x="2232" y="645"/>
              <a:ext cx="32" cy="41"/>
            </a:xfrm>
            <a:custGeom>
              <a:avLst/>
              <a:gdLst>
                <a:gd name="T0" fmla="*/ 0 w 406"/>
                <a:gd name="T1" fmla="*/ 0 h 529"/>
                <a:gd name="T2" fmla="*/ 0 w 406"/>
                <a:gd name="T3" fmla="*/ 0 h 529"/>
                <a:gd name="T4" fmla="*/ 0 w 406"/>
                <a:gd name="T5" fmla="*/ 0 h 529"/>
                <a:gd name="T6" fmla="*/ 0 w 406"/>
                <a:gd name="T7" fmla="*/ 0 h 529"/>
                <a:gd name="T8" fmla="*/ 0 w 406"/>
                <a:gd name="T9" fmla="*/ 0 h 529"/>
                <a:gd name="T10" fmla="*/ 0 w 406"/>
                <a:gd name="T11" fmla="*/ 0 h 529"/>
                <a:gd name="T12" fmla="*/ 0 w 406"/>
                <a:gd name="T13" fmla="*/ 0 h 529"/>
                <a:gd name="T14" fmla="*/ 0 w 406"/>
                <a:gd name="T15" fmla="*/ 0 h 529"/>
                <a:gd name="T16" fmla="*/ 0 w 406"/>
                <a:gd name="T17" fmla="*/ 0 h 529"/>
                <a:gd name="T18" fmla="*/ 0 w 406"/>
                <a:gd name="T19" fmla="*/ 0 h 529"/>
                <a:gd name="T20" fmla="*/ 0 w 406"/>
                <a:gd name="T21" fmla="*/ 0 h 529"/>
                <a:gd name="T22" fmla="*/ 0 w 406"/>
                <a:gd name="T23" fmla="*/ 0 h 529"/>
                <a:gd name="T24" fmla="*/ 0 w 406"/>
                <a:gd name="T25" fmla="*/ 0 h 529"/>
                <a:gd name="T26" fmla="*/ 0 w 406"/>
                <a:gd name="T27" fmla="*/ 0 h 529"/>
                <a:gd name="T28" fmla="*/ 0 w 406"/>
                <a:gd name="T29" fmla="*/ 0 h 529"/>
                <a:gd name="T30" fmla="*/ 0 w 406"/>
                <a:gd name="T31" fmla="*/ 0 h 529"/>
                <a:gd name="T32" fmla="*/ 0 w 406"/>
                <a:gd name="T33" fmla="*/ 0 h 529"/>
                <a:gd name="T34" fmla="*/ 0 w 406"/>
                <a:gd name="T35" fmla="*/ 0 h 529"/>
                <a:gd name="T36" fmla="*/ 0 w 406"/>
                <a:gd name="T37" fmla="*/ 0 h 529"/>
                <a:gd name="T38" fmla="*/ 0 w 406"/>
                <a:gd name="T39" fmla="*/ 0 h 529"/>
                <a:gd name="T40" fmla="*/ 0 w 406"/>
                <a:gd name="T41" fmla="*/ 0 h 5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6" h="529">
                  <a:moveTo>
                    <a:pt x="0" y="361"/>
                  </a:moveTo>
                  <a:lnTo>
                    <a:pt x="139" y="314"/>
                  </a:lnTo>
                  <a:lnTo>
                    <a:pt x="174" y="267"/>
                  </a:lnTo>
                  <a:lnTo>
                    <a:pt x="162" y="163"/>
                  </a:lnTo>
                  <a:lnTo>
                    <a:pt x="197" y="93"/>
                  </a:lnTo>
                  <a:lnTo>
                    <a:pt x="214" y="41"/>
                  </a:lnTo>
                  <a:lnTo>
                    <a:pt x="209" y="0"/>
                  </a:lnTo>
                  <a:lnTo>
                    <a:pt x="256" y="65"/>
                  </a:lnTo>
                  <a:lnTo>
                    <a:pt x="325" y="122"/>
                  </a:lnTo>
                  <a:lnTo>
                    <a:pt x="383" y="134"/>
                  </a:lnTo>
                  <a:lnTo>
                    <a:pt x="389" y="175"/>
                  </a:lnTo>
                  <a:lnTo>
                    <a:pt x="406" y="204"/>
                  </a:lnTo>
                  <a:lnTo>
                    <a:pt x="406" y="250"/>
                  </a:lnTo>
                  <a:lnTo>
                    <a:pt x="336" y="291"/>
                  </a:lnTo>
                  <a:lnTo>
                    <a:pt x="296" y="384"/>
                  </a:lnTo>
                  <a:lnTo>
                    <a:pt x="226" y="431"/>
                  </a:lnTo>
                  <a:lnTo>
                    <a:pt x="116" y="494"/>
                  </a:lnTo>
                  <a:lnTo>
                    <a:pt x="57" y="529"/>
                  </a:lnTo>
                  <a:lnTo>
                    <a:pt x="40" y="483"/>
                  </a:lnTo>
                  <a:lnTo>
                    <a:pt x="34" y="448"/>
                  </a:lnTo>
                  <a:lnTo>
                    <a:pt x="0" y="361"/>
                  </a:lnTo>
                  <a:close/>
                </a:path>
              </a:pathLst>
            </a:custGeom>
            <a:solidFill>
              <a:srgbClr val="FFFFFF"/>
            </a:solidFill>
            <a:ln w="9525">
              <a:solidFill>
                <a:srgbClr val="000000"/>
              </a:solidFill>
              <a:round/>
              <a:headEnd/>
              <a:tailEnd/>
            </a:ln>
          </p:spPr>
          <p:txBody>
            <a:bodyPr/>
            <a:lstStyle/>
            <a:p>
              <a:endParaRPr lang="ko-KR" altLang="en-US"/>
            </a:p>
          </p:txBody>
        </p:sp>
        <p:sp>
          <p:nvSpPr>
            <p:cNvPr id="418728" name="Freeform 204">
              <a:extLst>
                <a:ext uri="{FF2B5EF4-FFF2-40B4-BE49-F238E27FC236}">
                  <a16:creationId xmlns:a16="http://schemas.microsoft.com/office/drawing/2014/main" id="{78F72621-4537-D220-5DB0-B3CBD391BF43}"/>
                </a:ext>
              </a:extLst>
            </p:cNvPr>
            <p:cNvSpPr>
              <a:spLocks/>
            </p:cNvSpPr>
            <p:nvPr/>
          </p:nvSpPr>
          <p:spPr bwMode="auto">
            <a:xfrm>
              <a:off x="2221" y="635"/>
              <a:ext cx="29" cy="23"/>
            </a:xfrm>
            <a:custGeom>
              <a:avLst/>
              <a:gdLst>
                <a:gd name="T0" fmla="*/ 0 w 354"/>
                <a:gd name="T1" fmla="*/ 0 h 284"/>
                <a:gd name="T2" fmla="*/ 0 w 354"/>
                <a:gd name="T3" fmla="*/ 0 h 284"/>
                <a:gd name="T4" fmla="*/ 0 w 354"/>
                <a:gd name="T5" fmla="*/ 0 h 284"/>
                <a:gd name="T6" fmla="*/ 0 w 354"/>
                <a:gd name="T7" fmla="*/ 0 h 284"/>
                <a:gd name="T8" fmla="*/ 0 w 354"/>
                <a:gd name="T9" fmla="*/ 0 h 284"/>
                <a:gd name="T10" fmla="*/ 0 w 354"/>
                <a:gd name="T11" fmla="*/ 0 h 284"/>
                <a:gd name="T12" fmla="*/ 0 w 354"/>
                <a:gd name="T13" fmla="*/ 0 h 284"/>
                <a:gd name="T14" fmla="*/ 0 w 354"/>
                <a:gd name="T15" fmla="*/ 0 h 284"/>
                <a:gd name="T16" fmla="*/ 0 w 354"/>
                <a:gd name="T17" fmla="*/ 0 h 284"/>
                <a:gd name="T18" fmla="*/ 0 w 354"/>
                <a:gd name="T19" fmla="*/ 0 h 284"/>
                <a:gd name="T20" fmla="*/ 0 w 354"/>
                <a:gd name="T21" fmla="*/ 0 h 284"/>
                <a:gd name="T22" fmla="*/ 0 w 354"/>
                <a:gd name="T23" fmla="*/ 0 h 284"/>
                <a:gd name="T24" fmla="*/ 0 w 354"/>
                <a:gd name="T25" fmla="*/ 0 h 284"/>
                <a:gd name="T26" fmla="*/ 0 w 354"/>
                <a:gd name="T27" fmla="*/ 0 h 284"/>
                <a:gd name="T28" fmla="*/ 0 w 354"/>
                <a:gd name="T29" fmla="*/ 0 h 284"/>
                <a:gd name="T30" fmla="*/ 0 w 354"/>
                <a:gd name="T31" fmla="*/ 0 h 284"/>
                <a:gd name="T32" fmla="*/ 0 w 354"/>
                <a:gd name="T33" fmla="*/ 0 h 284"/>
                <a:gd name="T34" fmla="*/ 0 w 354"/>
                <a:gd name="T35" fmla="*/ 0 h 2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4" h="284">
                  <a:moveTo>
                    <a:pt x="22" y="0"/>
                  </a:moveTo>
                  <a:lnTo>
                    <a:pt x="0" y="105"/>
                  </a:lnTo>
                  <a:lnTo>
                    <a:pt x="0" y="122"/>
                  </a:lnTo>
                  <a:lnTo>
                    <a:pt x="52" y="232"/>
                  </a:lnTo>
                  <a:lnTo>
                    <a:pt x="69" y="261"/>
                  </a:lnTo>
                  <a:lnTo>
                    <a:pt x="249" y="284"/>
                  </a:lnTo>
                  <a:lnTo>
                    <a:pt x="290" y="284"/>
                  </a:lnTo>
                  <a:lnTo>
                    <a:pt x="354" y="168"/>
                  </a:lnTo>
                  <a:lnTo>
                    <a:pt x="336" y="110"/>
                  </a:lnTo>
                  <a:lnTo>
                    <a:pt x="312" y="110"/>
                  </a:lnTo>
                  <a:lnTo>
                    <a:pt x="249" y="150"/>
                  </a:lnTo>
                  <a:lnTo>
                    <a:pt x="249" y="174"/>
                  </a:lnTo>
                  <a:lnTo>
                    <a:pt x="121" y="157"/>
                  </a:lnTo>
                  <a:lnTo>
                    <a:pt x="110" y="127"/>
                  </a:lnTo>
                  <a:lnTo>
                    <a:pt x="110" y="110"/>
                  </a:lnTo>
                  <a:lnTo>
                    <a:pt x="69" y="127"/>
                  </a:lnTo>
                  <a:lnTo>
                    <a:pt x="22" y="17"/>
                  </a:lnTo>
                  <a:lnTo>
                    <a:pt x="22" y="0"/>
                  </a:lnTo>
                  <a:close/>
                </a:path>
              </a:pathLst>
            </a:custGeom>
            <a:solidFill>
              <a:srgbClr val="FFFFFF"/>
            </a:solidFill>
            <a:ln w="9525">
              <a:solidFill>
                <a:srgbClr val="000000"/>
              </a:solidFill>
              <a:round/>
              <a:headEnd/>
              <a:tailEnd/>
            </a:ln>
          </p:spPr>
          <p:txBody>
            <a:bodyPr/>
            <a:lstStyle/>
            <a:p>
              <a:endParaRPr lang="ko-KR" altLang="en-US"/>
            </a:p>
          </p:txBody>
        </p:sp>
        <p:sp>
          <p:nvSpPr>
            <p:cNvPr id="418729" name="Freeform 205">
              <a:extLst>
                <a:ext uri="{FF2B5EF4-FFF2-40B4-BE49-F238E27FC236}">
                  <a16:creationId xmlns:a16="http://schemas.microsoft.com/office/drawing/2014/main" id="{394F17FF-5398-5456-4A35-AF197687C527}"/>
                </a:ext>
              </a:extLst>
            </p:cNvPr>
            <p:cNvSpPr>
              <a:spLocks/>
            </p:cNvSpPr>
            <p:nvPr/>
          </p:nvSpPr>
          <p:spPr bwMode="auto">
            <a:xfrm>
              <a:off x="2207" y="621"/>
              <a:ext cx="9" cy="7"/>
            </a:xfrm>
            <a:custGeom>
              <a:avLst/>
              <a:gdLst>
                <a:gd name="T0" fmla="*/ 0 w 122"/>
                <a:gd name="T1" fmla="*/ 0 h 93"/>
                <a:gd name="T2" fmla="*/ 0 w 122"/>
                <a:gd name="T3" fmla="*/ 0 h 93"/>
                <a:gd name="T4" fmla="*/ 0 w 122"/>
                <a:gd name="T5" fmla="*/ 0 h 93"/>
                <a:gd name="T6" fmla="*/ 0 w 122"/>
                <a:gd name="T7" fmla="*/ 0 h 93"/>
                <a:gd name="T8" fmla="*/ 0 w 122"/>
                <a:gd name="T9" fmla="*/ 0 h 93"/>
                <a:gd name="T10" fmla="*/ 0 w 122"/>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2" h="93">
                  <a:moveTo>
                    <a:pt x="122" y="93"/>
                  </a:moveTo>
                  <a:lnTo>
                    <a:pt x="93" y="0"/>
                  </a:lnTo>
                  <a:lnTo>
                    <a:pt x="35" y="6"/>
                  </a:lnTo>
                  <a:lnTo>
                    <a:pt x="0" y="52"/>
                  </a:lnTo>
                  <a:lnTo>
                    <a:pt x="75" y="93"/>
                  </a:lnTo>
                  <a:lnTo>
                    <a:pt x="122" y="93"/>
                  </a:lnTo>
                  <a:close/>
                </a:path>
              </a:pathLst>
            </a:custGeom>
            <a:solidFill>
              <a:srgbClr val="FFFFFF"/>
            </a:solidFill>
            <a:ln w="9525">
              <a:solidFill>
                <a:srgbClr val="000000"/>
              </a:solidFill>
              <a:round/>
              <a:headEnd/>
              <a:tailEnd/>
            </a:ln>
          </p:spPr>
          <p:txBody>
            <a:bodyPr/>
            <a:lstStyle/>
            <a:p>
              <a:endParaRPr lang="ko-KR" altLang="en-US"/>
            </a:p>
          </p:txBody>
        </p:sp>
        <p:sp>
          <p:nvSpPr>
            <p:cNvPr id="418730" name="Freeform 206">
              <a:extLst>
                <a:ext uri="{FF2B5EF4-FFF2-40B4-BE49-F238E27FC236}">
                  <a16:creationId xmlns:a16="http://schemas.microsoft.com/office/drawing/2014/main" id="{5B24312B-3ACD-0E02-0273-90B740565B43}"/>
                </a:ext>
              </a:extLst>
            </p:cNvPr>
            <p:cNvSpPr>
              <a:spLocks/>
            </p:cNvSpPr>
            <p:nvPr/>
          </p:nvSpPr>
          <p:spPr bwMode="auto">
            <a:xfrm>
              <a:off x="2171" y="580"/>
              <a:ext cx="45" cy="48"/>
            </a:xfrm>
            <a:custGeom>
              <a:avLst/>
              <a:gdLst>
                <a:gd name="T0" fmla="*/ 0 w 570"/>
                <a:gd name="T1" fmla="*/ 0 h 610"/>
                <a:gd name="T2" fmla="*/ 0 w 570"/>
                <a:gd name="T3" fmla="*/ 0 h 610"/>
                <a:gd name="T4" fmla="*/ 0 w 570"/>
                <a:gd name="T5" fmla="*/ 0 h 610"/>
                <a:gd name="T6" fmla="*/ 0 w 570"/>
                <a:gd name="T7" fmla="*/ 0 h 610"/>
                <a:gd name="T8" fmla="*/ 0 w 570"/>
                <a:gd name="T9" fmla="*/ 0 h 610"/>
                <a:gd name="T10" fmla="*/ 0 w 570"/>
                <a:gd name="T11" fmla="*/ 0 h 610"/>
                <a:gd name="T12" fmla="*/ 0 w 570"/>
                <a:gd name="T13" fmla="*/ 0 h 610"/>
                <a:gd name="T14" fmla="*/ 0 w 570"/>
                <a:gd name="T15" fmla="*/ 0 h 610"/>
                <a:gd name="T16" fmla="*/ 0 w 570"/>
                <a:gd name="T17" fmla="*/ 0 h 610"/>
                <a:gd name="T18" fmla="*/ 0 w 570"/>
                <a:gd name="T19" fmla="*/ 0 h 610"/>
                <a:gd name="T20" fmla="*/ 0 w 570"/>
                <a:gd name="T21" fmla="*/ 0 h 610"/>
                <a:gd name="T22" fmla="*/ 0 w 570"/>
                <a:gd name="T23" fmla="*/ 0 h 610"/>
                <a:gd name="T24" fmla="*/ 0 w 570"/>
                <a:gd name="T25" fmla="*/ 0 h 610"/>
                <a:gd name="T26" fmla="*/ 0 w 570"/>
                <a:gd name="T27" fmla="*/ 0 h 610"/>
                <a:gd name="T28" fmla="*/ 0 w 570"/>
                <a:gd name="T29" fmla="*/ 0 h 610"/>
                <a:gd name="T30" fmla="*/ 0 w 570"/>
                <a:gd name="T31" fmla="*/ 0 h 610"/>
                <a:gd name="T32" fmla="*/ 0 w 570"/>
                <a:gd name="T33" fmla="*/ 0 h 610"/>
                <a:gd name="T34" fmla="*/ 0 w 570"/>
                <a:gd name="T35" fmla="*/ 0 h 610"/>
                <a:gd name="T36" fmla="*/ 0 w 570"/>
                <a:gd name="T37" fmla="*/ 0 h 610"/>
                <a:gd name="T38" fmla="*/ 0 w 570"/>
                <a:gd name="T39" fmla="*/ 0 h 610"/>
                <a:gd name="T40" fmla="*/ 0 w 570"/>
                <a:gd name="T41" fmla="*/ 0 h 610"/>
                <a:gd name="T42" fmla="*/ 0 w 570"/>
                <a:gd name="T43" fmla="*/ 0 h 610"/>
                <a:gd name="T44" fmla="*/ 0 w 570"/>
                <a:gd name="T45" fmla="*/ 0 h 610"/>
                <a:gd name="T46" fmla="*/ 0 w 570"/>
                <a:gd name="T47" fmla="*/ 0 h 610"/>
                <a:gd name="T48" fmla="*/ 0 w 570"/>
                <a:gd name="T49" fmla="*/ 0 h 610"/>
                <a:gd name="T50" fmla="*/ 0 w 570"/>
                <a:gd name="T51" fmla="*/ 0 h 6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70" h="610">
                  <a:moveTo>
                    <a:pt x="541" y="517"/>
                  </a:moveTo>
                  <a:lnTo>
                    <a:pt x="570" y="476"/>
                  </a:lnTo>
                  <a:lnTo>
                    <a:pt x="523" y="384"/>
                  </a:lnTo>
                  <a:lnTo>
                    <a:pt x="501" y="297"/>
                  </a:lnTo>
                  <a:lnTo>
                    <a:pt x="408" y="273"/>
                  </a:lnTo>
                  <a:lnTo>
                    <a:pt x="390" y="209"/>
                  </a:lnTo>
                  <a:lnTo>
                    <a:pt x="431" y="110"/>
                  </a:lnTo>
                  <a:lnTo>
                    <a:pt x="361" y="93"/>
                  </a:lnTo>
                  <a:lnTo>
                    <a:pt x="326" y="70"/>
                  </a:lnTo>
                  <a:lnTo>
                    <a:pt x="291" y="0"/>
                  </a:lnTo>
                  <a:lnTo>
                    <a:pt x="233" y="0"/>
                  </a:lnTo>
                  <a:lnTo>
                    <a:pt x="129" y="41"/>
                  </a:lnTo>
                  <a:lnTo>
                    <a:pt x="140" y="87"/>
                  </a:lnTo>
                  <a:lnTo>
                    <a:pt x="105" y="185"/>
                  </a:lnTo>
                  <a:lnTo>
                    <a:pt x="24" y="250"/>
                  </a:lnTo>
                  <a:lnTo>
                    <a:pt x="0" y="314"/>
                  </a:lnTo>
                  <a:lnTo>
                    <a:pt x="30" y="389"/>
                  </a:lnTo>
                  <a:lnTo>
                    <a:pt x="134" y="384"/>
                  </a:lnTo>
                  <a:lnTo>
                    <a:pt x="251" y="494"/>
                  </a:lnTo>
                  <a:lnTo>
                    <a:pt x="251" y="523"/>
                  </a:lnTo>
                  <a:lnTo>
                    <a:pt x="321" y="610"/>
                  </a:lnTo>
                  <a:lnTo>
                    <a:pt x="425" y="564"/>
                  </a:lnTo>
                  <a:lnTo>
                    <a:pt x="454" y="564"/>
                  </a:lnTo>
                  <a:lnTo>
                    <a:pt x="478" y="523"/>
                  </a:lnTo>
                  <a:lnTo>
                    <a:pt x="523" y="517"/>
                  </a:lnTo>
                  <a:lnTo>
                    <a:pt x="541" y="517"/>
                  </a:lnTo>
                  <a:close/>
                </a:path>
              </a:pathLst>
            </a:custGeom>
            <a:solidFill>
              <a:srgbClr val="FFFFFF"/>
            </a:solidFill>
            <a:ln w="9525">
              <a:solidFill>
                <a:srgbClr val="000000"/>
              </a:solidFill>
              <a:round/>
              <a:headEnd/>
              <a:tailEnd/>
            </a:ln>
          </p:spPr>
          <p:txBody>
            <a:bodyPr/>
            <a:lstStyle/>
            <a:p>
              <a:endParaRPr lang="ko-KR" altLang="en-US"/>
            </a:p>
          </p:txBody>
        </p:sp>
        <p:sp>
          <p:nvSpPr>
            <p:cNvPr id="418731" name="Freeform 207">
              <a:extLst>
                <a:ext uri="{FF2B5EF4-FFF2-40B4-BE49-F238E27FC236}">
                  <a16:creationId xmlns:a16="http://schemas.microsoft.com/office/drawing/2014/main" id="{196821E5-0D70-C802-57F4-D2D20216BD21}"/>
                </a:ext>
              </a:extLst>
            </p:cNvPr>
            <p:cNvSpPr>
              <a:spLocks/>
            </p:cNvSpPr>
            <p:nvPr/>
          </p:nvSpPr>
          <p:spPr bwMode="auto">
            <a:xfrm>
              <a:off x="2149" y="605"/>
              <a:ext cx="24" cy="19"/>
            </a:xfrm>
            <a:custGeom>
              <a:avLst/>
              <a:gdLst>
                <a:gd name="T0" fmla="*/ 0 w 302"/>
                <a:gd name="T1" fmla="*/ 0 h 257"/>
                <a:gd name="T2" fmla="*/ 0 w 302"/>
                <a:gd name="T3" fmla="*/ 0 h 257"/>
                <a:gd name="T4" fmla="*/ 0 w 302"/>
                <a:gd name="T5" fmla="*/ 0 h 257"/>
                <a:gd name="T6" fmla="*/ 0 w 302"/>
                <a:gd name="T7" fmla="*/ 0 h 257"/>
                <a:gd name="T8" fmla="*/ 0 w 302"/>
                <a:gd name="T9" fmla="*/ 0 h 257"/>
                <a:gd name="T10" fmla="*/ 0 w 302"/>
                <a:gd name="T11" fmla="*/ 0 h 257"/>
                <a:gd name="T12" fmla="*/ 0 w 302"/>
                <a:gd name="T13" fmla="*/ 0 h 257"/>
                <a:gd name="T14" fmla="*/ 0 w 302"/>
                <a:gd name="T15" fmla="*/ 0 h 257"/>
                <a:gd name="T16" fmla="*/ 0 w 302"/>
                <a:gd name="T17" fmla="*/ 0 h 257"/>
                <a:gd name="T18" fmla="*/ 0 w 302"/>
                <a:gd name="T19" fmla="*/ 0 h 257"/>
                <a:gd name="T20" fmla="*/ 0 w 302"/>
                <a:gd name="T21" fmla="*/ 0 h 257"/>
                <a:gd name="T22" fmla="*/ 0 w 302"/>
                <a:gd name="T23" fmla="*/ 0 h 257"/>
                <a:gd name="T24" fmla="*/ 0 w 302"/>
                <a:gd name="T25" fmla="*/ 0 h 257"/>
                <a:gd name="T26" fmla="*/ 0 w 302"/>
                <a:gd name="T27" fmla="*/ 0 h 257"/>
                <a:gd name="T28" fmla="*/ 0 w 302"/>
                <a:gd name="T29" fmla="*/ 0 h 257"/>
                <a:gd name="T30" fmla="*/ 0 w 302"/>
                <a:gd name="T31" fmla="*/ 0 h 257"/>
                <a:gd name="T32" fmla="*/ 0 w 302"/>
                <a:gd name="T33" fmla="*/ 0 h 257"/>
                <a:gd name="T34" fmla="*/ 0 w 302"/>
                <a:gd name="T35" fmla="*/ 0 h 257"/>
                <a:gd name="T36" fmla="*/ 0 w 302"/>
                <a:gd name="T37" fmla="*/ 0 h 257"/>
                <a:gd name="T38" fmla="*/ 0 w 302"/>
                <a:gd name="T39" fmla="*/ 0 h 25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2" h="257">
                  <a:moveTo>
                    <a:pt x="267" y="12"/>
                  </a:moveTo>
                  <a:lnTo>
                    <a:pt x="215" y="12"/>
                  </a:lnTo>
                  <a:lnTo>
                    <a:pt x="187" y="30"/>
                  </a:lnTo>
                  <a:lnTo>
                    <a:pt x="117" y="30"/>
                  </a:lnTo>
                  <a:lnTo>
                    <a:pt x="35" y="0"/>
                  </a:lnTo>
                  <a:lnTo>
                    <a:pt x="23" y="59"/>
                  </a:lnTo>
                  <a:lnTo>
                    <a:pt x="47" y="140"/>
                  </a:lnTo>
                  <a:lnTo>
                    <a:pt x="18" y="169"/>
                  </a:lnTo>
                  <a:lnTo>
                    <a:pt x="0" y="187"/>
                  </a:lnTo>
                  <a:lnTo>
                    <a:pt x="18" y="234"/>
                  </a:lnTo>
                  <a:lnTo>
                    <a:pt x="75" y="251"/>
                  </a:lnTo>
                  <a:lnTo>
                    <a:pt x="134" y="257"/>
                  </a:lnTo>
                  <a:lnTo>
                    <a:pt x="175" y="234"/>
                  </a:lnTo>
                  <a:lnTo>
                    <a:pt x="244" y="234"/>
                  </a:lnTo>
                  <a:lnTo>
                    <a:pt x="267" y="169"/>
                  </a:lnTo>
                  <a:lnTo>
                    <a:pt x="180" y="146"/>
                  </a:lnTo>
                  <a:lnTo>
                    <a:pt x="180" y="100"/>
                  </a:lnTo>
                  <a:lnTo>
                    <a:pt x="250" y="88"/>
                  </a:lnTo>
                  <a:lnTo>
                    <a:pt x="302" y="82"/>
                  </a:lnTo>
                  <a:lnTo>
                    <a:pt x="267" y="12"/>
                  </a:lnTo>
                  <a:close/>
                </a:path>
              </a:pathLst>
            </a:custGeom>
            <a:solidFill>
              <a:srgbClr val="FFFFFF"/>
            </a:solidFill>
            <a:ln w="9525">
              <a:solidFill>
                <a:srgbClr val="000000"/>
              </a:solidFill>
              <a:round/>
              <a:headEnd/>
              <a:tailEnd/>
            </a:ln>
          </p:spPr>
          <p:txBody>
            <a:bodyPr/>
            <a:lstStyle/>
            <a:p>
              <a:endParaRPr lang="ko-KR" altLang="en-US"/>
            </a:p>
          </p:txBody>
        </p:sp>
        <p:sp>
          <p:nvSpPr>
            <p:cNvPr id="418732" name="Freeform 208">
              <a:extLst>
                <a:ext uri="{FF2B5EF4-FFF2-40B4-BE49-F238E27FC236}">
                  <a16:creationId xmlns:a16="http://schemas.microsoft.com/office/drawing/2014/main" id="{E793DA63-500A-C876-7FDA-99DE44B9A69B}"/>
                </a:ext>
              </a:extLst>
            </p:cNvPr>
            <p:cNvSpPr>
              <a:spLocks/>
            </p:cNvSpPr>
            <p:nvPr/>
          </p:nvSpPr>
          <p:spPr bwMode="auto">
            <a:xfrm>
              <a:off x="2147" y="603"/>
              <a:ext cx="7" cy="16"/>
            </a:xfrm>
            <a:custGeom>
              <a:avLst/>
              <a:gdLst>
                <a:gd name="T0" fmla="*/ 0 w 87"/>
                <a:gd name="T1" fmla="*/ 0 h 209"/>
                <a:gd name="T2" fmla="*/ 0 w 87"/>
                <a:gd name="T3" fmla="*/ 0 h 209"/>
                <a:gd name="T4" fmla="*/ 0 w 87"/>
                <a:gd name="T5" fmla="*/ 0 h 209"/>
                <a:gd name="T6" fmla="*/ 0 w 87"/>
                <a:gd name="T7" fmla="*/ 0 h 209"/>
                <a:gd name="T8" fmla="*/ 0 w 87"/>
                <a:gd name="T9" fmla="*/ 0 h 209"/>
                <a:gd name="T10" fmla="*/ 0 w 87"/>
                <a:gd name="T11" fmla="*/ 0 h 209"/>
                <a:gd name="T12" fmla="*/ 0 w 87"/>
                <a:gd name="T13" fmla="*/ 0 h 209"/>
                <a:gd name="T14" fmla="*/ 0 w 87"/>
                <a:gd name="T15" fmla="*/ 0 h 209"/>
                <a:gd name="T16" fmla="*/ 0 w 87"/>
                <a:gd name="T17" fmla="*/ 0 h 209"/>
                <a:gd name="T18" fmla="*/ 0 w 87"/>
                <a:gd name="T19" fmla="*/ 0 h 209"/>
                <a:gd name="T20" fmla="*/ 0 w 87"/>
                <a:gd name="T21" fmla="*/ 0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7" h="209">
                  <a:moveTo>
                    <a:pt x="87" y="29"/>
                  </a:moveTo>
                  <a:lnTo>
                    <a:pt x="47" y="0"/>
                  </a:lnTo>
                  <a:lnTo>
                    <a:pt x="17" y="104"/>
                  </a:lnTo>
                  <a:lnTo>
                    <a:pt x="24" y="144"/>
                  </a:lnTo>
                  <a:lnTo>
                    <a:pt x="0" y="174"/>
                  </a:lnTo>
                  <a:lnTo>
                    <a:pt x="29" y="209"/>
                  </a:lnTo>
                  <a:lnTo>
                    <a:pt x="76" y="168"/>
                  </a:lnTo>
                  <a:lnTo>
                    <a:pt x="76" y="144"/>
                  </a:lnTo>
                  <a:lnTo>
                    <a:pt x="59" y="81"/>
                  </a:lnTo>
                  <a:lnTo>
                    <a:pt x="69" y="40"/>
                  </a:lnTo>
                  <a:lnTo>
                    <a:pt x="87" y="29"/>
                  </a:lnTo>
                  <a:close/>
                </a:path>
              </a:pathLst>
            </a:custGeom>
            <a:solidFill>
              <a:srgbClr val="FFFFFF"/>
            </a:solidFill>
            <a:ln w="9525">
              <a:solidFill>
                <a:srgbClr val="000000"/>
              </a:solidFill>
              <a:round/>
              <a:headEnd/>
              <a:tailEnd/>
            </a:ln>
          </p:spPr>
          <p:txBody>
            <a:bodyPr/>
            <a:lstStyle/>
            <a:p>
              <a:endParaRPr lang="ko-KR" altLang="en-US"/>
            </a:p>
          </p:txBody>
        </p:sp>
        <p:sp>
          <p:nvSpPr>
            <p:cNvPr id="418733" name="Freeform 209">
              <a:extLst>
                <a:ext uri="{FF2B5EF4-FFF2-40B4-BE49-F238E27FC236}">
                  <a16:creationId xmlns:a16="http://schemas.microsoft.com/office/drawing/2014/main" id="{13D4B3A8-F97F-AF44-4470-4DE0A5684FE4}"/>
                </a:ext>
              </a:extLst>
            </p:cNvPr>
            <p:cNvSpPr>
              <a:spLocks/>
            </p:cNvSpPr>
            <p:nvPr/>
          </p:nvSpPr>
          <p:spPr bwMode="auto">
            <a:xfrm>
              <a:off x="2150" y="595"/>
              <a:ext cx="8" cy="10"/>
            </a:xfrm>
            <a:custGeom>
              <a:avLst/>
              <a:gdLst>
                <a:gd name="T0" fmla="*/ 0 w 92"/>
                <a:gd name="T1" fmla="*/ 0 h 139"/>
                <a:gd name="T2" fmla="*/ 0 w 92"/>
                <a:gd name="T3" fmla="*/ 0 h 139"/>
                <a:gd name="T4" fmla="*/ 0 w 92"/>
                <a:gd name="T5" fmla="*/ 0 h 139"/>
                <a:gd name="T6" fmla="*/ 0 w 92"/>
                <a:gd name="T7" fmla="*/ 0 h 139"/>
                <a:gd name="T8" fmla="*/ 0 w 92"/>
                <a:gd name="T9" fmla="*/ 0 h 139"/>
                <a:gd name="T10" fmla="*/ 0 w 92"/>
                <a:gd name="T11" fmla="*/ 0 h 139"/>
                <a:gd name="T12" fmla="*/ 0 w 92"/>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139">
                  <a:moveTo>
                    <a:pt x="0" y="117"/>
                  </a:moveTo>
                  <a:lnTo>
                    <a:pt x="29" y="70"/>
                  </a:lnTo>
                  <a:lnTo>
                    <a:pt x="46" y="0"/>
                  </a:lnTo>
                  <a:lnTo>
                    <a:pt x="92" y="23"/>
                  </a:lnTo>
                  <a:lnTo>
                    <a:pt x="69" y="70"/>
                  </a:lnTo>
                  <a:lnTo>
                    <a:pt x="46" y="139"/>
                  </a:lnTo>
                  <a:lnTo>
                    <a:pt x="0" y="117"/>
                  </a:lnTo>
                  <a:close/>
                </a:path>
              </a:pathLst>
            </a:custGeom>
            <a:solidFill>
              <a:srgbClr val="FFFFFF"/>
            </a:solidFill>
            <a:ln w="9525">
              <a:solidFill>
                <a:srgbClr val="000000"/>
              </a:solidFill>
              <a:round/>
              <a:headEnd/>
              <a:tailEnd/>
            </a:ln>
          </p:spPr>
          <p:txBody>
            <a:bodyPr/>
            <a:lstStyle/>
            <a:p>
              <a:endParaRPr lang="ko-KR" altLang="en-US"/>
            </a:p>
          </p:txBody>
        </p:sp>
        <p:sp>
          <p:nvSpPr>
            <p:cNvPr id="418734" name="Freeform 210">
              <a:extLst>
                <a:ext uri="{FF2B5EF4-FFF2-40B4-BE49-F238E27FC236}">
                  <a16:creationId xmlns:a16="http://schemas.microsoft.com/office/drawing/2014/main" id="{0C554E26-A064-230B-1491-F1FAB0EE834D}"/>
                </a:ext>
              </a:extLst>
            </p:cNvPr>
            <p:cNvSpPr>
              <a:spLocks/>
            </p:cNvSpPr>
            <p:nvPr/>
          </p:nvSpPr>
          <p:spPr bwMode="auto">
            <a:xfrm>
              <a:off x="2153" y="582"/>
              <a:ext cx="28" cy="24"/>
            </a:xfrm>
            <a:custGeom>
              <a:avLst/>
              <a:gdLst>
                <a:gd name="T0" fmla="*/ 0 w 354"/>
                <a:gd name="T1" fmla="*/ 0 h 314"/>
                <a:gd name="T2" fmla="*/ 0 w 354"/>
                <a:gd name="T3" fmla="*/ 0 h 314"/>
                <a:gd name="T4" fmla="*/ 0 w 354"/>
                <a:gd name="T5" fmla="*/ 0 h 314"/>
                <a:gd name="T6" fmla="*/ 0 w 354"/>
                <a:gd name="T7" fmla="*/ 0 h 314"/>
                <a:gd name="T8" fmla="*/ 0 w 354"/>
                <a:gd name="T9" fmla="*/ 0 h 314"/>
                <a:gd name="T10" fmla="*/ 0 w 354"/>
                <a:gd name="T11" fmla="*/ 0 h 314"/>
                <a:gd name="T12" fmla="*/ 0 w 354"/>
                <a:gd name="T13" fmla="*/ 0 h 314"/>
                <a:gd name="T14" fmla="*/ 0 w 354"/>
                <a:gd name="T15" fmla="*/ 0 h 314"/>
                <a:gd name="T16" fmla="*/ 0 w 354"/>
                <a:gd name="T17" fmla="*/ 0 h 314"/>
                <a:gd name="T18" fmla="*/ 0 w 354"/>
                <a:gd name="T19" fmla="*/ 0 h 314"/>
                <a:gd name="T20" fmla="*/ 0 w 354"/>
                <a:gd name="T21" fmla="*/ 0 h 314"/>
                <a:gd name="T22" fmla="*/ 0 w 354"/>
                <a:gd name="T23" fmla="*/ 0 h 314"/>
                <a:gd name="T24" fmla="*/ 0 w 354"/>
                <a:gd name="T25" fmla="*/ 0 h 314"/>
                <a:gd name="T26" fmla="*/ 0 w 354"/>
                <a:gd name="T27" fmla="*/ 0 h 314"/>
                <a:gd name="T28" fmla="*/ 0 w 354"/>
                <a:gd name="T29" fmla="*/ 0 h 314"/>
                <a:gd name="T30" fmla="*/ 0 w 354"/>
                <a:gd name="T31" fmla="*/ 0 h 314"/>
                <a:gd name="T32" fmla="*/ 0 w 354"/>
                <a:gd name="T33" fmla="*/ 0 h 314"/>
                <a:gd name="T34" fmla="*/ 0 w 354"/>
                <a:gd name="T35" fmla="*/ 0 h 314"/>
                <a:gd name="T36" fmla="*/ 0 w 354"/>
                <a:gd name="T37" fmla="*/ 0 h 314"/>
                <a:gd name="T38" fmla="*/ 0 w 354"/>
                <a:gd name="T39" fmla="*/ 0 h 314"/>
                <a:gd name="T40" fmla="*/ 0 w 354"/>
                <a:gd name="T41" fmla="*/ 0 h 314"/>
                <a:gd name="T42" fmla="*/ 0 w 354"/>
                <a:gd name="T43" fmla="*/ 0 h 3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54" h="314">
                  <a:moveTo>
                    <a:pt x="0" y="291"/>
                  </a:moveTo>
                  <a:lnTo>
                    <a:pt x="63" y="314"/>
                  </a:lnTo>
                  <a:lnTo>
                    <a:pt x="133" y="314"/>
                  </a:lnTo>
                  <a:lnTo>
                    <a:pt x="168" y="302"/>
                  </a:lnTo>
                  <a:lnTo>
                    <a:pt x="220" y="296"/>
                  </a:lnTo>
                  <a:lnTo>
                    <a:pt x="244" y="227"/>
                  </a:lnTo>
                  <a:lnTo>
                    <a:pt x="337" y="157"/>
                  </a:lnTo>
                  <a:lnTo>
                    <a:pt x="354" y="70"/>
                  </a:lnTo>
                  <a:lnTo>
                    <a:pt x="354" y="23"/>
                  </a:lnTo>
                  <a:lnTo>
                    <a:pt x="337" y="18"/>
                  </a:lnTo>
                  <a:lnTo>
                    <a:pt x="290" y="6"/>
                  </a:lnTo>
                  <a:lnTo>
                    <a:pt x="255" y="23"/>
                  </a:lnTo>
                  <a:lnTo>
                    <a:pt x="203" y="18"/>
                  </a:lnTo>
                  <a:lnTo>
                    <a:pt x="174" y="0"/>
                  </a:lnTo>
                  <a:lnTo>
                    <a:pt x="133" y="6"/>
                  </a:lnTo>
                  <a:lnTo>
                    <a:pt x="81" y="23"/>
                  </a:lnTo>
                  <a:lnTo>
                    <a:pt x="40" y="70"/>
                  </a:lnTo>
                  <a:lnTo>
                    <a:pt x="17" y="157"/>
                  </a:lnTo>
                  <a:lnTo>
                    <a:pt x="46" y="169"/>
                  </a:lnTo>
                  <a:lnTo>
                    <a:pt x="63" y="186"/>
                  </a:lnTo>
                  <a:lnTo>
                    <a:pt x="40" y="221"/>
                  </a:lnTo>
                  <a:lnTo>
                    <a:pt x="0" y="291"/>
                  </a:lnTo>
                  <a:close/>
                </a:path>
              </a:pathLst>
            </a:custGeom>
            <a:solidFill>
              <a:srgbClr val="FFFFFF"/>
            </a:solidFill>
            <a:ln w="9525">
              <a:solidFill>
                <a:srgbClr val="000000"/>
              </a:solidFill>
              <a:round/>
              <a:headEnd/>
              <a:tailEnd/>
            </a:ln>
          </p:spPr>
          <p:txBody>
            <a:bodyPr/>
            <a:lstStyle/>
            <a:p>
              <a:endParaRPr lang="ko-KR" altLang="en-US"/>
            </a:p>
          </p:txBody>
        </p:sp>
        <p:sp>
          <p:nvSpPr>
            <p:cNvPr id="418735" name="Freeform 211">
              <a:extLst>
                <a:ext uri="{FF2B5EF4-FFF2-40B4-BE49-F238E27FC236}">
                  <a16:creationId xmlns:a16="http://schemas.microsoft.com/office/drawing/2014/main" id="{B726CB1F-17EC-71F6-4F5D-BF1FA6BB9AAD}"/>
                </a:ext>
              </a:extLst>
            </p:cNvPr>
            <p:cNvSpPr>
              <a:spLocks/>
            </p:cNvSpPr>
            <p:nvPr/>
          </p:nvSpPr>
          <p:spPr bwMode="auto">
            <a:xfrm>
              <a:off x="2111" y="552"/>
              <a:ext cx="84" cy="36"/>
            </a:xfrm>
            <a:custGeom>
              <a:avLst/>
              <a:gdLst>
                <a:gd name="T0" fmla="*/ 0 w 1035"/>
                <a:gd name="T1" fmla="*/ 0 h 453"/>
                <a:gd name="T2" fmla="*/ 0 w 1035"/>
                <a:gd name="T3" fmla="*/ 0 h 453"/>
                <a:gd name="T4" fmla="*/ 0 w 1035"/>
                <a:gd name="T5" fmla="*/ 0 h 453"/>
                <a:gd name="T6" fmla="*/ 0 w 1035"/>
                <a:gd name="T7" fmla="*/ 0 h 453"/>
                <a:gd name="T8" fmla="*/ 0 w 1035"/>
                <a:gd name="T9" fmla="*/ 0 h 453"/>
                <a:gd name="T10" fmla="*/ 0 w 1035"/>
                <a:gd name="T11" fmla="*/ 0 h 453"/>
                <a:gd name="T12" fmla="*/ 0 w 1035"/>
                <a:gd name="T13" fmla="*/ 0 h 453"/>
                <a:gd name="T14" fmla="*/ 0 w 1035"/>
                <a:gd name="T15" fmla="*/ 0 h 453"/>
                <a:gd name="T16" fmla="*/ 0 w 1035"/>
                <a:gd name="T17" fmla="*/ 0 h 453"/>
                <a:gd name="T18" fmla="*/ 0 w 1035"/>
                <a:gd name="T19" fmla="*/ 0 h 453"/>
                <a:gd name="T20" fmla="*/ 0 w 1035"/>
                <a:gd name="T21" fmla="*/ 0 h 453"/>
                <a:gd name="T22" fmla="*/ 0 w 1035"/>
                <a:gd name="T23" fmla="*/ 0 h 453"/>
                <a:gd name="T24" fmla="*/ 0 w 1035"/>
                <a:gd name="T25" fmla="*/ 0 h 453"/>
                <a:gd name="T26" fmla="*/ 0 w 1035"/>
                <a:gd name="T27" fmla="*/ 0 h 453"/>
                <a:gd name="T28" fmla="*/ 0 w 1035"/>
                <a:gd name="T29" fmla="*/ 0 h 453"/>
                <a:gd name="T30" fmla="*/ 0 w 1035"/>
                <a:gd name="T31" fmla="*/ 0 h 453"/>
                <a:gd name="T32" fmla="*/ 0 w 1035"/>
                <a:gd name="T33" fmla="*/ 0 h 453"/>
                <a:gd name="T34" fmla="*/ 0 w 1035"/>
                <a:gd name="T35" fmla="*/ 0 h 453"/>
                <a:gd name="T36" fmla="*/ 0 w 1035"/>
                <a:gd name="T37" fmla="*/ 0 h 453"/>
                <a:gd name="T38" fmla="*/ 0 w 1035"/>
                <a:gd name="T39" fmla="*/ 0 h 453"/>
                <a:gd name="T40" fmla="*/ 0 w 1035"/>
                <a:gd name="T41" fmla="*/ 0 h 453"/>
                <a:gd name="T42" fmla="*/ 0 w 1035"/>
                <a:gd name="T43" fmla="*/ 0 h 453"/>
                <a:gd name="T44" fmla="*/ 0 w 1035"/>
                <a:gd name="T45" fmla="*/ 0 h 453"/>
                <a:gd name="T46" fmla="*/ 0 w 1035"/>
                <a:gd name="T47" fmla="*/ 0 h 453"/>
                <a:gd name="T48" fmla="*/ 0 w 1035"/>
                <a:gd name="T49" fmla="*/ 0 h 453"/>
                <a:gd name="T50" fmla="*/ 0 w 1035"/>
                <a:gd name="T51" fmla="*/ 0 h 453"/>
                <a:gd name="T52" fmla="*/ 0 w 1035"/>
                <a:gd name="T53" fmla="*/ 0 h 453"/>
                <a:gd name="T54" fmla="*/ 0 w 1035"/>
                <a:gd name="T55" fmla="*/ 0 h 453"/>
                <a:gd name="T56" fmla="*/ 0 w 1035"/>
                <a:gd name="T57" fmla="*/ 0 h 453"/>
                <a:gd name="T58" fmla="*/ 0 w 1035"/>
                <a:gd name="T59" fmla="*/ 0 h 453"/>
                <a:gd name="T60" fmla="*/ 0 w 1035"/>
                <a:gd name="T61" fmla="*/ 0 h 453"/>
                <a:gd name="T62" fmla="*/ 0 w 1035"/>
                <a:gd name="T63" fmla="*/ 0 h 453"/>
                <a:gd name="T64" fmla="*/ 0 w 1035"/>
                <a:gd name="T65" fmla="*/ 0 h 453"/>
                <a:gd name="T66" fmla="*/ 0 w 1035"/>
                <a:gd name="T67" fmla="*/ 0 h 453"/>
                <a:gd name="T68" fmla="*/ 0 w 1035"/>
                <a:gd name="T69" fmla="*/ 0 h 453"/>
                <a:gd name="T70" fmla="*/ 0 w 1035"/>
                <a:gd name="T71" fmla="*/ 0 h 453"/>
                <a:gd name="T72" fmla="*/ 0 w 1035"/>
                <a:gd name="T73" fmla="*/ 0 h 453"/>
                <a:gd name="T74" fmla="*/ 0 w 1035"/>
                <a:gd name="T75" fmla="*/ 0 h 453"/>
                <a:gd name="T76" fmla="*/ 0 w 1035"/>
                <a:gd name="T77" fmla="*/ 0 h 453"/>
                <a:gd name="T78" fmla="*/ 0 w 1035"/>
                <a:gd name="T79" fmla="*/ 0 h 453"/>
                <a:gd name="T80" fmla="*/ 0 w 1035"/>
                <a:gd name="T81" fmla="*/ 0 h 4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35" h="453">
                  <a:moveTo>
                    <a:pt x="24" y="116"/>
                  </a:moveTo>
                  <a:lnTo>
                    <a:pt x="24" y="179"/>
                  </a:lnTo>
                  <a:lnTo>
                    <a:pt x="0" y="273"/>
                  </a:lnTo>
                  <a:lnTo>
                    <a:pt x="47" y="291"/>
                  </a:lnTo>
                  <a:lnTo>
                    <a:pt x="93" y="336"/>
                  </a:lnTo>
                  <a:lnTo>
                    <a:pt x="128" y="383"/>
                  </a:lnTo>
                  <a:lnTo>
                    <a:pt x="198" y="406"/>
                  </a:lnTo>
                  <a:lnTo>
                    <a:pt x="314" y="383"/>
                  </a:lnTo>
                  <a:lnTo>
                    <a:pt x="355" y="430"/>
                  </a:lnTo>
                  <a:lnTo>
                    <a:pt x="378" y="430"/>
                  </a:lnTo>
                  <a:lnTo>
                    <a:pt x="471" y="406"/>
                  </a:lnTo>
                  <a:lnTo>
                    <a:pt x="518" y="406"/>
                  </a:lnTo>
                  <a:lnTo>
                    <a:pt x="535" y="406"/>
                  </a:lnTo>
                  <a:lnTo>
                    <a:pt x="558" y="453"/>
                  </a:lnTo>
                  <a:lnTo>
                    <a:pt x="605" y="406"/>
                  </a:lnTo>
                  <a:lnTo>
                    <a:pt x="675" y="383"/>
                  </a:lnTo>
                  <a:lnTo>
                    <a:pt x="698" y="383"/>
                  </a:lnTo>
                  <a:lnTo>
                    <a:pt x="715" y="406"/>
                  </a:lnTo>
                  <a:lnTo>
                    <a:pt x="762" y="406"/>
                  </a:lnTo>
                  <a:lnTo>
                    <a:pt x="808" y="383"/>
                  </a:lnTo>
                  <a:lnTo>
                    <a:pt x="855" y="406"/>
                  </a:lnTo>
                  <a:lnTo>
                    <a:pt x="895" y="383"/>
                  </a:lnTo>
                  <a:lnTo>
                    <a:pt x="965" y="360"/>
                  </a:lnTo>
                  <a:lnTo>
                    <a:pt x="1012" y="360"/>
                  </a:lnTo>
                  <a:lnTo>
                    <a:pt x="1012" y="291"/>
                  </a:lnTo>
                  <a:lnTo>
                    <a:pt x="1035" y="203"/>
                  </a:lnTo>
                  <a:lnTo>
                    <a:pt x="1012" y="156"/>
                  </a:lnTo>
                  <a:lnTo>
                    <a:pt x="965" y="46"/>
                  </a:lnTo>
                  <a:lnTo>
                    <a:pt x="919" y="22"/>
                  </a:lnTo>
                  <a:lnTo>
                    <a:pt x="855" y="22"/>
                  </a:lnTo>
                  <a:lnTo>
                    <a:pt x="762" y="46"/>
                  </a:lnTo>
                  <a:lnTo>
                    <a:pt x="715" y="92"/>
                  </a:lnTo>
                  <a:lnTo>
                    <a:pt x="651" y="69"/>
                  </a:lnTo>
                  <a:lnTo>
                    <a:pt x="448" y="0"/>
                  </a:lnTo>
                  <a:lnTo>
                    <a:pt x="332" y="0"/>
                  </a:lnTo>
                  <a:lnTo>
                    <a:pt x="222" y="46"/>
                  </a:lnTo>
                  <a:lnTo>
                    <a:pt x="128" y="69"/>
                  </a:lnTo>
                  <a:lnTo>
                    <a:pt x="117" y="87"/>
                  </a:lnTo>
                  <a:lnTo>
                    <a:pt x="122" y="116"/>
                  </a:lnTo>
                  <a:lnTo>
                    <a:pt x="58" y="104"/>
                  </a:lnTo>
                  <a:lnTo>
                    <a:pt x="24" y="116"/>
                  </a:lnTo>
                  <a:close/>
                </a:path>
              </a:pathLst>
            </a:custGeom>
            <a:solidFill>
              <a:srgbClr val="FFFFFF"/>
            </a:solidFill>
            <a:ln w="9525">
              <a:solidFill>
                <a:srgbClr val="000000"/>
              </a:solidFill>
              <a:round/>
              <a:headEnd/>
              <a:tailEnd/>
            </a:ln>
          </p:spPr>
          <p:txBody>
            <a:bodyPr/>
            <a:lstStyle/>
            <a:p>
              <a:endParaRPr lang="ko-KR" altLang="en-US"/>
            </a:p>
          </p:txBody>
        </p:sp>
        <p:sp>
          <p:nvSpPr>
            <p:cNvPr id="418736" name="Freeform 212">
              <a:extLst>
                <a:ext uri="{FF2B5EF4-FFF2-40B4-BE49-F238E27FC236}">
                  <a16:creationId xmlns:a16="http://schemas.microsoft.com/office/drawing/2014/main" id="{D385D6E2-7488-DC66-C730-BF94769A0176}"/>
                </a:ext>
              </a:extLst>
            </p:cNvPr>
            <p:cNvSpPr>
              <a:spLocks/>
            </p:cNvSpPr>
            <p:nvPr/>
          </p:nvSpPr>
          <p:spPr bwMode="auto">
            <a:xfrm>
              <a:off x="2138" y="591"/>
              <a:ext cx="7" cy="5"/>
            </a:xfrm>
            <a:custGeom>
              <a:avLst/>
              <a:gdLst>
                <a:gd name="T0" fmla="*/ 0 w 92"/>
                <a:gd name="T1" fmla="*/ 0 h 70"/>
                <a:gd name="T2" fmla="*/ 0 w 92"/>
                <a:gd name="T3" fmla="*/ 0 h 70"/>
                <a:gd name="T4" fmla="*/ 0 w 92"/>
                <a:gd name="T5" fmla="*/ 0 h 70"/>
                <a:gd name="T6" fmla="*/ 0 w 92"/>
                <a:gd name="T7" fmla="*/ 0 h 70"/>
                <a:gd name="T8" fmla="*/ 0 w 92"/>
                <a:gd name="T9" fmla="*/ 0 h 70"/>
                <a:gd name="T10" fmla="*/ 0 w 92"/>
                <a:gd name="T11" fmla="*/ 0 h 70"/>
                <a:gd name="T12" fmla="*/ 0 w 92"/>
                <a:gd name="T13" fmla="*/ 0 h 70"/>
                <a:gd name="T14" fmla="*/ 0 w 92"/>
                <a:gd name="T15" fmla="*/ 0 h 70"/>
                <a:gd name="T16" fmla="*/ 0 w 92"/>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 h="70">
                  <a:moveTo>
                    <a:pt x="92" y="0"/>
                  </a:moveTo>
                  <a:lnTo>
                    <a:pt x="46" y="0"/>
                  </a:lnTo>
                  <a:lnTo>
                    <a:pt x="0" y="24"/>
                  </a:lnTo>
                  <a:lnTo>
                    <a:pt x="0" y="70"/>
                  </a:lnTo>
                  <a:lnTo>
                    <a:pt x="23" y="70"/>
                  </a:lnTo>
                  <a:lnTo>
                    <a:pt x="46" y="47"/>
                  </a:lnTo>
                  <a:lnTo>
                    <a:pt x="69" y="47"/>
                  </a:lnTo>
                  <a:lnTo>
                    <a:pt x="92" y="24"/>
                  </a:lnTo>
                  <a:lnTo>
                    <a:pt x="92" y="0"/>
                  </a:lnTo>
                  <a:close/>
                </a:path>
              </a:pathLst>
            </a:custGeom>
            <a:solidFill>
              <a:srgbClr val="FFFFFF"/>
            </a:solidFill>
            <a:ln w="9525">
              <a:solidFill>
                <a:srgbClr val="000000"/>
              </a:solidFill>
              <a:round/>
              <a:headEnd/>
              <a:tailEnd/>
            </a:ln>
          </p:spPr>
          <p:txBody>
            <a:bodyPr/>
            <a:lstStyle/>
            <a:p>
              <a:endParaRPr lang="ko-KR" altLang="en-US"/>
            </a:p>
          </p:txBody>
        </p:sp>
        <p:sp>
          <p:nvSpPr>
            <p:cNvPr id="418737" name="Freeform 213">
              <a:extLst>
                <a:ext uri="{FF2B5EF4-FFF2-40B4-BE49-F238E27FC236}">
                  <a16:creationId xmlns:a16="http://schemas.microsoft.com/office/drawing/2014/main" id="{67C7A7E4-4F7B-DDB6-D52A-A42CFED51614}"/>
                </a:ext>
              </a:extLst>
            </p:cNvPr>
            <p:cNvSpPr>
              <a:spLocks/>
            </p:cNvSpPr>
            <p:nvPr/>
          </p:nvSpPr>
          <p:spPr bwMode="auto">
            <a:xfrm>
              <a:off x="2092" y="491"/>
              <a:ext cx="74" cy="43"/>
            </a:xfrm>
            <a:custGeom>
              <a:avLst/>
              <a:gdLst>
                <a:gd name="T0" fmla="*/ 0 w 924"/>
                <a:gd name="T1" fmla="*/ 0 h 558"/>
                <a:gd name="T2" fmla="*/ 0 w 924"/>
                <a:gd name="T3" fmla="*/ 0 h 558"/>
                <a:gd name="T4" fmla="*/ 0 w 924"/>
                <a:gd name="T5" fmla="*/ 0 h 558"/>
                <a:gd name="T6" fmla="*/ 0 w 924"/>
                <a:gd name="T7" fmla="*/ 0 h 558"/>
                <a:gd name="T8" fmla="*/ 0 w 924"/>
                <a:gd name="T9" fmla="*/ 0 h 558"/>
                <a:gd name="T10" fmla="*/ 0 w 924"/>
                <a:gd name="T11" fmla="*/ 0 h 558"/>
                <a:gd name="T12" fmla="*/ 0 w 924"/>
                <a:gd name="T13" fmla="*/ 0 h 558"/>
                <a:gd name="T14" fmla="*/ 0 w 924"/>
                <a:gd name="T15" fmla="*/ 0 h 558"/>
                <a:gd name="T16" fmla="*/ 0 w 924"/>
                <a:gd name="T17" fmla="*/ 0 h 558"/>
                <a:gd name="T18" fmla="*/ 0 w 924"/>
                <a:gd name="T19" fmla="*/ 0 h 558"/>
                <a:gd name="T20" fmla="*/ 0 w 924"/>
                <a:gd name="T21" fmla="*/ 0 h 558"/>
                <a:gd name="T22" fmla="*/ 0 w 924"/>
                <a:gd name="T23" fmla="*/ 0 h 558"/>
                <a:gd name="T24" fmla="*/ 0 w 924"/>
                <a:gd name="T25" fmla="*/ 0 h 558"/>
                <a:gd name="T26" fmla="*/ 0 w 924"/>
                <a:gd name="T27" fmla="*/ 0 h 558"/>
                <a:gd name="T28" fmla="*/ 0 w 924"/>
                <a:gd name="T29" fmla="*/ 0 h 558"/>
                <a:gd name="T30" fmla="*/ 0 w 924"/>
                <a:gd name="T31" fmla="*/ 0 h 558"/>
                <a:gd name="T32" fmla="*/ 0 w 924"/>
                <a:gd name="T33" fmla="*/ 0 h 558"/>
                <a:gd name="T34" fmla="*/ 0 w 924"/>
                <a:gd name="T35" fmla="*/ 0 h 558"/>
                <a:gd name="T36" fmla="*/ 0 w 924"/>
                <a:gd name="T37" fmla="*/ 0 h 558"/>
                <a:gd name="T38" fmla="*/ 0 w 924"/>
                <a:gd name="T39" fmla="*/ 0 h 558"/>
                <a:gd name="T40" fmla="*/ 0 w 924"/>
                <a:gd name="T41" fmla="*/ 0 h 558"/>
                <a:gd name="T42" fmla="*/ 0 w 924"/>
                <a:gd name="T43" fmla="*/ 0 h 558"/>
                <a:gd name="T44" fmla="*/ 0 w 924"/>
                <a:gd name="T45" fmla="*/ 0 h 558"/>
                <a:gd name="T46" fmla="*/ 0 w 924"/>
                <a:gd name="T47" fmla="*/ 0 h 558"/>
                <a:gd name="T48" fmla="*/ 0 w 924"/>
                <a:gd name="T49" fmla="*/ 0 h 558"/>
                <a:gd name="T50" fmla="*/ 0 w 924"/>
                <a:gd name="T51" fmla="*/ 0 h 558"/>
                <a:gd name="T52" fmla="*/ 0 w 924"/>
                <a:gd name="T53" fmla="*/ 0 h 558"/>
                <a:gd name="T54" fmla="*/ 0 w 924"/>
                <a:gd name="T55" fmla="*/ 0 h 558"/>
                <a:gd name="T56" fmla="*/ 0 w 924"/>
                <a:gd name="T57" fmla="*/ 0 h 558"/>
                <a:gd name="T58" fmla="*/ 0 w 924"/>
                <a:gd name="T59" fmla="*/ 0 h 558"/>
                <a:gd name="T60" fmla="*/ 0 w 924"/>
                <a:gd name="T61" fmla="*/ 0 h 558"/>
                <a:gd name="T62" fmla="*/ 0 w 924"/>
                <a:gd name="T63" fmla="*/ 0 h 558"/>
                <a:gd name="T64" fmla="*/ 0 w 924"/>
                <a:gd name="T65" fmla="*/ 0 h 558"/>
                <a:gd name="T66" fmla="*/ 0 w 924"/>
                <a:gd name="T67" fmla="*/ 0 h 558"/>
                <a:gd name="T68" fmla="*/ 0 w 924"/>
                <a:gd name="T69" fmla="*/ 0 h 558"/>
                <a:gd name="T70" fmla="*/ 0 w 924"/>
                <a:gd name="T71" fmla="*/ 0 h 558"/>
                <a:gd name="T72" fmla="*/ 0 w 924"/>
                <a:gd name="T73" fmla="*/ 0 h 558"/>
                <a:gd name="T74" fmla="*/ 0 w 924"/>
                <a:gd name="T75" fmla="*/ 0 h 558"/>
                <a:gd name="T76" fmla="*/ 0 w 924"/>
                <a:gd name="T77" fmla="*/ 0 h 558"/>
                <a:gd name="T78" fmla="*/ 0 w 924"/>
                <a:gd name="T79" fmla="*/ 0 h 558"/>
                <a:gd name="T80" fmla="*/ 0 w 924"/>
                <a:gd name="T81" fmla="*/ 0 h 558"/>
                <a:gd name="T82" fmla="*/ 0 w 924"/>
                <a:gd name="T83" fmla="*/ 0 h 558"/>
                <a:gd name="T84" fmla="*/ 0 w 924"/>
                <a:gd name="T85" fmla="*/ 0 h 558"/>
                <a:gd name="T86" fmla="*/ 0 w 924"/>
                <a:gd name="T87" fmla="*/ 0 h 558"/>
                <a:gd name="T88" fmla="*/ 0 w 924"/>
                <a:gd name="T89" fmla="*/ 0 h 558"/>
                <a:gd name="T90" fmla="*/ 0 w 924"/>
                <a:gd name="T91" fmla="*/ 0 h 558"/>
                <a:gd name="T92" fmla="*/ 0 w 924"/>
                <a:gd name="T93" fmla="*/ 0 h 558"/>
                <a:gd name="T94" fmla="*/ 0 w 924"/>
                <a:gd name="T95" fmla="*/ 0 h 558"/>
                <a:gd name="T96" fmla="*/ 0 w 924"/>
                <a:gd name="T97" fmla="*/ 0 h 558"/>
                <a:gd name="T98" fmla="*/ 0 w 924"/>
                <a:gd name="T99" fmla="*/ 0 h 5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24" h="558">
                  <a:moveTo>
                    <a:pt x="877" y="360"/>
                  </a:moveTo>
                  <a:lnTo>
                    <a:pt x="830" y="383"/>
                  </a:lnTo>
                  <a:lnTo>
                    <a:pt x="784" y="430"/>
                  </a:lnTo>
                  <a:lnTo>
                    <a:pt x="697" y="453"/>
                  </a:lnTo>
                  <a:lnTo>
                    <a:pt x="650" y="453"/>
                  </a:lnTo>
                  <a:lnTo>
                    <a:pt x="650" y="493"/>
                  </a:lnTo>
                  <a:lnTo>
                    <a:pt x="697" y="516"/>
                  </a:lnTo>
                  <a:lnTo>
                    <a:pt x="650" y="540"/>
                  </a:lnTo>
                  <a:lnTo>
                    <a:pt x="627" y="540"/>
                  </a:lnTo>
                  <a:lnTo>
                    <a:pt x="581" y="476"/>
                  </a:lnTo>
                  <a:lnTo>
                    <a:pt x="563" y="453"/>
                  </a:lnTo>
                  <a:lnTo>
                    <a:pt x="516" y="453"/>
                  </a:lnTo>
                  <a:lnTo>
                    <a:pt x="471" y="453"/>
                  </a:lnTo>
                  <a:lnTo>
                    <a:pt x="447" y="516"/>
                  </a:lnTo>
                  <a:lnTo>
                    <a:pt x="401" y="540"/>
                  </a:lnTo>
                  <a:lnTo>
                    <a:pt x="377" y="540"/>
                  </a:lnTo>
                  <a:lnTo>
                    <a:pt x="359" y="558"/>
                  </a:lnTo>
                  <a:lnTo>
                    <a:pt x="359" y="441"/>
                  </a:lnTo>
                  <a:lnTo>
                    <a:pt x="412" y="395"/>
                  </a:lnTo>
                  <a:lnTo>
                    <a:pt x="447" y="383"/>
                  </a:lnTo>
                  <a:lnTo>
                    <a:pt x="424" y="336"/>
                  </a:lnTo>
                  <a:lnTo>
                    <a:pt x="377" y="273"/>
                  </a:lnTo>
                  <a:lnTo>
                    <a:pt x="342" y="273"/>
                  </a:lnTo>
                  <a:lnTo>
                    <a:pt x="273" y="296"/>
                  </a:lnTo>
                  <a:lnTo>
                    <a:pt x="249" y="343"/>
                  </a:lnTo>
                  <a:lnTo>
                    <a:pt x="162" y="336"/>
                  </a:lnTo>
                  <a:lnTo>
                    <a:pt x="57" y="343"/>
                  </a:lnTo>
                  <a:lnTo>
                    <a:pt x="17" y="308"/>
                  </a:lnTo>
                  <a:lnTo>
                    <a:pt x="0" y="249"/>
                  </a:lnTo>
                  <a:lnTo>
                    <a:pt x="92" y="116"/>
                  </a:lnTo>
                  <a:lnTo>
                    <a:pt x="69" y="69"/>
                  </a:lnTo>
                  <a:lnTo>
                    <a:pt x="116" y="40"/>
                  </a:lnTo>
                  <a:lnTo>
                    <a:pt x="162" y="40"/>
                  </a:lnTo>
                  <a:lnTo>
                    <a:pt x="180" y="40"/>
                  </a:lnTo>
                  <a:lnTo>
                    <a:pt x="249" y="87"/>
                  </a:lnTo>
                  <a:lnTo>
                    <a:pt x="359" y="40"/>
                  </a:lnTo>
                  <a:lnTo>
                    <a:pt x="377" y="69"/>
                  </a:lnTo>
                  <a:lnTo>
                    <a:pt x="401" y="40"/>
                  </a:lnTo>
                  <a:lnTo>
                    <a:pt x="447" y="23"/>
                  </a:lnTo>
                  <a:lnTo>
                    <a:pt x="493" y="23"/>
                  </a:lnTo>
                  <a:lnTo>
                    <a:pt x="581" y="0"/>
                  </a:lnTo>
                  <a:lnTo>
                    <a:pt x="697" y="0"/>
                  </a:lnTo>
                  <a:lnTo>
                    <a:pt x="738" y="69"/>
                  </a:lnTo>
                  <a:lnTo>
                    <a:pt x="784" y="116"/>
                  </a:lnTo>
                  <a:lnTo>
                    <a:pt x="854" y="116"/>
                  </a:lnTo>
                  <a:lnTo>
                    <a:pt x="900" y="226"/>
                  </a:lnTo>
                  <a:lnTo>
                    <a:pt x="900" y="249"/>
                  </a:lnTo>
                  <a:lnTo>
                    <a:pt x="924" y="319"/>
                  </a:lnTo>
                  <a:lnTo>
                    <a:pt x="854" y="336"/>
                  </a:lnTo>
                  <a:lnTo>
                    <a:pt x="877" y="360"/>
                  </a:lnTo>
                  <a:close/>
                </a:path>
              </a:pathLst>
            </a:custGeom>
            <a:solidFill>
              <a:srgbClr val="FFFFFF"/>
            </a:solidFill>
            <a:ln w="9525">
              <a:solidFill>
                <a:srgbClr val="000000"/>
              </a:solidFill>
              <a:round/>
              <a:headEnd/>
              <a:tailEnd/>
            </a:ln>
          </p:spPr>
          <p:txBody>
            <a:bodyPr/>
            <a:lstStyle/>
            <a:p>
              <a:endParaRPr lang="ko-KR" altLang="en-US"/>
            </a:p>
          </p:txBody>
        </p:sp>
        <p:sp>
          <p:nvSpPr>
            <p:cNvPr id="418738" name="Freeform 214">
              <a:extLst>
                <a:ext uri="{FF2B5EF4-FFF2-40B4-BE49-F238E27FC236}">
                  <a16:creationId xmlns:a16="http://schemas.microsoft.com/office/drawing/2014/main" id="{C73B2805-1303-AC2B-DE0E-AC25EF25DB3C}"/>
                </a:ext>
              </a:extLst>
            </p:cNvPr>
            <p:cNvSpPr>
              <a:spLocks/>
            </p:cNvSpPr>
            <p:nvPr/>
          </p:nvSpPr>
          <p:spPr bwMode="auto">
            <a:xfrm>
              <a:off x="2114" y="512"/>
              <a:ext cx="14" cy="13"/>
            </a:xfrm>
            <a:custGeom>
              <a:avLst/>
              <a:gdLst>
                <a:gd name="T0" fmla="*/ 0 w 174"/>
                <a:gd name="T1" fmla="*/ 0 h 168"/>
                <a:gd name="T2" fmla="*/ 0 w 174"/>
                <a:gd name="T3" fmla="*/ 0 h 168"/>
                <a:gd name="T4" fmla="*/ 0 w 174"/>
                <a:gd name="T5" fmla="*/ 0 h 168"/>
                <a:gd name="T6" fmla="*/ 0 w 174"/>
                <a:gd name="T7" fmla="*/ 0 h 168"/>
                <a:gd name="T8" fmla="*/ 0 w 174"/>
                <a:gd name="T9" fmla="*/ 0 h 168"/>
                <a:gd name="T10" fmla="*/ 0 w 174"/>
                <a:gd name="T11" fmla="*/ 0 h 168"/>
                <a:gd name="T12" fmla="*/ 0 w 174"/>
                <a:gd name="T13" fmla="*/ 0 h 168"/>
                <a:gd name="T14" fmla="*/ 0 w 174"/>
                <a:gd name="T15" fmla="*/ 0 h 168"/>
                <a:gd name="T16" fmla="*/ 0 w 174"/>
                <a:gd name="T17" fmla="*/ 0 h 168"/>
                <a:gd name="T18" fmla="*/ 0 w 174"/>
                <a:gd name="T19" fmla="*/ 0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4" h="168">
                  <a:moveTo>
                    <a:pt x="0" y="18"/>
                  </a:moveTo>
                  <a:lnTo>
                    <a:pt x="75" y="133"/>
                  </a:lnTo>
                  <a:lnTo>
                    <a:pt x="80" y="168"/>
                  </a:lnTo>
                  <a:lnTo>
                    <a:pt x="133" y="122"/>
                  </a:lnTo>
                  <a:lnTo>
                    <a:pt x="174" y="110"/>
                  </a:lnTo>
                  <a:lnTo>
                    <a:pt x="127" y="35"/>
                  </a:lnTo>
                  <a:lnTo>
                    <a:pt x="98" y="0"/>
                  </a:lnTo>
                  <a:lnTo>
                    <a:pt x="63" y="0"/>
                  </a:lnTo>
                  <a:lnTo>
                    <a:pt x="23" y="11"/>
                  </a:lnTo>
                  <a:lnTo>
                    <a:pt x="0" y="18"/>
                  </a:lnTo>
                  <a:close/>
                </a:path>
              </a:pathLst>
            </a:custGeom>
            <a:solidFill>
              <a:srgbClr val="FFFFFF"/>
            </a:solidFill>
            <a:ln w="9525">
              <a:solidFill>
                <a:srgbClr val="000000"/>
              </a:solidFill>
              <a:round/>
              <a:headEnd/>
              <a:tailEnd/>
            </a:ln>
          </p:spPr>
          <p:txBody>
            <a:bodyPr/>
            <a:lstStyle/>
            <a:p>
              <a:endParaRPr lang="ko-KR" altLang="en-US"/>
            </a:p>
          </p:txBody>
        </p:sp>
        <p:sp>
          <p:nvSpPr>
            <p:cNvPr id="418739" name="Freeform 215">
              <a:extLst>
                <a:ext uri="{FF2B5EF4-FFF2-40B4-BE49-F238E27FC236}">
                  <a16:creationId xmlns:a16="http://schemas.microsoft.com/office/drawing/2014/main" id="{C0CC63DC-2EA1-6F98-D785-9E9967FF3EBE}"/>
                </a:ext>
              </a:extLst>
            </p:cNvPr>
            <p:cNvSpPr>
              <a:spLocks/>
            </p:cNvSpPr>
            <p:nvPr/>
          </p:nvSpPr>
          <p:spPr bwMode="auto">
            <a:xfrm>
              <a:off x="2095" y="465"/>
              <a:ext cx="45" cy="32"/>
            </a:xfrm>
            <a:custGeom>
              <a:avLst/>
              <a:gdLst>
                <a:gd name="T0" fmla="*/ 0 w 551"/>
                <a:gd name="T1" fmla="*/ 0 h 424"/>
                <a:gd name="T2" fmla="*/ 0 w 551"/>
                <a:gd name="T3" fmla="*/ 0 h 424"/>
                <a:gd name="T4" fmla="*/ 0 w 551"/>
                <a:gd name="T5" fmla="*/ 0 h 424"/>
                <a:gd name="T6" fmla="*/ 0 w 551"/>
                <a:gd name="T7" fmla="*/ 0 h 424"/>
                <a:gd name="T8" fmla="*/ 0 w 551"/>
                <a:gd name="T9" fmla="*/ 0 h 424"/>
                <a:gd name="T10" fmla="*/ 0 w 551"/>
                <a:gd name="T11" fmla="*/ 0 h 424"/>
                <a:gd name="T12" fmla="*/ 0 w 551"/>
                <a:gd name="T13" fmla="*/ 0 h 424"/>
                <a:gd name="T14" fmla="*/ 0 w 551"/>
                <a:gd name="T15" fmla="*/ 0 h 424"/>
                <a:gd name="T16" fmla="*/ 0 w 551"/>
                <a:gd name="T17" fmla="*/ 0 h 424"/>
                <a:gd name="T18" fmla="*/ 0 w 551"/>
                <a:gd name="T19" fmla="*/ 0 h 424"/>
                <a:gd name="T20" fmla="*/ 0 w 551"/>
                <a:gd name="T21" fmla="*/ 0 h 424"/>
                <a:gd name="T22" fmla="*/ 0 w 551"/>
                <a:gd name="T23" fmla="*/ 0 h 424"/>
                <a:gd name="T24" fmla="*/ 0 w 551"/>
                <a:gd name="T25" fmla="*/ 0 h 424"/>
                <a:gd name="T26" fmla="*/ 0 w 551"/>
                <a:gd name="T27" fmla="*/ 0 h 424"/>
                <a:gd name="T28" fmla="*/ 0 w 551"/>
                <a:gd name="T29" fmla="*/ 0 h 424"/>
                <a:gd name="T30" fmla="*/ 0 w 551"/>
                <a:gd name="T31" fmla="*/ 0 h 424"/>
                <a:gd name="T32" fmla="*/ 0 w 551"/>
                <a:gd name="T33" fmla="*/ 0 h 424"/>
                <a:gd name="T34" fmla="*/ 0 w 551"/>
                <a:gd name="T35" fmla="*/ 0 h 424"/>
                <a:gd name="T36" fmla="*/ 0 w 551"/>
                <a:gd name="T37" fmla="*/ 0 h 424"/>
                <a:gd name="T38" fmla="*/ 0 w 551"/>
                <a:gd name="T39" fmla="*/ 0 h 424"/>
                <a:gd name="T40" fmla="*/ 0 w 551"/>
                <a:gd name="T41" fmla="*/ 0 h 424"/>
                <a:gd name="T42" fmla="*/ 0 w 551"/>
                <a:gd name="T43" fmla="*/ 0 h 424"/>
                <a:gd name="T44" fmla="*/ 0 w 551"/>
                <a:gd name="T45" fmla="*/ 0 h 424"/>
                <a:gd name="T46" fmla="*/ 0 w 551"/>
                <a:gd name="T47" fmla="*/ 0 h 4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424">
                  <a:moveTo>
                    <a:pt x="40" y="401"/>
                  </a:moveTo>
                  <a:lnTo>
                    <a:pt x="0" y="337"/>
                  </a:lnTo>
                  <a:lnTo>
                    <a:pt x="22" y="290"/>
                  </a:lnTo>
                  <a:lnTo>
                    <a:pt x="22" y="232"/>
                  </a:lnTo>
                  <a:lnTo>
                    <a:pt x="87" y="209"/>
                  </a:lnTo>
                  <a:lnTo>
                    <a:pt x="133" y="157"/>
                  </a:lnTo>
                  <a:lnTo>
                    <a:pt x="162" y="87"/>
                  </a:lnTo>
                  <a:lnTo>
                    <a:pt x="272" y="0"/>
                  </a:lnTo>
                  <a:lnTo>
                    <a:pt x="371" y="46"/>
                  </a:lnTo>
                  <a:lnTo>
                    <a:pt x="458" y="58"/>
                  </a:lnTo>
                  <a:lnTo>
                    <a:pt x="476" y="105"/>
                  </a:lnTo>
                  <a:lnTo>
                    <a:pt x="528" y="140"/>
                  </a:lnTo>
                  <a:lnTo>
                    <a:pt x="551" y="197"/>
                  </a:lnTo>
                  <a:lnTo>
                    <a:pt x="516" y="284"/>
                  </a:lnTo>
                  <a:lnTo>
                    <a:pt x="528" y="342"/>
                  </a:lnTo>
                  <a:lnTo>
                    <a:pt x="464" y="366"/>
                  </a:lnTo>
                  <a:lnTo>
                    <a:pt x="400" y="360"/>
                  </a:lnTo>
                  <a:lnTo>
                    <a:pt x="330" y="406"/>
                  </a:lnTo>
                  <a:lnTo>
                    <a:pt x="312" y="377"/>
                  </a:lnTo>
                  <a:lnTo>
                    <a:pt x="272" y="394"/>
                  </a:lnTo>
                  <a:lnTo>
                    <a:pt x="202" y="424"/>
                  </a:lnTo>
                  <a:lnTo>
                    <a:pt x="133" y="377"/>
                  </a:lnTo>
                  <a:lnTo>
                    <a:pt x="69" y="377"/>
                  </a:lnTo>
                  <a:lnTo>
                    <a:pt x="40" y="401"/>
                  </a:lnTo>
                  <a:close/>
                </a:path>
              </a:pathLst>
            </a:custGeom>
            <a:solidFill>
              <a:srgbClr val="FFFFFF"/>
            </a:solidFill>
            <a:ln w="9525">
              <a:solidFill>
                <a:srgbClr val="000000"/>
              </a:solidFill>
              <a:round/>
              <a:headEnd/>
              <a:tailEnd/>
            </a:ln>
          </p:spPr>
          <p:txBody>
            <a:bodyPr/>
            <a:lstStyle/>
            <a:p>
              <a:endParaRPr lang="ko-KR" altLang="en-US"/>
            </a:p>
          </p:txBody>
        </p:sp>
        <p:sp>
          <p:nvSpPr>
            <p:cNvPr id="418740" name="Freeform 216">
              <a:extLst>
                <a:ext uri="{FF2B5EF4-FFF2-40B4-BE49-F238E27FC236}">
                  <a16:creationId xmlns:a16="http://schemas.microsoft.com/office/drawing/2014/main" id="{22C5C97B-3B8B-4CEE-D109-3F5B8BC52D06}"/>
                </a:ext>
              </a:extLst>
            </p:cNvPr>
            <p:cNvSpPr>
              <a:spLocks/>
            </p:cNvSpPr>
            <p:nvPr/>
          </p:nvSpPr>
          <p:spPr bwMode="auto">
            <a:xfrm>
              <a:off x="2085" y="513"/>
              <a:ext cx="35" cy="29"/>
            </a:xfrm>
            <a:custGeom>
              <a:avLst/>
              <a:gdLst>
                <a:gd name="T0" fmla="*/ 0 w 447"/>
                <a:gd name="T1" fmla="*/ 0 h 359"/>
                <a:gd name="T2" fmla="*/ 0 w 447"/>
                <a:gd name="T3" fmla="*/ 0 h 359"/>
                <a:gd name="T4" fmla="*/ 0 w 447"/>
                <a:gd name="T5" fmla="*/ 0 h 359"/>
                <a:gd name="T6" fmla="*/ 0 w 447"/>
                <a:gd name="T7" fmla="*/ 0 h 359"/>
                <a:gd name="T8" fmla="*/ 0 w 447"/>
                <a:gd name="T9" fmla="*/ 0 h 359"/>
                <a:gd name="T10" fmla="*/ 0 w 447"/>
                <a:gd name="T11" fmla="*/ 0 h 359"/>
                <a:gd name="T12" fmla="*/ 0 w 447"/>
                <a:gd name="T13" fmla="*/ 0 h 359"/>
                <a:gd name="T14" fmla="*/ 0 w 447"/>
                <a:gd name="T15" fmla="*/ 0 h 359"/>
                <a:gd name="T16" fmla="*/ 0 w 447"/>
                <a:gd name="T17" fmla="*/ 0 h 359"/>
                <a:gd name="T18" fmla="*/ 0 w 447"/>
                <a:gd name="T19" fmla="*/ 0 h 359"/>
                <a:gd name="T20" fmla="*/ 0 w 447"/>
                <a:gd name="T21" fmla="*/ 0 h 359"/>
                <a:gd name="T22" fmla="*/ 0 w 447"/>
                <a:gd name="T23" fmla="*/ 0 h 359"/>
                <a:gd name="T24" fmla="*/ 0 w 447"/>
                <a:gd name="T25" fmla="*/ 0 h 359"/>
                <a:gd name="T26" fmla="*/ 0 w 447"/>
                <a:gd name="T27" fmla="*/ 0 h 359"/>
                <a:gd name="T28" fmla="*/ 0 w 447"/>
                <a:gd name="T29" fmla="*/ 0 h 359"/>
                <a:gd name="T30" fmla="*/ 0 w 447"/>
                <a:gd name="T31" fmla="*/ 0 h 359"/>
                <a:gd name="T32" fmla="*/ 0 w 447"/>
                <a:gd name="T33" fmla="*/ 0 h 359"/>
                <a:gd name="T34" fmla="*/ 0 w 447"/>
                <a:gd name="T35" fmla="*/ 0 h 359"/>
                <a:gd name="T36" fmla="*/ 0 w 447"/>
                <a:gd name="T37" fmla="*/ 0 h 359"/>
                <a:gd name="T38" fmla="*/ 0 w 447"/>
                <a:gd name="T39" fmla="*/ 0 h 3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47" h="359">
                  <a:moveTo>
                    <a:pt x="111" y="28"/>
                  </a:moveTo>
                  <a:lnTo>
                    <a:pt x="65" y="115"/>
                  </a:lnTo>
                  <a:lnTo>
                    <a:pt x="0" y="185"/>
                  </a:lnTo>
                  <a:lnTo>
                    <a:pt x="0" y="225"/>
                  </a:lnTo>
                  <a:lnTo>
                    <a:pt x="41" y="272"/>
                  </a:lnTo>
                  <a:lnTo>
                    <a:pt x="111" y="295"/>
                  </a:lnTo>
                  <a:lnTo>
                    <a:pt x="135" y="312"/>
                  </a:lnTo>
                  <a:lnTo>
                    <a:pt x="227" y="359"/>
                  </a:lnTo>
                  <a:lnTo>
                    <a:pt x="314" y="295"/>
                  </a:lnTo>
                  <a:lnTo>
                    <a:pt x="361" y="336"/>
                  </a:lnTo>
                  <a:lnTo>
                    <a:pt x="430" y="312"/>
                  </a:lnTo>
                  <a:lnTo>
                    <a:pt x="436" y="295"/>
                  </a:lnTo>
                  <a:lnTo>
                    <a:pt x="442" y="272"/>
                  </a:lnTo>
                  <a:lnTo>
                    <a:pt x="447" y="202"/>
                  </a:lnTo>
                  <a:lnTo>
                    <a:pt x="447" y="115"/>
                  </a:lnTo>
                  <a:lnTo>
                    <a:pt x="407" y="45"/>
                  </a:lnTo>
                  <a:lnTo>
                    <a:pt x="361" y="0"/>
                  </a:lnTo>
                  <a:lnTo>
                    <a:pt x="337" y="45"/>
                  </a:lnTo>
                  <a:lnTo>
                    <a:pt x="157" y="45"/>
                  </a:lnTo>
                  <a:lnTo>
                    <a:pt x="111" y="28"/>
                  </a:lnTo>
                  <a:close/>
                </a:path>
              </a:pathLst>
            </a:custGeom>
            <a:solidFill>
              <a:srgbClr val="FFFFFF"/>
            </a:solidFill>
            <a:ln w="9525">
              <a:solidFill>
                <a:srgbClr val="000000"/>
              </a:solidFill>
              <a:round/>
              <a:headEnd/>
              <a:tailEnd/>
            </a:ln>
          </p:spPr>
          <p:txBody>
            <a:bodyPr/>
            <a:lstStyle/>
            <a:p>
              <a:endParaRPr lang="ko-KR" altLang="en-US"/>
            </a:p>
          </p:txBody>
        </p:sp>
        <p:sp>
          <p:nvSpPr>
            <p:cNvPr id="418741" name="Freeform 217">
              <a:extLst>
                <a:ext uri="{FF2B5EF4-FFF2-40B4-BE49-F238E27FC236}">
                  <a16:creationId xmlns:a16="http://schemas.microsoft.com/office/drawing/2014/main" id="{E5FE3CF0-7702-881D-9238-CE10AC3B685E}"/>
                </a:ext>
              </a:extLst>
            </p:cNvPr>
            <p:cNvSpPr>
              <a:spLocks/>
            </p:cNvSpPr>
            <p:nvPr/>
          </p:nvSpPr>
          <p:spPr bwMode="auto">
            <a:xfrm>
              <a:off x="2050" y="497"/>
              <a:ext cx="43" cy="20"/>
            </a:xfrm>
            <a:custGeom>
              <a:avLst/>
              <a:gdLst>
                <a:gd name="T0" fmla="*/ 0 w 535"/>
                <a:gd name="T1" fmla="*/ 0 h 249"/>
                <a:gd name="T2" fmla="*/ 0 w 535"/>
                <a:gd name="T3" fmla="*/ 0 h 249"/>
                <a:gd name="T4" fmla="*/ 0 w 535"/>
                <a:gd name="T5" fmla="*/ 0 h 249"/>
                <a:gd name="T6" fmla="*/ 0 w 535"/>
                <a:gd name="T7" fmla="*/ 0 h 249"/>
                <a:gd name="T8" fmla="*/ 0 w 535"/>
                <a:gd name="T9" fmla="*/ 0 h 249"/>
                <a:gd name="T10" fmla="*/ 0 w 535"/>
                <a:gd name="T11" fmla="*/ 0 h 249"/>
                <a:gd name="T12" fmla="*/ 0 w 535"/>
                <a:gd name="T13" fmla="*/ 0 h 249"/>
                <a:gd name="T14" fmla="*/ 0 w 535"/>
                <a:gd name="T15" fmla="*/ 0 h 249"/>
                <a:gd name="T16" fmla="*/ 0 w 535"/>
                <a:gd name="T17" fmla="*/ 0 h 249"/>
                <a:gd name="T18" fmla="*/ 0 w 535"/>
                <a:gd name="T19" fmla="*/ 0 h 249"/>
                <a:gd name="T20" fmla="*/ 0 w 535"/>
                <a:gd name="T21" fmla="*/ 0 h 249"/>
                <a:gd name="T22" fmla="*/ 0 w 535"/>
                <a:gd name="T23" fmla="*/ 0 h 249"/>
                <a:gd name="T24" fmla="*/ 0 w 535"/>
                <a:gd name="T25" fmla="*/ 0 h 249"/>
                <a:gd name="T26" fmla="*/ 0 w 535"/>
                <a:gd name="T27" fmla="*/ 0 h 249"/>
                <a:gd name="T28" fmla="*/ 0 w 535"/>
                <a:gd name="T29" fmla="*/ 0 h 249"/>
                <a:gd name="T30" fmla="*/ 0 w 535"/>
                <a:gd name="T31" fmla="*/ 0 h 249"/>
                <a:gd name="T32" fmla="*/ 0 w 535"/>
                <a:gd name="T33" fmla="*/ 0 h 249"/>
                <a:gd name="T34" fmla="*/ 0 w 535"/>
                <a:gd name="T35" fmla="*/ 0 h 249"/>
                <a:gd name="T36" fmla="*/ 0 w 535"/>
                <a:gd name="T37" fmla="*/ 0 h 2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5" h="249">
                  <a:moveTo>
                    <a:pt x="518" y="174"/>
                  </a:moveTo>
                  <a:lnTo>
                    <a:pt x="453" y="139"/>
                  </a:lnTo>
                  <a:lnTo>
                    <a:pt x="384" y="139"/>
                  </a:lnTo>
                  <a:lnTo>
                    <a:pt x="343" y="139"/>
                  </a:lnTo>
                  <a:lnTo>
                    <a:pt x="273" y="70"/>
                  </a:lnTo>
                  <a:lnTo>
                    <a:pt x="117" y="0"/>
                  </a:lnTo>
                  <a:lnTo>
                    <a:pt x="0" y="92"/>
                  </a:lnTo>
                  <a:lnTo>
                    <a:pt x="47" y="139"/>
                  </a:lnTo>
                  <a:lnTo>
                    <a:pt x="47" y="186"/>
                  </a:lnTo>
                  <a:lnTo>
                    <a:pt x="117" y="186"/>
                  </a:lnTo>
                  <a:lnTo>
                    <a:pt x="157" y="162"/>
                  </a:lnTo>
                  <a:lnTo>
                    <a:pt x="181" y="186"/>
                  </a:lnTo>
                  <a:lnTo>
                    <a:pt x="227" y="186"/>
                  </a:lnTo>
                  <a:lnTo>
                    <a:pt x="251" y="249"/>
                  </a:lnTo>
                  <a:lnTo>
                    <a:pt x="366" y="249"/>
                  </a:lnTo>
                  <a:lnTo>
                    <a:pt x="408" y="232"/>
                  </a:lnTo>
                  <a:lnTo>
                    <a:pt x="477" y="232"/>
                  </a:lnTo>
                  <a:lnTo>
                    <a:pt x="535" y="221"/>
                  </a:lnTo>
                  <a:lnTo>
                    <a:pt x="518" y="174"/>
                  </a:lnTo>
                  <a:close/>
                </a:path>
              </a:pathLst>
            </a:custGeom>
            <a:solidFill>
              <a:srgbClr val="FFFFFF"/>
            </a:solidFill>
            <a:ln w="9525">
              <a:solidFill>
                <a:srgbClr val="000000"/>
              </a:solidFill>
              <a:round/>
              <a:headEnd/>
              <a:tailEnd/>
            </a:ln>
          </p:spPr>
          <p:txBody>
            <a:bodyPr/>
            <a:lstStyle/>
            <a:p>
              <a:endParaRPr lang="ko-KR" altLang="en-US"/>
            </a:p>
          </p:txBody>
        </p:sp>
        <p:sp>
          <p:nvSpPr>
            <p:cNvPr id="418742" name="Freeform 218">
              <a:extLst>
                <a:ext uri="{FF2B5EF4-FFF2-40B4-BE49-F238E27FC236}">
                  <a16:creationId xmlns:a16="http://schemas.microsoft.com/office/drawing/2014/main" id="{5324E1A0-7D5B-7E56-FDA2-AC03183FC95B}"/>
                </a:ext>
              </a:extLst>
            </p:cNvPr>
            <p:cNvSpPr>
              <a:spLocks/>
            </p:cNvSpPr>
            <p:nvPr/>
          </p:nvSpPr>
          <p:spPr bwMode="auto">
            <a:xfrm>
              <a:off x="2056" y="475"/>
              <a:ext cx="43" cy="36"/>
            </a:xfrm>
            <a:custGeom>
              <a:avLst/>
              <a:gdLst>
                <a:gd name="T0" fmla="*/ 0 w 540"/>
                <a:gd name="T1" fmla="*/ 0 h 465"/>
                <a:gd name="T2" fmla="*/ 0 w 540"/>
                <a:gd name="T3" fmla="*/ 0 h 465"/>
                <a:gd name="T4" fmla="*/ 0 w 540"/>
                <a:gd name="T5" fmla="*/ 0 h 465"/>
                <a:gd name="T6" fmla="*/ 0 w 540"/>
                <a:gd name="T7" fmla="*/ 0 h 465"/>
                <a:gd name="T8" fmla="*/ 0 w 540"/>
                <a:gd name="T9" fmla="*/ 0 h 465"/>
                <a:gd name="T10" fmla="*/ 0 w 540"/>
                <a:gd name="T11" fmla="*/ 0 h 465"/>
                <a:gd name="T12" fmla="*/ 0 w 540"/>
                <a:gd name="T13" fmla="*/ 0 h 465"/>
                <a:gd name="T14" fmla="*/ 0 w 540"/>
                <a:gd name="T15" fmla="*/ 0 h 465"/>
                <a:gd name="T16" fmla="*/ 0 w 540"/>
                <a:gd name="T17" fmla="*/ 0 h 465"/>
                <a:gd name="T18" fmla="*/ 0 w 540"/>
                <a:gd name="T19" fmla="*/ 0 h 465"/>
                <a:gd name="T20" fmla="*/ 0 w 540"/>
                <a:gd name="T21" fmla="*/ 0 h 465"/>
                <a:gd name="T22" fmla="*/ 0 w 540"/>
                <a:gd name="T23" fmla="*/ 0 h 465"/>
                <a:gd name="T24" fmla="*/ 0 w 540"/>
                <a:gd name="T25" fmla="*/ 0 h 465"/>
                <a:gd name="T26" fmla="*/ 0 w 540"/>
                <a:gd name="T27" fmla="*/ 0 h 465"/>
                <a:gd name="T28" fmla="*/ 0 w 540"/>
                <a:gd name="T29" fmla="*/ 0 h 465"/>
                <a:gd name="T30" fmla="*/ 0 w 540"/>
                <a:gd name="T31" fmla="*/ 0 h 465"/>
                <a:gd name="T32" fmla="*/ 0 w 540"/>
                <a:gd name="T33" fmla="*/ 0 h 465"/>
                <a:gd name="T34" fmla="*/ 0 w 540"/>
                <a:gd name="T35" fmla="*/ 0 h 465"/>
                <a:gd name="T36" fmla="*/ 0 w 540"/>
                <a:gd name="T37" fmla="*/ 0 h 465"/>
                <a:gd name="T38" fmla="*/ 0 w 540"/>
                <a:gd name="T39" fmla="*/ 0 h 465"/>
                <a:gd name="T40" fmla="*/ 0 w 540"/>
                <a:gd name="T41" fmla="*/ 0 h 465"/>
                <a:gd name="T42" fmla="*/ 0 w 540"/>
                <a:gd name="T43" fmla="*/ 0 h 465"/>
                <a:gd name="T44" fmla="*/ 0 w 540"/>
                <a:gd name="T45" fmla="*/ 0 h 465"/>
                <a:gd name="T46" fmla="*/ 0 w 540"/>
                <a:gd name="T47" fmla="*/ 0 h 46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40" h="465">
                  <a:moveTo>
                    <a:pt x="47" y="296"/>
                  </a:moveTo>
                  <a:lnTo>
                    <a:pt x="47" y="244"/>
                  </a:lnTo>
                  <a:lnTo>
                    <a:pt x="47" y="204"/>
                  </a:lnTo>
                  <a:lnTo>
                    <a:pt x="0" y="181"/>
                  </a:lnTo>
                  <a:lnTo>
                    <a:pt x="17" y="111"/>
                  </a:lnTo>
                  <a:lnTo>
                    <a:pt x="17" y="70"/>
                  </a:lnTo>
                  <a:lnTo>
                    <a:pt x="157" y="0"/>
                  </a:lnTo>
                  <a:lnTo>
                    <a:pt x="273" y="0"/>
                  </a:lnTo>
                  <a:lnTo>
                    <a:pt x="296" y="0"/>
                  </a:lnTo>
                  <a:lnTo>
                    <a:pt x="407" y="47"/>
                  </a:lnTo>
                  <a:lnTo>
                    <a:pt x="448" y="70"/>
                  </a:lnTo>
                  <a:lnTo>
                    <a:pt x="517" y="87"/>
                  </a:lnTo>
                  <a:lnTo>
                    <a:pt x="517" y="157"/>
                  </a:lnTo>
                  <a:lnTo>
                    <a:pt x="495" y="204"/>
                  </a:lnTo>
                  <a:lnTo>
                    <a:pt x="517" y="244"/>
                  </a:lnTo>
                  <a:lnTo>
                    <a:pt x="540" y="291"/>
                  </a:lnTo>
                  <a:lnTo>
                    <a:pt x="523" y="355"/>
                  </a:lnTo>
                  <a:lnTo>
                    <a:pt x="465" y="430"/>
                  </a:lnTo>
                  <a:lnTo>
                    <a:pt x="448" y="465"/>
                  </a:lnTo>
                  <a:lnTo>
                    <a:pt x="366" y="430"/>
                  </a:lnTo>
                  <a:lnTo>
                    <a:pt x="268" y="430"/>
                  </a:lnTo>
                  <a:lnTo>
                    <a:pt x="198" y="355"/>
                  </a:lnTo>
                  <a:lnTo>
                    <a:pt x="139" y="326"/>
                  </a:lnTo>
                  <a:lnTo>
                    <a:pt x="47" y="296"/>
                  </a:lnTo>
                  <a:close/>
                </a:path>
              </a:pathLst>
            </a:custGeom>
            <a:solidFill>
              <a:srgbClr val="FFFFFF"/>
            </a:solidFill>
            <a:ln w="9525">
              <a:solidFill>
                <a:srgbClr val="000000"/>
              </a:solidFill>
              <a:round/>
              <a:headEnd/>
              <a:tailEnd/>
            </a:ln>
          </p:spPr>
          <p:txBody>
            <a:bodyPr/>
            <a:lstStyle/>
            <a:p>
              <a:endParaRPr lang="ko-KR" altLang="en-US"/>
            </a:p>
          </p:txBody>
        </p:sp>
        <p:sp>
          <p:nvSpPr>
            <p:cNvPr id="418743" name="Freeform 219">
              <a:extLst>
                <a:ext uri="{FF2B5EF4-FFF2-40B4-BE49-F238E27FC236}">
                  <a16:creationId xmlns:a16="http://schemas.microsoft.com/office/drawing/2014/main" id="{ABBA2AB4-3B65-FAF6-3330-C9D6183D032F}"/>
                </a:ext>
              </a:extLst>
            </p:cNvPr>
            <p:cNvSpPr>
              <a:spLocks/>
            </p:cNvSpPr>
            <p:nvPr/>
          </p:nvSpPr>
          <p:spPr bwMode="auto">
            <a:xfrm>
              <a:off x="2080" y="464"/>
              <a:ext cx="28" cy="18"/>
            </a:xfrm>
            <a:custGeom>
              <a:avLst/>
              <a:gdLst>
                <a:gd name="T0" fmla="*/ 0 w 361"/>
                <a:gd name="T1" fmla="*/ 0 h 239"/>
                <a:gd name="T2" fmla="*/ 0 w 361"/>
                <a:gd name="T3" fmla="*/ 0 h 239"/>
                <a:gd name="T4" fmla="*/ 0 w 361"/>
                <a:gd name="T5" fmla="*/ 0 h 239"/>
                <a:gd name="T6" fmla="*/ 0 w 361"/>
                <a:gd name="T7" fmla="*/ 0 h 239"/>
                <a:gd name="T8" fmla="*/ 0 w 361"/>
                <a:gd name="T9" fmla="*/ 0 h 239"/>
                <a:gd name="T10" fmla="*/ 0 w 361"/>
                <a:gd name="T11" fmla="*/ 0 h 239"/>
                <a:gd name="T12" fmla="*/ 0 w 361"/>
                <a:gd name="T13" fmla="*/ 0 h 239"/>
                <a:gd name="T14" fmla="*/ 0 w 361"/>
                <a:gd name="T15" fmla="*/ 0 h 239"/>
                <a:gd name="T16" fmla="*/ 0 w 361"/>
                <a:gd name="T17" fmla="*/ 0 h 239"/>
                <a:gd name="T18" fmla="*/ 0 w 361"/>
                <a:gd name="T19" fmla="*/ 0 h 239"/>
                <a:gd name="T20" fmla="*/ 0 w 361"/>
                <a:gd name="T21" fmla="*/ 0 h 239"/>
                <a:gd name="T22" fmla="*/ 0 w 361"/>
                <a:gd name="T23" fmla="*/ 0 h 239"/>
                <a:gd name="T24" fmla="*/ 0 w 361"/>
                <a:gd name="T25" fmla="*/ 0 h 239"/>
                <a:gd name="T26" fmla="*/ 0 w 361"/>
                <a:gd name="T27" fmla="*/ 0 h 239"/>
                <a:gd name="T28" fmla="*/ 0 w 361"/>
                <a:gd name="T29" fmla="*/ 0 h 239"/>
                <a:gd name="T30" fmla="*/ 0 w 361"/>
                <a:gd name="T31" fmla="*/ 0 h 239"/>
                <a:gd name="T32" fmla="*/ 0 w 361"/>
                <a:gd name="T33" fmla="*/ 0 h 239"/>
                <a:gd name="T34" fmla="*/ 0 w 361"/>
                <a:gd name="T35" fmla="*/ 0 h 2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1" h="239">
                  <a:moveTo>
                    <a:pt x="0" y="145"/>
                  </a:moveTo>
                  <a:lnTo>
                    <a:pt x="42" y="117"/>
                  </a:lnTo>
                  <a:lnTo>
                    <a:pt x="42" y="87"/>
                  </a:lnTo>
                  <a:lnTo>
                    <a:pt x="52" y="29"/>
                  </a:lnTo>
                  <a:lnTo>
                    <a:pt x="87" y="18"/>
                  </a:lnTo>
                  <a:lnTo>
                    <a:pt x="111" y="0"/>
                  </a:lnTo>
                  <a:lnTo>
                    <a:pt x="129" y="29"/>
                  </a:lnTo>
                  <a:lnTo>
                    <a:pt x="152" y="58"/>
                  </a:lnTo>
                  <a:lnTo>
                    <a:pt x="221" y="75"/>
                  </a:lnTo>
                  <a:lnTo>
                    <a:pt x="286" y="58"/>
                  </a:lnTo>
                  <a:lnTo>
                    <a:pt x="314" y="75"/>
                  </a:lnTo>
                  <a:lnTo>
                    <a:pt x="361" y="105"/>
                  </a:lnTo>
                  <a:lnTo>
                    <a:pt x="332" y="169"/>
                  </a:lnTo>
                  <a:lnTo>
                    <a:pt x="279" y="221"/>
                  </a:lnTo>
                  <a:lnTo>
                    <a:pt x="221" y="239"/>
                  </a:lnTo>
                  <a:lnTo>
                    <a:pt x="152" y="215"/>
                  </a:lnTo>
                  <a:lnTo>
                    <a:pt x="42" y="169"/>
                  </a:lnTo>
                  <a:lnTo>
                    <a:pt x="0" y="145"/>
                  </a:lnTo>
                  <a:close/>
                </a:path>
              </a:pathLst>
            </a:custGeom>
            <a:solidFill>
              <a:srgbClr val="FFFFFF"/>
            </a:solidFill>
            <a:ln w="9525">
              <a:solidFill>
                <a:srgbClr val="000000"/>
              </a:solidFill>
              <a:round/>
              <a:headEnd/>
              <a:tailEnd/>
            </a:ln>
          </p:spPr>
          <p:txBody>
            <a:bodyPr/>
            <a:lstStyle/>
            <a:p>
              <a:endParaRPr lang="ko-KR" altLang="en-US"/>
            </a:p>
          </p:txBody>
        </p:sp>
        <p:sp>
          <p:nvSpPr>
            <p:cNvPr id="418744" name="Freeform 220">
              <a:extLst>
                <a:ext uri="{FF2B5EF4-FFF2-40B4-BE49-F238E27FC236}">
                  <a16:creationId xmlns:a16="http://schemas.microsoft.com/office/drawing/2014/main" id="{8A6F2940-CEA9-8A59-DA68-688109990DB0}"/>
                </a:ext>
              </a:extLst>
            </p:cNvPr>
            <p:cNvSpPr>
              <a:spLocks/>
            </p:cNvSpPr>
            <p:nvPr/>
          </p:nvSpPr>
          <p:spPr bwMode="auto">
            <a:xfrm>
              <a:off x="2085" y="452"/>
              <a:ext cx="32" cy="19"/>
            </a:xfrm>
            <a:custGeom>
              <a:avLst/>
              <a:gdLst>
                <a:gd name="T0" fmla="*/ 0 w 407"/>
                <a:gd name="T1" fmla="*/ 0 h 244"/>
                <a:gd name="T2" fmla="*/ 0 w 407"/>
                <a:gd name="T3" fmla="*/ 0 h 244"/>
                <a:gd name="T4" fmla="*/ 0 w 407"/>
                <a:gd name="T5" fmla="*/ 0 h 244"/>
                <a:gd name="T6" fmla="*/ 0 w 407"/>
                <a:gd name="T7" fmla="*/ 0 h 244"/>
                <a:gd name="T8" fmla="*/ 0 w 407"/>
                <a:gd name="T9" fmla="*/ 0 h 244"/>
                <a:gd name="T10" fmla="*/ 0 w 407"/>
                <a:gd name="T11" fmla="*/ 0 h 244"/>
                <a:gd name="T12" fmla="*/ 0 w 407"/>
                <a:gd name="T13" fmla="*/ 0 h 244"/>
                <a:gd name="T14" fmla="*/ 0 w 407"/>
                <a:gd name="T15" fmla="*/ 0 h 244"/>
                <a:gd name="T16" fmla="*/ 0 w 407"/>
                <a:gd name="T17" fmla="*/ 0 h 244"/>
                <a:gd name="T18" fmla="*/ 0 w 407"/>
                <a:gd name="T19" fmla="*/ 0 h 244"/>
                <a:gd name="T20" fmla="*/ 0 w 407"/>
                <a:gd name="T21" fmla="*/ 0 h 244"/>
                <a:gd name="T22" fmla="*/ 0 w 407"/>
                <a:gd name="T23" fmla="*/ 0 h 244"/>
                <a:gd name="T24" fmla="*/ 0 w 407"/>
                <a:gd name="T25" fmla="*/ 0 h 244"/>
                <a:gd name="T26" fmla="*/ 0 w 407"/>
                <a:gd name="T27" fmla="*/ 0 h 244"/>
                <a:gd name="T28" fmla="*/ 0 w 407"/>
                <a:gd name="T29" fmla="*/ 0 h 244"/>
                <a:gd name="T30" fmla="*/ 0 w 407"/>
                <a:gd name="T31" fmla="*/ 0 h 244"/>
                <a:gd name="T32" fmla="*/ 0 w 407"/>
                <a:gd name="T33" fmla="*/ 0 h 244"/>
                <a:gd name="T34" fmla="*/ 0 w 407"/>
                <a:gd name="T35" fmla="*/ 0 h 244"/>
                <a:gd name="T36" fmla="*/ 0 w 407"/>
                <a:gd name="T37" fmla="*/ 0 h 2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7" h="244">
                  <a:moveTo>
                    <a:pt x="0" y="174"/>
                  </a:moveTo>
                  <a:lnTo>
                    <a:pt x="0" y="110"/>
                  </a:lnTo>
                  <a:lnTo>
                    <a:pt x="47" y="63"/>
                  </a:lnTo>
                  <a:lnTo>
                    <a:pt x="135" y="87"/>
                  </a:lnTo>
                  <a:lnTo>
                    <a:pt x="157" y="87"/>
                  </a:lnTo>
                  <a:lnTo>
                    <a:pt x="135" y="0"/>
                  </a:lnTo>
                  <a:lnTo>
                    <a:pt x="204" y="63"/>
                  </a:lnTo>
                  <a:lnTo>
                    <a:pt x="250" y="63"/>
                  </a:lnTo>
                  <a:lnTo>
                    <a:pt x="297" y="70"/>
                  </a:lnTo>
                  <a:lnTo>
                    <a:pt x="407" y="151"/>
                  </a:lnTo>
                  <a:lnTo>
                    <a:pt x="378" y="180"/>
                  </a:lnTo>
                  <a:lnTo>
                    <a:pt x="297" y="244"/>
                  </a:lnTo>
                  <a:lnTo>
                    <a:pt x="222" y="203"/>
                  </a:lnTo>
                  <a:lnTo>
                    <a:pt x="145" y="220"/>
                  </a:lnTo>
                  <a:lnTo>
                    <a:pt x="88" y="203"/>
                  </a:lnTo>
                  <a:lnTo>
                    <a:pt x="65" y="174"/>
                  </a:lnTo>
                  <a:lnTo>
                    <a:pt x="47" y="133"/>
                  </a:lnTo>
                  <a:lnTo>
                    <a:pt x="23" y="163"/>
                  </a:lnTo>
                  <a:lnTo>
                    <a:pt x="0" y="174"/>
                  </a:lnTo>
                  <a:close/>
                </a:path>
              </a:pathLst>
            </a:custGeom>
            <a:solidFill>
              <a:srgbClr val="FFFFFF"/>
            </a:solidFill>
            <a:ln w="9525">
              <a:solidFill>
                <a:srgbClr val="000000"/>
              </a:solidFill>
              <a:round/>
              <a:headEnd/>
              <a:tailEnd/>
            </a:ln>
          </p:spPr>
          <p:txBody>
            <a:bodyPr/>
            <a:lstStyle/>
            <a:p>
              <a:endParaRPr lang="ko-KR" altLang="en-US"/>
            </a:p>
          </p:txBody>
        </p:sp>
        <p:sp>
          <p:nvSpPr>
            <p:cNvPr id="418745" name="Freeform 221">
              <a:extLst>
                <a:ext uri="{FF2B5EF4-FFF2-40B4-BE49-F238E27FC236}">
                  <a16:creationId xmlns:a16="http://schemas.microsoft.com/office/drawing/2014/main" id="{D6839A72-B854-D207-7C04-897AAC948508}"/>
                </a:ext>
              </a:extLst>
            </p:cNvPr>
            <p:cNvSpPr>
              <a:spLocks/>
            </p:cNvSpPr>
            <p:nvPr/>
          </p:nvSpPr>
          <p:spPr bwMode="auto">
            <a:xfrm>
              <a:off x="2095" y="441"/>
              <a:ext cx="24" cy="22"/>
            </a:xfrm>
            <a:custGeom>
              <a:avLst/>
              <a:gdLst>
                <a:gd name="T0" fmla="*/ 0 w 295"/>
                <a:gd name="T1" fmla="*/ 0 h 272"/>
                <a:gd name="T2" fmla="*/ 0 w 295"/>
                <a:gd name="T3" fmla="*/ 0 h 272"/>
                <a:gd name="T4" fmla="*/ 0 w 295"/>
                <a:gd name="T5" fmla="*/ 0 h 272"/>
                <a:gd name="T6" fmla="*/ 0 w 295"/>
                <a:gd name="T7" fmla="*/ 0 h 272"/>
                <a:gd name="T8" fmla="*/ 0 w 295"/>
                <a:gd name="T9" fmla="*/ 0 h 272"/>
                <a:gd name="T10" fmla="*/ 0 w 295"/>
                <a:gd name="T11" fmla="*/ 0 h 272"/>
                <a:gd name="T12" fmla="*/ 0 w 295"/>
                <a:gd name="T13" fmla="*/ 0 h 272"/>
                <a:gd name="T14" fmla="*/ 0 w 295"/>
                <a:gd name="T15" fmla="*/ 0 h 272"/>
                <a:gd name="T16" fmla="*/ 0 w 295"/>
                <a:gd name="T17" fmla="*/ 0 h 272"/>
                <a:gd name="T18" fmla="*/ 0 w 295"/>
                <a:gd name="T19" fmla="*/ 0 h 272"/>
                <a:gd name="T20" fmla="*/ 0 w 295"/>
                <a:gd name="T21" fmla="*/ 0 h 272"/>
                <a:gd name="T22" fmla="*/ 0 w 295"/>
                <a:gd name="T23" fmla="*/ 0 h 272"/>
                <a:gd name="T24" fmla="*/ 0 w 295"/>
                <a:gd name="T25" fmla="*/ 0 h 272"/>
                <a:gd name="T26" fmla="*/ 0 w 295"/>
                <a:gd name="T27" fmla="*/ 0 h 272"/>
                <a:gd name="T28" fmla="*/ 0 w 295"/>
                <a:gd name="T29" fmla="*/ 0 h 272"/>
                <a:gd name="T30" fmla="*/ 0 w 295"/>
                <a:gd name="T31" fmla="*/ 0 h 2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95" h="272">
                  <a:moveTo>
                    <a:pt x="0" y="139"/>
                  </a:moveTo>
                  <a:lnTo>
                    <a:pt x="0" y="69"/>
                  </a:lnTo>
                  <a:lnTo>
                    <a:pt x="45" y="45"/>
                  </a:lnTo>
                  <a:lnTo>
                    <a:pt x="133" y="23"/>
                  </a:lnTo>
                  <a:lnTo>
                    <a:pt x="162" y="0"/>
                  </a:lnTo>
                  <a:lnTo>
                    <a:pt x="202" y="0"/>
                  </a:lnTo>
                  <a:lnTo>
                    <a:pt x="295" y="23"/>
                  </a:lnTo>
                  <a:lnTo>
                    <a:pt x="249" y="45"/>
                  </a:lnTo>
                  <a:lnTo>
                    <a:pt x="272" y="115"/>
                  </a:lnTo>
                  <a:lnTo>
                    <a:pt x="295" y="157"/>
                  </a:lnTo>
                  <a:lnTo>
                    <a:pt x="272" y="220"/>
                  </a:lnTo>
                  <a:lnTo>
                    <a:pt x="249" y="272"/>
                  </a:lnTo>
                  <a:lnTo>
                    <a:pt x="162" y="202"/>
                  </a:lnTo>
                  <a:lnTo>
                    <a:pt x="69" y="202"/>
                  </a:lnTo>
                  <a:lnTo>
                    <a:pt x="22" y="157"/>
                  </a:lnTo>
                  <a:lnTo>
                    <a:pt x="0" y="139"/>
                  </a:lnTo>
                  <a:close/>
                </a:path>
              </a:pathLst>
            </a:custGeom>
            <a:solidFill>
              <a:srgbClr val="FFFFFF"/>
            </a:solidFill>
            <a:ln w="9525">
              <a:solidFill>
                <a:srgbClr val="000000"/>
              </a:solidFill>
              <a:round/>
              <a:headEnd/>
              <a:tailEnd/>
            </a:ln>
          </p:spPr>
          <p:txBody>
            <a:bodyPr/>
            <a:lstStyle/>
            <a:p>
              <a:endParaRPr lang="ko-KR" altLang="en-US"/>
            </a:p>
          </p:txBody>
        </p:sp>
        <p:sp>
          <p:nvSpPr>
            <p:cNvPr id="418746" name="Freeform 222">
              <a:extLst>
                <a:ext uri="{FF2B5EF4-FFF2-40B4-BE49-F238E27FC236}">
                  <a16:creationId xmlns:a16="http://schemas.microsoft.com/office/drawing/2014/main" id="{4E90E441-37FD-3C11-42CD-07EBD49A1E7D}"/>
                </a:ext>
              </a:extLst>
            </p:cNvPr>
            <p:cNvSpPr>
              <a:spLocks/>
            </p:cNvSpPr>
            <p:nvPr/>
          </p:nvSpPr>
          <p:spPr bwMode="auto">
            <a:xfrm>
              <a:off x="2076" y="361"/>
              <a:ext cx="51" cy="75"/>
            </a:xfrm>
            <a:custGeom>
              <a:avLst/>
              <a:gdLst>
                <a:gd name="T0" fmla="*/ 0 w 651"/>
                <a:gd name="T1" fmla="*/ 0 h 959"/>
                <a:gd name="T2" fmla="*/ 0 w 651"/>
                <a:gd name="T3" fmla="*/ 0 h 959"/>
                <a:gd name="T4" fmla="*/ 0 w 651"/>
                <a:gd name="T5" fmla="*/ 0 h 959"/>
                <a:gd name="T6" fmla="*/ 0 w 651"/>
                <a:gd name="T7" fmla="*/ 0 h 959"/>
                <a:gd name="T8" fmla="*/ 0 w 651"/>
                <a:gd name="T9" fmla="*/ 0 h 959"/>
                <a:gd name="T10" fmla="*/ 0 w 651"/>
                <a:gd name="T11" fmla="*/ 0 h 959"/>
                <a:gd name="T12" fmla="*/ 0 w 651"/>
                <a:gd name="T13" fmla="*/ 0 h 959"/>
                <a:gd name="T14" fmla="*/ 0 w 651"/>
                <a:gd name="T15" fmla="*/ 0 h 959"/>
                <a:gd name="T16" fmla="*/ 0 w 651"/>
                <a:gd name="T17" fmla="*/ 0 h 959"/>
                <a:gd name="T18" fmla="*/ 0 w 651"/>
                <a:gd name="T19" fmla="*/ 0 h 959"/>
                <a:gd name="T20" fmla="*/ 0 w 651"/>
                <a:gd name="T21" fmla="*/ 0 h 959"/>
                <a:gd name="T22" fmla="*/ 0 w 651"/>
                <a:gd name="T23" fmla="*/ 0 h 959"/>
                <a:gd name="T24" fmla="*/ 0 w 651"/>
                <a:gd name="T25" fmla="*/ 0 h 959"/>
                <a:gd name="T26" fmla="*/ 0 w 651"/>
                <a:gd name="T27" fmla="*/ 0 h 959"/>
                <a:gd name="T28" fmla="*/ 0 w 651"/>
                <a:gd name="T29" fmla="*/ 0 h 959"/>
                <a:gd name="T30" fmla="*/ 0 w 651"/>
                <a:gd name="T31" fmla="*/ 0 h 959"/>
                <a:gd name="T32" fmla="*/ 0 w 651"/>
                <a:gd name="T33" fmla="*/ 0 h 959"/>
                <a:gd name="T34" fmla="*/ 0 w 651"/>
                <a:gd name="T35" fmla="*/ 0 h 959"/>
                <a:gd name="T36" fmla="*/ 0 w 651"/>
                <a:gd name="T37" fmla="*/ 0 h 959"/>
                <a:gd name="T38" fmla="*/ 0 w 651"/>
                <a:gd name="T39" fmla="*/ 0 h 959"/>
                <a:gd name="T40" fmla="*/ 0 w 651"/>
                <a:gd name="T41" fmla="*/ 0 h 959"/>
                <a:gd name="T42" fmla="*/ 0 w 651"/>
                <a:gd name="T43" fmla="*/ 0 h 959"/>
                <a:gd name="T44" fmla="*/ 0 w 651"/>
                <a:gd name="T45" fmla="*/ 0 h 959"/>
                <a:gd name="T46" fmla="*/ 0 w 651"/>
                <a:gd name="T47" fmla="*/ 0 h 959"/>
                <a:gd name="T48" fmla="*/ 0 w 651"/>
                <a:gd name="T49" fmla="*/ 0 h 959"/>
                <a:gd name="T50" fmla="*/ 0 w 651"/>
                <a:gd name="T51" fmla="*/ 0 h 959"/>
                <a:gd name="T52" fmla="*/ 0 w 651"/>
                <a:gd name="T53" fmla="*/ 0 h 959"/>
                <a:gd name="T54" fmla="*/ 0 w 651"/>
                <a:gd name="T55" fmla="*/ 0 h 959"/>
                <a:gd name="T56" fmla="*/ 0 w 651"/>
                <a:gd name="T57" fmla="*/ 0 h 959"/>
                <a:gd name="T58" fmla="*/ 0 w 651"/>
                <a:gd name="T59" fmla="*/ 0 h 959"/>
                <a:gd name="T60" fmla="*/ 0 w 651"/>
                <a:gd name="T61" fmla="*/ 0 h 959"/>
                <a:gd name="T62" fmla="*/ 0 w 651"/>
                <a:gd name="T63" fmla="*/ 0 h 959"/>
                <a:gd name="T64" fmla="*/ 0 w 651"/>
                <a:gd name="T65" fmla="*/ 0 h 959"/>
                <a:gd name="T66" fmla="*/ 0 w 651"/>
                <a:gd name="T67" fmla="*/ 0 h 959"/>
                <a:gd name="T68" fmla="*/ 0 w 651"/>
                <a:gd name="T69" fmla="*/ 0 h 959"/>
                <a:gd name="T70" fmla="*/ 0 w 651"/>
                <a:gd name="T71" fmla="*/ 0 h 959"/>
                <a:gd name="T72" fmla="*/ 0 w 651"/>
                <a:gd name="T73" fmla="*/ 0 h 959"/>
                <a:gd name="T74" fmla="*/ 0 w 651"/>
                <a:gd name="T75" fmla="*/ 0 h 959"/>
                <a:gd name="T76" fmla="*/ 0 w 651"/>
                <a:gd name="T77" fmla="*/ 0 h 959"/>
                <a:gd name="T78" fmla="*/ 0 w 651"/>
                <a:gd name="T79" fmla="*/ 0 h 959"/>
                <a:gd name="T80" fmla="*/ 0 w 651"/>
                <a:gd name="T81" fmla="*/ 0 h 959"/>
                <a:gd name="T82" fmla="*/ 0 w 651"/>
                <a:gd name="T83" fmla="*/ 0 h 9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51" h="959">
                  <a:moveTo>
                    <a:pt x="546" y="942"/>
                  </a:moveTo>
                  <a:lnTo>
                    <a:pt x="523" y="942"/>
                  </a:lnTo>
                  <a:lnTo>
                    <a:pt x="477" y="918"/>
                  </a:lnTo>
                  <a:lnTo>
                    <a:pt x="477" y="872"/>
                  </a:lnTo>
                  <a:lnTo>
                    <a:pt x="453" y="872"/>
                  </a:lnTo>
                  <a:lnTo>
                    <a:pt x="430" y="918"/>
                  </a:lnTo>
                  <a:lnTo>
                    <a:pt x="273" y="959"/>
                  </a:lnTo>
                  <a:lnTo>
                    <a:pt x="181" y="942"/>
                  </a:lnTo>
                  <a:lnTo>
                    <a:pt x="116" y="942"/>
                  </a:lnTo>
                  <a:lnTo>
                    <a:pt x="116" y="895"/>
                  </a:lnTo>
                  <a:lnTo>
                    <a:pt x="139" y="848"/>
                  </a:lnTo>
                  <a:lnTo>
                    <a:pt x="94" y="802"/>
                  </a:lnTo>
                  <a:lnTo>
                    <a:pt x="94" y="738"/>
                  </a:lnTo>
                  <a:lnTo>
                    <a:pt x="116" y="692"/>
                  </a:lnTo>
                  <a:lnTo>
                    <a:pt x="163" y="692"/>
                  </a:lnTo>
                  <a:lnTo>
                    <a:pt x="163" y="645"/>
                  </a:lnTo>
                  <a:lnTo>
                    <a:pt x="273" y="558"/>
                  </a:lnTo>
                  <a:lnTo>
                    <a:pt x="296" y="511"/>
                  </a:lnTo>
                  <a:lnTo>
                    <a:pt x="273" y="465"/>
                  </a:lnTo>
                  <a:lnTo>
                    <a:pt x="227" y="424"/>
                  </a:lnTo>
                  <a:lnTo>
                    <a:pt x="181" y="424"/>
                  </a:lnTo>
                  <a:lnTo>
                    <a:pt x="181" y="331"/>
                  </a:lnTo>
                  <a:lnTo>
                    <a:pt x="139" y="215"/>
                  </a:lnTo>
                  <a:lnTo>
                    <a:pt x="0" y="75"/>
                  </a:lnTo>
                  <a:lnTo>
                    <a:pt x="41" y="64"/>
                  </a:lnTo>
                  <a:lnTo>
                    <a:pt x="163" y="117"/>
                  </a:lnTo>
                  <a:lnTo>
                    <a:pt x="227" y="99"/>
                  </a:lnTo>
                  <a:lnTo>
                    <a:pt x="320" y="18"/>
                  </a:lnTo>
                  <a:lnTo>
                    <a:pt x="401" y="0"/>
                  </a:lnTo>
                  <a:lnTo>
                    <a:pt x="390" y="41"/>
                  </a:lnTo>
                  <a:lnTo>
                    <a:pt x="430" y="128"/>
                  </a:lnTo>
                  <a:lnTo>
                    <a:pt x="430" y="221"/>
                  </a:lnTo>
                  <a:lnTo>
                    <a:pt x="453" y="267"/>
                  </a:lnTo>
                  <a:lnTo>
                    <a:pt x="500" y="331"/>
                  </a:lnTo>
                  <a:lnTo>
                    <a:pt x="500" y="424"/>
                  </a:lnTo>
                  <a:lnTo>
                    <a:pt x="546" y="488"/>
                  </a:lnTo>
                  <a:lnTo>
                    <a:pt x="546" y="581"/>
                  </a:lnTo>
                  <a:lnTo>
                    <a:pt x="605" y="692"/>
                  </a:lnTo>
                  <a:lnTo>
                    <a:pt x="651" y="761"/>
                  </a:lnTo>
                  <a:lnTo>
                    <a:pt x="605" y="872"/>
                  </a:lnTo>
                  <a:lnTo>
                    <a:pt x="523" y="895"/>
                  </a:lnTo>
                  <a:lnTo>
                    <a:pt x="546" y="942"/>
                  </a:lnTo>
                  <a:close/>
                </a:path>
              </a:pathLst>
            </a:custGeom>
            <a:solidFill>
              <a:srgbClr val="FFFFFF"/>
            </a:solidFill>
            <a:ln w="9525">
              <a:solidFill>
                <a:srgbClr val="000000"/>
              </a:solidFill>
              <a:round/>
              <a:headEnd/>
              <a:tailEnd/>
            </a:ln>
          </p:spPr>
          <p:txBody>
            <a:bodyPr/>
            <a:lstStyle/>
            <a:p>
              <a:endParaRPr lang="ko-KR" altLang="en-US"/>
            </a:p>
          </p:txBody>
        </p:sp>
        <p:sp>
          <p:nvSpPr>
            <p:cNvPr id="418747" name="Freeform 223">
              <a:extLst>
                <a:ext uri="{FF2B5EF4-FFF2-40B4-BE49-F238E27FC236}">
                  <a16:creationId xmlns:a16="http://schemas.microsoft.com/office/drawing/2014/main" id="{1E55A149-3C34-7B3D-BBDF-1809F8EFF755}"/>
                </a:ext>
              </a:extLst>
            </p:cNvPr>
            <p:cNvSpPr>
              <a:spLocks/>
            </p:cNvSpPr>
            <p:nvPr/>
          </p:nvSpPr>
          <p:spPr bwMode="auto">
            <a:xfrm>
              <a:off x="2045" y="373"/>
              <a:ext cx="46" cy="95"/>
            </a:xfrm>
            <a:custGeom>
              <a:avLst/>
              <a:gdLst>
                <a:gd name="T0" fmla="*/ 0 w 576"/>
                <a:gd name="T1" fmla="*/ 0 h 1219"/>
                <a:gd name="T2" fmla="*/ 0 w 576"/>
                <a:gd name="T3" fmla="*/ 0 h 1219"/>
                <a:gd name="T4" fmla="*/ 0 w 576"/>
                <a:gd name="T5" fmla="*/ 0 h 1219"/>
                <a:gd name="T6" fmla="*/ 0 w 576"/>
                <a:gd name="T7" fmla="*/ 0 h 1219"/>
                <a:gd name="T8" fmla="*/ 0 w 576"/>
                <a:gd name="T9" fmla="*/ 0 h 1219"/>
                <a:gd name="T10" fmla="*/ 0 w 576"/>
                <a:gd name="T11" fmla="*/ 0 h 1219"/>
                <a:gd name="T12" fmla="*/ 0 w 576"/>
                <a:gd name="T13" fmla="*/ 0 h 1219"/>
                <a:gd name="T14" fmla="*/ 0 w 576"/>
                <a:gd name="T15" fmla="*/ 0 h 1219"/>
                <a:gd name="T16" fmla="*/ 0 w 576"/>
                <a:gd name="T17" fmla="*/ 0 h 1219"/>
                <a:gd name="T18" fmla="*/ 0 w 576"/>
                <a:gd name="T19" fmla="*/ 0 h 1219"/>
                <a:gd name="T20" fmla="*/ 0 w 576"/>
                <a:gd name="T21" fmla="*/ 0 h 1219"/>
                <a:gd name="T22" fmla="*/ 0 w 576"/>
                <a:gd name="T23" fmla="*/ 0 h 1219"/>
                <a:gd name="T24" fmla="*/ 0 w 576"/>
                <a:gd name="T25" fmla="*/ 0 h 1219"/>
                <a:gd name="T26" fmla="*/ 0 w 576"/>
                <a:gd name="T27" fmla="*/ 0 h 1219"/>
                <a:gd name="T28" fmla="*/ 0 w 576"/>
                <a:gd name="T29" fmla="*/ 0 h 1219"/>
                <a:gd name="T30" fmla="*/ 0 w 576"/>
                <a:gd name="T31" fmla="*/ 0 h 1219"/>
                <a:gd name="T32" fmla="*/ 0 w 576"/>
                <a:gd name="T33" fmla="*/ 0 h 1219"/>
                <a:gd name="T34" fmla="*/ 0 w 576"/>
                <a:gd name="T35" fmla="*/ 0 h 1219"/>
                <a:gd name="T36" fmla="*/ 0 w 576"/>
                <a:gd name="T37" fmla="*/ 0 h 1219"/>
                <a:gd name="T38" fmla="*/ 0 w 576"/>
                <a:gd name="T39" fmla="*/ 0 h 1219"/>
                <a:gd name="T40" fmla="*/ 0 w 576"/>
                <a:gd name="T41" fmla="*/ 0 h 1219"/>
                <a:gd name="T42" fmla="*/ 0 w 576"/>
                <a:gd name="T43" fmla="*/ 0 h 1219"/>
                <a:gd name="T44" fmla="*/ 0 w 576"/>
                <a:gd name="T45" fmla="*/ 0 h 1219"/>
                <a:gd name="T46" fmla="*/ 0 w 576"/>
                <a:gd name="T47" fmla="*/ 0 h 1219"/>
                <a:gd name="T48" fmla="*/ 0 w 576"/>
                <a:gd name="T49" fmla="*/ 0 h 1219"/>
                <a:gd name="T50" fmla="*/ 0 w 576"/>
                <a:gd name="T51" fmla="*/ 0 h 1219"/>
                <a:gd name="T52" fmla="*/ 0 w 576"/>
                <a:gd name="T53" fmla="*/ 0 h 1219"/>
                <a:gd name="T54" fmla="*/ 0 w 576"/>
                <a:gd name="T55" fmla="*/ 0 h 1219"/>
                <a:gd name="T56" fmla="*/ 0 w 576"/>
                <a:gd name="T57" fmla="*/ 0 h 1219"/>
                <a:gd name="T58" fmla="*/ 0 w 576"/>
                <a:gd name="T59" fmla="*/ 0 h 1219"/>
                <a:gd name="T60" fmla="*/ 0 w 576"/>
                <a:gd name="T61" fmla="*/ 0 h 1219"/>
                <a:gd name="T62" fmla="*/ 0 w 576"/>
                <a:gd name="T63" fmla="*/ 0 h 1219"/>
                <a:gd name="T64" fmla="*/ 0 w 576"/>
                <a:gd name="T65" fmla="*/ 0 h 1219"/>
                <a:gd name="T66" fmla="*/ 0 w 576"/>
                <a:gd name="T67" fmla="*/ 0 h 1219"/>
                <a:gd name="T68" fmla="*/ 0 w 576"/>
                <a:gd name="T69" fmla="*/ 0 h 1219"/>
                <a:gd name="T70" fmla="*/ 0 w 576"/>
                <a:gd name="T71" fmla="*/ 0 h 1219"/>
                <a:gd name="T72" fmla="*/ 0 w 576"/>
                <a:gd name="T73" fmla="*/ 0 h 1219"/>
                <a:gd name="T74" fmla="*/ 0 w 576"/>
                <a:gd name="T75" fmla="*/ 0 h 1219"/>
                <a:gd name="T76" fmla="*/ 0 w 576"/>
                <a:gd name="T77" fmla="*/ 0 h 1219"/>
                <a:gd name="T78" fmla="*/ 0 w 576"/>
                <a:gd name="T79" fmla="*/ 0 h 1219"/>
                <a:gd name="T80" fmla="*/ 0 w 576"/>
                <a:gd name="T81" fmla="*/ 0 h 1219"/>
                <a:gd name="T82" fmla="*/ 0 w 576"/>
                <a:gd name="T83" fmla="*/ 0 h 12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76" h="1219">
                  <a:moveTo>
                    <a:pt x="576" y="272"/>
                  </a:moveTo>
                  <a:lnTo>
                    <a:pt x="500" y="336"/>
                  </a:lnTo>
                  <a:lnTo>
                    <a:pt x="478" y="446"/>
                  </a:lnTo>
                  <a:lnTo>
                    <a:pt x="454" y="516"/>
                  </a:lnTo>
                  <a:lnTo>
                    <a:pt x="390" y="586"/>
                  </a:lnTo>
                  <a:lnTo>
                    <a:pt x="321" y="609"/>
                  </a:lnTo>
                  <a:lnTo>
                    <a:pt x="274" y="720"/>
                  </a:lnTo>
                  <a:lnTo>
                    <a:pt x="274" y="766"/>
                  </a:lnTo>
                  <a:lnTo>
                    <a:pt x="343" y="853"/>
                  </a:lnTo>
                  <a:lnTo>
                    <a:pt x="343" y="877"/>
                  </a:lnTo>
                  <a:lnTo>
                    <a:pt x="297" y="900"/>
                  </a:lnTo>
                  <a:lnTo>
                    <a:pt x="274" y="877"/>
                  </a:lnTo>
                  <a:lnTo>
                    <a:pt x="251" y="900"/>
                  </a:lnTo>
                  <a:lnTo>
                    <a:pt x="274" y="922"/>
                  </a:lnTo>
                  <a:lnTo>
                    <a:pt x="274" y="969"/>
                  </a:lnTo>
                  <a:lnTo>
                    <a:pt x="274" y="992"/>
                  </a:lnTo>
                  <a:lnTo>
                    <a:pt x="274" y="1079"/>
                  </a:lnTo>
                  <a:lnTo>
                    <a:pt x="227" y="1126"/>
                  </a:lnTo>
                  <a:lnTo>
                    <a:pt x="157" y="1149"/>
                  </a:lnTo>
                  <a:lnTo>
                    <a:pt x="140" y="1219"/>
                  </a:lnTo>
                  <a:lnTo>
                    <a:pt x="94" y="1219"/>
                  </a:lnTo>
                  <a:lnTo>
                    <a:pt x="70" y="1149"/>
                  </a:lnTo>
                  <a:lnTo>
                    <a:pt x="47" y="1079"/>
                  </a:lnTo>
                  <a:lnTo>
                    <a:pt x="7" y="1044"/>
                  </a:lnTo>
                  <a:lnTo>
                    <a:pt x="0" y="969"/>
                  </a:lnTo>
                  <a:lnTo>
                    <a:pt x="0" y="900"/>
                  </a:lnTo>
                  <a:lnTo>
                    <a:pt x="0" y="877"/>
                  </a:lnTo>
                  <a:lnTo>
                    <a:pt x="47" y="807"/>
                  </a:lnTo>
                  <a:lnTo>
                    <a:pt x="70" y="673"/>
                  </a:lnTo>
                  <a:lnTo>
                    <a:pt x="47" y="540"/>
                  </a:lnTo>
                  <a:lnTo>
                    <a:pt x="70" y="476"/>
                  </a:lnTo>
                  <a:lnTo>
                    <a:pt x="175" y="366"/>
                  </a:lnTo>
                  <a:lnTo>
                    <a:pt x="187" y="296"/>
                  </a:lnTo>
                  <a:lnTo>
                    <a:pt x="274" y="139"/>
                  </a:lnTo>
                  <a:lnTo>
                    <a:pt x="303" y="57"/>
                  </a:lnTo>
                  <a:lnTo>
                    <a:pt x="378" y="35"/>
                  </a:lnTo>
                  <a:lnTo>
                    <a:pt x="413" y="0"/>
                  </a:lnTo>
                  <a:lnTo>
                    <a:pt x="483" y="0"/>
                  </a:lnTo>
                  <a:lnTo>
                    <a:pt x="518" y="57"/>
                  </a:lnTo>
                  <a:lnTo>
                    <a:pt x="565" y="157"/>
                  </a:lnTo>
                  <a:lnTo>
                    <a:pt x="565" y="202"/>
                  </a:lnTo>
                  <a:lnTo>
                    <a:pt x="576" y="272"/>
                  </a:lnTo>
                  <a:close/>
                </a:path>
              </a:pathLst>
            </a:custGeom>
            <a:solidFill>
              <a:srgbClr val="FFFFFF"/>
            </a:solidFill>
            <a:ln w="9525">
              <a:solidFill>
                <a:srgbClr val="000000"/>
              </a:solidFill>
              <a:round/>
              <a:headEnd/>
              <a:tailEnd/>
            </a:ln>
          </p:spPr>
          <p:txBody>
            <a:bodyPr/>
            <a:lstStyle/>
            <a:p>
              <a:endParaRPr lang="ko-KR" altLang="en-US"/>
            </a:p>
          </p:txBody>
        </p:sp>
        <p:sp>
          <p:nvSpPr>
            <p:cNvPr id="418748" name="Freeform 224">
              <a:extLst>
                <a:ext uri="{FF2B5EF4-FFF2-40B4-BE49-F238E27FC236}">
                  <a16:creationId xmlns:a16="http://schemas.microsoft.com/office/drawing/2014/main" id="{03B6EBC7-B0E0-32BD-C089-96E098A750E4}"/>
                </a:ext>
              </a:extLst>
            </p:cNvPr>
            <p:cNvSpPr>
              <a:spLocks/>
            </p:cNvSpPr>
            <p:nvPr/>
          </p:nvSpPr>
          <p:spPr bwMode="auto">
            <a:xfrm>
              <a:off x="2021" y="354"/>
              <a:ext cx="92" cy="98"/>
            </a:xfrm>
            <a:custGeom>
              <a:avLst/>
              <a:gdLst>
                <a:gd name="T0" fmla="*/ 0 w 1151"/>
                <a:gd name="T1" fmla="*/ 0 h 1267"/>
                <a:gd name="T2" fmla="*/ 0 w 1151"/>
                <a:gd name="T3" fmla="*/ 0 h 1267"/>
                <a:gd name="T4" fmla="*/ 0 w 1151"/>
                <a:gd name="T5" fmla="*/ 0 h 1267"/>
                <a:gd name="T6" fmla="*/ 0 w 1151"/>
                <a:gd name="T7" fmla="*/ 0 h 1267"/>
                <a:gd name="T8" fmla="*/ 0 w 1151"/>
                <a:gd name="T9" fmla="*/ 0 h 1267"/>
                <a:gd name="T10" fmla="*/ 0 w 1151"/>
                <a:gd name="T11" fmla="*/ 0 h 1267"/>
                <a:gd name="T12" fmla="*/ 0 w 1151"/>
                <a:gd name="T13" fmla="*/ 0 h 1267"/>
                <a:gd name="T14" fmla="*/ 0 w 1151"/>
                <a:gd name="T15" fmla="*/ 0 h 1267"/>
                <a:gd name="T16" fmla="*/ 0 w 1151"/>
                <a:gd name="T17" fmla="*/ 0 h 1267"/>
                <a:gd name="T18" fmla="*/ 0 w 1151"/>
                <a:gd name="T19" fmla="*/ 0 h 1267"/>
                <a:gd name="T20" fmla="*/ 0 w 1151"/>
                <a:gd name="T21" fmla="*/ 0 h 1267"/>
                <a:gd name="T22" fmla="*/ 0 w 1151"/>
                <a:gd name="T23" fmla="*/ 0 h 1267"/>
                <a:gd name="T24" fmla="*/ 0 w 1151"/>
                <a:gd name="T25" fmla="*/ 0 h 1267"/>
                <a:gd name="T26" fmla="*/ 0 w 1151"/>
                <a:gd name="T27" fmla="*/ 0 h 1267"/>
                <a:gd name="T28" fmla="*/ 0 w 1151"/>
                <a:gd name="T29" fmla="*/ 0 h 1267"/>
                <a:gd name="T30" fmla="*/ 0 w 1151"/>
                <a:gd name="T31" fmla="*/ 0 h 1267"/>
                <a:gd name="T32" fmla="*/ 0 w 1151"/>
                <a:gd name="T33" fmla="*/ 0 h 1267"/>
                <a:gd name="T34" fmla="*/ 0 w 1151"/>
                <a:gd name="T35" fmla="*/ 0 h 1267"/>
                <a:gd name="T36" fmla="*/ 0 w 1151"/>
                <a:gd name="T37" fmla="*/ 0 h 1267"/>
                <a:gd name="T38" fmla="*/ 0 w 1151"/>
                <a:gd name="T39" fmla="*/ 0 h 1267"/>
                <a:gd name="T40" fmla="*/ 0 w 1151"/>
                <a:gd name="T41" fmla="*/ 0 h 1267"/>
                <a:gd name="T42" fmla="*/ 0 w 1151"/>
                <a:gd name="T43" fmla="*/ 0 h 1267"/>
                <a:gd name="T44" fmla="*/ 0 w 1151"/>
                <a:gd name="T45" fmla="*/ 0 h 1267"/>
                <a:gd name="T46" fmla="*/ 0 w 1151"/>
                <a:gd name="T47" fmla="*/ 0 h 1267"/>
                <a:gd name="T48" fmla="*/ 0 w 1151"/>
                <a:gd name="T49" fmla="*/ 0 h 1267"/>
                <a:gd name="T50" fmla="*/ 0 w 1151"/>
                <a:gd name="T51" fmla="*/ 0 h 1267"/>
                <a:gd name="T52" fmla="*/ 0 w 1151"/>
                <a:gd name="T53" fmla="*/ 0 h 1267"/>
                <a:gd name="T54" fmla="*/ 0 w 1151"/>
                <a:gd name="T55" fmla="*/ 0 h 1267"/>
                <a:gd name="T56" fmla="*/ 0 w 1151"/>
                <a:gd name="T57" fmla="*/ 0 h 1267"/>
                <a:gd name="T58" fmla="*/ 0 w 1151"/>
                <a:gd name="T59" fmla="*/ 0 h 1267"/>
                <a:gd name="T60" fmla="*/ 0 w 1151"/>
                <a:gd name="T61" fmla="*/ 0 h 1267"/>
                <a:gd name="T62" fmla="*/ 0 w 1151"/>
                <a:gd name="T63" fmla="*/ 0 h 12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151" h="1267">
                  <a:moveTo>
                    <a:pt x="1127" y="0"/>
                  </a:moveTo>
                  <a:lnTo>
                    <a:pt x="1012" y="0"/>
                  </a:lnTo>
                  <a:lnTo>
                    <a:pt x="970" y="47"/>
                  </a:lnTo>
                  <a:lnTo>
                    <a:pt x="947" y="0"/>
                  </a:lnTo>
                  <a:lnTo>
                    <a:pt x="878" y="0"/>
                  </a:lnTo>
                  <a:lnTo>
                    <a:pt x="878" y="24"/>
                  </a:lnTo>
                  <a:lnTo>
                    <a:pt x="837" y="24"/>
                  </a:lnTo>
                  <a:lnTo>
                    <a:pt x="768" y="47"/>
                  </a:lnTo>
                  <a:lnTo>
                    <a:pt x="761" y="117"/>
                  </a:lnTo>
                  <a:lnTo>
                    <a:pt x="680" y="117"/>
                  </a:lnTo>
                  <a:lnTo>
                    <a:pt x="611" y="140"/>
                  </a:lnTo>
                  <a:lnTo>
                    <a:pt x="517" y="251"/>
                  </a:lnTo>
                  <a:lnTo>
                    <a:pt x="564" y="274"/>
                  </a:lnTo>
                  <a:lnTo>
                    <a:pt x="494" y="296"/>
                  </a:lnTo>
                  <a:lnTo>
                    <a:pt x="494" y="338"/>
                  </a:lnTo>
                  <a:lnTo>
                    <a:pt x="477" y="366"/>
                  </a:lnTo>
                  <a:lnTo>
                    <a:pt x="430" y="338"/>
                  </a:lnTo>
                  <a:lnTo>
                    <a:pt x="384" y="430"/>
                  </a:lnTo>
                  <a:lnTo>
                    <a:pt x="384" y="477"/>
                  </a:lnTo>
                  <a:lnTo>
                    <a:pt x="290" y="610"/>
                  </a:lnTo>
                  <a:lnTo>
                    <a:pt x="203" y="727"/>
                  </a:lnTo>
                  <a:lnTo>
                    <a:pt x="203" y="744"/>
                  </a:lnTo>
                  <a:lnTo>
                    <a:pt x="267" y="744"/>
                  </a:lnTo>
                  <a:lnTo>
                    <a:pt x="244" y="767"/>
                  </a:lnTo>
                  <a:lnTo>
                    <a:pt x="180" y="767"/>
                  </a:lnTo>
                  <a:lnTo>
                    <a:pt x="157" y="814"/>
                  </a:lnTo>
                  <a:lnTo>
                    <a:pt x="46" y="884"/>
                  </a:lnTo>
                  <a:lnTo>
                    <a:pt x="0" y="924"/>
                  </a:lnTo>
                  <a:lnTo>
                    <a:pt x="0" y="994"/>
                  </a:lnTo>
                  <a:lnTo>
                    <a:pt x="63" y="971"/>
                  </a:lnTo>
                  <a:lnTo>
                    <a:pt x="93" y="971"/>
                  </a:lnTo>
                  <a:lnTo>
                    <a:pt x="63" y="1017"/>
                  </a:lnTo>
                  <a:lnTo>
                    <a:pt x="23" y="1017"/>
                  </a:lnTo>
                  <a:lnTo>
                    <a:pt x="23" y="1058"/>
                  </a:lnTo>
                  <a:lnTo>
                    <a:pt x="6" y="1104"/>
                  </a:lnTo>
                  <a:lnTo>
                    <a:pt x="23" y="1128"/>
                  </a:lnTo>
                  <a:lnTo>
                    <a:pt x="6" y="1145"/>
                  </a:lnTo>
                  <a:lnTo>
                    <a:pt x="23" y="1197"/>
                  </a:lnTo>
                  <a:lnTo>
                    <a:pt x="0" y="1220"/>
                  </a:lnTo>
                  <a:lnTo>
                    <a:pt x="46" y="1267"/>
                  </a:lnTo>
                  <a:lnTo>
                    <a:pt x="157" y="1243"/>
                  </a:lnTo>
                  <a:lnTo>
                    <a:pt x="227" y="1197"/>
                  </a:lnTo>
                  <a:lnTo>
                    <a:pt x="290" y="1151"/>
                  </a:lnTo>
                  <a:lnTo>
                    <a:pt x="337" y="1058"/>
                  </a:lnTo>
                  <a:lnTo>
                    <a:pt x="360" y="924"/>
                  </a:lnTo>
                  <a:lnTo>
                    <a:pt x="360" y="884"/>
                  </a:lnTo>
                  <a:lnTo>
                    <a:pt x="337" y="791"/>
                  </a:lnTo>
                  <a:lnTo>
                    <a:pt x="384" y="697"/>
                  </a:lnTo>
                  <a:lnTo>
                    <a:pt x="430" y="657"/>
                  </a:lnTo>
                  <a:lnTo>
                    <a:pt x="477" y="610"/>
                  </a:lnTo>
                  <a:lnTo>
                    <a:pt x="477" y="564"/>
                  </a:lnTo>
                  <a:lnTo>
                    <a:pt x="517" y="477"/>
                  </a:lnTo>
                  <a:lnTo>
                    <a:pt x="587" y="320"/>
                  </a:lnTo>
                  <a:lnTo>
                    <a:pt x="656" y="296"/>
                  </a:lnTo>
                  <a:lnTo>
                    <a:pt x="778" y="256"/>
                  </a:lnTo>
                  <a:lnTo>
                    <a:pt x="680" y="163"/>
                  </a:lnTo>
                  <a:lnTo>
                    <a:pt x="715" y="157"/>
                  </a:lnTo>
                  <a:lnTo>
                    <a:pt x="831" y="221"/>
                  </a:lnTo>
                  <a:lnTo>
                    <a:pt x="883" y="216"/>
                  </a:lnTo>
                  <a:lnTo>
                    <a:pt x="965" y="140"/>
                  </a:lnTo>
                  <a:lnTo>
                    <a:pt x="994" y="117"/>
                  </a:lnTo>
                  <a:lnTo>
                    <a:pt x="1087" y="94"/>
                  </a:lnTo>
                  <a:lnTo>
                    <a:pt x="1087" y="70"/>
                  </a:lnTo>
                  <a:lnTo>
                    <a:pt x="1151" y="47"/>
                  </a:lnTo>
                  <a:lnTo>
                    <a:pt x="1127" y="0"/>
                  </a:lnTo>
                  <a:close/>
                </a:path>
              </a:pathLst>
            </a:custGeom>
            <a:solidFill>
              <a:srgbClr val="FFFFFF"/>
            </a:solidFill>
            <a:ln w="9525">
              <a:solidFill>
                <a:srgbClr val="000000"/>
              </a:solidFill>
              <a:round/>
              <a:headEnd/>
              <a:tailEnd/>
            </a:ln>
          </p:spPr>
          <p:txBody>
            <a:bodyPr/>
            <a:lstStyle/>
            <a:p>
              <a:endParaRPr lang="ko-KR" altLang="en-US"/>
            </a:p>
          </p:txBody>
        </p:sp>
        <p:sp>
          <p:nvSpPr>
            <p:cNvPr id="418749" name="Freeform 225">
              <a:extLst>
                <a:ext uri="{FF2B5EF4-FFF2-40B4-BE49-F238E27FC236}">
                  <a16:creationId xmlns:a16="http://schemas.microsoft.com/office/drawing/2014/main" id="{3AE8D014-41F2-4437-66D2-CF0A5628826B}"/>
                </a:ext>
              </a:extLst>
            </p:cNvPr>
            <p:cNvSpPr>
              <a:spLocks/>
            </p:cNvSpPr>
            <p:nvPr/>
          </p:nvSpPr>
          <p:spPr bwMode="auto">
            <a:xfrm>
              <a:off x="2069" y="452"/>
              <a:ext cx="5" cy="7"/>
            </a:xfrm>
            <a:custGeom>
              <a:avLst/>
              <a:gdLst>
                <a:gd name="T0" fmla="*/ 0 w 69"/>
                <a:gd name="T1" fmla="*/ 0 h 87"/>
                <a:gd name="T2" fmla="*/ 0 w 69"/>
                <a:gd name="T3" fmla="*/ 0 h 87"/>
                <a:gd name="T4" fmla="*/ 0 w 69"/>
                <a:gd name="T5" fmla="*/ 0 h 87"/>
                <a:gd name="T6" fmla="*/ 0 w 69"/>
                <a:gd name="T7" fmla="*/ 0 h 87"/>
                <a:gd name="T8" fmla="*/ 0 w 69"/>
                <a:gd name="T9" fmla="*/ 0 h 87"/>
                <a:gd name="T10" fmla="*/ 0 w 69"/>
                <a:gd name="T11" fmla="*/ 0 h 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9" h="87">
                  <a:moveTo>
                    <a:pt x="46" y="0"/>
                  </a:moveTo>
                  <a:lnTo>
                    <a:pt x="0" y="18"/>
                  </a:lnTo>
                  <a:lnTo>
                    <a:pt x="24" y="87"/>
                  </a:lnTo>
                  <a:lnTo>
                    <a:pt x="46" y="63"/>
                  </a:lnTo>
                  <a:lnTo>
                    <a:pt x="69" y="40"/>
                  </a:lnTo>
                  <a:lnTo>
                    <a:pt x="46" y="0"/>
                  </a:lnTo>
                  <a:close/>
                </a:path>
              </a:pathLst>
            </a:custGeom>
            <a:solidFill>
              <a:srgbClr val="FFFFFF"/>
            </a:solidFill>
            <a:ln w="9525">
              <a:solidFill>
                <a:srgbClr val="000000"/>
              </a:solidFill>
              <a:round/>
              <a:headEnd/>
              <a:tailEnd/>
            </a:ln>
          </p:spPr>
          <p:txBody>
            <a:bodyPr/>
            <a:lstStyle/>
            <a:p>
              <a:endParaRPr lang="ko-KR" altLang="en-US"/>
            </a:p>
          </p:txBody>
        </p:sp>
        <p:sp>
          <p:nvSpPr>
            <p:cNvPr id="418750" name="Freeform 226">
              <a:extLst>
                <a:ext uri="{FF2B5EF4-FFF2-40B4-BE49-F238E27FC236}">
                  <a16:creationId xmlns:a16="http://schemas.microsoft.com/office/drawing/2014/main" id="{9B35E9BC-C3A6-EEA2-34F4-25EAFF28AB56}"/>
                </a:ext>
              </a:extLst>
            </p:cNvPr>
            <p:cNvSpPr>
              <a:spLocks/>
            </p:cNvSpPr>
            <p:nvPr/>
          </p:nvSpPr>
          <p:spPr bwMode="auto">
            <a:xfrm>
              <a:off x="2043" y="470"/>
              <a:ext cx="6" cy="5"/>
            </a:xfrm>
            <a:custGeom>
              <a:avLst/>
              <a:gdLst>
                <a:gd name="T0" fmla="*/ 0 w 70"/>
                <a:gd name="T1" fmla="*/ 0 h 63"/>
                <a:gd name="T2" fmla="*/ 0 w 70"/>
                <a:gd name="T3" fmla="*/ 0 h 63"/>
                <a:gd name="T4" fmla="*/ 0 w 70"/>
                <a:gd name="T5" fmla="*/ 0 h 63"/>
                <a:gd name="T6" fmla="*/ 0 w 70"/>
                <a:gd name="T7" fmla="*/ 0 h 63"/>
                <a:gd name="T8" fmla="*/ 0 w 70"/>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63">
                  <a:moveTo>
                    <a:pt x="47" y="0"/>
                  </a:moveTo>
                  <a:lnTo>
                    <a:pt x="0" y="40"/>
                  </a:lnTo>
                  <a:lnTo>
                    <a:pt x="23" y="63"/>
                  </a:lnTo>
                  <a:lnTo>
                    <a:pt x="70" y="40"/>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18751" name="Freeform 227">
              <a:extLst>
                <a:ext uri="{FF2B5EF4-FFF2-40B4-BE49-F238E27FC236}">
                  <a16:creationId xmlns:a16="http://schemas.microsoft.com/office/drawing/2014/main" id="{F50119A8-CD5E-E0BE-6070-1BFB91A5D809}"/>
                </a:ext>
              </a:extLst>
            </p:cNvPr>
            <p:cNvSpPr>
              <a:spLocks/>
            </p:cNvSpPr>
            <p:nvPr/>
          </p:nvSpPr>
          <p:spPr bwMode="auto">
            <a:xfrm>
              <a:off x="2092" y="537"/>
              <a:ext cx="27" cy="16"/>
            </a:xfrm>
            <a:custGeom>
              <a:avLst/>
              <a:gdLst>
                <a:gd name="T0" fmla="*/ 0 w 337"/>
                <a:gd name="T1" fmla="*/ 0 h 216"/>
                <a:gd name="T2" fmla="*/ 0 w 337"/>
                <a:gd name="T3" fmla="*/ 0 h 216"/>
                <a:gd name="T4" fmla="*/ 0 w 337"/>
                <a:gd name="T5" fmla="*/ 0 h 216"/>
                <a:gd name="T6" fmla="*/ 0 w 337"/>
                <a:gd name="T7" fmla="*/ 0 h 216"/>
                <a:gd name="T8" fmla="*/ 0 w 337"/>
                <a:gd name="T9" fmla="*/ 0 h 216"/>
                <a:gd name="T10" fmla="*/ 0 w 337"/>
                <a:gd name="T11" fmla="*/ 0 h 216"/>
                <a:gd name="T12" fmla="*/ 0 w 337"/>
                <a:gd name="T13" fmla="*/ 0 h 216"/>
                <a:gd name="T14" fmla="*/ 0 w 337"/>
                <a:gd name="T15" fmla="*/ 0 h 216"/>
                <a:gd name="T16" fmla="*/ 0 w 337"/>
                <a:gd name="T17" fmla="*/ 0 h 216"/>
                <a:gd name="T18" fmla="*/ 0 w 337"/>
                <a:gd name="T19" fmla="*/ 0 h 216"/>
                <a:gd name="T20" fmla="*/ 0 w 337"/>
                <a:gd name="T21" fmla="*/ 0 h 216"/>
                <a:gd name="T22" fmla="*/ 0 w 337"/>
                <a:gd name="T23" fmla="*/ 0 h 216"/>
                <a:gd name="T24" fmla="*/ 0 w 337"/>
                <a:gd name="T25" fmla="*/ 0 h 216"/>
                <a:gd name="T26" fmla="*/ 0 w 337"/>
                <a:gd name="T27" fmla="*/ 0 h 216"/>
                <a:gd name="T28" fmla="*/ 0 w 337"/>
                <a:gd name="T29" fmla="*/ 0 h 216"/>
                <a:gd name="T30" fmla="*/ 0 w 337"/>
                <a:gd name="T31" fmla="*/ 0 h 216"/>
                <a:gd name="T32" fmla="*/ 0 w 337"/>
                <a:gd name="T33" fmla="*/ 0 h 216"/>
                <a:gd name="T34" fmla="*/ 0 w 337"/>
                <a:gd name="T35" fmla="*/ 0 h 2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37" h="216">
                  <a:moveTo>
                    <a:pt x="337" y="24"/>
                  </a:moveTo>
                  <a:lnTo>
                    <a:pt x="314" y="64"/>
                  </a:lnTo>
                  <a:lnTo>
                    <a:pt x="268" y="111"/>
                  </a:lnTo>
                  <a:lnTo>
                    <a:pt x="314" y="157"/>
                  </a:lnTo>
                  <a:lnTo>
                    <a:pt x="268" y="204"/>
                  </a:lnTo>
                  <a:lnTo>
                    <a:pt x="221" y="204"/>
                  </a:lnTo>
                  <a:lnTo>
                    <a:pt x="111" y="204"/>
                  </a:lnTo>
                  <a:lnTo>
                    <a:pt x="42" y="216"/>
                  </a:lnTo>
                  <a:lnTo>
                    <a:pt x="18" y="181"/>
                  </a:lnTo>
                  <a:lnTo>
                    <a:pt x="35" y="157"/>
                  </a:lnTo>
                  <a:lnTo>
                    <a:pt x="0" y="99"/>
                  </a:lnTo>
                  <a:lnTo>
                    <a:pt x="18" y="87"/>
                  </a:lnTo>
                  <a:lnTo>
                    <a:pt x="24" y="35"/>
                  </a:lnTo>
                  <a:lnTo>
                    <a:pt x="42" y="24"/>
                  </a:lnTo>
                  <a:lnTo>
                    <a:pt x="129" y="64"/>
                  </a:lnTo>
                  <a:lnTo>
                    <a:pt x="221" y="0"/>
                  </a:lnTo>
                  <a:lnTo>
                    <a:pt x="268" y="47"/>
                  </a:lnTo>
                  <a:lnTo>
                    <a:pt x="337" y="24"/>
                  </a:lnTo>
                  <a:close/>
                </a:path>
              </a:pathLst>
            </a:custGeom>
            <a:solidFill>
              <a:srgbClr val="FFFFFF"/>
            </a:solidFill>
            <a:ln w="9525">
              <a:solidFill>
                <a:srgbClr val="000000"/>
              </a:solidFill>
              <a:round/>
              <a:headEnd/>
              <a:tailEnd/>
            </a:ln>
          </p:spPr>
          <p:txBody>
            <a:bodyPr/>
            <a:lstStyle/>
            <a:p>
              <a:endParaRPr lang="ko-KR" altLang="en-US"/>
            </a:p>
          </p:txBody>
        </p:sp>
        <p:sp>
          <p:nvSpPr>
            <p:cNvPr id="418752" name="Freeform 228">
              <a:extLst>
                <a:ext uri="{FF2B5EF4-FFF2-40B4-BE49-F238E27FC236}">
                  <a16:creationId xmlns:a16="http://schemas.microsoft.com/office/drawing/2014/main" id="{96E28398-F5D5-2380-C665-5FDAEDAE0A15}"/>
                </a:ext>
              </a:extLst>
            </p:cNvPr>
            <p:cNvSpPr>
              <a:spLocks/>
            </p:cNvSpPr>
            <p:nvPr/>
          </p:nvSpPr>
          <p:spPr bwMode="auto">
            <a:xfrm>
              <a:off x="2108" y="550"/>
              <a:ext cx="12" cy="11"/>
            </a:xfrm>
            <a:custGeom>
              <a:avLst/>
              <a:gdLst>
                <a:gd name="T0" fmla="*/ 0 w 139"/>
                <a:gd name="T1" fmla="*/ 0 h 145"/>
                <a:gd name="T2" fmla="*/ 0 w 139"/>
                <a:gd name="T3" fmla="*/ 0 h 145"/>
                <a:gd name="T4" fmla="*/ 0 w 139"/>
                <a:gd name="T5" fmla="*/ 0 h 145"/>
                <a:gd name="T6" fmla="*/ 0 w 139"/>
                <a:gd name="T7" fmla="*/ 0 h 145"/>
                <a:gd name="T8" fmla="*/ 0 w 139"/>
                <a:gd name="T9" fmla="*/ 0 h 145"/>
                <a:gd name="T10" fmla="*/ 0 w 139"/>
                <a:gd name="T11" fmla="*/ 0 h 145"/>
                <a:gd name="T12" fmla="*/ 0 w 139"/>
                <a:gd name="T13" fmla="*/ 0 h 145"/>
                <a:gd name="T14" fmla="*/ 0 w 139"/>
                <a:gd name="T15" fmla="*/ 0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9" h="145">
                  <a:moveTo>
                    <a:pt x="110" y="0"/>
                  </a:moveTo>
                  <a:lnTo>
                    <a:pt x="35" y="64"/>
                  </a:lnTo>
                  <a:lnTo>
                    <a:pt x="0" y="104"/>
                  </a:lnTo>
                  <a:lnTo>
                    <a:pt x="52" y="145"/>
                  </a:lnTo>
                  <a:lnTo>
                    <a:pt x="93" y="104"/>
                  </a:lnTo>
                  <a:lnTo>
                    <a:pt x="139" y="64"/>
                  </a:lnTo>
                  <a:lnTo>
                    <a:pt x="127" y="5"/>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18753" name="Freeform 229">
              <a:extLst>
                <a:ext uri="{FF2B5EF4-FFF2-40B4-BE49-F238E27FC236}">
                  <a16:creationId xmlns:a16="http://schemas.microsoft.com/office/drawing/2014/main" id="{725C374C-4C88-D292-A21A-7F6361EE9099}"/>
                </a:ext>
              </a:extLst>
            </p:cNvPr>
            <p:cNvSpPr>
              <a:spLocks/>
            </p:cNvSpPr>
            <p:nvPr/>
          </p:nvSpPr>
          <p:spPr bwMode="auto">
            <a:xfrm>
              <a:off x="2087" y="552"/>
              <a:ext cx="24" cy="28"/>
            </a:xfrm>
            <a:custGeom>
              <a:avLst/>
              <a:gdLst>
                <a:gd name="T0" fmla="*/ 0 w 314"/>
                <a:gd name="T1" fmla="*/ 0 h 360"/>
                <a:gd name="T2" fmla="*/ 0 w 314"/>
                <a:gd name="T3" fmla="*/ 0 h 360"/>
                <a:gd name="T4" fmla="*/ 0 w 314"/>
                <a:gd name="T5" fmla="*/ 0 h 360"/>
                <a:gd name="T6" fmla="*/ 0 w 314"/>
                <a:gd name="T7" fmla="*/ 0 h 360"/>
                <a:gd name="T8" fmla="*/ 0 w 314"/>
                <a:gd name="T9" fmla="*/ 0 h 360"/>
                <a:gd name="T10" fmla="*/ 0 w 314"/>
                <a:gd name="T11" fmla="*/ 0 h 360"/>
                <a:gd name="T12" fmla="*/ 0 w 314"/>
                <a:gd name="T13" fmla="*/ 0 h 360"/>
                <a:gd name="T14" fmla="*/ 0 w 314"/>
                <a:gd name="T15" fmla="*/ 0 h 360"/>
                <a:gd name="T16" fmla="*/ 0 w 314"/>
                <a:gd name="T17" fmla="*/ 0 h 360"/>
                <a:gd name="T18" fmla="*/ 0 w 314"/>
                <a:gd name="T19" fmla="*/ 0 h 360"/>
                <a:gd name="T20" fmla="*/ 0 w 314"/>
                <a:gd name="T21" fmla="*/ 0 h 360"/>
                <a:gd name="T22" fmla="*/ 0 w 314"/>
                <a:gd name="T23" fmla="*/ 0 h 360"/>
                <a:gd name="T24" fmla="*/ 0 w 314"/>
                <a:gd name="T25" fmla="*/ 0 h 360"/>
                <a:gd name="T26" fmla="*/ 0 w 314"/>
                <a:gd name="T27" fmla="*/ 0 h 360"/>
                <a:gd name="T28" fmla="*/ 0 w 314"/>
                <a:gd name="T29" fmla="*/ 0 h 360"/>
                <a:gd name="T30" fmla="*/ 0 w 314"/>
                <a:gd name="T31" fmla="*/ 0 h 360"/>
                <a:gd name="T32" fmla="*/ 0 w 314"/>
                <a:gd name="T33" fmla="*/ 0 h 360"/>
                <a:gd name="T34" fmla="*/ 0 w 314"/>
                <a:gd name="T35" fmla="*/ 0 h 360"/>
                <a:gd name="T36" fmla="*/ 0 w 314"/>
                <a:gd name="T37" fmla="*/ 0 h 360"/>
                <a:gd name="T38" fmla="*/ 0 w 314"/>
                <a:gd name="T39" fmla="*/ 0 h 360"/>
                <a:gd name="T40" fmla="*/ 0 w 314"/>
                <a:gd name="T41" fmla="*/ 0 h 360"/>
                <a:gd name="T42" fmla="*/ 0 w 314"/>
                <a:gd name="T43" fmla="*/ 0 h 360"/>
                <a:gd name="T44" fmla="*/ 0 w 314"/>
                <a:gd name="T45" fmla="*/ 0 h 360"/>
                <a:gd name="T46" fmla="*/ 0 w 314"/>
                <a:gd name="T47" fmla="*/ 0 h 360"/>
                <a:gd name="T48" fmla="*/ 0 w 314"/>
                <a:gd name="T49" fmla="*/ 0 h 360"/>
                <a:gd name="T50" fmla="*/ 0 w 314"/>
                <a:gd name="T51" fmla="*/ 0 h 360"/>
                <a:gd name="T52" fmla="*/ 0 w 314"/>
                <a:gd name="T53" fmla="*/ 0 h 360"/>
                <a:gd name="T54" fmla="*/ 0 w 314"/>
                <a:gd name="T55" fmla="*/ 0 h 360"/>
                <a:gd name="T56" fmla="*/ 0 w 314"/>
                <a:gd name="T57" fmla="*/ 0 h 360"/>
                <a:gd name="T58" fmla="*/ 0 w 314"/>
                <a:gd name="T59" fmla="*/ 0 h 360"/>
                <a:gd name="T60" fmla="*/ 0 w 314"/>
                <a:gd name="T61" fmla="*/ 0 h 360"/>
                <a:gd name="T62" fmla="*/ 0 w 314"/>
                <a:gd name="T63" fmla="*/ 0 h 360"/>
                <a:gd name="T64" fmla="*/ 0 w 314"/>
                <a:gd name="T65" fmla="*/ 0 h 3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4" h="360">
                  <a:moveTo>
                    <a:pt x="274" y="69"/>
                  </a:moveTo>
                  <a:lnTo>
                    <a:pt x="245" y="69"/>
                  </a:lnTo>
                  <a:lnTo>
                    <a:pt x="199" y="92"/>
                  </a:lnTo>
                  <a:lnTo>
                    <a:pt x="157" y="69"/>
                  </a:lnTo>
                  <a:lnTo>
                    <a:pt x="157" y="116"/>
                  </a:lnTo>
                  <a:lnTo>
                    <a:pt x="112" y="92"/>
                  </a:lnTo>
                  <a:lnTo>
                    <a:pt x="77" y="87"/>
                  </a:lnTo>
                  <a:lnTo>
                    <a:pt x="157" y="156"/>
                  </a:lnTo>
                  <a:lnTo>
                    <a:pt x="88" y="134"/>
                  </a:lnTo>
                  <a:lnTo>
                    <a:pt x="88" y="179"/>
                  </a:lnTo>
                  <a:lnTo>
                    <a:pt x="134" y="226"/>
                  </a:lnTo>
                  <a:lnTo>
                    <a:pt x="157" y="273"/>
                  </a:lnTo>
                  <a:lnTo>
                    <a:pt x="122" y="256"/>
                  </a:lnTo>
                  <a:lnTo>
                    <a:pt x="181" y="319"/>
                  </a:lnTo>
                  <a:lnTo>
                    <a:pt x="134" y="291"/>
                  </a:lnTo>
                  <a:lnTo>
                    <a:pt x="100" y="279"/>
                  </a:lnTo>
                  <a:lnTo>
                    <a:pt x="152" y="331"/>
                  </a:lnTo>
                  <a:lnTo>
                    <a:pt x="157" y="360"/>
                  </a:lnTo>
                  <a:lnTo>
                    <a:pt x="88" y="354"/>
                  </a:lnTo>
                  <a:lnTo>
                    <a:pt x="42" y="336"/>
                  </a:lnTo>
                  <a:lnTo>
                    <a:pt x="24" y="249"/>
                  </a:lnTo>
                  <a:lnTo>
                    <a:pt x="12" y="209"/>
                  </a:lnTo>
                  <a:lnTo>
                    <a:pt x="100" y="267"/>
                  </a:lnTo>
                  <a:lnTo>
                    <a:pt x="42" y="191"/>
                  </a:lnTo>
                  <a:lnTo>
                    <a:pt x="12" y="156"/>
                  </a:lnTo>
                  <a:lnTo>
                    <a:pt x="0" y="87"/>
                  </a:lnTo>
                  <a:lnTo>
                    <a:pt x="42" y="69"/>
                  </a:lnTo>
                  <a:lnTo>
                    <a:pt x="88" y="22"/>
                  </a:lnTo>
                  <a:lnTo>
                    <a:pt x="157" y="0"/>
                  </a:lnTo>
                  <a:lnTo>
                    <a:pt x="274" y="0"/>
                  </a:lnTo>
                  <a:lnTo>
                    <a:pt x="314" y="0"/>
                  </a:lnTo>
                  <a:lnTo>
                    <a:pt x="314" y="22"/>
                  </a:lnTo>
                  <a:lnTo>
                    <a:pt x="274" y="69"/>
                  </a:lnTo>
                  <a:close/>
                </a:path>
              </a:pathLst>
            </a:custGeom>
            <a:solidFill>
              <a:srgbClr val="FFFFFF"/>
            </a:solidFill>
            <a:ln w="9525">
              <a:solidFill>
                <a:srgbClr val="000000"/>
              </a:solidFill>
              <a:round/>
              <a:headEnd/>
              <a:tailEnd/>
            </a:ln>
          </p:spPr>
          <p:txBody>
            <a:bodyPr/>
            <a:lstStyle/>
            <a:p>
              <a:endParaRPr lang="ko-KR" altLang="en-US"/>
            </a:p>
          </p:txBody>
        </p:sp>
        <p:sp>
          <p:nvSpPr>
            <p:cNvPr id="418754" name="Freeform 230">
              <a:extLst>
                <a:ext uri="{FF2B5EF4-FFF2-40B4-BE49-F238E27FC236}">
                  <a16:creationId xmlns:a16="http://schemas.microsoft.com/office/drawing/2014/main" id="{D945A091-44DD-25D8-A2AC-7FEF966B6B35}"/>
                </a:ext>
              </a:extLst>
            </p:cNvPr>
            <p:cNvSpPr>
              <a:spLocks/>
            </p:cNvSpPr>
            <p:nvPr/>
          </p:nvSpPr>
          <p:spPr bwMode="auto">
            <a:xfrm>
              <a:off x="2101" y="570"/>
              <a:ext cx="7" cy="8"/>
            </a:xfrm>
            <a:custGeom>
              <a:avLst/>
              <a:gdLst>
                <a:gd name="T0" fmla="*/ 0 w 93"/>
                <a:gd name="T1" fmla="*/ 0 h 110"/>
                <a:gd name="T2" fmla="*/ 0 w 93"/>
                <a:gd name="T3" fmla="*/ 0 h 110"/>
                <a:gd name="T4" fmla="*/ 0 w 93"/>
                <a:gd name="T5" fmla="*/ 0 h 110"/>
                <a:gd name="T6" fmla="*/ 0 w 93"/>
                <a:gd name="T7" fmla="*/ 0 h 110"/>
                <a:gd name="T8" fmla="*/ 0 w 93"/>
                <a:gd name="T9" fmla="*/ 0 h 110"/>
                <a:gd name="T10" fmla="*/ 0 w 93"/>
                <a:gd name="T11" fmla="*/ 0 h 1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3" h="110">
                  <a:moveTo>
                    <a:pt x="0" y="0"/>
                  </a:moveTo>
                  <a:lnTo>
                    <a:pt x="46" y="47"/>
                  </a:lnTo>
                  <a:lnTo>
                    <a:pt x="93" y="110"/>
                  </a:lnTo>
                  <a:lnTo>
                    <a:pt x="64" y="65"/>
                  </a:lnTo>
                  <a:lnTo>
                    <a:pt x="18" y="23"/>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755" name="Freeform 231">
              <a:extLst>
                <a:ext uri="{FF2B5EF4-FFF2-40B4-BE49-F238E27FC236}">
                  <a16:creationId xmlns:a16="http://schemas.microsoft.com/office/drawing/2014/main" id="{989D27CF-C3BD-D147-A7C2-5F02F6B52932}"/>
                </a:ext>
              </a:extLst>
            </p:cNvPr>
            <p:cNvSpPr>
              <a:spLocks/>
            </p:cNvSpPr>
            <p:nvPr/>
          </p:nvSpPr>
          <p:spPr bwMode="auto">
            <a:xfrm>
              <a:off x="2097" y="589"/>
              <a:ext cx="11" cy="4"/>
            </a:xfrm>
            <a:custGeom>
              <a:avLst/>
              <a:gdLst>
                <a:gd name="T0" fmla="*/ 0 w 140"/>
                <a:gd name="T1" fmla="*/ 0 h 47"/>
                <a:gd name="T2" fmla="*/ 0 w 140"/>
                <a:gd name="T3" fmla="*/ 0 h 47"/>
                <a:gd name="T4" fmla="*/ 0 w 140"/>
                <a:gd name="T5" fmla="*/ 0 h 47"/>
                <a:gd name="T6" fmla="*/ 0 w 140"/>
                <a:gd name="T7" fmla="*/ 0 h 47"/>
                <a:gd name="T8" fmla="*/ 0 w 140"/>
                <a:gd name="T9" fmla="*/ 0 h 47"/>
                <a:gd name="T10" fmla="*/ 0 w 140"/>
                <a:gd name="T11" fmla="*/ 0 h 47"/>
                <a:gd name="T12" fmla="*/ 0 w 140"/>
                <a:gd name="T13" fmla="*/ 0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47">
                  <a:moveTo>
                    <a:pt x="0" y="23"/>
                  </a:moveTo>
                  <a:lnTo>
                    <a:pt x="23" y="47"/>
                  </a:lnTo>
                  <a:lnTo>
                    <a:pt x="65" y="47"/>
                  </a:lnTo>
                  <a:lnTo>
                    <a:pt x="140" y="23"/>
                  </a:lnTo>
                  <a:lnTo>
                    <a:pt x="93" y="23"/>
                  </a:lnTo>
                  <a:lnTo>
                    <a:pt x="0" y="0"/>
                  </a:lnTo>
                  <a:lnTo>
                    <a:pt x="0" y="23"/>
                  </a:lnTo>
                  <a:close/>
                </a:path>
              </a:pathLst>
            </a:custGeom>
            <a:solidFill>
              <a:srgbClr val="FFFFFF"/>
            </a:solidFill>
            <a:ln w="9525">
              <a:solidFill>
                <a:srgbClr val="000000"/>
              </a:solidFill>
              <a:round/>
              <a:headEnd/>
              <a:tailEnd/>
            </a:ln>
          </p:spPr>
          <p:txBody>
            <a:bodyPr/>
            <a:lstStyle/>
            <a:p>
              <a:endParaRPr lang="ko-KR" altLang="en-US"/>
            </a:p>
          </p:txBody>
        </p:sp>
        <p:sp>
          <p:nvSpPr>
            <p:cNvPr id="418756" name="Rectangle 232">
              <a:extLst>
                <a:ext uri="{FF2B5EF4-FFF2-40B4-BE49-F238E27FC236}">
                  <a16:creationId xmlns:a16="http://schemas.microsoft.com/office/drawing/2014/main" id="{369080AD-5F4C-9691-EE7B-02B75D6C8982}"/>
                </a:ext>
              </a:extLst>
            </p:cNvPr>
            <p:cNvSpPr>
              <a:spLocks noChangeArrowheads="1"/>
            </p:cNvSpPr>
            <p:nvPr/>
          </p:nvSpPr>
          <p:spPr bwMode="auto">
            <a:xfrm>
              <a:off x="2115" y="586"/>
              <a:ext cx="4" cy="2"/>
            </a:xfrm>
            <a:prstGeom prst="rect">
              <a:avLst/>
            </a:prstGeom>
            <a:solidFill>
              <a:srgbClr val="FFFFFF"/>
            </a:solidFill>
            <a:ln w="9525">
              <a:solidFill>
                <a:srgbClr val="000000"/>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757" name="Freeform 233">
              <a:extLst>
                <a:ext uri="{FF2B5EF4-FFF2-40B4-BE49-F238E27FC236}">
                  <a16:creationId xmlns:a16="http://schemas.microsoft.com/office/drawing/2014/main" id="{264CE008-5B39-DB39-2485-7E37A5F16E4B}"/>
                </a:ext>
              </a:extLst>
            </p:cNvPr>
            <p:cNvSpPr>
              <a:spLocks/>
            </p:cNvSpPr>
            <p:nvPr/>
          </p:nvSpPr>
          <p:spPr bwMode="auto">
            <a:xfrm>
              <a:off x="2049" y="524"/>
              <a:ext cx="46" cy="32"/>
            </a:xfrm>
            <a:custGeom>
              <a:avLst/>
              <a:gdLst>
                <a:gd name="T0" fmla="*/ 0 w 588"/>
                <a:gd name="T1" fmla="*/ 0 h 406"/>
                <a:gd name="T2" fmla="*/ 0 w 588"/>
                <a:gd name="T3" fmla="*/ 0 h 406"/>
                <a:gd name="T4" fmla="*/ 0 w 588"/>
                <a:gd name="T5" fmla="*/ 0 h 406"/>
                <a:gd name="T6" fmla="*/ 0 w 588"/>
                <a:gd name="T7" fmla="*/ 0 h 406"/>
                <a:gd name="T8" fmla="*/ 0 w 588"/>
                <a:gd name="T9" fmla="*/ 0 h 406"/>
                <a:gd name="T10" fmla="*/ 0 w 588"/>
                <a:gd name="T11" fmla="*/ 0 h 406"/>
                <a:gd name="T12" fmla="*/ 0 w 588"/>
                <a:gd name="T13" fmla="*/ 0 h 406"/>
                <a:gd name="T14" fmla="*/ 0 w 588"/>
                <a:gd name="T15" fmla="*/ 0 h 406"/>
                <a:gd name="T16" fmla="*/ 0 w 588"/>
                <a:gd name="T17" fmla="*/ 0 h 406"/>
                <a:gd name="T18" fmla="*/ 0 w 588"/>
                <a:gd name="T19" fmla="*/ 0 h 406"/>
                <a:gd name="T20" fmla="*/ 0 w 588"/>
                <a:gd name="T21" fmla="*/ 0 h 406"/>
                <a:gd name="T22" fmla="*/ 0 w 588"/>
                <a:gd name="T23" fmla="*/ 0 h 406"/>
                <a:gd name="T24" fmla="*/ 0 w 588"/>
                <a:gd name="T25" fmla="*/ 0 h 406"/>
                <a:gd name="T26" fmla="*/ 0 w 588"/>
                <a:gd name="T27" fmla="*/ 0 h 406"/>
                <a:gd name="T28" fmla="*/ 0 w 588"/>
                <a:gd name="T29" fmla="*/ 0 h 406"/>
                <a:gd name="T30" fmla="*/ 0 w 588"/>
                <a:gd name="T31" fmla="*/ 0 h 406"/>
                <a:gd name="T32" fmla="*/ 0 w 588"/>
                <a:gd name="T33" fmla="*/ 0 h 406"/>
                <a:gd name="T34" fmla="*/ 0 w 588"/>
                <a:gd name="T35" fmla="*/ 0 h 406"/>
                <a:gd name="T36" fmla="*/ 0 w 588"/>
                <a:gd name="T37" fmla="*/ 0 h 406"/>
                <a:gd name="T38" fmla="*/ 0 w 588"/>
                <a:gd name="T39" fmla="*/ 0 h 406"/>
                <a:gd name="T40" fmla="*/ 0 w 588"/>
                <a:gd name="T41" fmla="*/ 0 h 406"/>
                <a:gd name="T42" fmla="*/ 0 w 588"/>
                <a:gd name="T43" fmla="*/ 0 h 406"/>
                <a:gd name="T44" fmla="*/ 0 w 588"/>
                <a:gd name="T45" fmla="*/ 0 h 406"/>
                <a:gd name="T46" fmla="*/ 0 w 588"/>
                <a:gd name="T47" fmla="*/ 0 h 406"/>
                <a:gd name="T48" fmla="*/ 0 w 588"/>
                <a:gd name="T49" fmla="*/ 0 h 406"/>
                <a:gd name="T50" fmla="*/ 0 w 588"/>
                <a:gd name="T51" fmla="*/ 0 h 406"/>
                <a:gd name="T52" fmla="*/ 0 w 588"/>
                <a:gd name="T53" fmla="*/ 0 h 406"/>
                <a:gd name="T54" fmla="*/ 0 w 588"/>
                <a:gd name="T55" fmla="*/ 0 h 406"/>
                <a:gd name="T56" fmla="*/ 0 w 588"/>
                <a:gd name="T57" fmla="*/ 0 h 406"/>
                <a:gd name="T58" fmla="*/ 0 w 588"/>
                <a:gd name="T59" fmla="*/ 0 h 406"/>
                <a:gd name="T60" fmla="*/ 0 w 588"/>
                <a:gd name="T61" fmla="*/ 0 h 406"/>
                <a:gd name="T62" fmla="*/ 0 w 588"/>
                <a:gd name="T63" fmla="*/ 0 h 406"/>
                <a:gd name="T64" fmla="*/ 0 w 588"/>
                <a:gd name="T65" fmla="*/ 0 h 4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8" h="406">
                  <a:moveTo>
                    <a:pt x="23" y="23"/>
                  </a:moveTo>
                  <a:lnTo>
                    <a:pt x="0" y="63"/>
                  </a:lnTo>
                  <a:lnTo>
                    <a:pt x="47" y="86"/>
                  </a:lnTo>
                  <a:lnTo>
                    <a:pt x="180" y="110"/>
                  </a:lnTo>
                  <a:lnTo>
                    <a:pt x="180" y="133"/>
                  </a:lnTo>
                  <a:lnTo>
                    <a:pt x="157" y="133"/>
                  </a:lnTo>
                  <a:lnTo>
                    <a:pt x="204" y="203"/>
                  </a:lnTo>
                  <a:lnTo>
                    <a:pt x="274" y="250"/>
                  </a:lnTo>
                  <a:lnTo>
                    <a:pt x="366" y="267"/>
                  </a:lnTo>
                  <a:lnTo>
                    <a:pt x="389" y="313"/>
                  </a:lnTo>
                  <a:lnTo>
                    <a:pt x="431" y="313"/>
                  </a:lnTo>
                  <a:lnTo>
                    <a:pt x="476" y="337"/>
                  </a:lnTo>
                  <a:lnTo>
                    <a:pt x="518" y="382"/>
                  </a:lnTo>
                  <a:lnTo>
                    <a:pt x="541" y="406"/>
                  </a:lnTo>
                  <a:lnTo>
                    <a:pt x="588" y="382"/>
                  </a:lnTo>
                  <a:lnTo>
                    <a:pt x="564" y="337"/>
                  </a:lnTo>
                  <a:lnTo>
                    <a:pt x="588" y="313"/>
                  </a:lnTo>
                  <a:lnTo>
                    <a:pt x="541" y="250"/>
                  </a:lnTo>
                  <a:lnTo>
                    <a:pt x="570" y="243"/>
                  </a:lnTo>
                  <a:lnTo>
                    <a:pt x="570" y="203"/>
                  </a:lnTo>
                  <a:lnTo>
                    <a:pt x="581" y="173"/>
                  </a:lnTo>
                  <a:lnTo>
                    <a:pt x="570" y="156"/>
                  </a:lnTo>
                  <a:lnTo>
                    <a:pt x="500" y="133"/>
                  </a:lnTo>
                  <a:lnTo>
                    <a:pt x="453" y="86"/>
                  </a:lnTo>
                  <a:lnTo>
                    <a:pt x="453" y="63"/>
                  </a:lnTo>
                  <a:lnTo>
                    <a:pt x="366" y="86"/>
                  </a:lnTo>
                  <a:lnTo>
                    <a:pt x="319" y="110"/>
                  </a:lnTo>
                  <a:lnTo>
                    <a:pt x="274" y="46"/>
                  </a:lnTo>
                  <a:lnTo>
                    <a:pt x="180" y="0"/>
                  </a:lnTo>
                  <a:lnTo>
                    <a:pt x="140" y="23"/>
                  </a:lnTo>
                  <a:lnTo>
                    <a:pt x="110" y="23"/>
                  </a:lnTo>
                  <a:lnTo>
                    <a:pt x="70" y="23"/>
                  </a:lnTo>
                  <a:lnTo>
                    <a:pt x="23" y="23"/>
                  </a:lnTo>
                  <a:close/>
                </a:path>
              </a:pathLst>
            </a:custGeom>
            <a:solidFill>
              <a:srgbClr val="FFFFFF"/>
            </a:solidFill>
            <a:ln w="9525">
              <a:solidFill>
                <a:srgbClr val="000000"/>
              </a:solidFill>
              <a:round/>
              <a:headEnd/>
              <a:tailEnd/>
            </a:ln>
          </p:spPr>
          <p:txBody>
            <a:bodyPr/>
            <a:lstStyle/>
            <a:p>
              <a:endParaRPr lang="ko-KR" altLang="en-US"/>
            </a:p>
          </p:txBody>
        </p:sp>
        <p:sp>
          <p:nvSpPr>
            <p:cNvPr id="418758" name="Freeform 234">
              <a:extLst>
                <a:ext uri="{FF2B5EF4-FFF2-40B4-BE49-F238E27FC236}">
                  <a16:creationId xmlns:a16="http://schemas.microsoft.com/office/drawing/2014/main" id="{35828B37-5867-3530-4060-5649124198BE}"/>
                </a:ext>
              </a:extLst>
            </p:cNvPr>
            <p:cNvSpPr>
              <a:spLocks/>
            </p:cNvSpPr>
            <p:nvPr/>
          </p:nvSpPr>
          <p:spPr bwMode="auto">
            <a:xfrm>
              <a:off x="2037" y="510"/>
              <a:ext cx="34" cy="16"/>
            </a:xfrm>
            <a:custGeom>
              <a:avLst/>
              <a:gdLst>
                <a:gd name="T0" fmla="*/ 0 w 425"/>
                <a:gd name="T1" fmla="*/ 0 h 204"/>
                <a:gd name="T2" fmla="*/ 0 w 425"/>
                <a:gd name="T3" fmla="*/ 0 h 204"/>
                <a:gd name="T4" fmla="*/ 0 w 425"/>
                <a:gd name="T5" fmla="*/ 0 h 204"/>
                <a:gd name="T6" fmla="*/ 0 w 425"/>
                <a:gd name="T7" fmla="*/ 0 h 204"/>
                <a:gd name="T8" fmla="*/ 0 w 425"/>
                <a:gd name="T9" fmla="*/ 0 h 204"/>
                <a:gd name="T10" fmla="*/ 0 w 425"/>
                <a:gd name="T11" fmla="*/ 0 h 204"/>
                <a:gd name="T12" fmla="*/ 0 w 425"/>
                <a:gd name="T13" fmla="*/ 0 h 204"/>
                <a:gd name="T14" fmla="*/ 0 w 425"/>
                <a:gd name="T15" fmla="*/ 0 h 204"/>
                <a:gd name="T16" fmla="*/ 0 w 425"/>
                <a:gd name="T17" fmla="*/ 0 h 204"/>
                <a:gd name="T18" fmla="*/ 0 w 425"/>
                <a:gd name="T19" fmla="*/ 0 h 204"/>
                <a:gd name="T20" fmla="*/ 0 w 425"/>
                <a:gd name="T21" fmla="*/ 0 h 204"/>
                <a:gd name="T22" fmla="*/ 0 w 425"/>
                <a:gd name="T23" fmla="*/ 0 h 204"/>
                <a:gd name="T24" fmla="*/ 0 w 425"/>
                <a:gd name="T25" fmla="*/ 0 h 204"/>
                <a:gd name="T26" fmla="*/ 0 w 425"/>
                <a:gd name="T27" fmla="*/ 0 h 204"/>
                <a:gd name="T28" fmla="*/ 0 w 425"/>
                <a:gd name="T29" fmla="*/ 0 h 204"/>
                <a:gd name="T30" fmla="*/ 0 w 425"/>
                <a:gd name="T31" fmla="*/ 0 h 204"/>
                <a:gd name="T32" fmla="*/ 0 w 425"/>
                <a:gd name="T33" fmla="*/ 0 h 204"/>
                <a:gd name="T34" fmla="*/ 0 w 425"/>
                <a:gd name="T35" fmla="*/ 0 h 204"/>
                <a:gd name="T36" fmla="*/ 0 w 425"/>
                <a:gd name="T37" fmla="*/ 0 h 204"/>
                <a:gd name="T38" fmla="*/ 0 w 425"/>
                <a:gd name="T39" fmla="*/ 0 h 204"/>
                <a:gd name="T40" fmla="*/ 0 w 425"/>
                <a:gd name="T41" fmla="*/ 0 h 204"/>
                <a:gd name="T42" fmla="*/ 0 w 425"/>
                <a:gd name="T43" fmla="*/ 0 h 204"/>
                <a:gd name="T44" fmla="*/ 0 w 425"/>
                <a:gd name="T45" fmla="*/ 0 h 204"/>
                <a:gd name="T46" fmla="*/ 0 w 425"/>
                <a:gd name="T47" fmla="*/ 0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5" h="204">
                  <a:moveTo>
                    <a:pt x="0" y="134"/>
                  </a:moveTo>
                  <a:lnTo>
                    <a:pt x="6" y="157"/>
                  </a:lnTo>
                  <a:lnTo>
                    <a:pt x="70" y="181"/>
                  </a:lnTo>
                  <a:lnTo>
                    <a:pt x="100" y="134"/>
                  </a:lnTo>
                  <a:lnTo>
                    <a:pt x="187" y="152"/>
                  </a:lnTo>
                  <a:lnTo>
                    <a:pt x="187" y="181"/>
                  </a:lnTo>
                  <a:lnTo>
                    <a:pt x="163" y="204"/>
                  </a:lnTo>
                  <a:lnTo>
                    <a:pt x="285" y="198"/>
                  </a:lnTo>
                  <a:lnTo>
                    <a:pt x="320" y="181"/>
                  </a:lnTo>
                  <a:lnTo>
                    <a:pt x="344" y="181"/>
                  </a:lnTo>
                  <a:lnTo>
                    <a:pt x="367" y="134"/>
                  </a:lnTo>
                  <a:lnTo>
                    <a:pt x="425" y="94"/>
                  </a:lnTo>
                  <a:lnTo>
                    <a:pt x="407" y="47"/>
                  </a:lnTo>
                  <a:lnTo>
                    <a:pt x="390" y="24"/>
                  </a:lnTo>
                  <a:lnTo>
                    <a:pt x="372" y="24"/>
                  </a:lnTo>
                  <a:lnTo>
                    <a:pt x="320" y="0"/>
                  </a:lnTo>
                  <a:lnTo>
                    <a:pt x="280" y="12"/>
                  </a:lnTo>
                  <a:lnTo>
                    <a:pt x="210" y="24"/>
                  </a:lnTo>
                  <a:lnTo>
                    <a:pt x="163" y="42"/>
                  </a:lnTo>
                  <a:lnTo>
                    <a:pt x="163" y="87"/>
                  </a:lnTo>
                  <a:lnTo>
                    <a:pt x="140" y="87"/>
                  </a:lnTo>
                  <a:lnTo>
                    <a:pt x="53" y="87"/>
                  </a:lnTo>
                  <a:lnTo>
                    <a:pt x="12" y="99"/>
                  </a:lnTo>
                  <a:lnTo>
                    <a:pt x="0" y="134"/>
                  </a:lnTo>
                  <a:close/>
                </a:path>
              </a:pathLst>
            </a:custGeom>
            <a:solidFill>
              <a:srgbClr val="FFFFFF"/>
            </a:solidFill>
            <a:ln w="9525">
              <a:solidFill>
                <a:srgbClr val="000000"/>
              </a:solidFill>
              <a:round/>
              <a:headEnd/>
              <a:tailEnd/>
            </a:ln>
          </p:spPr>
          <p:txBody>
            <a:bodyPr/>
            <a:lstStyle/>
            <a:p>
              <a:endParaRPr lang="ko-KR" altLang="en-US"/>
            </a:p>
          </p:txBody>
        </p:sp>
        <p:sp>
          <p:nvSpPr>
            <p:cNvPr id="418759" name="Freeform 235">
              <a:extLst>
                <a:ext uri="{FF2B5EF4-FFF2-40B4-BE49-F238E27FC236}">
                  <a16:creationId xmlns:a16="http://schemas.microsoft.com/office/drawing/2014/main" id="{671E0227-69FB-B302-83D8-66B88F8C5508}"/>
                </a:ext>
              </a:extLst>
            </p:cNvPr>
            <p:cNvSpPr>
              <a:spLocks/>
            </p:cNvSpPr>
            <p:nvPr/>
          </p:nvSpPr>
          <p:spPr bwMode="auto">
            <a:xfrm>
              <a:off x="2064" y="515"/>
              <a:ext cx="30" cy="18"/>
            </a:xfrm>
            <a:custGeom>
              <a:avLst/>
              <a:gdLst>
                <a:gd name="T0" fmla="*/ 0 w 372"/>
                <a:gd name="T1" fmla="*/ 0 h 227"/>
                <a:gd name="T2" fmla="*/ 0 w 372"/>
                <a:gd name="T3" fmla="*/ 0 h 227"/>
                <a:gd name="T4" fmla="*/ 0 w 372"/>
                <a:gd name="T5" fmla="*/ 0 h 227"/>
                <a:gd name="T6" fmla="*/ 0 w 372"/>
                <a:gd name="T7" fmla="*/ 0 h 227"/>
                <a:gd name="T8" fmla="*/ 0 w 372"/>
                <a:gd name="T9" fmla="*/ 0 h 227"/>
                <a:gd name="T10" fmla="*/ 0 w 372"/>
                <a:gd name="T11" fmla="*/ 0 h 227"/>
                <a:gd name="T12" fmla="*/ 0 w 372"/>
                <a:gd name="T13" fmla="*/ 0 h 227"/>
                <a:gd name="T14" fmla="*/ 0 w 372"/>
                <a:gd name="T15" fmla="*/ 0 h 227"/>
                <a:gd name="T16" fmla="*/ 0 w 372"/>
                <a:gd name="T17" fmla="*/ 0 h 227"/>
                <a:gd name="T18" fmla="*/ 0 w 372"/>
                <a:gd name="T19" fmla="*/ 0 h 227"/>
                <a:gd name="T20" fmla="*/ 0 w 372"/>
                <a:gd name="T21" fmla="*/ 0 h 227"/>
                <a:gd name="T22" fmla="*/ 0 w 372"/>
                <a:gd name="T23" fmla="*/ 0 h 227"/>
                <a:gd name="T24" fmla="*/ 0 w 372"/>
                <a:gd name="T25" fmla="*/ 0 h 227"/>
                <a:gd name="T26" fmla="*/ 0 w 372"/>
                <a:gd name="T27" fmla="*/ 0 h 227"/>
                <a:gd name="T28" fmla="*/ 0 w 372"/>
                <a:gd name="T29" fmla="*/ 0 h 227"/>
                <a:gd name="T30" fmla="*/ 0 w 372"/>
                <a:gd name="T31" fmla="*/ 0 h 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72" h="227">
                  <a:moveTo>
                    <a:pt x="104" y="23"/>
                  </a:moveTo>
                  <a:lnTo>
                    <a:pt x="35" y="70"/>
                  </a:lnTo>
                  <a:lnTo>
                    <a:pt x="0" y="123"/>
                  </a:lnTo>
                  <a:lnTo>
                    <a:pt x="70" y="157"/>
                  </a:lnTo>
                  <a:lnTo>
                    <a:pt x="104" y="203"/>
                  </a:lnTo>
                  <a:lnTo>
                    <a:pt x="116" y="227"/>
                  </a:lnTo>
                  <a:lnTo>
                    <a:pt x="174" y="203"/>
                  </a:lnTo>
                  <a:lnTo>
                    <a:pt x="204" y="198"/>
                  </a:lnTo>
                  <a:lnTo>
                    <a:pt x="239" y="180"/>
                  </a:lnTo>
                  <a:lnTo>
                    <a:pt x="261" y="163"/>
                  </a:lnTo>
                  <a:lnTo>
                    <a:pt x="308" y="117"/>
                  </a:lnTo>
                  <a:lnTo>
                    <a:pt x="349" y="65"/>
                  </a:lnTo>
                  <a:lnTo>
                    <a:pt x="372" y="0"/>
                  </a:lnTo>
                  <a:lnTo>
                    <a:pt x="261" y="6"/>
                  </a:lnTo>
                  <a:lnTo>
                    <a:pt x="197" y="23"/>
                  </a:lnTo>
                  <a:lnTo>
                    <a:pt x="104" y="23"/>
                  </a:lnTo>
                  <a:close/>
                </a:path>
              </a:pathLst>
            </a:custGeom>
            <a:solidFill>
              <a:srgbClr val="FFFFFF"/>
            </a:solidFill>
            <a:ln w="9525">
              <a:solidFill>
                <a:srgbClr val="000000"/>
              </a:solidFill>
              <a:round/>
              <a:headEnd/>
              <a:tailEnd/>
            </a:ln>
          </p:spPr>
          <p:txBody>
            <a:bodyPr/>
            <a:lstStyle/>
            <a:p>
              <a:endParaRPr lang="ko-KR" altLang="en-US"/>
            </a:p>
          </p:txBody>
        </p:sp>
        <p:sp>
          <p:nvSpPr>
            <p:cNvPr id="418760" name="Freeform 236">
              <a:extLst>
                <a:ext uri="{FF2B5EF4-FFF2-40B4-BE49-F238E27FC236}">
                  <a16:creationId xmlns:a16="http://schemas.microsoft.com/office/drawing/2014/main" id="{29AAE75C-EB02-1263-3F14-F5D8C443EB79}"/>
                </a:ext>
              </a:extLst>
            </p:cNvPr>
            <p:cNvSpPr>
              <a:spLocks/>
            </p:cNvSpPr>
            <p:nvPr/>
          </p:nvSpPr>
          <p:spPr bwMode="auto">
            <a:xfrm>
              <a:off x="2034" y="518"/>
              <a:ext cx="5" cy="3"/>
            </a:xfrm>
            <a:custGeom>
              <a:avLst/>
              <a:gdLst>
                <a:gd name="T0" fmla="*/ 0 w 52"/>
                <a:gd name="T1" fmla="*/ 0 h 41"/>
                <a:gd name="T2" fmla="*/ 0 w 52"/>
                <a:gd name="T3" fmla="*/ 0 h 41"/>
                <a:gd name="T4" fmla="*/ 0 w 52"/>
                <a:gd name="T5" fmla="*/ 0 h 41"/>
                <a:gd name="T6" fmla="*/ 0 w 52"/>
                <a:gd name="T7" fmla="*/ 0 h 41"/>
                <a:gd name="T8" fmla="*/ 0 w 52"/>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41">
                  <a:moveTo>
                    <a:pt x="52" y="0"/>
                  </a:moveTo>
                  <a:lnTo>
                    <a:pt x="0" y="0"/>
                  </a:lnTo>
                  <a:lnTo>
                    <a:pt x="6" y="35"/>
                  </a:lnTo>
                  <a:lnTo>
                    <a:pt x="35" y="41"/>
                  </a:lnTo>
                  <a:lnTo>
                    <a:pt x="52" y="0"/>
                  </a:lnTo>
                  <a:close/>
                </a:path>
              </a:pathLst>
            </a:custGeom>
            <a:solidFill>
              <a:srgbClr val="FFFFFF"/>
            </a:solidFill>
            <a:ln w="9525">
              <a:solidFill>
                <a:srgbClr val="000000"/>
              </a:solidFill>
              <a:round/>
              <a:headEnd/>
              <a:tailEnd/>
            </a:ln>
          </p:spPr>
          <p:txBody>
            <a:bodyPr/>
            <a:lstStyle/>
            <a:p>
              <a:endParaRPr lang="ko-KR" altLang="en-US"/>
            </a:p>
          </p:txBody>
        </p:sp>
        <p:sp>
          <p:nvSpPr>
            <p:cNvPr id="418761" name="Freeform 237">
              <a:extLst>
                <a:ext uri="{FF2B5EF4-FFF2-40B4-BE49-F238E27FC236}">
                  <a16:creationId xmlns:a16="http://schemas.microsoft.com/office/drawing/2014/main" id="{F503A91C-A367-3991-B4C5-43F84A41B606}"/>
                </a:ext>
              </a:extLst>
            </p:cNvPr>
            <p:cNvSpPr>
              <a:spLocks/>
            </p:cNvSpPr>
            <p:nvPr/>
          </p:nvSpPr>
          <p:spPr bwMode="auto">
            <a:xfrm>
              <a:off x="2019" y="517"/>
              <a:ext cx="16" cy="12"/>
            </a:xfrm>
            <a:custGeom>
              <a:avLst/>
              <a:gdLst>
                <a:gd name="T0" fmla="*/ 0 w 192"/>
                <a:gd name="T1" fmla="*/ 0 h 162"/>
                <a:gd name="T2" fmla="*/ 0 w 192"/>
                <a:gd name="T3" fmla="*/ 0 h 162"/>
                <a:gd name="T4" fmla="*/ 0 w 192"/>
                <a:gd name="T5" fmla="*/ 0 h 162"/>
                <a:gd name="T6" fmla="*/ 0 w 192"/>
                <a:gd name="T7" fmla="*/ 0 h 162"/>
                <a:gd name="T8" fmla="*/ 0 w 192"/>
                <a:gd name="T9" fmla="*/ 0 h 162"/>
                <a:gd name="T10" fmla="*/ 0 w 192"/>
                <a:gd name="T11" fmla="*/ 0 h 162"/>
                <a:gd name="T12" fmla="*/ 0 w 192"/>
                <a:gd name="T13" fmla="*/ 0 h 162"/>
                <a:gd name="T14" fmla="*/ 0 w 192"/>
                <a:gd name="T15" fmla="*/ 0 h 162"/>
                <a:gd name="T16" fmla="*/ 0 w 192"/>
                <a:gd name="T17" fmla="*/ 0 h 162"/>
                <a:gd name="T18" fmla="*/ 0 w 192"/>
                <a:gd name="T19" fmla="*/ 0 h 162"/>
                <a:gd name="T20" fmla="*/ 0 w 192"/>
                <a:gd name="T21" fmla="*/ 0 h 162"/>
                <a:gd name="T22" fmla="*/ 0 w 192"/>
                <a:gd name="T23" fmla="*/ 0 h 162"/>
                <a:gd name="T24" fmla="*/ 0 w 192"/>
                <a:gd name="T25" fmla="*/ 0 h 1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2" h="162">
                  <a:moveTo>
                    <a:pt x="181" y="23"/>
                  </a:moveTo>
                  <a:lnTo>
                    <a:pt x="99" y="0"/>
                  </a:lnTo>
                  <a:lnTo>
                    <a:pt x="47" y="29"/>
                  </a:lnTo>
                  <a:lnTo>
                    <a:pt x="0" y="75"/>
                  </a:lnTo>
                  <a:lnTo>
                    <a:pt x="24" y="145"/>
                  </a:lnTo>
                  <a:lnTo>
                    <a:pt x="70" y="162"/>
                  </a:lnTo>
                  <a:lnTo>
                    <a:pt x="117" y="145"/>
                  </a:lnTo>
                  <a:lnTo>
                    <a:pt x="122" y="99"/>
                  </a:lnTo>
                  <a:lnTo>
                    <a:pt x="140" y="99"/>
                  </a:lnTo>
                  <a:lnTo>
                    <a:pt x="164" y="87"/>
                  </a:lnTo>
                  <a:lnTo>
                    <a:pt x="181" y="75"/>
                  </a:lnTo>
                  <a:lnTo>
                    <a:pt x="192" y="52"/>
                  </a:lnTo>
                  <a:lnTo>
                    <a:pt x="181" y="23"/>
                  </a:lnTo>
                  <a:close/>
                </a:path>
              </a:pathLst>
            </a:custGeom>
            <a:solidFill>
              <a:srgbClr val="FFFFFF"/>
            </a:solidFill>
            <a:ln w="9525">
              <a:solidFill>
                <a:srgbClr val="000000"/>
              </a:solidFill>
              <a:round/>
              <a:headEnd/>
              <a:tailEnd/>
            </a:ln>
          </p:spPr>
          <p:txBody>
            <a:bodyPr/>
            <a:lstStyle/>
            <a:p>
              <a:endParaRPr lang="ko-KR" altLang="en-US"/>
            </a:p>
          </p:txBody>
        </p:sp>
        <p:sp>
          <p:nvSpPr>
            <p:cNvPr id="418762" name="Freeform 238">
              <a:extLst>
                <a:ext uri="{FF2B5EF4-FFF2-40B4-BE49-F238E27FC236}">
                  <a16:creationId xmlns:a16="http://schemas.microsoft.com/office/drawing/2014/main" id="{A1E11F72-1AAE-24DB-C993-8B67B95292CE}"/>
                </a:ext>
              </a:extLst>
            </p:cNvPr>
            <p:cNvSpPr>
              <a:spLocks/>
            </p:cNvSpPr>
            <p:nvPr/>
          </p:nvSpPr>
          <p:spPr bwMode="auto">
            <a:xfrm>
              <a:off x="2018" y="521"/>
              <a:ext cx="54" cy="51"/>
            </a:xfrm>
            <a:custGeom>
              <a:avLst/>
              <a:gdLst>
                <a:gd name="T0" fmla="*/ 0 w 680"/>
                <a:gd name="T1" fmla="*/ 0 h 656"/>
                <a:gd name="T2" fmla="*/ 0 w 680"/>
                <a:gd name="T3" fmla="*/ 0 h 656"/>
                <a:gd name="T4" fmla="*/ 0 w 680"/>
                <a:gd name="T5" fmla="*/ 0 h 656"/>
                <a:gd name="T6" fmla="*/ 0 w 680"/>
                <a:gd name="T7" fmla="*/ 0 h 656"/>
                <a:gd name="T8" fmla="*/ 0 w 680"/>
                <a:gd name="T9" fmla="*/ 0 h 656"/>
                <a:gd name="T10" fmla="*/ 0 w 680"/>
                <a:gd name="T11" fmla="*/ 0 h 656"/>
                <a:gd name="T12" fmla="*/ 0 w 680"/>
                <a:gd name="T13" fmla="*/ 0 h 656"/>
                <a:gd name="T14" fmla="*/ 0 w 680"/>
                <a:gd name="T15" fmla="*/ 0 h 656"/>
                <a:gd name="T16" fmla="*/ 0 w 680"/>
                <a:gd name="T17" fmla="*/ 0 h 656"/>
                <a:gd name="T18" fmla="*/ 0 w 680"/>
                <a:gd name="T19" fmla="*/ 0 h 656"/>
                <a:gd name="T20" fmla="*/ 0 w 680"/>
                <a:gd name="T21" fmla="*/ 0 h 656"/>
                <a:gd name="T22" fmla="*/ 0 w 680"/>
                <a:gd name="T23" fmla="*/ 0 h 656"/>
                <a:gd name="T24" fmla="*/ 0 w 680"/>
                <a:gd name="T25" fmla="*/ 0 h 656"/>
                <a:gd name="T26" fmla="*/ 0 w 680"/>
                <a:gd name="T27" fmla="*/ 0 h 656"/>
                <a:gd name="T28" fmla="*/ 0 w 680"/>
                <a:gd name="T29" fmla="*/ 0 h 656"/>
                <a:gd name="T30" fmla="*/ 0 w 680"/>
                <a:gd name="T31" fmla="*/ 0 h 656"/>
                <a:gd name="T32" fmla="*/ 0 w 680"/>
                <a:gd name="T33" fmla="*/ 0 h 656"/>
                <a:gd name="T34" fmla="*/ 0 w 680"/>
                <a:gd name="T35" fmla="*/ 0 h 656"/>
                <a:gd name="T36" fmla="*/ 0 w 680"/>
                <a:gd name="T37" fmla="*/ 0 h 656"/>
                <a:gd name="T38" fmla="*/ 0 w 680"/>
                <a:gd name="T39" fmla="*/ 0 h 656"/>
                <a:gd name="T40" fmla="*/ 0 w 680"/>
                <a:gd name="T41" fmla="*/ 0 h 656"/>
                <a:gd name="T42" fmla="*/ 0 w 680"/>
                <a:gd name="T43" fmla="*/ 0 h 656"/>
                <a:gd name="T44" fmla="*/ 0 w 680"/>
                <a:gd name="T45" fmla="*/ 0 h 656"/>
                <a:gd name="T46" fmla="*/ 0 w 680"/>
                <a:gd name="T47" fmla="*/ 0 h 656"/>
                <a:gd name="T48" fmla="*/ 0 w 680"/>
                <a:gd name="T49" fmla="*/ 0 h 656"/>
                <a:gd name="T50" fmla="*/ 0 w 680"/>
                <a:gd name="T51" fmla="*/ 0 h 656"/>
                <a:gd name="T52" fmla="*/ 0 w 680"/>
                <a:gd name="T53" fmla="*/ 0 h 656"/>
                <a:gd name="T54" fmla="*/ 0 w 680"/>
                <a:gd name="T55" fmla="*/ 0 h 656"/>
                <a:gd name="T56" fmla="*/ 0 w 680"/>
                <a:gd name="T57" fmla="*/ 0 h 656"/>
                <a:gd name="T58" fmla="*/ 0 w 680"/>
                <a:gd name="T59" fmla="*/ 0 h 656"/>
                <a:gd name="T60" fmla="*/ 0 w 680"/>
                <a:gd name="T61" fmla="*/ 0 h 656"/>
                <a:gd name="T62" fmla="*/ 0 w 680"/>
                <a:gd name="T63" fmla="*/ 0 h 656"/>
                <a:gd name="T64" fmla="*/ 0 w 680"/>
                <a:gd name="T65" fmla="*/ 0 h 656"/>
                <a:gd name="T66" fmla="*/ 0 w 680"/>
                <a:gd name="T67" fmla="*/ 0 h 656"/>
                <a:gd name="T68" fmla="*/ 0 w 680"/>
                <a:gd name="T69" fmla="*/ 0 h 656"/>
                <a:gd name="T70" fmla="*/ 0 w 680"/>
                <a:gd name="T71" fmla="*/ 0 h 656"/>
                <a:gd name="T72" fmla="*/ 0 w 680"/>
                <a:gd name="T73" fmla="*/ 0 h 656"/>
                <a:gd name="T74" fmla="*/ 0 w 680"/>
                <a:gd name="T75" fmla="*/ 0 h 656"/>
                <a:gd name="T76" fmla="*/ 0 w 680"/>
                <a:gd name="T77" fmla="*/ 0 h 656"/>
                <a:gd name="T78" fmla="*/ 0 w 680"/>
                <a:gd name="T79" fmla="*/ 0 h 656"/>
                <a:gd name="T80" fmla="*/ 0 w 680"/>
                <a:gd name="T81" fmla="*/ 0 h 656"/>
                <a:gd name="T82" fmla="*/ 0 w 680"/>
                <a:gd name="T83" fmla="*/ 0 h 656"/>
                <a:gd name="T84" fmla="*/ 0 w 680"/>
                <a:gd name="T85" fmla="*/ 0 h 656"/>
                <a:gd name="T86" fmla="*/ 0 w 680"/>
                <a:gd name="T87" fmla="*/ 0 h 656"/>
                <a:gd name="T88" fmla="*/ 0 w 680"/>
                <a:gd name="T89" fmla="*/ 0 h 656"/>
                <a:gd name="T90" fmla="*/ 0 w 680"/>
                <a:gd name="T91" fmla="*/ 0 h 656"/>
                <a:gd name="T92" fmla="*/ 0 w 680"/>
                <a:gd name="T93" fmla="*/ 0 h 656"/>
                <a:gd name="T94" fmla="*/ 0 w 680"/>
                <a:gd name="T95" fmla="*/ 0 h 656"/>
                <a:gd name="T96" fmla="*/ 0 w 680"/>
                <a:gd name="T97" fmla="*/ 0 h 6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80" h="656">
                  <a:moveTo>
                    <a:pt x="53" y="93"/>
                  </a:moveTo>
                  <a:lnTo>
                    <a:pt x="41" y="128"/>
                  </a:lnTo>
                  <a:lnTo>
                    <a:pt x="18" y="140"/>
                  </a:lnTo>
                  <a:lnTo>
                    <a:pt x="6" y="175"/>
                  </a:lnTo>
                  <a:lnTo>
                    <a:pt x="0" y="203"/>
                  </a:lnTo>
                  <a:lnTo>
                    <a:pt x="0" y="255"/>
                  </a:lnTo>
                  <a:lnTo>
                    <a:pt x="30" y="238"/>
                  </a:lnTo>
                  <a:lnTo>
                    <a:pt x="65" y="220"/>
                  </a:lnTo>
                  <a:lnTo>
                    <a:pt x="122" y="203"/>
                  </a:lnTo>
                  <a:lnTo>
                    <a:pt x="180" y="180"/>
                  </a:lnTo>
                  <a:lnTo>
                    <a:pt x="274" y="203"/>
                  </a:lnTo>
                  <a:lnTo>
                    <a:pt x="297" y="250"/>
                  </a:lnTo>
                  <a:lnTo>
                    <a:pt x="297" y="290"/>
                  </a:lnTo>
                  <a:lnTo>
                    <a:pt x="431" y="429"/>
                  </a:lnTo>
                  <a:lnTo>
                    <a:pt x="494" y="441"/>
                  </a:lnTo>
                  <a:lnTo>
                    <a:pt x="564" y="499"/>
                  </a:lnTo>
                  <a:lnTo>
                    <a:pt x="588" y="563"/>
                  </a:lnTo>
                  <a:lnTo>
                    <a:pt x="558" y="610"/>
                  </a:lnTo>
                  <a:lnTo>
                    <a:pt x="564" y="656"/>
                  </a:lnTo>
                  <a:lnTo>
                    <a:pt x="628" y="575"/>
                  </a:lnTo>
                  <a:lnTo>
                    <a:pt x="605" y="511"/>
                  </a:lnTo>
                  <a:lnTo>
                    <a:pt x="611" y="453"/>
                  </a:lnTo>
                  <a:lnTo>
                    <a:pt x="651" y="499"/>
                  </a:lnTo>
                  <a:lnTo>
                    <a:pt x="680" y="523"/>
                  </a:lnTo>
                  <a:lnTo>
                    <a:pt x="680" y="476"/>
                  </a:lnTo>
                  <a:lnTo>
                    <a:pt x="611" y="407"/>
                  </a:lnTo>
                  <a:lnTo>
                    <a:pt x="588" y="407"/>
                  </a:lnTo>
                  <a:lnTo>
                    <a:pt x="564" y="360"/>
                  </a:lnTo>
                  <a:lnTo>
                    <a:pt x="524" y="342"/>
                  </a:lnTo>
                  <a:lnTo>
                    <a:pt x="477" y="314"/>
                  </a:lnTo>
                  <a:lnTo>
                    <a:pt x="424" y="279"/>
                  </a:lnTo>
                  <a:lnTo>
                    <a:pt x="384" y="227"/>
                  </a:lnTo>
                  <a:lnTo>
                    <a:pt x="361" y="180"/>
                  </a:lnTo>
                  <a:lnTo>
                    <a:pt x="361" y="157"/>
                  </a:lnTo>
                  <a:lnTo>
                    <a:pt x="361" y="110"/>
                  </a:lnTo>
                  <a:lnTo>
                    <a:pt x="384" y="110"/>
                  </a:lnTo>
                  <a:lnTo>
                    <a:pt x="407" y="70"/>
                  </a:lnTo>
                  <a:lnTo>
                    <a:pt x="431" y="47"/>
                  </a:lnTo>
                  <a:lnTo>
                    <a:pt x="431" y="23"/>
                  </a:lnTo>
                  <a:lnTo>
                    <a:pt x="337" y="0"/>
                  </a:lnTo>
                  <a:lnTo>
                    <a:pt x="314" y="47"/>
                  </a:lnTo>
                  <a:lnTo>
                    <a:pt x="250" y="23"/>
                  </a:lnTo>
                  <a:lnTo>
                    <a:pt x="227" y="0"/>
                  </a:lnTo>
                  <a:lnTo>
                    <a:pt x="180" y="41"/>
                  </a:lnTo>
                  <a:lnTo>
                    <a:pt x="140" y="47"/>
                  </a:lnTo>
                  <a:lnTo>
                    <a:pt x="134" y="87"/>
                  </a:lnTo>
                  <a:lnTo>
                    <a:pt x="100" y="110"/>
                  </a:lnTo>
                  <a:lnTo>
                    <a:pt x="70" y="110"/>
                  </a:lnTo>
                  <a:lnTo>
                    <a:pt x="53" y="93"/>
                  </a:lnTo>
                  <a:close/>
                </a:path>
              </a:pathLst>
            </a:custGeom>
            <a:solidFill>
              <a:srgbClr val="FFFFFF"/>
            </a:solidFill>
            <a:ln w="9525">
              <a:solidFill>
                <a:srgbClr val="000000"/>
              </a:solidFill>
              <a:round/>
              <a:headEnd/>
              <a:tailEnd/>
            </a:ln>
          </p:spPr>
          <p:txBody>
            <a:bodyPr/>
            <a:lstStyle/>
            <a:p>
              <a:endParaRPr lang="ko-KR" altLang="en-US"/>
            </a:p>
          </p:txBody>
        </p:sp>
        <p:sp>
          <p:nvSpPr>
            <p:cNvPr id="418763" name="Freeform 239">
              <a:extLst>
                <a:ext uri="{FF2B5EF4-FFF2-40B4-BE49-F238E27FC236}">
                  <a16:creationId xmlns:a16="http://schemas.microsoft.com/office/drawing/2014/main" id="{39C0F2E8-BA42-E759-5A9F-25DE3B8448E4}"/>
                </a:ext>
              </a:extLst>
            </p:cNvPr>
            <p:cNvSpPr>
              <a:spLocks/>
            </p:cNvSpPr>
            <p:nvPr/>
          </p:nvSpPr>
          <p:spPr bwMode="auto">
            <a:xfrm>
              <a:off x="2047" y="570"/>
              <a:ext cx="13" cy="8"/>
            </a:xfrm>
            <a:custGeom>
              <a:avLst/>
              <a:gdLst>
                <a:gd name="T0" fmla="*/ 0 w 163"/>
                <a:gd name="T1" fmla="*/ 0 h 105"/>
                <a:gd name="T2" fmla="*/ 0 w 163"/>
                <a:gd name="T3" fmla="*/ 0 h 105"/>
                <a:gd name="T4" fmla="*/ 0 w 163"/>
                <a:gd name="T5" fmla="*/ 0 h 105"/>
                <a:gd name="T6" fmla="*/ 0 w 163"/>
                <a:gd name="T7" fmla="*/ 0 h 105"/>
                <a:gd name="T8" fmla="*/ 0 w 163"/>
                <a:gd name="T9" fmla="*/ 0 h 105"/>
                <a:gd name="T10" fmla="*/ 0 w 163"/>
                <a:gd name="T11" fmla="*/ 0 h 105"/>
                <a:gd name="T12" fmla="*/ 0 w 163"/>
                <a:gd name="T13" fmla="*/ 0 h 105"/>
                <a:gd name="T14" fmla="*/ 0 w 163"/>
                <a:gd name="T15" fmla="*/ 0 h 105"/>
                <a:gd name="T16" fmla="*/ 0 w 163"/>
                <a:gd name="T17" fmla="*/ 0 h 105"/>
                <a:gd name="T18" fmla="*/ 0 w 163"/>
                <a:gd name="T19" fmla="*/ 0 h 105"/>
                <a:gd name="T20" fmla="*/ 0 w 163"/>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3" h="105">
                  <a:moveTo>
                    <a:pt x="163" y="23"/>
                  </a:moveTo>
                  <a:lnTo>
                    <a:pt x="133" y="47"/>
                  </a:lnTo>
                  <a:lnTo>
                    <a:pt x="145" y="105"/>
                  </a:lnTo>
                  <a:lnTo>
                    <a:pt x="70" y="93"/>
                  </a:lnTo>
                  <a:lnTo>
                    <a:pt x="0" y="93"/>
                  </a:lnTo>
                  <a:lnTo>
                    <a:pt x="0" y="65"/>
                  </a:lnTo>
                  <a:lnTo>
                    <a:pt x="23" y="23"/>
                  </a:lnTo>
                  <a:lnTo>
                    <a:pt x="70" y="23"/>
                  </a:lnTo>
                  <a:lnTo>
                    <a:pt x="116" y="0"/>
                  </a:lnTo>
                  <a:lnTo>
                    <a:pt x="133" y="0"/>
                  </a:lnTo>
                  <a:lnTo>
                    <a:pt x="163" y="23"/>
                  </a:lnTo>
                  <a:close/>
                </a:path>
              </a:pathLst>
            </a:custGeom>
            <a:solidFill>
              <a:srgbClr val="FFFFFF"/>
            </a:solidFill>
            <a:ln w="9525">
              <a:solidFill>
                <a:srgbClr val="000000"/>
              </a:solidFill>
              <a:round/>
              <a:headEnd/>
              <a:tailEnd/>
            </a:ln>
          </p:spPr>
          <p:txBody>
            <a:bodyPr/>
            <a:lstStyle/>
            <a:p>
              <a:endParaRPr lang="ko-KR" altLang="en-US"/>
            </a:p>
          </p:txBody>
        </p:sp>
        <p:sp>
          <p:nvSpPr>
            <p:cNvPr id="418764" name="Freeform 240">
              <a:extLst>
                <a:ext uri="{FF2B5EF4-FFF2-40B4-BE49-F238E27FC236}">
                  <a16:creationId xmlns:a16="http://schemas.microsoft.com/office/drawing/2014/main" id="{0C0E173D-4E8A-C2B0-13EE-DD036D4EB184}"/>
                </a:ext>
              </a:extLst>
            </p:cNvPr>
            <p:cNvSpPr>
              <a:spLocks/>
            </p:cNvSpPr>
            <p:nvPr/>
          </p:nvSpPr>
          <p:spPr bwMode="auto">
            <a:xfrm>
              <a:off x="1975" y="497"/>
              <a:ext cx="52" cy="53"/>
            </a:xfrm>
            <a:custGeom>
              <a:avLst/>
              <a:gdLst>
                <a:gd name="T0" fmla="*/ 0 w 657"/>
                <a:gd name="T1" fmla="*/ 0 h 680"/>
                <a:gd name="T2" fmla="*/ 0 w 657"/>
                <a:gd name="T3" fmla="*/ 0 h 680"/>
                <a:gd name="T4" fmla="*/ 0 w 657"/>
                <a:gd name="T5" fmla="*/ 0 h 680"/>
                <a:gd name="T6" fmla="*/ 0 w 657"/>
                <a:gd name="T7" fmla="*/ 0 h 680"/>
                <a:gd name="T8" fmla="*/ 0 w 657"/>
                <a:gd name="T9" fmla="*/ 0 h 680"/>
                <a:gd name="T10" fmla="*/ 0 w 657"/>
                <a:gd name="T11" fmla="*/ 0 h 680"/>
                <a:gd name="T12" fmla="*/ 0 w 657"/>
                <a:gd name="T13" fmla="*/ 0 h 680"/>
                <a:gd name="T14" fmla="*/ 0 w 657"/>
                <a:gd name="T15" fmla="*/ 0 h 680"/>
                <a:gd name="T16" fmla="*/ 0 w 657"/>
                <a:gd name="T17" fmla="*/ 0 h 680"/>
                <a:gd name="T18" fmla="*/ 0 w 657"/>
                <a:gd name="T19" fmla="*/ 0 h 680"/>
                <a:gd name="T20" fmla="*/ 0 w 657"/>
                <a:gd name="T21" fmla="*/ 0 h 680"/>
                <a:gd name="T22" fmla="*/ 0 w 657"/>
                <a:gd name="T23" fmla="*/ 0 h 680"/>
                <a:gd name="T24" fmla="*/ 0 w 657"/>
                <a:gd name="T25" fmla="*/ 0 h 680"/>
                <a:gd name="T26" fmla="*/ 0 w 657"/>
                <a:gd name="T27" fmla="*/ 0 h 680"/>
                <a:gd name="T28" fmla="*/ 0 w 657"/>
                <a:gd name="T29" fmla="*/ 0 h 680"/>
                <a:gd name="T30" fmla="*/ 0 w 657"/>
                <a:gd name="T31" fmla="*/ 0 h 680"/>
                <a:gd name="T32" fmla="*/ 0 w 657"/>
                <a:gd name="T33" fmla="*/ 0 h 680"/>
                <a:gd name="T34" fmla="*/ 0 w 657"/>
                <a:gd name="T35" fmla="*/ 0 h 680"/>
                <a:gd name="T36" fmla="*/ 0 w 657"/>
                <a:gd name="T37" fmla="*/ 0 h 680"/>
                <a:gd name="T38" fmla="*/ 0 w 657"/>
                <a:gd name="T39" fmla="*/ 0 h 680"/>
                <a:gd name="T40" fmla="*/ 0 w 657"/>
                <a:gd name="T41" fmla="*/ 0 h 680"/>
                <a:gd name="T42" fmla="*/ 0 w 657"/>
                <a:gd name="T43" fmla="*/ 0 h 680"/>
                <a:gd name="T44" fmla="*/ 0 w 657"/>
                <a:gd name="T45" fmla="*/ 0 h 680"/>
                <a:gd name="T46" fmla="*/ 0 w 657"/>
                <a:gd name="T47" fmla="*/ 0 h 680"/>
                <a:gd name="T48" fmla="*/ 0 w 657"/>
                <a:gd name="T49" fmla="*/ 0 h 680"/>
                <a:gd name="T50" fmla="*/ 0 w 657"/>
                <a:gd name="T51" fmla="*/ 0 h 680"/>
                <a:gd name="T52" fmla="*/ 0 w 657"/>
                <a:gd name="T53" fmla="*/ 0 h 680"/>
                <a:gd name="T54" fmla="*/ 0 w 657"/>
                <a:gd name="T55" fmla="*/ 0 h 680"/>
                <a:gd name="T56" fmla="*/ 0 w 657"/>
                <a:gd name="T57" fmla="*/ 0 h 680"/>
                <a:gd name="T58" fmla="*/ 0 w 657"/>
                <a:gd name="T59" fmla="*/ 0 h 680"/>
                <a:gd name="T60" fmla="*/ 0 w 657"/>
                <a:gd name="T61" fmla="*/ 0 h 680"/>
                <a:gd name="T62" fmla="*/ 0 w 657"/>
                <a:gd name="T63" fmla="*/ 0 h 680"/>
                <a:gd name="T64" fmla="*/ 0 w 657"/>
                <a:gd name="T65" fmla="*/ 0 h 680"/>
                <a:gd name="T66" fmla="*/ 0 w 657"/>
                <a:gd name="T67" fmla="*/ 0 h 680"/>
                <a:gd name="T68" fmla="*/ 0 w 657"/>
                <a:gd name="T69" fmla="*/ 0 h 6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57" h="680">
                  <a:moveTo>
                    <a:pt x="540" y="546"/>
                  </a:moveTo>
                  <a:lnTo>
                    <a:pt x="471" y="546"/>
                  </a:lnTo>
                  <a:lnTo>
                    <a:pt x="471" y="593"/>
                  </a:lnTo>
                  <a:lnTo>
                    <a:pt x="430" y="593"/>
                  </a:lnTo>
                  <a:lnTo>
                    <a:pt x="406" y="610"/>
                  </a:lnTo>
                  <a:lnTo>
                    <a:pt x="383" y="680"/>
                  </a:lnTo>
                  <a:lnTo>
                    <a:pt x="273" y="593"/>
                  </a:lnTo>
                  <a:lnTo>
                    <a:pt x="250" y="563"/>
                  </a:lnTo>
                  <a:lnTo>
                    <a:pt x="116" y="546"/>
                  </a:lnTo>
                  <a:lnTo>
                    <a:pt x="69" y="499"/>
                  </a:lnTo>
                  <a:lnTo>
                    <a:pt x="116" y="453"/>
                  </a:lnTo>
                  <a:lnTo>
                    <a:pt x="134" y="319"/>
                  </a:lnTo>
                  <a:lnTo>
                    <a:pt x="116" y="273"/>
                  </a:lnTo>
                  <a:lnTo>
                    <a:pt x="69" y="232"/>
                  </a:lnTo>
                  <a:lnTo>
                    <a:pt x="0" y="186"/>
                  </a:lnTo>
                  <a:lnTo>
                    <a:pt x="0" y="162"/>
                  </a:lnTo>
                  <a:lnTo>
                    <a:pt x="47" y="139"/>
                  </a:lnTo>
                  <a:lnTo>
                    <a:pt x="93" y="116"/>
                  </a:lnTo>
                  <a:lnTo>
                    <a:pt x="204" y="70"/>
                  </a:lnTo>
                  <a:lnTo>
                    <a:pt x="273" y="70"/>
                  </a:lnTo>
                  <a:lnTo>
                    <a:pt x="360" y="0"/>
                  </a:lnTo>
                  <a:lnTo>
                    <a:pt x="424" y="47"/>
                  </a:lnTo>
                  <a:lnTo>
                    <a:pt x="540" y="116"/>
                  </a:lnTo>
                  <a:lnTo>
                    <a:pt x="581" y="139"/>
                  </a:lnTo>
                  <a:lnTo>
                    <a:pt x="616" y="134"/>
                  </a:lnTo>
                  <a:lnTo>
                    <a:pt x="650" y="162"/>
                  </a:lnTo>
                  <a:lnTo>
                    <a:pt x="650" y="197"/>
                  </a:lnTo>
                  <a:lnTo>
                    <a:pt x="657" y="244"/>
                  </a:lnTo>
                  <a:lnTo>
                    <a:pt x="587" y="296"/>
                  </a:lnTo>
                  <a:lnTo>
                    <a:pt x="563" y="319"/>
                  </a:lnTo>
                  <a:lnTo>
                    <a:pt x="587" y="406"/>
                  </a:lnTo>
                  <a:lnTo>
                    <a:pt x="587" y="429"/>
                  </a:lnTo>
                  <a:lnTo>
                    <a:pt x="563" y="429"/>
                  </a:lnTo>
                  <a:lnTo>
                    <a:pt x="540" y="499"/>
                  </a:lnTo>
                  <a:lnTo>
                    <a:pt x="540" y="546"/>
                  </a:lnTo>
                  <a:close/>
                </a:path>
              </a:pathLst>
            </a:custGeom>
            <a:solidFill>
              <a:srgbClr val="FFFFFF"/>
            </a:solidFill>
            <a:ln w="9525">
              <a:solidFill>
                <a:srgbClr val="000000"/>
              </a:solidFill>
              <a:round/>
              <a:headEnd/>
              <a:tailEnd/>
            </a:ln>
          </p:spPr>
          <p:txBody>
            <a:bodyPr/>
            <a:lstStyle/>
            <a:p>
              <a:endParaRPr lang="ko-KR" altLang="en-US"/>
            </a:p>
          </p:txBody>
        </p:sp>
        <p:sp>
          <p:nvSpPr>
            <p:cNvPr id="418765" name="Freeform 241">
              <a:extLst>
                <a:ext uri="{FF2B5EF4-FFF2-40B4-BE49-F238E27FC236}">
                  <a16:creationId xmlns:a16="http://schemas.microsoft.com/office/drawing/2014/main" id="{66EA55CE-8F66-7552-0A9E-3B034991E3E9}"/>
                </a:ext>
              </a:extLst>
            </p:cNvPr>
            <p:cNvSpPr>
              <a:spLocks/>
            </p:cNvSpPr>
            <p:nvPr/>
          </p:nvSpPr>
          <p:spPr bwMode="auto">
            <a:xfrm>
              <a:off x="1953" y="534"/>
              <a:ext cx="52" cy="52"/>
            </a:xfrm>
            <a:custGeom>
              <a:avLst/>
              <a:gdLst>
                <a:gd name="T0" fmla="*/ 0 w 656"/>
                <a:gd name="T1" fmla="*/ 0 h 673"/>
                <a:gd name="T2" fmla="*/ 0 w 656"/>
                <a:gd name="T3" fmla="*/ 0 h 673"/>
                <a:gd name="T4" fmla="*/ 0 w 656"/>
                <a:gd name="T5" fmla="*/ 0 h 673"/>
                <a:gd name="T6" fmla="*/ 0 w 656"/>
                <a:gd name="T7" fmla="*/ 0 h 673"/>
                <a:gd name="T8" fmla="*/ 0 w 656"/>
                <a:gd name="T9" fmla="*/ 0 h 673"/>
                <a:gd name="T10" fmla="*/ 0 w 656"/>
                <a:gd name="T11" fmla="*/ 0 h 673"/>
                <a:gd name="T12" fmla="*/ 0 w 656"/>
                <a:gd name="T13" fmla="*/ 0 h 673"/>
                <a:gd name="T14" fmla="*/ 0 w 656"/>
                <a:gd name="T15" fmla="*/ 0 h 673"/>
                <a:gd name="T16" fmla="*/ 0 w 656"/>
                <a:gd name="T17" fmla="*/ 0 h 673"/>
                <a:gd name="T18" fmla="*/ 0 w 656"/>
                <a:gd name="T19" fmla="*/ 0 h 673"/>
                <a:gd name="T20" fmla="*/ 0 w 656"/>
                <a:gd name="T21" fmla="*/ 0 h 673"/>
                <a:gd name="T22" fmla="*/ 0 w 656"/>
                <a:gd name="T23" fmla="*/ 0 h 673"/>
                <a:gd name="T24" fmla="*/ 0 w 656"/>
                <a:gd name="T25" fmla="*/ 0 h 673"/>
                <a:gd name="T26" fmla="*/ 0 w 656"/>
                <a:gd name="T27" fmla="*/ 0 h 673"/>
                <a:gd name="T28" fmla="*/ 0 w 656"/>
                <a:gd name="T29" fmla="*/ 0 h 673"/>
                <a:gd name="T30" fmla="*/ 0 w 656"/>
                <a:gd name="T31" fmla="*/ 0 h 673"/>
                <a:gd name="T32" fmla="*/ 0 w 656"/>
                <a:gd name="T33" fmla="*/ 0 h 673"/>
                <a:gd name="T34" fmla="*/ 0 w 656"/>
                <a:gd name="T35" fmla="*/ 0 h 673"/>
                <a:gd name="T36" fmla="*/ 0 w 656"/>
                <a:gd name="T37" fmla="*/ 0 h 673"/>
                <a:gd name="T38" fmla="*/ 0 w 656"/>
                <a:gd name="T39" fmla="*/ 0 h 673"/>
                <a:gd name="T40" fmla="*/ 0 w 656"/>
                <a:gd name="T41" fmla="*/ 0 h 673"/>
                <a:gd name="T42" fmla="*/ 0 w 656"/>
                <a:gd name="T43" fmla="*/ 0 h 673"/>
                <a:gd name="T44" fmla="*/ 0 w 656"/>
                <a:gd name="T45" fmla="*/ 0 h 673"/>
                <a:gd name="T46" fmla="*/ 0 w 656"/>
                <a:gd name="T47" fmla="*/ 0 h 673"/>
                <a:gd name="T48" fmla="*/ 0 w 656"/>
                <a:gd name="T49" fmla="*/ 0 h 673"/>
                <a:gd name="T50" fmla="*/ 0 w 656"/>
                <a:gd name="T51" fmla="*/ 0 h 673"/>
                <a:gd name="T52" fmla="*/ 0 w 656"/>
                <a:gd name="T53" fmla="*/ 0 h 673"/>
                <a:gd name="T54" fmla="*/ 0 w 656"/>
                <a:gd name="T55" fmla="*/ 0 h 6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56" h="673">
                  <a:moveTo>
                    <a:pt x="342" y="28"/>
                  </a:moveTo>
                  <a:lnTo>
                    <a:pt x="297" y="28"/>
                  </a:lnTo>
                  <a:lnTo>
                    <a:pt x="250" y="17"/>
                  </a:lnTo>
                  <a:lnTo>
                    <a:pt x="185" y="0"/>
                  </a:lnTo>
                  <a:lnTo>
                    <a:pt x="116" y="5"/>
                  </a:lnTo>
                  <a:lnTo>
                    <a:pt x="70" y="5"/>
                  </a:lnTo>
                  <a:lnTo>
                    <a:pt x="0" y="52"/>
                  </a:lnTo>
                  <a:lnTo>
                    <a:pt x="0" y="122"/>
                  </a:lnTo>
                  <a:lnTo>
                    <a:pt x="58" y="144"/>
                  </a:lnTo>
                  <a:lnTo>
                    <a:pt x="122" y="144"/>
                  </a:lnTo>
                  <a:lnTo>
                    <a:pt x="157" y="185"/>
                  </a:lnTo>
                  <a:lnTo>
                    <a:pt x="116" y="261"/>
                  </a:lnTo>
                  <a:lnTo>
                    <a:pt x="116" y="348"/>
                  </a:lnTo>
                  <a:lnTo>
                    <a:pt x="75" y="458"/>
                  </a:lnTo>
                  <a:lnTo>
                    <a:pt x="116" y="505"/>
                  </a:lnTo>
                  <a:lnTo>
                    <a:pt x="116" y="551"/>
                  </a:lnTo>
                  <a:lnTo>
                    <a:pt x="157" y="673"/>
                  </a:lnTo>
                  <a:lnTo>
                    <a:pt x="238" y="627"/>
                  </a:lnTo>
                  <a:lnTo>
                    <a:pt x="337" y="633"/>
                  </a:lnTo>
                  <a:lnTo>
                    <a:pt x="407" y="598"/>
                  </a:lnTo>
                  <a:lnTo>
                    <a:pt x="447" y="568"/>
                  </a:lnTo>
                  <a:lnTo>
                    <a:pt x="482" y="458"/>
                  </a:lnTo>
                  <a:lnTo>
                    <a:pt x="564" y="301"/>
                  </a:lnTo>
                  <a:lnTo>
                    <a:pt x="656" y="209"/>
                  </a:lnTo>
                  <a:lnTo>
                    <a:pt x="517" y="98"/>
                  </a:lnTo>
                  <a:lnTo>
                    <a:pt x="465" y="87"/>
                  </a:lnTo>
                  <a:lnTo>
                    <a:pt x="377" y="57"/>
                  </a:lnTo>
                  <a:lnTo>
                    <a:pt x="342" y="28"/>
                  </a:lnTo>
                  <a:close/>
                </a:path>
              </a:pathLst>
            </a:custGeom>
            <a:solidFill>
              <a:srgbClr val="FFFFFF"/>
            </a:solidFill>
            <a:ln w="9525">
              <a:solidFill>
                <a:srgbClr val="000000"/>
              </a:solidFill>
              <a:round/>
              <a:headEnd/>
              <a:tailEnd/>
            </a:ln>
          </p:spPr>
          <p:txBody>
            <a:bodyPr/>
            <a:lstStyle/>
            <a:p>
              <a:endParaRPr lang="ko-KR" altLang="en-US"/>
            </a:p>
          </p:txBody>
        </p:sp>
        <p:sp>
          <p:nvSpPr>
            <p:cNvPr id="418766" name="Freeform 242">
              <a:extLst>
                <a:ext uri="{FF2B5EF4-FFF2-40B4-BE49-F238E27FC236}">
                  <a16:creationId xmlns:a16="http://schemas.microsoft.com/office/drawing/2014/main" id="{262769DC-5AF8-E8AA-B94A-8D169A84E30F}"/>
                </a:ext>
              </a:extLst>
            </p:cNvPr>
            <p:cNvSpPr>
              <a:spLocks/>
            </p:cNvSpPr>
            <p:nvPr/>
          </p:nvSpPr>
          <p:spPr bwMode="auto">
            <a:xfrm>
              <a:off x="1950" y="544"/>
              <a:ext cx="16" cy="34"/>
            </a:xfrm>
            <a:custGeom>
              <a:avLst/>
              <a:gdLst>
                <a:gd name="T0" fmla="*/ 0 w 198"/>
                <a:gd name="T1" fmla="*/ 0 h 441"/>
                <a:gd name="T2" fmla="*/ 0 w 198"/>
                <a:gd name="T3" fmla="*/ 0 h 441"/>
                <a:gd name="T4" fmla="*/ 0 w 198"/>
                <a:gd name="T5" fmla="*/ 0 h 441"/>
                <a:gd name="T6" fmla="*/ 0 w 198"/>
                <a:gd name="T7" fmla="*/ 0 h 441"/>
                <a:gd name="T8" fmla="*/ 0 w 198"/>
                <a:gd name="T9" fmla="*/ 0 h 441"/>
                <a:gd name="T10" fmla="*/ 0 w 198"/>
                <a:gd name="T11" fmla="*/ 0 h 441"/>
                <a:gd name="T12" fmla="*/ 0 w 198"/>
                <a:gd name="T13" fmla="*/ 0 h 441"/>
                <a:gd name="T14" fmla="*/ 0 w 198"/>
                <a:gd name="T15" fmla="*/ 0 h 441"/>
                <a:gd name="T16" fmla="*/ 0 w 198"/>
                <a:gd name="T17" fmla="*/ 0 h 441"/>
                <a:gd name="T18" fmla="*/ 0 w 198"/>
                <a:gd name="T19" fmla="*/ 0 h 441"/>
                <a:gd name="T20" fmla="*/ 0 w 198"/>
                <a:gd name="T21" fmla="*/ 0 h 441"/>
                <a:gd name="T22" fmla="*/ 0 w 198"/>
                <a:gd name="T23" fmla="*/ 0 h 441"/>
                <a:gd name="T24" fmla="*/ 0 w 198"/>
                <a:gd name="T25" fmla="*/ 0 h 441"/>
                <a:gd name="T26" fmla="*/ 0 w 198"/>
                <a:gd name="T27" fmla="*/ 0 h 441"/>
                <a:gd name="T28" fmla="*/ 0 w 198"/>
                <a:gd name="T29" fmla="*/ 0 h 441"/>
                <a:gd name="T30" fmla="*/ 0 w 198"/>
                <a:gd name="T31" fmla="*/ 0 h 441"/>
                <a:gd name="T32" fmla="*/ 0 w 198"/>
                <a:gd name="T33" fmla="*/ 0 h 4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8" h="441">
                  <a:moveTo>
                    <a:pt x="41" y="0"/>
                  </a:moveTo>
                  <a:lnTo>
                    <a:pt x="59" y="110"/>
                  </a:lnTo>
                  <a:lnTo>
                    <a:pt x="24" y="202"/>
                  </a:lnTo>
                  <a:lnTo>
                    <a:pt x="0" y="266"/>
                  </a:lnTo>
                  <a:lnTo>
                    <a:pt x="24" y="336"/>
                  </a:lnTo>
                  <a:lnTo>
                    <a:pt x="0" y="429"/>
                  </a:lnTo>
                  <a:lnTo>
                    <a:pt x="104" y="441"/>
                  </a:lnTo>
                  <a:lnTo>
                    <a:pt x="157" y="429"/>
                  </a:lnTo>
                  <a:lnTo>
                    <a:pt x="157" y="383"/>
                  </a:lnTo>
                  <a:lnTo>
                    <a:pt x="116" y="342"/>
                  </a:lnTo>
                  <a:lnTo>
                    <a:pt x="157" y="220"/>
                  </a:lnTo>
                  <a:lnTo>
                    <a:pt x="157" y="156"/>
                  </a:lnTo>
                  <a:lnTo>
                    <a:pt x="181" y="110"/>
                  </a:lnTo>
                  <a:lnTo>
                    <a:pt x="198" y="63"/>
                  </a:lnTo>
                  <a:lnTo>
                    <a:pt x="157" y="17"/>
                  </a:lnTo>
                  <a:lnTo>
                    <a:pt x="111" y="17"/>
                  </a:lnTo>
                  <a:lnTo>
                    <a:pt x="41" y="0"/>
                  </a:lnTo>
                  <a:close/>
                </a:path>
              </a:pathLst>
            </a:custGeom>
            <a:solidFill>
              <a:srgbClr val="FFFFFF"/>
            </a:solidFill>
            <a:ln w="9525">
              <a:solidFill>
                <a:srgbClr val="000000"/>
              </a:solidFill>
              <a:round/>
              <a:headEnd/>
              <a:tailEnd/>
            </a:ln>
          </p:spPr>
          <p:txBody>
            <a:bodyPr/>
            <a:lstStyle/>
            <a:p>
              <a:endParaRPr lang="ko-KR" altLang="en-US"/>
            </a:p>
          </p:txBody>
        </p:sp>
        <p:sp>
          <p:nvSpPr>
            <p:cNvPr id="418767" name="Freeform 243">
              <a:extLst>
                <a:ext uri="{FF2B5EF4-FFF2-40B4-BE49-F238E27FC236}">
                  <a16:creationId xmlns:a16="http://schemas.microsoft.com/office/drawing/2014/main" id="{31ECDE0A-69A5-0BBE-6443-533DD3D48686}"/>
                </a:ext>
              </a:extLst>
            </p:cNvPr>
            <p:cNvSpPr>
              <a:spLocks/>
            </p:cNvSpPr>
            <p:nvPr/>
          </p:nvSpPr>
          <p:spPr bwMode="auto">
            <a:xfrm>
              <a:off x="1998" y="560"/>
              <a:ext cx="4" cy="5"/>
            </a:xfrm>
            <a:custGeom>
              <a:avLst/>
              <a:gdLst>
                <a:gd name="T0" fmla="*/ 0 w 46"/>
                <a:gd name="T1" fmla="*/ 0 h 64"/>
                <a:gd name="T2" fmla="*/ 0 w 46"/>
                <a:gd name="T3" fmla="*/ 0 h 64"/>
                <a:gd name="T4" fmla="*/ 0 w 46"/>
                <a:gd name="T5" fmla="*/ 0 h 64"/>
                <a:gd name="T6" fmla="*/ 0 w 46"/>
                <a:gd name="T7" fmla="*/ 0 h 64"/>
                <a:gd name="T8" fmla="*/ 0 w 46"/>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64">
                  <a:moveTo>
                    <a:pt x="46" y="0"/>
                  </a:moveTo>
                  <a:lnTo>
                    <a:pt x="0" y="42"/>
                  </a:lnTo>
                  <a:lnTo>
                    <a:pt x="46" y="64"/>
                  </a:lnTo>
                  <a:lnTo>
                    <a:pt x="46" y="24"/>
                  </a:lnTo>
                  <a:lnTo>
                    <a:pt x="46" y="0"/>
                  </a:lnTo>
                  <a:close/>
                </a:path>
              </a:pathLst>
            </a:custGeom>
            <a:solidFill>
              <a:srgbClr val="FFFFFF"/>
            </a:solidFill>
            <a:ln w="9525">
              <a:solidFill>
                <a:srgbClr val="000000"/>
              </a:solidFill>
              <a:round/>
              <a:headEnd/>
              <a:tailEnd/>
            </a:ln>
          </p:spPr>
          <p:txBody>
            <a:bodyPr/>
            <a:lstStyle/>
            <a:p>
              <a:endParaRPr lang="ko-KR" altLang="en-US"/>
            </a:p>
          </p:txBody>
        </p:sp>
        <p:sp>
          <p:nvSpPr>
            <p:cNvPr id="418768" name="Freeform 244">
              <a:extLst>
                <a:ext uri="{FF2B5EF4-FFF2-40B4-BE49-F238E27FC236}">
                  <a16:creationId xmlns:a16="http://schemas.microsoft.com/office/drawing/2014/main" id="{36957C80-886A-D917-1E2C-E28E8B30679E}"/>
                </a:ext>
              </a:extLst>
            </p:cNvPr>
            <p:cNvSpPr>
              <a:spLocks/>
            </p:cNvSpPr>
            <p:nvPr/>
          </p:nvSpPr>
          <p:spPr bwMode="auto">
            <a:xfrm>
              <a:off x="2026" y="545"/>
              <a:ext cx="8" cy="7"/>
            </a:xfrm>
            <a:custGeom>
              <a:avLst/>
              <a:gdLst>
                <a:gd name="T0" fmla="*/ 0 w 94"/>
                <a:gd name="T1" fmla="*/ 0 h 93"/>
                <a:gd name="T2" fmla="*/ 0 w 94"/>
                <a:gd name="T3" fmla="*/ 0 h 93"/>
                <a:gd name="T4" fmla="*/ 0 w 94"/>
                <a:gd name="T5" fmla="*/ 0 h 93"/>
                <a:gd name="T6" fmla="*/ 0 w 94"/>
                <a:gd name="T7" fmla="*/ 0 h 93"/>
                <a:gd name="T8" fmla="*/ 0 w 94"/>
                <a:gd name="T9" fmla="*/ 0 h 93"/>
                <a:gd name="T10" fmla="*/ 0 w 94"/>
                <a:gd name="T11" fmla="*/ 0 h 93"/>
                <a:gd name="T12" fmla="*/ 0 w 94"/>
                <a:gd name="T13" fmla="*/ 0 h 93"/>
                <a:gd name="T14" fmla="*/ 0 w 94"/>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4" h="93">
                  <a:moveTo>
                    <a:pt x="70" y="0"/>
                  </a:moveTo>
                  <a:lnTo>
                    <a:pt x="0" y="46"/>
                  </a:lnTo>
                  <a:lnTo>
                    <a:pt x="47" y="70"/>
                  </a:lnTo>
                  <a:lnTo>
                    <a:pt x="47" y="93"/>
                  </a:lnTo>
                  <a:lnTo>
                    <a:pt x="94" y="93"/>
                  </a:lnTo>
                  <a:lnTo>
                    <a:pt x="94" y="28"/>
                  </a:lnTo>
                  <a:lnTo>
                    <a:pt x="94" y="0"/>
                  </a:lnTo>
                  <a:lnTo>
                    <a:pt x="70" y="0"/>
                  </a:lnTo>
                  <a:close/>
                </a:path>
              </a:pathLst>
            </a:custGeom>
            <a:solidFill>
              <a:srgbClr val="FFFFFF"/>
            </a:solidFill>
            <a:ln w="9525">
              <a:solidFill>
                <a:srgbClr val="000000"/>
              </a:solidFill>
              <a:round/>
              <a:headEnd/>
              <a:tailEnd/>
            </a:ln>
          </p:spPr>
          <p:txBody>
            <a:bodyPr/>
            <a:lstStyle/>
            <a:p>
              <a:endParaRPr lang="ko-KR" altLang="en-US"/>
            </a:p>
          </p:txBody>
        </p:sp>
        <p:sp>
          <p:nvSpPr>
            <p:cNvPr id="418769" name="Freeform 245">
              <a:extLst>
                <a:ext uri="{FF2B5EF4-FFF2-40B4-BE49-F238E27FC236}">
                  <a16:creationId xmlns:a16="http://schemas.microsoft.com/office/drawing/2014/main" id="{D6920A79-CC82-7C33-B902-C45860BCD2CD}"/>
                </a:ext>
              </a:extLst>
            </p:cNvPr>
            <p:cNvSpPr>
              <a:spLocks/>
            </p:cNvSpPr>
            <p:nvPr/>
          </p:nvSpPr>
          <p:spPr bwMode="auto">
            <a:xfrm>
              <a:off x="2023" y="554"/>
              <a:ext cx="11" cy="14"/>
            </a:xfrm>
            <a:custGeom>
              <a:avLst/>
              <a:gdLst>
                <a:gd name="T0" fmla="*/ 0 w 134"/>
                <a:gd name="T1" fmla="*/ 0 h 181"/>
                <a:gd name="T2" fmla="*/ 0 w 134"/>
                <a:gd name="T3" fmla="*/ 0 h 181"/>
                <a:gd name="T4" fmla="*/ 0 w 134"/>
                <a:gd name="T5" fmla="*/ 0 h 181"/>
                <a:gd name="T6" fmla="*/ 0 w 134"/>
                <a:gd name="T7" fmla="*/ 0 h 181"/>
                <a:gd name="T8" fmla="*/ 0 w 134"/>
                <a:gd name="T9" fmla="*/ 0 h 181"/>
                <a:gd name="T10" fmla="*/ 0 w 134"/>
                <a:gd name="T11" fmla="*/ 0 h 181"/>
                <a:gd name="T12" fmla="*/ 0 w 134"/>
                <a:gd name="T13" fmla="*/ 0 h 181"/>
                <a:gd name="T14" fmla="*/ 0 w 134"/>
                <a:gd name="T15" fmla="*/ 0 h 181"/>
                <a:gd name="T16" fmla="*/ 0 w 134"/>
                <a:gd name="T17" fmla="*/ 0 h 181"/>
                <a:gd name="T18" fmla="*/ 0 w 134"/>
                <a:gd name="T19" fmla="*/ 0 h 181"/>
                <a:gd name="T20" fmla="*/ 0 w 134"/>
                <a:gd name="T21" fmla="*/ 0 h 1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4" h="181">
                  <a:moveTo>
                    <a:pt x="93" y="35"/>
                  </a:moveTo>
                  <a:lnTo>
                    <a:pt x="47" y="35"/>
                  </a:lnTo>
                  <a:lnTo>
                    <a:pt x="0" y="112"/>
                  </a:lnTo>
                  <a:lnTo>
                    <a:pt x="0" y="157"/>
                  </a:lnTo>
                  <a:lnTo>
                    <a:pt x="23" y="157"/>
                  </a:lnTo>
                  <a:lnTo>
                    <a:pt x="82" y="181"/>
                  </a:lnTo>
                  <a:lnTo>
                    <a:pt x="110" y="112"/>
                  </a:lnTo>
                  <a:lnTo>
                    <a:pt x="87" y="112"/>
                  </a:lnTo>
                  <a:lnTo>
                    <a:pt x="134" y="24"/>
                  </a:lnTo>
                  <a:lnTo>
                    <a:pt x="134" y="0"/>
                  </a:lnTo>
                  <a:lnTo>
                    <a:pt x="93" y="35"/>
                  </a:lnTo>
                  <a:close/>
                </a:path>
              </a:pathLst>
            </a:custGeom>
            <a:solidFill>
              <a:srgbClr val="FFFFFF"/>
            </a:solidFill>
            <a:ln w="9525">
              <a:solidFill>
                <a:srgbClr val="000000"/>
              </a:solidFill>
              <a:round/>
              <a:headEnd/>
              <a:tailEnd/>
            </a:ln>
          </p:spPr>
          <p:txBody>
            <a:bodyPr/>
            <a:lstStyle/>
            <a:p>
              <a:endParaRPr lang="ko-KR" altLang="en-US"/>
            </a:p>
          </p:txBody>
        </p:sp>
        <p:sp>
          <p:nvSpPr>
            <p:cNvPr id="418770" name="Freeform 246">
              <a:extLst>
                <a:ext uri="{FF2B5EF4-FFF2-40B4-BE49-F238E27FC236}">
                  <a16:creationId xmlns:a16="http://schemas.microsoft.com/office/drawing/2014/main" id="{DA1BF060-3A0C-C4BF-4D0A-9E5EA3FC3580}"/>
                </a:ext>
              </a:extLst>
            </p:cNvPr>
            <p:cNvSpPr>
              <a:spLocks/>
            </p:cNvSpPr>
            <p:nvPr/>
          </p:nvSpPr>
          <p:spPr bwMode="auto">
            <a:xfrm>
              <a:off x="2018" y="503"/>
              <a:ext cx="5" cy="5"/>
            </a:xfrm>
            <a:custGeom>
              <a:avLst/>
              <a:gdLst>
                <a:gd name="T0" fmla="*/ 0 w 70"/>
                <a:gd name="T1" fmla="*/ 0 h 64"/>
                <a:gd name="T2" fmla="*/ 0 w 70"/>
                <a:gd name="T3" fmla="*/ 0 h 64"/>
                <a:gd name="T4" fmla="*/ 0 w 70"/>
                <a:gd name="T5" fmla="*/ 0 h 64"/>
                <a:gd name="T6" fmla="*/ 0 w 70"/>
                <a:gd name="T7" fmla="*/ 0 h 64"/>
                <a:gd name="T8" fmla="*/ 0 w 70"/>
                <a:gd name="T9" fmla="*/ 0 h 64"/>
                <a:gd name="T10" fmla="*/ 0 w 70"/>
                <a:gd name="T11" fmla="*/ 0 h 64"/>
                <a:gd name="T12" fmla="*/ 0 w 70"/>
                <a:gd name="T13" fmla="*/ 0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4">
                  <a:moveTo>
                    <a:pt x="53" y="0"/>
                  </a:moveTo>
                  <a:lnTo>
                    <a:pt x="23" y="17"/>
                  </a:lnTo>
                  <a:lnTo>
                    <a:pt x="0" y="35"/>
                  </a:lnTo>
                  <a:lnTo>
                    <a:pt x="47" y="64"/>
                  </a:lnTo>
                  <a:lnTo>
                    <a:pt x="70" y="59"/>
                  </a:lnTo>
                  <a:lnTo>
                    <a:pt x="70" y="17"/>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18771" name="Freeform 247">
              <a:extLst>
                <a:ext uri="{FF2B5EF4-FFF2-40B4-BE49-F238E27FC236}">
                  <a16:creationId xmlns:a16="http://schemas.microsoft.com/office/drawing/2014/main" id="{D4858232-C61C-8F35-ED6D-BE7428217CF0}"/>
                </a:ext>
              </a:extLst>
            </p:cNvPr>
            <p:cNvSpPr>
              <a:spLocks/>
            </p:cNvSpPr>
            <p:nvPr/>
          </p:nvSpPr>
          <p:spPr bwMode="auto">
            <a:xfrm>
              <a:off x="2021" y="477"/>
              <a:ext cx="39" cy="41"/>
            </a:xfrm>
            <a:custGeom>
              <a:avLst/>
              <a:gdLst>
                <a:gd name="T0" fmla="*/ 0 w 477"/>
                <a:gd name="T1" fmla="*/ 0 h 534"/>
                <a:gd name="T2" fmla="*/ 0 w 477"/>
                <a:gd name="T3" fmla="*/ 0 h 534"/>
                <a:gd name="T4" fmla="*/ 0 w 477"/>
                <a:gd name="T5" fmla="*/ 0 h 534"/>
                <a:gd name="T6" fmla="*/ 0 w 477"/>
                <a:gd name="T7" fmla="*/ 0 h 534"/>
                <a:gd name="T8" fmla="*/ 0 w 477"/>
                <a:gd name="T9" fmla="*/ 0 h 534"/>
                <a:gd name="T10" fmla="*/ 0 w 477"/>
                <a:gd name="T11" fmla="*/ 0 h 534"/>
                <a:gd name="T12" fmla="*/ 0 w 477"/>
                <a:gd name="T13" fmla="*/ 0 h 534"/>
                <a:gd name="T14" fmla="*/ 0 w 477"/>
                <a:gd name="T15" fmla="*/ 0 h 534"/>
                <a:gd name="T16" fmla="*/ 0 w 477"/>
                <a:gd name="T17" fmla="*/ 0 h 534"/>
                <a:gd name="T18" fmla="*/ 0 w 477"/>
                <a:gd name="T19" fmla="*/ 0 h 534"/>
                <a:gd name="T20" fmla="*/ 0 w 477"/>
                <a:gd name="T21" fmla="*/ 0 h 534"/>
                <a:gd name="T22" fmla="*/ 0 w 477"/>
                <a:gd name="T23" fmla="*/ 0 h 534"/>
                <a:gd name="T24" fmla="*/ 0 w 477"/>
                <a:gd name="T25" fmla="*/ 0 h 534"/>
                <a:gd name="T26" fmla="*/ 0 w 477"/>
                <a:gd name="T27" fmla="*/ 0 h 534"/>
                <a:gd name="T28" fmla="*/ 0 w 477"/>
                <a:gd name="T29" fmla="*/ 0 h 534"/>
                <a:gd name="T30" fmla="*/ 0 w 477"/>
                <a:gd name="T31" fmla="*/ 0 h 534"/>
                <a:gd name="T32" fmla="*/ 0 w 477"/>
                <a:gd name="T33" fmla="*/ 0 h 534"/>
                <a:gd name="T34" fmla="*/ 0 w 477"/>
                <a:gd name="T35" fmla="*/ 0 h 534"/>
                <a:gd name="T36" fmla="*/ 0 w 477"/>
                <a:gd name="T37" fmla="*/ 0 h 534"/>
                <a:gd name="T38" fmla="*/ 0 w 477"/>
                <a:gd name="T39" fmla="*/ 0 h 534"/>
                <a:gd name="T40" fmla="*/ 0 w 477"/>
                <a:gd name="T41" fmla="*/ 0 h 534"/>
                <a:gd name="T42" fmla="*/ 0 w 477"/>
                <a:gd name="T43" fmla="*/ 0 h 534"/>
                <a:gd name="T44" fmla="*/ 0 w 477"/>
                <a:gd name="T45" fmla="*/ 0 h 534"/>
                <a:gd name="T46" fmla="*/ 0 w 477"/>
                <a:gd name="T47" fmla="*/ 0 h 534"/>
                <a:gd name="T48" fmla="*/ 0 w 477"/>
                <a:gd name="T49" fmla="*/ 0 h 534"/>
                <a:gd name="T50" fmla="*/ 0 w 477"/>
                <a:gd name="T51" fmla="*/ 0 h 534"/>
                <a:gd name="T52" fmla="*/ 0 w 477"/>
                <a:gd name="T53" fmla="*/ 0 h 534"/>
                <a:gd name="T54" fmla="*/ 0 w 477"/>
                <a:gd name="T55" fmla="*/ 0 h 534"/>
                <a:gd name="T56" fmla="*/ 0 w 477"/>
                <a:gd name="T57" fmla="*/ 0 h 534"/>
                <a:gd name="T58" fmla="*/ 0 w 477"/>
                <a:gd name="T59" fmla="*/ 0 h 534"/>
                <a:gd name="T60" fmla="*/ 0 w 477"/>
                <a:gd name="T61" fmla="*/ 0 h 534"/>
                <a:gd name="T62" fmla="*/ 0 w 477"/>
                <a:gd name="T63" fmla="*/ 0 h 534"/>
                <a:gd name="T64" fmla="*/ 0 w 477"/>
                <a:gd name="T65" fmla="*/ 0 h 534"/>
                <a:gd name="T66" fmla="*/ 0 w 477"/>
                <a:gd name="T67" fmla="*/ 0 h 534"/>
                <a:gd name="T68" fmla="*/ 0 w 477"/>
                <a:gd name="T69" fmla="*/ 0 h 534"/>
                <a:gd name="T70" fmla="*/ 0 w 477"/>
                <a:gd name="T71" fmla="*/ 0 h 5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7" h="534">
                  <a:moveTo>
                    <a:pt x="0" y="267"/>
                  </a:moveTo>
                  <a:lnTo>
                    <a:pt x="0" y="314"/>
                  </a:lnTo>
                  <a:lnTo>
                    <a:pt x="23" y="359"/>
                  </a:lnTo>
                  <a:lnTo>
                    <a:pt x="23" y="383"/>
                  </a:lnTo>
                  <a:lnTo>
                    <a:pt x="63" y="429"/>
                  </a:lnTo>
                  <a:lnTo>
                    <a:pt x="63" y="499"/>
                  </a:lnTo>
                  <a:lnTo>
                    <a:pt x="87" y="516"/>
                  </a:lnTo>
                  <a:lnTo>
                    <a:pt x="140" y="534"/>
                  </a:lnTo>
                  <a:lnTo>
                    <a:pt x="197" y="528"/>
                  </a:lnTo>
                  <a:lnTo>
                    <a:pt x="250" y="516"/>
                  </a:lnTo>
                  <a:lnTo>
                    <a:pt x="297" y="516"/>
                  </a:lnTo>
                  <a:lnTo>
                    <a:pt x="360" y="516"/>
                  </a:lnTo>
                  <a:lnTo>
                    <a:pt x="372" y="476"/>
                  </a:lnTo>
                  <a:lnTo>
                    <a:pt x="407" y="459"/>
                  </a:lnTo>
                  <a:lnTo>
                    <a:pt x="407" y="406"/>
                  </a:lnTo>
                  <a:lnTo>
                    <a:pt x="360" y="359"/>
                  </a:lnTo>
                  <a:lnTo>
                    <a:pt x="384" y="337"/>
                  </a:lnTo>
                  <a:lnTo>
                    <a:pt x="454" y="279"/>
                  </a:lnTo>
                  <a:lnTo>
                    <a:pt x="477" y="261"/>
                  </a:lnTo>
                  <a:lnTo>
                    <a:pt x="477" y="180"/>
                  </a:lnTo>
                  <a:lnTo>
                    <a:pt x="430" y="157"/>
                  </a:lnTo>
                  <a:lnTo>
                    <a:pt x="447" y="87"/>
                  </a:lnTo>
                  <a:lnTo>
                    <a:pt x="447" y="46"/>
                  </a:lnTo>
                  <a:lnTo>
                    <a:pt x="360" y="23"/>
                  </a:lnTo>
                  <a:lnTo>
                    <a:pt x="267" y="23"/>
                  </a:lnTo>
                  <a:lnTo>
                    <a:pt x="209" y="0"/>
                  </a:lnTo>
                  <a:lnTo>
                    <a:pt x="157" y="0"/>
                  </a:lnTo>
                  <a:lnTo>
                    <a:pt x="157" y="46"/>
                  </a:lnTo>
                  <a:lnTo>
                    <a:pt x="110" y="63"/>
                  </a:lnTo>
                  <a:lnTo>
                    <a:pt x="63" y="87"/>
                  </a:lnTo>
                  <a:lnTo>
                    <a:pt x="93" y="133"/>
                  </a:lnTo>
                  <a:lnTo>
                    <a:pt x="46" y="180"/>
                  </a:lnTo>
                  <a:lnTo>
                    <a:pt x="63" y="220"/>
                  </a:lnTo>
                  <a:lnTo>
                    <a:pt x="63" y="249"/>
                  </a:lnTo>
                  <a:lnTo>
                    <a:pt x="46" y="249"/>
                  </a:lnTo>
                  <a:lnTo>
                    <a:pt x="0" y="267"/>
                  </a:lnTo>
                  <a:close/>
                </a:path>
              </a:pathLst>
            </a:custGeom>
            <a:solidFill>
              <a:srgbClr val="FFFFFF"/>
            </a:solidFill>
            <a:ln w="9525">
              <a:solidFill>
                <a:srgbClr val="000000"/>
              </a:solidFill>
              <a:round/>
              <a:headEnd/>
              <a:tailEnd/>
            </a:ln>
          </p:spPr>
          <p:txBody>
            <a:bodyPr/>
            <a:lstStyle/>
            <a:p>
              <a:endParaRPr lang="ko-KR" altLang="en-US"/>
            </a:p>
          </p:txBody>
        </p:sp>
        <p:sp>
          <p:nvSpPr>
            <p:cNvPr id="418772" name="Freeform 248">
              <a:extLst>
                <a:ext uri="{FF2B5EF4-FFF2-40B4-BE49-F238E27FC236}">
                  <a16:creationId xmlns:a16="http://schemas.microsoft.com/office/drawing/2014/main" id="{04118E2B-A554-810D-6348-D35CC6362244}"/>
                </a:ext>
              </a:extLst>
            </p:cNvPr>
            <p:cNvSpPr>
              <a:spLocks/>
            </p:cNvSpPr>
            <p:nvPr/>
          </p:nvSpPr>
          <p:spPr bwMode="auto">
            <a:xfrm>
              <a:off x="2003" y="494"/>
              <a:ext cx="19" cy="12"/>
            </a:xfrm>
            <a:custGeom>
              <a:avLst/>
              <a:gdLst>
                <a:gd name="T0" fmla="*/ 0 w 233"/>
                <a:gd name="T1" fmla="*/ 0 h 157"/>
                <a:gd name="T2" fmla="*/ 0 w 233"/>
                <a:gd name="T3" fmla="*/ 0 h 157"/>
                <a:gd name="T4" fmla="*/ 0 w 233"/>
                <a:gd name="T5" fmla="*/ 0 h 157"/>
                <a:gd name="T6" fmla="*/ 0 w 233"/>
                <a:gd name="T7" fmla="*/ 0 h 157"/>
                <a:gd name="T8" fmla="*/ 0 w 233"/>
                <a:gd name="T9" fmla="*/ 0 h 157"/>
                <a:gd name="T10" fmla="*/ 0 w 233"/>
                <a:gd name="T11" fmla="*/ 0 h 157"/>
                <a:gd name="T12" fmla="*/ 0 w 233"/>
                <a:gd name="T13" fmla="*/ 0 h 157"/>
                <a:gd name="T14" fmla="*/ 0 w 233"/>
                <a:gd name="T15" fmla="*/ 0 h 157"/>
                <a:gd name="T16" fmla="*/ 0 w 233"/>
                <a:gd name="T17" fmla="*/ 0 h 157"/>
                <a:gd name="T18" fmla="*/ 0 w 233"/>
                <a:gd name="T19" fmla="*/ 0 h 157"/>
                <a:gd name="T20" fmla="*/ 0 w 233"/>
                <a:gd name="T21" fmla="*/ 0 h 157"/>
                <a:gd name="T22" fmla="*/ 0 w 233"/>
                <a:gd name="T23" fmla="*/ 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3" h="157">
                  <a:moveTo>
                    <a:pt x="140" y="0"/>
                  </a:moveTo>
                  <a:lnTo>
                    <a:pt x="227" y="76"/>
                  </a:lnTo>
                  <a:lnTo>
                    <a:pt x="227" y="94"/>
                  </a:lnTo>
                  <a:lnTo>
                    <a:pt x="233" y="117"/>
                  </a:lnTo>
                  <a:lnTo>
                    <a:pt x="203" y="139"/>
                  </a:lnTo>
                  <a:lnTo>
                    <a:pt x="168" y="157"/>
                  </a:lnTo>
                  <a:lnTo>
                    <a:pt x="23" y="76"/>
                  </a:lnTo>
                  <a:lnTo>
                    <a:pt x="0" y="47"/>
                  </a:lnTo>
                  <a:lnTo>
                    <a:pt x="46" y="29"/>
                  </a:lnTo>
                  <a:lnTo>
                    <a:pt x="70" y="29"/>
                  </a:lnTo>
                  <a:lnTo>
                    <a:pt x="93" y="0"/>
                  </a:lnTo>
                  <a:lnTo>
                    <a:pt x="140" y="0"/>
                  </a:lnTo>
                  <a:close/>
                </a:path>
              </a:pathLst>
            </a:custGeom>
            <a:solidFill>
              <a:srgbClr val="FFFFFF"/>
            </a:solidFill>
            <a:ln w="9525">
              <a:solidFill>
                <a:srgbClr val="000000"/>
              </a:solidFill>
              <a:round/>
              <a:headEnd/>
              <a:tailEnd/>
            </a:ln>
          </p:spPr>
          <p:txBody>
            <a:bodyPr/>
            <a:lstStyle/>
            <a:p>
              <a:endParaRPr lang="ko-KR" altLang="en-US"/>
            </a:p>
          </p:txBody>
        </p:sp>
        <p:sp>
          <p:nvSpPr>
            <p:cNvPr id="418773" name="Freeform 249">
              <a:extLst>
                <a:ext uri="{FF2B5EF4-FFF2-40B4-BE49-F238E27FC236}">
                  <a16:creationId xmlns:a16="http://schemas.microsoft.com/office/drawing/2014/main" id="{C82E05F6-4186-BEA9-6324-23179D62F578}"/>
                </a:ext>
              </a:extLst>
            </p:cNvPr>
            <p:cNvSpPr>
              <a:spLocks/>
            </p:cNvSpPr>
            <p:nvPr/>
          </p:nvSpPr>
          <p:spPr bwMode="auto">
            <a:xfrm>
              <a:off x="2012" y="482"/>
              <a:ext cx="17" cy="18"/>
            </a:xfrm>
            <a:custGeom>
              <a:avLst/>
              <a:gdLst>
                <a:gd name="T0" fmla="*/ 0 w 209"/>
                <a:gd name="T1" fmla="*/ 0 h 226"/>
                <a:gd name="T2" fmla="*/ 0 w 209"/>
                <a:gd name="T3" fmla="*/ 0 h 226"/>
                <a:gd name="T4" fmla="*/ 0 w 209"/>
                <a:gd name="T5" fmla="*/ 0 h 226"/>
                <a:gd name="T6" fmla="*/ 0 w 209"/>
                <a:gd name="T7" fmla="*/ 0 h 226"/>
                <a:gd name="T8" fmla="*/ 0 w 209"/>
                <a:gd name="T9" fmla="*/ 0 h 226"/>
                <a:gd name="T10" fmla="*/ 0 w 209"/>
                <a:gd name="T11" fmla="*/ 0 h 226"/>
                <a:gd name="T12" fmla="*/ 0 w 209"/>
                <a:gd name="T13" fmla="*/ 0 h 226"/>
                <a:gd name="T14" fmla="*/ 0 w 209"/>
                <a:gd name="T15" fmla="*/ 0 h 226"/>
                <a:gd name="T16" fmla="*/ 0 w 209"/>
                <a:gd name="T17" fmla="*/ 0 h 226"/>
                <a:gd name="T18" fmla="*/ 0 w 209"/>
                <a:gd name="T19" fmla="*/ 0 h 226"/>
                <a:gd name="T20" fmla="*/ 0 w 209"/>
                <a:gd name="T21" fmla="*/ 0 h 226"/>
                <a:gd name="T22" fmla="*/ 0 w 209"/>
                <a:gd name="T23" fmla="*/ 0 h 226"/>
                <a:gd name="T24" fmla="*/ 0 w 209"/>
                <a:gd name="T25" fmla="*/ 0 h 226"/>
                <a:gd name="T26" fmla="*/ 0 w 209"/>
                <a:gd name="T27" fmla="*/ 0 h 226"/>
                <a:gd name="T28" fmla="*/ 0 w 209"/>
                <a:gd name="T29" fmla="*/ 0 h 226"/>
                <a:gd name="T30" fmla="*/ 0 w 209"/>
                <a:gd name="T31" fmla="*/ 0 h 226"/>
                <a:gd name="T32" fmla="*/ 0 w 209"/>
                <a:gd name="T33" fmla="*/ 0 h 2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9" h="226">
                  <a:moveTo>
                    <a:pt x="0" y="150"/>
                  </a:moveTo>
                  <a:lnTo>
                    <a:pt x="46" y="179"/>
                  </a:lnTo>
                  <a:lnTo>
                    <a:pt x="116" y="226"/>
                  </a:lnTo>
                  <a:lnTo>
                    <a:pt x="122" y="197"/>
                  </a:lnTo>
                  <a:lnTo>
                    <a:pt x="157" y="185"/>
                  </a:lnTo>
                  <a:lnTo>
                    <a:pt x="179" y="179"/>
                  </a:lnTo>
                  <a:lnTo>
                    <a:pt x="186" y="150"/>
                  </a:lnTo>
                  <a:lnTo>
                    <a:pt x="162" y="110"/>
                  </a:lnTo>
                  <a:lnTo>
                    <a:pt x="209" y="63"/>
                  </a:lnTo>
                  <a:lnTo>
                    <a:pt x="209" y="40"/>
                  </a:lnTo>
                  <a:lnTo>
                    <a:pt x="191" y="23"/>
                  </a:lnTo>
                  <a:lnTo>
                    <a:pt x="209" y="0"/>
                  </a:lnTo>
                  <a:lnTo>
                    <a:pt x="92" y="40"/>
                  </a:lnTo>
                  <a:lnTo>
                    <a:pt x="92" y="87"/>
                  </a:lnTo>
                  <a:lnTo>
                    <a:pt x="46" y="110"/>
                  </a:lnTo>
                  <a:lnTo>
                    <a:pt x="5" y="115"/>
                  </a:lnTo>
                  <a:lnTo>
                    <a:pt x="0" y="150"/>
                  </a:lnTo>
                  <a:close/>
                </a:path>
              </a:pathLst>
            </a:custGeom>
            <a:solidFill>
              <a:srgbClr val="FFFFFF"/>
            </a:solidFill>
            <a:ln w="9525">
              <a:solidFill>
                <a:srgbClr val="000000"/>
              </a:solidFill>
              <a:round/>
              <a:headEnd/>
              <a:tailEnd/>
            </a:ln>
          </p:spPr>
          <p:txBody>
            <a:bodyPr/>
            <a:lstStyle/>
            <a:p>
              <a:endParaRPr lang="ko-KR" altLang="en-US"/>
            </a:p>
          </p:txBody>
        </p:sp>
        <p:sp>
          <p:nvSpPr>
            <p:cNvPr id="418774" name="Freeform 250">
              <a:extLst>
                <a:ext uri="{FF2B5EF4-FFF2-40B4-BE49-F238E27FC236}">
                  <a16:creationId xmlns:a16="http://schemas.microsoft.com/office/drawing/2014/main" id="{DFB79B84-C901-A488-518D-79F6A44161DF}"/>
                </a:ext>
              </a:extLst>
            </p:cNvPr>
            <p:cNvSpPr>
              <a:spLocks/>
            </p:cNvSpPr>
            <p:nvPr/>
          </p:nvSpPr>
          <p:spPr bwMode="auto">
            <a:xfrm>
              <a:off x="2034" y="455"/>
              <a:ext cx="9" cy="22"/>
            </a:xfrm>
            <a:custGeom>
              <a:avLst/>
              <a:gdLst>
                <a:gd name="T0" fmla="*/ 0 w 110"/>
                <a:gd name="T1" fmla="*/ 0 h 279"/>
                <a:gd name="T2" fmla="*/ 0 w 110"/>
                <a:gd name="T3" fmla="*/ 0 h 279"/>
                <a:gd name="T4" fmla="*/ 0 w 110"/>
                <a:gd name="T5" fmla="*/ 0 h 279"/>
                <a:gd name="T6" fmla="*/ 0 w 110"/>
                <a:gd name="T7" fmla="*/ 0 h 279"/>
                <a:gd name="T8" fmla="*/ 0 w 110"/>
                <a:gd name="T9" fmla="*/ 0 h 279"/>
                <a:gd name="T10" fmla="*/ 0 w 110"/>
                <a:gd name="T11" fmla="*/ 0 h 279"/>
                <a:gd name="T12" fmla="*/ 0 w 110"/>
                <a:gd name="T13" fmla="*/ 0 h 279"/>
                <a:gd name="T14" fmla="*/ 0 w 110"/>
                <a:gd name="T15" fmla="*/ 0 h 279"/>
                <a:gd name="T16" fmla="*/ 0 w 110"/>
                <a:gd name="T17" fmla="*/ 0 h 279"/>
                <a:gd name="T18" fmla="*/ 0 w 110"/>
                <a:gd name="T19" fmla="*/ 0 h 279"/>
                <a:gd name="T20" fmla="*/ 0 w 110"/>
                <a:gd name="T21" fmla="*/ 0 h 279"/>
                <a:gd name="T22" fmla="*/ 0 w 110"/>
                <a:gd name="T23" fmla="*/ 0 h 2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0" h="279">
                  <a:moveTo>
                    <a:pt x="0" y="274"/>
                  </a:moveTo>
                  <a:lnTo>
                    <a:pt x="0" y="204"/>
                  </a:lnTo>
                  <a:lnTo>
                    <a:pt x="23" y="117"/>
                  </a:lnTo>
                  <a:lnTo>
                    <a:pt x="0" y="70"/>
                  </a:lnTo>
                  <a:lnTo>
                    <a:pt x="46" y="0"/>
                  </a:lnTo>
                  <a:lnTo>
                    <a:pt x="93" y="70"/>
                  </a:lnTo>
                  <a:lnTo>
                    <a:pt x="110" y="117"/>
                  </a:lnTo>
                  <a:lnTo>
                    <a:pt x="70" y="187"/>
                  </a:lnTo>
                  <a:lnTo>
                    <a:pt x="70" y="250"/>
                  </a:lnTo>
                  <a:lnTo>
                    <a:pt x="93" y="279"/>
                  </a:lnTo>
                  <a:lnTo>
                    <a:pt x="40" y="274"/>
                  </a:lnTo>
                  <a:lnTo>
                    <a:pt x="0" y="274"/>
                  </a:lnTo>
                  <a:close/>
                </a:path>
              </a:pathLst>
            </a:custGeom>
            <a:solidFill>
              <a:srgbClr val="FFFFFF"/>
            </a:solidFill>
            <a:ln w="9525">
              <a:solidFill>
                <a:srgbClr val="000000"/>
              </a:solidFill>
              <a:round/>
              <a:headEnd/>
              <a:tailEnd/>
            </a:ln>
          </p:spPr>
          <p:txBody>
            <a:bodyPr/>
            <a:lstStyle/>
            <a:p>
              <a:endParaRPr lang="ko-KR" altLang="en-US"/>
            </a:p>
          </p:txBody>
        </p:sp>
        <p:sp>
          <p:nvSpPr>
            <p:cNvPr id="418775" name="Freeform 251">
              <a:extLst>
                <a:ext uri="{FF2B5EF4-FFF2-40B4-BE49-F238E27FC236}">
                  <a16:creationId xmlns:a16="http://schemas.microsoft.com/office/drawing/2014/main" id="{3A3CAD38-D7BB-9AFE-C7BF-CDE0169F1C5B}"/>
                </a:ext>
              </a:extLst>
            </p:cNvPr>
            <p:cNvSpPr>
              <a:spLocks/>
            </p:cNvSpPr>
            <p:nvPr/>
          </p:nvSpPr>
          <p:spPr bwMode="auto">
            <a:xfrm>
              <a:off x="2115" y="275"/>
              <a:ext cx="622" cy="318"/>
            </a:xfrm>
            <a:custGeom>
              <a:avLst/>
              <a:gdLst>
                <a:gd name="T0" fmla="*/ 0 w 7782"/>
                <a:gd name="T1" fmla="*/ 0 h 4078"/>
                <a:gd name="T2" fmla="*/ 0 w 7782"/>
                <a:gd name="T3" fmla="*/ 0 h 4078"/>
                <a:gd name="T4" fmla="*/ 0 w 7782"/>
                <a:gd name="T5" fmla="*/ 0 h 4078"/>
                <a:gd name="T6" fmla="*/ 0 w 7782"/>
                <a:gd name="T7" fmla="*/ 0 h 4078"/>
                <a:gd name="T8" fmla="*/ 0 w 7782"/>
                <a:gd name="T9" fmla="*/ 0 h 4078"/>
                <a:gd name="T10" fmla="*/ 0 w 7782"/>
                <a:gd name="T11" fmla="*/ 0 h 4078"/>
                <a:gd name="T12" fmla="*/ 0 w 7782"/>
                <a:gd name="T13" fmla="*/ 0 h 4078"/>
                <a:gd name="T14" fmla="*/ 0 w 7782"/>
                <a:gd name="T15" fmla="*/ 0 h 4078"/>
                <a:gd name="T16" fmla="*/ 0 w 7782"/>
                <a:gd name="T17" fmla="*/ 0 h 4078"/>
                <a:gd name="T18" fmla="*/ 0 w 7782"/>
                <a:gd name="T19" fmla="*/ 0 h 4078"/>
                <a:gd name="T20" fmla="*/ 0 w 7782"/>
                <a:gd name="T21" fmla="*/ 0 h 4078"/>
                <a:gd name="T22" fmla="*/ 0 w 7782"/>
                <a:gd name="T23" fmla="*/ 0 h 4078"/>
                <a:gd name="T24" fmla="*/ 0 w 7782"/>
                <a:gd name="T25" fmla="*/ 0 h 4078"/>
                <a:gd name="T26" fmla="*/ 0 w 7782"/>
                <a:gd name="T27" fmla="*/ 0 h 4078"/>
                <a:gd name="T28" fmla="*/ 0 w 7782"/>
                <a:gd name="T29" fmla="*/ 0 h 4078"/>
                <a:gd name="T30" fmla="*/ 0 w 7782"/>
                <a:gd name="T31" fmla="*/ 0 h 4078"/>
                <a:gd name="T32" fmla="*/ 0 w 7782"/>
                <a:gd name="T33" fmla="*/ 0 h 4078"/>
                <a:gd name="T34" fmla="*/ 0 w 7782"/>
                <a:gd name="T35" fmla="*/ 0 h 4078"/>
                <a:gd name="T36" fmla="*/ 0 w 7782"/>
                <a:gd name="T37" fmla="*/ 0 h 4078"/>
                <a:gd name="T38" fmla="*/ 0 w 7782"/>
                <a:gd name="T39" fmla="*/ 0 h 4078"/>
                <a:gd name="T40" fmla="*/ 0 w 7782"/>
                <a:gd name="T41" fmla="*/ 0 h 4078"/>
                <a:gd name="T42" fmla="*/ 0 w 7782"/>
                <a:gd name="T43" fmla="*/ 0 h 4078"/>
                <a:gd name="T44" fmla="*/ 0 w 7782"/>
                <a:gd name="T45" fmla="*/ 0 h 4078"/>
                <a:gd name="T46" fmla="*/ 0 w 7782"/>
                <a:gd name="T47" fmla="*/ 0 h 4078"/>
                <a:gd name="T48" fmla="*/ 0 w 7782"/>
                <a:gd name="T49" fmla="*/ 0 h 4078"/>
                <a:gd name="T50" fmla="*/ 0 w 7782"/>
                <a:gd name="T51" fmla="*/ 0 h 4078"/>
                <a:gd name="T52" fmla="*/ 0 w 7782"/>
                <a:gd name="T53" fmla="*/ 0 h 4078"/>
                <a:gd name="T54" fmla="*/ 0 w 7782"/>
                <a:gd name="T55" fmla="*/ 0 h 4078"/>
                <a:gd name="T56" fmla="*/ 0 w 7782"/>
                <a:gd name="T57" fmla="*/ 0 h 4078"/>
                <a:gd name="T58" fmla="*/ 0 w 7782"/>
                <a:gd name="T59" fmla="*/ 0 h 4078"/>
                <a:gd name="T60" fmla="*/ 0 w 7782"/>
                <a:gd name="T61" fmla="*/ 0 h 4078"/>
                <a:gd name="T62" fmla="*/ 0 w 7782"/>
                <a:gd name="T63" fmla="*/ 0 h 4078"/>
                <a:gd name="T64" fmla="*/ 0 w 7782"/>
                <a:gd name="T65" fmla="*/ 0 h 4078"/>
                <a:gd name="T66" fmla="*/ 0 w 7782"/>
                <a:gd name="T67" fmla="*/ 0 h 4078"/>
                <a:gd name="T68" fmla="*/ 0 w 7782"/>
                <a:gd name="T69" fmla="*/ 0 h 4078"/>
                <a:gd name="T70" fmla="*/ 0 w 7782"/>
                <a:gd name="T71" fmla="*/ 0 h 4078"/>
                <a:gd name="T72" fmla="*/ 0 w 7782"/>
                <a:gd name="T73" fmla="*/ 0 h 4078"/>
                <a:gd name="T74" fmla="*/ 0 w 7782"/>
                <a:gd name="T75" fmla="*/ 0 h 4078"/>
                <a:gd name="T76" fmla="*/ 0 w 7782"/>
                <a:gd name="T77" fmla="*/ 0 h 4078"/>
                <a:gd name="T78" fmla="*/ 0 w 7782"/>
                <a:gd name="T79" fmla="*/ 0 h 4078"/>
                <a:gd name="T80" fmla="*/ 0 w 7782"/>
                <a:gd name="T81" fmla="*/ 0 h 4078"/>
                <a:gd name="T82" fmla="*/ 0 w 7782"/>
                <a:gd name="T83" fmla="*/ 0 h 4078"/>
                <a:gd name="T84" fmla="*/ 0 w 7782"/>
                <a:gd name="T85" fmla="*/ 0 h 4078"/>
                <a:gd name="T86" fmla="*/ 0 w 7782"/>
                <a:gd name="T87" fmla="*/ 0 h 4078"/>
                <a:gd name="T88" fmla="*/ 0 w 7782"/>
                <a:gd name="T89" fmla="*/ 0 h 4078"/>
                <a:gd name="T90" fmla="*/ 0 w 7782"/>
                <a:gd name="T91" fmla="*/ 0 h 4078"/>
                <a:gd name="T92" fmla="*/ 0 w 7782"/>
                <a:gd name="T93" fmla="*/ 0 h 4078"/>
                <a:gd name="T94" fmla="*/ 0 w 7782"/>
                <a:gd name="T95" fmla="*/ 0 h 40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782" h="4078">
                  <a:moveTo>
                    <a:pt x="146" y="1887"/>
                  </a:moveTo>
                  <a:lnTo>
                    <a:pt x="116" y="1981"/>
                  </a:lnTo>
                  <a:lnTo>
                    <a:pt x="29" y="2004"/>
                  </a:lnTo>
                  <a:lnTo>
                    <a:pt x="46" y="2044"/>
                  </a:lnTo>
                  <a:lnTo>
                    <a:pt x="87" y="2114"/>
                  </a:lnTo>
                  <a:lnTo>
                    <a:pt x="58" y="2138"/>
                  </a:lnTo>
                  <a:lnTo>
                    <a:pt x="41" y="2155"/>
                  </a:lnTo>
                  <a:lnTo>
                    <a:pt x="0" y="2183"/>
                  </a:lnTo>
                  <a:lnTo>
                    <a:pt x="46" y="2288"/>
                  </a:lnTo>
                  <a:lnTo>
                    <a:pt x="0" y="2410"/>
                  </a:lnTo>
                  <a:lnTo>
                    <a:pt x="34" y="2434"/>
                  </a:lnTo>
                  <a:lnTo>
                    <a:pt x="146" y="2486"/>
                  </a:lnTo>
                  <a:lnTo>
                    <a:pt x="215" y="2497"/>
                  </a:lnTo>
                  <a:lnTo>
                    <a:pt x="238" y="2544"/>
                  </a:lnTo>
                  <a:lnTo>
                    <a:pt x="285" y="2562"/>
                  </a:lnTo>
                  <a:lnTo>
                    <a:pt x="308" y="2631"/>
                  </a:lnTo>
                  <a:lnTo>
                    <a:pt x="273" y="2724"/>
                  </a:lnTo>
                  <a:lnTo>
                    <a:pt x="285" y="2771"/>
                  </a:lnTo>
                  <a:lnTo>
                    <a:pt x="407" y="2776"/>
                  </a:lnTo>
                  <a:lnTo>
                    <a:pt x="448" y="2840"/>
                  </a:lnTo>
                  <a:lnTo>
                    <a:pt x="494" y="2881"/>
                  </a:lnTo>
                  <a:lnTo>
                    <a:pt x="558" y="2881"/>
                  </a:lnTo>
                  <a:lnTo>
                    <a:pt x="605" y="2974"/>
                  </a:lnTo>
                  <a:lnTo>
                    <a:pt x="610" y="3027"/>
                  </a:lnTo>
                  <a:lnTo>
                    <a:pt x="622" y="3090"/>
                  </a:lnTo>
                  <a:lnTo>
                    <a:pt x="570" y="3107"/>
                  </a:lnTo>
                  <a:lnTo>
                    <a:pt x="587" y="3125"/>
                  </a:lnTo>
                  <a:lnTo>
                    <a:pt x="547" y="3149"/>
                  </a:lnTo>
                  <a:lnTo>
                    <a:pt x="622" y="3177"/>
                  </a:lnTo>
                  <a:lnTo>
                    <a:pt x="622" y="3224"/>
                  </a:lnTo>
                  <a:lnTo>
                    <a:pt x="605" y="3311"/>
                  </a:lnTo>
                  <a:lnTo>
                    <a:pt x="622" y="3381"/>
                  </a:lnTo>
                  <a:lnTo>
                    <a:pt x="692" y="3427"/>
                  </a:lnTo>
                  <a:lnTo>
                    <a:pt x="784" y="3473"/>
                  </a:lnTo>
                  <a:lnTo>
                    <a:pt x="831" y="3561"/>
                  </a:lnTo>
                  <a:lnTo>
                    <a:pt x="831" y="3583"/>
                  </a:lnTo>
                  <a:lnTo>
                    <a:pt x="918" y="3607"/>
                  </a:lnTo>
                  <a:lnTo>
                    <a:pt x="976" y="3729"/>
                  </a:lnTo>
                  <a:lnTo>
                    <a:pt x="1006" y="3752"/>
                  </a:lnTo>
                  <a:lnTo>
                    <a:pt x="1035" y="3752"/>
                  </a:lnTo>
                  <a:lnTo>
                    <a:pt x="1087" y="3845"/>
                  </a:lnTo>
                  <a:lnTo>
                    <a:pt x="1220" y="3787"/>
                  </a:lnTo>
                  <a:lnTo>
                    <a:pt x="1244" y="3810"/>
                  </a:lnTo>
                  <a:lnTo>
                    <a:pt x="1308" y="3700"/>
                  </a:lnTo>
                  <a:lnTo>
                    <a:pt x="1238" y="3653"/>
                  </a:lnTo>
                  <a:lnTo>
                    <a:pt x="1105" y="3404"/>
                  </a:lnTo>
                  <a:lnTo>
                    <a:pt x="1105" y="3381"/>
                  </a:lnTo>
                  <a:lnTo>
                    <a:pt x="1145" y="3247"/>
                  </a:lnTo>
                  <a:lnTo>
                    <a:pt x="1215" y="3247"/>
                  </a:lnTo>
                  <a:lnTo>
                    <a:pt x="1285" y="3247"/>
                  </a:lnTo>
                  <a:lnTo>
                    <a:pt x="1395" y="3177"/>
                  </a:lnTo>
                  <a:lnTo>
                    <a:pt x="1465" y="3247"/>
                  </a:lnTo>
                  <a:lnTo>
                    <a:pt x="1442" y="3311"/>
                  </a:lnTo>
                  <a:lnTo>
                    <a:pt x="1372" y="3311"/>
                  </a:lnTo>
                  <a:lnTo>
                    <a:pt x="1349" y="3381"/>
                  </a:lnTo>
                  <a:lnTo>
                    <a:pt x="1349" y="3473"/>
                  </a:lnTo>
                  <a:lnTo>
                    <a:pt x="1581" y="3630"/>
                  </a:lnTo>
                  <a:lnTo>
                    <a:pt x="1557" y="3677"/>
                  </a:lnTo>
                  <a:lnTo>
                    <a:pt x="1487" y="3677"/>
                  </a:lnTo>
                  <a:lnTo>
                    <a:pt x="1557" y="3787"/>
                  </a:lnTo>
                  <a:lnTo>
                    <a:pt x="1552" y="3904"/>
                  </a:lnTo>
                  <a:lnTo>
                    <a:pt x="1616" y="3874"/>
                  </a:lnTo>
                  <a:lnTo>
                    <a:pt x="1761" y="3880"/>
                  </a:lnTo>
                  <a:lnTo>
                    <a:pt x="1871" y="3904"/>
                  </a:lnTo>
                  <a:lnTo>
                    <a:pt x="1935" y="3962"/>
                  </a:lnTo>
                  <a:lnTo>
                    <a:pt x="1970" y="4043"/>
                  </a:lnTo>
                  <a:lnTo>
                    <a:pt x="2028" y="4078"/>
                  </a:lnTo>
                  <a:lnTo>
                    <a:pt x="2115" y="4031"/>
                  </a:lnTo>
                  <a:lnTo>
                    <a:pt x="2174" y="3974"/>
                  </a:lnTo>
                  <a:lnTo>
                    <a:pt x="2284" y="3904"/>
                  </a:lnTo>
                  <a:lnTo>
                    <a:pt x="2394" y="3927"/>
                  </a:lnTo>
                  <a:lnTo>
                    <a:pt x="2499" y="3880"/>
                  </a:lnTo>
                  <a:lnTo>
                    <a:pt x="2540" y="3921"/>
                  </a:lnTo>
                  <a:lnTo>
                    <a:pt x="2720" y="3880"/>
                  </a:lnTo>
                  <a:lnTo>
                    <a:pt x="2668" y="3764"/>
                  </a:lnTo>
                  <a:lnTo>
                    <a:pt x="2790" y="3677"/>
                  </a:lnTo>
                  <a:lnTo>
                    <a:pt x="2865" y="3677"/>
                  </a:lnTo>
                  <a:lnTo>
                    <a:pt x="3017" y="3508"/>
                  </a:lnTo>
                  <a:lnTo>
                    <a:pt x="2987" y="3357"/>
                  </a:lnTo>
                  <a:lnTo>
                    <a:pt x="3086" y="3329"/>
                  </a:lnTo>
                  <a:lnTo>
                    <a:pt x="3057" y="3264"/>
                  </a:lnTo>
                  <a:lnTo>
                    <a:pt x="3115" y="3184"/>
                  </a:lnTo>
                  <a:lnTo>
                    <a:pt x="3266" y="3114"/>
                  </a:lnTo>
                  <a:lnTo>
                    <a:pt x="3289" y="3015"/>
                  </a:lnTo>
                  <a:lnTo>
                    <a:pt x="3366" y="2968"/>
                  </a:lnTo>
                  <a:lnTo>
                    <a:pt x="3545" y="2852"/>
                  </a:lnTo>
                  <a:lnTo>
                    <a:pt x="3610" y="2846"/>
                  </a:lnTo>
                  <a:lnTo>
                    <a:pt x="3732" y="2922"/>
                  </a:lnTo>
                  <a:lnTo>
                    <a:pt x="3824" y="2893"/>
                  </a:lnTo>
                  <a:lnTo>
                    <a:pt x="3912" y="2748"/>
                  </a:lnTo>
                  <a:lnTo>
                    <a:pt x="3987" y="2741"/>
                  </a:lnTo>
                  <a:lnTo>
                    <a:pt x="4034" y="2806"/>
                  </a:lnTo>
                  <a:lnTo>
                    <a:pt x="4091" y="2881"/>
                  </a:lnTo>
                  <a:lnTo>
                    <a:pt x="4156" y="2875"/>
                  </a:lnTo>
                  <a:lnTo>
                    <a:pt x="4278" y="2823"/>
                  </a:lnTo>
                  <a:lnTo>
                    <a:pt x="4393" y="2905"/>
                  </a:lnTo>
                  <a:lnTo>
                    <a:pt x="4620" y="2881"/>
                  </a:lnTo>
                  <a:lnTo>
                    <a:pt x="4690" y="2794"/>
                  </a:lnTo>
                  <a:lnTo>
                    <a:pt x="4784" y="2840"/>
                  </a:lnTo>
                  <a:lnTo>
                    <a:pt x="4871" y="2840"/>
                  </a:lnTo>
                  <a:lnTo>
                    <a:pt x="4986" y="2765"/>
                  </a:lnTo>
                  <a:lnTo>
                    <a:pt x="4986" y="2631"/>
                  </a:lnTo>
                  <a:lnTo>
                    <a:pt x="5010" y="2562"/>
                  </a:lnTo>
                  <a:lnTo>
                    <a:pt x="4951" y="2544"/>
                  </a:lnTo>
                  <a:lnTo>
                    <a:pt x="5045" y="2497"/>
                  </a:lnTo>
                  <a:lnTo>
                    <a:pt x="5190" y="2457"/>
                  </a:lnTo>
                  <a:lnTo>
                    <a:pt x="5283" y="2515"/>
                  </a:lnTo>
                  <a:lnTo>
                    <a:pt x="5307" y="2654"/>
                  </a:lnTo>
                  <a:lnTo>
                    <a:pt x="5440" y="2811"/>
                  </a:lnTo>
                  <a:lnTo>
                    <a:pt x="5568" y="2818"/>
                  </a:lnTo>
                  <a:lnTo>
                    <a:pt x="5603" y="2846"/>
                  </a:lnTo>
                  <a:lnTo>
                    <a:pt x="5621" y="2905"/>
                  </a:lnTo>
                  <a:lnTo>
                    <a:pt x="5736" y="2945"/>
                  </a:lnTo>
                  <a:lnTo>
                    <a:pt x="5853" y="2881"/>
                  </a:lnTo>
                  <a:lnTo>
                    <a:pt x="5888" y="2985"/>
                  </a:lnTo>
                  <a:lnTo>
                    <a:pt x="5823" y="3172"/>
                  </a:lnTo>
                  <a:lnTo>
                    <a:pt x="5754" y="3154"/>
                  </a:lnTo>
                  <a:lnTo>
                    <a:pt x="5731" y="3247"/>
                  </a:lnTo>
                  <a:lnTo>
                    <a:pt x="5829" y="3334"/>
                  </a:lnTo>
                  <a:lnTo>
                    <a:pt x="5853" y="3404"/>
                  </a:lnTo>
                  <a:lnTo>
                    <a:pt x="5916" y="3357"/>
                  </a:lnTo>
                  <a:lnTo>
                    <a:pt x="6097" y="3107"/>
                  </a:lnTo>
                  <a:lnTo>
                    <a:pt x="6143" y="2474"/>
                  </a:lnTo>
                  <a:lnTo>
                    <a:pt x="6080" y="2451"/>
                  </a:lnTo>
                  <a:lnTo>
                    <a:pt x="6080" y="2312"/>
                  </a:lnTo>
                  <a:lnTo>
                    <a:pt x="5986" y="2271"/>
                  </a:lnTo>
                  <a:lnTo>
                    <a:pt x="5829" y="2340"/>
                  </a:lnTo>
                  <a:lnTo>
                    <a:pt x="5806" y="2225"/>
                  </a:lnTo>
                  <a:lnTo>
                    <a:pt x="5713" y="2201"/>
                  </a:lnTo>
                  <a:lnTo>
                    <a:pt x="5829" y="1929"/>
                  </a:lnTo>
                  <a:lnTo>
                    <a:pt x="5829" y="1749"/>
                  </a:lnTo>
                  <a:lnTo>
                    <a:pt x="5893" y="1679"/>
                  </a:lnTo>
                  <a:lnTo>
                    <a:pt x="6097" y="1632"/>
                  </a:lnTo>
                  <a:lnTo>
                    <a:pt x="6190" y="1562"/>
                  </a:lnTo>
                  <a:lnTo>
                    <a:pt x="6329" y="1545"/>
                  </a:lnTo>
                  <a:lnTo>
                    <a:pt x="6306" y="1632"/>
                  </a:lnTo>
                  <a:lnTo>
                    <a:pt x="6416" y="1592"/>
                  </a:lnTo>
                  <a:lnTo>
                    <a:pt x="6486" y="1516"/>
                  </a:lnTo>
                  <a:lnTo>
                    <a:pt x="6439" y="1475"/>
                  </a:lnTo>
                  <a:lnTo>
                    <a:pt x="6486" y="1249"/>
                  </a:lnTo>
                  <a:lnTo>
                    <a:pt x="6579" y="1202"/>
                  </a:lnTo>
                  <a:lnTo>
                    <a:pt x="6620" y="1266"/>
                  </a:lnTo>
                  <a:lnTo>
                    <a:pt x="6643" y="1266"/>
                  </a:lnTo>
                  <a:lnTo>
                    <a:pt x="6713" y="1062"/>
                  </a:lnTo>
                  <a:lnTo>
                    <a:pt x="6736" y="1062"/>
                  </a:lnTo>
                  <a:lnTo>
                    <a:pt x="6783" y="1226"/>
                  </a:lnTo>
                  <a:lnTo>
                    <a:pt x="6806" y="1266"/>
                  </a:lnTo>
                  <a:lnTo>
                    <a:pt x="6760" y="1383"/>
                  </a:lnTo>
                  <a:lnTo>
                    <a:pt x="6713" y="1609"/>
                  </a:lnTo>
                  <a:lnTo>
                    <a:pt x="6666" y="1725"/>
                  </a:lnTo>
                  <a:lnTo>
                    <a:pt x="6666" y="1929"/>
                  </a:lnTo>
                  <a:lnTo>
                    <a:pt x="6783" y="2248"/>
                  </a:lnTo>
                  <a:lnTo>
                    <a:pt x="6870" y="2312"/>
                  </a:lnTo>
                  <a:lnTo>
                    <a:pt x="6940" y="2474"/>
                  </a:lnTo>
                  <a:lnTo>
                    <a:pt x="7009" y="2312"/>
                  </a:lnTo>
                  <a:lnTo>
                    <a:pt x="7009" y="2201"/>
                  </a:lnTo>
                  <a:lnTo>
                    <a:pt x="7056" y="2178"/>
                  </a:lnTo>
                  <a:lnTo>
                    <a:pt x="7032" y="2091"/>
                  </a:lnTo>
                  <a:lnTo>
                    <a:pt x="7056" y="2021"/>
                  </a:lnTo>
                  <a:lnTo>
                    <a:pt x="6986" y="1887"/>
                  </a:lnTo>
                  <a:lnTo>
                    <a:pt x="7009" y="1795"/>
                  </a:lnTo>
                  <a:lnTo>
                    <a:pt x="6986" y="1632"/>
                  </a:lnTo>
                  <a:lnTo>
                    <a:pt x="6917" y="1679"/>
                  </a:lnTo>
                  <a:lnTo>
                    <a:pt x="6893" y="1428"/>
                  </a:lnTo>
                  <a:lnTo>
                    <a:pt x="6893" y="1383"/>
                  </a:lnTo>
                  <a:lnTo>
                    <a:pt x="7009" y="1289"/>
                  </a:lnTo>
                  <a:lnTo>
                    <a:pt x="7125" y="1249"/>
                  </a:lnTo>
                  <a:lnTo>
                    <a:pt x="7212" y="1359"/>
                  </a:lnTo>
                  <a:lnTo>
                    <a:pt x="7282" y="952"/>
                  </a:lnTo>
                  <a:lnTo>
                    <a:pt x="7439" y="860"/>
                  </a:lnTo>
                  <a:lnTo>
                    <a:pt x="7346" y="790"/>
                  </a:lnTo>
                  <a:lnTo>
                    <a:pt x="7376" y="726"/>
                  </a:lnTo>
                  <a:lnTo>
                    <a:pt x="7259" y="726"/>
                  </a:lnTo>
                  <a:lnTo>
                    <a:pt x="7189" y="656"/>
                  </a:lnTo>
                  <a:lnTo>
                    <a:pt x="7079" y="563"/>
                  </a:lnTo>
                  <a:lnTo>
                    <a:pt x="7142" y="546"/>
                  </a:lnTo>
                  <a:lnTo>
                    <a:pt x="7189" y="563"/>
                  </a:lnTo>
                  <a:lnTo>
                    <a:pt x="7299" y="499"/>
                  </a:lnTo>
                  <a:lnTo>
                    <a:pt x="7236" y="452"/>
                  </a:lnTo>
                  <a:lnTo>
                    <a:pt x="7212" y="337"/>
                  </a:lnTo>
                  <a:lnTo>
                    <a:pt x="7282" y="384"/>
                  </a:lnTo>
                  <a:lnTo>
                    <a:pt x="7463" y="406"/>
                  </a:lnTo>
                  <a:lnTo>
                    <a:pt x="7533" y="476"/>
                  </a:lnTo>
                  <a:lnTo>
                    <a:pt x="7690" y="452"/>
                  </a:lnTo>
                  <a:lnTo>
                    <a:pt x="7782" y="360"/>
                  </a:lnTo>
                  <a:lnTo>
                    <a:pt x="7596" y="337"/>
                  </a:lnTo>
                  <a:lnTo>
                    <a:pt x="7666" y="203"/>
                  </a:lnTo>
                  <a:lnTo>
                    <a:pt x="7533" y="116"/>
                  </a:lnTo>
                  <a:lnTo>
                    <a:pt x="7393" y="180"/>
                  </a:lnTo>
                  <a:lnTo>
                    <a:pt x="7259" y="70"/>
                  </a:lnTo>
                  <a:lnTo>
                    <a:pt x="7166" y="23"/>
                  </a:lnTo>
                  <a:lnTo>
                    <a:pt x="7125" y="46"/>
                  </a:lnTo>
                  <a:lnTo>
                    <a:pt x="7056" y="0"/>
                  </a:lnTo>
                  <a:lnTo>
                    <a:pt x="1308" y="2724"/>
                  </a:lnTo>
                  <a:lnTo>
                    <a:pt x="146" y="1887"/>
                  </a:lnTo>
                  <a:close/>
                </a:path>
              </a:pathLst>
            </a:custGeom>
            <a:solidFill>
              <a:srgbClr val="FFFFFF"/>
            </a:solidFill>
            <a:ln w="9525">
              <a:solidFill>
                <a:srgbClr val="000000"/>
              </a:solidFill>
              <a:round/>
              <a:headEnd/>
              <a:tailEnd/>
            </a:ln>
          </p:spPr>
          <p:txBody>
            <a:bodyPr/>
            <a:lstStyle/>
            <a:p>
              <a:endParaRPr lang="ko-KR" altLang="en-US"/>
            </a:p>
          </p:txBody>
        </p:sp>
        <p:sp>
          <p:nvSpPr>
            <p:cNvPr id="418776" name="Freeform 252">
              <a:extLst>
                <a:ext uri="{FF2B5EF4-FFF2-40B4-BE49-F238E27FC236}">
                  <a16:creationId xmlns:a16="http://schemas.microsoft.com/office/drawing/2014/main" id="{AF0B5844-60BB-E1D1-E56D-11E7C071B4DE}"/>
                </a:ext>
              </a:extLst>
            </p:cNvPr>
            <p:cNvSpPr>
              <a:spLocks/>
            </p:cNvSpPr>
            <p:nvPr/>
          </p:nvSpPr>
          <p:spPr bwMode="auto">
            <a:xfrm>
              <a:off x="2106" y="243"/>
              <a:ext cx="573" cy="244"/>
            </a:xfrm>
            <a:custGeom>
              <a:avLst/>
              <a:gdLst>
                <a:gd name="T0" fmla="*/ 0 w 7160"/>
                <a:gd name="T1" fmla="*/ 0 h 3125"/>
                <a:gd name="T2" fmla="*/ 0 w 7160"/>
                <a:gd name="T3" fmla="*/ 0 h 3125"/>
                <a:gd name="T4" fmla="*/ 0 w 7160"/>
                <a:gd name="T5" fmla="*/ 0 h 3125"/>
                <a:gd name="T6" fmla="*/ 0 w 7160"/>
                <a:gd name="T7" fmla="*/ 0 h 3125"/>
                <a:gd name="T8" fmla="*/ 0 w 7160"/>
                <a:gd name="T9" fmla="*/ 0 h 3125"/>
                <a:gd name="T10" fmla="*/ 0 w 7160"/>
                <a:gd name="T11" fmla="*/ 0 h 3125"/>
                <a:gd name="T12" fmla="*/ 0 w 7160"/>
                <a:gd name="T13" fmla="*/ 0 h 3125"/>
                <a:gd name="T14" fmla="*/ 0 w 7160"/>
                <a:gd name="T15" fmla="*/ 0 h 3125"/>
                <a:gd name="T16" fmla="*/ 0 w 7160"/>
                <a:gd name="T17" fmla="*/ 0 h 3125"/>
                <a:gd name="T18" fmla="*/ 0 w 7160"/>
                <a:gd name="T19" fmla="*/ 0 h 3125"/>
                <a:gd name="T20" fmla="*/ 0 w 7160"/>
                <a:gd name="T21" fmla="*/ 0 h 3125"/>
                <a:gd name="T22" fmla="*/ 0 w 7160"/>
                <a:gd name="T23" fmla="*/ 0 h 3125"/>
                <a:gd name="T24" fmla="*/ 0 w 7160"/>
                <a:gd name="T25" fmla="*/ 0 h 3125"/>
                <a:gd name="T26" fmla="*/ 0 w 7160"/>
                <a:gd name="T27" fmla="*/ 0 h 3125"/>
                <a:gd name="T28" fmla="*/ 0 w 7160"/>
                <a:gd name="T29" fmla="*/ 0 h 3125"/>
                <a:gd name="T30" fmla="*/ 0 w 7160"/>
                <a:gd name="T31" fmla="*/ 0 h 3125"/>
                <a:gd name="T32" fmla="*/ 0 w 7160"/>
                <a:gd name="T33" fmla="*/ 0 h 3125"/>
                <a:gd name="T34" fmla="*/ 0 w 7160"/>
                <a:gd name="T35" fmla="*/ 0 h 3125"/>
                <a:gd name="T36" fmla="*/ 0 w 7160"/>
                <a:gd name="T37" fmla="*/ 0 h 3125"/>
                <a:gd name="T38" fmla="*/ 0 w 7160"/>
                <a:gd name="T39" fmla="*/ 0 h 3125"/>
                <a:gd name="T40" fmla="*/ 0 w 7160"/>
                <a:gd name="T41" fmla="*/ 0 h 3125"/>
                <a:gd name="T42" fmla="*/ 0 w 7160"/>
                <a:gd name="T43" fmla="*/ 0 h 3125"/>
                <a:gd name="T44" fmla="*/ 0 w 7160"/>
                <a:gd name="T45" fmla="*/ 0 h 3125"/>
                <a:gd name="T46" fmla="*/ 0 w 7160"/>
                <a:gd name="T47" fmla="*/ 0 h 3125"/>
                <a:gd name="T48" fmla="*/ 0 w 7160"/>
                <a:gd name="T49" fmla="*/ 0 h 3125"/>
                <a:gd name="T50" fmla="*/ 0 w 7160"/>
                <a:gd name="T51" fmla="*/ 0 h 3125"/>
                <a:gd name="T52" fmla="*/ 0 w 7160"/>
                <a:gd name="T53" fmla="*/ 0 h 3125"/>
                <a:gd name="T54" fmla="*/ 0 w 7160"/>
                <a:gd name="T55" fmla="*/ 0 h 3125"/>
                <a:gd name="T56" fmla="*/ 0 w 7160"/>
                <a:gd name="T57" fmla="*/ 0 h 3125"/>
                <a:gd name="T58" fmla="*/ 0 w 7160"/>
                <a:gd name="T59" fmla="*/ 0 h 3125"/>
                <a:gd name="T60" fmla="*/ 0 w 7160"/>
                <a:gd name="T61" fmla="*/ 0 h 3125"/>
                <a:gd name="T62" fmla="*/ 0 w 7160"/>
                <a:gd name="T63" fmla="*/ 0 h 3125"/>
                <a:gd name="T64" fmla="*/ 0 w 7160"/>
                <a:gd name="T65" fmla="*/ 0 h 3125"/>
                <a:gd name="T66" fmla="*/ 0 w 7160"/>
                <a:gd name="T67" fmla="*/ 0 h 3125"/>
                <a:gd name="T68" fmla="*/ 0 w 7160"/>
                <a:gd name="T69" fmla="*/ 0 h 3125"/>
                <a:gd name="T70" fmla="*/ 0 w 7160"/>
                <a:gd name="T71" fmla="*/ 0 h 3125"/>
                <a:gd name="T72" fmla="*/ 0 w 7160"/>
                <a:gd name="T73" fmla="*/ 0 h 3125"/>
                <a:gd name="T74" fmla="*/ 0 w 7160"/>
                <a:gd name="T75" fmla="*/ 0 h 3125"/>
                <a:gd name="T76" fmla="*/ 0 w 7160"/>
                <a:gd name="T77" fmla="*/ 0 h 3125"/>
                <a:gd name="T78" fmla="*/ 0 w 7160"/>
                <a:gd name="T79" fmla="*/ 0 h 3125"/>
                <a:gd name="T80" fmla="*/ 0 w 7160"/>
                <a:gd name="T81" fmla="*/ 0 h 3125"/>
                <a:gd name="T82" fmla="*/ 0 w 7160"/>
                <a:gd name="T83" fmla="*/ 0 h 3125"/>
                <a:gd name="T84" fmla="*/ 0 w 7160"/>
                <a:gd name="T85" fmla="*/ 0 h 3125"/>
                <a:gd name="T86" fmla="*/ 0 w 7160"/>
                <a:gd name="T87" fmla="*/ 0 h 3125"/>
                <a:gd name="T88" fmla="*/ 0 w 7160"/>
                <a:gd name="T89" fmla="*/ 0 h 3125"/>
                <a:gd name="T90" fmla="*/ 0 w 7160"/>
                <a:gd name="T91" fmla="*/ 0 h 3125"/>
                <a:gd name="T92" fmla="*/ 0 w 7160"/>
                <a:gd name="T93" fmla="*/ 0 h 3125"/>
                <a:gd name="T94" fmla="*/ 0 w 7160"/>
                <a:gd name="T95" fmla="*/ 0 h 3125"/>
                <a:gd name="T96" fmla="*/ 0 w 7160"/>
                <a:gd name="T97" fmla="*/ 0 h 3125"/>
                <a:gd name="T98" fmla="*/ 0 w 7160"/>
                <a:gd name="T99" fmla="*/ 0 h 3125"/>
                <a:gd name="T100" fmla="*/ 0 w 7160"/>
                <a:gd name="T101" fmla="*/ 0 h 3125"/>
                <a:gd name="T102" fmla="*/ 0 w 7160"/>
                <a:gd name="T103" fmla="*/ 0 h 3125"/>
                <a:gd name="T104" fmla="*/ 0 w 7160"/>
                <a:gd name="T105" fmla="*/ 0 h 3125"/>
                <a:gd name="T106" fmla="*/ 0 w 7160"/>
                <a:gd name="T107" fmla="*/ 0 h 3125"/>
                <a:gd name="T108" fmla="*/ 0 w 7160"/>
                <a:gd name="T109" fmla="*/ 0 h 3125"/>
                <a:gd name="T110" fmla="*/ 0 w 7160"/>
                <a:gd name="T111" fmla="*/ 0 h 3125"/>
                <a:gd name="T112" fmla="*/ 0 w 7160"/>
                <a:gd name="T113" fmla="*/ 0 h 3125"/>
                <a:gd name="T114" fmla="*/ 0 w 7160"/>
                <a:gd name="T115" fmla="*/ 0 h 31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160" h="3125">
                  <a:moveTo>
                    <a:pt x="7160" y="407"/>
                  </a:moveTo>
                  <a:lnTo>
                    <a:pt x="7021" y="383"/>
                  </a:lnTo>
                  <a:lnTo>
                    <a:pt x="6770" y="291"/>
                  </a:lnTo>
                  <a:lnTo>
                    <a:pt x="6590" y="291"/>
                  </a:lnTo>
                  <a:lnTo>
                    <a:pt x="6451" y="360"/>
                  </a:lnTo>
                  <a:lnTo>
                    <a:pt x="6451" y="383"/>
                  </a:lnTo>
                  <a:lnTo>
                    <a:pt x="6567" y="453"/>
                  </a:lnTo>
                  <a:lnTo>
                    <a:pt x="6567" y="523"/>
                  </a:lnTo>
                  <a:lnTo>
                    <a:pt x="6520" y="523"/>
                  </a:lnTo>
                  <a:lnTo>
                    <a:pt x="6410" y="430"/>
                  </a:lnTo>
                  <a:lnTo>
                    <a:pt x="6184" y="477"/>
                  </a:lnTo>
                  <a:lnTo>
                    <a:pt x="6137" y="587"/>
                  </a:lnTo>
                  <a:lnTo>
                    <a:pt x="6044" y="540"/>
                  </a:lnTo>
                  <a:lnTo>
                    <a:pt x="5957" y="540"/>
                  </a:lnTo>
                  <a:lnTo>
                    <a:pt x="5863" y="383"/>
                  </a:lnTo>
                  <a:lnTo>
                    <a:pt x="5638" y="383"/>
                  </a:lnTo>
                  <a:lnTo>
                    <a:pt x="5573" y="477"/>
                  </a:lnTo>
                  <a:lnTo>
                    <a:pt x="5457" y="407"/>
                  </a:lnTo>
                  <a:lnTo>
                    <a:pt x="5341" y="430"/>
                  </a:lnTo>
                  <a:lnTo>
                    <a:pt x="5364" y="313"/>
                  </a:lnTo>
                  <a:lnTo>
                    <a:pt x="5271" y="313"/>
                  </a:lnTo>
                  <a:lnTo>
                    <a:pt x="5114" y="477"/>
                  </a:lnTo>
                  <a:lnTo>
                    <a:pt x="5090" y="360"/>
                  </a:lnTo>
                  <a:lnTo>
                    <a:pt x="4957" y="360"/>
                  </a:lnTo>
                  <a:lnTo>
                    <a:pt x="4864" y="407"/>
                  </a:lnTo>
                  <a:lnTo>
                    <a:pt x="4957" y="540"/>
                  </a:lnTo>
                  <a:lnTo>
                    <a:pt x="4910" y="540"/>
                  </a:lnTo>
                  <a:lnTo>
                    <a:pt x="4910" y="587"/>
                  </a:lnTo>
                  <a:lnTo>
                    <a:pt x="4818" y="587"/>
                  </a:lnTo>
                  <a:lnTo>
                    <a:pt x="4754" y="564"/>
                  </a:lnTo>
                  <a:lnTo>
                    <a:pt x="4637" y="657"/>
                  </a:lnTo>
                  <a:lnTo>
                    <a:pt x="4661" y="744"/>
                  </a:lnTo>
                  <a:lnTo>
                    <a:pt x="4544" y="679"/>
                  </a:lnTo>
                  <a:lnTo>
                    <a:pt x="4497" y="610"/>
                  </a:lnTo>
                  <a:lnTo>
                    <a:pt x="4434" y="610"/>
                  </a:lnTo>
                  <a:lnTo>
                    <a:pt x="4434" y="564"/>
                  </a:lnTo>
                  <a:lnTo>
                    <a:pt x="4318" y="430"/>
                  </a:lnTo>
                  <a:lnTo>
                    <a:pt x="4161" y="430"/>
                  </a:lnTo>
                  <a:lnTo>
                    <a:pt x="4115" y="453"/>
                  </a:lnTo>
                  <a:lnTo>
                    <a:pt x="4138" y="523"/>
                  </a:lnTo>
                  <a:lnTo>
                    <a:pt x="3934" y="564"/>
                  </a:lnTo>
                  <a:lnTo>
                    <a:pt x="3911" y="540"/>
                  </a:lnTo>
                  <a:lnTo>
                    <a:pt x="3888" y="523"/>
                  </a:lnTo>
                  <a:lnTo>
                    <a:pt x="3731" y="564"/>
                  </a:lnTo>
                  <a:lnTo>
                    <a:pt x="3522" y="540"/>
                  </a:lnTo>
                  <a:lnTo>
                    <a:pt x="3522" y="610"/>
                  </a:lnTo>
                  <a:lnTo>
                    <a:pt x="3458" y="657"/>
                  </a:lnTo>
                  <a:lnTo>
                    <a:pt x="3388" y="744"/>
                  </a:lnTo>
                  <a:lnTo>
                    <a:pt x="3365" y="721"/>
                  </a:lnTo>
                  <a:lnTo>
                    <a:pt x="3435" y="540"/>
                  </a:lnTo>
                  <a:lnTo>
                    <a:pt x="3475" y="477"/>
                  </a:lnTo>
                  <a:lnTo>
                    <a:pt x="3475" y="407"/>
                  </a:lnTo>
                  <a:lnTo>
                    <a:pt x="3498" y="313"/>
                  </a:lnTo>
                  <a:lnTo>
                    <a:pt x="3458" y="226"/>
                  </a:lnTo>
                  <a:lnTo>
                    <a:pt x="3458" y="157"/>
                  </a:lnTo>
                  <a:lnTo>
                    <a:pt x="3301" y="111"/>
                  </a:lnTo>
                  <a:lnTo>
                    <a:pt x="3184" y="87"/>
                  </a:lnTo>
                  <a:lnTo>
                    <a:pt x="3138" y="111"/>
                  </a:lnTo>
                  <a:lnTo>
                    <a:pt x="3138" y="180"/>
                  </a:lnTo>
                  <a:lnTo>
                    <a:pt x="3091" y="180"/>
                  </a:lnTo>
                  <a:lnTo>
                    <a:pt x="3044" y="111"/>
                  </a:lnTo>
                  <a:lnTo>
                    <a:pt x="2957" y="64"/>
                  </a:lnTo>
                  <a:lnTo>
                    <a:pt x="2911" y="0"/>
                  </a:lnTo>
                  <a:lnTo>
                    <a:pt x="2865" y="17"/>
                  </a:lnTo>
                  <a:lnTo>
                    <a:pt x="2819" y="111"/>
                  </a:lnTo>
                  <a:lnTo>
                    <a:pt x="2819" y="157"/>
                  </a:lnTo>
                  <a:lnTo>
                    <a:pt x="2911" y="203"/>
                  </a:lnTo>
                  <a:lnTo>
                    <a:pt x="2889" y="226"/>
                  </a:lnTo>
                  <a:lnTo>
                    <a:pt x="2929" y="268"/>
                  </a:lnTo>
                  <a:lnTo>
                    <a:pt x="2889" y="268"/>
                  </a:lnTo>
                  <a:lnTo>
                    <a:pt x="2819" y="360"/>
                  </a:lnTo>
                  <a:lnTo>
                    <a:pt x="2679" y="383"/>
                  </a:lnTo>
                  <a:lnTo>
                    <a:pt x="2638" y="360"/>
                  </a:lnTo>
                  <a:lnTo>
                    <a:pt x="2568" y="383"/>
                  </a:lnTo>
                  <a:lnTo>
                    <a:pt x="2592" y="430"/>
                  </a:lnTo>
                  <a:lnTo>
                    <a:pt x="2453" y="540"/>
                  </a:lnTo>
                  <a:lnTo>
                    <a:pt x="2435" y="679"/>
                  </a:lnTo>
                  <a:lnTo>
                    <a:pt x="2498" y="791"/>
                  </a:lnTo>
                  <a:lnTo>
                    <a:pt x="2435" y="767"/>
                  </a:lnTo>
                  <a:lnTo>
                    <a:pt x="2296" y="836"/>
                  </a:lnTo>
                  <a:lnTo>
                    <a:pt x="2249" y="859"/>
                  </a:lnTo>
                  <a:lnTo>
                    <a:pt x="2272" y="999"/>
                  </a:lnTo>
                  <a:lnTo>
                    <a:pt x="2411" y="1016"/>
                  </a:lnTo>
                  <a:lnTo>
                    <a:pt x="2453" y="1086"/>
                  </a:lnTo>
                  <a:lnTo>
                    <a:pt x="2545" y="1220"/>
                  </a:lnTo>
                  <a:lnTo>
                    <a:pt x="2592" y="1359"/>
                  </a:lnTo>
                  <a:lnTo>
                    <a:pt x="2475" y="1267"/>
                  </a:lnTo>
                  <a:lnTo>
                    <a:pt x="2411" y="1086"/>
                  </a:lnTo>
                  <a:lnTo>
                    <a:pt x="2249" y="1016"/>
                  </a:lnTo>
                  <a:lnTo>
                    <a:pt x="2202" y="1016"/>
                  </a:lnTo>
                  <a:lnTo>
                    <a:pt x="2184" y="1063"/>
                  </a:lnTo>
                  <a:lnTo>
                    <a:pt x="2092" y="1133"/>
                  </a:lnTo>
                  <a:lnTo>
                    <a:pt x="2115" y="1156"/>
                  </a:lnTo>
                  <a:lnTo>
                    <a:pt x="2202" y="1156"/>
                  </a:lnTo>
                  <a:lnTo>
                    <a:pt x="2226" y="1220"/>
                  </a:lnTo>
                  <a:lnTo>
                    <a:pt x="2115" y="1197"/>
                  </a:lnTo>
                  <a:lnTo>
                    <a:pt x="1999" y="1110"/>
                  </a:lnTo>
                  <a:lnTo>
                    <a:pt x="1999" y="1197"/>
                  </a:lnTo>
                  <a:lnTo>
                    <a:pt x="2092" y="1359"/>
                  </a:lnTo>
                  <a:lnTo>
                    <a:pt x="2092" y="1406"/>
                  </a:lnTo>
                  <a:lnTo>
                    <a:pt x="2162" y="1446"/>
                  </a:lnTo>
                  <a:lnTo>
                    <a:pt x="2272" y="1446"/>
                  </a:lnTo>
                  <a:lnTo>
                    <a:pt x="2365" y="1586"/>
                  </a:lnTo>
                  <a:lnTo>
                    <a:pt x="2411" y="1609"/>
                  </a:lnTo>
                  <a:lnTo>
                    <a:pt x="2249" y="1493"/>
                  </a:lnTo>
                  <a:lnTo>
                    <a:pt x="2202" y="1493"/>
                  </a:lnTo>
                  <a:lnTo>
                    <a:pt x="2139" y="1563"/>
                  </a:lnTo>
                  <a:lnTo>
                    <a:pt x="2184" y="1673"/>
                  </a:lnTo>
                  <a:lnTo>
                    <a:pt x="2139" y="1813"/>
                  </a:lnTo>
                  <a:lnTo>
                    <a:pt x="2045" y="1835"/>
                  </a:lnTo>
                  <a:lnTo>
                    <a:pt x="1935" y="1813"/>
                  </a:lnTo>
                  <a:lnTo>
                    <a:pt x="2022" y="1766"/>
                  </a:lnTo>
                  <a:lnTo>
                    <a:pt x="2069" y="1609"/>
                  </a:lnTo>
                  <a:lnTo>
                    <a:pt x="2069" y="1493"/>
                  </a:lnTo>
                  <a:lnTo>
                    <a:pt x="1912" y="1220"/>
                  </a:lnTo>
                  <a:lnTo>
                    <a:pt x="1842" y="1040"/>
                  </a:lnTo>
                  <a:lnTo>
                    <a:pt x="1772" y="1016"/>
                  </a:lnTo>
                  <a:lnTo>
                    <a:pt x="1726" y="1243"/>
                  </a:lnTo>
                  <a:lnTo>
                    <a:pt x="1748" y="1406"/>
                  </a:lnTo>
                  <a:lnTo>
                    <a:pt x="1842" y="1516"/>
                  </a:lnTo>
                  <a:lnTo>
                    <a:pt x="1842" y="1539"/>
                  </a:lnTo>
                  <a:lnTo>
                    <a:pt x="1748" y="1493"/>
                  </a:lnTo>
                  <a:lnTo>
                    <a:pt x="1661" y="1429"/>
                  </a:lnTo>
                  <a:lnTo>
                    <a:pt x="1476" y="1446"/>
                  </a:lnTo>
                  <a:lnTo>
                    <a:pt x="1499" y="1539"/>
                  </a:lnTo>
                  <a:lnTo>
                    <a:pt x="1499" y="1609"/>
                  </a:lnTo>
                  <a:lnTo>
                    <a:pt x="1453" y="1609"/>
                  </a:lnTo>
                  <a:lnTo>
                    <a:pt x="1436" y="1539"/>
                  </a:lnTo>
                  <a:lnTo>
                    <a:pt x="1249" y="1656"/>
                  </a:lnTo>
                  <a:lnTo>
                    <a:pt x="1209" y="1633"/>
                  </a:lnTo>
                  <a:lnTo>
                    <a:pt x="1185" y="1586"/>
                  </a:lnTo>
                  <a:lnTo>
                    <a:pt x="1022" y="1673"/>
                  </a:lnTo>
                  <a:lnTo>
                    <a:pt x="1000" y="1743"/>
                  </a:lnTo>
                  <a:lnTo>
                    <a:pt x="935" y="1743"/>
                  </a:lnTo>
                  <a:lnTo>
                    <a:pt x="866" y="1813"/>
                  </a:lnTo>
                  <a:lnTo>
                    <a:pt x="843" y="1766"/>
                  </a:lnTo>
                  <a:lnTo>
                    <a:pt x="843" y="1656"/>
                  </a:lnTo>
                  <a:lnTo>
                    <a:pt x="773" y="1673"/>
                  </a:lnTo>
                  <a:lnTo>
                    <a:pt x="749" y="1743"/>
                  </a:lnTo>
                  <a:lnTo>
                    <a:pt x="773" y="1859"/>
                  </a:lnTo>
                  <a:lnTo>
                    <a:pt x="726" y="1905"/>
                  </a:lnTo>
                  <a:lnTo>
                    <a:pt x="662" y="1923"/>
                  </a:lnTo>
                  <a:lnTo>
                    <a:pt x="592" y="2016"/>
                  </a:lnTo>
                  <a:lnTo>
                    <a:pt x="616" y="2062"/>
                  </a:lnTo>
                  <a:lnTo>
                    <a:pt x="592" y="2109"/>
                  </a:lnTo>
                  <a:lnTo>
                    <a:pt x="482" y="2039"/>
                  </a:lnTo>
                  <a:lnTo>
                    <a:pt x="459" y="2109"/>
                  </a:lnTo>
                  <a:lnTo>
                    <a:pt x="459" y="2156"/>
                  </a:lnTo>
                  <a:lnTo>
                    <a:pt x="342" y="2062"/>
                  </a:lnTo>
                  <a:lnTo>
                    <a:pt x="365" y="1952"/>
                  </a:lnTo>
                  <a:lnTo>
                    <a:pt x="273" y="1882"/>
                  </a:lnTo>
                  <a:lnTo>
                    <a:pt x="232" y="1835"/>
                  </a:lnTo>
                  <a:lnTo>
                    <a:pt x="365" y="1882"/>
                  </a:lnTo>
                  <a:lnTo>
                    <a:pt x="459" y="1905"/>
                  </a:lnTo>
                  <a:lnTo>
                    <a:pt x="546" y="1882"/>
                  </a:lnTo>
                  <a:lnTo>
                    <a:pt x="616" y="1813"/>
                  </a:lnTo>
                  <a:lnTo>
                    <a:pt x="459" y="1633"/>
                  </a:lnTo>
                  <a:lnTo>
                    <a:pt x="365" y="1586"/>
                  </a:lnTo>
                  <a:lnTo>
                    <a:pt x="232" y="1586"/>
                  </a:lnTo>
                  <a:lnTo>
                    <a:pt x="162" y="1539"/>
                  </a:lnTo>
                  <a:lnTo>
                    <a:pt x="98" y="1469"/>
                  </a:lnTo>
                  <a:lnTo>
                    <a:pt x="75" y="1469"/>
                  </a:lnTo>
                  <a:lnTo>
                    <a:pt x="23" y="1481"/>
                  </a:lnTo>
                  <a:lnTo>
                    <a:pt x="0" y="1551"/>
                  </a:lnTo>
                  <a:lnTo>
                    <a:pt x="40" y="1644"/>
                  </a:lnTo>
                  <a:lnTo>
                    <a:pt x="46" y="1743"/>
                  </a:lnTo>
                  <a:lnTo>
                    <a:pt x="104" y="1847"/>
                  </a:lnTo>
                  <a:lnTo>
                    <a:pt x="110" y="1923"/>
                  </a:lnTo>
                  <a:lnTo>
                    <a:pt x="150" y="1999"/>
                  </a:lnTo>
                  <a:lnTo>
                    <a:pt x="150" y="2086"/>
                  </a:lnTo>
                  <a:lnTo>
                    <a:pt x="255" y="2266"/>
                  </a:lnTo>
                  <a:lnTo>
                    <a:pt x="255" y="2301"/>
                  </a:lnTo>
                  <a:lnTo>
                    <a:pt x="1418" y="3125"/>
                  </a:lnTo>
                  <a:lnTo>
                    <a:pt x="7160" y="407"/>
                  </a:lnTo>
                  <a:close/>
                </a:path>
              </a:pathLst>
            </a:custGeom>
            <a:solidFill>
              <a:srgbClr val="FFFFFF"/>
            </a:solidFill>
            <a:ln w="9525">
              <a:solidFill>
                <a:srgbClr val="000000"/>
              </a:solidFill>
              <a:round/>
              <a:headEnd/>
              <a:tailEnd/>
            </a:ln>
          </p:spPr>
          <p:txBody>
            <a:bodyPr/>
            <a:lstStyle/>
            <a:p>
              <a:endParaRPr lang="ko-KR" altLang="en-US"/>
            </a:p>
          </p:txBody>
        </p:sp>
        <p:sp>
          <p:nvSpPr>
            <p:cNvPr id="418777" name="Freeform 253">
              <a:extLst>
                <a:ext uri="{FF2B5EF4-FFF2-40B4-BE49-F238E27FC236}">
                  <a16:creationId xmlns:a16="http://schemas.microsoft.com/office/drawing/2014/main" id="{2F1DB6C2-39DB-5684-2369-5E469C71079E}"/>
                </a:ext>
              </a:extLst>
            </p:cNvPr>
            <p:cNvSpPr>
              <a:spLocks/>
            </p:cNvSpPr>
            <p:nvPr/>
          </p:nvSpPr>
          <p:spPr bwMode="auto">
            <a:xfrm>
              <a:off x="2183" y="326"/>
              <a:ext cx="28" cy="28"/>
            </a:xfrm>
            <a:custGeom>
              <a:avLst/>
              <a:gdLst>
                <a:gd name="T0" fmla="*/ 0 w 344"/>
                <a:gd name="T1" fmla="*/ 0 h 359"/>
                <a:gd name="T2" fmla="*/ 0 w 344"/>
                <a:gd name="T3" fmla="*/ 0 h 359"/>
                <a:gd name="T4" fmla="*/ 0 w 344"/>
                <a:gd name="T5" fmla="*/ 0 h 359"/>
                <a:gd name="T6" fmla="*/ 0 w 344"/>
                <a:gd name="T7" fmla="*/ 0 h 359"/>
                <a:gd name="T8" fmla="*/ 0 w 344"/>
                <a:gd name="T9" fmla="*/ 0 h 359"/>
                <a:gd name="T10" fmla="*/ 0 w 344"/>
                <a:gd name="T11" fmla="*/ 0 h 359"/>
                <a:gd name="T12" fmla="*/ 0 w 344"/>
                <a:gd name="T13" fmla="*/ 0 h 359"/>
                <a:gd name="T14" fmla="*/ 0 w 344"/>
                <a:gd name="T15" fmla="*/ 0 h 359"/>
                <a:gd name="T16" fmla="*/ 0 w 344"/>
                <a:gd name="T17" fmla="*/ 0 h 359"/>
                <a:gd name="T18" fmla="*/ 0 w 344"/>
                <a:gd name="T19" fmla="*/ 0 h 359"/>
                <a:gd name="T20" fmla="*/ 0 w 344"/>
                <a:gd name="T21" fmla="*/ 0 h 359"/>
                <a:gd name="T22" fmla="*/ 0 w 344"/>
                <a:gd name="T23" fmla="*/ 0 h 359"/>
                <a:gd name="T24" fmla="*/ 0 w 344"/>
                <a:gd name="T25" fmla="*/ 0 h 359"/>
                <a:gd name="T26" fmla="*/ 0 w 344"/>
                <a:gd name="T27" fmla="*/ 0 h 359"/>
                <a:gd name="T28" fmla="*/ 0 w 344"/>
                <a:gd name="T29" fmla="*/ 0 h 359"/>
                <a:gd name="T30" fmla="*/ 0 w 344"/>
                <a:gd name="T31" fmla="*/ 0 h 3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44" h="359">
                  <a:moveTo>
                    <a:pt x="164" y="0"/>
                  </a:moveTo>
                  <a:lnTo>
                    <a:pt x="164" y="92"/>
                  </a:lnTo>
                  <a:lnTo>
                    <a:pt x="187" y="209"/>
                  </a:lnTo>
                  <a:lnTo>
                    <a:pt x="297" y="313"/>
                  </a:lnTo>
                  <a:lnTo>
                    <a:pt x="344" y="359"/>
                  </a:lnTo>
                  <a:lnTo>
                    <a:pt x="204" y="336"/>
                  </a:lnTo>
                  <a:lnTo>
                    <a:pt x="140" y="249"/>
                  </a:lnTo>
                  <a:lnTo>
                    <a:pt x="47" y="226"/>
                  </a:lnTo>
                  <a:lnTo>
                    <a:pt x="24" y="226"/>
                  </a:lnTo>
                  <a:lnTo>
                    <a:pt x="0" y="156"/>
                  </a:lnTo>
                  <a:lnTo>
                    <a:pt x="24" y="156"/>
                  </a:lnTo>
                  <a:lnTo>
                    <a:pt x="24" y="115"/>
                  </a:lnTo>
                  <a:lnTo>
                    <a:pt x="70" y="69"/>
                  </a:lnTo>
                  <a:lnTo>
                    <a:pt x="47" y="0"/>
                  </a:lnTo>
                  <a:lnTo>
                    <a:pt x="117" y="0"/>
                  </a:lnTo>
                  <a:lnTo>
                    <a:pt x="164" y="0"/>
                  </a:lnTo>
                  <a:close/>
                </a:path>
              </a:pathLst>
            </a:custGeom>
            <a:solidFill>
              <a:srgbClr val="FFFFFF"/>
            </a:solidFill>
            <a:ln w="9525">
              <a:solidFill>
                <a:srgbClr val="000000"/>
              </a:solidFill>
              <a:round/>
              <a:headEnd/>
              <a:tailEnd/>
            </a:ln>
          </p:spPr>
          <p:txBody>
            <a:bodyPr/>
            <a:lstStyle/>
            <a:p>
              <a:endParaRPr lang="ko-KR" altLang="en-US"/>
            </a:p>
          </p:txBody>
        </p:sp>
        <p:sp>
          <p:nvSpPr>
            <p:cNvPr id="418778" name="Freeform 254">
              <a:extLst>
                <a:ext uri="{FF2B5EF4-FFF2-40B4-BE49-F238E27FC236}">
                  <a16:creationId xmlns:a16="http://schemas.microsoft.com/office/drawing/2014/main" id="{1BC6F4E4-87E4-4FC9-D221-E436C8E0179D}"/>
                </a:ext>
              </a:extLst>
            </p:cNvPr>
            <p:cNvSpPr>
              <a:spLocks/>
            </p:cNvSpPr>
            <p:nvPr/>
          </p:nvSpPr>
          <p:spPr bwMode="auto">
            <a:xfrm>
              <a:off x="2212" y="352"/>
              <a:ext cx="6" cy="4"/>
            </a:xfrm>
            <a:custGeom>
              <a:avLst/>
              <a:gdLst>
                <a:gd name="T0" fmla="*/ 0 w 65"/>
                <a:gd name="T1" fmla="*/ 0 h 47"/>
                <a:gd name="T2" fmla="*/ 0 w 65"/>
                <a:gd name="T3" fmla="*/ 0 h 47"/>
                <a:gd name="T4" fmla="*/ 0 w 65"/>
                <a:gd name="T5" fmla="*/ 0 h 47"/>
                <a:gd name="T6" fmla="*/ 0 w 65"/>
                <a:gd name="T7" fmla="*/ 0 h 47"/>
                <a:gd name="T8" fmla="*/ 0 w 65"/>
                <a:gd name="T9" fmla="*/ 0 h 47"/>
                <a:gd name="T10" fmla="*/ 0 w 65"/>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5" h="47">
                  <a:moveTo>
                    <a:pt x="0" y="0"/>
                  </a:moveTo>
                  <a:lnTo>
                    <a:pt x="18" y="47"/>
                  </a:lnTo>
                  <a:lnTo>
                    <a:pt x="47" y="47"/>
                  </a:lnTo>
                  <a:lnTo>
                    <a:pt x="65" y="23"/>
                  </a:lnTo>
                  <a:lnTo>
                    <a:pt x="65"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779" name="Freeform 255">
              <a:extLst>
                <a:ext uri="{FF2B5EF4-FFF2-40B4-BE49-F238E27FC236}">
                  <a16:creationId xmlns:a16="http://schemas.microsoft.com/office/drawing/2014/main" id="{EE6B8945-8541-51CE-D3A6-1481AF2EB1CA}"/>
                </a:ext>
              </a:extLst>
            </p:cNvPr>
            <p:cNvSpPr>
              <a:spLocks/>
            </p:cNvSpPr>
            <p:nvPr/>
          </p:nvSpPr>
          <p:spPr bwMode="auto">
            <a:xfrm>
              <a:off x="2189" y="278"/>
              <a:ext cx="38" cy="44"/>
            </a:xfrm>
            <a:custGeom>
              <a:avLst/>
              <a:gdLst>
                <a:gd name="T0" fmla="*/ 0 w 477"/>
                <a:gd name="T1" fmla="*/ 0 h 564"/>
                <a:gd name="T2" fmla="*/ 0 w 477"/>
                <a:gd name="T3" fmla="*/ 0 h 564"/>
                <a:gd name="T4" fmla="*/ 0 w 477"/>
                <a:gd name="T5" fmla="*/ 0 h 564"/>
                <a:gd name="T6" fmla="*/ 0 w 477"/>
                <a:gd name="T7" fmla="*/ 0 h 564"/>
                <a:gd name="T8" fmla="*/ 0 w 477"/>
                <a:gd name="T9" fmla="*/ 0 h 564"/>
                <a:gd name="T10" fmla="*/ 0 w 477"/>
                <a:gd name="T11" fmla="*/ 0 h 564"/>
                <a:gd name="T12" fmla="*/ 0 w 477"/>
                <a:gd name="T13" fmla="*/ 0 h 564"/>
                <a:gd name="T14" fmla="*/ 0 w 477"/>
                <a:gd name="T15" fmla="*/ 0 h 564"/>
                <a:gd name="T16" fmla="*/ 0 w 477"/>
                <a:gd name="T17" fmla="*/ 0 h 564"/>
                <a:gd name="T18" fmla="*/ 0 w 477"/>
                <a:gd name="T19" fmla="*/ 0 h 564"/>
                <a:gd name="T20" fmla="*/ 0 w 477"/>
                <a:gd name="T21" fmla="*/ 0 h 564"/>
                <a:gd name="T22" fmla="*/ 0 w 477"/>
                <a:gd name="T23" fmla="*/ 0 h 564"/>
                <a:gd name="T24" fmla="*/ 0 w 477"/>
                <a:gd name="T25" fmla="*/ 0 h 564"/>
                <a:gd name="T26" fmla="*/ 0 w 477"/>
                <a:gd name="T27" fmla="*/ 0 h 564"/>
                <a:gd name="T28" fmla="*/ 0 w 477"/>
                <a:gd name="T29" fmla="*/ 0 h 564"/>
                <a:gd name="T30" fmla="*/ 0 w 477"/>
                <a:gd name="T31" fmla="*/ 0 h 564"/>
                <a:gd name="T32" fmla="*/ 0 w 477"/>
                <a:gd name="T33" fmla="*/ 0 h 564"/>
                <a:gd name="T34" fmla="*/ 0 w 477"/>
                <a:gd name="T35" fmla="*/ 0 h 564"/>
                <a:gd name="T36" fmla="*/ 0 w 477"/>
                <a:gd name="T37" fmla="*/ 0 h 564"/>
                <a:gd name="T38" fmla="*/ 0 w 477"/>
                <a:gd name="T39" fmla="*/ 0 h 564"/>
                <a:gd name="T40" fmla="*/ 0 w 477"/>
                <a:gd name="T41" fmla="*/ 0 h 564"/>
                <a:gd name="T42" fmla="*/ 0 w 477"/>
                <a:gd name="T43" fmla="*/ 0 h 564"/>
                <a:gd name="T44" fmla="*/ 0 w 477"/>
                <a:gd name="T45" fmla="*/ 0 h 564"/>
                <a:gd name="T46" fmla="*/ 0 w 477"/>
                <a:gd name="T47" fmla="*/ 0 h 564"/>
                <a:gd name="T48" fmla="*/ 0 w 477"/>
                <a:gd name="T49" fmla="*/ 0 h 5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77" h="564">
                  <a:moveTo>
                    <a:pt x="94" y="564"/>
                  </a:moveTo>
                  <a:lnTo>
                    <a:pt x="157" y="424"/>
                  </a:lnTo>
                  <a:lnTo>
                    <a:pt x="204" y="407"/>
                  </a:lnTo>
                  <a:lnTo>
                    <a:pt x="227" y="361"/>
                  </a:lnTo>
                  <a:lnTo>
                    <a:pt x="274" y="297"/>
                  </a:lnTo>
                  <a:lnTo>
                    <a:pt x="430" y="180"/>
                  </a:lnTo>
                  <a:lnTo>
                    <a:pt x="477" y="93"/>
                  </a:lnTo>
                  <a:lnTo>
                    <a:pt x="453" y="23"/>
                  </a:lnTo>
                  <a:lnTo>
                    <a:pt x="430" y="0"/>
                  </a:lnTo>
                  <a:lnTo>
                    <a:pt x="384" y="23"/>
                  </a:lnTo>
                  <a:lnTo>
                    <a:pt x="343" y="23"/>
                  </a:lnTo>
                  <a:lnTo>
                    <a:pt x="251" y="117"/>
                  </a:lnTo>
                  <a:lnTo>
                    <a:pt x="251" y="140"/>
                  </a:lnTo>
                  <a:lnTo>
                    <a:pt x="157" y="180"/>
                  </a:lnTo>
                  <a:lnTo>
                    <a:pt x="134" y="250"/>
                  </a:lnTo>
                  <a:lnTo>
                    <a:pt x="134" y="320"/>
                  </a:lnTo>
                  <a:lnTo>
                    <a:pt x="94" y="344"/>
                  </a:lnTo>
                  <a:lnTo>
                    <a:pt x="24" y="344"/>
                  </a:lnTo>
                  <a:lnTo>
                    <a:pt x="0" y="361"/>
                  </a:lnTo>
                  <a:lnTo>
                    <a:pt x="47" y="384"/>
                  </a:lnTo>
                  <a:lnTo>
                    <a:pt x="24" y="454"/>
                  </a:lnTo>
                  <a:lnTo>
                    <a:pt x="70" y="499"/>
                  </a:lnTo>
                  <a:lnTo>
                    <a:pt x="24" y="541"/>
                  </a:lnTo>
                  <a:lnTo>
                    <a:pt x="47" y="564"/>
                  </a:lnTo>
                  <a:lnTo>
                    <a:pt x="94" y="564"/>
                  </a:lnTo>
                  <a:close/>
                </a:path>
              </a:pathLst>
            </a:custGeom>
            <a:solidFill>
              <a:srgbClr val="FFFFFF"/>
            </a:solidFill>
            <a:ln w="9525">
              <a:solidFill>
                <a:srgbClr val="000000"/>
              </a:solidFill>
              <a:round/>
              <a:headEnd/>
              <a:tailEnd/>
            </a:ln>
          </p:spPr>
          <p:txBody>
            <a:bodyPr/>
            <a:lstStyle/>
            <a:p>
              <a:endParaRPr lang="ko-KR" altLang="en-US"/>
            </a:p>
          </p:txBody>
        </p:sp>
        <p:sp>
          <p:nvSpPr>
            <p:cNvPr id="418780" name="Freeform 256">
              <a:extLst>
                <a:ext uri="{FF2B5EF4-FFF2-40B4-BE49-F238E27FC236}">
                  <a16:creationId xmlns:a16="http://schemas.microsoft.com/office/drawing/2014/main" id="{F21BABAD-C1EC-B524-1A5E-74F5EB1A3FF7}"/>
                </a:ext>
              </a:extLst>
            </p:cNvPr>
            <p:cNvSpPr>
              <a:spLocks/>
            </p:cNvSpPr>
            <p:nvPr/>
          </p:nvSpPr>
          <p:spPr bwMode="auto">
            <a:xfrm>
              <a:off x="2270" y="206"/>
              <a:ext cx="15" cy="17"/>
            </a:xfrm>
            <a:custGeom>
              <a:avLst/>
              <a:gdLst>
                <a:gd name="T0" fmla="*/ 0 w 181"/>
                <a:gd name="T1" fmla="*/ 0 h 226"/>
                <a:gd name="T2" fmla="*/ 0 w 181"/>
                <a:gd name="T3" fmla="*/ 0 h 226"/>
                <a:gd name="T4" fmla="*/ 0 w 181"/>
                <a:gd name="T5" fmla="*/ 0 h 226"/>
                <a:gd name="T6" fmla="*/ 0 w 181"/>
                <a:gd name="T7" fmla="*/ 0 h 226"/>
                <a:gd name="T8" fmla="*/ 0 w 181"/>
                <a:gd name="T9" fmla="*/ 0 h 226"/>
                <a:gd name="T10" fmla="*/ 0 w 181"/>
                <a:gd name="T11" fmla="*/ 0 h 226"/>
                <a:gd name="T12" fmla="*/ 0 w 181"/>
                <a:gd name="T13" fmla="*/ 0 h 226"/>
                <a:gd name="T14" fmla="*/ 0 w 181"/>
                <a:gd name="T15" fmla="*/ 0 h 226"/>
                <a:gd name="T16" fmla="*/ 0 w 181"/>
                <a:gd name="T17" fmla="*/ 0 h 226"/>
                <a:gd name="T18" fmla="*/ 0 w 181"/>
                <a:gd name="T19" fmla="*/ 0 h 226"/>
                <a:gd name="T20" fmla="*/ 0 w 181"/>
                <a:gd name="T21" fmla="*/ 0 h 226"/>
                <a:gd name="T22" fmla="*/ 0 w 181"/>
                <a:gd name="T23" fmla="*/ 0 h 226"/>
                <a:gd name="T24" fmla="*/ 0 w 181"/>
                <a:gd name="T25" fmla="*/ 0 h 226"/>
                <a:gd name="T26" fmla="*/ 0 w 181"/>
                <a:gd name="T27" fmla="*/ 0 h 226"/>
                <a:gd name="T28" fmla="*/ 0 w 181"/>
                <a:gd name="T29" fmla="*/ 0 h 2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1" h="226">
                  <a:moveTo>
                    <a:pt x="0" y="92"/>
                  </a:moveTo>
                  <a:lnTo>
                    <a:pt x="17" y="116"/>
                  </a:lnTo>
                  <a:lnTo>
                    <a:pt x="17" y="156"/>
                  </a:lnTo>
                  <a:lnTo>
                    <a:pt x="111" y="179"/>
                  </a:lnTo>
                  <a:lnTo>
                    <a:pt x="134" y="226"/>
                  </a:lnTo>
                  <a:lnTo>
                    <a:pt x="157" y="226"/>
                  </a:lnTo>
                  <a:lnTo>
                    <a:pt x="157" y="203"/>
                  </a:lnTo>
                  <a:lnTo>
                    <a:pt x="157" y="134"/>
                  </a:lnTo>
                  <a:lnTo>
                    <a:pt x="181" y="116"/>
                  </a:lnTo>
                  <a:lnTo>
                    <a:pt x="181" y="69"/>
                  </a:lnTo>
                  <a:lnTo>
                    <a:pt x="111" y="0"/>
                  </a:lnTo>
                  <a:lnTo>
                    <a:pt x="64" y="22"/>
                  </a:lnTo>
                  <a:lnTo>
                    <a:pt x="41" y="0"/>
                  </a:lnTo>
                  <a:lnTo>
                    <a:pt x="17" y="69"/>
                  </a:lnTo>
                  <a:lnTo>
                    <a:pt x="0" y="92"/>
                  </a:lnTo>
                  <a:close/>
                </a:path>
              </a:pathLst>
            </a:custGeom>
            <a:solidFill>
              <a:srgbClr val="FFFFFF"/>
            </a:solidFill>
            <a:ln w="9525">
              <a:solidFill>
                <a:srgbClr val="000000"/>
              </a:solidFill>
              <a:round/>
              <a:headEnd/>
              <a:tailEnd/>
            </a:ln>
          </p:spPr>
          <p:txBody>
            <a:bodyPr/>
            <a:lstStyle/>
            <a:p>
              <a:endParaRPr lang="ko-KR" altLang="en-US"/>
            </a:p>
          </p:txBody>
        </p:sp>
        <p:sp>
          <p:nvSpPr>
            <p:cNvPr id="418781" name="Freeform 257">
              <a:extLst>
                <a:ext uri="{FF2B5EF4-FFF2-40B4-BE49-F238E27FC236}">
                  <a16:creationId xmlns:a16="http://schemas.microsoft.com/office/drawing/2014/main" id="{A6148D32-9437-78A8-77AE-570262CEE313}"/>
                </a:ext>
              </a:extLst>
            </p:cNvPr>
            <p:cNvSpPr>
              <a:spLocks/>
            </p:cNvSpPr>
            <p:nvPr/>
          </p:nvSpPr>
          <p:spPr bwMode="auto">
            <a:xfrm>
              <a:off x="2286" y="220"/>
              <a:ext cx="20" cy="20"/>
            </a:xfrm>
            <a:custGeom>
              <a:avLst/>
              <a:gdLst>
                <a:gd name="T0" fmla="*/ 0 w 249"/>
                <a:gd name="T1" fmla="*/ 0 h 251"/>
                <a:gd name="T2" fmla="*/ 0 w 249"/>
                <a:gd name="T3" fmla="*/ 0 h 251"/>
                <a:gd name="T4" fmla="*/ 0 w 249"/>
                <a:gd name="T5" fmla="*/ 0 h 251"/>
                <a:gd name="T6" fmla="*/ 0 w 249"/>
                <a:gd name="T7" fmla="*/ 0 h 251"/>
                <a:gd name="T8" fmla="*/ 0 w 249"/>
                <a:gd name="T9" fmla="*/ 0 h 251"/>
                <a:gd name="T10" fmla="*/ 0 w 249"/>
                <a:gd name="T11" fmla="*/ 0 h 251"/>
                <a:gd name="T12" fmla="*/ 0 w 249"/>
                <a:gd name="T13" fmla="*/ 0 h 251"/>
                <a:gd name="T14" fmla="*/ 0 w 249"/>
                <a:gd name="T15" fmla="*/ 0 h 251"/>
                <a:gd name="T16" fmla="*/ 0 w 249"/>
                <a:gd name="T17" fmla="*/ 0 h 251"/>
                <a:gd name="T18" fmla="*/ 0 w 249"/>
                <a:gd name="T19" fmla="*/ 0 h 251"/>
                <a:gd name="T20" fmla="*/ 0 w 249"/>
                <a:gd name="T21" fmla="*/ 0 h 251"/>
                <a:gd name="T22" fmla="*/ 0 w 249"/>
                <a:gd name="T23" fmla="*/ 0 h 25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9" h="251">
                  <a:moveTo>
                    <a:pt x="0" y="24"/>
                  </a:moveTo>
                  <a:lnTo>
                    <a:pt x="0" y="94"/>
                  </a:lnTo>
                  <a:lnTo>
                    <a:pt x="23" y="157"/>
                  </a:lnTo>
                  <a:lnTo>
                    <a:pt x="134" y="181"/>
                  </a:lnTo>
                  <a:lnTo>
                    <a:pt x="226" y="251"/>
                  </a:lnTo>
                  <a:lnTo>
                    <a:pt x="249" y="204"/>
                  </a:lnTo>
                  <a:lnTo>
                    <a:pt x="180" y="134"/>
                  </a:lnTo>
                  <a:lnTo>
                    <a:pt x="204" y="47"/>
                  </a:lnTo>
                  <a:lnTo>
                    <a:pt x="180" y="0"/>
                  </a:lnTo>
                  <a:lnTo>
                    <a:pt x="87" y="0"/>
                  </a:lnTo>
                  <a:lnTo>
                    <a:pt x="69" y="0"/>
                  </a:lnTo>
                  <a:lnTo>
                    <a:pt x="0" y="24"/>
                  </a:lnTo>
                  <a:close/>
                </a:path>
              </a:pathLst>
            </a:custGeom>
            <a:solidFill>
              <a:srgbClr val="FFFFFF"/>
            </a:solidFill>
            <a:ln w="9525">
              <a:solidFill>
                <a:srgbClr val="000000"/>
              </a:solidFill>
              <a:round/>
              <a:headEnd/>
              <a:tailEnd/>
            </a:ln>
          </p:spPr>
          <p:txBody>
            <a:bodyPr/>
            <a:lstStyle/>
            <a:p>
              <a:endParaRPr lang="ko-KR" altLang="en-US"/>
            </a:p>
          </p:txBody>
        </p:sp>
        <p:sp>
          <p:nvSpPr>
            <p:cNvPr id="418782" name="Freeform 258">
              <a:extLst>
                <a:ext uri="{FF2B5EF4-FFF2-40B4-BE49-F238E27FC236}">
                  <a16:creationId xmlns:a16="http://schemas.microsoft.com/office/drawing/2014/main" id="{D41D82D9-A97F-6909-9CDB-360AF3391F0F}"/>
                </a:ext>
              </a:extLst>
            </p:cNvPr>
            <p:cNvSpPr>
              <a:spLocks/>
            </p:cNvSpPr>
            <p:nvPr/>
          </p:nvSpPr>
          <p:spPr bwMode="auto">
            <a:xfrm>
              <a:off x="2312" y="225"/>
              <a:ext cx="17" cy="20"/>
            </a:xfrm>
            <a:custGeom>
              <a:avLst/>
              <a:gdLst>
                <a:gd name="T0" fmla="*/ 0 w 226"/>
                <a:gd name="T1" fmla="*/ 0 h 251"/>
                <a:gd name="T2" fmla="*/ 0 w 226"/>
                <a:gd name="T3" fmla="*/ 0 h 251"/>
                <a:gd name="T4" fmla="*/ 0 w 226"/>
                <a:gd name="T5" fmla="*/ 0 h 251"/>
                <a:gd name="T6" fmla="*/ 0 w 226"/>
                <a:gd name="T7" fmla="*/ 0 h 251"/>
                <a:gd name="T8" fmla="*/ 0 w 226"/>
                <a:gd name="T9" fmla="*/ 0 h 251"/>
                <a:gd name="T10" fmla="*/ 0 w 226"/>
                <a:gd name="T11" fmla="*/ 0 h 251"/>
                <a:gd name="T12" fmla="*/ 0 w 226"/>
                <a:gd name="T13" fmla="*/ 0 h 251"/>
                <a:gd name="T14" fmla="*/ 0 w 226"/>
                <a:gd name="T15" fmla="*/ 0 h 251"/>
                <a:gd name="T16" fmla="*/ 0 w 226"/>
                <a:gd name="T17" fmla="*/ 0 h 251"/>
                <a:gd name="T18" fmla="*/ 0 w 226"/>
                <a:gd name="T19" fmla="*/ 0 h 251"/>
                <a:gd name="T20" fmla="*/ 0 w 226"/>
                <a:gd name="T21" fmla="*/ 0 h 251"/>
                <a:gd name="T22" fmla="*/ 0 w 226"/>
                <a:gd name="T23" fmla="*/ 0 h 251"/>
                <a:gd name="T24" fmla="*/ 0 w 226"/>
                <a:gd name="T25" fmla="*/ 0 h 251"/>
                <a:gd name="T26" fmla="*/ 0 w 226"/>
                <a:gd name="T27" fmla="*/ 0 h 251"/>
                <a:gd name="T28" fmla="*/ 0 w 226"/>
                <a:gd name="T29" fmla="*/ 0 h 2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6" h="251">
                  <a:moveTo>
                    <a:pt x="0" y="24"/>
                  </a:moveTo>
                  <a:lnTo>
                    <a:pt x="0" y="87"/>
                  </a:lnTo>
                  <a:lnTo>
                    <a:pt x="47" y="111"/>
                  </a:lnTo>
                  <a:lnTo>
                    <a:pt x="47" y="181"/>
                  </a:lnTo>
                  <a:lnTo>
                    <a:pt x="47" y="251"/>
                  </a:lnTo>
                  <a:lnTo>
                    <a:pt x="134" y="221"/>
                  </a:lnTo>
                  <a:lnTo>
                    <a:pt x="203" y="204"/>
                  </a:lnTo>
                  <a:lnTo>
                    <a:pt x="226" y="157"/>
                  </a:lnTo>
                  <a:lnTo>
                    <a:pt x="226" y="111"/>
                  </a:lnTo>
                  <a:lnTo>
                    <a:pt x="157" y="64"/>
                  </a:lnTo>
                  <a:lnTo>
                    <a:pt x="134" y="24"/>
                  </a:lnTo>
                  <a:lnTo>
                    <a:pt x="87" y="0"/>
                  </a:lnTo>
                  <a:lnTo>
                    <a:pt x="47" y="47"/>
                  </a:lnTo>
                  <a:lnTo>
                    <a:pt x="47" y="24"/>
                  </a:lnTo>
                  <a:lnTo>
                    <a:pt x="0" y="24"/>
                  </a:lnTo>
                  <a:close/>
                </a:path>
              </a:pathLst>
            </a:custGeom>
            <a:solidFill>
              <a:srgbClr val="FFFFFF"/>
            </a:solidFill>
            <a:ln w="9525">
              <a:solidFill>
                <a:srgbClr val="000000"/>
              </a:solidFill>
              <a:round/>
              <a:headEnd/>
              <a:tailEnd/>
            </a:ln>
          </p:spPr>
          <p:txBody>
            <a:bodyPr/>
            <a:lstStyle/>
            <a:p>
              <a:endParaRPr lang="ko-KR" altLang="en-US"/>
            </a:p>
          </p:txBody>
        </p:sp>
        <p:sp>
          <p:nvSpPr>
            <p:cNvPr id="418783" name="Freeform 259">
              <a:extLst>
                <a:ext uri="{FF2B5EF4-FFF2-40B4-BE49-F238E27FC236}">
                  <a16:creationId xmlns:a16="http://schemas.microsoft.com/office/drawing/2014/main" id="{F0FD0341-25C8-8F52-5C38-74F9F7AD8C76}"/>
                </a:ext>
              </a:extLst>
            </p:cNvPr>
            <p:cNvSpPr>
              <a:spLocks/>
            </p:cNvSpPr>
            <p:nvPr/>
          </p:nvSpPr>
          <p:spPr bwMode="auto">
            <a:xfrm>
              <a:off x="2271" y="225"/>
              <a:ext cx="10" cy="5"/>
            </a:xfrm>
            <a:custGeom>
              <a:avLst/>
              <a:gdLst>
                <a:gd name="T0" fmla="*/ 0 w 117"/>
                <a:gd name="T1" fmla="*/ 0 h 64"/>
                <a:gd name="T2" fmla="*/ 0 w 117"/>
                <a:gd name="T3" fmla="*/ 0 h 64"/>
                <a:gd name="T4" fmla="*/ 0 w 117"/>
                <a:gd name="T5" fmla="*/ 0 h 64"/>
                <a:gd name="T6" fmla="*/ 0 w 117"/>
                <a:gd name="T7" fmla="*/ 0 h 64"/>
                <a:gd name="T8" fmla="*/ 0 w 117"/>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 h="64">
                  <a:moveTo>
                    <a:pt x="94" y="0"/>
                  </a:moveTo>
                  <a:lnTo>
                    <a:pt x="0" y="24"/>
                  </a:lnTo>
                  <a:lnTo>
                    <a:pt x="94" y="64"/>
                  </a:lnTo>
                  <a:lnTo>
                    <a:pt x="117" y="47"/>
                  </a:lnTo>
                  <a:lnTo>
                    <a:pt x="94" y="0"/>
                  </a:lnTo>
                  <a:close/>
                </a:path>
              </a:pathLst>
            </a:custGeom>
            <a:solidFill>
              <a:srgbClr val="FFFFFF"/>
            </a:solidFill>
            <a:ln w="9525">
              <a:solidFill>
                <a:srgbClr val="000000"/>
              </a:solidFill>
              <a:round/>
              <a:headEnd/>
              <a:tailEnd/>
            </a:ln>
          </p:spPr>
          <p:txBody>
            <a:bodyPr/>
            <a:lstStyle/>
            <a:p>
              <a:endParaRPr lang="ko-KR" altLang="en-US"/>
            </a:p>
          </p:txBody>
        </p:sp>
        <p:sp>
          <p:nvSpPr>
            <p:cNvPr id="418784" name="Freeform 260">
              <a:extLst>
                <a:ext uri="{FF2B5EF4-FFF2-40B4-BE49-F238E27FC236}">
                  <a16:creationId xmlns:a16="http://schemas.microsoft.com/office/drawing/2014/main" id="{1FA7B201-4B9E-9B98-9DA2-66EFE53D5B6D}"/>
                </a:ext>
              </a:extLst>
            </p:cNvPr>
            <p:cNvSpPr>
              <a:spLocks/>
            </p:cNvSpPr>
            <p:nvPr/>
          </p:nvSpPr>
          <p:spPr bwMode="auto">
            <a:xfrm>
              <a:off x="2456" y="230"/>
              <a:ext cx="25" cy="22"/>
            </a:xfrm>
            <a:custGeom>
              <a:avLst/>
              <a:gdLst>
                <a:gd name="T0" fmla="*/ 0 w 314"/>
                <a:gd name="T1" fmla="*/ 0 h 274"/>
                <a:gd name="T2" fmla="*/ 0 w 314"/>
                <a:gd name="T3" fmla="*/ 0 h 274"/>
                <a:gd name="T4" fmla="*/ 0 w 314"/>
                <a:gd name="T5" fmla="*/ 0 h 274"/>
                <a:gd name="T6" fmla="*/ 0 w 314"/>
                <a:gd name="T7" fmla="*/ 0 h 274"/>
                <a:gd name="T8" fmla="*/ 0 w 314"/>
                <a:gd name="T9" fmla="*/ 0 h 274"/>
                <a:gd name="T10" fmla="*/ 0 w 314"/>
                <a:gd name="T11" fmla="*/ 0 h 274"/>
                <a:gd name="T12" fmla="*/ 0 w 314"/>
                <a:gd name="T13" fmla="*/ 0 h 274"/>
                <a:gd name="T14" fmla="*/ 0 w 314"/>
                <a:gd name="T15" fmla="*/ 0 h 274"/>
                <a:gd name="T16" fmla="*/ 0 w 314"/>
                <a:gd name="T17" fmla="*/ 0 h 274"/>
                <a:gd name="T18" fmla="*/ 0 w 314"/>
                <a:gd name="T19" fmla="*/ 0 h 274"/>
                <a:gd name="T20" fmla="*/ 0 w 314"/>
                <a:gd name="T21" fmla="*/ 0 h 274"/>
                <a:gd name="T22" fmla="*/ 0 w 314"/>
                <a:gd name="T23" fmla="*/ 0 h 274"/>
                <a:gd name="T24" fmla="*/ 0 w 314"/>
                <a:gd name="T25" fmla="*/ 0 h 274"/>
                <a:gd name="T26" fmla="*/ 0 w 314"/>
                <a:gd name="T27" fmla="*/ 0 h 274"/>
                <a:gd name="T28" fmla="*/ 0 w 314"/>
                <a:gd name="T29" fmla="*/ 0 h 274"/>
                <a:gd name="T30" fmla="*/ 0 w 314"/>
                <a:gd name="T31" fmla="*/ 0 h 274"/>
                <a:gd name="T32" fmla="*/ 0 w 314"/>
                <a:gd name="T33" fmla="*/ 0 h 274"/>
                <a:gd name="T34" fmla="*/ 0 w 314"/>
                <a:gd name="T35" fmla="*/ 0 h 274"/>
                <a:gd name="T36" fmla="*/ 0 w 314"/>
                <a:gd name="T37" fmla="*/ 0 h 274"/>
                <a:gd name="T38" fmla="*/ 0 w 314"/>
                <a:gd name="T39" fmla="*/ 0 h 2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4" h="274">
                  <a:moveTo>
                    <a:pt x="23" y="0"/>
                  </a:moveTo>
                  <a:lnTo>
                    <a:pt x="0" y="93"/>
                  </a:lnTo>
                  <a:lnTo>
                    <a:pt x="47" y="157"/>
                  </a:lnTo>
                  <a:lnTo>
                    <a:pt x="23" y="227"/>
                  </a:lnTo>
                  <a:lnTo>
                    <a:pt x="87" y="274"/>
                  </a:lnTo>
                  <a:lnTo>
                    <a:pt x="134" y="274"/>
                  </a:lnTo>
                  <a:lnTo>
                    <a:pt x="157" y="204"/>
                  </a:lnTo>
                  <a:lnTo>
                    <a:pt x="227" y="227"/>
                  </a:lnTo>
                  <a:lnTo>
                    <a:pt x="273" y="157"/>
                  </a:lnTo>
                  <a:lnTo>
                    <a:pt x="204" y="117"/>
                  </a:lnTo>
                  <a:lnTo>
                    <a:pt x="204" y="70"/>
                  </a:lnTo>
                  <a:lnTo>
                    <a:pt x="296" y="140"/>
                  </a:lnTo>
                  <a:lnTo>
                    <a:pt x="314" y="117"/>
                  </a:lnTo>
                  <a:lnTo>
                    <a:pt x="314" y="70"/>
                  </a:lnTo>
                  <a:lnTo>
                    <a:pt x="227" y="0"/>
                  </a:lnTo>
                  <a:lnTo>
                    <a:pt x="180" y="0"/>
                  </a:lnTo>
                  <a:lnTo>
                    <a:pt x="134" y="23"/>
                  </a:lnTo>
                  <a:lnTo>
                    <a:pt x="116" y="70"/>
                  </a:lnTo>
                  <a:lnTo>
                    <a:pt x="70" y="23"/>
                  </a:lnTo>
                  <a:lnTo>
                    <a:pt x="23" y="0"/>
                  </a:lnTo>
                  <a:close/>
                </a:path>
              </a:pathLst>
            </a:custGeom>
            <a:solidFill>
              <a:srgbClr val="FFFFFF"/>
            </a:solidFill>
            <a:ln w="9525">
              <a:solidFill>
                <a:srgbClr val="000000"/>
              </a:solidFill>
              <a:round/>
              <a:headEnd/>
              <a:tailEnd/>
            </a:ln>
          </p:spPr>
          <p:txBody>
            <a:bodyPr/>
            <a:lstStyle/>
            <a:p>
              <a:endParaRPr lang="ko-KR" altLang="en-US"/>
            </a:p>
          </p:txBody>
        </p:sp>
        <p:sp>
          <p:nvSpPr>
            <p:cNvPr id="418785" name="Freeform 261">
              <a:extLst>
                <a:ext uri="{FF2B5EF4-FFF2-40B4-BE49-F238E27FC236}">
                  <a16:creationId xmlns:a16="http://schemas.microsoft.com/office/drawing/2014/main" id="{AAAD9D2E-BAAD-FC17-FD41-08569AECD31E}"/>
                </a:ext>
              </a:extLst>
            </p:cNvPr>
            <p:cNvSpPr>
              <a:spLocks/>
            </p:cNvSpPr>
            <p:nvPr/>
          </p:nvSpPr>
          <p:spPr bwMode="auto">
            <a:xfrm>
              <a:off x="2127" y="275"/>
              <a:ext cx="552" cy="234"/>
            </a:xfrm>
            <a:custGeom>
              <a:avLst/>
              <a:gdLst>
                <a:gd name="T0" fmla="*/ 0 w 6905"/>
                <a:gd name="T1" fmla="*/ 0 h 3009"/>
                <a:gd name="T2" fmla="*/ 0 w 6905"/>
                <a:gd name="T3" fmla="*/ 0 h 3009"/>
                <a:gd name="T4" fmla="*/ 0 w 6905"/>
                <a:gd name="T5" fmla="*/ 0 h 3009"/>
                <a:gd name="T6" fmla="*/ 0 w 6905"/>
                <a:gd name="T7" fmla="*/ 0 h 3009"/>
                <a:gd name="T8" fmla="*/ 0 w 6905"/>
                <a:gd name="T9" fmla="*/ 0 h 3009"/>
                <a:gd name="T10" fmla="*/ 0 w 6905"/>
                <a:gd name="T11" fmla="*/ 0 h 3009"/>
                <a:gd name="T12" fmla="*/ 0 w 6905"/>
                <a:gd name="T13" fmla="*/ 0 h 3009"/>
                <a:gd name="T14" fmla="*/ 0 w 6905"/>
                <a:gd name="T15" fmla="*/ 0 h 3009"/>
                <a:gd name="T16" fmla="*/ 0 w 6905"/>
                <a:gd name="T17" fmla="*/ 0 h 3009"/>
                <a:gd name="T18" fmla="*/ 0 w 6905"/>
                <a:gd name="T19" fmla="*/ 0 h 3009"/>
                <a:gd name="T20" fmla="*/ 0 w 6905"/>
                <a:gd name="T21" fmla="*/ 0 h 30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5" h="3009">
                  <a:moveTo>
                    <a:pt x="18" y="1870"/>
                  </a:moveTo>
                  <a:lnTo>
                    <a:pt x="0" y="1922"/>
                  </a:lnTo>
                  <a:lnTo>
                    <a:pt x="1000" y="3009"/>
                  </a:lnTo>
                  <a:lnTo>
                    <a:pt x="6858" y="209"/>
                  </a:lnTo>
                  <a:lnTo>
                    <a:pt x="6905" y="11"/>
                  </a:lnTo>
                  <a:lnTo>
                    <a:pt x="6864" y="6"/>
                  </a:lnTo>
                  <a:lnTo>
                    <a:pt x="6567" y="0"/>
                  </a:lnTo>
                  <a:lnTo>
                    <a:pt x="6365" y="185"/>
                  </a:lnTo>
                  <a:lnTo>
                    <a:pt x="1139" y="2230"/>
                  </a:lnTo>
                  <a:lnTo>
                    <a:pt x="186" y="1887"/>
                  </a:lnTo>
                  <a:lnTo>
                    <a:pt x="18" y="18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786" name="Freeform 262">
              <a:extLst>
                <a:ext uri="{FF2B5EF4-FFF2-40B4-BE49-F238E27FC236}">
                  <a16:creationId xmlns:a16="http://schemas.microsoft.com/office/drawing/2014/main" id="{1DD772B7-5649-5D49-B63A-BDD00E65429D}"/>
                </a:ext>
              </a:extLst>
            </p:cNvPr>
            <p:cNvSpPr>
              <a:spLocks/>
            </p:cNvSpPr>
            <p:nvPr/>
          </p:nvSpPr>
          <p:spPr bwMode="auto">
            <a:xfrm>
              <a:off x="2080" y="548"/>
              <a:ext cx="12" cy="11"/>
            </a:xfrm>
            <a:custGeom>
              <a:avLst/>
              <a:gdLst>
                <a:gd name="T0" fmla="*/ 0 w 152"/>
                <a:gd name="T1" fmla="*/ 0 h 128"/>
                <a:gd name="T2" fmla="*/ 0 w 152"/>
                <a:gd name="T3" fmla="*/ 0 h 128"/>
                <a:gd name="T4" fmla="*/ 0 w 152"/>
                <a:gd name="T5" fmla="*/ 0 h 128"/>
                <a:gd name="T6" fmla="*/ 0 w 152"/>
                <a:gd name="T7" fmla="*/ 0 h 128"/>
                <a:gd name="T8" fmla="*/ 0 w 152"/>
                <a:gd name="T9" fmla="*/ 0 h 128"/>
                <a:gd name="T10" fmla="*/ 0 w 152"/>
                <a:gd name="T11" fmla="*/ 0 h 128"/>
                <a:gd name="T12" fmla="*/ 0 w 152"/>
                <a:gd name="T13" fmla="*/ 0 h 128"/>
                <a:gd name="T14" fmla="*/ 0 w 152"/>
                <a:gd name="T15" fmla="*/ 0 h 128"/>
                <a:gd name="T16" fmla="*/ 0 w 152"/>
                <a:gd name="T17" fmla="*/ 0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2" h="128">
                  <a:moveTo>
                    <a:pt x="0" y="12"/>
                  </a:moveTo>
                  <a:lnTo>
                    <a:pt x="35" y="0"/>
                  </a:lnTo>
                  <a:lnTo>
                    <a:pt x="87" y="17"/>
                  </a:lnTo>
                  <a:lnTo>
                    <a:pt x="152" y="93"/>
                  </a:lnTo>
                  <a:lnTo>
                    <a:pt x="111" y="122"/>
                  </a:lnTo>
                  <a:lnTo>
                    <a:pt x="82" y="128"/>
                  </a:lnTo>
                  <a:lnTo>
                    <a:pt x="18" y="111"/>
                  </a:lnTo>
                  <a:lnTo>
                    <a:pt x="18" y="59"/>
                  </a:lnTo>
                  <a:lnTo>
                    <a:pt x="0" y="12"/>
                  </a:lnTo>
                  <a:close/>
                </a:path>
              </a:pathLst>
            </a:custGeom>
            <a:solidFill>
              <a:srgbClr val="FFFFFF"/>
            </a:solidFill>
            <a:ln w="9525">
              <a:solidFill>
                <a:srgbClr val="000000"/>
              </a:solidFill>
              <a:round/>
              <a:headEnd/>
              <a:tailEnd/>
            </a:ln>
          </p:spPr>
          <p:txBody>
            <a:bodyPr/>
            <a:lstStyle/>
            <a:p>
              <a:endParaRPr lang="ko-KR" altLang="en-US"/>
            </a:p>
          </p:txBody>
        </p:sp>
        <p:sp>
          <p:nvSpPr>
            <p:cNvPr id="418787" name="Freeform 263">
              <a:extLst>
                <a:ext uri="{FF2B5EF4-FFF2-40B4-BE49-F238E27FC236}">
                  <a16:creationId xmlns:a16="http://schemas.microsoft.com/office/drawing/2014/main" id="{B7DF23D2-A8B0-6E2C-A99E-0475F8C65E6E}"/>
                </a:ext>
              </a:extLst>
            </p:cNvPr>
            <p:cNvSpPr>
              <a:spLocks/>
            </p:cNvSpPr>
            <p:nvPr/>
          </p:nvSpPr>
          <p:spPr bwMode="auto">
            <a:xfrm>
              <a:off x="2457" y="739"/>
              <a:ext cx="19" cy="28"/>
            </a:xfrm>
            <a:custGeom>
              <a:avLst/>
              <a:gdLst>
                <a:gd name="T0" fmla="*/ 0 w 232"/>
                <a:gd name="T1" fmla="*/ 0 h 354"/>
                <a:gd name="T2" fmla="*/ 0 w 232"/>
                <a:gd name="T3" fmla="*/ 0 h 354"/>
                <a:gd name="T4" fmla="*/ 0 w 232"/>
                <a:gd name="T5" fmla="*/ 0 h 354"/>
                <a:gd name="T6" fmla="*/ 0 w 232"/>
                <a:gd name="T7" fmla="*/ 0 h 354"/>
                <a:gd name="T8" fmla="*/ 0 w 232"/>
                <a:gd name="T9" fmla="*/ 0 h 354"/>
                <a:gd name="T10" fmla="*/ 0 w 232"/>
                <a:gd name="T11" fmla="*/ 0 h 354"/>
                <a:gd name="T12" fmla="*/ 0 w 232"/>
                <a:gd name="T13" fmla="*/ 0 h 354"/>
                <a:gd name="T14" fmla="*/ 0 w 232"/>
                <a:gd name="T15" fmla="*/ 0 h 354"/>
                <a:gd name="T16" fmla="*/ 0 w 232"/>
                <a:gd name="T17" fmla="*/ 0 h 354"/>
                <a:gd name="T18" fmla="*/ 0 w 232"/>
                <a:gd name="T19" fmla="*/ 0 h 354"/>
                <a:gd name="T20" fmla="*/ 0 w 232"/>
                <a:gd name="T21" fmla="*/ 0 h 3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2" h="354">
                  <a:moveTo>
                    <a:pt x="0" y="0"/>
                  </a:moveTo>
                  <a:lnTo>
                    <a:pt x="23" y="110"/>
                  </a:lnTo>
                  <a:lnTo>
                    <a:pt x="70" y="244"/>
                  </a:lnTo>
                  <a:lnTo>
                    <a:pt x="232" y="354"/>
                  </a:lnTo>
                  <a:lnTo>
                    <a:pt x="232" y="255"/>
                  </a:lnTo>
                  <a:lnTo>
                    <a:pt x="187" y="220"/>
                  </a:lnTo>
                  <a:lnTo>
                    <a:pt x="187" y="87"/>
                  </a:lnTo>
                  <a:lnTo>
                    <a:pt x="145" y="12"/>
                  </a:lnTo>
                  <a:lnTo>
                    <a:pt x="70" y="12"/>
                  </a:lnTo>
                  <a:lnTo>
                    <a:pt x="12" y="6"/>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788" name="Freeform 264">
              <a:extLst>
                <a:ext uri="{FF2B5EF4-FFF2-40B4-BE49-F238E27FC236}">
                  <a16:creationId xmlns:a16="http://schemas.microsoft.com/office/drawing/2014/main" id="{FB4749EA-04E2-6D03-486C-AFF355CECFCE}"/>
                </a:ext>
              </a:extLst>
            </p:cNvPr>
            <p:cNvSpPr>
              <a:spLocks/>
            </p:cNvSpPr>
            <p:nvPr/>
          </p:nvSpPr>
          <p:spPr bwMode="auto">
            <a:xfrm>
              <a:off x="2507" y="740"/>
              <a:ext cx="35" cy="32"/>
            </a:xfrm>
            <a:custGeom>
              <a:avLst/>
              <a:gdLst>
                <a:gd name="T0" fmla="*/ 0 w 448"/>
                <a:gd name="T1" fmla="*/ 0 h 407"/>
                <a:gd name="T2" fmla="*/ 0 w 448"/>
                <a:gd name="T3" fmla="*/ 0 h 407"/>
                <a:gd name="T4" fmla="*/ 0 w 448"/>
                <a:gd name="T5" fmla="*/ 0 h 407"/>
                <a:gd name="T6" fmla="*/ 0 w 448"/>
                <a:gd name="T7" fmla="*/ 0 h 407"/>
                <a:gd name="T8" fmla="*/ 0 w 448"/>
                <a:gd name="T9" fmla="*/ 0 h 407"/>
                <a:gd name="T10" fmla="*/ 0 w 448"/>
                <a:gd name="T11" fmla="*/ 0 h 407"/>
                <a:gd name="T12" fmla="*/ 0 w 448"/>
                <a:gd name="T13" fmla="*/ 0 h 407"/>
                <a:gd name="T14" fmla="*/ 0 w 448"/>
                <a:gd name="T15" fmla="*/ 0 h 407"/>
                <a:gd name="T16" fmla="*/ 0 w 448"/>
                <a:gd name="T17" fmla="*/ 0 h 407"/>
                <a:gd name="T18" fmla="*/ 0 w 448"/>
                <a:gd name="T19" fmla="*/ 0 h 407"/>
                <a:gd name="T20" fmla="*/ 0 w 448"/>
                <a:gd name="T21" fmla="*/ 0 h 407"/>
                <a:gd name="T22" fmla="*/ 0 w 448"/>
                <a:gd name="T23" fmla="*/ 0 h 407"/>
                <a:gd name="T24" fmla="*/ 0 w 448"/>
                <a:gd name="T25" fmla="*/ 0 h 407"/>
                <a:gd name="T26" fmla="*/ 0 w 448"/>
                <a:gd name="T27" fmla="*/ 0 h 407"/>
                <a:gd name="T28" fmla="*/ 0 w 448"/>
                <a:gd name="T29" fmla="*/ 0 h 407"/>
                <a:gd name="T30" fmla="*/ 0 w 448"/>
                <a:gd name="T31" fmla="*/ 0 h 407"/>
                <a:gd name="T32" fmla="*/ 0 w 448"/>
                <a:gd name="T33" fmla="*/ 0 h 407"/>
                <a:gd name="T34" fmla="*/ 0 w 448"/>
                <a:gd name="T35" fmla="*/ 0 h 407"/>
                <a:gd name="T36" fmla="*/ 0 w 448"/>
                <a:gd name="T37" fmla="*/ 0 h 407"/>
                <a:gd name="T38" fmla="*/ 0 w 448"/>
                <a:gd name="T39" fmla="*/ 0 h 407"/>
                <a:gd name="T40" fmla="*/ 0 w 448"/>
                <a:gd name="T41" fmla="*/ 0 h 407"/>
                <a:gd name="T42" fmla="*/ 0 w 448"/>
                <a:gd name="T43" fmla="*/ 0 h 407"/>
                <a:gd name="T44" fmla="*/ 0 w 448"/>
                <a:gd name="T45" fmla="*/ 0 h 407"/>
                <a:gd name="T46" fmla="*/ 0 w 448"/>
                <a:gd name="T47" fmla="*/ 0 h 407"/>
                <a:gd name="T48" fmla="*/ 0 w 448"/>
                <a:gd name="T49" fmla="*/ 0 h 407"/>
                <a:gd name="T50" fmla="*/ 0 w 448"/>
                <a:gd name="T51" fmla="*/ 0 h 407"/>
                <a:gd name="T52" fmla="*/ 0 w 448"/>
                <a:gd name="T53" fmla="*/ 0 h 407"/>
                <a:gd name="T54" fmla="*/ 0 w 448"/>
                <a:gd name="T55" fmla="*/ 0 h 407"/>
                <a:gd name="T56" fmla="*/ 0 w 448"/>
                <a:gd name="T57" fmla="*/ 0 h 407"/>
                <a:gd name="T58" fmla="*/ 0 w 448"/>
                <a:gd name="T59" fmla="*/ 0 h 407"/>
                <a:gd name="T60" fmla="*/ 0 w 448"/>
                <a:gd name="T61" fmla="*/ 0 h 40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48" h="407">
                  <a:moveTo>
                    <a:pt x="0" y="365"/>
                  </a:moveTo>
                  <a:lnTo>
                    <a:pt x="24" y="389"/>
                  </a:lnTo>
                  <a:lnTo>
                    <a:pt x="64" y="407"/>
                  </a:lnTo>
                  <a:lnTo>
                    <a:pt x="111" y="407"/>
                  </a:lnTo>
                  <a:lnTo>
                    <a:pt x="140" y="377"/>
                  </a:lnTo>
                  <a:lnTo>
                    <a:pt x="181" y="348"/>
                  </a:lnTo>
                  <a:lnTo>
                    <a:pt x="221" y="325"/>
                  </a:lnTo>
                  <a:lnTo>
                    <a:pt x="251" y="278"/>
                  </a:lnTo>
                  <a:lnTo>
                    <a:pt x="279" y="220"/>
                  </a:lnTo>
                  <a:lnTo>
                    <a:pt x="291" y="197"/>
                  </a:lnTo>
                  <a:lnTo>
                    <a:pt x="332" y="163"/>
                  </a:lnTo>
                  <a:lnTo>
                    <a:pt x="384" y="139"/>
                  </a:lnTo>
                  <a:lnTo>
                    <a:pt x="425" y="139"/>
                  </a:lnTo>
                  <a:lnTo>
                    <a:pt x="448" y="121"/>
                  </a:lnTo>
                  <a:lnTo>
                    <a:pt x="448" y="98"/>
                  </a:lnTo>
                  <a:lnTo>
                    <a:pt x="408" y="23"/>
                  </a:lnTo>
                  <a:lnTo>
                    <a:pt x="378" y="0"/>
                  </a:lnTo>
                  <a:lnTo>
                    <a:pt x="349" y="0"/>
                  </a:lnTo>
                  <a:lnTo>
                    <a:pt x="303" y="51"/>
                  </a:lnTo>
                  <a:lnTo>
                    <a:pt x="297" y="121"/>
                  </a:lnTo>
                  <a:lnTo>
                    <a:pt x="268" y="151"/>
                  </a:lnTo>
                  <a:lnTo>
                    <a:pt x="274" y="185"/>
                  </a:lnTo>
                  <a:lnTo>
                    <a:pt x="268" y="220"/>
                  </a:lnTo>
                  <a:lnTo>
                    <a:pt x="239" y="220"/>
                  </a:lnTo>
                  <a:lnTo>
                    <a:pt x="216" y="191"/>
                  </a:lnTo>
                  <a:lnTo>
                    <a:pt x="157" y="255"/>
                  </a:lnTo>
                  <a:lnTo>
                    <a:pt x="87" y="307"/>
                  </a:lnTo>
                  <a:lnTo>
                    <a:pt x="70" y="348"/>
                  </a:lnTo>
                  <a:lnTo>
                    <a:pt x="35" y="360"/>
                  </a:lnTo>
                  <a:lnTo>
                    <a:pt x="12" y="360"/>
                  </a:lnTo>
                  <a:lnTo>
                    <a:pt x="0" y="365"/>
                  </a:lnTo>
                  <a:close/>
                </a:path>
              </a:pathLst>
            </a:custGeom>
            <a:solidFill>
              <a:srgbClr val="FFFFFF"/>
            </a:solidFill>
            <a:ln w="9525">
              <a:solidFill>
                <a:srgbClr val="000000"/>
              </a:solidFill>
              <a:round/>
              <a:headEnd/>
              <a:tailEnd/>
            </a:ln>
          </p:spPr>
          <p:txBody>
            <a:bodyPr/>
            <a:lstStyle/>
            <a:p>
              <a:endParaRPr lang="ko-KR" altLang="en-US"/>
            </a:p>
          </p:txBody>
        </p:sp>
        <p:sp>
          <p:nvSpPr>
            <p:cNvPr id="418789" name="Freeform 265">
              <a:extLst>
                <a:ext uri="{FF2B5EF4-FFF2-40B4-BE49-F238E27FC236}">
                  <a16:creationId xmlns:a16="http://schemas.microsoft.com/office/drawing/2014/main" id="{2C6EA5DB-CAF4-2851-9CAE-96926BD0165E}"/>
                </a:ext>
              </a:extLst>
            </p:cNvPr>
            <p:cNvSpPr>
              <a:spLocks/>
            </p:cNvSpPr>
            <p:nvPr/>
          </p:nvSpPr>
          <p:spPr bwMode="auto">
            <a:xfrm>
              <a:off x="2524" y="751"/>
              <a:ext cx="4" cy="6"/>
            </a:xfrm>
            <a:custGeom>
              <a:avLst/>
              <a:gdLst>
                <a:gd name="T0" fmla="*/ 0 w 53"/>
                <a:gd name="T1" fmla="*/ 0 h 75"/>
                <a:gd name="T2" fmla="*/ 0 w 53"/>
                <a:gd name="T3" fmla="*/ 0 h 75"/>
                <a:gd name="T4" fmla="*/ 0 w 53"/>
                <a:gd name="T5" fmla="*/ 0 h 75"/>
                <a:gd name="T6" fmla="*/ 0 w 53"/>
                <a:gd name="T7" fmla="*/ 0 h 75"/>
                <a:gd name="T8" fmla="*/ 0 w 53"/>
                <a:gd name="T9" fmla="*/ 0 h 75"/>
                <a:gd name="T10" fmla="*/ 0 w 53"/>
                <a:gd name="T11" fmla="*/ 0 h 75"/>
                <a:gd name="T12" fmla="*/ 0 w 53"/>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75">
                  <a:moveTo>
                    <a:pt x="0" y="40"/>
                  </a:moveTo>
                  <a:lnTo>
                    <a:pt x="12" y="75"/>
                  </a:lnTo>
                  <a:lnTo>
                    <a:pt x="41" y="75"/>
                  </a:lnTo>
                  <a:lnTo>
                    <a:pt x="53" y="40"/>
                  </a:lnTo>
                  <a:lnTo>
                    <a:pt x="41" y="0"/>
                  </a:lnTo>
                  <a:lnTo>
                    <a:pt x="6" y="40"/>
                  </a:lnTo>
                  <a:lnTo>
                    <a:pt x="0" y="40"/>
                  </a:lnTo>
                  <a:close/>
                </a:path>
              </a:pathLst>
            </a:custGeom>
            <a:solidFill>
              <a:srgbClr val="FFFFFF"/>
            </a:solidFill>
            <a:ln w="9525">
              <a:solidFill>
                <a:srgbClr val="000000"/>
              </a:solidFill>
              <a:round/>
              <a:headEnd/>
              <a:tailEnd/>
            </a:ln>
          </p:spPr>
          <p:txBody>
            <a:bodyPr/>
            <a:lstStyle/>
            <a:p>
              <a:endParaRPr lang="ko-KR" altLang="en-US"/>
            </a:p>
          </p:txBody>
        </p:sp>
        <p:sp>
          <p:nvSpPr>
            <p:cNvPr id="418790" name="Freeform 266">
              <a:extLst>
                <a:ext uri="{FF2B5EF4-FFF2-40B4-BE49-F238E27FC236}">
                  <a16:creationId xmlns:a16="http://schemas.microsoft.com/office/drawing/2014/main" id="{8263E5BD-A7BF-6CF7-DFFA-C2FF33433E68}"/>
                </a:ext>
              </a:extLst>
            </p:cNvPr>
            <p:cNvSpPr>
              <a:spLocks/>
            </p:cNvSpPr>
            <p:nvPr/>
          </p:nvSpPr>
          <p:spPr bwMode="auto">
            <a:xfrm>
              <a:off x="2608" y="790"/>
              <a:ext cx="49" cy="50"/>
            </a:xfrm>
            <a:custGeom>
              <a:avLst/>
              <a:gdLst>
                <a:gd name="T0" fmla="*/ 0 w 616"/>
                <a:gd name="T1" fmla="*/ 0 h 645"/>
                <a:gd name="T2" fmla="*/ 0 w 616"/>
                <a:gd name="T3" fmla="*/ 0 h 645"/>
                <a:gd name="T4" fmla="*/ 0 w 616"/>
                <a:gd name="T5" fmla="*/ 0 h 645"/>
                <a:gd name="T6" fmla="*/ 0 w 616"/>
                <a:gd name="T7" fmla="*/ 0 h 645"/>
                <a:gd name="T8" fmla="*/ 0 w 616"/>
                <a:gd name="T9" fmla="*/ 0 h 645"/>
                <a:gd name="T10" fmla="*/ 0 w 616"/>
                <a:gd name="T11" fmla="*/ 0 h 645"/>
                <a:gd name="T12" fmla="*/ 0 w 616"/>
                <a:gd name="T13" fmla="*/ 0 h 645"/>
                <a:gd name="T14" fmla="*/ 0 w 616"/>
                <a:gd name="T15" fmla="*/ 0 h 645"/>
                <a:gd name="T16" fmla="*/ 0 w 616"/>
                <a:gd name="T17" fmla="*/ 0 h 645"/>
                <a:gd name="T18" fmla="*/ 0 w 616"/>
                <a:gd name="T19" fmla="*/ 0 h 645"/>
                <a:gd name="T20" fmla="*/ 0 w 616"/>
                <a:gd name="T21" fmla="*/ 0 h 645"/>
                <a:gd name="T22" fmla="*/ 0 w 616"/>
                <a:gd name="T23" fmla="*/ 0 h 645"/>
                <a:gd name="T24" fmla="*/ 0 w 616"/>
                <a:gd name="T25" fmla="*/ 0 h 645"/>
                <a:gd name="T26" fmla="*/ 0 w 616"/>
                <a:gd name="T27" fmla="*/ 0 h 645"/>
                <a:gd name="T28" fmla="*/ 0 w 616"/>
                <a:gd name="T29" fmla="*/ 0 h 645"/>
                <a:gd name="T30" fmla="*/ 0 w 616"/>
                <a:gd name="T31" fmla="*/ 0 h 645"/>
                <a:gd name="T32" fmla="*/ 0 w 616"/>
                <a:gd name="T33" fmla="*/ 0 h 645"/>
                <a:gd name="T34" fmla="*/ 0 w 616"/>
                <a:gd name="T35" fmla="*/ 0 h 645"/>
                <a:gd name="T36" fmla="*/ 0 w 616"/>
                <a:gd name="T37" fmla="*/ 0 h 645"/>
                <a:gd name="T38" fmla="*/ 0 w 616"/>
                <a:gd name="T39" fmla="*/ 0 h 645"/>
                <a:gd name="T40" fmla="*/ 0 w 616"/>
                <a:gd name="T41" fmla="*/ 0 h 645"/>
                <a:gd name="T42" fmla="*/ 0 w 616"/>
                <a:gd name="T43" fmla="*/ 0 h 645"/>
                <a:gd name="T44" fmla="*/ 0 w 616"/>
                <a:gd name="T45" fmla="*/ 0 h 645"/>
                <a:gd name="T46" fmla="*/ 0 w 616"/>
                <a:gd name="T47" fmla="*/ 0 h 645"/>
                <a:gd name="T48" fmla="*/ 0 w 616"/>
                <a:gd name="T49" fmla="*/ 0 h 645"/>
                <a:gd name="T50" fmla="*/ 0 w 616"/>
                <a:gd name="T51" fmla="*/ 0 h 645"/>
                <a:gd name="T52" fmla="*/ 0 w 616"/>
                <a:gd name="T53" fmla="*/ 0 h 645"/>
                <a:gd name="T54" fmla="*/ 0 w 616"/>
                <a:gd name="T55" fmla="*/ 0 h 645"/>
                <a:gd name="T56" fmla="*/ 0 w 616"/>
                <a:gd name="T57" fmla="*/ 0 h 645"/>
                <a:gd name="T58" fmla="*/ 0 w 616"/>
                <a:gd name="T59" fmla="*/ 0 h 645"/>
                <a:gd name="T60" fmla="*/ 0 w 616"/>
                <a:gd name="T61" fmla="*/ 0 h 645"/>
                <a:gd name="T62" fmla="*/ 0 w 616"/>
                <a:gd name="T63" fmla="*/ 0 h 645"/>
                <a:gd name="T64" fmla="*/ 0 w 616"/>
                <a:gd name="T65" fmla="*/ 0 h 645"/>
                <a:gd name="T66" fmla="*/ 0 w 616"/>
                <a:gd name="T67" fmla="*/ 0 h 645"/>
                <a:gd name="T68" fmla="*/ 0 w 616"/>
                <a:gd name="T69" fmla="*/ 0 h 645"/>
                <a:gd name="T70" fmla="*/ 0 w 616"/>
                <a:gd name="T71" fmla="*/ 0 h 64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16" h="645">
                  <a:moveTo>
                    <a:pt x="616" y="233"/>
                  </a:moveTo>
                  <a:lnTo>
                    <a:pt x="523" y="157"/>
                  </a:lnTo>
                  <a:lnTo>
                    <a:pt x="459" y="122"/>
                  </a:lnTo>
                  <a:lnTo>
                    <a:pt x="406" y="134"/>
                  </a:lnTo>
                  <a:lnTo>
                    <a:pt x="337" y="181"/>
                  </a:lnTo>
                  <a:lnTo>
                    <a:pt x="279" y="186"/>
                  </a:lnTo>
                  <a:lnTo>
                    <a:pt x="215" y="174"/>
                  </a:lnTo>
                  <a:lnTo>
                    <a:pt x="197" y="52"/>
                  </a:lnTo>
                  <a:lnTo>
                    <a:pt x="139" y="0"/>
                  </a:lnTo>
                  <a:lnTo>
                    <a:pt x="80" y="0"/>
                  </a:lnTo>
                  <a:lnTo>
                    <a:pt x="5" y="24"/>
                  </a:lnTo>
                  <a:lnTo>
                    <a:pt x="0" y="52"/>
                  </a:lnTo>
                  <a:lnTo>
                    <a:pt x="58" y="59"/>
                  </a:lnTo>
                  <a:lnTo>
                    <a:pt x="63" y="99"/>
                  </a:lnTo>
                  <a:lnTo>
                    <a:pt x="98" y="129"/>
                  </a:lnTo>
                  <a:lnTo>
                    <a:pt x="133" y="146"/>
                  </a:lnTo>
                  <a:lnTo>
                    <a:pt x="162" y="146"/>
                  </a:lnTo>
                  <a:lnTo>
                    <a:pt x="115" y="174"/>
                  </a:lnTo>
                  <a:lnTo>
                    <a:pt x="98" y="204"/>
                  </a:lnTo>
                  <a:lnTo>
                    <a:pt x="115" y="239"/>
                  </a:lnTo>
                  <a:lnTo>
                    <a:pt x="192" y="239"/>
                  </a:lnTo>
                  <a:lnTo>
                    <a:pt x="227" y="233"/>
                  </a:lnTo>
                  <a:lnTo>
                    <a:pt x="314" y="279"/>
                  </a:lnTo>
                  <a:lnTo>
                    <a:pt x="401" y="373"/>
                  </a:lnTo>
                  <a:lnTo>
                    <a:pt x="418" y="401"/>
                  </a:lnTo>
                  <a:lnTo>
                    <a:pt x="412" y="436"/>
                  </a:lnTo>
                  <a:lnTo>
                    <a:pt x="441" y="453"/>
                  </a:lnTo>
                  <a:lnTo>
                    <a:pt x="360" y="483"/>
                  </a:lnTo>
                  <a:lnTo>
                    <a:pt x="366" y="500"/>
                  </a:lnTo>
                  <a:lnTo>
                    <a:pt x="418" y="523"/>
                  </a:lnTo>
                  <a:lnTo>
                    <a:pt x="394" y="564"/>
                  </a:lnTo>
                  <a:lnTo>
                    <a:pt x="394" y="610"/>
                  </a:lnTo>
                  <a:lnTo>
                    <a:pt x="464" y="593"/>
                  </a:lnTo>
                  <a:lnTo>
                    <a:pt x="488" y="634"/>
                  </a:lnTo>
                  <a:lnTo>
                    <a:pt x="511" y="645"/>
                  </a:lnTo>
                  <a:lnTo>
                    <a:pt x="616" y="233"/>
                  </a:lnTo>
                  <a:close/>
                </a:path>
              </a:pathLst>
            </a:custGeom>
            <a:solidFill>
              <a:srgbClr val="FFFFFF"/>
            </a:solidFill>
            <a:ln w="9525">
              <a:solidFill>
                <a:srgbClr val="000000"/>
              </a:solidFill>
              <a:round/>
              <a:headEnd/>
              <a:tailEnd/>
            </a:ln>
          </p:spPr>
          <p:txBody>
            <a:bodyPr/>
            <a:lstStyle/>
            <a:p>
              <a:endParaRPr lang="ko-KR" altLang="en-US"/>
            </a:p>
          </p:txBody>
        </p:sp>
        <p:sp>
          <p:nvSpPr>
            <p:cNvPr id="418791" name="Freeform 267">
              <a:extLst>
                <a:ext uri="{FF2B5EF4-FFF2-40B4-BE49-F238E27FC236}">
                  <a16:creationId xmlns:a16="http://schemas.microsoft.com/office/drawing/2014/main" id="{DA34F6B0-CBDC-51F0-4F35-0A8A9B254F50}"/>
                </a:ext>
              </a:extLst>
            </p:cNvPr>
            <p:cNvSpPr>
              <a:spLocks/>
            </p:cNvSpPr>
            <p:nvPr/>
          </p:nvSpPr>
          <p:spPr bwMode="auto">
            <a:xfrm>
              <a:off x="2631" y="832"/>
              <a:ext cx="5" cy="6"/>
            </a:xfrm>
            <a:custGeom>
              <a:avLst/>
              <a:gdLst>
                <a:gd name="T0" fmla="*/ 0 w 70"/>
                <a:gd name="T1" fmla="*/ 0 h 75"/>
                <a:gd name="T2" fmla="*/ 0 w 70"/>
                <a:gd name="T3" fmla="*/ 0 h 75"/>
                <a:gd name="T4" fmla="*/ 0 w 70"/>
                <a:gd name="T5" fmla="*/ 0 h 75"/>
                <a:gd name="T6" fmla="*/ 0 w 70"/>
                <a:gd name="T7" fmla="*/ 0 h 75"/>
                <a:gd name="T8" fmla="*/ 0 w 70"/>
                <a:gd name="T9" fmla="*/ 0 h 75"/>
                <a:gd name="T10" fmla="*/ 0 w 70"/>
                <a:gd name="T11" fmla="*/ 0 h 75"/>
                <a:gd name="T12" fmla="*/ 0 w 70"/>
                <a:gd name="T13" fmla="*/ 0 h 75"/>
                <a:gd name="T14" fmla="*/ 0 w 70"/>
                <a:gd name="T15" fmla="*/ 0 h 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75">
                  <a:moveTo>
                    <a:pt x="41" y="0"/>
                  </a:moveTo>
                  <a:lnTo>
                    <a:pt x="6" y="0"/>
                  </a:lnTo>
                  <a:lnTo>
                    <a:pt x="0" y="29"/>
                  </a:lnTo>
                  <a:lnTo>
                    <a:pt x="24" y="64"/>
                  </a:lnTo>
                  <a:lnTo>
                    <a:pt x="29" y="75"/>
                  </a:lnTo>
                  <a:lnTo>
                    <a:pt x="70" y="23"/>
                  </a:lnTo>
                  <a:lnTo>
                    <a:pt x="59" y="6"/>
                  </a:lnTo>
                  <a:lnTo>
                    <a:pt x="41" y="0"/>
                  </a:lnTo>
                  <a:close/>
                </a:path>
              </a:pathLst>
            </a:custGeom>
            <a:solidFill>
              <a:srgbClr val="FFFFFF"/>
            </a:solidFill>
            <a:ln w="9525">
              <a:solidFill>
                <a:srgbClr val="000000"/>
              </a:solidFill>
              <a:round/>
              <a:headEnd/>
              <a:tailEnd/>
            </a:ln>
          </p:spPr>
          <p:txBody>
            <a:bodyPr/>
            <a:lstStyle/>
            <a:p>
              <a:endParaRPr lang="ko-KR" altLang="en-US"/>
            </a:p>
          </p:txBody>
        </p:sp>
        <p:sp>
          <p:nvSpPr>
            <p:cNvPr id="418792" name="Freeform 268">
              <a:extLst>
                <a:ext uri="{FF2B5EF4-FFF2-40B4-BE49-F238E27FC236}">
                  <a16:creationId xmlns:a16="http://schemas.microsoft.com/office/drawing/2014/main" id="{F735E60C-53BA-F51A-51B7-89C08BD61385}"/>
                </a:ext>
              </a:extLst>
            </p:cNvPr>
            <p:cNvSpPr>
              <a:spLocks/>
            </p:cNvSpPr>
            <p:nvPr/>
          </p:nvSpPr>
          <p:spPr bwMode="auto">
            <a:xfrm>
              <a:off x="2648" y="807"/>
              <a:ext cx="47" cy="53"/>
            </a:xfrm>
            <a:custGeom>
              <a:avLst/>
              <a:gdLst>
                <a:gd name="T0" fmla="*/ 0 w 591"/>
                <a:gd name="T1" fmla="*/ 0 h 680"/>
                <a:gd name="T2" fmla="*/ 0 w 591"/>
                <a:gd name="T3" fmla="*/ 0 h 680"/>
                <a:gd name="T4" fmla="*/ 0 w 591"/>
                <a:gd name="T5" fmla="*/ 0 h 680"/>
                <a:gd name="T6" fmla="*/ 0 w 591"/>
                <a:gd name="T7" fmla="*/ 0 h 680"/>
                <a:gd name="T8" fmla="*/ 0 w 591"/>
                <a:gd name="T9" fmla="*/ 0 h 680"/>
                <a:gd name="T10" fmla="*/ 0 w 591"/>
                <a:gd name="T11" fmla="*/ 0 h 680"/>
                <a:gd name="T12" fmla="*/ 0 w 591"/>
                <a:gd name="T13" fmla="*/ 0 h 680"/>
                <a:gd name="T14" fmla="*/ 0 w 591"/>
                <a:gd name="T15" fmla="*/ 0 h 680"/>
                <a:gd name="T16" fmla="*/ 0 w 591"/>
                <a:gd name="T17" fmla="*/ 0 h 680"/>
                <a:gd name="T18" fmla="*/ 0 w 591"/>
                <a:gd name="T19" fmla="*/ 0 h 680"/>
                <a:gd name="T20" fmla="*/ 0 w 591"/>
                <a:gd name="T21" fmla="*/ 0 h 680"/>
                <a:gd name="T22" fmla="*/ 0 w 591"/>
                <a:gd name="T23" fmla="*/ 0 h 680"/>
                <a:gd name="T24" fmla="*/ 0 w 591"/>
                <a:gd name="T25" fmla="*/ 0 h 680"/>
                <a:gd name="T26" fmla="*/ 0 w 591"/>
                <a:gd name="T27" fmla="*/ 0 h 680"/>
                <a:gd name="T28" fmla="*/ 0 w 591"/>
                <a:gd name="T29" fmla="*/ 0 h 680"/>
                <a:gd name="T30" fmla="*/ 0 w 591"/>
                <a:gd name="T31" fmla="*/ 0 h 680"/>
                <a:gd name="T32" fmla="*/ 0 w 591"/>
                <a:gd name="T33" fmla="*/ 0 h 680"/>
                <a:gd name="T34" fmla="*/ 0 w 591"/>
                <a:gd name="T35" fmla="*/ 0 h 680"/>
                <a:gd name="T36" fmla="*/ 0 w 591"/>
                <a:gd name="T37" fmla="*/ 0 h 680"/>
                <a:gd name="T38" fmla="*/ 0 w 591"/>
                <a:gd name="T39" fmla="*/ 0 h 680"/>
                <a:gd name="T40" fmla="*/ 0 w 591"/>
                <a:gd name="T41" fmla="*/ 0 h 680"/>
                <a:gd name="T42" fmla="*/ 0 w 591"/>
                <a:gd name="T43" fmla="*/ 0 h 680"/>
                <a:gd name="T44" fmla="*/ 0 w 591"/>
                <a:gd name="T45" fmla="*/ 0 h 680"/>
                <a:gd name="T46" fmla="*/ 0 w 591"/>
                <a:gd name="T47" fmla="*/ 0 h 680"/>
                <a:gd name="T48" fmla="*/ 0 w 591"/>
                <a:gd name="T49" fmla="*/ 0 h 680"/>
                <a:gd name="T50" fmla="*/ 0 w 591"/>
                <a:gd name="T51" fmla="*/ 0 h 680"/>
                <a:gd name="T52" fmla="*/ 0 w 591"/>
                <a:gd name="T53" fmla="*/ 0 h 680"/>
                <a:gd name="T54" fmla="*/ 0 w 591"/>
                <a:gd name="T55" fmla="*/ 0 h 680"/>
                <a:gd name="T56" fmla="*/ 0 w 591"/>
                <a:gd name="T57" fmla="*/ 0 h 680"/>
                <a:gd name="T58" fmla="*/ 0 w 591"/>
                <a:gd name="T59" fmla="*/ 0 h 680"/>
                <a:gd name="T60" fmla="*/ 0 w 591"/>
                <a:gd name="T61" fmla="*/ 0 h 680"/>
                <a:gd name="T62" fmla="*/ 0 w 591"/>
                <a:gd name="T63" fmla="*/ 0 h 680"/>
                <a:gd name="T64" fmla="*/ 0 w 591"/>
                <a:gd name="T65" fmla="*/ 0 h 680"/>
                <a:gd name="T66" fmla="*/ 0 w 591"/>
                <a:gd name="T67" fmla="*/ 0 h 6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1" h="680">
                  <a:moveTo>
                    <a:pt x="115" y="0"/>
                  </a:moveTo>
                  <a:lnTo>
                    <a:pt x="0" y="424"/>
                  </a:lnTo>
                  <a:lnTo>
                    <a:pt x="57" y="471"/>
                  </a:lnTo>
                  <a:lnTo>
                    <a:pt x="98" y="459"/>
                  </a:lnTo>
                  <a:lnTo>
                    <a:pt x="104" y="483"/>
                  </a:lnTo>
                  <a:lnTo>
                    <a:pt x="167" y="483"/>
                  </a:lnTo>
                  <a:lnTo>
                    <a:pt x="174" y="471"/>
                  </a:lnTo>
                  <a:lnTo>
                    <a:pt x="157" y="419"/>
                  </a:lnTo>
                  <a:lnTo>
                    <a:pt x="92" y="396"/>
                  </a:lnTo>
                  <a:lnTo>
                    <a:pt x="174" y="396"/>
                  </a:lnTo>
                  <a:lnTo>
                    <a:pt x="209" y="389"/>
                  </a:lnTo>
                  <a:lnTo>
                    <a:pt x="307" y="431"/>
                  </a:lnTo>
                  <a:lnTo>
                    <a:pt x="366" y="483"/>
                  </a:lnTo>
                  <a:lnTo>
                    <a:pt x="401" y="518"/>
                  </a:lnTo>
                  <a:lnTo>
                    <a:pt x="401" y="546"/>
                  </a:lnTo>
                  <a:lnTo>
                    <a:pt x="434" y="569"/>
                  </a:lnTo>
                  <a:lnTo>
                    <a:pt x="446" y="628"/>
                  </a:lnTo>
                  <a:lnTo>
                    <a:pt x="528" y="680"/>
                  </a:lnTo>
                  <a:lnTo>
                    <a:pt x="591" y="680"/>
                  </a:lnTo>
                  <a:lnTo>
                    <a:pt x="563" y="645"/>
                  </a:lnTo>
                  <a:lnTo>
                    <a:pt x="586" y="628"/>
                  </a:lnTo>
                  <a:lnTo>
                    <a:pt x="551" y="593"/>
                  </a:lnTo>
                  <a:lnTo>
                    <a:pt x="441" y="471"/>
                  </a:lnTo>
                  <a:lnTo>
                    <a:pt x="406" y="389"/>
                  </a:lnTo>
                  <a:lnTo>
                    <a:pt x="424" y="361"/>
                  </a:lnTo>
                  <a:lnTo>
                    <a:pt x="441" y="326"/>
                  </a:lnTo>
                  <a:lnTo>
                    <a:pt x="434" y="302"/>
                  </a:lnTo>
                  <a:lnTo>
                    <a:pt x="377" y="256"/>
                  </a:lnTo>
                  <a:lnTo>
                    <a:pt x="354" y="239"/>
                  </a:lnTo>
                  <a:lnTo>
                    <a:pt x="354" y="192"/>
                  </a:lnTo>
                  <a:lnTo>
                    <a:pt x="279" y="105"/>
                  </a:lnTo>
                  <a:lnTo>
                    <a:pt x="197" y="53"/>
                  </a:lnTo>
                  <a:lnTo>
                    <a:pt x="150" y="23"/>
                  </a:lnTo>
                  <a:lnTo>
                    <a:pt x="115" y="0"/>
                  </a:lnTo>
                  <a:close/>
                </a:path>
              </a:pathLst>
            </a:custGeom>
            <a:solidFill>
              <a:srgbClr val="FFFFFF"/>
            </a:solidFill>
            <a:ln w="9525">
              <a:solidFill>
                <a:srgbClr val="000000"/>
              </a:solidFill>
              <a:round/>
              <a:headEnd/>
              <a:tailEnd/>
            </a:ln>
          </p:spPr>
          <p:txBody>
            <a:bodyPr/>
            <a:lstStyle/>
            <a:p>
              <a:endParaRPr lang="ko-KR" altLang="en-US"/>
            </a:p>
          </p:txBody>
        </p:sp>
        <p:sp>
          <p:nvSpPr>
            <p:cNvPr id="418793" name="Freeform 269">
              <a:extLst>
                <a:ext uri="{FF2B5EF4-FFF2-40B4-BE49-F238E27FC236}">
                  <a16:creationId xmlns:a16="http://schemas.microsoft.com/office/drawing/2014/main" id="{B3578127-827A-8716-5BB0-9393B90DC0B1}"/>
                </a:ext>
              </a:extLst>
            </p:cNvPr>
            <p:cNvSpPr>
              <a:spLocks/>
            </p:cNvSpPr>
            <p:nvPr/>
          </p:nvSpPr>
          <p:spPr bwMode="auto">
            <a:xfrm>
              <a:off x="2502" y="841"/>
              <a:ext cx="187" cy="163"/>
            </a:xfrm>
            <a:custGeom>
              <a:avLst/>
              <a:gdLst>
                <a:gd name="T0" fmla="*/ 0 w 2343"/>
                <a:gd name="T1" fmla="*/ 0 h 2074"/>
                <a:gd name="T2" fmla="*/ 0 w 2343"/>
                <a:gd name="T3" fmla="*/ 0 h 2074"/>
                <a:gd name="T4" fmla="*/ 0 w 2343"/>
                <a:gd name="T5" fmla="*/ 0 h 2074"/>
                <a:gd name="T6" fmla="*/ 0 w 2343"/>
                <a:gd name="T7" fmla="*/ 0 h 2074"/>
                <a:gd name="T8" fmla="*/ 0 w 2343"/>
                <a:gd name="T9" fmla="*/ 0 h 2074"/>
                <a:gd name="T10" fmla="*/ 0 w 2343"/>
                <a:gd name="T11" fmla="*/ 0 h 2074"/>
                <a:gd name="T12" fmla="*/ 0 w 2343"/>
                <a:gd name="T13" fmla="*/ 0 h 2074"/>
                <a:gd name="T14" fmla="*/ 0 w 2343"/>
                <a:gd name="T15" fmla="*/ 0 h 2074"/>
                <a:gd name="T16" fmla="*/ 0 w 2343"/>
                <a:gd name="T17" fmla="*/ 0 h 2074"/>
                <a:gd name="T18" fmla="*/ 0 w 2343"/>
                <a:gd name="T19" fmla="*/ 0 h 2074"/>
                <a:gd name="T20" fmla="*/ 0 w 2343"/>
                <a:gd name="T21" fmla="*/ 0 h 2074"/>
                <a:gd name="T22" fmla="*/ 0 w 2343"/>
                <a:gd name="T23" fmla="*/ 0 h 2074"/>
                <a:gd name="T24" fmla="*/ 0 w 2343"/>
                <a:gd name="T25" fmla="*/ 0 h 2074"/>
                <a:gd name="T26" fmla="*/ 0 w 2343"/>
                <a:gd name="T27" fmla="*/ 0 h 2074"/>
                <a:gd name="T28" fmla="*/ 0 w 2343"/>
                <a:gd name="T29" fmla="*/ 0 h 2074"/>
                <a:gd name="T30" fmla="*/ 0 w 2343"/>
                <a:gd name="T31" fmla="*/ 0 h 2074"/>
                <a:gd name="T32" fmla="*/ 0 w 2343"/>
                <a:gd name="T33" fmla="*/ 0 h 2074"/>
                <a:gd name="T34" fmla="*/ 0 w 2343"/>
                <a:gd name="T35" fmla="*/ 0 h 2074"/>
                <a:gd name="T36" fmla="*/ 0 w 2343"/>
                <a:gd name="T37" fmla="*/ 0 h 2074"/>
                <a:gd name="T38" fmla="*/ 0 w 2343"/>
                <a:gd name="T39" fmla="*/ 0 h 2074"/>
                <a:gd name="T40" fmla="*/ 0 w 2343"/>
                <a:gd name="T41" fmla="*/ 0 h 2074"/>
                <a:gd name="T42" fmla="*/ 0 w 2343"/>
                <a:gd name="T43" fmla="*/ 0 h 2074"/>
                <a:gd name="T44" fmla="*/ 0 w 2343"/>
                <a:gd name="T45" fmla="*/ 0 h 2074"/>
                <a:gd name="T46" fmla="*/ 0 w 2343"/>
                <a:gd name="T47" fmla="*/ 0 h 2074"/>
                <a:gd name="T48" fmla="*/ 0 w 2343"/>
                <a:gd name="T49" fmla="*/ 0 h 2074"/>
                <a:gd name="T50" fmla="*/ 0 w 2343"/>
                <a:gd name="T51" fmla="*/ 0 h 2074"/>
                <a:gd name="T52" fmla="*/ 0 w 2343"/>
                <a:gd name="T53" fmla="*/ 0 h 2074"/>
                <a:gd name="T54" fmla="*/ 0 w 2343"/>
                <a:gd name="T55" fmla="*/ 0 h 2074"/>
                <a:gd name="T56" fmla="*/ 0 w 2343"/>
                <a:gd name="T57" fmla="*/ 0 h 2074"/>
                <a:gd name="T58" fmla="*/ 0 w 2343"/>
                <a:gd name="T59" fmla="*/ 0 h 2074"/>
                <a:gd name="T60" fmla="*/ 0 w 2343"/>
                <a:gd name="T61" fmla="*/ 0 h 2074"/>
                <a:gd name="T62" fmla="*/ 0 w 2343"/>
                <a:gd name="T63" fmla="*/ 0 h 2074"/>
                <a:gd name="T64" fmla="*/ 0 w 2343"/>
                <a:gd name="T65" fmla="*/ 0 h 2074"/>
                <a:gd name="T66" fmla="*/ 0 w 2343"/>
                <a:gd name="T67" fmla="*/ 0 h 2074"/>
                <a:gd name="T68" fmla="*/ 0 w 2343"/>
                <a:gd name="T69" fmla="*/ 0 h 2074"/>
                <a:gd name="T70" fmla="*/ 0 w 2343"/>
                <a:gd name="T71" fmla="*/ 0 h 2074"/>
                <a:gd name="T72" fmla="*/ 0 w 2343"/>
                <a:gd name="T73" fmla="*/ 0 h 2074"/>
                <a:gd name="T74" fmla="*/ 0 w 2343"/>
                <a:gd name="T75" fmla="*/ 0 h 2074"/>
                <a:gd name="T76" fmla="*/ 0 w 2343"/>
                <a:gd name="T77" fmla="*/ 0 h 2074"/>
                <a:gd name="T78" fmla="*/ 0 w 2343"/>
                <a:gd name="T79" fmla="*/ 0 h 2074"/>
                <a:gd name="T80" fmla="*/ 0 w 2343"/>
                <a:gd name="T81" fmla="*/ 0 h 2074"/>
                <a:gd name="T82" fmla="*/ 0 w 2343"/>
                <a:gd name="T83" fmla="*/ 0 h 2074"/>
                <a:gd name="T84" fmla="*/ 0 w 2343"/>
                <a:gd name="T85" fmla="*/ 0 h 2074"/>
                <a:gd name="T86" fmla="*/ 0 w 2343"/>
                <a:gd name="T87" fmla="*/ 0 h 2074"/>
                <a:gd name="T88" fmla="*/ 0 w 2343"/>
                <a:gd name="T89" fmla="*/ 0 h 2074"/>
                <a:gd name="T90" fmla="*/ 0 w 2343"/>
                <a:gd name="T91" fmla="*/ 0 h 2074"/>
                <a:gd name="T92" fmla="*/ 0 w 2343"/>
                <a:gd name="T93" fmla="*/ 0 h 2074"/>
                <a:gd name="T94" fmla="*/ 0 w 2343"/>
                <a:gd name="T95" fmla="*/ 0 h 2074"/>
                <a:gd name="T96" fmla="*/ 0 w 2343"/>
                <a:gd name="T97" fmla="*/ 0 h 20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343" h="2074">
                  <a:moveTo>
                    <a:pt x="1337" y="0"/>
                  </a:moveTo>
                  <a:lnTo>
                    <a:pt x="1314" y="81"/>
                  </a:lnTo>
                  <a:lnTo>
                    <a:pt x="1250" y="58"/>
                  </a:lnTo>
                  <a:lnTo>
                    <a:pt x="1145" y="110"/>
                  </a:lnTo>
                  <a:lnTo>
                    <a:pt x="1145" y="191"/>
                  </a:lnTo>
                  <a:lnTo>
                    <a:pt x="1105" y="191"/>
                  </a:lnTo>
                  <a:lnTo>
                    <a:pt x="1029" y="168"/>
                  </a:lnTo>
                  <a:lnTo>
                    <a:pt x="994" y="168"/>
                  </a:lnTo>
                  <a:lnTo>
                    <a:pt x="948" y="127"/>
                  </a:lnTo>
                  <a:lnTo>
                    <a:pt x="843" y="168"/>
                  </a:lnTo>
                  <a:lnTo>
                    <a:pt x="785" y="249"/>
                  </a:lnTo>
                  <a:lnTo>
                    <a:pt x="663" y="261"/>
                  </a:lnTo>
                  <a:lnTo>
                    <a:pt x="628" y="290"/>
                  </a:lnTo>
                  <a:lnTo>
                    <a:pt x="623" y="354"/>
                  </a:lnTo>
                  <a:lnTo>
                    <a:pt x="536" y="447"/>
                  </a:lnTo>
                  <a:lnTo>
                    <a:pt x="494" y="447"/>
                  </a:lnTo>
                  <a:lnTo>
                    <a:pt x="466" y="493"/>
                  </a:lnTo>
                  <a:lnTo>
                    <a:pt x="257" y="493"/>
                  </a:lnTo>
                  <a:lnTo>
                    <a:pt x="134" y="465"/>
                  </a:lnTo>
                  <a:lnTo>
                    <a:pt x="88" y="505"/>
                  </a:lnTo>
                  <a:lnTo>
                    <a:pt x="70" y="667"/>
                  </a:lnTo>
                  <a:lnTo>
                    <a:pt x="93" y="831"/>
                  </a:lnTo>
                  <a:lnTo>
                    <a:pt x="6" y="789"/>
                  </a:lnTo>
                  <a:lnTo>
                    <a:pt x="6" y="901"/>
                  </a:lnTo>
                  <a:lnTo>
                    <a:pt x="53" y="1202"/>
                  </a:lnTo>
                  <a:lnTo>
                    <a:pt x="53" y="1278"/>
                  </a:lnTo>
                  <a:lnTo>
                    <a:pt x="0" y="1382"/>
                  </a:lnTo>
                  <a:lnTo>
                    <a:pt x="47" y="1424"/>
                  </a:lnTo>
                  <a:lnTo>
                    <a:pt x="76" y="1429"/>
                  </a:lnTo>
                  <a:lnTo>
                    <a:pt x="110" y="1476"/>
                  </a:lnTo>
                  <a:lnTo>
                    <a:pt x="180" y="1476"/>
                  </a:lnTo>
                  <a:lnTo>
                    <a:pt x="291" y="1417"/>
                  </a:lnTo>
                  <a:lnTo>
                    <a:pt x="367" y="1424"/>
                  </a:lnTo>
                  <a:lnTo>
                    <a:pt x="459" y="1452"/>
                  </a:lnTo>
                  <a:lnTo>
                    <a:pt x="518" y="1446"/>
                  </a:lnTo>
                  <a:lnTo>
                    <a:pt x="576" y="1365"/>
                  </a:lnTo>
                  <a:lnTo>
                    <a:pt x="663" y="1365"/>
                  </a:lnTo>
                  <a:lnTo>
                    <a:pt x="773" y="1336"/>
                  </a:lnTo>
                  <a:lnTo>
                    <a:pt x="965" y="1342"/>
                  </a:lnTo>
                  <a:lnTo>
                    <a:pt x="1087" y="1429"/>
                  </a:lnTo>
                  <a:lnTo>
                    <a:pt x="1162" y="1534"/>
                  </a:lnTo>
                  <a:lnTo>
                    <a:pt x="1180" y="1568"/>
                  </a:lnTo>
                  <a:lnTo>
                    <a:pt x="1209" y="1579"/>
                  </a:lnTo>
                  <a:lnTo>
                    <a:pt x="1314" y="1544"/>
                  </a:lnTo>
                  <a:lnTo>
                    <a:pt x="1424" y="1464"/>
                  </a:lnTo>
                  <a:lnTo>
                    <a:pt x="1354" y="1556"/>
                  </a:lnTo>
                  <a:lnTo>
                    <a:pt x="1314" y="1632"/>
                  </a:lnTo>
                  <a:lnTo>
                    <a:pt x="1250" y="1666"/>
                  </a:lnTo>
                  <a:lnTo>
                    <a:pt x="1354" y="1638"/>
                  </a:lnTo>
                  <a:lnTo>
                    <a:pt x="1441" y="1591"/>
                  </a:lnTo>
                  <a:lnTo>
                    <a:pt x="1378" y="1696"/>
                  </a:lnTo>
                  <a:lnTo>
                    <a:pt x="1319" y="1731"/>
                  </a:lnTo>
                  <a:lnTo>
                    <a:pt x="1413" y="1708"/>
                  </a:lnTo>
                  <a:lnTo>
                    <a:pt x="1436" y="1701"/>
                  </a:lnTo>
                  <a:lnTo>
                    <a:pt x="1418" y="1766"/>
                  </a:lnTo>
                  <a:lnTo>
                    <a:pt x="1384" y="1835"/>
                  </a:lnTo>
                  <a:lnTo>
                    <a:pt x="1406" y="1900"/>
                  </a:lnTo>
                  <a:lnTo>
                    <a:pt x="1518" y="1987"/>
                  </a:lnTo>
                  <a:lnTo>
                    <a:pt x="1546" y="2004"/>
                  </a:lnTo>
                  <a:lnTo>
                    <a:pt x="1640" y="2010"/>
                  </a:lnTo>
                  <a:lnTo>
                    <a:pt x="1720" y="1987"/>
                  </a:lnTo>
                  <a:lnTo>
                    <a:pt x="1698" y="2045"/>
                  </a:lnTo>
                  <a:lnTo>
                    <a:pt x="1738" y="2074"/>
                  </a:lnTo>
                  <a:lnTo>
                    <a:pt x="1866" y="2045"/>
                  </a:lnTo>
                  <a:lnTo>
                    <a:pt x="1930" y="2039"/>
                  </a:lnTo>
                  <a:lnTo>
                    <a:pt x="2006" y="2010"/>
                  </a:lnTo>
                  <a:lnTo>
                    <a:pt x="2081" y="1905"/>
                  </a:lnTo>
                  <a:lnTo>
                    <a:pt x="2145" y="1778"/>
                  </a:lnTo>
                  <a:lnTo>
                    <a:pt x="2198" y="1719"/>
                  </a:lnTo>
                  <a:lnTo>
                    <a:pt x="2256" y="1568"/>
                  </a:lnTo>
                  <a:lnTo>
                    <a:pt x="2343" y="1429"/>
                  </a:lnTo>
                  <a:lnTo>
                    <a:pt x="2343" y="1243"/>
                  </a:lnTo>
                  <a:lnTo>
                    <a:pt x="2313" y="1033"/>
                  </a:lnTo>
                  <a:lnTo>
                    <a:pt x="2256" y="848"/>
                  </a:lnTo>
                  <a:lnTo>
                    <a:pt x="2191" y="755"/>
                  </a:lnTo>
                  <a:lnTo>
                    <a:pt x="2134" y="691"/>
                  </a:lnTo>
                  <a:lnTo>
                    <a:pt x="2069" y="615"/>
                  </a:lnTo>
                  <a:lnTo>
                    <a:pt x="2052" y="587"/>
                  </a:lnTo>
                  <a:lnTo>
                    <a:pt x="2041" y="458"/>
                  </a:lnTo>
                  <a:lnTo>
                    <a:pt x="2029" y="383"/>
                  </a:lnTo>
                  <a:lnTo>
                    <a:pt x="1977" y="343"/>
                  </a:lnTo>
                  <a:lnTo>
                    <a:pt x="1959" y="232"/>
                  </a:lnTo>
                  <a:lnTo>
                    <a:pt x="1930" y="139"/>
                  </a:lnTo>
                  <a:lnTo>
                    <a:pt x="1895" y="179"/>
                  </a:lnTo>
                  <a:lnTo>
                    <a:pt x="1872" y="266"/>
                  </a:lnTo>
                  <a:lnTo>
                    <a:pt x="1832" y="430"/>
                  </a:lnTo>
                  <a:lnTo>
                    <a:pt x="1785" y="458"/>
                  </a:lnTo>
                  <a:lnTo>
                    <a:pt x="1744" y="458"/>
                  </a:lnTo>
                  <a:lnTo>
                    <a:pt x="1651" y="383"/>
                  </a:lnTo>
                  <a:lnTo>
                    <a:pt x="1581" y="343"/>
                  </a:lnTo>
                  <a:lnTo>
                    <a:pt x="1541" y="301"/>
                  </a:lnTo>
                  <a:lnTo>
                    <a:pt x="1523" y="249"/>
                  </a:lnTo>
                  <a:lnTo>
                    <a:pt x="1570" y="179"/>
                  </a:lnTo>
                  <a:lnTo>
                    <a:pt x="1581" y="122"/>
                  </a:lnTo>
                  <a:lnTo>
                    <a:pt x="1593" y="99"/>
                  </a:lnTo>
                  <a:lnTo>
                    <a:pt x="1546" y="110"/>
                  </a:lnTo>
                  <a:lnTo>
                    <a:pt x="1424" y="41"/>
                  </a:lnTo>
                  <a:lnTo>
                    <a:pt x="1378" y="0"/>
                  </a:lnTo>
                  <a:lnTo>
                    <a:pt x="1337" y="0"/>
                  </a:lnTo>
                  <a:close/>
                </a:path>
              </a:pathLst>
            </a:custGeom>
            <a:solidFill>
              <a:srgbClr val="FFFFFF"/>
            </a:solidFill>
            <a:ln w="9525">
              <a:solidFill>
                <a:srgbClr val="000000"/>
              </a:solidFill>
              <a:round/>
              <a:headEnd/>
              <a:tailEnd/>
            </a:ln>
          </p:spPr>
          <p:txBody>
            <a:bodyPr/>
            <a:lstStyle/>
            <a:p>
              <a:endParaRPr lang="ko-KR" altLang="en-US"/>
            </a:p>
          </p:txBody>
        </p:sp>
        <p:sp>
          <p:nvSpPr>
            <p:cNvPr id="418794" name="Freeform 270">
              <a:extLst>
                <a:ext uri="{FF2B5EF4-FFF2-40B4-BE49-F238E27FC236}">
                  <a16:creationId xmlns:a16="http://schemas.microsoft.com/office/drawing/2014/main" id="{D3961F30-0E80-EE5D-B88B-9CA5F9B32EB5}"/>
                </a:ext>
              </a:extLst>
            </p:cNvPr>
            <p:cNvSpPr>
              <a:spLocks/>
            </p:cNvSpPr>
            <p:nvPr/>
          </p:nvSpPr>
          <p:spPr bwMode="auto">
            <a:xfrm>
              <a:off x="3972" y="1124"/>
              <a:ext cx="5" cy="8"/>
            </a:xfrm>
            <a:custGeom>
              <a:avLst/>
              <a:gdLst>
                <a:gd name="T0" fmla="*/ 0 w 64"/>
                <a:gd name="T1" fmla="*/ 0 h 98"/>
                <a:gd name="T2" fmla="*/ 0 w 64"/>
                <a:gd name="T3" fmla="*/ 0 h 98"/>
                <a:gd name="T4" fmla="*/ 0 w 64"/>
                <a:gd name="T5" fmla="*/ 0 h 98"/>
                <a:gd name="T6" fmla="*/ 0 w 64"/>
                <a:gd name="T7" fmla="*/ 0 h 98"/>
                <a:gd name="T8" fmla="*/ 0 w 64"/>
                <a:gd name="T9" fmla="*/ 0 h 98"/>
                <a:gd name="T10" fmla="*/ 0 w 64"/>
                <a:gd name="T11" fmla="*/ 0 h 98"/>
                <a:gd name="T12" fmla="*/ 0 w 64"/>
                <a:gd name="T13" fmla="*/ 0 h 98"/>
                <a:gd name="T14" fmla="*/ 0 w 64"/>
                <a:gd name="T15" fmla="*/ 0 h 9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4" h="98">
                  <a:moveTo>
                    <a:pt x="58" y="28"/>
                  </a:moveTo>
                  <a:lnTo>
                    <a:pt x="64" y="0"/>
                  </a:lnTo>
                  <a:lnTo>
                    <a:pt x="41" y="5"/>
                  </a:lnTo>
                  <a:lnTo>
                    <a:pt x="0" y="70"/>
                  </a:lnTo>
                  <a:lnTo>
                    <a:pt x="24" y="98"/>
                  </a:lnTo>
                  <a:lnTo>
                    <a:pt x="35" y="87"/>
                  </a:lnTo>
                  <a:lnTo>
                    <a:pt x="41" y="63"/>
                  </a:lnTo>
                  <a:lnTo>
                    <a:pt x="58" y="28"/>
                  </a:lnTo>
                  <a:close/>
                </a:path>
              </a:pathLst>
            </a:custGeom>
            <a:solidFill>
              <a:srgbClr val="FFFFFF"/>
            </a:solidFill>
            <a:ln w="9525">
              <a:solidFill>
                <a:srgbClr val="000000"/>
              </a:solidFill>
              <a:round/>
              <a:headEnd/>
              <a:tailEnd/>
            </a:ln>
          </p:spPr>
          <p:txBody>
            <a:bodyPr/>
            <a:lstStyle/>
            <a:p>
              <a:endParaRPr lang="ko-KR" altLang="en-US"/>
            </a:p>
          </p:txBody>
        </p:sp>
        <p:sp>
          <p:nvSpPr>
            <p:cNvPr id="418795" name="Freeform 271">
              <a:extLst>
                <a:ext uri="{FF2B5EF4-FFF2-40B4-BE49-F238E27FC236}">
                  <a16:creationId xmlns:a16="http://schemas.microsoft.com/office/drawing/2014/main" id="{6D63948F-C709-CFB7-006A-C9A659E42892}"/>
                </a:ext>
              </a:extLst>
            </p:cNvPr>
            <p:cNvSpPr>
              <a:spLocks/>
            </p:cNvSpPr>
            <p:nvPr/>
          </p:nvSpPr>
          <p:spPr bwMode="auto">
            <a:xfrm>
              <a:off x="3975" y="1125"/>
              <a:ext cx="5" cy="6"/>
            </a:xfrm>
            <a:custGeom>
              <a:avLst/>
              <a:gdLst>
                <a:gd name="T0" fmla="*/ 0 w 64"/>
                <a:gd name="T1" fmla="*/ 0 h 70"/>
                <a:gd name="T2" fmla="*/ 0 w 64"/>
                <a:gd name="T3" fmla="*/ 0 h 70"/>
                <a:gd name="T4" fmla="*/ 0 w 64"/>
                <a:gd name="T5" fmla="*/ 0 h 70"/>
                <a:gd name="T6" fmla="*/ 0 w 64"/>
                <a:gd name="T7" fmla="*/ 0 h 70"/>
                <a:gd name="T8" fmla="*/ 0 w 64"/>
                <a:gd name="T9" fmla="*/ 0 h 70"/>
                <a:gd name="T10" fmla="*/ 0 w 64"/>
                <a:gd name="T11" fmla="*/ 0 h 70"/>
                <a:gd name="T12" fmla="*/ 0 w 64"/>
                <a:gd name="T13" fmla="*/ 0 h 70"/>
                <a:gd name="T14" fmla="*/ 0 w 64"/>
                <a:gd name="T15" fmla="*/ 0 h 70"/>
                <a:gd name="T16" fmla="*/ 0 w 64"/>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4" h="70">
                  <a:moveTo>
                    <a:pt x="40" y="0"/>
                  </a:moveTo>
                  <a:lnTo>
                    <a:pt x="29" y="11"/>
                  </a:lnTo>
                  <a:lnTo>
                    <a:pt x="5" y="46"/>
                  </a:lnTo>
                  <a:lnTo>
                    <a:pt x="0" y="70"/>
                  </a:lnTo>
                  <a:lnTo>
                    <a:pt x="29" y="64"/>
                  </a:lnTo>
                  <a:lnTo>
                    <a:pt x="34" y="35"/>
                  </a:lnTo>
                  <a:lnTo>
                    <a:pt x="64" y="29"/>
                  </a:lnTo>
                  <a:lnTo>
                    <a:pt x="64" y="18"/>
                  </a:lnTo>
                  <a:lnTo>
                    <a:pt x="40" y="0"/>
                  </a:lnTo>
                  <a:close/>
                </a:path>
              </a:pathLst>
            </a:custGeom>
            <a:solidFill>
              <a:srgbClr val="FFFFFF"/>
            </a:solidFill>
            <a:ln w="9525">
              <a:solidFill>
                <a:srgbClr val="000000"/>
              </a:solidFill>
              <a:round/>
              <a:headEnd/>
              <a:tailEnd/>
            </a:ln>
          </p:spPr>
          <p:txBody>
            <a:bodyPr/>
            <a:lstStyle/>
            <a:p>
              <a:endParaRPr lang="ko-KR" altLang="en-US"/>
            </a:p>
          </p:txBody>
        </p:sp>
        <p:sp>
          <p:nvSpPr>
            <p:cNvPr id="418796" name="Freeform 272">
              <a:extLst>
                <a:ext uri="{FF2B5EF4-FFF2-40B4-BE49-F238E27FC236}">
                  <a16:creationId xmlns:a16="http://schemas.microsoft.com/office/drawing/2014/main" id="{1389C27D-56DC-605C-7990-5942765D805A}"/>
                </a:ext>
              </a:extLst>
            </p:cNvPr>
            <p:cNvSpPr>
              <a:spLocks/>
            </p:cNvSpPr>
            <p:nvPr/>
          </p:nvSpPr>
          <p:spPr bwMode="auto">
            <a:xfrm>
              <a:off x="3922" y="1110"/>
              <a:ext cx="3" cy="6"/>
            </a:xfrm>
            <a:custGeom>
              <a:avLst/>
              <a:gdLst>
                <a:gd name="T0" fmla="*/ 0 w 29"/>
                <a:gd name="T1" fmla="*/ 0 h 63"/>
                <a:gd name="T2" fmla="*/ 0 w 29"/>
                <a:gd name="T3" fmla="*/ 0 h 63"/>
                <a:gd name="T4" fmla="*/ 0 w 29"/>
                <a:gd name="T5" fmla="*/ 0 h 63"/>
                <a:gd name="T6" fmla="*/ 0 w 29"/>
                <a:gd name="T7" fmla="*/ 0 h 63"/>
                <a:gd name="T8" fmla="*/ 0 w 29"/>
                <a:gd name="T9" fmla="*/ 0 h 63"/>
                <a:gd name="T10" fmla="*/ 0 w 29"/>
                <a:gd name="T11" fmla="*/ 0 h 63"/>
                <a:gd name="T12" fmla="*/ 0 w 29"/>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63">
                  <a:moveTo>
                    <a:pt x="17" y="0"/>
                  </a:moveTo>
                  <a:lnTo>
                    <a:pt x="0" y="0"/>
                  </a:lnTo>
                  <a:lnTo>
                    <a:pt x="0" y="63"/>
                  </a:lnTo>
                  <a:lnTo>
                    <a:pt x="24" y="40"/>
                  </a:lnTo>
                  <a:lnTo>
                    <a:pt x="24" y="17"/>
                  </a:lnTo>
                  <a:lnTo>
                    <a:pt x="29" y="0"/>
                  </a:lnTo>
                  <a:lnTo>
                    <a:pt x="17" y="0"/>
                  </a:lnTo>
                  <a:close/>
                </a:path>
              </a:pathLst>
            </a:custGeom>
            <a:solidFill>
              <a:srgbClr val="FFFFFF"/>
            </a:solidFill>
            <a:ln w="9525">
              <a:solidFill>
                <a:srgbClr val="000000"/>
              </a:solidFill>
              <a:round/>
              <a:headEnd/>
              <a:tailEnd/>
            </a:ln>
          </p:spPr>
          <p:txBody>
            <a:bodyPr/>
            <a:lstStyle/>
            <a:p>
              <a:endParaRPr lang="ko-KR" altLang="en-US"/>
            </a:p>
          </p:txBody>
        </p:sp>
        <p:sp>
          <p:nvSpPr>
            <p:cNvPr id="418797" name="Freeform 273">
              <a:extLst>
                <a:ext uri="{FF2B5EF4-FFF2-40B4-BE49-F238E27FC236}">
                  <a16:creationId xmlns:a16="http://schemas.microsoft.com/office/drawing/2014/main" id="{66D021D7-E156-8986-3C44-CB3FFD1F2F2B}"/>
                </a:ext>
              </a:extLst>
            </p:cNvPr>
            <p:cNvSpPr>
              <a:spLocks/>
            </p:cNvSpPr>
            <p:nvPr/>
          </p:nvSpPr>
          <p:spPr bwMode="auto">
            <a:xfrm>
              <a:off x="3927" y="1130"/>
              <a:ext cx="3" cy="4"/>
            </a:xfrm>
            <a:custGeom>
              <a:avLst/>
              <a:gdLst>
                <a:gd name="T0" fmla="*/ 0 w 35"/>
                <a:gd name="T1" fmla="*/ 0 h 46"/>
                <a:gd name="T2" fmla="*/ 0 w 35"/>
                <a:gd name="T3" fmla="*/ 0 h 46"/>
                <a:gd name="T4" fmla="*/ 0 w 35"/>
                <a:gd name="T5" fmla="*/ 0 h 46"/>
                <a:gd name="T6" fmla="*/ 0 w 35"/>
                <a:gd name="T7" fmla="*/ 0 h 46"/>
                <a:gd name="T8" fmla="*/ 0 w 35"/>
                <a:gd name="T9" fmla="*/ 0 h 46"/>
                <a:gd name="T10" fmla="*/ 0 w 35"/>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46">
                  <a:moveTo>
                    <a:pt x="29" y="17"/>
                  </a:moveTo>
                  <a:lnTo>
                    <a:pt x="6" y="0"/>
                  </a:lnTo>
                  <a:lnTo>
                    <a:pt x="0" y="29"/>
                  </a:lnTo>
                  <a:lnTo>
                    <a:pt x="24" y="46"/>
                  </a:lnTo>
                  <a:lnTo>
                    <a:pt x="35" y="23"/>
                  </a:lnTo>
                  <a:lnTo>
                    <a:pt x="29" y="17"/>
                  </a:lnTo>
                  <a:close/>
                </a:path>
              </a:pathLst>
            </a:custGeom>
            <a:solidFill>
              <a:srgbClr val="FFFFFF"/>
            </a:solidFill>
            <a:ln w="9525">
              <a:solidFill>
                <a:srgbClr val="000000"/>
              </a:solidFill>
              <a:round/>
              <a:headEnd/>
              <a:tailEnd/>
            </a:ln>
          </p:spPr>
          <p:txBody>
            <a:bodyPr/>
            <a:lstStyle/>
            <a:p>
              <a:endParaRPr lang="ko-KR" altLang="en-US"/>
            </a:p>
          </p:txBody>
        </p:sp>
        <p:sp>
          <p:nvSpPr>
            <p:cNvPr id="418798" name="Freeform 274">
              <a:extLst>
                <a:ext uri="{FF2B5EF4-FFF2-40B4-BE49-F238E27FC236}">
                  <a16:creationId xmlns:a16="http://schemas.microsoft.com/office/drawing/2014/main" id="{67F149B2-D24D-2EA7-92FB-57C0AAD4721E}"/>
                </a:ext>
              </a:extLst>
            </p:cNvPr>
            <p:cNvSpPr>
              <a:spLocks/>
            </p:cNvSpPr>
            <p:nvPr/>
          </p:nvSpPr>
          <p:spPr bwMode="auto">
            <a:xfrm>
              <a:off x="3934" y="1141"/>
              <a:ext cx="5" cy="3"/>
            </a:xfrm>
            <a:custGeom>
              <a:avLst/>
              <a:gdLst>
                <a:gd name="T0" fmla="*/ 0 w 70"/>
                <a:gd name="T1" fmla="*/ 0 h 34"/>
                <a:gd name="T2" fmla="*/ 0 w 70"/>
                <a:gd name="T3" fmla="*/ 0 h 34"/>
                <a:gd name="T4" fmla="*/ 0 w 70"/>
                <a:gd name="T5" fmla="*/ 0 h 34"/>
                <a:gd name="T6" fmla="*/ 0 w 70"/>
                <a:gd name="T7" fmla="*/ 0 h 34"/>
                <a:gd name="T8" fmla="*/ 0 w 70"/>
                <a:gd name="T9" fmla="*/ 0 h 34"/>
                <a:gd name="T10" fmla="*/ 0 w 70"/>
                <a:gd name="T11" fmla="*/ 0 h 34"/>
                <a:gd name="T12" fmla="*/ 0 w 70"/>
                <a:gd name="T13" fmla="*/ 0 h 34"/>
                <a:gd name="T14" fmla="*/ 0 w 70"/>
                <a:gd name="T15" fmla="*/ 0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34">
                  <a:moveTo>
                    <a:pt x="41" y="5"/>
                  </a:moveTo>
                  <a:lnTo>
                    <a:pt x="6" y="0"/>
                  </a:lnTo>
                  <a:lnTo>
                    <a:pt x="0" y="12"/>
                  </a:lnTo>
                  <a:lnTo>
                    <a:pt x="17" y="34"/>
                  </a:lnTo>
                  <a:lnTo>
                    <a:pt x="52" y="29"/>
                  </a:lnTo>
                  <a:lnTo>
                    <a:pt x="70" y="29"/>
                  </a:lnTo>
                  <a:lnTo>
                    <a:pt x="70" y="17"/>
                  </a:lnTo>
                  <a:lnTo>
                    <a:pt x="41" y="5"/>
                  </a:lnTo>
                  <a:close/>
                </a:path>
              </a:pathLst>
            </a:custGeom>
            <a:solidFill>
              <a:srgbClr val="FFFFFF"/>
            </a:solidFill>
            <a:ln w="9525">
              <a:solidFill>
                <a:srgbClr val="000000"/>
              </a:solidFill>
              <a:round/>
              <a:headEnd/>
              <a:tailEnd/>
            </a:ln>
          </p:spPr>
          <p:txBody>
            <a:bodyPr/>
            <a:lstStyle/>
            <a:p>
              <a:endParaRPr lang="ko-KR" altLang="en-US"/>
            </a:p>
          </p:txBody>
        </p:sp>
        <p:sp>
          <p:nvSpPr>
            <p:cNvPr id="418799" name="Freeform 275">
              <a:extLst>
                <a:ext uri="{FF2B5EF4-FFF2-40B4-BE49-F238E27FC236}">
                  <a16:creationId xmlns:a16="http://schemas.microsoft.com/office/drawing/2014/main" id="{CA809960-16CF-C64D-4D24-F3BB0A4975CB}"/>
                </a:ext>
              </a:extLst>
            </p:cNvPr>
            <p:cNvSpPr>
              <a:spLocks/>
            </p:cNvSpPr>
            <p:nvPr/>
          </p:nvSpPr>
          <p:spPr bwMode="auto">
            <a:xfrm>
              <a:off x="4061" y="859"/>
              <a:ext cx="2" cy="2"/>
            </a:xfrm>
            <a:custGeom>
              <a:avLst/>
              <a:gdLst>
                <a:gd name="T0" fmla="*/ 0 w 30"/>
                <a:gd name="T1" fmla="*/ 0 h 18"/>
                <a:gd name="T2" fmla="*/ 0 w 30"/>
                <a:gd name="T3" fmla="*/ 0 h 18"/>
                <a:gd name="T4" fmla="*/ 0 w 30"/>
                <a:gd name="T5" fmla="*/ 0 h 18"/>
                <a:gd name="T6" fmla="*/ 0 w 30"/>
                <a:gd name="T7" fmla="*/ 0 h 18"/>
                <a:gd name="T8" fmla="*/ 0 w 30"/>
                <a:gd name="T9" fmla="*/ 0 h 18"/>
                <a:gd name="T10" fmla="*/ 0 w 3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18">
                  <a:moveTo>
                    <a:pt x="12" y="0"/>
                  </a:moveTo>
                  <a:lnTo>
                    <a:pt x="6" y="0"/>
                  </a:lnTo>
                  <a:lnTo>
                    <a:pt x="0" y="11"/>
                  </a:lnTo>
                  <a:lnTo>
                    <a:pt x="12" y="18"/>
                  </a:lnTo>
                  <a:lnTo>
                    <a:pt x="30" y="6"/>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18800" name="Freeform 276">
              <a:extLst>
                <a:ext uri="{FF2B5EF4-FFF2-40B4-BE49-F238E27FC236}">
                  <a16:creationId xmlns:a16="http://schemas.microsoft.com/office/drawing/2014/main" id="{56365C19-465C-DDB1-A20D-06759CE4A46F}"/>
                </a:ext>
              </a:extLst>
            </p:cNvPr>
            <p:cNvSpPr>
              <a:spLocks/>
            </p:cNvSpPr>
            <p:nvPr/>
          </p:nvSpPr>
          <p:spPr bwMode="auto">
            <a:xfrm>
              <a:off x="4066" y="856"/>
              <a:ext cx="5" cy="3"/>
            </a:xfrm>
            <a:custGeom>
              <a:avLst/>
              <a:gdLst>
                <a:gd name="T0" fmla="*/ 0 w 53"/>
                <a:gd name="T1" fmla="*/ 0 h 47"/>
                <a:gd name="T2" fmla="*/ 0 w 53"/>
                <a:gd name="T3" fmla="*/ 0 h 47"/>
                <a:gd name="T4" fmla="*/ 0 w 53"/>
                <a:gd name="T5" fmla="*/ 0 h 47"/>
                <a:gd name="T6" fmla="*/ 0 w 53"/>
                <a:gd name="T7" fmla="*/ 0 h 47"/>
                <a:gd name="T8" fmla="*/ 0 w 53"/>
                <a:gd name="T9" fmla="*/ 0 h 47"/>
                <a:gd name="T10" fmla="*/ 0 w 53"/>
                <a:gd name="T11" fmla="*/ 0 h 47"/>
                <a:gd name="T12" fmla="*/ 0 w 53"/>
                <a:gd name="T13" fmla="*/ 0 h 47"/>
                <a:gd name="T14" fmla="*/ 0 w 53"/>
                <a:gd name="T15" fmla="*/ 0 h 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47">
                  <a:moveTo>
                    <a:pt x="18" y="0"/>
                  </a:moveTo>
                  <a:lnTo>
                    <a:pt x="0" y="18"/>
                  </a:lnTo>
                  <a:lnTo>
                    <a:pt x="0" y="41"/>
                  </a:lnTo>
                  <a:lnTo>
                    <a:pt x="35" y="47"/>
                  </a:lnTo>
                  <a:lnTo>
                    <a:pt x="35" y="35"/>
                  </a:lnTo>
                  <a:lnTo>
                    <a:pt x="53" y="23"/>
                  </a:lnTo>
                  <a:lnTo>
                    <a:pt x="42" y="6"/>
                  </a:lnTo>
                  <a:lnTo>
                    <a:pt x="18" y="0"/>
                  </a:lnTo>
                  <a:close/>
                </a:path>
              </a:pathLst>
            </a:custGeom>
            <a:solidFill>
              <a:srgbClr val="FFFFFF"/>
            </a:solidFill>
            <a:ln w="9525">
              <a:solidFill>
                <a:srgbClr val="000000"/>
              </a:solidFill>
              <a:round/>
              <a:headEnd/>
              <a:tailEnd/>
            </a:ln>
          </p:spPr>
          <p:txBody>
            <a:bodyPr/>
            <a:lstStyle/>
            <a:p>
              <a:endParaRPr lang="ko-KR" altLang="en-US"/>
            </a:p>
          </p:txBody>
        </p:sp>
        <p:sp>
          <p:nvSpPr>
            <p:cNvPr id="418801" name="Freeform 277">
              <a:extLst>
                <a:ext uri="{FF2B5EF4-FFF2-40B4-BE49-F238E27FC236}">
                  <a16:creationId xmlns:a16="http://schemas.microsoft.com/office/drawing/2014/main" id="{960B401C-52E9-764C-A8F8-4AE5082C917A}"/>
                </a:ext>
              </a:extLst>
            </p:cNvPr>
            <p:cNvSpPr>
              <a:spLocks/>
            </p:cNvSpPr>
            <p:nvPr/>
          </p:nvSpPr>
          <p:spPr bwMode="auto">
            <a:xfrm>
              <a:off x="3909" y="774"/>
              <a:ext cx="65" cy="92"/>
            </a:xfrm>
            <a:custGeom>
              <a:avLst/>
              <a:gdLst>
                <a:gd name="T0" fmla="*/ 0 w 860"/>
                <a:gd name="T1" fmla="*/ 0 h 1116"/>
                <a:gd name="T2" fmla="*/ 0 w 860"/>
                <a:gd name="T3" fmla="*/ 0 h 1116"/>
                <a:gd name="T4" fmla="*/ 0 w 860"/>
                <a:gd name="T5" fmla="*/ 0 h 1116"/>
                <a:gd name="T6" fmla="*/ 0 w 860"/>
                <a:gd name="T7" fmla="*/ 0 h 1116"/>
                <a:gd name="T8" fmla="*/ 0 w 860"/>
                <a:gd name="T9" fmla="*/ 0 h 1116"/>
                <a:gd name="T10" fmla="*/ 0 w 860"/>
                <a:gd name="T11" fmla="*/ 0 h 1116"/>
                <a:gd name="T12" fmla="*/ 0 w 860"/>
                <a:gd name="T13" fmla="*/ 0 h 1116"/>
                <a:gd name="T14" fmla="*/ 0 w 860"/>
                <a:gd name="T15" fmla="*/ 0 h 1116"/>
                <a:gd name="T16" fmla="*/ 0 w 860"/>
                <a:gd name="T17" fmla="*/ 0 h 1116"/>
                <a:gd name="T18" fmla="*/ 0 w 860"/>
                <a:gd name="T19" fmla="*/ 0 h 1116"/>
                <a:gd name="T20" fmla="*/ 0 w 860"/>
                <a:gd name="T21" fmla="*/ 0 h 1116"/>
                <a:gd name="T22" fmla="*/ 0 w 860"/>
                <a:gd name="T23" fmla="*/ 0 h 1116"/>
                <a:gd name="T24" fmla="*/ 0 w 860"/>
                <a:gd name="T25" fmla="*/ 0 h 1116"/>
                <a:gd name="T26" fmla="*/ 0 w 860"/>
                <a:gd name="T27" fmla="*/ 0 h 1116"/>
                <a:gd name="T28" fmla="*/ 0 w 860"/>
                <a:gd name="T29" fmla="*/ 0 h 1116"/>
                <a:gd name="T30" fmla="*/ 0 w 860"/>
                <a:gd name="T31" fmla="*/ 0 h 1116"/>
                <a:gd name="T32" fmla="*/ 0 w 860"/>
                <a:gd name="T33" fmla="*/ 0 h 1116"/>
                <a:gd name="T34" fmla="*/ 0 w 860"/>
                <a:gd name="T35" fmla="*/ 0 h 1116"/>
                <a:gd name="T36" fmla="*/ 0 w 860"/>
                <a:gd name="T37" fmla="*/ 0 h 1116"/>
                <a:gd name="T38" fmla="*/ 0 w 860"/>
                <a:gd name="T39" fmla="*/ 0 h 1116"/>
                <a:gd name="T40" fmla="*/ 0 w 860"/>
                <a:gd name="T41" fmla="*/ 0 h 1116"/>
                <a:gd name="T42" fmla="*/ 0 w 860"/>
                <a:gd name="T43" fmla="*/ 0 h 1116"/>
                <a:gd name="T44" fmla="*/ 0 w 860"/>
                <a:gd name="T45" fmla="*/ 0 h 1116"/>
                <a:gd name="T46" fmla="*/ 0 w 860"/>
                <a:gd name="T47" fmla="*/ 0 h 1116"/>
                <a:gd name="T48" fmla="*/ 0 w 860"/>
                <a:gd name="T49" fmla="*/ 0 h 1116"/>
                <a:gd name="T50" fmla="*/ 0 w 860"/>
                <a:gd name="T51" fmla="*/ 0 h 1116"/>
                <a:gd name="T52" fmla="*/ 0 w 860"/>
                <a:gd name="T53" fmla="*/ 0 h 1116"/>
                <a:gd name="T54" fmla="*/ 0 w 860"/>
                <a:gd name="T55" fmla="*/ 0 h 1116"/>
                <a:gd name="T56" fmla="*/ 0 w 860"/>
                <a:gd name="T57" fmla="*/ 0 h 1116"/>
                <a:gd name="T58" fmla="*/ 0 w 860"/>
                <a:gd name="T59" fmla="*/ 0 h 1116"/>
                <a:gd name="T60" fmla="*/ 0 w 860"/>
                <a:gd name="T61" fmla="*/ 0 h 1116"/>
                <a:gd name="T62" fmla="*/ 0 w 860"/>
                <a:gd name="T63" fmla="*/ 0 h 1116"/>
                <a:gd name="T64" fmla="*/ 0 w 860"/>
                <a:gd name="T65" fmla="*/ 0 h 1116"/>
                <a:gd name="T66" fmla="*/ 0 w 860"/>
                <a:gd name="T67" fmla="*/ 0 h 1116"/>
                <a:gd name="T68" fmla="*/ 0 w 860"/>
                <a:gd name="T69" fmla="*/ 0 h 1116"/>
                <a:gd name="T70" fmla="*/ 0 w 860"/>
                <a:gd name="T71" fmla="*/ 0 h 1116"/>
                <a:gd name="T72" fmla="*/ 0 w 860"/>
                <a:gd name="T73" fmla="*/ 0 h 1116"/>
                <a:gd name="T74" fmla="*/ 0 w 860"/>
                <a:gd name="T75" fmla="*/ 0 h 1116"/>
                <a:gd name="T76" fmla="*/ 0 w 860"/>
                <a:gd name="T77" fmla="*/ 0 h 1116"/>
                <a:gd name="T78" fmla="*/ 0 w 860"/>
                <a:gd name="T79" fmla="*/ 0 h 1116"/>
                <a:gd name="T80" fmla="*/ 0 w 860"/>
                <a:gd name="T81" fmla="*/ 0 h 1116"/>
                <a:gd name="T82" fmla="*/ 0 w 860"/>
                <a:gd name="T83" fmla="*/ 0 h 1116"/>
                <a:gd name="T84" fmla="*/ 0 w 860"/>
                <a:gd name="T85" fmla="*/ 0 h 1116"/>
                <a:gd name="T86" fmla="*/ 0 w 860"/>
                <a:gd name="T87" fmla="*/ 0 h 1116"/>
                <a:gd name="T88" fmla="*/ 0 w 860"/>
                <a:gd name="T89" fmla="*/ 0 h 1116"/>
                <a:gd name="T90" fmla="*/ 0 w 860"/>
                <a:gd name="T91" fmla="*/ 0 h 11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0" h="1116">
                  <a:moveTo>
                    <a:pt x="157" y="570"/>
                  </a:moveTo>
                  <a:lnTo>
                    <a:pt x="0" y="687"/>
                  </a:lnTo>
                  <a:lnTo>
                    <a:pt x="105" y="744"/>
                  </a:lnTo>
                  <a:lnTo>
                    <a:pt x="99" y="785"/>
                  </a:lnTo>
                  <a:lnTo>
                    <a:pt x="244" y="797"/>
                  </a:lnTo>
                  <a:lnTo>
                    <a:pt x="285" y="802"/>
                  </a:lnTo>
                  <a:lnTo>
                    <a:pt x="354" y="936"/>
                  </a:lnTo>
                  <a:lnTo>
                    <a:pt x="482" y="954"/>
                  </a:lnTo>
                  <a:lnTo>
                    <a:pt x="569" y="994"/>
                  </a:lnTo>
                  <a:lnTo>
                    <a:pt x="558" y="1111"/>
                  </a:lnTo>
                  <a:lnTo>
                    <a:pt x="581" y="1116"/>
                  </a:lnTo>
                  <a:lnTo>
                    <a:pt x="674" y="919"/>
                  </a:lnTo>
                  <a:lnTo>
                    <a:pt x="633" y="872"/>
                  </a:lnTo>
                  <a:lnTo>
                    <a:pt x="639" y="832"/>
                  </a:lnTo>
                  <a:lnTo>
                    <a:pt x="698" y="785"/>
                  </a:lnTo>
                  <a:lnTo>
                    <a:pt x="656" y="767"/>
                  </a:lnTo>
                  <a:lnTo>
                    <a:pt x="663" y="739"/>
                  </a:lnTo>
                  <a:lnTo>
                    <a:pt x="698" y="744"/>
                  </a:lnTo>
                  <a:lnTo>
                    <a:pt x="743" y="779"/>
                  </a:lnTo>
                  <a:lnTo>
                    <a:pt x="796" y="779"/>
                  </a:lnTo>
                  <a:lnTo>
                    <a:pt x="825" y="832"/>
                  </a:lnTo>
                  <a:lnTo>
                    <a:pt x="860" y="837"/>
                  </a:lnTo>
                  <a:lnTo>
                    <a:pt x="848" y="797"/>
                  </a:lnTo>
                  <a:lnTo>
                    <a:pt x="855" y="756"/>
                  </a:lnTo>
                  <a:lnTo>
                    <a:pt x="808" y="669"/>
                  </a:lnTo>
                  <a:lnTo>
                    <a:pt x="831" y="605"/>
                  </a:lnTo>
                  <a:lnTo>
                    <a:pt x="813" y="576"/>
                  </a:lnTo>
                  <a:lnTo>
                    <a:pt x="843" y="478"/>
                  </a:lnTo>
                  <a:lnTo>
                    <a:pt x="721" y="471"/>
                  </a:lnTo>
                  <a:lnTo>
                    <a:pt x="541" y="361"/>
                  </a:lnTo>
                  <a:lnTo>
                    <a:pt x="499" y="274"/>
                  </a:lnTo>
                  <a:lnTo>
                    <a:pt x="453" y="279"/>
                  </a:lnTo>
                  <a:lnTo>
                    <a:pt x="511" y="192"/>
                  </a:lnTo>
                  <a:lnTo>
                    <a:pt x="494" y="122"/>
                  </a:lnTo>
                  <a:lnTo>
                    <a:pt x="541" y="105"/>
                  </a:lnTo>
                  <a:lnTo>
                    <a:pt x="593" y="18"/>
                  </a:lnTo>
                  <a:lnTo>
                    <a:pt x="552" y="0"/>
                  </a:lnTo>
                  <a:lnTo>
                    <a:pt x="523" y="24"/>
                  </a:lnTo>
                  <a:lnTo>
                    <a:pt x="302" y="94"/>
                  </a:lnTo>
                  <a:lnTo>
                    <a:pt x="290" y="134"/>
                  </a:lnTo>
                  <a:lnTo>
                    <a:pt x="232" y="244"/>
                  </a:lnTo>
                  <a:lnTo>
                    <a:pt x="180" y="262"/>
                  </a:lnTo>
                  <a:lnTo>
                    <a:pt x="157" y="326"/>
                  </a:lnTo>
                  <a:lnTo>
                    <a:pt x="174" y="478"/>
                  </a:lnTo>
                  <a:lnTo>
                    <a:pt x="140" y="500"/>
                  </a:lnTo>
                  <a:lnTo>
                    <a:pt x="157" y="570"/>
                  </a:lnTo>
                  <a:close/>
                </a:path>
              </a:pathLst>
            </a:custGeom>
            <a:solidFill>
              <a:srgbClr val="FFFFFF"/>
            </a:solidFill>
            <a:ln w="9525">
              <a:solidFill>
                <a:srgbClr val="000000"/>
              </a:solidFill>
              <a:round/>
              <a:headEnd/>
              <a:tailEnd/>
            </a:ln>
          </p:spPr>
          <p:txBody>
            <a:bodyPr/>
            <a:lstStyle/>
            <a:p>
              <a:endParaRPr lang="ko-KR" altLang="en-US"/>
            </a:p>
          </p:txBody>
        </p:sp>
        <p:sp>
          <p:nvSpPr>
            <p:cNvPr id="418802" name="Freeform 278">
              <a:extLst>
                <a:ext uri="{FF2B5EF4-FFF2-40B4-BE49-F238E27FC236}">
                  <a16:creationId xmlns:a16="http://schemas.microsoft.com/office/drawing/2014/main" id="{1C935233-D8BB-2F3D-15EA-1CB4AD4DA7EF}"/>
                </a:ext>
              </a:extLst>
            </p:cNvPr>
            <p:cNvSpPr>
              <a:spLocks/>
            </p:cNvSpPr>
            <p:nvPr/>
          </p:nvSpPr>
          <p:spPr bwMode="auto">
            <a:xfrm>
              <a:off x="3900" y="831"/>
              <a:ext cx="27" cy="34"/>
            </a:xfrm>
            <a:custGeom>
              <a:avLst/>
              <a:gdLst>
                <a:gd name="T0" fmla="*/ 0 w 361"/>
                <a:gd name="T1" fmla="*/ 0 h 412"/>
                <a:gd name="T2" fmla="*/ 0 w 361"/>
                <a:gd name="T3" fmla="*/ 0 h 412"/>
                <a:gd name="T4" fmla="*/ 0 w 361"/>
                <a:gd name="T5" fmla="*/ 0 h 412"/>
                <a:gd name="T6" fmla="*/ 0 w 361"/>
                <a:gd name="T7" fmla="*/ 0 h 412"/>
                <a:gd name="T8" fmla="*/ 0 w 361"/>
                <a:gd name="T9" fmla="*/ 0 h 412"/>
                <a:gd name="T10" fmla="*/ 0 w 361"/>
                <a:gd name="T11" fmla="*/ 0 h 412"/>
                <a:gd name="T12" fmla="*/ 0 w 361"/>
                <a:gd name="T13" fmla="*/ 0 h 412"/>
                <a:gd name="T14" fmla="*/ 0 w 361"/>
                <a:gd name="T15" fmla="*/ 0 h 412"/>
                <a:gd name="T16" fmla="*/ 0 w 361"/>
                <a:gd name="T17" fmla="*/ 0 h 412"/>
                <a:gd name="T18" fmla="*/ 0 w 361"/>
                <a:gd name="T19" fmla="*/ 0 h 412"/>
                <a:gd name="T20" fmla="*/ 0 w 361"/>
                <a:gd name="T21" fmla="*/ 0 h 412"/>
                <a:gd name="T22" fmla="*/ 0 w 361"/>
                <a:gd name="T23" fmla="*/ 0 h 412"/>
                <a:gd name="T24" fmla="*/ 0 w 361"/>
                <a:gd name="T25" fmla="*/ 0 h 412"/>
                <a:gd name="T26" fmla="*/ 0 w 361"/>
                <a:gd name="T27" fmla="*/ 0 h 412"/>
                <a:gd name="T28" fmla="*/ 0 w 361"/>
                <a:gd name="T29" fmla="*/ 0 h 412"/>
                <a:gd name="T30" fmla="*/ 0 w 361"/>
                <a:gd name="T31" fmla="*/ 0 h 4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1" h="412">
                  <a:moveTo>
                    <a:pt x="123" y="0"/>
                  </a:moveTo>
                  <a:lnTo>
                    <a:pt x="59" y="45"/>
                  </a:lnTo>
                  <a:lnTo>
                    <a:pt x="0" y="197"/>
                  </a:lnTo>
                  <a:lnTo>
                    <a:pt x="0" y="267"/>
                  </a:lnTo>
                  <a:lnTo>
                    <a:pt x="24" y="272"/>
                  </a:lnTo>
                  <a:lnTo>
                    <a:pt x="65" y="220"/>
                  </a:lnTo>
                  <a:lnTo>
                    <a:pt x="70" y="237"/>
                  </a:lnTo>
                  <a:lnTo>
                    <a:pt x="42" y="336"/>
                  </a:lnTo>
                  <a:lnTo>
                    <a:pt x="100" y="412"/>
                  </a:lnTo>
                  <a:lnTo>
                    <a:pt x="216" y="324"/>
                  </a:lnTo>
                  <a:lnTo>
                    <a:pt x="227" y="272"/>
                  </a:lnTo>
                  <a:lnTo>
                    <a:pt x="309" y="249"/>
                  </a:lnTo>
                  <a:lnTo>
                    <a:pt x="361" y="110"/>
                  </a:lnTo>
                  <a:lnTo>
                    <a:pt x="216" y="98"/>
                  </a:lnTo>
                  <a:lnTo>
                    <a:pt x="222" y="57"/>
                  </a:lnTo>
                  <a:lnTo>
                    <a:pt x="123" y="0"/>
                  </a:lnTo>
                  <a:close/>
                </a:path>
              </a:pathLst>
            </a:custGeom>
            <a:solidFill>
              <a:srgbClr val="FFFFFF"/>
            </a:solidFill>
            <a:ln w="9525">
              <a:solidFill>
                <a:srgbClr val="000000"/>
              </a:solidFill>
              <a:round/>
              <a:headEnd/>
              <a:tailEnd/>
            </a:ln>
          </p:spPr>
          <p:txBody>
            <a:bodyPr/>
            <a:lstStyle/>
            <a:p>
              <a:endParaRPr lang="ko-KR" altLang="en-US"/>
            </a:p>
          </p:txBody>
        </p:sp>
        <p:sp>
          <p:nvSpPr>
            <p:cNvPr id="418803" name="Freeform 279">
              <a:extLst>
                <a:ext uri="{FF2B5EF4-FFF2-40B4-BE49-F238E27FC236}">
                  <a16:creationId xmlns:a16="http://schemas.microsoft.com/office/drawing/2014/main" id="{18BCA936-516B-8CE4-7238-C59674E74430}"/>
                </a:ext>
              </a:extLst>
            </p:cNvPr>
            <p:cNvSpPr>
              <a:spLocks/>
            </p:cNvSpPr>
            <p:nvPr/>
          </p:nvSpPr>
          <p:spPr bwMode="auto">
            <a:xfrm>
              <a:off x="3944" y="778"/>
              <a:ext cx="74" cy="67"/>
            </a:xfrm>
            <a:custGeom>
              <a:avLst/>
              <a:gdLst>
                <a:gd name="T0" fmla="*/ 0 w 977"/>
                <a:gd name="T1" fmla="*/ 0 h 808"/>
                <a:gd name="T2" fmla="*/ 0 w 977"/>
                <a:gd name="T3" fmla="*/ 0 h 808"/>
                <a:gd name="T4" fmla="*/ 0 w 977"/>
                <a:gd name="T5" fmla="*/ 0 h 808"/>
                <a:gd name="T6" fmla="*/ 0 w 977"/>
                <a:gd name="T7" fmla="*/ 0 h 808"/>
                <a:gd name="T8" fmla="*/ 0 w 977"/>
                <a:gd name="T9" fmla="*/ 0 h 808"/>
                <a:gd name="T10" fmla="*/ 0 w 977"/>
                <a:gd name="T11" fmla="*/ 0 h 808"/>
                <a:gd name="T12" fmla="*/ 0 w 977"/>
                <a:gd name="T13" fmla="*/ 0 h 808"/>
                <a:gd name="T14" fmla="*/ 0 w 977"/>
                <a:gd name="T15" fmla="*/ 0 h 808"/>
                <a:gd name="T16" fmla="*/ 0 w 977"/>
                <a:gd name="T17" fmla="*/ 0 h 808"/>
                <a:gd name="T18" fmla="*/ 0 w 977"/>
                <a:gd name="T19" fmla="*/ 0 h 808"/>
                <a:gd name="T20" fmla="*/ 0 w 977"/>
                <a:gd name="T21" fmla="*/ 0 h 808"/>
                <a:gd name="T22" fmla="*/ 0 w 977"/>
                <a:gd name="T23" fmla="*/ 0 h 808"/>
                <a:gd name="T24" fmla="*/ 0 w 977"/>
                <a:gd name="T25" fmla="*/ 0 h 808"/>
                <a:gd name="T26" fmla="*/ 0 w 977"/>
                <a:gd name="T27" fmla="*/ 0 h 808"/>
                <a:gd name="T28" fmla="*/ 0 w 977"/>
                <a:gd name="T29" fmla="*/ 0 h 808"/>
                <a:gd name="T30" fmla="*/ 0 w 977"/>
                <a:gd name="T31" fmla="*/ 0 h 808"/>
                <a:gd name="T32" fmla="*/ 0 w 977"/>
                <a:gd name="T33" fmla="*/ 0 h 808"/>
                <a:gd name="T34" fmla="*/ 0 w 977"/>
                <a:gd name="T35" fmla="*/ 0 h 808"/>
                <a:gd name="T36" fmla="*/ 0 w 977"/>
                <a:gd name="T37" fmla="*/ 0 h 808"/>
                <a:gd name="T38" fmla="*/ 0 w 977"/>
                <a:gd name="T39" fmla="*/ 0 h 808"/>
                <a:gd name="T40" fmla="*/ 0 w 977"/>
                <a:gd name="T41" fmla="*/ 0 h 808"/>
                <a:gd name="T42" fmla="*/ 0 w 977"/>
                <a:gd name="T43" fmla="*/ 0 h 808"/>
                <a:gd name="T44" fmla="*/ 0 w 977"/>
                <a:gd name="T45" fmla="*/ 0 h 808"/>
                <a:gd name="T46" fmla="*/ 0 w 977"/>
                <a:gd name="T47" fmla="*/ 0 h 808"/>
                <a:gd name="T48" fmla="*/ 0 w 977"/>
                <a:gd name="T49" fmla="*/ 0 h 808"/>
                <a:gd name="T50" fmla="*/ 0 w 977"/>
                <a:gd name="T51" fmla="*/ 0 h 808"/>
                <a:gd name="T52" fmla="*/ 0 w 977"/>
                <a:gd name="T53" fmla="*/ 0 h 808"/>
                <a:gd name="T54" fmla="*/ 0 w 977"/>
                <a:gd name="T55" fmla="*/ 0 h 808"/>
                <a:gd name="T56" fmla="*/ 0 w 977"/>
                <a:gd name="T57" fmla="*/ 0 h 808"/>
                <a:gd name="T58" fmla="*/ 0 w 977"/>
                <a:gd name="T59" fmla="*/ 0 h 808"/>
                <a:gd name="T60" fmla="*/ 0 w 977"/>
                <a:gd name="T61" fmla="*/ 0 h 808"/>
                <a:gd name="T62" fmla="*/ 0 w 977"/>
                <a:gd name="T63" fmla="*/ 0 h 808"/>
                <a:gd name="T64" fmla="*/ 0 w 977"/>
                <a:gd name="T65" fmla="*/ 0 h 808"/>
                <a:gd name="T66" fmla="*/ 0 w 977"/>
                <a:gd name="T67" fmla="*/ 0 h 808"/>
                <a:gd name="T68" fmla="*/ 0 w 977"/>
                <a:gd name="T69" fmla="*/ 0 h 808"/>
                <a:gd name="T70" fmla="*/ 0 w 977"/>
                <a:gd name="T71" fmla="*/ 0 h 808"/>
                <a:gd name="T72" fmla="*/ 0 w 977"/>
                <a:gd name="T73" fmla="*/ 0 h 808"/>
                <a:gd name="T74" fmla="*/ 0 w 977"/>
                <a:gd name="T75" fmla="*/ 0 h 808"/>
                <a:gd name="T76" fmla="*/ 0 w 977"/>
                <a:gd name="T77" fmla="*/ 0 h 808"/>
                <a:gd name="T78" fmla="*/ 0 w 977"/>
                <a:gd name="T79" fmla="*/ 0 h 80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77" h="808">
                  <a:moveTo>
                    <a:pt x="75" y="52"/>
                  </a:moveTo>
                  <a:lnTo>
                    <a:pt x="93" y="134"/>
                  </a:lnTo>
                  <a:lnTo>
                    <a:pt x="139" y="180"/>
                  </a:lnTo>
                  <a:lnTo>
                    <a:pt x="145" y="146"/>
                  </a:lnTo>
                  <a:lnTo>
                    <a:pt x="127" y="87"/>
                  </a:lnTo>
                  <a:lnTo>
                    <a:pt x="174" y="64"/>
                  </a:lnTo>
                  <a:lnTo>
                    <a:pt x="197" y="0"/>
                  </a:lnTo>
                  <a:lnTo>
                    <a:pt x="319" y="52"/>
                  </a:lnTo>
                  <a:lnTo>
                    <a:pt x="354" y="111"/>
                  </a:lnTo>
                  <a:lnTo>
                    <a:pt x="750" y="146"/>
                  </a:lnTo>
                  <a:lnTo>
                    <a:pt x="750" y="174"/>
                  </a:lnTo>
                  <a:lnTo>
                    <a:pt x="855" y="238"/>
                  </a:lnTo>
                  <a:lnTo>
                    <a:pt x="849" y="290"/>
                  </a:lnTo>
                  <a:lnTo>
                    <a:pt x="977" y="372"/>
                  </a:lnTo>
                  <a:lnTo>
                    <a:pt x="872" y="395"/>
                  </a:lnTo>
                  <a:lnTo>
                    <a:pt x="901" y="442"/>
                  </a:lnTo>
                  <a:lnTo>
                    <a:pt x="872" y="470"/>
                  </a:lnTo>
                  <a:lnTo>
                    <a:pt x="849" y="470"/>
                  </a:lnTo>
                  <a:lnTo>
                    <a:pt x="855" y="564"/>
                  </a:lnTo>
                  <a:lnTo>
                    <a:pt x="820" y="639"/>
                  </a:lnTo>
                  <a:lnTo>
                    <a:pt x="727" y="627"/>
                  </a:lnTo>
                  <a:lnTo>
                    <a:pt x="698" y="645"/>
                  </a:lnTo>
                  <a:lnTo>
                    <a:pt x="570" y="569"/>
                  </a:lnTo>
                  <a:lnTo>
                    <a:pt x="546" y="592"/>
                  </a:lnTo>
                  <a:lnTo>
                    <a:pt x="633" y="714"/>
                  </a:lnTo>
                  <a:lnTo>
                    <a:pt x="511" y="808"/>
                  </a:lnTo>
                  <a:lnTo>
                    <a:pt x="401" y="784"/>
                  </a:lnTo>
                  <a:lnTo>
                    <a:pt x="389" y="744"/>
                  </a:lnTo>
                  <a:lnTo>
                    <a:pt x="396" y="703"/>
                  </a:lnTo>
                  <a:lnTo>
                    <a:pt x="354" y="622"/>
                  </a:lnTo>
                  <a:lnTo>
                    <a:pt x="372" y="552"/>
                  </a:lnTo>
                  <a:lnTo>
                    <a:pt x="354" y="523"/>
                  </a:lnTo>
                  <a:lnTo>
                    <a:pt x="384" y="425"/>
                  </a:lnTo>
                  <a:lnTo>
                    <a:pt x="250" y="413"/>
                  </a:lnTo>
                  <a:lnTo>
                    <a:pt x="70" y="308"/>
                  </a:lnTo>
                  <a:lnTo>
                    <a:pt x="40" y="221"/>
                  </a:lnTo>
                  <a:lnTo>
                    <a:pt x="0" y="226"/>
                  </a:lnTo>
                  <a:lnTo>
                    <a:pt x="52" y="139"/>
                  </a:lnTo>
                  <a:lnTo>
                    <a:pt x="35" y="69"/>
                  </a:lnTo>
                  <a:lnTo>
                    <a:pt x="75" y="52"/>
                  </a:lnTo>
                  <a:close/>
                </a:path>
              </a:pathLst>
            </a:custGeom>
            <a:solidFill>
              <a:srgbClr val="FFFFFF"/>
            </a:solidFill>
            <a:ln w="9525">
              <a:solidFill>
                <a:srgbClr val="000000"/>
              </a:solidFill>
              <a:round/>
              <a:headEnd/>
              <a:tailEnd/>
            </a:ln>
          </p:spPr>
          <p:txBody>
            <a:bodyPr/>
            <a:lstStyle/>
            <a:p>
              <a:endParaRPr lang="ko-KR" altLang="en-US"/>
            </a:p>
          </p:txBody>
        </p:sp>
        <p:sp>
          <p:nvSpPr>
            <p:cNvPr id="418804" name="Freeform 280">
              <a:extLst>
                <a:ext uri="{FF2B5EF4-FFF2-40B4-BE49-F238E27FC236}">
                  <a16:creationId xmlns:a16="http://schemas.microsoft.com/office/drawing/2014/main" id="{B2156762-5BB5-D0E1-3066-500D23A01D2D}"/>
                </a:ext>
              </a:extLst>
            </p:cNvPr>
            <p:cNvSpPr>
              <a:spLocks/>
            </p:cNvSpPr>
            <p:nvPr/>
          </p:nvSpPr>
          <p:spPr bwMode="auto">
            <a:xfrm>
              <a:off x="3897" y="840"/>
              <a:ext cx="63" cy="107"/>
            </a:xfrm>
            <a:custGeom>
              <a:avLst/>
              <a:gdLst>
                <a:gd name="T0" fmla="*/ 0 w 825"/>
                <a:gd name="T1" fmla="*/ 0 h 1283"/>
                <a:gd name="T2" fmla="*/ 0 w 825"/>
                <a:gd name="T3" fmla="*/ 0 h 1283"/>
                <a:gd name="T4" fmla="*/ 0 w 825"/>
                <a:gd name="T5" fmla="*/ 0 h 1283"/>
                <a:gd name="T6" fmla="*/ 0 w 825"/>
                <a:gd name="T7" fmla="*/ 0 h 1283"/>
                <a:gd name="T8" fmla="*/ 0 w 825"/>
                <a:gd name="T9" fmla="*/ 0 h 1283"/>
                <a:gd name="T10" fmla="*/ 0 w 825"/>
                <a:gd name="T11" fmla="*/ 0 h 1283"/>
                <a:gd name="T12" fmla="*/ 0 w 825"/>
                <a:gd name="T13" fmla="*/ 0 h 1283"/>
                <a:gd name="T14" fmla="*/ 0 w 825"/>
                <a:gd name="T15" fmla="*/ 0 h 1283"/>
                <a:gd name="T16" fmla="*/ 0 w 825"/>
                <a:gd name="T17" fmla="*/ 0 h 1283"/>
                <a:gd name="T18" fmla="*/ 0 w 825"/>
                <a:gd name="T19" fmla="*/ 0 h 1283"/>
                <a:gd name="T20" fmla="*/ 0 w 825"/>
                <a:gd name="T21" fmla="*/ 0 h 1283"/>
                <a:gd name="T22" fmla="*/ 0 w 825"/>
                <a:gd name="T23" fmla="*/ 0 h 1283"/>
                <a:gd name="T24" fmla="*/ 0 w 825"/>
                <a:gd name="T25" fmla="*/ 0 h 1283"/>
                <a:gd name="T26" fmla="*/ 0 w 825"/>
                <a:gd name="T27" fmla="*/ 0 h 1283"/>
                <a:gd name="T28" fmla="*/ 0 w 825"/>
                <a:gd name="T29" fmla="*/ 0 h 1283"/>
                <a:gd name="T30" fmla="*/ 0 w 825"/>
                <a:gd name="T31" fmla="*/ 0 h 1283"/>
                <a:gd name="T32" fmla="*/ 0 w 825"/>
                <a:gd name="T33" fmla="*/ 0 h 1283"/>
                <a:gd name="T34" fmla="*/ 0 w 825"/>
                <a:gd name="T35" fmla="*/ 0 h 1283"/>
                <a:gd name="T36" fmla="*/ 0 w 825"/>
                <a:gd name="T37" fmla="*/ 0 h 1283"/>
                <a:gd name="T38" fmla="*/ 0 w 825"/>
                <a:gd name="T39" fmla="*/ 0 h 1283"/>
                <a:gd name="T40" fmla="*/ 0 w 825"/>
                <a:gd name="T41" fmla="*/ 0 h 1283"/>
                <a:gd name="T42" fmla="*/ 0 w 825"/>
                <a:gd name="T43" fmla="*/ 0 h 1283"/>
                <a:gd name="T44" fmla="*/ 0 w 825"/>
                <a:gd name="T45" fmla="*/ 0 h 1283"/>
                <a:gd name="T46" fmla="*/ 0 w 825"/>
                <a:gd name="T47" fmla="*/ 0 h 1283"/>
                <a:gd name="T48" fmla="*/ 0 w 825"/>
                <a:gd name="T49" fmla="*/ 0 h 1283"/>
                <a:gd name="T50" fmla="*/ 0 w 825"/>
                <a:gd name="T51" fmla="*/ 0 h 1283"/>
                <a:gd name="T52" fmla="*/ 0 w 825"/>
                <a:gd name="T53" fmla="*/ 0 h 1283"/>
                <a:gd name="T54" fmla="*/ 0 w 825"/>
                <a:gd name="T55" fmla="*/ 0 h 1283"/>
                <a:gd name="T56" fmla="*/ 0 w 825"/>
                <a:gd name="T57" fmla="*/ 0 h 1283"/>
                <a:gd name="T58" fmla="*/ 0 w 825"/>
                <a:gd name="T59" fmla="*/ 0 h 1283"/>
                <a:gd name="T60" fmla="*/ 0 w 825"/>
                <a:gd name="T61" fmla="*/ 0 h 1283"/>
                <a:gd name="T62" fmla="*/ 0 w 825"/>
                <a:gd name="T63" fmla="*/ 0 h 1283"/>
                <a:gd name="T64" fmla="*/ 0 w 825"/>
                <a:gd name="T65" fmla="*/ 0 h 1283"/>
                <a:gd name="T66" fmla="*/ 0 w 825"/>
                <a:gd name="T67" fmla="*/ 0 h 1283"/>
                <a:gd name="T68" fmla="*/ 0 w 825"/>
                <a:gd name="T69" fmla="*/ 0 h 1283"/>
                <a:gd name="T70" fmla="*/ 0 w 825"/>
                <a:gd name="T71" fmla="*/ 0 h 1283"/>
                <a:gd name="T72" fmla="*/ 0 w 825"/>
                <a:gd name="T73" fmla="*/ 0 h 1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5" h="1283">
                  <a:moveTo>
                    <a:pt x="87" y="226"/>
                  </a:moveTo>
                  <a:lnTo>
                    <a:pt x="0" y="291"/>
                  </a:lnTo>
                  <a:lnTo>
                    <a:pt x="5" y="406"/>
                  </a:lnTo>
                  <a:lnTo>
                    <a:pt x="92" y="470"/>
                  </a:lnTo>
                  <a:lnTo>
                    <a:pt x="104" y="551"/>
                  </a:lnTo>
                  <a:lnTo>
                    <a:pt x="157" y="575"/>
                  </a:lnTo>
                  <a:lnTo>
                    <a:pt x="168" y="725"/>
                  </a:lnTo>
                  <a:lnTo>
                    <a:pt x="284" y="854"/>
                  </a:lnTo>
                  <a:lnTo>
                    <a:pt x="284" y="952"/>
                  </a:lnTo>
                  <a:lnTo>
                    <a:pt x="417" y="1115"/>
                  </a:lnTo>
                  <a:lnTo>
                    <a:pt x="604" y="1179"/>
                  </a:lnTo>
                  <a:lnTo>
                    <a:pt x="650" y="1283"/>
                  </a:lnTo>
                  <a:lnTo>
                    <a:pt x="766" y="1168"/>
                  </a:lnTo>
                  <a:lnTo>
                    <a:pt x="772" y="1086"/>
                  </a:lnTo>
                  <a:lnTo>
                    <a:pt x="825" y="976"/>
                  </a:lnTo>
                  <a:lnTo>
                    <a:pt x="755" y="819"/>
                  </a:lnTo>
                  <a:lnTo>
                    <a:pt x="696" y="778"/>
                  </a:lnTo>
                  <a:lnTo>
                    <a:pt x="708" y="714"/>
                  </a:lnTo>
                  <a:lnTo>
                    <a:pt x="673" y="680"/>
                  </a:lnTo>
                  <a:lnTo>
                    <a:pt x="598" y="714"/>
                  </a:lnTo>
                  <a:lnTo>
                    <a:pt x="551" y="650"/>
                  </a:lnTo>
                  <a:lnTo>
                    <a:pt x="493" y="697"/>
                  </a:lnTo>
                  <a:lnTo>
                    <a:pt x="469" y="586"/>
                  </a:lnTo>
                  <a:lnTo>
                    <a:pt x="528" y="488"/>
                  </a:lnTo>
                  <a:lnTo>
                    <a:pt x="534" y="436"/>
                  </a:lnTo>
                  <a:lnTo>
                    <a:pt x="743" y="319"/>
                  </a:lnTo>
                  <a:lnTo>
                    <a:pt x="720" y="314"/>
                  </a:lnTo>
                  <a:lnTo>
                    <a:pt x="731" y="197"/>
                  </a:lnTo>
                  <a:lnTo>
                    <a:pt x="650" y="157"/>
                  </a:lnTo>
                  <a:lnTo>
                    <a:pt x="516" y="139"/>
                  </a:lnTo>
                  <a:lnTo>
                    <a:pt x="447" y="5"/>
                  </a:lnTo>
                  <a:lnTo>
                    <a:pt x="406" y="0"/>
                  </a:lnTo>
                  <a:lnTo>
                    <a:pt x="354" y="139"/>
                  </a:lnTo>
                  <a:lnTo>
                    <a:pt x="272" y="162"/>
                  </a:lnTo>
                  <a:lnTo>
                    <a:pt x="261" y="226"/>
                  </a:lnTo>
                  <a:lnTo>
                    <a:pt x="139" y="308"/>
                  </a:lnTo>
                  <a:lnTo>
                    <a:pt x="87" y="226"/>
                  </a:lnTo>
                  <a:close/>
                </a:path>
              </a:pathLst>
            </a:custGeom>
            <a:solidFill>
              <a:srgbClr val="FFFFFF"/>
            </a:solidFill>
            <a:ln w="9525">
              <a:solidFill>
                <a:srgbClr val="000000"/>
              </a:solidFill>
              <a:round/>
              <a:headEnd/>
              <a:tailEnd/>
            </a:ln>
          </p:spPr>
          <p:txBody>
            <a:bodyPr/>
            <a:lstStyle/>
            <a:p>
              <a:endParaRPr lang="ko-KR" altLang="en-US"/>
            </a:p>
          </p:txBody>
        </p:sp>
        <p:sp>
          <p:nvSpPr>
            <p:cNvPr id="418805" name="Freeform 281">
              <a:extLst>
                <a:ext uri="{FF2B5EF4-FFF2-40B4-BE49-F238E27FC236}">
                  <a16:creationId xmlns:a16="http://schemas.microsoft.com/office/drawing/2014/main" id="{171B2159-A984-92C7-24EF-FA80B826B522}"/>
                </a:ext>
              </a:extLst>
            </p:cNvPr>
            <p:cNvSpPr>
              <a:spLocks/>
            </p:cNvSpPr>
            <p:nvPr/>
          </p:nvSpPr>
          <p:spPr bwMode="auto">
            <a:xfrm>
              <a:off x="3927" y="941"/>
              <a:ext cx="36" cy="200"/>
            </a:xfrm>
            <a:custGeom>
              <a:avLst/>
              <a:gdLst>
                <a:gd name="T0" fmla="*/ 0 w 471"/>
                <a:gd name="T1" fmla="*/ 0 h 2399"/>
                <a:gd name="T2" fmla="*/ 0 w 471"/>
                <a:gd name="T3" fmla="*/ 0 h 2399"/>
                <a:gd name="T4" fmla="*/ 0 w 471"/>
                <a:gd name="T5" fmla="*/ 0 h 2399"/>
                <a:gd name="T6" fmla="*/ 0 w 471"/>
                <a:gd name="T7" fmla="*/ 0 h 2399"/>
                <a:gd name="T8" fmla="*/ 0 w 471"/>
                <a:gd name="T9" fmla="*/ 0 h 2399"/>
                <a:gd name="T10" fmla="*/ 0 w 471"/>
                <a:gd name="T11" fmla="*/ 0 h 2399"/>
                <a:gd name="T12" fmla="*/ 0 w 471"/>
                <a:gd name="T13" fmla="*/ 0 h 2399"/>
                <a:gd name="T14" fmla="*/ 0 w 471"/>
                <a:gd name="T15" fmla="*/ 0 h 2399"/>
                <a:gd name="T16" fmla="*/ 0 w 471"/>
                <a:gd name="T17" fmla="*/ 0 h 2399"/>
                <a:gd name="T18" fmla="*/ 0 w 471"/>
                <a:gd name="T19" fmla="*/ 0 h 2399"/>
                <a:gd name="T20" fmla="*/ 0 w 471"/>
                <a:gd name="T21" fmla="*/ 0 h 2399"/>
                <a:gd name="T22" fmla="*/ 0 w 471"/>
                <a:gd name="T23" fmla="*/ 0 h 2399"/>
                <a:gd name="T24" fmla="*/ 0 w 471"/>
                <a:gd name="T25" fmla="*/ 0 h 2399"/>
                <a:gd name="T26" fmla="*/ 0 w 471"/>
                <a:gd name="T27" fmla="*/ 0 h 2399"/>
                <a:gd name="T28" fmla="*/ 0 w 471"/>
                <a:gd name="T29" fmla="*/ 0 h 2399"/>
                <a:gd name="T30" fmla="*/ 0 w 471"/>
                <a:gd name="T31" fmla="*/ 0 h 2399"/>
                <a:gd name="T32" fmla="*/ 0 w 471"/>
                <a:gd name="T33" fmla="*/ 0 h 2399"/>
                <a:gd name="T34" fmla="*/ 0 w 471"/>
                <a:gd name="T35" fmla="*/ 0 h 2399"/>
                <a:gd name="T36" fmla="*/ 0 w 471"/>
                <a:gd name="T37" fmla="*/ 0 h 2399"/>
                <a:gd name="T38" fmla="*/ 0 w 471"/>
                <a:gd name="T39" fmla="*/ 0 h 2399"/>
                <a:gd name="T40" fmla="*/ 0 w 471"/>
                <a:gd name="T41" fmla="*/ 0 h 2399"/>
                <a:gd name="T42" fmla="*/ 0 w 471"/>
                <a:gd name="T43" fmla="*/ 0 h 2399"/>
                <a:gd name="T44" fmla="*/ 0 w 471"/>
                <a:gd name="T45" fmla="*/ 0 h 2399"/>
                <a:gd name="T46" fmla="*/ 0 w 471"/>
                <a:gd name="T47" fmla="*/ 0 h 2399"/>
                <a:gd name="T48" fmla="*/ 0 w 471"/>
                <a:gd name="T49" fmla="*/ 0 h 2399"/>
                <a:gd name="T50" fmla="*/ 0 w 471"/>
                <a:gd name="T51" fmla="*/ 0 h 2399"/>
                <a:gd name="T52" fmla="*/ 0 w 471"/>
                <a:gd name="T53" fmla="*/ 0 h 2399"/>
                <a:gd name="T54" fmla="*/ 0 w 471"/>
                <a:gd name="T55" fmla="*/ 0 h 2399"/>
                <a:gd name="T56" fmla="*/ 0 w 471"/>
                <a:gd name="T57" fmla="*/ 0 h 2399"/>
                <a:gd name="T58" fmla="*/ 0 w 471"/>
                <a:gd name="T59" fmla="*/ 0 h 2399"/>
                <a:gd name="T60" fmla="*/ 0 w 471"/>
                <a:gd name="T61" fmla="*/ 0 h 2399"/>
                <a:gd name="T62" fmla="*/ 0 w 471"/>
                <a:gd name="T63" fmla="*/ 0 h 23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71" h="2399">
                  <a:moveTo>
                    <a:pt x="250" y="63"/>
                  </a:moveTo>
                  <a:lnTo>
                    <a:pt x="285" y="133"/>
                  </a:lnTo>
                  <a:lnTo>
                    <a:pt x="233" y="558"/>
                  </a:lnTo>
                  <a:lnTo>
                    <a:pt x="268" y="586"/>
                  </a:lnTo>
                  <a:lnTo>
                    <a:pt x="204" y="650"/>
                  </a:lnTo>
                  <a:lnTo>
                    <a:pt x="163" y="830"/>
                  </a:lnTo>
                  <a:lnTo>
                    <a:pt x="204" y="929"/>
                  </a:lnTo>
                  <a:lnTo>
                    <a:pt x="128" y="1208"/>
                  </a:lnTo>
                  <a:lnTo>
                    <a:pt x="69" y="1324"/>
                  </a:lnTo>
                  <a:lnTo>
                    <a:pt x="93" y="1417"/>
                  </a:lnTo>
                  <a:lnTo>
                    <a:pt x="87" y="1550"/>
                  </a:lnTo>
                  <a:lnTo>
                    <a:pt x="128" y="1632"/>
                  </a:lnTo>
                  <a:lnTo>
                    <a:pt x="139" y="1679"/>
                  </a:lnTo>
                  <a:lnTo>
                    <a:pt x="93" y="1719"/>
                  </a:lnTo>
                  <a:lnTo>
                    <a:pt x="128" y="1812"/>
                  </a:lnTo>
                  <a:lnTo>
                    <a:pt x="104" y="1864"/>
                  </a:lnTo>
                  <a:lnTo>
                    <a:pt x="6" y="1899"/>
                  </a:lnTo>
                  <a:lnTo>
                    <a:pt x="0" y="1928"/>
                  </a:lnTo>
                  <a:lnTo>
                    <a:pt x="52" y="1946"/>
                  </a:lnTo>
                  <a:lnTo>
                    <a:pt x="41" y="1998"/>
                  </a:lnTo>
                  <a:lnTo>
                    <a:pt x="81" y="2021"/>
                  </a:lnTo>
                  <a:lnTo>
                    <a:pt x="59" y="2068"/>
                  </a:lnTo>
                  <a:lnTo>
                    <a:pt x="41" y="2172"/>
                  </a:lnTo>
                  <a:lnTo>
                    <a:pt x="69" y="2260"/>
                  </a:lnTo>
                  <a:lnTo>
                    <a:pt x="93" y="2282"/>
                  </a:lnTo>
                  <a:lnTo>
                    <a:pt x="104" y="2358"/>
                  </a:lnTo>
                  <a:lnTo>
                    <a:pt x="134" y="2364"/>
                  </a:lnTo>
                  <a:lnTo>
                    <a:pt x="151" y="2352"/>
                  </a:lnTo>
                  <a:lnTo>
                    <a:pt x="163" y="2329"/>
                  </a:lnTo>
                  <a:lnTo>
                    <a:pt x="174" y="2340"/>
                  </a:lnTo>
                  <a:lnTo>
                    <a:pt x="157" y="2382"/>
                  </a:lnTo>
                  <a:lnTo>
                    <a:pt x="192" y="2399"/>
                  </a:lnTo>
                  <a:lnTo>
                    <a:pt x="256" y="2364"/>
                  </a:lnTo>
                  <a:lnTo>
                    <a:pt x="279" y="2329"/>
                  </a:lnTo>
                  <a:lnTo>
                    <a:pt x="238" y="2317"/>
                  </a:lnTo>
                  <a:lnTo>
                    <a:pt x="221" y="2335"/>
                  </a:lnTo>
                  <a:lnTo>
                    <a:pt x="169" y="2312"/>
                  </a:lnTo>
                  <a:lnTo>
                    <a:pt x="157" y="2271"/>
                  </a:lnTo>
                  <a:lnTo>
                    <a:pt x="93" y="2248"/>
                  </a:lnTo>
                  <a:lnTo>
                    <a:pt x="93" y="2166"/>
                  </a:lnTo>
                  <a:lnTo>
                    <a:pt x="146" y="2114"/>
                  </a:lnTo>
                  <a:lnTo>
                    <a:pt x="157" y="2045"/>
                  </a:lnTo>
                  <a:lnTo>
                    <a:pt x="122" y="2010"/>
                  </a:lnTo>
                  <a:lnTo>
                    <a:pt x="122" y="1998"/>
                  </a:lnTo>
                  <a:lnTo>
                    <a:pt x="157" y="1963"/>
                  </a:lnTo>
                  <a:lnTo>
                    <a:pt x="163" y="1911"/>
                  </a:lnTo>
                  <a:lnTo>
                    <a:pt x="181" y="1888"/>
                  </a:lnTo>
                  <a:lnTo>
                    <a:pt x="204" y="1836"/>
                  </a:lnTo>
                  <a:lnTo>
                    <a:pt x="198" y="1801"/>
                  </a:lnTo>
                  <a:lnTo>
                    <a:pt x="221" y="1306"/>
                  </a:lnTo>
                  <a:lnTo>
                    <a:pt x="308" y="1278"/>
                  </a:lnTo>
                  <a:lnTo>
                    <a:pt x="314" y="1243"/>
                  </a:lnTo>
                  <a:lnTo>
                    <a:pt x="261" y="1214"/>
                  </a:lnTo>
                  <a:lnTo>
                    <a:pt x="291" y="1092"/>
                  </a:lnTo>
                  <a:lnTo>
                    <a:pt x="261" y="900"/>
                  </a:lnTo>
                  <a:lnTo>
                    <a:pt x="383" y="621"/>
                  </a:lnTo>
                  <a:lnTo>
                    <a:pt x="383" y="511"/>
                  </a:lnTo>
                  <a:lnTo>
                    <a:pt x="418" y="471"/>
                  </a:lnTo>
                  <a:lnTo>
                    <a:pt x="460" y="488"/>
                  </a:lnTo>
                  <a:lnTo>
                    <a:pt x="471" y="464"/>
                  </a:lnTo>
                  <a:lnTo>
                    <a:pt x="471" y="394"/>
                  </a:lnTo>
                  <a:lnTo>
                    <a:pt x="425" y="354"/>
                  </a:lnTo>
                  <a:lnTo>
                    <a:pt x="372" y="11"/>
                  </a:lnTo>
                  <a:lnTo>
                    <a:pt x="314" y="0"/>
                  </a:lnTo>
                  <a:lnTo>
                    <a:pt x="250" y="63"/>
                  </a:lnTo>
                  <a:close/>
                </a:path>
              </a:pathLst>
            </a:custGeom>
            <a:solidFill>
              <a:srgbClr val="FFFFFF"/>
            </a:solidFill>
            <a:ln w="9525">
              <a:solidFill>
                <a:srgbClr val="000000"/>
              </a:solidFill>
              <a:round/>
              <a:headEnd/>
              <a:tailEnd/>
            </a:ln>
          </p:spPr>
          <p:txBody>
            <a:bodyPr/>
            <a:lstStyle/>
            <a:p>
              <a:endParaRPr lang="ko-KR" altLang="en-US"/>
            </a:p>
          </p:txBody>
        </p:sp>
        <p:sp>
          <p:nvSpPr>
            <p:cNvPr id="418806" name="Freeform 282">
              <a:extLst>
                <a:ext uri="{FF2B5EF4-FFF2-40B4-BE49-F238E27FC236}">
                  <a16:creationId xmlns:a16="http://schemas.microsoft.com/office/drawing/2014/main" id="{ABC10F23-F835-5FF2-27E4-855CDE4EA977}"/>
                </a:ext>
              </a:extLst>
            </p:cNvPr>
            <p:cNvSpPr>
              <a:spLocks/>
            </p:cNvSpPr>
            <p:nvPr/>
          </p:nvSpPr>
          <p:spPr bwMode="auto">
            <a:xfrm>
              <a:off x="3927" y="1092"/>
              <a:ext cx="2" cy="3"/>
            </a:xfrm>
            <a:custGeom>
              <a:avLst/>
              <a:gdLst>
                <a:gd name="T0" fmla="*/ 0 w 29"/>
                <a:gd name="T1" fmla="*/ 0 h 29"/>
                <a:gd name="T2" fmla="*/ 0 w 29"/>
                <a:gd name="T3" fmla="*/ 0 h 29"/>
                <a:gd name="T4" fmla="*/ 0 w 29"/>
                <a:gd name="T5" fmla="*/ 0 h 29"/>
                <a:gd name="T6" fmla="*/ 0 w 29"/>
                <a:gd name="T7" fmla="*/ 0 h 29"/>
                <a:gd name="T8" fmla="*/ 0 w 29"/>
                <a:gd name="T9" fmla="*/ 0 h 29"/>
                <a:gd name="T10" fmla="*/ 0 w 29"/>
                <a:gd name="T11" fmla="*/ 0 h 2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 h="29">
                  <a:moveTo>
                    <a:pt x="6" y="0"/>
                  </a:moveTo>
                  <a:lnTo>
                    <a:pt x="0" y="11"/>
                  </a:lnTo>
                  <a:lnTo>
                    <a:pt x="6" y="29"/>
                  </a:lnTo>
                  <a:lnTo>
                    <a:pt x="29" y="18"/>
                  </a:lnTo>
                  <a:lnTo>
                    <a:pt x="17" y="6"/>
                  </a:lnTo>
                  <a:lnTo>
                    <a:pt x="6" y="0"/>
                  </a:lnTo>
                  <a:close/>
                </a:path>
              </a:pathLst>
            </a:custGeom>
            <a:solidFill>
              <a:srgbClr val="FFFFFF"/>
            </a:solidFill>
            <a:ln w="9525">
              <a:solidFill>
                <a:srgbClr val="000000"/>
              </a:solidFill>
              <a:round/>
              <a:headEnd/>
              <a:tailEnd/>
            </a:ln>
          </p:spPr>
          <p:txBody>
            <a:bodyPr/>
            <a:lstStyle/>
            <a:p>
              <a:endParaRPr lang="ko-KR" altLang="en-US"/>
            </a:p>
          </p:txBody>
        </p:sp>
        <p:sp>
          <p:nvSpPr>
            <p:cNvPr id="418807" name="Freeform 283">
              <a:extLst>
                <a:ext uri="{FF2B5EF4-FFF2-40B4-BE49-F238E27FC236}">
                  <a16:creationId xmlns:a16="http://schemas.microsoft.com/office/drawing/2014/main" id="{79434F20-8D3D-1072-F59C-0332B6237F4F}"/>
                </a:ext>
              </a:extLst>
            </p:cNvPr>
            <p:cNvSpPr>
              <a:spLocks/>
            </p:cNvSpPr>
            <p:nvPr/>
          </p:nvSpPr>
          <p:spPr bwMode="auto">
            <a:xfrm>
              <a:off x="3929" y="1075"/>
              <a:ext cx="3" cy="9"/>
            </a:xfrm>
            <a:custGeom>
              <a:avLst/>
              <a:gdLst>
                <a:gd name="T0" fmla="*/ 0 w 40"/>
                <a:gd name="T1" fmla="*/ 0 h 111"/>
                <a:gd name="T2" fmla="*/ 0 w 40"/>
                <a:gd name="T3" fmla="*/ 0 h 111"/>
                <a:gd name="T4" fmla="*/ 0 w 40"/>
                <a:gd name="T5" fmla="*/ 0 h 111"/>
                <a:gd name="T6" fmla="*/ 0 w 40"/>
                <a:gd name="T7" fmla="*/ 0 h 111"/>
                <a:gd name="T8" fmla="*/ 0 w 40"/>
                <a:gd name="T9" fmla="*/ 0 h 111"/>
                <a:gd name="T10" fmla="*/ 0 w 40"/>
                <a:gd name="T11" fmla="*/ 0 h 111"/>
                <a:gd name="T12" fmla="*/ 0 w 40"/>
                <a:gd name="T13" fmla="*/ 0 h 111"/>
                <a:gd name="T14" fmla="*/ 0 w 40"/>
                <a:gd name="T15" fmla="*/ 0 h 111"/>
                <a:gd name="T16" fmla="*/ 0 w 40"/>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111">
                  <a:moveTo>
                    <a:pt x="23" y="0"/>
                  </a:moveTo>
                  <a:lnTo>
                    <a:pt x="0" y="24"/>
                  </a:lnTo>
                  <a:lnTo>
                    <a:pt x="6" y="52"/>
                  </a:lnTo>
                  <a:lnTo>
                    <a:pt x="0" y="93"/>
                  </a:lnTo>
                  <a:lnTo>
                    <a:pt x="23" y="111"/>
                  </a:lnTo>
                  <a:lnTo>
                    <a:pt x="40" y="99"/>
                  </a:lnTo>
                  <a:lnTo>
                    <a:pt x="30" y="69"/>
                  </a:lnTo>
                  <a:lnTo>
                    <a:pt x="40" y="29"/>
                  </a:lnTo>
                  <a:lnTo>
                    <a:pt x="23" y="0"/>
                  </a:lnTo>
                  <a:close/>
                </a:path>
              </a:pathLst>
            </a:custGeom>
            <a:solidFill>
              <a:srgbClr val="FFFFFF"/>
            </a:solidFill>
            <a:ln w="9525">
              <a:solidFill>
                <a:srgbClr val="000000"/>
              </a:solidFill>
              <a:round/>
              <a:headEnd/>
              <a:tailEnd/>
            </a:ln>
          </p:spPr>
          <p:txBody>
            <a:bodyPr/>
            <a:lstStyle/>
            <a:p>
              <a:endParaRPr lang="ko-KR" altLang="en-US"/>
            </a:p>
          </p:txBody>
        </p:sp>
        <p:sp>
          <p:nvSpPr>
            <p:cNvPr id="418808" name="Freeform 284">
              <a:extLst>
                <a:ext uri="{FF2B5EF4-FFF2-40B4-BE49-F238E27FC236}">
                  <a16:creationId xmlns:a16="http://schemas.microsoft.com/office/drawing/2014/main" id="{3A186F05-66CB-29C2-2590-6468902513A9}"/>
                </a:ext>
              </a:extLst>
            </p:cNvPr>
            <p:cNvSpPr>
              <a:spLocks/>
            </p:cNvSpPr>
            <p:nvPr/>
          </p:nvSpPr>
          <p:spPr bwMode="auto">
            <a:xfrm>
              <a:off x="3940" y="1140"/>
              <a:ext cx="13" cy="17"/>
            </a:xfrm>
            <a:custGeom>
              <a:avLst/>
              <a:gdLst>
                <a:gd name="T0" fmla="*/ 0 w 179"/>
                <a:gd name="T1" fmla="*/ 0 h 198"/>
                <a:gd name="T2" fmla="*/ 0 w 179"/>
                <a:gd name="T3" fmla="*/ 0 h 198"/>
                <a:gd name="T4" fmla="*/ 0 w 179"/>
                <a:gd name="T5" fmla="*/ 0 h 198"/>
                <a:gd name="T6" fmla="*/ 0 w 179"/>
                <a:gd name="T7" fmla="*/ 0 h 198"/>
                <a:gd name="T8" fmla="*/ 0 w 179"/>
                <a:gd name="T9" fmla="*/ 0 h 198"/>
                <a:gd name="T10" fmla="*/ 0 w 179"/>
                <a:gd name="T11" fmla="*/ 0 h 198"/>
                <a:gd name="T12" fmla="*/ 0 w 179"/>
                <a:gd name="T13" fmla="*/ 0 h 198"/>
                <a:gd name="T14" fmla="*/ 0 w 179"/>
                <a:gd name="T15" fmla="*/ 0 h 198"/>
                <a:gd name="T16" fmla="*/ 0 w 179"/>
                <a:gd name="T17" fmla="*/ 0 h 198"/>
                <a:gd name="T18" fmla="*/ 0 w 179"/>
                <a:gd name="T19" fmla="*/ 0 h 198"/>
                <a:gd name="T20" fmla="*/ 0 w 179"/>
                <a:gd name="T21" fmla="*/ 0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9" h="198">
                  <a:moveTo>
                    <a:pt x="139" y="0"/>
                  </a:moveTo>
                  <a:lnTo>
                    <a:pt x="87" y="29"/>
                  </a:lnTo>
                  <a:lnTo>
                    <a:pt x="92" y="81"/>
                  </a:lnTo>
                  <a:lnTo>
                    <a:pt x="23" y="99"/>
                  </a:lnTo>
                  <a:lnTo>
                    <a:pt x="0" y="134"/>
                  </a:lnTo>
                  <a:lnTo>
                    <a:pt x="81" y="134"/>
                  </a:lnTo>
                  <a:lnTo>
                    <a:pt x="104" y="180"/>
                  </a:lnTo>
                  <a:lnTo>
                    <a:pt x="139" y="198"/>
                  </a:lnTo>
                  <a:lnTo>
                    <a:pt x="179" y="168"/>
                  </a:lnTo>
                  <a:lnTo>
                    <a:pt x="157" y="104"/>
                  </a:lnTo>
                  <a:lnTo>
                    <a:pt x="139" y="0"/>
                  </a:lnTo>
                  <a:close/>
                </a:path>
              </a:pathLst>
            </a:custGeom>
            <a:solidFill>
              <a:srgbClr val="FFFFFF"/>
            </a:solidFill>
            <a:ln w="9525">
              <a:solidFill>
                <a:srgbClr val="000000"/>
              </a:solidFill>
              <a:round/>
              <a:headEnd/>
              <a:tailEnd/>
            </a:ln>
          </p:spPr>
          <p:txBody>
            <a:bodyPr/>
            <a:lstStyle/>
            <a:p>
              <a:endParaRPr lang="ko-KR" altLang="en-US"/>
            </a:p>
          </p:txBody>
        </p:sp>
        <p:sp>
          <p:nvSpPr>
            <p:cNvPr id="418809" name="Freeform 285">
              <a:extLst>
                <a:ext uri="{FF2B5EF4-FFF2-40B4-BE49-F238E27FC236}">
                  <a16:creationId xmlns:a16="http://schemas.microsoft.com/office/drawing/2014/main" id="{57B3A1A0-8052-1FE4-BFCC-0ED2496A130D}"/>
                </a:ext>
              </a:extLst>
            </p:cNvPr>
            <p:cNvSpPr>
              <a:spLocks/>
            </p:cNvSpPr>
            <p:nvPr/>
          </p:nvSpPr>
          <p:spPr bwMode="auto">
            <a:xfrm>
              <a:off x="3951" y="1140"/>
              <a:ext cx="12" cy="16"/>
            </a:xfrm>
            <a:custGeom>
              <a:avLst/>
              <a:gdLst>
                <a:gd name="T0" fmla="*/ 0 w 169"/>
                <a:gd name="T1" fmla="*/ 0 h 186"/>
                <a:gd name="T2" fmla="*/ 0 w 169"/>
                <a:gd name="T3" fmla="*/ 0 h 186"/>
                <a:gd name="T4" fmla="*/ 0 w 169"/>
                <a:gd name="T5" fmla="*/ 0 h 186"/>
                <a:gd name="T6" fmla="*/ 0 w 169"/>
                <a:gd name="T7" fmla="*/ 0 h 186"/>
                <a:gd name="T8" fmla="*/ 0 w 169"/>
                <a:gd name="T9" fmla="*/ 0 h 186"/>
                <a:gd name="T10" fmla="*/ 0 w 169"/>
                <a:gd name="T11" fmla="*/ 0 h 186"/>
                <a:gd name="T12" fmla="*/ 0 w 169"/>
                <a:gd name="T13" fmla="*/ 0 h 186"/>
                <a:gd name="T14" fmla="*/ 0 w 169"/>
                <a:gd name="T15" fmla="*/ 0 h 186"/>
                <a:gd name="T16" fmla="*/ 0 w 169"/>
                <a:gd name="T17" fmla="*/ 0 h 186"/>
                <a:gd name="T18" fmla="*/ 0 w 169"/>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186">
                  <a:moveTo>
                    <a:pt x="0" y="0"/>
                  </a:moveTo>
                  <a:lnTo>
                    <a:pt x="18" y="104"/>
                  </a:lnTo>
                  <a:lnTo>
                    <a:pt x="40" y="168"/>
                  </a:lnTo>
                  <a:lnTo>
                    <a:pt x="99" y="186"/>
                  </a:lnTo>
                  <a:lnTo>
                    <a:pt x="169" y="174"/>
                  </a:lnTo>
                  <a:lnTo>
                    <a:pt x="134" y="122"/>
                  </a:lnTo>
                  <a:lnTo>
                    <a:pt x="110" y="122"/>
                  </a:lnTo>
                  <a:lnTo>
                    <a:pt x="70" y="99"/>
                  </a:lnTo>
                  <a:lnTo>
                    <a:pt x="30" y="12"/>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18810" name="Freeform 286">
              <a:extLst>
                <a:ext uri="{FF2B5EF4-FFF2-40B4-BE49-F238E27FC236}">
                  <a16:creationId xmlns:a16="http://schemas.microsoft.com/office/drawing/2014/main" id="{41B2DA5C-75FE-2C74-AF76-299866AC4C25}"/>
                </a:ext>
              </a:extLst>
            </p:cNvPr>
            <p:cNvSpPr>
              <a:spLocks/>
            </p:cNvSpPr>
            <p:nvPr/>
          </p:nvSpPr>
          <p:spPr bwMode="auto">
            <a:xfrm>
              <a:off x="3934" y="968"/>
              <a:ext cx="92" cy="168"/>
            </a:xfrm>
            <a:custGeom>
              <a:avLst/>
              <a:gdLst>
                <a:gd name="T0" fmla="*/ 0 w 1209"/>
                <a:gd name="T1" fmla="*/ 0 h 2010"/>
                <a:gd name="T2" fmla="*/ 0 w 1209"/>
                <a:gd name="T3" fmla="*/ 0 h 2010"/>
                <a:gd name="T4" fmla="*/ 0 w 1209"/>
                <a:gd name="T5" fmla="*/ 0 h 2010"/>
                <a:gd name="T6" fmla="*/ 0 w 1209"/>
                <a:gd name="T7" fmla="*/ 0 h 2010"/>
                <a:gd name="T8" fmla="*/ 0 w 1209"/>
                <a:gd name="T9" fmla="*/ 0 h 2010"/>
                <a:gd name="T10" fmla="*/ 0 w 1209"/>
                <a:gd name="T11" fmla="*/ 0 h 2010"/>
                <a:gd name="T12" fmla="*/ 0 w 1209"/>
                <a:gd name="T13" fmla="*/ 0 h 2010"/>
                <a:gd name="T14" fmla="*/ 0 w 1209"/>
                <a:gd name="T15" fmla="*/ 0 h 2010"/>
                <a:gd name="T16" fmla="*/ 0 w 1209"/>
                <a:gd name="T17" fmla="*/ 0 h 2010"/>
                <a:gd name="T18" fmla="*/ 0 w 1209"/>
                <a:gd name="T19" fmla="*/ 0 h 2010"/>
                <a:gd name="T20" fmla="*/ 0 w 1209"/>
                <a:gd name="T21" fmla="*/ 0 h 2010"/>
                <a:gd name="T22" fmla="*/ 0 w 1209"/>
                <a:gd name="T23" fmla="*/ 0 h 2010"/>
                <a:gd name="T24" fmla="*/ 0 w 1209"/>
                <a:gd name="T25" fmla="*/ 0 h 2010"/>
                <a:gd name="T26" fmla="*/ 0 w 1209"/>
                <a:gd name="T27" fmla="*/ 0 h 2010"/>
                <a:gd name="T28" fmla="*/ 0 w 1209"/>
                <a:gd name="T29" fmla="*/ 0 h 2010"/>
                <a:gd name="T30" fmla="*/ 0 w 1209"/>
                <a:gd name="T31" fmla="*/ 0 h 2010"/>
                <a:gd name="T32" fmla="*/ 0 w 1209"/>
                <a:gd name="T33" fmla="*/ 0 h 2010"/>
                <a:gd name="T34" fmla="*/ 0 w 1209"/>
                <a:gd name="T35" fmla="*/ 0 h 2010"/>
                <a:gd name="T36" fmla="*/ 0 w 1209"/>
                <a:gd name="T37" fmla="*/ 0 h 2010"/>
                <a:gd name="T38" fmla="*/ 0 w 1209"/>
                <a:gd name="T39" fmla="*/ 0 h 2010"/>
                <a:gd name="T40" fmla="*/ 0 w 1209"/>
                <a:gd name="T41" fmla="*/ 0 h 2010"/>
                <a:gd name="T42" fmla="*/ 0 w 1209"/>
                <a:gd name="T43" fmla="*/ 0 h 2010"/>
                <a:gd name="T44" fmla="*/ 0 w 1209"/>
                <a:gd name="T45" fmla="*/ 0 h 2010"/>
                <a:gd name="T46" fmla="*/ 0 w 1209"/>
                <a:gd name="T47" fmla="*/ 0 h 2010"/>
                <a:gd name="T48" fmla="*/ 0 w 1209"/>
                <a:gd name="T49" fmla="*/ 0 h 2010"/>
                <a:gd name="T50" fmla="*/ 0 w 1209"/>
                <a:gd name="T51" fmla="*/ 0 h 2010"/>
                <a:gd name="T52" fmla="*/ 0 w 1209"/>
                <a:gd name="T53" fmla="*/ 0 h 2010"/>
                <a:gd name="T54" fmla="*/ 0 w 1209"/>
                <a:gd name="T55" fmla="*/ 0 h 2010"/>
                <a:gd name="T56" fmla="*/ 0 w 1209"/>
                <a:gd name="T57" fmla="*/ 0 h 2010"/>
                <a:gd name="T58" fmla="*/ 0 w 1209"/>
                <a:gd name="T59" fmla="*/ 0 h 2010"/>
                <a:gd name="T60" fmla="*/ 0 w 1209"/>
                <a:gd name="T61" fmla="*/ 0 h 2010"/>
                <a:gd name="T62" fmla="*/ 0 w 1209"/>
                <a:gd name="T63" fmla="*/ 0 h 2010"/>
                <a:gd name="T64" fmla="*/ 0 w 1209"/>
                <a:gd name="T65" fmla="*/ 0 h 2010"/>
                <a:gd name="T66" fmla="*/ 0 w 1209"/>
                <a:gd name="T67" fmla="*/ 0 h 2010"/>
                <a:gd name="T68" fmla="*/ 0 w 1209"/>
                <a:gd name="T69" fmla="*/ 0 h 20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9" h="2010">
                  <a:moveTo>
                    <a:pt x="372" y="69"/>
                  </a:moveTo>
                  <a:lnTo>
                    <a:pt x="384" y="134"/>
                  </a:lnTo>
                  <a:lnTo>
                    <a:pt x="367" y="163"/>
                  </a:lnTo>
                  <a:lnTo>
                    <a:pt x="325" y="146"/>
                  </a:lnTo>
                  <a:lnTo>
                    <a:pt x="290" y="186"/>
                  </a:lnTo>
                  <a:lnTo>
                    <a:pt x="290" y="285"/>
                  </a:lnTo>
                  <a:lnTo>
                    <a:pt x="168" y="575"/>
                  </a:lnTo>
                  <a:lnTo>
                    <a:pt x="203" y="767"/>
                  </a:lnTo>
                  <a:lnTo>
                    <a:pt x="168" y="889"/>
                  </a:lnTo>
                  <a:lnTo>
                    <a:pt x="221" y="918"/>
                  </a:lnTo>
                  <a:lnTo>
                    <a:pt x="215" y="953"/>
                  </a:lnTo>
                  <a:lnTo>
                    <a:pt x="128" y="981"/>
                  </a:lnTo>
                  <a:lnTo>
                    <a:pt x="105" y="1476"/>
                  </a:lnTo>
                  <a:lnTo>
                    <a:pt x="111" y="1511"/>
                  </a:lnTo>
                  <a:lnTo>
                    <a:pt x="93" y="1563"/>
                  </a:lnTo>
                  <a:lnTo>
                    <a:pt x="64" y="1598"/>
                  </a:lnTo>
                  <a:lnTo>
                    <a:pt x="64" y="1644"/>
                  </a:lnTo>
                  <a:lnTo>
                    <a:pt x="29" y="1668"/>
                  </a:lnTo>
                  <a:lnTo>
                    <a:pt x="29" y="1685"/>
                  </a:lnTo>
                  <a:lnTo>
                    <a:pt x="64" y="1720"/>
                  </a:lnTo>
                  <a:lnTo>
                    <a:pt x="58" y="1783"/>
                  </a:lnTo>
                  <a:lnTo>
                    <a:pt x="0" y="1841"/>
                  </a:lnTo>
                  <a:lnTo>
                    <a:pt x="6" y="1923"/>
                  </a:lnTo>
                  <a:lnTo>
                    <a:pt x="70" y="1957"/>
                  </a:lnTo>
                  <a:lnTo>
                    <a:pt x="76" y="1987"/>
                  </a:lnTo>
                  <a:lnTo>
                    <a:pt x="128" y="2010"/>
                  </a:lnTo>
                  <a:lnTo>
                    <a:pt x="140" y="1998"/>
                  </a:lnTo>
                  <a:lnTo>
                    <a:pt x="186" y="2004"/>
                  </a:lnTo>
                  <a:lnTo>
                    <a:pt x="198" y="1980"/>
                  </a:lnTo>
                  <a:lnTo>
                    <a:pt x="186" y="1940"/>
                  </a:lnTo>
                  <a:lnTo>
                    <a:pt x="198" y="1905"/>
                  </a:lnTo>
                  <a:lnTo>
                    <a:pt x="349" y="1778"/>
                  </a:lnTo>
                  <a:lnTo>
                    <a:pt x="337" y="1691"/>
                  </a:lnTo>
                  <a:lnTo>
                    <a:pt x="285" y="1673"/>
                  </a:lnTo>
                  <a:lnTo>
                    <a:pt x="302" y="1598"/>
                  </a:lnTo>
                  <a:lnTo>
                    <a:pt x="378" y="1569"/>
                  </a:lnTo>
                  <a:lnTo>
                    <a:pt x="419" y="1435"/>
                  </a:lnTo>
                  <a:lnTo>
                    <a:pt x="500" y="1417"/>
                  </a:lnTo>
                  <a:lnTo>
                    <a:pt x="494" y="1389"/>
                  </a:lnTo>
                  <a:lnTo>
                    <a:pt x="459" y="1377"/>
                  </a:lnTo>
                  <a:lnTo>
                    <a:pt x="482" y="1342"/>
                  </a:lnTo>
                  <a:lnTo>
                    <a:pt x="587" y="1302"/>
                  </a:lnTo>
                  <a:lnTo>
                    <a:pt x="611" y="1232"/>
                  </a:lnTo>
                  <a:lnTo>
                    <a:pt x="604" y="1208"/>
                  </a:lnTo>
                  <a:lnTo>
                    <a:pt x="791" y="1185"/>
                  </a:lnTo>
                  <a:lnTo>
                    <a:pt x="883" y="1127"/>
                  </a:lnTo>
                  <a:lnTo>
                    <a:pt x="907" y="999"/>
                  </a:lnTo>
                  <a:lnTo>
                    <a:pt x="843" y="866"/>
                  </a:lnTo>
                  <a:lnTo>
                    <a:pt x="860" y="709"/>
                  </a:lnTo>
                  <a:lnTo>
                    <a:pt x="960" y="575"/>
                  </a:lnTo>
                  <a:lnTo>
                    <a:pt x="1204" y="453"/>
                  </a:lnTo>
                  <a:lnTo>
                    <a:pt x="1209" y="348"/>
                  </a:lnTo>
                  <a:lnTo>
                    <a:pt x="1169" y="343"/>
                  </a:lnTo>
                  <a:lnTo>
                    <a:pt x="1117" y="401"/>
                  </a:lnTo>
                  <a:lnTo>
                    <a:pt x="1005" y="465"/>
                  </a:lnTo>
                  <a:lnTo>
                    <a:pt x="883" y="441"/>
                  </a:lnTo>
                  <a:lnTo>
                    <a:pt x="872" y="401"/>
                  </a:lnTo>
                  <a:lnTo>
                    <a:pt x="960" y="308"/>
                  </a:lnTo>
                  <a:lnTo>
                    <a:pt x="878" y="226"/>
                  </a:lnTo>
                  <a:lnTo>
                    <a:pt x="826" y="221"/>
                  </a:lnTo>
                  <a:lnTo>
                    <a:pt x="808" y="163"/>
                  </a:lnTo>
                  <a:lnTo>
                    <a:pt x="726" y="151"/>
                  </a:lnTo>
                  <a:lnTo>
                    <a:pt x="674" y="41"/>
                  </a:lnTo>
                  <a:lnTo>
                    <a:pt x="611" y="29"/>
                  </a:lnTo>
                  <a:lnTo>
                    <a:pt x="581" y="76"/>
                  </a:lnTo>
                  <a:lnTo>
                    <a:pt x="564" y="69"/>
                  </a:lnTo>
                  <a:lnTo>
                    <a:pt x="512" y="6"/>
                  </a:lnTo>
                  <a:lnTo>
                    <a:pt x="459" y="0"/>
                  </a:lnTo>
                  <a:lnTo>
                    <a:pt x="407" y="58"/>
                  </a:lnTo>
                  <a:lnTo>
                    <a:pt x="372" y="69"/>
                  </a:lnTo>
                  <a:close/>
                </a:path>
              </a:pathLst>
            </a:custGeom>
            <a:solidFill>
              <a:srgbClr val="FFFFFF"/>
            </a:solidFill>
            <a:ln w="9525">
              <a:solidFill>
                <a:srgbClr val="000000"/>
              </a:solidFill>
              <a:round/>
              <a:headEnd/>
              <a:tailEnd/>
            </a:ln>
          </p:spPr>
          <p:txBody>
            <a:bodyPr/>
            <a:lstStyle/>
            <a:p>
              <a:endParaRPr lang="ko-KR" altLang="en-US"/>
            </a:p>
          </p:txBody>
        </p:sp>
        <p:sp>
          <p:nvSpPr>
            <p:cNvPr id="418811" name="Freeform 287">
              <a:extLst>
                <a:ext uri="{FF2B5EF4-FFF2-40B4-BE49-F238E27FC236}">
                  <a16:creationId xmlns:a16="http://schemas.microsoft.com/office/drawing/2014/main" id="{3519C5B7-A026-BDA3-2D8D-7EDF81536E3E}"/>
                </a:ext>
              </a:extLst>
            </p:cNvPr>
            <p:cNvSpPr>
              <a:spLocks/>
            </p:cNvSpPr>
            <p:nvPr/>
          </p:nvSpPr>
          <p:spPr bwMode="auto">
            <a:xfrm>
              <a:off x="3998" y="1016"/>
              <a:ext cx="26" cy="31"/>
            </a:xfrm>
            <a:custGeom>
              <a:avLst/>
              <a:gdLst>
                <a:gd name="T0" fmla="*/ 0 w 343"/>
                <a:gd name="T1" fmla="*/ 0 h 371"/>
                <a:gd name="T2" fmla="*/ 0 w 343"/>
                <a:gd name="T3" fmla="*/ 0 h 371"/>
                <a:gd name="T4" fmla="*/ 0 w 343"/>
                <a:gd name="T5" fmla="*/ 0 h 371"/>
                <a:gd name="T6" fmla="*/ 0 w 343"/>
                <a:gd name="T7" fmla="*/ 0 h 371"/>
                <a:gd name="T8" fmla="*/ 0 w 343"/>
                <a:gd name="T9" fmla="*/ 0 h 371"/>
                <a:gd name="T10" fmla="*/ 0 w 343"/>
                <a:gd name="T11" fmla="*/ 0 h 371"/>
                <a:gd name="T12" fmla="*/ 0 w 343"/>
                <a:gd name="T13" fmla="*/ 0 h 371"/>
                <a:gd name="T14" fmla="*/ 0 w 343"/>
                <a:gd name="T15" fmla="*/ 0 h 371"/>
                <a:gd name="T16" fmla="*/ 0 w 343"/>
                <a:gd name="T17" fmla="*/ 0 h 371"/>
                <a:gd name="T18" fmla="*/ 0 w 343"/>
                <a:gd name="T19" fmla="*/ 0 h 371"/>
                <a:gd name="T20" fmla="*/ 0 w 343"/>
                <a:gd name="T21" fmla="*/ 0 h 371"/>
                <a:gd name="T22" fmla="*/ 0 w 343"/>
                <a:gd name="T23" fmla="*/ 0 h 3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43" h="371">
                  <a:moveTo>
                    <a:pt x="117" y="0"/>
                  </a:moveTo>
                  <a:lnTo>
                    <a:pt x="162" y="35"/>
                  </a:lnTo>
                  <a:lnTo>
                    <a:pt x="169" y="93"/>
                  </a:lnTo>
                  <a:lnTo>
                    <a:pt x="221" y="99"/>
                  </a:lnTo>
                  <a:lnTo>
                    <a:pt x="291" y="162"/>
                  </a:lnTo>
                  <a:lnTo>
                    <a:pt x="284" y="204"/>
                  </a:lnTo>
                  <a:lnTo>
                    <a:pt x="343" y="279"/>
                  </a:lnTo>
                  <a:lnTo>
                    <a:pt x="244" y="371"/>
                  </a:lnTo>
                  <a:lnTo>
                    <a:pt x="87" y="343"/>
                  </a:lnTo>
                  <a:lnTo>
                    <a:pt x="0" y="291"/>
                  </a:lnTo>
                  <a:lnTo>
                    <a:pt x="17" y="134"/>
                  </a:lnTo>
                  <a:lnTo>
                    <a:pt x="117" y="0"/>
                  </a:lnTo>
                  <a:close/>
                </a:path>
              </a:pathLst>
            </a:custGeom>
            <a:solidFill>
              <a:srgbClr val="FFFFFF"/>
            </a:solidFill>
            <a:ln w="9525">
              <a:solidFill>
                <a:srgbClr val="000000"/>
              </a:solidFill>
              <a:round/>
              <a:headEnd/>
              <a:tailEnd/>
            </a:ln>
          </p:spPr>
          <p:txBody>
            <a:bodyPr/>
            <a:lstStyle/>
            <a:p>
              <a:endParaRPr lang="ko-KR" altLang="en-US"/>
            </a:p>
          </p:txBody>
        </p:sp>
        <p:sp>
          <p:nvSpPr>
            <p:cNvPr id="418812" name="Freeform 288">
              <a:extLst>
                <a:ext uri="{FF2B5EF4-FFF2-40B4-BE49-F238E27FC236}">
                  <a16:creationId xmlns:a16="http://schemas.microsoft.com/office/drawing/2014/main" id="{758D5D82-22EB-8305-EE91-2475DE0AC01C}"/>
                </a:ext>
              </a:extLst>
            </p:cNvPr>
            <p:cNvSpPr>
              <a:spLocks/>
            </p:cNvSpPr>
            <p:nvPr/>
          </p:nvSpPr>
          <p:spPr bwMode="auto">
            <a:xfrm>
              <a:off x="3951" y="903"/>
              <a:ext cx="61" cy="71"/>
            </a:xfrm>
            <a:custGeom>
              <a:avLst/>
              <a:gdLst>
                <a:gd name="T0" fmla="*/ 0 w 820"/>
                <a:gd name="T1" fmla="*/ 0 h 854"/>
                <a:gd name="T2" fmla="*/ 0 w 820"/>
                <a:gd name="T3" fmla="*/ 0 h 854"/>
                <a:gd name="T4" fmla="*/ 0 w 820"/>
                <a:gd name="T5" fmla="*/ 0 h 854"/>
                <a:gd name="T6" fmla="*/ 0 w 820"/>
                <a:gd name="T7" fmla="*/ 0 h 854"/>
                <a:gd name="T8" fmla="*/ 0 w 820"/>
                <a:gd name="T9" fmla="*/ 0 h 854"/>
                <a:gd name="T10" fmla="*/ 0 w 820"/>
                <a:gd name="T11" fmla="*/ 0 h 854"/>
                <a:gd name="T12" fmla="*/ 0 w 820"/>
                <a:gd name="T13" fmla="*/ 0 h 854"/>
                <a:gd name="T14" fmla="*/ 0 w 820"/>
                <a:gd name="T15" fmla="*/ 0 h 854"/>
                <a:gd name="T16" fmla="*/ 0 w 820"/>
                <a:gd name="T17" fmla="*/ 0 h 854"/>
                <a:gd name="T18" fmla="*/ 0 w 820"/>
                <a:gd name="T19" fmla="*/ 0 h 854"/>
                <a:gd name="T20" fmla="*/ 0 w 820"/>
                <a:gd name="T21" fmla="*/ 0 h 854"/>
                <a:gd name="T22" fmla="*/ 0 w 820"/>
                <a:gd name="T23" fmla="*/ 0 h 854"/>
                <a:gd name="T24" fmla="*/ 0 w 820"/>
                <a:gd name="T25" fmla="*/ 0 h 854"/>
                <a:gd name="T26" fmla="*/ 0 w 820"/>
                <a:gd name="T27" fmla="*/ 0 h 854"/>
                <a:gd name="T28" fmla="*/ 0 w 820"/>
                <a:gd name="T29" fmla="*/ 0 h 854"/>
                <a:gd name="T30" fmla="*/ 0 w 820"/>
                <a:gd name="T31" fmla="*/ 0 h 854"/>
                <a:gd name="T32" fmla="*/ 0 w 820"/>
                <a:gd name="T33" fmla="*/ 0 h 854"/>
                <a:gd name="T34" fmla="*/ 0 w 820"/>
                <a:gd name="T35" fmla="*/ 0 h 854"/>
                <a:gd name="T36" fmla="*/ 0 w 820"/>
                <a:gd name="T37" fmla="*/ 0 h 854"/>
                <a:gd name="T38" fmla="*/ 0 w 820"/>
                <a:gd name="T39" fmla="*/ 0 h 854"/>
                <a:gd name="T40" fmla="*/ 0 w 820"/>
                <a:gd name="T41" fmla="*/ 0 h 854"/>
                <a:gd name="T42" fmla="*/ 0 w 820"/>
                <a:gd name="T43" fmla="*/ 0 h 854"/>
                <a:gd name="T44" fmla="*/ 0 w 820"/>
                <a:gd name="T45" fmla="*/ 0 h 854"/>
                <a:gd name="T46" fmla="*/ 0 w 820"/>
                <a:gd name="T47" fmla="*/ 0 h 854"/>
                <a:gd name="T48" fmla="*/ 0 w 820"/>
                <a:gd name="T49" fmla="*/ 0 h 854"/>
                <a:gd name="T50" fmla="*/ 0 w 820"/>
                <a:gd name="T51" fmla="*/ 0 h 854"/>
                <a:gd name="T52" fmla="*/ 0 w 820"/>
                <a:gd name="T53" fmla="*/ 0 h 854"/>
                <a:gd name="T54" fmla="*/ 0 w 820"/>
                <a:gd name="T55" fmla="*/ 0 h 854"/>
                <a:gd name="T56" fmla="*/ 0 w 820"/>
                <a:gd name="T57" fmla="*/ 0 h 854"/>
                <a:gd name="T58" fmla="*/ 0 w 820"/>
                <a:gd name="T59" fmla="*/ 0 h 854"/>
                <a:gd name="T60" fmla="*/ 0 w 820"/>
                <a:gd name="T61" fmla="*/ 0 h 854"/>
                <a:gd name="T62" fmla="*/ 0 w 820"/>
                <a:gd name="T63" fmla="*/ 0 h 854"/>
                <a:gd name="T64" fmla="*/ 0 w 820"/>
                <a:gd name="T65" fmla="*/ 0 h 854"/>
                <a:gd name="T66" fmla="*/ 0 w 820"/>
                <a:gd name="T67" fmla="*/ 0 h 854"/>
                <a:gd name="T68" fmla="*/ 0 w 820"/>
                <a:gd name="T69" fmla="*/ 0 h 854"/>
                <a:gd name="T70" fmla="*/ 0 w 820"/>
                <a:gd name="T71" fmla="*/ 0 h 854"/>
                <a:gd name="T72" fmla="*/ 0 w 820"/>
                <a:gd name="T73" fmla="*/ 0 h 854"/>
                <a:gd name="T74" fmla="*/ 0 w 820"/>
                <a:gd name="T75" fmla="*/ 0 h 854"/>
                <a:gd name="T76" fmla="*/ 0 w 820"/>
                <a:gd name="T77" fmla="*/ 0 h 8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20" h="854">
                  <a:moveTo>
                    <a:pt x="0" y="460"/>
                  </a:moveTo>
                  <a:lnTo>
                    <a:pt x="58" y="471"/>
                  </a:lnTo>
                  <a:lnTo>
                    <a:pt x="117" y="809"/>
                  </a:lnTo>
                  <a:lnTo>
                    <a:pt x="157" y="854"/>
                  </a:lnTo>
                  <a:lnTo>
                    <a:pt x="197" y="843"/>
                  </a:lnTo>
                  <a:lnTo>
                    <a:pt x="244" y="779"/>
                  </a:lnTo>
                  <a:lnTo>
                    <a:pt x="297" y="785"/>
                  </a:lnTo>
                  <a:lnTo>
                    <a:pt x="349" y="854"/>
                  </a:lnTo>
                  <a:lnTo>
                    <a:pt x="366" y="854"/>
                  </a:lnTo>
                  <a:lnTo>
                    <a:pt x="396" y="814"/>
                  </a:lnTo>
                  <a:lnTo>
                    <a:pt x="466" y="826"/>
                  </a:lnTo>
                  <a:lnTo>
                    <a:pt x="506" y="727"/>
                  </a:lnTo>
                  <a:lnTo>
                    <a:pt x="611" y="687"/>
                  </a:lnTo>
                  <a:lnTo>
                    <a:pt x="750" y="687"/>
                  </a:lnTo>
                  <a:lnTo>
                    <a:pt x="750" y="727"/>
                  </a:lnTo>
                  <a:lnTo>
                    <a:pt x="785" y="744"/>
                  </a:lnTo>
                  <a:lnTo>
                    <a:pt x="790" y="704"/>
                  </a:lnTo>
                  <a:lnTo>
                    <a:pt x="820" y="669"/>
                  </a:lnTo>
                  <a:lnTo>
                    <a:pt x="779" y="512"/>
                  </a:lnTo>
                  <a:lnTo>
                    <a:pt x="686" y="483"/>
                  </a:lnTo>
                  <a:lnTo>
                    <a:pt x="668" y="413"/>
                  </a:lnTo>
                  <a:lnTo>
                    <a:pt x="640" y="396"/>
                  </a:lnTo>
                  <a:lnTo>
                    <a:pt x="645" y="373"/>
                  </a:lnTo>
                  <a:lnTo>
                    <a:pt x="675" y="349"/>
                  </a:lnTo>
                  <a:lnTo>
                    <a:pt x="500" y="198"/>
                  </a:lnTo>
                  <a:lnTo>
                    <a:pt x="407" y="181"/>
                  </a:lnTo>
                  <a:lnTo>
                    <a:pt x="349" y="111"/>
                  </a:lnTo>
                  <a:lnTo>
                    <a:pt x="396" y="87"/>
                  </a:lnTo>
                  <a:lnTo>
                    <a:pt x="407" y="7"/>
                  </a:lnTo>
                  <a:lnTo>
                    <a:pt x="366" y="0"/>
                  </a:lnTo>
                  <a:lnTo>
                    <a:pt x="197" y="30"/>
                  </a:lnTo>
                  <a:lnTo>
                    <a:pt x="192" y="18"/>
                  </a:lnTo>
                  <a:lnTo>
                    <a:pt x="134" y="18"/>
                  </a:lnTo>
                  <a:lnTo>
                    <a:pt x="110" y="70"/>
                  </a:lnTo>
                  <a:lnTo>
                    <a:pt x="47" y="59"/>
                  </a:lnTo>
                  <a:lnTo>
                    <a:pt x="117" y="221"/>
                  </a:lnTo>
                  <a:lnTo>
                    <a:pt x="58" y="331"/>
                  </a:lnTo>
                  <a:lnTo>
                    <a:pt x="58" y="408"/>
                  </a:lnTo>
                  <a:lnTo>
                    <a:pt x="0" y="460"/>
                  </a:lnTo>
                  <a:close/>
                </a:path>
              </a:pathLst>
            </a:custGeom>
            <a:solidFill>
              <a:srgbClr val="FFFFFF"/>
            </a:solidFill>
            <a:ln w="9525">
              <a:solidFill>
                <a:srgbClr val="000000"/>
              </a:solidFill>
              <a:round/>
              <a:headEnd/>
              <a:tailEnd/>
            </a:ln>
          </p:spPr>
          <p:txBody>
            <a:bodyPr/>
            <a:lstStyle/>
            <a:p>
              <a:endParaRPr lang="ko-KR" altLang="en-US"/>
            </a:p>
          </p:txBody>
        </p:sp>
        <p:sp>
          <p:nvSpPr>
            <p:cNvPr id="418813" name="Freeform 289">
              <a:extLst>
                <a:ext uri="{FF2B5EF4-FFF2-40B4-BE49-F238E27FC236}">
                  <a16:creationId xmlns:a16="http://schemas.microsoft.com/office/drawing/2014/main" id="{B36C83CB-79DD-F459-EB39-2B600F2FD181}"/>
                </a:ext>
              </a:extLst>
            </p:cNvPr>
            <p:cNvSpPr>
              <a:spLocks/>
            </p:cNvSpPr>
            <p:nvPr/>
          </p:nvSpPr>
          <p:spPr bwMode="auto">
            <a:xfrm>
              <a:off x="3985" y="960"/>
              <a:ext cx="41" cy="48"/>
            </a:xfrm>
            <a:custGeom>
              <a:avLst/>
              <a:gdLst>
                <a:gd name="T0" fmla="*/ 0 w 535"/>
                <a:gd name="T1" fmla="*/ 0 h 563"/>
                <a:gd name="T2" fmla="*/ 0 w 535"/>
                <a:gd name="T3" fmla="*/ 0 h 563"/>
                <a:gd name="T4" fmla="*/ 0 w 535"/>
                <a:gd name="T5" fmla="*/ 0 h 563"/>
                <a:gd name="T6" fmla="*/ 0 w 535"/>
                <a:gd name="T7" fmla="*/ 0 h 563"/>
                <a:gd name="T8" fmla="*/ 0 w 535"/>
                <a:gd name="T9" fmla="*/ 0 h 563"/>
                <a:gd name="T10" fmla="*/ 0 w 535"/>
                <a:gd name="T11" fmla="*/ 0 h 563"/>
                <a:gd name="T12" fmla="*/ 0 w 535"/>
                <a:gd name="T13" fmla="*/ 0 h 563"/>
                <a:gd name="T14" fmla="*/ 0 w 535"/>
                <a:gd name="T15" fmla="*/ 0 h 563"/>
                <a:gd name="T16" fmla="*/ 0 w 535"/>
                <a:gd name="T17" fmla="*/ 0 h 563"/>
                <a:gd name="T18" fmla="*/ 0 w 535"/>
                <a:gd name="T19" fmla="*/ 0 h 563"/>
                <a:gd name="T20" fmla="*/ 0 w 535"/>
                <a:gd name="T21" fmla="*/ 0 h 563"/>
                <a:gd name="T22" fmla="*/ 0 w 535"/>
                <a:gd name="T23" fmla="*/ 0 h 563"/>
                <a:gd name="T24" fmla="*/ 0 w 535"/>
                <a:gd name="T25" fmla="*/ 0 h 563"/>
                <a:gd name="T26" fmla="*/ 0 w 535"/>
                <a:gd name="T27" fmla="*/ 0 h 563"/>
                <a:gd name="T28" fmla="*/ 0 w 535"/>
                <a:gd name="T29" fmla="*/ 0 h 563"/>
                <a:gd name="T30" fmla="*/ 0 w 535"/>
                <a:gd name="T31" fmla="*/ 0 h 563"/>
                <a:gd name="T32" fmla="*/ 0 w 535"/>
                <a:gd name="T33" fmla="*/ 0 h 563"/>
                <a:gd name="T34" fmla="*/ 0 w 535"/>
                <a:gd name="T35" fmla="*/ 0 h 563"/>
                <a:gd name="T36" fmla="*/ 0 w 535"/>
                <a:gd name="T37" fmla="*/ 0 h 563"/>
                <a:gd name="T38" fmla="*/ 0 w 535"/>
                <a:gd name="T39" fmla="*/ 0 h 563"/>
                <a:gd name="T40" fmla="*/ 0 w 535"/>
                <a:gd name="T41" fmla="*/ 0 h 563"/>
                <a:gd name="T42" fmla="*/ 0 w 535"/>
                <a:gd name="T43" fmla="*/ 0 h 563"/>
                <a:gd name="T44" fmla="*/ 0 w 535"/>
                <a:gd name="T45" fmla="*/ 0 h 563"/>
                <a:gd name="T46" fmla="*/ 0 w 535"/>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5" h="563">
                  <a:moveTo>
                    <a:pt x="326" y="57"/>
                  </a:moveTo>
                  <a:lnTo>
                    <a:pt x="309" y="162"/>
                  </a:lnTo>
                  <a:lnTo>
                    <a:pt x="343" y="202"/>
                  </a:lnTo>
                  <a:lnTo>
                    <a:pt x="384" y="191"/>
                  </a:lnTo>
                  <a:lnTo>
                    <a:pt x="495" y="267"/>
                  </a:lnTo>
                  <a:lnTo>
                    <a:pt x="483" y="331"/>
                  </a:lnTo>
                  <a:lnTo>
                    <a:pt x="535" y="366"/>
                  </a:lnTo>
                  <a:lnTo>
                    <a:pt x="523" y="446"/>
                  </a:lnTo>
                  <a:lnTo>
                    <a:pt x="495" y="441"/>
                  </a:lnTo>
                  <a:lnTo>
                    <a:pt x="443" y="499"/>
                  </a:lnTo>
                  <a:lnTo>
                    <a:pt x="331" y="563"/>
                  </a:lnTo>
                  <a:lnTo>
                    <a:pt x="209" y="539"/>
                  </a:lnTo>
                  <a:lnTo>
                    <a:pt x="198" y="499"/>
                  </a:lnTo>
                  <a:lnTo>
                    <a:pt x="286" y="411"/>
                  </a:lnTo>
                  <a:lnTo>
                    <a:pt x="209" y="331"/>
                  </a:lnTo>
                  <a:lnTo>
                    <a:pt x="152" y="319"/>
                  </a:lnTo>
                  <a:lnTo>
                    <a:pt x="134" y="267"/>
                  </a:lnTo>
                  <a:lnTo>
                    <a:pt x="52" y="255"/>
                  </a:lnTo>
                  <a:lnTo>
                    <a:pt x="0" y="139"/>
                  </a:lnTo>
                  <a:lnTo>
                    <a:pt x="47" y="40"/>
                  </a:lnTo>
                  <a:lnTo>
                    <a:pt x="152" y="0"/>
                  </a:lnTo>
                  <a:lnTo>
                    <a:pt x="291" y="0"/>
                  </a:lnTo>
                  <a:lnTo>
                    <a:pt x="291" y="40"/>
                  </a:lnTo>
                  <a:lnTo>
                    <a:pt x="326" y="57"/>
                  </a:lnTo>
                  <a:close/>
                </a:path>
              </a:pathLst>
            </a:custGeom>
            <a:solidFill>
              <a:srgbClr val="FFFFFF"/>
            </a:solidFill>
            <a:ln w="9525">
              <a:solidFill>
                <a:srgbClr val="000000"/>
              </a:solidFill>
              <a:round/>
              <a:headEnd/>
              <a:tailEnd/>
            </a:ln>
          </p:spPr>
          <p:txBody>
            <a:bodyPr/>
            <a:lstStyle/>
            <a:p>
              <a:endParaRPr lang="ko-KR" altLang="en-US"/>
            </a:p>
          </p:txBody>
        </p:sp>
        <p:sp>
          <p:nvSpPr>
            <p:cNvPr id="418814" name="Freeform 290">
              <a:extLst>
                <a:ext uri="{FF2B5EF4-FFF2-40B4-BE49-F238E27FC236}">
                  <a16:creationId xmlns:a16="http://schemas.microsoft.com/office/drawing/2014/main" id="{89DB6C22-594C-1CA1-6849-BE50D97247D3}"/>
                </a:ext>
              </a:extLst>
            </p:cNvPr>
            <p:cNvSpPr>
              <a:spLocks/>
            </p:cNvSpPr>
            <p:nvPr/>
          </p:nvSpPr>
          <p:spPr bwMode="auto">
            <a:xfrm>
              <a:off x="4008" y="809"/>
              <a:ext cx="27" cy="39"/>
            </a:xfrm>
            <a:custGeom>
              <a:avLst/>
              <a:gdLst>
                <a:gd name="T0" fmla="*/ 0 w 354"/>
                <a:gd name="T1" fmla="*/ 0 h 471"/>
                <a:gd name="T2" fmla="*/ 0 w 354"/>
                <a:gd name="T3" fmla="*/ 0 h 471"/>
                <a:gd name="T4" fmla="*/ 0 w 354"/>
                <a:gd name="T5" fmla="*/ 0 h 471"/>
                <a:gd name="T6" fmla="*/ 0 w 354"/>
                <a:gd name="T7" fmla="*/ 0 h 471"/>
                <a:gd name="T8" fmla="*/ 0 w 354"/>
                <a:gd name="T9" fmla="*/ 0 h 471"/>
                <a:gd name="T10" fmla="*/ 0 w 354"/>
                <a:gd name="T11" fmla="*/ 0 h 471"/>
                <a:gd name="T12" fmla="*/ 0 w 354"/>
                <a:gd name="T13" fmla="*/ 0 h 471"/>
                <a:gd name="T14" fmla="*/ 0 w 354"/>
                <a:gd name="T15" fmla="*/ 0 h 471"/>
                <a:gd name="T16" fmla="*/ 0 w 354"/>
                <a:gd name="T17" fmla="*/ 0 h 471"/>
                <a:gd name="T18" fmla="*/ 0 w 354"/>
                <a:gd name="T19" fmla="*/ 0 h 471"/>
                <a:gd name="T20" fmla="*/ 0 w 354"/>
                <a:gd name="T21" fmla="*/ 0 h 471"/>
                <a:gd name="T22" fmla="*/ 0 w 354"/>
                <a:gd name="T23" fmla="*/ 0 h 471"/>
                <a:gd name="T24" fmla="*/ 0 w 354"/>
                <a:gd name="T25" fmla="*/ 0 h 471"/>
                <a:gd name="T26" fmla="*/ 0 w 354"/>
                <a:gd name="T27" fmla="*/ 0 h 471"/>
                <a:gd name="T28" fmla="*/ 0 w 354"/>
                <a:gd name="T29" fmla="*/ 0 h 471"/>
                <a:gd name="T30" fmla="*/ 0 w 354"/>
                <a:gd name="T31" fmla="*/ 0 h 471"/>
                <a:gd name="T32" fmla="*/ 0 w 354"/>
                <a:gd name="T33" fmla="*/ 0 h 471"/>
                <a:gd name="T34" fmla="*/ 0 w 354"/>
                <a:gd name="T35" fmla="*/ 0 h 471"/>
                <a:gd name="T36" fmla="*/ 0 w 354"/>
                <a:gd name="T37" fmla="*/ 0 h 4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54" h="471">
                  <a:moveTo>
                    <a:pt x="134" y="0"/>
                  </a:moveTo>
                  <a:lnTo>
                    <a:pt x="69" y="6"/>
                  </a:lnTo>
                  <a:lnTo>
                    <a:pt x="34" y="23"/>
                  </a:lnTo>
                  <a:lnTo>
                    <a:pt x="58" y="70"/>
                  </a:lnTo>
                  <a:lnTo>
                    <a:pt x="29" y="98"/>
                  </a:lnTo>
                  <a:lnTo>
                    <a:pt x="0" y="98"/>
                  </a:lnTo>
                  <a:lnTo>
                    <a:pt x="12" y="168"/>
                  </a:lnTo>
                  <a:lnTo>
                    <a:pt x="69" y="192"/>
                  </a:lnTo>
                  <a:lnTo>
                    <a:pt x="64" y="232"/>
                  </a:lnTo>
                  <a:lnTo>
                    <a:pt x="87" y="250"/>
                  </a:lnTo>
                  <a:lnTo>
                    <a:pt x="87" y="424"/>
                  </a:lnTo>
                  <a:lnTo>
                    <a:pt x="111" y="471"/>
                  </a:lnTo>
                  <a:lnTo>
                    <a:pt x="308" y="436"/>
                  </a:lnTo>
                  <a:lnTo>
                    <a:pt x="285" y="360"/>
                  </a:lnTo>
                  <a:lnTo>
                    <a:pt x="221" y="325"/>
                  </a:lnTo>
                  <a:lnTo>
                    <a:pt x="233" y="244"/>
                  </a:lnTo>
                  <a:lnTo>
                    <a:pt x="354" y="151"/>
                  </a:lnTo>
                  <a:lnTo>
                    <a:pt x="238" y="145"/>
                  </a:lnTo>
                  <a:lnTo>
                    <a:pt x="134" y="0"/>
                  </a:lnTo>
                  <a:close/>
                </a:path>
              </a:pathLst>
            </a:custGeom>
            <a:solidFill>
              <a:srgbClr val="FFFFFF"/>
            </a:solidFill>
            <a:ln w="9525">
              <a:solidFill>
                <a:srgbClr val="000000"/>
              </a:solidFill>
              <a:round/>
              <a:headEnd/>
              <a:tailEnd/>
            </a:ln>
          </p:spPr>
          <p:txBody>
            <a:bodyPr/>
            <a:lstStyle/>
            <a:p>
              <a:endParaRPr lang="ko-KR" altLang="en-US"/>
            </a:p>
          </p:txBody>
        </p:sp>
        <p:sp>
          <p:nvSpPr>
            <p:cNvPr id="418815" name="Freeform 291">
              <a:extLst>
                <a:ext uri="{FF2B5EF4-FFF2-40B4-BE49-F238E27FC236}">
                  <a16:creationId xmlns:a16="http://schemas.microsoft.com/office/drawing/2014/main" id="{73335F26-8F36-EAA5-B464-268922BC72A3}"/>
                </a:ext>
              </a:extLst>
            </p:cNvPr>
            <p:cNvSpPr>
              <a:spLocks/>
            </p:cNvSpPr>
            <p:nvPr/>
          </p:nvSpPr>
          <p:spPr bwMode="auto">
            <a:xfrm>
              <a:off x="4025" y="822"/>
              <a:ext cx="23" cy="23"/>
            </a:xfrm>
            <a:custGeom>
              <a:avLst/>
              <a:gdLst>
                <a:gd name="T0" fmla="*/ 0 w 302"/>
                <a:gd name="T1" fmla="*/ 0 h 285"/>
                <a:gd name="T2" fmla="*/ 0 w 302"/>
                <a:gd name="T3" fmla="*/ 0 h 285"/>
                <a:gd name="T4" fmla="*/ 0 w 302"/>
                <a:gd name="T5" fmla="*/ 0 h 285"/>
                <a:gd name="T6" fmla="*/ 0 w 302"/>
                <a:gd name="T7" fmla="*/ 0 h 285"/>
                <a:gd name="T8" fmla="*/ 0 w 302"/>
                <a:gd name="T9" fmla="*/ 0 h 285"/>
                <a:gd name="T10" fmla="*/ 0 w 302"/>
                <a:gd name="T11" fmla="*/ 0 h 285"/>
                <a:gd name="T12" fmla="*/ 0 w 302"/>
                <a:gd name="T13" fmla="*/ 0 h 285"/>
                <a:gd name="T14" fmla="*/ 0 w 302"/>
                <a:gd name="T15" fmla="*/ 0 h 285"/>
                <a:gd name="T16" fmla="*/ 0 w 302"/>
                <a:gd name="T17" fmla="*/ 0 h 285"/>
                <a:gd name="T18" fmla="*/ 0 w 302"/>
                <a:gd name="T19" fmla="*/ 0 h 285"/>
                <a:gd name="T20" fmla="*/ 0 w 302"/>
                <a:gd name="T21" fmla="*/ 0 h 285"/>
                <a:gd name="T22" fmla="*/ 0 w 302"/>
                <a:gd name="T23" fmla="*/ 0 h 285"/>
                <a:gd name="T24" fmla="*/ 0 w 302"/>
                <a:gd name="T25" fmla="*/ 0 h 285"/>
                <a:gd name="T26" fmla="*/ 0 w 302"/>
                <a:gd name="T27" fmla="*/ 0 h 2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02" h="285">
                  <a:moveTo>
                    <a:pt x="133" y="0"/>
                  </a:moveTo>
                  <a:lnTo>
                    <a:pt x="12" y="93"/>
                  </a:lnTo>
                  <a:lnTo>
                    <a:pt x="0" y="174"/>
                  </a:lnTo>
                  <a:lnTo>
                    <a:pt x="64" y="209"/>
                  </a:lnTo>
                  <a:lnTo>
                    <a:pt x="87" y="285"/>
                  </a:lnTo>
                  <a:lnTo>
                    <a:pt x="133" y="250"/>
                  </a:lnTo>
                  <a:lnTo>
                    <a:pt x="185" y="285"/>
                  </a:lnTo>
                  <a:lnTo>
                    <a:pt x="255" y="285"/>
                  </a:lnTo>
                  <a:lnTo>
                    <a:pt x="296" y="180"/>
                  </a:lnTo>
                  <a:lnTo>
                    <a:pt x="272" y="134"/>
                  </a:lnTo>
                  <a:lnTo>
                    <a:pt x="302" y="87"/>
                  </a:lnTo>
                  <a:lnTo>
                    <a:pt x="244" y="76"/>
                  </a:lnTo>
                  <a:lnTo>
                    <a:pt x="162" y="6"/>
                  </a:lnTo>
                  <a:lnTo>
                    <a:pt x="133" y="0"/>
                  </a:lnTo>
                  <a:close/>
                </a:path>
              </a:pathLst>
            </a:custGeom>
            <a:solidFill>
              <a:srgbClr val="FFFFFF"/>
            </a:solidFill>
            <a:ln w="9525">
              <a:solidFill>
                <a:srgbClr val="000000"/>
              </a:solidFill>
              <a:round/>
              <a:headEnd/>
              <a:tailEnd/>
            </a:ln>
          </p:spPr>
          <p:txBody>
            <a:bodyPr/>
            <a:lstStyle/>
            <a:p>
              <a:endParaRPr lang="ko-KR" altLang="en-US"/>
            </a:p>
          </p:txBody>
        </p:sp>
        <p:sp>
          <p:nvSpPr>
            <p:cNvPr id="440320" name="Freeform 292">
              <a:extLst>
                <a:ext uri="{FF2B5EF4-FFF2-40B4-BE49-F238E27FC236}">
                  <a16:creationId xmlns:a16="http://schemas.microsoft.com/office/drawing/2014/main" id="{CE7D98B1-B641-4394-E61C-4CE7F6521FA0}"/>
                </a:ext>
              </a:extLst>
            </p:cNvPr>
            <p:cNvSpPr>
              <a:spLocks/>
            </p:cNvSpPr>
            <p:nvPr/>
          </p:nvSpPr>
          <p:spPr bwMode="auto">
            <a:xfrm>
              <a:off x="4044" y="829"/>
              <a:ext cx="12" cy="18"/>
            </a:xfrm>
            <a:custGeom>
              <a:avLst/>
              <a:gdLst>
                <a:gd name="T0" fmla="*/ 0 w 163"/>
                <a:gd name="T1" fmla="*/ 0 h 226"/>
                <a:gd name="T2" fmla="*/ 0 w 163"/>
                <a:gd name="T3" fmla="*/ 0 h 226"/>
                <a:gd name="T4" fmla="*/ 0 w 163"/>
                <a:gd name="T5" fmla="*/ 0 h 226"/>
                <a:gd name="T6" fmla="*/ 0 w 163"/>
                <a:gd name="T7" fmla="*/ 0 h 226"/>
                <a:gd name="T8" fmla="*/ 0 w 163"/>
                <a:gd name="T9" fmla="*/ 0 h 226"/>
                <a:gd name="T10" fmla="*/ 0 w 163"/>
                <a:gd name="T11" fmla="*/ 0 h 226"/>
                <a:gd name="T12" fmla="*/ 0 w 163"/>
                <a:gd name="T13" fmla="*/ 0 h 226"/>
                <a:gd name="T14" fmla="*/ 0 w 163"/>
                <a:gd name="T15" fmla="*/ 0 h 226"/>
                <a:gd name="T16" fmla="*/ 0 w 163"/>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3" h="226">
                  <a:moveTo>
                    <a:pt x="47" y="0"/>
                  </a:moveTo>
                  <a:lnTo>
                    <a:pt x="17" y="47"/>
                  </a:lnTo>
                  <a:lnTo>
                    <a:pt x="41" y="93"/>
                  </a:lnTo>
                  <a:lnTo>
                    <a:pt x="0" y="198"/>
                  </a:lnTo>
                  <a:lnTo>
                    <a:pt x="35" y="226"/>
                  </a:lnTo>
                  <a:lnTo>
                    <a:pt x="76" y="221"/>
                  </a:lnTo>
                  <a:lnTo>
                    <a:pt x="163" y="93"/>
                  </a:lnTo>
                  <a:lnTo>
                    <a:pt x="82" y="12"/>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40321" name="Freeform 293">
              <a:extLst>
                <a:ext uri="{FF2B5EF4-FFF2-40B4-BE49-F238E27FC236}">
                  <a16:creationId xmlns:a16="http://schemas.microsoft.com/office/drawing/2014/main" id="{E00B7D39-1DE4-3F36-8260-0CFE62DFE380}"/>
                </a:ext>
              </a:extLst>
            </p:cNvPr>
            <p:cNvSpPr>
              <a:spLocks/>
            </p:cNvSpPr>
            <p:nvPr/>
          </p:nvSpPr>
          <p:spPr bwMode="auto">
            <a:xfrm>
              <a:off x="3933" y="823"/>
              <a:ext cx="204" cy="216"/>
            </a:xfrm>
            <a:custGeom>
              <a:avLst/>
              <a:gdLst>
                <a:gd name="T0" fmla="*/ 0 w 2685"/>
                <a:gd name="T1" fmla="*/ 0 h 2603"/>
                <a:gd name="T2" fmla="*/ 0 w 2685"/>
                <a:gd name="T3" fmla="*/ 0 h 2603"/>
                <a:gd name="T4" fmla="*/ 0 w 2685"/>
                <a:gd name="T5" fmla="*/ 0 h 2603"/>
                <a:gd name="T6" fmla="*/ 0 w 2685"/>
                <a:gd name="T7" fmla="*/ 0 h 2603"/>
                <a:gd name="T8" fmla="*/ 0 w 2685"/>
                <a:gd name="T9" fmla="*/ 0 h 2603"/>
                <a:gd name="T10" fmla="*/ 0 w 2685"/>
                <a:gd name="T11" fmla="*/ 0 h 2603"/>
                <a:gd name="T12" fmla="*/ 0 w 2685"/>
                <a:gd name="T13" fmla="*/ 0 h 2603"/>
                <a:gd name="T14" fmla="*/ 0 w 2685"/>
                <a:gd name="T15" fmla="*/ 0 h 2603"/>
                <a:gd name="T16" fmla="*/ 0 w 2685"/>
                <a:gd name="T17" fmla="*/ 0 h 2603"/>
                <a:gd name="T18" fmla="*/ 0 w 2685"/>
                <a:gd name="T19" fmla="*/ 0 h 2603"/>
                <a:gd name="T20" fmla="*/ 0 w 2685"/>
                <a:gd name="T21" fmla="*/ 0 h 2603"/>
                <a:gd name="T22" fmla="*/ 0 w 2685"/>
                <a:gd name="T23" fmla="*/ 0 h 2603"/>
                <a:gd name="T24" fmla="*/ 0 w 2685"/>
                <a:gd name="T25" fmla="*/ 0 h 2603"/>
                <a:gd name="T26" fmla="*/ 0 w 2685"/>
                <a:gd name="T27" fmla="*/ 0 h 2603"/>
                <a:gd name="T28" fmla="*/ 0 w 2685"/>
                <a:gd name="T29" fmla="*/ 0 h 2603"/>
                <a:gd name="T30" fmla="*/ 0 w 2685"/>
                <a:gd name="T31" fmla="*/ 0 h 2603"/>
                <a:gd name="T32" fmla="*/ 0 w 2685"/>
                <a:gd name="T33" fmla="*/ 0 h 2603"/>
                <a:gd name="T34" fmla="*/ 0 w 2685"/>
                <a:gd name="T35" fmla="*/ 0 h 2603"/>
                <a:gd name="T36" fmla="*/ 0 w 2685"/>
                <a:gd name="T37" fmla="*/ 0 h 2603"/>
                <a:gd name="T38" fmla="*/ 0 w 2685"/>
                <a:gd name="T39" fmla="*/ 0 h 2603"/>
                <a:gd name="T40" fmla="*/ 0 w 2685"/>
                <a:gd name="T41" fmla="*/ 0 h 2603"/>
                <a:gd name="T42" fmla="*/ 0 w 2685"/>
                <a:gd name="T43" fmla="*/ 0 h 2603"/>
                <a:gd name="T44" fmla="*/ 0 w 2685"/>
                <a:gd name="T45" fmla="*/ 0 h 2603"/>
                <a:gd name="T46" fmla="*/ 0 w 2685"/>
                <a:gd name="T47" fmla="*/ 0 h 2603"/>
                <a:gd name="T48" fmla="*/ 0 w 2685"/>
                <a:gd name="T49" fmla="*/ 0 h 2603"/>
                <a:gd name="T50" fmla="*/ 0 w 2685"/>
                <a:gd name="T51" fmla="*/ 0 h 2603"/>
                <a:gd name="T52" fmla="*/ 0 w 2685"/>
                <a:gd name="T53" fmla="*/ 0 h 2603"/>
                <a:gd name="T54" fmla="*/ 0 w 2685"/>
                <a:gd name="T55" fmla="*/ 0 h 2603"/>
                <a:gd name="T56" fmla="*/ 0 w 2685"/>
                <a:gd name="T57" fmla="*/ 0 h 2603"/>
                <a:gd name="T58" fmla="*/ 0 w 2685"/>
                <a:gd name="T59" fmla="*/ 0 h 2603"/>
                <a:gd name="T60" fmla="*/ 0 w 2685"/>
                <a:gd name="T61" fmla="*/ 0 h 2603"/>
                <a:gd name="T62" fmla="*/ 0 w 2685"/>
                <a:gd name="T63" fmla="*/ 0 h 2603"/>
                <a:gd name="T64" fmla="*/ 0 w 2685"/>
                <a:gd name="T65" fmla="*/ 0 h 2603"/>
                <a:gd name="T66" fmla="*/ 0 w 2685"/>
                <a:gd name="T67" fmla="*/ 0 h 2603"/>
                <a:gd name="T68" fmla="*/ 0 w 2685"/>
                <a:gd name="T69" fmla="*/ 0 h 2603"/>
                <a:gd name="T70" fmla="*/ 0 w 2685"/>
                <a:gd name="T71" fmla="*/ 0 h 2603"/>
                <a:gd name="T72" fmla="*/ 0 w 2685"/>
                <a:gd name="T73" fmla="*/ 0 h 2603"/>
                <a:gd name="T74" fmla="*/ 0 w 2685"/>
                <a:gd name="T75" fmla="*/ 0 h 2603"/>
                <a:gd name="T76" fmla="*/ 0 w 2685"/>
                <a:gd name="T77" fmla="*/ 0 h 2603"/>
                <a:gd name="T78" fmla="*/ 0 w 2685"/>
                <a:gd name="T79" fmla="*/ 0 h 2603"/>
                <a:gd name="T80" fmla="*/ 0 w 2685"/>
                <a:gd name="T81" fmla="*/ 0 h 2603"/>
                <a:gd name="T82" fmla="*/ 0 w 2685"/>
                <a:gd name="T83" fmla="*/ 0 h 2603"/>
                <a:gd name="T84" fmla="*/ 0 w 2685"/>
                <a:gd name="T85" fmla="*/ 0 h 2603"/>
                <a:gd name="T86" fmla="*/ 0 w 2685"/>
                <a:gd name="T87" fmla="*/ 0 h 2603"/>
                <a:gd name="T88" fmla="*/ 0 w 2685"/>
                <a:gd name="T89" fmla="*/ 0 h 2603"/>
                <a:gd name="T90" fmla="*/ 0 w 2685"/>
                <a:gd name="T91" fmla="*/ 0 h 2603"/>
                <a:gd name="T92" fmla="*/ 0 w 2685"/>
                <a:gd name="T93" fmla="*/ 0 h 2603"/>
                <a:gd name="T94" fmla="*/ 0 w 2685"/>
                <a:gd name="T95" fmla="*/ 0 h 2603"/>
                <a:gd name="T96" fmla="*/ 0 w 2685"/>
                <a:gd name="T97" fmla="*/ 0 h 2603"/>
                <a:gd name="T98" fmla="*/ 0 w 2685"/>
                <a:gd name="T99" fmla="*/ 0 h 2603"/>
                <a:gd name="T100" fmla="*/ 0 w 2685"/>
                <a:gd name="T101" fmla="*/ 0 h 2603"/>
                <a:gd name="T102" fmla="*/ 0 w 2685"/>
                <a:gd name="T103" fmla="*/ 0 h 2603"/>
                <a:gd name="T104" fmla="*/ 0 w 2685"/>
                <a:gd name="T105" fmla="*/ 0 h 2603"/>
                <a:gd name="T106" fmla="*/ 0 w 2685"/>
                <a:gd name="T107" fmla="*/ 0 h 2603"/>
                <a:gd name="T108" fmla="*/ 0 w 2685"/>
                <a:gd name="T109" fmla="*/ 0 h 2603"/>
                <a:gd name="T110" fmla="*/ 0 w 2685"/>
                <a:gd name="T111" fmla="*/ 0 h 2603"/>
                <a:gd name="T112" fmla="*/ 0 w 2685"/>
                <a:gd name="T113" fmla="*/ 0 h 2603"/>
                <a:gd name="T114" fmla="*/ 0 w 2685"/>
                <a:gd name="T115" fmla="*/ 0 h 2603"/>
                <a:gd name="T116" fmla="*/ 0 w 2685"/>
                <a:gd name="T117" fmla="*/ 0 h 2603"/>
                <a:gd name="T118" fmla="*/ 0 w 2685"/>
                <a:gd name="T119" fmla="*/ 0 h 2603"/>
                <a:gd name="T120" fmla="*/ 0 w 2685"/>
                <a:gd name="T121" fmla="*/ 0 h 26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85" h="2603">
                  <a:moveTo>
                    <a:pt x="1633" y="163"/>
                  </a:moveTo>
                  <a:lnTo>
                    <a:pt x="1662" y="192"/>
                  </a:lnTo>
                  <a:lnTo>
                    <a:pt x="1715" y="308"/>
                  </a:lnTo>
                  <a:lnTo>
                    <a:pt x="1760" y="343"/>
                  </a:lnTo>
                  <a:lnTo>
                    <a:pt x="1580" y="523"/>
                  </a:lnTo>
                  <a:lnTo>
                    <a:pt x="1673" y="512"/>
                  </a:lnTo>
                  <a:lnTo>
                    <a:pt x="1737" y="477"/>
                  </a:lnTo>
                  <a:lnTo>
                    <a:pt x="1790" y="488"/>
                  </a:lnTo>
                  <a:lnTo>
                    <a:pt x="1772" y="535"/>
                  </a:lnTo>
                  <a:lnTo>
                    <a:pt x="1703" y="540"/>
                  </a:lnTo>
                  <a:lnTo>
                    <a:pt x="1778" y="582"/>
                  </a:lnTo>
                  <a:lnTo>
                    <a:pt x="1854" y="523"/>
                  </a:lnTo>
                  <a:lnTo>
                    <a:pt x="2022" y="535"/>
                  </a:lnTo>
                  <a:lnTo>
                    <a:pt x="2028" y="570"/>
                  </a:lnTo>
                  <a:lnTo>
                    <a:pt x="2057" y="570"/>
                  </a:lnTo>
                  <a:lnTo>
                    <a:pt x="2046" y="622"/>
                  </a:lnTo>
                  <a:lnTo>
                    <a:pt x="2086" y="640"/>
                  </a:lnTo>
                  <a:lnTo>
                    <a:pt x="2069" y="662"/>
                  </a:lnTo>
                  <a:lnTo>
                    <a:pt x="2191" y="669"/>
                  </a:lnTo>
                  <a:lnTo>
                    <a:pt x="2284" y="721"/>
                  </a:lnTo>
                  <a:lnTo>
                    <a:pt x="2348" y="680"/>
                  </a:lnTo>
                  <a:lnTo>
                    <a:pt x="2395" y="704"/>
                  </a:lnTo>
                  <a:lnTo>
                    <a:pt x="2545" y="872"/>
                  </a:lnTo>
                  <a:lnTo>
                    <a:pt x="2587" y="884"/>
                  </a:lnTo>
                  <a:lnTo>
                    <a:pt x="2644" y="860"/>
                  </a:lnTo>
                  <a:lnTo>
                    <a:pt x="2679" y="894"/>
                  </a:lnTo>
                  <a:lnTo>
                    <a:pt x="2685" y="1081"/>
                  </a:lnTo>
                  <a:lnTo>
                    <a:pt x="2644" y="1156"/>
                  </a:lnTo>
                  <a:lnTo>
                    <a:pt x="2580" y="1180"/>
                  </a:lnTo>
                  <a:lnTo>
                    <a:pt x="2400" y="1342"/>
                  </a:lnTo>
                  <a:lnTo>
                    <a:pt x="2348" y="1372"/>
                  </a:lnTo>
                  <a:lnTo>
                    <a:pt x="2336" y="1494"/>
                  </a:lnTo>
                  <a:lnTo>
                    <a:pt x="2290" y="1592"/>
                  </a:lnTo>
                  <a:lnTo>
                    <a:pt x="2266" y="1703"/>
                  </a:lnTo>
                  <a:lnTo>
                    <a:pt x="2051" y="1975"/>
                  </a:lnTo>
                  <a:lnTo>
                    <a:pt x="2004" y="1993"/>
                  </a:lnTo>
                  <a:lnTo>
                    <a:pt x="1917" y="1982"/>
                  </a:lnTo>
                  <a:lnTo>
                    <a:pt x="1795" y="2045"/>
                  </a:lnTo>
                  <a:lnTo>
                    <a:pt x="1743" y="2034"/>
                  </a:lnTo>
                  <a:lnTo>
                    <a:pt x="1558" y="2127"/>
                  </a:lnTo>
                  <a:lnTo>
                    <a:pt x="1516" y="2306"/>
                  </a:lnTo>
                  <a:lnTo>
                    <a:pt x="1319" y="2521"/>
                  </a:lnTo>
                  <a:lnTo>
                    <a:pt x="1279" y="2521"/>
                  </a:lnTo>
                  <a:lnTo>
                    <a:pt x="1342" y="2382"/>
                  </a:lnTo>
                  <a:lnTo>
                    <a:pt x="1313" y="2394"/>
                  </a:lnTo>
                  <a:lnTo>
                    <a:pt x="1203" y="2603"/>
                  </a:lnTo>
                  <a:lnTo>
                    <a:pt x="1144" y="2528"/>
                  </a:lnTo>
                  <a:lnTo>
                    <a:pt x="1151" y="2486"/>
                  </a:lnTo>
                  <a:lnTo>
                    <a:pt x="1081" y="2423"/>
                  </a:lnTo>
                  <a:lnTo>
                    <a:pt x="1034" y="2417"/>
                  </a:lnTo>
                  <a:lnTo>
                    <a:pt x="1029" y="2359"/>
                  </a:lnTo>
                  <a:lnTo>
                    <a:pt x="977" y="2324"/>
                  </a:lnTo>
                  <a:lnTo>
                    <a:pt x="1226" y="2196"/>
                  </a:lnTo>
                  <a:lnTo>
                    <a:pt x="1226" y="2104"/>
                  </a:lnTo>
                  <a:lnTo>
                    <a:pt x="1214" y="2097"/>
                  </a:lnTo>
                  <a:lnTo>
                    <a:pt x="1226" y="2017"/>
                  </a:lnTo>
                  <a:lnTo>
                    <a:pt x="1174" y="1982"/>
                  </a:lnTo>
                  <a:lnTo>
                    <a:pt x="1186" y="1918"/>
                  </a:lnTo>
                  <a:lnTo>
                    <a:pt x="1075" y="1842"/>
                  </a:lnTo>
                  <a:lnTo>
                    <a:pt x="1034" y="1853"/>
                  </a:lnTo>
                  <a:lnTo>
                    <a:pt x="1000" y="1825"/>
                  </a:lnTo>
                  <a:lnTo>
                    <a:pt x="1022" y="1668"/>
                  </a:lnTo>
                  <a:lnTo>
                    <a:pt x="1052" y="1633"/>
                  </a:lnTo>
                  <a:lnTo>
                    <a:pt x="1011" y="1476"/>
                  </a:lnTo>
                  <a:lnTo>
                    <a:pt x="918" y="1447"/>
                  </a:lnTo>
                  <a:lnTo>
                    <a:pt x="900" y="1383"/>
                  </a:lnTo>
                  <a:lnTo>
                    <a:pt x="877" y="1360"/>
                  </a:lnTo>
                  <a:lnTo>
                    <a:pt x="877" y="1342"/>
                  </a:lnTo>
                  <a:lnTo>
                    <a:pt x="918" y="1313"/>
                  </a:lnTo>
                  <a:lnTo>
                    <a:pt x="726" y="1156"/>
                  </a:lnTo>
                  <a:lnTo>
                    <a:pt x="639" y="1145"/>
                  </a:lnTo>
                  <a:lnTo>
                    <a:pt x="581" y="1069"/>
                  </a:lnTo>
                  <a:lnTo>
                    <a:pt x="628" y="1051"/>
                  </a:lnTo>
                  <a:lnTo>
                    <a:pt x="639" y="971"/>
                  </a:lnTo>
                  <a:lnTo>
                    <a:pt x="598" y="964"/>
                  </a:lnTo>
                  <a:lnTo>
                    <a:pt x="429" y="994"/>
                  </a:lnTo>
                  <a:lnTo>
                    <a:pt x="424" y="976"/>
                  </a:lnTo>
                  <a:lnTo>
                    <a:pt x="366" y="982"/>
                  </a:lnTo>
                  <a:lnTo>
                    <a:pt x="342" y="1034"/>
                  </a:lnTo>
                  <a:lnTo>
                    <a:pt x="284" y="1023"/>
                  </a:lnTo>
                  <a:lnTo>
                    <a:pt x="215" y="988"/>
                  </a:lnTo>
                  <a:lnTo>
                    <a:pt x="232" y="918"/>
                  </a:lnTo>
                  <a:lnTo>
                    <a:pt x="203" y="889"/>
                  </a:lnTo>
                  <a:lnTo>
                    <a:pt x="122" y="918"/>
                  </a:lnTo>
                  <a:lnTo>
                    <a:pt x="87" y="860"/>
                  </a:lnTo>
                  <a:lnTo>
                    <a:pt x="23" y="901"/>
                  </a:lnTo>
                  <a:lnTo>
                    <a:pt x="0" y="784"/>
                  </a:lnTo>
                  <a:lnTo>
                    <a:pt x="52" y="692"/>
                  </a:lnTo>
                  <a:lnTo>
                    <a:pt x="58" y="640"/>
                  </a:lnTo>
                  <a:lnTo>
                    <a:pt x="262" y="529"/>
                  </a:lnTo>
                  <a:lnTo>
                    <a:pt x="360" y="326"/>
                  </a:lnTo>
                  <a:lnTo>
                    <a:pt x="314" y="285"/>
                  </a:lnTo>
                  <a:lnTo>
                    <a:pt x="319" y="239"/>
                  </a:lnTo>
                  <a:lnTo>
                    <a:pt x="384" y="192"/>
                  </a:lnTo>
                  <a:lnTo>
                    <a:pt x="360" y="186"/>
                  </a:lnTo>
                  <a:lnTo>
                    <a:pt x="342" y="174"/>
                  </a:lnTo>
                  <a:lnTo>
                    <a:pt x="349" y="146"/>
                  </a:lnTo>
                  <a:lnTo>
                    <a:pt x="377" y="151"/>
                  </a:lnTo>
                  <a:lnTo>
                    <a:pt x="429" y="186"/>
                  </a:lnTo>
                  <a:lnTo>
                    <a:pt x="476" y="186"/>
                  </a:lnTo>
                  <a:lnTo>
                    <a:pt x="511" y="239"/>
                  </a:lnTo>
                  <a:lnTo>
                    <a:pt x="656" y="268"/>
                  </a:lnTo>
                  <a:lnTo>
                    <a:pt x="778" y="174"/>
                  </a:lnTo>
                  <a:lnTo>
                    <a:pt x="691" y="52"/>
                  </a:lnTo>
                  <a:lnTo>
                    <a:pt x="720" y="29"/>
                  </a:lnTo>
                  <a:lnTo>
                    <a:pt x="843" y="105"/>
                  </a:lnTo>
                  <a:lnTo>
                    <a:pt x="872" y="87"/>
                  </a:lnTo>
                  <a:lnTo>
                    <a:pt x="965" y="99"/>
                  </a:lnTo>
                  <a:lnTo>
                    <a:pt x="1000" y="24"/>
                  </a:lnTo>
                  <a:lnTo>
                    <a:pt x="1000" y="0"/>
                  </a:lnTo>
                  <a:lnTo>
                    <a:pt x="1057" y="24"/>
                  </a:lnTo>
                  <a:lnTo>
                    <a:pt x="1052" y="59"/>
                  </a:lnTo>
                  <a:lnTo>
                    <a:pt x="1075" y="82"/>
                  </a:lnTo>
                  <a:lnTo>
                    <a:pt x="1075" y="256"/>
                  </a:lnTo>
                  <a:lnTo>
                    <a:pt x="1099" y="303"/>
                  </a:lnTo>
                  <a:lnTo>
                    <a:pt x="1296" y="268"/>
                  </a:lnTo>
                  <a:lnTo>
                    <a:pt x="1342" y="233"/>
                  </a:lnTo>
                  <a:lnTo>
                    <a:pt x="1401" y="268"/>
                  </a:lnTo>
                  <a:lnTo>
                    <a:pt x="1470" y="268"/>
                  </a:lnTo>
                  <a:lnTo>
                    <a:pt x="1499" y="296"/>
                  </a:lnTo>
                  <a:lnTo>
                    <a:pt x="1540" y="291"/>
                  </a:lnTo>
                  <a:lnTo>
                    <a:pt x="1633" y="163"/>
                  </a:lnTo>
                  <a:close/>
                </a:path>
              </a:pathLst>
            </a:custGeom>
            <a:solidFill>
              <a:srgbClr val="FFFFFF"/>
            </a:solidFill>
            <a:ln w="9525">
              <a:solidFill>
                <a:srgbClr val="000000"/>
              </a:solidFill>
              <a:round/>
              <a:headEnd/>
              <a:tailEnd/>
            </a:ln>
          </p:spPr>
          <p:txBody>
            <a:bodyPr/>
            <a:lstStyle/>
            <a:p>
              <a:endParaRPr lang="ko-KR" altLang="en-US"/>
            </a:p>
          </p:txBody>
        </p:sp>
        <p:sp>
          <p:nvSpPr>
            <p:cNvPr id="440322" name="Freeform 294">
              <a:extLst>
                <a:ext uri="{FF2B5EF4-FFF2-40B4-BE49-F238E27FC236}">
                  <a16:creationId xmlns:a16="http://schemas.microsoft.com/office/drawing/2014/main" id="{BE0A397E-B12F-D7FE-E8FB-91953FCDCF19}"/>
                </a:ext>
              </a:extLst>
            </p:cNvPr>
            <p:cNvSpPr>
              <a:spLocks/>
            </p:cNvSpPr>
            <p:nvPr/>
          </p:nvSpPr>
          <p:spPr bwMode="auto">
            <a:xfrm rot="-882543">
              <a:off x="4023" y="750"/>
              <a:ext cx="5" cy="5"/>
            </a:xfrm>
            <a:custGeom>
              <a:avLst/>
              <a:gdLst>
                <a:gd name="T0" fmla="*/ 0 w 75"/>
                <a:gd name="T1" fmla="*/ 0 h 57"/>
                <a:gd name="T2" fmla="*/ 0 w 75"/>
                <a:gd name="T3" fmla="*/ 0 h 57"/>
                <a:gd name="T4" fmla="*/ 0 w 75"/>
                <a:gd name="T5" fmla="*/ 0 h 57"/>
                <a:gd name="T6" fmla="*/ 0 w 75"/>
                <a:gd name="T7" fmla="*/ 0 h 57"/>
                <a:gd name="T8" fmla="*/ 0 w 75"/>
                <a:gd name="T9" fmla="*/ 0 h 57"/>
                <a:gd name="T10" fmla="*/ 0 w 75"/>
                <a:gd name="T11" fmla="*/ 0 h 57"/>
                <a:gd name="T12" fmla="*/ 0 w 75"/>
                <a:gd name="T13" fmla="*/ 0 h 57"/>
                <a:gd name="T14" fmla="*/ 0 w 75"/>
                <a:gd name="T15" fmla="*/ 0 h 5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 h="57">
                  <a:moveTo>
                    <a:pt x="47" y="0"/>
                  </a:moveTo>
                  <a:lnTo>
                    <a:pt x="0" y="23"/>
                  </a:lnTo>
                  <a:lnTo>
                    <a:pt x="0" y="45"/>
                  </a:lnTo>
                  <a:lnTo>
                    <a:pt x="40" y="40"/>
                  </a:lnTo>
                  <a:lnTo>
                    <a:pt x="47" y="52"/>
                  </a:lnTo>
                  <a:lnTo>
                    <a:pt x="75" y="57"/>
                  </a:lnTo>
                  <a:lnTo>
                    <a:pt x="70" y="17"/>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40323" name="Freeform 295">
              <a:extLst>
                <a:ext uri="{FF2B5EF4-FFF2-40B4-BE49-F238E27FC236}">
                  <a16:creationId xmlns:a16="http://schemas.microsoft.com/office/drawing/2014/main" id="{894898E8-4132-3FA1-A7FE-D4E4C3435316}"/>
                </a:ext>
              </a:extLst>
            </p:cNvPr>
            <p:cNvSpPr>
              <a:spLocks/>
            </p:cNvSpPr>
            <p:nvPr/>
          </p:nvSpPr>
          <p:spPr bwMode="auto">
            <a:xfrm rot="-882543">
              <a:off x="3892" y="665"/>
              <a:ext cx="67" cy="31"/>
            </a:xfrm>
            <a:custGeom>
              <a:avLst/>
              <a:gdLst>
                <a:gd name="T0" fmla="*/ 0 w 884"/>
                <a:gd name="T1" fmla="*/ 0 h 377"/>
                <a:gd name="T2" fmla="*/ 0 w 884"/>
                <a:gd name="T3" fmla="*/ 0 h 377"/>
                <a:gd name="T4" fmla="*/ 0 w 884"/>
                <a:gd name="T5" fmla="*/ 0 h 377"/>
                <a:gd name="T6" fmla="*/ 0 w 884"/>
                <a:gd name="T7" fmla="*/ 0 h 377"/>
                <a:gd name="T8" fmla="*/ 0 w 884"/>
                <a:gd name="T9" fmla="*/ 0 h 377"/>
                <a:gd name="T10" fmla="*/ 0 w 884"/>
                <a:gd name="T11" fmla="*/ 0 h 377"/>
                <a:gd name="T12" fmla="*/ 0 w 884"/>
                <a:gd name="T13" fmla="*/ 0 h 377"/>
                <a:gd name="T14" fmla="*/ 0 w 884"/>
                <a:gd name="T15" fmla="*/ 0 h 377"/>
                <a:gd name="T16" fmla="*/ 0 w 884"/>
                <a:gd name="T17" fmla="*/ 0 h 377"/>
                <a:gd name="T18" fmla="*/ 0 w 884"/>
                <a:gd name="T19" fmla="*/ 0 h 377"/>
                <a:gd name="T20" fmla="*/ 0 w 884"/>
                <a:gd name="T21" fmla="*/ 0 h 377"/>
                <a:gd name="T22" fmla="*/ 0 w 884"/>
                <a:gd name="T23" fmla="*/ 0 h 377"/>
                <a:gd name="T24" fmla="*/ 0 w 884"/>
                <a:gd name="T25" fmla="*/ 0 h 377"/>
                <a:gd name="T26" fmla="*/ 0 w 884"/>
                <a:gd name="T27" fmla="*/ 0 h 377"/>
                <a:gd name="T28" fmla="*/ 0 w 884"/>
                <a:gd name="T29" fmla="*/ 0 h 377"/>
                <a:gd name="T30" fmla="*/ 0 w 884"/>
                <a:gd name="T31" fmla="*/ 0 h 377"/>
                <a:gd name="T32" fmla="*/ 0 w 884"/>
                <a:gd name="T33" fmla="*/ 0 h 3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84" h="377">
                  <a:moveTo>
                    <a:pt x="0" y="87"/>
                  </a:moveTo>
                  <a:lnTo>
                    <a:pt x="35" y="41"/>
                  </a:lnTo>
                  <a:lnTo>
                    <a:pt x="238" y="0"/>
                  </a:lnTo>
                  <a:lnTo>
                    <a:pt x="517" y="98"/>
                  </a:lnTo>
                  <a:lnTo>
                    <a:pt x="610" y="192"/>
                  </a:lnTo>
                  <a:lnTo>
                    <a:pt x="802" y="238"/>
                  </a:lnTo>
                  <a:lnTo>
                    <a:pt x="807" y="279"/>
                  </a:lnTo>
                  <a:lnTo>
                    <a:pt x="884" y="337"/>
                  </a:lnTo>
                  <a:lnTo>
                    <a:pt x="837" y="377"/>
                  </a:lnTo>
                  <a:lnTo>
                    <a:pt x="570" y="354"/>
                  </a:lnTo>
                  <a:lnTo>
                    <a:pt x="575" y="279"/>
                  </a:lnTo>
                  <a:lnTo>
                    <a:pt x="483" y="185"/>
                  </a:lnTo>
                  <a:lnTo>
                    <a:pt x="424" y="180"/>
                  </a:lnTo>
                  <a:lnTo>
                    <a:pt x="226" y="93"/>
                  </a:lnTo>
                  <a:lnTo>
                    <a:pt x="198" y="58"/>
                  </a:lnTo>
                  <a:lnTo>
                    <a:pt x="81" y="105"/>
                  </a:lnTo>
                  <a:lnTo>
                    <a:pt x="0" y="87"/>
                  </a:lnTo>
                  <a:close/>
                </a:path>
              </a:pathLst>
            </a:custGeom>
            <a:solidFill>
              <a:srgbClr val="FFFFFF"/>
            </a:solidFill>
            <a:ln w="9525">
              <a:solidFill>
                <a:srgbClr val="000000"/>
              </a:solidFill>
              <a:round/>
              <a:headEnd/>
              <a:tailEnd/>
            </a:ln>
          </p:spPr>
          <p:txBody>
            <a:bodyPr/>
            <a:lstStyle/>
            <a:p>
              <a:endParaRPr lang="ko-KR" altLang="en-US"/>
            </a:p>
          </p:txBody>
        </p:sp>
        <p:sp>
          <p:nvSpPr>
            <p:cNvPr id="440324" name="Freeform 296">
              <a:extLst>
                <a:ext uri="{FF2B5EF4-FFF2-40B4-BE49-F238E27FC236}">
                  <a16:creationId xmlns:a16="http://schemas.microsoft.com/office/drawing/2014/main" id="{E9BBB0CE-164B-B077-F8A1-8766B0480C87}"/>
                </a:ext>
              </a:extLst>
            </p:cNvPr>
            <p:cNvSpPr>
              <a:spLocks/>
            </p:cNvSpPr>
            <p:nvPr/>
          </p:nvSpPr>
          <p:spPr bwMode="auto">
            <a:xfrm rot="-882543">
              <a:off x="4003" y="684"/>
              <a:ext cx="14" cy="6"/>
            </a:xfrm>
            <a:custGeom>
              <a:avLst/>
              <a:gdLst>
                <a:gd name="T0" fmla="*/ 0 w 180"/>
                <a:gd name="T1" fmla="*/ 0 h 57"/>
                <a:gd name="T2" fmla="*/ 0 w 180"/>
                <a:gd name="T3" fmla="*/ 0 h 57"/>
                <a:gd name="T4" fmla="*/ 0 w 180"/>
                <a:gd name="T5" fmla="*/ 0 h 57"/>
                <a:gd name="T6" fmla="*/ 0 w 180"/>
                <a:gd name="T7" fmla="*/ 0 h 57"/>
                <a:gd name="T8" fmla="*/ 0 w 180"/>
                <a:gd name="T9" fmla="*/ 0 h 57"/>
                <a:gd name="T10" fmla="*/ 0 w 180"/>
                <a:gd name="T11" fmla="*/ 0 h 57"/>
                <a:gd name="T12" fmla="*/ 0 w 180"/>
                <a:gd name="T13" fmla="*/ 0 h 57"/>
                <a:gd name="T14" fmla="*/ 0 w 180"/>
                <a:gd name="T15" fmla="*/ 0 h 5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0" h="57">
                  <a:moveTo>
                    <a:pt x="0" y="40"/>
                  </a:moveTo>
                  <a:lnTo>
                    <a:pt x="17" y="5"/>
                  </a:lnTo>
                  <a:lnTo>
                    <a:pt x="127" y="5"/>
                  </a:lnTo>
                  <a:lnTo>
                    <a:pt x="168" y="0"/>
                  </a:lnTo>
                  <a:lnTo>
                    <a:pt x="180" y="22"/>
                  </a:lnTo>
                  <a:lnTo>
                    <a:pt x="104" y="57"/>
                  </a:lnTo>
                  <a:lnTo>
                    <a:pt x="70" y="40"/>
                  </a:lnTo>
                  <a:lnTo>
                    <a:pt x="0" y="40"/>
                  </a:lnTo>
                  <a:close/>
                </a:path>
              </a:pathLst>
            </a:custGeom>
            <a:solidFill>
              <a:srgbClr val="FFFFFF"/>
            </a:solidFill>
            <a:ln w="9525">
              <a:solidFill>
                <a:srgbClr val="000000"/>
              </a:solidFill>
              <a:round/>
              <a:headEnd/>
              <a:tailEnd/>
            </a:ln>
          </p:spPr>
          <p:txBody>
            <a:bodyPr/>
            <a:lstStyle/>
            <a:p>
              <a:endParaRPr lang="ko-KR" altLang="en-US"/>
            </a:p>
          </p:txBody>
        </p:sp>
        <p:sp>
          <p:nvSpPr>
            <p:cNvPr id="440325" name="Freeform 297">
              <a:extLst>
                <a:ext uri="{FF2B5EF4-FFF2-40B4-BE49-F238E27FC236}">
                  <a16:creationId xmlns:a16="http://schemas.microsoft.com/office/drawing/2014/main" id="{262EE6E0-0228-78A8-09E2-24F624C5B4DC}"/>
                </a:ext>
              </a:extLst>
            </p:cNvPr>
            <p:cNvSpPr>
              <a:spLocks/>
            </p:cNvSpPr>
            <p:nvPr/>
          </p:nvSpPr>
          <p:spPr bwMode="auto">
            <a:xfrm rot="-882543">
              <a:off x="3933" y="699"/>
              <a:ext cx="15" cy="8"/>
            </a:xfrm>
            <a:custGeom>
              <a:avLst/>
              <a:gdLst>
                <a:gd name="T0" fmla="*/ 0 w 209"/>
                <a:gd name="T1" fmla="*/ 0 h 94"/>
                <a:gd name="T2" fmla="*/ 0 w 209"/>
                <a:gd name="T3" fmla="*/ 0 h 94"/>
                <a:gd name="T4" fmla="*/ 0 w 209"/>
                <a:gd name="T5" fmla="*/ 0 h 94"/>
                <a:gd name="T6" fmla="*/ 0 w 209"/>
                <a:gd name="T7" fmla="*/ 0 h 94"/>
                <a:gd name="T8" fmla="*/ 0 w 209"/>
                <a:gd name="T9" fmla="*/ 0 h 94"/>
                <a:gd name="T10" fmla="*/ 0 w 209"/>
                <a:gd name="T11" fmla="*/ 0 h 94"/>
                <a:gd name="T12" fmla="*/ 0 w 209"/>
                <a:gd name="T13" fmla="*/ 0 h 94"/>
                <a:gd name="T14" fmla="*/ 0 w 209"/>
                <a:gd name="T15" fmla="*/ 0 h 94"/>
                <a:gd name="T16" fmla="*/ 0 w 209"/>
                <a:gd name="T17" fmla="*/ 0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9" h="94">
                  <a:moveTo>
                    <a:pt x="0" y="0"/>
                  </a:moveTo>
                  <a:lnTo>
                    <a:pt x="87" y="82"/>
                  </a:lnTo>
                  <a:lnTo>
                    <a:pt x="122" y="94"/>
                  </a:lnTo>
                  <a:lnTo>
                    <a:pt x="197" y="82"/>
                  </a:lnTo>
                  <a:lnTo>
                    <a:pt x="209" y="53"/>
                  </a:lnTo>
                  <a:lnTo>
                    <a:pt x="127" y="47"/>
                  </a:lnTo>
                  <a:lnTo>
                    <a:pt x="92" y="35"/>
                  </a:lnTo>
                  <a:lnTo>
                    <a:pt x="64"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326" name="Freeform 298">
              <a:extLst>
                <a:ext uri="{FF2B5EF4-FFF2-40B4-BE49-F238E27FC236}">
                  <a16:creationId xmlns:a16="http://schemas.microsoft.com/office/drawing/2014/main" id="{3622BDEA-6B80-12B1-81BE-1E4ECA2AFBC2}"/>
                </a:ext>
              </a:extLst>
            </p:cNvPr>
            <p:cNvSpPr>
              <a:spLocks/>
            </p:cNvSpPr>
            <p:nvPr/>
          </p:nvSpPr>
          <p:spPr bwMode="auto">
            <a:xfrm rot="-882543">
              <a:off x="3899" y="683"/>
              <a:ext cx="6" cy="4"/>
            </a:xfrm>
            <a:custGeom>
              <a:avLst/>
              <a:gdLst>
                <a:gd name="T0" fmla="*/ 0 w 70"/>
                <a:gd name="T1" fmla="*/ 0 h 40"/>
                <a:gd name="T2" fmla="*/ 0 w 70"/>
                <a:gd name="T3" fmla="*/ 0 h 40"/>
                <a:gd name="T4" fmla="*/ 0 w 70"/>
                <a:gd name="T5" fmla="*/ 0 h 40"/>
                <a:gd name="T6" fmla="*/ 0 w 70"/>
                <a:gd name="T7" fmla="*/ 0 h 40"/>
                <a:gd name="T8" fmla="*/ 0 w 70"/>
                <a:gd name="T9" fmla="*/ 0 h 40"/>
                <a:gd name="T10" fmla="*/ 0 w 70"/>
                <a:gd name="T11" fmla="*/ 0 h 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0" h="40">
                  <a:moveTo>
                    <a:pt x="53" y="0"/>
                  </a:moveTo>
                  <a:lnTo>
                    <a:pt x="35" y="0"/>
                  </a:lnTo>
                  <a:lnTo>
                    <a:pt x="6" y="12"/>
                  </a:lnTo>
                  <a:lnTo>
                    <a:pt x="0" y="40"/>
                  </a:lnTo>
                  <a:lnTo>
                    <a:pt x="70" y="23"/>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40327" name="Freeform 299">
              <a:extLst>
                <a:ext uri="{FF2B5EF4-FFF2-40B4-BE49-F238E27FC236}">
                  <a16:creationId xmlns:a16="http://schemas.microsoft.com/office/drawing/2014/main" id="{9CECA132-A508-0ACE-8E5D-B3AADBEB0A88}"/>
                </a:ext>
              </a:extLst>
            </p:cNvPr>
            <p:cNvSpPr>
              <a:spLocks/>
            </p:cNvSpPr>
            <p:nvPr/>
          </p:nvSpPr>
          <p:spPr bwMode="auto">
            <a:xfrm rot="-882543">
              <a:off x="3930" y="649"/>
              <a:ext cx="3" cy="4"/>
            </a:xfrm>
            <a:custGeom>
              <a:avLst/>
              <a:gdLst>
                <a:gd name="T0" fmla="*/ 0 w 41"/>
                <a:gd name="T1" fmla="*/ 0 h 52"/>
                <a:gd name="T2" fmla="*/ 0 w 41"/>
                <a:gd name="T3" fmla="*/ 0 h 52"/>
                <a:gd name="T4" fmla="*/ 0 w 41"/>
                <a:gd name="T5" fmla="*/ 0 h 52"/>
                <a:gd name="T6" fmla="*/ 0 w 41"/>
                <a:gd name="T7" fmla="*/ 0 h 52"/>
                <a:gd name="T8" fmla="*/ 0 w 41"/>
                <a:gd name="T9" fmla="*/ 0 h 52"/>
                <a:gd name="T10" fmla="*/ 0 w 41"/>
                <a:gd name="T11" fmla="*/ 0 h 5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52">
                  <a:moveTo>
                    <a:pt x="35" y="0"/>
                  </a:moveTo>
                  <a:lnTo>
                    <a:pt x="0" y="0"/>
                  </a:lnTo>
                  <a:lnTo>
                    <a:pt x="6" y="52"/>
                  </a:lnTo>
                  <a:lnTo>
                    <a:pt x="41" y="28"/>
                  </a:lnTo>
                  <a:lnTo>
                    <a:pt x="35" y="17"/>
                  </a:lnTo>
                  <a:lnTo>
                    <a:pt x="35" y="0"/>
                  </a:lnTo>
                  <a:close/>
                </a:path>
              </a:pathLst>
            </a:custGeom>
            <a:solidFill>
              <a:srgbClr val="FFFFFF"/>
            </a:solidFill>
            <a:ln w="9525">
              <a:solidFill>
                <a:srgbClr val="000000"/>
              </a:solidFill>
              <a:round/>
              <a:headEnd/>
              <a:tailEnd/>
            </a:ln>
          </p:spPr>
          <p:txBody>
            <a:bodyPr/>
            <a:lstStyle/>
            <a:p>
              <a:endParaRPr lang="ko-KR" altLang="en-US"/>
            </a:p>
          </p:txBody>
        </p:sp>
        <p:sp>
          <p:nvSpPr>
            <p:cNvPr id="440328" name="Freeform 300">
              <a:extLst>
                <a:ext uri="{FF2B5EF4-FFF2-40B4-BE49-F238E27FC236}">
                  <a16:creationId xmlns:a16="http://schemas.microsoft.com/office/drawing/2014/main" id="{CE7F75DF-B8F4-B2DD-2EE9-551D87952402}"/>
                </a:ext>
              </a:extLst>
            </p:cNvPr>
            <p:cNvSpPr>
              <a:spLocks/>
            </p:cNvSpPr>
            <p:nvPr/>
          </p:nvSpPr>
          <p:spPr bwMode="auto">
            <a:xfrm rot="-882543">
              <a:off x="3932" y="654"/>
              <a:ext cx="2" cy="2"/>
            </a:xfrm>
            <a:custGeom>
              <a:avLst/>
              <a:gdLst>
                <a:gd name="T0" fmla="*/ 0 w 24"/>
                <a:gd name="T1" fmla="*/ 0 h 28"/>
                <a:gd name="T2" fmla="*/ 0 w 24"/>
                <a:gd name="T3" fmla="*/ 0 h 28"/>
                <a:gd name="T4" fmla="*/ 0 w 24"/>
                <a:gd name="T5" fmla="*/ 0 h 28"/>
                <a:gd name="T6" fmla="*/ 0 w 24"/>
                <a:gd name="T7" fmla="*/ 0 h 28"/>
                <a:gd name="T8" fmla="*/ 0 w 24"/>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28">
                  <a:moveTo>
                    <a:pt x="18" y="0"/>
                  </a:moveTo>
                  <a:lnTo>
                    <a:pt x="12" y="11"/>
                  </a:lnTo>
                  <a:lnTo>
                    <a:pt x="0" y="28"/>
                  </a:lnTo>
                  <a:lnTo>
                    <a:pt x="24" y="23"/>
                  </a:lnTo>
                  <a:lnTo>
                    <a:pt x="18" y="0"/>
                  </a:lnTo>
                  <a:close/>
                </a:path>
              </a:pathLst>
            </a:custGeom>
            <a:solidFill>
              <a:srgbClr val="FFFFFF"/>
            </a:solidFill>
            <a:ln w="9525">
              <a:solidFill>
                <a:srgbClr val="000000"/>
              </a:solidFill>
              <a:round/>
              <a:headEnd/>
              <a:tailEnd/>
            </a:ln>
          </p:spPr>
          <p:txBody>
            <a:bodyPr/>
            <a:lstStyle/>
            <a:p>
              <a:endParaRPr lang="ko-KR" altLang="en-US"/>
            </a:p>
          </p:txBody>
        </p:sp>
        <p:sp>
          <p:nvSpPr>
            <p:cNvPr id="440329" name="Freeform 301">
              <a:extLst>
                <a:ext uri="{FF2B5EF4-FFF2-40B4-BE49-F238E27FC236}">
                  <a16:creationId xmlns:a16="http://schemas.microsoft.com/office/drawing/2014/main" id="{889FA853-03D2-29BC-30E3-FA48A916FA71}"/>
                </a:ext>
              </a:extLst>
            </p:cNvPr>
            <p:cNvSpPr>
              <a:spLocks/>
            </p:cNvSpPr>
            <p:nvPr/>
          </p:nvSpPr>
          <p:spPr bwMode="auto">
            <a:xfrm rot="-882543">
              <a:off x="3633" y="323"/>
              <a:ext cx="7" cy="3"/>
            </a:xfrm>
            <a:custGeom>
              <a:avLst/>
              <a:gdLst>
                <a:gd name="T0" fmla="*/ 0 w 99"/>
                <a:gd name="T1" fmla="*/ 0 h 46"/>
                <a:gd name="T2" fmla="*/ 0 w 99"/>
                <a:gd name="T3" fmla="*/ 0 h 46"/>
                <a:gd name="T4" fmla="*/ 0 w 99"/>
                <a:gd name="T5" fmla="*/ 0 h 46"/>
                <a:gd name="T6" fmla="*/ 0 w 99"/>
                <a:gd name="T7" fmla="*/ 0 h 46"/>
                <a:gd name="T8" fmla="*/ 0 w 99"/>
                <a:gd name="T9" fmla="*/ 0 h 46"/>
                <a:gd name="T10" fmla="*/ 0 w 99"/>
                <a:gd name="T11" fmla="*/ 0 h 46"/>
                <a:gd name="T12" fmla="*/ 0 w 99"/>
                <a:gd name="T13" fmla="*/ 0 h 4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46">
                  <a:moveTo>
                    <a:pt x="64" y="11"/>
                  </a:moveTo>
                  <a:lnTo>
                    <a:pt x="12" y="0"/>
                  </a:lnTo>
                  <a:lnTo>
                    <a:pt x="0" y="11"/>
                  </a:lnTo>
                  <a:lnTo>
                    <a:pt x="12" y="40"/>
                  </a:lnTo>
                  <a:lnTo>
                    <a:pt x="64" y="46"/>
                  </a:lnTo>
                  <a:lnTo>
                    <a:pt x="99" y="17"/>
                  </a:lnTo>
                  <a:lnTo>
                    <a:pt x="64" y="11"/>
                  </a:lnTo>
                  <a:close/>
                </a:path>
              </a:pathLst>
            </a:custGeom>
            <a:solidFill>
              <a:srgbClr val="FFFFFF"/>
            </a:solidFill>
            <a:ln w="9525">
              <a:solidFill>
                <a:srgbClr val="000000"/>
              </a:solidFill>
              <a:round/>
              <a:headEnd/>
              <a:tailEnd/>
            </a:ln>
          </p:spPr>
          <p:txBody>
            <a:bodyPr/>
            <a:lstStyle/>
            <a:p>
              <a:endParaRPr lang="ko-KR" altLang="en-US"/>
            </a:p>
          </p:txBody>
        </p:sp>
        <p:sp>
          <p:nvSpPr>
            <p:cNvPr id="440330" name="Freeform 302">
              <a:extLst>
                <a:ext uri="{FF2B5EF4-FFF2-40B4-BE49-F238E27FC236}">
                  <a16:creationId xmlns:a16="http://schemas.microsoft.com/office/drawing/2014/main" id="{143F0015-A892-79A9-6E5A-37D402285C43}"/>
                </a:ext>
              </a:extLst>
            </p:cNvPr>
            <p:cNvSpPr>
              <a:spLocks/>
            </p:cNvSpPr>
            <p:nvPr/>
          </p:nvSpPr>
          <p:spPr bwMode="auto">
            <a:xfrm rot="-882543">
              <a:off x="3620" y="358"/>
              <a:ext cx="8" cy="4"/>
            </a:xfrm>
            <a:custGeom>
              <a:avLst/>
              <a:gdLst>
                <a:gd name="T0" fmla="*/ 0 w 110"/>
                <a:gd name="T1" fmla="*/ 0 h 52"/>
                <a:gd name="T2" fmla="*/ 0 w 110"/>
                <a:gd name="T3" fmla="*/ 0 h 52"/>
                <a:gd name="T4" fmla="*/ 0 w 110"/>
                <a:gd name="T5" fmla="*/ 0 h 52"/>
                <a:gd name="T6" fmla="*/ 0 w 110"/>
                <a:gd name="T7" fmla="*/ 0 h 52"/>
                <a:gd name="T8" fmla="*/ 0 w 110"/>
                <a:gd name="T9" fmla="*/ 0 h 52"/>
                <a:gd name="T10" fmla="*/ 0 w 110"/>
                <a:gd name="T11" fmla="*/ 0 h 52"/>
                <a:gd name="T12" fmla="*/ 0 w 110"/>
                <a:gd name="T13" fmla="*/ 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0" h="52">
                  <a:moveTo>
                    <a:pt x="58" y="0"/>
                  </a:moveTo>
                  <a:lnTo>
                    <a:pt x="0" y="24"/>
                  </a:lnTo>
                  <a:lnTo>
                    <a:pt x="23" y="41"/>
                  </a:lnTo>
                  <a:lnTo>
                    <a:pt x="105" y="52"/>
                  </a:lnTo>
                  <a:lnTo>
                    <a:pt x="110" y="17"/>
                  </a:lnTo>
                  <a:lnTo>
                    <a:pt x="81" y="0"/>
                  </a:lnTo>
                  <a:lnTo>
                    <a:pt x="58" y="0"/>
                  </a:lnTo>
                  <a:close/>
                </a:path>
              </a:pathLst>
            </a:custGeom>
            <a:solidFill>
              <a:srgbClr val="FFFFFF"/>
            </a:solidFill>
            <a:ln w="9525">
              <a:solidFill>
                <a:srgbClr val="000000"/>
              </a:solidFill>
              <a:round/>
              <a:headEnd/>
              <a:tailEnd/>
            </a:ln>
          </p:spPr>
          <p:txBody>
            <a:bodyPr/>
            <a:lstStyle/>
            <a:p>
              <a:endParaRPr lang="ko-KR" altLang="en-US"/>
            </a:p>
          </p:txBody>
        </p:sp>
        <p:sp>
          <p:nvSpPr>
            <p:cNvPr id="440331" name="Freeform 303">
              <a:extLst>
                <a:ext uri="{FF2B5EF4-FFF2-40B4-BE49-F238E27FC236}">
                  <a16:creationId xmlns:a16="http://schemas.microsoft.com/office/drawing/2014/main" id="{CBD0BD73-005C-7EDB-7B7B-A0992AD1596A}"/>
                </a:ext>
              </a:extLst>
            </p:cNvPr>
            <p:cNvSpPr>
              <a:spLocks/>
            </p:cNvSpPr>
            <p:nvPr/>
          </p:nvSpPr>
          <p:spPr bwMode="auto">
            <a:xfrm rot="-882543">
              <a:off x="3987" y="438"/>
              <a:ext cx="33" cy="34"/>
            </a:xfrm>
            <a:custGeom>
              <a:avLst/>
              <a:gdLst>
                <a:gd name="T0" fmla="*/ 0 w 436"/>
                <a:gd name="T1" fmla="*/ 0 h 424"/>
                <a:gd name="T2" fmla="*/ 0 w 436"/>
                <a:gd name="T3" fmla="*/ 0 h 424"/>
                <a:gd name="T4" fmla="*/ 0 w 436"/>
                <a:gd name="T5" fmla="*/ 0 h 424"/>
                <a:gd name="T6" fmla="*/ 0 w 436"/>
                <a:gd name="T7" fmla="*/ 0 h 424"/>
                <a:gd name="T8" fmla="*/ 0 w 436"/>
                <a:gd name="T9" fmla="*/ 0 h 424"/>
                <a:gd name="T10" fmla="*/ 0 w 436"/>
                <a:gd name="T11" fmla="*/ 0 h 424"/>
                <a:gd name="T12" fmla="*/ 0 w 436"/>
                <a:gd name="T13" fmla="*/ 0 h 424"/>
                <a:gd name="T14" fmla="*/ 0 w 436"/>
                <a:gd name="T15" fmla="*/ 0 h 424"/>
                <a:gd name="T16" fmla="*/ 0 w 436"/>
                <a:gd name="T17" fmla="*/ 0 h 424"/>
                <a:gd name="T18" fmla="*/ 0 w 436"/>
                <a:gd name="T19" fmla="*/ 0 h 424"/>
                <a:gd name="T20" fmla="*/ 0 w 436"/>
                <a:gd name="T21" fmla="*/ 0 h 424"/>
                <a:gd name="T22" fmla="*/ 0 w 436"/>
                <a:gd name="T23" fmla="*/ 0 h 424"/>
                <a:gd name="T24" fmla="*/ 0 w 436"/>
                <a:gd name="T25" fmla="*/ 0 h 424"/>
                <a:gd name="T26" fmla="*/ 0 w 436"/>
                <a:gd name="T27" fmla="*/ 0 h 424"/>
                <a:gd name="T28" fmla="*/ 0 w 436"/>
                <a:gd name="T29" fmla="*/ 0 h 424"/>
                <a:gd name="T30" fmla="*/ 0 w 436"/>
                <a:gd name="T31" fmla="*/ 0 h 424"/>
                <a:gd name="T32" fmla="*/ 0 w 436"/>
                <a:gd name="T33" fmla="*/ 0 h 424"/>
                <a:gd name="T34" fmla="*/ 0 w 436"/>
                <a:gd name="T35" fmla="*/ 0 h 424"/>
                <a:gd name="T36" fmla="*/ 0 w 436"/>
                <a:gd name="T37" fmla="*/ 0 h 424"/>
                <a:gd name="T38" fmla="*/ 0 w 436"/>
                <a:gd name="T39" fmla="*/ 0 h 4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6" h="424">
                  <a:moveTo>
                    <a:pt x="180" y="0"/>
                  </a:moveTo>
                  <a:lnTo>
                    <a:pt x="105" y="198"/>
                  </a:lnTo>
                  <a:lnTo>
                    <a:pt x="0" y="250"/>
                  </a:lnTo>
                  <a:lnTo>
                    <a:pt x="81" y="255"/>
                  </a:lnTo>
                  <a:lnTo>
                    <a:pt x="81" y="360"/>
                  </a:lnTo>
                  <a:lnTo>
                    <a:pt x="162" y="389"/>
                  </a:lnTo>
                  <a:lnTo>
                    <a:pt x="255" y="342"/>
                  </a:lnTo>
                  <a:lnTo>
                    <a:pt x="279" y="354"/>
                  </a:lnTo>
                  <a:lnTo>
                    <a:pt x="337" y="401"/>
                  </a:lnTo>
                  <a:lnTo>
                    <a:pt x="394" y="372"/>
                  </a:lnTo>
                  <a:lnTo>
                    <a:pt x="412" y="424"/>
                  </a:lnTo>
                  <a:lnTo>
                    <a:pt x="436" y="255"/>
                  </a:lnTo>
                  <a:lnTo>
                    <a:pt x="384" y="273"/>
                  </a:lnTo>
                  <a:lnTo>
                    <a:pt x="412" y="203"/>
                  </a:lnTo>
                  <a:lnTo>
                    <a:pt x="360" y="163"/>
                  </a:lnTo>
                  <a:lnTo>
                    <a:pt x="366" y="145"/>
                  </a:lnTo>
                  <a:lnTo>
                    <a:pt x="255" y="122"/>
                  </a:lnTo>
                  <a:lnTo>
                    <a:pt x="197" y="151"/>
                  </a:lnTo>
                  <a:lnTo>
                    <a:pt x="227" y="35"/>
                  </a:lnTo>
                  <a:lnTo>
                    <a:pt x="180" y="0"/>
                  </a:lnTo>
                  <a:close/>
                </a:path>
              </a:pathLst>
            </a:custGeom>
            <a:solidFill>
              <a:srgbClr val="FFFFFF"/>
            </a:solidFill>
            <a:ln w="9525">
              <a:solidFill>
                <a:srgbClr val="000000"/>
              </a:solidFill>
              <a:round/>
              <a:headEnd/>
              <a:tailEnd/>
            </a:ln>
          </p:spPr>
          <p:txBody>
            <a:bodyPr/>
            <a:lstStyle/>
            <a:p>
              <a:endParaRPr lang="ko-KR" altLang="en-US"/>
            </a:p>
          </p:txBody>
        </p:sp>
        <p:sp>
          <p:nvSpPr>
            <p:cNvPr id="440332" name="Freeform 304">
              <a:extLst>
                <a:ext uri="{FF2B5EF4-FFF2-40B4-BE49-F238E27FC236}">
                  <a16:creationId xmlns:a16="http://schemas.microsoft.com/office/drawing/2014/main" id="{20662FD5-67C8-75C3-D49D-7C7FE7B972C2}"/>
                </a:ext>
              </a:extLst>
            </p:cNvPr>
            <p:cNvSpPr>
              <a:spLocks/>
            </p:cNvSpPr>
            <p:nvPr/>
          </p:nvSpPr>
          <p:spPr bwMode="auto">
            <a:xfrm rot="-882543">
              <a:off x="3971" y="464"/>
              <a:ext cx="10" cy="5"/>
            </a:xfrm>
            <a:custGeom>
              <a:avLst/>
              <a:gdLst>
                <a:gd name="T0" fmla="*/ 0 w 122"/>
                <a:gd name="T1" fmla="*/ 0 h 53"/>
                <a:gd name="T2" fmla="*/ 0 w 122"/>
                <a:gd name="T3" fmla="*/ 0 h 53"/>
                <a:gd name="T4" fmla="*/ 0 w 122"/>
                <a:gd name="T5" fmla="*/ 0 h 53"/>
                <a:gd name="T6" fmla="*/ 0 w 122"/>
                <a:gd name="T7" fmla="*/ 0 h 53"/>
                <a:gd name="T8" fmla="*/ 0 w 122"/>
                <a:gd name="T9" fmla="*/ 0 h 53"/>
                <a:gd name="T10" fmla="*/ 0 w 122"/>
                <a:gd name="T11" fmla="*/ 0 h 53"/>
                <a:gd name="T12" fmla="*/ 0 w 122"/>
                <a:gd name="T13" fmla="*/ 0 h 53"/>
                <a:gd name="T14" fmla="*/ 0 w 122"/>
                <a:gd name="T15" fmla="*/ 0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53">
                  <a:moveTo>
                    <a:pt x="93" y="0"/>
                  </a:moveTo>
                  <a:lnTo>
                    <a:pt x="30" y="7"/>
                  </a:lnTo>
                  <a:lnTo>
                    <a:pt x="0" y="7"/>
                  </a:lnTo>
                  <a:lnTo>
                    <a:pt x="0" y="24"/>
                  </a:lnTo>
                  <a:lnTo>
                    <a:pt x="82" y="35"/>
                  </a:lnTo>
                  <a:lnTo>
                    <a:pt x="99" y="53"/>
                  </a:lnTo>
                  <a:lnTo>
                    <a:pt x="122" y="30"/>
                  </a:lnTo>
                  <a:lnTo>
                    <a:pt x="93" y="0"/>
                  </a:lnTo>
                  <a:close/>
                </a:path>
              </a:pathLst>
            </a:custGeom>
            <a:solidFill>
              <a:srgbClr val="FFFFFF"/>
            </a:solidFill>
            <a:ln w="9525">
              <a:solidFill>
                <a:srgbClr val="000000"/>
              </a:solidFill>
              <a:round/>
              <a:headEnd/>
              <a:tailEnd/>
            </a:ln>
          </p:spPr>
          <p:txBody>
            <a:bodyPr/>
            <a:lstStyle/>
            <a:p>
              <a:endParaRPr lang="ko-KR" altLang="en-US"/>
            </a:p>
          </p:txBody>
        </p:sp>
        <p:sp>
          <p:nvSpPr>
            <p:cNvPr id="440333" name="Freeform 305">
              <a:extLst>
                <a:ext uri="{FF2B5EF4-FFF2-40B4-BE49-F238E27FC236}">
                  <a16:creationId xmlns:a16="http://schemas.microsoft.com/office/drawing/2014/main" id="{849322AF-B95F-31B6-237A-A9CFD1BAF702}"/>
                </a:ext>
              </a:extLst>
            </p:cNvPr>
            <p:cNvSpPr>
              <a:spLocks/>
            </p:cNvSpPr>
            <p:nvPr/>
          </p:nvSpPr>
          <p:spPr bwMode="auto">
            <a:xfrm rot="-882543">
              <a:off x="3978" y="484"/>
              <a:ext cx="6" cy="3"/>
            </a:xfrm>
            <a:custGeom>
              <a:avLst/>
              <a:gdLst>
                <a:gd name="T0" fmla="*/ 0 w 75"/>
                <a:gd name="T1" fmla="*/ 0 h 47"/>
                <a:gd name="T2" fmla="*/ 0 w 75"/>
                <a:gd name="T3" fmla="*/ 0 h 47"/>
                <a:gd name="T4" fmla="*/ 0 w 75"/>
                <a:gd name="T5" fmla="*/ 0 h 47"/>
                <a:gd name="T6" fmla="*/ 0 w 75"/>
                <a:gd name="T7" fmla="*/ 0 h 47"/>
                <a:gd name="T8" fmla="*/ 0 w 75"/>
                <a:gd name="T9" fmla="*/ 0 h 47"/>
                <a:gd name="T10" fmla="*/ 0 w 75"/>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 h="47">
                  <a:moveTo>
                    <a:pt x="40" y="0"/>
                  </a:moveTo>
                  <a:lnTo>
                    <a:pt x="0" y="24"/>
                  </a:lnTo>
                  <a:lnTo>
                    <a:pt x="17" y="42"/>
                  </a:lnTo>
                  <a:lnTo>
                    <a:pt x="75" y="47"/>
                  </a:lnTo>
                  <a:lnTo>
                    <a:pt x="69" y="12"/>
                  </a:lnTo>
                  <a:lnTo>
                    <a:pt x="40" y="0"/>
                  </a:lnTo>
                  <a:close/>
                </a:path>
              </a:pathLst>
            </a:custGeom>
            <a:solidFill>
              <a:srgbClr val="FFFFFF"/>
            </a:solidFill>
            <a:ln w="9525">
              <a:solidFill>
                <a:srgbClr val="000000"/>
              </a:solidFill>
              <a:round/>
              <a:headEnd/>
              <a:tailEnd/>
            </a:ln>
          </p:spPr>
          <p:txBody>
            <a:bodyPr/>
            <a:lstStyle/>
            <a:p>
              <a:endParaRPr lang="ko-KR" altLang="en-US"/>
            </a:p>
          </p:txBody>
        </p:sp>
        <p:sp>
          <p:nvSpPr>
            <p:cNvPr id="440334" name="Freeform 306">
              <a:extLst>
                <a:ext uri="{FF2B5EF4-FFF2-40B4-BE49-F238E27FC236}">
                  <a16:creationId xmlns:a16="http://schemas.microsoft.com/office/drawing/2014/main" id="{DECEFD49-C370-BD28-2E8C-6BB150382C57}"/>
                </a:ext>
              </a:extLst>
            </p:cNvPr>
            <p:cNvSpPr>
              <a:spLocks/>
            </p:cNvSpPr>
            <p:nvPr/>
          </p:nvSpPr>
          <p:spPr bwMode="auto">
            <a:xfrm rot="-882543">
              <a:off x="3990" y="480"/>
              <a:ext cx="7" cy="8"/>
            </a:xfrm>
            <a:custGeom>
              <a:avLst/>
              <a:gdLst>
                <a:gd name="T0" fmla="*/ 0 w 87"/>
                <a:gd name="T1" fmla="*/ 0 h 105"/>
                <a:gd name="T2" fmla="*/ 0 w 87"/>
                <a:gd name="T3" fmla="*/ 0 h 105"/>
                <a:gd name="T4" fmla="*/ 0 w 87"/>
                <a:gd name="T5" fmla="*/ 0 h 105"/>
                <a:gd name="T6" fmla="*/ 0 w 87"/>
                <a:gd name="T7" fmla="*/ 0 h 105"/>
                <a:gd name="T8" fmla="*/ 0 w 87"/>
                <a:gd name="T9" fmla="*/ 0 h 105"/>
                <a:gd name="T10" fmla="*/ 0 w 87"/>
                <a:gd name="T11" fmla="*/ 0 h 105"/>
                <a:gd name="T12" fmla="*/ 0 w 87"/>
                <a:gd name="T13" fmla="*/ 0 h 105"/>
                <a:gd name="T14" fmla="*/ 0 w 87"/>
                <a:gd name="T15" fmla="*/ 0 h 105"/>
                <a:gd name="T16" fmla="*/ 0 w 87"/>
                <a:gd name="T17" fmla="*/ 0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105">
                  <a:moveTo>
                    <a:pt x="17" y="100"/>
                  </a:moveTo>
                  <a:lnTo>
                    <a:pt x="0" y="59"/>
                  </a:lnTo>
                  <a:lnTo>
                    <a:pt x="28" y="0"/>
                  </a:lnTo>
                  <a:lnTo>
                    <a:pt x="52" y="12"/>
                  </a:lnTo>
                  <a:lnTo>
                    <a:pt x="40" y="47"/>
                  </a:lnTo>
                  <a:lnTo>
                    <a:pt x="87" y="70"/>
                  </a:lnTo>
                  <a:lnTo>
                    <a:pt x="75" y="105"/>
                  </a:lnTo>
                  <a:lnTo>
                    <a:pt x="28" y="100"/>
                  </a:lnTo>
                  <a:lnTo>
                    <a:pt x="17" y="100"/>
                  </a:lnTo>
                  <a:close/>
                </a:path>
              </a:pathLst>
            </a:custGeom>
            <a:solidFill>
              <a:srgbClr val="FFFFFF"/>
            </a:solidFill>
            <a:ln w="9525">
              <a:solidFill>
                <a:srgbClr val="000000"/>
              </a:solidFill>
              <a:round/>
              <a:headEnd/>
              <a:tailEnd/>
            </a:ln>
          </p:spPr>
          <p:txBody>
            <a:bodyPr/>
            <a:lstStyle/>
            <a:p>
              <a:endParaRPr lang="ko-KR" altLang="en-US"/>
            </a:p>
          </p:txBody>
        </p:sp>
        <p:sp>
          <p:nvSpPr>
            <p:cNvPr id="440335" name="Freeform 307">
              <a:extLst>
                <a:ext uri="{FF2B5EF4-FFF2-40B4-BE49-F238E27FC236}">
                  <a16:creationId xmlns:a16="http://schemas.microsoft.com/office/drawing/2014/main" id="{2ED6855B-92F0-5EAE-B9C5-C272A370B38D}"/>
                </a:ext>
              </a:extLst>
            </p:cNvPr>
            <p:cNvSpPr>
              <a:spLocks/>
            </p:cNvSpPr>
            <p:nvPr/>
          </p:nvSpPr>
          <p:spPr bwMode="auto">
            <a:xfrm rot="-882543">
              <a:off x="3696" y="462"/>
              <a:ext cx="6" cy="19"/>
            </a:xfrm>
            <a:custGeom>
              <a:avLst/>
              <a:gdLst>
                <a:gd name="T0" fmla="*/ 0 w 76"/>
                <a:gd name="T1" fmla="*/ 0 h 232"/>
                <a:gd name="T2" fmla="*/ 0 w 76"/>
                <a:gd name="T3" fmla="*/ 0 h 232"/>
                <a:gd name="T4" fmla="*/ 0 w 76"/>
                <a:gd name="T5" fmla="*/ 0 h 232"/>
                <a:gd name="T6" fmla="*/ 0 w 76"/>
                <a:gd name="T7" fmla="*/ 0 h 232"/>
                <a:gd name="T8" fmla="*/ 0 w 76"/>
                <a:gd name="T9" fmla="*/ 0 h 232"/>
                <a:gd name="T10" fmla="*/ 0 w 76"/>
                <a:gd name="T11" fmla="*/ 0 h 232"/>
                <a:gd name="T12" fmla="*/ 0 w 76"/>
                <a:gd name="T13" fmla="*/ 0 h 232"/>
                <a:gd name="T14" fmla="*/ 0 w 76"/>
                <a:gd name="T15" fmla="*/ 0 h 232"/>
                <a:gd name="T16" fmla="*/ 0 w 76"/>
                <a:gd name="T17" fmla="*/ 0 h 232"/>
                <a:gd name="T18" fmla="*/ 0 w 76"/>
                <a:gd name="T19" fmla="*/ 0 h 232"/>
                <a:gd name="T20" fmla="*/ 0 w 76"/>
                <a:gd name="T21" fmla="*/ 0 h 2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6" h="232">
                  <a:moveTo>
                    <a:pt x="70" y="214"/>
                  </a:moveTo>
                  <a:lnTo>
                    <a:pt x="59" y="157"/>
                  </a:lnTo>
                  <a:lnTo>
                    <a:pt x="76" y="58"/>
                  </a:lnTo>
                  <a:lnTo>
                    <a:pt x="59" y="0"/>
                  </a:lnTo>
                  <a:lnTo>
                    <a:pt x="0" y="0"/>
                  </a:lnTo>
                  <a:lnTo>
                    <a:pt x="47" y="46"/>
                  </a:lnTo>
                  <a:lnTo>
                    <a:pt x="0" y="127"/>
                  </a:lnTo>
                  <a:lnTo>
                    <a:pt x="29" y="174"/>
                  </a:lnTo>
                  <a:lnTo>
                    <a:pt x="41" y="220"/>
                  </a:lnTo>
                  <a:lnTo>
                    <a:pt x="64" y="232"/>
                  </a:lnTo>
                  <a:lnTo>
                    <a:pt x="70" y="214"/>
                  </a:lnTo>
                  <a:close/>
                </a:path>
              </a:pathLst>
            </a:custGeom>
            <a:solidFill>
              <a:srgbClr val="FFFFFF"/>
            </a:solidFill>
            <a:ln w="9525">
              <a:solidFill>
                <a:srgbClr val="000000"/>
              </a:solidFill>
              <a:round/>
              <a:headEnd/>
              <a:tailEnd/>
            </a:ln>
          </p:spPr>
          <p:txBody>
            <a:bodyPr/>
            <a:lstStyle/>
            <a:p>
              <a:endParaRPr lang="ko-KR" altLang="en-US"/>
            </a:p>
          </p:txBody>
        </p:sp>
        <p:sp>
          <p:nvSpPr>
            <p:cNvPr id="440336" name="Freeform 308">
              <a:extLst>
                <a:ext uri="{FF2B5EF4-FFF2-40B4-BE49-F238E27FC236}">
                  <a16:creationId xmlns:a16="http://schemas.microsoft.com/office/drawing/2014/main" id="{A666ABE2-7036-C260-84DF-6BFA73C16283}"/>
                </a:ext>
              </a:extLst>
            </p:cNvPr>
            <p:cNvSpPr>
              <a:spLocks/>
            </p:cNvSpPr>
            <p:nvPr/>
          </p:nvSpPr>
          <p:spPr bwMode="auto">
            <a:xfrm rot="-882543">
              <a:off x="3866" y="384"/>
              <a:ext cx="19" cy="15"/>
            </a:xfrm>
            <a:custGeom>
              <a:avLst/>
              <a:gdLst>
                <a:gd name="T0" fmla="*/ 0 w 256"/>
                <a:gd name="T1" fmla="*/ 0 h 187"/>
                <a:gd name="T2" fmla="*/ 0 w 256"/>
                <a:gd name="T3" fmla="*/ 0 h 187"/>
                <a:gd name="T4" fmla="*/ 0 w 256"/>
                <a:gd name="T5" fmla="*/ 0 h 187"/>
                <a:gd name="T6" fmla="*/ 0 w 256"/>
                <a:gd name="T7" fmla="*/ 0 h 187"/>
                <a:gd name="T8" fmla="*/ 0 w 256"/>
                <a:gd name="T9" fmla="*/ 0 h 187"/>
                <a:gd name="T10" fmla="*/ 0 w 256"/>
                <a:gd name="T11" fmla="*/ 0 h 187"/>
                <a:gd name="T12" fmla="*/ 0 w 256"/>
                <a:gd name="T13" fmla="*/ 0 h 187"/>
                <a:gd name="T14" fmla="*/ 0 w 256"/>
                <a:gd name="T15" fmla="*/ 0 h 187"/>
                <a:gd name="T16" fmla="*/ 0 w 256"/>
                <a:gd name="T17" fmla="*/ 0 h 187"/>
                <a:gd name="T18" fmla="*/ 0 w 256"/>
                <a:gd name="T19" fmla="*/ 0 h 187"/>
                <a:gd name="T20" fmla="*/ 0 w 256"/>
                <a:gd name="T21" fmla="*/ 0 h 187"/>
                <a:gd name="T22" fmla="*/ 0 w 256"/>
                <a:gd name="T23" fmla="*/ 0 h 187"/>
                <a:gd name="T24" fmla="*/ 0 w 256"/>
                <a:gd name="T25" fmla="*/ 0 h 187"/>
                <a:gd name="T26" fmla="*/ 0 w 256"/>
                <a:gd name="T27" fmla="*/ 0 h 1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6" h="187">
                  <a:moveTo>
                    <a:pt x="29" y="0"/>
                  </a:moveTo>
                  <a:lnTo>
                    <a:pt x="41" y="30"/>
                  </a:lnTo>
                  <a:lnTo>
                    <a:pt x="0" y="122"/>
                  </a:lnTo>
                  <a:lnTo>
                    <a:pt x="69" y="187"/>
                  </a:lnTo>
                  <a:lnTo>
                    <a:pt x="111" y="169"/>
                  </a:lnTo>
                  <a:lnTo>
                    <a:pt x="104" y="122"/>
                  </a:lnTo>
                  <a:lnTo>
                    <a:pt x="157" y="169"/>
                  </a:lnTo>
                  <a:lnTo>
                    <a:pt x="215" y="187"/>
                  </a:lnTo>
                  <a:lnTo>
                    <a:pt x="256" y="164"/>
                  </a:lnTo>
                  <a:lnTo>
                    <a:pt x="238" y="111"/>
                  </a:lnTo>
                  <a:lnTo>
                    <a:pt x="191" y="117"/>
                  </a:lnTo>
                  <a:lnTo>
                    <a:pt x="157" y="47"/>
                  </a:lnTo>
                  <a:lnTo>
                    <a:pt x="87" y="0"/>
                  </a:lnTo>
                  <a:lnTo>
                    <a:pt x="29" y="0"/>
                  </a:lnTo>
                  <a:close/>
                </a:path>
              </a:pathLst>
            </a:custGeom>
            <a:solidFill>
              <a:srgbClr val="FFFFFF"/>
            </a:solidFill>
            <a:ln w="9525">
              <a:solidFill>
                <a:srgbClr val="000000"/>
              </a:solidFill>
              <a:round/>
              <a:headEnd/>
              <a:tailEnd/>
            </a:ln>
          </p:spPr>
          <p:txBody>
            <a:bodyPr/>
            <a:lstStyle/>
            <a:p>
              <a:endParaRPr lang="ko-KR" altLang="en-US"/>
            </a:p>
          </p:txBody>
        </p:sp>
        <p:sp>
          <p:nvSpPr>
            <p:cNvPr id="440337" name="Freeform 309">
              <a:extLst>
                <a:ext uri="{FF2B5EF4-FFF2-40B4-BE49-F238E27FC236}">
                  <a16:creationId xmlns:a16="http://schemas.microsoft.com/office/drawing/2014/main" id="{19027B4D-486E-9B33-38CB-12BAFDCBB7E3}"/>
                </a:ext>
              </a:extLst>
            </p:cNvPr>
            <p:cNvSpPr>
              <a:spLocks/>
            </p:cNvSpPr>
            <p:nvPr/>
          </p:nvSpPr>
          <p:spPr bwMode="auto">
            <a:xfrm rot="-882543">
              <a:off x="3873" y="404"/>
              <a:ext cx="4" cy="6"/>
            </a:xfrm>
            <a:custGeom>
              <a:avLst/>
              <a:gdLst>
                <a:gd name="T0" fmla="*/ 0 w 52"/>
                <a:gd name="T1" fmla="*/ 0 h 70"/>
                <a:gd name="T2" fmla="*/ 0 w 52"/>
                <a:gd name="T3" fmla="*/ 0 h 70"/>
                <a:gd name="T4" fmla="*/ 0 w 52"/>
                <a:gd name="T5" fmla="*/ 0 h 70"/>
                <a:gd name="T6" fmla="*/ 0 w 52"/>
                <a:gd name="T7" fmla="*/ 0 h 70"/>
                <a:gd name="T8" fmla="*/ 0 w 52"/>
                <a:gd name="T9" fmla="*/ 0 h 70"/>
                <a:gd name="T10" fmla="*/ 0 w 52"/>
                <a:gd name="T11" fmla="*/ 0 h 70"/>
                <a:gd name="T12" fmla="*/ 0 w 52"/>
                <a:gd name="T13" fmla="*/ 0 h 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70">
                  <a:moveTo>
                    <a:pt x="41" y="0"/>
                  </a:moveTo>
                  <a:lnTo>
                    <a:pt x="0" y="5"/>
                  </a:lnTo>
                  <a:lnTo>
                    <a:pt x="0" y="70"/>
                  </a:lnTo>
                  <a:lnTo>
                    <a:pt x="24" y="52"/>
                  </a:lnTo>
                  <a:lnTo>
                    <a:pt x="47" y="47"/>
                  </a:lnTo>
                  <a:lnTo>
                    <a:pt x="52" y="29"/>
                  </a:lnTo>
                  <a:lnTo>
                    <a:pt x="41" y="0"/>
                  </a:lnTo>
                  <a:close/>
                </a:path>
              </a:pathLst>
            </a:custGeom>
            <a:solidFill>
              <a:srgbClr val="FFFFFF"/>
            </a:solidFill>
            <a:ln w="9525">
              <a:solidFill>
                <a:srgbClr val="000000"/>
              </a:solidFill>
              <a:round/>
              <a:headEnd/>
              <a:tailEnd/>
            </a:ln>
          </p:spPr>
          <p:txBody>
            <a:bodyPr/>
            <a:lstStyle/>
            <a:p>
              <a:endParaRPr lang="ko-KR" altLang="en-US"/>
            </a:p>
          </p:txBody>
        </p:sp>
        <p:sp>
          <p:nvSpPr>
            <p:cNvPr id="440338" name="Freeform 310">
              <a:extLst>
                <a:ext uri="{FF2B5EF4-FFF2-40B4-BE49-F238E27FC236}">
                  <a16:creationId xmlns:a16="http://schemas.microsoft.com/office/drawing/2014/main" id="{2A49F9DC-F1D0-B5CB-96F9-E03DC05E9E96}"/>
                </a:ext>
              </a:extLst>
            </p:cNvPr>
            <p:cNvSpPr>
              <a:spLocks/>
            </p:cNvSpPr>
            <p:nvPr/>
          </p:nvSpPr>
          <p:spPr bwMode="auto">
            <a:xfrm rot="-882543">
              <a:off x="3776" y="318"/>
              <a:ext cx="24" cy="19"/>
            </a:xfrm>
            <a:custGeom>
              <a:avLst/>
              <a:gdLst>
                <a:gd name="T0" fmla="*/ 0 w 309"/>
                <a:gd name="T1" fmla="*/ 0 h 244"/>
                <a:gd name="T2" fmla="*/ 0 w 309"/>
                <a:gd name="T3" fmla="*/ 0 h 244"/>
                <a:gd name="T4" fmla="*/ 0 w 309"/>
                <a:gd name="T5" fmla="*/ 0 h 244"/>
                <a:gd name="T6" fmla="*/ 0 w 309"/>
                <a:gd name="T7" fmla="*/ 0 h 244"/>
                <a:gd name="T8" fmla="*/ 0 w 309"/>
                <a:gd name="T9" fmla="*/ 0 h 244"/>
                <a:gd name="T10" fmla="*/ 0 w 309"/>
                <a:gd name="T11" fmla="*/ 0 h 244"/>
                <a:gd name="T12" fmla="*/ 0 w 309"/>
                <a:gd name="T13" fmla="*/ 0 h 244"/>
                <a:gd name="T14" fmla="*/ 0 w 309"/>
                <a:gd name="T15" fmla="*/ 0 h 244"/>
                <a:gd name="T16" fmla="*/ 0 w 309"/>
                <a:gd name="T17" fmla="*/ 0 h 2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9" h="244">
                  <a:moveTo>
                    <a:pt x="187" y="0"/>
                  </a:moveTo>
                  <a:lnTo>
                    <a:pt x="88" y="105"/>
                  </a:lnTo>
                  <a:lnTo>
                    <a:pt x="0" y="128"/>
                  </a:lnTo>
                  <a:lnTo>
                    <a:pt x="18" y="232"/>
                  </a:lnTo>
                  <a:lnTo>
                    <a:pt x="100" y="244"/>
                  </a:lnTo>
                  <a:lnTo>
                    <a:pt x="145" y="175"/>
                  </a:lnTo>
                  <a:lnTo>
                    <a:pt x="309" y="180"/>
                  </a:lnTo>
                  <a:lnTo>
                    <a:pt x="245" y="18"/>
                  </a:lnTo>
                  <a:lnTo>
                    <a:pt x="187" y="0"/>
                  </a:lnTo>
                  <a:close/>
                </a:path>
              </a:pathLst>
            </a:custGeom>
            <a:solidFill>
              <a:srgbClr val="FFFFFF"/>
            </a:solidFill>
            <a:ln w="9525">
              <a:solidFill>
                <a:srgbClr val="000000"/>
              </a:solidFill>
              <a:round/>
              <a:headEnd/>
              <a:tailEnd/>
            </a:ln>
          </p:spPr>
          <p:txBody>
            <a:bodyPr/>
            <a:lstStyle/>
            <a:p>
              <a:endParaRPr lang="ko-KR" altLang="en-US"/>
            </a:p>
          </p:txBody>
        </p:sp>
        <p:sp>
          <p:nvSpPr>
            <p:cNvPr id="440339" name="Freeform 311">
              <a:extLst>
                <a:ext uri="{FF2B5EF4-FFF2-40B4-BE49-F238E27FC236}">
                  <a16:creationId xmlns:a16="http://schemas.microsoft.com/office/drawing/2014/main" id="{F3CF6CE3-C74C-F4AF-0F08-E6ECA1E985BD}"/>
                </a:ext>
              </a:extLst>
            </p:cNvPr>
            <p:cNvSpPr>
              <a:spLocks/>
            </p:cNvSpPr>
            <p:nvPr/>
          </p:nvSpPr>
          <p:spPr bwMode="auto">
            <a:xfrm rot="-882543">
              <a:off x="3790" y="329"/>
              <a:ext cx="32" cy="39"/>
            </a:xfrm>
            <a:custGeom>
              <a:avLst/>
              <a:gdLst>
                <a:gd name="T0" fmla="*/ 0 w 424"/>
                <a:gd name="T1" fmla="*/ 0 h 476"/>
                <a:gd name="T2" fmla="*/ 0 w 424"/>
                <a:gd name="T3" fmla="*/ 0 h 476"/>
                <a:gd name="T4" fmla="*/ 0 w 424"/>
                <a:gd name="T5" fmla="*/ 0 h 476"/>
                <a:gd name="T6" fmla="*/ 0 w 424"/>
                <a:gd name="T7" fmla="*/ 0 h 476"/>
                <a:gd name="T8" fmla="*/ 0 w 424"/>
                <a:gd name="T9" fmla="*/ 0 h 476"/>
                <a:gd name="T10" fmla="*/ 0 w 424"/>
                <a:gd name="T11" fmla="*/ 0 h 476"/>
                <a:gd name="T12" fmla="*/ 0 w 424"/>
                <a:gd name="T13" fmla="*/ 0 h 476"/>
                <a:gd name="T14" fmla="*/ 0 w 424"/>
                <a:gd name="T15" fmla="*/ 0 h 476"/>
                <a:gd name="T16" fmla="*/ 0 w 424"/>
                <a:gd name="T17" fmla="*/ 0 h 476"/>
                <a:gd name="T18" fmla="*/ 0 w 424"/>
                <a:gd name="T19" fmla="*/ 0 h 476"/>
                <a:gd name="T20" fmla="*/ 0 w 424"/>
                <a:gd name="T21" fmla="*/ 0 h 476"/>
                <a:gd name="T22" fmla="*/ 0 w 424"/>
                <a:gd name="T23" fmla="*/ 0 h 476"/>
                <a:gd name="T24" fmla="*/ 0 w 424"/>
                <a:gd name="T25" fmla="*/ 0 h 476"/>
                <a:gd name="T26" fmla="*/ 0 w 424"/>
                <a:gd name="T27" fmla="*/ 0 h 476"/>
                <a:gd name="T28" fmla="*/ 0 w 424"/>
                <a:gd name="T29" fmla="*/ 0 h 476"/>
                <a:gd name="T30" fmla="*/ 0 w 424"/>
                <a:gd name="T31" fmla="*/ 0 h 476"/>
                <a:gd name="T32" fmla="*/ 0 w 424"/>
                <a:gd name="T33" fmla="*/ 0 h 476"/>
                <a:gd name="T34" fmla="*/ 0 w 424"/>
                <a:gd name="T35" fmla="*/ 0 h 476"/>
                <a:gd name="T36" fmla="*/ 0 w 424"/>
                <a:gd name="T37" fmla="*/ 0 h 476"/>
                <a:gd name="T38" fmla="*/ 0 w 424"/>
                <a:gd name="T39" fmla="*/ 0 h 476"/>
                <a:gd name="T40" fmla="*/ 0 w 424"/>
                <a:gd name="T41" fmla="*/ 0 h 476"/>
                <a:gd name="T42" fmla="*/ 0 w 424"/>
                <a:gd name="T43" fmla="*/ 0 h 4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24" h="476">
                  <a:moveTo>
                    <a:pt x="197" y="6"/>
                  </a:moveTo>
                  <a:lnTo>
                    <a:pt x="75" y="0"/>
                  </a:lnTo>
                  <a:lnTo>
                    <a:pt x="70" y="35"/>
                  </a:lnTo>
                  <a:lnTo>
                    <a:pt x="63" y="94"/>
                  </a:lnTo>
                  <a:lnTo>
                    <a:pt x="46" y="146"/>
                  </a:lnTo>
                  <a:lnTo>
                    <a:pt x="105" y="209"/>
                  </a:lnTo>
                  <a:lnTo>
                    <a:pt x="0" y="209"/>
                  </a:lnTo>
                  <a:lnTo>
                    <a:pt x="75" y="279"/>
                  </a:lnTo>
                  <a:lnTo>
                    <a:pt x="105" y="383"/>
                  </a:lnTo>
                  <a:lnTo>
                    <a:pt x="244" y="395"/>
                  </a:lnTo>
                  <a:lnTo>
                    <a:pt x="354" y="476"/>
                  </a:lnTo>
                  <a:lnTo>
                    <a:pt x="407" y="436"/>
                  </a:lnTo>
                  <a:lnTo>
                    <a:pt x="384" y="395"/>
                  </a:lnTo>
                  <a:lnTo>
                    <a:pt x="419" y="401"/>
                  </a:lnTo>
                  <a:lnTo>
                    <a:pt x="372" y="267"/>
                  </a:lnTo>
                  <a:lnTo>
                    <a:pt x="424" y="111"/>
                  </a:lnTo>
                  <a:lnTo>
                    <a:pt x="384" y="76"/>
                  </a:lnTo>
                  <a:lnTo>
                    <a:pt x="342" y="174"/>
                  </a:lnTo>
                  <a:lnTo>
                    <a:pt x="349" y="162"/>
                  </a:lnTo>
                  <a:lnTo>
                    <a:pt x="314" y="87"/>
                  </a:lnTo>
                  <a:lnTo>
                    <a:pt x="238" y="59"/>
                  </a:lnTo>
                  <a:lnTo>
                    <a:pt x="197" y="6"/>
                  </a:lnTo>
                  <a:close/>
                </a:path>
              </a:pathLst>
            </a:custGeom>
            <a:solidFill>
              <a:srgbClr val="FFFFFF"/>
            </a:solidFill>
            <a:ln w="9525">
              <a:solidFill>
                <a:srgbClr val="000000"/>
              </a:solidFill>
              <a:round/>
              <a:headEnd/>
              <a:tailEnd/>
            </a:ln>
          </p:spPr>
          <p:txBody>
            <a:bodyPr/>
            <a:lstStyle/>
            <a:p>
              <a:endParaRPr lang="ko-KR" altLang="en-US"/>
            </a:p>
          </p:txBody>
        </p:sp>
        <p:sp>
          <p:nvSpPr>
            <p:cNvPr id="440340" name="Freeform 312">
              <a:extLst>
                <a:ext uri="{FF2B5EF4-FFF2-40B4-BE49-F238E27FC236}">
                  <a16:creationId xmlns:a16="http://schemas.microsoft.com/office/drawing/2014/main" id="{F15607E3-52E9-EDF0-92E0-05A6A3CAB6B1}"/>
                </a:ext>
              </a:extLst>
            </p:cNvPr>
            <p:cNvSpPr>
              <a:spLocks/>
            </p:cNvSpPr>
            <p:nvPr/>
          </p:nvSpPr>
          <p:spPr bwMode="auto">
            <a:xfrm rot="-882543">
              <a:off x="3825" y="330"/>
              <a:ext cx="13" cy="19"/>
            </a:xfrm>
            <a:custGeom>
              <a:avLst/>
              <a:gdLst>
                <a:gd name="T0" fmla="*/ 0 w 163"/>
                <a:gd name="T1" fmla="*/ 0 h 233"/>
                <a:gd name="T2" fmla="*/ 0 w 163"/>
                <a:gd name="T3" fmla="*/ 0 h 233"/>
                <a:gd name="T4" fmla="*/ 0 w 163"/>
                <a:gd name="T5" fmla="*/ 0 h 233"/>
                <a:gd name="T6" fmla="*/ 0 w 163"/>
                <a:gd name="T7" fmla="*/ 0 h 233"/>
                <a:gd name="T8" fmla="*/ 0 w 163"/>
                <a:gd name="T9" fmla="*/ 0 h 233"/>
                <a:gd name="T10" fmla="*/ 0 w 163"/>
                <a:gd name="T11" fmla="*/ 0 h 233"/>
                <a:gd name="T12" fmla="*/ 0 w 163"/>
                <a:gd name="T13" fmla="*/ 0 h 233"/>
                <a:gd name="T14" fmla="*/ 0 w 163"/>
                <a:gd name="T15" fmla="*/ 0 h 233"/>
                <a:gd name="T16" fmla="*/ 0 w 163"/>
                <a:gd name="T17" fmla="*/ 0 h 233"/>
                <a:gd name="T18" fmla="*/ 0 w 163"/>
                <a:gd name="T19" fmla="*/ 0 h 233"/>
                <a:gd name="T20" fmla="*/ 0 w 163"/>
                <a:gd name="T21" fmla="*/ 0 h 2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3" h="233">
                  <a:moveTo>
                    <a:pt x="0" y="82"/>
                  </a:moveTo>
                  <a:lnTo>
                    <a:pt x="52" y="163"/>
                  </a:lnTo>
                  <a:lnTo>
                    <a:pt x="29" y="233"/>
                  </a:lnTo>
                  <a:lnTo>
                    <a:pt x="70" y="233"/>
                  </a:lnTo>
                  <a:lnTo>
                    <a:pt x="151" y="180"/>
                  </a:lnTo>
                  <a:lnTo>
                    <a:pt x="163" y="145"/>
                  </a:lnTo>
                  <a:lnTo>
                    <a:pt x="146" y="18"/>
                  </a:lnTo>
                  <a:lnTo>
                    <a:pt x="94" y="0"/>
                  </a:lnTo>
                  <a:lnTo>
                    <a:pt x="64" y="70"/>
                  </a:lnTo>
                  <a:lnTo>
                    <a:pt x="29" y="58"/>
                  </a:lnTo>
                  <a:lnTo>
                    <a:pt x="0" y="82"/>
                  </a:lnTo>
                  <a:close/>
                </a:path>
              </a:pathLst>
            </a:custGeom>
            <a:solidFill>
              <a:srgbClr val="FFFFFF"/>
            </a:solidFill>
            <a:ln w="9525">
              <a:solidFill>
                <a:srgbClr val="000000"/>
              </a:solidFill>
              <a:round/>
              <a:headEnd/>
              <a:tailEnd/>
            </a:ln>
          </p:spPr>
          <p:txBody>
            <a:bodyPr/>
            <a:lstStyle/>
            <a:p>
              <a:endParaRPr lang="ko-KR" altLang="en-US"/>
            </a:p>
          </p:txBody>
        </p:sp>
        <p:sp>
          <p:nvSpPr>
            <p:cNvPr id="440341" name="Freeform 313">
              <a:extLst>
                <a:ext uri="{FF2B5EF4-FFF2-40B4-BE49-F238E27FC236}">
                  <a16:creationId xmlns:a16="http://schemas.microsoft.com/office/drawing/2014/main" id="{333200ED-46F2-BE8B-AE81-4E0099A703CA}"/>
                </a:ext>
              </a:extLst>
            </p:cNvPr>
            <p:cNvSpPr>
              <a:spLocks/>
            </p:cNvSpPr>
            <p:nvPr/>
          </p:nvSpPr>
          <p:spPr bwMode="auto">
            <a:xfrm rot="-882543">
              <a:off x="3840" y="328"/>
              <a:ext cx="9" cy="12"/>
            </a:xfrm>
            <a:custGeom>
              <a:avLst/>
              <a:gdLst>
                <a:gd name="T0" fmla="*/ 0 w 116"/>
                <a:gd name="T1" fmla="*/ 0 h 150"/>
                <a:gd name="T2" fmla="*/ 0 w 116"/>
                <a:gd name="T3" fmla="*/ 0 h 150"/>
                <a:gd name="T4" fmla="*/ 0 w 116"/>
                <a:gd name="T5" fmla="*/ 0 h 150"/>
                <a:gd name="T6" fmla="*/ 0 w 116"/>
                <a:gd name="T7" fmla="*/ 0 h 150"/>
                <a:gd name="T8" fmla="*/ 0 w 116"/>
                <a:gd name="T9" fmla="*/ 0 h 150"/>
                <a:gd name="T10" fmla="*/ 0 w 116"/>
                <a:gd name="T11" fmla="*/ 0 h 150"/>
                <a:gd name="T12" fmla="*/ 0 w 116"/>
                <a:gd name="T13" fmla="*/ 0 h 1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50">
                  <a:moveTo>
                    <a:pt x="11" y="46"/>
                  </a:moveTo>
                  <a:lnTo>
                    <a:pt x="0" y="145"/>
                  </a:lnTo>
                  <a:lnTo>
                    <a:pt x="58" y="150"/>
                  </a:lnTo>
                  <a:lnTo>
                    <a:pt x="116" y="46"/>
                  </a:lnTo>
                  <a:lnTo>
                    <a:pt x="75" y="0"/>
                  </a:lnTo>
                  <a:lnTo>
                    <a:pt x="29" y="0"/>
                  </a:lnTo>
                  <a:lnTo>
                    <a:pt x="11" y="46"/>
                  </a:lnTo>
                  <a:close/>
                </a:path>
              </a:pathLst>
            </a:custGeom>
            <a:solidFill>
              <a:srgbClr val="FFFFFF"/>
            </a:solidFill>
            <a:ln w="9525">
              <a:solidFill>
                <a:srgbClr val="000000"/>
              </a:solidFill>
              <a:round/>
              <a:headEnd/>
              <a:tailEnd/>
            </a:ln>
          </p:spPr>
          <p:txBody>
            <a:bodyPr/>
            <a:lstStyle/>
            <a:p>
              <a:endParaRPr lang="ko-KR" altLang="en-US"/>
            </a:p>
          </p:txBody>
        </p:sp>
        <p:sp>
          <p:nvSpPr>
            <p:cNvPr id="440342" name="Freeform 314">
              <a:extLst>
                <a:ext uri="{FF2B5EF4-FFF2-40B4-BE49-F238E27FC236}">
                  <a16:creationId xmlns:a16="http://schemas.microsoft.com/office/drawing/2014/main" id="{3D53010E-E43B-60AF-3AE1-D5F5E228D369}"/>
                </a:ext>
              </a:extLst>
            </p:cNvPr>
            <p:cNvSpPr>
              <a:spLocks/>
            </p:cNvSpPr>
            <p:nvPr/>
          </p:nvSpPr>
          <p:spPr bwMode="auto">
            <a:xfrm rot="-882543">
              <a:off x="3855" y="320"/>
              <a:ext cx="75" cy="86"/>
            </a:xfrm>
            <a:custGeom>
              <a:avLst/>
              <a:gdLst>
                <a:gd name="T0" fmla="*/ 0 w 987"/>
                <a:gd name="T1" fmla="*/ 0 h 1074"/>
                <a:gd name="T2" fmla="*/ 0 w 987"/>
                <a:gd name="T3" fmla="*/ 0 h 1074"/>
                <a:gd name="T4" fmla="*/ 0 w 987"/>
                <a:gd name="T5" fmla="*/ 0 h 1074"/>
                <a:gd name="T6" fmla="*/ 0 w 987"/>
                <a:gd name="T7" fmla="*/ 0 h 1074"/>
                <a:gd name="T8" fmla="*/ 0 w 987"/>
                <a:gd name="T9" fmla="*/ 0 h 1074"/>
                <a:gd name="T10" fmla="*/ 0 w 987"/>
                <a:gd name="T11" fmla="*/ 0 h 1074"/>
                <a:gd name="T12" fmla="*/ 0 w 987"/>
                <a:gd name="T13" fmla="*/ 0 h 1074"/>
                <a:gd name="T14" fmla="*/ 0 w 987"/>
                <a:gd name="T15" fmla="*/ 0 h 1074"/>
                <a:gd name="T16" fmla="*/ 0 w 987"/>
                <a:gd name="T17" fmla="*/ 0 h 1074"/>
                <a:gd name="T18" fmla="*/ 0 w 987"/>
                <a:gd name="T19" fmla="*/ 0 h 1074"/>
                <a:gd name="T20" fmla="*/ 0 w 987"/>
                <a:gd name="T21" fmla="*/ 0 h 1074"/>
                <a:gd name="T22" fmla="*/ 0 w 987"/>
                <a:gd name="T23" fmla="*/ 0 h 1074"/>
                <a:gd name="T24" fmla="*/ 0 w 987"/>
                <a:gd name="T25" fmla="*/ 0 h 1074"/>
                <a:gd name="T26" fmla="*/ 0 w 987"/>
                <a:gd name="T27" fmla="*/ 0 h 1074"/>
                <a:gd name="T28" fmla="*/ 0 w 987"/>
                <a:gd name="T29" fmla="*/ 0 h 1074"/>
                <a:gd name="T30" fmla="*/ 0 w 987"/>
                <a:gd name="T31" fmla="*/ 0 h 1074"/>
                <a:gd name="T32" fmla="*/ 0 w 987"/>
                <a:gd name="T33" fmla="*/ 0 h 1074"/>
                <a:gd name="T34" fmla="*/ 0 w 987"/>
                <a:gd name="T35" fmla="*/ 0 h 1074"/>
                <a:gd name="T36" fmla="*/ 0 w 987"/>
                <a:gd name="T37" fmla="*/ 0 h 1074"/>
                <a:gd name="T38" fmla="*/ 0 w 987"/>
                <a:gd name="T39" fmla="*/ 0 h 1074"/>
                <a:gd name="T40" fmla="*/ 0 w 987"/>
                <a:gd name="T41" fmla="*/ 0 h 1074"/>
                <a:gd name="T42" fmla="*/ 0 w 987"/>
                <a:gd name="T43" fmla="*/ 0 h 1074"/>
                <a:gd name="T44" fmla="*/ 0 w 987"/>
                <a:gd name="T45" fmla="*/ 0 h 1074"/>
                <a:gd name="T46" fmla="*/ 0 w 987"/>
                <a:gd name="T47" fmla="*/ 0 h 1074"/>
                <a:gd name="T48" fmla="*/ 0 w 987"/>
                <a:gd name="T49" fmla="*/ 0 h 1074"/>
                <a:gd name="T50" fmla="*/ 0 w 987"/>
                <a:gd name="T51" fmla="*/ 0 h 1074"/>
                <a:gd name="T52" fmla="*/ 0 w 987"/>
                <a:gd name="T53" fmla="*/ 0 h 1074"/>
                <a:gd name="T54" fmla="*/ 0 w 987"/>
                <a:gd name="T55" fmla="*/ 0 h 1074"/>
                <a:gd name="T56" fmla="*/ 0 w 987"/>
                <a:gd name="T57" fmla="*/ 0 h 1074"/>
                <a:gd name="T58" fmla="*/ 0 w 987"/>
                <a:gd name="T59" fmla="*/ 0 h 1074"/>
                <a:gd name="T60" fmla="*/ 0 w 987"/>
                <a:gd name="T61" fmla="*/ 0 h 1074"/>
                <a:gd name="T62" fmla="*/ 0 w 987"/>
                <a:gd name="T63" fmla="*/ 0 h 10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7" h="1074">
                  <a:moveTo>
                    <a:pt x="110" y="0"/>
                  </a:moveTo>
                  <a:lnTo>
                    <a:pt x="93" y="52"/>
                  </a:lnTo>
                  <a:lnTo>
                    <a:pt x="16" y="80"/>
                  </a:lnTo>
                  <a:lnTo>
                    <a:pt x="0" y="133"/>
                  </a:lnTo>
                  <a:lnTo>
                    <a:pt x="58" y="197"/>
                  </a:lnTo>
                  <a:lnTo>
                    <a:pt x="28" y="226"/>
                  </a:lnTo>
                  <a:lnTo>
                    <a:pt x="86" y="284"/>
                  </a:lnTo>
                  <a:lnTo>
                    <a:pt x="191" y="296"/>
                  </a:lnTo>
                  <a:lnTo>
                    <a:pt x="330" y="377"/>
                  </a:lnTo>
                  <a:lnTo>
                    <a:pt x="342" y="336"/>
                  </a:lnTo>
                  <a:lnTo>
                    <a:pt x="307" y="267"/>
                  </a:lnTo>
                  <a:lnTo>
                    <a:pt x="377" y="296"/>
                  </a:lnTo>
                  <a:lnTo>
                    <a:pt x="394" y="359"/>
                  </a:lnTo>
                  <a:lnTo>
                    <a:pt x="494" y="377"/>
                  </a:lnTo>
                  <a:lnTo>
                    <a:pt x="522" y="418"/>
                  </a:lnTo>
                  <a:lnTo>
                    <a:pt x="482" y="470"/>
                  </a:lnTo>
                  <a:lnTo>
                    <a:pt x="586" y="523"/>
                  </a:lnTo>
                  <a:lnTo>
                    <a:pt x="563" y="592"/>
                  </a:lnTo>
                  <a:lnTo>
                    <a:pt x="539" y="610"/>
                  </a:lnTo>
                  <a:lnTo>
                    <a:pt x="557" y="714"/>
                  </a:lnTo>
                  <a:lnTo>
                    <a:pt x="499" y="755"/>
                  </a:lnTo>
                  <a:lnTo>
                    <a:pt x="435" y="725"/>
                  </a:lnTo>
                  <a:lnTo>
                    <a:pt x="424" y="865"/>
                  </a:lnTo>
                  <a:lnTo>
                    <a:pt x="529" y="859"/>
                  </a:lnTo>
                  <a:lnTo>
                    <a:pt x="557" y="836"/>
                  </a:lnTo>
                  <a:lnTo>
                    <a:pt x="668" y="976"/>
                  </a:lnTo>
                  <a:lnTo>
                    <a:pt x="714" y="976"/>
                  </a:lnTo>
                  <a:lnTo>
                    <a:pt x="738" y="1011"/>
                  </a:lnTo>
                  <a:lnTo>
                    <a:pt x="947" y="1074"/>
                  </a:lnTo>
                  <a:lnTo>
                    <a:pt x="941" y="1028"/>
                  </a:lnTo>
                  <a:lnTo>
                    <a:pt x="842" y="952"/>
                  </a:lnTo>
                  <a:lnTo>
                    <a:pt x="825" y="912"/>
                  </a:lnTo>
                  <a:lnTo>
                    <a:pt x="953" y="993"/>
                  </a:lnTo>
                  <a:lnTo>
                    <a:pt x="970" y="946"/>
                  </a:lnTo>
                  <a:lnTo>
                    <a:pt x="918" y="865"/>
                  </a:lnTo>
                  <a:lnTo>
                    <a:pt x="923" y="847"/>
                  </a:lnTo>
                  <a:lnTo>
                    <a:pt x="825" y="772"/>
                  </a:lnTo>
                  <a:lnTo>
                    <a:pt x="842" y="720"/>
                  </a:lnTo>
                  <a:lnTo>
                    <a:pt x="784" y="673"/>
                  </a:lnTo>
                  <a:lnTo>
                    <a:pt x="930" y="714"/>
                  </a:lnTo>
                  <a:lnTo>
                    <a:pt x="930" y="772"/>
                  </a:lnTo>
                  <a:lnTo>
                    <a:pt x="947" y="778"/>
                  </a:lnTo>
                  <a:lnTo>
                    <a:pt x="965" y="702"/>
                  </a:lnTo>
                  <a:lnTo>
                    <a:pt x="987" y="673"/>
                  </a:lnTo>
                  <a:lnTo>
                    <a:pt x="975" y="586"/>
                  </a:lnTo>
                  <a:lnTo>
                    <a:pt x="895" y="580"/>
                  </a:lnTo>
                  <a:lnTo>
                    <a:pt x="860" y="523"/>
                  </a:lnTo>
                  <a:lnTo>
                    <a:pt x="749" y="488"/>
                  </a:lnTo>
                  <a:lnTo>
                    <a:pt x="714" y="435"/>
                  </a:lnTo>
                  <a:lnTo>
                    <a:pt x="738" y="389"/>
                  </a:lnTo>
                  <a:lnTo>
                    <a:pt x="703" y="313"/>
                  </a:lnTo>
                  <a:lnTo>
                    <a:pt x="633" y="284"/>
                  </a:lnTo>
                  <a:lnTo>
                    <a:pt x="539" y="249"/>
                  </a:lnTo>
                  <a:lnTo>
                    <a:pt x="529" y="174"/>
                  </a:lnTo>
                  <a:lnTo>
                    <a:pt x="435" y="197"/>
                  </a:lnTo>
                  <a:lnTo>
                    <a:pt x="412" y="145"/>
                  </a:lnTo>
                  <a:lnTo>
                    <a:pt x="319" y="174"/>
                  </a:lnTo>
                  <a:lnTo>
                    <a:pt x="302" y="104"/>
                  </a:lnTo>
                  <a:lnTo>
                    <a:pt x="382" y="92"/>
                  </a:lnTo>
                  <a:lnTo>
                    <a:pt x="278" y="57"/>
                  </a:lnTo>
                  <a:lnTo>
                    <a:pt x="191" y="63"/>
                  </a:lnTo>
                  <a:lnTo>
                    <a:pt x="168" y="179"/>
                  </a:lnTo>
                  <a:lnTo>
                    <a:pt x="133" y="122"/>
                  </a:lnTo>
                  <a:lnTo>
                    <a:pt x="150" y="52"/>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40343" name="Freeform 315">
              <a:extLst>
                <a:ext uri="{FF2B5EF4-FFF2-40B4-BE49-F238E27FC236}">
                  <a16:creationId xmlns:a16="http://schemas.microsoft.com/office/drawing/2014/main" id="{911B486A-054C-33B5-94BE-8556426271B8}"/>
                </a:ext>
              </a:extLst>
            </p:cNvPr>
            <p:cNvSpPr>
              <a:spLocks/>
            </p:cNvSpPr>
            <p:nvPr/>
          </p:nvSpPr>
          <p:spPr bwMode="auto">
            <a:xfrm rot="-882543">
              <a:off x="3841" y="306"/>
              <a:ext cx="26" cy="18"/>
            </a:xfrm>
            <a:custGeom>
              <a:avLst/>
              <a:gdLst>
                <a:gd name="T0" fmla="*/ 0 w 354"/>
                <a:gd name="T1" fmla="*/ 0 h 227"/>
                <a:gd name="T2" fmla="*/ 0 w 354"/>
                <a:gd name="T3" fmla="*/ 0 h 227"/>
                <a:gd name="T4" fmla="*/ 0 w 354"/>
                <a:gd name="T5" fmla="*/ 0 h 227"/>
                <a:gd name="T6" fmla="*/ 0 w 354"/>
                <a:gd name="T7" fmla="*/ 0 h 227"/>
                <a:gd name="T8" fmla="*/ 0 w 354"/>
                <a:gd name="T9" fmla="*/ 0 h 227"/>
                <a:gd name="T10" fmla="*/ 0 w 354"/>
                <a:gd name="T11" fmla="*/ 0 h 227"/>
                <a:gd name="T12" fmla="*/ 0 w 354"/>
                <a:gd name="T13" fmla="*/ 0 h 227"/>
                <a:gd name="T14" fmla="*/ 0 w 354"/>
                <a:gd name="T15" fmla="*/ 0 h 227"/>
                <a:gd name="T16" fmla="*/ 0 w 354"/>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54" h="227">
                  <a:moveTo>
                    <a:pt x="0" y="41"/>
                  </a:moveTo>
                  <a:lnTo>
                    <a:pt x="52" y="82"/>
                  </a:lnTo>
                  <a:lnTo>
                    <a:pt x="52" y="197"/>
                  </a:lnTo>
                  <a:lnTo>
                    <a:pt x="354" y="227"/>
                  </a:lnTo>
                  <a:lnTo>
                    <a:pt x="354" y="169"/>
                  </a:lnTo>
                  <a:lnTo>
                    <a:pt x="162" y="122"/>
                  </a:lnTo>
                  <a:lnTo>
                    <a:pt x="57" y="18"/>
                  </a:lnTo>
                  <a:lnTo>
                    <a:pt x="0" y="0"/>
                  </a:lnTo>
                  <a:lnTo>
                    <a:pt x="0" y="41"/>
                  </a:lnTo>
                  <a:close/>
                </a:path>
              </a:pathLst>
            </a:custGeom>
            <a:solidFill>
              <a:srgbClr val="FFFFFF"/>
            </a:solidFill>
            <a:ln w="9525">
              <a:solidFill>
                <a:srgbClr val="000000"/>
              </a:solidFill>
              <a:round/>
              <a:headEnd/>
              <a:tailEnd/>
            </a:ln>
          </p:spPr>
          <p:txBody>
            <a:bodyPr/>
            <a:lstStyle/>
            <a:p>
              <a:endParaRPr lang="ko-KR" altLang="en-US"/>
            </a:p>
          </p:txBody>
        </p:sp>
        <p:sp>
          <p:nvSpPr>
            <p:cNvPr id="440344" name="Freeform 316">
              <a:extLst>
                <a:ext uri="{FF2B5EF4-FFF2-40B4-BE49-F238E27FC236}">
                  <a16:creationId xmlns:a16="http://schemas.microsoft.com/office/drawing/2014/main" id="{E152AB43-9A15-7C83-14C1-1388534D52D0}"/>
                </a:ext>
              </a:extLst>
            </p:cNvPr>
            <p:cNvSpPr>
              <a:spLocks/>
            </p:cNvSpPr>
            <p:nvPr/>
          </p:nvSpPr>
          <p:spPr bwMode="auto">
            <a:xfrm rot="-882543">
              <a:off x="3804" y="309"/>
              <a:ext cx="21" cy="15"/>
            </a:xfrm>
            <a:custGeom>
              <a:avLst/>
              <a:gdLst>
                <a:gd name="T0" fmla="*/ 0 w 284"/>
                <a:gd name="T1" fmla="*/ 0 h 185"/>
                <a:gd name="T2" fmla="*/ 0 w 284"/>
                <a:gd name="T3" fmla="*/ 0 h 185"/>
                <a:gd name="T4" fmla="*/ 0 w 284"/>
                <a:gd name="T5" fmla="*/ 0 h 185"/>
                <a:gd name="T6" fmla="*/ 0 w 284"/>
                <a:gd name="T7" fmla="*/ 0 h 185"/>
                <a:gd name="T8" fmla="*/ 0 w 284"/>
                <a:gd name="T9" fmla="*/ 0 h 185"/>
                <a:gd name="T10" fmla="*/ 0 w 284"/>
                <a:gd name="T11" fmla="*/ 0 h 185"/>
                <a:gd name="T12" fmla="*/ 0 w 284"/>
                <a:gd name="T13" fmla="*/ 0 h 185"/>
                <a:gd name="T14" fmla="*/ 0 w 284"/>
                <a:gd name="T15" fmla="*/ 0 h 185"/>
                <a:gd name="T16" fmla="*/ 0 w 284"/>
                <a:gd name="T17" fmla="*/ 0 h 1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4" h="185">
                  <a:moveTo>
                    <a:pt x="63" y="0"/>
                  </a:moveTo>
                  <a:lnTo>
                    <a:pt x="202" y="52"/>
                  </a:lnTo>
                  <a:lnTo>
                    <a:pt x="284" y="122"/>
                  </a:lnTo>
                  <a:lnTo>
                    <a:pt x="197" y="185"/>
                  </a:lnTo>
                  <a:lnTo>
                    <a:pt x="110" y="162"/>
                  </a:lnTo>
                  <a:lnTo>
                    <a:pt x="52" y="133"/>
                  </a:lnTo>
                  <a:lnTo>
                    <a:pt x="45" y="92"/>
                  </a:lnTo>
                  <a:lnTo>
                    <a:pt x="0" y="52"/>
                  </a:lnTo>
                  <a:lnTo>
                    <a:pt x="63" y="0"/>
                  </a:lnTo>
                  <a:close/>
                </a:path>
              </a:pathLst>
            </a:custGeom>
            <a:solidFill>
              <a:srgbClr val="FFFFFF"/>
            </a:solidFill>
            <a:ln w="9525">
              <a:solidFill>
                <a:srgbClr val="000000"/>
              </a:solidFill>
              <a:round/>
              <a:headEnd/>
              <a:tailEnd/>
            </a:ln>
          </p:spPr>
          <p:txBody>
            <a:bodyPr/>
            <a:lstStyle/>
            <a:p>
              <a:endParaRPr lang="ko-KR" altLang="en-US"/>
            </a:p>
          </p:txBody>
        </p:sp>
        <p:sp>
          <p:nvSpPr>
            <p:cNvPr id="440345" name="Freeform 317">
              <a:extLst>
                <a:ext uri="{FF2B5EF4-FFF2-40B4-BE49-F238E27FC236}">
                  <a16:creationId xmlns:a16="http://schemas.microsoft.com/office/drawing/2014/main" id="{2C74D5D9-C57E-AF10-0CEE-494C8B8C92B4}"/>
                </a:ext>
              </a:extLst>
            </p:cNvPr>
            <p:cNvSpPr>
              <a:spLocks/>
            </p:cNvSpPr>
            <p:nvPr/>
          </p:nvSpPr>
          <p:spPr bwMode="auto">
            <a:xfrm rot="-882543">
              <a:off x="3826" y="313"/>
              <a:ext cx="9" cy="11"/>
            </a:xfrm>
            <a:custGeom>
              <a:avLst/>
              <a:gdLst>
                <a:gd name="T0" fmla="*/ 0 w 127"/>
                <a:gd name="T1" fmla="*/ 0 h 134"/>
                <a:gd name="T2" fmla="*/ 0 w 127"/>
                <a:gd name="T3" fmla="*/ 0 h 134"/>
                <a:gd name="T4" fmla="*/ 0 w 127"/>
                <a:gd name="T5" fmla="*/ 0 h 134"/>
                <a:gd name="T6" fmla="*/ 0 w 127"/>
                <a:gd name="T7" fmla="*/ 0 h 134"/>
                <a:gd name="T8" fmla="*/ 0 w 127"/>
                <a:gd name="T9" fmla="*/ 0 h 134"/>
                <a:gd name="T10" fmla="*/ 0 w 127"/>
                <a:gd name="T11" fmla="*/ 0 h 134"/>
                <a:gd name="T12" fmla="*/ 0 w 127"/>
                <a:gd name="T13" fmla="*/ 0 h 134"/>
                <a:gd name="T14" fmla="*/ 0 w 127"/>
                <a:gd name="T15" fmla="*/ 0 h 134"/>
                <a:gd name="T16" fmla="*/ 0 w 127"/>
                <a:gd name="T17" fmla="*/ 0 h 134"/>
                <a:gd name="T18" fmla="*/ 0 w 127"/>
                <a:gd name="T19" fmla="*/ 0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 h="134">
                  <a:moveTo>
                    <a:pt x="92" y="0"/>
                  </a:moveTo>
                  <a:lnTo>
                    <a:pt x="17" y="24"/>
                  </a:lnTo>
                  <a:lnTo>
                    <a:pt x="0" y="65"/>
                  </a:lnTo>
                  <a:lnTo>
                    <a:pt x="40" y="77"/>
                  </a:lnTo>
                  <a:lnTo>
                    <a:pt x="40" y="117"/>
                  </a:lnTo>
                  <a:lnTo>
                    <a:pt x="98" y="134"/>
                  </a:lnTo>
                  <a:lnTo>
                    <a:pt x="127" y="129"/>
                  </a:lnTo>
                  <a:lnTo>
                    <a:pt x="98" y="77"/>
                  </a:lnTo>
                  <a:lnTo>
                    <a:pt x="127" y="65"/>
                  </a:lnTo>
                  <a:lnTo>
                    <a:pt x="92" y="0"/>
                  </a:lnTo>
                  <a:close/>
                </a:path>
              </a:pathLst>
            </a:custGeom>
            <a:solidFill>
              <a:srgbClr val="FFFFFF"/>
            </a:solidFill>
            <a:ln w="9525">
              <a:solidFill>
                <a:srgbClr val="000000"/>
              </a:solidFill>
              <a:round/>
              <a:headEnd/>
              <a:tailEnd/>
            </a:ln>
          </p:spPr>
          <p:txBody>
            <a:bodyPr/>
            <a:lstStyle/>
            <a:p>
              <a:endParaRPr lang="ko-KR" altLang="en-US"/>
            </a:p>
          </p:txBody>
        </p:sp>
        <p:sp>
          <p:nvSpPr>
            <p:cNvPr id="440346" name="Freeform 318">
              <a:extLst>
                <a:ext uri="{FF2B5EF4-FFF2-40B4-BE49-F238E27FC236}">
                  <a16:creationId xmlns:a16="http://schemas.microsoft.com/office/drawing/2014/main" id="{040C39E4-FEF4-5556-6ED3-D5B11CA84C05}"/>
                </a:ext>
              </a:extLst>
            </p:cNvPr>
            <p:cNvSpPr>
              <a:spLocks/>
            </p:cNvSpPr>
            <p:nvPr/>
          </p:nvSpPr>
          <p:spPr bwMode="auto">
            <a:xfrm rot="-882543">
              <a:off x="3795" y="311"/>
              <a:ext cx="4" cy="3"/>
            </a:xfrm>
            <a:custGeom>
              <a:avLst/>
              <a:gdLst>
                <a:gd name="T0" fmla="*/ 0 w 47"/>
                <a:gd name="T1" fmla="*/ 0 h 35"/>
                <a:gd name="T2" fmla="*/ 0 w 47"/>
                <a:gd name="T3" fmla="*/ 0 h 35"/>
                <a:gd name="T4" fmla="*/ 0 w 47"/>
                <a:gd name="T5" fmla="*/ 0 h 35"/>
                <a:gd name="T6" fmla="*/ 0 w 47"/>
                <a:gd name="T7" fmla="*/ 0 h 35"/>
                <a:gd name="T8" fmla="*/ 0 w 47"/>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35">
                  <a:moveTo>
                    <a:pt x="29" y="0"/>
                  </a:moveTo>
                  <a:lnTo>
                    <a:pt x="0" y="0"/>
                  </a:lnTo>
                  <a:lnTo>
                    <a:pt x="17" y="35"/>
                  </a:lnTo>
                  <a:lnTo>
                    <a:pt x="47" y="23"/>
                  </a:lnTo>
                  <a:lnTo>
                    <a:pt x="29" y="0"/>
                  </a:lnTo>
                  <a:close/>
                </a:path>
              </a:pathLst>
            </a:custGeom>
            <a:solidFill>
              <a:srgbClr val="FFFFFF"/>
            </a:solidFill>
            <a:ln w="9525">
              <a:solidFill>
                <a:srgbClr val="000000"/>
              </a:solidFill>
              <a:round/>
              <a:headEnd/>
              <a:tailEnd/>
            </a:ln>
          </p:spPr>
          <p:txBody>
            <a:bodyPr/>
            <a:lstStyle/>
            <a:p>
              <a:endParaRPr lang="ko-KR" altLang="en-US"/>
            </a:p>
          </p:txBody>
        </p:sp>
        <p:sp>
          <p:nvSpPr>
            <p:cNvPr id="440347" name="Freeform 319">
              <a:extLst>
                <a:ext uri="{FF2B5EF4-FFF2-40B4-BE49-F238E27FC236}">
                  <a16:creationId xmlns:a16="http://schemas.microsoft.com/office/drawing/2014/main" id="{AE3D7E5F-4702-6C6E-DAD9-630FCB572923}"/>
                </a:ext>
              </a:extLst>
            </p:cNvPr>
            <p:cNvSpPr>
              <a:spLocks/>
            </p:cNvSpPr>
            <p:nvPr/>
          </p:nvSpPr>
          <p:spPr bwMode="auto">
            <a:xfrm rot="-882543">
              <a:off x="3841" y="318"/>
              <a:ext cx="1" cy="3"/>
            </a:xfrm>
            <a:custGeom>
              <a:avLst/>
              <a:gdLst>
                <a:gd name="T0" fmla="*/ 0 w 24"/>
                <a:gd name="T1" fmla="*/ 0 h 41"/>
                <a:gd name="T2" fmla="*/ 0 w 24"/>
                <a:gd name="T3" fmla="*/ 0 h 41"/>
                <a:gd name="T4" fmla="*/ 0 w 24"/>
                <a:gd name="T5" fmla="*/ 0 h 41"/>
                <a:gd name="T6" fmla="*/ 0 w 24"/>
                <a:gd name="T7" fmla="*/ 0 h 41"/>
                <a:gd name="T8" fmla="*/ 0 w 24"/>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41">
                  <a:moveTo>
                    <a:pt x="24" y="18"/>
                  </a:moveTo>
                  <a:lnTo>
                    <a:pt x="12" y="0"/>
                  </a:lnTo>
                  <a:lnTo>
                    <a:pt x="0" y="41"/>
                  </a:lnTo>
                  <a:lnTo>
                    <a:pt x="17" y="41"/>
                  </a:lnTo>
                  <a:lnTo>
                    <a:pt x="24" y="18"/>
                  </a:lnTo>
                  <a:close/>
                </a:path>
              </a:pathLst>
            </a:custGeom>
            <a:solidFill>
              <a:srgbClr val="FFFFFF"/>
            </a:solidFill>
            <a:ln w="9525">
              <a:solidFill>
                <a:srgbClr val="000000"/>
              </a:solidFill>
              <a:round/>
              <a:headEnd/>
              <a:tailEnd/>
            </a:ln>
          </p:spPr>
          <p:txBody>
            <a:bodyPr/>
            <a:lstStyle/>
            <a:p>
              <a:endParaRPr lang="ko-KR" altLang="en-US"/>
            </a:p>
          </p:txBody>
        </p:sp>
        <p:sp>
          <p:nvSpPr>
            <p:cNvPr id="440348" name="Freeform 320">
              <a:extLst>
                <a:ext uri="{FF2B5EF4-FFF2-40B4-BE49-F238E27FC236}">
                  <a16:creationId xmlns:a16="http://schemas.microsoft.com/office/drawing/2014/main" id="{9AA6EB82-384A-0514-BC8D-37BA05C084EF}"/>
                </a:ext>
              </a:extLst>
            </p:cNvPr>
            <p:cNvSpPr>
              <a:spLocks/>
            </p:cNvSpPr>
            <p:nvPr/>
          </p:nvSpPr>
          <p:spPr bwMode="auto">
            <a:xfrm rot="-882543">
              <a:off x="3887" y="358"/>
              <a:ext cx="5" cy="9"/>
            </a:xfrm>
            <a:custGeom>
              <a:avLst/>
              <a:gdLst>
                <a:gd name="T0" fmla="*/ 0 w 70"/>
                <a:gd name="T1" fmla="*/ 0 h 104"/>
                <a:gd name="T2" fmla="*/ 0 w 70"/>
                <a:gd name="T3" fmla="*/ 0 h 104"/>
                <a:gd name="T4" fmla="*/ 0 w 70"/>
                <a:gd name="T5" fmla="*/ 0 h 104"/>
                <a:gd name="T6" fmla="*/ 0 w 70"/>
                <a:gd name="T7" fmla="*/ 0 h 104"/>
                <a:gd name="T8" fmla="*/ 0 w 70"/>
                <a:gd name="T9" fmla="*/ 0 h 104"/>
                <a:gd name="T10" fmla="*/ 0 w 70"/>
                <a:gd name="T11" fmla="*/ 0 h 104"/>
                <a:gd name="T12" fmla="*/ 0 w 70"/>
                <a:gd name="T13" fmla="*/ 0 h 104"/>
                <a:gd name="T14" fmla="*/ 0 w 70"/>
                <a:gd name="T15" fmla="*/ 0 h 1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04">
                  <a:moveTo>
                    <a:pt x="58" y="92"/>
                  </a:moveTo>
                  <a:lnTo>
                    <a:pt x="70" y="47"/>
                  </a:lnTo>
                  <a:lnTo>
                    <a:pt x="23" y="0"/>
                  </a:lnTo>
                  <a:lnTo>
                    <a:pt x="12" y="12"/>
                  </a:lnTo>
                  <a:lnTo>
                    <a:pt x="17" y="58"/>
                  </a:lnTo>
                  <a:lnTo>
                    <a:pt x="0" y="104"/>
                  </a:lnTo>
                  <a:lnTo>
                    <a:pt x="47" y="104"/>
                  </a:lnTo>
                  <a:lnTo>
                    <a:pt x="58" y="92"/>
                  </a:lnTo>
                  <a:close/>
                </a:path>
              </a:pathLst>
            </a:custGeom>
            <a:solidFill>
              <a:srgbClr val="FFFFFF"/>
            </a:solidFill>
            <a:ln w="9525">
              <a:solidFill>
                <a:srgbClr val="000000"/>
              </a:solidFill>
              <a:round/>
              <a:headEnd/>
              <a:tailEnd/>
            </a:ln>
          </p:spPr>
          <p:txBody>
            <a:bodyPr/>
            <a:lstStyle/>
            <a:p>
              <a:endParaRPr lang="ko-KR" altLang="en-US"/>
            </a:p>
          </p:txBody>
        </p:sp>
        <p:sp>
          <p:nvSpPr>
            <p:cNvPr id="440349" name="Freeform 321">
              <a:extLst>
                <a:ext uri="{FF2B5EF4-FFF2-40B4-BE49-F238E27FC236}">
                  <a16:creationId xmlns:a16="http://schemas.microsoft.com/office/drawing/2014/main" id="{DB919BEF-ACD3-5246-8424-18E7B65F2BD5}"/>
                </a:ext>
              </a:extLst>
            </p:cNvPr>
            <p:cNvSpPr>
              <a:spLocks/>
            </p:cNvSpPr>
            <p:nvPr/>
          </p:nvSpPr>
          <p:spPr bwMode="auto">
            <a:xfrm rot="-882543">
              <a:off x="3632" y="296"/>
              <a:ext cx="114" cy="145"/>
            </a:xfrm>
            <a:custGeom>
              <a:avLst/>
              <a:gdLst>
                <a:gd name="T0" fmla="*/ 0 w 1518"/>
                <a:gd name="T1" fmla="*/ 0 h 1801"/>
                <a:gd name="T2" fmla="*/ 0 w 1518"/>
                <a:gd name="T3" fmla="*/ 0 h 1801"/>
                <a:gd name="T4" fmla="*/ 0 w 1518"/>
                <a:gd name="T5" fmla="*/ 0 h 1801"/>
                <a:gd name="T6" fmla="*/ 0 w 1518"/>
                <a:gd name="T7" fmla="*/ 0 h 1801"/>
                <a:gd name="T8" fmla="*/ 0 w 1518"/>
                <a:gd name="T9" fmla="*/ 0 h 1801"/>
                <a:gd name="T10" fmla="*/ 0 w 1518"/>
                <a:gd name="T11" fmla="*/ 0 h 1801"/>
                <a:gd name="T12" fmla="*/ 0 w 1518"/>
                <a:gd name="T13" fmla="*/ 0 h 1801"/>
                <a:gd name="T14" fmla="*/ 0 w 1518"/>
                <a:gd name="T15" fmla="*/ 0 h 1801"/>
                <a:gd name="T16" fmla="*/ 0 w 1518"/>
                <a:gd name="T17" fmla="*/ 0 h 1801"/>
                <a:gd name="T18" fmla="*/ 0 w 1518"/>
                <a:gd name="T19" fmla="*/ 0 h 1801"/>
                <a:gd name="T20" fmla="*/ 0 w 1518"/>
                <a:gd name="T21" fmla="*/ 0 h 1801"/>
                <a:gd name="T22" fmla="*/ 0 w 1518"/>
                <a:gd name="T23" fmla="*/ 0 h 1801"/>
                <a:gd name="T24" fmla="*/ 0 w 1518"/>
                <a:gd name="T25" fmla="*/ 0 h 1801"/>
                <a:gd name="T26" fmla="*/ 0 w 1518"/>
                <a:gd name="T27" fmla="*/ 0 h 1801"/>
                <a:gd name="T28" fmla="*/ 0 w 1518"/>
                <a:gd name="T29" fmla="*/ 0 h 1801"/>
                <a:gd name="T30" fmla="*/ 0 w 1518"/>
                <a:gd name="T31" fmla="*/ 0 h 1801"/>
                <a:gd name="T32" fmla="*/ 0 w 1518"/>
                <a:gd name="T33" fmla="*/ 0 h 1801"/>
                <a:gd name="T34" fmla="*/ 0 w 1518"/>
                <a:gd name="T35" fmla="*/ 0 h 1801"/>
                <a:gd name="T36" fmla="*/ 0 w 1518"/>
                <a:gd name="T37" fmla="*/ 0 h 1801"/>
                <a:gd name="T38" fmla="*/ 0 w 1518"/>
                <a:gd name="T39" fmla="*/ 0 h 1801"/>
                <a:gd name="T40" fmla="*/ 0 w 1518"/>
                <a:gd name="T41" fmla="*/ 0 h 1801"/>
                <a:gd name="T42" fmla="*/ 0 w 1518"/>
                <a:gd name="T43" fmla="*/ 0 h 1801"/>
                <a:gd name="T44" fmla="*/ 0 w 1518"/>
                <a:gd name="T45" fmla="*/ 0 h 1801"/>
                <a:gd name="T46" fmla="*/ 0 w 1518"/>
                <a:gd name="T47" fmla="*/ 0 h 1801"/>
                <a:gd name="T48" fmla="*/ 0 w 1518"/>
                <a:gd name="T49" fmla="*/ 0 h 1801"/>
                <a:gd name="T50" fmla="*/ 0 w 1518"/>
                <a:gd name="T51" fmla="*/ 0 h 1801"/>
                <a:gd name="T52" fmla="*/ 0 w 1518"/>
                <a:gd name="T53" fmla="*/ 0 h 1801"/>
                <a:gd name="T54" fmla="*/ 0 w 1518"/>
                <a:gd name="T55" fmla="*/ 0 h 1801"/>
                <a:gd name="T56" fmla="*/ 0 w 1518"/>
                <a:gd name="T57" fmla="*/ 0 h 1801"/>
                <a:gd name="T58" fmla="*/ 0 w 1518"/>
                <a:gd name="T59" fmla="*/ 0 h 1801"/>
                <a:gd name="T60" fmla="*/ 0 w 1518"/>
                <a:gd name="T61" fmla="*/ 0 h 1801"/>
                <a:gd name="T62" fmla="*/ 0 w 1518"/>
                <a:gd name="T63" fmla="*/ 0 h 1801"/>
                <a:gd name="T64" fmla="*/ 0 w 1518"/>
                <a:gd name="T65" fmla="*/ 0 h 1801"/>
                <a:gd name="T66" fmla="*/ 0 w 1518"/>
                <a:gd name="T67" fmla="*/ 0 h 1801"/>
                <a:gd name="T68" fmla="*/ 0 w 1518"/>
                <a:gd name="T69" fmla="*/ 0 h 1801"/>
                <a:gd name="T70" fmla="*/ 0 w 1518"/>
                <a:gd name="T71" fmla="*/ 0 h 1801"/>
                <a:gd name="T72" fmla="*/ 0 w 1518"/>
                <a:gd name="T73" fmla="*/ 0 h 1801"/>
                <a:gd name="T74" fmla="*/ 0 w 1518"/>
                <a:gd name="T75" fmla="*/ 0 h 1801"/>
                <a:gd name="T76" fmla="*/ 0 w 1518"/>
                <a:gd name="T77" fmla="*/ 0 h 1801"/>
                <a:gd name="T78" fmla="*/ 0 w 1518"/>
                <a:gd name="T79" fmla="*/ 0 h 1801"/>
                <a:gd name="T80" fmla="*/ 0 w 1518"/>
                <a:gd name="T81" fmla="*/ 0 h 1801"/>
                <a:gd name="T82" fmla="*/ 0 w 1518"/>
                <a:gd name="T83" fmla="*/ 0 h 1801"/>
                <a:gd name="T84" fmla="*/ 0 w 1518"/>
                <a:gd name="T85" fmla="*/ 0 h 1801"/>
                <a:gd name="T86" fmla="*/ 0 w 1518"/>
                <a:gd name="T87" fmla="*/ 0 h 1801"/>
                <a:gd name="T88" fmla="*/ 0 w 1518"/>
                <a:gd name="T89" fmla="*/ 0 h 1801"/>
                <a:gd name="T90" fmla="*/ 0 w 1518"/>
                <a:gd name="T91" fmla="*/ 0 h 1801"/>
                <a:gd name="T92" fmla="*/ 0 w 1518"/>
                <a:gd name="T93" fmla="*/ 0 h 1801"/>
                <a:gd name="T94" fmla="*/ 0 w 1518"/>
                <a:gd name="T95" fmla="*/ 0 h 1801"/>
                <a:gd name="T96" fmla="*/ 0 w 1518"/>
                <a:gd name="T97" fmla="*/ 0 h 1801"/>
                <a:gd name="T98" fmla="*/ 0 w 1518"/>
                <a:gd name="T99" fmla="*/ 0 h 1801"/>
                <a:gd name="T100" fmla="*/ 0 w 1518"/>
                <a:gd name="T101" fmla="*/ 0 h 1801"/>
                <a:gd name="T102" fmla="*/ 0 w 1518"/>
                <a:gd name="T103" fmla="*/ 0 h 1801"/>
                <a:gd name="T104" fmla="*/ 0 w 1518"/>
                <a:gd name="T105" fmla="*/ 0 h 18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8" h="1801">
                  <a:moveTo>
                    <a:pt x="762" y="1801"/>
                  </a:moveTo>
                  <a:lnTo>
                    <a:pt x="907" y="1766"/>
                  </a:lnTo>
                  <a:lnTo>
                    <a:pt x="937" y="1301"/>
                  </a:lnTo>
                  <a:lnTo>
                    <a:pt x="872" y="1254"/>
                  </a:lnTo>
                  <a:lnTo>
                    <a:pt x="855" y="1150"/>
                  </a:lnTo>
                  <a:lnTo>
                    <a:pt x="919" y="1011"/>
                  </a:lnTo>
                  <a:lnTo>
                    <a:pt x="1518" y="604"/>
                  </a:lnTo>
                  <a:lnTo>
                    <a:pt x="1506" y="546"/>
                  </a:lnTo>
                  <a:lnTo>
                    <a:pt x="1436" y="465"/>
                  </a:lnTo>
                  <a:lnTo>
                    <a:pt x="1436" y="407"/>
                  </a:lnTo>
                  <a:lnTo>
                    <a:pt x="1378" y="325"/>
                  </a:lnTo>
                  <a:lnTo>
                    <a:pt x="1395" y="210"/>
                  </a:lnTo>
                  <a:lnTo>
                    <a:pt x="1326" y="122"/>
                  </a:lnTo>
                  <a:lnTo>
                    <a:pt x="1151" y="105"/>
                  </a:lnTo>
                  <a:lnTo>
                    <a:pt x="1047" y="0"/>
                  </a:lnTo>
                  <a:lnTo>
                    <a:pt x="907" y="151"/>
                  </a:lnTo>
                  <a:lnTo>
                    <a:pt x="919" y="180"/>
                  </a:lnTo>
                  <a:lnTo>
                    <a:pt x="867" y="215"/>
                  </a:lnTo>
                  <a:lnTo>
                    <a:pt x="843" y="175"/>
                  </a:lnTo>
                  <a:lnTo>
                    <a:pt x="849" y="110"/>
                  </a:lnTo>
                  <a:lnTo>
                    <a:pt x="803" y="29"/>
                  </a:lnTo>
                  <a:lnTo>
                    <a:pt x="703" y="58"/>
                  </a:lnTo>
                  <a:lnTo>
                    <a:pt x="663" y="180"/>
                  </a:lnTo>
                  <a:lnTo>
                    <a:pt x="698" y="255"/>
                  </a:lnTo>
                  <a:lnTo>
                    <a:pt x="651" y="267"/>
                  </a:lnTo>
                  <a:lnTo>
                    <a:pt x="471" y="163"/>
                  </a:lnTo>
                  <a:lnTo>
                    <a:pt x="267" y="279"/>
                  </a:lnTo>
                  <a:lnTo>
                    <a:pt x="256" y="372"/>
                  </a:lnTo>
                  <a:lnTo>
                    <a:pt x="291" y="384"/>
                  </a:lnTo>
                  <a:lnTo>
                    <a:pt x="198" y="447"/>
                  </a:lnTo>
                  <a:lnTo>
                    <a:pt x="262" y="477"/>
                  </a:lnTo>
                  <a:lnTo>
                    <a:pt x="232" y="541"/>
                  </a:lnTo>
                  <a:lnTo>
                    <a:pt x="297" y="628"/>
                  </a:lnTo>
                  <a:lnTo>
                    <a:pt x="7" y="611"/>
                  </a:lnTo>
                  <a:lnTo>
                    <a:pt x="0" y="639"/>
                  </a:lnTo>
                  <a:lnTo>
                    <a:pt x="344" y="721"/>
                  </a:lnTo>
                  <a:lnTo>
                    <a:pt x="546" y="738"/>
                  </a:lnTo>
                  <a:lnTo>
                    <a:pt x="454" y="802"/>
                  </a:lnTo>
                  <a:lnTo>
                    <a:pt x="511" y="872"/>
                  </a:lnTo>
                  <a:lnTo>
                    <a:pt x="623" y="872"/>
                  </a:lnTo>
                  <a:lnTo>
                    <a:pt x="640" y="808"/>
                  </a:lnTo>
                  <a:lnTo>
                    <a:pt x="686" y="843"/>
                  </a:lnTo>
                  <a:lnTo>
                    <a:pt x="668" y="912"/>
                  </a:lnTo>
                  <a:lnTo>
                    <a:pt x="698" y="924"/>
                  </a:lnTo>
                  <a:lnTo>
                    <a:pt x="698" y="994"/>
                  </a:lnTo>
                  <a:lnTo>
                    <a:pt x="762" y="1075"/>
                  </a:lnTo>
                  <a:lnTo>
                    <a:pt x="780" y="1167"/>
                  </a:lnTo>
                  <a:lnTo>
                    <a:pt x="762" y="1237"/>
                  </a:lnTo>
                  <a:lnTo>
                    <a:pt x="797" y="1336"/>
                  </a:lnTo>
                  <a:lnTo>
                    <a:pt x="843" y="1366"/>
                  </a:lnTo>
                  <a:lnTo>
                    <a:pt x="872" y="1411"/>
                  </a:lnTo>
                  <a:lnTo>
                    <a:pt x="780" y="1603"/>
                  </a:lnTo>
                  <a:lnTo>
                    <a:pt x="762" y="1801"/>
                  </a:lnTo>
                  <a:close/>
                </a:path>
              </a:pathLst>
            </a:custGeom>
            <a:solidFill>
              <a:srgbClr val="FFFFFF"/>
            </a:solidFill>
            <a:ln w="9525">
              <a:solidFill>
                <a:srgbClr val="000000"/>
              </a:solidFill>
              <a:round/>
              <a:headEnd/>
              <a:tailEnd/>
            </a:ln>
          </p:spPr>
          <p:txBody>
            <a:bodyPr/>
            <a:lstStyle/>
            <a:p>
              <a:endParaRPr lang="ko-KR" altLang="en-US"/>
            </a:p>
          </p:txBody>
        </p:sp>
        <p:sp>
          <p:nvSpPr>
            <p:cNvPr id="440350" name="Freeform 322">
              <a:extLst>
                <a:ext uri="{FF2B5EF4-FFF2-40B4-BE49-F238E27FC236}">
                  <a16:creationId xmlns:a16="http://schemas.microsoft.com/office/drawing/2014/main" id="{2DC89548-73CF-DABD-4001-0CFA874344AE}"/>
                </a:ext>
              </a:extLst>
            </p:cNvPr>
            <p:cNvSpPr>
              <a:spLocks/>
            </p:cNvSpPr>
            <p:nvPr/>
          </p:nvSpPr>
          <p:spPr bwMode="auto">
            <a:xfrm rot="-882543">
              <a:off x="3703" y="298"/>
              <a:ext cx="283" cy="262"/>
            </a:xfrm>
            <a:custGeom>
              <a:avLst/>
              <a:gdLst>
                <a:gd name="T0" fmla="*/ 0 w 3724"/>
                <a:gd name="T1" fmla="*/ 0 h 3264"/>
                <a:gd name="T2" fmla="*/ 0 w 3724"/>
                <a:gd name="T3" fmla="*/ 0 h 3264"/>
                <a:gd name="T4" fmla="*/ 0 w 3724"/>
                <a:gd name="T5" fmla="*/ 0 h 3264"/>
                <a:gd name="T6" fmla="*/ 0 w 3724"/>
                <a:gd name="T7" fmla="*/ 0 h 3264"/>
                <a:gd name="T8" fmla="*/ 0 w 3724"/>
                <a:gd name="T9" fmla="*/ 0 h 3264"/>
                <a:gd name="T10" fmla="*/ 0 w 3724"/>
                <a:gd name="T11" fmla="*/ 0 h 3264"/>
                <a:gd name="T12" fmla="*/ 0 w 3724"/>
                <a:gd name="T13" fmla="*/ 0 h 3264"/>
                <a:gd name="T14" fmla="*/ 0 w 3724"/>
                <a:gd name="T15" fmla="*/ 0 h 3264"/>
                <a:gd name="T16" fmla="*/ 0 w 3724"/>
                <a:gd name="T17" fmla="*/ 0 h 3264"/>
                <a:gd name="T18" fmla="*/ 0 w 3724"/>
                <a:gd name="T19" fmla="*/ 0 h 3264"/>
                <a:gd name="T20" fmla="*/ 0 w 3724"/>
                <a:gd name="T21" fmla="*/ 0 h 3264"/>
                <a:gd name="T22" fmla="*/ 0 w 3724"/>
                <a:gd name="T23" fmla="*/ 0 h 3264"/>
                <a:gd name="T24" fmla="*/ 0 w 3724"/>
                <a:gd name="T25" fmla="*/ 0 h 3264"/>
                <a:gd name="T26" fmla="*/ 0 w 3724"/>
                <a:gd name="T27" fmla="*/ 0 h 3264"/>
                <a:gd name="T28" fmla="*/ 0 w 3724"/>
                <a:gd name="T29" fmla="*/ 0 h 3264"/>
                <a:gd name="T30" fmla="*/ 0 w 3724"/>
                <a:gd name="T31" fmla="*/ 0 h 3264"/>
                <a:gd name="T32" fmla="*/ 0 w 3724"/>
                <a:gd name="T33" fmla="*/ 0 h 3264"/>
                <a:gd name="T34" fmla="*/ 0 w 3724"/>
                <a:gd name="T35" fmla="*/ 0 h 3264"/>
                <a:gd name="T36" fmla="*/ 0 w 3724"/>
                <a:gd name="T37" fmla="*/ 0 h 3264"/>
                <a:gd name="T38" fmla="*/ 0 w 3724"/>
                <a:gd name="T39" fmla="*/ 0 h 3264"/>
                <a:gd name="T40" fmla="*/ 0 w 3724"/>
                <a:gd name="T41" fmla="*/ 0 h 3264"/>
                <a:gd name="T42" fmla="*/ 0 w 3724"/>
                <a:gd name="T43" fmla="*/ 0 h 3264"/>
                <a:gd name="T44" fmla="*/ 0 w 3724"/>
                <a:gd name="T45" fmla="*/ 0 h 3264"/>
                <a:gd name="T46" fmla="*/ 0 w 3724"/>
                <a:gd name="T47" fmla="*/ 0 h 3264"/>
                <a:gd name="T48" fmla="*/ 0 w 3724"/>
                <a:gd name="T49" fmla="*/ 0 h 3264"/>
                <a:gd name="T50" fmla="*/ 0 w 3724"/>
                <a:gd name="T51" fmla="*/ 0 h 3264"/>
                <a:gd name="T52" fmla="*/ 0 w 3724"/>
                <a:gd name="T53" fmla="*/ 0 h 3264"/>
                <a:gd name="T54" fmla="*/ 0 w 3724"/>
                <a:gd name="T55" fmla="*/ 0 h 3264"/>
                <a:gd name="T56" fmla="*/ 0 w 3724"/>
                <a:gd name="T57" fmla="*/ 0 h 3264"/>
                <a:gd name="T58" fmla="*/ 0 w 3724"/>
                <a:gd name="T59" fmla="*/ 0 h 3264"/>
                <a:gd name="T60" fmla="*/ 0 w 3724"/>
                <a:gd name="T61" fmla="*/ 0 h 3264"/>
                <a:gd name="T62" fmla="*/ 0 w 3724"/>
                <a:gd name="T63" fmla="*/ 0 h 3264"/>
                <a:gd name="T64" fmla="*/ 0 w 3724"/>
                <a:gd name="T65" fmla="*/ 0 h 3264"/>
                <a:gd name="T66" fmla="*/ 0 w 3724"/>
                <a:gd name="T67" fmla="*/ 0 h 3264"/>
                <a:gd name="T68" fmla="*/ 0 w 3724"/>
                <a:gd name="T69" fmla="*/ 0 h 3264"/>
                <a:gd name="T70" fmla="*/ 0 w 3724"/>
                <a:gd name="T71" fmla="*/ 0 h 3264"/>
                <a:gd name="T72" fmla="*/ 0 w 3724"/>
                <a:gd name="T73" fmla="*/ 0 h 3264"/>
                <a:gd name="T74" fmla="*/ 0 w 3724"/>
                <a:gd name="T75" fmla="*/ 0 h 3264"/>
                <a:gd name="T76" fmla="*/ 0 w 3724"/>
                <a:gd name="T77" fmla="*/ 0 h 3264"/>
                <a:gd name="T78" fmla="*/ 0 w 3724"/>
                <a:gd name="T79" fmla="*/ 0 h 3264"/>
                <a:gd name="T80" fmla="*/ 0 w 3724"/>
                <a:gd name="T81" fmla="*/ 0 h 3264"/>
                <a:gd name="T82" fmla="*/ 0 w 3724"/>
                <a:gd name="T83" fmla="*/ 0 h 3264"/>
                <a:gd name="T84" fmla="*/ 0 w 3724"/>
                <a:gd name="T85" fmla="*/ 0 h 3264"/>
                <a:gd name="T86" fmla="*/ 0 w 3724"/>
                <a:gd name="T87" fmla="*/ 0 h 3264"/>
                <a:gd name="T88" fmla="*/ 0 w 3724"/>
                <a:gd name="T89" fmla="*/ 0 h 3264"/>
                <a:gd name="T90" fmla="*/ 0 w 3724"/>
                <a:gd name="T91" fmla="*/ 0 h 3264"/>
                <a:gd name="T92" fmla="*/ 0 w 3724"/>
                <a:gd name="T93" fmla="*/ 0 h 3264"/>
                <a:gd name="T94" fmla="*/ 0 w 3724"/>
                <a:gd name="T95" fmla="*/ 0 h 3264"/>
                <a:gd name="T96" fmla="*/ 0 w 3724"/>
                <a:gd name="T97" fmla="*/ 0 h 3264"/>
                <a:gd name="T98" fmla="*/ 0 w 3724"/>
                <a:gd name="T99" fmla="*/ 0 h 3264"/>
                <a:gd name="T100" fmla="*/ 0 w 3724"/>
                <a:gd name="T101" fmla="*/ 0 h 32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24" h="3264">
                  <a:moveTo>
                    <a:pt x="3248" y="3056"/>
                  </a:moveTo>
                  <a:lnTo>
                    <a:pt x="3196" y="3049"/>
                  </a:lnTo>
                  <a:lnTo>
                    <a:pt x="3150" y="2968"/>
                  </a:lnTo>
                  <a:lnTo>
                    <a:pt x="3185" y="2904"/>
                  </a:lnTo>
                  <a:lnTo>
                    <a:pt x="3190" y="2887"/>
                  </a:lnTo>
                  <a:lnTo>
                    <a:pt x="3115" y="2881"/>
                  </a:lnTo>
                  <a:lnTo>
                    <a:pt x="2981" y="3026"/>
                  </a:lnTo>
                  <a:lnTo>
                    <a:pt x="2795" y="3061"/>
                  </a:lnTo>
                  <a:lnTo>
                    <a:pt x="2662" y="3131"/>
                  </a:lnTo>
                  <a:lnTo>
                    <a:pt x="2574" y="3096"/>
                  </a:lnTo>
                  <a:lnTo>
                    <a:pt x="2470" y="3212"/>
                  </a:lnTo>
                  <a:lnTo>
                    <a:pt x="2278" y="3264"/>
                  </a:lnTo>
                  <a:lnTo>
                    <a:pt x="2237" y="3264"/>
                  </a:lnTo>
                  <a:lnTo>
                    <a:pt x="2266" y="3212"/>
                  </a:lnTo>
                  <a:lnTo>
                    <a:pt x="2359" y="3148"/>
                  </a:lnTo>
                  <a:lnTo>
                    <a:pt x="2365" y="3078"/>
                  </a:lnTo>
                  <a:lnTo>
                    <a:pt x="2400" y="3148"/>
                  </a:lnTo>
                  <a:lnTo>
                    <a:pt x="2435" y="3166"/>
                  </a:lnTo>
                  <a:lnTo>
                    <a:pt x="2428" y="3026"/>
                  </a:lnTo>
                  <a:lnTo>
                    <a:pt x="2226" y="2916"/>
                  </a:lnTo>
                  <a:lnTo>
                    <a:pt x="2168" y="2800"/>
                  </a:lnTo>
                  <a:lnTo>
                    <a:pt x="2104" y="2695"/>
                  </a:lnTo>
                  <a:lnTo>
                    <a:pt x="2004" y="2637"/>
                  </a:lnTo>
                  <a:lnTo>
                    <a:pt x="1894" y="2678"/>
                  </a:lnTo>
                  <a:lnTo>
                    <a:pt x="1069" y="2352"/>
                  </a:lnTo>
                  <a:lnTo>
                    <a:pt x="506" y="2073"/>
                  </a:lnTo>
                  <a:lnTo>
                    <a:pt x="46" y="1823"/>
                  </a:lnTo>
                  <a:lnTo>
                    <a:pt x="17" y="1725"/>
                  </a:lnTo>
                  <a:lnTo>
                    <a:pt x="5" y="1656"/>
                  </a:lnTo>
                  <a:lnTo>
                    <a:pt x="35" y="1586"/>
                  </a:lnTo>
                  <a:lnTo>
                    <a:pt x="0" y="1551"/>
                  </a:lnTo>
                  <a:lnTo>
                    <a:pt x="70" y="1300"/>
                  </a:lnTo>
                  <a:lnTo>
                    <a:pt x="46" y="1260"/>
                  </a:lnTo>
                  <a:lnTo>
                    <a:pt x="58" y="1185"/>
                  </a:lnTo>
                  <a:lnTo>
                    <a:pt x="192" y="1173"/>
                  </a:lnTo>
                  <a:lnTo>
                    <a:pt x="227" y="708"/>
                  </a:lnTo>
                  <a:lnTo>
                    <a:pt x="162" y="650"/>
                  </a:lnTo>
                  <a:lnTo>
                    <a:pt x="145" y="545"/>
                  </a:lnTo>
                  <a:lnTo>
                    <a:pt x="209" y="418"/>
                  </a:lnTo>
                  <a:lnTo>
                    <a:pt x="808" y="0"/>
                  </a:lnTo>
                  <a:lnTo>
                    <a:pt x="848" y="151"/>
                  </a:lnTo>
                  <a:lnTo>
                    <a:pt x="1028" y="197"/>
                  </a:lnTo>
                  <a:lnTo>
                    <a:pt x="1045" y="266"/>
                  </a:lnTo>
                  <a:lnTo>
                    <a:pt x="1139" y="244"/>
                  </a:lnTo>
                  <a:lnTo>
                    <a:pt x="1156" y="273"/>
                  </a:lnTo>
                  <a:lnTo>
                    <a:pt x="1115" y="331"/>
                  </a:lnTo>
                  <a:lnTo>
                    <a:pt x="1174" y="360"/>
                  </a:lnTo>
                  <a:lnTo>
                    <a:pt x="1284" y="446"/>
                  </a:lnTo>
                  <a:lnTo>
                    <a:pt x="1301" y="540"/>
                  </a:lnTo>
                  <a:lnTo>
                    <a:pt x="1394" y="575"/>
                  </a:lnTo>
                  <a:lnTo>
                    <a:pt x="1359" y="621"/>
                  </a:lnTo>
                  <a:lnTo>
                    <a:pt x="1366" y="662"/>
                  </a:lnTo>
                  <a:lnTo>
                    <a:pt x="1534" y="743"/>
                  </a:lnTo>
                  <a:lnTo>
                    <a:pt x="1545" y="807"/>
                  </a:lnTo>
                  <a:lnTo>
                    <a:pt x="1627" y="801"/>
                  </a:lnTo>
                  <a:lnTo>
                    <a:pt x="1603" y="732"/>
                  </a:lnTo>
                  <a:lnTo>
                    <a:pt x="1697" y="767"/>
                  </a:lnTo>
                  <a:lnTo>
                    <a:pt x="1807" y="894"/>
                  </a:lnTo>
                  <a:lnTo>
                    <a:pt x="1859" y="854"/>
                  </a:lnTo>
                  <a:lnTo>
                    <a:pt x="1847" y="801"/>
                  </a:lnTo>
                  <a:lnTo>
                    <a:pt x="1859" y="767"/>
                  </a:lnTo>
                  <a:lnTo>
                    <a:pt x="1935" y="772"/>
                  </a:lnTo>
                  <a:lnTo>
                    <a:pt x="1952" y="801"/>
                  </a:lnTo>
                  <a:lnTo>
                    <a:pt x="1929" y="941"/>
                  </a:lnTo>
                  <a:lnTo>
                    <a:pt x="1947" y="946"/>
                  </a:lnTo>
                  <a:lnTo>
                    <a:pt x="1970" y="911"/>
                  </a:lnTo>
                  <a:lnTo>
                    <a:pt x="2016" y="917"/>
                  </a:lnTo>
                  <a:lnTo>
                    <a:pt x="2011" y="882"/>
                  </a:lnTo>
                  <a:lnTo>
                    <a:pt x="2051" y="836"/>
                  </a:lnTo>
                  <a:lnTo>
                    <a:pt x="1987" y="714"/>
                  </a:lnTo>
                  <a:lnTo>
                    <a:pt x="2039" y="633"/>
                  </a:lnTo>
                  <a:lnTo>
                    <a:pt x="2074" y="645"/>
                  </a:lnTo>
                  <a:lnTo>
                    <a:pt x="2126" y="737"/>
                  </a:lnTo>
                  <a:lnTo>
                    <a:pt x="2109" y="777"/>
                  </a:lnTo>
                  <a:lnTo>
                    <a:pt x="2126" y="894"/>
                  </a:lnTo>
                  <a:lnTo>
                    <a:pt x="2196" y="894"/>
                  </a:lnTo>
                  <a:lnTo>
                    <a:pt x="2226" y="911"/>
                  </a:lnTo>
                  <a:lnTo>
                    <a:pt x="2214" y="952"/>
                  </a:lnTo>
                  <a:lnTo>
                    <a:pt x="2243" y="1028"/>
                  </a:lnTo>
                  <a:lnTo>
                    <a:pt x="2341" y="941"/>
                  </a:lnTo>
                  <a:lnTo>
                    <a:pt x="2330" y="854"/>
                  </a:lnTo>
                  <a:lnTo>
                    <a:pt x="2423" y="882"/>
                  </a:lnTo>
                  <a:lnTo>
                    <a:pt x="2446" y="1045"/>
                  </a:lnTo>
                  <a:lnTo>
                    <a:pt x="2400" y="1138"/>
                  </a:lnTo>
                  <a:lnTo>
                    <a:pt x="2278" y="1121"/>
                  </a:lnTo>
                  <a:lnTo>
                    <a:pt x="2226" y="1178"/>
                  </a:lnTo>
                  <a:lnTo>
                    <a:pt x="2144" y="1178"/>
                  </a:lnTo>
                  <a:lnTo>
                    <a:pt x="2184" y="1225"/>
                  </a:lnTo>
                  <a:lnTo>
                    <a:pt x="2138" y="1300"/>
                  </a:lnTo>
                  <a:lnTo>
                    <a:pt x="2098" y="1290"/>
                  </a:lnTo>
                  <a:lnTo>
                    <a:pt x="2081" y="1318"/>
                  </a:lnTo>
                  <a:lnTo>
                    <a:pt x="2028" y="1324"/>
                  </a:lnTo>
                  <a:lnTo>
                    <a:pt x="2039" y="1370"/>
                  </a:lnTo>
                  <a:lnTo>
                    <a:pt x="1859" y="1499"/>
                  </a:lnTo>
                  <a:lnTo>
                    <a:pt x="1772" y="1644"/>
                  </a:lnTo>
                  <a:lnTo>
                    <a:pt x="1871" y="1748"/>
                  </a:lnTo>
                  <a:lnTo>
                    <a:pt x="1871" y="1858"/>
                  </a:lnTo>
                  <a:lnTo>
                    <a:pt x="2069" y="1933"/>
                  </a:lnTo>
                  <a:lnTo>
                    <a:pt x="2219" y="2085"/>
                  </a:lnTo>
                  <a:lnTo>
                    <a:pt x="2353" y="2114"/>
                  </a:lnTo>
                  <a:lnTo>
                    <a:pt x="2324" y="2195"/>
                  </a:lnTo>
                  <a:lnTo>
                    <a:pt x="2400" y="2219"/>
                  </a:lnTo>
                  <a:lnTo>
                    <a:pt x="2365" y="2306"/>
                  </a:lnTo>
                  <a:lnTo>
                    <a:pt x="2463" y="2445"/>
                  </a:lnTo>
                  <a:lnTo>
                    <a:pt x="2545" y="2434"/>
                  </a:lnTo>
                  <a:lnTo>
                    <a:pt x="2550" y="2311"/>
                  </a:lnTo>
                  <a:lnTo>
                    <a:pt x="2458" y="2230"/>
                  </a:lnTo>
                  <a:lnTo>
                    <a:pt x="2481" y="2149"/>
                  </a:lnTo>
                  <a:lnTo>
                    <a:pt x="2597" y="2055"/>
                  </a:lnTo>
                  <a:lnTo>
                    <a:pt x="2562" y="1858"/>
                  </a:lnTo>
                  <a:lnTo>
                    <a:pt x="2510" y="1841"/>
                  </a:lnTo>
                  <a:lnTo>
                    <a:pt x="2516" y="1783"/>
                  </a:lnTo>
                  <a:lnTo>
                    <a:pt x="2585" y="1713"/>
                  </a:lnTo>
                  <a:lnTo>
                    <a:pt x="2562" y="1661"/>
                  </a:lnTo>
                  <a:lnTo>
                    <a:pt x="2557" y="1510"/>
                  </a:lnTo>
                  <a:lnTo>
                    <a:pt x="2697" y="1527"/>
                  </a:lnTo>
                  <a:lnTo>
                    <a:pt x="2766" y="1504"/>
                  </a:lnTo>
                  <a:lnTo>
                    <a:pt x="2847" y="1562"/>
                  </a:lnTo>
                  <a:lnTo>
                    <a:pt x="2864" y="1603"/>
                  </a:lnTo>
                  <a:lnTo>
                    <a:pt x="2964" y="1684"/>
                  </a:lnTo>
                  <a:lnTo>
                    <a:pt x="2981" y="1812"/>
                  </a:lnTo>
                  <a:lnTo>
                    <a:pt x="3028" y="1841"/>
                  </a:lnTo>
                  <a:lnTo>
                    <a:pt x="3091" y="1853"/>
                  </a:lnTo>
                  <a:lnTo>
                    <a:pt x="3150" y="1708"/>
                  </a:lnTo>
                  <a:lnTo>
                    <a:pt x="3255" y="1864"/>
                  </a:lnTo>
                  <a:lnTo>
                    <a:pt x="3342" y="1899"/>
                  </a:lnTo>
                  <a:lnTo>
                    <a:pt x="3335" y="1975"/>
                  </a:lnTo>
                  <a:lnTo>
                    <a:pt x="3429" y="2090"/>
                  </a:lnTo>
                  <a:lnTo>
                    <a:pt x="3614" y="2090"/>
                  </a:lnTo>
                  <a:lnTo>
                    <a:pt x="3661" y="2132"/>
                  </a:lnTo>
                  <a:lnTo>
                    <a:pt x="3667" y="2224"/>
                  </a:lnTo>
                  <a:lnTo>
                    <a:pt x="3724" y="2299"/>
                  </a:lnTo>
                  <a:lnTo>
                    <a:pt x="3724" y="2352"/>
                  </a:lnTo>
                  <a:lnTo>
                    <a:pt x="3679" y="2376"/>
                  </a:lnTo>
                  <a:lnTo>
                    <a:pt x="3586" y="2498"/>
                  </a:lnTo>
                  <a:lnTo>
                    <a:pt x="3446" y="2544"/>
                  </a:lnTo>
                  <a:lnTo>
                    <a:pt x="3272" y="2550"/>
                  </a:lnTo>
                  <a:lnTo>
                    <a:pt x="3138" y="2695"/>
                  </a:lnTo>
                  <a:lnTo>
                    <a:pt x="3033" y="2753"/>
                  </a:lnTo>
                  <a:lnTo>
                    <a:pt x="2969" y="2834"/>
                  </a:lnTo>
                  <a:lnTo>
                    <a:pt x="3074" y="2829"/>
                  </a:lnTo>
                  <a:lnTo>
                    <a:pt x="3255" y="2678"/>
                  </a:lnTo>
                  <a:lnTo>
                    <a:pt x="3272" y="2666"/>
                  </a:lnTo>
                  <a:lnTo>
                    <a:pt x="3335" y="2707"/>
                  </a:lnTo>
                  <a:lnTo>
                    <a:pt x="3370" y="2759"/>
                  </a:lnTo>
                  <a:lnTo>
                    <a:pt x="3312" y="2800"/>
                  </a:lnTo>
                  <a:lnTo>
                    <a:pt x="3347" y="2805"/>
                  </a:lnTo>
                  <a:lnTo>
                    <a:pt x="3342" y="2881"/>
                  </a:lnTo>
                  <a:lnTo>
                    <a:pt x="3562" y="2956"/>
                  </a:lnTo>
                  <a:lnTo>
                    <a:pt x="3469" y="3014"/>
                  </a:lnTo>
                  <a:lnTo>
                    <a:pt x="3347" y="3160"/>
                  </a:lnTo>
                  <a:lnTo>
                    <a:pt x="3312" y="3108"/>
                  </a:lnTo>
                  <a:lnTo>
                    <a:pt x="3370" y="3009"/>
                  </a:lnTo>
                  <a:lnTo>
                    <a:pt x="3272" y="3044"/>
                  </a:lnTo>
                  <a:lnTo>
                    <a:pt x="3248" y="3056"/>
                  </a:lnTo>
                  <a:close/>
                </a:path>
              </a:pathLst>
            </a:custGeom>
            <a:solidFill>
              <a:srgbClr val="FFFFFF"/>
            </a:solidFill>
            <a:ln w="9525">
              <a:solidFill>
                <a:srgbClr val="000000"/>
              </a:solidFill>
              <a:round/>
              <a:headEnd/>
              <a:tailEnd/>
            </a:ln>
          </p:spPr>
          <p:txBody>
            <a:bodyPr/>
            <a:lstStyle/>
            <a:p>
              <a:endParaRPr lang="ko-KR" altLang="en-US"/>
            </a:p>
          </p:txBody>
        </p:sp>
        <p:sp>
          <p:nvSpPr>
            <p:cNvPr id="440351" name="Freeform 323">
              <a:extLst>
                <a:ext uri="{FF2B5EF4-FFF2-40B4-BE49-F238E27FC236}">
                  <a16:creationId xmlns:a16="http://schemas.microsoft.com/office/drawing/2014/main" id="{FC0591B5-E1A0-0370-7EEA-C51029E04675}"/>
                </a:ext>
              </a:extLst>
            </p:cNvPr>
            <p:cNvSpPr>
              <a:spLocks/>
            </p:cNvSpPr>
            <p:nvPr/>
          </p:nvSpPr>
          <p:spPr bwMode="auto">
            <a:xfrm rot="-882543">
              <a:off x="3692" y="447"/>
              <a:ext cx="286" cy="241"/>
            </a:xfrm>
            <a:custGeom>
              <a:avLst/>
              <a:gdLst>
                <a:gd name="T0" fmla="*/ 0 w 3767"/>
                <a:gd name="T1" fmla="*/ 0 h 2992"/>
                <a:gd name="T2" fmla="*/ 0 w 3767"/>
                <a:gd name="T3" fmla="*/ 0 h 2992"/>
                <a:gd name="T4" fmla="*/ 0 w 3767"/>
                <a:gd name="T5" fmla="*/ 0 h 2992"/>
                <a:gd name="T6" fmla="*/ 0 w 3767"/>
                <a:gd name="T7" fmla="*/ 0 h 2992"/>
                <a:gd name="T8" fmla="*/ 0 w 3767"/>
                <a:gd name="T9" fmla="*/ 0 h 2992"/>
                <a:gd name="T10" fmla="*/ 0 w 3767"/>
                <a:gd name="T11" fmla="*/ 0 h 2992"/>
                <a:gd name="T12" fmla="*/ 0 w 3767"/>
                <a:gd name="T13" fmla="*/ 0 h 2992"/>
                <a:gd name="T14" fmla="*/ 0 w 3767"/>
                <a:gd name="T15" fmla="*/ 0 h 2992"/>
                <a:gd name="T16" fmla="*/ 0 w 3767"/>
                <a:gd name="T17" fmla="*/ 0 h 2992"/>
                <a:gd name="T18" fmla="*/ 0 w 3767"/>
                <a:gd name="T19" fmla="*/ 0 h 2992"/>
                <a:gd name="T20" fmla="*/ 0 w 3767"/>
                <a:gd name="T21" fmla="*/ 0 h 2992"/>
                <a:gd name="T22" fmla="*/ 0 w 3767"/>
                <a:gd name="T23" fmla="*/ 0 h 2992"/>
                <a:gd name="T24" fmla="*/ 0 w 3767"/>
                <a:gd name="T25" fmla="*/ 0 h 2992"/>
                <a:gd name="T26" fmla="*/ 0 w 3767"/>
                <a:gd name="T27" fmla="*/ 0 h 2992"/>
                <a:gd name="T28" fmla="*/ 0 w 3767"/>
                <a:gd name="T29" fmla="*/ 0 h 2992"/>
                <a:gd name="T30" fmla="*/ 0 w 3767"/>
                <a:gd name="T31" fmla="*/ 0 h 2992"/>
                <a:gd name="T32" fmla="*/ 0 w 3767"/>
                <a:gd name="T33" fmla="*/ 0 h 2992"/>
                <a:gd name="T34" fmla="*/ 0 w 3767"/>
                <a:gd name="T35" fmla="*/ 0 h 2992"/>
                <a:gd name="T36" fmla="*/ 0 w 3767"/>
                <a:gd name="T37" fmla="*/ 0 h 2992"/>
                <a:gd name="T38" fmla="*/ 0 w 3767"/>
                <a:gd name="T39" fmla="*/ 0 h 2992"/>
                <a:gd name="T40" fmla="*/ 0 w 3767"/>
                <a:gd name="T41" fmla="*/ 0 h 2992"/>
                <a:gd name="T42" fmla="*/ 0 w 3767"/>
                <a:gd name="T43" fmla="*/ 0 h 2992"/>
                <a:gd name="T44" fmla="*/ 0 w 3767"/>
                <a:gd name="T45" fmla="*/ 0 h 2992"/>
                <a:gd name="T46" fmla="*/ 0 w 3767"/>
                <a:gd name="T47" fmla="*/ 0 h 2992"/>
                <a:gd name="T48" fmla="*/ 0 w 3767"/>
                <a:gd name="T49" fmla="*/ 0 h 2992"/>
                <a:gd name="T50" fmla="*/ 0 w 3767"/>
                <a:gd name="T51" fmla="*/ 0 h 2992"/>
                <a:gd name="T52" fmla="*/ 0 w 3767"/>
                <a:gd name="T53" fmla="*/ 0 h 2992"/>
                <a:gd name="T54" fmla="*/ 0 w 3767"/>
                <a:gd name="T55" fmla="*/ 0 h 2992"/>
                <a:gd name="T56" fmla="*/ 0 w 3767"/>
                <a:gd name="T57" fmla="*/ 0 h 2992"/>
                <a:gd name="T58" fmla="*/ 0 w 3767"/>
                <a:gd name="T59" fmla="*/ 0 h 2992"/>
                <a:gd name="T60" fmla="*/ 0 w 3767"/>
                <a:gd name="T61" fmla="*/ 0 h 2992"/>
                <a:gd name="T62" fmla="*/ 0 w 3767"/>
                <a:gd name="T63" fmla="*/ 0 h 2992"/>
                <a:gd name="T64" fmla="*/ 0 w 3767"/>
                <a:gd name="T65" fmla="*/ 0 h 2992"/>
                <a:gd name="T66" fmla="*/ 0 w 3767"/>
                <a:gd name="T67" fmla="*/ 0 h 2992"/>
                <a:gd name="T68" fmla="*/ 0 w 3767"/>
                <a:gd name="T69" fmla="*/ 0 h 2992"/>
                <a:gd name="T70" fmla="*/ 0 w 3767"/>
                <a:gd name="T71" fmla="*/ 0 h 2992"/>
                <a:gd name="T72" fmla="*/ 0 w 3767"/>
                <a:gd name="T73" fmla="*/ 0 h 2992"/>
                <a:gd name="T74" fmla="*/ 0 w 3767"/>
                <a:gd name="T75" fmla="*/ 0 h 2992"/>
                <a:gd name="T76" fmla="*/ 0 w 3767"/>
                <a:gd name="T77" fmla="*/ 0 h 2992"/>
                <a:gd name="T78" fmla="*/ 0 w 3767"/>
                <a:gd name="T79" fmla="*/ 0 h 2992"/>
                <a:gd name="T80" fmla="*/ 0 w 3767"/>
                <a:gd name="T81" fmla="*/ 0 h 2992"/>
                <a:gd name="T82" fmla="*/ 0 w 3767"/>
                <a:gd name="T83" fmla="*/ 0 h 2992"/>
                <a:gd name="T84" fmla="*/ 0 w 3767"/>
                <a:gd name="T85" fmla="*/ 0 h 2992"/>
                <a:gd name="T86" fmla="*/ 0 w 3767"/>
                <a:gd name="T87" fmla="*/ 0 h 2992"/>
                <a:gd name="T88" fmla="*/ 0 w 3767"/>
                <a:gd name="T89" fmla="*/ 0 h 2992"/>
                <a:gd name="T90" fmla="*/ 0 w 3767"/>
                <a:gd name="T91" fmla="*/ 0 h 2992"/>
                <a:gd name="T92" fmla="*/ 0 w 3767"/>
                <a:gd name="T93" fmla="*/ 0 h 2992"/>
                <a:gd name="T94" fmla="*/ 0 w 3767"/>
                <a:gd name="T95" fmla="*/ 0 h 2992"/>
                <a:gd name="T96" fmla="*/ 0 w 3767"/>
                <a:gd name="T97" fmla="*/ 0 h 2992"/>
                <a:gd name="T98" fmla="*/ 0 w 3767"/>
                <a:gd name="T99" fmla="*/ 0 h 2992"/>
                <a:gd name="T100" fmla="*/ 0 w 3767"/>
                <a:gd name="T101" fmla="*/ 0 h 2992"/>
                <a:gd name="T102" fmla="*/ 0 w 3767"/>
                <a:gd name="T103" fmla="*/ 0 h 2992"/>
                <a:gd name="T104" fmla="*/ 0 w 3767"/>
                <a:gd name="T105" fmla="*/ 0 h 2992"/>
                <a:gd name="T106" fmla="*/ 0 w 3767"/>
                <a:gd name="T107" fmla="*/ 0 h 2992"/>
                <a:gd name="T108" fmla="*/ 0 w 3767"/>
                <a:gd name="T109" fmla="*/ 0 h 2992"/>
                <a:gd name="T110" fmla="*/ 0 w 3767"/>
                <a:gd name="T111" fmla="*/ 0 h 2992"/>
                <a:gd name="T112" fmla="*/ 0 w 3767"/>
                <a:gd name="T113" fmla="*/ 0 h 2992"/>
                <a:gd name="T114" fmla="*/ 0 w 3767"/>
                <a:gd name="T115" fmla="*/ 0 h 2992"/>
                <a:gd name="T116" fmla="*/ 0 w 3767"/>
                <a:gd name="T117" fmla="*/ 0 h 2992"/>
                <a:gd name="T118" fmla="*/ 0 w 3767"/>
                <a:gd name="T119" fmla="*/ 0 h 299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67" h="2992">
                  <a:moveTo>
                    <a:pt x="570" y="59"/>
                  </a:moveTo>
                  <a:lnTo>
                    <a:pt x="505" y="52"/>
                  </a:lnTo>
                  <a:lnTo>
                    <a:pt x="425" y="0"/>
                  </a:lnTo>
                  <a:lnTo>
                    <a:pt x="413" y="140"/>
                  </a:lnTo>
                  <a:lnTo>
                    <a:pt x="296" y="314"/>
                  </a:lnTo>
                  <a:lnTo>
                    <a:pt x="174" y="361"/>
                  </a:lnTo>
                  <a:lnTo>
                    <a:pt x="157" y="465"/>
                  </a:lnTo>
                  <a:lnTo>
                    <a:pt x="69" y="535"/>
                  </a:lnTo>
                  <a:lnTo>
                    <a:pt x="12" y="802"/>
                  </a:lnTo>
                  <a:lnTo>
                    <a:pt x="0" y="1116"/>
                  </a:lnTo>
                  <a:lnTo>
                    <a:pt x="122" y="1302"/>
                  </a:lnTo>
                  <a:lnTo>
                    <a:pt x="128" y="1360"/>
                  </a:lnTo>
                  <a:lnTo>
                    <a:pt x="320" y="1487"/>
                  </a:lnTo>
                  <a:lnTo>
                    <a:pt x="442" y="1726"/>
                  </a:lnTo>
                  <a:lnTo>
                    <a:pt x="697" y="1830"/>
                  </a:lnTo>
                  <a:lnTo>
                    <a:pt x="709" y="1796"/>
                  </a:lnTo>
                  <a:lnTo>
                    <a:pt x="831" y="1836"/>
                  </a:lnTo>
                  <a:lnTo>
                    <a:pt x="896" y="1946"/>
                  </a:lnTo>
                  <a:lnTo>
                    <a:pt x="906" y="2080"/>
                  </a:lnTo>
                  <a:lnTo>
                    <a:pt x="959" y="2162"/>
                  </a:lnTo>
                  <a:lnTo>
                    <a:pt x="1116" y="2162"/>
                  </a:lnTo>
                  <a:lnTo>
                    <a:pt x="1180" y="2423"/>
                  </a:lnTo>
                  <a:lnTo>
                    <a:pt x="1255" y="2551"/>
                  </a:lnTo>
                  <a:lnTo>
                    <a:pt x="1320" y="2591"/>
                  </a:lnTo>
                  <a:lnTo>
                    <a:pt x="1372" y="2399"/>
                  </a:lnTo>
                  <a:lnTo>
                    <a:pt x="1424" y="2353"/>
                  </a:lnTo>
                  <a:lnTo>
                    <a:pt x="1703" y="2336"/>
                  </a:lnTo>
                  <a:lnTo>
                    <a:pt x="1766" y="2376"/>
                  </a:lnTo>
                  <a:lnTo>
                    <a:pt x="1790" y="2388"/>
                  </a:lnTo>
                  <a:lnTo>
                    <a:pt x="1848" y="2382"/>
                  </a:lnTo>
                  <a:lnTo>
                    <a:pt x="1878" y="2429"/>
                  </a:lnTo>
                  <a:lnTo>
                    <a:pt x="1918" y="2446"/>
                  </a:lnTo>
                  <a:lnTo>
                    <a:pt x="1941" y="2486"/>
                  </a:lnTo>
                  <a:lnTo>
                    <a:pt x="2000" y="2458"/>
                  </a:lnTo>
                  <a:lnTo>
                    <a:pt x="2028" y="2486"/>
                  </a:lnTo>
                  <a:lnTo>
                    <a:pt x="2063" y="2481"/>
                  </a:lnTo>
                  <a:lnTo>
                    <a:pt x="2046" y="2399"/>
                  </a:lnTo>
                  <a:lnTo>
                    <a:pt x="2185" y="2429"/>
                  </a:lnTo>
                  <a:lnTo>
                    <a:pt x="2232" y="2406"/>
                  </a:lnTo>
                  <a:lnTo>
                    <a:pt x="2307" y="2434"/>
                  </a:lnTo>
                  <a:lnTo>
                    <a:pt x="2325" y="2481"/>
                  </a:lnTo>
                  <a:lnTo>
                    <a:pt x="2499" y="2528"/>
                  </a:lnTo>
                  <a:lnTo>
                    <a:pt x="2569" y="2591"/>
                  </a:lnTo>
                  <a:lnTo>
                    <a:pt x="2540" y="2765"/>
                  </a:lnTo>
                  <a:lnTo>
                    <a:pt x="2586" y="2789"/>
                  </a:lnTo>
                  <a:lnTo>
                    <a:pt x="2604" y="2882"/>
                  </a:lnTo>
                  <a:lnTo>
                    <a:pt x="2633" y="2962"/>
                  </a:lnTo>
                  <a:lnTo>
                    <a:pt x="2628" y="2992"/>
                  </a:lnTo>
                  <a:lnTo>
                    <a:pt x="2708" y="2945"/>
                  </a:lnTo>
                  <a:lnTo>
                    <a:pt x="2743" y="2830"/>
                  </a:lnTo>
                  <a:lnTo>
                    <a:pt x="2696" y="2516"/>
                  </a:lnTo>
                  <a:lnTo>
                    <a:pt x="2731" y="2382"/>
                  </a:lnTo>
                  <a:lnTo>
                    <a:pt x="3069" y="2173"/>
                  </a:lnTo>
                  <a:lnTo>
                    <a:pt x="3121" y="2085"/>
                  </a:lnTo>
                  <a:lnTo>
                    <a:pt x="3197" y="2068"/>
                  </a:lnTo>
                  <a:lnTo>
                    <a:pt x="3121" y="1918"/>
                  </a:lnTo>
                  <a:lnTo>
                    <a:pt x="3127" y="1859"/>
                  </a:lnTo>
                  <a:lnTo>
                    <a:pt x="3150" y="1906"/>
                  </a:lnTo>
                  <a:lnTo>
                    <a:pt x="3179" y="1888"/>
                  </a:lnTo>
                  <a:lnTo>
                    <a:pt x="3197" y="1818"/>
                  </a:lnTo>
                  <a:lnTo>
                    <a:pt x="3307" y="1719"/>
                  </a:lnTo>
                  <a:lnTo>
                    <a:pt x="3331" y="1644"/>
                  </a:lnTo>
                  <a:lnTo>
                    <a:pt x="3505" y="1604"/>
                  </a:lnTo>
                  <a:lnTo>
                    <a:pt x="3586" y="1505"/>
                  </a:lnTo>
                  <a:lnTo>
                    <a:pt x="3540" y="1510"/>
                  </a:lnTo>
                  <a:lnTo>
                    <a:pt x="3533" y="1475"/>
                  </a:lnTo>
                  <a:lnTo>
                    <a:pt x="3690" y="1330"/>
                  </a:lnTo>
                  <a:lnTo>
                    <a:pt x="3732" y="1337"/>
                  </a:lnTo>
                  <a:lnTo>
                    <a:pt x="3767" y="1285"/>
                  </a:lnTo>
                  <a:lnTo>
                    <a:pt x="3714" y="1273"/>
                  </a:lnTo>
                  <a:lnTo>
                    <a:pt x="3662" y="1197"/>
                  </a:lnTo>
                  <a:lnTo>
                    <a:pt x="3708" y="1116"/>
                  </a:lnTo>
                  <a:lnTo>
                    <a:pt x="3627" y="1104"/>
                  </a:lnTo>
                  <a:lnTo>
                    <a:pt x="3488" y="1255"/>
                  </a:lnTo>
                  <a:lnTo>
                    <a:pt x="3307" y="1290"/>
                  </a:lnTo>
                  <a:lnTo>
                    <a:pt x="3174" y="1360"/>
                  </a:lnTo>
                  <a:lnTo>
                    <a:pt x="3156" y="1430"/>
                  </a:lnTo>
                  <a:lnTo>
                    <a:pt x="3086" y="1458"/>
                  </a:lnTo>
                  <a:lnTo>
                    <a:pt x="3017" y="1470"/>
                  </a:lnTo>
                  <a:lnTo>
                    <a:pt x="2912" y="1552"/>
                  </a:lnTo>
                  <a:lnTo>
                    <a:pt x="2818" y="1580"/>
                  </a:lnTo>
                  <a:lnTo>
                    <a:pt x="2738" y="1528"/>
                  </a:lnTo>
                  <a:lnTo>
                    <a:pt x="2731" y="1505"/>
                  </a:lnTo>
                  <a:lnTo>
                    <a:pt x="2749" y="1493"/>
                  </a:lnTo>
                  <a:lnTo>
                    <a:pt x="2778" y="1435"/>
                  </a:lnTo>
                  <a:lnTo>
                    <a:pt x="2731" y="1430"/>
                  </a:lnTo>
                  <a:lnTo>
                    <a:pt x="2714" y="1424"/>
                  </a:lnTo>
                  <a:lnTo>
                    <a:pt x="2714" y="1360"/>
                  </a:lnTo>
                  <a:lnTo>
                    <a:pt x="2645" y="1395"/>
                  </a:lnTo>
                  <a:lnTo>
                    <a:pt x="2621" y="1348"/>
                  </a:lnTo>
                  <a:lnTo>
                    <a:pt x="2703" y="1285"/>
                  </a:lnTo>
                  <a:lnTo>
                    <a:pt x="2673" y="1197"/>
                  </a:lnTo>
                  <a:lnTo>
                    <a:pt x="2638" y="1185"/>
                  </a:lnTo>
                  <a:lnTo>
                    <a:pt x="2610" y="1173"/>
                  </a:lnTo>
                  <a:lnTo>
                    <a:pt x="2523" y="1238"/>
                  </a:lnTo>
                  <a:lnTo>
                    <a:pt x="2482" y="1337"/>
                  </a:lnTo>
                  <a:lnTo>
                    <a:pt x="2488" y="1424"/>
                  </a:lnTo>
                  <a:lnTo>
                    <a:pt x="2453" y="1470"/>
                  </a:lnTo>
                  <a:lnTo>
                    <a:pt x="2389" y="1505"/>
                  </a:lnTo>
                  <a:lnTo>
                    <a:pt x="2314" y="1424"/>
                  </a:lnTo>
                  <a:lnTo>
                    <a:pt x="2366" y="1278"/>
                  </a:lnTo>
                  <a:lnTo>
                    <a:pt x="2429" y="1220"/>
                  </a:lnTo>
                  <a:lnTo>
                    <a:pt x="2394" y="1208"/>
                  </a:lnTo>
                  <a:lnTo>
                    <a:pt x="2406" y="1163"/>
                  </a:lnTo>
                  <a:lnTo>
                    <a:pt x="2528" y="1110"/>
                  </a:lnTo>
                  <a:lnTo>
                    <a:pt x="2656" y="1151"/>
                  </a:lnTo>
                  <a:lnTo>
                    <a:pt x="2569" y="1063"/>
                  </a:lnTo>
                  <a:lnTo>
                    <a:pt x="2499" y="1075"/>
                  </a:lnTo>
                  <a:lnTo>
                    <a:pt x="2441" y="1034"/>
                  </a:lnTo>
                  <a:lnTo>
                    <a:pt x="2476" y="1034"/>
                  </a:lnTo>
                  <a:lnTo>
                    <a:pt x="2436" y="976"/>
                  </a:lnTo>
                  <a:lnTo>
                    <a:pt x="2296" y="1046"/>
                  </a:lnTo>
                  <a:lnTo>
                    <a:pt x="2220" y="1017"/>
                  </a:lnTo>
                  <a:lnTo>
                    <a:pt x="2197" y="1034"/>
                  </a:lnTo>
                  <a:lnTo>
                    <a:pt x="2145" y="1017"/>
                  </a:lnTo>
                  <a:lnTo>
                    <a:pt x="2272" y="936"/>
                  </a:lnTo>
                  <a:lnTo>
                    <a:pt x="2406" y="907"/>
                  </a:lnTo>
                  <a:lnTo>
                    <a:pt x="1616" y="587"/>
                  </a:lnTo>
                  <a:lnTo>
                    <a:pt x="1023" y="302"/>
                  </a:lnTo>
                  <a:lnTo>
                    <a:pt x="570" y="59"/>
                  </a:lnTo>
                  <a:close/>
                </a:path>
              </a:pathLst>
            </a:custGeom>
            <a:solidFill>
              <a:srgbClr val="FFFFFF"/>
            </a:solidFill>
            <a:ln w="9525">
              <a:solidFill>
                <a:srgbClr val="000000"/>
              </a:solidFill>
              <a:round/>
              <a:headEnd/>
              <a:tailEnd/>
            </a:ln>
          </p:spPr>
          <p:txBody>
            <a:bodyPr/>
            <a:lstStyle/>
            <a:p>
              <a:endParaRPr lang="ko-KR" altLang="en-US"/>
            </a:p>
          </p:txBody>
        </p:sp>
        <p:sp>
          <p:nvSpPr>
            <p:cNvPr id="440352" name="Freeform 324">
              <a:extLst>
                <a:ext uri="{FF2B5EF4-FFF2-40B4-BE49-F238E27FC236}">
                  <a16:creationId xmlns:a16="http://schemas.microsoft.com/office/drawing/2014/main" id="{298EB5A5-D55B-0654-A42C-787D601E9410}"/>
                </a:ext>
              </a:extLst>
            </p:cNvPr>
            <p:cNvSpPr>
              <a:spLocks/>
            </p:cNvSpPr>
            <p:nvPr/>
          </p:nvSpPr>
          <p:spPr bwMode="auto">
            <a:xfrm rot="-882543">
              <a:off x="3956" y="685"/>
              <a:ext cx="25" cy="15"/>
            </a:xfrm>
            <a:custGeom>
              <a:avLst/>
              <a:gdLst>
                <a:gd name="T0" fmla="*/ 0 w 325"/>
                <a:gd name="T1" fmla="*/ 0 h 186"/>
                <a:gd name="T2" fmla="*/ 0 w 325"/>
                <a:gd name="T3" fmla="*/ 0 h 186"/>
                <a:gd name="T4" fmla="*/ 0 w 325"/>
                <a:gd name="T5" fmla="*/ 0 h 186"/>
                <a:gd name="T6" fmla="*/ 0 w 325"/>
                <a:gd name="T7" fmla="*/ 0 h 186"/>
                <a:gd name="T8" fmla="*/ 0 w 325"/>
                <a:gd name="T9" fmla="*/ 0 h 186"/>
                <a:gd name="T10" fmla="*/ 0 w 325"/>
                <a:gd name="T11" fmla="*/ 0 h 186"/>
                <a:gd name="T12" fmla="*/ 0 w 325"/>
                <a:gd name="T13" fmla="*/ 0 h 186"/>
                <a:gd name="T14" fmla="*/ 0 w 325"/>
                <a:gd name="T15" fmla="*/ 0 h 186"/>
                <a:gd name="T16" fmla="*/ 0 w 325"/>
                <a:gd name="T17" fmla="*/ 0 h 186"/>
                <a:gd name="T18" fmla="*/ 0 w 325"/>
                <a:gd name="T19" fmla="*/ 0 h 186"/>
                <a:gd name="T20" fmla="*/ 0 w 325"/>
                <a:gd name="T21" fmla="*/ 0 h 186"/>
                <a:gd name="T22" fmla="*/ 0 w 325"/>
                <a:gd name="T23" fmla="*/ 0 h 186"/>
                <a:gd name="T24" fmla="*/ 0 w 325"/>
                <a:gd name="T25" fmla="*/ 0 h 186"/>
                <a:gd name="T26" fmla="*/ 0 w 325"/>
                <a:gd name="T27" fmla="*/ 0 h 18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25" h="186">
                  <a:moveTo>
                    <a:pt x="262" y="0"/>
                  </a:moveTo>
                  <a:lnTo>
                    <a:pt x="325" y="57"/>
                  </a:lnTo>
                  <a:lnTo>
                    <a:pt x="297" y="75"/>
                  </a:lnTo>
                  <a:lnTo>
                    <a:pt x="320" y="179"/>
                  </a:lnTo>
                  <a:lnTo>
                    <a:pt x="256" y="186"/>
                  </a:lnTo>
                  <a:lnTo>
                    <a:pt x="163" y="151"/>
                  </a:lnTo>
                  <a:lnTo>
                    <a:pt x="88" y="162"/>
                  </a:lnTo>
                  <a:lnTo>
                    <a:pt x="0" y="116"/>
                  </a:lnTo>
                  <a:lnTo>
                    <a:pt x="88" y="64"/>
                  </a:lnTo>
                  <a:lnTo>
                    <a:pt x="175" y="75"/>
                  </a:lnTo>
                  <a:lnTo>
                    <a:pt x="186" y="57"/>
                  </a:lnTo>
                  <a:lnTo>
                    <a:pt x="128" y="0"/>
                  </a:lnTo>
                  <a:lnTo>
                    <a:pt x="227" y="12"/>
                  </a:lnTo>
                  <a:lnTo>
                    <a:pt x="262" y="0"/>
                  </a:lnTo>
                  <a:close/>
                </a:path>
              </a:pathLst>
            </a:custGeom>
            <a:solidFill>
              <a:srgbClr val="FFFFFF"/>
            </a:solidFill>
            <a:ln w="9525">
              <a:solidFill>
                <a:srgbClr val="000000"/>
              </a:solidFill>
              <a:round/>
              <a:headEnd/>
              <a:tailEnd/>
            </a:ln>
          </p:spPr>
          <p:txBody>
            <a:bodyPr/>
            <a:lstStyle/>
            <a:p>
              <a:endParaRPr lang="ko-KR" altLang="en-US"/>
            </a:p>
          </p:txBody>
        </p:sp>
        <p:sp>
          <p:nvSpPr>
            <p:cNvPr id="440353" name="Freeform 325">
              <a:extLst>
                <a:ext uri="{FF2B5EF4-FFF2-40B4-BE49-F238E27FC236}">
                  <a16:creationId xmlns:a16="http://schemas.microsoft.com/office/drawing/2014/main" id="{84DC797E-35AD-D8B8-CD0B-3EB04FC9D331}"/>
                </a:ext>
              </a:extLst>
            </p:cNvPr>
            <p:cNvSpPr>
              <a:spLocks/>
            </p:cNvSpPr>
            <p:nvPr/>
          </p:nvSpPr>
          <p:spPr bwMode="auto">
            <a:xfrm rot="-882543">
              <a:off x="3976" y="679"/>
              <a:ext cx="23" cy="16"/>
            </a:xfrm>
            <a:custGeom>
              <a:avLst/>
              <a:gdLst>
                <a:gd name="T0" fmla="*/ 0 w 307"/>
                <a:gd name="T1" fmla="*/ 0 h 197"/>
                <a:gd name="T2" fmla="*/ 0 w 307"/>
                <a:gd name="T3" fmla="*/ 0 h 197"/>
                <a:gd name="T4" fmla="*/ 0 w 307"/>
                <a:gd name="T5" fmla="*/ 0 h 197"/>
                <a:gd name="T6" fmla="*/ 0 w 307"/>
                <a:gd name="T7" fmla="*/ 0 h 197"/>
                <a:gd name="T8" fmla="*/ 0 w 307"/>
                <a:gd name="T9" fmla="*/ 0 h 197"/>
                <a:gd name="T10" fmla="*/ 0 w 307"/>
                <a:gd name="T11" fmla="*/ 0 h 197"/>
                <a:gd name="T12" fmla="*/ 0 w 307"/>
                <a:gd name="T13" fmla="*/ 0 h 197"/>
                <a:gd name="T14" fmla="*/ 0 w 307"/>
                <a:gd name="T15" fmla="*/ 0 h 197"/>
                <a:gd name="T16" fmla="*/ 0 w 307"/>
                <a:gd name="T17" fmla="*/ 0 h 197"/>
                <a:gd name="T18" fmla="*/ 0 w 307"/>
                <a:gd name="T19" fmla="*/ 0 h 197"/>
                <a:gd name="T20" fmla="*/ 0 w 307"/>
                <a:gd name="T21" fmla="*/ 0 h 197"/>
                <a:gd name="T22" fmla="*/ 0 w 307"/>
                <a:gd name="T23" fmla="*/ 0 h 197"/>
                <a:gd name="T24" fmla="*/ 0 w 307"/>
                <a:gd name="T25" fmla="*/ 0 h 197"/>
                <a:gd name="T26" fmla="*/ 0 w 307"/>
                <a:gd name="T27" fmla="*/ 0 h 1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07" h="197">
                  <a:moveTo>
                    <a:pt x="0" y="6"/>
                  </a:moveTo>
                  <a:lnTo>
                    <a:pt x="58" y="0"/>
                  </a:lnTo>
                  <a:lnTo>
                    <a:pt x="174" y="18"/>
                  </a:lnTo>
                  <a:lnTo>
                    <a:pt x="192" y="81"/>
                  </a:lnTo>
                  <a:lnTo>
                    <a:pt x="273" y="93"/>
                  </a:lnTo>
                  <a:lnTo>
                    <a:pt x="307" y="168"/>
                  </a:lnTo>
                  <a:lnTo>
                    <a:pt x="279" y="175"/>
                  </a:lnTo>
                  <a:lnTo>
                    <a:pt x="192" y="145"/>
                  </a:lnTo>
                  <a:lnTo>
                    <a:pt x="128" y="197"/>
                  </a:lnTo>
                  <a:lnTo>
                    <a:pt x="93" y="180"/>
                  </a:lnTo>
                  <a:lnTo>
                    <a:pt x="58" y="180"/>
                  </a:lnTo>
                  <a:lnTo>
                    <a:pt x="35" y="81"/>
                  </a:lnTo>
                  <a:lnTo>
                    <a:pt x="63" y="63"/>
                  </a:lnTo>
                  <a:lnTo>
                    <a:pt x="0" y="6"/>
                  </a:lnTo>
                  <a:close/>
                </a:path>
              </a:pathLst>
            </a:custGeom>
            <a:solidFill>
              <a:srgbClr val="FFFFFF"/>
            </a:solidFill>
            <a:ln w="9525">
              <a:solidFill>
                <a:srgbClr val="000000"/>
              </a:solidFill>
              <a:round/>
              <a:headEnd/>
              <a:tailEnd/>
            </a:ln>
          </p:spPr>
          <p:txBody>
            <a:bodyPr/>
            <a:lstStyle/>
            <a:p>
              <a:endParaRPr lang="ko-KR" altLang="en-US"/>
            </a:p>
          </p:txBody>
        </p:sp>
        <p:sp>
          <p:nvSpPr>
            <p:cNvPr id="440354" name="Freeform 326">
              <a:extLst>
                <a:ext uri="{FF2B5EF4-FFF2-40B4-BE49-F238E27FC236}">
                  <a16:creationId xmlns:a16="http://schemas.microsoft.com/office/drawing/2014/main" id="{B754D9A9-111B-1690-69D2-A44130892A48}"/>
                </a:ext>
              </a:extLst>
            </p:cNvPr>
            <p:cNvSpPr>
              <a:spLocks/>
            </p:cNvSpPr>
            <p:nvPr/>
          </p:nvSpPr>
          <p:spPr bwMode="auto">
            <a:xfrm rot="-882543">
              <a:off x="3716" y="573"/>
              <a:ext cx="150" cy="182"/>
            </a:xfrm>
            <a:custGeom>
              <a:avLst/>
              <a:gdLst>
                <a:gd name="T0" fmla="*/ 0 w 1976"/>
                <a:gd name="T1" fmla="*/ 0 h 2259"/>
                <a:gd name="T2" fmla="*/ 0 w 1976"/>
                <a:gd name="T3" fmla="*/ 0 h 2259"/>
                <a:gd name="T4" fmla="*/ 0 w 1976"/>
                <a:gd name="T5" fmla="*/ 0 h 2259"/>
                <a:gd name="T6" fmla="*/ 0 w 1976"/>
                <a:gd name="T7" fmla="*/ 0 h 2259"/>
                <a:gd name="T8" fmla="*/ 0 w 1976"/>
                <a:gd name="T9" fmla="*/ 0 h 2259"/>
                <a:gd name="T10" fmla="*/ 0 w 1976"/>
                <a:gd name="T11" fmla="*/ 0 h 2259"/>
                <a:gd name="T12" fmla="*/ 0 w 1976"/>
                <a:gd name="T13" fmla="*/ 0 h 2259"/>
                <a:gd name="T14" fmla="*/ 0 w 1976"/>
                <a:gd name="T15" fmla="*/ 0 h 2259"/>
                <a:gd name="T16" fmla="*/ 0 w 1976"/>
                <a:gd name="T17" fmla="*/ 0 h 2259"/>
                <a:gd name="T18" fmla="*/ 0 w 1976"/>
                <a:gd name="T19" fmla="*/ 0 h 2259"/>
                <a:gd name="T20" fmla="*/ 0 w 1976"/>
                <a:gd name="T21" fmla="*/ 0 h 2259"/>
                <a:gd name="T22" fmla="*/ 0 w 1976"/>
                <a:gd name="T23" fmla="*/ 0 h 2259"/>
                <a:gd name="T24" fmla="*/ 0 w 1976"/>
                <a:gd name="T25" fmla="*/ 0 h 2259"/>
                <a:gd name="T26" fmla="*/ 0 w 1976"/>
                <a:gd name="T27" fmla="*/ 0 h 2259"/>
                <a:gd name="T28" fmla="*/ 0 w 1976"/>
                <a:gd name="T29" fmla="*/ 0 h 2259"/>
                <a:gd name="T30" fmla="*/ 0 w 1976"/>
                <a:gd name="T31" fmla="*/ 0 h 2259"/>
                <a:gd name="T32" fmla="*/ 0 w 1976"/>
                <a:gd name="T33" fmla="*/ 0 h 2259"/>
                <a:gd name="T34" fmla="*/ 0 w 1976"/>
                <a:gd name="T35" fmla="*/ 0 h 2259"/>
                <a:gd name="T36" fmla="*/ 0 w 1976"/>
                <a:gd name="T37" fmla="*/ 0 h 2259"/>
                <a:gd name="T38" fmla="*/ 0 w 1976"/>
                <a:gd name="T39" fmla="*/ 0 h 2259"/>
                <a:gd name="T40" fmla="*/ 0 w 1976"/>
                <a:gd name="T41" fmla="*/ 0 h 2259"/>
                <a:gd name="T42" fmla="*/ 0 w 1976"/>
                <a:gd name="T43" fmla="*/ 0 h 2259"/>
                <a:gd name="T44" fmla="*/ 0 w 1976"/>
                <a:gd name="T45" fmla="*/ 0 h 2259"/>
                <a:gd name="T46" fmla="*/ 0 w 1976"/>
                <a:gd name="T47" fmla="*/ 0 h 2259"/>
                <a:gd name="T48" fmla="*/ 0 w 1976"/>
                <a:gd name="T49" fmla="*/ 0 h 2259"/>
                <a:gd name="T50" fmla="*/ 0 w 1976"/>
                <a:gd name="T51" fmla="*/ 0 h 2259"/>
                <a:gd name="T52" fmla="*/ 0 w 1976"/>
                <a:gd name="T53" fmla="*/ 0 h 2259"/>
                <a:gd name="T54" fmla="*/ 0 w 1976"/>
                <a:gd name="T55" fmla="*/ 0 h 2259"/>
                <a:gd name="T56" fmla="*/ 0 w 1976"/>
                <a:gd name="T57" fmla="*/ 0 h 2259"/>
                <a:gd name="T58" fmla="*/ 0 w 1976"/>
                <a:gd name="T59" fmla="*/ 0 h 2259"/>
                <a:gd name="T60" fmla="*/ 0 w 1976"/>
                <a:gd name="T61" fmla="*/ 0 h 2259"/>
                <a:gd name="T62" fmla="*/ 0 w 1976"/>
                <a:gd name="T63" fmla="*/ 0 h 2259"/>
                <a:gd name="T64" fmla="*/ 0 w 1976"/>
                <a:gd name="T65" fmla="*/ 0 h 2259"/>
                <a:gd name="T66" fmla="*/ 0 w 1976"/>
                <a:gd name="T67" fmla="*/ 0 h 2259"/>
                <a:gd name="T68" fmla="*/ 0 w 1976"/>
                <a:gd name="T69" fmla="*/ 0 h 2259"/>
                <a:gd name="T70" fmla="*/ 0 w 1976"/>
                <a:gd name="T71" fmla="*/ 0 h 22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76" h="2259">
                  <a:moveTo>
                    <a:pt x="47" y="0"/>
                  </a:moveTo>
                  <a:lnTo>
                    <a:pt x="47" y="40"/>
                  </a:lnTo>
                  <a:lnTo>
                    <a:pt x="18" y="122"/>
                  </a:lnTo>
                  <a:lnTo>
                    <a:pt x="105" y="453"/>
                  </a:lnTo>
                  <a:lnTo>
                    <a:pt x="65" y="499"/>
                  </a:lnTo>
                  <a:lnTo>
                    <a:pt x="0" y="453"/>
                  </a:lnTo>
                  <a:lnTo>
                    <a:pt x="47" y="633"/>
                  </a:lnTo>
                  <a:lnTo>
                    <a:pt x="82" y="645"/>
                  </a:lnTo>
                  <a:lnTo>
                    <a:pt x="128" y="720"/>
                  </a:lnTo>
                  <a:lnTo>
                    <a:pt x="76" y="847"/>
                  </a:lnTo>
                  <a:lnTo>
                    <a:pt x="198" y="1063"/>
                  </a:lnTo>
                  <a:lnTo>
                    <a:pt x="222" y="959"/>
                  </a:lnTo>
                  <a:lnTo>
                    <a:pt x="180" y="900"/>
                  </a:lnTo>
                  <a:lnTo>
                    <a:pt x="187" y="802"/>
                  </a:lnTo>
                  <a:lnTo>
                    <a:pt x="140" y="580"/>
                  </a:lnTo>
                  <a:lnTo>
                    <a:pt x="180" y="488"/>
                  </a:lnTo>
                  <a:lnTo>
                    <a:pt x="117" y="359"/>
                  </a:lnTo>
                  <a:lnTo>
                    <a:pt x="152" y="214"/>
                  </a:lnTo>
                  <a:lnTo>
                    <a:pt x="187" y="232"/>
                  </a:lnTo>
                  <a:lnTo>
                    <a:pt x="250" y="307"/>
                  </a:lnTo>
                  <a:lnTo>
                    <a:pt x="285" y="603"/>
                  </a:lnTo>
                  <a:lnTo>
                    <a:pt x="326" y="627"/>
                  </a:lnTo>
                  <a:lnTo>
                    <a:pt x="302" y="703"/>
                  </a:lnTo>
                  <a:lnTo>
                    <a:pt x="332" y="795"/>
                  </a:lnTo>
                  <a:lnTo>
                    <a:pt x="372" y="807"/>
                  </a:lnTo>
                  <a:lnTo>
                    <a:pt x="332" y="859"/>
                  </a:lnTo>
                  <a:lnTo>
                    <a:pt x="407" y="935"/>
                  </a:lnTo>
                  <a:lnTo>
                    <a:pt x="506" y="1290"/>
                  </a:lnTo>
                  <a:lnTo>
                    <a:pt x="396" y="1423"/>
                  </a:lnTo>
                  <a:lnTo>
                    <a:pt x="524" y="1667"/>
                  </a:lnTo>
                  <a:lnTo>
                    <a:pt x="634" y="1731"/>
                  </a:lnTo>
                  <a:lnTo>
                    <a:pt x="762" y="1853"/>
                  </a:lnTo>
                  <a:lnTo>
                    <a:pt x="1070" y="2050"/>
                  </a:lnTo>
                  <a:lnTo>
                    <a:pt x="1244" y="2073"/>
                  </a:lnTo>
                  <a:lnTo>
                    <a:pt x="1343" y="2143"/>
                  </a:lnTo>
                  <a:lnTo>
                    <a:pt x="1378" y="2259"/>
                  </a:lnTo>
                  <a:lnTo>
                    <a:pt x="1406" y="2213"/>
                  </a:lnTo>
                  <a:lnTo>
                    <a:pt x="1605" y="2167"/>
                  </a:lnTo>
                  <a:lnTo>
                    <a:pt x="1558" y="2091"/>
                  </a:lnTo>
                  <a:lnTo>
                    <a:pt x="1616" y="2033"/>
                  </a:lnTo>
                  <a:lnTo>
                    <a:pt x="1709" y="2068"/>
                  </a:lnTo>
                  <a:lnTo>
                    <a:pt x="1779" y="2062"/>
                  </a:lnTo>
                  <a:lnTo>
                    <a:pt x="1837" y="2085"/>
                  </a:lnTo>
                  <a:lnTo>
                    <a:pt x="1866" y="2033"/>
                  </a:lnTo>
                  <a:lnTo>
                    <a:pt x="1912" y="1998"/>
                  </a:lnTo>
                  <a:lnTo>
                    <a:pt x="1912" y="1923"/>
                  </a:lnTo>
                  <a:lnTo>
                    <a:pt x="1976" y="1864"/>
                  </a:lnTo>
                  <a:lnTo>
                    <a:pt x="1971" y="1783"/>
                  </a:lnTo>
                  <a:lnTo>
                    <a:pt x="1895" y="1754"/>
                  </a:lnTo>
                  <a:lnTo>
                    <a:pt x="1720" y="1783"/>
                  </a:lnTo>
                  <a:lnTo>
                    <a:pt x="1663" y="1905"/>
                  </a:lnTo>
                  <a:lnTo>
                    <a:pt x="1598" y="1958"/>
                  </a:lnTo>
                  <a:lnTo>
                    <a:pt x="1465" y="1911"/>
                  </a:lnTo>
                  <a:lnTo>
                    <a:pt x="1372" y="1916"/>
                  </a:lnTo>
                  <a:lnTo>
                    <a:pt x="1181" y="1812"/>
                  </a:lnTo>
                  <a:lnTo>
                    <a:pt x="1128" y="1748"/>
                  </a:lnTo>
                  <a:lnTo>
                    <a:pt x="1169" y="1602"/>
                  </a:lnTo>
                  <a:lnTo>
                    <a:pt x="1099" y="1498"/>
                  </a:lnTo>
                  <a:lnTo>
                    <a:pt x="1139" y="1365"/>
                  </a:lnTo>
                  <a:lnTo>
                    <a:pt x="1215" y="1307"/>
                  </a:lnTo>
                  <a:lnTo>
                    <a:pt x="1244" y="1225"/>
                  </a:lnTo>
                  <a:lnTo>
                    <a:pt x="1128" y="1103"/>
                  </a:lnTo>
                  <a:lnTo>
                    <a:pt x="1029" y="795"/>
                  </a:lnTo>
                  <a:lnTo>
                    <a:pt x="884" y="802"/>
                  </a:lnTo>
                  <a:lnTo>
                    <a:pt x="825" y="725"/>
                  </a:lnTo>
                  <a:lnTo>
                    <a:pt x="815" y="586"/>
                  </a:lnTo>
                  <a:lnTo>
                    <a:pt x="750" y="476"/>
                  </a:lnTo>
                  <a:lnTo>
                    <a:pt x="628" y="436"/>
                  </a:lnTo>
                  <a:lnTo>
                    <a:pt x="616" y="470"/>
                  </a:lnTo>
                  <a:lnTo>
                    <a:pt x="367" y="366"/>
                  </a:lnTo>
                  <a:lnTo>
                    <a:pt x="239" y="127"/>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40355" name="Freeform 327">
              <a:extLst>
                <a:ext uri="{FF2B5EF4-FFF2-40B4-BE49-F238E27FC236}">
                  <a16:creationId xmlns:a16="http://schemas.microsoft.com/office/drawing/2014/main" id="{4ECC467B-D70A-4231-E02E-C3D25CBA1B49}"/>
                </a:ext>
              </a:extLst>
            </p:cNvPr>
            <p:cNvSpPr>
              <a:spLocks/>
            </p:cNvSpPr>
            <p:nvPr/>
          </p:nvSpPr>
          <p:spPr bwMode="auto">
            <a:xfrm rot="-882543">
              <a:off x="3861" y="718"/>
              <a:ext cx="10" cy="14"/>
            </a:xfrm>
            <a:custGeom>
              <a:avLst/>
              <a:gdLst>
                <a:gd name="T0" fmla="*/ 0 w 128"/>
                <a:gd name="T1" fmla="*/ 0 h 175"/>
                <a:gd name="T2" fmla="*/ 0 w 128"/>
                <a:gd name="T3" fmla="*/ 0 h 175"/>
                <a:gd name="T4" fmla="*/ 0 w 128"/>
                <a:gd name="T5" fmla="*/ 0 h 175"/>
                <a:gd name="T6" fmla="*/ 0 w 128"/>
                <a:gd name="T7" fmla="*/ 0 h 175"/>
                <a:gd name="T8" fmla="*/ 0 w 128"/>
                <a:gd name="T9" fmla="*/ 0 h 175"/>
                <a:gd name="T10" fmla="*/ 0 w 128"/>
                <a:gd name="T11" fmla="*/ 0 h 175"/>
                <a:gd name="T12" fmla="*/ 0 w 128"/>
                <a:gd name="T13" fmla="*/ 0 h 175"/>
                <a:gd name="T14" fmla="*/ 0 w 128"/>
                <a:gd name="T15" fmla="*/ 0 h 1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8" h="175">
                  <a:moveTo>
                    <a:pt x="128" y="23"/>
                  </a:moveTo>
                  <a:lnTo>
                    <a:pt x="99" y="116"/>
                  </a:lnTo>
                  <a:lnTo>
                    <a:pt x="58" y="175"/>
                  </a:lnTo>
                  <a:lnTo>
                    <a:pt x="0" y="151"/>
                  </a:lnTo>
                  <a:lnTo>
                    <a:pt x="35" y="87"/>
                  </a:lnTo>
                  <a:lnTo>
                    <a:pt x="41" y="0"/>
                  </a:lnTo>
                  <a:lnTo>
                    <a:pt x="76" y="0"/>
                  </a:lnTo>
                  <a:lnTo>
                    <a:pt x="128" y="23"/>
                  </a:lnTo>
                  <a:close/>
                </a:path>
              </a:pathLst>
            </a:custGeom>
            <a:solidFill>
              <a:srgbClr val="FFFFFF"/>
            </a:solidFill>
            <a:ln w="9525">
              <a:solidFill>
                <a:srgbClr val="000000"/>
              </a:solidFill>
              <a:round/>
              <a:headEnd/>
              <a:tailEnd/>
            </a:ln>
          </p:spPr>
          <p:txBody>
            <a:bodyPr/>
            <a:lstStyle/>
            <a:p>
              <a:endParaRPr lang="ko-KR" altLang="en-US"/>
            </a:p>
          </p:txBody>
        </p:sp>
        <p:sp>
          <p:nvSpPr>
            <p:cNvPr id="440356" name="Freeform 328">
              <a:extLst>
                <a:ext uri="{FF2B5EF4-FFF2-40B4-BE49-F238E27FC236}">
                  <a16:creationId xmlns:a16="http://schemas.microsoft.com/office/drawing/2014/main" id="{F5BF13E9-E19D-18FB-3E76-434FD41F03C8}"/>
                </a:ext>
              </a:extLst>
            </p:cNvPr>
            <p:cNvSpPr>
              <a:spLocks/>
            </p:cNvSpPr>
            <p:nvPr/>
          </p:nvSpPr>
          <p:spPr bwMode="auto">
            <a:xfrm rot="-882543">
              <a:off x="3838" y="719"/>
              <a:ext cx="30" cy="29"/>
            </a:xfrm>
            <a:custGeom>
              <a:avLst/>
              <a:gdLst>
                <a:gd name="T0" fmla="*/ 0 w 395"/>
                <a:gd name="T1" fmla="*/ 0 h 348"/>
                <a:gd name="T2" fmla="*/ 0 w 395"/>
                <a:gd name="T3" fmla="*/ 0 h 348"/>
                <a:gd name="T4" fmla="*/ 0 w 395"/>
                <a:gd name="T5" fmla="*/ 0 h 348"/>
                <a:gd name="T6" fmla="*/ 0 w 395"/>
                <a:gd name="T7" fmla="*/ 0 h 348"/>
                <a:gd name="T8" fmla="*/ 0 w 395"/>
                <a:gd name="T9" fmla="*/ 0 h 348"/>
                <a:gd name="T10" fmla="*/ 0 w 395"/>
                <a:gd name="T11" fmla="*/ 0 h 348"/>
                <a:gd name="T12" fmla="*/ 0 w 395"/>
                <a:gd name="T13" fmla="*/ 0 h 348"/>
                <a:gd name="T14" fmla="*/ 0 w 395"/>
                <a:gd name="T15" fmla="*/ 0 h 348"/>
                <a:gd name="T16" fmla="*/ 0 w 395"/>
                <a:gd name="T17" fmla="*/ 0 h 348"/>
                <a:gd name="T18" fmla="*/ 0 w 395"/>
                <a:gd name="T19" fmla="*/ 0 h 348"/>
                <a:gd name="T20" fmla="*/ 0 w 395"/>
                <a:gd name="T21" fmla="*/ 0 h 348"/>
                <a:gd name="T22" fmla="*/ 0 w 395"/>
                <a:gd name="T23" fmla="*/ 0 h 348"/>
                <a:gd name="T24" fmla="*/ 0 w 395"/>
                <a:gd name="T25" fmla="*/ 0 h 348"/>
                <a:gd name="T26" fmla="*/ 0 w 395"/>
                <a:gd name="T27" fmla="*/ 0 h 348"/>
                <a:gd name="T28" fmla="*/ 0 w 395"/>
                <a:gd name="T29" fmla="*/ 0 h 348"/>
                <a:gd name="T30" fmla="*/ 0 w 395"/>
                <a:gd name="T31" fmla="*/ 0 h 3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5" h="348">
                  <a:moveTo>
                    <a:pt x="383" y="204"/>
                  </a:moveTo>
                  <a:lnTo>
                    <a:pt x="395" y="221"/>
                  </a:lnTo>
                  <a:lnTo>
                    <a:pt x="319" y="249"/>
                  </a:lnTo>
                  <a:lnTo>
                    <a:pt x="291" y="302"/>
                  </a:lnTo>
                  <a:lnTo>
                    <a:pt x="226" y="348"/>
                  </a:lnTo>
                  <a:lnTo>
                    <a:pt x="92" y="319"/>
                  </a:lnTo>
                  <a:lnTo>
                    <a:pt x="0" y="226"/>
                  </a:lnTo>
                  <a:lnTo>
                    <a:pt x="22" y="180"/>
                  </a:lnTo>
                  <a:lnTo>
                    <a:pt x="221" y="127"/>
                  </a:lnTo>
                  <a:lnTo>
                    <a:pt x="174" y="58"/>
                  </a:lnTo>
                  <a:lnTo>
                    <a:pt x="226" y="0"/>
                  </a:lnTo>
                  <a:lnTo>
                    <a:pt x="325" y="35"/>
                  </a:lnTo>
                  <a:lnTo>
                    <a:pt x="366" y="29"/>
                  </a:lnTo>
                  <a:lnTo>
                    <a:pt x="360" y="122"/>
                  </a:lnTo>
                  <a:lnTo>
                    <a:pt x="325" y="174"/>
                  </a:lnTo>
                  <a:lnTo>
                    <a:pt x="383" y="204"/>
                  </a:lnTo>
                  <a:close/>
                </a:path>
              </a:pathLst>
            </a:custGeom>
            <a:solidFill>
              <a:srgbClr val="FFFFFF"/>
            </a:solidFill>
            <a:ln w="9525">
              <a:solidFill>
                <a:srgbClr val="000000"/>
              </a:solidFill>
              <a:round/>
              <a:headEnd/>
              <a:tailEnd/>
            </a:ln>
          </p:spPr>
          <p:txBody>
            <a:bodyPr/>
            <a:lstStyle/>
            <a:p>
              <a:endParaRPr lang="ko-KR" altLang="en-US"/>
            </a:p>
          </p:txBody>
        </p:sp>
        <p:sp>
          <p:nvSpPr>
            <p:cNvPr id="440357" name="Freeform 329">
              <a:extLst>
                <a:ext uri="{FF2B5EF4-FFF2-40B4-BE49-F238E27FC236}">
                  <a16:creationId xmlns:a16="http://schemas.microsoft.com/office/drawing/2014/main" id="{540F61F4-2510-B3B1-9023-17A26FC988BC}"/>
                </a:ext>
              </a:extLst>
            </p:cNvPr>
            <p:cNvSpPr>
              <a:spLocks/>
            </p:cNvSpPr>
            <p:nvPr/>
          </p:nvSpPr>
          <p:spPr bwMode="auto">
            <a:xfrm rot="-882543">
              <a:off x="3862" y="729"/>
              <a:ext cx="35" cy="21"/>
            </a:xfrm>
            <a:custGeom>
              <a:avLst/>
              <a:gdLst>
                <a:gd name="T0" fmla="*/ 0 w 458"/>
                <a:gd name="T1" fmla="*/ 0 h 249"/>
                <a:gd name="T2" fmla="*/ 0 w 458"/>
                <a:gd name="T3" fmla="*/ 0 h 249"/>
                <a:gd name="T4" fmla="*/ 0 w 458"/>
                <a:gd name="T5" fmla="*/ 0 h 249"/>
                <a:gd name="T6" fmla="*/ 0 w 458"/>
                <a:gd name="T7" fmla="*/ 0 h 249"/>
                <a:gd name="T8" fmla="*/ 0 w 458"/>
                <a:gd name="T9" fmla="*/ 0 h 249"/>
                <a:gd name="T10" fmla="*/ 0 w 458"/>
                <a:gd name="T11" fmla="*/ 0 h 249"/>
                <a:gd name="T12" fmla="*/ 0 w 458"/>
                <a:gd name="T13" fmla="*/ 0 h 249"/>
                <a:gd name="T14" fmla="*/ 0 w 458"/>
                <a:gd name="T15" fmla="*/ 0 h 249"/>
                <a:gd name="T16" fmla="*/ 0 w 458"/>
                <a:gd name="T17" fmla="*/ 0 h 249"/>
                <a:gd name="T18" fmla="*/ 0 w 458"/>
                <a:gd name="T19" fmla="*/ 0 h 249"/>
                <a:gd name="T20" fmla="*/ 0 w 458"/>
                <a:gd name="T21" fmla="*/ 0 h 249"/>
                <a:gd name="T22" fmla="*/ 0 w 458"/>
                <a:gd name="T23" fmla="*/ 0 h 24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58" h="249">
                  <a:moveTo>
                    <a:pt x="104" y="0"/>
                  </a:moveTo>
                  <a:lnTo>
                    <a:pt x="28" y="23"/>
                  </a:lnTo>
                  <a:lnTo>
                    <a:pt x="0" y="87"/>
                  </a:lnTo>
                  <a:lnTo>
                    <a:pt x="122" y="127"/>
                  </a:lnTo>
                  <a:lnTo>
                    <a:pt x="122" y="232"/>
                  </a:lnTo>
                  <a:lnTo>
                    <a:pt x="133" y="249"/>
                  </a:lnTo>
                  <a:lnTo>
                    <a:pt x="249" y="220"/>
                  </a:lnTo>
                  <a:lnTo>
                    <a:pt x="290" y="227"/>
                  </a:lnTo>
                  <a:lnTo>
                    <a:pt x="458" y="115"/>
                  </a:lnTo>
                  <a:lnTo>
                    <a:pt x="441" y="93"/>
                  </a:lnTo>
                  <a:lnTo>
                    <a:pt x="127" y="46"/>
                  </a:lnTo>
                  <a:lnTo>
                    <a:pt x="104" y="0"/>
                  </a:lnTo>
                  <a:close/>
                </a:path>
              </a:pathLst>
            </a:custGeom>
            <a:solidFill>
              <a:srgbClr val="FFFFFF"/>
            </a:solidFill>
            <a:ln w="9525">
              <a:solidFill>
                <a:srgbClr val="000000"/>
              </a:solidFill>
              <a:round/>
              <a:headEnd/>
              <a:tailEnd/>
            </a:ln>
          </p:spPr>
          <p:txBody>
            <a:bodyPr/>
            <a:lstStyle/>
            <a:p>
              <a:endParaRPr lang="ko-KR" altLang="en-US"/>
            </a:p>
          </p:txBody>
        </p:sp>
        <p:sp>
          <p:nvSpPr>
            <p:cNvPr id="440358" name="Freeform 330">
              <a:extLst>
                <a:ext uri="{FF2B5EF4-FFF2-40B4-BE49-F238E27FC236}">
                  <a16:creationId xmlns:a16="http://schemas.microsoft.com/office/drawing/2014/main" id="{9064A8E4-4AAB-4F88-1400-E0554B3D1CBD}"/>
                </a:ext>
              </a:extLst>
            </p:cNvPr>
            <p:cNvSpPr>
              <a:spLocks/>
            </p:cNvSpPr>
            <p:nvPr/>
          </p:nvSpPr>
          <p:spPr bwMode="auto">
            <a:xfrm rot="-882543">
              <a:off x="3859" y="740"/>
              <a:ext cx="14" cy="13"/>
            </a:xfrm>
            <a:custGeom>
              <a:avLst/>
              <a:gdLst>
                <a:gd name="T0" fmla="*/ 0 w 187"/>
                <a:gd name="T1" fmla="*/ 0 h 151"/>
                <a:gd name="T2" fmla="*/ 0 w 187"/>
                <a:gd name="T3" fmla="*/ 0 h 151"/>
                <a:gd name="T4" fmla="*/ 0 w 187"/>
                <a:gd name="T5" fmla="*/ 0 h 151"/>
                <a:gd name="T6" fmla="*/ 0 w 187"/>
                <a:gd name="T7" fmla="*/ 0 h 151"/>
                <a:gd name="T8" fmla="*/ 0 w 187"/>
                <a:gd name="T9" fmla="*/ 0 h 151"/>
                <a:gd name="T10" fmla="*/ 0 w 187"/>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7" h="151">
                  <a:moveTo>
                    <a:pt x="65" y="0"/>
                  </a:moveTo>
                  <a:lnTo>
                    <a:pt x="187" y="46"/>
                  </a:lnTo>
                  <a:lnTo>
                    <a:pt x="187" y="151"/>
                  </a:lnTo>
                  <a:lnTo>
                    <a:pt x="75" y="111"/>
                  </a:lnTo>
                  <a:lnTo>
                    <a:pt x="0" y="46"/>
                  </a:lnTo>
                  <a:lnTo>
                    <a:pt x="65" y="0"/>
                  </a:lnTo>
                  <a:close/>
                </a:path>
              </a:pathLst>
            </a:custGeom>
            <a:solidFill>
              <a:srgbClr val="FFFFFF"/>
            </a:solidFill>
            <a:ln w="9525">
              <a:solidFill>
                <a:srgbClr val="000000"/>
              </a:solidFill>
              <a:round/>
              <a:headEnd/>
              <a:tailEnd/>
            </a:ln>
          </p:spPr>
          <p:txBody>
            <a:bodyPr/>
            <a:lstStyle/>
            <a:p>
              <a:endParaRPr lang="ko-KR" altLang="en-US"/>
            </a:p>
          </p:txBody>
        </p:sp>
        <p:sp>
          <p:nvSpPr>
            <p:cNvPr id="440359" name="Freeform 331">
              <a:extLst>
                <a:ext uri="{FF2B5EF4-FFF2-40B4-BE49-F238E27FC236}">
                  <a16:creationId xmlns:a16="http://schemas.microsoft.com/office/drawing/2014/main" id="{F9B69224-E8FA-9974-0956-E456FAE3C46E}"/>
                </a:ext>
              </a:extLst>
            </p:cNvPr>
            <p:cNvSpPr>
              <a:spLocks/>
            </p:cNvSpPr>
            <p:nvPr/>
          </p:nvSpPr>
          <p:spPr bwMode="auto">
            <a:xfrm rot="-882543">
              <a:off x="3875" y="736"/>
              <a:ext cx="32" cy="30"/>
            </a:xfrm>
            <a:custGeom>
              <a:avLst/>
              <a:gdLst>
                <a:gd name="T0" fmla="*/ 0 w 425"/>
                <a:gd name="T1" fmla="*/ 0 h 377"/>
                <a:gd name="T2" fmla="*/ 0 w 425"/>
                <a:gd name="T3" fmla="*/ 0 h 377"/>
                <a:gd name="T4" fmla="*/ 0 w 425"/>
                <a:gd name="T5" fmla="*/ 0 h 377"/>
                <a:gd name="T6" fmla="*/ 0 w 425"/>
                <a:gd name="T7" fmla="*/ 0 h 377"/>
                <a:gd name="T8" fmla="*/ 0 w 425"/>
                <a:gd name="T9" fmla="*/ 0 h 377"/>
                <a:gd name="T10" fmla="*/ 0 w 425"/>
                <a:gd name="T11" fmla="*/ 0 h 377"/>
                <a:gd name="T12" fmla="*/ 0 w 425"/>
                <a:gd name="T13" fmla="*/ 0 h 377"/>
                <a:gd name="T14" fmla="*/ 0 w 425"/>
                <a:gd name="T15" fmla="*/ 0 h 377"/>
                <a:gd name="T16" fmla="*/ 0 w 425"/>
                <a:gd name="T17" fmla="*/ 0 h 377"/>
                <a:gd name="T18" fmla="*/ 0 w 425"/>
                <a:gd name="T19" fmla="*/ 0 h 377"/>
                <a:gd name="T20" fmla="*/ 0 w 425"/>
                <a:gd name="T21" fmla="*/ 0 h 377"/>
                <a:gd name="T22" fmla="*/ 0 w 425"/>
                <a:gd name="T23" fmla="*/ 0 h 377"/>
                <a:gd name="T24" fmla="*/ 0 w 425"/>
                <a:gd name="T25" fmla="*/ 0 h 377"/>
                <a:gd name="T26" fmla="*/ 0 w 425"/>
                <a:gd name="T27" fmla="*/ 0 h 3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5" h="377">
                  <a:moveTo>
                    <a:pt x="116" y="349"/>
                  </a:moveTo>
                  <a:lnTo>
                    <a:pt x="203" y="377"/>
                  </a:lnTo>
                  <a:lnTo>
                    <a:pt x="226" y="342"/>
                  </a:lnTo>
                  <a:lnTo>
                    <a:pt x="268" y="354"/>
                  </a:lnTo>
                  <a:lnTo>
                    <a:pt x="279" y="279"/>
                  </a:lnTo>
                  <a:lnTo>
                    <a:pt x="425" y="110"/>
                  </a:lnTo>
                  <a:lnTo>
                    <a:pt x="425" y="58"/>
                  </a:lnTo>
                  <a:lnTo>
                    <a:pt x="325" y="0"/>
                  </a:lnTo>
                  <a:lnTo>
                    <a:pt x="157" y="105"/>
                  </a:lnTo>
                  <a:lnTo>
                    <a:pt x="111" y="98"/>
                  </a:lnTo>
                  <a:lnTo>
                    <a:pt x="0" y="127"/>
                  </a:lnTo>
                  <a:lnTo>
                    <a:pt x="87" y="284"/>
                  </a:lnTo>
                  <a:lnTo>
                    <a:pt x="116" y="319"/>
                  </a:lnTo>
                  <a:lnTo>
                    <a:pt x="116" y="349"/>
                  </a:lnTo>
                  <a:close/>
                </a:path>
              </a:pathLst>
            </a:custGeom>
            <a:solidFill>
              <a:srgbClr val="FFFFFF"/>
            </a:solidFill>
            <a:ln w="9525">
              <a:solidFill>
                <a:srgbClr val="000000"/>
              </a:solidFill>
              <a:round/>
              <a:headEnd/>
              <a:tailEnd/>
            </a:ln>
          </p:spPr>
          <p:txBody>
            <a:bodyPr/>
            <a:lstStyle/>
            <a:p>
              <a:endParaRPr lang="ko-KR" altLang="en-US"/>
            </a:p>
          </p:txBody>
        </p:sp>
        <p:sp>
          <p:nvSpPr>
            <p:cNvPr id="440360" name="Freeform 332">
              <a:extLst>
                <a:ext uri="{FF2B5EF4-FFF2-40B4-BE49-F238E27FC236}">
                  <a16:creationId xmlns:a16="http://schemas.microsoft.com/office/drawing/2014/main" id="{A8BB9DDB-6052-8246-683C-A2CAFE55B4CE}"/>
                </a:ext>
              </a:extLst>
            </p:cNvPr>
            <p:cNvSpPr>
              <a:spLocks/>
            </p:cNvSpPr>
            <p:nvPr/>
          </p:nvSpPr>
          <p:spPr bwMode="auto">
            <a:xfrm rot="-882543">
              <a:off x="3888" y="762"/>
              <a:ext cx="18" cy="22"/>
            </a:xfrm>
            <a:custGeom>
              <a:avLst/>
              <a:gdLst>
                <a:gd name="T0" fmla="*/ 0 w 226"/>
                <a:gd name="T1" fmla="*/ 0 h 274"/>
                <a:gd name="T2" fmla="*/ 0 w 226"/>
                <a:gd name="T3" fmla="*/ 0 h 274"/>
                <a:gd name="T4" fmla="*/ 0 w 226"/>
                <a:gd name="T5" fmla="*/ 0 h 274"/>
                <a:gd name="T6" fmla="*/ 0 w 226"/>
                <a:gd name="T7" fmla="*/ 0 h 274"/>
                <a:gd name="T8" fmla="*/ 0 w 226"/>
                <a:gd name="T9" fmla="*/ 0 h 274"/>
                <a:gd name="T10" fmla="*/ 0 w 226"/>
                <a:gd name="T11" fmla="*/ 0 h 274"/>
                <a:gd name="T12" fmla="*/ 0 w 226"/>
                <a:gd name="T13" fmla="*/ 0 h 274"/>
                <a:gd name="T14" fmla="*/ 0 w 226"/>
                <a:gd name="T15" fmla="*/ 0 h 274"/>
                <a:gd name="T16" fmla="*/ 0 w 226"/>
                <a:gd name="T17" fmla="*/ 0 h 274"/>
                <a:gd name="T18" fmla="*/ 0 w 226"/>
                <a:gd name="T19" fmla="*/ 0 h 274"/>
                <a:gd name="T20" fmla="*/ 0 w 226"/>
                <a:gd name="T21" fmla="*/ 0 h 2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6" h="274">
                  <a:moveTo>
                    <a:pt x="5" y="12"/>
                  </a:moveTo>
                  <a:lnTo>
                    <a:pt x="92" y="35"/>
                  </a:lnTo>
                  <a:lnTo>
                    <a:pt x="115" y="0"/>
                  </a:lnTo>
                  <a:lnTo>
                    <a:pt x="157" y="12"/>
                  </a:lnTo>
                  <a:lnTo>
                    <a:pt x="139" y="122"/>
                  </a:lnTo>
                  <a:lnTo>
                    <a:pt x="220" y="180"/>
                  </a:lnTo>
                  <a:lnTo>
                    <a:pt x="226" y="209"/>
                  </a:lnTo>
                  <a:lnTo>
                    <a:pt x="214" y="274"/>
                  </a:lnTo>
                  <a:lnTo>
                    <a:pt x="197" y="262"/>
                  </a:lnTo>
                  <a:lnTo>
                    <a:pt x="0" y="52"/>
                  </a:lnTo>
                  <a:lnTo>
                    <a:pt x="5" y="12"/>
                  </a:lnTo>
                  <a:close/>
                </a:path>
              </a:pathLst>
            </a:custGeom>
            <a:solidFill>
              <a:srgbClr val="FFFFFF"/>
            </a:solidFill>
            <a:ln w="9525">
              <a:solidFill>
                <a:srgbClr val="000000"/>
              </a:solidFill>
              <a:round/>
              <a:headEnd/>
              <a:tailEnd/>
            </a:ln>
          </p:spPr>
          <p:txBody>
            <a:bodyPr/>
            <a:lstStyle/>
            <a:p>
              <a:endParaRPr lang="ko-KR" altLang="en-US"/>
            </a:p>
          </p:txBody>
        </p:sp>
        <p:sp>
          <p:nvSpPr>
            <p:cNvPr id="440361" name="Freeform 333">
              <a:extLst>
                <a:ext uri="{FF2B5EF4-FFF2-40B4-BE49-F238E27FC236}">
                  <a16:creationId xmlns:a16="http://schemas.microsoft.com/office/drawing/2014/main" id="{C396EAFF-8C17-840C-5C88-0913AA6E3021}"/>
                </a:ext>
              </a:extLst>
            </p:cNvPr>
            <p:cNvSpPr>
              <a:spLocks/>
            </p:cNvSpPr>
            <p:nvPr/>
          </p:nvSpPr>
          <p:spPr bwMode="auto">
            <a:xfrm rot="-882543">
              <a:off x="3907" y="768"/>
              <a:ext cx="38" cy="23"/>
            </a:xfrm>
            <a:custGeom>
              <a:avLst/>
              <a:gdLst>
                <a:gd name="T0" fmla="*/ 0 w 506"/>
                <a:gd name="T1" fmla="*/ 0 h 285"/>
                <a:gd name="T2" fmla="*/ 0 w 506"/>
                <a:gd name="T3" fmla="*/ 0 h 285"/>
                <a:gd name="T4" fmla="*/ 0 w 506"/>
                <a:gd name="T5" fmla="*/ 0 h 285"/>
                <a:gd name="T6" fmla="*/ 0 w 506"/>
                <a:gd name="T7" fmla="*/ 0 h 285"/>
                <a:gd name="T8" fmla="*/ 0 w 506"/>
                <a:gd name="T9" fmla="*/ 0 h 285"/>
                <a:gd name="T10" fmla="*/ 0 w 506"/>
                <a:gd name="T11" fmla="*/ 0 h 285"/>
                <a:gd name="T12" fmla="*/ 0 w 506"/>
                <a:gd name="T13" fmla="*/ 0 h 285"/>
                <a:gd name="T14" fmla="*/ 0 w 506"/>
                <a:gd name="T15" fmla="*/ 0 h 285"/>
                <a:gd name="T16" fmla="*/ 0 w 506"/>
                <a:gd name="T17" fmla="*/ 0 h 285"/>
                <a:gd name="T18" fmla="*/ 0 w 506"/>
                <a:gd name="T19" fmla="*/ 0 h 285"/>
                <a:gd name="T20" fmla="*/ 0 w 506"/>
                <a:gd name="T21" fmla="*/ 0 h 285"/>
                <a:gd name="T22" fmla="*/ 0 w 506"/>
                <a:gd name="T23" fmla="*/ 0 h 285"/>
                <a:gd name="T24" fmla="*/ 0 w 506"/>
                <a:gd name="T25" fmla="*/ 0 h 285"/>
                <a:gd name="T26" fmla="*/ 0 w 506"/>
                <a:gd name="T27" fmla="*/ 0 h 285"/>
                <a:gd name="T28" fmla="*/ 0 w 506"/>
                <a:gd name="T29" fmla="*/ 0 h 285"/>
                <a:gd name="T30" fmla="*/ 0 w 506"/>
                <a:gd name="T31" fmla="*/ 0 h 285"/>
                <a:gd name="T32" fmla="*/ 0 w 506"/>
                <a:gd name="T33" fmla="*/ 0 h 2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06" h="285">
                  <a:moveTo>
                    <a:pt x="12" y="0"/>
                  </a:moveTo>
                  <a:lnTo>
                    <a:pt x="111" y="64"/>
                  </a:lnTo>
                  <a:lnTo>
                    <a:pt x="326" y="6"/>
                  </a:lnTo>
                  <a:lnTo>
                    <a:pt x="477" y="104"/>
                  </a:lnTo>
                  <a:lnTo>
                    <a:pt x="506" y="250"/>
                  </a:lnTo>
                  <a:lnTo>
                    <a:pt x="448" y="285"/>
                  </a:lnTo>
                  <a:lnTo>
                    <a:pt x="355" y="198"/>
                  </a:lnTo>
                  <a:lnTo>
                    <a:pt x="390" y="169"/>
                  </a:lnTo>
                  <a:lnTo>
                    <a:pt x="396" y="151"/>
                  </a:lnTo>
                  <a:lnTo>
                    <a:pt x="314" y="87"/>
                  </a:lnTo>
                  <a:lnTo>
                    <a:pt x="268" y="104"/>
                  </a:lnTo>
                  <a:lnTo>
                    <a:pt x="180" y="111"/>
                  </a:lnTo>
                  <a:lnTo>
                    <a:pt x="262" y="181"/>
                  </a:lnTo>
                  <a:lnTo>
                    <a:pt x="204" y="198"/>
                  </a:lnTo>
                  <a:lnTo>
                    <a:pt x="0" y="94"/>
                  </a:lnTo>
                  <a:lnTo>
                    <a:pt x="18" y="29"/>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40362" name="Freeform 334">
              <a:extLst>
                <a:ext uri="{FF2B5EF4-FFF2-40B4-BE49-F238E27FC236}">
                  <a16:creationId xmlns:a16="http://schemas.microsoft.com/office/drawing/2014/main" id="{D9182296-C9C1-8F85-921D-671157CF2F00}"/>
                </a:ext>
              </a:extLst>
            </p:cNvPr>
            <p:cNvSpPr>
              <a:spLocks/>
            </p:cNvSpPr>
            <p:nvPr/>
          </p:nvSpPr>
          <p:spPr bwMode="auto">
            <a:xfrm rot="-882543">
              <a:off x="3818" y="283"/>
              <a:ext cx="31" cy="21"/>
            </a:xfrm>
            <a:custGeom>
              <a:avLst/>
              <a:gdLst>
                <a:gd name="T0" fmla="*/ 0 w 412"/>
                <a:gd name="T1" fmla="*/ 0 h 268"/>
                <a:gd name="T2" fmla="*/ 0 w 412"/>
                <a:gd name="T3" fmla="*/ 0 h 268"/>
                <a:gd name="T4" fmla="*/ 0 w 412"/>
                <a:gd name="T5" fmla="*/ 0 h 268"/>
                <a:gd name="T6" fmla="*/ 0 w 412"/>
                <a:gd name="T7" fmla="*/ 0 h 268"/>
                <a:gd name="T8" fmla="*/ 0 w 412"/>
                <a:gd name="T9" fmla="*/ 0 h 268"/>
                <a:gd name="T10" fmla="*/ 0 w 412"/>
                <a:gd name="T11" fmla="*/ 0 h 268"/>
                <a:gd name="T12" fmla="*/ 0 w 412"/>
                <a:gd name="T13" fmla="*/ 0 h 268"/>
                <a:gd name="T14" fmla="*/ 0 w 412"/>
                <a:gd name="T15" fmla="*/ 0 h 268"/>
                <a:gd name="T16" fmla="*/ 0 w 412"/>
                <a:gd name="T17" fmla="*/ 0 h 268"/>
                <a:gd name="T18" fmla="*/ 0 w 412"/>
                <a:gd name="T19" fmla="*/ 0 h 268"/>
                <a:gd name="T20" fmla="*/ 0 w 412"/>
                <a:gd name="T21" fmla="*/ 0 h 268"/>
                <a:gd name="T22" fmla="*/ 0 w 412"/>
                <a:gd name="T23" fmla="*/ 0 h 268"/>
                <a:gd name="T24" fmla="*/ 0 w 412"/>
                <a:gd name="T25" fmla="*/ 0 h 268"/>
                <a:gd name="T26" fmla="*/ 0 w 412"/>
                <a:gd name="T27" fmla="*/ 0 h 268"/>
                <a:gd name="T28" fmla="*/ 0 w 412"/>
                <a:gd name="T29" fmla="*/ 0 h 268"/>
                <a:gd name="T30" fmla="*/ 0 w 412"/>
                <a:gd name="T31" fmla="*/ 0 h 268"/>
                <a:gd name="T32" fmla="*/ 0 w 412"/>
                <a:gd name="T33" fmla="*/ 0 h 268"/>
                <a:gd name="T34" fmla="*/ 0 w 412"/>
                <a:gd name="T35" fmla="*/ 0 h 268"/>
                <a:gd name="T36" fmla="*/ 0 w 412"/>
                <a:gd name="T37" fmla="*/ 0 h 268"/>
                <a:gd name="T38" fmla="*/ 0 w 412"/>
                <a:gd name="T39" fmla="*/ 0 h 268"/>
                <a:gd name="T40" fmla="*/ 0 w 412"/>
                <a:gd name="T41" fmla="*/ 0 h 268"/>
                <a:gd name="T42" fmla="*/ 0 w 412"/>
                <a:gd name="T43" fmla="*/ 0 h 268"/>
                <a:gd name="T44" fmla="*/ 0 w 412"/>
                <a:gd name="T45" fmla="*/ 0 h 268"/>
                <a:gd name="T46" fmla="*/ 0 w 412"/>
                <a:gd name="T47" fmla="*/ 0 h 268"/>
                <a:gd name="T48" fmla="*/ 0 w 412"/>
                <a:gd name="T49" fmla="*/ 0 h 268"/>
                <a:gd name="T50" fmla="*/ 0 w 412"/>
                <a:gd name="T51" fmla="*/ 0 h 268"/>
                <a:gd name="T52" fmla="*/ 0 w 412"/>
                <a:gd name="T53" fmla="*/ 0 h 268"/>
                <a:gd name="T54" fmla="*/ 0 w 412"/>
                <a:gd name="T55" fmla="*/ 0 h 26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12" h="268">
                  <a:moveTo>
                    <a:pt x="365" y="0"/>
                  </a:moveTo>
                  <a:lnTo>
                    <a:pt x="302" y="12"/>
                  </a:lnTo>
                  <a:lnTo>
                    <a:pt x="290" y="87"/>
                  </a:lnTo>
                  <a:lnTo>
                    <a:pt x="261" y="104"/>
                  </a:lnTo>
                  <a:lnTo>
                    <a:pt x="220" y="87"/>
                  </a:lnTo>
                  <a:lnTo>
                    <a:pt x="185" y="81"/>
                  </a:lnTo>
                  <a:lnTo>
                    <a:pt x="157" y="81"/>
                  </a:lnTo>
                  <a:lnTo>
                    <a:pt x="150" y="6"/>
                  </a:lnTo>
                  <a:lnTo>
                    <a:pt x="110" y="0"/>
                  </a:lnTo>
                  <a:lnTo>
                    <a:pt x="46" y="17"/>
                  </a:lnTo>
                  <a:lnTo>
                    <a:pt x="70" y="69"/>
                  </a:lnTo>
                  <a:lnTo>
                    <a:pt x="58" y="87"/>
                  </a:lnTo>
                  <a:lnTo>
                    <a:pt x="5" y="104"/>
                  </a:lnTo>
                  <a:lnTo>
                    <a:pt x="5" y="139"/>
                  </a:lnTo>
                  <a:lnTo>
                    <a:pt x="58" y="163"/>
                  </a:lnTo>
                  <a:lnTo>
                    <a:pt x="70" y="191"/>
                  </a:lnTo>
                  <a:lnTo>
                    <a:pt x="0" y="221"/>
                  </a:lnTo>
                  <a:lnTo>
                    <a:pt x="23" y="268"/>
                  </a:lnTo>
                  <a:lnTo>
                    <a:pt x="139" y="268"/>
                  </a:lnTo>
                  <a:lnTo>
                    <a:pt x="192" y="226"/>
                  </a:lnTo>
                  <a:lnTo>
                    <a:pt x="261" y="250"/>
                  </a:lnTo>
                  <a:lnTo>
                    <a:pt x="302" y="250"/>
                  </a:lnTo>
                  <a:lnTo>
                    <a:pt x="337" y="203"/>
                  </a:lnTo>
                  <a:lnTo>
                    <a:pt x="319" y="151"/>
                  </a:lnTo>
                  <a:lnTo>
                    <a:pt x="372" y="104"/>
                  </a:lnTo>
                  <a:lnTo>
                    <a:pt x="412" y="17"/>
                  </a:lnTo>
                  <a:lnTo>
                    <a:pt x="372" y="0"/>
                  </a:lnTo>
                  <a:lnTo>
                    <a:pt x="365" y="0"/>
                  </a:lnTo>
                  <a:close/>
                </a:path>
              </a:pathLst>
            </a:custGeom>
            <a:solidFill>
              <a:srgbClr val="FFFFFF"/>
            </a:solidFill>
            <a:ln w="9525">
              <a:solidFill>
                <a:srgbClr val="000000"/>
              </a:solidFill>
              <a:round/>
              <a:headEnd/>
              <a:tailEnd/>
            </a:ln>
          </p:spPr>
          <p:txBody>
            <a:bodyPr/>
            <a:lstStyle/>
            <a:p>
              <a:endParaRPr lang="ko-KR" altLang="en-US"/>
            </a:p>
          </p:txBody>
        </p:sp>
        <p:sp>
          <p:nvSpPr>
            <p:cNvPr id="440363" name="Freeform 335">
              <a:extLst>
                <a:ext uri="{FF2B5EF4-FFF2-40B4-BE49-F238E27FC236}">
                  <a16:creationId xmlns:a16="http://schemas.microsoft.com/office/drawing/2014/main" id="{FEF4BC44-43D6-39A2-FD9F-34380E5E6C0E}"/>
                </a:ext>
              </a:extLst>
            </p:cNvPr>
            <p:cNvSpPr>
              <a:spLocks/>
            </p:cNvSpPr>
            <p:nvPr/>
          </p:nvSpPr>
          <p:spPr bwMode="auto">
            <a:xfrm>
              <a:off x="2895" y="268"/>
              <a:ext cx="28" cy="43"/>
            </a:xfrm>
            <a:custGeom>
              <a:avLst/>
              <a:gdLst>
                <a:gd name="T0" fmla="*/ 0 w 377"/>
                <a:gd name="T1" fmla="*/ 0 h 540"/>
                <a:gd name="T2" fmla="*/ 0 w 377"/>
                <a:gd name="T3" fmla="*/ 0 h 540"/>
                <a:gd name="T4" fmla="*/ 0 w 377"/>
                <a:gd name="T5" fmla="*/ 0 h 540"/>
                <a:gd name="T6" fmla="*/ 0 w 377"/>
                <a:gd name="T7" fmla="*/ 0 h 540"/>
                <a:gd name="T8" fmla="*/ 0 w 377"/>
                <a:gd name="T9" fmla="*/ 0 h 540"/>
                <a:gd name="T10" fmla="*/ 0 w 377"/>
                <a:gd name="T11" fmla="*/ 0 h 540"/>
                <a:gd name="T12" fmla="*/ 0 w 377"/>
                <a:gd name="T13" fmla="*/ 0 h 540"/>
                <a:gd name="T14" fmla="*/ 0 w 377"/>
                <a:gd name="T15" fmla="*/ 0 h 540"/>
                <a:gd name="T16" fmla="*/ 0 w 377"/>
                <a:gd name="T17" fmla="*/ 0 h 540"/>
                <a:gd name="T18" fmla="*/ 0 w 377"/>
                <a:gd name="T19" fmla="*/ 0 h 540"/>
                <a:gd name="T20" fmla="*/ 0 w 377"/>
                <a:gd name="T21" fmla="*/ 0 h 540"/>
                <a:gd name="T22" fmla="*/ 0 w 377"/>
                <a:gd name="T23" fmla="*/ 0 h 540"/>
                <a:gd name="T24" fmla="*/ 0 w 377"/>
                <a:gd name="T25" fmla="*/ 0 h 540"/>
                <a:gd name="T26" fmla="*/ 0 w 377"/>
                <a:gd name="T27" fmla="*/ 0 h 540"/>
                <a:gd name="T28" fmla="*/ 0 w 377"/>
                <a:gd name="T29" fmla="*/ 0 h 540"/>
                <a:gd name="T30" fmla="*/ 0 w 377"/>
                <a:gd name="T31" fmla="*/ 0 h 540"/>
                <a:gd name="T32" fmla="*/ 0 w 377"/>
                <a:gd name="T33" fmla="*/ 0 h 540"/>
                <a:gd name="T34" fmla="*/ 0 w 377"/>
                <a:gd name="T35" fmla="*/ 0 h 540"/>
                <a:gd name="T36" fmla="*/ 0 w 377"/>
                <a:gd name="T37" fmla="*/ 0 h 540"/>
                <a:gd name="T38" fmla="*/ 0 w 377"/>
                <a:gd name="T39" fmla="*/ 0 h 540"/>
                <a:gd name="T40" fmla="*/ 0 w 377"/>
                <a:gd name="T41" fmla="*/ 0 h 540"/>
                <a:gd name="T42" fmla="*/ 0 w 377"/>
                <a:gd name="T43" fmla="*/ 0 h 540"/>
                <a:gd name="T44" fmla="*/ 0 w 377"/>
                <a:gd name="T45" fmla="*/ 0 h 540"/>
                <a:gd name="T46" fmla="*/ 0 w 377"/>
                <a:gd name="T47" fmla="*/ 0 h 540"/>
                <a:gd name="T48" fmla="*/ 0 w 377"/>
                <a:gd name="T49" fmla="*/ 0 h 540"/>
                <a:gd name="T50" fmla="*/ 0 w 377"/>
                <a:gd name="T51" fmla="*/ 0 h 540"/>
                <a:gd name="T52" fmla="*/ 0 w 377"/>
                <a:gd name="T53" fmla="*/ 0 h 540"/>
                <a:gd name="T54" fmla="*/ 0 w 377"/>
                <a:gd name="T55" fmla="*/ 0 h 540"/>
                <a:gd name="T56" fmla="*/ 0 w 377"/>
                <a:gd name="T57" fmla="*/ 0 h 540"/>
                <a:gd name="T58" fmla="*/ 0 w 377"/>
                <a:gd name="T59" fmla="*/ 0 h 540"/>
                <a:gd name="T60" fmla="*/ 0 w 377"/>
                <a:gd name="T61" fmla="*/ 0 h 540"/>
                <a:gd name="T62" fmla="*/ 0 w 377"/>
                <a:gd name="T63" fmla="*/ 0 h 540"/>
                <a:gd name="T64" fmla="*/ 0 w 377"/>
                <a:gd name="T65" fmla="*/ 0 h 540"/>
                <a:gd name="T66" fmla="*/ 0 w 377"/>
                <a:gd name="T67" fmla="*/ 0 h 540"/>
                <a:gd name="T68" fmla="*/ 0 w 377"/>
                <a:gd name="T69" fmla="*/ 0 h 540"/>
                <a:gd name="T70" fmla="*/ 0 w 377"/>
                <a:gd name="T71" fmla="*/ 0 h 540"/>
                <a:gd name="T72" fmla="*/ 0 w 377"/>
                <a:gd name="T73" fmla="*/ 0 h 540"/>
                <a:gd name="T74" fmla="*/ 0 w 377"/>
                <a:gd name="T75" fmla="*/ 0 h 540"/>
                <a:gd name="T76" fmla="*/ 0 w 377"/>
                <a:gd name="T77" fmla="*/ 0 h 540"/>
                <a:gd name="T78" fmla="*/ 0 w 377"/>
                <a:gd name="T79" fmla="*/ 0 h 54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7" h="540">
                  <a:moveTo>
                    <a:pt x="192" y="110"/>
                  </a:moveTo>
                  <a:lnTo>
                    <a:pt x="157" y="99"/>
                  </a:lnTo>
                  <a:lnTo>
                    <a:pt x="150" y="40"/>
                  </a:lnTo>
                  <a:lnTo>
                    <a:pt x="139" y="12"/>
                  </a:lnTo>
                  <a:lnTo>
                    <a:pt x="110" y="0"/>
                  </a:lnTo>
                  <a:lnTo>
                    <a:pt x="80" y="17"/>
                  </a:lnTo>
                  <a:lnTo>
                    <a:pt x="63" y="46"/>
                  </a:lnTo>
                  <a:lnTo>
                    <a:pt x="0" y="12"/>
                  </a:lnTo>
                  <a:lnTo>
                    <a:pt x="0" y="40"/>
                  </a:lnTo>
                  <a:lnTo>
                    <a:pt x="28" y="127"/>
                  </a:lnTo>
                  <a:lnTo>
                    <a:pt x="46" y="156"/>
                  </a:lnTo>
                  <a:lnTo>
                    <a:pt x="52" y="209"/>
                  </a:lnTo>
                  <a:lnTo>
                    <a:pt x="104" y="249"/>
                  </a:lnTo>
                  <a:lnTo>
                    <a:pt x="139" y="267"/>
                  </a:lnTo>
                  <a:lnTo>
                    <a:pt x="185" y="244"/>
                  </a:lnTo>
                  <a:lnTo>
                    <a:pt x="185" y="209"/>
                  </a:lnTo>
                  <a:lnTo>
                    <a:pt x="227" y="226"/>
                  </a:lnTo>
                  <a:lnTo>
                    <a:pt x="237" y="279"/>
                  </a:lnTo>
                  <a:lnTo>
                    <a:pt x="203" y="296"/>
                  </a:lnTo>
                  <a:lnTo>
                    <a:pt x="168" y="296"/>
                  </a:lnTo>
                  <a:lnTo>
                    <a:pt x="168" y="325"/>
                  </a:lnTo>
                  <a:lnTo>
                    <a:pt x="203" y="331"/>
                  </a:lnTo>
                  <a:lnTo>
                    <a:pt x="237" y="343"/>
                  </a:lnTo>
                  <a:lnTo>
                    <a:pt x="215" y="389"/>
                  </a:lnTo>
                  <a:lnTo>
                    <a:pt x="168" y="401"/>
                  </a:lnTo>
                  <a:lnTo>
                    <a:pt x="203" y="465"/>
                  </a:lnTo>
                  <a:lnTo>
                    <a:pt x="261" y="493"/>
                  </a:lnTo>
                  <a:lnTo>
                    <a:pt x="279" y="540"/>
                  </a:lnTo>
                  <a:lnTo>
                    <a:pt x="296" y="465"/>
                  </a:lnTo>
                  <a:lnTo>
                    <a:pt x="302" y="395"/>
                  </a:lnTo>
                  <a:lnTo>
                    <a:pt x="314" y="325"/>
                  </a:lnTo>
                  <a:lnTo>
                    <a:pt x="349" y="256"/>
                  </a:lnTo>
                  <a:lnTo>
                    <a:pt x="354" y="186"/>
                  </a:lnTo>
                  <a:lnTo>
                    <a:pt x="377" y="156"/>
                  </a:lnTo>
                  <a:lnTo>
                    <a:pt x="349" y="151"/>
                  </a:lnTo>
                  <a:lnTo>
                    <a:pt x="296" y="110"/>
                  </a:lnTo>
                  <a:lnTo>
                    <a:pt x="255" y="52"/>
                  </a:lnTo>
                  <a:lnTo>
                    <a:pt x="232" y="81"/>
                  </a:lnTo>
                  <a:lnTo>
                    <a:pt x="180" y="99"/>
                  </a:lnTo>
                  <a:lnTo>
                    <a:pt x="192" y="110"/>
                  </a:lnTo>
                  <a:close/>
                </a:path>
              </a:pathLst>
            </a:custGeom>
            <a:solidFill>
              <a:srgbClr val="FFFFFF"/>
            </a:solidFill>
            <a:ln w="9525">
              <a:solidFill>
                <a:srgbClr val="000000"/>
              </a:solidFill>
              <a:round/>
              <a:headEnd/>
              <a:tailEnd/>
            </a:ln>
          </p:spPr>
          <p:txBody>
            <a:bodyPr/>
            <a:lstStyle/>
            <a:p>
              <a:endParaRPr lang="ko-KR" altLang="en-US"/>
            </a:p>
          </p:txBody>
        </p:sp>
        <p:sp>
          <p:nvSpPr>
            <p:cNvPr id="440364" name="Freeform 336">
              <a:extLst>
                <a:ext uri="{FF2B5EF4-FFF2-40B4-BE49-F238E27FC236}">
                  <a16:creationId xmlns:a16="http://schemas.microsoft.com/office/drawing/2014/main" id="{259FA081-9134-1AE6-BA8D-2F92DCFE4F65}"/>
                </a:ext>
              </a:extLst>
            </p:cNvPr>
            <p:cNvSpPr>
              <a:spLocks/>
            </p:cNvSpPr>
            <p:nvPr/>
          </p:nvSpPr>
          <p:spPr bwMode="auto">
            <a:xfrm>
              <a:off x="2925" y="266"/>
              <a:ext cx="14" cy="16"/>
            </a:xfrm>
            <a:custGeom>
              <a:avLst/>
              <a:gdLst>
                <a:gd name="T0" fmla="*/ 0 w 192"/>
                <a:gd name="T1" fmla="*/ 0 h 204"/>
                <a:gd name="T2" fmla="*/ 0 w 192"/>
                <a:gd name="T3" fmla="*/ 0 h 204"/>
                <a:gd name="T4" fmla="*/ 0 w 192"/>
                <a:gd name="T5" fmla="*/ 0 h 204"/>
                <a:gd name="T6" fmla="*/ 0 w 192"/>
                <a:gd name="T7" fmla="*/ 0 h 204"/>
                <a:gd name="T8" fmla="*/ 0 w 192"/>
                <a:gd name="T9" fmla="*/ 0 h 204"/>
                <a:gd name="T10" fmla="*/ 0 w 192"/>
                <a:gd name="T11" fmla="*/ 0 h 204"/>
                <a:gd name="T12" fmla="*/ 0 w 192"/>
                <a:gd name="T13" fmla="*/ 0 h 204"/>
                <a:gd name="T14" fmla="*/ 0 w 192"/>
                <a:gd name="T15" fmla="*/ 0 h 204"/>
                <a:gd name="T16" fmla="*/ 0 w 192"/>
                <a:gd name="T17" fmla="*/ 0 h 204"/>
                <a:gd name="T18" fmla="*/ 0 w 192"/>
                <a:gd name="T19" fmla="*/ 0 h 204"/>
                <a:gd name="T20" fmla="*/ 0 w 192"/>
                <a:gd name="T21" fmla="*/ 0 h 204"/>
                <a:gd name="T22" fmla="*/ 0 w 192"/>
                <a:gd name="T23" fmla="*/ 0 h 204"/>
                <a:gd name="T24" fmla="*/ 0 w 192"/>
                <a:gd name="T25" fmla="*/ 0 h 204"/>
                <a:gd name="T26" fmla="*/ 0 w 192"/>
                <a:gd name="T27" fmla="*/ 0 h 204"/>
                <a:gd name="T28" fmla="*/ 0 w 192"/>
                <a:gd name="T29" fmla="*/ 0 h 2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2" h="204">
                  <a:moveTo>
                    <a:pt x="23" y="35"/>
                  </a:moveTo>
                  <a:lnTo>
                    <a:pt x="0" y="76"/>
                  </a:lnTo>
                  <a:lnTo>
                    <a:pt x="0" y="134"/>
                  </a:lnTo>
                  <a:lnTo>
                    <a:pt x="12" y="175"/>
                  </a:lnTo>
                  <a:lnTo>
                    <a:pt x="40" y="204"/>
                  </a:lnTo>
                  <a:lnTo>
                    <a:pt x="75" y="198"/>
                  </a:lnTo>
                  <a:lnTo>
                    <a:pt x="93" y="169"/>
                  </a:lnTo>
                  <a:lnTo>
                    <a:pt x="134" y="134"/>
                  </a:lnTo>
                  <a:lnTo>
                    <a:pt x="169" y="129"/>
                  </a:lnTo>
                  <a:lnTo>
                    <a:pt x="192" y="76"/>
                  </a:lnTo>
                  <a:lnTo>
                    <a:pt x="192" y="30"/>
                  </a:lnTo>
                  <a:lnTo>
                    <a:pt x="122" y="0"/>
                  </a:lnTo>
                  <a:lnTo>
                    <a:pt x="40" y="47"/>
                  </a:lnTo>
                  <a:lnTo>
                    <a:pt x="23" y="59"/>
                  </a:lnTo>
                  <a:lnTo>
                    <a:pt x="23" y="35"/>
                  </a:lnTo>
                  <a:close/>
                </a:path>
              </a:pathLst>
            </a:custGeom>
            <a:solidFill>
              <a:srgbClr val="FFFFFF"/>
            </a:solidFill>
            <a:ln w="9525">
              <a:solidFill>
                <a:srgbClr val="000000"/>
              </a:solidFill>
              <a:round/>
              <a:headEnd/>
              <a:tailEnd/>
            </a:ln>
          </p:spPr>
          <p:txBody>
            <a:bodyPr/>
            <a:lstStyle/>
            <a:p>
              <a:endParaRPr lang="ko-KR" altLang="en-US"/>
            </a:p>
          </p:txBody>
        </p:sp>
        <p:sp>
          <p:nvSpPr>
            <p:cNvPr id="440365" name="Freeform 337">
              <a:extLst>
                <a:ext uri="{FF2B5EF4-FFF2-40B4-BE49-F238E27FC236}">
                  <a16:creationId xmlns:a16="http://schemas.microsoft.com/office/drawing/2014/main" id="{9FAAA6F6-20B8-8345-D3AF-546130D0C0C2}"/>
                </a:ext>
              </a:extLst>
            </p:cNvPr>
            <p:cNvSpPr>
              <a:spLocks/>
            </p:cNvSpPr>
            <p:nvPr/>
          </p:nvSpPr>
          <p:spPr bwMode="auto">
            <a:xfrm>
              <a:off x="2925" y="291"/>
              <a:ext cx="9" cy="16"/>
            </a:xfrm>
            <a:custGeom>
              <a:avLst/>
              <a:gdLst>
                <a:gd name="T0" fmla="*/ 0 w 127"/>
                <a:gd name="T1" fmla="*/ 0 h 203"/>
                <a:gd name="T2" fmla="*/ 0 w 127"/>
                <a:gd name="T3" fmla="*/ 0 h 203"/>
                <a:gd name="T4" fmla="*/ 0 w 127"/>
                <a:gd name="T5" fmla="*/ 0 h 203"/>
                <a:gd name="T6" fmla="*/ 0 w 127"/>
                <a:gd name="T7" fmla="*/ 0 h 203"/>
                <a:gd name="T8" fmla="*/ 0 w 127"/>
                <a:gd name="T9" fmla="*/ 0 h 203"/>
                <a:gd name="T10" fmla="*/ 0 w 127"/>
                <a:gd name="T11" fmla="*/ 0 h 203"/>
                <a:gd name="T12" fmla="*/ 0 w 127"/>
                <a:gd name="T13" fmla="*/ 0 h 203"/>
                <a:gd name="T14" fmla="*/ 0 w 127"/>
                <a:gd name="T15" fmla="*/ 0 h 203"/>
                <a:gd name="T16" fmla="*/ 0 w 127"/>
                <a:gd name="T17" fmla="*/ 0 h 203"/>
                <a:gd name="T18" fmla="*/ 0 w 127"/>
                <a:gd name="T19" fmla="*/ 0 h 203"/>
                <a:gd name="T20" fmla="*/ 0 w 127"/>
                <a:gd name="T21" fmla="*/ 0 h 203"/>
                <a:gd name="T22" fmla="*/ 0 w 127"/>
                <a:gd name="T23" fmla="*/ 0 h 203"/>
                <a:gd name="T24" fmla="*/ 0 w 127"/>
                <a:gd name="T25" fmla="*/ 0 h 203"/>
                <a:gd name="T26" fmla="*/ 0 w 127"/>
                <a:gd name="T27" fmla="*/ 0 h 2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7" h="203">
                  <a:moveTo>
                    <a:pt x="75" y="64"/>
                  </a:moveTo>
                  <a:lnTo>
                    <a:pt x="40" y="34"/>
                  </a:lnTo>
                  <a:lnTo>
                    <a:pt x="0" y="0"/>
                  </a:lnTo>
                  <a:lnTo>
                    <a:pt x="0" y="110"/>
                  </a:lnTo>
                  <a:lnTo>
                    <a:pt x="47" y="139"/>
                  </a:lnTo>
                  <a:lnTo>
                    <a:pt x="75" y="186"/>
                  </a:lnTo>
                  <a:lnTo>
                    <a:pt x="105" y="203"/>
                  </a:lnTo>
                  <a:lnTo>
                    <a:pt x="122" y="151"/>
                  </a:lnTo>
                  <a:lnTo>
                    <a:pt x="127" y="99"/>
                  </a:lnTo>
                  <a:lnTo>
                    <a:pt x="93" y="75"/>
                  </a:lnTo>
                  <a:lnTo>
                    <a:pt x="58" y="81"/>
                  </a:lnTo>
                  <a:lnTo>
                    <a:pt x="29" y="52"/>
                  </a:lnTo>
                  <a:lnTo>
                    <a:pt x="0" y="34"/>
                  </a:lnTo>
                  <a:lnTo>
                    <a:pt x="75" y="64"/>
                  </a:lnTo>
                  <a:close/>
                </a:path>
              </a:pathLst>
            </a:custGeom>
            <a:solidFill>
              <a:srgbClr val="FFFFFF"/>
            </a:solidFill>
            <a:ln w="9525">
              <a:solidFill>
                <a:srgbClr val="000000"/>
              </a:solidFill>
              <a:round/>
              <a:headEnd/>
              <a:tailEnd/>
            </a:ln>
          </p:spPr>
          <p:txBody>
            <a:bodyPr/>
            <a:lstStyle/>
            <a:p>
              <a:endParaRPr lang="ko-KR" altLang="en-US"/>
            </a:p>
          </p:txBody>
        </p:sp>
        <p:sp>
          <p:nvSpPr>
            <p:cNvPr id="440366" name="Freeform 338">
              <a:extLst>
                <a:ext uri="{FF2B5EF4-FFF2-40B4-BE49-F238E27FC236}">
                  <a16:creationId xmlns:a16="http://schemas.microsoft.com/office/drawing/2014/main" id="{22B1D27C-97A1-9A4D-6F5F-E35C298D1579}"/>
                </a:ext>
              </a:extLst>
            </p:cNvPr>
            <p:cNvSpPr>
              <a:spLocks/>
            </p:cNvSpPr>
            <p:nvPr/>
          </p:nvSpPr>
          <p:spPr bwMode="auto">
            <a:xfrm>
              <a:off x="3270" y="794"/>
              <a:ext cx="47" cy="52"/>
            </a:xfrm>
            <a:custGeom>
              <a:avLst/>
              <a:gdLst>
                <a:gd name="T0" fmla="*/ 0 w 627"/>
                <a:gd name="T1" fmla="*/ 0 h 663"/>
                <a:gd name="T2" fmla="*/ 0 w 627"/>
                <a:gd name="T3" fmla="*/ 0 h 663"/>
                <a:gd name="T4" fmla="*/ 0 w 627"/>
                <a:gd name="T5" fmla="*/ 0 h 663"/>
                <a:gd name="T6" fmla="*/ 0 w 627"/>
                <a:gd name="T7" fmla="*/ 0 h 663"/>
                <a:gd name="T8" fmla="*/ 0 w 627"/>
                <a:gd name="T9" fmla="*/ 0 h 663"/>
                <a:gd name="T10" fmla="*/ 0 w 627"/>
                <a:gd name="T11" fmla="*/ 0 h 663"/>
                <a:gd name="T12" fmla="*/ 0 w 627"/>
                <a:gd name="T13" fmla="*/ 0 h 663"/>
                <a:gd name="T14" fmla="*/ 0 w 627"/>
                <a:gd name="T15" fmla="*/ 0 h 663"/>
                <a:gd name="T16" fmla="*/ 0 w 627"/>
                <a:gd name="T17" fmla="*/ 0 h 663"/>
                <a:gd name="T18" fmla="*/ 0 w 627"/>
                <a:gd name="T19" fmla="*/ 0 h 663"/>
                <a:gd name="T20" fmla="*/ 0 w 627"/>
                <a:gd name="T21" fmla="*/ 0 h 663"/>
                <a:gd name="T22" fmla="*/ 0 w 627"/>
                <a:gd name="T23" fmla="*/ 0 h 663"/>
                <a:gd name="T24" fmla="*/ 0 w 627"/>
                <a:gd name="T25" fmla="*/ 0 h 663"/>
                <a:gd name="T26" fmla="*/ 0 w 627"/>
                <a:gd name="T27" fmla="*/ 0 h 663"/>
                <a:gd name="T28" fmla="*/ 0 w 627"/>
                <a:gd name="T29" fmla="*/ 0 h 663"/>
                <a:gd name="T30" fmla="*/ 0 w 627"/>
                <a:gd name="T31" fmla="*/ 0 h 663"/>
                <a:gd name="T32" fmla="*/ 0 w 627"/>
                <a:gd name="T33" fmla="*/ 0 h 663"/>
                <a:gd name="T34" fmla="*/ 0 w 627"/>
                <a:gd name="T35" fmla="*/ 0 h 663"/>
                <a:gd name="T36" fmla="*/ 0 w 627"/>
                <a:gd name="T37" fmla="*/ 0 h 663"/>
                <a:gd name="T38" fmla="*/ 0 w 627"/>
                <a:gd name="T39" fmla="*/ 0 h 663"/>
                <a:gd name="T40" fmla="*/ 0 w 627"/>
                <a:gd name="T41" fmla="*/ 0 h 663"/>
                <a:gd name="T42" fmla="*/ 0 w 627"/>
                <a:gd name="T43" fmla="*/ 0 h 663"/>
                <a:gd name="T44" fmla="*/ 0 w 627"/>
                <a:gd name="T45" fmla="*/ 0 h 663"/>
                <a:gd name="T46" fmla="*/ 0 w 627"/>
                <a:gd name="T47" fmla="*/ 0 h 663"/>
                <a:gd name="T48" fmla="*/ 0 w 627"/>
                <a:gd name="T49" fmla="*/ 0 h 663"/>
                <a:gd name="T50" fmla="*/ 0 w 627"/>
                <a:gd name="T51" fmla="*/ 0 h 663"/>
                <a:gd name="T52" fmla="*/ 0 w 627"/>
                <a:gd name="T53" fmla="*/ 0 h 663"/>
                <a:gd name="T54" fmla="*/ 0 w 627"/>
                <a:gd name="T55" fmla="*/ 0 h 663"/>
                <a:gd name="T56" fmla="*/ 0 w 627"/>
                <a:gd name="T57" fmla="*/ 0 h 663"/>
                <a:gd name="T58" fmla="*/ 0 w 627"/>
                <a:gd name="T59" fmla="*/ 0 h 663"/>
                <a:gd name="T60" fmla="*/ 0 w 627"/>
                <a:gd name="T61" fmla="*/ 0 h 663"/>
                <a:gd name="T62" fmla="*/ 0 w 627"/>
                <a:gd name="T63" fmla="*/ 0 h 663"/>
                <a:gd name="T64" fmla="*/ 0 w 627"/>
                <a:gd name="T65" fmla="*/ 0 h 663"/>
                <a:gd name="T66" fmla="*/ 0 w 627"/>
                <a:gd name="T67" fmla="*/ 0 h 66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27" h="663">
                  <a:moveTo>
                    <a:pt x="273" y="134"/>
                  </a:moveTo>
                  <a:lnTo>
                    <a:pt x="250" y="112"/>
                  </a:lnTo>
                  <a:lnTo>
                    <a:pt x="198" y="70"/>
                  </a:lnTo>
                  <a:lnTo>
                    <a:pt x="157" y="24"/>
                  </a:lnTo>
                  <a:lnTo>
                    <a:pt x="116" y="0"/>
                  </a:lnTo>
                  <a:lnTo>
                    <a:pt x="63" y="47"/>
                  </a:lnTo>
                  <a:lnTo>
                    <a:pt x="29" y="12"/>
                  </a:lnTo>
                  <a:lnTo>
                    <a:pt x="0" y="0"/>
                  </a:lnTo>
                  <a:lnTo>
                    <a:pt x="29" y="59"/>
                  </a:lnTo>
                  <a:lnTo>
                    <a:pt x="98" y="129"/>
                  </a:lnTo>
                  <a:lnTo>
                    <a:pt x="145" y="169"/>
                  </a:lnTo>
                  <a:lnTo>
                    <a:pt x="210" y="274"/>
                  </a:lnTo>
                  <a:lnTo>
                    <a:pt x="238" y="309"/>
                  </a:lnTo>
                  <a:lnTo>
                    <a:pt x="243" y="356"/>
                  </a:lnTo>
                  <a:lnTo>
                    <a:pt x="238" y="448"/>
                  </a:lnTo>
                  <a:lnTo>
                    <a:pt x="296" y="483"/>
                  </a:lnTo>
                  <a:lnTo>
                    <a:pt x="354" y="535"/>
                  </a:lnTo>
                  <a:lnTo>
                    <a:pt x="418" y="600"/>
                  </a:lnTo>
                  <a:lnTo>
                    <a:pt x="465" y="635"/>
                  </a:lnTo>
                  <a:lnTo>
                    <a:pt x="511" y="663"/>
                  </a:lnTo>
                  <a:lnTo>
                    <a:pt x="587" y="663"/>
                  </a:lnTo>
                  <a:lnTo>
                    <a:pt x="627" y="611"/>
                  </a:lnTo>
                  <a:lnTo>
                    <a:pt x="627" y="565"/>
                  </a:lnTo>
                  <a:lnTo>
                    <a:pt x="592" y="518"/>
                  </a:lnTo>
                  <a:lnTo>
                    <a:pt x="552" y="471"/>
                  </a:lnTo>
                  <a:lnTo>
                    <a:pt x="529" y="425"/>
                  </a:lnTo>
                  <a:lnTo>
                    <a:pt x="494" y="379"/>
                  </a:lnTo>
                  <a:lnTo>
                    <a:pt x="424" y="321"/>
                  </a:lnTo>
                  <a:lnTo>
                    <a:pt x="395" y="297"/>
                  </a:lnTo>
                  <a:lnTo>
                    <a:pt x="360" y="256"/>
                  </a:lnTo>
                  <a:lnTo>
                    <a:pt x="308" y="222"/>
                  </a:lnTo>
                  <a:lnTo>
                    <a:pt x="290" y="192"/>
                  </a:lnTo>
                  <a:lnTo>
                    <a:pt x="273" y="140"/>
                  </a:lnTo>
                  <a:lnTo>
                    <a:pt x="273" y="134"/>
                  </a:lnTo>
                  <a:close/>
                </a:path>
              </a:pathLst>
            </a:custGeom>
            <a:solidFill>
              <a:srgbClr val="FFFFFF"/>
            </a:solidFill>
            <a:ln w="9525">
              <a:solidFill>
                <a:srgbClr val="000000"/>
              </a:solidFill>
              <a:round/>
              <a:headEnd/>
              <a:tailEnd/>
            </a:ln>
          </p:spPr>
          <p:txBody>
            <a:bodyPr/>
            <a:lstStyle/>
            <a:p>
              <a:endParaRPr lang="ko-KR" altLang="en-US"/>
            </a:p>
          </p:txBody>
        </p:sp>
        <p:sp>
          <p:nvSpPr>
            <p:cNvPr id="440367" name="Freeform 339">
              <a:extLst>
                <a:ext uri="{FF2B5EF4-FFF2-40B4-BE49-F238E27FC236}">
                  <a16:creationId xmlns:a16="http://schemas.microsoft.com/office/drawing/2014/main" id="{8FFEA263-E3A5-D37B-93DC-5ABA1742FE4A}"/>
                </a:ext>
              </a:extLst>
            </p:cNvPr>
            <p:cNvSpPr>
              <a:spLocks/>
            </p:cNvSpPr>
            <p:nvPr/>
          </p:nvSpPr>
          <p:spPr bwMode="auto">
            <a:xfrm>
              <a:off x="3315" y="848"/>
              <a:ext cx="37" cy="9"/>
            </a:xfrm>
            <a:custGeom>
              <a:avLst/>
              <a:gdLst>
                <a:gd name="T0" fmla="*/ 0 w 500"/>
                <a:gd name="T1" fmla="*/ 0 h 117"/>
                <a:gd name="T2" fmla="*/ 0 w 500"/>
                <a:gd name="T3" fmla="*/ 0 h 117"/>
                <a:gd name="T4" fmla="*/ 0 w 500"/>
                <a:gd name="T5" fmla="*/ 0 h 117"/>
                <a:gd name="T6" fmla="*/ 0 w 500"/>
                <a:gd name="T7" fmla="*/ 0 h 117"/>
                <a:gd name="T8" fmla="*/ 0 w 500"/>
                <a:gd name="T9" fmla="*/ 0 h 117"/>
                <a:gd name="T10" fmla="*/ 0 w 500"/>
                <a:gd name="T11" fmla="*/ 0 h 117"/>
                <a:gd name="T12" fmla="*/ 0 w 500"/>
                <a:gd name="T13" fmla="*/ 0 h 117"/>
                <a:gd name="T14" fmla="*/ 0 w 500"/>
                <a:gd name="T15" fmla="*/ 0 h 117"/>
                <a:gd name="T16" fmla="*/ 0 w 500"/>
                <a:gd name="T17" fmla="*/ 0 h 117"/>
                <a:gd name="T18" fmla="*/ 0 w 500"/>
                <a:gd name="T19" fmla="*/ 0 h 117"/>
                <a:gd name="T20" fmla="*/ 0 w 500"/>
                <a:gd name="T21" fmla="*/ 0 h 117"/>
                <a:gd name="T22" fmla="*/ 0 w 500"/>
                <a:gd name="T23" fmla="*/ 0 h 117"/>
                <a:gd name="T24" fmla="*/ 0 w 500"/>
                <a:gd name="T25" fmla="*/ 0 h 117"/>
                <a:gd name="T26" fmla="*/ 0 w 500"/>
                <a:gd name="T27" fmla="*/ 0 h 117"/>
                <a:gd name="T28" fmla="*/ 0 w 500"/>
                <a:gd name="T29" fmla="*/ 0 h 117"/>
                <a:gd name="T30" fmla="*/ 0 w 500"/>
                <a:gd name="T31" fmla="*/ 0 h 117"/>
                <a:gd name="T32" fmla="*/ 0 w 500"/>
                <a:gd name="T33" fmla="*/ 0 h 117"/>
                <a:gd name="T34" fmla="*/ 0 w 500"/>
                <a:gd name="T35" fmla="*/ 0 h 117"/>
                <a:gd name="T36" fmla="*/ 0 w 500"/>
                <a:gd name="T37" fmla="*/ 0 h 117"/>
                <a:gd name="T38" fmla="*/ 0 w 500"/>
                <a:gd name="T39" fmla="*/ 0 h 117"/>
                <a:gd name="T40" fmla="*/ 0 w 500"/>
                <a:gd name="T41" fmla="*/ 0 h 117"/>
                <a:gd name="T42" fmla="*/ 0 w 500"/>
                <a:gd name="T43" fmla="*/ 0 h 117"/>
                <a:gd name="T44" fmla="*/ 0 w 500"/>
                <a:gd name="T45" fmla="*/ 0 h 117"/>
                <a:gd name="T46" fmla="*/ 0 w 500"/>
                <a:gd name="T47" fmla="*/ 0 h 1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0" h="117">
                  <a:moveTo>
                    <a:pt x="122" y="59"/>
                  </a:moveTo>
                  <a:lnTo>
                    <a:pt x="59" y="99"/>
                  </a:lnTo>
                  <a:lnTo>
                    <a:pt x="18" y="82"/>
                  </a:lnTo>
                  <a:lnTo>
                    <a:pt x="0" y="53"/>
                  </a:lnTo>
                  <a:lnTo>
                    <a:pt x="18" y="18"/>
                  </a:lnTo>
                  <a:lnTo>
                    <a:pt x="70" y="18"/>
                  </a:lnTo>
                  <a:lnTo>
                    <a:pt x="134" y="24"/>
                  </a:lnTo>
                  <a:lnTo>
                    <a:pt x="181" y="42"/>
                  </a:lnTo>
                  <a:lnTo>
                    <a:pt x="192" y="12"/>
                  </a:lnTo>
                  <a:lnTo>
                    <a:pt x="286" y="0"/>
                  </a:lnTo>
                  <a:lnTo>
                    <a:pt x="349" y="0"/>
                  </a:lnTo>
                  <a:lnTo>
                    <a:pt x="396" y="24"/>
                  </a:lnTo>
                  <a:lnTo>
                    <a:pt x="431" y="42"/>
                  </a:lnTo>
                  <a:lnTo>
                    <a:pt x="478" y="77"/>
                  </a:lnTo>
                  <a:lnTo>
                    <a:pt x="500" y="82"/>
                  </a:lnTo>
                  <a:lnTo>
                    <a:pt x="500" y="99"/>
                  </a:lnTo>
                  <a:lnTo>
                    <a:pt x="384" y="111"/>
                  </a:lnTo>
                  <a:lnTo>
                    <a:pt x="314" y="117"/>
                  </a:lnTo>
                  <a:lnTo>
                    <a:pt x="268" y="99"/>
                  </a:lnTo>
                  <a:lnTo>
                    <a:pt x="204" y="82"/>
                  </a:lnTo>
                  <a:lnTo>
                    <a:pt x="164" y="53"/>
                  </a:lnTo>
                  <a:lnTo>
                    <a:pt x="129" y="47"/>
                  </a:lnTo>
                  <a:lnTo>
                    <a:pt x="117" y="47"/>
                  </a:lnTo>
                  <a:lnTo>
                    <a:pt x="122" y="59"/>
                  </a:lnTo>
                  <a:close/>
                </a:path>
              </a:pathLst>
            </a:custGeom>
            <a:solidFill>
              <a:srgbClr val="FFFFFF"/>
            </a:solidFill>
            <a:ln w="9525">
              <a:solidFill>
                <a:srgbClr val="000000"/>
              </a:solidFill>
              <a:round/>
              <a:headEnd/>
              <a:tailEnd/>
            </a:ln>
          </p:spPr>
          <p:txBody>
            <a:bodyPr/>
            <a:lstStyle/>
            <a:p>
              <a:endParaRPr lang="ko-KR" altLang="en-US"/>
            </a:p>
          </p:txBody>
        </p:sp>
        <p:sp>
          <p:nvSpPr>
            <p:cNvPr id="440368" name="Freeform 340">
              <a:extLst>
                <a:ext uri="{FF2B5EF4-FFF2-40B4-BE49-F238E27FC236}">
                  <a16:creationId xmlns:a16="http://schemas.microsoft.com/office/drawing/2014/main" id="{A9F13A68-16EB-E4EA-CEA1-14C222A62289}"/>
                </a:ext>
              </a:extLst>
            </p:cNvPr>
            <p:cNvSpPr>
              <a:spLocks/>
            </p:cNvSpPr>
            <p:nvPr/>
          </p:nvSpPr>
          <p:spPr bwMode="auto">
            <a:xfrm>
              <a:off x="3372" y="850"/>
              <a:ext cx="11" cy="3"/>
            </a:xfrm>
            <a:custGeom>
              <a:avLst/>
              <a:gdLst>
                <a:gd name="T0" fmla="*/ 0 w 157"/>
                <a:gd name="T1" fmla="*/ 0 h 35"/>
                <a:gd name="T2" fmla="*/ 0 w 157"/>
                <a:gd name="T3" fmla="*/ 0 h 35"/>
                <a:gd name="T4" fmla="*/ 0 w 157"/>
                <a:gd name="T5" fmla="*/ 0 h 35"/>
                <a:gd name="T6" fmla="*/ 0 w 157"/>
                <a:gd name="T7" fmla="*/ 0 h 35"/>
                <a:gd name="T8" fmla="*/ 0 w 157"/>
                <a:gd name="T9" fmla="*/ 0 h 35"/>
                <a:gd name="T10" fmla="*/ 0 w 157"/>
                <a:gd name="T11" fmla="*/ 0 h 35"/>
                <a:gd name="T12" fmla="*/ 0 w 157"/>
                <a:gd name="T13" fmla="*/ 0 h 35"/>
                <a:gd name="T14" fmla="*/ 0 w 157"/>
                <a:gd name="T15" fmla="*/ 0 h 35"/>
                <a:gd name="T16" fmla="*/ 0 w 157"/>
                <a:gd name="T17" fmla="*/ 0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7" h="35">
                  <a:moveTo>
                    <a:pt x="35" y="29"/>
                  </a:moveTo>
                  <a:lnTo>
                    <a:pt x="0" y="0"/>
                  </a:lnTo>
                  <a:lnTo>
                    <a:pt x="52" y="0"/>
                  </a:lnTo>
                  <a:lnTo>
                    <a:pt x="99" y="0"/>
                  </a:lnTo>
                  <a:lnTo>
                    <a:pt x="140" y="0"/>
                  </a:lnTo>
                  <a:lnTo>
                    <a:pt x="157" y="35"/>
                  </a:lnTo>
                  <a:lnTo>
                    <a:pt x="99" y="29"/>
                  </a:lnTo>
                  <a:lnTo>
                    <a:pt x="35" y="23"/>
                  </a:lnTo>
                  <a:lnTo>
                    <a:pt x="35" y="29"/>
                  </a:lnTo>
                  <a:close/>
                </a:path>
              </a:pathLst>
            </a:custGeom>
            <a:solidFill>
              <a:srgbClr val="FFFFFF"/>
            </a:solidFill>
            <a:ln w="9525">
              <a:solidFill>
                <a:srgbClr val="000000"/>
              </a:solidFill>
              <a:round/>
              <a:headEnd/>
              <a:tailEnd/>
            </a:ln>
          </p:spPr>
          <p:txBody>
            <a:bodyPr/>
            <a:lstStyle/>
            <a:p>
              <a:endParaRPr lang="ko-KR" altLang="en-US"/>
            </a:p>
          </p:txBody>
        </p:sp>
        <p:sp>
          <p:nvSpPr>
            <p:cNvPr id="440369" name="Freeform 341">
              <a:extLst>
                <a:ext uri="{FF2B5EF4-FFF2-40B4-BE49-F238E27FC236}">
                  <a16:creationId xmlns:a16="http://schemas.microsoft.com/office/drawing/2014/main" id="{ECA74270-1434-E7C5-E8ED-4A49126DC8AB}"/>
                </a:ext>
              </a:extLst>
            </p:cNvPr>
            <p:cNvSpPr>
              <a:spLocks/>
            </p:cNvSpPr>
            <p:nvPr/>
          </p:nvSpPr>
          <p:spPr bwMode="auto">
            <a:xfrm>
              <a:off x="3369" y="857"/>
              <a:ext cx="8" cy="4"/>
            </a:xfrm>
            <a:custGeom>
              <a:avLst/>
              <a:gdLst>
                <a:gd name="T0" fmla="*/ 0 w 98"/>
                <a:gd name="T1" fmla="*/ 0 h 41"/>
                <a:gd name="T2" fmla="*/ 0 w 98"/>
                <a:gd name="T3" fmla="*/ 0 h 41"/>
                <a:gd name="T4" fmla="*/ 0 w 98"/>
                <a:gd name="T5" fmla="*/ 0 h 41"/>
                <a:gd name="T6" fmla="*/ 0 w 98"/>
                <a:gd name="T7" fmla="*/ 0 h 41"/>
                <a:gd name="T8" fmla="*/ 0 w 98"/>
                <a:gd name="T9" fmla="*/ 0 h 41"/>
                <a:gd name="T10" fmla="*/ 0 w 98"/>
                <a:gd name="T11" fmla="*/ 0 h 41"/>
                <a:gd name="T12" fmla="*/ 0 w 98"/>
                <a:gd name="T13" fmla="*/ 0 h 41"/>
                <a:gd name="T14" fmla="*/ 0 w 98"/>
                <a:gd name="T15" fmla="*/ 0 h 4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 h="41">
                  <a:moveTo>
                    <a:pt x="0" y="6"/>
                  </a:moveTo>
                  <a:lnTo>
                    <a:pt x="35" y="0"/>
                  </a:lnTo>
                  <a:lnTo>
                    <a:pt x="87" y="0"/>
                  </a:lnTo>
                  <a:lnTo>
                    <a:pt x="98" y="41"/>
                  </a:lnTo>
                  <a:lnTo>
                    <a:pt x="69" y="29"/>
                  </a:lnTo>
                  <a:lnTo>
                    <a:pt x="35" y="11"/>
                  </a:lnTo>
                  <a:lnTo>
                    <a:pt x="5" y="11"/>
                  </a:lnTo>
                  <a:lnTo>
                    <a:pt x="0" y="6"/>
                  </a:lnTo>
                  <a:close/>
                </a:path>
              </a:pathLst>
            </a:custGeom>
            <a:solidFill>
              <a:srgbClr val="FFFFFF"/>
            </a:solidFill>
            <a:ln w="9525">
              <a:solidFill>
                <a:srgbClr val="000000"/>
              </a:solidFill>
              <a:round/>
              <a:headEnd/>
              <a:tailEnd/>
            </a:ln>
          </p:spPr>
          <p:txBody>
            <a:bodyPr/>
            <a:lstStyle/>
            <a:p>
              <a:endParaRPr lang="ko-KR" altLang="en-US"/>
            </a:p>
          </p:txBody>
        </p:sp>
        <p:sp>
          <p:nvSpPr>
            <p:cNvPr id="440370" name="Freeform 342">
              <a:extLst>
                <a:ext uri="{FF2B5EF4-FFF2-40B4-BE49-F238E27FC236}">
                  <a16:creationId xmlns:a16="http://schemas.microsoft.com/office/drawing/2014/main" id="{BD4FF3FC-347B-DB3A-B42C-7B20EA14B740}"/>
                </a:ext>
              </a:extLst>
            </p:cNvPr>
            <p:cNvSpPr>
              <a:spLocks/>
            </p:cNvSpPr>
            <p:nvPr/>
          </p:nvSpPr>
          <p:spPr bwMode="auto">
            <a:xfrm>
              <a:off x="3389" y="843"/>
              <a:ext cx="14" cy="12"/>
            </a:xfrm>
            <a:custGeom>
              <a:avLst/>
              <a:gdLst>
                <a:gd name="T0" fmla="*/ 0 w 174"/>
                <a:gd name="T1" fmla="*/ 0 h 156"/>
                <a:gd name="T2" fmla="*/ 0 w 174"/>
                <a:gd name="T3" fmla="*/ 0 h 156"/>
                <a:gd name="T4" fmla="*/ 0 w 174"/>
                <a:gd name="T5" fmla="*/ 0 h 156"/>
                <a:gd name="T6" fmla="*/ 0 w 174"/>
                <a:gd name="T7" fmla="*/ 0 h 156"/>
                <a:gd name="T8" fmla="*/ 0 w 174"/>
                <a:gd name="T9" fmla="*/ 0 h 156"/>
                <a:gd name="T10" fmla="*/ 0 w 174"/>
                <a:gd name="T11" fmla="*/ 0 h 156"/>
                <a:gd name="T12" fmla="*/ 0 w 174"/>
                <a:gd name="T13" fmla="*/ 0 h 156"/>
                <a:gd name="T14" fmla="*/ 0 w 174"/>
                <a:gd name="T15" fmla="*/ 0 h 156"/>
                <a:gd name="T16" fmla="*/ 0 w 174"/>
                <a:gd name="T17" fmla="*/ 0 h 156"/>
                <a:gd name="T18" fmla="*/ 0 w 174"/>
                <a:gd name="T19" fmla="*/ 0 h 1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4" h="156">
                  <a:moveTo>
                    <a:pt x="0" y="156"/>
                  </a:moveTo>
                  <a:lnTo>
                    <a:pt x="35" y="116"/>
                  </a:lnTo>
                  <a:lnTo>
                    <a:pt x="92" y="69"/>
                  </a:lnTo>
                  <a:lnTo>
                    <a:pt x="122" y="46"/>
                  </a:lnTo>
                  <a:lnTo>
                    <a:pt x="174" y="0"/>
                  </a:lnTo>
                  <a:lnTo>
                    <a:pt x="157" y="58"/>
                  </a:lnTo>
                  <a:lnTo>
                    <a:pt x="104" y="87"/>
                  </a:lnTo>
                  <a:lnTo>
                    <a:pt x="52" y="134"/>
                  </a:lnTo>
                  <a:lnTo>
                    <a:pt x="17" y="151"/>
                  </a:lnTo>
                  <a:lnTo>
                    <a:pt x="0" y="156"/>
                  </a:lnTo>
                  <a:close/>
                </a:path>
              </a:pathLst>
            </a:custGeom>
            <a:solidFill>
              <a:srgbClr val="FFFFFF"/>
            </a:solidFill>
            <a:ln w="9525">
              <a:solidFill>
                <a:srgbClr val="000000"/>
              </a:solidFill>
              <a:round/>
              <a:headEnd/>
              <a:tailEnd/>
            </a:ln>
          </p:spPr>
          <p:txBody>
            <a:bodyPr/>
            <a:lstStyle/>
            <a:p>
              <a:endParaRPr lang="ko-KR" altLang="en-US"/>
            </a:p>
          </p:txBody>
        </p:sp>
        <p:sp>
          <p:nvSpPr>
            <p:cNvPr id="440371" name="Freeform 343">
              <a:extLst>
                <a:ext uri="{FF2B5EF4-FFF2-40B4-BE49-F238E27FC236}">
                  <a16:creationId xmlns:a16="http://schemas.microsoft.com/office/drawing/2014/main" id="{6DC13AB0-FC81-E22F-E8E1-05FAB08E123C}"/>
                </a:ext>
              </a:extLst>
            </p:cNvPr>
            <p:cNvSpPr>
              <a:spLocks/>
            </p:cNvSpPr>
            <p:nvPr/>
          </p:nvSpPr>
          <p:spPr bwMode="auto">
            <a:xfrm>
              <a:off x="3332" y="791"/>
              <a:ext cx="40" cy="45"/>
            </a:xfrm>
            <a:custGeom>
              <a:avLst/>
              <a:gdLst>
                <a:gd name="T0" fmla="*/ 0 w 523"/>
                <a:gd name="T1" fmla="*/ 0 h 558"/>
                <a:gd name="T2" fmla="*/ 0 w 523"/>
                <a:gd name="T3" fmla="*/ 0 h 558"/>
                <a:gd name="T4" fmla="*/ 0 w 523"/>
                <a:gd name="T5" fmla="*/ 0 h 558"/>
                <a:gd name="T6" fmla="*/ 0 w 523"/>
                <a:gd name="T7" fmla="*/ 0 h 558"/>
                <a:gd name="T8" fmla="*/ 0 w 523"/>
                <a:gd name="T9" fmla="*/ 0 h 558"/>
                <a:gd name="T10" fmla="*/ 0 w 523"/>
                <a:gd name="T11" fmla="*/ 0 h 558"/>
                <a:gd name="T12" fmla="*/ 0 w 523"/>
                <a:gd name="T13" fmla="*/ 0 h 558"/>
                <a:gd name="T14" fmla="*/ 0 w 523"/>
                <a:gd name="T15" fmla="*/ 0 h 558"/>
                <a:gd name="T16" fmla="*/ 0 w 523"/>
                <a:gd name="T17" fmla="*/ 0 h 558"/>
                <a:gd name="T18" fmla="*/ 0 w 523"/>
                <a:gd name="T19" fmla="*/ 0 h 558"/>
                <a:gd name="T20" fmla="*/ 0 w 523"/>
                <a:gd name="T21" fmla="*/ 0 h 558"/>
                <a:gd name="T22" fmla="*/ 0 w 523"/>
                <a:gd name="T23" fmla="*/ 0 h 558"/>
                <a:gd name="T24" fmla="*/ 0 w 523"/>
                <a:gd name="T25" fmla="*/ 0 h 558"/>
                <a:gd name="T26" fmla="*/ 0 w 523"/>
                <a:gd name="T27" fmla="*/ 0 h 558"/>
                <a:gd name="T28" fmla="*/ 0 w 523"/>
                <a:gd name="T29" fmla="*/ 0 h 558"/>
                <a:gd name="T30" fmla="*/ 0 w 523"/>
                <a:gd name="T31" fmla="*/ 0 h 558"/>
                <a:gd name="T32" fmla="*/ 0 w 523"/>
                <a:gd name="T33" fmla="*/ 0 h 558"/>
                <a:gd name="T34" fmla="*/ 0 w 523"/>
                <a:gd name="T35" fmla="*/ 0 h 558"/>
                <a:gd name="T36" fmla="*/ 0 w 523"/>
                <a:gd name="T37" fmla="*/ 0 h 558"/>
                <a:gd name="T38" fmla="*/ 0 w 523"/>
                <a:gd name="T39" fmla="*/ 0 h 558"/>
                <a:gd name="T40" fmla="*/ 0 w 523"/>
                <a:gd name="T41" fmla="*/ 0 h 558"/>
                <a:gd name="T42" fmla="*/ 0 w 523"/>
                <a:gd name="T43" fmla="*/ 0 h 558"/>
                <a:gd name="T44" fmla="*/ 0 w 523"/>
                <a:gd name="T45" fmla="*/ 0 h 558"/>
                <a:gd name="T46" fmla="*/ 0 w 523"/>
                <a:gd name="T47" fmla="*/ 0 h 558"/>
                <a:gd name="T48" fmla="*/ 0 w 523"/>
                <a:gd name="T49" fmla="*/ 0 h 558"/>
                <a:gd name="T50" fmla="*/ 0 w 523"/>
                <a:gd name="T51" fmla="*/ 0 h 558"/>
                <a:gd name="T52" fmla="*/ 0 w 523"/>
                <a:gd name="T53" fmla="*/ 0 h 558"/>
                <a:gd name="T54" fmla="*/ 0 w 523"/>
                <a:gd name="T55" fmla="*/ 0 h 558"/>
                <a:gd name="T56" fmla="*/ 0 w 523"/>
                <a:gd name="T57" fmla="*/ 0 h 558"/>
                <a:gd name="T58" fmla="*/ 0 w 523"/>
                <a:gd name="T59" fmla="*/ 0 h 558"/>
                <a:gd name="T60" fmla="*/ 0 w 523"/>
                <a:gd name="T61" fmla="*/ 0 h 558"/>
                <a:gd name="T62" fmla="*/ 0 w 523"/>
                <a:gd name="T63" fmla="*/ 0 h 558"/>
                <a:gd name="T64" fmla="*/ 0 w 523"/>
                <a:gd name="T65" fmla="*/ 0 h 558"/>
                <a:gd name="T66" fmla="*/ 0 w 523"/>
                <a:gd name="T67" fmla="*/ 0 h 558"/>
                <a:gd name="T68" fmla="*/ 0 w 523"/>
                <a:gd name="T69" fmla="*/ 0 h 558"/>
                <a:gd name="T70" fmla="*/ 0 w 523"/>
                <a:gd name="T71" fmla="*/ 0 h 558"/>
                <a:gd name="T72" fmla="*/ 0 w 523"/>
                <a:gd name="T73" fmla="*/ 0 h 5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3" h="558">
                  <a:moveTo>
                    <a:pt x="279" y="534"/>
                  </a:moveTo>
                  <a:lnTo>
                    <a:pt x="192" y="529"/>
                  </a:lnTo>
                  <a:lnTo>
                    <a:pt x="134" y="558"/>
                  </a:lnTo>
                  <a:lnTo>
                    <a:pt x="94" y="558"/>
                  </a:lnTo>
                  <a:lnTo>
                    <a:pt x="52" y="534"/>
                  </a:lnTo>
                  <a:lnTo>
                    <a:pt x="41" y="506"/>
                  </a:lnTo>
                  <a:lnTo>
                    <a:pt x="52" y="464"/>
                  </a:lnTo>
                  <a:lnTo>
                    <a:pt x="41" y="453"/>
                  </a:lnTo>
                  <a:lnTo>
                    <a:pt x="0" y="429"/>
                  </a:lnTo>
                  <a:lnTo>
                    <a:pt x="0" y="384"/>
                  </a:lnTo>
                  <a:lnTo>
                    <a:pt x="17" y="337"/>
                  </a:lnTo>
                  <a:lnTo>
                    <a:pt x="17" y="279"/>
                  </a:lnTo>
                  <a:lnTo>
                    <a:pt x="47" y="220"/>
                  </a:lnTo>
                  <a:lnTo>
                    <a:pt x="94" y="244"/>
                  </a:lnTo>
                  <a:lnTo>
                    <a:pt x="116" y="262"/>
                  </a:lnTo>
                  <a:lnTo>
                    <a:pt x="163" y="255"/>
                  </a:lnTo>
                  <a:lnTo>
                    <a:pt x="239" y="197"/>
                  </a:lnTo>
                  <a:lnTo>
                    <a:pt x="273" y="180"/>
                  </a:lnTo>
                  <a:lnTo>
                    <a:pt x="303" y="140"/>
                  </a:lnTo>
                  <a:lnTo>
                    <a:pt x="338" y="75"/>
                  </a:lnTo>
                  <a:lnTo>
                    <a:pt x="373" y="23"/>
                  </a:lnTo>
                  <a:lnTo>
                    <a:pt x="407" y="6"/>
                  </a:lnTo>
                  <a:lnTo>
                    <a:pt x="442" y="0"/>
                  </a:lnTo>
                  <a:lnTo>
                    <a:pt x="460" y="0"/>
                  </a:lnTo>
                  <a:lnTo>
                    <a:pt x="465" y="63"/>
                  </a:lnTo>
                  <a:lnTo>
                    <a:pt x="495" y="98"/>
                  </a:lnTo>
                  <a:lnTo>
                    <a:pt x="523" y="140"/>
                  </a:lnTo>
                  <a:lnTo>
                    <a:pt x="523" y="185"/>
                  </a:lnTo>
                  <a:lnTo>
                    <a:pt x="460" y="232"/>
                  </a:lnTo>
                  <a:lnTo>
                    <a:pt x="453" y="307"/>
                  </a:lnTo>
                  <a:lnTo>
                    <a:pt x="413" y="349"/>
                  </a:lnTo>
                  <a:lnTo>
                    <a:pt x="390" y="372"/>
                  </a:lnTo>
                  <a:lnTo>
                    <a:pt x="378" y="441"/>
                  </a:lnTo>
                  <a:lnTo>
                    <a:pt x="378" y="476"/>
                  </a:lnTo>
                  <a:lnTo>
                    <a:pt x="349" y="534"/>
                  </a:lnTo>
                  <a:lnTo>
                    <a:pt x="273" y="534"/>
                  </a:lnTo>
                  <a:lnTo>
                    <a:pt x="279" y="534"/>
                  </a:lnTo>
                  <a:close/>
                </a:path>
              </a:pathLst>
            </a:custGeom>
            <a:solidFill>
              <a:srgbClr val="FFFFFF"/>
            </a:solidFill>
            <a:ln w="9525">
              <a:solidFill>
                <a:srgbClr val="000000"/>
              </a:solidFill>
              <a:round/>
              <a:headEnd/>
              <a:tailEnd/>
            </a:ln>
          </p:spPr>
          <p:txBody>
            <a:bodyPr/>
            <a:lstStyle/>
            <a:p>
              <a:endParaRPr lang="ko-KR" altLang="en-US"/>
            </a:p>
          </p:txBody>
        </p:sp>
        <p:sp>
          <p:nvSpPr>
            <p:cNvPr id="440372" name="Freeform 344">
              <a:extLst>
                <a:ext uri="{FF2B5EF4-FFF2-40B4-BE49-F238E27FC236}">
                  <a16:creationId xmlns:a16="http://schemas.microsoft.com/office/drawing/2014/main" id="{BA71982C-495C-5567-2080-5DBFCFEA8943}"/>
                </a:ext>
              </a:extLst>
            </p:cNvPr>
            <p:cNvSpPr>
              <a:spLocks/>
            </p:cNvSpPr>
            <p:nvPr/>
          </p:nvSpPr>
          <p:spPr bwMode="auto">
            <a:xfrm>
              <a:off x="3372" y="753"/>
              <a:ext cx="6" cy="9"/>
            </a:xfrm>
            <a:custGeom>
              <a:avLst/>
              <a:gdLst>
                <a:gd name="T0" fmla="*/ 0 w 75"/>
                <a:gd name="T1" fmla="*/ 0 h 110"/>
                <a:gd name="T2" fmla="*/ 0 w 75"/>
                <a:gd name="T3" fmla="*/ 0 h 110"/>
                <a:gd name="T4" fmla="*/ 0 w 75"/>
                <a:gd name="T5" fmla="*/ 0 h 110"/>
                <a:gd name="T6" fmla="*/ 0 w 75"/>
                <a:gd name="T7" fmla="*/ 0 h 110"/>
                <a:gd name="T8" fmla="*/ 0 w 75"/>
                <a:gd name="T9" fmla="*/ 0 h 110"/>
                <a:gd name="T10" fmla="*/ 0 w 75"/>
                <a:gd name="T11" fmla="*/ 0 h 110"/>
                <a:gd name="T12" fmla="*/ 0 w 75"/>
                <a:gd name="T13" fmla="*/ 0 h 1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110">
                  <a:moveTo>
                    <a:pt x="0" y="110"/>
                  </a:moveTo>
                  <a:lnTo>
                    <a:pt x="29" y="58"/>
                  </a:lnTo>
                  <a:lnTo>
                    <a:pt x="75" y="0"/>
                  </a:lnTo>
                  <a:lnTo>
                    <a:pt x="58" y="58"/>
                  </a:lnTo>
                  <a:lnTo>
                    <a:pt x="23" y="93"/>
                  </a:lnTo>
                  <a:lnTo>
                    <a:pt x="17" y="105"/>
                  </a:lnTo>
                  <a:lnTo>
                    <a:pt x="0" y="110"/>
                  </a:lnTo>
                  <a:close/>
                </a:path>
              </a:pathLst>
            </a:custGeom>
            <a:solidFill>
              <a:srgbClr val="FFFFFF"/>
            </a:solidFill>
            <a:ln w="9525">
              <a:solidFill>
                <a:srgbClr val="000000"/>
              </a:solidFill>
              <a:round/>
              <a:headEnd/>
              <a:tailEnd/>
            </a:ln>
          </p:spPr>
          <p:txBody>
            <a:bodyPr/>
            <a:lstStyle/>
            <a:p>
              <a:endParaRPr lang="ko-KR" altLang="en-US"/>
            </a:p>
          </p:txBody>
        </p:sp>
        <p:sp>
          <p:nvSpPr>
            <p:cNvPr id="440373" name="Freeform 345">
              <a:extLst>
                <a:ext uri="{FF2B5EF4-FFF2-40B4-BE49-F238E27FC236}">
                  <a16:creationId xmlns:a16="http://schemas.microsoft.com/office/drawing/2014/main" id="{6080D133-2113-1290-95B3-7E22C7D0D1D2}"/>
                </a:ext>
              </a:extLst>
            </p:cNvPr>
            <p:cNvSpPr>
              <a:spLocks/>
            </p:cNvSpPr>
            <p:nvPr/>
          </p:nvSpPr>
          <p:spPr bwMode="auto">
            <a:xfrm>
              <a:off x="3374" y="799"/>
              <a:ext cx="25" cy="42"/>
            </a:xfrm>
            <a:custGeom>
              <a:avLst/>
              <a:gdLst>
                <a:gd name="T0" fmla="*/ 0 w 337"/>
                <a:gd name="T1" fmla="*/ 0 h 523"/>
                <a:gd name="T2" fmla="*/ 0 w 337"/>
                <a:gd name="T3" fmla="*/ 0 h 523"/>
                <a:gd name="T4" fmla="*/ 0 w 337"/>
                <a:gd name="T5" fmla="*/ 0 h 523"/>
                <a:gd name="T6" fmla="*/ 0 w 337"/>
                <a:gd name="T7" fmla="*/ 0 h 523"/>
                <a:gd name="T8" fmla="*/ 0 w 337"/>
                <a:gd name="T9" fmla="*/ 0 h 523"/>
                <a:gd name="T10" fmla="*/ 0 w 337"/>
                <a:gd name="T11" fmla="*/ 0 h 523"/>
                <a:gd name="T12" fmla="*/ 0 w 337"/>
                <a:gd name="T13" fmla="*/ 0 h 523"/>
                <a:gd name="T14" fmla="*/ 0 w 337"/>
                <a:gd name="T15" fmla="*/ 0 h 523"/>
                <a:gd name="T16" fmla="*/ 0 w 337"/>
                <a:gd name="T17" fmla="*/ 0 h 523"/>
                <a:gd name="T18" fmla="*/ 0 w 337"/>
                <a:gd name="T19" fmla="*/ 0 h 523"/>
                <a:gd name="T20" fmla="*/ 0 w 337"/>
                <a:gd name="T21" fmla="*/ 0 h 523"/>
                <a:gd name="T22" fmla="*/ 0 w 337"/>
                <a:gd name="T23" fmla="*/ 0 h 523"/>
                <a:gd name="T24" fmla="*/ 0 w 337"/>
                <a:gd name="T25" fmla="*/ 0 h 523"/>
                <a:gd name="T26" fmla="*/ 0 w 337"/>
                <a:gd name="T27" fmla="*/ 0 h 523"/>
                <a:gd name="T28" fmla="*/ 0 w 337"/>
                <a:gd name="T29" fmla="*/ 0 h 523"/>
                <a:gd name="T30" fmla="*/ 0 w 337"/>
                <a:gd name="T31" fmla="*/ 0 h 523"/>
                <a:gd name="T32" fmla="*/ 0 w 337"/>
                <a:gd name="T33" fmla="*/ 0 h 523"/>
                <a:gd name="T34" fmla="*/ 0 w 337"/>
                <a:gd name="T35" fmla="*/ 0 h 523"/>
                <a:gd name="T36" fmla="*/ 0 w 337"/>
                <a:gd name="T37" fmla="*/ 0 h 523"/>
                <a:gd name="T38" fmla="*/ 0 w 337"/>
                <a:gd name="T39" fmla="*/ 0 h 523"/>
                <a:gd name="T40" fmla="*/ 0 w 337"/>
                <a:gd name="T41" fmla="*/ 0 h 523"/>
                <a:gd name="T42" fmla="*/ 0 w 337"/>
                <a:gd name="T43" fmla="*/ 0 h 523"/>
                <a:gd name="T44" fmla="*/ 0 w 337"/>
                <a:gd name="T45" fmla="*/ 0 h 523"/>
                <a:gd name="T46" fmla="*/ 0 w 337"/>
                <a:gd name="T47" fmla="*/ 0 h 523"/>
                <a:gd name="T48" fmla="*/ 0 w 337"/>
                <a:gd name="T49" fmla="*/ 0 h 523"/>
                <a:gd name="T50" fmla="*/ 0 w 337"/>
                <a:gd name="T51" fmla="*/ 0 h 523"/>
                <a:gd name="T52" fmla="*/ 0 w 337"/>
                <a:gd name="T53" fmla="*/ 0 h 5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7" h="523">
                  <a:moveTo>
                    <a:pt x="152" y="343"/>
                  </a:moveTo>
                  <a:lnTo>
                    <a:pt x="123" y="338"/>
                  </a:lnTo>
                  <a:lnTo>
                    <a:pt x="82" y="384"/>
                  </a:lnTo>
                  <a:lnTo>
                    <a:pt x="70" y="460"/>
                  </a:lnTo>
                  <a:lnTo>
                    <a:pt x="70" y="518"/>
                  </a:lnTo>
                  <a:lnTo>
                    <a:pt x="30" y="523"/>
                  </a:lnTo>
                  <a:lnTo>
                    <a:pt x="0" y="448"/>
                  </a:lnTo>
                  <a:lnTo>
                    <a:pt x="12" y="366"/>
                  </a:lnTo>
                  <a:lnTo>
                    <a:pt x="12" y="303"/>
                  </a:lnTo>
                  <a:lnTo>
                    <a:pt x="23" y="227"/>
                  </a:lnTo>
                  <a:lnTo>
                    <a:pt x="53" y="146"/>
                  </a:lnTo>
                  <a:lnTo>
                    <a:pt x="100" y="76"/>
                  </a:lnTo>
                  <a:lnTo>
                    <a:pt x="140" y="52"/>
                  </a:lnTo>
                  <a:lnTo>
                    <a:pt x="204" y="52"/>
                  </a:lnTo>
                  <a:lnTo>
                    <a:pt x="302" y="24"/>
                  </a:lnTo>
                  <a:lnTo>
                    <a:pt x="337" y="0"/>
                  </a:lnTo>
                  <a:lnTo>
                    <a:pt x="262" y="111"/>
                  </a:lnTo>
                  <a:lnTo>
                    <a:pt x="192" y="134"/>
                  </a:lnTo>
                  <a:lnTo>
                    <a:pt x="157" y="164"/>
                  </a:lnTo>
                  <a:lnTo>
                    <a:pt x="245" y="181"/>
                  </a:lnTo>
                  <a:lnTo>
                    <a:pt x="279" y="152"/>
                  </a:lnTo>
                  <a:lnTo>
                    <a:pt x="233" y="239"/>
                  </a:lnTo>
                  <a:lnTo>
                    <a:pt x="222" y="274"/>
                  </a:lnTo>
                  <a:lnTo>
                    <a:pt x="227" y="321"/>
                  </a:lnTo>
                  <a:lnTo>
                    <a:pt x="175" y="355"/>
                  </a:lnTo>
                  <a:lnTo>
                    <a:pt x="157" y="355"/>
                  </a:lnTo>
                  <a:lnTo>
                    <a:pt x="152" y="343"/>
                  </a:lnTo>
                  <a:close/>
                </a:path>
              </a:pathLst>
            </a:custGeom>
            <a:solidFill>
              <a:srgbClr val="FFFFFF"/>
            </a:solidFill>
            <a:ln w="9525">
              <a:solidFill>
                <a:srgbClr val="000000"/>
              </a:solidFill>
              <a:round/>
              <a:headEnd/>
              <a:tailEnd/>
            </a:ln>
          </p:spPr>
          <p:txBody>
            <a:bodyPr/>
            <a:lstStyle/>
            <a:p>
              <a:endParaRPr lang="ko-KR" altLang="en-US"/>
            </a:p>
          </p:txBody>
        </p:sp>
        <p:sp>
          <p:nvSpPr>
            <p:cNvPr id="440374" name="Freeform 346">
              <a:extLst>
                <a:ext uri="{FF2B5EF4-FFF2-40B4-BE49-F238E27FC236}">
                  <a16:creationId xmlns:a16="http://schemas.microsoft.com/office/drawing/2014/main" id="{286E10A8-801B-34F1-A327-CF467EDBB6D8}"/>
                </a:ext>
              </a:extLst>
            </p:cNvPr>
            <p:cNvSpPr>
              <a:spLocks/>
            </p:cNvSpPr>
            <p:nvPr/>
          </p:nvSpPr>
          <p:spPr bwMode="auto">
            <a:xfrm>
              <a:off x="3403" y="818"/>
              <a:ext cx="2" cy="3"/>
            </a:xfrm>
            <a:custGeom>
              <a:avLst/>
              <a:gdLst>
                <a:gd name="T0" fmla="*/ 0 w 22"/>
                <a:gd name="T1" fmla="*/ 0 h 41"/>
                <a:gd name="T2" fmla="*/ 0 w 22"/>
                <a:gd name="T3" fmla="*/ 0 h 41"/>
                <a:gd name="T4" fmla="*/ 0 w 22"/>
                <a:gd name="T5" fmla="*/ 0 h 41"/>
                <a:gd name="T6" fmla="*/ 0 w 22"/>
                <a:gd name="T7" fmla="*/ 0 h 41"/>
                <a:gd name="T8" fmla="*/ 0 w 22"/>
                <a:gd name="T9" fmla="*/ 0 h 41"/>
                <a:gd name="T10" fmla="*/ 0 w 22"/>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41">
                  <a:moveTo>
                    <a:pt x="22" y="0"/>
                  </a:moveTo>
                  <a:lnTo>
                    <a:pt x="0" y="29"/>
                  </a:lnTo>
                  <a:lnTo>
                    <a:pt x="0" y="41"/>
                  </a:lnTo>
                  <a:lnTo>
                    <a:pt x="22" y="29"/>
                  </a:lnTo>
                  <a:lnTo>
                    <a:pt x="22" y="6"/>
                  </a:lnTo>
                  <a:lnTo>
                    <a:pt x="22" y="0"/>
                  </a:lnTo>
                  <a:close/>
                </a:path>
              </a:pathLst>
            </a:custGeom>
            <a:solidFill>
              <a:srgbClr val="FFFFFF"/>
            </a:solidFill>
            <a:ln w="9525">
              <a:solidFill>
                <a:srgbClr val="000000"/>
              </a:solidFill>
              <a:round/>
              <a:headEnd/>
              <a:tailEnd/>
            </a:ln>
          </p:spPr>
          <p:txBody>
            <a:bodyPr/>
            <a:lstStyle/>
            <a:p>
              <a:endParaRPr lang="ko-KR" altLang="en-US"/>
            </a:p>
          </p:txBody>
        </p:sp>
        <p:sp>
          <p:nvSpPr>
            <p:cNvPr id="440375" name="Freeform 347">
              <a:extLst>
                <a:ext uri="{FF2B5EF4-FFF2-40B4-BE49-F238E27FC236}">
                  <a16:creationId xmlns:a16="http://schemas.microsoft.com/office/drawing/2014/main" id="{7488BA07-FF02-216D-A06A-2FB3E8F69D5B}"/>
                </a:ext>
              </a:extLst>
            </p:cNvPr>
            <p:cNvSpPr>
              <a:spLocks/>
            </p:cNvSpPr>
            <p:nvPr/>
          </p:nvSpPr>
          <p:spPr bwMode="auto">
            <a:xfrm>
              <a:off x="3416" y="814"/>
              <a:ext cx="4" cy="4"/>
            </a:xfrm>
            <a:custGeom>
              <a:avLst/>
              <a:gdLst>
                <a:gd name="T0" fmla="*/ 0 w 64"/>
                <a:gd name="T1" fmla="*/ 0 h 47"/>
                <a:gd name="T2" fmla="*/ 0 w 64"/>
                <a:gd name="T3" fmla="*/ 0 h 47"/>
                <a:gd name="T4" fmla="*/ 0 w 64"/>
                <a:gd name="T5" fmla="*/ 0 h 47"/>
                <a:gd name="T6" fmla="*/ 0 w 64"/>
                <a:gd name="T7" fmla="*/ 0 h 47"/>
                <a:gd name="T8" fmla="*/ 0 w 64"/>
                <a:gd name="T9" fmla="*/ 0 h 47"/>
                <a:gd name="T10" fmla="*/ 0 w 64"/>
                <a:gd name="T11" fmla="*/ 0 h 47"/>
                <a:gd name="T12" fmla="*/ 0 w 64"/>
                <a:gd name="T13" fmla="*/ 0 h 47"/>
                <a:gd name="T14" fmla="*/ 0 w 64"/>
                <a:gd name="T15" fmla="*/ 0 h 47"/>
                <a:gd name="T16" fmla="*/ 0 w 64"/>
                <a:gd name="T17" fmla="*/ 0 h 47"/>
                <a:gd name="T18" fmla="*/ 0 w 64"/>
                <a:gd name="T19" fmla="*/ 0 h 47"/>
                <a:gd name="T20" fmla="*/ 0 w 64"/>
                <a:gd name="T21" fmla="*/ 0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4" h="47">
                  <a:moveTo>
                    <a:pt x="35" y="24"/>
                  </a:moveTo>
                  <a:lnTo>
                    <a:pt x="24" y="12"/>
                  </a:lnTo>
                  <a:lnTo>
                    <a:pt x="12" y="17"/>
                  </a:lnTo>
                  <a:lnTo>
                    <a:pt x="0" y="41"/>
                  </a:lnTo>
                  <a:lnTo>
                    <a:pt x="35" y="47"/>
                  </a:lnTo>
                  <a:lnTo>
                    <a:pt x="64" y="35"/>
                  </a:lnTo>
                  <a:lnTo>
                    <a:pt x="64" y="12"/>
                  </a:lnTo>
                  <a:lnTo>
                    <a:pt x="52" y="0"/>
                  </a:lnTo>
                  <a:lnTo>
                    <a:pt x="41" y="0"/>
                  </a:lnTo>
                  <a:lnTo>
                    <a:pt x="24" y="0"/>
                  </a:lnTo>
                  <a:lnTo>
                    <a:pt x="35" y="24"/>
                  </a:lnTo>
                  <a:close/>
                </a:path>
              </a:pathLst>
            </a:custGeom>
            <a:solidFill>
              <a:srgbClr val="FFFFFF"/>
            </a:solidFill>
            <a:ln w="9525">
              <a:solidFill>
                <a:srgbClr val="000000"/>
              </a:solidFill>
              <a:round/>
              <a:headEnd/>
              <a:tailEnd/>
            </a:ln>
          </p:spPr>
          <p:txBody>
            <a:bodyPr/>
            <a:lstStyle/>
            <a:p>
              <a:endParaRPr lang="ko-KR" altLang="en-US"/>
            </a:p>
          </p:txBody>
        </p:sp>
        <p:sp>
          <p:nvSpPr>
            <p:cNvPr id="440376" name="Freeform 348">
              <a:extLst>
                <a:ext uri="{FF2B5EF4-FFF2-40B4-BE49-F238E27FC236}">
                  <a16:creationId xmlns:a16="http://schemas.microsoft.com/office/drawing/2014/main" id="{E24086CA-D0AB-E10C-87FB-0E59E52D1322}"/>
                </a:ext>
              </a:extLst>
            </p:cNvPr>
            <p:cNvSpPr>
              <a:spLocks/>
            </p:cNvSpPr>
            <p:nvPr/>
          </p:nvSpPr>
          <p:spPr bwMode="auto">
            <a:xfrm>
              <a:off x="3412" y="787"/>
              <a:ext cx="4" cy="14"/>
            </a:xfrm>
            <a:custGeom>
              <a:avLst/>
              <a:gdLst>
                <a:gd name="T0" fmla="*/ 0 w 53"/>
                <a:gd name="T1" fmla="*/ 0 h 168"/>
                <a:gd name="T2" fmla="*/ 0 w 53"/>
                <a:gd name="T3" fmla="*/ 0 h 168"/>
                <a:gd name="T4" fmla="*/ 0 w 53"/>
                <a:gd name="T5" fmla="*/ 0 h 168"/>
                <a:gd name="T6" fmla="*/ 0 w 53"/>
                <a:gd name="T7" fmla="*/ 0 h 168"/>
                <a:gd name="T8" fmla="*/ 0 w 53"/>
                <a:gd name="T9" fmla="*/ 0 h 168"/>
                <a:gd name="T10" fmla="*/ 0 w 53"/>
                <a:gd name="T11" fmla="*/ 0 h 168"/>
                <a:gd name="T12" fmla="*/ 0 w 53"/>
                <a:gd name="T13" fmla="*/ 0 h 168"/>
                <a:gd name="T14" fmla="*/ 0 w 53"/>
                <a:gd name="T15" fmla="*/ 0 h 168"/>
                <a:gd name="T16" fmla="*/ 0 w 53"/>
                <a:gd name="T17" fmla="*/ 0 h 168"/>
                <a:gd name="T18" fmla="*/ 0 w 53"/>
                <a:gd name="T19" fmla="*/ 0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3" h="168">
                  <a:moveTo>
                    <a:pt x="6" y="150"/>
                  </a:moveTo>
                  <a:lnTo>
                    <a:pt x="46" y="127"/>
                  </a:lnTo>
                  <a:lnTo>
                    <a:pt x="53" y="80"/>
                  </a:lnTo>
                  <a:lnTo>
                    <a:pt x="53" y="40"/>
                  </a:lnTo>
                  <a:lnTo>
                    <a:pt x="46" y="0"/>
                  </a:lnTo>
                  <a:lnTo>
                    <a:pt x="35" y="58"/>
                  </a:lnTo>
                  <a:lnTo>
                    <a:pt x="18" y="110"/>
                  </a:lnTo>
                  <a:lnTo>
                    <a:pt x="0" y="139"/>
                  </a:lnTo>
                  <a:lnTo>
                    <a:pt x="0" y="168"/>
                  </a:lnTo>
                  <a:lnTo>
                    <a:pt x="6" y="150"/>
                  </a:lnTo>
                  <a:close/>
                </a:path>
              </a:pathLst>
            </a:custGeom>
            <a:solidFill>
              <a:srgbClr val="FFFFFF"/>
            </a:solidFill>
            <a:ln w="9525">
              <a:solidFill>
                <a:srgbClr val="000000"/>
              </a:solidFill>
              <a:round/>
              <a:headEnd/>
              <a:tailEnd/>
            </a:ln>
          </p:spPr>
          <p:txBody>
            <a:bodyPr/>
            <a:lstStyle/>
            <a:p>
              <a:endParaRPr lang="ko-KR" altLang="en-US"/>
            </a:p>
          </p:txBody>
        </p:sp>
        <p:sp>
          <p:nvSpPr>
            <p:cNvPr id="440377" name="Freeform 349">
              <a:extLst>
                <a:ext uri="{FF2B5EF4-FFF2-40B4-BE49-F238E27FC236}">
                  <a16:creationId xmlns:a16="http://schemas.microsoft.com/office/drawing/2014/main" id="{3DE543C5-337E-671E-4D32-342AA2CCCD97}"/>
                </a:ext>
              </a:extLst>
            </p:cNvPr>
            <p:cNvSpPr>
              <a:spLocks/>
            </p:cNvSpPr>
            <p:nvPr/>
          </p:nvSpPr>
          <p:spPr bwMode="auto">
            <a:xfrm>
              <a:off x="3386" y="757"/>
              <a:ext cx="22" cy="17"/>
            </a:xfrm>
            <a:custGeom>
              <a:avLst/>
              <a:gdLst>
                <a:gd name="T0" fmla="*/ 0 w 297"/>
                <a:gd name="T1" fmla="*/ 0 h 215"/>
                <a:gd name="T2" fmla="*/ 0 w 297"/>
                <a:gd name="T3" fmla="*/ 0 h 215"/>
                <a:gd name="T4" fmla="*/ 0 w 297"/>
                <a:gd name="T5" fmla="*/ 0 h 215"/>
                <a:gd name="T6" fmla="*/ 0 w 297"/>
                <a:gd name="T7" fmla="*/ 0 h 215"/>
                <a:gd name="T8" fmla="*/ 0 w 297"/>
                <a:gd name="T9" fmla="*/ 0 h 215"/>
                <a:gd name="T10" fmla="*/ 0 w 297"/>
                <a:gd name="T11" fmla="*/ 0 h 215"/>
                <a:gd name="T12" fmla="*/ 0 w 297"/>
                <a:gd name="T13" fmla="*/ 0 h 215"/>
                <a:gd name="T14" fmla="*/ 0 w 297"/>
                <a:gd name="T15" fmla="*/ 0 h 215"/>
                <a:gd name="T16" fmla="*/ 0 w 297"/>
                <a:gd name="T17" fmla="*/ 0 h 215"/>
                <a:gd name="T18" fmla="*/ 0 w 297"/>
                <a:gd name="T19" fmla="*/ 0 h 215"/>
                <a:gd name="T20" fmla="*/ 0 w 297"/>
                <a:gd name="T21" fmla="*/ 0 h 215"/>
                <a:gd name="T22" fmla="*/ 0 w 297"/>
                <a:gd name="T23" fmla="*/ 0 h 215"/>
                <a:gd name="T24" fmla="*/ 0 w 297"/>
                <a:gd name="T25" fmla="*/ 0 h 215"/>
                <a:gd name="T26" fmla="*/ 0 w 297"/>
                <a:gd name="T27" fmla="*/ 0 h 215"/>
                <a:gd name="T28" fmla="*/ 0 w 297"/>
                <a:gd name="T29" fmla="*/ 0 h 215"/>
                <a:gd name="T30" fmla="*/ 0 w 297"/>
                <a:gd name="T31" fmla="*/ 0 h 215"/>
                <a:gd name="T32" fmla="*/ 0 w 297"/>
                <a:gd name="T33" fmla="*/ 0 h 215"/>
                <a:gd name="T34" fmla="*/ 0 w 297"/>
                <a:gd name="T35" fmla="*/ 0 h 2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97" h="215">
                  <a:moveTo>
                    <a:pt x="133" y="157"/>
                  </a:moveTo>
                  <a:lnTo>
                    <a:pt x="100" y="145"/>
                  </a:lnTo>
                  <a:lnTo>
                    <a:pt x="76" y="157"/>
                  </a:lnTo>
                  <a:lnTo>
                    <a:pt x="41" y="186"/>
                  </a:lnTo>
                  <a:lnTo>
                    <a:pt x="0" y="186"/>
                  </a:lnTo>
                  <a:lnTo>
                    <a:pt x="41" y="122"/>
                  </a:lnTo>
                  <a:lnTo>
                    <a:pt x="76" y="81"/>
                  </a:lnTo>
                  <a:lnTo>
                    <a:pt x="116" y="64"/>
                  </a:lnTo>
                  <a:lnTo>
                    <a:pt x="186" y="35"/>
                  </a:lnTo>
                  <a:lnTo>
                    <a:pt x="233" y="0"/>
                  </a:lnTo>
                  <a:lnTo>
                    <a:pt x="290" y="0"/>
                  </a:lnTo>
                  <a:lnTo>
                    <a:pt x="297" y="53"/>
                  </a:lnTo>
                  <a:lnTo>
                    <a:pt x="285" y="98"/>
                  </a:lnTo>
                  <a:lnTo>
                    <a:pt x="255" y="168"/>
                  </a:lnTo>
                  <a:lnTo>
                    <a:pt x="180" y="215"/>
                  </a:lnTo>
                  <a:lnTo>
                    <a:pt x="151" y="186"/>
                  </a:lnTo>
                  <a:lnTo>
                    <a:pt x="133" y="145"/>
                  </a:lnTo>
                  <a:lnTo>
                    <a:pt x="133" y="157"/>
                  </a:lnTo>
                  <a:close/>
                </a:path>
              </a:pathLst>
            </a:custGeom>
            <a:solidFill>
              <a:srgbClr val="FFFFFF"/>
            </a:solidFill>
            <a:ln w="9525">
              <a:solidFill>
                <a:srgbClr val="000000"/>
              </a:solidFill>
              <a:round/>
              <a:headEnd/>
              <a:tailEnd/>
            </a:ln>
          </p:spPr>
          <p:txBody>
            <a:bodyPr/>
            <a:lstStyle/>
            <a:p>
              <a:endParaRPr lang="ko-KR" altLang="en-US"/>
            </a:p>
          </p:txBody>
        </p:sp>
        <p:sp>
          <p:nvSpPr>
            <p:cNvPr id="440378" name="Freeform 350">
              <a:extLst>
                <a:ext uri="{FF2B5EF4-FFF2-40B4-BE49-F238E27FC236}">
                  <a16:creationId xmlns:a16="http://schemas.microsoft.com/office/drawing/2014/main" id="{90CB4E69-1E40-1A2A-8A25-885E47111C5C}"/>
                </a:ext>
              </a:extLst>
            </p:cNvPr>
            <p:cNvSpPr>
              <a:spLocks/>
            </p:cNvSpPr>
            <p:nvPr/>
          </p:nvSpPr>
          <p:spPr bwMode="auto">
            <a:xfrm>
              <a:off x="3376" y="713"/>
              <a:ext cx="12" cy="27"/>
            </a:xfrm>
            <a:custGeom>
              <a:avLst/>
              <a:gdLst>
                <a:gd name="T0" fmla="*/ 0 w 157"/>
                <a:gd name="T1" fmla="*/ 0 h 326"/>
                <a:gd name="T2" fmla="*/ 0 w 157"/>
                <a:gd name="T3" fmla="*/ 0 h 326"/>
                <a:gd name="T4" fmla="*/ 0 w 157"/>
                <a:gd name="T5" fmla="*/ 0 h 326"/>
                <a:gd name="T6" fmla="*/ 0 w 157"/>
                <a:gd name="T7" fmla="*/ 0 h 326"/>
                <a:gd name="T8" fmla="*/ 0 w 157"/>
                <a:gd name="T9" fmla="*/ 0 h 326"/>
                <a:gd name="T10" fmla="*/ 0 w 157"/>
                <a:gd name="T11" fmla="*/ 0 h 326"/>
                <a:gd name="T12" fmla="*/ 0 w 157"/>
                <a:gd name="T13" fmla="*/ 0 h 326"/>
                <a:gd name="T14" fmla="*/ 0 w 157"/>
                <a:gd name="T15" fmla="*/ 0 h 326"/>
                <a:gd name="T16" fmla="*/ 0 w 157"/>
                <a:gd name="T17" fmla="*/ 0 h 326"/>
                <a:gd name="T18" fmla="*/ 0 w 157"/>
                <a:gd name="T19" fmla="*/ 0 h 326"/>
                <a:gd name="T20" fmla="*/ 0 w 157"/>
                <a:gd name="T21" fmla="*/ 0 h 326"/>
                <a:gd name="T22" fmla="*/ 0 w 157"/>
                <a:gd name="T23" fmla="*/ 0 h 326"/>
                <a:gd name="T24" fmla="*/ 0 w 157"/>
                <a:gd name="T25" fmla="*/ 0 h 326"/>
                <a:gd name="T26" fmla="*/ 0 w 157"/>
                <a:gd name="T27" fmla="*/ 0 h 326"/>
                <a:gd name="T28" fmla="*/ 0 w 157"/>
                <a:gd name="T29" fmla="*/ 0 h 326"/>
                <a:gd name="T30" fmla="*/ 0 w 157"/>
                <a:gd name="T31" fmla="*/ 0 h 3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7" h="326">
                  <a:moveTo>
                    <a:pt x="87" y="268"/>
                  </a:moveTo>
                  <a:lnTo>
                    <a:pt x="87" y="234"/>
                  </a:lnTo>
                  <a:lnTo>
                    <a:pt x="105" y="187"/>
                  </a:lnTo>
                  <a:lnTo>
                    <a:pt x="127" y="157"/>
                  </a:lnTo>
                  <a:lnTo>
                    <a:pt x="127" y="94"/>
                  </a:lnTo>
                  <a:lnTo>
                    <a:pt x="157" y="47"/>
                  </a:lnTo>
                  <a:lnTo>
                    <a:pt x="110" y="7"/>
                  </a:lnTo>
                  <a:lnTo>
                    <a:pt x="58" y="0"/>
                  </a:lnTo>
                  <a:lnTo>
                    <a:pt x="40" y="42"/>
                  </a:lnTo>
                  <a:lnTo>
                    <a:pt x="40" y="94"/>
                  </a:lnTo>
                  <a:lnTo>
                    <a:pt x="28" y="164"/>
                  </a:lnTo>
                  <a:lnTo>
                    <a:pt x="0" y="268"/>
                  </a:lnTo>
                  <a:lnTo>
                    <a:pt x="11" y="314"/>
                  </a:lnTo>
                  <a:lnTo>
                    <a:pt x="40" y="326"/>
                  </a:lnTo>
                  <a:lnTo>
                    <a:pt x="81" y="303"/>
                  </a:lnTo>
                  <a:lnTo>
                    <a:pt x="87" y="268"/>
                  </a:lnTo>
                  <a:close/>
                </a:path>
              </a:pathLst>
            </a:custGeom>
            <a:solidFill>
              <a:srgbClr val="FFFFFF"/>
            </a:solidFill>
            <a:ln w="9525">
              <a:solidFill>
                <a:srgbClr val="000000"/>
              </a:solidFill>
              <a:round/>
              <a:headEnd/>
              <a:tailEnd/>
            </a:ln>
          </p:spPr>
          <p:txBody>
            <a:bodyPr/>
            <a:lstStyle/>
            <a:p>
              <a:endParaRPr lang="ko-KR" altLang="en-US"/>
            </a:p>
          </p:txBody>
        </p:sp>
        <p:sp>
          <p:nvSpPr>
            <p:cNvPr id="440379" name="Freeform 351">
              <a:extLst>
                <a:ext uri="{FF2B5EF4-FFF2-40B4-BE49-F238E27FC236}">
                  <a16:creationId xmlns:a16="http://schemas.microsoft.com/office/drawing/2014/main" id="{DBF1482C-833A-9FE2-9BE4-668E6BAE6EA7}"/>
                </a:ext>
              </a:extLst>
            </p:cNvPr>
            <p:cNvSpPr>
              <a:spLocks/>
            </p:cNvSpPr>
            <p:nvPr/>
          </p:nvSpPr>
          <p:spPr bwMode="auto">
            <a:xfrm>
              <a:off x="3388" y="740"/>
              <a:ext cx="4" cy="4"/>
            </a:xfrm>
            <a:custGeom>
              <a:avLst/>
              <a:gdLst>
                <a:gd name="T0" fmla="*/ 0 w 53"/>
                <a:gd name="T1" fmla="*/ 0 h 52"/>
                <a:gd name="T2" fmla="*/ 0 w 53"/>
                <a:gd name="T3" fmla="*/ 0 h 52"/>
                <a:gd name="T4" fmla="*/ 0 w 53"/>
                <a:gd name="T5" fmla="*/ 0 h 52"/>
                <a:gd name="T6" fmla="*/ 0 w 53"/>
                <a:gd name="T7" fmla="*/ 0 h 52"/>
                <a:gd name="T8" fmla="*/ 0 w 53"/>
                <a:gd name="T9" fmla="*/ 0 h 52"/>
                <a:gd name="T10" fmla="*/ 0 w 53"/>
                <a:gd name="T11" fmla="*/ 0 h 52"/>
                <a:gd name="T12" fmla="*/ 0 w 53"/>
                <a:gd name="T13" fmla="*/ 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52">
                  <a:moveTo>
                    <a:pt x="53" y="24"/>
                  </a:moveTo>
                  <a:lnTo>
                    <a:pt x="35" y="0"/>
                  </a:lnTo>
                  <a:lnTo>
                    <a:pt x="0" y="0"/>
                  </a:lnTo>
                  <a:lnTo>
                    <a:pt x="0" y="29"/>
                  </a:lnTo>
                  <a:lnTo>
                    <a:pt x="30" y="52"/>
                  </a:lnTo>
                  <a:lnTo>
                    <a:pt x="41" y="41"/>
                  </a:lnTo>
                  <a:lnTo>
                    <a:pt x="53" y="24"/>
                  </a:lnTo>
                  <a:close/>
                </a:path>
              </a:pathLst>
            </a:custGeom>
            <a:solidFill>
              <a:srgbClr val="FFFFFF"/>
            </a:solidFill>
            <a:ln w="9525">
              <a:solidFill>
                <a:srgbClr val="000000"/>
              </a:solidFill>
              <a:round/>
              <a:headEnd/>
              <a:tailEnd/>
            </a:ln>
          </p:spPr>
          <p:txBody>
            <a:bodyPr/>
            <a:lstStyle/>
            <a:p>
              <a:endParaRPr lang="ko-KR" altLang="en-US"/>
            </a:p>
          </p:txBody>
        </p:sp>
        <p:sp>
          <p:nvSpPr>
            <p:cNvPr id="440380" name="Freeform 352">
              <a:extLst>
                <a:ext uri="{FF2B5EF4-FFF2-40B4-BE49-F238E27FC236}">
                  <a16:creationId xmlns:a16="http://schemas.microsoft.com/office/drawing/2014/main" id="{C5A94F54-C877-66B8-0278-C0B3C430B471}"/>
                </a:ext>
              </a:extLst>
            </p:cNvPr>
            <p:cNvSpPr>
              <a:spLocks/>
            </p:cNvSpPr>
            <p:nvPr/>
          </p:nvSpPr>
          <p:spPr bwMode="auto">
            <a:xfrm>
              <a:off x="3396" y="740"/>
              <a:ext cx="4" cy="3"/>
            </a:xfrm>
            <a:custGeom>
              <a:avLst/>
              <a:gdLst>
                <a:gd name="T0" fmla="*/ 0 w 53"/>
                <a:gd name="T1" fmla="*/ 0 h 41"/>
                <a:gd name="T2" fmla="*/ 0 w 53"/>
                <a:gd name="T3" fmla="*/ 0 h 41"/>
                <a:gd name="T4" fmla="*/ 0 w 53"/>
                <a:gd name="T5" fmla="*/ 0 h 41"/>
                <a:gd name="T6" fmla="*/ 0 w 53"/>
                <a:gd name="T7" fmla="*/ 0 h 41"/>
                <a:gd name="T8" fmla="*/ 0 w 53"/>
                <a:gd name="T9" fmla="*/ 0 h 41"/>
                <a:gd name="T10" fmla="*/ 0 w 53"/>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41">
                  <a:moveTo>
                    <a:pt x="53" y="0"/>
                  </a:moveTo>
                  <a:lnTo>
                    <a:pt x="24" y="0"/>
                  </a:lnTo>
                  <a:lnTo>
                    <a:pt x="0" y="41"/>
                  </a:lnTo>
                  <a:lnTo>
                    <a:pt x="18" y="41"/>
                  </a:lnTo>
                  <a:lnTo>
                    <a:pt x="24" y="24"/>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40381" name="Freeform 353">
              <a:extLst>
                <a:ext uri="{FF2B5EF4-FFF2-40B4-BE49-F238E27FC236}">
                  <a16:creationId xmlns:a16="http://schemas.microsoft.com/office/drawing/2014/main" id="{EAE01B50-0AB0-37B7-726F-381427AEB653}"/>
                </a:ext>
              </a:extLst>
            </p:cNvPr>
            <p:cNvSpPr>
              <a:spLocks/>
            </p:cNvSpPr>
            <p:nvPr/>
          </p:nvSpPr>
          <p:spPr bwMode="auto">
            <a:xfrm>
              <a:off x="3507" y="869"/>
              <a:ext cx="22" cy="8"/>
            </a:xfrm>
            <a:custGeom>
              <a:avLst/>
              <a:gdLst>
                <a:gd name="T0" fmla="*/ 0 w 279"/>
                <a:gd name="T1" fmla="*/ 0 h 99"/>
                <a:gd name="T2" fmla="*/ 0 w 279"/>
                <a:gd name="T3" fmla="*/ 0 h 99"/>
                <a:gd name="T4" fmla="*/ 0 w 279"/>
                <a:gd name="T5" fmla="*/ 0 h 99"/>
                <a:gd name="T6" fmla="*/ 0 w 279"/>
                <a:gd name="T7" fmla="*/ 0 h 99"/>
                <a:gd name="T8" fmla="*/ 0 w 279"/>
                <a:gd name="T9" fmla="*/ 0 h 99"/>
                <a:gd name="T10" fmla="*/ 0 w 279"/>
                <a:gd name="T11" fmla="*/ 0 h 99"/>
                <a:gd name="T12" fmla="*/ 0 w 279"/>
                <a:gd name="T13" fmla="*/ 0 h 99"/>
                <a:gd name="T14" fmla="*/ 0 w 279"/>
                <a:gd name="T15" fmla="*/ 0 h 99"/>
                <a:gd name="T16" fmla="*/ 0 w 279"/>
                <a:gd name="T17" fmla="*/ 0 h 99"/>
                <a:gd name="T18" fmla="*/ 0 w 279"/>
                <a:gd name="T19" fmla="*/ 0 h 99"/>
                <a:gd name="T20" fmla="*/ 0 w 279"/>
                <a:gd name="T21" fmla="*/ 0 h 99"/>
                <a:gd name="T22" fmla="*/ 0 w 279"/>
                <a:gd name="T23" fmla="*/ 0 h 99"/>
                <a:gd name="T24" fmla="*/ 0 w 279"/>
                <a:gd name="T25" fmla="*/ 0 h 99"/>
                <a:gd name="T26" fmla="*/ 0 w 279"/>
                <a:gd name="T27" fmla="*/ 0 h 99"/>
                <a:gd name="T28" fmla="*/ 0 w 279"/>
                <a:gd name="T29" fmla="*/ 0 h 99"/>
                <a:gd name="T30" fmla="*/ 0 w 279"/>
                <a:gd name="T31" fmla="*/ 0 h 99"/>
                <a:gd name="T32" fmla="*/ 0 w 279"/>
                <a:gd name="T33" fmla="*/ 0 h 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9" h="99">
                  <a:moveTo>
                    <a:pt x="122" y="17"/>
                  </a:moveTo>
                  <a:lnTo>
                    <a:pt x="88" y="12"/>
                  </a:lnTo>
                  <a:lnTo>
                    <a:pt x="58" y="0"/>
                  </a:lnTo>
                  <a:lnTo>
                    <a:pt x="0" y="17"/>
                  </a:lnTo>
                  <a:lnTo>
                    <a:pt x="23" y="64"/>
                  </a:lnTo>
                  <a:lnTo>
                    <a:pt x="82" y="70"/>
                  </a:lnTo>
                  <a:lnTo>
                    <a:pt x="117" y="76"/>
                  </a:lnTo>
                  <a:lnTo>
                    <a:pt x="169" y="99"/>
                  </a:lnTo>
                  <a:lnTo>
                    <a:pt x="210" y="99"/>
                  </a:lnTo>
                  <a:lnTo>
                    <a:pt x="267" y="70"/>
                  </a:lnTo>
                  <a:lnTo>
                    <a:pt x="279" y="35"/>
                  </a:lnTo>
                  <a:lnTo>
                    <a:pt x="239" y="12"/>
                  </a:lnTo>
                  <a:lnTo>
                    <a:pt x="192" y="12"/>
                  </a:lnTo>
                  <a:lnTo>
                    <a:pt x="145" y="35"/>
                  </a:lnTo>
                  <a:lnTo>
                    <a:pt x="122" y="41"/>
                  </a:lnTo>
                  <a:lnTo>
                    <a:pt x="117" y="29"/>
                  </a:lnTo>
                  <a:lnTo>
                    <a:pt x="122" y="17"/>
                  </a:lnTo>
                  <a:close/>
                </a:path>
              </a:pathLst>
            </a:custGeom>
            <a:solidFill>
              <a:srgbClr val="FFFFFF"/>
            </a:solidFill>
            <a:ln w="9525">
              <a:solidFill>
                <a:srgbClr val="000000"/>
              </a:solidFill>
              <a:round/>
              <a:headEnd/>
              <a:tailEnd/>
            </a:ln>
          </p:spPr>
          <p:txBody>
            <a:bodyPr/>
            <a:lstStyle/>
            <a:p>
              <a:endParaRPr lang="ko-KR" altLang="en-US"/>
            </a:p>
          </p:txBody>
        </p:sp>
        <p:sp>
          <p:nvSpPr>
            <p:cNvPr id="440382" name="Freeform 354">
              <a:extLst>
                <a:ext uri="{FF2B5EF4-FFF2-40B4-BE49-F238E27FC236}">
                  <a16:creationId xmlns:a16="http://schemas.microsoft.com/office/drawing/2014/main" id="{9650E530-14BA-9894-E050-1BC833BBE8FD}"/>
                </a:ext>
              </a:extLst>
            </p:cNvPr>
            <p:cNvSpPr>
              <a:spLocks/>
            </p:cNvSpPr>
            <p:nvPr/>
          </p:nvSpPr>
          <p:spPr bwMode="auto">
            <a:xfrm>
              <a:off x="3520" y="861"/>
              <a:ext cx="8" cy="11"/>
            </a:xfrm>
            <a:custGeom>
              <a:avLst/>
              <a:gdLst>
                <a:gd name="T0" fmla="*/ 0 w 99"/>
                <a:gd name="T1" fmla="*/ 0 h 145"/>
                <a:gd name="T2" fmla="*/ 0 w 99"/>
                <a:gd name="T3" fmla="*/ 0 h 145"/>
                <a:gd name="T4" fmla="*/ 0 w 99"/>
                <a:gd name="T5" fmla="*/ 0 h 145"/>
                <a:gd name="T6" fmla="*/ 0 w 99"/>
                <a:gd name="T7" fmla="*/ 0 h 145"/>
                <a:gd name="T8" fmla="*/ 0 w 99"/>
                <a:gd name="T9" fmla="*/ 0 h 145"/>
                <a:gd name="T10" fmla="*/ 0 w 99"/>
                <a:gd name="T11" fmla="*/ 0 h 145"/>
                <a:gd name="T12" fmla="*/ 0 w 99"/>
                <a:gd name="T13" fmla="*/ 0 h 145"/>
                <a:gd name="T14" fmla="*/ 0 w 99"/>
                <a:gd name="T15" fmla="*/ 0 h 145"/>
                <a:gd name="T16" fmla="*/ 0 w 99"/>
                <a:gd name="T17" fmla="*/ 0 h 145"/>
                <a:gd name="T18" fmla="*/ 0 w 99"/>
                <a:gd name="T19" fmla="*/ 0 h 145"/>
                <a:gd name="T20" fmla="*/ 0 w 99"/>
                <a:gd name="T21" fmla="*/ 0 h 145"/>
                <a:gd name="T22" fmla="*/ 0 w 99"/>
                <a:gd name="T23" fmla="*/ 0 h 1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9" h="145">
                  <a:moveTo>
                    <a:pt x="58" y="122"/>
                  </a:moveTo>
                  <a:lnTo>
                    <a:pt x="58" y="104"/>
                  </a:lnTo>
                  <a:lnTo>
                    <a:pt x="35" y="81"/>
                  </a:lnTo>
                  <a:lnTo>
                    <a:pt x="29" y="35"/>
                  </a:lnTo>
                  <a:lnTo>
                    <a:pt x="0" y="0"/>
                  </a:lnTo>
                  <a:lnTo>
                    <a:pt x="58" y="12"/>
                  </a:lnTo>
                  <a:lnTo>
                    <a:pt x="92" y="52"/>
                  </a:lnTo>
                  <a:lnTo>
                    <a:pt x="99" y="92"/>
                  </a:lnTo>
                  <a:lnTo>
                    <a:pt x="99" y="122"/>
                  </a:lnTo>
                  <a:lnTo>
                    <a:pt x="92" y="145"/>
                  </a:lnTo>
                  <a:lnTo>
                    <a:pt x="87" y="145"/>
                  </a:lnTo>
                  <a:lnTo>
                    <a:pt x="58" y="122"/>
                  </a:lnTo>
                  <a:close/>
                </a:path>
              </a:pathLst>
            </a:custGeom>
            <a:solidFill>
              <a:srgbClr val="FFFFFF"/>
            </a:solidFill>
            <a:ln w="9525">
              <a:solidFill>
                <a:srgbClr val="000000"/>
              </a:solidFill>
              <a:round/>
              <a:headEnd/>
              <a:tailEnd/>
            </a:ln>
          </p:spPr>
          <p:txBody>
            <a:bodyPr/>
            <a:lstStyle/>
            <a:p>
              <a:endParaRPr lang="ko-KR" altLang="en-US"/>
            </a:p>
          </p:txBody>
        </p:sp>
        <p:sp>
          <p:nvSpPr>
            <p:cNvPr id="440383" name="Freeform 355">
              <a:extLst>
                <a:ext uri="{FF2B5EF4-FFF2-40B4-BE49-F238E27FC236}">
                  <a16:creationId xmlns:a16="http://schemas.microsoft.com/office/drawing/2014/main" id="{94E56C38-CCAD-7996-9D63-BC61E95CEA1F}"/>
                </a:ext>
              </a:extLst>
            </p:cNvPr>
            <p:cNvSpPr>
              <a:spLocks/>
            </p:cNvSpPr>
            <p:nvPr/>
          </p:nvSpPr>
          <p:spPr bwMode="auto">
            <a:xfrm>
              <a:off x="3556" y="899"/>
              <a:ext cx="3" cy="2"/>
            </a:xfrm>
            <a:custGeom>
              <a:avLst/>
              <a:gdLst>
                <a:gd name="T0" fmla="*/ 0 w 30"/>
                <a:gd name="T1" fmla="*/ 0 h 24"/>
                <a:gd name="T2" fmla="*/ 0 w 30"/>
                <a:gd name="T3" fmla="*/ 0 h 24"/>
                <a:gd name="T4" fmla="*/ 0 w 30"/>
                <a:gd name="T5" fmla="*/ 0 h 24"/>
                <a:gd name="T6" fmla="*/ 0 w 30"/>
                <a:gd name="T7" fmla="*/ 0 h 24"/>
                <a:gd name="T8" fmla="*/ 0 w 30"/>
                <a:gd name="T9" fmla="*/ 0 h 24"/>
                <a:gd name="T10" fmla="*/ 0 w 30"/>
                <a:gd name="T11" fmla="*/ 0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24">
                  <a:moveTo>
                    <a:pt x="0" y="0"/>
                  </a:moveTo>
                  <a:lnTo>
                    <a:pt x="7" y="24"/>
                  </a:lnTo>
                  <a:lnTo>
                    <a:pt x="30" y="24"/>
                  </a:lnTo>
                  <a:lnTo>
                    <a:pt x="12" y="0"/>
                  </a:lnTo>
                  <a:lnTo>
                    <a:pt x="7"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384" name="Freeform 356">
              <a:extLst>
                <a:ext uri="{FF2B5EF4-FFF2-40B4-BE49-F238E27FC236}">
                  <a16:creationId xmlns:a16="http://schemas.microsoft.com/office/drawing/2014/main" id="{FF794CAD-597F-E11B-1B98-5BEB64425950}"/>
                </a:ext>
              </a:extLst>
            </p:cNvPr>
            <p:cNvSpPr>
              <a:spLocks/>
            </p:cNvSpPr>
            <p:nvPr/>
          </p:nvSpPr>
          <p:spPr bwMode="auto">
            <a:xfrm>
              <a:off x="3567" y="968"/>
              <a:ext cx="6" cy="6"/>
            </a:xfrm>
            <a:custGeom>
              <a:avLst/>
              <a:gdLst>
                <a:gd name="T0" fmla="*/ 0 w 82"/>
                <a:gd name="T1" fmla="*/ 0 h 75"/>
                <a:gd name="T2" fmla="*/ 0 w 82"/>
                <a:gd name="T3" fmla="*/ 0 h 75"/>
                <a:gd name="T4" fmla="*/ 0 w 82"/>
                <a:gd name="T5" fmla="*/ 0 h 75"/>
                <a:gd name="T6" fmla="*/ 0 w 82"/>
                <a:gd name="T7" fmla="*/ 0 h 75"/>
                <a:gd name="T8" fmla="*/ 0 w 82"/>
                <a:gd name="T9" fmla="*/ 0 h 75"/>
                <a:gd name="T10" fmla="*/ 0 w 82"/>
                <a:gd name="T11" fmla="*/ 0 h 75"/>
                <a:gd name="T12" fmla="*/ 0 w 82"/>
                <a:gd name="T13" fmla="*/ 0 h 75"/>
                <a:gd name="T14" fmla="*/ 0 w 82"/>
                <a:gd name="T15" fmla="*/ 0 h 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2" h="75">
                  <a:moveTo>
                    <a:pt x="75" y="58"/>
                  </a:moveTo>
                  <a:lnTo>
                    <a:pt x="75" y="52"/>
                  </a:lnTo>
                  <a:lnTo>
                    <a:pt x="47" y="23"/>
                  </a:lnTo>
                  <a:lnTo>
                    <a:pt x="0" y="0"/>
                  </a:lnTo>
                  <a:lnTo>
                    <a:pt x="35" y="40"/>
                  </a:lnTo>
                  <a:lnTo>
                    <a:pt x="64" y="58"/>
                  </a:lnTo>
                  <a:lnTo>
                    <a:pt x="82" y="75"/>
                  </a:lnTo>
                  <a:lnTo>
                    <a:pt x="75" y="58"/>
                  </a:lnTo>
                  <a:close/>
                </a:path>
              </a:pathLst>
            </a:custGeom>
            <a:solidFill>
              <a:srgbClr val="FFFFFF"/>
            </a:solidFill>
            <a:ln w="9525">
              <a:solidFill>
                <a:srgbClr val="000000"/>
              </a:solidFill>
              <a:round/>
              <a:headEnd/>
              <a:tailEnd/>
            </a:ln>
          </p:spPr>
          <p:txBody>
            <a:bodyPr/>
            <a:lstStyle/>
            <a:p>
              <a:endParaRPr lang="ko-KR" altLang="en-US"/>
            </a:p>
          </p:txBody>
        </p:sp>
        <p:sp>
          <p:nvSpPr>
            <p:cNvPr id="440385" name="Freeform 357">
              <a:extLst>
                <a:ext uri="{FF2B5EF4-FFF2-40B4-BE49-F238E27FC236}">
                  <a16:creationId xmlns:a16="http://schemas.microsoft.com/office/drawing/2014/main" id="{3D438667-B331-90CB-0D41-D6D8209F6B2A}"/>
                </a:ext>
              </a:extLst>
            </p:cNvPr>
            <p:cNvSpPr>
              <a:spLocks/>
            </p:cNvSpPr>
            <p:nvPr/>
          </p:nvSpPr>
          <p:spPr bwMode="auto">
            <a:xfrm>
              <a:off x="3589" y="949"/>
              <a:ext cx="0" cy="2"/>
            </a:xfrm>
            <a:custGeom>
              <a:avLst/>
              <a:gdLst>
                <a:gd name="T0" fmla="*/ 0 h 12"/>
                <a:gd name="T1" fmla="*/ 0 h 12"/>
                <a:gd name="T2" fmla="*/ 0 h 12"/>
                <a:gd name="T3" fmla="*/ 0 60000 65536"/>
                <a:gd name="T4" fmla="*/ 0 60000 65536"/>
                <a:gd name="T5" fmla="*/ 0 60000 65536"/>
              </a:gdLst>
              <a:ahLst/>
              <a:cxnLst>
                <a:cxn ang="T3">
                  <a:pos x="0" y="T0"/>
                </a:cxn>
                <a:cxn ang="T4">
                  <a:pos x="0" y="T1"/>
                </a:cxn>
                <a:cxn ang="T5">
                  <a:pos x="0" y="T2"/>
                </a:cxn>
              </a:cxnLst>
              <a:rect l="0" t="0" r="r" b="b"/>
              <a:pathLst>
                <a:path h="12">
                  <a:moveTo>
                    <a:pt x="0" y="12"/>
                  </a:moveTo>
                  <a:lnTo>
                    <a:pt x="0" y="0"/>
                  </a:lnTo>
                  <a:lnTo>
                    <a:pt x="0" y="12"/>
                  </a:lnTo>
                  <a:close/>
                </a:path>
              </a:pathLst>
            </a:custGeom>
            <a:solidFill>
              <a:srgbClr val="FFFFFF"/>
            </a:solidFill>
            <a:ln w="9525">
              <a:solidFill>
                <a:srgbClr val="000000"/>
              </a:solidFill>
              <a:round/>
              <a:headEnd/>
              <a:tailEnd/>
            </a:ln>
          </p:spPr>
          <p:txBody>
            <a:bodyPr/>
            <a:lstStyle/>
            <a:p>
              <a:endParaRPr lang="ko-KR" altLang="en-US"/>
            </a:p>
          </p:txBody>
        </p:sp>
        <p:sp>
          <p:nvSpPr>
            <p:cNvPr id="440386" name="Freeform 358">
              <a:extLst>
                <a:ext uri="{FF2B5EF4-FFF2-40B4-BE49-F238E27FC236}">
                  <a16:creationId xmlns:a16="http://schemas.microsoft.com/office/drawing/2014/main" id="{3C5174AF-E23A-AB8C-BB4D-6E9CA6A8A23C}"/>
                </a:ext>
              </a:extLst>
            </p:cNvPr>
            <p:cNvSpPr>
              <a:spLocks/>
            </p:cNvSpPr>
            <p:nvPr/>
          </p:nvSpPr>
          <p:spPr bwMode="auto">
            <a:xfrm>
              <a:off x="3581" y="944"/>
              <a:ext cx="1" cy="1"/>
            </a:xfrm>
            <a:custGeom>
              <a:avLst/>
              <a:gdLst>
                <a:gd name="T0" fmla="*/ 0 w 12"/>
                <a:gd name="T1" fmla="*/ 0 h 7"/>
                <a:gd name="T2" fmla="*/ 0 w 12"/>
                <a:gd name="T3" fmla="*/ 0 h 7"/>
                <a:gd name="T4" fmla="*/ 0 w 12"/>
                <a:gd name="T5" fmla="*/ 0 h 7"/>
                <a:gd name="T6" fmla="*/ 0 60000 65536"/>
                <a:gd name="T7" fmla="*/ 0 60000 65536"/>
                <a:gd name="T8" fmla="*/ 0 60000 65536"/>
              </a:gdLst>
              <a:ahLst/>
              <a:cxnLst>
                <a:cxn ang="T6">
                  <a:pos x="T0" y="T1"/>
                </a:cxn>
                <a:cxn ang="T7">
                  <a:pos x="T2" y="T3"/>
                </a:cxn>
                <a:cxn ang="T8">
                  <a:pos x="T4" y="T5"/>
                </a:cxn>
              </a:cxnLst>
              <a:rect l="0" t="0" r="r" b="b"/>
              <a:pathLst>
                <a:path w="12" h="7">
                  <a:moveTo>
                    <a:pt x="12" y="0"/>
                  </a:moveTo>
                  <a:lnTo>
                    <a:pt x="0" y="7"/>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40387" name="Freeform 359">
              <a:extLst>
                <a:ext uri="{FF2B5EF4-FFF2-40B4-BE49-F238E27FC236}">
                  <a16:creationId xmlns:a16="http://schemas.microsoft.com/office/drawing/2014/main" id="{136EC17F-6DD3-C155-8047-C823B3E83FC8}"/>
                </a:ext>
              </a:extLst>
            </p:cNvPr>
            <p:cNvSpPr>
              <a:spLocks/>
            </p:cNvSpPr>
            <p:nvPr/>
          </p:nvSpPr>
          <p:spPr bwMode="auto">
            <a:xfrm>
              <a:off x="3622" y="966"/>
              <a:ext cx="8" cy="5"/>
            </a:xfrm>
            <a:custGeom>
              <a:avLst/>
              <a:gdLst>
                <a:gd name="T0" fmla="*/ 0 w 105"/>
                <a:gd name="T1" fmla="*/ 0 h 69"/>
                <a:gd name="T2" fmla="*/ 0 w 105"/>
                <a:gd name="T3" fmla="*/ 0 h 69"/>
                <a:gd name="T4" fmla="*/ 0 w 105"/>
                <a:gd name="T5" fmla="*/ 0 h 69"/>
                <a:gd name="T6" fmla="*/ 0 w 105"/>
                <a:gd name="T7" fmla="*/ 0 h 69"/>
                <a:gd name="T8" fmla="*/ 0 w 105"/>
                <a:gd name="T9" fmla="*/ 0 h 69"/>
                <a:gd name="T10" fmla="*/ 0 w 105"/>
                <a:gd name="T11" fmla="*/ 0 h 69"/>
                <a:gd name="T12" fmla="*/ 0 w 105"/>
                <a:gd name="T13" fmla="*/ 0 h 69"/>
                <a:gd name="T14" fmla="*/ 0 w 105"/>
                <a:gd name="T15" fmla="*/ 0 h 69"/>
                <a:gd name="T16" fmla="*/ 0 w 105"/>
                <a:gd name="T17" fmla="*/ 0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 h="69">
                  <a:moveTo>
                    <a:pt x="82" y="64"/>
                  </a:moveTo>
                  <a:lnTo>
                    <a:pt x="99" y="46"/>
                  </a:lnTo>
                  <a:lnTo>
                    <a:pt x="59" y="0"/>
                  </a:lnTo>
                  <a:lnTo>
                    <a:pt x="0" y="0"/>
                  </a:lnTo>
                  <a:lnTo>
                    <a:pt x="7" y="46"/>
                  </a:lnTo>
                  <a:lnTo>
                    <a:pt x="70" y="64"/>
                  </a:lnTo>
                  <a:lnTo>
                    <a:pt x="105" y="69"/>
                  </a:lnTo>
                  <a:lnTo>
                    <a:pt x="105" y="52"/>
                  </a:lnTo>
                  <a:lnTo>
                    <a:pt x="82" y="64"/>
                  </a:lnTo>
                  <a:close/>
                </a:path>
              </a:pathLst>
            </a:custGeom>
            <a:solidFill>
              <a:srgbClr val="FFFFFF"/>
            </a:solidFill>
            <a:ln w="9525">
              <a:solidFill>
                <a:srgbClr val="000000"/>
              </a:solidFill>
              <a:round/>
              <a:headEnd/>
              <a:tailEnd/>
            </a:ln>
          </p:spPr>
          <p:txBody>
            <a:bodyPr/>
            <a:lstStyle/>
            <a:p>
              <a:endParaRPr lang="ko-KR" altLang="en-US"/>
            </a:p>
          </p:txBody>
        </p:sp>
        <p:sp>
          <p:nvSpPr>
            <p:cNvPr id="440388" name="Freeform 360">
              <a:extLst>
                <a:ext uri="{FF2B5EF4-FFF2-40B4-BE49-F238E27FC236}">
                  <a16:creationId xmlns:a16="http://schemas.microsoft.com/office/drawing/2014/main" id="{6912F8DF-293F-F4A2-D47F-3E6AE03E9ABD}"/>
                </a:ext>
              </a:extLst>
            </p:cNvPr>
            <p:cNvSpPr>
              <a:spLocks/>
            </p:cNvSpPr>
            <p:nvPr/>
          </p:nvSpPr>
          <p:spPr bwMode="auto">
            <a:xfrm>
              <a:off x="3454" y="1064"/>
              <a:ext cx="17" cy="20"/>
            </a:xfrm>
            <a:custGeom>
              <a:avLst/>
              <a:gdLst>
                <a:gd name="T0" fmla="*/ 0 w 226"/>
                <a:gd name="T1" fmla="*/ 0 h 255"/>
                <a:gd name="T2" fmla="*/ 0 w 226"/>
                <a:gd name="T3" fmla="*/ 0 h 255"/>
                <a:gd name="T4" fmla="*/ 0 w 226"/>
                <a:gd name="T5" fmla="*/ 0 h 255"/>
                <a:gd name="T6" fmla="*/ 0 w 226"/>
                <a:gd name="T7" fmla="*/ 0 h 255"/>
                <a:gd name="T8" fmla="*/ 0 w 226"/>
                <a:gd name="T9" fmla="*/ 0 h 255"/>
                <a:gd name="T10" fmla="*/ 0 w 226"/>
                <a:gd name="T11" fmla="*/ 0 h 255"/>
                <a:gd name="T12" fmla="*/ 0 w 226"/>
                <a:gd name="T13" fmla="*/ 0 h 255"/>
                <a:gd name="T14" fmla="*/ 0 w 226"/>
                <a:gd name="T15" fmla="*/ 0 h 255"/>
                <a:gd name="T16" fmla="*/ 0 w 226"/>
                <a:gd name="T17" fmla="*/ 0 h 255"/>
                <a:gd name="T18" fmla="*/ 0 w 226"/>
                <a:gd name="T19" fmla="*/ 0 h 255"/>
                <a:gd name="T20" fmla="*/ 0 w 226"/>
                <a:gd name="T21" fmla="*/ 0 h 255"/>
                <a:gd name="T22" fmla="*/ 0 w 226"/>
                <a:gd name="T23" fmla="*/ 0 h 255"/>
                <a:gd name="T24" fmla="*/ 0 w 226"/>
                <a:gd name="T25" fmla="*/ 0 h 255"/>
                <a:gd name="T26" fmla="*/ 0 w 226"/>
                <a:gd name="T27" fmla="*/ 0 h 255"/>
                <a:gd name="T28" fmla="*/ 0 w 226"/>
                <a:gd name="T29" fmla="*/ 0 h 255"/>
                <a:gd name="T30" fmla="*/ 0 w 226"/>
                <a:gd name="T31" fmla="*/ 0 h 2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6" h="255">
                  <a:moveTo>
                    <a:pt x="198" y="28"/>
                  </a:moveTo>
                  <a:lnTo>
                    <a:pt x="163" y="5"/>
                  </a:lnTo>
                  <a:lnTo>
                    <a:pt x="76" y="0"/>
                  </a:lnTo>
                  <a:lnTo>
                    <a:pt x="0" y="0"/>
                  </a:lnTo>
                  <a:lnTo>
                    <a:pt x="24" y="63"/>
                  </a:lnTo>
                  <a:lnTo>
                    <a:pt x="24" y="104"/>
                  </a:lnTo>
                  <a:lnTo>
                    <a:pt x="47" y="168"/>
                  </a:lnTo>
                  <a:lnTo>
                    <a:pt x="47" y="232"/>
                  </a:lnTo>
                  <a:lnTo>
                    <a:pt x="104" y="255"/>
                  </a:lnTo>
                  <a:lnTo>
                    <a:pt x="139" y="226"/>
                  </a:lnTo>
                  <a:lnTo>
                    <a:pt x="192" y="168"/>
                  </a:lnTo>
                  <a:lnTo>
                    <a:pt x="226" y="122"/>
                  </a:lnTo>
                  <a:lnTo>
                    <a:pt x="226" y="70"/>
                  </a:lnTo>
                  <a:lnTo>
                    <a:pt x="209" y="40"/>
                  </a:lnTo>
                  <a:lnTo>
                    <a:pt x="198" y="40"/>
                  </a:lnTo>
                  <a:lnTo>
                    <a:pt x="198" y="28"/>
                  </a:lnTo>
                  <a:close/>
                </a:path>
              </a:pathLst>
            </a:custGeom>
            <a:solidFill>
              <a:srgbClr val="FFFFFF"/>
            </a:solidFill>
            <a:ln w="9525">
              <a:solidFill>
                <a:srgbClr val="000000"/>
              </a:solidFill>
              <a:round/>
              <a:headEnd/>
              <a:tailEnd/>
            </a:ln>
          </p:spPr>
          <p:txBody>
            <a:bodyPr/>
            <a:lstStyle/>
            <a:p>
              <a:endParaRPr lang="ko-KR" altLang="en-US"/>
            </a:p>
          </p:txBody>
        </p:sp>
        <p:sp>
          <p:nvSpPr>
            <p:cNvPr id="440389" name="Freeform 361">
              <a:extLst>
                <a:ext uri="{FF2B5EF4-FFF2-40B4-BE49-F238E27FC236}">
                  <a16:creationId xmlns:a16="http://schemas.microsoft.com/office/drawing/2014/main" id="{5BEF141D-E71C-3A0E-BA6D-4C576B616E64}"/>
                </a:ext>
              </a:extLst>
            </p:cNvPr>
            <p:cNvSpPr>
              <a:spLocks/>
            </p:cNvSpPr>
            <p:nvPr/>
          </p:nvSpPr>
          <p:spPr bwMode="auto">
            <a:xfrm>
              <a:off x="3548" y="1079"/>
              <a:ext cx="44" cy="37"/>
            </a:xfrm>
            <a:custGeom>
              <a:avLst/>
              <a:gdLst>
                <a:gd name="T0" fmla="*/ 0 w 581"/>
                <a:gd name="T1" fmla="*/ 0 h 453"/>
                <a:gd name="T2" fmla="*/ 0 w 581"/>
                <a:gd name="T3" fmla="*/ 0 h 453"/>
                <a:gd name="T4" fmla="*/ 0 w 581"/>
                <a:gd name="T5" fmla="*/ 0 h 453"/>
                <a:gd name="T6" fmla="*/ 0 w 581"/>
                <a:gd name="T7" fmla="*/ 0 h 453"/>
                <a:gd name="T8" fmla="*/ 0 w 581"/>
                <a:gd name="T9" fmla="*/ 0 h 453"/>
                <a:gd name="T10" fmla="*/ 0 w 581"/>
                <a:gd name="T11" fmla="*/ 0 h 453"/>
                <a:gd name="T12" fmla="*/ 0 w 581"/>
                <a:gd name="T13" fmla="*/ 0 h 453"/>
                <a:gd name="T14" fmla="*/ 0 w 581"/>
                <a:gd name="T15" fmla="*/ 0 h 453"/>
                <a:gd name="T16" fmla="*/ 0 w 581"/>
                <a:gd name="T17" fmla="*/ 0 h 453"/>
                <a:gd name="T18" fmla="*/ 0 w 581"/>
                <a:gd name="T19" fmla="*/ 0 h 453"/>
                <a:gd name="T20" fmla="*/ 0 w 581"/>
                <a:gd name="T21" fmla="*/ 0 h 453"/>
                <a:gd name="T22" fmla="*/ 0 w 581"/>
                <a:gd name="T23" fmla="*/ 0 h 453"/>
                <a:gd name="T24" fmla="*/ 0 w 581"/>
                <a:gd name="T25" fmla="*/ 0 h 453"/>
                <a:gd name="T26" fmla="*/ 0 w 581"/>
                <a:gd name="T27" fmla="*/ 0 h 453"/>
                <a:gd name="T28" fmla="*/ 0 w 581"/>
                <a:gd name="T29" fmla="*/ 0 h 453"/>
                <a:gd name="T30" fmla="*/ 0 w 581"/>
                <a:gd name="T31" fmla="*/ 0 h 453"/>
                <a:gd name="T32" fmla="*/ 0 w 581"/>
                <a:gd name="T33" fmla="*/ 0 h 453"/>
                <a:gd name="T34" fmla="*/ 0 w 581"/>
                <a:gd name="T35" fmla="*/ 0 h 453"/>
                <a:gd name="T36" fmla="*/ 0 w 581"/>
                <a:gd name="T37" fmla="*/ 0 h 453"/>
                <a:gd name="T38" fmla="*/ 0 w 581"/>
                <a:gd name="T39" fmla="*/ 0 h 453"/>
                <a:gd name="T40" fmla="*/ 0 w 581"/>
                <a:gd name="T41" fmla="*/ 0 h 453"/>
                <a:gd name="T42" fmla="*/ 0 w 581"/>
                <a:gd name="T43" fmla="*/ 0 h 453"/>
                <a:gd name="T44" fmla="*/ 0 w 581"/>
                <a:gd name="T45" fmla="*/ 0 h 453"/>
                <a:gd name="T46" fmla="*/ 0 w 581"/>
                <a:gd name="T47" fmla="*/ 0 h 453"/>
                <a:gd name="T48" fmla="*/ 0 w 581"/>
                <a:gd name="T49" fmla="*/ 0 h 453"/>
                <a:gd name="T50" fmla="*/ 0 w 581"/>
                <a:gd name="T51" fmla="*/ 0 h 453"/>
                <a:gd name="T52" fmla="*/ 0 w 581"/>
                <a:gd name="T53" fmla="*/ 0 h 453"/>
                <a:gd name="T54" fmla="*/ 0 w 581"/>
                <a:gd name="T55" fmla="*/ 0 h 453"/>
                <a:gd name="T56" fmla="*/ 0 w 581"/>
                <a:gd name="T57" fmla="*/ 0 h 453"/>
                <a:gd name="T58" fmla="*/ 0 w 581"/>
                <a:gd name="T59" fmla="*/ 0 h 45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81" h="453">
                  <a:moveTo>
                    <a:pt x="169" y="446"/>
                  </a:moveTo>
                  <a:lnTo>
                    <a:pt x="117" y="446"/>
                  </a:lnTo>
                  <a:lnTo>
                    <a:pt x="93" y="411"/>
                  </a:lnTo>
                  <a:lnTo>
                    <a:pt x="35" y="383"/>
                  </a:lnTo>
                  <a:lnTo>
                    <a:pt x="5" y="377"/>
                  </a:lnTo>
                  <a:lnTo>
                    <a:pt x="0" y="319"/>
                  </a:lnTo>
                  <a:lnTo>
                    <a:pt x="87" y="289"/>
                  </a:lnTo>
                  <a:lnTo>
                    <a:pt x="117" y="249"/>
                  </a:lnTo>
                  <a:lnTo>
                    <a:pt x="180" y="226"/>
                  </a:lnTo>
                  <a:lnTo>
                    <a:pt x="274" y="191"/>
                  </a:lnTo>
                  <a:lnTo>
                    <a:pt x="308" y="150"/>
                  </a:lnTo>
                  <a:lnTo>
                    <a:pt x="366" y="104"/>
                  </a:lnTo>
                  <a:lnTo>
                    <a:pt x="471" y="34"/>
                  </a:lnTo>
                  <a:lnTo>
                    <a:pt x="500" y="0"/>
                  </a:lnTo>
                  <a:lnTo>
                    <a:pt x="541" y="0"/>
                  </a:lnTo>
                  <a:lnTo>
                    <a:pt x="518" y="63"/>
                  </a:lnTo>
                  <a:lnTo>
                    <a:pt x="546" y="87"/>
                  </a:lnTo>
                  <a:lnTo>
                    <a:pt x="581" y="98"/>
                  </a:lnTo>
                  <a:lnTo>
                    <a:pt x="541" y="179"/>
                  </a:lnTo>
                  <a:lnTo>
                    <a:pt x="483" y="202"/>
                  </a:lnTo>
                  <a:lnTo>
                    <a:pt x="448" y="249"/>
                  </a:lnTo>
                  <a:lnTo>
                    <a:pt x="401" y="261"/>
                  </a:lnTo>
                  <a:lnTo>
                    <a:pt x="366" y="255"/>
                  </a:lnTo>
                  <a:lnTo>
                    <a:pt x="337" y="289"/>
                  </a:lnTo>
                  <a:lnTo>
                    <a:pt x="308" y="342"/>
                  </a:lnTo>
                  <a:lnTo>
                    <a:pt x="279" y="389"/>
                  </a:lnTo>
                  <a:lnTo>
                    <a:pt x="244" y="435"/>
                  </a:lnTo>
                  <a:lnTo>
                    <a:pt x="209" y="446"/>
                  </a:lnTo>
                  <a:lnTo>
                    <a:pt x="186" y="453"/>
                  </a:lnTo>
                  <a:lnTo>
                    <a:pt x="169" y="446"/>
                  </a:lnTo>
                  <a:close/>
                </a:path>
              </a:pathLst>
            </a:custGeom>
            <a:solidFill>
              <a:srgbClr val="FFFFFF"/>
            </a:solidFill>
            <a:ln w="9525">
              <a:solidFill>
                <a:srgbClr val="000000"/>
              </a:solidFill>
              <a:round/>
              <a:headEnd/>
              <a:tailEnd/>
            </a:ln>
          </p:spPr>
          <p:txBody>
            <a:bodyPr/>
            <a:lstStyle/>
            <a:p>
              <a:endParaRPr lang="ko-KR" altLang="en-US"/>
            </a:p>
          </p:txBody>
        </p:sp>
        <p:sp>
          <p:nvSpPr>
            <p:cNvPr id="440390" name="Freeform 362">
              <a:extLst>
                <a:ext uri="{FF2B5EF4-FFF2-40B4-BE49-F238E27FC236}">
                  <a16:creationId xmlns:a16="http://schemas.microsoft.com/office/drawing/2014/main" id="{3C933771-5FAC-891A-CE3B-960CE945AEEA}"/>
                </a:ext>
              </a:extLst>
            </p:cNvPr>
            <p:cNvSpPr>
              <a:spLocks/>
            </p:cNvSpPr>
            <p:nvPr/>
          </p:nvSpPr>
          <p:spPr bwMode="auto">
            <a:xfrm>
              <a:off x="3594" y="1047"/>
              <a:ext cx="18" cy="39"/>
            </a:xfrm>
            <a:custGeom>
              <a:avLst/>
              <a:gdLst>
                <a:gd name="T0" fmla="*/ 0 w 243"/>
                <a:gd name="T1" fmla="*/ 0 h 481"/>
                <a:gd name="T2" fmla="*/ 0 w 243"/>
                <a:gd name="T3" fmla="*/ 0 h 481"/>
                <a:gd name="T4" fmla="*/ 0 w 243"/>
                <a:gd name="T5" fmla="*/ 0 h 481"/>
                <a:gd name="T6" fmla="*/ 0 w 243"/>
                <a:gd name="T7" fmla="*/ 0 h 481"/>
                <a:gd name="T8" fmla="*/ 0 w 243"/>
                <a:gd name="T9" fmla="*/ 0 h 481"/>
                <a:gd name="T10" fmla="*/ 0 w 243"/>
                <a:gd name="T11" fmla="*/ 0 h 481"/>
                <a:gd name="T12" fmla="*/ 0 w 243"/>
                <a:gd name="T13" fmla="*/ 0 h 481"/>
                <a:gd name="T14" fmla="*/ 0 w 243"/>
                <a:gd name="T15" fmla="*/ 0 h 481"/>
                <a:gd name="T16" fmla="*/ 0 w 243"/>
                <a:gd name="T17" fmla="*/ 0 h 481"/>
                <a:gd name="T18" fmla="*/ 0 w 243"/>
                <a:gd name="T19" fmla="*/ 0 h 481"/>
                <a:gd name="T20" fmla="*/ 0 w 243"/>
                <a:gd name="T21" fmla="*/ 0 h 481"/>
                <a:gd name="T22" fmla="*/ 0 w 243"/>
                <a:gd name="T23" fmla="*/ 0 h 481"/>
                <a:gd name="T24" fmla="*/ 0 w 243"/>
                <a:gd name="T25" fmla="*/ 0 h 481"/>
                <a:gd name="T26" fmla="*/ 0 w 243"/>
                <a:gd name="T27" fmla="*/ 0 h 481"/>
                <a:gd name="T28" fmla="*/ 0 w 243"/>
                <a:gd name="T29" fmla="*/ 0 h 481"/>
                <a:gd name="T30" fmla="*/ 0 w 243"/>
                <a:gd name="T31" fmla="*/ 0 h 481"/>
                <a:gd name="T32" fmla="*/ 0 w 243"/>
                <a:gd name="T33" fmla="*/ 0 h 481"/>
                <a:gd name="T34" fmla="*/ 0 w 243"/>
                <a:gd name="T35" fmla="*/ 0 h 481"/>
                <a:gd name="T36" fmla="*/ 0 w 243"/>
                <a:gd name="T37" fmla="*/ 0 h 481"/>
                <a:gd name="T38" fmla="*/ 0 w 243"/>
                <a:gd name="T39" fmla="*/ 0 h 481"/>
                <a:gd name="T40" fmla="*/ 0 w 243"/>
                <a:gd name="T41" fmla="*/ 0 h 481"/>
                <a:gd name="T42" fmla="*/ 0 w 243"/>
                <a:gd name="T43" fmla="*/ 0 h 48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481">
                  <a:moveTo>
                    <a:pt x="0" y="476"/>
                  </a:moveTo>
                  <a:lnTo>
                    <a:pt x="0" y="418"/>
                  </a:lnTo>
                  <a:lnTo>
                    <a:pt x="0" y="371"/>
                  </a:lnTo>
                  <a:lnTo>
                    <a:pt x="5" y="331"/>
                  </a:lnTo>
                  <a:lnTo>
                    <a:pt x="63" y="279"/>
                  </a:lnTo>
                  <a:lnTo>
                    <a:pt x="70" y="226"/>
                  </a:lnTo>
                  <a:lnTo>
                    <a:pt x="70" y="162"/>
                  </a:lnTo>
                  <a:lnTo>
                    <a:pt x="70" y="80"/>
                  </a:lnTo>
                  <a:lnTo>
                    <a:pt x="40" y="0"/>
                  </a:lnTo>
                  <a:lnTo>
                    <a:pt x="75" y="87"/>
                  </a:lnTo>
                  <a:lnTo>
                    <a:pt x="115" y="197"/>
                  </a:lnTo>
                  <a:lnTo>
                    <a:pt x="150" y="255"/>
                  </a:lnTo>
                  <a:lnTo>
                    <a:pt x="203" y="272"/>
                  </a:lnTo>
                  <a:lnTo>
                    <a:pt x="232" y="226"/>
                  </a:lnTo>
                  <a:lnTo>
                    <a:pt x="243" y="307"/>
                  </a:lnTo>
                  <a:lnTo>
                    <a:pt x="226" y="331"/>
                  </a:lnTo>
                  <a:lnTo>
                    <a:pt x="168" y="383"/>
                  </a:lnTo>
                  <a:lnTo>
                    <a:pt x="122" y="435"/>
                  </a:lnTo>
                  <a:lnTo>
                    <a:pt x="93" y="470"/>
                  </a:lnTo>
                  <a:lnTo>
                    <a:pt x="40" y="481"/>
                  </a:lnTo>
                  <a:lnTo>
                    <a:pt x="11" y="481"/>
                  </a:lnTo>
                  <a:lnTo>
                    <a:pt x="0" y="476"/>
                  </a:lnTo>
                  <a:close/>
                </a:path>
              </a:pathLst>
            </a:custGeom>
            <a:solidFill>
              <a:srgbClr val="FFFFFF"/>
            </a:solidFill>
            <a:ln w="9525">
              <a:solidFill>
                <a:srgbClr val="000000"/>
              </a:solidFill>
              <a:round/>
              <a:headEnd/>
              <a:tailEnd/>
            </a:ln>
          </p:spPr>
          <p:txBody>
            <a:bodyPr/>
            <a:lstStyle/>
            <a:p>
              <a:endParaRPr lang="ko-KR" altLang="en-US"/>
            </a:p>
          </p:txBody>
        </p:sp>
        <p:sp>
          <p:nvSpPr>
            <p:cNvPr id="440391" name="Freeform 363">
              <a:extLst>
                <a:ext uri="{FF2B5EF4-FFF2-40B4-BE49-F238E27FC236}">
                  <a16:creationId xmlns:a16="http://schemas.microsoft.com/office/drawing/2014/main" id="{6F803B3F-59EF-1F50-3874-70ED329DB006}"/>
                </a:ext>
              </a:extLst>
            </p:cNvPr>
            <p:cNvSpPr>
              <a:spLocks/>
            </p:cNvSpPr>
            <p:nvPr/>
          </p:nvSpPr>
          <p:spPr bwMode="auto">
            <a:xfrm>
              <a:off x="2756" y="676"/>
              <a:ext cx="46" cy="34"/>
            </a:xfrm>
            <a:custGeom>
              <a:avLst/>
              <a:gdLst>
                <a:gd name="T0" fmla="*/ 0 w 605"/>
                <a:gd name="T1" fmla="*/ 0 h 430"/>
                <a:gd name="T2" fmla="*/ 0 w 605"/>
                <a:gd name="T3" fmla="*/ 0 h 430"/>
                <a:gd name="T4" fmla="*/ 0 w 605"/>
                <a:gd name="T5" fmla="*/ 0 h 430"/>
                <a:gd name="T6" fmla="*/ 0 w 605"/>
                <a:gd name="T7" fmla="*/ 0 h 430"/>
                <a:gd name="T8" fmla="*/ 0 w 605"/>
                <a:gd name="T9" fmla="*/ 0 h 430"/>
                <a:gd name="T10" fmla="*/ 0 w 605"/>
                <a:gd name="T11" fmla="*/ 0 h 430"/>
                <a:gd name="T12" fmla="*/ 0 w 605"/>
                <a:gd name="T13" fmla="*/ 0 h 430"/>
                <a:gd name="T14" fmla="*/ 0 w 605"/>
                <a:gd name="T15" fmla="*/ 0 h 430"/>
                <a:gd name="T16" fmla="*/ 0 w 605"/>
                <a:gd name="T17" fmla="*/ 0 h 430"/>
                <a:gd name="T18" fmla="*/ 0 w 605"/>
                <a:gd name="T19" fmla="*/ 0 h 430"/>
                <a:gd name="T20" fmla="*/ 0 w 605"/>
                <a:gd name="T21" fmla="*/ 0 h 4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5" h="430">
                  <a:moveTo>
                    <a:pt x="331" y="18"/>
                  </a:moveTo>
                  <a:lnTo>
                    <a:pt x="605" y="0"/>
                  </a:lnTo>
                  <a:lnTo>
                    <a:pt x="582" y="70"/>
                  </a:lnTo>
                  <a:lnTo>
                    <a:pt x="384" y="81"/>
                  </a:lnTo>
                  <a:lnTo>
                    <a:pt x="343" y="255"/>
                  </a:lnTo>
                  <a:lnTo>
                    <a:pt x="256" y="273"/>
                  </a:lnTo>
                  <a:lnTo>
                    <a:pt x="233" y="401"/>
                  </a:lnTo>
                  <a:lnTo>
                    <a:pt x="12" y="430"/>
                  </a:lnTo>
                  <a:lnTo>
                    <a:pt x="0" y="389"/>
                  </a:lnTo>
                  <a:lnTo>
                    <a:pt x="227" y="93"/>
                  </a:lnTo>
                  <a:lnTo>
                    <a:pt x="331" y="18"/>
                  </a:lnTo>
                  <a:close/>
                </a:path>
              </a:pathLst>
            </a:custGeom>
            <a:solidFill>
              <a:srgbClr val="FFFFFF"/>
            </a:solidFill>
            <a:ln w="9525">
              <a:solidFill>
                <a:srgbClr val="000000"/>
              </a:solidFill>
              <a:round/>
              <a:headEnd/>
              <a:tailEnd/>
            </a:ln>
          </p:spPr>
          <p:txBody>
            <a:bodyPr/>
            <a:lstStyle/>
            <a:p>
              <a:endParaRPr lang="ko-KR" altLang="en-US"/>
            </a:p>
          </p:txBody>
        </p:sp>
        <p:sp>
          <p:nvSpPr>
            <p:cNvPr id="440392" name="Freeform 364">
              <a:extLst>
                <a:ext uri="{FF2B5EF4-FFF2-40B4-BE49-F238E27FC236}">
                  <a16:creationId xmlns:a16="http://schemas.microsoft.com/office/drawing/2014/main" id="{0B12B0F4-C746-2F9F-AF60-811023F523FB}"/>
                </a:ext>
              </a:extLst>
            </p:cNvPr>
            <p:cNvSpPr>
              <a:spLocks/>
            </p:cNvSpPr>
            <p:nvPr/>
          </p:nvSpPr>
          <p:spPr bwMode="auto">
            <a:xfrm>
              <a:off x="2781" y="628"/>
              <a:ext cx="62" cy="49"/>
            </a:xfrm>
            <a:custGeom>
              <a:avLst/>
              <a:gdLst>
                <a:gd name="T0" fmla="*/ 0 w 814"/>
                <a:gd name="T1" fmla="*/ 0 h 616"/>
                <a:gd name="T2" fmla="*/ 0 w 814"/>
                <a:gd name="T3" fmla="*/ 0 h 616"/>
                <a:gd name="T4" fmla="*/ 0 w 814"/>
                <a:gd name="T5" fmla="*/ 0 h 616"/>
                <a:gd name="T6" fmla="*/ 0 w 814"/>
                <a:gd name="T7" fmla="*/ 0 h 616"/>
                <a:gd name="T8" fmla="*/ 0 w 814"/>
                <a:gd name="T9" fmla="*/ 0 h 616"/>
                <a:gd name="T10" fmla="*/ 0 w 814"/>
                <a:gd name="T11" fmla="*/ 0 h 616"/>
                <a:gd name="T12" fmla="*/ 0 w 814"/>
                <a:gd name="T13" fmla="*/ 0 h 616"/>
                <a:gd name="T14" fmla="*/ 0 w 814"/>
                <a:gd name="T15" fmla="*/ 0 h 616"/>
                <a:gd name="T16" fmla="*/ 0 w 814"/>
                <a:gd name="T17" fmla="*/ 0 h 616"/>
                <a:gd name="T18" fmla="*/ 0 w 814"/>
                <a:gd name="T19" fmla="*/ 0 h 616"/>
                <a:gd name="T20" fmla="*/ 0 w 814"/>
                <a:gd name="T21" fmla="*/ 0 h 616"/>
                <a:gd name="T22" fmla="*/ 0 w 814"/>
                <a:gd name="T23" fmla="*/ 0 h 616"/>
                <a:gd name="T24" fmla="*/ 0 w 814"/>
                <a:gd name="T25" fmla="*/ 0 h 616"/>
                <a:gd name="T26" fmla="*/ 0 w 814"/>
                <a:gd name="T27" fmla="*/ 0 h 616"/>
                <a:gd name="T28" fmla="*/ 0 w 814"/>
                <a:gd name="T29" fmla="*/ 0 h 6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14" h="616">
                  <a:moveTo>
                    <a:pt x="0" y="616"/>
                  </a:moveTo>
                  <a:lnTo>
                    <a:pt x="262" y="418"/>
                  </a:lnTo>
                  <a:lnTo>
                    <a:pt x="274" y="337"/>
                  </a:lnTo>
                  <a:lnTo>
                    <a:pt x="378" y="203"/>
                  </a:lnTo>
                  <a:lnTo>
                    <a:pt x="535" y="105"/>
                  </a:lnTo>
                  <a:lnTo>
                    <a:pt x="587" y="0"/>
                  </a:lnTo>
                  <a:lnTo>
                    <a:pt x="720" y="70"/>
                  </a:lnTo>
                  <a:lnTo>
                    <a:pt x="814" y="58"/>
                  </a:lnTo>
                  <a:lnTo>
                    <a:pt x="802" y="238"/>
                  </a:lnTo>
                  <a:lnTo>
                    <a:pt x="715" y="262"/>
                  </a:lnTo>
                  <a:lnTo>
                    <a:pt x="529" y="429"/>
                  </a:lnTo>
                  <a:lnTo>
                    <a:pt x="354" y="464"/>
                  </a:lnTo>
                  <a:lnTo>
                    <a:pt x="279" y="598"/>
                  </a:lnTo>
                  <a:lnTo>
                    <a:pt x="12" y="616"/>
                  </a:lnTo>
                  <a:lnTo>
                    <a:pt x="0" y="616"/>
                  </a:lnTo>
                  <a:close/>
                </a:path>
              </a:pathLst>
            </a:custGeom>
            <a:solidFill>
              <a:srgbClr val="FFFFFF"/>
            </a:solidFill>
            <a:ln w="9525">
              <a:solidFill>
                <a:srgbClr val="000000"/>
              </a:solidFill>
              <a:round/>
              <a:headEnd/>
              <a:tailEnd/>
            </a:ln>
          </p:spPr>
          <p:txBody>
            <a:bodyPr/>
            <a:lstStyle/>
            <a:p>
              <a:endParaRPr lang="ko-KR" altLang="en-US"/>
            </a:p>
          </p:txBody>
        </p:sp>
        <p:sp>
          <p:nvSpPr>
            <p:cNvPr id="440393" name="Freeform 365">
              <a:extLst>
                <a:ext uri="{FF2B5EF4-FFF2-40B4-BE49-F238E27FC236}">
                  <a16:creationId xmlns:a16="http://schemas.microsoft.com/office/drawing/2014/main" id="{49C94AF6-95D1-0770-D850-935F328DA20F}"/>
                </a:ext>
              </a:extLst>
            </p:cNvPr>
            <p:cNvSpPr>
              <a:spLocks/>
            </p:cNvSpPr>
            <p:nvPr/>
          </p:nvSpPr>
          <p:spPr bwMode="auto">
            <a:xfrm>
              <a:off x="2754" y="676"/>
              <a:ext cx="63" cy="69"/>
            </a:xfrm>
            <a:custGeom>
              <a:avLst/>
              <a:gdLst>
                <a:gd name="T0" fmla="*/ 0 w 825"/>
                <a:gd name="T1" fmla="*/ 0 h 860"/>
                <a:gd name="T2" fmla="*/ 0 w 825"/>
                <a:gd name="T3" fmla="*/ 0 h 860"/>
                <a:gd name="T4" fmla="*/ 0 w 825"/>
                <a:gd name="T5" fmla="*/ 0 h 860"/>
                <a:gd name="T6" fmla="*/ 0 w 825"/>
                <a:gd name="T7" fmla="*/ 0 h 860"/>
                <a:gd name="T8" fmla="*/ 0 w 825"/>
                <a:gd name="T9" fmla="*/ 0 h 860"/>
                <a:gd name="T10" fmla="*/ 0 w 825"/>
                <a:gd name="T11" fmla="*/ 0 h 860"/>
                <a:gd name="T12" fmla="*/ 0 w 825"/>
                <a:gd name="T13" fmla="*/ 0 h 860"/>
                <a:gd name="T14" fmla="*/ 0 w 825"/>
                <a:gd name="T15" fmla="*/ 0 h 860"/>
                <a:gd name="T16" fmla="*/ 0 w 825"/>
                <a:gd name="T17" fmla="*/ 0 h 860"/>
                <a:gd name="T18" fmla="*/ 0 w 825"/>
                <a:gd name="T19" fmla="*/ 0 h 860"/>
                <a:gd name="T20" fmla="*/ 0 w 825"/>
                <a:gd name="T21" fmla="*/ 0 h 860"/>
                <a:gd name="T22" fmla="*/ 0 w 825"/>
                <a:gd name="T23" fmla="*/ 0 h 860"/>
                <a:gd name="T24" fmla="*/ 0 w 825"/>
                <a:gd name="T25" fmla="*/ 0 h 860"/>
                <a:gd name="T26" fmla="*/ 0 w 825"/>
                <a:gd name="T27" fmla="*/ 0 h 860"/>
                <a:gd name="T28" fmla="*/ 0 w 825"/>
                <a:gd name="T29" fmla="*/ 0 h 860"/>
                <a:gd name="T30" fmla="*/ 0 w 825"/>
                <a:gd name="T31" fmla="*/ 0 h 860"/>
                <a:gd name="T32" fmla="*/ 0 w 825"/>
                <a:gd name="T33" fmla="*/ 0 h 860"/>
                <a:gd name="T34" fmla="*/ 0 w 825"/>
                <a:gd name="T35" fmla="*/ 0 h 860"/>
                <a:gd name="T36" fmla="*/ 0 w 825"/>
                <a:gd name="T37" fmla="*/ 0 h 860"/>
                <a:gd name="T38" fmla="*/ 0 w 825"/>
                <a:gd name="T39" fmla="*/ 0 h 860"/>
                <a:gd name="T40" fmla="*/ 0 w 825"/>
                <a:gd name="T41" fmla="*/ 0 h 860"/>
                <a:gd name="T42" fmla="*/ 0 w 825"/>
                <a:gd name="T43" fmla="*/ 0 h 860"/>
                <a:gd name="T44" fmla="*/ 0 w 825"/>
                <a:gd name="T45" fmla="*/ 0 h 860"/>
                <a:gd name="T46" fmla="*/ 0 w 825"/>
                <a:gd name="T47" fmla="*/ 0 h 860"/>
                <a:gd name="T48" fmla="*/ 0 w 825"/>
                <a:gd name="T49" fmla="*/ 0 h 860"/>
                <a:gd name="T50" fmla="*/ 0 w 825"/>
                <a:gd name="T51" fmla="*/ 0 h 8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25" h="860">
                  <a:moveTo>
                    <a:pt x="628" y="0"/>
                  </a:moveTo>
                  <a:lnTo>
                    <a:pt x="825" y="151"/>
                  </a:lnTo>
                  <a:lnTo>
                    <a:pt x="721" y="145"/>
                  </a:lnTo>
                  <a:lnTo>
                    <a:pt x="675" y="708"/>
                  </a:lnTo>
                  <a:lnTo>
                    <a:pt x="745" y="708"/>
                  </a:lnTo>
                  <a:lnTo>
                    <a:pt x="738" y="790"/>
                  </a:lnTo>
                  <a:lnTo>
                    <a:pt x="506" y="790"/>
                  </a:lnTo>
                  <a:lnTo>
                    <a:pt x="476" y="750"/>
                  </a:lnTo>
                  <a:lnTo>
                    <a:pt x="442" y="825"/>
                  </a:lnTo>
                  <a:lnTo>
                    <a:pt x="361" y="825"/>
                  </a:lnTo>
                  <a:lnTo>
                    <a:pt x="344" y="790"/>
                  </a:lnTo>
                  <a:lnTo>
                    <a:pt x="320" y="860"/>
                  </a:lnTo>
                  <a:lnTo>
                    <a:pt x="274" y="860"/>
                  </a:lnTo>
                  <a:lnTo>
                    <a:pt x="128" y="732"/>
                  </a:lnTo>
                  <a:lnTo>
                    <a:pt x="75" y="778"/>
                  </a:lnTo>
                  <a:lnTo>
                    <a:pt x="0" y="773"/>
                  </a:lnTo>
                  <a:lnTo>
                    <a:pt x="40" y="708"/>
                  </a:lnTo>
                  <a:lnTo>
                    <a:pt x="30" y="529"/>
                  </a:lnTo>
                  <a:lnTo>
                    <a:pt x="58" y="482"/>
                  </a:lnTo>
                  <a:lnTo>
                    <a:pt x="35" y="430"/>
                  </a:lnTo>
                  <a:lnTo>
                    <a:pt x="256" y="401"/>
                  </a:lnTo>
                  <a:lnTo>
                    <a:pt x="279" y="273"/>
                  </a:lnTo>
                  <a:lnTo>
                    <a:pt x="366" y="255"/>
                  </a:lnTo>
                  <a:lnTo>
                    <a:pt x="407" y="81"/>
                  </a:lnTo>
                  <a:lnTo>
                    <a:pt x="605" y="70"/>
                  </a:lnTo>
                  <a:lnTo>
                    <a:pt x="628" y="0"/>
                  </a:lnTo>
                  <a:close/>
                </a:path>
              </a:pathLst>
            </a:custGeom>
            <a:solidFill>
              <a:srgbClr val="FFFFFF"/>
            </a:solidFill>
            <a:ln w="9525">
              <a:solidFill>
                <a:srgbClr val="000000"/>
              </a:solidFill>
              <a:round/>
              <a:headEnd/>
              <a:tailEnd/>
            </a:ln>
          </p:spPr>
          <p:txBody>
            <a:bodyPr/>
            <a:lstStyle/>
            <a:p>
              <a:endParaRPr lang="ko-KR" altLang="en-US"/>
            </a:p>
          </p:txBody>
        </p:sp>
        <p:sp>
          <p:nvSpPr>
            <p:cNvPr id="440394" name="Freeform 366">
              <a:extLst>
                <a:ext uri="{FF2B5EF4-FFF2-40B4-BE49-F238E27FC236}">
                  <a16:creationId xmlns:a16="http://schemas.microsoft.com/office/drawing/2014/main" id="{3B97F8E9-98F5-CC4E-D113-B74E189F11DB}"/>
                </a:ext>
              </a:extLst>
            </p:cNvPr>
            <p:cNvSpPr>
              <a:spLocks/>
            </p:cNvSpPr>
            <p:nvPr/>
          </p:nvSpPr>
          <p:spPr bwMode="auto">
            <a:xfrm>
              <a:off x="2802" y="621"/>
              <a:ext cx="90" cy="99"/>
            </a:xfrm>
            <a:custGeom>
              <a:avLst/>
              <a:gdLst>
                <a:gd name="T0" fmla="*/ 0 w 1191"/>
                <a:gd name="T1" fmla="*/ 0 h 1226"/>
                <a:gd name="T2" fmla="*/ 0 w 1191"/>
                <a:gd name="T3" fmla="*/ 0 h 1226"/>
                <a:gd name="T4" fmla="*/ 0 w 1191"/>
                <a:gd name="T5" fmla="*/ 0 h 1226"/>
                <a:gd name="T6" fmla="*/ 0 w 1191"/>
                <a:gd name="T7" fmla="*/ 0 h 1226"/>
                <a:gd name="T8" fmla="*/ 0 w 1191"/>
                <a:gd name="T9" fmla="*/ 0 h 1226"/>
                <a:gd name="T10" fmla="*/ 0 w 1191"/>
                <a:gd name="T11" fmla="*/ 0 h 1226"/>
                <a:gd name="T12" fmla="*/ 0 w 1191"/>
                <a:gd name="T13" fmla="*/ 0 h 1226"/>
                <a:gd name="T14" fmla="*/ 0 w 1191"/>
                <a:gd name="T15" fmla="*/ 0 h 1226"/>
                <a:gd name="T16" fmla="*/ 0 w 1191"/>
                <a:gd name="T17" fmla="*/ 0 h 1226"/>
                <a:gd name="T18" fmla="*/ 0 w 1191"/>
                <a:gd name="T19" fmla="*/ 0 h 1226"/>
                <a:gd name="T20" fmla="*/ 0 w 1191"/>
                <a:gd name="T21" fmla="*/ 0 h 1226"/>
                <a:gd name="T22" fmla="*/ 0 w 1191"/>
                <a:gd name="T23" fmla="*/ 0 h 1226"/>
                <a:gd name="T24" fmla="*/ 0 w 1191"/>
                <a:gd name="T25" fmla="*/ 0 h 1226"/>
                <a:gd name="T26" fmla="*/ 0 w 1191"/>
                <a:gd name="T27" fmla="*/ 0 h 1226"/>
                <a:gd name="T28" fmla="*/ 0 w 1191"/>
                <a:gd name="T29" fmla="*/ 0 h 1226"/>
                <a:gd name="T30" fmla="*/ 0 w 1191"/>
                <a:gd name="T31" fmla="*/ 0 h 1226"/>
                <a:gd name="T32" fmla="*/ 0 w 1191"/>
                <a:gd name="T33" fmla="*/ 0 h 1226"/>
                <a:gd name="T34" fmla="*/ 0 w 1191"/>
                <a:gd name="T35" fmla="*/ 0 h 1226"/>
                <a:gd name="T36" fmla="*/ 0 w 1191"/>
                <a:gd name="T37" fmla="*/ 0 h 1226"/>
                <a:gd name="T38" fmla="*/ 0 w 1191"/>
                <a:gd name="T39" fmla="*/ 0 h 1226"/>
                <a:gd name="T40" fmla="*/ 0 w 1191"/>
                <a:gd name="T41" fmla="*/ 0 h 1226"/>
                <a:gd name="T42" fmla="*/ 0 w 1191"/>
                <a:gd name="T43" fmla="*/ 0 h 12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191" h="1226">
                  <a:moveTo>
                    <a:pt x="0" y="674"/>
                  </a:moveTo>
                  <a:lnTo>
                    <a:pt x="610" y="1138"/>
                  </a:lnTo>
                  <a:lnTo>
                    <a:pt x="645" y="1145"/>
                  </a:lnTo>
                  <a:lnTo>
                    <a:pt x="651" y="1203"/>
                  </a:lnTo>
                  <a:lnTo>
                    <a:pt x="698" y="1226"/>
                  </a:lnTo>
                  <a:lnTo>
                    <a:pt x="1191" y="941"/>
                  </a:lnTo>
                  <a:lnTo>
                    <a:pt x="1122" y="889"/>
                  </a:lnTo>
                  <a:lnTo>
                    <a:pt x="1052" y="737"/>
                  </a:lnTo>
                  <a:lnTo>
                    <a:pt x="1099" y="639"/>
                  </a:lnTo>
                  <a:lnTo>
                    <a:pt x="1092" y="471"/>
                  </a:lnTo>
                  <a:lnTo>
                    <a:pt x="1122" y="442"/>
                  </a:lnTo>
                  <a:lnTo>
                    <a:pt x="1005" y="198"/>
                  </a:lnTo>
                  <a:lnTo>
                    <a:pt x="1052" y="151"/>
                  </a:lnTo>
                  <a:lnTo>
                    <a:pt x="1075" y="0"/>
                  </a:lnTo>
                  <a:lnTo>
                    <a:pt x="912" y="17"/>
                  </a:lnTo>
                  <a:lnTo>
                    <a:pt x="796" y="6"/>
                  </a:lnTo>
                  <a:lnTo>
                    <a:pt x="529" y="128"/>
                  </a:lnTo>
                  <a:lnTo>
                    <a:pt x="523" y="314"/>
                  </a:lnTo>
                  <a:lnTo>
                    <a:pt x="436" y="338"/>
                  </a:lnTo>
                  <a:lnTo>
                    <a:pt x="250" y="505"/>
                  </a:lnTo>
                  <a:lnTo>
                    <a:pt x="75" y="540"/>
                  </a:lnTo>
                  <a:lnTo>
                    <a:pt x="0" y="674"/>
                  </a:lnTo>
                  <a:close/>
                </a:path>
              </a:pathLst>
            </a:custGeom>
            <a:solidFill>
              <a:srgbClr val="FFFFFF"/>
            </a:solidFill>
            <a:ln w="9525">
              <a:solidFill>
                <a:srgbClr val="000000"/>
              </a:solidFill>
              <a:round/>
              <a:headEnd/>
              <a:tailEnd/>
            </a:ln>
          </p:spPr>
          <p:txBody>
            <a:bodyPr/>
            <a:lstStyle/>
            <a:p>
              <a:endParaRPr lang="ko-KR" altLang="en-US"/>
            </a:p>
          </p:txBody>
        </p:sp>
        <p:sp>
          <p:nvSpPr>
            <p:cNvPr id="440395" name="Freeform 367">
              <a:extLst>
                <a:ext uri="{FF2B5EF4-FFF2-40B4-BE49-F238E27FC236}">
                  <a16:creationId xmlns:a16="http://schemas.microsoft.com/office/drawing/2014/main" id="{45905AE7-9A25-581A-87F0-574271633B59}"/>
                </a:ext>
              </a:extLst>
            </p:cNvPr>
            <p:cNvSpPr>
              <a:spLocks/>
            </p:cNvSpPr>
            <p:nvPr/>
          </p:nvSpPr>
          <p:spPr bwMode="auto">
            <a:xfrm>
              <a:off x="2750" y="757"/>
              <a:ext cx="17" cy="10"/>
            </a:xfrm>
            <a:custGeom>
              <a:avLst/>
              <a:gdLst>
                <a:gd name="T0" fmla="*/ 0 w 221"/>
                <a:gd name="T1" fmla="*/ 0 h 116"/>
                <a:gd name="T2" fmla="*/ 0 w 221"/>
                <a:gd name="T3" fmla="*/ 0 h 116"/>
                <a:gd name="T4" fmla="*/ 0 w 221"/>
                <a:gd name="T5" fmla="*/ 0 h 116"/>
                <a:gd name="T6" fmla="*/ 0 w 221"/>
                <a:gd name="T7" fmla="*/ 0 h 116"/>
                <a:gd name="T8" fmla="*/ 0 w 221"/>
                <a:gd name="T9" fmla="*/ 0 h 116"/>
                <a:gd name="T10" fmla="*/ 0 w 221"/>
                <a:gd name="T11" fmla="*/ 0 h 1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1" h="116">
                  <a:moveTo>
                    <a:pt x="216" y="0"/>
                  </a:moveTo>
                  <a:lnTo>
                    <a:pt x="221" y="46"/>
                  </a:lnTo>
                  <a:lnTo>
                    <a:pt x="134" y="53"/>
                  </a:lnTo>
                  <a:lnTo>
                    <a:pt x="111" y="116"/>
                  </a:lnTo>
                  <a:lnTo>
                    <a:pt x="0" y="18"/>
                  </a:lnTo>
                  <a:lnTo>
                    <a:pt x="216" y="0"/>
                  </a:lnTo>
                  <a:close/>
                </a:path>
              </a:pathLst>
            </a:custGeom>
            <a:solidFill>
              <a:srgbClr val="FFFFFF"/>
            </a:solidFill>
            <a:ln w="9525">
              <a:solidFill>
                <a:srgbClr val="000000"/>
              </a:solidFill>
              <a:round/>
              <a:headEnd/>
              <a:tailEnd/>
            </a:ln>
          </p:spPr>
          <p:txBody>
            <a:bodyPr/>
            <a:lstStyle/>
            <a:p>
              <a:endParaRPr lang="ko-KR" altLang="en-US"/>
            </a:p>
          </p:txBody>
        </p:sp>
        <p:sp>
          <p:nvSpPr>
            <p:cNvPr id="440396" name="Freeform 368">
              <a:extLst>
                <a:ext uri="{FF2B5EF4-FFF2-40B4-BE49-F238E27FC236}">
                  <a16:creationId xmlns:a16="http://schemas.microsoft.com/office/drawing/2014/main" id="{87B52EFC-34F4-92E7-E7CA-79A20385A562}"/>
                </a:ext>
              </a:extLst>
            </p:cNvPr>
            <p:cNvSpPr>
              <a:spLocks/>
            </p:cNvSpPr>
            <p:nvPr/>
          </p:nvSpPr>
          <p:spPr bwMode="auto">
            <a:xfrm>
              <a:off x="2749" y="735"/>
              <a:ext cx="26" cy="23"/>
            </a:xfrm>
            <a:custGeom>
              <a:avLst/>
              <a:gdLst>
                <a:gd name="T0" fmla="*/ 0 w 344"/>
                <a:gd name="T1" fmla="*/ 0 h 297"/>
                <a:gd name="T2" fmla="*/ 0 w 344"/>
                <a:gd name="T3" fmla="*/ 0 h 297"/>
                <a:gd name="T4" fmla="*/ 0 w 344"/>
                <a:gd name="T5" fmla="*/ 0 h 297"/>
                <a:gd name="T6" fmla="*/ 0 w 344"/>
                <a:gd name="T7" fmla="*/ 0 h 297"/>
                <a:gd name="T8" fmla="*/ 0 w 344"/>
                <a:gd name="T9" fmla="*/ 0 h 297"/>
                <a:gd name="T10" fmla="*/ 0 w 344"/>
                <a:gd name="T11" fmla="*/ 0 h 297"/>
                <a:gd name="T12" fmla="*/ 0 w 344"/>
                <a:gd name="T13" fmla="*/ 0 h 297"/>
                <a:gd name="T14" fmla="*/ 0 w 344"/>
                <a:gd name="T15" fmla="*/ 0 h 297"/>
                <a:gd name="T16" fmla="*/ 0 w 344"/>
                <a:gd name="T17" fmla="*/ 0 h 297"/>
                <a:gd name="T18" fmla="*/ 0 w 344"/>
                <a:gd name="T19" fmla="*/ 0 h 297"/>
                <a:gd name="T20" fmla="*/ 0 w 344"/>
                <a:gd name="T21" fmla="*/ 0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4" h="297">
                  <a:moveTo>
                    <a:pt x="0" y="168"/>
                  </a:moveTo>
                  <a:lnTo>
                    <a:pt x="0" y="128"/>
                  </a:lnTo>
                  <a:lnTo>
                    <a:pt x="76" y="23"/>
                  </a:lnTo>
                  <a:lnTo>
                    <a:pt x="134" y="46"/>
                  </a:lnTo>
                  <a:lnTo>
                    <a:pt x="198" y="0"/>
                  </a:lnTo>
                  <a:lnTo>
                    <a:pt x="344" y="128"/>
                  </a:lnTo>
                  <a:lnTo>
                    <a:pt x="320" y="273"/>
                  </a:lnTo>
                  <a:lnTo>
                    <a:pt x="12" y="297"/>
                  </a:lnTo>
                  <a:lnTo>
                    <a:pt x="6" y="255"/>
                  </a:lnTo>
                  <a:lnTo>
                    <a:pt x="250" y="180"/>
                  </a:lnTo>
                  <a:lnTo>
                    <a:pt x="0" y="168"/>
                  </a:lnTo>
                  <a:close/>
                </a:path>
              </a:pathLst>
            </a:custGeom>
            <a:solidFill>
              <a:srgbClr val="FFFFFF"/>
            </a:solidFill>
            <a:ln w="9525">
              <a:solidFill>
                <a:srgbClr val="000000"/>
              </a:solidFill>
              <a:round/>
              <a:headEnd/>
              <a:tailEnd/>
            </a:ln>
          </p:spPr>
          <p:txBody>
            <a:bodyPr/>
            <a:lstStyle/>
            <a:p>
              <a:endParaRPr lang="ko-KR" altLang="en-US"/>
            </a:p>
          </p:txBody>
        </p:sp>
        <p:sp>
          <p:nvSpPr>
            <p:cNvPr id="440397" name="Freeform 369">
              <a:extLst>
                <a:ext uri="{FF2B5EF4-FFF2-40B4-BE49-F238E27FC236}">
                  <a16:creationId xmlns:a16="http://schemas.microsoft.com/office/drawing/2014/main" id="{CE910A05-A7C9-5788-D999-33BB85E40384}"/>
                </a:ext>
              </a:extLst>
            </p:cNvPr>
            <p:cNvSpPr>
              <a:spLocks/>
            </p:cNvSpPr>
            <p:nvPr/>
          </p:nvSpPr>
          <p:spPr bwMode="auto">
            <a:xfrm>
              <a:off x="2749" y="748"/>
              <a:ext cx="19" cy="7"/>
            </a:xfrm>
            <a:custGeom>
              <a:avLst/>
              <a:gdLst>
                <a:gd name="T0" fmla="*/ 0 w 250"/>
                <a:gd name="T1" fmla="*/ 0 h 87"/>
                <a:gd name="T2" fmla="*/ 0 w 250"/>
                <a:gd name="T3" fmla="*/ 0 h 87"/>
                <a:gd name="T4" fmla="*/ 0 w 250"/>
                <a:gd name="T5" fmla="*/ 0 h 87"/>
                <a:gd name="T6" fmla="*/ 0 w 250"/>
                <a:gd name="T7" fmla="*/ 0 h 8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0" h="87">
                  <a:moveTo>
                    <a:pt x="0" y="0"/>
                  </a:moveTo>
                  <a:lnTo>
                    <a:pt x="250" y="12"/>
                  </a:lnTo>
                  <a:lnTo>
                    <a:pt x="6" y="87"/>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398" name="Freeform 370">
              <a:extLst>
                <a:ext uri="{FF2B5EF4-FFF2-40B4-BE49-F238E27FC236}">
                  <a16:creationId xmlns:a16="http://schemas.microsoft.com/office/drawing/2014/main" id="{F0782B05-2E1A-4BFB-7492-3FC4A056275B}"/>
                </a:ext>
              </a:extLst>
            </p:cNvPr>
            <p:cNvSpPr>
              <a:spLocks/>
            </p:cNvSpPr>
            <p:nvPr/>
          </p:nvSpPr>
          <p:spPr bwMode="auto">
            <a:xfrm>
              <a:off x="2773" y="688"/>
              <a:ext cx="83" cy="79"/>
            </a:xfrm>
            <a:custGeom>
              <a:avLst/>
              <a:gdLst>
                <a:gd name="T0" fmla="*/ 0 w 1093"/>
                <a:gd name="T1" fmla="*/ 0 h 994"/>
                <a:gd name="T2" fmla="*/ 0 w 1093"/>
                <a:gd name="T3" fmla="*/ 0 h 994"/>
                <a:gd name="T4" fmla="*/ 0 w 1093"/>
                <a:gd name="T5" fmla="*/ 0 h 994"/>
                <a:gd name="T6" fmla="*/ 0 w 1093"/>
                <a:gd name="T7" fmla="*/ 0 h 994"/>
                <a:gd name="T8" fmla="*/ 0 w 1093"/>
                <a:gd name="T9" fmla="*/ 0 h 994"/>
                <a:gd name="T10" fmla="*/ 0 w 1093"/>
                <a:gd name="T11" fmla="*/ 0 h 994"/>
                <a:gd name="T12" fmla="*/ 0 w 1093"/>
                <a:gd name="T13" fmla="*/ 0 h 994"/>
                <a:gd name="T14" fmla="*/ 0 w 1093"/>
                <a:gd name="T15" fmla="*/ 0 h 994"/>
                <a:gd name="T16" fmla="*/ 0 w 1093"/>
                <a:gd name="T17" fmla="*/ 0 h 994"/>
                <a:gd name="T18" fmla="*/ 0 w 1093"/>
                <a:gd name="T19" fmla="*/ 0 h 994"/>
                <a:gd name="T20" fmla="*/ 0 w 1093"/>
                <a:gd name="T21" fmla="*/ 0 h 994"/>
                <a:gd name="T22" fmla="*/ 0 w 1093"/>
                <a:gd name="T23" fmla="*/ 0 h 994"/>
                <a:gd name="T24" fmla="*/ 0 w 1093"/>
                <a:gd name="T25" fmla="*/ 0 h 994"/>
                <a:gd name="T26" fmla="*/ 0 w 1093"/>
                <a:gd name="T27" fmla="*/ 0 h 994"/>
                <a:gd name="T28" fmla="*/ 0 w 1093"/>
                <a:gd name="T29" fmla="*/ 0 h 994"/>
                <a:gd name="T30" fmla="*/ 0 w 1093"/>
                <a:gd name="T31" fmla="*/ 0 h 994"/>
                <a:gd name="T32" fmla="*/ 0 w 1093"/>
                <a:gd name="T33" fmla="*/ 0 h 994"/>
                <a:gd name="T34" fmla="*/ 0 w 1093"/>
                <a:gd name="T35" fmla="*/ 0 h 994"/>
                <a:gd name="T36" fmla="*/ 0 w 1093"/>
                <a:gd name="T37" fmla="*/ 0 h 994"/>
                <a:gd name="T38" fmla="*/ 0 w 1093"/>
                <a:gd name="T39" fmla="*/ 0 h 994"/>
                <a:gd name="T40" fmla="*/ 0 w 1093"/>
                <a:gd name="T41" fmla="*/ 0 h 994"/>
                <a:gd name="T42" fmla="*/ 0 w 1093"/>
                <a:gd name="T43" fmla="*/ 0 h 994"/>
                <a:gd name="T44" fmla="*/ 0 w 1093"/>
                <a:gd name="T45" fmla="*/ 0 h 994"/>
                <a:gd name="T46" fmla="*/ 0 w 1093"/>
                <a:gd name="T47" fmla="*/ 0 h 994"/>
                <a:gd name="T48" fmla="*/ 0 w 1093"/>
                <a:gd name="T49" fmla="*/ 0 h 994"/>
                <a:gd name="T50" fmla="*/ 0 w 1093"/>
                <a:gd name="T51" fmla="*/ 0 h 994"/>
                <a:gd name="T52" fmla="*/ 0 w 1093"/>
                <a:gd name="T53" fmla="*/ 0 h 994"/>
                <a:gd name="T54" fmla="*/ 0 w 1093"/>
                <a:gd name="T55" fmla="*/ 0 h 9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93" h="994">
                  <a:moveTo>
                    <a:pt x="0" y="860"/>
                  </a:moveTo>
                  <a:lnTo>
                    <a:pt x="6" y="889"/>
                  </a:lnTo>
                  <a:lnTo>
                    <a:pt x="204" y="907"/>
                  </a:lnTo>
                  <a:lnTo>
                    <a:pt x="250" y="971"/>
                  </a:lnTo>
                  <a:lnTo>
                    <a:pt x="279" y="971"/>
                  </a:lnTo>
                  <a:lnTo>
                    <a:pt x="291" y="994"/>
                  </a:lnTo>
                  <a:lnTo>
                    <a:pt x="407" y="988"/>
                  </a:lnTo>
                  <a:lnTo>
                    <a:pt x="524" y="842"/>
                  </a:lnTo>
                  <a:lnTo>
                    <a:pt x="616" y="819"/>
                  </a:lnTo>
                  <a:lnTo>
                    <a:pt x="628" y="773"/>
                  </a:lnTo>
                  <a:lnTo>
                    <a:pt x="849" y="692"/>
                  </a:lnTo>
                  <a:lnTo>
                    <a:pt x="1024" y="616"/>
                  </a:lnTo>
                  <a:lnTo>
                    <a:pt x="1093" y="407"/>
                  </a:lnTo>
                  <a:lnTo>
                    <a:pt x="1035" y="372"/>
                  </a:lnTo>
                  <a:lnTo>
                    <a:pt x="1029" y="326"/>
                  </a:lnTo>
                  <a:lnTo>
                    <a:pt x="576" y="0"/>
                  </a:lnTo>
                  <a:lnTo>
                    <a:pt x="477" y="0"/>
                  </a:lnTo>
                  <a:lnTo>
                    <a:pt x="419" y="563"/>
                  </a:lnTo>
                  <a:lnTo>
                    <a:pt x="501" y="563"/>
                  </a:lnTo>
                  <a:lnTo>
                    <a:pt x="494" y="645"/>
                  </a:lnTo>
                  <a:lnTo>
                    <a:pt x="262" y="645"/>
                  </a:lnTo>
                  <a:lnTo>
                    <a:pt x="232" y="605"/>
                  </a:lnTo>
                  <a:lnTo>
                    <a:pt x="210" y="663"/>
                  </a:lnTo>
                  <a:lnTo>
                    <a:pt x="117" y="680"/>
                  </a:lnTo>
                  <a:lnTo>
                    <a:pt x="100" y="645"/>
                  </a:lnTo>
                  <a:lnTo>
                    <a:pt x="76" y="715"/>
                  </a:lnTo>
                  <a:lnTo>
                    <a:pt x="30" y="715"/>
                  </a:lnTo>
                  <a:lnTo>
                    <a:pt x="0" y="860"/>
                  </a:lnTo>
                  <a:close/>
                </a:path>
              </a:pathLst>
            </a:custGeom>
            <a:solidFill>
              <a:srgbClr val="FFFFFF"/>
            </a:solidFill>
            <a:ln w="9525">
              <a:solidFill>
                <a:srgbClr val="000000"/>
              </a:solidFill>
              <a:round/>
              <a:headEnd/>
              <a:tailEnd/>
            </a:ln>
          </p:spPr>
          <p:txBody>
            <a:bodyPr/>
            <a:lstStyle/>
            <a:p>
              <a:endParaRPr lang="ko-KR" altLang="en-US"/>
            </a:p>
          </p:txBody>
        </p:sp>
        <p:sp>
          <p:nvSpPr>
            <p:cNvPr id="440399" name="Freeform 371">
              <a:extLst>
                <a:ext uri="{FF2B5EF4-FFF2-40B4-BE49-F238E27FC236}">
                  <a16:creationId xmlns:a16="http://schemas.microsoft.com/office/drawing/2014/main" id="{860FCA4B-29B8-F1B8-F0FF-888A66D91E9C}"/>
                </a:ext>
              </a:extLst>
            </p:cNvPr>
            <p:cNvSpPr>
              <a:spLocks/>
            </p:cNvSpPr>
            <p:nvPr/>
          </p:nvSpPr>
          <p:spPr bwMode="auto">
            <a:xfrm>
              <a:off x="2878" y="619"/>
              <a:ext cx="20" cy="38"/>
            </a:xfrm>
            <a:custGeom>
              <a:avLst/>
              <a:gdLst>
                <a:gd name="T0" fmla="*/ 0 w 262"/>
                <a:gd name="T1" fmla="*/ 0 h 470"/>
                <a:gd name="T2" fmla="*/ 0 w 262"/>
                <a:gd name="T3" fmla="*/ 0 h 470"/>
                <a:gd name="T4" fmla="*/ 0 w 262"/>
                <a:gd name="T5" fmla="*/ 0 h 470"/>
                <a:gd name="T6" fmla="*/ 0 w 262"/>
                <a:gd name="T7" fmla="*/ 0 h 470"/>
                <a:gd name="T8" fmla="*/ 0 w 262"/>
                <a:gd name="T9" fmla="*/ 0 h 470"/>
                <a:gd name="T10" fmla="*/ 0 w 262"/>
                <a:gd name="T11" fmla="*/ 0 h 470"/>
                <a:gd name="T12" fmla="*/ 0 w 262"/>
                <a:gd name="T13" fmla="*/ 0 h 470"/>
                <a:gd name="T14" fmla="*/ 0 w 262"/>
                <a:gd name="T15" fmla="*/ 0 h 470"/>
                <a:gd name="T16" fmla="*/ 0 w 262"/>
                <a:gd name="T17" fmla="*/ 0 h 4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 h="470">
                  <a:moveTo>
                    <a:pt x="70" y="28"/>
                  </a:moveTo>
                  <a:lnTo>
                    <a:pt x="47" y="179"/>
                  </a:lnTo>
                  <a:lnTo>
                    <a:pt x="0" y="226"/>
                  </a:lnTo>
                  <a:lnTo>
                    <a:pt x="117" y="470"/>
                  </a:lnTo>
                  <a:lnTo>
                    <a:pt x="251" y="278"/>
                  </a:lnTo>
                  <a:lnTo>
                    <a:pt x="181" y="226"/>
                  </a:lnTo>
                  <a:lnTo>
                    <a:pt x="262" y="110"/>
                  </a:lnTo>
                  <a:lnTo>
                    <a:pt x="192" y="0"/>
                  </a:lnTo>
                  <a:lnTo>
                    <a:pt x="70" y="28"/>
                  </a:lnTo>
                  <a:close/>
                </a:path>
              </a:pathLst>
            </a:custGeom>
            <a:solidFill>
              <a:srgbClr val="FFFFFF"/>
            </a:solidFill>
            <a:ln w="9525">
              <a:solidFill>
                <a:srgbClr val="000000"/>
              </a:solidFill>
              <a:round/>
              <a:headEnd/>
              <a:tailEnd/>
            </a:ln>
          </p:spPr>
          <p:txBody>
            <a:bodyPr/>
            <a:lstStyle/>
            <a:p>
              <a:endParaRPr lang="ko-KR" altLang="en-US"/>
            </a:p>
          </p:txBody>
        </p:sp>
        <p:sp>
          <p:nvSpPr>
            <p:cNvPr id="440400" name="Freeform 372">
              <a:extLst>
                <a:ext uri="{FF2B5EF4-FFF2-40B4-BE49-F238E27FC236}">
                  <a16:creationId xmlns:a16="http://schemas.microsoft.com/office/drawing/2014/main" id="{DA83DD03-0BF9-E870-6981-4BEC7532D50B}"/>
                </a:ext>
              </a:extLst>
            </p:cNvPr>
            <p:cNvSpPr>
              <a:spLocks/>
            </p:cNvSpPr>
            <p:nvPr/>
          </p:nvSpPr>
          <p:spPr bwMode="auto">
            <a:xfrm>
              <a:off x="2758" y="756"/>
              <a:ext cx="38" cy="27"/>
            </a:xfrm>
            <a:custGeom>
              <a:avLst/>
              <a:gdLst>
                <a:gd name="T0" fmla="*/ 0 w 506"/>
                <a:gd name="T1" fmla="*/ 0 h 331"/>
                <a:gd name="T2" fmla="*/ 0 w 506"/>
                <a:gd name="T3" fmla="*/ 0 h 331"/>
                <a:gd name="T4" fmla="*/ 0 w 506"/>
                <a:gd name="T5" fmla="*/ 0 h 331"/>
                <a:gd name="T6" fmla="*/ 0 w 506"/>
                <a:gd name="T7" fmla="*/ 0 h 331"/>
                <a:gd name="T8" fmla="*/ 0 w 506"/>
                <a:gd name="T9" fmla="*/ 0 h 331"/>
                <a:gd name="T10" fmla="*/ 0 w 506"/>
                <a:gd name="T11" fmla="*/ 0 h 331"/>
                <a:gd name="T12" fmla="*/ 0 w 506"/>
                <a:gd name="T13" fmla="*/ 0 h 331"/>
                <a:gd name="T14" fmla="*/ 0 w 506"/>
                <a:gd name="T15" fmla="*/ 0 h 331"/>
                <a:gd name="T16" fmla="*/ 0 w 506"/>
                <a:gd name="T17" fmla="*/ 0 h 331"/>
                <a:gd name="T18" fmla="*/ 0 w 506"/>
                <a:gd name="T19" fmla="*/ 0 h 331"/>
                <a:gd name="T20" fmla="*/ 0 w 506"/>
                <a:gd name="T21" fmla="*/ 0 h 331"/>
                <a:gd name="T22" fmla="*/ 0 w 506"/>
                <a:gd name="T23" fmla="*/ 0 h 331"/>
                <a:gd name="T24" fmla="*/ 0 w 506"/>
                <a:gd name="T25" fmla="*/ 0 h 331"/>
                <a:gd name="T26" fmla="*/ 0 w 506"/>
                <a:gd name="T27" fmla="*/ 0 h 331"/>
                <a:gd name="T28" fmla="*/ 0 w 506"/>
                <a:gd name="T29" fmla="*/ 0 h 331"/>
                <a:gd name="T30" fmla="*/ 0 w 506"/>
                <a:gd name="T31" fmla="*/ 0 h 331"/>
                <a:gd name="T32" fmla="*/ 0 w 506"/>
                <a:gd name="T33" fmla="*/ 0 h 331"/>
                <a:gd name="T34" fmla="*/ 0 w 506"/>
                <a:gd name="T35" fmla="*/ 0 h 331"/>
                <a:gd name="T36" fmla="*/ 0 w 506"/>
                <a:gd name="T37" fmla="*/ 0 h 331"/>
                <a:gd name="T38" fmla="*/ 0 w 506"/>
                <a:gd name="T39" fmla="*/ 0 h 331"/>
                <a:gd name="T40" fmla="*/ 0 w 506"/>
                <a:gd name="T41" fmla="*/ 0 h 3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06" h="331">
                  <a:moveTo>
                    <a:pt x="0" y="128"/>
                  </a:moveTo>
                  <a:lnTo>
                    <a:pt x="23" y="59"/>
                  </a:lnTo>
                  <a:lnTo>
                    <a:pt x="110" y="52"/>
                  </a:lnTo>
                  <a:lnTo>
                    <a:pt x="105" y="6"/>
                  </a:lnTo>
                  <a:lnTo>
                    <a:pt x="197" y="0"/>
                  </a:lnTo>
                  <a:lnTo>
                    <a:pt x="203" y="29"/>
                  </a:lnTo>
                  <a:lnTo>
                    <a:pt x="401" y="47"/>
                  </a:lnTo>
                  <a:lnTo>
                    <a:pt x="447" y="111"/>
                  </a:lnTo>
                  <a:lnTo>
                    <a:pt x="476" y="111"/>
                  </a:lnTo>
                  <a:lnTo>
                    <a:pt x="506" y="163"/>
                  </a:lnTo>
                  <a:lnTo>
                    <a:pt x="436" y="169"/>
                  </a:lnTo>
                  <a:lnTo>
                    <a:pt x="476" y="291"/>
                  </a:lnTo>
                  <a:lnTo>
                    <a:pt x="389" y="279"/>
                  </a:lnTo>
                  <a:lnTo>
                    <a:pt x="401" y="303"/>
                  </a:lnTo>
                  <a:lnTo>
                    <a:pt x="366" y="331"/>
                  </a:lnTo>
                  <a:lnTo>
                    <a:pt x="331" y="273"/>
                  </a:lnTo>
                  <a:lnTo>
                    <a:pt x="302" y="279"/>
                  </a:lnTo>
                  <a:lnTo>
                    <a:pt x="227" y="139"/>
                  </a:lnTo>
                  <a:lnTo>
                    <a:pt x="105" y="244"/>
                  </a:lnTo>
                  <a:lnTo>
                    <a:pt x="81" y="204"/>
                  </a:lnTo>
                  <a:lnTo>
                    <a:pt x="0" y="128"/>
                  </a:lnTo>
                  <a:close/>
                </a:path>
              </a:pathLst>
            </a:custGeom>
            <a:solidFill>
              <a:srgbClr val="FFFFFF"/>
            </a:solidFill>
            <a:ln w="9525">
              <a:solidFill>
                <a:srgbClr val="000000"/>
              </a:solidFill>
              <a:round/>
              <a:headEnd/>
              <a:tailEnd/>
            </a:ln>
          </p:spPr>
          <p:txBody>
            <a:bodyPr/>
            <a:lstStyle/>
            <a:p>
              <a:endParaRPr lang="ko-KR" altLang="en-US"/>
            </a:p>
          </p:txBody>
        </p:sp>
        <p:sp>
          <p:nvSpPr>
            <p:cNvPr id="440401" name="Freeform 373">
              <a:extLst>
                <a:ext uri="{FF2B5EF4-FFF2-40B4-BE49-F238E27FC236}">
                  <a16:creationId xmlns:a16="http://schemas.microsoft.com/office/drawing/2014/main" id="{199374CB-A956-4DFA-96FF-84DA3A6534C9}"/>
                </a:ext>
              </a:extLst>
            </p:cNvPr>
            <p:cNvSpPr>
              <a:spLocks/>
            </p:cNvSpPr>
            <p:nvPr/>
          </p:nvSpPr>
          <p:spPr bwMode="auto">
            <a:xfrm>
              <a:off x="2766" y="768"/>
              <a:ext cx="15" cy="21"/>
            </a:xfrm>
            <a:custGeom>
              <a:avLst/>
              <a:gdLst>
                <a:gd name="T0" fmla="*/ 0 w 197"/>
                <a:gd name="T1" fmla="*/ 0 h 256"/>
                <a:gd name="T2" fmla="*/ 0 w 197"/>
                <a:gd name="T3" fmla="*/ 0 h 256"/>
                <a:gd name="T4" fmla="*/ 0 w 197"/>
                <a:gd name="T5" fmla="*/ 0 h 256"/>
                <a:gd name="T6" fmla="*/ 0 w 197"/>
                <a:gd name="T7" fmla="*/ 0 h 256"/>
                <a:gd name="T8" fmla="*/ 0 w 197"/>
                <a:gd name="T9" fmla="*/ 0 h 256"/>
                <a:gd name="T10" fmla="*/ 0 w 197"/>
                <a:gd name="T11" fmla="*/ 0 h 2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7" h="256">
                  <a:moveTo>
                    <a:pt x="0" y="105"/>
                  </a:moveTo>
                  <a:lnTo>
                    <a:pt x="52" y="215"/>
                  </a:lnTo>
                  <a:lnTo>
                    <a:pt x="104" y="256"/>
                  </a:lnTo>
                  <a:lnTo>
                    <a:pt x="197" y="140"/>
                  </a:lnTo>
                  <a:lnTo>
                    <a:pt x="122" y="0"/>
                  </a:lnTo>
                  <a:lnTo>
                    <a:pt x="0" y="105"/>
                  </a:lnTo>
                  <a:close/>
                </a:path>
              </a:pathLst>
            </a:custGeom>
            <a:solidFill>
              <a:srgbClr val="FFFFFF"/>
            </a:solidFill>
            <a:ln w="9525">
              <a:solidFill>
                <a:srgbClr val="000000"/>
              </a:solidFill>
              <a:round/>
              <a:headEnd/>
              <a:tailEnd/>
            </a:ln>
          </p:spPr>
          <p:txBody>
            <a:bodyPr/>
            <a:lstStyle/>
            <a:p>
              <a:endParaRPr lang="ko-KR" altLang="en-US"/>
            </a:p>
          </p:txBody>
        </p:sp>
        <p:sp>
          <p:nvSpPr>
            <p:cNvPr id="440402" name="Freeform 374">
              <a:extLst>
                <a:ext uri="{FF2B5EF4-FFF2-40B4-BE49-F238E27FC236}">
                  <a16:creationId xmlns:a16="http://schemas.microsoft.com/office/drawing/2014/main" id="{8314F561-3C2C-FD09-26BC-C0735D78902C}"/>
                </a:ext>
              </a:extLst>
            </p:cNvPr>
            <p:cNvSpPr>
              <a:spLocks/>
            </p:cNvSpPr>
            <p:nvPr/>
          </p:nvSpPr>
          <p:spPr bwMode="auto">
            <a:xfrm>
              <a:off x="2774" y="779"/>
              <a:ext cx="20" cy="22"/>
            </a:xfrm>
            <a:custGeom>
              <a:avLst/>
              <a:gdLst>
                <a:gd name="T0" fmla="*/ 0 w 262"/>
                <a:gd name="T1" fmla="*/ 0 h 273"/>
                <a:gd name="T2" fmla="*/ 0 w 262"/>
                <a:gd name="T3" fmla="*/ 0 h 273"/>
                <a:gd name="T4" fmla="*/ 0 w 262"/>
                <a:gd name="T5" fmla="*/ 0 h 273"/>
                <a:gd name="T6" fmla="*/ 0 w 262"/>
                <a:gd name="T7" fmla="*/ 0 h 273"/>
                <a:gd name="T8" fmla="*/ 0 w 262"/>
                <a:gd name="T9" fmla="*/ 0 h 273"/>
                <a:gd name="T10" fmla="*/ 0 w 262"/>
                <a:gd name="T11" fmla="*/ 0 h 273"/>
                <a:gd name="T12" fmla="*/ 0 w 262"/>
                <a:gd name="T13" fmla="*/ 0 h 273"/>
                <a:gd name="T14" fmla="*/ 0 w 262"/>
                <a:gd name="T15" fmla="*/ 0 h 273"/>
                <a:gd name="T16" fmla="*/ 0 w 262"/>
                <a:gd name="T17" fmla="*/ 0 h 273"/>
                <a:gd name="T18" fmla="*/ 0 w 262"/>
                <a:gd name="T19" fmla="*/ 0 h 2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2" h="273">
                  <a:moveTo>
                    <a:pt x="0" y="122"/>
                  </a:moveTo>
                  <a:lnTo>
                    <a:pt x="255" y="273"/>
                  </a:lnTo>
                  <a:lnTo>
                    <a:pt x="262" y="185"/>
                  </a:lnTo>
                  <a:lnTo>
                    <a:pt x="215" y="133"/>
                  </a:lnTo>
                  <a:lnTo>
                    <a:pt x="244" y="93"/>
                  </a:lnTo>
                  <a:lnTo>
                    <a:pt x="192" y="35"/>
                  </a:lnTo>
                  <a:lnTo>
                    <a:pt x="157" y="58"/>
                  </a:lnTo>
                  <a:lnTo>
                    <a:pt x="122" y="0"/>
                  </a:lnTo>
                  <a:lnTo>
                    <a:pt x="93" y="6"/>
                  </a:lnTo>
                  <a:lnTo>
                    <a:pt x="0" y="122"/>
                  </a:lnTo>
                  <a:close/>
                </a:path>
              </a:pathLst>
            </a:custGeom>
            <a:solidFill>
              <a:srgbClr val="FFFFFF"/>
            </a:solidFill>
            <a:ln w="9525">
              <a:solidFill>
                <a:srgbClr val="000000"/>
              </a:solidFill>
              <a:round/>
              <a:headEnd/>
              <a:tailEnd/>
            </a:ln>
          </p:spPr>
          <p:txBody>
            <a:bodyPr/>
            <a:lstStyle/>
            <a:p>
              <a:endParaRPr lang="ko-KR" altLang="en-US"/>
            </a:p>
          </p:txBody>
        </p:sp>
        <p:sp>
          <p:nvSpPr>
            <p:cNvPr id="440403" name="Freeform 375">
              <a:extLst>
                <a:ext uri="{FF2B5EF4-FFF2-40B4-BE49-F238E27FC236}">
                  <a16:creationId xmlns:a16="http://schemas.microsoft.com/office/drawing/2014/main" id="{3A8227E9-080F-3C33-B559-4311EE92E003}"/>
                </a:ext>
              </a:extLst>
            </p:cNvPr>
            <p:cNvSpPr>
              <a:spLocks/>
            </p:cNvSpPr>
            <p:nvPr/>
          </p:nvSpPr>
          <p:spPr bwMode="auto">
            <a:xfrm>
              <a:off x="2788" y="767"/>
              <a:ext cx="34" cy="34"/>
            </a:xfrm>
            <a:custGeom>
              <a:avLst/>
              <a:gdLst>
                <a:gd name="T0" fmla="*/ 0 w 454"/>
                <a:gd name="T1" fmla="*/ 0 h 418"/>
                <a:gd name="T2" fmla="*/ 0 w 454"/>
                <a:gd name="T3" fmla="*/ 0 h 418"/>
                <a:gd name="T4" fmla="*/ 0 w 454"/>
                <a:gd name="T5" fmla="*/ 0 h 418"/>
                <a:gd name="T6" fmla="*/ 0 w 454"/>
                <a:gd name="T7" fmla="*/ 0 h 418"/>
                <a:gd name="T8" fmla="*/ 0 w 454"/>
                <a:gd name="T9" fmla="*/ 0 h 418"/>
                <a:gd name="T10" fmla="*/ 0 w 454"/>
                <a:gd name="T11" fmla="*/ 0 h 418"/>
                <a:gd name="T12" fmla="*/ 0 w 454"/>
                <a:gd name="T13" fmla="*/ 0 h 418"/>
                <a:gd name="T14" fmla="*/ 0 w 454"/>
                <a:gd name="T15" fmla="*/ 0 h 418"/>
                <a:gd name="T16" fmla="*/ 0 w 454"/>
                <a:gd name="T17" fmla="*/ 0 h 418"/>
                <a:gd name="T18" fmla="*/ 0 w 454"/>
                <a:gd name="T19" fmla="*/ 0 h 418"/>
                <a:gd name="T20" fmla="*/ 0 w 454"/>
                <a:gd name="T21" fmla="*/ 0 h 418"/>
                <a:gd name="T22" fmla="*/ 0 w 454"/>
                <a:gd name="T23" fmla="*/ 0 h 418"/>
                <a:gd name="T24" fmla="*/ 0 w 454"/>
                <a:gd name="T25" fmla="*/ 0 h 418"/>
                <a:gd name="T26" fmla="*/ 0 w 454"/>
                <a:gd name="T27" fmla="*/ 0 h 418"/>
                <a:gd name="T28" fmla="*/ 0 w 454"/>
                <a:gd name="T29" fmla="*/ 0 h 418"/>
                <a:gd name="T30" fmla="*/ 0 w 454"/>
                <a:gd name="T31" fmla="*/ 0 h 418"/>
                <a:gd name="T32" fmla="*/ 0 w 454"/>
                <a:gd name="T33" fmla="*/ 0 h 418"/>
                <a:gd name="T34" fmla="*/ 0 w 454"/>
                <a:gd name="T35" fmla="*/ 0 h 418"/>
                <a:gd name="T36" fmla="*/ 0 w 454"/>
                <a:gd name="T37" fmla="*/ 0 h 418"/>
                <a:gd name="T38" fmla="*/ 0 w 454"/>
                <a:gd name="T39" fmla="*/ 0 h 4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4" h="418">
                  <a:moveTo>
                    <a:pt x="75" y="418"/>
                  </a:moveTo>
                  <a:lnTo>
                    <a:pt x="267" y="377"/>
                  </a:lnTo>
                  <a:lnTo>
                    <a:pt x="454" y="407"/>
                  </a:lnTo>
                  <a:lnTo>
                    <a:pt x="378" y="226"/>
                  </a:lnTo>
                  <a:lnTo>
                    <a:pt x="436" y="151"/>
                  </a:lnTo>
                  <a:lnTo>
                    <a:pt x="431" y="110"/>
                  </a:lnTo>
                  <a:lnTo>
                    <a:pt x="384" y="58"/>
                  </a:lnTo>
                  <a:lnTo>
                    <a:pt x="274" y="64"/>
                  </a:lnTo>
                  <a:lnTo>
                    <a:pt x="215" y="0"/>
                  </a:lnTo>
                  <a:lnTo>
                    <a:pt x="99" y="6"/>
                  </a:lnTo>
                  <a:lnTo>
                    <a:pt x="117" y="35"/>
                  </a:lnTo>
                  <a:lnTo>
                    <a:pt x="47" y="41"/>
                  </a:lnTo>
                  <a:lnTo>
                    <a:pt x="82" y="157"/>
                  </a:lnTo>
                  <a:lnTo>
                    <a:pt x="0" y="145"/>
                  </a:lnTo>
                  <a:lnTo>
                    <a:pt x="6" y="180"/>
                  </a:lnTo>
                  <a:lnTo>
                    <a:pt x="64" y="238"/>
                  </a:lnTo>
                  <a:lnTo>
                    <a:pt x="35" y="278"/>
                  </a:lnTo>
                  <a:lnTo>
                    <a:pt x="82" y="330"/>
                  </a:lnTo>
                  <a:lnTo>
                    <a:pt x="75" y="389"/>
                  </a:lnTo>
                  <a:lnTo>
                    <a:pt x="75" y="418"/>
                  </a:lnTo>
                  <a:close/>
                </a:path>
              </a:pathLst>
            </a:custGeom>
            <a:solidFill>
              <a:srgbClr val="FFFFFF"/>
            </a:solidFill>
            <a:ln w="9525">
              <a:solidFill>
                <a:srgbClr val="000000"/>
              </a:solidFill>
              <a:round/>
              <a:headEnd/>
              <a:tailEnd/>
            </a:ln>
          </p:spPr>
          <p:txBody>
            <a:bodyPr/>
            <a:lstStyle/>
            <a:p>
              <a:endParaRPr lang="ko-KR" altLang="en-US"/>
            </a:p>
          </p:txBody>
        </p:sp>
        <p:sp>
          <p:nvSpPr>
            <p:cNvPr id="440404" name="Freeform 376">
              <a:extLst>
                <a:ext uri="{FF2B5EF4-FFF2-40B4-BE49-F238E27FC236}">
                  <a16:creationId xmlns:a16="http://schemas.microsoft.com/office/drawing/2014/main" id="{D7AD4416-C548-5F04-F6BD-7D8F93F54C84}"/>
                </a:ext>
              </a:extLst>
            </p:cNvPr>
            <p:cNvSpPr>
              <a:spLocks/>
            </p:cNvSpPr>
            <p:nvPr/>
          </p:nvSpPr>
          <p:spPr bwMode="auto">
            <a:xfrm>
              <a:off x="2804" y="743"/>
              <a:ext cx="43" cy="35"/>
            </a:xfrm>
            <a:custGeom>
              <a:avLst/>
              <a:gdLst>
                <a:gd name="T0" fmla="*/ 0 w 565"/>
                <a:gd name="T1" fmla="*/ 0 h 436"/>
                <a:gd name="T2" fmla="*/ 0 w 565"/>
                <a:gd name="T3" fmla="*/ 0 h 436"/>
                <a:gd name="T4" fmla="*/ 0 w 565"/>
                <a:gd name="T5" fmla="*/ 0 h 436"/>
                <a:gd name="T6" fmla="*/ 0 w 565"/>
                <a:gd name="T7" fmla="*/ 0 h 436"/>
                <a:gd name="T8" fmla="*/ 0 w 565"/>
                <a:gd name="T9" fmla="*/ 0 h 436"/>
                <a:gd name="T10" fmla="*/ 0 w 565"/>
                <a:gd name="T11" fmla="*/ 0 h 436"/>
                <a:gd name="T12" fmla="*/ 0 w 565"/>
                <a:gd name="T13" fmla="*/ 0 h 436"/>
                <a:gd name="T14" fmla="*/ 0 w 565"/>
                <a:gd name="T15" fmla="*/ 0 h 436"/>
                <a:gd name="T16" fmla="*/ 0 w 565"/>
                <a:gd name="T17" fmla="*/ 0 h 436"/>
                <a:gd name="T18" fmla="*/ 0 w 565"/>
                <a:gd name="T19" fmla="*/ 0 h 436"/>
                <a:gd name="T20" fmla="*/ 0 w 565"/>
                <a:gd name="T21" fmla="*/ 0 h 436"/>
                <a:gd name="T22" fmla="*/ 0 w 565"/>
                <a:gd name="T23" fmla="*/ 0 h 436"/>
                <a:gd name="T24" fmla="*/ 0 w 565"/>
                <a:gd name="T25" fmla="*/ 0 h 436"/>
                <a:gd name="T26" fmla="*/ 0 w 565"/>
                <a:gd name="T27" fmla="*/ 0 h 4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65" h="436">
                  <a:moveTo>
                    <a:pt x="442" y="0"/>
                  </a:moveTo>
                  <a:lnTo>
                    <a:pt x="565" y="185"/>
                  </a:lnTo>
                  <a:lnTo>
                    <a:pt x="530" y="244"/>
                  </a:lnTo>
                  <a:lnTo>
                    <a:pt x="291" y="272"/>
                  </a:lnTo>
                  <a:lnTo>
                    <a:pt x="221" y="255"/>
                  </a:lnTo>
                  <a:lnTo>
                    <a:pt x="221" y="436"/>
                  </a:lnTo>
                  <a:lnTo>
                    <a:pt x="198" y="389"/>
                  </a:lnTo>
                  <a:lnTo>
                    <a:pt x="169" y="354"/>
                  </a:lnTo>
                  <a:lnTo>
                    <a:pt x="59" y="360"/>
                  </a:lnTo>
                  <a:lnTo>
                    <a:pt x="0" y="296"/>
                  </a:lnTo>
                  <a:lnTo>
                    <a:pt x="117" y="150"/>
                  </a:lnTo>
                  <a:lnTo>
                    <a:pt x="216" y="127"/>
                  </a:lnTo>
                  <a:lnTo>
                    <a:pt x="221" y="81"/>
                  </a:lnTo>
                  <a:lnTo>
                    <a:pt x="442" y="0"/>
                  </a:lnTo>
                  <a:close/>
                </a:path>
              </a:pathLst>
            </a:custGeom>
            <a:solidFill>
              <a:srgbClr val="FFFFFF"/>
            </a:solidFill>
            <a:ln w="9525">
              <a:solidFill>
                <a:srgbClr val="000000"/>
              </a:solidFill>
              <a:round/>
              <a:headEnd/>
              <a:tailEnd/>
            </a:ln>
          </p:spPr>
          <p:txBody>
            <a:bodyPr/>
            <a:lstStyle/>
            <a:p>
              <a:endParaRPr lang="ko-KR" altLang="en-US"/>
            </a:p>
          </p:txBody>
        </p:sp>
        <p:sp>
          <p:nvSpPr>
            <p:cNvPr id="440405" name="Freeform 377">
              <a:extLst>
                <a:ext uri="{FF2B5EF4-FFF2-40B4-BE49-F238E27FC236}">
                  <a16:creationId xmlns:a16="http://schemas.microsoft.com/office/drawing/2014/main" id="{6A970B8A-3280-1989-EE9C-A80D80CC2696}"/>
                </a:ext>
              </a:extLst>
            </p:cNvPr>
            <p:cNvSpPr>
              <a:spLocks/>
            </p:cNvSpPr>
            <p:nvPr/>
          </p:nvSpPr>
          <p:spPr bwMode="auto">
            <a:xfrm>
              <a:off x="2816" y="764"/>
              <a:ext cx="17" cy="36"/>
            </a:xfrm>
            <a:custGeom>
              <a:avLst/>
              <a:gdLst>
                <a:gd name="T0" fmla="*/ 0 w 221"/>
                <a:gd name="T1" fmla="*/ 0 h 448"/>
                <a:gd name="T2" fmla="*/ 0 w 221"/>
                <a:gd name="T3" fmla="*/ 0 h 448"/>
                <a:gd name="T4" fmla="*/ 0 w 221"/>
                <a:gd name="T5" fmla="*/ 0 h 448"/>
                <a:gd name="T6" fmla="*/ 0 w 221"/>
                <a:gd name="T7" fmla="*/ 0 h 448"/>
                <a:gd name="T8" fmla="*/ 0 w 221"/>
                <a:gd name="T9" fmla="*/ 0 h 448"/>
                <a:gd name="T10" fmla="*/ 0 w 221"/>
                <a:gd name="T11" fmla="*/ 0 h 448"/>
                <a:gd name="T12" fmla="*/ 0 w 221"/>
                <a:gd name="T13" fmla="*/ 0 h 448"/>
                <a:gd name="T14" fmla="*/ 0 w 221"/>
                <a:gd name="T15" fmla="*/ 0 h 44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1" h="448">
                  <a:moveTo>
                    <a:pt x="198" y="12"/>
                  </a:moveTo>
                  <a:lnTo>
                    <a:pt x="221" y="378"/>
                  </a:lnTo>
                  <a:lnTo>
                    <a:pt x="76" y="448"/>
                  </a:lnTo>
                  <a:lnTo>
                    <a:pt x="0" y="267"/>
                  </a:lnTo>
                  <a:lnTo>
                    <a:pt x="58" y="192"/>
                  </a:lnTo>
                  <a:lnTo>
                    <a:pt x="58" y="0"/>
                  </a:lnTo>
                  <a:lnTo>
                    <a:pt x="128" y="17"/>
                  </a:lnTo>
                  <a:lnTo>
                    <a:pt x="198" y="12"/>
                  </a:lnTo>
                  <a:close/>
                </a:path>
              </a:pathLst>
            </a:custGeom>
            <a:solidFill>
              <a:srgbClr val="FFFFFF"/>
            </a:solidFill>
            <a:ln w="9525">
              <a:solidFill>
                <a:srgbClr val="000000"/>
              </a:solidFill>
              <a:round/>
              <a:headEnd/>
              <a:tailEnd/>
            </a:ln>
          </p:spPr>
          <p:txBody>
            <a:bodyPr/>
            <a:lstStyle/>
            <a:p>
              <a:endParaRPr lang="ko-KR" altLang="en-US"/>
            </a:p>
          </p:txBody>
        </p:sp>
        <p:sp>
          <p:nvSpPr>
            <p:cNvPr id="440406" name="Freeform 378">
              <a:extLst>
                <a:ext uri="{FF2B5EF4-FFF2-40B4-BE49-F238E27FC236}">
                  <a16:creationId xmlns:a16="http://schemas.microsoft.com/office/drawing/2014/main" id="{7DA18614-1EC0-5360-B869-FCBD9F2AA4CB}"/>
                </a:ext>
              </a:extLst>
            </p:cNvPr>
            <p:cNvSpPr>
              <a:spLocks/>
            </p:cNvSpPr>
            <p:nvPr/>
          </p:nvSpPr>
          <p:spPr bwMode="auto">
            <a:xfrm>
              <a:off x="2831" y="764"/>
              <a:ext cx="10" cy="30"/>
            </a:xfrm>
            <a:custGeom>
              <a:avLst/>
              <a:gdLst>
                <a:gd name="T0" fmla="*/ 0 w 127"/>
                <a:gd name="T1" fmla="*/ 0 h 384"/>
                <a:gd name="T2" fmla="*/ 0 w 127"/>
                <a:gd name="T3" fmla="*/ 0 h 384"/>
                <a:gd name="T4" fmla="*/ 0 w 127"/>
                <a:gd name="T5" fmla="*/ 0 h 384"/>
                <a:gd name="T6" fmla="*/ 0 w 127"/>
                <a:gd name="T7" fmla="*/ 0 h 384"/>
                <a:gd name="T8" fmla="*/ 0 w 127"/>
                <a:gd name="T9" fmla="*/ 0 h 384"/>
                <a:gd name="T10" fmla="*/ 0 w 127"/>
                <a:gd name="T11" fmla="*/ 0 h 384"/>
                <a:gd name="T12" fmla="*/ 0 w 127"/>
                <a:gd name="T13" fmla="*/ 0 h 3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384">
                  <a:moveTo>
                    <a:pt x="0" y="18"/>
                  </a:moveTo>
                  <a:lnTo>
                    <a:pt x="23" y="384"/>
                  </a:lnTo>
                  <a:lnTo>
                    <a:pt x="104" y="349"/>
                  </a:lnTo>
                  <a:lnTo>
                    <a:pt x="92" y="152"/>
                  </a:lnTo>
                  <a:lnTo>
                    <a:pt x="127" y="100"/>
                  </a:lnTo>
                  <a:lnTo>
                    <a:pt x="110" y="0"/>
                  </a:lnTo>
                  <a:lnTo>
                    <a:pt x="0" y="18"/>
                  </a:lnTo>
                  <a:close/>
                </a:path>
              </a:pathLst>
            </a:custGeom>
            <a:solidFill>
              <a:srgbClr val="FFFFFF"/>
            </a:solidFill>
            <a:ln w="9525">
              <a:solidFill>
                <a:srgbClr val="000000"/>
              </a:solidFill>
              <a:round/>
              <a:headEnd/>
              <a:tailEnd/>
            </a:ln>
          </p:spPr>
          <p:txBody>
            <a:bodyPr/>
            <a:lstStyle/>
            <a:p>
              <a:endParaRPr lang="ko-KR" altLang="en-US"/>
            </a:p>
          </p:txBody>
        </p:sp>
        <p:sp>
          <p:nvSpPr>
            <p:cNvPr id="440407" name="Freeform 379">
              <a:extLst>
                <a:ext uri="{FF2B5EF4-FFF2-40B4-BE49-F238E27FC236}">
                  <a16:creationId xmlns:a16="http://schemas.microsoft.com/office/drawing/2014/main" id="{468157ED-F82D-B52C-E1C7-F5AB5B6161DB}"/>
                </a:ext>
              </a:extLst>
            </p:cNvPr>
            <p:cNvSpPr>
              <a:spLocks/>
            </p:cNvSpPr>
            <p:nvPr/>
          </p:nvSpPr>
          <p:spPr bwMode="auto">
            <a:xfrm>
              <a:off x="2838" y="758"/>
              <a:ext cx="16" cy="33"/>
            </a:xfrm>
            <a:custGeom>
              <a:avLst/>
              <a:gdLst>
                <a:gd name="T0" fmla="*/ 0 w 210"/>
                <a:gd name="T1" fmla="*/ 0 h 418"/>
                <a:gd name="T2" fmla="*/ 0 w 210"/>
                <a:gd name="T3" fmla="*/ 0 h 418"/>
                <a:gd name="T4" fmla="*/ 0 w 210"/>
                <a:gd name="T5" fmla="*/ 0 h 418"/>
                <a:gd name="T6" fmla="*/ 0 w 210"/>
                <a:gd name="T7" fmla="*/ 0 h 418"/>
                <a:gd name="T8" fmla="*/ 0 w 210"/>
                <a:gd name="T9" fmla="*/ 0 h 418"/>
                <a:gd name="T10" fmla="*/ 0 w 210"/>
                <a:gd name="T11" fmla="*/ 0 h 418"/>
                <a:gd name="T12" fmla="*/ 0 w 210"/>
                <a:gd name="T13" fmla="*/ 0 h 418"/>
                <a:gd name="T14" fmla="*/ 0 w 210"/>
                <a:gd name="T15" fmla="*/ 0 h 418"/>
                <a:gd name="T16" fmla="*/ 0 w 210"/>
                <a:gd name="T17" fmla="*/ 0 h 418"/>
                <a:gd name="T18" fmla="*/ 0 w 210"/>
                <a:gd name="T19" fmla="*/ 0 h 418"/>
                <a:gd name="T20" fmla="*/ 0 w 210"/>
                <a:gd name="T21" fmla="*/ 0 h 418"/>
                <a:gd name="T22" fmla="*/ 0 w 210"/>
                <a:gd name="T23" fmla="*/ 0 h 4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0" h="418">
                  <a:moveTo>
                    <a:pt x="18" y="69"/>
                  </a:moveTo>
                  <a:lnTo>
                    <a:pt x="30" y="169"/>
                  </a:lnTo>
                  <a:lnTo>
                    <a:pt x="0" y="221"/>
                  </a:lnTo>
                  <a:lnTo>
                    <a:pt x="12" y="418"/>
                  </a:lnTo>
                  <a:lnTo>
                    <a:pt x="122" y="383"/>
                  </a:lnTo>
                  <a:lnTo>
                    <a:pt x="112" y="204"/>
                  </a:lnTo>
                  <a:lnTo>
                    <a:pt x="187" y="139"/>
                  </a:lnTo>
                  <a:lnTo>
                    <a:pt x="210" y="87"/>
                  </a:lnTo>
                  <a:lnTo>
                    <a:pt x="199" y="0"/>
                  </a:lnTo>
                  <a:lnTo>
                    <a:pt x="112" y="5"/>
                  </a:lnTo>
                  <a:lnTo>
                    <a:pt x="88" y="35"/>
                  </a:lnTo>
                  <a:lnTo>
                    <a:pt x="18" y="69"/>
                  </a:lnTo>
                  <a:close/>
                </a:path>
              </a:pathLst>
            </a:custGeom>
            <a:solidFill>
              <a:srgbClr val="FFFFFF"/>
            </a:solidFill>
            <a:ln w="9525">
              <a:solidFill>
                <a:srgbClr val="000000"/>
              </a:solidFill>
              <a:round/>
              <a:headEnd/>
              <a:tailEnd/>
            </a:ln>
          </p:spPr>
          <p:txBody>
            <a:bodyPr/>
            <a:lstStyle/>
            <a:p>
              <a:endParaRPr lang="ko-KR" altLang="en-US"/>
            </a:p>
          </p:txBody>
        </p:sp>
        <p:sp>
          <p:nvSpPr>
            <p:cNvPr id="440408" name="Freeform 380">
              <a:extLst>
                <a:ext uri="{FF2B5EF4-FFF2-40B4-BE49-F238E27FC236}">
                  <a16:creationId xmlns:a16="http://schemas.microsoft.com/office/drawing/2014/main" id="{A746E12A-551E-6CF3-C1B3-E44B201FD7EC}"/>
                </a:ext>
              </a:extLst>
            </p:cNvPr>
            <p:cNvSpPr>
              <a:spLocks/>
            </p:cNvSpPr>
            <p:nvPr/>
          </p:nvSpPr>
          <p:spPr bwMode="auto">
            <a:xfrm>
              <a:off x="2838" y="695"/>
              <a:ext cx="77" cy="63"/>
            </a:xfrm>
            <a:custGeom>
              <a:avLst/>
              <a:gdLst>
                <a:gd name="T0" fmla="*/ 0 w 1023"/>
                <a:gd name="T1" fmla="*/ 0 h 790"/>
                <a:gd name="T2" fmla="*/ 0 w 1023"/>
                <a:gd name="T3" fmla="*/ 0 h 790"/>
                <a:gd name="T4" fmla="*/ 0 w 1023"/>
                <a:gd name="T5" fmla="*/ 0 h 790"/>
                <a:gd name="T6" fmla="*/ 0 w 1023"/>
                <a:gd name="T7" fmla="*/ 0 h 790"/>
                <a:gd name="T8" fmla="*/ 0 w 1023"/>
                <a:gd name="T9" fmla="*/ 0 h 790"/>
                <a:gd name="T10" fmla="*/ 0 w 1023"/>
                <a:gd name="T11" fmla="*/ 0 h 790"/>
                <a:gd name="T12" fmla="*/ 0 w 1023"/>
                <a:gd name="T13" fmla="*/ 0 h 790"/>
                <a:gd name="T14" fmla="*/ 0 w 1023"/>
                <a:gd name="T15" fmla="*/ 0 h 790"/>
                <a:gd name="T16" fmla="*/ 0 w 1023"/>
                <a:gd name="T17" fmla="*/ 0 h 790"/>
                <a:gd name="T18" fmla="*/ 0 w 1023"/>
                <a:gd name="T19" fmla="*/ 0 h 790"/>
                <a:gd name="T20" fmla="*/ 0 w 1023"/>
                <a:gd name="T21" fmla="*/ 0 h 790"/>
                <a:gd name="T22" fmla="*/ 0 w 1023"/>
                <a:gd name="T23" fmla="*/ 0 h 790"/>
                <a:gd name="T24" fmla="*/ 0 w 1023"/>
                <a:gd name="T25" fmla="*/ 0 h 790"/>
                <a:gd name="T26" fmla="*/ 0 w 1023"/>
                <a:gd name="T27" fmla="*/ 0 h 790"/>
                <a:gd name="T28" fmla="*/ 0 w 1023"/>
                <a:gd name="T29" fmla="*/ 0 h 790"/>
                <a:gd name="T30" fmla="*/ 0 w 1023"/>
                <a:gd name="T31" fmla="*/ 0 h 790"/>
                <a:gd name="T32" fmla="*/ 0 w 1023"/>
                <a:gd name="T33" fmla="*/ 0 h 790"/>
                <a:gd name="T34" fmla="*/ 0 w 1023"/>
                <a:gd name="T35" fmla="*/ 0 h 790"/>
                <a:gd name="T36" fmla="*/ 0 w 1023"/>
                <a:gd name="T37" fmla="*/ 0 h 790"/>
                <a:gd name="T38" fmla="*/ 0 w 1023"/>
                <a:gd name="T39" fmla="*/ 0 h 790"/>
                <a:gd name="T40" fmla="*/ 0 w 1023"/>
                <a:gd name="T41" fmla="*/ 0 h 7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23" h="790">
                  <a:moveTo>
                    <a:pt x="0" y="605"/>
                  </a:moveTo>
                  <a:lnTo>
                    <a:pt x="123" y="790"/>
                  </a:lnTo>
                  <a:lnTo>
                    <a:pt x="210" y="785"/>
                  </a:lnTo>
                  <a:lnTo>
                    <a:pt x="255" y="668"/>
                  </a:lnTo>
                  <a:lnTo>
                    <a:pt x="378" y="633"/>
                  </a:lnTo>
                  <a:lnTo>
                    <a:pt x="424" y="698"/>
                  </a:lnTo>
                  <a:lnTo>
                    <a:pt x="488" y="698"/>
                  </a:lnTo>
                  <a:lnTo>
                    <a:pt x="552" y="720"/>
                  </a:lnTo>
                  <a:lnTo>
                    <a:pt x="662" y="668"/>
                  </a:lnTo>
                  <a:lnTo>
                    <a:pt x="738" y="710"/>
                  </a:lnTo>
                  <a:lnTo>
                    <a:pt x="854" y="640"/>
                  </a:lnTo>
                  <a:lnTo>
                    <a:pt x="854" y="588"/>
                  </a:lnTo>
                  <a:lnTo>
                    <a:pt x="1023" y="389"/>
                  </a:lnTo>
                  <a:lnTo>
                    <a:pt x="1023" y="239"/>
                  </a:lnTo>
                  <a:lnTo>
                    <a:pt x="983" y="187"/>
                  </a:lnTo>
                  <a:lnTo>
                    <a:pt x="993" y="0"/>
                  </a:lnTo>
                  <a:lnTo>
                    <a:pt x="913" y="65"/>
                  </a:lnTo>
                  <a:lnTo>
                    <a:pt x="726" y="35"/>
                  </a:lnTo>
                  <a:lnTo>
                    <a:pt x="244" y="314"/>
                  </a:lnTo>
                  <a:lnTo>
                    <a:pt x="175" y="529"/>
                  </a:lnTo>
                  <a:lnTo>
                    <a:pt x="0" y="605"/>
                  </a:lnTo>
                  <a:close/>
                </a:path>
              </a:pathLst>
            </a:custGeom>
            <a:solidFill>
              <a:srgbClr val="FFFFFF"/>
            </a:solidFill>
            <a:ln w="9525">
              <a:solidFill>
                <a:srgbClr val="000000"/>
              </a:solidFill>
              <a:round/>
              <a:headEnd/>
              <a:tailEnd/>
            </a:ln>
          </p:spPr>
          <p:txBody>
            <a:bodyPr/>
            <a:lstStyle/>
            <a:p>
              <a:endParaRPr lang="ko-KR" altLang="en-US"/>
            </a:p>
          </p:txBody>
        </p:sp>
        <p:sp>
          <p:nvSpPr>
            <p:cNvPr id="440409" name="Freeform 381">
              <a:extLst>
                <a:ext uri="{FF2B5EF4-FFF2-40B4-BE49-F238E27FC236}">
                  <a16:creationId xmlns:a16="http://schemas.microsoft.com/office/drawing/2014/main" id="{17874343-0FE1-0D3E-055F-0729AD3E7F14}"/>
                </a:ext>
              </a:extLst>
            </p:cNvPr>
            <p:cNvSpPr>
              <a:spLocks/>
            </p:cNvSpPr>
            <p:nvPr/>
          </p:nvSpPr>
          <p:spPr bwMode="auto">
            <a:xfrm>
              <a:off x="2882" y="642"/>
              <a:ext cx="75" cy="75"/>
            </a:xfrm>
            <a:custGeom>
              <a:avLst/>
              <a:gdLst>
                <a:gd name="T0" fmla="*/ 0 w 982"/>
                <a:gd name="T1" fmla="*/ 0 h 935"/>
                <a:gd name="T2" fmla="*/ 0 w 982"/>
                <a:gd name="T3" fmla="*/ 0 h 935"/>
                <a:gd name="T4" fmla="*/ 0 w 982"/>
                <a:gd name="T5" fmla="*/ 0 h 935"/>
                <a:gd name="T6" fmla="*/ 0 w 982"/>
                <a:gd name="T7" fmla="*/ 0 h 935"/>
                <a:gd name="T8" fmla="*/ 0 w 982"/>
                <a:gd name="T9" fmla="*/ 0 h 935"/>
                <a:gd name="T10" fmla="*/ 0 w 982"/>
                <a:gd name="T11" fmla="*/ 0 h 935"/>
                <a:gd name="T12" fmla="*/ 0 w 982"/>
                <a:gd name="T13" fmla="*/ 0 h 935"/>
                <a:gd name="T14" fmla="*/ 0 w 982"/>
                <a:gd name="T15" fmla="*/ 0 h 935"/>
                <a:gd name="T16" fmla="*/ 0 w 982"/>
                <a:gd name="T17" fmla="*/ 0 h 935"/>
                <a:gd name="T18" fmla="*/ 0 w 982"/>
                <a:gd name="T19" fmla="*/ 0 h 935"/>
                <a:gd name="T20" fmla="*/ 0 w 982"/>
                <a:gd name="T21" fmla="*/ 0 h 935"/>
                <a:gd name="T22" fmla="*/ 0 w 982"/>
                <a:gd name="T23" fmla="*/ 0 h 935"/>
                <a:gd name="T24" fmla="*/ 0 w 982"/>
                <a:gd name="T25" fmla="*/ 0 h 935"/>
                <a:gd name="T26" fmla="*/ 0 w 982"/>
                <a:gd name="T27" fmla="*/ 0 h 935"/>
                <a:gd name="T28" fmla="*/ 0 w 982"/>
                <a:gd name="T29" fmla="*/ 0 h 935"/>
                <a:gd name="T30" fmla="*/ 0 w 982"/>
                <a:gd name="T31" fmla="*/ 0 h 935"/>
                <a:gd name="T32" fmla="*/ 0 w 982"/>
                <a:gd name="T33" fmla="*/ 0 h 935"/>
                <a:gd name="T34" fmla="*/ 0 w 982"/>
                <a:gd name="T35" fmla="*/ 0 h 935"/>
                <a:gd name="T36" fmla="*/ 0 w 982"/>
                <a:gd name="T37" fmla="*/ 0 h 935"/>
                <a:gd name="T38" fmla="*/ 0 w 982"/>
                <a:gd name="T39" fmla="*/ 0 h 935"/>
                <a:gd name="T40" fmla="*/ 0 w 982"/>
                <a:gd name="T41" fmla="*/ 0 h 9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82" h="935">
                  <a:moveTo>
                    <a:pt x="204" y="0"/>
                  </a:moveTo>
                  <a:lnTo>
                    <a:pt x="40" y="221"/>
                  </a:lnTo>
                  <a:lnTo>
                    <a:pt x="47" y="389"/>
                  </a:lnTo>
                  <a:lnTo>
                    <a:pt x="0" y="487"/>
                  </a:lnTo>
                  <a:lnTo>
                    <a:pt x="70" y="633"/>
                  </a:lnTo>
                  <a:lnTo>
                    <a:pt x="151" y="691"/>
                  </a:lnTo>
                  <a:lnTo>
                    <a:pt x="331" y="721"/>
                  </a:lnTo>
                  <a:lnTo>
                    <a:pt x="406" y="656"/>
                  </a:lnTo>
                  <a:lnTo>
                    <a:pt x="901" y="935"/>
                  </a:lnTo>
                  <a:lnTo>
                    <a:pt x="895" y="883"/>
                  </a:lnTo>
                  <a:lnTo>
                    <a:pt x="982" y="883"/>
                  </a:lnTo>
                  <a:lnTo>
                    <a:pt x="930" y="233"/>
                  </a:lnTo>
                  <a:lnTo>
                    <a:pt x="971" y="203"/>
                  </a:lnTo>
                  <a:lnTo>
                    <a:pt x="954" y="105"/>
                  </a:lnTo>
                  <a:lnTo>
                    <a:pt x="808" y="18"/>
                  </a:lnTo>
                  <a:lnTo>
                    <a:pt x="697" y="35"/>
                  </a:lnTo>
                  <a:lnTo>
                    <a:pt x="657" y="180"/>
                  </a:lnTo>
                  <a:lnTo>
                    <a:pt x="616" y="198"/>
                  </a:lnTo>
                  <a:lnTo>
                    <a:pt x="448" y="110"/>
                  </a:lnTo>
                  <a:lnTo>
                    <a:pt x="384" y="29"/>
                  </a:lnTo>
                  <a:lnTo>
                    <a:pt x="204" y="0"/>
                  </a:lnTo>
                  <a:close/>
                </a:path>
              </a:pathLst>
            </a:custGeom>
            <a:solidFill>
              <a:srgbClr val="FFFFFF"/>
            </a:solidFill>
            <a:ln w="9525">
              <a:solidFill>
                <a:srgbClr val="000000"/>
              </a:solidFill>
              <a:round/>
              <a:headEnd/>
              <a:tailEnd/>
            </a:ln>
          </p:spPr>
          <p:txBody>
            <a:bodyPr/>
            <a:lstStyle/>
            <a:p>
              <a:endParaRPr lang="ko-KR" altLang="en-US"/>
            </a:p>
          </p:txBody>
        </p:sp>
        <p:sp>
          <p:nvSpPr>
            <p:cNvPr id="440410" name="Freeform 382">
              <a:extLst>
                <a:ext uri="{FF2B5EF4-FFF2-40B4-BE49-F238E27FC236}">
                  <a16:creationId xmlns:a16="http://schemas.microsoft.com/office/drawing/2014/main" id="{2D7503AF-6A4B-2936-7EFA-7280A6A0CF94}"/>
                </a:ext>
              </a:extLst>
            </p:cNvPr>
            <p:cNvSpPr>
              <a:spLocks/>
            </p:cNvSpPr>
            <p:nvPr/>
          </p:nvSpPr>
          <p:spPr bwMode="auto">
            <a:xfrm>
              <a:off x="2847" y="746"/>
              <a:ext cx="61" cy="55"/>
            </a:xfrm>
            <a:custGeom>
              <a:avLst/>
              <a:gdLst>
                <a:gd name="T0" fmla="*/ 0 w 801"/>
                <a:gd name="T1" fmla="*/ 0 h 698"/>
                <a:gd name="T2" fmla="*/ 0 w 801"/>
                <a:gd name="T3" fmla="*/ 0 h 698"/>
                <a:gd name="T4" fmla="*/ 0 w 801"/>
                <a:gd name="T5" fmla="*/ 0 h 698"/>
                <a:gd name="T6" fmla="*/ 0 w 801"/>
                <a:gd name="T7" fmla="*/ 0 h 698"/>
                <a:gd name="T8" fmla="*/ 0 w 801"/>
                <a:gd name="T9" fmla="*/ 0 h 698"/>
                <a:gd name="T10" fmla="*/ 0 w 801"/>
                <a:gd name="T11" fmla="*/ 0 h 698"/>
                <a:gd name="T12" fmla="*/ 0 w 801"/>
                <a:gd name="T13" fmla="*/ 0 h 698"/>
                <a:gd name="T14" fmla="*/ 0 w 801"/>
                <a:gd name="T15" fmla="*/ 0 h 698"/>
                <a:gd name="T16" fmla="*/ 0 w 801"/>
                <a:gd name="T17" fmla="*/ 0 h 698"/>
                <a:gd name="T18" fmla="*/ 0 w 801"/>
                <a:gd name="T19" fmla="*/ 0 h 698"/>
                <a:gd name="T20" fmla="*/ 0 w 801"/>
                <a:gd name="T21" fmla="*/ 0 h 698"/>
                <a:gd name="T22" fmla="*/ 0 w 801"/>
                <a:gd name="T23" fmla="*/ 0 h 698"/>
                <a:gd name="T24" fmla="*/ 0 w 801"/>
                <a:gd name="T25" fmla="*/ 0 h 698"/>
                <a:gd name="T26" fmla="*/ 0 w 801"/>
                <a:gd name="T27" fmla="*/ 0 h 698"/>
                <a:gd name="T28" fmla="*/ 0 w 801"/>
                <a:gd name="T29" fmla="*/ 0 h 698"/>
                <a:gd name="T30" fmla="*/ 0 w 801"/>
                <a:gd name="T31" fmla="*/ 0 h 698"/>
                <a:gd name="T32" fmla="*/ 0 w 801"/>
                <a:gd name="T33" fmla="*/ 0 h 698"/>
                <a:gd name="T34" fmla="*/ 0 w 801"/>
                <a:gd name="T35" fmla="*/ 0 h 698"/>
                <a:gd name="T36" fmla="*/ 0 w 801"/>
                <a:gd name="T37" fmla="*/ 0 h 698"/>
                <a:gd name="T38" fmla="*/ 0 w 801"/>
                <a:gd name="T39" fmla="*/ 0 h 698"/>
                <a:gd name="T40" fmla="*/ 0 w 801"/>
                <a:gd name="T41" fmla="*/ 0 h 698"/>
                <a:gd name="T42" fmla="*/ 0 w 801"/>
                <a:gd name="T43" fmla="*/ 0 h 698"/>
                <a:gd name="T44" fmla="*/ 0 w 801"/>
                <a:gd name="T45" fmla="*/ 0 h 698"/>
                <a:gd name="T46" fmla="*/ 0 w 801"/>
                <a:gd name="T47" fmla="*/ 0 h 698"/>
                <a:gd name="T48" fmla="*/ 0 w 801"/>
                <a:gd name="T49" fmla="*/ 0 h 698"/>
                <a:gd name="T50" fmla="*/ 0 w 801"/>
                <a:gd name="T51" fmla="*/ 0 h 698"/>
                <a:gd name="T52" fmla="*/ 0 w 801"/>
                <a:gd name="T53" fmla="*/ 0 h 69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01" h="698">
                  <a:moveTo>
                    <a:pt x="731" y="7"/>
                  </a:moveTo>
                  <a:lnTo>
                    <a:pt x="801" y="146"/>
                  </a:lnTo>
                  <a:lnTo>
                    <a:pt x="708" y="251"/>
                  </a:lnTo>
                  <a:lnTo>
                    <a:pt x="725" y="291"/>
                  </a:lnTo>
                  <a:lnTo>
                    <a:pt x="633" y="349"/>
                  </a:lnTo>
                  <a:lnTo>
                    <a:pt x="626" y="471"/>
                  </a:lnTo>
                  <a:lnTo>
                    <a:pt x="574" y="511"/>
                  </a:lnTo>
                  <a:lnTo>
                    <a:pt x="546" y="471"/>
                  </a:lnTo>
                  <a:lnTo>
                    <a:pt x="476" y="476"/>
                  </a:lnTo>
                  <a:lnTo>
                    <a:pt x="382" y="633"/>
                  </a:lnTo>
                  <a:lnTo>
                    <a:pt x="301" y="698"/>
                  </a:lnTo>
                  <a:lnTo>
                    <a:pt x="208" y="680"/>
                  </a:lnTo>
                  <a:lnTo>
                    <a:pt x="127" y="558"/>
                  </a:lnTo>
                  <a:lnTo>
                    <a:pt x="10" y="535"/>
                  </a:lnTo>
                  <a:lnTo>
                    <a:pt x="0" y="356"/>
                  </a:lnTo>
                  <a:lnTo>
                    <a:pt x="75" y="297"/>
                  </a:lnTo>
                  <a:lnTo>
                    <a:pt x="98" y="239"/>
                  </a:lnTo>
                  <a:lnTo>
                    <a:pt x="92" y="192"/>
                  </a:lnTo>
                  <a:lnTo>
                    <a:pt x="87" y="157"/>
                  </a:lnTo>
                  <a:lnTo>
                    <a:pt x="132" y="35"/>
                  </a:lnTo>
                  <a:lnTo>
                    <a:pt x="255" y="0"/>
                  </a:lnTo>
                  <a:lnTo>
                    <a:pt x="301" y="65"/>
                  </a:lnTo>
                  <a:lnTo>
                    <a:pt x="371" y="65"/>
                  </a:lnTo>
                  <a:lnTo>
                    <a:pt x="429" y="87"/>
                  </a:lnTo>
                  <a:lnTo>
                    <a:pt x="539" y="35"/>
                  </a:lnTo>
                  <a:lnTo>
                    <a:pt x="615" y="77"/>
                  </a:lnTo>
                  <a:lnTo>
                    <a:pt x="731" y="7"/>
                  </a:lnTo>
                  <a:close/>
                </a:path>
              </a:pathLst>
            </a:custGeom>
            <a:solidFill>
              <a:srgbClr val="FFFFFF"/>
            </a:solidFill>
            <a:ln w="9525">
              <a:solidFill>
                <a:srgbClr val="000000"/>
              </a:solidFill>
              <a:round/>
              <a:headEnd/>
              <a:tailEnd/>
            </a:ln>
          </p:spPr>
          <p:txBody>
            <a:bodyPr/>
            <a:lstStyle/>
            <a:p>
              <a:endParaRPr lang="ko-KR" altLang="en-US"/>
            </a:p>
          </p:txBody>
        </p:sp>
        <p:sp>
          <p:nvSpPr>
            <p:cNvPr id="440411" name="Freeform 383">
              <a:extLst>
                <a:ext uri="{FF2B5EF4-FFF2-40B4-BE49-F238E27FC236}">
                  <a16:creationId xmlns:a16="http://schemas.microsoft.com/office/drawing/2014/main" id="{D1CEF333-C89D-C8B4-9AEF-10A5C0A92CA4}"/>
                </a:ext>
              </a:extLst>
            </p:cNvPr>
            <p:cNvSpPr>
              <a:spLocks/>
            </p:cNvSpPr>
            <p:nvPr/>
          </p:nvSpPr>
          <p:spPr bwMode="auto">
            <a:xfrm>
              <a:off x="2902" y="695"/>
              <a:ext cx="51" cy="92"/>
            </a:xfrm>
            <a:custGeom>
              <a:avLst/>
              <a:gdLst>
                <a:gd name="T0" fmla="*/ 0 w 657"/>
                <a:gd name="T1" fmla="*/ 0 h 1144"/>
                <a:gd name="T2" fmla="*/ 0 w 657"/>
                <a:gd name="T3" fmla="*/ 0 h 1144"/>
                <a:gd name="T4" fmla="*/ 0 w 657"/>
                <a:gd name="T5" fmla="*/ 0 h 1144"/>
                <a:gd name="T6" fmla="*/ 0 w 657"/>
                <a:gd name="T7" fmla="*/ 0 h 1144"/>
                <a:gd name="T8" fmla="*/ 0 w 657"/>
                <a:gd name="T9" fmla="*/ 0 h 1144"/>
                <a:gd name="T10" fmla="*/ 0 w 657"/>
                <a:gd name="T11" fmla="*/ 0 h 1144"/>
                <a:gd name="T12" fmla="*/ 0 w 657"/>
                <a:gd name="T13" fmla="*/ 0 h 1144"/>
                <a:gd name="T14" fmla="*/ 0 w 657"/>
                <a:gd name="T15" fmla="*/ 0 h 1144"/>
                <a:gd name="T16" fmla="*/ 0 w 657"/>
                <a:gd name="T17" fmla="*/ 0 h 1144"/>
                <a:gd name="T18" fmla="*/ 0 w 657"/>
                <a:gd name="T19" fmla="*/ 0 h 1144"/>
                <a:gd name="T20" fmla="*/ 0 w 657"/>
                <a:gd name="T21" fmla="*/ 0 h 1144"/>
                <a:gd name="T22" fmla="*/ 0 w 657"/>
                <a:gd name="T23" fmla="*/ 0 h 1144"/>
                <a:gd name="T24" fmla="*/ 0 w 657"/>
                <a:gd name="T25" fmla="*/ 0 h 1144"/>
                <a:gd name="T26" fmla="*/ 0 w 657"/>
                <a:gd name="T27" fmla="*/ 0 h 1144"/>
                <a:gd name="T28" fmla="*/ 0 w 657"/>
                <a:gd name="T29" fmla="*/ 0 h 1144"/>
                <a:gd name="T30" fmla="*/ 0 w 657"/>
                <a:gd name="T31" fmla="*/ 0 h 1144"/>
                <a:gd name="T32" fmla="*/ 0 w 657"/>
                <a:gd name="T33" fmla="*/ 0 h 1144"/>
                <a:gd name="T34" fmla="*/ 0 w 657"/>
                <a:gd name="T35" fmla="*/ 0 h 1144"/>
                <a:gd name="T36" fmla="*/ 0 w 657"/>
                <a:gd name="T37" fmla="*/ 0 h 1144"/>
                <a:gd name="T38" fmla="*/ 0 w 657"/>
                <a:gd name="T39" fmla="*/ 0 h 1144"/>
                <a:gd name="T40" fmla="*/ 0 w 657"/>
                <a:gd name="T41" fmla="*/ 0 h 1144"/>
                <a:gd name="T42" fmla="*/ 0 w 657"/>
                <a:gd name="T43" fmla="*/ 0 h 1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57" h="1144">
                  <a:moveTo>
                    <a:pt x="0" y="640"/>
                  </a:moveTo>
                  <a:lnTo>
                    <a:pt x="105" y="732"/>
                  </a:lnTo>
                  <a:lnTo>
                    <a:pt x="122" y="919"/>
                  </a:lnTo>
                  <a:lnTo>
                    <a:pt x="41" y="919"/>
                  </a:lnTo>
                  <a:lnTo>
                    <a:pt x="129" y="1058"/>
                  </a:lnTo>
                  <a:lnTo>
                    <a:pt x="82" y="1144"/>
                  </a:lnTo>
                  <a:lnTo>
                    <a:pt x="320" y="1058"/>
                  </a:lnTo>
                  <a:lnTo>
                    <a:pt x="413" y="994"/>
                  </a:lnTo>
                  <a:lnTo>
                    <a:pt x="495" y="982"/>
                  </a:lnTo>
                  <a:lnTo>
                    <a:pt x="587" y="866"/>
                  </a:lnTo>
                  <a:lnTo>
                    <a:pt x="628" y="866"/>
                  </a:lnTo>
                  <a:lnTo>
                    <a:pt x="547" y="703"/>
                  </a:lnTo>
                  <a:lnTo>
                    <a:pt x="593" y="529"/>
                  </a:lnTo>
                  <a:lnTo>
                    <a:pt x="657" y="511"/>
                  </a:lnTo>
                  <a:lnTo>
                    <a:pt x="634" y="279"/>
                  </a:lnTo>
                  <a:lnTo>
                    <a:pt x="139" y="0"/>
                  </a:lnTo>
                  <a:lnTo>
                    <a:pt x="129" y="187"/>
                  </a:lnTo>
                  <a:lnTo>
                    <a:pt x="169" y="239"/>
                  </a:lnTo>
                  <a:lnTo>
                    <a:pt x="169" y="389"/>
                  </a:lnTo>
                  <a:lnTo>
                    <a:pt x="0" y="588"/>
                  </a:lnTo>
                  <a:lnTo>
                    <a:pt x="0" y="628"/>
                  </a:lnTo>
                  <a:lnTo>
                    <a:pt x="0" y="640"/>
                  </a:lnTo>
                  <a:close/>
                </a:path>
              </a:pathLst>
            </a:custGeom>
            <a:solidFill>
              <a:srgbClr val="FFFFFF"/>
            </a:solidFill>
            <a:ln w="9525">
              <a:solidFill>
                <a:srgbClr val="000000"/>
              </a:solidFill>
              <a:round/>
              <a:headEnd/>
              <a:tailEnd/>
            </a:ln>
          </p:spPr>
          <p:txBody>
            <a:bodyPr/>
            <a:lstStyle/>
            <a:p>
              <a:endParaRPr lang="ko-KR" altLang="en-US"/>
            </a:p>
          </p:txBody>
        </p:sp>
        <p:sp>
          <p:nvSpPr>
            <p:cNvPr id="440412" name="Freeform 384">
              <a:extLst>
                <a:ext uri="{FF2B5EF4-FFF2-40B4-BE49-F238E27FC236}">
                  <a16:creationId xmlns:a16="http://schemas.microsoft.com/office/drawing/2014/main" id="{45452554-F5CC-C19A-328E-350F6EA6EB9F}"/>
                </a:ext>
              </a:extLst>
            </p:cNvPr>
            <p:cNvSpPr>
              <a:spLocks/>
            </p:cNvSpPr>
            <p:nvPr/>
          </p:nvSpPr>
          <p:spPr bwMode="auto">
            <a:xfrm>
              <a:off x="2953" y="649"/>
              <a:ext cx="55" cy="53"/>
            </a:xfrm>
            <a:custGeom>
              <a:avLst/>
              <a:gdLst>
                <a:gd name="T0" fmla="*/ 0 w 727"/>
                <a:gd name="T1" fmla="*/ 0 h 655"/>
                <a:gd name="T2" fmla="*/ 0 w 727"/>
                <a:gd name="T3" fmla="*/ 0 h 655"/>
                <a:gd name="T4" fmla="*/ 0 w 727"/>
                <a:gd name="T5" fmla="*/ 0 h 655"/>
                <a:gd name="T6" fmla="*/ 0 w 727"/>
                <a:gd name="T7" fmla="*/ 0 h 655"/>
                <a:gd name="T8" fmla="*/ 0 w 727"/>
                <a:gd name="T9" fmla="*/ 0 h 655"/>
                <a:gd name="T10" fmla="*/ 0 w 727"/>
                <a:gd name="T11" fmla="*/ 0 h 655"/>
                <a:gd name="T12" fmla="*/ 0 w 727"/>
                <a:gd name="T13" fmla="*/ 0 h 655"/>
                <a:gd name="T14" fmla="*/ 0 w 727"/>
                <a:gd name="T15" fmla="*/ 0 h 655"/>
                <a:gd name="T16" fmla="*/ 0 w 727"/>
                <a:gd name="T17" fmla="*/ 0 h 655"/>
                <a:gd name="T18" fmla="*/ 0 w 727"/>
                <a:gd name="T19" fmla="*/ 0 h 655"/>
                <a:gd name="T20" fmla="*/ 0 w 727"/>
                <a:gd name="T21" fmla="*/ 0 h 655"/>
                <a:gd name="T22" fmla="*/ 0 w 727"/>
                <a:gd name="T23" fmla="*/ 0 h 655"/>
                <a:gd name="T24" fmla="*/ 0 w 727"/>
                <a:gd name="T25" fmla="*/ 0 h 655"/>
                <a:gd name="T26" fmla="*/ 0 w 727"/>
                <a:gd name="T27" fmla="*/ 0 h 655"/>
                <a:gd name="T28" fmla="*/ 0 w 727"/>
                <a:gd name="T29" fmla="*/ 0 h 6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27" h="655">
                  <a:moveTo>
                    <a:pt x="24" y="10"/>
                  </a:moveTo>
                  <a:lnTo>
                    <a:pt x="256" y="80"/>
                  </a:lnTo>
                  <a:lnTo>
                    <a:pt x="366" y="0"/>
                  </a:lnTo>
                  <a:lnTo>
                    <a:pt x="546" y="45"/>
                  </a:lnTo>
                  <a:lnTo>
                    <a:pt x="598" y="115"/>
                  </a:lnTo>
                  <a:lnTo>
                    <a:pt x="605" y="150"/>
                  </a:lnTo>
                  <a:lnTo>
                    <a:pt x="581" y="261"/>
                  </a:lnTo>
                  <a:lnTo>
                    <a:pt x="488" y="162"/>
                  </a:lnTo>
                  <a:lnTo>
                    <a:pt x="430" y="127"/>
                  </a:lnTo>
                  <a:lnTo>
                    <a:pt x="465" y="232"/>
                  </a:lnTo>
                  <a:lnTo>
                    <a:pt x="727" y="609"/>
                  </a:lnTo>
                  <a:lnTo>
                    <a:pt x="41" y="655"/>
                  </a:lnTo>
                  <a:lnTo>
                    <a:pt x="0" y="145"/>
                  </a:lnTo>
                  <a:lnTo>
                    <a:pt x="41" y="115"/>
                  </a:lnTo>
                  <a:lnTo>
                    <a:pt x="24" y="10"/>
                  </a:lnTo>
                  <a:close/>
                </a:path>
              </a:pathLst>
            </a:custGeom>
            <a:solidFill>
              <a:srgbClr val="FFFFFF"/>
            </a:solidFill>
            <a:ln w="9525">
              <a:solidFill>
                <a:srgbClr val="000000"/>
              </a:solidFill>
              <a:round/>
              <a:headEnd/>
              <a:tailEnd/>
            </a:ln>
          </p:spPr>
          <p:txBody>
            <a:bodyPr/>
            <a:lstStyle/>
            <a:p>
              <a:endParaRPr lang="ko-KR" altLang="en-US"/>
            </a:p>
          </p:txBody>
        </p:sp>
        <p:sp>
          <p:nvSpPr>
            <p:cNvPr id="440413" name="Freeform 385">
              <a:extLst>
                <a:ext uri="{FF2B5EF4-FFF2-40B4-BE49-F238E27FC236}">
                  <a16:creationId xmlns:a16="http://schemas.microsoft.com/office/drawing/2014/main" id="{1DE32AEF-D79B-92EF-68B7-69B11CA8A1DE}"/>
                </a:ext>
              </a:extLst>
            </p:cNvPr>
            <p:cNvSpPr>
              <a:spLocks/>
            </p:cNvSpPr>
            <p:nvPr/>
          </p:nvSpPr>
          <p:spPr bwMode="auto">
            <a:xfrm>
              <a:off x="2876" y="746"/>
              <a:ext cx="38" cy="65"/>
            </a:xfrm>
            <a:custGeom>
              <a:avLst/>
              <a:gdLst>
                <a:gd name="T0" fmla="*/ 0 w 495"/>
                <a:gd name="T1" fmla="*/ 0 h 807"/>
                <a:gd name="T2" fmla="*/ 0 w 495"/>
                <a:gd name="T3" fmla="*/ 0 h 807"/>
                <a:gd name="T4" fmla="*/ 0 w 495"/>
                <a:gd name="T5" fmla="*/ 0 h 807"/>
                <a:gd name="T6" fmla="*/ 0 w 495"/>
                <a:gd name="T7" fmla="*/ 0 h 807"/>
                <a:gd name="T8" fmla="*/ 0 w 495"/>
                <a:gd name="T9" fmla="*/ 0 h 807"/>
                <a:gd name="T10" fmla="*/ 0 w 495"/>
                <a:gd name="T11" fmla="*/ 0 h 807"/>
                <a:gd name="T12" fmla="*/ 0 w 495"/>
                <a:gd name="T13" fmla="*/ 0 h 807"/>
                <a:gd name="T14" fmla="*/ 0 w 495"/>
                <a:gd name="T15" fmla="*/ 0 h 807"/>
                <a:gd name="T16" fmla="*/ 0 w 495"/>
                <a:gd name="T17" fmla="*/ 0 h 807"/>
                <a:gd name="T18" fmla="*/ 0 w 495"/>
                <a:gd name="T19" fmla="*/ 0 h 807"/>
                <a:gd name="T20" fmla="*/ 0 w 495"/>
                <a:gd name="T21" fmla="*/ 0 h 807"/>
                <a:gd name="T22" fmla="*/ 0 w 495"/>
                <a:gd name="T23" fmla="*/ 0 h 807"/>
                <a:gd name="T24" fmla="*/ 0 w 495"/>
                <a:gd name="T25" fmla="*/ 0 h 807"/>
                <a:gd name="T26" fmla="*/ 0 w 495"/>
                <a:gd name="T27" fmla="*/ 0 h 807"/>
                <a:gd name="T28" fmla="*/ 0 w 495"/>
                <a:gd name="T29" fmla="*/ 0 h 807"/>
                <a:gd name="T30" fmla="*/ 0 w 495"/>
                <a:gd name="T31" fmla="*/ 0 h 807"/>
                <a:gd name="T32" fmla="*/ 0 w 495"/>
                <a:gd name="T33" fmla="*/ 0 h 807"/>
                <a:gd name="T34" fmla="*/ 0 w 495"/>
                <a:gd name="T35" fmla="*/ 0 h 807"/>
                <a:gd name="T36" fmla="*/ 0 w 495"/>
                <a:gd name="T37" fmla="*/ 0 h 807"/>
                <a:gd name="T38" fmla="*/ 0 w 495"/>
                <a:gd name="T39" fmla="*/ 0 h 8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95" h="807">
                  <a:moveTo>
                    <a:pt x="0" y="626"/>
                  </a:moveTo>
                  <a:lnTo>
                    <a:pt x="87" y="679"/>
                  </a:lnTo>
                  <a:lnTo>
                    <a:pt x="82" y="807"/>
                  </a:lnTo>
                  <a:lnTo>
                    <a:pt x="495" y="807"/>
                  </a:lnTo>
                  <a:lnTo>
                    <a:pt x="488" y="720"/>
                  </a:lnTo>
                  <a:lnTo>
                    <a:pt x="408" y="574"/>
                  </a:lnTo>
                  <a:lnTo>
                    <a:pt x="483" y="412"/>
                  </a:lnTo>
                  <a:lnTo>
                    <a:pt x="390" y="279"/>
                  </a:lnTo>
                  <a:lnTo>
                    <a:pt x="471" y="279"/>
                  </a:lnTo>
                  <a:lnTo>
                    <a:pt x="454" y="92"/>
                  </a:lnTo>
                  <a:lnTo>
                    <a:pt x="349" y="0"/>
                  </a:lnTo>
                  <a:lnTo>
                    <a:pt x="419" y="139"/>
                  </a:lnTo>
                  <a:lnTo>
                    <a:pt x="314" y="244"/>
                  </a:lnTo>
                  <a:lnTo>
                    <a:pt x="343" y="284"/>
                  </a:lnTo>
                  <a:lnTo>
                    <a:pt x="251" y="337"/>
                  </a:lnTo>
                  <a:lnTo>
                    <a:pt x="244" y="447"/>
                  </a:lnTo>
                  <a:lnTo>
                    <a:pt x="192" y="504"/>
                  </a:lnTo>
                  <a:lnTo>
                    <a:pt x="164" y="464"/>
                  </a:lnTo>
                  <a:lnTo>
                    <a:pt x="94" y="469"/>
                  </a:lnTo>
                  <a:lnTo>
                    <a:pt x="0" y="626"/>
                  </a:lnTo>
                  <a:close/>
                </a:path>
              </a:pathLst>
            </a:custGeom>
            <a:solidFill>
              <a:srgbClr val="FFFFFF"/>
            </a:solidFill>
            <a:ln w="9525">
              <a:solidFill>
                <a:srgbClr val="000000"/>
              </a:solidFill>
              <a:round/>
              <a:headEnd/>
              <a:tailEnd/>
            </a:ln>
          </p:spPr>
          <p:txBody>
            <a:bodyPr/>
            <a:lstStyle/>
            <a:p>
              <a:endParaRPr lang="ko-KR" altLang="en-US"/>
            </a:p>
          </p:txBody>
        </p:sp>
        <p:sp>
          <p:nvSpPr>
            <p:cNvPr id="440414" name="Freeform 386">
              <a:extLst>
                <a:ext uri="{FF2B5EF4-FFF2-40B4-BE49-F238E27FC236}">
                  <a16:creationId xmlns:a16="http://schemas.microsoft.com/office/drawing/2014/main" id="{1EB9039E-F1F8-5991-2094-F24672940F9F}"/>
                </a:ext>
              </a:extLst>
            </p:cNvPr>
            <p:cNvSpPr>
              <a:spLocks/>
            </p:cNvSpPr>
            <p:nvPr/>
          </p:nvSpPr>
          <p:spPr bwMode="auto">
            <a:xfrm>
              <a:off x="2944" y="698"/>
              <a:ext cx="78" cy="103"/>
            </a:xfrm>
            <a:custGeom>
              <a:avLst/>
              <a:gdLst>
                <a:gd name="T0" fmla="*/ 0 w 1028"/>
                <a:gd name="T1" fmla="*/ 0 h 1284"/>
                <a:gd name="T2" fmla="*/ 0 w 1028"/>
                <a:gd name="T3" fmla="*/ 0 h 1284"/>
                <a:gd name="T4" fmla="*/ 0 w 1028"/>
                <a:gd name="T5" fmla="*/ 0 h 1284"/>
                <a:gd name="T6" fmla="*/ 0 w 1028"/>
                <a:gd name="T7" fmla="*/ 0 h 1284"/>
                <a:gd name="T8" fmla="*/ 0 w 1028"/>
                <a:gd name="T9" fmla="*/ 0 h 1284"/>
                <a:gd name="T10" fmla="*/ 0 w 1028"/>
                <a:gd name="T11" fmla="*/ 0 h 1284"/>
                <a:gd name="T12" fmla="*/ 0 w 1028"/>
                <a:gd name="T13" fmla="*/ 0 h 1284"/>
                <a:gd name="T14" fmla="*/ 0 w 1028"/>
                <a:gd name="T15" fmla="*/ 0 h 1284"/>
                <a:gd name="T16" fmla="*/ 0 w 1028"/>
                <a:gd name="T17" fmla="*/ 0 h 1284"/>
                <a:gd name="T18" fmla="*/ 0 w 1028"/>
                <a:gd name="T19" fmla="*/ 0 h 1284"/>
                <a:gd name="T20" fmla="*/ 0 w 1028"/>
                <a:gd name="T21" fmla="*/ 0 h 1284"/>
                <a:gd name="T22" fmla="*/ 0 w 1028"/>
                <a:gd name="T23" fmla="*/ 0 h 1284"/>
                <a:gd name="T24" fmla="*/ 0 w 1028"/>
                <a:gd name="T25" fmla="*/ 0 h 1284"/>
                <a:gd name="T26" fmla="*/ 0 w 1028"/>
                <a:gd name="T27" fmla="*/ 0 h 1284"/>
                <a:gd name="T28" fmla="*/ 0 w 1028"/>
                <a:gd name="T29" fmla="*/ 0 h 1284"/>
                <a:gd name="T30" fmla="*/ 0 w 1028"/>
                <a:gd name="T31" fmla="*/ 0 h 1284"/>
                <a:gd name="T32" fmla="*/ 0 w 1028"/>
                <a:gd name="T33" fmla="*/ 0 h 1284"/>
                <a:gd name="T34" fmla="*/ 0 w 1028"/>
                <a:gd name="T35" fmla="*/ 0 h 1284"/>
                <a:gd name="T36" fmla="*/ 0 w 1028"/>
                <a:gd name="T37" fmla="*/ 0 h 1284"/>
                <a:gd name="T38" fmla="*/ 0 w 1028"/>
                <a:gd name="T39" fmla="*/ 0 h 1284"/>
                <a:gd name="T40" fmla="*/ 0 w 1028"/>
                <a:gd name="T41" fmla="*/ 0 h 1284"/>
                <a:gd name="T42" fmla="*/ 0 w 1028"/>
                <a:gd name="T43" fmla="*/ 0 h 1284"/>
                <a:gd name="T44" fmla="*/ 0 w 1028"/>
                <a:gd name="T45" fmla="*/ 0 h 1284"/>
                <a:gd name="T46" fmla="*/ 0 w 1028"/>
                <a:gd name="T47" fmla="*/ 0 h 1284"/>
                <a:gd name="T48" fmla="*/ 0 w 1028"/>
                <a:gd name="T49" fmla="*/ 0 h 1284"/>
                <a:gd name="T50" fmla="*/ 0 w 1028"/>
                <a:gd name="T51" fmla="*/ 0 h 1284"/>
                <a:gd name="T52" fmla="*/ 0 w 1028"/>
                <a:gd name="T53" fmla="*/ 0 h 1284"/>
                <a:gd name="T54" fmla="*/ 0 w 1028"/>
                <a:gd name="T55" fmla="*/ 0 h 1284"/>
                <a:gd name="T56" fmla="*/ 0 w 1028"/>
                <a:gd name="T57" fmla="*/ 0 h 1284"/>
                <a:gd name="T58" fmla="*/ 0 w 1028"/>
                <a:gd name="T59" fmla="*/ 0 h 1284"/>
                <a:gd name="T60" fmla="*/ 0 w 1028"/>
                <a:gd name="T61" fmla="*/ 0 h 1284"/>
                <a:gd name="T62" fmla="*/ 0 w 1028"/>
                <a:gd name="T63" fmla="*/ 0 h 1284"/>
                <a:gd name="T64" fmla="*/ 0 w 1028"/>
                <a:gd name="T65" fmla="*/ 0 h 1284"/>
                <a:gd name="T66" fmla="*/ 0 w 1028"/>
                <a:gd name="T67" fmla="*/ 0 h 12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28" h="1284">
                  <a:moveTo>
                    <a:pt x="848" y="0"/>
                  </a:moveTo>
                  <a:lnTo>
                    <a:pt x="157" y="46"/>
                  </a:lnTo>
                  <a:lnTo>
                    <a:pt x="168" y="186"/>
                  </a:lnTo>
                  <a:lnTo>
                    <a:pt x="75" y="180"/>
                  </a:lnTo>
                  <a:lnTo>
                    <a:pt x="110" y="470"/>
                  </a:lnTo>
                  <a:lnTo>
                    <a:pt x="46" y="488"/>
                  </a:lnTo>
                  <a:lnTo>
                    <a:pt x="0" y="662"/>
                  </a:lnTo>
                  <a:lnTo>
                    <a:pt x="116" y="918"/>
                  </a:lnTo>
                  <a:lnTo>
                    <a:pt x="220" y="1000"/>
                  </a:lnTo>
                  <a:lnTo>
                    <a:pt x="232" y="1035"/>
                  </a:lnTo>
                  <a:lnTo>
                    <a:pt x="307" y="1075"/>
                  </a:lnTo>
                  <a:lnTo>
                    <a:pt x="354" y="1185"/>
                  </a:lnTo>
                  <a:lnTo>
                    <a:pt x="412" y="1220"/>
                  </a:lnTo>
                  <a:lnTo>
                    <a:pt x="470" y="1220"/>
                  </a:lnTo>
                  <a:lnTo>
                    <a:pt x="499" y="1243"/>
                  </a:lnTo>
                  <a:lnTo>
                    <a:pt x="522" y="1214"/>
                  </a:lnTo>
                  <a:lnTo>
                    <a:pt x="587" y="1284"/>
                  </a:lnTo>
                  <a:lnTo>
                    <a:pt x="726" y="1272"/>
                  </a:lnTo>
                  <a:lnTo>
                    <a:pt x="848" y="1202"/>
                  </a:lnTo>
                  <a:lnTo>
                    <a:pt x="930" y="1197"/>
                  </a:lnTo>
                  <a:lnTo>
                    <a:pt x="912" y="1127"/>
                  </a:lnTo>
                  <a:lnTo>
                    <a:pt x="825" y="1092"/>
                  </a:lnTo>
                  <a:lnTo>
                    <a:pt x="819" y="982"/>
                  </a:lnTo>
                  <a:lnTo>
                    <a:pt x="743" y="988"/>
                  </a:lnTo>
                  <a:lnTo>
                    <a:pt x="743" y="948"/>
                  </a:lnTo>
                  <a:lnTo>
                    <a:pt x="825" y="883"/>
                  </a:lnTo>
                  <a:lnTo>
                    <a:pt x="831" y="773"/>
                  </a:lnTo>
                  <a:lnTo>
                    <a:pt x="941" y="610"/>
                  </a:lnTo>
                  <a:lnTo>
                    <a:pt x="923" y="488"/>
                  </a:lnTo>
                  <a:lnTo>
                    <a:pt x="941" y="390"/>
                  </a:lnTo>
                  <a:lnTo>
                    <a:pt x="1028" y="296"/>
                  </a:lnTo>
                  <a:lnTo>
                    <a:pt x="935" y="244"/>
                  </a:lnTo>
                  <a:lnTo>
                    <a:pt x="923" y="122"/>
                  </a:lnTo>
                  <a:lnTo>
                    <a:pt x="848" y="0"/>
                  </a:lnTo>
                  <a:close/>
                </a:path>
              </a:pathLst>
            </a:custGeom>
            <a:solidFill>
              <a:srgbClr val="FFFFFF"/>
            </a:solidFill>
            <a:ln w="9525">
              <a:solidFill>
                <a:srgbClr val="000000"/>
              </a:solidFill>
              <a:round/>
              <a:headEnd/>
              <a:tailEnd/>
            </a:ln>
          </p:spPr>
          <p:txBody>
            <a:bodyPr/>
            <a:lstStyle/>
            <a:p>
              <a:endParaRPr lang="ko-KR" altLang="en-US"/>
            </a:p>
          </p:txBody>
        </p:sp>
        <p:sp>
          <p:nvSpPr>
            <p:cNvPr id="440415" name="Freeform 387">
              <a:extLst>
                <a:ext uri="{FF2B5EF4-FFF2-40B4-BE49-F238E27FC236}">
                  <a16:creationId xmlns:a16="http://schemas.microsoft.com/office/drawing/2014/main" id="{825144E9-1BF9-9421-D6CC-239C8FCAB7D9}"/>
                </a:ext>
              </a:extLst>
            </p:cNvPr>
            <p:cNvSpPr>
              <a:spLocks/>
            </p:cNvSpPr>
            <p:nvPr/>
          </p:nvSpPr>
          <p:spPr bwMode="auto">
            <a:xfrm>
              <a:off x="2907" y="764"/>
              <a:ext cx="64" cy="41"/>
            </a:xfrm>
            <a:custGeom>
              <a:avLst/>
              <a:gdLst>
                <a:gd name="T0" fmla="*/ 0 w 842"/>
                <a:gd name="T1" fmla="*/ 0 h 517"/>
                <a:gd name="T2" fmla="*/ 0 w 842"/>
                <a:gd name="T3" fmla="*/ 0 h 517"/>
                <a:gd name="T4" fmla="*/ 0 w 842"/>
                <a:gd name="T5" fmla="*/ 0 h 517"/>
                <a:gd name="T6" fmla="*/ 0 w 842"/>
                <a:gd name="T7" fmla="*/ 0 h 517"/>
                <a:gd name="T8" fmla="*/ 0 w 842"/>
                <a:gd name="T9" fmla="*/ 0 h 517"/>
                <a:gd name="T10" fmla="*/ 0 w 842"/>
                <a:gd name="T11" fmla="*/ 0 h 517"/>
                <a:gd name="T12" fmla="*/ 0 w 842"/>
                <a:gd name="T13" fmla="*/ 0 h 517"/>
                <a:gd name="T14" fmla="*/ 0 w 842"/>
                <a:gd name="T15" fmla="*/ 0 h 517"/>
                <a:gd name="T16" fmla="*/ 0 w 842"/>
                <a:gd name="T17" fmla="*/ 0 h 517"/>
                <a:gd name="T18" fmla="*/ 0 w 842"/>
                <a:gd name="T19" fmla="*/ 0 h 517"/>
                <a:gd name="T20" fmla="*/ 0 w 842"/>
                <a:gd name="T21" fmla="*/ 0 h 517"/>
                <a:gd name="T22" fmla="*/ 0 w 842"/>
                <a:gd name="T23" fmla="*/ 0 h 517"/>
                <a:gd name="T24" fmla="*/ 0 w 842"/>
                <a:gd name="T25" fmla="*/ 0 h 517"/>
                <a:gd name="T26" fmla="*/ 0 w 842"/>
                <a:gd name="T27" fmla="*/ 0 h 517"/>
                <a:gd name="T28" fmla="*/ 0 w 842"/>
                <a:gd name="T29" fmla="*/ 0 h 517"/>
                <a:gd name="T30" fmla="*/ 0 w 842"/>
                <a:gd name="T31" fmla="*/ 0 h 517"/>
                <a:gd name="T32" fmla="*/ 0 w 842"/>
                <a:gd name="T33" fmla="*/ 0 h 517"/>
                <a:gd name="T34" fmla="*/ 0 w 842"/>
                <a:gd name="T35" fmla="*/ 0 h 517"/>
                <a:gd name="T36" fmla="*/ 0 w 842"/>
                <a:gd name="T37" fmla="*/ 0 h 517"/>
                <a:gd name="T38" fmla="*/ 0 w 842"/>
                <a:gd name="T39" fmla="*/ 0 h 517"/>
                <a:gd name="T40" fmla="*/ 0 w 842"/>
                <a:gd name="T41" fmla="*/ 0 h 517"/>
                <a:gd name="T42" fmla="*/ 0 w 842"/>
                <a:gd name="T43" fmla="*/ 0 h 51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42" h="517">
                  <a:moveTo>
                    <a:pt x="35" y="279"/>
                  </a:moveTo>
                  <a:lnTo>
                    <a:pt x="0" y="354"/>
                  </a:lnTo>
                  <a:lnTo>
                    <a:pt x="75" y="500"/>
                  </a:lnTo>
                  <a:lnTo>
                    <a:pt x="145" y="459"/>
                  </a:lnTo>
                  <a:lnTo>
                    <a:pt x="267" y="517"/>
                  </a:lnTo>
                  <a:lnTo>
                    <a:pt x="290" y="418"/>
                  </a:lnTo>
                  <a:lnTo>
                    <a:pt x="359" y="383"/>
                  </a:lnTo>
                  <a:lnTo>
                    <a:pt x="516" y="430"/>
                  </a:lnTo>
                  <a:lnTo>
                    <a:pt x="621" y="366"/>
                  </a:lnTo>
                  <a:lnTo>
                    <a:pt x="691" y="371"/>
                  </a:lnTo>
                  <a:lnTo>
                    <a:pt x="749" y="343"/>
                  </a:lnTo>
                  <a:lnTo>
                    <a:pt x="842" y="361"/>
                  </a:lnTo>
                  <a:lnTo>
                    <a:pt x="795" y="256"/>
                  </a:lnTo>
                  <a:lnTo>
                    <a:pt x="720" y="216"/>
                  </a:lnTo>
                  <a:lnTo>
                    <a:pt x="715" y="181"/>
                  </a:lnTo>
                  <a:lnTo>
                    <a:pt x="621" y="111"/>
                  </a:lnTo>
                  <a:lnTo>
                    <a:pt x="563" y="0"/>
                  </a:lnTo>
                  <a:lnTo>
                    <a:pt x="528" y="6"/>
                  </a:lnTo>
                  <a:lnTo>
                    <a:pt x="436" y="122"/>
                  </a:lnTo>
                  <a:lnTo>
                    <a:pt x="354" y="134"/>
                  </a:lnTo>
                  <a:lnTo>
                    <a:pt x="267" y="192"/>
                  </a:lnTo>
                  <a:lnTo>
                    <a:pt x="35" y="279"/>
                  </a:lnTo>
                  <a:close/>
                </a:path>
              </a:pathLst>
            </a:custGeom>
            <a:solidFill>
              <a:srgbClr val="FFFFFF"/>
            </a:solidFill>
            <a:ln w="9525">
              <a:solidFill>
                <a:srgbClr val="000000"/>
              </a:solidFill>
              <a:round/>
              <a:headEnd/>
              <a:tailEnd/>
            </a:ln>
          </p:spPr>
          <p:txBody>
            <a:bodyPr/>
            <a:lstStyle/>
            <a:p>
              <a:endParaRPr lang="ko-KR" altLang="en-US"/>
            </a:p>
          </p:txBody>
        </p:sp>
        <p:sp>
          <p:nvSpPr>
            <p:cNvPr id="440416" name="Freeform 388">
              <a:extLst>
                <a:ext uri="{FF2B5EF4-FFF2-40B4-BE49-F238E27FC236}">
                  <a16:creationId xmlns:a16="http://schemas.microsoft.com/office/drawing/2014/main" id="{C633A96D-B49C-9A88-1DC0-E78185115F97}"/>
                </a:ext>
              </a:extLst>
            </p:cNvPr>
            <p:cNvSpPr>
              <a:spLocks/>
            </p:cNvSpPr>
            <p:nvPr/>
          </p:nvSpPr>
          <p:spPr bwMode="auto">
            <a:xfrm>
              <a:off x="3001" y="722"/>
              <a:ext cx="71" cy="79"/>
            </a:xfrm>
            <a:custGeom>
              <a:avLst/>
              <a:gdLst>
                <a:gd name="T0" fmla="*/ 0 w 942"/>
                <a:gd name="T1" fmla="*/ 0 h 988"/>
                <a:gd name="T2" fmla="*/ 0 w 942"/>
                <a:gd name="T3" fmla="*/ 0 h 988"/>
                <a:gd name="T4" fmla="*/ 0 w 942"/>
                <a:gd name="T5" fmla="*/ 0 h 988"/>
                <a:gd name="T6" fmla="*/ 0 w 942"/>
                <a:gd name="T7" fmla="*/ 0 h 988"/>
                <a:gd name="T8" fmla="*/ 0 w 942"/>
                <a:gd name="T9" fmla="*/ 0 h 988"/>
                <a:gd name="T10" fmla="*/ 0 w 942"/>
                <a:gd name="T11" fmla="*/ 0 h 988"/>
                <a:gd name="T12" fmla="*/ 0 w 942"/>
                <a:gd name="T13" fmla="*/ 0 h 988"/>
                <a:gd name="T14" fmla="*/ 0 w 942"/>
                <a:gd name="T15" fmla="*/ 0 h 988"/>
                <a:gd name="T16" fmla="*/ 0 w 942"/>
                <a:gd name="T17" fmla="*/ 0 h 988"/>
                <a:gd name="T18" fmla="*/ 0 w 942"/>
                <a:gd name="T19" fmla="*/ 0 h 988"/>
                <a:gd name="T20" fmla="*/ 0 w 942"/>
                <a:gd name="T21" fmla="*/ 0 h 988"/>
                <a:gd name="T22" fmla="*/ 0 w 942"/>
                <a:gd name="T23" fmla="*/ 0 h 988"/>
                <a:gd name="T24" fmla="*/ 0 w 942"/>
                <a:gd name="T25" fmla="*/ 0 h 988"/>
                <a:gd name="T26" fmla="*/ 0 w 942"/>
                <a:gd name="T27" fmla="*/ 0 h 988"/>
                <a:gd name="T28" fmla="*/ 0 w 942"/>
                <a:gd name="T29" fmla="*/ 0 h 988"/>
                <a:gd name="T30" fmla="*/ 0 w 942"/>
                <a:gd name="T31" fmla="*/ 0 h 988"/>
                <a:gd name="T32" fmla="*/ 0 w 942"/>
                <a:gd name="T33" fmla="*/ 0 h 988"/>
                <a:gd name="T34" fmla="*/ 0 w 942"/>
                <a:gd name="T35" fmla="*/ 0 h 988"/>
                <a:gd name="T36" fmla="*/ 0 w 942"/>
                <a:gd name="T37" fmla="*/ 0 h 988"/>
                <a:gd name="T38" fmla="*/ 0 w 942"/>
                <a:gd name="T39" fmla="*/ 0 h 988"/>
                <a:gd name="T40" fmla="*/ 0 w 942"/>
                <a:gd name="T41" fmla="*/ 0 h 988"/>
                <a:gd name="T42" fmla="*/ 0 w 942"/>
                <a:gd name="T43" fmla="*/ 0 h 988"/>
                <a:gd name="T44" fmla="*/ 0 w 942"/>
                <a:gd name="T45" fmla="*/ 0 h 988"/>
                <a:gd name="T46" fmla="*/ 0 w 942"/>
                <a:gd name="T47" fmla="*/ 0 h 988"/>
                <a:gd name="T48" fmla="*/ 0 w 942"/>
                <a:gd name="T49" fmla="*/ 0 h 988"/>
                <a:gd name="T50" fmla="*/ 0 w 942"/>
                <a:gd name="T51" fmla="*/ 0 h 988"/>
                <a:gd name="T52" fmla="*/ 0 w 942"/>
                <a:gd name="T53" fmla="*/ 0 h 988"/>
                <a:gd name="T54" fmla="*/ 0 w 942"/>
                <a:gd name="T55" fmla="*/ 0 h 9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42" h="988">
                  <a:moveTo>
                    <a:pt x="280" y="0"/>
                  </a:moveTo>
                  <a:lnTo>
                    <a:pt x="361" y="186"/>
                  </a:lnTo>
                  <a:lnTo>
                    <a:pt x="581" y="343"/>
                  </a:lnTo>
                  <a:lnTo>
                    <a:pt x="518" y="407"/>
                  </a:lnTo>
                  <a:lnTo>
                    <a:pt x="506" y="477"/>
                  </a:lnTo>
                  <a:lnTo>
                    <a:pt x="634" y="453"/>
                  </a:lnTo>
                  <a:lnTo>
                    <a:pt x="593" y="500"/>
                  </a:lnTo>
                  <a:lnTo>
                    <a:pt x="658" y="593"/>
                  </a:lnTo>
                  <a:lnTo>
                    <a:pt x="756" y="640"/>
                  </a:lnTo>
                  <a:lnTo>
                    <a:pt x="942" y="640"/>
                  </a:lnTo>
                  <a:lnTo>
                    <a:pt x="797" y="831"/>
                  </a:lnTo>
                  <a:lnTo>
                    <a:pt x="529" y="953"/>
                  </a:lnTo>
                  <a:lnTo>
                    <a:pt x="454" y="924"/>
                  </a:lnTo>
                  <a:lnTo>
                    <a:pt x="402" y="988"/>
                  </a:lnTo>
                  <a:lnTo>
                    <a:pt x="332" y="982"/>
                  </a:lnTo>
                  <a:lnTo>
                    <a:pt x="239" y="894"/>
                  </a:lnTo>
                  <a:lnTo>
                    <a:pt x="187" y="894"/>
                  </a:lnTo>
                  <a:lnTo>
                    <a:pt x="169" y="831"/>
                  </a:lnTo>
                  <a:lnTo>
                    <a:pt x="82" y="796"/>
                  </a:lnTo>
                  <a:lnTo>
                    <a:pt x="76" y="686"/>
                  </a:lnTo>
                  <a:lnTo>
                    <a:pt x="0" y="692"/>
                  </a:lnTo>
                  <a:lnTo>
                    <a:pt x="0" y="652"/>
                  </a:lnTo>
                  <a:lnTo>
                    <a:pt x="82" y="587"/>
                  </a:lnTo>
                  <a:lnTo>
                    <a:pt x="88" y="477"/>
                  </a:lnTo>
                  <a:lnTo>
                    <a:pt x="198" y="314"/>
                  </a:lnTo>
                  <a:lnTo>
                    <a:pt x="180" y="186"/>
                  </a:lnTo>
                  <a:lnTo>
                    <a:pt x="198" y="94"/>
                  </a:lnTo>
                  <a:lnTo>
                    <a:pt x="280" y="0"/>
                  </a:lnTo>
                  <a:close/>
                </a:path>
              </a:pathLst>
            </a:custGeom>
            <a:solidFill>
              <a:srgbClr val="FFFFFF"/>
            </a:solidFill>
            <a:ln w="9525">
              <a:solidFill>
                <a:srgbClr val="000000"/>
              </a:solidFill>
              <a:round/>
              <a:headEnd/>
              <a:tailEnd/>
            </a:ln>
          </p:spPr>
          <p:txBody>
            <a:bodyPr/>
            <a:lstStyle/>
            <a:p>
              <a:endParaRPr lang="ko-KR" altLang="en-US"/>
            </a:p>
          </p:txBody>
        </p:sp>
        <p:sp>
          <p:nvSpPr>
            <p:cNvPr id="440417" name="Freeform 389">
              <a:extLst>
                <a:ext uri="{FF2B5EF4-FFF2-40B4-BE49-F238E27FC236}">
                  <a16:creationId xmlns:a16="http://schemas.microsoft.com/office/drawing/2014/main" id="{BC5F66C1-C6F9-711C-8EB1-F73A2FDDEC7A}"/>
                </a:ext>
              </a:extLst>
            </p:cNvPr>
            <p:cNvSpPr>
              <a:spLocks/>
            </p:cNvSpPr>
            <p:nvPr/>
          </p:nvSpPr>
          <p:spPr bwMode="auto">
            <a:xfrm>
              <a:off x="3039" y="749"/>
              <a:ext cx="10" cy="11"/>
            </a:xfrm>
            <a:custGeom>
              <a:avLst/>
              <a:gdLst>
                <a:gd name="T0" fmla="*/ 0 w 122"/>
                <a:gd name="T1" fmla="*/ 0 h 134"/>
                <a:gd name="T2" fmla="*/ 0 w 122"/>
                <a:gd name="T3" fmla="*/ 0 h 134"/>
                <a:gd name="T4" fmla="*/ 0 w 122"/>
                <a:gd name="T5" fmla="*/ 0 h 134"/>
                <a:gd name="T6" fmla="*/ 0 w 122"/>
                <a:gd name="T7" fmla="*/ 0 h 134"/>
                <a:gd name="T8" fmla="*/ 0 w 122"/>
                <a:gd name="T9" fmla="*/ 0 h 1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134">
                  <a:moveTo>
                    <a:pt x="64" y="0"/>
                  </a:moveTo>
                  <a:lnTo>
                    <a:pt x="6" y="64"/>
                  </a:lnTo>
                  <a:lnTo>
                    <a:pt x="0" y="134"/>
                  </a:lnTo>
                  <a:lnTo>
                    <a:pt x="122" y="110"/>
                  </a:lnTo>
                  <a:lnTo>
                    <a:pt x="64" y="0"/>
                  </a:lnTo>
                  <a:close/>
                </a:path>
              </a:pathLst>
            </a:custGeom>
            <a:solidFill>
              <a:srgbClr val="FFFFFF"/>
            </a:solidFill>
            <a:ln w="9525">
              <a:solidFill>
                <a:srgbClr val="000000"/>
              </a:solidFill>
              <a:round/>
              <a:headEnd/>
              <a:tailEnd/>
            </a:ln>
          </p:spPr>
          <p:txBody>
            <a:bodyPr/>
            <a:lstStyle/>
            <a:p>
              <a:endParaRPr lang="ko-KR" altLang="en-US"/>
            </a:p>
          </p:txBody>
        </p:sp>
        <p:sp>
          <p:nvSpPr>
            <p:cNvPr id="440418" name="Freeform 390">
              <a:extLst>
                <a:ext uri="{FF2B5EF4-FFF2-40B4-BE49-F238E27FC236}">
                  <a16:creationId xmlns:a16="http://schemas.microsoft.com/office/drawing/2014/main" id="{8EF95AFC-8EBD-D6DB-D9EF-05B9646043F8}"/>
                </a:ext>
              </a:extLst>
            </p:cNvPr>
            <p:cNvSpPr>
              <a:spLocks/>
            </p:cNvSpPr>
            <p:nvPr/>
          </p:nvSpPr>
          <p:spPr bwMode="auto">
            <a:xfrm>
              <a:off x="3038" y="752"/>
              <a:ext cx="49" cy="75"/>
            </a:xfrm>
            <a:custGeom>
              <a:avLst/>
              <a:gdLst>
                <a:gd name="T0" fmla="*/ 0 w 651"/>
                <a:gd name="T1" fmla="*/ 0 h 929"/>
                <a:gd name="T2" fmla="*/ 0 w 651"/>
                <a:gd name="T3" fmla="*/ 0 h 929"/>
                <a:gd name="T4" fmla="*/ 0 w 651"/>
                <a:gd name="T5" fmla="*/ 0 h 929"/>
                <a:gd name="T6" fmla="*/ 0 w 651"/>
                <a:gd name="T7" fmla="*/ 0 h 929"/>
                <a:gd name="T8" fmla="*/ 0 w 651"/>
                <a:gd name="T9" fmla="*/ 0 h 929"/>
                <a:gd name="T10" fmla="*/ 0 w 651"/>
                <a:gd name="T11" fmla="*/ 0 h 929"/>
                <a:gd name="T12" fmla="*/ 0 w 651"/>
                <a:gd name="T13" fmla="*/ 0 h 929"/>
                <a:gd name="T14" fmla="*/ 0 w 651"/>
                <a:gd name="T15" fmla="*/ 0 h 929"/>
                <a:gd name="T16" fmla="*/ 0 w 651"/>
                <a:gd name="T17" fmla="*/ 0 h 929"/>
                <a:gd name="T18" fmla="*/ 0 w 651"/>
                <a:gd name="T19" fmla="*/ 0 h 929"/>
                <a:gd name="T20" fmla="*/ 0 w 651"/>
                <a:gd name="T21" fmla="*/ 0 h 929"/>
                <a:gd name="T22" fmla="*/ 0 w 651"/>
                <a:gd name="T23" fmla="*/ 0 h 929"/>
                <a:gd name="T24" fmla="*/ 0 w 651"/>
                <a:gd name="T25" fmla="*/ 0 h 929"/>
                <a:gd name="T26" fmla="*/ 0 w 651"/>
                <a:gd name="T27" fmla="*/ 0 h 929"/>
                <a:gd name="T28" fmla="*/ 0 w 651"/>
                <a:gd name="T29" fmla="*/ 0 h 929"/>
                <a:gd name="T30" fmla="*/ 0 w 651"/>
                <a:gd name="T31" fmla="*/ 0 h 929"/>
                <a:gd name="T32" fmla="*/ 0 w 651"/>
                <a:gd name="T33" fmla="*/ 0 h 9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51" h="929">
                  <a:moveTo>
                    <a:pt x="140" y="75"/>
                  </a:moveTo>
                  <a:lnTo>
                    <a:pt x="157" y="117"/>
                  </a:lnTo>
                  <a:lnTo>
                    <a:pt x="297" y="105"/>
                  </a:lnTo>
                  <a:lnTo>
                    <a:pt x="436" y="87"/>
                  </a:lnTo>
                  <a:lnTo>
                    <a:pt x="535" y="58"/>
                  </a:lnTo>
                  <a:lnTo>
                    <a:pt x="611" y="0"/>
                  </a:lnTo>
                  <a:lnTo>
                    <a:pt x="651" y="82"/>
                  </a:lnTo>
                  <a:lnTo>
                    <a:pt x="448" y="540"/>
                  </a:lnTo>
                  <a:lnTo>
                    <a:pt x="35" y="929"/>
                  </a:lnTo>
                  <a:lnTo>
                    <a:pt x="0" y="848"/>
                  </a:lnTo>
                  <a:lnTo>
                    <a:pt x="30" y="575"/>
                  </a:lnTo>
                  <a:lnTo>
                    <a:pt x="303" y="453"/>
                  </a:lnTo>
                  <a:lnTo>
                    <a:pt x="448" y="262"/>
                  </a:lnTo>
                  <a:lnTo>
                    <a:pt x="262" y="262"/>
                  </a:lnTo>
                  <a:lnTo>
                    <a:pt x="164" y="215"/>
                  </a:lnTo>
                  <a:lnTo>
                    <a:pt x="99" y="122"/>
                  </a:lnTo>
                  <a:lnTo>
                    <a:pt x="140" y="75"/>
                  </a:lnTo>
                  <a:close/>
                </a:path>
              </a:pathLst>
            </a:custGeom>
            <a:solidFill>
              <a:srgbClr val="FFFFFF"/>
            </a:solidFill>
            <a:ln w="9525">
              <a:solidFill>
                <a:srgbClr val="000000"/>
              </a:solidFill>
              <a:round/>
              <a:headEnd/>
              <a:tailEnd/>
            </a:ln>
          </p:spPr>
          <p:txBody>
            <a:bodyPr/>
            <a:lstStyle/>
            <a:p>
              <a:endParaRPr lang="ko-KR" altLang="en-US"/>
            </a:p>
          </p:txBody>
        </p:sp>
        <p:sp>
          <p:nvSpPr>
            <p:cNvPr id="440419" name="Freeform 391">
              <a:extLst>
                <a:ext uri="{FF2B5EF4-FFF2-40B4-BE49-F238E27FC236}">
                  <a16:creationId xmlns:a16="http://schemas.microsoft.com/office/drawing/2014/main" id="{3058BDF4-57A8-4758-565B-F0EC52ADB326}"/>
                </a:ext>
              </a:extLst>
            </p:cNvPr>
            <p:cNvSpPr>
              <a:spLocks/>
            </p:cNvSpPr>
            <p:nvPr/>
          </p:nvSpPr>
          <p:spPr bwMode="auto">
            <a:xfrm>
              <a:off x="2881" y="810"/>
              <a:ext cx="9" cy="7"/>
            </a:xfrm>
            <a:custGeom>
              <a:avLst/>
              <a:gdLst>
                <a:gd name="T0" fmla="*/ 0 w 122"/>
                <a:gd name="T1" fmla="*/ 0 h 81"/>
                <a:gd name="T2" fmla="*/ 0 w 122"/>
                <a:gd name="T3" fmla="*/ 0 h 81"/>
                <a:gd name="T4" fmla="*/ 0 w 122"/>
                <a:gd name="T5" fmla="*/ 0 h 81"/>
                <a:gd name="T6" fmla="*/ 0 w 122"/>
                <a:gd name="T7" fmla="*/ 0 h 81"/>
                <a:gd name="T8" fmla="*/ 0 w 122"/>
                <a:gd name="T9" fmla="*/ 0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81">
                  <a:moveTo>
                    <a:pt x="18" y="0"/>
                  </a:moveTo>
                  <a:lnTo>
                    <a:pt x="122" y="6"/>
                  </a:lnTo>
                  <a:lnTo>
                    <a:pt x="111" y="81"/>
                  </a:lnTo>
                  <a:lnTo>
                    <a:pt x="0" y="76"/>
                  </a:lnTo>
                  <a:lnTo>
                    <a:pt x="18" y="0"/>
                  </a:lnTo>
                  <a:close/>
                </a:path>
              </a:pathLst>
            </a:custGeom>
            <a:solidFill>
              <a:srgbClr val="FFFFFF"/>
            </a:solidFill>
            <a:ln w="9525">
              <a:solidFill>
                <a:srgbClr val="000000"/>
              </a:solidFill>
              <a:round/>
              <a:headEnd/>
              <a:tailEnd/>
            </a:ln>
          </p:spPr>
          <p:txBody>
            <a:bodyPr/>
            <a:lstStyle/>
            <a:p>
              <a:endParaRPr lang="ko-KR" altLang="en-US"/>
            </a:p>
          </p:txBody>
        </p:sp>
        <p:sp>
          <p:nvSpPr>
            <p:cNvPr id="440420" name="Freeform 392">
              <a:extLst>
                <a:ext uri="{FF2B5EF4-FFF2-40B4-BE49-F238E27FC236}">
                  <a16:creationId xmlns:a16="http://schemas.microsoft.com/office/drawing/2014/main" id="{62D233E0-D510-E597-B0BC-2B4C3E130435}"/>
                </a:ext>
              </a:extLst>
            </p:cNvPr>
            <p:cNvSpPr>
              <a:spLocks/>
            </p:cNvSpPr>
            <p:nvPr/>
          </p:nvSpPr>
          <p:spPr bwMode="auto">
            <a:xfrm>
              <a:off x="2878" y="811"/>
              <a:ext cx="28" cy="38"/>
            </a:xfrm>
            <a:custGeom>
              <a:avLst/>
              <a:gdLst>
                <a:gd name="T0" fmla="*/ 0 w 371"/>
                <a:gd name="T1" fmla="*/ 0 h 476"/>
                <a:gd name="T2" fmla="*/ 0 w 371"/>
                <a:gd name="T3" fmla="*/ 0 h 476"/>
                <a:gd name="T4" fmla="*/ 0 w 371"/>
                <a:gd name="T5" fmla="*/ 0 h 476"/>
                <a:gd name="T6" fmla="*/ 0 w 371"/>
                <a:gd name="T7" fmla="*/ 0 h 476"/>
                <a:gd name="T8" fmla="*/ 0 w 371"/>
                <a:gd name="T9" fmla="*/ 0 h 476"/>
                <a:gd name="T10" fmla="*/ 0 w 371"/>
                <a:gd name="T11" fmla="*/ 0 h 476"/>
                <a:gd name="T12" fmla="*/ 0 w 371"/>
                <a:gd name="T13" fmla="*/ 0 h 476"/>
                <a:gd name="T14" fmla="*/ 0 w 371"/>
                <a:gd name="T15" fmla="*/ 0 h 476"/>
                <a:gd name="T16" fmla="*/ 0 w 371"/>
                <a:gd name="T17" fmla="*/ 0 h 476"/>
                <a:gd name="T18" fmla="*/ 0 w 371"/>
                <a:gd name="T19" fmla="*/ 0 h 476"/>
                <a:gd name="T20" fmla="*/ 0 w 371"/>
                <a:gd name="T21" fmla="*/ 0 h 476"/>
                <a:gd name="T22" fmla="*/ 0 w 371"/>
                <a:gd name="T23" fmla="*/ 0 h 476"/>
                <a:gd name="T24" fmla="*/ 0 w 371"/>
                <a:gd name="T25" fmla="*/ 0 h 4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1" h="476">
                  <a:moveTo>
                    <a:pt x="156" y="0"/>
                  </a:moveTo>
                  <a:lnTo>
                    <a:pt x="308" y="0"/>
                  </a:lnTo>
                  <a:lnTo>
                    <a:pt x="313" y="52"/>
                  </a:lnTo>
                  <a:lnTo>
                    <a:pt x="354" y="46"/>
                  </a:lnTo>
                  <a:lnTo>
                    <a:pt x="371" y="307"/>
                  </a:lnTo>
                  <a:lnTo>
                    <a:pt x="191" y="319"/>
                  </a:lnTo>
                  <a:lnTo>
                    <a:pt x="203" y="476"/>
                  </a:lnTo>
                  <a:lnTo>
                    <a:pt x="151" y="389"/>
                  </a:lnTo>
                  <a:lnTo>
                    <a:pt x="46" y="290"/>
                  </a:lnTo>
                  <a:lnTo>
                    <a:pt x="0" y="203"/>
                  </a:lnTo>
                  <a:lnTo>
                    <a:pt x="34" y="70"/>
                  </a:lnTo>
                  <a:lnTo>
                    <a:pt x="145" y="75"/>
                  </a:lnTo>
                  <a:lnTo>
                    <a:pt x="156" y="0"/>
                  </a:lnTo>
                  <a:close/>
                </a:path>
              </a:pathLst>
            </a:custGeom>
            <a:solidFill>
              <a:srgbClr val="FFFFFF"/>
            </a:solidFill>
            <a:ln w="9525">
              <a:solidFill>
                <a:srgbClr val="000000"/>
              </a:solidFill>
              <a:round/>
              <a:headEnd/>
              <a:tailEnd/>
            </a:ln>
          </p:spPr>
          <p:txBody>
            <a:bodyPr/>
            <a:lstStyle/>
            <a:p>
              <a:endParaRPr lang="ko-KR" altLang="en-US"/>
            </a:p>
          </p:txBody>
        </p:sp>
        <p:sp>
          <p:nvSpPr>
            <p:cNvPr id="440421" name="Freeform 393">
              <a:extLst>
                <a:ext uri="{FF2B5EF4-FFF2-40B4-BE49-F238E27FC236}">
                  <a16:creationId xmlns:a16="http://schemas.microsoft.com/office/drawing/2014/main" id="{ED04AD44-FF10-3588-7024-3C9BC4E5BEC3}"/>
                </a:ext>
              </a:extLst>
            </p:cNvPr>
            <p:cNvSpPr>
              <a:spLocks/>
            </p:cNvSpPr>
            <p:nvPr/>
          </p:nvSpPr>
          <p:spPr bwMode="auto">
            <a:xfrm>
              <a:off x="2892" y="801"/>
              <a:ext cx="35" cy="47"/>
            </a:xfrm>
            <a:custGeom>
              <a:avLst/>
              <a:gdLst>
                <a:gd name="T0" fmla="*/ 0 w 454"/>
                <a:gd name="T1" fmla="*/ 0 h 599"/>
                <a:gd name="T2" fmla="*/ 0 w 454"/>
                <a:gd name="T3" fmla="*/ 0 h 599"/>
                <a:gd name="T4" fmla="*/ 0 w 454"/>
                <a:gd name="T5" fmla="*/ 0 h 599"/>
                <a:gd name="T6" fmla="*/ 0 w 454"/>
                <a:gd name="T7" fmla="*/ 0 h 599"/>
                <a:gd name="T8" fmla="*/ 0 w 454"/>
                <a:gd name="T9" fmla="*/ 0 h 599"/>
                <a:gd name="T10" fmla="*/ 0 w 454"/>
                <a:gd name="T11" fmla="*/ 0 h 599"/>
                <a:gd name="T12" fmla="*/ 0 w 454"/>
                <a:gd name="T13" fmla="*/ 0 h 599"/>
                <a:gd name="T14" fmla="*/ 0 w 454"/>
                <a:gd name="T15" fmla="*/ 0 h 599"/>
                <a:gd name="T16" fmla="*/ 0 w 454"/>
                <a:gd name="T17" fmla="*/ 0 h 599"/>
                <a:gd name="T18" fmla="*/ 0 w 454"/>
                <a:gd name="T19" fmla="*/ 0 h 599"/>
                <a:gd name="T20" fmla="*/ 0 w 454"/>
                <a:gd name="T21" fmla="*/ 0 h 599"/>
                <a:gd name="T22" fmla="*/ 0 w 454"/>
                <a:gd name="T23" fmla="*/ 0 h 599"/>
                <a:gd name="T24" fmla="*/ 0 w 454"/>
                <a:gd name="T25" fmla="*/ 0 h 599"/>
                <a:gd name="T26" fmla="*/ 0 w 454"/>
                <a:gd name="T27" fmla="*/ 0 h 599"/>
                <a:gd name="T28" fmla="*/ 0 w 454"/>
                <a:gd name="T29" fmla="*/ 0 h 599"/>
                <a:gd name="T30" fmla="*/ 0 w 454"/>
                <a:gd name="T31" fmla="*/ 0 h 599"/>
                <a:gd name="T32" fmla="*/ 0 w 454"/>
                <a:gd name="T33" fmla="*/ 0 h 5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54" h="599">
                  <a:moveTo>
                    <a:pt x="0" y="447"/>
                  </a:moveTo>
                  <a:lnTo>
                    <a:pt x="12" y="599"/>
                  </a:lnTo>
                  <a:lnTo>
                    <a:pt x="82" y="592"/>
                  </a:lnTo>
                  <a:lnTo>
                    <a:pt x="122" y="552"/>
                  </a:lnTo>
                  <a:lnTo>
                    <a:pt x="204" y="557"/>
                  </a:lnTo>
                  <a:lnTo>
                    <a:pt x="285" y="512"/>
                  </a:lnTo>
                  <a:lnTo>
                    <a:pt x="291" y="395"/>
                  </a:lnTo>
                  <a:lnTo>
                    <a:pt x="413" y="279"/>
                  </a:lnTo>
                  <a:lnTo>
                    <a:pt x="454" y="58"/>
                  </a:lnTo>
                  <a:lnTo>
                    <a:pt x="332" y="0"/>
                  </a:lnTo>
                  <a:lnTo>
                    <a:pt x="267" y="41"/>
                  </a:lnTo>
                  <a:lnTo>
                    <a:pt x="274" y="128"/>
                  </a:lnTo>
                  <a:lnTo>
                    <a:pt x="117" y="128"/>
                  </a:lnTo>
                  <a:lnTo>
                    <a:pt x="122" y="180"/>
                  </a:lnTo>
                  <a:lnTo>
                    <a:pt x="169" y="186"/>
                  </a:lnTo>
                  <a:lnTo>
                    <a:pt x="180" y="435"/>
                  </a:lnTo>
                  <a:lnTo>
                    <a:pt x="0" y="447"/>
                  </a:lnTo>
                  <a:close/>
                </a:path>
              </a:pathLst>
            </a:custGeom>
            <a:solidFill>
              <a:srgbClr val="FFFFFF"/>
            </a:solidFill>
            <a:ln w="9525">
              <a:solidFill>
                <a:srgbClr val="000000"/>
              </a:solidFill>
              <a:round/>
              <a:headEnd/>
              <a:tailEnd/>
            </a:ln>
          </p:spPr>
          <p:txBody>
            <a:bodyPr/>
            <a:lstStyle/>
            <a:p>
              <a:endParaRPr lang="ko-KR" altLang="en-US"/>
            </a:p>
          </p:txBody>
        </p:sp>
        <p:sp>
          <p:nvSpPr>
            <p:cNvPr id="440422" name="Freeform 394">
              <a:extLst>
                <a:ext uri="{FF2B5EF4-FFF2-40B4-BE49-F238E27FC236}">
                  <a16:creationId xmlns:a16="http://schemas.microsoft.com/office/drawing/2014/main" id="{D045D3AF-807C-66E4-7784-B9D16965493C}"/>
                </a:ext>
              </a:extLst>
            </p:cNvPr>
            <p:cNvSpPr>
              <a:spLocks/>
            </p:cNvSpPr>
            <p:nvPr/>
          </p:nvSpPr>
          <p:spPr bwMode="auto">
            <a:xfrm>
              <a:off x="2893" y="848"/>
              <a:ext cx="6" cy="6"/>
            </a:xfrm>
            <a:custGeom>
              <a:avLst/>
              <a:gdLst>
                <a:gd name="T0" fmla="*/ 0 w 76"/>
                <a:gd name="T1" fmla="*/ 0 h 82"/>
                <a:gd name="T2" fmla="*/ 0 w 76"/>
                <a:gd name="T3" fmla="*/ 0 h 82"/>
                <a:gd name="T4" fmla="*/ 0 w 76"/>
                <a:gd name="T5" fmla="*/ 0 h 82"/>
                <a:gd name="T6" fmla="*/ 0 w 76"/>
                <a:gd name="T7" fmla="*/ 0 h 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 h="82">
                  <a:moveTo>
                    <a:pt x="76" y="0"/>
                  </a:moveTo>
                  <a:lnTo>
                    <a:pt x="0" y="5"/>
                  </a:lnTo>
                  <a:lnTo>
                    <a:pt x="41" y="82"/>
                  </a:lnTo>
                  <a:lnTo>
                    <a:pt x="76" y="0"/>
                  </a:lnTo>
                  <a:close/>
                </a:path>
              </a:pathLst>
            </a:custGeom>
            <a:solidFill>
              <a:srgbClr val="FFFFFF"/>
            </a:solidFill>
            <a:ln w="9525">
              <a:solidFill>
                <a:srgbClr val="000000"/>
              </a:solidFill>
              <a:round/>
              <a:headEnd/>
              <a:tailEnd/>
            </a:ln>
          </p:spPr>
          <p:txBody>
            <a:bodyPr/>
            <a:lstStyle/>
            <a:p>
              <a:endParaRPr lang="ko-KR" altLang="en-US"/>
            </a:p>
          </p:txBody>
        </p:sp>
        <p:sp>
          <p:nvSpPr>
            <p:cNvPr id="440423" name="Freeform 395">
              <a:extLst>
                <a:ext uri="{FF2B5EF4-FFF2-40B4-BE49-F238E27FC236}">
                  <a16:creationId xmlns:a16="http://schemas.microsoft.com/office/drawing/2014/main" id="{201FE819-6BE6-4C28-9399-9D56DE02B07D}"/>
                </a:ext>
              </a:extLst>
            </p:cNvPr>
            <p:cNvSpPr>
              <a:spLocks/>
            </p:cNvSpPr>
            <p:nvPr/>
          </p:nvSpPr>
          <p:spPr bwMode="auto">
            <a:xfrm>
              <a:off x="2896" y="791"/>
              <a:ext cx="95" cy="102"/>
            </a:xfrm>
            <a:custGeom>
              <a:avLst/>
              <a:gdLst>
                <a:gd name="T0" fmla="*/ 0 w 1244"/>
                <a:gd name="T1" fmla="*/ 0 h 1266"/>
                <a:gd name="T2" fmla="*/ 0 w 1244"/>
                <a:gd name="T3" fmla="*/ 0 h 1266"/>
                <a:gd name="T4" fmla="*/ 0 w 1244"/>
                <a:gd name="T5" fmla="*/ 0 h 1266"/>
                <a:gd name="T6" fmla="*/ 0 w 1244"/>
                <a:gd name="T7" fmla="*/ 0 h 1266"/>
                <a:gd name="T8" fmla="*/ 0 w 1244"/>
                <a:gd name="T9" fmla="*/ 0 h 1266"/>
                <a:gd name="T10" fmla="*/ 0 w 1244"/>
                <a:gd name="T11" fmla="*/ 0 h 1266"/>
                <a:gd name="T12" fmla="*/ 0 w 1244"/>
                <a:gd name="T13" fmla="*/ 0 h 1266"/>
                <a:gd name="T14" fmla="*/ 0 w 1244"/>
                <a:gd name="T15" fmla="*/ 0 h 1266"/>
                <a:gd name="T16" fmla="*/ 0 w 1244"/>
                <a:gd name="T17" fmla="*/ 0 h 1266"/>
                <a:gd name="T18" fmla="*/ 0 w 1244"/>
                <a:gd name="T19" fmla="*/ 0 h 1266"/>
                <a:gd name="T20" fmla="*/ 0 w 1244"/>
                <a:gd name="T21" fmla="*/ 0 h 1266"/>
                <a:gd name="T22" fmla="*/ 0 w 1244"/>
                <a:gd name="T23" fmla="*/ 0 h 1266"/>
                <a:gd name="T24" fmla="*/ 0 w 1244"/>
                <a:gd name="T25" fmla="*/ 0 h 1266"/>
                <a:gd name="T26" fmla="*/ 0 w 1244"/>
                <a:gd name="T27" fmla="*/ 0 h 1266"/>
                <a:gd name="T28" fmla="*/ 0 w 1244"/>
                <a:gd name="T29" fmla="*/ 0 h 1266"/>
                <a:gd name="T30" fmla="*/ 0 w 1244"/>
                <a:gd name="T31" fmla="*/ 0 h 1266"/>
                <a:gd name="T32" fmla="*/ 0 w 1244"/>
                <a:gd name="T33" fmla="*/ 0 h 1266"/>
                <a:gd name="T34" fmla="*/ 0 w 1244"/>
                <a:gd name="T35" fmla="*/ 0 h 1266"/>
                <a:gd name="T36" fmla="*/ 0 w 1244"/>
                <a:gd name="T37" fmla="*/ 0 h 1266"/>
                <a:gd name="T38" fmla="*/ 0 w 1244"/>
                <a:gd name="T39" fmla="*/ 0 h 1266"/>
                <a:gd name="T40" fmla="*/ 0 w 1244"/>
                <a:gd name="T41" fmla="*/ 0 h 1266"/>
                <a:gd name="T42" fmla="*/ 0 w 1244"/>
                <a:gd name="T43" fmla="*/ 0 h 1266"/>
                <a:gd name="T44" fmla="*/ 0 w 1244"/>
                <a:gd name="T45" fmla="*/ 0 h 1266"/>
                <a:gd name="T46" fmla="*/ 0 w 1244"/>
                <a:gd name="T47" fmla="*/ 0 h 1266"/>
                <a:gd name="T48" fmla="*/ 0 w 1244"/>
                <a:gd name="T49" fmla="*/ 0 h 1266"/>
                <a:gd name="T50" fmla="*/ 0 w 1244"/>
                <a:gd name="T51" fmla="*/ 0 h 1266"/>
                <a:gd name="T52" fmla="*/ 0 w 1244"/>
                <a:gd name="T53" fmla="*/ 0 h 1266"/>
                <a:gd name="T54" fmla="*/ 0 w 1244"/>
                <a:gd name="T55" fmla="*/ 0 h 1266"/>
                <a:gd name="T56" fmla="*/ 0 w 1244"/>
                <a:gd name="T57" fmla="*/ 0 h 1266"/>
                <a:gd name="T58" fmla="*/ 0 w 1244"/>
                <a:gd name="T59" fmla="*/ 0 h 1266"/>
                <a:gd name="T60" fmla="*/ 0 w 1244"/>
                <a:gd name="T61" fmla="*/ 0 h 1266"/>
                <a:gd name="T62" fmla="*/ 0 w 1244"/>
                <a:gd name="T63" fmla="*/ 0 h 1266"/>
                <a:gd name="T64" fmla="*/ 0 w 1244"/>
                <a:gd name="T65" fmla="*/ 0 h 1266"/>
                <a:gd name="T66" fmla="*/ 0 w 1244"/>
                <a:gd name="T67" fmla="*/ 0 h 1266"/>
                <a:gd name="T68" fmla="*/ 0 w 1244"/>
                <a:gd name="T69" fmla="*/ 0 h 1266"/>
                <a:gd name="T70" fmla="*/ 0 w 1244"/>
                <a:gd name="T71" fmla="*/ 0 h 1266"/>
                <a:gd name="T72" fmla="*/ 0 w 1244"/>
                <a:gd name="T73" fmla="*/ 0 h 1266"/>
                <a:gd name="T74" fmla="*/ 0 w 1244"/>
                <a:gd name="T75" fmla="*/ 0 h 1266"/>
                <a:gd name="T76" fmla="*/ 0 w 1244"/>
                <a:gd name="T77" fmla="*/ 0 h 1266"/>
                <a:gd name="T78" fmla="*/ 0 w 1244"/>
                <a:gd name="T79" fmla="*/ 0 h 1266"/>
                <a:gd name="T80" fmla="*/ 0 w 1244"/>
                <a:gd name="T81" fmla="*/ 0 h 1266"/>
                <a:gd name="T82" fmla="*/ 0 w 1244"/>
                <a:gd name="T83" fmla="*/ 0 h 1266"/>
                <a:gd name="T84" fmla="*/ 0 w 1244"/>
                <a:gd name="T85" fmla="*/ 0 h 1266"/>
                <a:gd name="T86" fmla="*/ 0 w 1244"/>
                <a:gd name="T87" fmla="*/ 0 h 1266"/>
                <a:gd name="T88" fmla="*/ 0 w 1244"/>
                <a:gd name="T89" fmla="*/ 0 h 1266"/>
                <a:gd name="T90" fmla="*/ 0 w 1244"/>
                <a:gd name="T91" fmla="*/ 0 h 1266"/>
                <a:gd name="T92" fmla="*/ 0 w 1244"/>
                <a:gd name="T93" fmla="*/ 0 h 1266"/>
                <a:gd name="T94" fmla="*/ 0 w 1244"/>
                <a:gd name="T95" fmla="*/ 0 h 1266"/>
                <a:gd name="T96" fmla="*/ 0 w 1244"/>
                <a:gd name="T97" fmla="*/ 0 h 1266"/>
                <a:gd name="T98" fmla="*/ 0 w 1244"/>
                <a:gd name="T99" fmla="*/ 0 h 1266"/>
                <a:gd name="T100" fmla="*/ 0 w 1244"/>
                <a:gd name="T101" fmla="*/ 0 h 1266"/>
                <a:gd name="T102" fmla="*/ 0 w 1244"/>
                <a:gd name="T103" fmla="*/ 0 h 1266"/>
                <a:gd name="T104" fmla="*/ 0 w 1244"/>
                <a:gd name="T105" fmla="*/ 0 h 12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44" h="1266">
                  <a:moveTo>
                    <a:pt x="0" y="785"/>
                  </a:moveTo>
                  <a:lnTo>
                    <a:pt x="35" y="703"/>
                  </a:lnTo>
                  <a:lnTo>
                    <a:pt x="75" y="668"/>
                  </a:lnTo>
                  <a:lnTo>
                    <a:pt x="116" y="663"/>
                  </a:lnTo>
                  <a:lnTo>
                    <a:pt x="168" y="673"/>
                  </a:lnTo>
                  <a:lnTo>
                    <a:pt x="238" y="628"/>
                  </a:lnTo>
                  <a:lnTo>
                    <a:pt x="244" y="511"/>
                  </a:lnTo>
                  <a:lnTo>
                    <a:pt x="366" y="395"/>
                  </a:lnTo>
                  <a:lnTo>
                    <a:pt x="430" y="75"/>
                  </a:lnTo>
                  <a:lnTo>
                    <a:pt x="499" y="40"/>
                  </a:lnTo>
                  <a:lnTo>
                    <a:pt x="656" y="87"/>
                  </a:lnTo>
                  <a:lnTo>
                    <a:pt x="773" y="18"/>
                  </a:lnTo>
                  <a:lnTo>
                    <a:pt x="831" y="28"/>
                  </a:lnTo>
                  <a:lnTo>
                    <a:pt x="889" y="0"/>
                  </a:lnTo>
                  <a:lnTo>
                    <a:pt x="976" y="23"/>
                  </a:lnTo>
                  <a:lnTo>
                    <a:pt x="1040" y="58"/>
                  </a:lnTo>
                  <a:lnTo>
                    <a:pt x="1098" y="58"/>
                  </a:lnTo>
                  <a:lnTo>
                    <a:pt x="1127" y="81"/>
                  </a:lnTo>
                  <a:lnTo>
                    <a:pt x="1150" y="52"/>
                  </a:lnTo>
                  <a:lnTo>
                    <a:pt x="1215" y="128"/>
                  </a:lnTo>
                  <a:lnTo>
                    <a:pt x="1220" y="185"/>
                  </a:lnTo>
                  <a:lnTo>
                    <a:pt x="1244" y="227"/>
                  </a:lnTo>
                  <a:lnTo>
                    <a:pt x="1168" y="296"/>
                  </a:lnTo>
                  <a:lnTo>
                    <a:pt x="1139" y="453"/>
                  </a:lnTo>
                  <a:lnTo>
                    <a:pt x="1115" y="511"/>
                  </a:lnTo>
                  <a:lnTo>
                    <a:pt x="1115" y="761"/>
                  </a:lnTo>
                  <a:lnTo>
                    <a:pt x="1197" y="842"/>
                  </a:lnTo>
                  <a:lnTo>
                    <a:pt x="1197" y="883"/>
                  </a:lnTo>
                  <a:lnTo>
                    <a:pt x="1070" y="900"/>
                  </a:lnTo>
                  <a:lnTo>
                    <a:pt x="1035" y="1022"/>
                  </a:lnTo>
                  <a:lnTo>
                    <a:pt x="1092" y="1029"/>
                  </a:lnTo>
                  <a:lnTo>
                    <a:pt x="1058" y="1144"/>
                  </a:lnTo>
                  <a:lnTo>
                    <a:pt x="1133" y="1179"/>
                  </a:lnTo>
                  <a:lnTo>
                    <a:pt x="1162" y="1156"/>
                  </a:lnTo>
                  <a:lnTo>
                    <a:pt x="1168" y="1266"/>
                  </a:lnTo>
                  <a:lnTo>
                    <a:pt x="1110" y="1266"/>
                  </a:lnTo>
                  <a:lnTo>
                    <a:pt x="965" y="1156"/>
                  </a:lnTo>
                  <a:lnTo>
                    <a:pt x="965" y="1179"/>
                  </a:lnTo>
                  <a:lnTo>
                    <a:pt x="923" y="1179"/>
                  </a:lnTo>
                  <a:lnTo>
                    <a:pt x="837" y="1116"/>
                  </a:lnTo>
                  <a:lnTo>
                    <a:pt x="785" y="1121"/>
                  </a:lnTo>
                  <a:lnTo>
                    <a:pt x="779" y="1092"/>
                  </a:lnTo>
                  <a:lnTo>
                    <a:pt x="651" y="1104"/>
                  </a:lnTo>
                  <a:lnTo>
                    <a:pt x="599" y="854"/>
                  </a:lnTo>
                  <a:lnTo>
                    <a:pt x="564" y="854"/>
                  </a:lnTo>
                  <a:lnTo>
                    <a:pt x="552" y="813"/>
                  </a:lnTo>
                  <a:lnTo>
                    <a:pt x="494" y="819"/>
                  </a:lnTo>
                  <a:lnTo>
                    <a:pt x="489" y="889"/>
                  </a:lnTo>
                  <a:lnTo>
                    <a:pt x="343" y="900"/>
                  </a:lnTo>
                  <a:lnTo>
                    <a:pt x="337" y="872"/>
                  </a:lnTo>
                  <a:lnTo>
                    <a:pt x="314" y="872"/>
                  </a:lnTo>
                  <a:lnTo>
                    <a:pt x="273" y="750"/>
                  </a:lnTo>
                  <a:lnTo>
                    <a:pt x="0" y="785"/>
                  </a:lnTo>
                  <a:close/>
                </a:path>
              </a:pathLst>
            </a:custGeom>
            <a:solidFill>
              <a:srgbClr val="FFFFFF"/>
            </a:solidFill>
            <a:ln w="9525">
              <a:solidFill>
                <a:srgbClr val="000000"/>
              </a:solidFill>
              <a:round/>
              <a:headEnd/>
              <a:tailEnd/>
            </a:ln>
          </p:spPr>
          <p:txBody>
            <a:bodyPr/>
            <a:lstStyle/>
            <a:p>
              <a:endParaRPr lang="ko-KR" altLang="en-US"/>
            </a:p>
          </p:txBody>
        </p:sp>
        <p:sp>
          <p:nvSpPr>
            <p:cNvPr id="440424" name="Freeform 396">
              <a:extLst>
                <a:ext uri="{FF2B5EF4-FFF2-40B4-BE49-F238E27FC236}">
                  <a16:creationId xmlns:a16="http://schemas.microsoft.com/office/drawing/2014/main" id="{89D09519-9BAD-5065-D298-C9B5077CBFF2}"/>
                </a:ext>
              </a:extLst>
            </p:cNvPr>
            <p:cNvSpPr>
              <a:spLocks/>
            </p:cNvSpPr>
            <p:nvPr/>
          </p:nvSpPr>
          <p:spPr bwMode="auto">
            <a:xfrm>
              <a:off x="2983" y="796"/>
              <a:ext cx="26" cy="31"/>
            </a:xfrm>
            <a:custGeom>
              <a:avLst/>
              <a:gdLst>
                <a:gd name="T0" fmla="*/ 0 w 343"/>
                <a:gd name="T1" fmla="*/ 0 h 383"/>
                <a:gd name="T2" fmla="*/ 0 w 343"/>
                <a:gd name="T3" fmla="*/ 0 h 383"/>
                <a:gd name="T4" fmla="*/ 0 w 343"/>
                <a:gd name="T5" fmla="*/ 0 h 383"/>
                <a:gd name="T6" fmla="*/ 0 w 343"/>
                <a:gd name="T7" fmla="*/ 0 h 383"/>
                <a:gd name="T8" fmla="*/ 0 w 343"/>
                <a:gd name="T9" fmla="*/ 0 h 383"/>
                <a:gd name="T10" fmla="*/ 0 w 343"/>
                <a:gd name="T11" fmla="*/ 0 h 383"/>
                <a:gd name="T12" fmla="*/ 0 w 343"/>
                <a:gd name="T13" fmla="*/ 0 h 383"/>
                <a:gd name="T14" fmla="*/ 0 w 343"/>
                <a:gd name="T15" fmla="*/ 0 h 383"/>
                <a:gd name="T16" fmla="*/ 0 w 343"/>
                <a:gd name="T17" fmla="*/ 0 h 383"/>
                <a:gd name="T18" fmla="*/ 0 w 343"/>
                <a:gd name="T19" fmla="*/ 0 h 383"/>
                <a:gd name="T20" fmla="*/ 0 w 343"/>
                <a:gd name="T21" fmla="*/ 0 h 383"/>
                <a:gd name="T22" fmla="*/ 0 w 343"/>
                <a:gd name="T23" fmla="*/ 0 h 3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43" h="383">
                  <a:moveTo>
                    <a:pt x="291" y="0"/>
                  </a:moveTo>
                  <a:lnTo>
                    <a:pt x="343" y="169"/>
                  </a:lnTo>
                  <a:lnTo>
                    <a:pt x="291" y="244"/>
                  </a:lnTo>
                  <a:lnTo>
                    <a:pt x="267" y="261"/>
                  </a:lnTo>
                  <a:lnTo>
                    <a:pt x="256" y="343"/>
                  </a:lnTo>
                  <a:lnTo>
                    <a:pt x="0" y="383"/>
                  </a:lnTo>
                  <a:lnTo>
                    <a:pt x="23" y="238"/>
                  </a:lnTo>
                  <a:lnTo>
                    <a:pt x="99" y="169"/>
                  </a:lnTo>
                  <a:lnTo>
                    <a:pt x="75" y="127"/>
                  </a:lnTo>
                  <a:lnTo>
                    <a:pt x="70" y="64"/>
                  </a:lnTo>
                  <a:lnTo>
                    <a:pt x="214" y="52"/>
                  </a:lnTo>
                  <a:lnTo>
                    <a:pt x="291" y="0"/>
                  </a:lnTo>
                  <a:close/>
                </a:path>
              </a:pathLst>
            </a:custGeom>
            <a:solidFill>
              <a:srgbClr val="FFFFFF"/>
            </a:solidFill>
            <a:ln w="9525">
              <a:solidFill>
                <a:srgbClr val="000000"/>
              </a:solidFill>
              <a:round/>
              <a:headEnd/>
              <a:tailEnd/>
            </a:ln>
          </p:spPr>
          <p:txBody>
            <a:bodyPr/>
            <a:lstStyle/>
            <a:p>
              <a:endParaRPr lang="ko-KR" altLang="en-US"/>
            </a:p>
          </p:txBody>
        </p:sp>
        <p:sp>
          <p:nvSpPr>
            <p:cNvPr id="440425" name="Freeform 397">
              <a:extLst>
                <a:ext uri="{FF2B5EF4-FFF2-40B4-BE49-F238E27FC236}">
                  <a16:creationId xmlns:a16="http://schemas.microsoft.com/office/drawing/2014/main" id="{35826416-9334-00DD-EC39-7B5101ADD6D3}"/>
                </a:ext>
              </a:extLst>
            </p:cNvPr>
            <p:cNvSpPr>
              <a:spLocks/>
            </p:cNvSpPr>
            <p:nvPr/>
          </p:nvSpPr>
          <p:spPr bwMode="auto">
            <a:xfrm>
              <a:off x="3002" y="794"/>
              <a:ext cx="39" cy="51"/>
            </a:xfrm>
            <a:custGeom>
              <a:avLst/>
              <a:gdLst>
                <a:gd name="T0" fmla="*/ 0 w 506"/>
                <a:gd name="T1" fmla="*/ 0 h 635"/>
                <a:gd name="T2" fmla="*/ 0 w 506"/>
                <a:gd name="T3" fmla="*/ 0 h 635"/>
                <a:gd name="T4" fmla="*/ 0 w 506"/>
                <a:gd name="T5" fmla="*/ 0 h 635"/>
                <a:gd name="T6" fmla="*/ 0 w 506"/>
                <a:gd name="T7" fmla="*/ 0 h 635"/>
                <a:gd name="T8" fmla="*/ 0 w 506"/>
                <a:gd name="T9" fmla="*/ 0 h 635"/>
                <a:gd name="T10" fmla="*/ 0 w 506"/>
                <a:gd name="T11" fmla="*/ 0 h 635"/>
                <a:gd name="T12" fmla="*/ 0 w 506"/>
                <a:gd name="T13" fmla="*/ 0 h 635"/>
                <a:gd name="T14" fmla="*/ 0 w 506"/>
                <a:gd name="T15" fmla="*/ 0 h 635"/>
                <a:gd name="T16" fmla="*/ 0 w 506"/>
                <a:gd name="T17" fmla="*/ 0 h 635"/>
                <a:gd name="T18" fmla="*/ 0 w 506"/>
                <a:gd name="T19" fmla="*/ 0 h 635"/>
                <a:gd name="T20" fmla="*/ 0 w 506"/>
                <a:gd name="T21" fmla="*/ 0 h 635"/>
                <a:gd name="T22" fmla="*/ 0 w 506"/>
                <a:gd name="T23" fmla="*/ 0 h 635"/>
                <a:gd name="T24" fmla="*/ 0 w 506"/>
                <a:gd name="T25" fmla="*/ 0 h 635"/>
                <a:gd name="T26" fmla="*/ 0 w 506"/>
                <a:gd name="T27" fmla="*/ 0 h 635"/>
                <a:gd name="T28" fmla="*/ 0 w 506"/>
                <a:gd name="T29" fmla="*/ 0 h 635"/>
                <a:gd name="T30" fmla="*/ 0 w 506"/>
                <a:gd name="T31" fmla="*/ 0 h 635"/>
                <a:gd name="T32" fmla="*/ 0 w 506"/>
                <a:gd name="T33" fmla="*/ 0 h 635"/>
                <a:gd name="T34" fmla="*/ 0 w 506"/>
                <a:gd name="T35" fmla="*/ 0 h 635"/>
                <a:gd name="T36" fmla="*/ 0 w 506"/>
                <a:gd name="T37" fmla="*/ 0 h 6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06" h="635">
                  <a:moveTo>
                    <a:pt x="0" y="373"/>
                  </a:moveTo>
                  <a:lnTo>
                    <a:pt x="145" y="436"/>
                  </a:lnTo>
                  <a:lnTo>
                    <a:pt x="232" y="530"/>
                  </a:lnTo>
                  <a:lnTo>
                    <a:pt x="296" y="553"/>
                  </a:lnTo>
                  <a:lnTo>
                    <a:pt x="337" y="623"/>
                  </a:lnTo>
                  <a:lnTo>
                    <a:pt x="384" y="635"/>
                  </a:lnTo>
                  <a:lnTo>
                    <a:pt x="506" y="413"/>
                  </a:lnTo>
                  <a:lnTo>
                    <a:pt x="459" y="314"/>
                  </a:lnTo>
                  <a:lnTo>
                    <a:pt x="499" y="59"/>
                  </a:lnTo>
                  <a:lnTo>
                    <a:pt x="424" y="30"/>
                  </a:lnTo>
                  <a:lnTo>
                    <a:pt x="372" y="94"/>
                  </a:lnTo>
                  <a:lnTo>
                    <a:pt x="302" y="88"/>
                  </a:lnTo>
                  <a:lnTo>
                    <a:pt x="215" y="0"/>
                  </a:lnTo>
                  <a:lnTo>
                    <a:pt x="70" y="12"/>
                  </a:lnTo>
                  <a:lnTo>
                    <a:pt x="40" y="30"/>
                  </a:lnTo>
                  <a:lnTo>
                    <a:pt x="87" y="199"/>
                  </a:lnTo>
                  <a:lnTo>
                    <a:pt x="35" y="268"/>
                  </a:lnTo>
                  <a:lnTo>
                    <a:pt x="11" y="286"/>
                  </a:lnTo>
                  <a:lnTo>
                    <a:pt x="0" y="373"/>
                  </a:lnTo>
                  <a:close/>
                </a:path>
              </a:pathLst>
            </a:custGeom>
            <a:solidFill>
              <a:srgbClr val="FFFFFF"/>
            </a:solidFill>
            <a:ln w="9525">
              <a:solidFill>
                <a:srgbClr val="000000"/>
              </a:solidFill>
              <a:round/>
              <a:headEnd/>
              <a:tailEnd/>
            </a:ln>
          </p:spPr>
          <p:txBody>
            <a:bodyPr/>
            <a:lstStyle/>
            <a:p>
              <a:endParaRPr lang="ko-KR" altLang="en-US"/>
            </a:p>
          </p:txBody>
        </p:sp>
        <p:sp>
          <p:nvSpPr>
            <p:cNvPr id="440426" name="Freeform 398">
              <a:extLst>
                <a:ext uri="{FF2B5EF4-FFF2-40B4-BE49-F238E27FC236}">
                  <a16:creationId xmlns:a16="http://schemas.microsoft.com/office/drawing/2014/main" id="{83FD0B60-7DE7-5DD5-2FC8-3040B2B2D038}"/>
                </a:ext>
              </a:extLst>
            </p:cNvPr>
            <p:cNvSpPr>
              <a:spLocks/>
            </p:cNvSpPr>
            <p:nvPr/>
          </p:nvSpPr>
          <p:spPr bwMode="auto">
            <a:xfrm>
              <a:off x="2981" y="823"/>
              <a:ext cx="55" cy="60"/>
            </a:xfrm>
            <a:custGeom>
              <a:avLst/>
              <a:gdLst>
                <a:gd name="T0" fmla="*/ 0 w 727"/>
                <a:gd name="T1" fmla="*/ 0 h 743"/>
                <a:gd name="T2" fmla="*/ 0 w 727"/>
                <a:gd name="T3" fmla="*/ 0 h 743"/>
                <a:gd name="T4" fmla="*/ 0 w 727"/>
                <a:gd name="T5" fmla="*/ 0 h 743"/>
                <a:gd name="T6" fmla="*/ 0 w 727"/>
                <a:gd name="T7" fmla="*/ 0 h 743"/>
                <a:gd name="T8" fmla="*/ 0 w 727"/>
                <a:gd name="T9" fmla="*/ 0 h 743"/>
                <a:gd name="T10" fmla="*/ 0 w 727"/>
                <a:gd name="T11" fmla="*/ 0 h 743"/>
                <a:gd name="T12" fmla="*/ 0 w 727"/>
                <a:gd name="T13" fmla="*/ 0 h 743"/>
                <a:gd name="T14" fmla="*/ 0 w 727"/>
                <a:gd name="T15" fmla="*/ 0 h 743"/>
                <a:gd name="T16" fmla="*/ 0 w 727"/>
                <a:gd name="T17" fmla="*/ 0 h 743"/>
                <a:gd name="T18" fmla="*/ 0 w 727"/>
                <a:gd name="T19" fmla="*/ 0 h 743"/>
                <a:gd name="T20" fmla="*/ 0 w 727"/>
                <a:gd name="T21" fmla="*/ 0 h 743"/>
                <a:gd name="T22" fmla="*/ 0 w 727"/>
                <a:gd name="T23" fmla="*/ 0 h 743"/>
                <a:gd name="T24" fmla="*/ 0 w 727"/>
                <a:gd name="T25" fmla="*/ 0 h 743"/>
                <a:gd name="T26" fmla="*/ 0 w 727"/>
                <a:gd name="T27" fmla="*/ 0 h 743"/>
                <a:gd name="T28" fmla="*/ 0 w 727"/>
                <a:gd name="T29" fmla="*/ 0 h 743"/>
                <a:gd name="T30" fmla="*/ 0 w 727"/>
                <a:gd name="T31" fmla="*/ 0 h 743"/>
                <a:gd name="T32" fmla="*/ 0 w 727"/>
                <a:gd name="T33" fmla="*/ 0 h 743"/>
                <a:gd name="T34" fmla="*/ 0 w 727"/>
                <a:gd name="T35" fmla="*/ 0 h 743"/>
                <a:gd name="T36" fmla="*/ 0 w 727"/>
                <a:gd name="T37" fmla="*/ 0 h 743"/>
                <a:gd name="T38" fmla="*/ 0 w 727"/>
                <a:gd name="T39" fmla="*/ 0 h 743"/>
                <a:gd name="T40" fmla="*/ 0 w 727"/>
                <a:gd name="T41" fmla="*/ 0 h 743"/>
                <a:gd name="T42" fmla="*/ 0 w 727"/>
                <a:gd name="T43" fmla="*/ 0 h 743"/>
                <a:gd name="T44" fmla="*/ 0 w 727"/>
                <a:gd name="T45" fmla="*/ 0 h 74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27" h="743">
                  <a:moveTo>
                    <a:pt x="122" y="23"/>
                  </a:moveTo>
                  <a:lnTo>
                    <a:pt x="94" y="116"/>
                  </a:lnTo>
                  <a:lnTo>
                    <a:pt x="129" y="168"/>
                  </a:lnTo>
                  <a:lnTo>
                    <a:pt x="0" y="319"/>
                  </a:lnTo>
                  <a:lnTo>
                    <a:pt x="0" y="360"/>
                  </a:lnTo>
                  <a:lnTo>
                    <a:pt x="82" y="441"/>
                  </a:lnTo>
                  <a:lnTo>
                    <a:pt x="82" y="482"/>
                  </a:lnTo>
                  <a:lnTo>
                    <a:pt x="256" y="569"/>
                  </a:lnTo>
                  <a:lnTo>
                    <a:pt x="321" y="743"/>
                  </a:lnTo>
                  <a:lnTo>
                    <a:pt x="367" y="715"/>
                  </a:lnTo>
                  <a:lnTo>
                    <a:pt x="518" y="732"/>
                  </a:lnTo>
                  <a:lnTo>
                    <a:pt x="547" y="685"/>
                  </a:lnTo>
                  <a:lnTo>
                    <a:pt x="727" y="673"/>
                  </a:lnTo>
                  <a:lnTo>
                    <a:pt x="692" y="593"/>
                  </a:lnTo>
                  <a:lnTo>
                    <a:pt x="692" y="394"/>
                  </a:lnTo>
                  <a:lnTo>
                    <a:pt x="663" y="366"/>
                  </a:lnTo>
                  <a:lnTo>
                    <a:pt x="670" y="255"/>
                  </a:lnTo>
                  <a:lnTo>
                    <a:pt x="623" y="250"/>
                  </a:lnTo>
                  <a:lnTo>
                    <a:pt x="582" y="180"/>
                  </a:lnTo>
                  <a:lnTo>
                    <a:pt x="518" y="157"/>
                  </a:lnTo>
                  <a:lnTo>
                    <a:pt x="431" y="63"/>
                  </a:lnTo>
                  <a:lnTo>
                    <a:pt x="286" y="0"/>
                  </a:lnTo>
                  <a:lnTo>
                    <a:pt x="122" y="23"/>
                  </a:lnTo>
                  <a:close/>
                </a:path>
              </a:pathLst>
            </a:custGeom>
            <a:solidFill>
              <a:srgbClr val="FFFFFF"/>
            </a:solidFill>
            <a:ln w="9525">
              <a:solidFill>
                <a:srgbClr val="000000"/>
              </a:solidFill>
              <a:round/>
              <a:headEnd/>
              <a:tailEnd/>
            </a:ln>
          </p:spPr>
          <p:txBody>
            <a:bodyPr/>
            <a:lstStyle/>
            <a:p>
              <a:endParaRPr lang="ko-KR" altLang="en-US"/>
            </a:p>
          </p:txBody>
        </p:sp>
        <p:sp>
          <p:nvSpPr>
            <p:cNvPr id="440427" name="Freeform 399">
              <a:extLst>
                <a:ext uri="{FF2B5EF4-FFF2-40B4-BE49-F238E27FC236}">
                  <a16:creationId xmlns:a16="http://schemas.microsoft.com/office/drawing/2014/main" id="{FFEFD7AE-6B8B-E086-0216-73E2B70545AC}"/>
                </a:ext>
              </a:extLst>
            </p:cNvPr>
            <p:cNvSpPr>
              <a:spLocks/>
            </p:cNvSpPr>
            <p:nvPr/>
          </p:nvSpPr>
          <p:spPr bwMode="auto">
            <a:xfrm>
              <a:off x="2981" y="834"/>
              <a:ext cx="10" cy="15"/>
            </a:xfrm>
            <a:custGeom>
              <a:avLst/>
              <a:gdLst>
                <a:gd name="T0" fmla="*/ 0 w 129"/>
                <a:gd name="T1" fmla="*/ 0 h 186"/>
                <a:gd name="T2" fmla="*/ 0 w 129"/>
                <a:gd name="T3" fmla="*/ 0 h 186"/>
                <a:gd name="T4" fmla="*/ 0 w 129"/>
                <a:gd name="T5" fmla="*/ 0 h 186"/>
                <a:gd name="T6" fmla="*/ 0 w 129"/>
                <a:gd name="T7" fmla="*/ 0 h 186"/>
                <a:gd name="T8" fmla="*/ 0 w 129"/>
                <a:gd name="T9" fmla="*/ 0 h 186"/>
                <a:gd name="T10" fmla="*/ 0 w 129"/>
                <a:gd name="T11" fmla="*/ 0 h 1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9" h="186">
                  <a:moveTo>
                    <a:pt x="0" y="186"/>
                  </a:moveTo>
                  <a:lnTo>
                    <a:pt x="129" y="35"/>
                  </a:lnTo>
                  <a:lnTo>
                    <a:pt x="117" y="17"/>
                  </a:lnTo>
                  <a:lnTo>
                    <a:pt x="65" y="0"/>
                  </a:lnTo>
                  <a:lnTo>
                    <a:pt x="0" y="35"/>
                  </a:lnTo>
                  <a:lnTo>
                    <a:pt x="0" y="186"/>
                  </a:lnTo>
                  <a:close/>
                </a:path>
              </a:pathLst>
            </a:custGeom>
            <a:solidFill>
              <a:srgbClr val="FFFFFF"/>
            </a:solidFill>
            <a:ln w="9525">
              <a:solidFill>
                <a:srgbClr val="000000"/>
              </a:solidFill>
              <a:round/>
              <a:headEnd/>
              <a:tailEnd/>
            </a:ln>
          </p:spPr>
          <p:txBody>
            <a:bodyPr/>
            <a:lstStyle/>
            <a:p>
              <a:endParaRPr lang="ko-KR" altLang="en-US"/>
            </a:p>
          </p:txBody>
        </p:sp>
        <p:sp>
          <p:nvSpPr>
            <p:cNvPr id="440428" name="Freeform 400">
              <a:extLst>
                <a:ext uri="{FF2B5EF4-FFF2-40B4-BE49-F238E27FC236}">
                  <a16:creationId xmlns:a16="http://schemas.microsoft.com/office/drawing/2014/main" id="{87960C01-B873-CD85-8BD0-E191BEE561A3}"/>
                </a:ext>
              </a:extLst>
            </p:cNvPr>
            <p:cNvSpPr>
              <a:spLocks/>
            </p:cNvSpPr>
            <p:nvPr/>
          </p:nvSpPr>
          <p:spPr bwMode="auto">
            <a:xfrm>
              <a:off x="2981" y="825"/>
              <a:ext cx="9" cy="12"/>
            </a:xfrm>
            <a:custGeom>
              <a:avLst/>
              <a:gdLst>
                <a:gd name="T0" fmla="*/ 0 w 122"/>
                <a:gd name="T1" fmla="*/ 0 h 145"/>
                <a:gd name="T2" fmla="*/ 0 w 122"/>
                <a:gd name="T3" fmla="*/ 0 h 145"/>
                <a:gd name="T4" fmla="*/ 0 w 122"/>
                <a:gd name="T5" fmla="*/ 0 h 145"/>
                <a:gd name="T6" fmla="*/ 0 w 122"/>
                <a:gd name="T7" fmla="*/ 0 h 145"/>
                <a:gd name="T8" fmla="*/ 0 w 122"/>
                <a:gd name="T9" fmla="*/ 0 h 145"/>
                <a:gd name="T10" fmla="*/ 0 w 122"/>
                <a:gd name="T11" fmla="*/ 0 h 145"/>
                <a:gd name="T12" fmla="*/ 0 w 122"/>
                <a:gd name="T13" fmla="*/ 0 h 145"/>
                <a:gd name="T14" fmla="*/ 0 w 122"/>
                <a:gd name="T15" fmla="*/ 0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145">
                  <a:moveTo>
                    <a:pt x="0" y="87"/>
                  </a:moveTo>
                  <a:lnTo>
                    <a:pt x="0" y="145"/>
                  </a:lnTo>
                  <a:lnTo>
                    <a:pt x="65" y="110"/>
                  </a:lnTo>
                  <a:lnTo>
                    <a:pt x="117" y="127"/>
                  </a:lnTo>
                  <a:lnTo>
                    <a:pt x="94" y="87"/>
                  </a:lnTo>
                  <a:lnTo>
                    <a:pt x="122" y="0"/>
                  </a:lnTo>
                  <a:lnTo>
                    <a:pt x="24" y="17"/>
                  </a:lnTo>
                  <a:lnTo>
                    <a:pt x="0" y="87"/>
                  </a:lnTo>
                  <a:close/>
                </a:path>
              </a:pathLst>
            </a:custGeom>
            <a:solidFill>
              <a:srgbClr val="FFFFFF"/>
            </a:solidFill>
            <a:ln w="9525">
              <a:solidFill>
                <a:srgbClr val="000000"/>
              </a:solidFill>
              <a:round/>
              <a:headEnd/>
              <a:tailEnd/>
            </a:ln>
          </p:spPr>
          <p:txBody>
            <a:bodyPr/>
            <a:lstStyle/>
            <a:p>
              <a:endParaRPr lang="ko-KR" altLang="en-US"/>
            </a:p>
          </p:txBody>
        </p:sp>
        <p:sp>
          <p:nvSpPr>
            <p:cNvPr id="440429" name="Freeform 401">
              <a:extLst>
                <a:ext uri="{FF2B5EF4-FFF2-40B4-BE49-F238E27FC236}">
                  <a16:creationId xmlns:a16="http://schemas.microsoft.com/office/drawing/2014/main" id="{67B3DB7E-6587-BF64-1F3A-8F2F407E678E}"/>
                </a:ext>
              </a:extLst>
            </p:cNvPr>
            <p:cNvSpPr>
              <a:spLocks/>
            </p:cNvSpPr>
            <p:nvPr/>
          </p:nvSpPr>
          <p:spPr bwMode="auto">
            <a:xfrm>
              <a:off x="2895" y="852"/>
              <a:ext cx="61" cy="68"/>
            </a:xfrm>
            <a:custGeom>
              <a:avLst/>
              <a:gdLst>
                <a:gd name="T0" fmla="*/ 0 w 802"/>
                <a:gd name="T1" fmla="*/ 0 h 859"/>
                <a:gd name="T2" fmla="*/ 0 w 802"/>
                <a:gd name="T3" fmla="*/ 0 h 859"/>
                <a:gd name="T4" fmla="*/ 0 w 802"/>
                <a:gd name="T5" fmla="*/ 0 h 859"/>
                <a:gd name="T6" fmla="*/ 0 w 802"/>
                <a:gd name="T7" fmla="*/ 0 h 859"/>
                <a:gd name="T8" fmla="*/ 0 w 802"/>
                <a:gd name="T9" fmla="*/ 0 h 859"/>
                <a:gd name="T10" fmla="*/ 0 w 802"/>
                <a:gd name="T11" fmla="*/ 0 h 859"/>
                <a:gd name="T12" fmla="*/ 0 w 802"/>
                <a:gd name="T13" fmla="*/ 0 h 859"/>
                <a:gd name="T14" fmla="*/ 0 w 802"/>
                <a:gd name="T15" fmla="*/ 0 h 859"/>
                <a:gd name="T16" fmla="*/ 0 w 802"/>
                <a:gd name="T17" fmla="*/ 0 h 859"/>
                <a:gd name="T18" fmla="*/ 0 w 802"/>
                <a:gd name="T19" fmla="*/ 0 h 859"/>
                <a:gd name="T20" fmla="*/ 0 w 802"/>
                <a:gd name="T21" fmla="*/ 0 h 859"/>
                <a:gd name="T22" fmla="*/ 0 w 802"/>
                <a:gd name="T23" fmla="*/ 0 h 859"/>
                <a:gd name="T24" fmla="*/ 0 w 802"/>
                <a:gd name="T25" fmla="*/ 0 h 859"/>
                <a:gd name="T26" fmla="*/ 0 w 802"/>
                <a:gd name="T27" fmla="*/ 0 h 859"/>
                <a:gd name="T28" fmla="*/ 0 w 802"/>
                <a:gd name="T29" fmla="*/ 0 h 859"/>
                <a:gd name="T30" fmla="*/ 0 w 802"/>
                <a:gd name="T31" fmla="*/ 0 h 859"/>
                <a:gd name="T32" fmla="*/ 0 w 802"/>
                <a:gd name="T33" fmla="*/ 0 h 859"/>
                <a:gd name="T34" fmla="*/ 0 w 802"/>
                <a:gd name="T35" fmla="*/ 0 h 859"/>
                <a:gd name="T36" fmla="*/ 0 w 802"/>
                <a:gd name="T37" fmla="*/ 0 h 859"/>
                <a:gd name="T38" fmla="*/ 0 w 802"/>
                <a:gd name="T39" fmla="*/ 0 h 859"/>
                <a:gd name="T40" fmla="*/ 0 w 802"/>
                <a:gd name="T41" fmla="*/ 0 h 859"/>
                <a:gd name="T42" fmla="*/ 0 w 802"/>
                <a:gd name="T43" fmla="*/ 0 h 859"/>
                <a:gd name="T44" fmla="*/ 0 w 802"/>
                <a:gd name="T45" fmla="*/ 0 h 859"/>
                <a:gd name="T46" fmla="*/ 0 w 802"/>
                <a:gd name="T47" fmla="*/ 0 h 859"/>
                <a:gd name="T48" fmla="*/ 0 w 802"/>
                <a:gd name="T49" fmla="*/ 0 h 859"/>
                <a:gd name="T50" fmla="*/ 0 w 802"/>
                <a:gd name="T51" fmla="*/ 0 h 859"/>
                <a:gd name="T52" fmla="*/ 0 w 802"/>
                <a:gd name="T53" fmla="*/ 0 h 859"/>
                <a:gd name="T54" fmla="*/ 0 w 802"/>
                <a:gd name="T55" fmla="*/ 0 h 859"/>
                <a:gd name="T56" fmla="*/ 0 w 802"/>
                <a:gd name="T57" fmla="*/ 0 h 859"/>
                <a:gd name="T58" fmla="*/ 0 w 802"/>
                <a:gd name="T59" fmla="*/ 0 h 859"/>
                <a:gd name="T60" fmla="*/ 0 w 802"/>
                <a:gd name="T61" fmla="*/ 0 h 8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02" h="859">
                  <a:moveTo>
                    <a:pt x="17" y="35"/>
                  </a:moveTo>
                  <a:lnTo>
                    <a:pt x="92" y="157"/>
                  </a:lnTo>
                  <a:lnTo>
                    <a:pt x="52" y="244"/>
                  </a:lnTo>
                  <a:lnTo>
                    <a:pt x="75" y="331"/>
                  </a:lnTo>
                  <a:lnTo>
                    <a:pt x="122" y="354"/>
                  </a:lnTo>
                  <a:lnTo>
                    <a:pt x="110" y="453"/>
                  </a:lnTo>
                  <a:lnTo>
                    <a:pt x="17" y="568"/>
                  </a:lnTo>
                  <a:lnTo>
                    <a:pt x="0" y="696"/>
                  </a:lnTo>
                  <a:lnTo>
                    <a:pt x="0" y="835"/>
                  </a:lnTo>
                  <a:lnTo>
                    <a:pt x="92" y="772"/>
                  </a:lnTo>
                  <a:lnTo>
                    <a:pt x="157" y="824"/>
                  </a:lnTo>
                  <a:lnTo>
                    <a:pt x="429" y="778"/>
                  </a:lnTo>
                  <a:lnTo>
                    <a:pt x="598" y="859"/>
                  </a:lnTo>
                  <a:lnTo>
                    <a:pt x="732" y="824"/>
                  </a:lnTo>
                  <a:lnTo>
                    <a:pt x="656" y="760"/>
                  </a:lnTo>
                  <a:lnTo>
                    <a:pt x="656" y="505"/>
                  </a:lnTo>
                  <a:lnTo>
                    <a:pt x="767" y="493"/>
                  </a:lnTo>
                  <a:lnTo>
                    <a:pt x="755" y="418"/>
                  </a:lnTo>
                  <a:lnTo>
                    <a:pt x="802" y="418"/>
                  </a:lnTo>
                  <a:lnTo>
                    <a:pt x="796" y="342"/>
                  </a:lnTo>
                  <a:lnTo>
                    <a:pt x="668" y="354"/>
                  </a:lnTo>
                  <a:lnTo>
                    <a:pt x="616" y="104"/>
                  </a:lnTo>
                  <a:lnTo>
                    <a:pt x="581" y="104"/>
                  </a:lnTo>
                  <a:lnTo>
                    <a:pt x="569" y="63"/>
                  </a:lnTo>
                  <a:lnTo>
                    <a:pt x="511" y="69"/>
                  </a:lnTo>
                  <a:lnTo>
                    <a:pt x="506" y="139"/>
                  </a:lnTo>
                  <a:lnTo>
                    <a:pt x="360" y="150"/>
                  </a:lnTo>
                  <a:lnTo>
                    <a:pt x="354" y="122"/>
                  </a:lnTo>
                  <a:lnTo>
                    <a:pt x="331" y="122"/>
                  </a:lnTo>
                  <a:lnTo>
                    <a:pt x="290" y="0"/>
                  </a:lnTo>
                  <a:lnTo>
                    <a:pt x="17" y="35"/>
                  </a:lnTo>
                  <a:close/>
                </a:path>
              </a:pathLst>
            </a:custGeom>
            <a:solidFill>
              <a:srgbClr val="FFFFFF"/>
            </a:solidFill>
            <a:ln w="9525">
              <a:solidFill>
                <a:srgbClr val="000000"/>
              </a:solidFill>
              <a:round/>
              <a:headEnd/>
              <a:tailEnd/>
            </a:ln>
          </p:spPr>
          <p:txBody>
            <a:bodyPr/>
            <a:lstStyle/>
            <a:p>
              <a:endParaRPr lang="ko-KR" altLang="en-US"/>
            </a:p>
          </p:txBody>
        </p:sp>
        <p:sp>
          <p:nvSpPr>
            <p:cNvPr id="440430" name="Freeform 402">
              <a:extLst>
                <a:ext uri="{FF2B5EF4-FFF2-40B4-BE49-F238E27FC236}">
                  <a16:creationId xmlns:a16="http://schemas.microsoft.com/office/drawing/2014/main" id="{7B155D1A-CBC0-EB4B-F4AF-C2CB251CE67C}"/>
                </a:ext>
              </a:extLst>
            </p:cNvPr>
            <p:cNvSpPr>
              <a:spLocks/>
            </p:cNvSpPr>
            <p:nvPr/>
          </p:nvSpPr>
          <p:spPr bwMode="auto">
            <a:xfrm>
              <a:off x="2945" y="862"/>
              <a:ext cx="59" cy="57"/>
            </a:xfrm>
            <a:custGeom>
              <a:avLst/>
              <a:gdLst>
                <a:gd name="T0" fmla="*/ 0 w 779"/>
                <a:gd name="T1" fmla="*/ 0 h 702"/>
                <a:gd name="T2" fmla="*/ 0 w 779"/>
                <a:gd name="T3" fmla="*/ 0 h 702"/>
                <a:gd name="T4" fmla="*/ 0 w 779"/>
                <a:gd name="T5" fmla="*/ 0 h 702"/>
                <a:gd name="T6" fmla="*/ 0 w 779"/>
                <a:gd name="T7" fmla="*/ 0 h 702"/>
                <a:gd name="T8" fmla="*/ 0 w 779"/>
                <a:gd name="T9" fmla="*/ 0 h 702"/>
                <a:gd name="T10" fmla="*/ 0 w 779"/>
                <a:gd name="T11" fmla="*/ 0 h 702"/>
                <a:gd name="T12" fmla="*/ 0 w 779"/>
                <a:gd name="T13" fmla="*/ 0 h 702"/>
                <a:gd name="T14" fmla="*/ 0 w 779"/>
                <a:gd name="T15" fmla="*/ 0 h 702"/>
                <a:gd name="T16" fmla="*/ 0 w 779"/>
                <a:gd name="T17" fmla="*/ 0 h 702"/>
                <a:gd name="T18" fmla="*/ 0 w 779"/>
                <a:gd name="T19" fmla="*/ 0 h 702"/>
                <a:gd name="T20" fmla="*/ 0 w 779"/>
                <a:gd name="T21" fmla="*/ 0 h 702"/>
                <a:gd name="T22" fmla="*/ 0 w 779"/>
                <a:gd name="T23" fmla="*/ 0 h 702"/>
                <a:gd name="T24" fmla="*/ 0 w 779"/>
                <a:gd name="T25" fmla="*/ 0 h 702"/>
                <a:gd name="T26" fmla="*/ 0 w 779"/>
                <a:gd name="T27" fmla="*/ 0 h 702"/>
                <a:gd name="T28" fmla="*/ 0 w 779"/>
                <a:gd name="T29" fmla="*/ 0 h 702"/>
                <a:gd name="T30" fmla="*/ 0 w 779"/>
                <a:gd name="T31" fmla="*/ 0 h 702"/>
                <a:gd name="T32" fmla="*/ 0 w 779"/>
                <a:gd name="T33" fmla="*/ 0 h 702"/>
                <a:gd name="T34" fmla="*/ 0 w 779"/>
                <a:gd name="T35" fmla="*/ 0 h 702"/>
                <a:gd name="T36" fmla="*/ 0 w 779"/>
                <a:gd name="T37" fmla="*/ 0 h 702"/>
                <a:gd name="T38" fmla="*/ 0 w 779"/>
                <a:gd name="T39" fmla="*/ 0 h 702"/>
                <a:gd name="T40" fmla="*/ 0 w 779"/>
                <a:gd name="T41" fmla="*/ 0 h 702"/>
                <a:gd name="T42" fmla="*/ 0 w 779"/>
                <a:gd name="T43" fmla="*/ 0 h 702"/>
                <a:gd name="T44" fmla="*/ 0 w 779"/>
                <a:gd name="T45" fmla="*/ 0 h 702"/>
                <a:gd name="T46" fmla="*/ 0 w 779"/>
                <a:gd name="T47" fmla="*/ 0 h 702"/>
                <a:gd name="T48" fmla="*/ 0 w 779"/>
                <a:gd name="T49" fmla="*/ 0 h 702"/>
                <a:gd name="T50" fmla="*/ 0 w 779"/>
                <a:gd name="T51" fmla="*/ 0 h 702"/>
                <a:gd name="T52" fmla="*/ 0 w 779"/>
                <a:gd name="T53" fmla="*/ 0 h 702"/>
                <a:gd name="T54" fmla="*/ 0 w 779"/>
                <a:gd name="T55" fmla="*/ 0 h 702"/>
                <a:gd name="T56" fmla="*/ 0 w 779"/>
                <a:gd name="T57" fmla="*/ 0 h 702"/>
                <a:gd name="T58" fmla="*/ 0 w 779"/>
                <a:gd name="T59" fmla="*/ 0 h 702"/>
                <a:gd name="T60" fmla="*/ 0 w 779"/>
                <a:gd name="T61" fmla="*/ 0 h 702"/>
                <a:gd name="T62" fmla="*/ 0 w 779"/>
                <a:gd name="T63" fmla="*/ 0 h 7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79" h="702">
                  <a:moveTo>
                    <a:pt x="779" y="203"/>
                  </a:moveTo>
                  <a:lnTo>
                    <a:pt x="720" y="296"/>
                  </a:lnTo>
                  <a:lnTo>
                    <a:pt x="680" y="325"/>
                  </a:lnTo>
                  <a:lnTo>
                    <a:pt x="686" y="413"/>
                  </a:lnTo>
                  <a:lnTo>
                    <a:pt x="523" y="482"/>
                  </a:lnTo>
                  <a:lnTo>
                    <a:pt x="553" y="535"/>
                  </a:lnTo>
                  <a:lnTo>
                    <a:pt x="483" y="540"/>
                  </a:lnTo>
                  <a:lnTo>
                    <a:pt x="337" y="702"/>
                  </a:lnTo>
                  <a:lnTo>
                    <a:pt x="221" y="697"/>
                  </a:lnTo>
                  <a:lnTo>
                    <a:pt x="157" y="662"/>
                  </a:lnTo>
                  <a:lnTo>
                    <a:pt x="76" y="691"/>
                  </a:lnTo>
                  <a:lnTo>
                    <a:pt x="0" y="627"/>
                  </a:lnTo>
                  <a:lnTo>
                    <a:pt x="0" y="372"/>
                  </a:lnTo>
                  <a:lnTo>
                    <a:pt x="105" y="355"/>
                  </a:lnTo>
                  <a:lnTo>
                    <a:pt x="99" y="285"/>
                  </a:lnTo>
                  <a:lnTo>
                    <a:pt x="146" y="285"/>
                  </a:lnTo>
                  <a:lnTo>
                    <a:pt x="146" y="238"/>
                  </a:lnTo>
                  <a:lnTo>
                    <a:pt x="204" y="233"/>
                  </a:lnTo>
                  <a:lnTo>
                    <a:pt x="284" y="303"/>
                  </a:lnTo>
                  <a:lnTo>
                    <a:pt x="326" y="296"/>
                  </a:lnTo>
                  <a:lnTo>
                    <a:pt x="326" y="273"/>
                  </a:lnTo>
                  <a:lnTo>
                    <a:pt x="476" y="383"/>
                  </a:lnTo>
                  <a:lnTo>
                    <a:pt x="529" y="383"/>
                  </a:lnTo>
                  <a:lnTo>
                    <a:pt x="523" y="273"/>
                  </a:lnTo>
                  <a:lnTo>
                    <a:pt x="494" y="296"/>
                  </a:lnTo>
                  <a:lnTo>
                    <a:pt x="419" y="261"/>
                  </a:lnTo>
                  <a:lnTo>
                    <a:pt x="453" y="146"/>
                  </a:lnTo>
                  <a:lnTo>
                    <a:pt x="396" y="139"/>
                  </a:lnTo>
                  <a:lnTo>
                    <a:pt x="431" y="17"/>
                  </a:lnTo>
                  <a:lnTo>
                    <a:pt x="558" y="0"/>
                  </a:lnTo>
                  <a:lnTo>
                    <a:pt x="732" y="87"/>
                  </a:lnTo>
                  <a:lnTo>
                    <a:pt x="779" y="203"/>
                  </a:lnTo>
                  <a:close/>
                </a:path>
              </a:pathLst>
            </a:custGeom>
            <a:solidFill>
              <a:srgbClr val="FFFFFF"/>
            </a:solidFill>
            <a:ln w="9525">
              <a:solidFill>
                <a:srgbClr val="000000"/>
              </a:solidFill>
              <a:round/>
              <a:headEnd/>
              <a:tailEnd/>
            </a:ln>
          </p:spPr>
          <p:txBody>
            <a:bodyPr/>
            <a:lstStyle/>
            <a:p>
              <a:endParaRPr lang="ko-KR" altLang="en-US"/>
            </a:p>
          </p:txBody>
        </p:sp>
        <p:sp>
          <p:nvSpPr>
            <p:cNvPr id="440431" name="Freeform 403">
              <a:extLst>
                <a:ext uri="{FF2B5EF4-FFF2-40B4-BE49-F238E27FC236}">
                  <a16:creationId xmlns:a16="http://schemas.microsoft.com/office/drawing/2014/main" id="{7282BA10-38CD-7C9A-26EA-E91CBC8E9CA4}"/>
                </a:ext>
              </a:extLst>
            </p:cNvPr>
            <p:cNvSpPr>
              <a:spLocks/>
            </p:cNvSpPr>
            <p:nvPr/>
          </p:nvSpPr>
          <p:spPr bwMode="auto">
            <a:xfrm>
              <a:off x="2996" y="878"/>
              <a:ext cx="15" cy="37"/>
            </a:xfrm>
            <a:custGeom>
              <a:avLst/>
              <a:gdLst>
                <a:gd name="T0" fmla="*/ 0 w 192"/>
                <a:gd name="T1" fmla="*/ 0 h 459"/>
                <a:gd name="T2" fmla="*/ 0 w 192"/>
                <a:gd name="T3" fmla="*/ 0 h 459"/>
                <a:gd name="T4" fmla="*/ 0 w 192"/>
                <a:gd name="T5" fmla="*/ 0 h 459"/>
                <a:gd name="T6" fmla="*/ 0 w 192"/>
                <a:gd name="T7" fmla="*/ 0 h 459"/>
                <a:gd name="T8" fmla="*/ 0 w 192"/>
                <a:gd name="T9" fmla="*/ 0 h 459"/>
                <a:gd name="T10" fmla="*/ 0 w 192"/>
                <a:gd name="T11" fmla="*/ 0 h 459"/>
                <a:gd name="T12" fmla="*/ 0 w 192"/>
                <a:gd name="T13" fmla="*/ 0 h 459"/>
                <a:gd name="T14" fmla="*/ 0 w 192"/>
                <a:gd name="T15" fmla="*/ 0 h 459"/>
                <a:gd name="T16" fmla="*/ 0 w 192"/>
                <a:gd name="T17" fmla="*/ 0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2" h="459">
                  <a:moveTo>
                    <a:pt x="6" y="215"/>
                  </a:moveTo>
                  <a:lnTo>
                    <a:pt x="105" y="249"/>
                  </a:lnTo>
                  <a:lnTo>
                    <a:pt x="145" y="459"/>
                  </a:lnTo>
                  <a:lnTo>
                    <a:pt x="187" y="371"/>
                  </a:lnTo>
                  <a:lnTo>
                    <a:pt x="192" y="225"/>
                  </a:lnTo>
                  <a:lnTo>
                    <a:pt x="99" y="0"/>
                  </a:lnTo>
                  <a:lnTo>
                    <a:pt x="40" y="93"/>
                  </a:lnTo>
                  <a:lnTo>
                    <a:pt x="0" y="127"/>
                  </a:lnTo>
                  <a:lnTo>
                    <a:pt x="6" y="215"/>
                  </a:lnTo>
                  <a:close/>
                </a:path>
              </a:pathLst>
            </a:custGeom>
            <a:solidFill>
              <a:srgbClr val="FFFFFF"/>
            </a:solidFill>
            <a:ln w="9525">
              <a:solidFill>
                <a:srgbClr val="000000"/>
              </a:solidFill>
              <a:round/>
              <a:headEnd/>
              <a:tailEnd/>
            </a:ln>
          </p:spPr>
          <p:txBody>
            <a:bodyPr/>
            <a:lstStyle/>
            <a:p>
              <a:endParaRPr lang="ko-KR" altLang="en-US"/>
            </a:p>
          </p:txBody>
        </p:sp>
        <p:sp>
          <p:nvSpPr>
            <p:cNvPr id="440432" name="Freeform 404">
              <a:extLst>
                <a:ext uri="{FF2B5EF4-FFF2-40B4-BE49-F238E27FC236}">
                  <a16:creationId xmlns:a16="http://schemas.microsoft.com/office/drawing/2014/main" id="{9C442EE4-D92E-8B41-FEEC-07D9A996A7D2}"/>
                </a:ext>
              </a:extLst>
            </p:cNvPr>
            <p:cNvSpPr>
              <a:spLocks/>
            </p:cNvSpPr>
            <p:nvPr/>
          </p:nvSpPr>
          <p:spPr bwMode="auto">
            <a:xfrm>
              <a:off x="2895" y="913"/>
              <a:ext cx="46" cy="70"/>
            </a:xfrm>
            <a:custGeom>
              <a:avLst/>
              <a:gdLst>
                <a:gd name="T0" fmla="*/ 0 w 610"/>
                <a:gd name="T1" fmla="*/ 0 h 860"/>
                <a:gd name="T2" fmla="*/ 0 w 610"/>
                <a:gd name="T3" fmla="*/ 0 h 860"/>
                <a:gd name="T4" fmla="*/ 0 w 610"/>
                <a:gd name="T5" fmla="*/ 0 h 860"/>
                <a:gd name="T6" fmla="*/ 0 w 610"/>
                <a:gd name="T7" fmla="*/ 0 h 860"/>
                <a:gd name="T8" fmla="*/ 0 w 610"/>
                <a:gd name="T9" fmla="*/ 0 h 860"/>
                <a:gd name="T10" fmla="*/ 0 w 610"/>
                <a:gd name="T11" fmla="*/ 0 h 860"/>
                <a:gd name="T12" fmla="*/ 0 w 610"/>
                <a:gd name="T13" fmla="*/ 0 h 860"/>
                <a:gd name="T14" fmla="*/ 0 w 610"/>
                <a:gd name="T15" fmla="*/ 0 h 860"/>
                <a:gd name="T16" fmla="*/ 0 w 610"/>
                <a:gd name="T17" fmla="*/ 0 h 860"/>
                <a:gd name="T18" fmla="*/ 0 w 610"/>
                <a:gd name="T19" fmla="*/ 0 h 860"/>
                <a:gd name="T20" fmla="*/ 0 w 610"/>
                <a:gd name="T21" fmla="*/ 0 h 860"/>
                <a:gd name="T22" fmla="*/ 0 w 610"/>
                <a:gd name="T23" fmla="*/ 0 h 860"/>
                <a:gd name="T24" fmla="*/ 0 w 610"/>
                <a:gd name="T25" fmla="*/ 0 h 860"/>
                <a:gd name="T26" fmla="*/ 0 w 610"/>
                <a:gd name="T27" fmla="*/ 0 h 860"/>
                <a:gd name="T28" fmla="*/ 0 w 610"/>
                <a:gd name="T29" fmla="*/ 0 h 860"/>
                <a:gd name="T30" fmla="*/ 0 w 610"/>
                <a:gd name="T31" fmla="*/ 0 h 8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10" h="860">
                  <a:moveTo>
                    <a:pt x="610" y="87"/>
                  </a:moveTo>
                  <a:lnTo>
                    <a:pt x="598" y="314"/>
                  </a:lnTo>
                  <a:lnTo>
                    <a:pt x="516" y="366"/>
                  </a:lnTo>
                  <a:lnTo>
                    <a:pt x="516" y="796"/>
                  </a:lnTo>
                  <a:lnTo>
                    <a:pt x="464" y="860"/>
                  </a:lnTo>
                  <a:lnTo>
                    <a:pt x="389" y="837"/>
                  </a:lnTo>
                  <a:lnTo>
                    <a:pt x="383" y="755"/>
                  </a:lnTo>
                  <a:lnTo>
                    <a:pt x="337" y="825"/>
                  </a:lnTo>
                  <a:lnTo>
                    <a:pt x="237" y="703"/>
                  </a:lnTo>
                  <a:lnTo>
                    <a:pt x="174" y="349"/>
                  </a:lnTo>
                  <a:lnTo>
                    <a:pt x="110" y="290"/>
                  </a:lnTo>
                  <a:lnTo>
                    <a:pt x="0" y="63"/>
                  </a:lnTo>
                  <a:lnTo>
                    <a:pt x="92" y="0"/>
                  </a:lnTo>
                  <a:lnTo>
                    <a:pt x="157" y="52"/>
                  </a:lnTo>
                  <a:lnTo>
                    <a:pt x="429" y="6"/>
                  </a:lnTo>
                  <a:lnTo>
                    <a:pt x="610" y="87"/>
                  </a:lnTo>
                  <a:close/>
                </a:path>
              </a:pathLst>
            </a:custGeom>
            <a:solidFill>
              <a:srgbClr val="FFFFFF"/>
            </a:solidFill>
            <a:ln w="9525">
              <a:solidFill>
                <a:srgbClr val="000000"/>
              </a:solidFill>
              <a:round/>
              <a:headEnd/>
              <a:tailEnd/>
            </a:ln>
          </p:spPr>
          <p:txBody>
            <a:bodyPr/>
            <a:lstStyle/>
            <a:p>
              <a:endParaRPr lang="ko-KR" altLang="en-US"/>
            </a:p>
          </p:txBody>
        </p:sp>
        <p:sp>
          <p:nvSpPr>
            <p:cNvPr id="440433" name="Freeform 405">
              <a:extLst>
                <a:ext uri="{FF2B5EF4-FFF2-40B4-BE49-F238E27FC236}">
                  <a16:creationId xmlns:a16="http://schemas.microsoft.com/office/drawing/2014/main" id="{24995EC3-B79B-1CCC-2940-506B2E78CE8F}"/>
                </a:ext>
              </a:extLst>
            </p:cNvPr>
            <p:cNvSpPr>
              <a:spLocks/>
            </p:cNvSpPr>
            <p:nvPr/>
          </p:nvSpPr>
          <p:spPr bwMode="auto">
            <a:xfrm>
              <a:off x="2985" y="877"/>
              <a:ext cx="51" cy="92"/>
            </a:xfrm>
            <a:custGeom>
              <a:avLst/>
              <a:gdLst>
                <a:gd name="T0" fmla="*/ 0 w 680"/>
                <a:gd name="T1" fmla="*/ 0 h 1144"/>
                <a:gd name="T2" fmla="*/ 0 w 680"/>
                <a:gd name="T3" fmla="*/ 0 h 1144"/>
                <a:gd name="T4" fmla="*/ 0 w 680"/>
                <a:gd name="T5" fmla="*/ 0 h 1144"/>
                <a:gd name="T6" fmla="*/ 0 w 680"/>
                <a:gd name="T7" fmla="*/ 0 h 1144"/>
                <a:gd name="T8" fmla="*/ 0 w 680"/>
                <a:gd name="T9" fmla="*/ 0 h 1144"/>
                <a:gd name="T10" fmla="*/ 0 w 680"/>
                <a:gd name="T11" fmla="*/ 0 h 1144"/>
                <a:gd name="T12" fmla="*/ 0 w 680"/>
                <a:gd name="T13" fmla="*/ 0 h 1144"/>
                <a:gd name="T14" fmla="*/ 0 w 680"/>
                <a:gd name="T15" fmla="*/ 0 h 1144"/>
                <a:gd name="T16" fmla="*/ 0 w 680"/>
                <a:gd name="T17" fmla="*/ 0 h 1144"/>
                <a:gd name="T18" fmla="*/ 0 w 680"/>
                <a:gd name="T19" fmla="*/ 0 h 1144"/>
                <a:gd name="T20" fmla="*/ 0 w 680"/>
                <a:gd name="T21" fmla="*/ 0 h 1144"/>
                <a:gd name="T22" fmla="*/ 0 w 680"/>
                <a:gd name="T23" fmla="*/ 0 h 1144"/>
                <a:gd name="T24" fmla="*/ 0 w 680"/>
                <a:gd name="T25" fmla="*/ 0 h 1144"/>
                <a:gd name="T26" fmla="*/ 0 w 680"/>
                <a:gd name="T27" fmla="*/ 0 h 1144"/>
                <a:gd name="T28" fmla="*/ 0 w 680"/>
                <a:gd name="T29" fmla="*/ 0 h 1144"/>
                <a:gd name="T30" fmla="*/ 0 w 680"/>
                <a:gd name="T31" fmla="*/ 0 h 1144"/>
                <a:gd name="T32" fmla="*/ 0 w 680"/>
                <a:gd name="T33" fmla="*/ 0 h 1144"/>
                <a:gd name="T34" fmla="*/ 0 w 680"/>
                <a:gd name="T35" fmla="*/ 0 h 1144"/>
                <a:gd name="T36" fmla="*/ 0 w 680"/>
                <a:gd name="T37" fmla="*/ 0 h 1144"/>
                <a:gd name="T38" fmla="*/ 0 w 680"/>
                <a:gd name="T39" fmla="*/ 0 h 1144"/>
                <a:gd name="T40" fmla="*/ 0 w 680"/>
                <a:gd name="T41" fmla="*/ 0 h 1144"/>
                <a:gd name="T42" fmla="*/ 0 w 680"/>
                <a:gd name="T43" fmla="*/ 0 h 1144"/>
                <a:gd name="T44" fmla="*/ 0 w 680"/>
                <a:gd name="T45" fmla="*/ 0 h 1144"/>
                <a:gd name="T46" fmla="*/ 0 w 680"/>
                <a:gd name="T47" fmla="*/ 0 h 1144"/>
                <a:gd name="T48" fmla="*/ 0 w 680"/>
                <a:gd name="T49" fmla="*/ 0 h 1144"/>
                <a:gd name="T50" fmla="*/ 0 w 680"/>
                <a:gd name="T51" fmla="*/ 0 h 1144"/>
                <a:gd name="T52" fmla="*/ 0 w 680"/>
                <a:gd name="T53" fmla="*/ 0 h 1144"/>
                <a:gd name="T54" fmla="*/ 0 w 680"/>
                <a:gd name="T55" fmla="*/ 0 h 11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80" h="1144">
                  <a:moveTo>
                    <a:pt x="30" y="355"/>
                  </a:moveTo>
                  <a:lnTo>
                    <a:pt x="175" y="453"/>
                  </a:lnTo>
                  <a:lnTo>
                    <a:pt x="187" y="564"/>
                  </a:lnTo>
                  <a:lnTo>
                    <a:pt x="128" y="569"/>
                  </a:lnTo>
                  <a:lnTo>
                    <a:pt x="163" y="662"/>
                  </a:lnTo>
                  <a:lnTo>
                    <a:pt x="47" y="831"/>
                  </a:lnTo>
                  <a:lnTo>
                    <a:pt x="82" y="1132"/>
                  </a:lnTo>
                  <a:lnTo>
                    <a:pt x="145" y="1144"/>
                  </a:lnTo>
                  <a:lnTo>
                    <a:pt x="175" y="1028"/>
                  </a:lnTo>
                  <a:lnTo>
                    <a:pt x="320" y="923"/>
                  </a:lnTo>
                  <a:lnTo>
                    <a:pt x="309" y="709"/>
                  </a:lnTo>
                  <a:lnTo>
                    <a:pt x="267" y="686"/>
                  </a:lnTo>
                  <a:lnTo>
                    <a:pt x="291" y="627"/>
                  </a:lnTo>
                  <a:lnTo>
                    <a:pt x="378" y="569"/>
                  </a:lnTo>
                  <a:lnTo>
                    <a:pt x="407" y="517"/>
                  </a:lnTo>
                  <a:lnTo>
                    <a:pt x="640" y="343"/>
                  </a:lnTo>
                  <a:lnTo>
                    <a:pt x="680" y="0"/>
                  </a:lnTo>
                  <a:lnTo>
                    <a:pt x="500" y="23"/>
                  </a:lnTo>
                  <a:lnTo>
                    <a:pt x="471" y="70"/>
                  </a:lnTo>
                  <a:lnTo>
                    <a:pt x="332" y="53"/>
                  </a:lnTo>
                  <a:lnTo>
                    <a:pt x="274" y="81"/>
                  </a:lnTo>
                  <a:lnTo>
                    <a:pt x="344" y="233"/>
                  </a:lnTo>
                  <a:lnTo>
                    <a:pt x="344" y="400"/>
                  </a:lnTo>
                  <a:lnTo>
                    <a:pt x="302" y="477"/>
                  </a:lnTo>
                  <a:lnTo>
                    <a:pt x="262" y="267"/>
                  </a:lnTo>
                  <a:lnTo>
                    <a:pt x="163" y="233"/>
                  </a:lnTo>
                  <a:lnTo>
                    <a:pt x="0" y="302"/>
                  </a:lnTo>
                  <a:lnTo>
                    <a:pt x="30" y="355"/>
                  </a:lnTo>
                  <a:close/>
                </a:path>
              </a:pathLst>
            </a:custGeom>
            <a:solidFill>
              <a:srgbClr val="FFFFFF"/>
            </a:solidFill>
            <a:ln w="9525">
              <a:solidFill>
                <a:srgbClr val="000000"/>
              </a:solidFill>
              <a:round/>
              <a:headEnd/>
              <a:tailEnd/>
            </a:ln>
          </p:spPr>
          <p:txBody>
            <a:bodyPr/>
            <a:lstStyle/>
            <a:p>
              <a:endParaRPr lang="ko-KR" altLang="en-US"/>
            </a:p>
          </p:txBody>
        </p:sp>
        <p:sp>
          <p:nvSpPr>
            <p:cNvPr id="440434" name="Freeform 406">
              <a:extLst>
                <a:ext uri="{FF2B5EF4-FFF2-40B4-BE49-F238E27FC236}">
                  <a16:creationId xmlns:a16="http://schemas.microsoft.com/office/drawing/2014/main" id="{7FB5564D-CC9A-FDDE-676E-A587CAD28399}"/>
                </a:ext>
              </a:extLst>
            </p:cNvPr>
            <p:cNvSpPr>
              <a:spLocks/>
            </p:cNvSpPr>
            <p:nvPr/>
          </p:nvSpPr>
          <p:spPr bwMode="auto">
            <a:xfrm>
              <a:off x="2962" y="905"/>
              <a:ext cx="37" cy="39"/>
            </a:xfrm>
            <a:custGeom>
              <a:avLst/>
              <a:gdLst>
                <a:gd name="T0" fmla="*/ 0 w 489"/>
                <a:gd name="T1" fmla="*/ 0 h 476"/>
                <a:gd name="T2" fmla="*/ 0 w 489"/>
                <a:gd name="T3" fmla="*/ 0 h 476"/>
                <a:gd name="T4" fmla="*/ 0 w 489"/>
                <a:gd name="T5" fmla="*/ 0 h 476"/>
                <a:gd name="T6" fmla="*/ 0 w 489"/>
                <a:gd name="T7" fmla="*/ 0 h 476"/>
                <a:gd name="T8" fmla="*/ 0 w 489"/>
                <a:gd name="T9" fmla="*/ 0 h 476"/>
                <a:gd name="T10" fmla="*/ 0 w 489"/>
                <a:gd name="T11" fmla="*/ 0 h 476"/>
                <a:gd name="T12" fmla="*/ 0 w 489"/>
                <a:gd name="T13" fmla="*/ 0 h 476"/>
                <a:gd name="T14" fmla="*/ 0 w 489"/>
                <a:gd name="T15" fmla="*/ 0 h 476"/>
                <a:gd name="T16" fmla="*/ 0 w 489"/>
                <a:gd name="T17" fmla="*/ 0 h 476"/>
                <a:gd name="T18" fmla="*/ 0 w 489"/>
                <a:gd name="T19" fmla="*/ 0 h 476"/>
                <a:gd name="T20" fmla="*/ 0 w 489"/>
                <a:gd name="T21" fmla="*/ 0 h 476"/>
                <a:gd name="T22" fmla="*/ 0 w 489"/>
                <a:gd name="T23" fmla="*/ 0 h 476"/>
                <a:gd name="T24" fmla="*/ 0 w 489"/>
                <a:gd name="T25" fmla="*/ 0 h 4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9" h="476">
                  <a:moveTo>
                    <a:pt x="0" y="162"/>
                  </a:moveTo>
                  <a:lnTo>
                    <a:pt x="63" y="336"/>
                  </a:lnTo>
                  <a:lnTo>
                    <a:pt x="116" y="336"/>
                  </a:lnTo>
                  <a:lnTo>
                    <a:pt x="133" y="389"/>
                  </a:lnTo>
                  <a:lnTo>
                    <a:pt x="349" y="476"/>
                  </a:lnTo>
                  <a:lnTo>
                    <a:pt x="465" y="307"/>
                  </a:lnTo>
                  <a:lnTo>
                    <a:pt x="430" y="214"/>
                  </a:lnTo>
                  <a:lnTo>
                    <a:pt x="489" y="209"/>
                  </a:lnTo>
                  <a:lnTo>
                    <a:pt x="477" y="98"/>
                  </a:lnTo>
                  <a:lnTo>
                    <a:pt x="332" y="0"/>
                  </a:lnTo>
                  <a:lnTo>
                    <a:pt x="262" y="5"/>
                  </a:lnTo>
                  <a:lnTo>
                    <a:pt x="116" y="167"/>
                  </a:lnTo>
                  <a:lnTo>
                    <a:pt x="0" y="162"/>
                  </a:lnTo>
                  <a:close/>
                </a:path>
              </a:pathLst>
            </a:custGeom>
            <a:solidFill>
              <a:srgbClr val="FFFFFF"/>
            </a:solidFill>
            <a:ln w="9525">
              <a:solidFill>
                <a:srgbClr val="000000"/>
              </a:solidFill>
              <a:round/>
              <a:headEnd/>
              <a:tailEnd/>
            </a:ln>
          </p:spPr>
          <p:txBody>
            <a:bodyPr/>
            <a:lstStyle/>
            <a:p>
              <a:endParaRPr lang="ko-KR" altLang="en-US"/>
            </a:p>
          </p:txBody>
        </p:sp>
        <p:sp>
          <p:nvSpPr>
            <p:cNvPr id="440435" name="Freeform 407">
              <a:extLst>
                <a:ext uri="{FF2B5EF4-FFF2-40B4-BE49-F238E27FC236}">
                  <a16:creationId xmlns:a16="http://schemas.microsoft.com/office/drawing/2014/main" id="{271B3F91-7366-84F7-0924-7C77512DDDF5}"/>
                </a:ext>
              </a:extLst>
            </p:cNvPr>
            <p:cNvSpPr>
              <a:spLocks/>
            </p:cNvSpPr>
            <p:nvPr/>
          </p:nvSpPr>
          <p:spPr bwMode="auto">
            <a:xfrm>
              <a:off x="2934" y="915"/>
              <a:ext cx="45" cy="55"/>
            </a:xfrm>
            <a:custGeom>
              <a:avLst/>
              <a:gdLst>
                <a:gd name="T0" fmla="*/ 0 w 593"/>
                <a:gd name="T1" fmla="*/ 0 h 674"/>
                <a:gd name="T2" fmla="*/ 0 w 593"/>
                <a:gd name="T3" fmla="*/ 0 h 674"/>
                <a:gd name="T4" fmla="*/ 0 w 593"/>
                <a:gd name="T5" fmla="*/ 0 h 674"/>
                <a:gd name="T6" fmla="*/ 0 w 593"/>
                <a:gd name="T7" fmla="*/ 0 h 674"/>
                <a:gd name="T8" fmla="*/ 0 w 593"/>
                <a:gd name="T9" fmla="*/ 0 h 674"/>
                <a:gd name="T10" fmla="*/ 0 w 593"/>
                <a:gd name="T11" fmla="*/ 0 h 674"/>
                <a:gd name="T12" fmla="*/ 0 w 593"/>
                <a:gd name="T13" fmla="*/ 0 h 674"/>
                <a:gd name="T14" fmla="*/ 0 w 593"/>
                <a:gd name="T15" fmla="*/ 0 h 674"/>
                <a:gd name="T16" fmla="*/ 0 w 593"/>
                <a:gd name="T17" fmla="*/ 0 h 674"/>
                <a:gd name="T18" fmla="*/ 0 w 593"/>
                <a:gd name="T19" fmla="*/ 0 h 674"/>
                <a:gd name="T20" fmla="*/ 0 w 593"/>
                <a:gd name="T21" fmla="*/ 0 h 674"/>
                <a:gd name="T22" fmla="*/ 0 w 593"/>
                <a:gd name="T23" fmla="*/ 0 h 674"/>
                <a:gd name="T24" fmla="*/ 0 w 593"/>
                <a:gd name="T25" fmla="*/ 0 h 674"/>
                <a:gd name="T26" fmla="*/ 0 w 593"/>
                <a:gd name="T27" fmla="*/ 0 h 674"/>
                <a:gd name="T28" fmla="*/ 0 w 593"/>
                <a:gd name="T29" fmla="*/ 0 h 674"/>
                <a:gd name="T30" fmla="*/ 0 w 593"/>
                <a:gd name="T31" fmla="*/ 0 h 674"/>
                <a:gd name="T32" fmla="*/ 0 w 593"/>
                <a:gd name="T33" fmla="*/ 0 h 6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93" h="674">
                  <a:moveTo>
                    <a:pt x="0" y="622"/>
                  </a:moveTo>
                  <a:lnTo>
                    <a:pt x="53" y="674"/>
                  </a:lnTo>
                  <a:lnTo>
                    <a:pt x="135" y="640"/>
                  </a:lnTo>
                  <a:lnTo>
                    <a:pt x="216" y="552"/>
                  </a:lnTo>
                  <a:lnTo>
                    <a:pt x="338" y="581"/>
                  </a:lnTo>
                  <a:lnTo>
                    <a:pt x="379" y="552"/>
                  </a:lnTo>
                  <a:lnTo>
                    <a:pt x="361" y="488"/>
                  </a:lnTo>
                  <a:lnTo>
                    <a:pt x="593" y="296"/>
                  </a:lnTo>
                  <a:lnTo>
                    <a:pt x="501" y="262"/>
                  </a:lnTo>
                  <a:lnTo>
                    <a:pt x="477" y="209"/>
                  </a:lnTo>
                  <a:lnTo>
                    <a:pt x="424" y="209"/>
                  </a:lnTo>
                  <a:lnTo>
                    <a:pt x="361" y="35"/>
                  </a:lnTo>
                  <a:lnTo>
                    <a:pt x="297" y="0"/>
                  </a:lnTo>
                  <a:lnTo>
                    <a:pt x="94" y="64"/>
                  </a:lnTo>
                  <a:lnTo>
                    <a:pt x="82" y="291"/>
                  </a:lnTo>
                  <a:lnTo>
                    <a:pt x="0" y="337"/>
                  </a:lnTo>
                  <a:lnTo>
                    <a:pt x="0" y="622"/>
                  </a:lnTo>
                  <a:close/>
                </a:path>
              </a:pathLst>
            </a:custGeom>
            <a:solidFill>
              <a:srgbClr val="FFFFFF"/>
            </a:solidFill>
            <a:ln w="9525">
              <a:solidFill>
                <a:srgbClr val="000000"/>
              </a:solidFill>
              <a:round/>
              <a:headEnd/>
              <a:tailEnd/>
            </a:ln>
          </p:spPr>
          <p:txBody>
            <a:bodyPr/>
            <a:lstStyle/>
            <a:p>
              <a:endParaRPr lang="ko-KR" altLang="en-US"/>
            </a:p>
          </p:txBody>
        </p:sp>
        <p:sp>
          <p:nvSpPr>
            <p:cNvPr id="440436" name="Freeform 408">
              <a:extLst>
                <a:ext uri="{FF2B5EF4-FFF2-40B4-BE49-F238E27FC236}">
                  <a16:creationId xmlns:a16="http://schemas.microsoft.com/office/drawing/2014/main" id="{ED1FF5DB-AEAB-B53A-DE39-C9C98279D172}"/>
                </a:ext>
              </a:extLst>
            </p:cNvPr>
            <p:cNvSpPr>
              <a:spLocks/>
            </p:cNvSpPr>
            <p:nvPr/>
          </p:nvSpPr>
          <p:spPr bwMode="auto">
            <a:xfrm>
              <a:off x="2920" y="939"/>
              <a:ext cx="75" cy="79"/>
            </a:xfrm>
            <a:custGeom>
              <a:avLst/>
              <a:gdLst>
                <a:gd name="T0" fmla="*/ 0 w 982"/>
                <a:gd name="T1" fmla="*/ 0 h 970"/>
                <a:gd name="T2" fmla="*/ 0 w 982"/>
                <a:gd name="T3" fmla="*/ 0 h 970"/>
                <a:gd name="T4" fmla="*/ 0 w 982"/>
                <a:gd name="T5" fmla="*/ 0 h 970"/>
                <a:gd name="T6" fmla="*/ 0 w 982"/>
                <a:gd name="T7" fmla="*/ 0 h 970"/>
                <a:gd name="T8" fmla="*/ 0 w 982"/>
                <a:gd name="T9" fmla="*/ 0 h 970"/>
                <a:gd name="T10" fmla="*/ 0 w 982"/>
                <a:gd name="T11" fmla="*/ 0 h 970"/>
                <a:gd name="T12" fmla="*/ 0 w 982"/>
                <a:gd name="T13" fmla="*/ 0 h 970"/>
                <a:gd name="T14" fmla="*/ 0 w 982"/>
                <a:gd name="T15" fmla="*/ 0 h 970"/>
                <a:gd name="T16" fmla="*/ 0 w 982"/>
                <a:gd name="T17" fmla="*/ 0 h 970"/>
                <a:gd name="T18" fmla="*/ 0 w 982"/>
                <a:gd name="T19" fmla="*/ 0 h 970"/>
                <a:gd name="T20" fmla="*/ 0 w 982"/>
                <a:gd name="T21" fmla="*/ 0 h 970"/>
                <a:gd name="T22" fmla="*/ 0 w 982"/>
                <a:gd name="T23" fmla="*/ 0 h 970"/>
                <a:gd name="T24" fmla="*/ 0 w 982"/>
                <a:gd name="T25" fmla="*/ 0 h 970"/>
                <a:gd name="T26" fmla="*/ 0 w 982"/>
                <a:gd name="T27" fmla="*/ 0 h 970"/>
                <a:gd name="T28" fmla="*/ 0 w 982"/>
                <a:gd name="T29" fmla="*/ 0 h 970"/>
                <a:gd name="T30" fmla="*/ 0 w 982"/>
                <a:gd name="T31" fmla="*/ 0 h 970"/>
                <a:gd name="T32" fmla="*/ 0 w 982"/>
                <a:gd name="T33" fmla="*/ 0 h 970"/>
                <a:gd name="T34" fmla="*/ 0 w 982"/>
                <a:gd name="T35" fmla="*/ 0 h 970"/>
                <a:gd name="T36" fmla="*/ 0 w 982"/>
                <a:gd name="T37" fmla="*/ 0 h 970"/>
                <a:gd name="T38" fmla="*/ 0 w 982"/>
                <a:gd name="T39" fmla="*/ 0 h 970"/>
                <a:gd name="T40" fmla="*/ 0 w 982"/>
                <a:gd name="T41" fmla="*/ 0 h 970"/>
                <a:gd name="T42" fmla="*/ 0 w 982"/>
                <a:gd name="T43" fmla="*/ 0 h 970"/>
                <a:gd name="T44" fmla="*/ 0 w 982"/>
                <a:gd name="T45" fmla="*/ 0 h 970"/>
                <a:gd name="T46" fmla="*/ 0 w 982"/>
                <a:gd name="T47" fmla="*/ 0 h 970"/>
                <a:gd name="T48" fmla="*/ 0 w 982"/>
                <a:gd name="T49" fmla="*/ 0 h 970"/>
                <a:gd name="T50" fmla="*/ 0 w 982"/>
                <a:gd name="T51" fmla="*/ 0 h 970"/>
                <a:gd name="T52" fmla="*/ 0 w 982"/>
                <a:gd name="T53" fmla="*/ 0 h 970"/>
                <a:gd name="T54" fmla="*/ 0 w 982"/>
                <a:gd name="T55" fmla="*/ 0 h 970"/>
                <a:gd name="T56" fmla="*/ 0 w 982"/>
                <a:gd name="T57" fmla="*/ 0 h 970"/>
                <a:gd name="T58" fmla="*/ 0 w 982"/>
                <a:gd name="T59" fmla="*/ 0 h 970"/>
                <a:gd name="T60" fmla="*/ 0 w 982"/>
                <a:gd name="T61" fmla="*/ 0 h 9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82" h="970">
                  <a:moveTo>
                    <a:pt x="0" y="500"/>
                  </a:moveTo>
                  <a:lnTo>
                    <a:pt x="110" y="710"/>
                  </a:lnTo>
                  <a:lnTo>
                    <a:pt x="87" y="831"/>
                  </a:lnTo>
                  <a:lnTo>
                    <a:pt x="127" y="942"/>
                  </a:lnTo>
                  <a:lnTo>
                    <a:pt x="203" y="970"/>
                  </a:lnTo>
                  <a:lnTo>
                    <a:pt x="296" y="907"/>
                  </a:lnTo>
                  <a:lnTo>
                    <a:pt x="418" y="895"/>
                  </a:lnTo>
                  <a:lnTo>
                    <a:pt x="593" y="814"/>
                  </a:lnTo>
                  <a:lnTo>
                    <a:pt x="755" y="721"/>
                  </a:lnTo>
                  <a:lnTo>
                    <a:pt x="964" y="431"/>
                  </a:lnTo>
                  <a:lnTo>
                    <a:pt x="982" y="366"/>
                  </a:lnTo>
                  <a:lnTo>
                    <a:pt x="924" y="354"/>
                  </a:lnTo>
                  <a:lnTo>
                    <a:pt x="860" y="413"/>
                  </a:lnTo>
                  <a:lnTo>
                    <a:pt x="819" y="407"/>
                  </a:lnTo>
                  <a:lnTo>
                    <a:pt x="842" y="332"/>
                  </a:lnTo>
                  <a:lnTo>
                    <a:pt x="848" y="302"/>
                  </a:lnTo>
                  <a:lnTo>
                    <a:pt x="924" y="302"/>
                  </a:lnTo>
                  <a:lnTo>
                    <a:pt x="889" y="53"/>
                  </a:lnTo>
                  <a:lnTo>
                    <a:pt x="760" y="0"/>
                  </a:lnTo>
                  <a:lnTo>
                    <a:pt x="540" y="175"/>
                  </a:lnTo>
                  <a:lnTo>
                    <a:pt x="558" y="256"/>
                  </a:lnTo>
                  <a:lnTo>
                    <a:pt x="517" y="285"/>
                  </a:lnTo>
                  <a:lnTo>
                    <a:pt x="395" y="256"/>
                  </a:lnTo>
                  <a:lnTo>
                    <a:pt x="326" y="332"/>
                  </a:lnTo>
                  <a:lnTo>
                    <a:pt x="232" y="378"/>
                  </a:lnTo>
                  <a:lnTo>
                    <a:pt x="179" y="326"/>
                  </a:lnTo>
                  <a:lnTo>
                    <a:pt x="179" y="477"/>
                  </a:lnTo>
                  <a:lnTo>
                    <a:pt x="127" y="541"/>
                  </a:lnTo>
                  <a:lnTo>
                    <a:pt x="64" y="518"/>
                  </a:lnTo>
                  <a:lnTo>
                    <a:pt x="46" y="436"/>
                  </a:lnTo>
                  <a:lnTo>
                    <a:pt x="0" y="500"/>
                  </a:lnTo>
                  <a:close/>
                </a:path>
              </a:pathLst>
            </a:custGeom>
            <a:solidFill>
              <a:srgbClr val="FFFFFF"/>
            </a:solidFill>
            <a:ln w="9525">
              <a:solidFill>
                <a:srgbClr val="000000"/>
              </a:solidFill>
              <a:round/>
              <a:headEnd/>
              <a:tailEnd/>
            </a:ln>
          </p:spPr>
          <p:txBody>
            <a:bodyPr/>
            <a:lstStyle/>
            <a:p>
              <a:endParaRPr lang="ko-KR" altLang="en-US"/>
            </a:p>
          </p:txBody>
        </p:sp>
        <p:sp>
          <p:nvSpPr>
            <p:cNvPr id="440437" name="Freeform 409">
              <a:extLst>
                <a:ext uri="{FF2B5EF4-FFF2-40B4-BE49-F238E27FC236}">
                  <a16:creationId xmlns:a16="http://schemas.microsoft.com/office/drawing/2014/main" id="{C62F21EC-1BAB-BFC6-0CDE-3E2DB8F58A5F}"/>
                </a:ext>
              </a:extLst>
            </p:cNvPr>
            <p:cNvSpPr>
              <a:spLocks/>
            </p:cNvSpPr>
            <p:nvPr/>
          </p:nvSpPr>
          <p:spPr bwMode="auto">
            <a:xfrm>
              <a:off x="2982" y="964"/>
              <a:ext cx="9" cy="9"/>
            </a:xfrm>
            <a:custGeom>
              <a:avLst/>
              <a:gdLst>
                <a:gd name="T0" fmla="*/ 0 w 116"/>
                <a:gd name="T1" fmla="*/ 0 h 111"/>
                <a:gd name="T2" fmla="*/ 0 w 116"/>
                <a:gd name="T3" fmla="*/ 0 h 111"/>
                <a:gd name="T4" fmla="*/ 0 w 116"/>
                <a:gd name="T5" fmla="*/ 0 h 111"/>
                <a:gd name="T6" fmla="*/ 0 w 116"/>
                <a:gd name="T7" fmla="*/ 0 h 111"/>
                <a:gd name="T8" fmla="*/ 0 w 116"/>
                <a:gd name="T9" fmla="*/ 0 h 111"/>
                <a:gd name="T10" fmla="*/ 0 w 116"/>
                <a:gd name="T11" fmla="*/ 0 h 1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6" h="111">
                  <a:moveTo>
                    <a:pt x="104" y="0"/>
                  </a:moveTo>
                  <a:lnTo>
                    <a:pt x="41" y="0"/>
                  </a:lnTo>
                  <a:lnTo>
                    <a:pt x="0" y="99"/>
                  </a:lnTo>
                  <a:lnTo>
                    <a:pt x="47" y="111"/>
                  </a:lnTo>
                  <a:lnTo>
                    <a:pt x="116" y="52"/>
                  </a:lnTo>
                  <a:lnTo>
                    <a:pt x="104" y="0"/>
                  </a:lnTo>
                  <a:close/>
                </a:path>
              </a:pathLst>
            </a:custGeom>
            <a:solidFill>
              <a:srgbClr val="FFFFFF"/>
            </a:solidFill>
            <a:ln w="9525">
              <a:solidFill>
                <a:srgbClr val="000000"/>
              </a:solidFill>
              <a:round/>
              <a:headEnd/>
              <a:tailEnd/>
            </a:ln>
          </p:spPr>
          <p:txBody>
            <a:bodyPr/>
            <a:lstStyle/>
            <a:p>
              <a:endParaRPr lang="ko-KR" altLang="en-US"/>
            </a:p>
          </p:txBody>
        </p:sp>
        <p:sp>
          <p:nvSpPr>
            <p:cNvPr id="440438" name="Freeform 410">
              <a:extLst>
                <a:ext uri="{FF2B5EF4-FFF2-40B4-BE49-F238E27FC236}">
                  <a16:creationId xmlns:a16="http://schemas.microsoft.com/office/drawing/2014/main" id="{2CC6C3B9-A848-97E1-4610-3D7D21E4BAEC}"/>
                </a:ext>
              </a:extLst>
            </p:cNvPr>
            <p:cNvSpPr>
              <a:spLocks/>
            </p:cNvSpPr>
            <p:nvPr/>
          </p:nvSpPr>
          <p:spPr bwMode="auto">
            <a:xfrm>
              <a:off x="2967" y="978"/>
              <a:ext cx="10" cy="12"/>
            </a:xfrm>
            <a:custGeom>
              <a:avLst/>
              <a:gdLst>
                <a:gd name="T0" fmla="*/ 0 w 133"/>
                <a:gd name="T1" fmla="*/ 0 h 145"/>
                <a:gd name="T2" fmla="*/ 0 w 133"/>
                <a:gd name="T3" fmla="*/ 0 h 145"/>
                <a:gd name="T4" fmla="*/ 0 w 133"/>
                <a:gd name="T5" fmla="*/ 0 h 145"/>
                <a:gd name="T6" fmla="*/ 0 w 133"/>
                <a:gd name="T7" fmla="*/ 0 h 145"/>
                <a:gd name="T8" fmla="*/ 0 w 133"/>
                <a:gd name="T9" fmla="*/ 0 h 145"/>
                <a:gd name="T10" fmla="*/ 0 w 133"/>
                <a:gd name="T11" fmla="*/ 0 h 145"/>
                <a:gd name="T12" fmla="*/ 0 w 133"/>
                <a:gd name="T13" fmla="*/ 0 h 145"/>
                <a:gd name="T14" fmla="*/ 0 w 133"/>
                <a:gd name="T15" fmla="*/ 0 h 145"/>
                <a:gd name="T16" fmla="*/ 0 w 133"/>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 h="145">
                  <a:moveTo>
                    <a:pt x="98" y="0"/>
                  </a:moveTo>
                  <a:lnTo>
                    <a:pt x="17" y="23"/>
                  </a:lnTo>
                  <a:lnTo>
                    <a:pt x="0" y="81"/>
                  </a:lnTo>
                  <a:lnTo>
                    <a:pt x="28" y="145"/>
                  </a:lnTo>
                  <a:lnTo>
                    <a:pt x="81" y="145"/>
                  </a:lnTo>
                  <a:lnTo>
                    <a:pt x="133" y="70"/>
                  </a:lnTo>
                  <a:lnTo>
                    <a:pt x="133" y="40"/>
                  </a:lnTo>
                  <a:lnTo>
                    <a:pt x="128" y="17"/>
                  </a:lnTo>
                  <a:lnTo>
                    <a:pt x="98" y="0"/>
                  </a:lnTo>
                  <a:close/>
                </a:path>
              </a:pathLst>
            </a:custGeom>
            <a:solidFill>
              <a:srgbClr val="FFFFFF"/>
            </a:solidFill>
            <a:ln w="9525">
              <a:solidFill>
                <a:srgbClr val="000000"/>
              </a:solidFill>
              <a:round/>
              <a:headEnd/>
              <a:tailEnd/>
            </a:ln>
          </p:spPr>
          <p:txBody>
            <a:bodyPr/>
            <a:lstStyle/>
            <a:p>
              <a:endParaRPr lang="ko-KR" altLang="en-US"/>
            </a:p>
          </p:txBody>
        </p:sp>
        <p:sp>
          <p:nvSpPr>
            <p:cNvPr id="440439" name="Freeform 411">
              <a:extLst>
                <a:ext uri="{FF2B5EF4-FFF2-40B4-BE49-F238E27FC236}">
                  <a16:creationId xmlns:a16="http://schemas.microsoft.com/office/drawing/2014/main" id="{BE075C6E-D066-B54D-225B-388A5291A2F4}"/>
                </a:ext>
              </a:extLst>
            </p:cNvPr>
            <p:cNvSpPr>
              <a:spLocks/>
            </p:cNvSpPr>
            <p:nvPr/>
          </p:nvSpPr>
          <p:spPr bwMode="auto">
            <a:xfrm>
              <a:off x="3045" y="882"/>
              <a:ext cx="39" cy="76"/>
            </a:xfrm>
            <a:custGeom>
              <a:avLst/>
              <a:gdLst>
                <a:gd name="T0" fmla="*/ 0 w 517"/>
                <a:gd name="T1" fmla="*/ 0 h 941"/>
                <a:gd name="T2" fmla="*/ 0 w 517"/>
                <a:gd name="T3" fmla="*/ 0 h 941"/>
                <a:gd name="T4" fmla="*/ 0 w 517"/>
                <a:gd name="T5" fmla="*/ 0 h 941"/>
                <a:gd name="T6" fmla="*/ 0 w 517"/>
                <a:gd name="T7" fmla="*/ 0 h 941"/>
                <a:gd name="T8" fmla="*/ 0 w 517"/>
                <a:gd name="T9" fmla="*/ 0 h 941"/>
                <a:gd name="T10" fmla="*/ 0 w 517"/>
                <a:gd name="T11" fmla="*/ 0 h 941"/>
                <a:gd name="T12" fmla="*/ 0 w 517"/>
                <a:gd name="T13" fmla="*/ 0 h 941"/>
                <a:gd name="T14" fmla="*/ 0 w 517"/>
                <a:gd name="T15" fmla="*/ 0 h 941"/>
                <a:gd name="T16" fmla="*/ 0 w 517"/>
                <a:gd name="T17" fmla="*/ 0 h 941"/>
                <a:gd name="T18" fmla="*/ 0 w 517"/>
                <a:gd name="T19" fmla="*/ 0 h 941"/>
                <a:gd name="T20" fmla="*/ 0 w 517"/>
                <a:gd name="T21" fmla="*/ 0 h 941"/>
                <a:gd name="T22" fmla="*/ 0 w 517"/>
                <a:gd name="T23" fmla="*/ 0 h 941"/>
                <a:gd name="T24" fmla="*/ 0 w 517"/>
                <a:gd name="T25" fmla="*/ 0 h 941"/>
                <a:gd name="T26" fmla="*/ 0 w 517"/>
                <a:gd name="T27" fmla="*/ 0 h 941"/>
                <a:gd name="T28" fmla="*/ 0 w 517"/>
                <a:gd name="T29" fmla="*/ 0 h 941"/>
                <a:gd name="T30" fmla="*/ 0 w 517"/>
                <a:gd name="T31" fmla="*/ 0 h 941"/>
                <a:gd name="T32" fmla="*/ 0 w 517"/>
                <a:gd name="T33" fmla="*/ 0 h 941"/>
                <a:gd name="T34" fmla="*/ 0 w 517"/>
                <a:gd name="T35" fmla="*/ 0 h 941"/>
                <a:gd name="T36" fmla="*/ 0 w 517"/>
                <a:gd name="T37" fmla="*/ 0 h 941"/>
                <a:gd name="T38" fmla="*/ 0 w 517"/>
                <a:gd name="T39" fmla="*/ 0 h 941"/>
                <a:gd name="T40" fmla="*/ 0 w 517"/>
                <a:gd name="T41" fmla="*/ 0 h 941"/>
                <a:gd name="T42" fmla="*/ 0 w 517"/>
                <a:gd name="T43" fmla="*/ 0 h 941"/>
                <a:gd name="T44" fmla="*/ 0 w 517"/>
                <a:gd name="T45" fmla="*/ 0 h 941"/>
                <a:gd name="T46" fmla="*/ 0 w 517"/>
                <a:gd name="T47" fmla="*/ 0 h 941"/>
                <a:gd name="T48" fmla="*/ 0 w 517"/>
                <a:gd name="T49" fmla="*/ 0 h 941"/>
                <a:gd name="T50" fmla="*/ 0 w 517"/>
                <a:gd name="T51" fmla="*/ 0 h 941"/>
                <a:gd name="T52" fmla="*/ 0 w 517"/>
                <a:gd name="T53" fmla="*/ 0 h 94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17" h="941">
                  <a:moveTo>
                    <a:pt x="93" y="378"/>
                  </a:moveTo>
                  <a:lnTo>
                    <a:pt x="98" y="528"/>
                  </a:lnTo>
                  <a:lnTo>
                    <a:pt x="0" y="692"/>
                  </a:lnTo>
                  <a:lnTo>
                    <a:pt x="17" y="720"/>
                  </a:lnTo>
                  <a:lnTo>
                    <a:pt x="23" y="901"/>
                  </a:lnTo>
                  <a:lnTo>
                    <a:pt x="105" y="941"/>
                  </a:lnTo>
                  <a:lnTo>
                    <a:pt x="157" y="906"/>
                  </a:lnTo>
                  <a:lnTo>
                    <a:pt x="227" y="918"/>
                  </a:lnTo>
                  <a:lnTo>
                    <a:pt x="290" y="814"/>
                  </a:lnTo>
                  <a:lnTo>
                    <a:pt x="296" y="744"/>
                  </a:lnTo>
                  <a:lnTo>
                    <a:pt x="429" y="435"/>
                  </a:lnTo>
                  <a:lnTo>
                    <a:pt x="429" y="371"/>
                  </a:lnTo>
                  <a:lnTo>
                    <a:pt x="452" y="354"/>
                  </a:lnTo>
                  <a:lnTo>
                    <a:pt x="441" y="214"/>
                  </a:lnTo>
                  <a:lnTo>
                    <a:pt x="476" y="249"/>
                  </a:lnTo>
                  <a:lnTo>
                    <a:pt x="494" y="325"/>
                  </a:lnTo>
                  <a:lnTo>
                    <a:pt x="505" y="308"/>
                  </a:lnTo>
                  <a:lnTo>
                    <a:pt x="517" y="197"/>
                  </a:lnTo>
                  <a:lnTo>
                    <a:pt x="494" y="116"/>
                  </a:lnTo>
                  <a:lnTo>
                    <a:pt x="459" y="47"/>
                  </a:lnTo>
                  <a:lnTo>
                    <a:pt x="429" y="0"/>
                  </a:lnTo>
                  <a:lnTo>
                    <a:pt x="302" y="249"/>
                  </a:lnTo>
                  <a:lnTo>
                    <a:pt x="250" y="244"/>
                  </a:lnTo>
                  <a:lnTo>
                    <a:pt x="238" y="296"/>
                  </a:lnTo>
                  <a:lnTo>
                    <a:pt x="197" y="291"/>
                  </a:lnTo>
                  <a:lnTo>
                    <a:pt x="116" y="348"/>
                  </a:lnTo>
                  <a:lnTo>
                    <a:pt x="93" y="378"/>
                  </a:lnTo>
                  <a:close/>
                </a:path>
              </a:pathLst>
            </a:custGeom>
            <a:solidFill>
              <a:srgbClr val="FFFFFF"/>
            </a:solidFill>
            <a:ln w="9525">
              <a:solidFill>
                <a:srgbClr val="000000"/>
              </a:solidFill>
              <a:round/>
              <a:headEnd/>
              <a:tailEnd/>
            </a:ln>
          </p:spPr>
          <p:txBody>
            <a:bodyPr/>
            <a:lstStyle/>
            <a:p>
              <a:endParaRPr lang="ko-KR" altLang="en-US"/>
            </a:p>
          </p:txBody>
        </p:sp>
        <p:sp>
          <p:nvSpPr>
            <p:cNvPr id="440440" name="Freeform 412">
              <a:extLst>
                <a:ext uri="{FF2B5EF4-FFF2-40B4-BE49-F238E27FC236}">
                  <a16:creationId xmlns:a16="http://schemas.microsoft.com/office/drawing/2014/main" id="{07BAE3CC-AFF0-3A35-331F-5C92E67DC80F}"/>
                </a:ext>
              </a:extLst>
            </p:cNvPr>
            <p:cNvSpPr>
              <a:spLocks/>
            </p:cNvSpPr>
            <p:nvPr/>
          </p:nvSpPr>
          <p:spPr bwMode="auto">
            <a:xfrm>
              <a:off x="2843" y="465"/>
              <a:ext cx="1" cy="5"/>
            </a:xfrm>
            <a:custGeom>
              <a:avLst/>
              <a:gdLst>
                <a:gd name="T0" fmla="*/ 0 w 24"/>
                <a:gd name="T1" fmla="*/ 0 h 58"/>
                <a:gd name="T2" fmla="*/ 0 w 24"/>
                <a:gd name="T3" fmla="*/ 0 h 58"/>
                <a:gd name="T4" fmla="*/ 0 w 24"/>
                <a:gd name="T5" fmla="*/ 0 h 58"/>
                <a:gd name="T6" fmla="*/ 0 w 24"/>
                <a:gd name="T7" fmla="*/ 0 h 58"/>
                <a:gd name="T8" fmla="*/ 0 w 24"/>
                <a:gd name="T9" fmla="*/ 0 h 58"/>
                <a:gd name="T10" fmla="*/ 0 w 24"/>
                <a:gd name="T11" fmla="*/ 0 h 58"/>
                <a:gd name="T12" fmla="*/ 0 w 24"/>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58">
                  <a:moveTo>
                    <a:pt x="12" y="0"/>
                  </a:moveTo>
                  <a:lnTo>
                    <a:pt x="24" y="35"/>
                  </a:lnTo>
                  <a:lnTo>
                    <a:pt x="6" y="58"/>
                  </a:lnTo>
                  <a:lnTo>
                    <a:pt x="6" y="52"/>
                  </a:lnTo>
                  <a:lnTo>
                    <a:pt x="6" y="40"/>
                  </a:lnTo>
                  <a:lnTo>
                    <a:pt x="0" y="12"/>
                  </a:lnTo>
                  <a:lnTo>
                    <a:pt x="12" y="0"/>
                  </a:lnTo>
                  <a:close/>
                </a:path>
              </a:pathLst>
            </a:custGeom>
            <a:solidFill>
              <a:srgbClr val="FFFFFF"/>
            </a:solidFill>
            <a:ln w="9525">
              <a:solidFill>
                <a:srgbClr val="000000"/>
              </a:solidFill>
              <a:round/>
              <a:headEnd/>
              <a:tailEnd/>
            </a:ln>
          </p:spPr>
          <p:txBody>
            <a:bodyPr/>
            <a:lstStyle/>
            <a:p>
              <a:endParaRPr lang="ko-KR" altLang="en-US"/>
            </a:p>
          </p:txBody>
        </p:sp>
        <p:sp>
          <p:nvSpPr>
            <p:cNvPr id="440441" name="Freeform 413">
              <a:extLst>
                <a:ext uri="{FF2B5EF4-FFF2-40B4-BE49-F238E27FC236}">
                  <a16:creationId xmlns:a16="http://schemas.microsoft.com/office/drawing/2014/main" id="{E44A838F-0085-A9CC-9BBD-5522D639F23D}"/>
                </a:ext>
              </a:extLst>
            </p:cNvPr>
            <p:cNvSpPr>
              <a:spLocks/>
            </p:cNvSpPr>
            <p:nvPr/>
          </p:nvSpPr>
          <p:spPr bwMode="auto">
            <a:xfrm>
              <a:off x="2840" y="466"/>
              <a:ext cx="1" cy="2"/>
            </a:xfrm>
            <a:custGeom>
              <a:avLst/>
              <a:gdLst>
                <a:gd name="T0" fmla="*/ 0 w 18"/>
                <a:gd name="T1" fmla="*/ 0 h 35"/>
                <a:gd name="T2" fmla="*/ 0 w 18"/>
                <a:gd name="T3" fmla="*/ 0 h 35"/>
                <a:gd name="T4" fmla="*/ 0 w 18"/>
                <a:gd name="T5" fmla="*/ 0 h 35"/>
                <a:gd name="T6" fmla="*/ 0 w 18"/>
                <a:gd name="T7" fmla="*/ 0 h 35"/>
                <a:gd name="T8" fmla="*/ 0 w 18"/>
                <a:gd name="T9" fmla="*/ 0 h 35"/>
                <a:gd name="T10" fmla="*/ 0 w 18"/>
                <a:gd name="T11" fmla="*/ 0 h 3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35">
                  <a:moveTo>
                    <a:pt x="6" y="0"/>
                  </a:moveTo>
                  <a:lnTo>
                    <a:pt x="0" y="24"/>
                  </a:lnTo>
                  <a:lnTo>
                    <a:pt x="11" y="35"/>
                  </a:lnTo>
                  <a:lnTo>
                    <a:pt x="18" y="18"/>
                  </a:lnTo>
                  <a:lnTo>
                    <a:pt x="18" y="7"/>
                  </a:lnTo>
                  <a:lnTo>
                    <a:pt x="6" y="0"/>
                  </a:lnTo>
                  <a:close/>
                </a:path>
              </a:pathLst>
            </a:custGeom>
            <a:solidFill>
              <a:srgbClr val="FFFFFF"/>
            </a:solidFill>
            <a:ln w="9525">
              <a:solidFill>
                <a:srgbClr val="000000"/>
              </a:solidFill>
              <a:round/>
              <a:headEnd/>
              <a:tailEnd/>
            </a:ln>
          </p:spPr>
          <p:txBody>
            <a:bodyPr/>
            <a:lstStyle/>
            <a:p>
              <a:endParaRPr lang="ko-KR" altLang="en-US"/>
            </a:p>
          </p:txBody>
        </p:sp>
        <p:sp>
          <p:nvSpPr>
            <p:cNvPr id="440442" name="Freeform 414">
              <a:extLst>
                <a:ext uri="{FF2B5EF4-FFF2-40B4-BE49-F238E27FC236}">
                  <a16:creationId xmlns:a16="http://schemas.microsoft.com/office/drawing/2014/main" id="{45BC641C-0593-FD5D-7FA4-03C830C4160B}"/>
                </a:ext>
              </a:extLst>
            </p:cNvPr>
            <p:cNvSpPr>
              <a:spLocks/>
            </p:cNvSpPr>
            <p:nvPr/>
          </p:nvSpPr>
          <p:spPr bwMode="auto">
            <a:xfrm>
              <a:off x="2841" y="460"/>
              <a:ext cx="4" cy="3"/>
            </a:xfrm>
            <a:custGeom>
              <a:avLst/>
              <a:gdLst>
                <a:gd name="T0" fmla="*/ 0 w 53"/>
                <a:gd name="T1" fmla="*/ 0 h 47"/>
                <a:gd name="T2" fmla="*/ 0 w 53"/>
                <a:gd name="T3" fmla="*/ 0 h 47"/>
                <a:gd name="T4" fmla="*/ 0 w 53"/>
                <a:gd name="T5" fmla="*/ 0 h 47"/>
                <a:gd name="T6" fmla="*/ 0 w 53"/>
                <a:gd name="T7" fmla="*/ 0 h 47"/>
                <a:gd name="T8" fmla="*/ 0 w 53"/>
                <a:gd name="T9" fmla="*/ 0 h 47"/>
                <a:gd name="T10" fmla="*/ 0 w 53"/>
                <a:gd name="T11" fmla="*/ 0 h 47"/>
                <a:gd name="T12" fmla="*/ 0 w 53"/>
                <a:gd name="T13" fmla="*/ 0 h 47"/>
                <a:gd name="T14" fmla="*/ 0 w 53"/>
                <a:gd name="T15" fmla="*/ 0 h 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47">
                  <a:moveTo>
                    <a:pt x="7" y="18"/>
                  </a:moveTo>
                  <a:lnTo>
                    <a:pt x="0" y="30"/>
                  </a:lnTo>
                  <a:lnTo>
                    <a:pt x="18" y="47"/>
                  </a:lnTo>
                  <a:lnTo>
                    <a:pt x="42" y="41"/>
                  </a:lnTo>
                  <a:lnTo>
                    <a:pt x="53" y="18"/>
                  </a:lnTo>
                  <a:lnTo>
                    <a:pt x="30" y="0"/>
                  </a:lnTo>
                  <a:lnTo>
                    <a:pt x="7" y="0"/>
                  </a:lnTo>
                  <a:lnTo>
                    <a:pt x="7" y="18"/>
                  </a:lnTo>
                  <a:close/>
                </a:path>
              </a:pathLst>
            </a:custGeom>
            <a:solidFill>
              <a:srgbClr val="FFFFFF"/>
            </a:solidFill>
            <a:ln w="9525">
              <a:solidFill>
                <a:srgbClr val="000000"/>
              </a:solidFill>
              <a:round/>
              <a:headEnd/>
              <a:tailEnd/>
            </a:ln>
          </p:spPr>
          <p:txBody>
            <a:bodyPr/>
            <a:lstStyle/>
            <a:p>
              <a:endParaRPr lang="ko-KR" altLang="en-US"/>
            </a:p>
          </p:txBody>
        </p:sp>
        <p:sp>
          <p:nvSpPr>
            <p:cNvPr id="440443" name="Freeform 415">
              <a:extLst>
                <a:ext uri="{FF2B5EF4-FFF2-40B4-BE49-F238E27FC236}">
                  <a16:creationId xmlns:a16="http://schemas.microsoft.com/office/drawing/2014/main" id="{BBCE6175-CBBA-9774-C463-A29F4A24EFBA}"/>
                </a:ext>
              </a:extLst>
            </p:cNvPr>
            <p:cNvSpPr>
              <a:spLocks/>
            </p:cNvSpPr>
            <p:nvPr/>
          </p:nvSpPr>
          <p:spPr bwMode="auto">
            <a:xfrm>
              <a:off x="2855" y="458"/>
              <a:ext cx="2" cy="2"/>
            </a:xfrm>
            <a:custGeom>
              <a:avLst/>
              <a:gdLst>
                <a:gd name="T0" fmla="*/ 0 w 28"/>
                <a:gd name="T1" fmla="*/ 0 h 23"/>
                <a:gd name="T2" fmla="*/ 0 w 28"/>
                <a:gd name="T3" fmla="*/ 0 h 23"/>
                <a:gd name="T4" fmla="*/ 0 w 28"/>
                <a:gd name="T5" fmla="*/ 0 h 23"/>
                <a:gd name="T6" fmla="*/ 0 w 28"/>
                <a:gd name="T7" fmla="*/ 0 h 23"/>
                <a:gd name="T8" fmla="*/ 0 w 28"/>
                <a:gd name="T9" fmla="*/ 0 h 23"/>
                <a:gd name="T10" fmla="*/ 0 w 28"/>
                <a:gd name="T11" fmla="*/ 0 h 23"/>
                <a:gd name="T12" fmla="*/ 0 w 28"/>
                <a:gd name="T13" fmla="*/ 0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23">
                  <a:moveTo>
                    <a:pt x="11" y="6"/>
                  </a:moveTo>
                  <a:lnTo>
                    <a:pt x="0" y="18"/>
                  </a:lnTo>
                  <a:lnTo>
                    <a:pt x="11" y="23"/>
                  </a:lnTo>
                  <a:lnTo>
                    <a:pt x="28" y="23"/>
                  </a:lnTo>
                  <a:lnTo>
                    <a:pt x="23" y="6"/>
                  </a:lnTo>
                  <a:lnTo>
                    <a:pt x="17" y="0"/>
                  </a:lnTo>
                  <a:lnTo>
                    <a:pt x="11" y="6"/>
                  </a:lnTo>
                  <a:close/>
                </a:path>
              </a:pathLst>
            </a:custGeom>
            <a:solidFill>
              <a:srgbClr val="FFFFFF"/>
            </a:solidFill>
            <a:ln w="9525">
              <a:solidFill>
                <a:srgbClr val="000000"/>
              </a:solidFill>
              <a:round/>
              <a:headEnd/>
              <a:tailEnd/>
            </a:ln>
          </p:spPr>
          <p:txBody>
            <a:bodyPr/>
            <a:lstStyle/>
            <a:p>
              <a:endParaRPr lang="ko-KR" altLang="en-US"/>
            </a:p>
          </p:txBody>
        </p:sp>
        <p:sp>
          <p:nvSpPr>
            <p:cNvPr id="440444" name="Freeform 416">
              <a:extLst>
                <a:ext uri="{FF2B5EF4-FFF2-40B4-BE49-F238E27FC236}">
                  <a16:creationId xmlns:a16="http://schemas.microsoft.com/office/drawing/2014/main" id="{B0E924F4-D89E-1611-1415-DFC1D5D39A88}"/>
                </a:ext>
              </a:extLst>
            </p:cNvPr>
            <p:cNvSpPr>
              <a:spLocks/>
            </p:cNvSpPr>
            <p:nvPr/>
          </p:nvSpPr>
          <p:spPr bwMode="auto">
            <a:xfrm>
              <a:off x="2836" y="482"/>
              <a:ext cx="10" cy="10"/>
            </a:xfrm>
            <a:custGeom>
              <a:avLst/>
              <a:gdLst>
                <a:gd name="T0" fmla="*/ 0 w 123"/>
                <a:gd name="T1" fmla="*/ 0 h 127"/>
                <a:gd name="T2" fmla="*/ 0 w 123"/>
                <a:gd name="T3" fmla="*/ 0 h 127"/>
                <a:gd name="T4" fmla="*/ 0 w 123"/>
                <a:gd name="T5" fmla="*/ 0 h 127"/>
                <a:gd name="T6" fmla="*/ 0 w 123"/>
                <a:gd name="T7" fmla="*/ 0 h 127"/>
                <a:gd name="T8" fmla="*/ 0 w 123"/>
                <a:gd name="T9" fmla="*/ 0 h 127"/>
                <a:gd name="T10" fmla="*/ 0 w 123"/>
                <a:gd name="T11" fmla="*/ 0 h 127"/>
                <a:gd name="T12" fmla="*/ 0 w 123"/>
                <a:gd name="T13" fmla="*/ 0 h 127"/>
                <a:gd name="T14" fmla="*/ 0 w 123"/>
                <a:gd name="T15" fmla="*/ 0 h 127"/>
                <a:gd name="T16" fmla="*/ 0 w 123"/>
                <a:gd name="T17" fmla="*/ 0 h 127"/>
                <a:gd name="T18" fmla="*/ 0 w 123"/>
                <a:gd name="T19" fmla="*/ 0 h 127"/>
                <a:gd name="T20" fmla="*/ 0 w 123"/>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27">
                  <a:moveTo>
                    <a:pt x="53" y="0"/>
                  </a:moveTo>
                  <a:lnTo>
                    <a:pt x="12" y="35"/>
                  </a:lnTo>
                  <a:lnTo>
                    <a:pt x="0" y="80"/>
                  </a:lnTo>
                  <a:lnTo>
                    <a:pt x="12" y="104"/>
                  </a:lnTo>
                  <a:lnTo>
                    <a:pt x="30" y="98"/>
                  </a:lnTo>
                  <a:lnTo>
                    <a:pt x="82" y="127"/>
                  </a:lnTo>
                  <a:lnTo>
                    <a:pt x="88" y="122"/>
                  </a:lnTo>
                  <a:lnTo>
                    <a:pt x="123" y="80"/>
                  </a:lnTo>
                  <a:lnTo>
                    <a:pt x="111" y="23"/>
                  </a:lnTo>
                  <a:lnTo>
                    <a:pt x="70" y="11"/>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40445" name="Freeform 417">
              <a:extLst>
                <a:ext uri="{FF2B5EF4-FFF2-40B4-BE49-F238E27FC236}">
                  <a16:creationId xmlns:a16="http://schemas.microsoft.com/office/drawing/2014/main" id="{7900318A-F0F1-8DC0-6155-58BA8388C4ED}"/>
                </a:ext>
              </a:extLst>
            </p:cNvPr>
            <p:cNvSpPr>
              <a:spLocks/>
            </p:cNvSpPr>
            <p:nvPr/>
          </p:nvSpPr>
          <p:spPr bwMode="auto">
            <a:xfrm>
              <a:off x="2826" y="480"/>
              <a:ext cx="17" cy="25"/>
            </a:xfrm>
            <a:custGeom>
              <a:avLst/>
              <a:gdLst>
                <a:gd name="T0" fmla="*/ 0 w 233"/>
                <a:gd name="T1" fmla="*/ 0 h 308"/>
                <a:gd name="T2" fmla="*/ 0 w 233"/>
                <a:gd name="T3" fmla="*/ 0 h 308"/>
                <a:gd name="T4" fmla="*/ 0 w 233"/>
                <a:gd name="T5" fmla="*/ 0 h 308"/>
                <a:gd name="T6" fmla="*/ 0 w 233"/>
                <a:gd name="T7" fmla="*/ 0 h 308"/>
                <a:gd name="T8" fmla="*/ 0 w 233"/>
                <a:gd name="T9" fmla="*/ 0 h 308"/>
                <a:gd name="T10" fmla="*/ 0 w 233"/>
                <a:gd name="T11" fmla="*/ 0 h 308"/>
                <a:gd name="T12" fmla="*/ 0 w 233"/>
                <a:gd name="T13" fmla="*/ 0 h 308"/>
                <a:gd name="T14" fmla="*/ 0 w 233"/>
                <a:gd name="T15" fmla="*/ 0 h 308"/>
                <a:gd name="T16" fmla="*/ 0 w 233"/>
                <a:gd name="T17" fmla="*/ 0 h 308"/>
                <a:gd name="T18" fmla="*/ 0 w 233"/>
                <a:gd name="T19" fmla="*/ 0 h 308"/>
                <a:gd name="T20" fmla="*/ 0 w 233"/>
                <a:gd name="T21" fmla="*/ 0 h 308"/>
                <a:gd name="T22" fmla="*/ 0 w 233"/>
                <a:gd name="T23" fmla="*/ 0 h 308"/>
                <a:gd name="T24" fmla="*/ 0 w 233"/>
                <a:gd name="T25" fmla="*/ 0 h 308"/>
                <a:gd name="T26" fmla="*/ 0 w 233"/>
                <a:gd name="T27" fmla="*/ 0 h 308"/>
                <a:gd name="T28" fmla="*/ 0 w 233"/>
                <a:gd name="T29" fmla="*/ 0 h 308"/>
                <a:gd name="T30" fmla="*/ 0 w 233"/>
                <a:gd name="T31" fmla="*/ 0 h 308"/>
                <a:gd name="T32" fmla="*/ 0 w 233"/>
                <a:gd name="T33" fmla="*/ 0 h 308"/>
                <a:gd name="T34" fmla="*/ 0 w 233"/>
                <a:gd name="T35" fmla="*/ 0 h 308"/>
                <a:gd name="T36" fmla="*/ 0 w 233"/>
                <a:gd name="T37" fmla="*/ 0 h 308"/>
                <a:gd name="T38" fmla="*/ 0 w 233"/>
                <a:gd name="T39" fmla="*/ 0 h 308"/>
                <a:gd name="T40" fmla="*/ 0 w 233"/>
                <a:gd name="T41" fmla="*/ 0 h 308"/>
                <a:gd name="T42" fmla="*/ 0 w 233"/>
                <a:gd name="T43" fmla="*/ 0 h 308"/>
                <a:gd name="T44" fmla="*/ 0 w 233"/>
                <a:gd name="T45" fmla="*/ 0 h 308"/>
                <a:gd name="T46" fmla="*/ 0 w 233"/>
                <a:gd name="T47" fmla="*/ 0 h 308"/>
                <a:gd name="T48" fmla="*/ 0 w 233"/>
                <a:gd name="T49" fmla="*/ 0 h 308"/>
                <a:gd name="T50" fmla="*/ 0 w 233"/>
                <a:gd name="T51" fmla="*/ 0 h 308"/>
                <a:gd name="T52" fmla="*/ 0 w 233"/>
                <a:gd name="T53" fmla="*/ 0 h 30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33" h="308">
                  <a:moveTo>
                    <a:pt x="198" y="18"/>
                  </a:moveTo>
                  <a:lnTo>
                    <a:pt x="192" y="0"/>
                  </a:lnTo>
                  <a:lnTo>
                    <a:pt x="157" y="29"/>
                  </a:lnTo>
                  <a:lnTo>
                    <a:pt x="123" y="35"/>
                  </a:lnTo>
                  <a:lnTo>
                    <a:pt x="88" y="46"/>
                  </a:lnTo>
                  <a:lnTo>
                    <a:pt x="116" y="81"/>
                  </a:lnTo>
                  <a:lnTo>
                    <a:pt x="70" y="70"/>
                  </a:lnTo>
                  <a:lnTo>
                    <a:pt x="53" y="87"/>
                  </a:lnTo>
                  <a:lnTo>
                    <a:pt x="64" y="133"/>
                  </a:lnTo>
                  <a:lnTo>
                    <a:pt x="41" y="140"/>
                  </a:lnTo>
                  <a:lnTo>
                    <a:pt x="41" y="151"/>
                  </a:lnTo>
                  <a:lnTo>
                    <a:pt x="64" y="180"/>
                  </a:lnTo>
                  <a:lnTo>
                    <a:pt x="0" y="244"/>
                  </a:lnTo>
                  <a:lnTo>
                    <a:pt x="46" y="290"/>
                  </a:lnTo>
                  <a:lnTo>
                    <a:pt x="116" y="308"/>
                  </a:lnTo>
                  <a:lnTo>
                    <a:pt x="163" y="255"/>
                  </a:lnTo>
                  <a:lnTo>
                    <a:pt x="198" y="297"/>
                  </a:lnTo>
                  <a:lnTo>
                    <a:pt x="221" y="273"/>
                  </a:lnTo>
                  <a:lnTo>
                    <a:pt x="210" y="209"/>
                  </a:lnTo>
                  <a:lnTo>
                    <a:pt x="227" y="186"/>
                  </a:lnTo>
                  <a:lnTo>
                    <a:pt x="233" y="140"/>
                  </a:lnTo>
                  <a:lnTo>
                    <a:pt x="227" y="145"/>
                  </a:lnTo>
                  <a:lnTo>
                    <a:pt x="175" y="116"/>
                  </a:lnTo>
                  <a:lnTo>
                    <a:pt x="157" y="122"/>
                  </a:lnTo>
                  <a:lnTo>
                    <a:pt x="145" y="98"/>
                  </a:lnTo>
                  <a:lnTo>
                    <a:pt x="157" y="53"/>
                  </a:lnTo>
                  <a:lnTo>
                    <a:pt x="198" y="18"/>
                  </a:lnTo>
                  <a:close/>
                </a:path>
              </a:pathLst>
            </a:custGeom>
            <a:solidFill>
              <a:srgbClr val="FFFFFF"/>
            </a:solidFill>
            <a:ln w="9525">
              <a:solidFill>
                <a:srgbClr val="000000"/>
              </a:solidFill>
              <a:round/>
              <a:headEnd/>
              <a:tailEnd/>
            </a:ln>
          </p:spPr>
          <p:txBody>
            <a:bodyPr/>
            <a:lstStyle/>
            <a:p>
              <a:endParaRPr lang="ko-KR" altLang="en-US"/>
            </a:p>
          </p:txBody>
        </p:sp>
        <p:sp>
          <p:nvSpPr>
            <p:cNvPr id="440446" name="Freeform 418">
              <a:extLst>
                <a:ext uri="{FF2B5EF4-FFF2-40B4-BE49-F238E27FC236}">
                  <a16:creationId xmlns:a16="http://schemas.microsoft.com/office/drawing/2014/main" id="{17150FD0-2942-D102-B112-F42B80723FFD}"/>
                </a:ext>
              </a:extLst>
            </p:cNvPr>
            <p:cNvSpPr>
              <a:spLocks/>
            </p:cNvSpPr>
            <p:nvPr/>
          </p:nvSpPr>
          <p:spPr bwMode="auto">
            <a:xfrm>
              <a:off x="2846" y="495"/>
              <a:ext cx="9" cy="13"/>
            </a:xfrm>
            <a:custGeom>
              <a:avLst/>
              <a:gdLst>
                <a:gd name="T0" fmla="*/ 0 w 122"/>
                <a:gd name="T1" fmla="*/ 0 h 163"/>
                <a:gd name="T2" fmla="*/ 0 w 122"/>
                <a:gd name="T3" fmla="*/ 0 h 163"/>
                <a:gd name="T4" fmla="*/ 0 w 122"/>
                <a:gd name="T5" fmla="*/ 0 h 163"/>
                <a:gd name="T6" fmla="*/ 0 w 122"/>
                <a:gd name="T7" fmla="*/ 0 h 163"/>
                <a:gd name="T8" fmla="*/ 0 w 122"/>
                <a:gd name="T9" fmla="*/ 0 h 163"/>
                <a:gd name="T10" fmla="*/ 0 w 122"/>
                <a:gd name="T11" fmla="*/ 0 h 163"/>
                <a:gd name="T12" fmla="*/ 0 w 122"/>
                <a:gd name="T13" fmla="*/ 0 h 163"/>
                <a:gd name="T14" fmla="*/ 0 w 122"/>
                <a:gd name="T15" fmla="*/ 0 h 163"/>
                <a:gd name="T16" fmla="*/ 0 w 122"/>
                <a:gd name="T17" fmla="*/ 0 h 163"/>
                <a:gd name="T18" fmla="*/ 0 w 122"/>
                <a:gd name="T19" fmla="*/ 0 h 163"/>
                <a:gd name="T20" fmla="*/ 0 w 122"/>
                <a:gd name="T21" fmla="*/ 0 h 163"/>
                <a:gd name="T22" fmla="*/ 0 w 122"/>
                <a:gd name="T23" fmla="*/ 0 h 163"/>
                <a:gd name="T24" fmla="*/ 0 w 122"/>
                <a:gd name="T25" fmla="*/ 0 h 163"/>
                <a:gd name="T26" fmla="*/ 0 w 122"/>
                <a:gd name="T27" fmla="*/ 0 h 163"/>
                <a:gd name="T28" fmla="*/ 0 w 122"/>
                <a:gd name="T29" fmla="*/ 0 h 1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2" h="163">
                  <a:moveTo>
                    <a:pt x="98" y="6"/>
                  </a:moveTo>
                  <a:lnTo>
                    <a:pt x="122" y="46"/>
                  </a:lnTo>
                  <a:lnTo>
                    <a:pt x="98" y="52"/>
                  </a:lnTo>
                  <a:lnTo>
                    <a:pt x="110" y="76"/>
                  </a:lnTo>
                  <a:lnTo>
                    <a:pt x="93" y="111"/>
                  </a:lnTo>
                  <a:lnTo>
                    <a:pt x="98" y="122"/>
                  </a:lnTo>
                  <a:lnTo>
                    <a:pt x="63" y="163"/>
                  </a:lnTo>
                  <a:lnTo>
                    <a:pt x="0" y="146"/>
                  </a:lnTo>
                  <a:lnTo>
                    <a:pt x="6" y="104"/>
                  </a:lnTo>
                  <a:lnTo>
                    <a:pt x="35" y="99"/>
                  </a:lnTo>
                  <a:lnTo>
                    <a:pt x="40" y="34"/>
                  </a:lnTo>
                  <a:lnTo>
                    <a:pt x="35" y="6"/>
                  </a:lnTo>
                  <a:lnTo>
                    <a:pt x="46" y="0"/>
                  </a:lnTo>
                  <a:lnTo>
                    <a:pt x="70" y="12"/>
                  </a:lnTo>
                  <a:lnTo>
                    <a:pt x="98" y="6"/>
                  </a:lnTo>
                  <a:close/>
                </a:path>
              </a:pathLst>
            </a:custGeom>
            <a:solidFill>
              <a:srgbClr val="FFFFFF"/>
            </a:solidFill>
            <a:ln w="9525">
              <a:solidFill>
                <a:srgbClr val="000000"/>
              </a:solidFill>
              <a:round/>
              <a:headEnd/>
              <a:tailEnd/>
            </a:ln>
          </p:spPr>
          <p:txBody>
            <a:bodyPr/>
            <a:lstStyle/>
            <a:p>
              <a:endParaRPr lang="ko-KR" altLang="en-US"/>
            </a:p>
          </p:txBody>
        </p:sp>
        <p:sp>
          <p:nvSpPr>
            <p:cNvPr id="440447" name="Freeform 419">
              <a:extLst>
                <a:ext uri="{FF2B5EF4-FFF2-40B4-BE49-F238E27FC236}">
                  <a16:creationId xmlns:a16="http://schemas.microsoft.com/office/drawing/2014/main" id="{998FA38C-CD6B-B34E-0156-A141C751284B}"/>
                </a:ext>
              </a:extLst>
            </p:cNvPr>
            <p:cNvSpPr>
              <a:spLocks/>
            </p:cNvSpPr>
            <p:nvPr/>
          </p:nvSpPr>
          <p:spPr bwMode="auto">
            <a:xfrm>
              <a:off x="2843" y="482"/>
              <a:ext cx="27" cy="34"/>
            </a:xfrm>
            <a:custGeom>
              <a:avLst/>
              <a:gdLst>
                <a:gd name="T0" fmla="*/ 0 w 360"/>
                <a:gd name="T1" fmla="*/ 0 h 413"/>
                <a:gd name="T2" fmla="*/ 0 w 360"/>
                <a:gd name="T3" fmla="*/ 0 h 413"/>
                <a:gd name="T4" fmla="*/ 0 w 360"/>
                <a:gd name="T5" fmla="*/ 0 h 413"/>
                <a:gd name="T6" fmla="*/ 0 w 360"/>
                <a:gd name="T7" fmla="*/ 0 h 413"/>
                <a:gd name="T8" fmla="*/ 0 w 360"/>
                <a:gd name="T9" fmla="*/ 0 h 413"/>
                <a:gd name="T10" fmla="*/ 0 w 360"/>
                <a:gd name="T11" fmla="*/ 0 h 413"/>
                <a:gd name="T12" fmla="*/ 0 w 360"/>
                <a:gd name="T13" fmla="*/ 0 h 413"/>
                <a:gd name="T14" fmla="*/ 0 w 360"/>
                <a:gd name="T15" fmla="*/ 0 h 413"/>
                <a:gd name="T16" fmla="*/ 0 w 360"/>
                <a:gd name="T17" fmla="*/ 0 h 413"/>
                <a:gd name="T18" fmla="*/ 0 w 360"/>
                <a:gd name="T19" fmla="*/ 0 h 413"/>
                <a:gd name="T20" fmla="*/ 0 w 360"/>
                <a:gd name="T21" fmla="*/ 0 h 413"/>
                <a:gd name="T22" fmla="*/ 0 w 360"/>
                <a:gd name="T23" fmla="*/ 0 h 413"/>
                <a:gd name="T24" fmla="*/ 0 w 360"/>
                <a:gd name="T25" fmla="*/ 0 h 413"/>
                <a:gd name="T26" fmla="*/ 0 w 360"/>
                <a:gd name="T27" fmla="*/ 0 h 413"/>
                <a:gd name="T28" fmla="*/ 0 w 360"/>
                <a:gd name="T29" fmla="*/ 0 h 413"/>
                <a:gd name="T30" fmla="*/ 0 w 360"/>
                <a:gd name="T31" fmla="*/ 0 h 413"/>
                <a:gd name="T32" fmla="*/ 0 w 360"/>
                <a:gd name="T33" fmla="*/ 0 h 413"/>
                <a:gd name="T34" fmla="*/ 0 w 360"/>
                <a:gd name="T35" fmla="*/ 0 h 413"/>
                <a:gd name="T36" fmla="*/ 0 w 360"/>
                <a:gd name="T37" fmla="*/ 0 h 413"/>
                <a:gd name="T38" fmla="*/ 0 w 360"/>
                <a:gd name="T39" fmla="*/ 0 h 413"/>
                <a:gd name="T40" fmla="*/ 0 w 360"/>
                <a:gd name="T41" fmla="*/ 0 h 413"/>
                <a:gd name="T42" fmla="*/ 0 w 360"/>
                <a:gd name="T43" fmla="*/ 0 h 413"/>
                <a:gd name="T44" fmla="*/ 0 w 360"/>
                <a:gd name="T45" fmla="*/ 0 h 413"/>
                <a:gd name="T46" fmla="*/ 0 w 360"/>
                <a:gd name="T47" fmla="*/ 0 h 413"/>
                <a:gd name="T48" fmla="*/ 0 w 360"/>
                <a:gd name="T49" fmla="*/ 0 h 413"/>
                <a:gd name="T50" fmla="*/ 0 w 360"/>
                <a:gd name="T51" fmla="*/ 0 h 413"/>
                <a:gd name="T52" fmla="*/ 0 w 360"/>
                <a:gd name="T53" fmla="*/ 0 h 413"/>
                <a:gd name="T54" fmla="*/ 0 w 360"/>
                <a:gd name="T55" fmla="*/ 0 h 413"/>
                <a:gd name="T56" fmla="*/ 0 w 360"/>
                <a:gd name="T57" fmla="*/ 0 h 413"/>
                <a:gd name="T58" fmla="*/ 0 w 360"/>
                <a:gd name="T59" fmla="*/ 0 h 413"/>
                <a:gd name="T60" fmla="*/ 0 w 360"/>
                <a:gd name="T61" fmla="*/ 0 h 413"/>
                <a:gd name="T62" fmla="*/ 0 w 360"/>
                <a:gd name="T63" fmla="*/ 0 h 413"/>
                <a:gd name="T64" fmla="*/ 0 w 360"/>
                <a:gd name="T65" fmla="*/ 0 h 413"/>
                <a:gd name="T66" fmla="*/ 0 w 360"/>
                <a:gd name="T67" fmla="*/ 0 h 413"/>
                <a:gd name="T68" fmla="*/ 0 w 360"/>
                <a:gd name="T69" fmla="*/ 0 h 413"/>
                <a:gd name="T70" fmla="*/ 0 w 360"/>
                <a:gd name="T71" fmla="*/ 0 h 4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60" h="413">
                  <a:moveTo>
                    <a:pt x="128" y="116"/>
                  </a:moveTo>
                  <a:lnTo>
                    <a:pt x="157" y="104"/>
                  </a:lnTo>
                  <a:lnTo>
                    <a:pt x="163" y="69"/>
                  </a:lnTo>
                  <a:lnTo>
                    <a:pt x="203" y="29"/>
                  </a:lnTo>
                  <a:lnTo>
                    <a:pt x="208" y="6"/>
                  </a:lnTo>
                  <a:lnTo>
                    <a:pt x="215" y="0"/>
                  </a:lnTo>
                  <a:lnTo>
                    <a:pt x="226" y="24"/>
                  </a:lnTo>
                  <a:lnTo>
                    <a:pt x="215" y="69"/>
                  </a:lnTo>
                  <a:lnTo>
                    <a:pt x="243" y="69"/>
                  </a:lnTo>
                  <a:lnTo>
                    <a:pt x="267" y="93"/>
                  </a:lnTo>
                  <a:lnTo>
                    <a:pt x="261" y="139"/>
                  </a:lnTo>
                  <a:lnTo>
                    <a:pt x="278" y="191"/>
                  </a:lnTo>
                  <a:lnTo>
                    <a:pt x="313" y="198"/>
                  </a:lnTo>
                  <a:lnTo>
                    <a:pt x="360" y="256"/>
                  </a:lnTo>
                  <a:lnTo>
                    <a:pt x="348" y="296"/>
                  </a:lnTo>
                  <a:lnTo>
                    <a:pt x="296" y="325"/>
                  </a:lnTo>
                  <a:lnTo>
                    <a:pt x="337" y="366"/>
                  </a:lnTo>
                  <a:lnTo>
                    <a:pt x="313" y="383"/>
                  </a:lnTo>
                  <a:lnTo>
                    <a:pt x="267" y="390"/>
                  </a:lnTo>
                  <a:lnTo>
                    <a:pt x="250" y="383"/>
                  </a:lnTo>
                  <a:lnTo>
                    <a:pt x="232" y="395"/>
                  </a:lnTo>
                  <a:lnTo>
                    <a:pt x="163" y="401"/>
                  </a:lnTo>
                  <a:lnTo>
                    <a:pt x="133" y="383"/>
                  </a:lnTo>
                  <a:lnTo>
                    <a:pt x="58" y="413"/>
                  </a:lnTo>
                  <a:lnTo>
                    <a:pt x="6" y="395"/>
                  </a:lnTo>
                  <a:lnTo>
                    <a:pt x="0" y="383"/>
                  </a:lnTo>
                  <a:lnTo>
                    <a:pt x="29" y="378"/>
                  </a:lnTo>
                  <a:lnTo>
                    <a:pt x="53" y="337"/>
                  </a:lnTo>
                  <a:lnTo>
                    <a:pt x="98" y="320"/>
                  </a:lnTo>
                  <a:lnTo>
                    <a:pt x="128" y="279"/>
                  </a:lnTo>
                  <a:lnTo>
                    <a:pt x="128" y="268"/>
                  </a:lnTo>
                  <a:lnTo>
                    <a:pt x="145" y="233"/>
                  </a:lnTo>
                  <a:lnTo>
                    <a:pt x="140" y="203"/>
                  </a:lnTo>
                  <a:lnTo>
                    <a:pt x="157" y="198"/>
                  </a:lnTo>
                  <a:lnTo>
                    <a:pt x="133" y="163"/>
                  </a:lnTo>
                  <a:lnTo>
                    <a:pt x="128" y="116"/>
                  </a:lnTo>
                  <a:close/>
                </a:path>
              </a:pathLst>
            </a:custGeom>
            <a:solidFill>
              <a:srgbClr val="FFFFFF"/>
            </a:solidFill>
            <a:ln w="9525">
              <a:solidFill>
                <a:srgbClr val="000000"/>
              </a:solidFill>
              <a:round/>
              <a:headEnd/>
              <a:tailEnd/>
            </a:ln>
          </p:spPr>
          <p:txBody>
            <a:bodyPr/>
            <a:lstStyle/>
            <a:p>
              <a:endParaRPr lang="ko-KR" altLang="en-US"/>
            </a:p>
          </p:txBody>
        </p:sp>
        <p:sp>
          <p:nvSpPr>
            <p:cNvPr id="440448" name="Freeform 420">
              <a:extLst>
                <a:ext uri="{FF2B5EF4-FFF2-40B4-BE49-F238E27FC236}">
                  <a16:creationId xmlns:a16="http://schemas.microsoft.com/office/drawing/2014/main" id="{9F5456CE-7550-22FC-3A0F-0C9ED895A32A}"/>
                </a:ext>
              </a:extLst>
            </p:cNvPr>
            <p:cNvSpPr>
              <a:spLocks/>
            </p:cNvSpPr>
            <p:nvPr/>
          </p:nvSpPr>
          <p:spPr bwMode="auto">
            <a:xfrm>
              <a:off x="2844" y="460"/>
              <a:ext cx="15" cy="32"/>
            </a:xfrm>
            <a:custGeom>
              <a:avLst/>
              <a:gdLst>
                <a:gd name="T0" fmla="*/ 0 w 197"/>
                <a:gd name="T1" fmla="*/ 0 h 401"/>
                <a:gd name="T2" fmla="*/ 0 w 197"/>
                <a:gd name="T3" fmla="*/ 0 h 401"/>
                <a:gd name="T4" fmla="*/ 0 w 197"/>
                <a:gd name="T5" fmla="*/ 0 h 401"/>
                <a:gd name="T6" fmla="*/ 0 w 197"/>
                <a:gd name="T7" fmla="*/ 0 h 401"/>
                <a:gd name="T8" fmla="*/ 0 w 197"/>
                <a:gd name="T9" fmla="*/ 0 h 401"/>
                <a:gd name="T10" fmla="*/ 0 w 197"/>
                <a:gd name="T11" fmla="*/ 0 h 401"/>
                <a:gd name="T12" fmla="*/ 0 w 197"/>
                <a:gd name="T13" fmla="*/ 0 h 401"/>
                <a:gd name="T14" fmla="*/ 0 w 197"/>
                <a:gd name="T15" fmla="*/ 0 h 401"/>
                <a:gd name="T16" fmla="*/ 0 w 197"/>
                <a:gd name="T17" fmla="*/ 0 h 401"/>
                <a:gd name="T18" fmla="*/ 0 w 197"/>
                <a:gd name="T19" fmla="*/ 0 h 401"/>
                <a:gd name="T20" fmla="*/ 0 w 197"/>
                <a:gd name="T21" fmla="*/ 0 h 401"/>
                <a:gd name="T22" fmla="*/ 0 w 197"/>
                <a:gd name="T23" fmla="*/ 0 h 401"/>
                <a:gd name="T24" fmla="*/ 0 w 197"/>
                <a:gd name="T25" fmla="*/ 0 h 401"/>
                <a:gd name="T26" fmla="*/ 0 w 197"/>
                <a:gd name="T27" fmla="*/ 0 h 401"/>
                <a:gd name="T28" fmla="*/ 0 w 197"/>
                <a:gd name="T29" fmla="*/ 0 h 401"/>
                <a:gd name="T30" fmla="*/ 0 w 197"/>
                <a:gd name="T31" fmla="*/ 0 h 401"/>
                <a:gd name="T32" fmla="*/ 0 w 197"/>
                <a:gd name="T33" fmla="*/ 0 h 401"/>
                <a:gd name="T34" fmla="*/ 0 w 197"/>
                <a:gd name="T35" fmla="*/ 0 h 401"/>
                <a:gd name="T36" fmla="*/ 0 w 197"/>
                <a:gd name="T37" fmla="*/ 0 h 401"/>
                <a:gd name="T38" fmla="*/ 0 w 197"/>
                <a:gd name="T39" fmla="*/ 0 h 401"/>
                <a:gd name="T40" fmla="*/ 0 w 197"/>
                <a:gd name="T41" fmla="*/ 0 h 401"/>
                <a:gd name="T42" fmla="*/ 0 w 197"/>
                <a:gd name="T43" fmla="*/ 0 h 401"/>
                <a:gd name="T44" fmla="*/ 0 w 197"/>
                <a:gd name="T45" fmla="*/ 0 h 401"/>
                <a:gd name="T46" fmla="*/ 0 w 197"/>
                <a:gd name="T47" fmla="*/ 0 h 401"/>
                <a:gd name="T48" fmla="*/ 0 w 197"/>
                <a:gd name="T49" fmla="*/ 0 h 401"/>
                <a:gd name="T50" fmla="*/ 0 w 197"/>
                <a:gd name="T51" fmla="*/ 0 h 401"/>
                <a:gd name="T52" fmla="*/ 0 w 197"/>
                <a:gd name="T53" fmla="*/ 0 h 401"/>
                <a:gd name="T54" fmla="*/ 0 w 197"/>
                <a:gd name="T55" fmla="*/ 0 h 401"/>
                <a:gd name="T56" fmla="*/ 0 w 197"/>
                <a:gd name="T57" fmla="*/ 0 h 401"/>
                <a:gd name="T58" fmla="*/ 0 w 197"/>
                <a:gd name="T59" fmla="*/ 0 h 401"/>
                <a:gd name="T60" fmla="*/ 0 w 197"/>
                <a:gd name="T61" fmla="*/ 0 h 401"/>
                <a:gd name="T62" fmla="*/ 0 w 197"/>
                <a:gd name="T63" fmla="*/ 0 h 40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7" h="401">
                  <a:moveTo>
                    <a:pt x="115" y="401"/>
                  </a:moveTo>
                  <a:lnTo>
                    <a:pt x="98" y="354"/>
                  </a:lnTo>
                  <a:lnTo>
                    <a:pt x="104" y="314"/>
                  </a:lnTo>
                  <a:lnTo>
                    <a:pt x="69" y="337"/>
                  </a:lnTo>
                  <a:lnTo>
                    <a:pt x="40" y="309"/>
                  </a:lnTo>
                  <a:lnTo>
                    <a:pt x="35" y="250"/>
                  </a:lnTo>
                  <a:lnTo>
                    <a:pt x="17" y="204"/>
                  </a:lnTo>
                  <a:lnTo>
                    <a:pt x="0" y="209"/>
                  </a:lnTo>
                  <a:lnTo>
                    <a:pt x="0" y="175"/>
                  </a:lnTo>
                  <a:lnTo>
                    <a:pt x="23" y="140"/>
                  </a:lnTo>
                  <a:lnTo>
                    <a:pt x="17" y="122"/>
                  </a:lnTo>
                  <a:lnTo>
                    <a:pt x="23" y="75"/>
                  </a:lnTo>
                  <a:lnTo>
                    <a:pt x="40" y="65"/>
                  </a:lnTo>
                  <a:lnTo>
                    <a:pt x="28" y="47"/>
                  </a:lnTo>
                  <a:lnTo>
                    <a:pt x="40" y="6"/>
                  </a:lnTo>
                  <a:lnTo>
                    <a:pt x="45" y="0"/>
                  </a:lnTo>
                  <a:lnTo>
                    <a:pt x="127" y="18"/>
                  </a:lnTo>
                  <a:lnTo>
                    <a:pt x="127" y="41"/>
                  </a:lnTo>
                  <a:lnTo>
                    <a:pt x="98" y="47"/>
                  </a:lnTo>
                  <a:lnTo>
                    <a:pt x="87" y="87"/>
                  </a:lnTo>
                  <a:lnTo>
                    <a:pt x="110" y="82"/>
                  </a:lnTo>
                  <a:lnTo>
                    <a:pt x="115" y="99"/>
                  </a:lnTo>
                  <a:lnTo>
                    <a:pt x="145" y="99"/>
                  </a:lnTo>
                  <a:lnTo>
                    <a:pt x="173" y="128"/>
                  </a:lnTo>
                  <a:lnTo>
                    <a:pt x="127" y="232"/>
                  </a:lnTo>
                  <a:lnTo>
                    <a:pt x="179" y="244"/>
                  </a:lnTo>
                  <a:lnTo>
                    <a:pt x="197" y="285"/>
                  </a:lnTo>
                  <a:lnTo>
                    <a:pt x="190" y="291"/>
                  </a:lnTo>
                  <a:lnTo>
                    <a:pt x="185" y="314"/>
                  </a:lnTo>
                  <a:lnTo>
                    <a:pt x="145" y="354"/>
                  </a:lnTo>
                  <a:lnTo>
                    <a:pt x="139" y="389"/>
                  </a:lnTo>
                  <a:lnTo>
                    <a:pt x="115" y="401"/>
                  </a:lnTo>
                  <a:close/>
                </a:path>
              </a:pathLst>
            </a:custGeom>
            <a:solidFill>
              <a:srgbClr val="FFFFFF"/>
            </a:solidFill>
            <a:ln w="9525">
              <a:solidFill>
                <a:srgbClr val="000000"/>
              </a:solidFill>
              <a:round/>
              <a:headEnd/>
              <a:tailEnd/>
            </a:ln>
          </p:spPr>
          <p:txBody>
            <a:bodyPr/>
            <a:lstStyle/>
            <a:p>
              <a:endParaRPr lang="ko-KR" altLang="en-US"/>
            </a:p>
          </p:txBody>
        </p:sp>
        <p:sp>
          <p:nvSpPr>
            <p:cNvPr id="440449" name="Freeform 421">
              <a:extLst>
                <a:ext uri="{FF2B5EF4-FFF2-40B4-BE49-F238E27FC236}">
                  <a16:creationId xmlns:a16="http://schemas.microsoft.com/office/drawing/2014/main" id="{61BE7ADD-E07F-F852-DEA0-3A4C73747CC5}"/>
                </a:ext>
              </a:extLst>
            </p:cNvPr>
            <p:cNvSpPr>
              <a:spLocks/>
            </p:cNvSpPr>
            <p:nvPr/>
          </p:nvSpPr>
          <p:spPr bwMode="auto">
            <a:xfrm>
              <a:off x="3166" y="497"/>
              <a:ext cx="245" cy="212"/>
            </a:xfrm>
            <a:custGeom>
              <a:avLst/>
              <a:gdLst>
                <a:gd name="T0" fmla="*/ 0 w 3231"/>
                <a:gd name="T1" fmla="*/ 0 h 2637"/>
                <a:gd name="T2" fmla="*/ 0 w 3231"/>
                <a:gd name="T3" fmla="*/ 0 h 2637"/>
                <a:gd name="T4" fmla="*/ 0 w 3231"/>
                <a:gd name="T5" fmla="*/ 0 h 2637"/>
                <a:gd name="T6" fmla="*/ 0 w 3231"/>
                <a:gd name="T7" fmla="*/ 0 h 2637"/>
                <a:gd name="T8" fmla="*/ 0 w 3231"/>
                <a:gd name="T9" fmla="*/ 0 h 2637"/>
                <a:gd name="T10" fmla="*/ 0 w 3231"/>
                <a:gd name="T11" fmla="*/ 0 h 2637"/>
                <a:gd name="T12" fmla="*/ 0 w 3231"/>
                <a:gd name="T13" fmla="*/ 0 h 2637"/>
                <a:gd name="T14" fmla="*/ 0 w 3231"/>
                <a:gd name="T15" fmla="*/ 0 h 2637"/>
                <a:gd name="T16" fmla="*/ 0 w 3231"/>
                <a:gd name="T17" fmla="*/ 0 h 2637"/>
                <a:gd name="T18" fmla="*/ 0 w 3231"/>
                <a:gd name="T19" fmla="*/ 0 h 2637"/>
                <a:gd name="T20" fmla="*/ 0 w 3231"/>
                <a:gd name="T21" fmla="*/ 0 h 2637"/>
                <a:gd name="T22" fmla="*/ 0 w 3231"/>
                <a:gd name="T23" fmla="*/ 0 h 2637"/>
                <a:gd name="T24" fmla="*/ 0 w 3231"/>
                <a:gd name="T25" fmla="*/ 0 h 2637"/>
                <a:gd name="T26" fmla="*/ 0 w 3231"/>
                <a:gd name="T27" fmla="*/ 0 h 2637"/>
                <a:gd name="T28" fmla="*/ 0 w 3231"/>
                <a:gd name="T29" fmla="*/ 0 h 2637"/>
                <a:gd name="T30" fmla="*/ 0 w 3231"/>
                <a:gd name="T31" fmla="*/ 0 h 2637"/>
                <a:gd name="T32" fmla="*/ 0 w 3231"/>
                <a:gd name="T33" fmla="*/ 0 h 2637"/>
                <a:gd name="T34" fmla="*/ 0 w 3231"/>
                <a:gd name="T35" fmla="*/ 0 h 2637"/>
                <a:gd name="T36" fmla="*/ 0 w 3231"/>
                <a:gd name="T37" fmla="*/ 0 h 2637"/>
                <a:gd name="T38" fmla="*/ 0 w 3231"/>
                <a:gd name="T39" fmla="*/ 0 h 2637"/>
                <a:gd name="T40" fmla="*/ 0 w 3231"/>
                <a:gd name="T41" fmla="*/ 0 h 2637"/>
                <a:gd name="T42" fmla="*/ 0 w 3231"/>
                <a:gd name="T43" fmla="*/ 0 h 2637"/>
                <a:gd name="T44" fmla="*/ 0 w 3231"/>
                <a:gd name="T45" fmla="*/ 0 h 2637"/>
                <a:gd name="T46" fmla="*/ 0 w 3231"/>
                <a:gd name="T47" fmla="*/ 0 h 2637"/>
                <a:gd name="T48" fmla="*/ 0 w 3231"/>
                <a:gd name="T49" fmla="*/ 0 h 2637"/>
                <a:gd name="T50" fmla="*/ 0 w 3231"/>
                <a:gd name="T51" fmla="*/ 0 h 2637"/>
                <a:gd name="T52" fmla="*/ 0 w 3231"/>
                <a:gd name="T53" fmla="*/ 0 h 2637"/>
                <a:gd name="T54" fmla="*/ 0 w 3231"/>
                <a:gd name="T55" fmla="*/ 0 h 2637"/>
                <a:gd name="T56" fmla="*/ 0 w 3231"/>
                <a:gd name="T57" fmla="*/ 0 h 2637"/>
                <a:gd name="T58" fmla="*/ 0 w 3231"/>
                <a:gd name="T59" fmla="*/ 0 h 2637"/>
                <a:gd name="T60" fmla="*/ 0 w 3231"/>
                <a:gd name="T61" fmla="*/ 0 h 2637"/>
                <a:gd name="T62" fmla="*/ 0 w 3231"/>
                <a:gd name="T63" fmla="*/ 0 h 2637"/>
                <a:gd name="T64" fmla="*/ 0 w 3231"/>
                <a:gd name="T65" fmla="*/ 0 h 2637"/>
                <a:gd name="T66" fmla="*/ 0 w 3231"/>
                <a:gd name="T67" fmla="*/ 0 h 2637"/>
                <a:gd name="T68" fmla="*/ 0 w 3231"/>
                <a:gd name="T69" fmla="*/ 0 h 2637"/>
                <a:gd name="T70" fmla="*/ 0 w 3231"/>
                <a:gd name="T71" fmla="*/ 0 h 2637"/>
                <a:gd name="T72" fmla="*/ 0 w 3231"/>
                <a:gd name="T73" fmla="*/ 0 h 2637"/>
                <a:gd name="T74" fmla="*/ 0 w 3231"/>
                <a:gd name="T75" fmla="*/ 0 h 2637"/>
                <a:gd name="T76" fmla="*/ 0 w 3231"/>
                <a:gd name="T77" fmla="*/ 0 h 2637"/>
                <a:gd name="T78" fmla="*/ 0 w 3231"/>
                <a:gd name="T79" fmla="*/ 0 h 2637"/>
                <a:gd name="T80" fmla="*/ 0 w 3231"/>
                <a:gd name="T81" fmla="*/ 0 h 2637"/>
                <a:gd name="T82" fmla="*/ 0 w 3231"/>
                <a:gd name="T83" fmla="*/ 0 h 26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31" h="2637">
                  <a:moveTo>
                    <a:pt x="81" y="1458"/>
                  </a:moveTo>
                  <a:lnTo>
                    <a:pt x="133" y="1580"/>
                  </a:lnTo>
                  <a:lnTo>
                    <a:pt x="256" y="1598"/>
                  </a:lnTo>
                  <a:lnTo>
                    <a:pt x="337" y="1545"/>
                  </a:lnTo>
                  <a:lnTo>
                    <a:pt x="337" y="1638"/>
                  </a:lnTo>
                  <a:lnTo>
                    <a:pt x="273" y="1767"/>
                  </a:lnTo>
                  <a:lnTo>
                    <a:pt x="261" y="1807"/>
                  </a:lnTo>
                  <a:lnTo>
                    <a:pt x="302" y="1911"/>
                  </a:lnTo>
                  <a:lnTo>
                    <a:pt x="343" y="1946"/>
                  </a:lnTo>
                  <a:lnTo>
                    <a:pt x="400" y="1958"/>
                  </a:lnTo>
                  <a:lnTo>
                    <a:pt x="540" y="2011"/>
                  </a:lnTo>
                  <a:lnTo>
                    <a:pt x="651" y="2103"/>
                  </a:lnTo>
                  <a:lnTo>
                    <a:pt x="767" y="2080"/>
                  </a:lnTo>
                  <a:lnTo>
                    <a:pt x="791" y="2150"/>
                  </a:lnTo>
                  <a:lnTo>
                    <a:pt x="901" y="2150"/>
                  </a:lnTo>
                  <a:lnTo>
                    <a:pt x="1017" y="2150"/>
                  </a:lnTo>
                  <a:lnTo>
                    <a:pt x="1133" y="2126"/>
                  </a:lnTo>
                  <a:lnTo>
                    <a:pt x="1220" y="2056"/>
                  </a:lnTo>
                  <a:lnTo>
                    <a:pt x="1307" y="2056"/>
                  </a:lnTo>
                  <a:lnTo>
                    <a:pt x="1307" y="2103"/>
                  </a:lnTo>
                  <a:lnTo>
                    <a:pt x="1471" y="2150"/>
                  </a:lnTo>
                  <a:lnTo>
                    <a:pt x="1517" y="2260"/>
                  </a:lnTo>
                  <a:lnTo>
                    <a:pt x="1517" y="2341"/>
                  </a:lnTo>
                  <a:lnTo>
                    <a:pt x="1581" y="2405"/>
                  </a:lnTo>
                  <a:lnTo>
                    <a:pt x="1668" y="2422"/>
                  </a:lnTo>
                  <a:lnTo>
                    <a:pt x="1691" y="2527"/>
                  </a:lnTo>
                  <a:lnTo>
                    <a:pt x="1743" y="2544"/>
                  </a:lnTo>
                  <a:lnTo>
                    <a:pt x="1865" y="2475"/>
                  </a:lnTo>
                  <a:lnTo>
                    <a:pt x="1935" y="2480"/>
                  </a:lnTo>
                  <a:lnTo>
                    <a:pt x="1941" y="2527"/>
                  </a:lnTo>
                  <a:lnTo>
                    <a:pt x="1988" y="2567"/>
                  </a:lnTo>
                  <a:lnTo>
                    <a:pt x="2075" y="2550"/>
                  </a:lnTo>
                  <a:lnTo>
                    <a:pt x="2104" y="2637"/>
                  </a:lnTo>
                  <a:lnTo>
                    <a:pt x="2167" y="2637"/>
                  </a:lnTo>
                  <a:lnTo>
                    <a:pt x="2167" y="2567"/>
                  </a:lnTo>
                  <a:lnTo>
                    <a:pt x="2279" y="2550"/>
                  </a:lnTo>
                  <a:lnTo>
                    <a:pt x="2324" y="2480"/>
                  </a:lnTo>
                  <a:lnTo>
                    <a:pt x="2394" y="2504"/>
                  </a:lnTo>
                  <a:lnTo>
                    <a:pt x="2505" y="2434"/>
                  </a:lnTo>
                  <a:lnTo>
                    <a:pt x="2638" y="2283"/>
                  </a:lnTo>
                  <a:lnTo>
                    <a:pt x="2638" y="2236"/>
                  </a:lnTo>
                  <a:lnTo>
                    <a:pt x="2685" y="2213"/>
                  </a:lnTo>
                  <a:lnTo>
                    <a:pt x="2715" y="2126"/>
                  </a:lnTo>
                  <a:lnTo>
                    <a:pt x="2755" y="2011"/>
                  </a:lnTo>
                  <a:lnTo>
                    <a:pt x="2755" y="1987"/>
                  </a:lnTo>
                  <a:lnTo>
                    <a:pt x="2685" y="2011"/>
                  </a:lnTo>
                  <a:lnTo>
                    <a:pt x="2638" y="1946"/>
                  </a:lnTo>
                  <a:lnTo>
                    <a:pt x="2668" y="1899"/>
                  </a:lnTo>
                  <a:lnTo>
                    <a:pt x="2621" y="1830"/>
                  </a:lnTo>
                  <a:lnTo>
                    <a:pt x="2715" y="1830"/>
                  </a:lnTo>
                  <a:lnTo>
                    <a:pt x="2685" y="1767"/>
                  </a:lnTo>
                  <a:lnTo>
                    <a:pt x="2621" y="1650"/>
                  </a:lnTo>
                  <a:lnTo>
                    <a:pt x="2551" y="1603"/>
                  </a:lnTo>
                  <a:lnTo>
                    <a:pt x="2551" y="1563"/>
                  </a:lnTo>
                  <a:lnTo>
                    <a:pt x="2668" y="1446"/>
                  </a:lnTo>
                  <a:lnTo>
                    <a:pt x="2598" y="1401"/>
                  </a:lnTo>
                  <a:lnTo>
                    <a:pt x="2575" y="1383"/>
                  </a:lnTo>
                  <a:lnTo>
                    <a:pt x="2528" y="1446"/>
                  </a:lnTo>
                  <a:lnTo>
                    <a:pt x="2464" y="1401"/>
                  </a:lnTo>
                  <a:lnTo>
                    <a:pt x="2418" y="1359"/>
                  </a:lnTo>
                  <a:lnTo>
                    <a:pt x="2418" y="1289"/>
                  </a:lnTo>
                  <a:lnTo>
                    <a:pt x="2528" y="1226"/>
                  </a:lnTo>
                  <a:lnTo>
                    <a:pt x="2598" y="1132"/>
                  </a:lnTo>
                  <a:lnTo>
                    <a:pt x="2621" y="1156"/>
                  </a:lnTo>
                  <a:lnTo>
                    <a:pt x="2621" y="1226"/>
                  </a:lnTo>
                  <a:lnTo>
                    <a:pt x="2621" y="1266"/>
                  </a:lnTo>
                  <a:lnTo>
                    <a:pt x="2715" y="1226"/>
                  </a:lnTo>
                  <a:lnTo>
                    <a:pt x="2778" y="1202"/>
                  </a:lnTo>
                  <a:lnTo>
                    <a:pt x="2848" y="1110"/>
                  </a:lnTo>
                  <a:lnTo>
                    <a:pt x="2889" y="1063"/>
                  </a:lnTo>
                  <a:lnTo>
                    <a:pt x="2959" y="1017"/>
                  </a:lnTo>
                  <a:lnTo>
                    <a:pt x="2982" y="953"/>
                  </a:lnTo>
                  <a:lnTo>
                    <a:pt x="3045" y="883"/>
                  </a:lnTo>
                  <a:lnTo>
                    <a:pt x="3045" y="836"/>
                  </a:lnTo>
                  <a:lnTo>
                    <a:pt x="3069" y="796"/>
                  </a:lnTo>
                  <a:lnTo>
                    <a:pt x="3092" y="703"/>
                  </a:lnTo>
                  <a:lnTo>
                    <a:pt x="3161" y="726"/>
                  </a:lnTo>
                  <a:lnTo>
                    <a:pt x="3231" y="546"/>
                  </a:lnTo>
                  <a:lnTo>
                    <a:pt x="3184" y="436"/>
                  </a:lnTo>
                  <a:lnTo>
                    <a:pt x="3080" y="494"/>
                  </a:lnTo>
                  <a:lnTo>
                    <a:pt x="2959" y="454"/>
                  </a:lnTo>
                  <a:lnTo>
                    <a:pt x="2959" y="407"/>
                  </a:lnTo>
                  <a:lnTo>
                    <a:pt x="2889" y="360"/>
                  </a:lnTo>
                  <a:lnTo>
                    <a:pt x="2778" y="360"/>
                  </a:lnTo>
                  <a:lnTo>
                    <a:pt x="2638" y="203"/>
                  </a:lnTo>
                  <a:lnTo>
                    <a:pt x="2621" y="70"/>
                  </a:lnTo>
                  <a:lnTo>
                    <a:pt x="2528" y="0"/>
                  </a:lnTo>
                  <a:lnTo>
                    <a:pt x="2279" y="93"/>
                  </a:lnTo>
                  <a:lnTo>
                    <a:pt x="2348" y="116"/>
                  </a:lnTo>
                  <a:lnTo>
                    <a:pt x="2324" y="163"/>
                  </a:lnTo>
                  <a:lnTo>
                    <a:pt x="2324" y="320"/>
                  </a:lnTo>
                  <a:lnTo>
                    <a:pt x="2214" y="389"/>
                  </a:lnTo>
                  <a:lnTo>
                    <a:pt x="2167" y="436"/>
                  </a:lnTo>
                  <a:lnTo>
                    <a:pt x="2167" y="546"/>
                  </a:lnTo>
                  <a:lnTo>
                    <a:pt x="2279" y="546"/>
                  </a:lnTo>
                  <a:lnTo>
                    <a:pt x="2324" y="523"/>
                  </a:lnTo>
                  <a:lnTo>
                    <a:pt x="2371" y="593"/>
                  </a:lnTo>
                  <a:lnTo>
                    <a:pt x="2371" y="639"/>
                  </a:lnTo>
                  <a:lnTo>
                    <a:pt x="2371" y="680"/>
                  </a:lnTo>
                  <a:lnTo>
                    <a:pt x="2301" y="680"/>
                  </a:lnTo>
                  <a:lnTo>
                    <a:pt x="2167" y="813"/>
                  </a:lnTo>
                  <a:lnTo>
                    <a:pt x="2010" y="860"/>
                  </a:lnTo>
                  <a:lnTo>
                    <a:pt x="2010" y="953"/>
                  </a:lnTo>
                  <a:lnTo>
                    <a:pt x="1900" y="1045"/>
                  </a:lnTo>
                  <a:lnTo>
                    <a:pt x="1674" y="1110"/>
                  </a:lnTo>
                  <a:lnTo>
                    <a:pt x="1627" y="1132"/>
                  </a:lnTo>
                  <a:lnTo>
                    <a:pt x="1424" y="1063"/>
                  </a:lnTo>
                  <a:lnTo>
                    <a:pt x="1377" y="1045"/>
                  </a:lnTo>
                  <a:lnTo>
                    <a:pt x="1220" y="1045"/>
                  </a:lnTo>
                  <a:lnTo>
                    <a:pt x="1063" y="906"/>
                  </a:lnTo>
                  <a:lnTo>
                    <a:pt x="948" y="906"/>
                  </a:lnTo>
                  <a:lnTo>
                    <a:pt x="836" y="860"/>
                  </a:lnTo>
                  <a:lnTo>
                    <a:pt x="836" y="726"/>
                  </a:lnTo>
                  <a:lnTo>
                    <a:pt x="791" y="656"/>
                  </a:lnTo>
                  <a:lnTo>
                    <a:pt x="680" y="639"/>
                  </a:lnTo>
                  <a:lnTo>
                    <a:pt x="634" y="593"/>
                  </a:lnTo>
                  <a:lnTo>
                    <a:pt x="587" y="680"/>
                  </a:lnTo>
                  <a:lnTo>
                    <a:pt x="447" y="726"/>
                  </a:lnTo>
                  <a:lnTo>
                    <a:pt x="383" y="813"/>
                  </a:lnTo>
                  <a:lnTo>
                    <a:pt x="430" y="883"/>
                  </a:lnTo>
                  <a:lnTo>
                    <a:pt x="290" y="906"/>
                  </a:lnTo>
                  <a:lnTo>
                    <a:pt x="360" y="1000"/>
                  </a:lnTo>
                  <a:lnTo>
                    <a:pt x="360" y="1063"/>
                  </a:lnTo>
                  <a:lnTo>
                    <a:pt x="273" y="1156"/>
                  </a:lnTo>
                  <a:lnTo>
                    <a:pt x="203" y="1226"/>
                  </a:lnTo>
                  <a:lnTo>
                    <a:pt x="116" y="1226"/>
                  </a:lnTo>
                  <a:lnTo>
                    <a:pt x="0" y="1313"/>
                  </a:lnTo>
                  <a:lnTo>
                    <a:pt x="81" y="1458"/>
                  </a:lnTo>
                  <a:close/>
                </a:path>
              </a:pathLst>
            </a:custGeom>
            <a:solidFill>
              <a:srgbClr val="FFFFFF"/>
            </a:solidFill>
            <a:ln w="9525">
              <a:solidFill>
                <a:srgbClr val="000000"/>
              </a:solidFill>
              <a:round/>
              <a:headEnd/>
              <a:tailEnd/>
            </a:ln>
          </p:spPr>
          <p:txBody>
            <a:bodyPr/>
            <a:lstStyle/>
            <a:p>
              <a:endParaRPr lang="ko-KR" altLang="en-US"/>
            </a:p>
          </p:txBody>
        </p:sp>
        <p:sp>
          <p:nvSpPr>
            <p:cNvPr id="440450" name="Freeform 422">
              <a:extLst>
                <a:ext uri="{FF2B5EF4-FFF2-40B4-BE49-F238E27FC236}">
                  <a16:creationId xmlns:a16="http://schemas.microsoft.com/office/drawing/2014/main" id="{55DF94AD-3C34-5CE3-4025-F7C386C056DC}"/>
                </a:ext>
              </a:extLst>
            </p:cNvPr>
            <p:cNvSpPr>
              <a:spLocks/>
            </p:cNvSpPr>
            <p:nvPr/>
          </p:nvSpPr>
          <p:spPr bwMode="auto">
            <a:xfrm>
              <a:off x="3214" y="521"/>
              <a:ext cx="132" cy="67"/>
            </a:xfrm>
            <a:custGeom>
              <a:avLst/>
              <a:gdLst>
                <a:gd name="T0" fmla="*/ 0 w 1744"/>
                <a:gd name="T1" fmla="*/ 0 h 835"/>
                <a:gd name="T2" fmla="*/ 0 w 1744"/>
                <a:gd name="T3" fmla="*/ 0 h 835"/>
                <a:gd name="T4" fmla="*/ 0 w 1744"/>
                <a:gd name="T5" fmla="*/ 0 h 835"/>
                <a:gd name="T6" fmla="*/ 0 w 1744"/>
                <a:gd name="T7" fmla="*/ 0 h 835"/>
                <a:gd name="T8" fmla="*/ 0 w 1744"/>
                <a:gd name="T9" fmla="*/ 0 h 835"/>
                <a:gd name="T10" fmla="*/ 0 w 1744"/>
                <a:gd name="T11" fmla="*/ 0 h 835"/>
                <a:gd name="T12" fmla="*/ 0 w 1744"/>
                <a:gd name="T13" fmla="*/ 0 h 835"/>
                <a:gd name="T14" fmla="*/ 0 w 1744"/>
                <a:gd name="T15" fmla="*/ 0 h 835"/>
                <a:gd name="T16" fmla="*/ 0 w 1744"/>
                <a:gd name="T17" fmla="*/ 0 h 835"/>
                <a:gd name="T18" fmla="*/ 0 w 1744"/>
                <a:gd name="T19" fmla="*/ 0 h 835"/>
                <a:gd name="T20" fmla="*/ 0 w 1744"/>
                <a:gd name="T21" fmla="*/ 0 h 835"/>
                <a:gd name="T22" fmla="*/ 0 w 1744"/>
                <a:gd name="T23" fmla="*/ 0 h 835"/>
                <a:gd name="T24" fmla="*/ 0 w 1744"/>
                <a:gd name="T25" fmla="*/ 0 h 835"/>
                <a:gd name="T26" fmla="*/ 0 w 1744"/>
                <a:gd name="T27" fmla="*/ 0 h 835"/>
                <a:gd name="T28" fmla="*/ 0 w 1744"/>
                <a:gd name="T29" fmla="*/ 0 h 835"/>
                <a:gd name="T30" fmla="*/ 0 w 1744"/>
                <a:gd name="T31" fmla="*/ 0 h 835"/>
                <a:gd name="T32" fmla="*/ 0 w 1744"/>
                <a:gd name="T33" fmla="*/ 0 h 835"/>
                <a:gd name="T34" fmla="*/ 0 w 1744"/>
                <a:gd name="T35" fmla="*/ 0 h 835"/>
                <a:gd name="T36" fmla="*/ 0 w 1744"/>
                <a:gd name="T37" fmla="*/ 0 h 835"/>
                <a:gd name="T38" fmla="*/ 0 w 1744"/>
                <a:gd name="T39" fmla="*/ 0 h 835"/>
                <a:gd name="T40" fmla="*/ 0 w 1744"/>
                <a:gd name="T41" fmla="*/ 0 h 835"/>
                <a:gd name="T42" fmla="*/ 0 w 1744"/>
                <a:gd name="T43" fmla="*/ 0 h 835"/>
                <a:gd name="T44" fmla="*/ 0 w 1744"/>
                <a:gd name="T45" fmla="*/ 0 h 835"/>
                <a:gd name="T46" fmla="*/ 0 w 1744"/>
                <a:gd name="T47" fmla="*/ 0 h 835"/>
                <a:gd name="T48" fmla="*/ 0 w 1744"/>
                <a:gd name="T49" fmla="*/ 0 h 835"/>
                <a:gd name="T50" fmla="*/ 0 w 1744"/>
                <a:gd name="T51" fmla="*/ 0 h 835"/>
                <a:gd name="T52" fmla="*/ 0 w 1744"/>
                <a:gd name="T53" fmla="*/ 0 h 835"/>
                <a:gd name="T54" fmla="*/ 0 w 1744"/>
                <a:gd name="T55" fmla="*/ 0 h 835"/>
                <a:gd name="T56" fmla="*/ 0 w 1744"/>
                <a:gd name="T57" fmla="*/ 0 h 835"/>
                <a:gd name="T58" fmla="*/ 0 w 1744"/>
                <a:gd name="T59" fmla="*/ 0 h 835"/>
                <a:gd name="T60" fmla="*/ 0 w 1744"/>
                <a:gd name="T61" fmla="*/ 0 h 835"/>
                <a:gd name="T62" fmla="*/ 0 w 1744"/>
                <a:gd name="T63" fmla="*/ 0 h 835"/>
                <a:gd name="T64" fmla="*/ 0 w 1744"/>
                <a:gd name="T65" fmla="*/ 0 h 835"/>
                <a:gd name="T66" fmla="*/ 0 w 1744"/>
                <a:gd name="T67" fmla="*/ 0 h 835"/>
                <a:gd name="T68" fmla="*/ 0 w 1744"/>
                <a:gd name="T69" fmla="*/ 0 h 835"/>
                <a:gd name="T70" fmla="*/ 0 w 1744"/>
                <a:gd name="T71" fmla="*/ 0 h 835"/>
                <a:gd name="T72" fmla="*/ 0 w 1744"/>
                <a:gd name="T73" fmla="*/ 0 h 835"/>
                <a:gd name="T74" fmla="*/ 0 w 1744"/>
                <a:gd name="T75" fmla="*/ 0 h 835"/>
                <a:gd name="T76" fmla="*/ 0 w 1744"/>
                <a:gd name="T77" fmla="*/ 0 h 8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44" h="835">
                  <a:moveTo>
                    <a:pt x="0" y="267"/>
                  </a:moveTo>
                  <a:lnTo>
                    <a:pt x="99" y="202"/>
                  </a:lnTo>
                  <a:lnTo>
                    <a:pt x="268" y="98"/>
                  </a:lnTo>
                  <a:lnTo>
                    <a:pt x="326" y="92"/>
                  </a:lnTo>
                  <a:lnTo>
                    <a:pt x="454" y="174"/>
                  </a:lnTo>
                  <a:lnTo>
                    <a:pt x="530" y="157"/>
                  </a:lnTo>
                  <a:lnTo>
                    <a:pt x="617" y="0"/>
                  </a:lnTo>
                  <a:lnTo>
                    <a:pt x="710" y="0"/>
                  </a:lnTo>
                  <a:lnTo>
                    <a:pt x="797" y="139"/>
                  </a:lnTo>
                  <a:lnTo>
                    <a:pt x="867" y="139"/>
                  </a:lnTo>
                  <a:lnTo>
                    <a:pt x="994" y="75"/>
                  </a:lnTo>
                  <a:lnTo>
                    <a:pt x="1111" y="157"/>
                  </a:lnTo>
                  <a:lnTo>
                    <a:pt x="1338" y="139"/>
                  </a:lnTo>
                  <a:lnTo>
                    <a:pt x="1407" y="46"/>
                  </a:lnTo>
                  <a:lnTo>
                    <a:pt x="1488" y="87"/>
                  </a:lnTo>
                  <a:lnTo>
                    <a:pt x="1582" y="92"/>
                  </a:lnTo>
                  <a:lnTo>
                    <a:pt x="1540" y="127"/>
                  </a:lnTo>
                  <a:lnTo>
                    <a:pt x="1540" y="249"/>
                  </a:lnTo>
                  <a:lnTo>
                    <a:pt x="1652" y="244"/>
                  </a:lnTo>
                  <a:lnTo>
                    <a:pt x="1704" y="232"/>
                  </a:lnTo>
                  <a:lnTo>
                    <a:pt x="1744" y="302"/>
                  </a:lnTo>
                  <a:lnTo>
                    <a:pt x="1744" y="383"/>
                  </a:lnTo>
                  <a:lnTo>
                    <a:pt x="1674" y="383"/>
                  </a:lnTo>
                  <a:lnTo>
                    <a:pt x="1535" y="528"/>
                  </a:lnTo>
                  <a:lnTo>
                    <a:pt x="1383" y="557"/>
                  </a:lnTo>
                  <a:lnTo>
                    <a:pt x="1383" y="650"/>
                  </a:lnTo>
                  <a:lnTo>
                    <a:pt x="1268" y="743"/>
                  </a:lnTo>
                  <a:lnTo>
                    <a:pt x="1000" y="835"/>
                  </a:lnTo>
                  <a:lnTo>
                    <a:pt x="785" y="766"/>
                  </a:lnTo>
                  <a:lnTo>
                    <a:pt x="750" y="748"/>
                  </a:lnTo>
                  <a:lnTo>
                    <a:pt x="593" y="748"/>
                  </a:lnTo>
                  <a:lnTo>
                    <a:pt x="436" y="609"/>
                  </a:lnTo>
                  <a:lnTo>
                    <a:pt x="303" y="609"/>
                  </a:lnTo>
                  <a:lnTo>
                    <a:pt x="209" y="563"/>
                  </a:lnTo>
                  <a:lnTo>
                    <a:pt x="209" y="429"/>
                  </a:lnTo>
                  <a:lnTo>
                    <a:pt x="140" y="359"/>
                  </a:lnTo>
                  <a:lnTo>
                    <a:pt x="59" y="342"/>
                  </a:lnTo>
                  <a:lnTo>
                    <a:pt x="0" y="307"/>
                  </a:lnTo>
                  <a:lnTo>
                    <a:pt x="0" y="267"/>
                  </a:lnTo>
                  <a:close/>
                </a:path>
              </a:pathLst>
            </a:custGeom>
            <a:solidFill>
              <a:srgbClr val="FFFFFF"/>
            </a:solidFill>
            <a:ln w="9525">
              <a:solidFill>
                <a:srgbClr val="000000"/>
              </a:solidFill>
              <a:round/>
              <a:headEnd/>
              <a:tailEnd/>
            </a:ln>
          </p:spPr>
          <p:txBody>
            <a:bodyPr/>
            <a:lstStyle/>
            <a:p>
              <a:endParaRPr lang="ko-KR" altLang="en-US"/>
            </a:p>
          </p:txBody>
        </p:sp>
        <p:sp>
          <p:nvSpPr>
            <p:cNvPr id="440451" name="Freeform 423">
              <a:extLst>
                <a:ext uri="{FF2B5EF4-FFF2-40B4-BE49-F238E27FC236}">
                  <a16:creationId xmlns:a16="http://schemas.microsoft.com/office/drawing/2014/main" id="{74C2D56A-D796-6584-47AD-B8C665D9CC06}"/>
                </a:ext>
              </a:extLst>
            </p:cNvPr>
            <p:cNvSpPr>
              <a:spLocks/>
            </p:cNvSpPr>
            <p:nvPr/>
          </p:nvSpPr>
          <p:spPr bwMode="auto">
            <a:xfrm>
              <a:off x="3378" y="561"/>
              <a:ext cx="26" cy="46"/>
            </a:xfrm>
            <a:custGeom>
              <a:avLst/>
              <a:gdLst>
                <a:gd name="T0" fmla="*/ 0 w 337"/>
                <a:gd name="T1" fmla="*/ 0 h 563"/>
                <a:gd name="T2" fmla="*/ 0 w 337"/>
                <a:gd name="T3" fmla="*/ 0 h 563"/>
                <a:gd name="T4" fmla="*/ 0 w 337"/>
                <a:gd name="T5" fmla="*/ 0 h 563"/>
                <a:gd name="T6" fmla="*/ 0 w 337"/>
                <a:gd name="T7" fmla="*/ 0 h 563"/>
                <a:gd name="T8" fmla="*/ 0 w 337"/>
                <a:gd name="T9" fmla="*/ 0 h 563"/>
                <a:gd name="T10" fmla="*/ 0 w 337"/>
                <a:gd name="T11" fmla="*/ 0 h 563"/>
                <a:gd name="T12" fmla="*/ 0 w 337"/>
                <a:gd name="T13" fmla="*/ 0 h 563"/>
                <a:gd name="T14" fmla="*/ 0 w 337"/>
                <a:gd name="T15" fmla="*/ 0 h 563"/>
                <a:gd name="T16" fmla="*/ 0 w 337"/>
                <a:gd name="T17" fmla="*/ 0 h 563"/>
                <a:gd name="T18" fmla="*/ 0 w 337"/>
                <a:gd name="T19" fmla="*/ 0 h 563"/>
                <a:gd name="T20" fmla="*/ 0 w 337"/>
                <a:gd name="T21" fmla="*/ 0 h 563"/>
                <a:gd name="T22" fmla="*/ 0 w 337"/>
                <a:gd name="T23" fmla="*/ 0 h 563"/>
                <a:gd name="T24" fmla="*/ 0 w 337"/>
                <a:gd name="T25" fmla="*/ 0 h 563"/>
                <a:gd name="T26" fmla="*/ 0 w 337"/>
                <a:gd name="T27" fmla="*/ 0 h 563"/>
                <a:gd name="T28" fmla="*/ 0 w 337"/>
                <a:gd name="T29" fmla="*/ 0 h 563"/>
                <a:gd name="T30" fmla="*/ 0 w 337"/>
                <a:gd name="T31" fmla="*/ 0 h 563"/>
                <a:gd name="T32" fmla="*/ 0 w 337"/>
                <a:gd name="T33" fmla="*/ 0 h 563"/>
                <a:gd name="T34" fmla="*/ 0 w 337"/>
                <a:gd name="T35" fmla="*/ 0 h 563"/>
                <a:gd name="T36" fmla="*/ 0 w 337"/>
                <a:gd name="T37" fmla="*/ 0 h 563"/>
                <a:gd name="T38" fmla="*/ 0 w 337"/>
                <a:gd name="T39" fmla="*/ 0 h 56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7" h="563">
                  <a:moveTo>
                    <a:pt x="267" y="0"/>
                  </a:moveTo>
                  <a:lnTo>
                    <a:pt x="337" y="64"/>
                  </a:lnTo>
                  <a:lnTo>
                    <a:pt x="290" y="134"/>
                  </a:lnTo>
                  <a:lnTo>
                    <a:pt x="267" y="221"/>
                  </a:lnTo>
                  <a:lnTo>
                    <a:pt x="267" y="291"/>
                  </a:lnTo>
                  <a:lnTo>
                    <a:pt x="180" y="383"/>
                  </a:lnTo>
                  <a:lnTo>
                    <a:pt x="157" y="448"/>
                  </a:lnTo>
                  <a:lnTo>
                    <a:pt x="225" y="517"/>
                  </a:lnTo>
                  <a:lnTo>
                    <a:pt x="203" y="540"/>
                  </a:lnTo>
                  <a:lnTo>
                    <a:pt x="133" y="563"/>
                  </a:lnTo>
                  <a:lnTo>
                    <a:pt x="70" y="563"/>
                  </a:lnTo>
                  <a:lnTo>
                    <a:pt x="70" y="470"/>
                  </a:lnTo>
                  <a:lnTo>
                    <a:pt x="46" y="430"/>
                  </a:lnTo>
                  <a:lnTo>
                    <a:pt x="0" y="383"/>
                  </a:lnTo>
                  <a:lnTo>
                    <a:pt x="80" y="273"/>
                  </a:lnTo>
                  <a:lnTo>
                    <a:pt x="133" y="249"/>
                  </a:lnTo>
                  <a:lnTo>
                    <a:pt x="180" y="157"/>
                  </a:lnTo>
                  <a:lnTo>
                    <a:pt x="243" y="87"/>
                  </a:lnTo>
                  <a:lnTo>
                    <a:pt x="243" y="17"/>
                  </a:lnTo>
                  <a:lnTo>
                    <a:pt x="267" y="0"/>
                  </a:lnTo>
                  <a:close/>
                </a:path>
              </a:pathLst>
            </a:custGeom>
            <a:solidFill>
              <a:srgbClr val="FFFFFF"/>
            </a:solidFill>
            <a:ln w="9525">
              <a:solidFill>
                <a:srgbClr val="000000"/>
              </a:solidFill>
              <a:round/>
              <a:headEnd/>
              <a:tailEnd/>
            </a:ln>
          </p:spPr>
          <p:txBody>
            <a:bodyPr/>
            <a:lstStyle/>
            <a:p>
              <a:endParaRPr lang="ko-KR" altLang="en-US"/>
            </a:p>
          </p:txBody>
        </p:sp>
        <p:sp>
          <p:nvSpPr>
            <p:cNvPr id="440452" name="Freeform 424">
              <a:extLst>
                <a:ext uri="{FF2B5EF4-FFF2-40B4-BE49-F238E27FC236}">
                  <a16:creationId xmlns:a16="http://schemas.microsoft.com/office/drawing/2014/main" id="{10F256FD-14CD-E2CC-A767-88CE75D19EAF}"/>
                </a:ext>
              </a:extLst>
            </p:cNvPr>
            <p:cNvSpPr>
              <a:spLocks/>
            </p:cNvSpPr>
            <p:nvPr/>
          </p:nvSpPr>
          <p:spPr bwMode="auto">
            <a:xfrm>
              <a:off x="3387" y="603"/>
              <a:ext cx="15" cy="21"/>
            </a:xfrm>
            <a:custGeom>
              <a:avLst/>
              <a:gdLst>
                <a:gd name="T0" fmla="*/ 0 w 203"/>
                <a:gd name="T1" fmla="*/ 0 h 267"/>
                <a:gd name="T2" fmla="*/ 0 w 203"/>
                <a:gd name="T3" fmla="*/ 0 h 267"/>
                <a:gd name="T4" fmla="*/ 0 w 203"/>
                <a:gd name="T5" fmla="*/ 0 h 267"/>
                <a:gd name="T6" fmla="*/ 0 w 203"/>
                <a:gd name="T7" fmla="*/ 0 h 267"/>
                <a:gd name="T8" fmla="*/ 0 w 203"/>
                <a:gd name="T9" fmla="*/ 0 h 267"/>
                <a:gd name="T10" fmla="*/ 0 w 203"/>
                <a:gd name="T11" fmla="*/ 0 h 267"/>
                <a:gd name="T12" fmla="*/ 0 w 203"/>
                <a:gd name="T13" fmla="*/ 0 h 267"/>
                <a:gd name="T14" fmla="*/ 0 w 203"/>
                <a:gd name="T15" fmla="*/ 0 h 267"/>
                <a:gd name="T16" fmla="*/ 0 w 203"/>
                <a:gd name="T17" fmla="*/ 0 h 267"/>
                <a:gd name="T18" fmla="*/ 0 w 203"/>
                <a:gd name="T19" fmla="*/ 0 h 267"/>
                <a:gd name="T20" fmla="*/ 0 w 203"/>
                <a:gd name="T21" fmla="*/ 0 h 2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3" h="267">
                  <a:moveTo>
                    <a:pt x="0" y="46"/>
                  </a:moveTo>
                  <a:lnTo>
                    <a:pt x="47" y="88"/>
                  </a:lnTo>
                  <a:lnTo>
                    <a:pt x="70" y="180"/>
                  </a:lnTo>
                  <a:lnTo>
                    <a:pt x="70" y="267"/>
                  </a:lnTo>
                  <a:lnTo>
                    <a:pt x="115" y="267"/>
                  </a:lnTo>
                  <a:lnTo>
                    <a:pt x="203" y="250"/>
                  </a:lnTo>
                  <a:lnTo>
                    <a:pt x="203" y="180"/>
                  </a:lnTo>
                  <a:lnTo>
                    <a:pt x="157" y="88"/>
                  </a:lnTo>
                  <a:lnTo>
                    <a:pt x="115" y="0"/>
                  </a:lnTo>
                  <a:lnTo>
                    <a:pt x="70" y="23"/>
                  </a:lnTo>
                  <a:lnTo>
                    <a:pt x="0" y="46"/>
                  </a:lnTo>
                  <a:close/>
                </a:path>
              </a:pathLst>
            </a:custGeom>
            <a:solidFill>
              <a:srgbClr val="FFFFFF"/>
            </a:solidFill>
            <a:ln w="9525">
              <a:solidFill>
                <a:srgbClr val="000000"/>
              </a:solidFill>
              <a:round/>
              <a:headEnd/>
              <a:tailEnd/>
            </a:ln>
          </p:spPr>
          <p:txBody>
            <a:bodyPr/>
            <a:lstStyle/>
            <a:p>
              <a:endParaRPr lang="ko-KR" altLang="en-US"/>
            </a:p>
          </p:txBody>
        </p:sp>
        <p:sp>
          <p:nvSpPr>
            <p:cNvPr id="440453" name="Freeform 425">
              <a:extLst>
                <a:ext uri="{FF2B5EF4-FFF2-40B4-BE49-F238E27FC236}">
                  <a16:creationId xmlns:a16="http://schemas.microsoft.com/office/drawing/2014/main" id="{8122FC30-B4AD-F48C-1E6E-3EE9BB160727}"/>
                </a:ext>
              </a:extLst>
            </p:cNvPr>
            <p:cNvSpPr>
              <a:spLocks/>
            </p:cNvSpPr>
            <p:nvPr/>
          </p:nvSpPr>
          <p:spPr bwMode="auto">
            <a:xfrm>
              <a:off x="3426" y="481"/>
              <a:ext cx="21" cy="64"/>
            </a:xfrm>
            <a:custGeom>
              <a:avLst/>
              <a:gdLst>
                <a:gd name="T0" fmla="*/ 0 w 273"/>
                <a:gd name="T1" fmla="*/ 0 h 791"/>
                <a:gd name="T2" fmla="*/ 0 w 273"/>
                <a:gd name="T3" fmla="*/ 0 h 791"/>
                <a:gd name="T4" fmla="*/ 0 w 273"/>
                <a:gd name="T5" fmla="*/ 0 h 791"/>
                <a:gd name="T6" fmla="*/ 0 w 273"/>
                <a:gd name="T7" fmla="*/ 0 h 791"/>
                <a:gd name="T8" fmla="*/ 0 w 273"/>
                <a:gd name="T9" fmla="*/ 0 h 791"/>
                <a:gd name="T10" fmla="*/ 0 w 273"/>
                <a:gd name="T11" fmla="*/ 0 h 791"/>
                <a:gd name="T12" fmla="*/ 0 w 273"/>
                <a:gd name="T13" fmla="*/ 0 h 791"/>
                <a:gd name="T14" fmla="*/ 0 w 273"/>
                <a:gd name="T15" fmla="*/ 0 h 791"/>
                <a:gd name="T16" fmla="*/ 0 w 273"/>
                <a:gd name="T17" fmla="*/ 0 h 791"/>
                <a:gd name="T18" fmla="*/ 0 w 273"/>
                <a:gd name="T19" fmla="*/ 0 h 791"/>
                <a:gd name="T20" fmla="*/ 0 w 273"/>
                <a:gd name="T21" fmla="*/ 0 h 791"/>
                <a:gd name="T22" fmla="*/ 0 w 273"/>
                <a:gd name="T23" fmla="*/ 0 h 791"/>
                <a:gd name="T24" fmla="*/ 0 w 273"/>
                <a:gd name="T25" fmla="*/ 0 h 791"/>
                <a:gd name="T26" fmla="*/ 0 w 273"/>
                <a:gd name="T27" fmla="*/ 0 h 791"/>
                <a:gd name="T28" fmla="*/ 0 w 273"/>
                <a:gd name="T29" fmla="*/ 0 h 791"/>
                <a:gd name="T30" fmla="*/ 0 w 273"/>
                <a:gd name="T31" fmla="*/ 0 h 791"/>
                <a:gd name="T32" fmla="*/ 0 w 273"/>
                <a:gd name="T33" fmla="*/ 0 h 791"/>
                <a:gd name="T34" fmla="*/ 0 w 273"/>
                <a:gd name="T35" fmla="*/ 0 h 7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3" h="791">
                  <a:moveTo>
                    <a:pt x="0" y="0"/>
                  </a:moveTo>
                  <a:lnTo>
                    <a:pt x="46" y="87"/>
                  </a:lnTo>
                  <a:lnTo>
                    <a:pt x="69" y="251"/>
                  </a:lnTo>
                  <a:lnTo>
                    <a:pt x="116" y="587"/>
                  </a:lnTo>
                  <a:lnTo>
                    <a:pt x="139" y="767"/>
                  </a:lnTo>
                  <a:lnTo>
                    <a:pt x="139" y="791"/>
                  </a:lnTo>
                  <a:lnTo>
                    <a:pt x="203" y="744"/>
                  </a:lnTo>
                  <a:lnTo>
                    <a:pt x="250" y="791"/>
                  </a:lnTo>
                  <a:lnTo>
                    <a:pt x="273" y="744"/>
                  </a:lnTo>
                  <a:lnTo>
                    <a:pt x="203" y="697"/>
                  </a:lnTo>
                  <a:lnTo>
                    <a:pt x="163" y="495"/>
                  </a:lnTo>
                  <a:lnTo>
                    <a:pt x="203" y="495"/>
                  </a:lnTo>
                  <a:lnTo>
                    <a:pt x="203" y="425"/>
                  </a:lnTo>
                  <a:lnTo>
                    <a:pt x="116" y="314"/>
                  </a:lnTo>
                  <a:lnTo>
                    <a:pt x="116" y="157"/>
                  </a:lnTo>
                  <a:lnTo>
                    <a:pt x="69" y="24"/>
                  </a:lnTo>
                  <a:lnTo>
                    <a:pt x="23"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454" name="Freeform 426">
              <a:extLst>
                <a:ext uri="{FF2B5EF4-FFF2-40B4-BE49-F238E27FC236}">
                  <a16:creationId xmlns:a16="http://schemas.microsoft.com/office/drawing/2014/main" id="{D2CCBE7F-FC40-A195-8656-28F83983E189}"/>
                </a:ext>
              </a:extLst>
            </p:cNvPr>
            <p:cNvSpPr>
              <a:spLocks/>
            </p:cNvSpPr>
            <p:nvPr/>
          </p:nvSpPr>
          <p:spPr bwMode="auto">
            <a:xfrm>
              <a:off x="3440" y="548"/>
              <a:ext cx="22" cy="27"/>
            </a:xfrm>
            <a:custGeom>
              <a:avLst/>
              <a:gdLst>
                <a:gd name="T0" fmla="*/ 0 w 291"/>
                <a:gd name="T1" fmla="*/ 0 h 331"/>
                <a:gd name="T2" fmla="*/ 0 w 291"/>
                <a:gd name="T3" fmla="*/ 0 h 331"/>
                <a:gd name="T4" fmla="*/ 0 w 291"/>
                <a:gd name="T5" fmla="*/ 0 h 331"/>
                <a:gd name="T6" fmla="*/ 0 w 291"/>
                <a:gd name="T7" fmla="*/ 0 h 331"/>
                <a:gd name="T8" fmla="*/ 0 w 291"/>
                <a:gd name="T9" fmla="*/ 0 h 331"/>
                <a:gd name="T10" fmla="*/ 0 w 291"/>
                <a:gd name="T11" fmla="*/ 0 h 331"/>
                <a:gd name="T12" fmla="*/ 0 w 291"/>
                <a:gd name="T13" fmla="*/ 0 h 331"/>
                <a:gd name="T14" fmla="*/ 0 w 291"/>
                <a:gd name="T15" fmla="*/ 0 h 331"/>
                <a:gd name="T16" fmla="*/ 0 w 291"/>
                <a:gd name="T17" fmla="*/ 0 h 331"/>
                <a:gd name="T18" fmla="*/ 0 w 291"/>
                <a:gd name="T19" fmla="*/ 0 h 331"/>
                <a:gd name="T20" fmla="*/ 0 w 291"/>
                <a:gd name="T21" fmla="*/ 0 h 331"/>
                <a:gd name="T22" fmla="*/ 0 w 291"/>
                <a:gd name="T23" fmla="*/ 0 h 3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1" h="331">
                  <a:moveTo>
                    <a:pt x="0" y="0"/>
                  </a:moveTo>
                  <a:lnTo>
                    <a:pt x="17" y="134"/>
                  </a:lnTo>
                  <a:lnTo>
                    <a:pt x="0" y="314"/>
                  </a:lnTo>
                  <a:lnTo>
                    <a:pt x="87" y="291"/>
                  </a:lnTo>
                  <a:lnTo>
                    <a:pt x="151" y="331"/>
                  </a:lnTo>
                  <a:lnTo>
                    <a:pt x="180" y="314"/>
                  </a:lnTo>
                  <a:lnTo>
                    <a:pt x="180" y="267"/>
                  </a:lnTo>
                  <a:lnTo>
                    <a:pt x="291" y="174"/>
                  </a:lnTo>
                  <a:lnTo>
                    <a:pt x="244" y="134"/>
                  </a:lnTo>
                  <a:lnTo>
                    <a:pt x="151" y="111"/>
                  </a:lnTo>
                  <a:lnTo>
                    <a:pt x="40" y="17"/>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455" name="Freeform 427">
              <a:extLst>
                <a:ext uri="{FF2B5EF4-FFF2-40B4-BE49-F238E27FC236}">
                  <a16:creationId xmlns:a16="http://schemas.microsoft.com/office/drawing/2014/main" id="{FE0645DC-222C-6148-39B4-47BCFB364B0C}"/>
                </a:ext>
              </a:extLst>
            </p:cNvPr>
            <p:cNvSpPr>
              <a:spLocks/>
            </p:cNvSpPr>
            <p:nvPr/>
          </p:nvSpPr>
          <p:spPr bwMode="auto">
            <a:xfrm>
              <a:off x="3411" y="579"/>
              <a:ext cx="40" cy="51"/>
            </a:xfrm>
            <a:custGeom>
              <a:avLst/>
              <a:gdLst>
                <a:gd name="T0" fmla="*/ 0 w 518"/>
                <a:gd name="T1" fmla="*/ 0 h 633"/>
                <a:gd name="T2" fmla="*/ 0 w 518"/>
                <a:gd name="T3" fmla="*/ 0 h 633"/>
                <a:gd name="T4" fmla="*/ 0 w 518"/>
                <a:gd name="T5" fmla="*/ 0 h 633"/>
                <a:gd name="T6" fmla="*/ 0 w 518"/>
                <a:gd name="T7" fmla="*/ 0 h 633"/>
                <a:gd name="T8" fmla="*/ 0 w 518"/>
                <a:gd name="T9" fmla="*/ 0 h 633"/>
                <a:gd name="T10" fmla="*/ 0 w 518"/>
                <a:gd name="T11" fmla="*/ 0 h 633"/>
                <a:gd name="T12" fmla="*/ 0 w 518"/>
                <a:gd name="T13" fmla="*/ 0 h 633"/>
                <a:gd name="T14" fmla="*/ 0 w 518"/>
                <a:gd name="T15" fmla="*/ 0 h 633"/>
                <a:gd name="T16" fmla="*/ 0 w 518"/>
                <a:gd name="T17" fmla="*/ 0 h 633"/>
                <a:gd name="T18" fmla="*/ 0 w 518"/>
                <a:gd name="T19" fmla="*/ 0 h 633"/>
                <a:gd name="T20" fmla="*/ 0 w 518"/>
                <a:gd name="T21" fmla="*/ 0 h 633"/>
                <a:gd name="T22" fmla="*/ 0 w 518"/>
                <a:gd name="T23" fmla="*/ 0 h 633"/>
                <a:gd name="T24" fmla="*/ 0 w 518"/>
                <a:gd name="T25" fmla="*/ 0 h 633"/>
                <a:gd name="T26" fmla="*/ 0 w 518"/>
                <a:gd name="T27" fmla="*/ 0 h 633"/>
                <a:gd name="T28" fmla="*/ 0 w 518"/>
                <a:gd name="T29" fmla="*/ 0 h 633"/>
                <a:gd name="T30" fmla="*/ 0 w 518"/>
                <a:gd name="T31" fmla="*/ 0 h 633"/>
                <a:gd name="T32" fmla="*/ 0 w 518"/>
                <a:gd name="T33" fmla="*/ 0 h 633"/>
                <a:gd name="T34" fmla="*/ 0 w 518"/>
                <a:gd name="T35" fmla="*/ 0 h 633"/>
                <a:gd name="T36" fmla="*/ 0 w 518"/>
                <a:gd name="T37" fmla="*/ 0 h 633"/>
                <a:gd name="T38" fmla="*/ 0 w 518"/>
                <a:gd name="T39" fmla="*/ 0 h 633"/>
                <a:gd name="T40" fmla="*/ 0 w 518"/>
                <a:gd name="T41" fmla="*/ 0 h 633"/>
                <a:gd name="T42" fmla="*/ 0 w 518"/>
                <a:gd name="T43" fmla="*/ 0 h 633"/>
                <a:gd name="T44" fmla="*/ 0 w 518"/>
                <a:gd name="T45" fmla="*/ 0 h 633"/>
                <a:gd name="T46" fmla="*/ 0 w 518"/>
                <a:gd name="T47" fmla="*/ 0 h 633"/>
                <a:gd name="T48" fmla="*/ 0 w 518"/>
                <a:gd name="T49" fmla="*/ 0 h 633"/>
                <a:gd name="T50" fmla="*/ 0 w 518"/>
                <a:gd name="T51" fmla="*/ 0 h 633"/>
                <a:gd name="T52" fmla="*/ 0 w 518"/>
                <a:gd name="T53" fmla="*/ 0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18" h="633">
                  <a:moveTo>
                    <a:pt x="384" y="0"/>
                  </a:moveTo>
                  <a:lnTo>
                    <a:pt x="361" y="209"/>
                  </a:lnTo>
                  <a:lnTo>
                    <a:pt x="361" y="296"/>
                  </a:lnTo>
                  <a:lnTo>
                    <a:pt x="198" y="429"/>
                  </a:lnTo>
                  <a:lnTo>
                    <a:pt x="198" y="476"/>
                  </a:lnTo>
                  <a:lnTo>
                    <a:pt x="47" y="523"/>
                  </a:lnTo>
                  <a:lnTo>
                    <a:pt x="0" y="586"/>
                  </a:lnTo>
                  <a:lnTo>
                    <a:pt x="65" y="610"/>
                  </a:lnTo>
                  <a:lnTo>
                    <a:pt x="110" y="586"/>
                  </a:lnTo>
                  <a:lnTo>
                    <a:pt x="157" y="586"/>
                  </a:lnTo>
                  <a:lnTo>
                    <a:pt x="221" y="563"/>
                  </a:lnTo>
                  <a:lnTo>
                    <a:pt x="244" y="633"/>
                  </a:lnTo>
                  <a:lnTo>
                    <a:pt x="314" y="610"/>
                  </a:lnTo>
                  <a:lnTo>
                    <a:pt x="314" y="546"/>
                  </a:lnTo>
                  <a:lnTo>
                    <a:pt x="337" y="546"/>
                  </a:lnTo>
                  <a:lnTo>
                    <a:pt x="361" y="523"/>
                  </a:lnTo>
                  <a:lnTo>
                    <a:pt x="448" y="523"/>
                  </a:lnTo>
                  <a:lnTo>
                    <a:pt x="448" y="476"/>
                  </a:lnTo>
                  <a:lnTo>
                    <a:pt x="518" y="499"/>
                  </a:lnTo>
                  <a:lnTo>
                    <a:pt x="494" y="366"/>
                  </a:lnTo>
                  <a:lnTo>
                    <a:pt x="471" y="296"/>
                  </a:lnTo>
                  <a:lnTo>
                    <a:pt x="494" y="227"/>
                  </a:lnTo>
                  <a:lnTo>
                    <a:pt x="494" y="185"/>
                  </a:lnTo>
                  <a:lnTo>
                    <a:pt x="518" y="115"/>
                  </a:lnTo>
                  <a:lnTo>
                    <a:pt x="471" y="28"/>
                  </a:lnTo>
                  <a:lnTo>
                    <a:pt x="448" y="28"/>
                  </a:lnTo>
                  <a:lnTo>
                    <a:pt x="384" y="0"/>
                  </a:lnTo>
                  <a:close/>
                </a:path>
              </a:pathLst>
            </a:custGeom>
            <a:solidFill>
              <a:srgbClr val="FFFFFF"/>
            </a:solidFill>
            <a:ln w="9525">
              <a:solidFill>
                <a:srgbClr val="000000"/>
              </a:solidFill>
              <a:round/>
              <a:headEnd/>
              <a:tailEnd/>
            </a:ln>
          </p:spPr>
          <p:txBody>
            <a:bodyPr/>
            <a:lstStyle/>
            <a:p>
              <a:endParaRPr lang="ko-KR" altLang="en-US"/>
            </a:p>
          </p:txBody>
        </p:sp>
        <p:sp>
          <p:nvSpPr>
            <p:cNvPr id="440456" name="Freeform 428">
              <a:extLst>
                <a:ext uri="{FF2B5EF4-FFF2-40B4-BE49-F238E27FC236}">
                  <a16:creationId xmlns:a16="http://schemas.microsoft.com/office/drawing/2014/main" id="{A99109C7-201A-0167-477B-B807A6F657CB}"/>
                </a:ext>
              </a:extLst>
            </p:cNvPr>
            <p:cNvSpPr>
              <a:spLocks/>
            </p:cNvSpPr>
            <p:nvPr/>
          </p:nvSpPr>
          <p:spPr bwMode="auto">
            <a:xfrm>
              <a:off x="3420" y="630"/>
              <a:ext cx="6" cy="6"/>
            </a:xfrm>
            <a:custGeom>
              <a:avLst/>
              <a:gdLst>
                <a:gd name="T0" fmla="*/ 0 w 88"/>
                <a:gd name="T1" fmla="*/ 0 h 70"/>
                <a:gd name="T2" fmla="*/ 0 w 88"/>
                <a:gd name="T3" fmla="*/ 0 h 70"/>
                <a:gd name="T4" fmla="*/ 0 w 88"/>
                <a:gd name="T5" fmla="*/ 0 h 70"/>
                <a:gd name="T6" fmla="*/ 0 w 88"/>
                <a:gd name="T7" fmla="*/ 0 h 70"/>
                <a:gd name="T8" fmla="*/ 0 w 88"/>
                <a:gd name="T9" fmla="*/ 0 h 70"/>
                <a:gd name="T10" fmla="*/ 0 w 88"/>
                <a:gd name="T11" fmla="*/ 0 h 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8" h="70">
                  <a:moveTo>
                    <a:pt x="47" y="0"/>
                  </a:moveTo>
                  <a:lnTo>
                    <a:pt x="0" y="23"/>
                  </a:lnTo>
                  <a:lnTo>
                    <a:pt x="0" y="70"/>
                  </a:lnTo>
                  <a:lnTo>
                    <a:pt x="88" y="70"/>
                  </a:lnTo>
                  <a:lnTo>
                    <a:pt x="88" y="23"/>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40457" name="Freeform 429">
              <a:extLst>
                <a:ext uri="{FF2B5EF4-FFF2-40B4-BE49-F238E27FC236}">
                  <a16:creationId xmlns:a16="http://schemas.microsoft.com/office/drawing/2014/main" id="{74B119CB-FF5C-CDCD-EA61-240F84D12014}"/>
                </a:ext>
              </a:extLst>
            </p:cNvPr>
            <p:cNvSpPr>
              <a:spLocks/>
            </p:cNvSpPr>
            <p:nvPr/>
          </p:nvSpPr>
          <p:spPr bwMode="auto">
            <a:xfrm>
              <a:off x="3409" y="632"/>
              <a:ext cx="7" cy="16"/>
            </a:xfrm>
            <a:custGeom>
              <a:avLst/>
              <a:gdLst>
                <a:gd name="T0" fmla="*/ 0 w 88"/>
                <a:gd name="T1" fmla="*/ 0 h 204"/>
                <a:gd name="T2" fmla="*/ 0 w 88"/>
                <a:gd name="T3" fmla="*/ 0 h 204"/>
                <a:gd name="T4" fmla="*/ 0 w 88"/>
                <a:gd name="T5" fmla="*/ 0 h 204"/>
                <a:gd name="T6" fmla="*/ 0 w 88"/>
                <a:gd name="T7" fmla="*/ 0 h 204"/>
                <a:gd name="T8" fmla="*/ 0 w 88"/>
                <a:gd name="T9" fmla="*/ 0 h 204"/>
                <a:gd name="T10" fmla="*/ 0 w 88"/>
                <a:gd name="T11" fmla="*/ 0 h 204"/>
                <a:gd name="T12" fmla="*/ 0 w 88"/>
                <a:gd name="T13" fmla="*/ 0 h 204"/>
                <a:gd name="T14" fmla="*/ 0 w 88"/>
                <a:gd name="T15" fmla="*/ 0 h 2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204">
                  <a:moveTo>
                    <a:pt x="88" y="47"/>
                  </a:moveTo>
                  <a:lnTo>
                    <a:pt x="41" y="0"/>
                  </a:lnTo>
                  <a:lnTo>
                    <a:pt x="0" y="47"/>
                  </a:lnTo>
                  <a:lnTo>
                    <a:pt x="0" y="157"/>
                  </a:lnTo>
                  <a:lnTo>
                    <a:pt x="41" y="204"/>
                  </a:lnTo>
                  <a:lnTo>
                    <a:pt x="70" y="157"/>
                  </a:lnTo>
                  <a:lnTo>
                    <a:pt x="70" y="94"/>
                  </a:lnTo>
                  <a:lnTo>
                    <a:pt x="88" y="47"/>
                  </a:lnTo>
                  <a:close/>
                </a:path>
              </a:pathLst>
            </a:custGeom>
            <a:solidFill>
              <a:srgbClr val="FFFFFF"/>
            </a:solidFill>
            <a:ln w="9525">
              <a:solidFill>
                <a:srgbClr val="000000"/>
              </a:solidFill>
              <a:round/>
              <a:headEnd/>
              <a:tailEnd/>
            </a:ln>
          </p:spPr>
          <p:txBody>
            <a:bodyPr/>
            <a:lstStyle/>
            <a:p>
              <a:endParaRPr lang="ko-KR" altLang="en-US"/>
            </a:p>
          </p:txBody>
        </p:sp>
        <p:sp>
          <p:nvSpPr>
            <p:cNvPr id="440458" name="Freeform 430">
              <a:extLst>
                <a:ext uri="{FF2B5EF4-FFF2-40B4-BE49-F238E27FC236}">
                  <a16:creationId xmlns:a16="http://schemas.microsoft.com/office/drawing/2014/main" id="{4701BC32-EAFA-E2E3-B150-11FDE4B854D5}"/>
                </a:ext>
              </a:extLst>
            </p:cNvPr>
            <p:cNvSpPr>
              <a:spLocks/>
            </p:cNvSpPr>
            <p:nvPr/>
          </p:nvSpPr>
          <p:spPr bwMode="auto">
            <a:xfrm>
              <a:off x="3374" y="675"/>
              <a:ext cx="4" cy="14"/>
            </a:xfrm>
            <a:custGeom>
              <a:avLst/>
              <a:gdLst>
                <a:gd name="T0" fmla="*/ 0 w 70"/>
                <a:gd name="T1" fmla="*/ 0 h 175"/>
                <a:gd name="T2" fmla="*/ 0 w 70"/>
                <a:gd name="T3" fmla="*/ 0 h 175"/>
                <a:gd name="T4" fmla="*/ 0 w 70"/>
                <a:gd name="T5" fmla="*/ 0 h 175"/>
                <a:gd name="T6" fmla="*/ 0 w 70"/>
                <a:gd name="T7" fmla="*/ 0 h 175"/>
                <a:gd name="T8" fmla="*/ 0 w 70"/>
                <a:gd name="T9" fmla="*/ 0 h 175"/>
                <a:gd name="T10" fmla="*/ 0 w 70"/>
                <a:gd name="T11" fmla="*/ 0 h 175"/>
                <a:gd name="T12" fmla="*/ 0 w 70"/>
                <a:gd name="T13" fmla="*/ 0 h 175"/>
                <a:gd name="T14" fmla="*/ 0 w 70"/>
                <a:gd name="T15" fmla="*/ 0 h 1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75">
                  <a:moveTo>
                    <a:pt x="23" y="0"/>
                  </a:moveTo>
                  <a:lnTo>
                    <a:pt x="0" y="47"/>
                  </a:lnTo>
                  <a:lnTo>
                    <a:pt x="0" y="87"/>
                  </a:lnTo>
                  <a:lnTo>
                    <a:pt x="23" y="152"/>
                  </a:lnTo>
                  <a:lnTo>
                    <a:pt x="23" y="175"/>
                  </a:lnTo>
                  <a:lnTo>
                    <a:pt x="70" y="134"/>
                  </a:lnTo>
                  <a:lnTo>
                    <a:pt x="70" y="87"/>
                  </a:lnTo>
                  <a:lnTo>
                    <a:pt x="23" y="0"/>
                  </a:lnTo>
                  <a:close/>
                </a:path>
              </a:pathLst>
            </a:custGeom>
            <a:solidFill>
              <a:srgbClr val="FFFFFF"/>
            </a:solidFill>
            <a:ln w="9525">
              <a:solidFill>
                <a:srgbClr val="000000"/>
              </a:solidFill>
              <a:round/>
              <a:headEnd/>
              <a:tailEnd/>
            </a:ln>
          </p:spPr>
          <p:txBody>
            <a:bodyPr/>
            <a:lstStyle/>
            <a:p>
              <a:endParaRPr lang="ko-KR" altLang="en-US"/>
            </a:p>
          </p:txBody>
        </p:sp>
        <p:sp>
          <p:nvSpPr>
            <p:cNvPr id="440459" name="Freeform 431">
              <a:extLst>
                <a:ext uri="{FF2B5EF4-FFF2-40B4-BE49-F238E27FC236}">
                  <a16:creationId xmlns:a16="http://schemas.microsoft.com/office/drawing/2014/main" id="{5DFCED08-70AB-5002-C5FB-90BA1BA044C5}"/>
                </a:ext>
              </a:extLst>
            </p:cNvPr>
            <p:cNvSpPr>
              <a:spLocks/>
            </p:cNvSpPr>
            <p:nvPr/>
          </p:nvSpPr>
          <p:spPr bwMode="auto">
            <a:xfrm>
              <a:off x="3322" y="713"/>
              <a:ext cx="10" cy="7"/>
            </a:xfrm>
            <a:custGeom>
              <a:avLst/>
              <a:gdLst>
                <a:gd name="T0" fmla="*/ 0 w 134"/>
                <a:gd name="T1" fmla="*/ 0 h 93"/>
                <a:gd name="T2" fmla="*/ 0 w 134"/>
                <a:gd name="T3" fmla="*/ 0 h 93"/>
                <a:gd name="T4" fmla="*/ 0 w 134"/>
                <a:gd name="T5" fmla="*/ 0 h 93"/>
                <a:gd name="T6" fmla="*/ 0 w 134"/>
                <a:gd name="T7" fmla="*/ 0 h 93"/>
                <a:gd name="T8" fmla="*/ 0 w 134"/>
                <a:gd name="T9" fmla="*/ 0 h 93"/>
                <a:gd name="T10" fmla="*/ 0 w 134"/>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4" h="93">
                  <a:moveTo>
                    <a:pt x="110" y="0"/>
                  </a:moveTo>
                  <a:lnTo>
                    <a:pt x="47" y="0"/>
                  </a:lnTo>
                  <a:lnTo>
                    <a:pt x="0" y="47"/>
                  </a:lnTo>
                  <a:lnTo>
                    <a:pt x="47" y="93"/>
                  </a:lnTo>
                  <a:lnTo>
                    <a:pt x="134" y="47"/>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40460" name="Freeform 432">
              <a:extLst>
                <a:ext uri="{FF2B5EF4-FFF2-40B4-BE49-F238E27FC236}">
                  <a16:creationId xmlns:a16="http://schemas.microsoft.com/office/drawing/2014/main" id="{DC535AAE-16DA-CD1C-48FA-EAA2DAE3B966}"/>
                </a:ext>
              </a:extLst>
            </p:cNvPr>
            <p:cNvSpPr>
              <a:spLocks/>
            </p:cNvSpPr>
            <p:nvPr/>
          </p:nvSpPr>
          <p:spPr bwMode="auto">
            <a:xfrm>
              <a:off x="3296" y="697"/>
              <a:ext cx="33" cy="72"/>
            </a:xfrm>
            <a:custGeom>
              <a:avLst/>
              <a:gdLst>
                <a:gd name="T0" fmla="*/ 0 w 424"/>
                <a:gd name="T1" fmla="*/ 0 h 901"/>
                <a:gd name="T2" fmla="*/ 0 w 424"/>
                <a:gd name="T3" fmla="*/ 0 h 901"/>
                <a:gd name="T4" fmla="*/ 0 w 424"/>
                <a:gd name="T5" fmla="*/ 0 h 901"/>
                <a:gd name="T6" fmla="*/ 0 w 424"/>
                <a:gd name="T7" fmla="*/ 0 h 901"/>
                <a:gd name="T8" fmla="*/ 0 w 424"/>
                <a:gd name="T9" fmla="*/ 0 h 901"/>
                <a:gd name="T10" fmla="*/ 0 w 424"/>
                <a:gd name="T11" fmla="*/ 0 h 901"/>
                <a:gd name="T12" fmla="*/ 0 w 424"/>
                <a:gd name="T13" fmla="*/ 0 h 901"/>
                <a:gd name="T14" fmla="*/ 0 w 424"/>
                <a:gd name="T15" fmla="*/ 0 h 901"/>
                <a:gd name="T16" fmla="*/ 0 w 424"/>
                <a:gd name="T17" fmla="*/ 0 h 901"/>
                <a:gd name="T18" fmla="*/ 0 w 424"/>
                <a:gd name="T19" fmla="*/ 0 h 901"/>
                <a:gd name="T20" fmla="*/ 0 w 424"/>
                <a:gd name="T21" fmla="*/ 0 h 901"/>
                <a:gd name="T22" fmla="*/ 0 w 424"/>
                <a:gd name="T23" fmla="*/ 0 h 901"/>
                <a:gd name="T24" fmla="*/ 0 w 424"/>
                <a:gd name="T25" fmla="*/ 0 h 901"/>
                <a:gd name="T26" fmla="*/ 0 w 424"/>
                <a:gd name="T27" fmla="*/ 0 h 901"/>
                <a:gd name="T28" fmla="*/ 0 w 424"/>
                <a:gd name="T29" fmla="*/ 0 h 901"/>
                <a:gd name="T30" fmla="*/ 0 w 424"/>
                <a:gd name="T31" fmla="*/ 0 h 901"/>
                <a:gd name="T32" fmla="*/ 0 w 424"/>
                <a:gd name="T33" fmla="*/ 0 h 901"/>
                <a:gd name="T34" fmla="*/ 0 w 424"/>
                <a:gd name="T35" fmla="*/ 0 h 901"/>
                <a:gd name="T36" fmla="*/ 0 w 424"/>
                <a:gd name="T37" fmla="*/ 0 h 901"/>
                <a:gd name="T38" fmla="*/ 0 w 424"/>
                <a:gd name="T39" fmla="*/ 0 h 901"/>
                <a:gd name="T40" fmla="*/ 0 w 424"/>
                <a:gd name="T41" fmla="*/ 0 h 901"/>
                <a:gd name="T42" fmla="*/ 0 w 424"/>
                <a:gd name="T43" fmla="*/ 0 h 901"/>
                <a:gd name="T44" fmla="*/ 0 w 424"/>
                <a:gd name="T45" fmla="*/ 0 h 901"/>
                <a:gd name="T46" fmla="*/ 0 w 424"/>
                <a:gd name="T47" fmla="*/ 0 h 901"/>
                <a:gd name="T48" fmla="*/ 0 w 424"/>
                <a:gd name="T49" fmla="*/ 0 h 901"/>
                <a:gd name="T50" fmla="*/ 0 w 424"/>
                <a:gd name="T51" fmla="*/ 0 h 901"/>
                <a:gd name="T52" fmla="*/ 0 w 424"/>
                <a:gd name="T53" fmla="*/ 0 h 901"/>
                <a:gd name="T54" fmla="*/ 0 w 424"/>
                <a:gd name="T55" fmla="*/ 0 h 901"/>
                <a:gd name="T56" fmla="*/ 0 w 424"/>
                <a:gd name="T57" fmla="*/ 0 h 901"/>
                <a:gd name="T58" fmla="*/ 0 w 424"/>
                <a:gd name="T59" fmla="*/ 0 h 901"/>
                <a:gd name="T60" fmla="*/ 0 w 424"/>
                <a:gd name="T61" fmla="*/ 0 h 901"/>
                <a:gd name="T62" fmla="*/ 0 w 424"/>
                <a:gd name="T63" fmla="*/ 0 h 901"/>
                <a:gd name="T64" fmla="*/ 0 w 424"/>
                <a:gd name="T65" fmla="*/ 0 h 901"/>
                <a:gd name="T66" fmla="*/ 0 w 424"/>
                <a:gd name="T67" fmla="*/ 0 h 9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24" h="901">
                  <a:moveTo>
                    <a:pt x="0" y="47"/>
                  </a:moveTo>
                  <a:lnTo>
                    <a:pt x="18" y="111"/>
                  </a:lnTo>
                  <a:lnTo>
                    <a:pt x="88" y="111"/>
                  </a:lnTo>
                  <a:lnTo>
                    <a:pt x="133" y="181"/>
                  </a:lnTo>
                  <a:lnTo>
                    <a:pt x="111" y="251"/>
                  </a:lnTo>
                  <a:lnTo>
                    <a:pt x="221" y="384"/>
                  </a:lnTo>
                  <a:lnTo>
                    <a:pt x="314" y="518"/>
                  </a:lnTo>
                  <a:lnTo>
                    <a:pt x="268" y="587"/>
                  </a:lnTo>
                  <a:lnTo>
                    <a:pt x="314" y="704"/>
                  </a:lnTo>
                  <a:lnTo>
                    <a:pt x="221" y="744"/>
                  </a:lnTo>
                  <a:lnTo>
                    <a:pt x="221" y="791"/>
                  </a:lnTo>
                  <a:lnTo>
                    <a:pt x="157" y="814"/>
                  </a:lnTo>
                  <a:lnTo>
                    <a:pt x="157" y="861"/>
                  </a:lnTo>
                  <a:lnTo>
                    <a:pt x="180" y="901"/>
                  </a:lnTo>
                  <a:lnTo>
                    <a:pt x="221" y="878"/>
                  </a:lnTo>
                  <a:lnTo>
                    <a:pt x="355" y="767"/>
                  </a:lnTo>
                  <a:lnTo>
                    <a:pt x="402" y="721"/>
                  </a:lnTo>
                  <a:lnTo>
                    <a:pt x="424" y="634"/>
                  </a:lnTo>
                  <a:lnTo>
                    <a:pt x="402" y="518"/>
                  </a:lnTo>
                  <a:lnTo>
                    <a:pt x="355" y="453"/>
                  </a:lnTo>
                  <a:lnTo>
                    <a:pt x="355" y="408"/>
                  </a:lnTo>
                  <a:lnTo>
                    <a:pt x="290" y="408"/>
                  </a:lnTo>
                  <a:lnTo>
                    <a:pt x="245" y="338"/>
                  </a:lnTo>
                  <a:lnTo>
                    <a:pt x="198" y="251"/>
                  </a:lnTo>
                  <a:lnTo>
                    <a:pt x="198" y="181"/>
                  </a:lnTo>
                  <a:lnTo>
                    <a:pt x="268" y="111"/>
                  </a:lnTo>
                  <a:lnTo>
                    <a:pt x="290" y="87"/>
                  </a:lnTo>
                  <a:lnTo>
                    <a:pt x="268" y="87"/>
                  </a:lnTo>
                  <a:lnTo>
                    <a:pt x="221" y="47"/>
                  </a:lnTo>
                  <a:lnTo>
                    <a:pt x="221" y="0"/>
                  </a:lnTo>
                  <a:lnTo>
                    <a:pt x="198" y="0"/>
                  </a:lnTo>
                  <a:lnTo>
                    <a:pt x="133" y="0"/>
                  </a:lnTo>
                  <a:lnTo>
                    <a:pt x="18" y="70"/>
                  </a:lnTo>
                  <a:lnTo>
                    <a:pt x="0" y="47"/>
                  </a:lnTo>
                  <a:close/>
                </a:path>
              </a:pathLst>
            </a:custGeom>
            <a:solidFill>
              <a:srgbClr val="FFFFFF"/>
            </a:solidFill>
            <a:ln w="9525">
              <a:solidFill>
                <a:srgbClr val="000000"/>
              </a:solidFill>
              <a:round/>
              <a:headEnd/>
              <a:tailEnd/>
            </a:ln>
          </p:spPr>
          <p:txBody>
            <a:bodyPr/>
            <a:lstStyle/>
            <a:p>
              <a:endParaRPr lang="ko-KR" altLang="en-US"/>
            </a:p>
          </p:txBody>
        </p:sp>
        <p:sp>
          <p:nvSpPr>
            <p:cNvPr id="440461" name="Freeform 433">
              <a:extLst>
                <a:ext uri="{FF2B5EF4-FFF2-40B4-BE49-F238E27FC236}">
                  <a16:creationId xmlns:a16="http://schemas.microsoft.com/office/drawing/2014/main" id="{EB0F2A15-5E5F-A9AC-0606-2E1F4DA91CEF}"/>
                </a:ext>
              </a:extLst>
            </p:cNvPr>
            <p:cNvSpPr>
              <a:spLocks/>
            </p:cNvSpPr>
            <p:nvPr/>
          </p:nvSpPr>
          <p:spPr bwMode="auto">
            <a:xfrm>
              <a:off x="3286" y="700"/>
              <a:ext cx="34" cy="65"/>
            </a:xfrm>
            <a:custGeom>
              <a:avLst/>
              <a:gdLst>
                <a:gd name="T0" fmla="*/ 0 w 453"/>
                <a:gd name="T1" fmla="*/ 0 h 814"/>
                <a:gd name="T2" fmla="*/ 0 w 453"/>
                <a:gd name="T3" fmla="*/ 0 h 814"/>
                <a:gd name="T4" fmla="*/ 0 w 453"/>
                <a:gd name="T5" fmla="*/ 0 h 814"/>
                <a:gd name="T6" fmla="*/ 0 w 453"/>
                <a:gd name="T7" fmla="*/ 0 h 814"/>
                <a:gd name="T8" fmla="*/ 0 w 453"/>
                <a:gd name="T9" fmla="*/ 0 h 814"/>
                <a:gd name="T10" fmla="*/ 0 w 453"/>
                <a:gd name="T11" fmla="*/ 0 h 814"/>
                <a:gd name="T12" fmla="*/ 0 w 453"/>
                <a:gd name="T13" fmla="*/ 0 h 814"/>
                <a:gd name="T14" fmla="*/ 0 w 453"/>
                <a:gd name="T15" fmla="*/ 0 h 814"/>
                <a:gd name="T16" fmla="*/ 0 w 453"/>
                <a:gd name="T17" fmla="*/ 0 h 814"/>
                <a:gd name="T18" fmla="*/ 0 w 453"/>
                <a:gd name="T19" fmla="*/ 0 h 814"/>
                <a:gd name="T20" fmla="*/ 0 w 453"/>
                <a:gd name="T21" fmla="*/ 0 h 814"/>
                <a:gd name="T22" fmla="*/ 0 w 453"/>
                <a:gd name="T23" fmla="*/ 0 h 814"/>
                <a:gd name="T24" fmla="*/ 0 w 453"/>
                <a:gd name="T25" fmla="*/ 0 h 814"/>
                <a:gd name="T26" fmla="*/ 0 w 453"/>
                <a:gd name="T27" fmla="*/ 0 h 814"/>
                <a:gd name="T28" fmla="*/ 0 w 453"/>
                <a:gd name="T29" fmla="*/ 0 h 814"/>
                <a:gd name="T30" fmla="*/ 0 w 453"/>
                <a:gd name="T31" fmla="*/ 0 h 814"/>
                <a:gd name="T32" fmla="*/ 0 w 453"/>
                <a:gd name="T33" fmla="*/ 0 h 814"/>
                <a:gd name="T34" fmla="*/ 0 w 453"/>
                <a:gd name="T35" fmla="*/ 0 h 814"/>
                <a:gd name="T36" fmla="*/ 0 w 453"/>
                <a:gd name="T37" fmla="*/ 0 h 814"/>
                <a:gd name="T38" fmla="*/ 0 w 453"/>
                <a:gd name="T39" fmla="*/ 0 h 814"/>
                <a:gd name="T40" fmla="*/ 0 w 453"/>
                <a:gd name="T41" fmla="*/ 0 h 814"/>
                <a:gd name="T42" fmla="*/ 0 w 453"/>
                <a:gd name="T43" fmla="*/ 0 h 814"/>
                <a:gd name="T44" fmla="*/ 0 w 453"/>
                <a:gd name="T45" fmla="*/ 0 h 814"/>
                <a:gd name="T46" fmla="*/ 0 w 453"/>
                <a:gd name="T47" fmla="*/ 0 h 814"/>
                <a:gd name="T48" fmla="*/ 0 w 453"/>
                <a:gd name="T49" fmla="*/ 0 h 814"/>
                <a:gd name="T50" fmla="*/ 0 w 453"/>
                <a:gd name="T51" fmla="*/ 0 h 814"/>
                <a:gd name="T52" fmla="*/ 0 w 453"/>
                <a:gd name="T53" fmla="*/ 0 h 814"/>
                <a:gd name="T54" fmla="*/ 0 w 453"/>
                <a:gd name="T55" fmla="*/ 0 h 814"/>
                <a:gd name="T56" fmla="*/ 0 w 453"/>
                <a:gd name="T57" fmla="*/ 0 h 814"/>
                <a:gd name="T58" fmla="*/ 0 w 453"/>
                <a:gd name="T59" fmla="*/ 0 h 814"/>
                <a:gd name="T60" fmla="*/ 0 w 453"/>
                <a:gd name="T61" fmla="*/ 0 h 814"/>
                <a:gd name="T62" fmla="*/ 0 w 453"/>
                <a:gd name="T63" fmla="*/ 0 h 814"/>
                <a:gd name="T64" fmla="*/ 0 w 453"/>
                <a:gd name="T65" fmla="*/ 0 h 814"/>
                <a:gd name="T66" fmla="*/ 0 w 453"/>
                <a:gd name="T67" fmla="*/ 0 h 814"/>
                <a:gd name="T68" fmla="*/ 0 w 453"/>
                <a:gd name="T69" fmla="*/ 0 h 814"/>
                <a:gd name="T70" fmla="*/ 0 w 453"/>
                <a:gd name="T71" fmla="*/ 0 h 814"/>
                <a:gd name="T72" fmla="*/ 0 w 453"/>
                <a:gd name="T73" fmla="*/ 0 h 814"/>
                <a:gd name="T74" fmla="*/ 0 w 453"/>
                <a:gd name="T75" fmla="*/ 0 h 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53" h="814">
                  <a:moveTo>
                    <a:pt x="110" y="0"/>
                  </a:moveTo>
                  <a:lnTo>
                    <a:pt x="52" y="52"/>
                  </a:lnTo>
                  <a:lnTo>
                    <a:pt x="0" y="134"/>
                  </a:lnTo>
                  <a:lnTo>
                    <a:pt x="70" y="180"/>
                  </a:lnTo>
                  <a:lnTo>
                    <a:pt x="70" y="291"/>
                  </a:lnTo>
                  <a:lnTo>
                    <a:pt x="110" y="314"/>
                  </a:lnTo>
                  <a:lnTo>
                    <a:pt x="180" y="267"/>
                  </a:lnTo>
                  <a:lnTo>
                    <a:pt x="227" y="267"/>
                  </a:lnTo>
                  <a:lnTo>
                    <a:pt x="337" y="406"/>
                  </a:lnTo>
                  <a:lnTo>
                    <a:pt x="337" y="453"/>
                  </a:lnTo>
                  <a:lnTo>
                    <a:pt x="360" y="494"/>
                  </a:lnTo>
                  <a:lnTo>
                    <a:pt x="360" y="563"/>
                  </a:lnTo>
                  <a:lnTo>
                    <a:pt x="337" y="587"/>
                  </a:lnTo>
                  <a:lnTo>
                    <a:pt x="272" y="563"/>
                  </a:lnTo>
                  <a:lnTo>
                    <a:pt x="227" y="518"/>
                  </a:lnTo>
                  <a:lnTo>
                    <a:pt x="174" y="570"/>
                  </a:lnTo>
                  <a:lnTo>
                    <a:pt x="157" y="610"/>
                  </a:lnTo>
                  <a:lnTo>
                    <a:pt x="180" y="697"/>
                  </a:lnTo>
                  <a:lnTo>
                    <a:pt x="227" y="744"/>
                  </a:lnTo>
                  <a:lnTo>
                    <a:pt x="296" y="814"/>
                  </a:lnTo>
                  <a:lnTo>
                    <a:pt x="319" y="790"/>
                  </a:lnTo>
                  <a:lnTo>
                    <a:pt x="360" y="744"/>
                  </a:lnTo>
                  <a:lnTo>
                    <a:pt x="360" y="697"/>
                  </a:lnTo>
                  <a:lnTo>
                    <a:pt x="407" y="674"/>
                  </a:lnTo>
                  <a:lnTo>
                    <a:pt x="447" y="650"/>
                  </a:lnTo>
                  <a:lnTo>
                    <a:pt x="453" y="610"/>
                  </a:lnTo>
                  <a:lnTo>
                    <a:pt x="407" y="563"/>
                  </a:lnTo>
                  <a:lnTo>
                    <a:pt x="436" y="494"/>
                  </a:lnTo>
                  <a:lnTo>
                    <a:pt x="447" y="471"/>
                  </a:lnTo>
                  <a:lnTo>
                    <a:pt x="424" y="424"/>
                  </a:lnTo>
                  <a:lnTo>
                    <a:pt x="319" y="267"/>
                  </a:lnTo>
                  <a:lnTo>
                    <a:pt x="250" y="204"/>
                  </a:lnTo>
                  <a:lnTo>
                    <a:pt x="272" y="134"/>
                  </a:lnTo>
                  <a:lnTo>
                    <a:pt x="250" y="87"/>
                  </a:lnTo>
                  <a:lnTo>
                    <a:pt x="227" y="64"/>
                  </a:lnTo>
                  <a:lnTo>
                    <a:pt x="157" y="64"/>
                  </a:lnTo>
                  <a:lnTo>
                    <a:pt x="157" y="23"/>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40462" name="Freeform 434">
              <a:extLst>
                <a:ext uri="{FF2B5EF4-FFF2-40B4-BE49-F238E27FC236}">
                  <a16:creationId xmlns:a16="http://schemas.microsoft.com/office/drawing/2014/main" id="{98756DF4-9F75-87F7-A478-462CDFED8C87}"/>
                </a:ext>
              </a:extLst>
            </p:cNvPr>
            <p:cNvSpPr>
              <a:spLocks/>
            </p:cNvSpPr>
            <p:nvPr/>
          </p:nvSpPr>
          <p:spPr bwMode="auto">
            <a:xfrm>
              <a:off x="3276" y="711"/>
              <a:ext cx="37" cy="69"/>
            </a:xfrm>
            <a:custGeom>
              <a:avLst/>
              <a:gdLst>
                <a:gd name="T0" fmla="*/ 0 w 482"/>
                <a:gd name="T1" fmla="*/ 0 h 854"/>
                <a:gd name="T2" fmla="*/ 0 w 482"/>
                <a:gd name="T3" fmla="*/ 0 h 854"/>
                <a:gd name="T4" fmla="*/ 0 w 482"/>
                <a:gd name="T5" fmla="*/ 0 h 854"/>
                <a:gd name="T6" fmla="*/ 0 w 482"/>
                <a:gd name="T7" fmla="*/ 0 h 854"/>
                <a:gd name="T8" fmla="*/ 0 w 482"/>
                <a:gd name="T9" fmla="*/ 0 h 854"/>
                <a:gd name="T10" fmla="*/ 0 w 482"/>
                <a:gd name="T11" fmla="*/ 0 h 854"/>
                <a:gd name="T12" fmla="*/ 0 w 482"/>
                <a:gd name="T13" fmla="*/ 0 h 854"/>
                <a:gd name="T14" fmla="*/ 0 w 482"/>
                <a:gd name="T15" fmla="*/ 0 h 854"/>
                <a:gd name="T16" fmla="*/ 0 w 482"/>
                <a:gd name="T17" fmla="*/ 0 h 854"/>
                <a:gd name="T18" fmla="*/ 0 w 482"/>
                <a:gd name="T19" fmla="*/ 0 h 854"/>
                <a:gd name="T20" fmla="*/ 0 w 482"/>
                <a:gd name="T21" fmla="*/ 0 h 854"/>
                <a:gd name="T22" fmla="*/ 0 w 482"/>
                <a:gd name="T23" fmla="*/ 0 h 854"/>
                <a:gd name="T24" fmla="*/ 0 w 482"/>
                <a:gd name="T25" fmla="*/ 0 h 854"/>
                <a:gd name="T26" fmla="*/ 0 w 482"/>
                <a:gd name="T27" fmla="*/ 0 h 854"/>
                <a:gd name="T28" fmla="*/ 0 w 482"/>
                <a:gd name="T29" fmla="*/ 0 h 854"/>
                <a:gd name="T30" fmla="*/ 0 w 482"/>
                <a:gd name="T31" fmla="*/ 0 h 854"/>
                <a:gd name="T32" fmla="*/ 0 w 482"/>
                <a:gd name="T33" fmla="*/ 0 h 854"/>
                <a:gd name="T34" fmla="*/ 0 w 482"/>
                <a:gd name="T35" fmla="*/ 0 h 854"/>
                <a:gd name="T36" fmla="*/ 0 w 482"/>
                <a:gd name="T37" fmla="*/ 0 h 854"/>
                <a:gd name="T38" fmla="*/ 0 w 482"/>
                <a:gd name="T39" fmla="*/ 0 h 854"/>
                <a:gd name="T40" fmla="*/ 0 w 482"/>
                <a:gd name="T41" fmla="*/ 0 h 854"/>
                <a:gd name="T42" fmla="*/ 0 w 482"/>
                <a:gd name="T43" fmla="*/ 0 h 854"/>
                <a:gd name="T44" fmla="*/ 0 w 482"/>
                <a:gd name="T45" fmla="*/ 0 h 854"/>
                <a:gd name="T46" fmla="*/ 0 w 482"/>
                <a:gd name="T47" fmla="*/ 0 h 854"/>
                <a:gd name="T48" fmla="*/ 0 w 482"/>
                <a:gd name="T49" fmla="*/ 0 h 854"/>
                <a:gd name="T50" fmla="*/ 0 w 482"/>
                <a:gd name="T51" fmla="*/ 0 h 854"/>
                <a:gd name="T52" fmla="*/ 0 w 482"/>
                <a:gd name="T53" fmla="*/ 0 h 854"/>
                <a:gd name="T54" fmla="*/ 0 w 482"/>
                <a:gd name="T55" fmla="*/ 0 h 854"/>
                <a:gd name="T56" fmla="*/ 0 w 482"/>
                <a:gd name="T57" fmla="*/ 0 h 854"/>
                <a:gd name="T58" fmla="*/ 0 w 482"/>
                <a:gd name="T59" fmla="*/ 0 h 854"/>
                <a:gd name="T60" fmla="*/ 0 w 482"/>
                <a:gd name="T61" fmla="*/ 0 h 854"/>
                <a:gd name="T62" fmla="*/ 0 w 482"/>
                <a:gd name="T63" fmla="*/ 0 h 854"/>
                <a:gd name="T64" fmla="*/ 0 w 482"/>
                <a:gd name="T65" fmla="*/ 0 h 854"/>
                <a:gd name="T66" fmla="*/ 0 w 482"/>
                <a:gd name="T67" fmla="*/ 0 h 8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82" h="854">
                  <a:moveTo>
                    <a:pt x="122" y="0"/>
                  </a:moveTo>
                  <a:lnTo>
                    <a:pt x="99" y="28"/>
                  </a:lnTo>
                  <a:lnTo>
                    <a:pt x="58" y="75"/>
                  </a:lnTo>
                  <a:lnTo>
                    <a:pt x="0" y="140"/>
                  </a:lnTo>
                  <a:lnTo>
                    <a:pt x="75" y="272"/>
                  </a:lnTo>
                  <a:lnTo>
                    <a:pt x="75" y="360"/>
                  </a:lnTo>
                  <a:lnTo>
                    <a:pt x="75" y="406"/>
                  </a:lnTo>
                  <a:lnTo>
                    <a:pt x="99" y="476"/>
                  </a:lnTo>
                  <a:lnTo>
                    <a:pt x="75" y="656"/>
                  </a:lnTo>
                  <a:lnTo>
                    <a:pt x="75" y="720"/>
                  </a:lnTo>
                  <a:lnTo>
                    <a:pt x="145" y="767"/>
                  </a:lnTo>
                  <a:lnTo>
                    <a:pt x="168" y="848"/>
                  </a:lnTo>
                  <a:lnTo>
                    <a:pt x="232" y="854"/>
                  </a:lnTo>
                  <a:lnTo>
                    <a:pt x="192" y="743"/>
                  </a:lnTo>
                  <a:lnTo>
                    <a:pt x="145" y="697"/>
                  </a:lnTo>
                  <a:lnTo>
                    <a:pt x="168" y="540"/>
                  </a:lnTo>
                  <a:lnTo>
                    <a:pt x="168" y="453"/>
                  </a:lnTo>
                  <a:lnTo>
                    <a:pt x="232" y="476"/>
                  </a:lnTo>
                  <a:lnTo>
                    <a:pt x="279" y="476"/>
                  </a:lnTo>
                  <a:lnTo>
                    <a:pt x="302" y="429"/>
                  </a:lnTo>
                  <a:lnTo>
                    <a:pt x="349" y="384"/>
                  </a:lnTo>
                  <a:lnTo>
                    <a:pt x="394" y="429"/>
                  </a:lnTo>
                  <a:lnTo>
                    <a:pt x="476" y="453"/>
                  </a:lnTo>
                  <a:lnTo>
                    <a:pt x="482" y="406"/>
                  </a:lnTo>
                  <a:lnTo>
                    <a:pt x="482" y="337"/>
                  </a:lnTo>
                  <a:lnTo>
                    <a:pt x="459" y="272"/>
                  </a:lnTo>
                  <a:lnTo>
                    <a:pt x="394" y="180"/>
                  </a:lnTo>
                  <a:lnTo>
                    <a:pt x="349" y="133"/>
                  </a:lnTo>
                  <a:lnTo>
                    <a:pt x="296" y="140"/>
                  </a:lnTo>
                  <a:lnTo>
                    <a:pt x="232" y="180"/>
                  </a:lnTo>
                  <a:lnTo>
                    <a:pt x="192" y="133"/>
                  </a:lnTo>
                  <a:lnTo>
                    <a:pt x="185" y="58"/>
                  </a:lnTo>
                  <a:lnTo>
                    <a:pt x="168" y="23"/>
                  </a:lnTo>
                  <a:lnTo>
                    <a:pt x="122" y="0"/>
                  </a:lnTo>
                  <a:close/>
                </a:path>
              </a:pathLst>
            </a:custGeom>
            <a:solidFill>
              <a:srgbClr val="FFFFFF"/>
            </a:solidFill>
            <a:ln w="9525">
              <a:solidFill>
                <a:srgbClr val="000000"/>
              </a:solidFill>
              <a:round/>
              <a:headEnd/>
              <a:tailEnd/>
            </a:ln>
          </p:spPr>
          <p:txBody>
            <a:bodyPr/>
            <a:lstStyle/>
            <a:p>
              <a:endParaRPr lang="ko-KR" altLang="en-US"/>
            </a:p>
          </p:txBody>
        </p:sp>
        <p:sp>
          <p:nvSpPr>
            <p:cNvPr id="440463" name="Freeform 435">
              <a:extLst>
                <a:ext uri="{FF2B5EF4-FFF2-40B4-BE49-F238E27FC236}">
                  <a16:creationId xmlns:a16="http://schemas.microsoft.com/office/drawing/2014/main" id="{E6FFAF06-5AD1-2A00-0A3E-6798DC634581}"/>
                </a:ext>
              </a:extLst>
            </p:cNvPr>
            <p:cNvSpPr>
              <a:spLocks/>
            </p:cNvSpPr>
            <p:nvPr/>
          </p:nvSpPr>
          <p:spPr bwMode="auto">
            <a:xfrm>
              <a:off x="3254" y="668"/>
              <a:ext cx="41" cy="87"/>
            </a:xfrm>
            <a:custGeom>
              <a:avLst/>
              <a:gdLst>
                <a:gd name="T0" fmla="*/ 0 w 534"/>
                <a:gd name="T1" fmla="*/ 0 h 1075"/>
                <a:gd name="T2" fmla="*/ 0 w 534"/>
                <a:gd name="T3" fmla="*/ 0 h 1075"/>
                <a:gd name="T4" fmla="*/ 0 w 534"/>
                <a:gd name="T5" fmla="*/ 0 h 1075"/>
                <a:gd name="T6" fmla="*/ 0 w 534"/>
                <a:gd name="T7" fmla="*/ 0 h 1075"/>
                <a:gd name="T8" fmla="*/ 0 w 534"/>
                <a:gd name="T9" fmla="*/ 0 h 1075"/>
                <a:gd name="T10" fmla="*/ 0 w 534"/>
                <a:gd name="T11" fmla="*/ 0 h 1075"/>
                <a:gd name="T12" fmla="*/ 0 w 534"/>
                <a:gd name="T13" fmla="*/ 0 h 1075"/>
                <a:gd name="T14" fmla="*/ 0 w 534"/>
                <a:gd name="T15" fmla="*/ 0 h 1075"/>
                <a:gd name="T16" fmla="*/ 0 w 534"/>
                <a:gd name="T17" fmla="*/ 0 h 1075"/>
                <a:gd name="T18" fmla="*/ 0 w 534"/>
                <a:gd name="T19" fmla="*/ 0 h 1075"/>
                <a:gd name="T20" fmla="*/ 0 w 534"/>
                <a:gd name="T21" fmla="*/ 0 h 1075"/>
                <a:gd name="T22" fmla="*/ 0 w 534"/>
                <a:gd name="T23" fmla="*/ 0 h 1075"/>
                <a:gd name="T24" fmla="*/ 0 w 534"/>
                <a:gd name="T25" fmla="*/ 0 h 1075"/>
                <a:gd name="T26" fmla="*/ 0 w 534"/>
                <a:gd name="T27" fmla="*/ 0 h 1075"/>
                <a:gd name="T28" fmla="*/ 0 w 534"/>
                <a:gd name="T29" fmla="*/ 0 h 1075"/>
                <a:gd name="T30" fmla="*/ 0 w 534"/>
                <a:gd name="T31" fmla="*/ 0 h 1075"/>
                <a:gd name="T32" fmla="*/ 0 w 534"/>
                <a:gd name="T33" fmla="*/ 0 h 1075"/>
                <a:gd name="T34" fmla="*/ 0 w 534"/>
                <a:gd name="T35" fmla="*/ 0 h 1075"/>
                <a:gd name="T36" fmla="*/ 0 w 534"/>
                <a:gd name="T37" fmla="*/ 0 h 1075"/>
                <a:gd name="T38" fmla="*/ 0 w 534"/>
                <a:gd name="T39" fmla="*/ 0 h 1075"/>
                <a:gd name="T40" fmla="*/ 0 w 534"/>
                <a:gd name="T41" fmla="*/ 0 h 1075"/>
                <a:gd name="T42" fmla="*/ 0 w 534"/>
                <a:gd name="T43" fmla="*/ 0 h 1075"/>
                <a:gd name="T44" fmla="*/ 0 w 534"/>
                <a:gd name="T45" fmla="*/ 0 h 1075"/>
                <a:gd name="T46" fmla="*/ 0 w 534"/>
                <a:gd name="T47" fmla="*/ 0 h 1075"/>
                <a:gd name="T48" fmla="*/ 0 w 534"/>
                <a:gd name="T49" fmla="*/ 0 h 1075"/>
                <a:gd name="T50" fmla="*/ 0 w 534"/>
                <a:gd name="T51" fmla="*/ 0 h 1075"/>
                <a:gd name="T52" fmla="*/ 0 w 534"/>
                <a:gd name="T53" fmla="*/ 0 h 1075"/>
                <a:gd name="T54" fmla="*/ 0 w 534"/>
                <a:gd name="T55" fmla="*/ 0 h 1075"/>
                <a:gd name="T56" fmla="*/ 0 w 534"/>
                <a:gd name="T57" fmla="*/ 0 h 1075"/>
                <a:gd name="T58" fmla="*/ 0 w 534"/>
                <a:gd name="T59" fmla="*/ 0 h 1075"/>
                <a:gd name="T60" fmla="*/ 0 w 534"/>
                <a:gd name="T61" fmla="*/ 0 h 1075"/>
                <a:gd name="T62" fmla="*/ 0 w 534"/>
                <a:gd name="T63" fmla="*/ 0 h 1075"/>
                <a:gd name="T64" fmla="*/ 0 w 534"/>
                <a:gd name="T65" fmla="*/ 0 h 1075"/>
                <a:gd name="T66" fmla="*/ 0 w 534"/>
                <a:gd name="T67" fmla="*/ 0 h 1075"/>
                <a:gd name="T68" fmla="*/ 0 w 534"/>
                <a:gd name="T69" fmla="*/ 0 h 1075"/>
                <a:gd name="T70" fmla="*/ 0 w 534"/>
                <a:gd name="T71" fmla="*/ 0 h 1075"/>
                <a:gd name="T72" fmla="*/ 0 w 534"/>
                <a:gd name="T73" fmla="*/ 0 h 1075"/>
                <a:gd name="T74" fmla="*/ 0 w 534"/>
                <a:gd name="T75" fmla="*/ 0 h 10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34" h="1075">
                  <a:moveTo>
                    <a:pt x="244" y="0"/>
                  </a:moveTo>
                  <a:lnTo>
                    <a:pt x="203" y="47"/>
                  </a:lnTo>
                  <a:lnTo>
                    <a:pt x="133" y="110"/>
                  </a:lnTo>
                  <a:lnTo>
                    <a:pt x="93" y="204"/>
                  </a:lnTo>
                  <a:lnTo>
                    <a:pt x="93" y="308"/>
                  </a:lnTo>
                  <a:lnTo>
                    <a:pt x="35" y="308"/>
                  </a:lnTo>
                  <a:lnTo>
                    <a:pt x="23" y="354"/>
                  </a:lnTo>
                  <a:lnTo>
                    <a:pt x="17" y="459"/>
                  </a:lnTo>
                  <a:lnTo>
                    <a:pt x="0" y="511"/>
                  </a:lnTo>
                  <a:lnTo>
                    <a:pt x="63" y="558"/>
                  </a:lnTo>
                  <a:lnTo>
                    <a:pt x="110" y="715"/>
                  </a:lnTo>
                  <a:lnTo>
                    <a:pt x="150" y="785"/>
                  </a:lnTo>
                  <a:lnTo>
                    <a:pt x="180" y="807"/>
                  </a:lnTo>
                  <a:lnTo>
                    <a:pt x="220" y="807"/>
                  </a:lnTo>
                  <a:lnTo>
                    <a:pt x="244" y="715"/>
                  </a:lnTo>
                  <a:lnTo>
                    <a:pt x="290" y="762"/>
                  </a:lnTo>
                  <a:lnTo>
                    <a:pt x="290" y="825"/>
                  </a:lnTo>
                  <a:lnTo>
                    <a:pt x="337" y="895"/>
                  </a:lnTo>
                  <a:lnTo>
                    <a:pt x="354" y="919"/>
                  </a:lnTo>
                  <a:lnTo>
                    <a:pt x="354" y="1011"/>
                  </a:lnTo>
                  <a:lnTo>
                    <a:pt x="401" y="1075"/>
                  </a:lnTo>
                  <a:lnTo>
                    <a:pt x="401" y="988"/>
                  </a:lnTo>
                  <a:lnTo>
                    <a:pt x="377" y="941"/>
                  </a:lnTo>
                  <a:lnTo>
                    <a:pt x="377" y="825"/>
                  </a:lnTo>
                  <a:lnTo>
                    <a:pt x="337" y="738"/>
                  </a:lnTo>
                  <a:lnTo>
                    <a:pt x="302" y="663"/>
                  </a:lnTo>
                  <a:lnTo>
                    <a:pt x="349" y="610"/>
                  </a:lnTo>
                  <a:lnTo>
                    <a:pt x="384" y="575"/>
                  </a:lnTo>
                  <a:lnTo>
                    <a:pt x="424" y="535"/>
                  </a:lnTo>
                  <a:lnTo>
                    <a:pt x="470" y="465"/>
                  </a:lnTo>
                  <a:lnTo>
                    <a:pt x="534" y="406"/>
                  </a:lnTo>
                  <a:lnTo>
                    <a:pt x="505" y="291"/>
                  </a:lnTo>
                  <a:lnTo>
                    <a:pt x="424" y="284"/>
                  </a:lnTo>
                  <a:lnTo>
                    <a:pt x="354" y="221"/>
                  </a:lnTo>
                  <a:lnTo>
                    <a:pt x="354" y="134"/>
                  </a:lnTo>
                  <a:lnTo>
                    <a:pt x="314" y="30"/>
                  </a:lnTo>
                  <a:lnTo>
                    <a:pt x="290" y="24"/>
                  </a:lnTo>
                  <a:lnTo>
                    <a:pt x="244" y="0"/>
                  </a:lnTo>
                  <a:close/>
                </a:path>
              </a:pathLst>
            </a:custGeom>
            <a:solidFill>
              <a:srgbClr val="FFFFFF"/>
            </a:solidFill>
            <a:ln w="9525">
              <a:solidFill>
                <a:srgbClr val="000000"/>
              </a:solidFill>
              <a:round/>
              <a:headEnd/>
              <a:tailEnd/>
            </a:ln>
          </p:spPr>
          <p:txBody>
            <a:bodyPr/>
            <a:lstStyle/>
            <a:p>
              <a:endParaRPr lang="ko-KR" altLang="en-US"/>
            </a:p>
          </p:txBody>
        </p:sp>
        <p:sp>
          <p:nvSpPr>
            <p:cNvPr id="440464" name="Freeform 436">
              <a:extLst>
                <a:ext uri="{FF2B5EF4-FFF2-40B4-BE49-F238E27FC236}">
                  <a16:creationId xmlns:a16="http://schemas.microsoft.com/office/drawing/2014/main" id="{C3D308E1-C5C8-C709-1F98-341C5B78D0C9}"/>
                </a:ext>
              </a:extLst>
            </p:cNvPr>
            <p:cNvSpPr>
              <a:spLocks/>
            </p:cNvSpPr>
            <p:nvPr/>
          </p:nvSpPr>
          <p:spPr bwMode="auto">
            <a:xfrm>
              <a:off x="3233" y="680"/>
              <a:ext cx="22" cy="29"/>
            </a:xfrm>
            <a:custGeom>
              <a:avLst/>
              <a:gdLst>
                <a:gd name="T0" fmla="*/ 0 w 291"/>
                <a:gd name="T1" fmla="*/ 0 h 366"/>
                <a:gd name="T2" fmla="*/ 0 w 291"/>
                <a:gd name="T3" fmla="*/ 0 h 366"/>
                <a:gd name="T4" fmla="*/ 0 w 291"/>
                <a:gd name="T5" fmla="*/ 0 h 366"/>
                <a:gd name="T6" fmla="*/ 0 w 291"/>
                <a:gd name="T7" fmla="*/ 0 h 366"/>
                <a:gd name="T8" fmla="*/ 0 w 291"/>
                <a:gd name="T9" fmla="*/ 0 h 366"/>
                <a:gd name="T10" fmla="*/ 0 w 291"/>
                <a:gd name="T11" fmla="*/ 0 h 366"/>
                <a:gd name="T12" fmla="*/ 0 w 291"/>
                <a:gd name="T13" fmla="*/ 0 h 366"/>
                <a:gd name="T14" fmla="*/ 0 w 291"/>
                <a:gd name="T15" fmla="*/ 0 h 366"/>
                <a:gd name="T16" fmla="*/ 0 w 291"/>
                <a:gd name="T17" fmla="*/ 0 h 366"/>
                <a:gd name="T18" fmla="*/ 0 w 291"/>
                <a:gd name="T19" fmla="*/ 0 h 366"/>
                <a:gd name="T20" fmla="*/ 0 w 291"/>
                <a:gd name="T21" fmla="*/ 0 h 366"/>
                <a:gd name="T22" fmla="*/ 0 w 291"/>
                <a:gd name="T23" fmla="*/ 0 h 366"/>
                <a:gd name="T24" fmla="*/ 0 w 291"/>
                <a:gd name="T25" fmla="*/ 0 h 366"/>
                <a:gd name="T26" fmla="*/ 0 w 291"/>
                <a:gd name="T27" fmla="*/ 0 h 366"/>
                <a:gd name="T28" fmla="*/ 0 w 291"/>
                <a:gd name="T29" fmla="*/ 0 h 366"/>
                <a:gd name="T30" fmla="*/ 0 w 291"/>
                <a:gd name="T31" fmla="*/ 0 h 366"/>
                <a:gd name="T32" fmla="*/ 0 w 291"/>
                <a:gd name="T33" fmla="*/ 0 h 366"/>
                <a:gd name="T34" fmla="*/ 0 w 291"/>
                <a:gd name="T35" fmla="*/ 0 h 366"/>
                <a:gd name="T36" fmla="*/ 0 w 291"/>
                <a:gd name="T37" fmla="*/ 0 h 366"/>
                <a:gd name="T38" fmla="*/ 0 w 291"/>
                <a:gd name="T39" fmla="*/ 0 h 366"/>
                <a:gd name="T40" fmla="*/ 0 w 291"/>
                <a:gd name="T41" fmla="*/ 0 h 366"/>
                <a:gd name="T42" fmla="*/ 0 w 291"/>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1" h="366">
                  <a:moveTo>
                    <a:pt x="274" y="366"/>
                  </a:moveTo>
                  <a:lnTo>
                    <a:pt x="245" y="289"/>
                  </a:lnTo>
                  <a:lnTo>
                    <a:pt x="175" y="202"/>
                  </a:lnTo>
                  <a:lnTo>
                    <a:pt x="134" y="156"/>
                  </a:lnTo>
                  <a:lnTo>
                    <a:pt x="88" y="92"/>
                  </a:lnTo>
                  <a:lnTo>
                    <a:pt x="65" y="110"/>
                  </a:lnTo>
                  <a:lnTo>
                    <a:pt x="65" y="179"/>
                  </a:lnTo>
                  <a:lnTo>
                    <a:pt x="18" y="249"/>
                  </a:lnTo>
                  <a:lnTo>
                    <a:pt x="18" y="179"/>
                  </a:lnTo>
                  <a:lnTo>
                    <a:pt x="18" y="69"/>
                  </a:lnTo>
                  <a:lnTo>
                    <a:pt x="0" y="45"/>
                  </a:lnTo>
                  <a:lnTo>
                    <a:pt x="0" y="5"/>
                  </a:lnTo>
                  <a:lnTo>
                    <a:pt x="30" y="0"/>
                  </a:lnTo>
                  <a:lnTo>
                    <a:pt x="140" y="22"/>
                  </a:lnTo>
                  <a:lnTo>
                    <a:pt x="152" y="63"/>
                  </a:lnTo>
                  <a:lnTo>
                    <a:pt x="204" y="57"/>
                  </a:lnTo>
                  <a:lnTo>
                    <a:pt x="227" y="98"/>
                  </a:lnTo>
                  <a:lnTo>
                    <a:pt x="233" y="162"/>
                  </a:lnTo>
                  <a:lnTo>
                    <a:pt x="279" y="226"/>
                  </a:lnTo>
                  <a:lnTo>
                    <a:pt x="291" y="249"/>
                  </a:lnTo>
                  <a:lnTo>
                    <a:pt x="285" y="313"/>
                  </a:lnTo>
                  <a:lnTo>
                    <a:pt x="274" y="366"/>
                  </a:lnTo>
                  <a:close/>
                </a:path>
              </a:pathLst>
            </a:custGeom>
            <a:solidFill>
              <a:srgbClr val="FFFFFF"/>
            </a:solidFill>
            <a:ln w="9525">
              <a:solidFill>
                <a:srgbClr val="000000"/>
              </a:solidFill>
              <a:round/>
              <a:headEnd/>
              <a:tailEnd/>
            </a:ln>
          </p:spPr>
          <p:txBody>
            <a:bodyPr/>
            <a:lstStyle/>
            <a:p>
              <a:endParaRPr lang="ko-KR" altLang="en-US"/>
            </a:p>
          </p:txBody>
        </p:sp>
        <p:sp>
          <p:nvSpPr>
            <p:cNvPr id="440465" name="Freeform 437">
              <a:extLst>
                <a:ext uri="{FF2B5EF4-FFF2-40B4-BE49-F238E27FC236}">
                  <a16:creationId xmlns:a16="http://schemas.microsoft.com/office/drawing/2014/main" id="{56FB53B0-0160-E291-C98D-2FAF1ABE2491}"/>
                </a:ext>
              </a:extLst>
            </p:cNvPr>
            <p:cNvSpPr>
              <a:spLocks/>
            </p:cNvSpPr>
            <p:nvPr/>
          </p:nvSpPr>
          <p:spPr bwMode="auto">
            <a:xfrm>
              <a:off x="3231" y="663"/>
              <a:ext cx="41" cy="43"/>
            </a:xfrm>
            <a:custGeom>
              <a:avLst/>
              <a:gdLst>
                <a:gd name="T0" fmla="*/ 0 w 535"/>
                <a:gd name="T1" fmla="*/ 0 h 535"/>
                <a:gd name="T2" fmla="*/ 0 w 535"/>
                <a:gd name="T3" fmla="*/ 0 h 535"/>
                <a:gd name="T4" fmla="*/ 0 w 535"/>
                <a:gd name="T5" fmla="*/ 0 h 535"/>
                <a:gd name="T6" fmla="*/ 0 w 535"/>
                <a:gd name="T7" fmla="*/ 0 h 535"/>
                <a:gd name="T8" fmla="*/ 0 w 535"/>
                <a:gd name="T9" fmla="*/ 0 h 535"/>
                <a:gd name="T10" fmla="*/ 0 w 535"/>
                <a:gd name="T11" fmla="*/ 0 h 535"/>
                <a:gd name="T12" fmla="*/ 0 w 535"/>
                <a:gd name="T13" fmla="*/ 0 h 535"/>
                <a:gd name="T14" fmla="*/ 0 w 535"/>
                <a:gd name="T15" fmla="*/ 0 h 535"/>
                <a:gd name="T16" fmla="*/ 0 w 535"/>
                <a:gd name="T17" fmla="*/ 0 h 535"/>
                <a:gd name="T18" fmla="*/ 0 w 535"/>
                <a:gd name="T19" fmla="*/ 0 h 535"/>
                <a:gd name="T20" fmla="*/ 0 w 535"/>
                <a:gd name="T21" fmla="*/ 0 h 535"/>
                <a:gd name="T22" fmla="*/ 0 w 535"/>
                <a:gd name="T23" fmla="*/ 0 h 535"/>
                <a:gd name="T24" fmla="*/ 0 w 535"/>
                <a:gd name="T25" fmla="*/ 0 h 535"/>
                <a:gd name="T26" fmla="*/ 0 w 535"/>
                <a:gd name="T27" fmla="*/ 0 h 535"/>
                <a:gd name="T28" fmla="*/ 0 w 535"/>
                <a:gd name="T29" fmla="*/ 0 h 535"/>
                <a:gd name="T30" fmla="*/ 0 w 535"/>
                <a:gd name="T31" fmla="*/ 0 h 535"/>
                <a:gd name="T32" fmla="*/ 0 w 535"/>
                <a:gd name="T33" fmla="*/ 0 h 535"/>
                <a:gd name="T34" fmla="*/ 0 w 535"/>
                <a:gd name="T35" fmla="*/ 0 h 535"/>
                <a:gd name="T36" fmla="*/ 0 w 535"/>
                <a:gd name="T37" fmla="*/ 0 h 535"/>
                <a:gd name="T38" fmla="*/ 0 w 535"/>
                <a:gd name="T39" fmla="*/ 0 h 535"/>
                <a:gd name="T40" fmla="*/ 0 w 535"/>
                <a:gd name="T41" fmla="*/ 0 h 535"/>
                <a:gd name="T42" fmla="*/ 0 w 535"/>
                <a:gd name="T43" fmla="*/ 0 h 535"/>
                <a:gd name="T44" fmla="*/ 0 w 535"/>
                <a:gd name="T45" fmla="*/ 0 h 535"/>
                <a:gd name="T46" fmla="*/ 0 w 535"/>
                <a:gd name="T47" fmla="*/ 0 h 535"/>
                <a:gd name="T48" fmla="*/ 0 w 535"/>
                <a:gd name="T49" fmla="*/ 0 h 535"/>
                <a:gd name="T50" fmla="*/ 0 w 535"/>
                <a:gd name="T51" fmla="*/ 0 h 535"/>
                <a:gd name="T52" fmla="*/ 0 w 535"/>
                <a:gd name="T53" fmla="*/ 0 h 535"/>
                <a:gd name="T54" fmla="*/ 0 w 535"/>
                <a:gd name="T55" fmla="*/ 0 h 535"/>
                <a:gd name="T56" fmla="*/ 0 w 535"/>
                <a:gd name="T57" fmla="*/ 0 h 535"/>
                <a:gd name="T58" fmla="*/ 0 w 535"/>
                <a:gd name="T59" fmla="*/ 0 h 535"/>
                <a:gd name="T60" fmla="*/ 0 w 535"/>
                <a:gd name="T61" fmla="*/ 0 h 535"/>
                <a:gd name="T62" fmla="*/ 0 w 535"/>
                <a:gd name="T63" fmla="*/ 0 h 5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5" h="535">
                  <a:moveTo>
                    <a:pt x="314" y="535"/>
                  </a:moveTo>
                  <a:lnTo>
                    <a:pt x="314" y="471"/>
                  </a:lnTo>
                  <a:lnTo>
                    <a:pt x="250" y="378"/>
                  </a:lnTo>
                  <a:lnTo>
                    <a:pt x="250" y="332"/>
                  </a:lnTo>
                  <a:lnTo>
                    <a:pt x="250" y="309"/>
                  </a:lnTo>
                  <a:lnTo>
                    <a:pt x="238" y="285"/>
                  </a:lnTo>
                  <a:lnTo>
                    <a:pt x="175" y="291"/>
                  </a:lnTo>
                  <a:lnTo>
                    <a:pt x="163" y="250"/>
                  </a:lnTo>
                  <a:lnTo>
                    <a:pt x="41" y="222"/>
                  </a:lnTo>
                  <a:lnTo>
                    <a:pt x="6" y="222"/>
                  </a:lnTo>
                  <a:lnTo>
                    <a:pt x="0" y="198"/>
                  </a:lnTo>
                  <a:lnTo>
                    <a:pt x="35" y="94"/>
                  </a:lnTo>
                  <a:lnTo>
                    <a:pt x="70" y="94"/>
                  </a:lnTo>
                  <a:lnTo>
                    <a:pt x="70" y="157"/>
                  </a:lnTo>
                  <a:lnTo>
                    <a:pt x="111" y="204"/>
                  </a:lnTo>
                  <a:lnTo>
                    <a:pt x="227" y="180"/>
                  </a:lnTo>
                  <a:lnTo>
                    <a:pt x="227" y="77"/>
                  </a:lnTo>
                  <a:lnTo>
                    <a:pt x="273" y="65"/>
                  </a:lnTo>
                  <a:lnTo>
                    <a:pt x="325" y="30"/>
                  </a:lnTo>
                  <a:lnTo>
                    <a:pt x="367" y="0"/>
                  </a:lnTo>
                  <a:lnTo>
                    <a:pt x="424" y="0"/>
                  </a:lnTo>
                  <a:lnTo>
                    <a:pt x="442" y="0"/>
                  </a:lnTo>
                  <a:lnTo>
                    <a:pt x="459" y="42"/>
                  </a:lnTo>
                  <a:lnTo>
                    <a:pt x="535" y="70"/>
                  </a:lnTo>
                  <a:lnTo>
                    <a:pt x="506" y="105"/>
                  </a:lnTo>
                  <a:lnTo>
                    <a:pt x="424" y="192"/>
                  </a:lnTo>
                  <a:lnTo>
                    <a:pt x="395" y="250"/>
                  </a:lnTo>
                  <a:lnTo>
                    <a:pt x="384" y="332"/>
                  </a:lnTo>
                  <a:lnTo>
                    <a:pt x="384" y="378"/>
                  </a:lnTo>
                  <a:lnTo>
                    <a:pt x="337" y="378"/>
                  </a:lnTo>
                  <a:lnTo>
                    <a:pt x="314" y="448"/>
                  </a:lnTo>
                  <a:lnTo>
                    <a:pt x="314" y="535"/>
                  </a:lnTo>
                  <a:close/>
                </a:path>
              </a:pathLst>
            </a:custGeom>
            <a:solidFill>
              <a:srgbClr val="FFFFFF"/>
            </a:solidFill>
            <a:ln w="9525">
              <a:solidFill>
                <a:srgbClr val="000000"/>
              </a:solidFill>
              <a:round/>
              <a:headEnd/>
              <a:tailEnd/>
            </a:ln>
          </p:spPr>
          <p:txBody>
            <a:bodyPr/>
            <a:lstStyle/>
            <a:p>
              <a:endParaRPr lang="ko-KR" altLang="en-US"/>
            </a:p>
          </p:txBody>
        </p:sp>
        <p:sp>
          <p:nvSpPr>
            <p:cNvPr id="440466" name="Freeform 438">
              <a:extLst>
                <a:ext uri="{FF2B5EF4-FFF2-40B4-BE49-F238E27FC236}">
                  <a16:creationId xmlns:a16="http://schemas.microsoft.com/office/drawing/2014/main" id="{B3BEBED3-4472-FF33-03A9-4560A5AB939C}"/>
                </a:ext>
              </a:extLst>
            </p:cNvPr>
            <p:cNvSpPr>
              <a:spLocks/>
            </p:cNvSpPr>
            <p:nvPr/>
          </p:nvSpPr>
          <p:spPr bwMode="auto">
            <a:xfrm>
              <a:off x="3236" y="668"/>
              <a:ext cx="13" cy="11"/>
            </a:xfrm>
            <a:custGeom>
              <a:avLst/>
              <a:gdLst>
                <a:gd name="T0" fmla="*/ 0 w 168"/>
                <a:gd name="T1" fmla="*/ 0 h 127"/>
                <a:gd name="T2" fmla="*/ 0 w 168"/>
                <a:gd name="T3" fmla="*/ 0 h 127"/>
                <a:gd name="T4" fmla="*/ 0 w 168"/>
                <a:gd name="T5" fmla="*/ 0 h 127"/>
                <a:gd name="T6" fmla="*/ 0 w 168"/>
                <a:gd name="T7" fmla="*/ 0 h 127"/>
                <a:gd name="T8" fmla="*/ 0 w 168"/>
                <a:gd name="T9" fmla="*/ 0 h 127"/>
                <a:gd name="T10" fmla="*/ 0 w 168"/>
                <a:gd name="T11" fmla="*/ 0 h 127"/>
                <a:gd name="T12" fmla="*/ 0 w 168"/>
                <a:gd name="T13" fmla="*/ 0 h 127"/>
                <a:gd name="T14" fmla="*/ 0 w 168"/>
                <a:gd name="T15" fmla="*/ 0 h 127"/>
                <a:gd name="T16" fmla="*/ 0 w 168"/>
                <a:gd name="T17" fmla="*/ 0 h 127"/>
                <a:gd name="T18" fmla="*/ 0 w 168"/>
                <a:gd name="T19" fmla="*/ 0 h 127"/>
                <a:gd name="T20" fmla="*/ 0 w 168"/>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8" h="127">
                  <a:moveTo>
                    <a:pt x="0" y="17"/>
                  </a:moveTo>
                  <a:lnTo>
                    <a:pt x="0" y="75"/>
                  </a:lnTo>
                  <a:lnTo>
                    <a:pt x="18" y="103"/>
                  </a:lnTo>
                  <a:lnTo>
                    <a:pt x="46" y="127"/>
                  </a:lnTo>
                  <a:lnTo>
                    <a:pt x="116" y="110"/>
                  </a:lnTo>
                  <a:lnTo>
                    <a:pt x="168" y="98"/>
                  </a:lnTo>
                  <a:lnTo>
                    <a:pt x="163" y="33"/>
                  </a:lnTo>
                  <a:lnTo>
                    <a:pt x="168" y="0"/>
                  </a:lnTo>
                  <a:lnTo>
                    <a:pt x="98" y="17"/>
                  </a:lnTo>
                  <a:lnTo>
                    <a:pt x="29" y="17"/>
                  </a:lnTo>
                  <a:lnTo>
                    <a:pt x="0" y="17"/>
                  </a:lnTo>
                  <a:close/>
                </a:path>
              </a:pathLst>
            </a:custGeom>
            <a:solidFill>
              <a:srgbClr val="FFFFFF"/>
            </a:solidFill>
            <a:ln w="9525">
              <a:solidFill>
                <a:srgbClr val="000000"/>
              </a:solidFill>
              <a:round/>
              <a:headEnd/>
              <a:tailEnd/>
            </a:ln>
          </p:spPr>
          <p:txBody>
            <a:bodyPr/>
            <a:lstStyle/>
            <a:p>
              <a:endParaRPr lang="ko-KR" altLang="en-US"/>
            </a:p>
          </p:txBody>
        </p:sp>
        <p:sp>
          <p:nvSpPr>
            <p:cNvPr id="440467" name="Freeform 439">
              <a:extLst>
                <a:ext uri="{FF2B5EF4-FFF2-40B4-BE49-F238E27FC236}">
                  <a16:creationId xmlns:a16="http://schemas.microsoft.com/office/drawing/2014/main" id="{6D0EDB88-AF3B-9EC6-5C14-BC7854ECC4AF}"/>
                </a:ext>
              </a:extLst>
            </p:cNvPr>
            <p:cNvSpPr>
              <a:spLocks/>
            </p:cNvSpPr>
            <p:nvPr/>
          </p:nvSpPr>
          <p:spPr bwMode="auto">
            <a:xfrm>
              <a:off x="3146" y="617"/>
              <a:ext cx="88" cy="148"/>
            </a:xfrm>
            <a:custGeom>
              <a:avLst/>
              <a:gdLst>
                <a:gd name="T0" fmla="*/ 0 w 1169"/>
                <a:gd name="T1" fmla="*/ 0 h 1848"/>
                <a:gd name="T2" fmla="*/ 0 w 1169"/>
                <a:gd name="T3" fmla="*/ 0 h 1848"/>
                <a:gd name="T4" fmla="*/ 0 w 1169"/>
                <a:gd name="T5" fmla="*/ 0 h 1848"/>
                <a:gd name="T6" fmla="*/ 0 w 1169"/>
                <a:gd name="T7" fmla="*/ 0 h 1848"/>
                <a:gd name="T8" fmla="*/ 0 w 1169"/>
                <a:gd name="T9" fmla="*/ 0 h 1848"/>
                <a:gd name="T10" fmla="*/ 0 w 1169"/>
                <a:gd name="T11" fmla="*/ 0 h 1848"/>
                <a:gd name="T12" fmla="*/ 0 w 1169"/>
                <a:gd name="T13" fmla="*/ 0 h 1848"/>
                <a:gd name="T14" fmla="*/ 0 w 1169"/>
                <a:gd name="T15" fmla="*/ 0 h 1848"/>
                <a:gd name="T16" fmla="*/ 0 w 1169"/>
                <a:gd name="T17" fmla="*/ 0 h 1848"/>
                <a:gd name="T18" fmla="*/ 0 w 1169"/>
                <a:gd name="T19" fmla="*/ 0 h 1848"/>
                <a:gd name="T20" fmla="*/ 0 w 1169"/>
                <a:gd name="T21" fmla="*/ 0 h 1848"/>
                <a:gd name="T22" fmla="*/ 0 w 1169"/>
                <a:gd name="T23" fmla="*/ 0 h 1848"/>
                <a:gd name="T24" fmla="*/ 0 w 1169"/>
                <a:gd name="T25" fmla="*/ 0 h 1848"/>
                <a:gd name="T26" fmla="*/ 0 w 1169"/>
                <a:gd name="T27" fmla="*/ 0 h 1848"/>
                <a:gd name="T28" fmla="*/ 0 w 1169"/>
                <a:gd name="T29" fmla="*/ 0 h 1848"/>
                <a:gd name="T30" fmla="*/ 0 w 1169"/>
                <a:gd name="T31" fmla="*/ 0 h 1848"/>
                <a:gd name="T32" fmla="*/ 0 w 1169"/>
                <a:gd name="T33" fmla="*/ 0 h 1848"/>
                <a:gd name="T34" fmla="*/ 0 w 1169"/>
                <a:gd name="T35" fmla="*/ 0 h 1848"/>
                <a:gd name="T36" fmla="*/ 0 w 1169"/>
                <a:gd name="T37" fmla="*/ 0 h 1848"/>
                <a:gd name="T38" fmla="*/ 0 w 1169"/>
                <a:gd name="T39" fmla="*/ 0 h 1848"/>
                <a:gd name="T40" fmla="*/ 0 w 1169"/>
                <a:gd name="T41" fmla="*/ 0 h 1848"/>
                <a:gd name="T42" fmla="*/ 0 w 1169"/>
                <a:gd name="T43" fmla="*/ 0 h 1848"/>
                <a:gd name="T44" fmla="*/ 0 w 1169"/>
                <a:gd name="T45" fmla="*/ 0 h 1848"/>
                <a:gd name="T46" fmla="*/ 0 w 1169"/>
                <a:gd name="T47" fmla="*/ 0 h 1848"/>
                <a:gd name="T48" fmla="*/ 0 w 1169"/>
                <a:gd name="T49" fmla="*/ 0 h 1848"/>
                <a:gd name="T50" fmla="*/ 0 w 1169"/>
                <a:gd name="T51" fmla="*/ 0 h 1848"/>
                <a:gd name="T52" fmla="*/ 0 w 1169"/>
                <a:gd name="T53" fmla="*/ 0 h 1848"/>
                <a:gd name="T54" fmla="*/ 0 w 1169"/>
                <a:gd name="T55" fmla="*/ 0 h 1848"/>
                <a:gd name="T56" fmla="*/ 0 w 1169"/>
                <a:gd name="T57" fmla="*/ 0 h 1848"/>
                <a:gd name="T58" fmla="*/ 0 w 1169"/>
                <a:gd name="T59" fmla="*/ 0 h 1848"/>
                <a:gd name="T60" fmla="*/ 0 w 1169"/>
                <a:gd name="T61" fmla="*/ 0 h 1848"/>
                <a:gd name="T62" fmla="*/ 0 w 1169"/>
                <a:gd name="T63" fmla="*/ 0 h 1848"/>
                <a:gd name="T64" fmla="*/ 0 w 1169"/>
                <a:gd name="T65" fmla="*/ 0 h 1848"/>
                <a:gd name="T66" fmla="*/ 0 w 1169"/>
                <a:gd name="T67" fmla="*/ 0 h 1848"/>
                <a:gd name="T68" fmla="*/ 0 w 1169"/>
                <a:gd name="T69" fmla="*/ 0 h 1848"/>
                <a:gd name="T70" fmla="*/ 0 w 1169"/>
                <a:gd name="T71" fmla="*/ 0 h 1848"/>
                <a:gd name="T72" fmla="*/ 0 w 1169"/>
                <a:gd name="T73" fmla="*/ 0 h 1848"/>
                <a:gd name="T74" fmla="*/ 0 w 1169"/>
                <a:gd name="T75" fmla="*/ 0 h 1848"/>
                <a:gd name="T76" fmla="*/ 0 w 1169"/>
                <a:gd name="T77" fmla="*/ 0 h 1848"/>
                <a:gd name="T78" fmla="*/ 0 w 1169"/>
                <a:gd name="T79" fmla="*/ 0 h 1848"/>
                <a:gd name="T80" fmla="*/ 0 w 1169"/>
                <a:gd name="T81" fmla="*/ 0 h 1848"/>
                <a:gd name="T82" fmla="*/ 0 w 1169"/>
                <a:gd name="T83" fmla="*/ 0 h 1848"/>
                <a:gd name="T84" fmla="*/ 0 w 1169"/>
                <a:gd name="T85" fmla="*/ 0 h 1848"/>
                <a:gd name="T86" fmla="*/ 0 w 1169"/>
                <a:gd name="T87" fmla="*/ 0 h 1848"/>
                <a:gd name="T88" fmla="*/ 0 w 1169"/>
                <a:gd name="T89" fmla="*/ 0 h 1848"/>
                <a:gd name="T90" fmla="*/ 0 w 1169"/>
                <a:gd name="T91" fmla="*/ 0 h 1848"/>
                <a:gd name="T92" fmla="*/ 0 w 1169"/>
                <a:gd name="T93" fmla="*/ 0 h 1848"/>
                <a:gd name="T94" fmla="*/ 0 w 1169"/>
                <a:gd name="T95" fmla="*/ 0 h 1848"/>
                <a:gd name="T96" fmla="*/ 0 w 1169"/>
                <a:gd name="T97" fmla="*/ 0 h 1848"/>
                <a:gd name="T98" fmla="*/ 0 w 1169"/>
                <a:gd name="T99" fmla="*/ 0 h 1848"/>
                <a:gd name="T100" fmla="*/ 0 w 1169"/>
                <a:gd name="T101" fmla="*/ 0 h 1848"/>
                <a:gd name="T102" fmla="*/ 0 w 1169"/>
                <a:gd name="T103" fmla="*/ 0 h 1848"/>
                <a:gd name="T104" fmla="*/ 0 w 1169"/>
                <a:gd name="T105" fmla="*/ 0 h 1848"/>
                <a:gd name="T106" fmla="*/ 0 w 1169"/>
                <a:gd name="T107" fmla="*/ 0 h 1848"/>
                <a:gd name="T108" fmla="*/ 0 w 1169"/>
                <a:gd name="T109" fmla="*/ 0 h 1848"/>
                <a:gd name="T110" fmla="*/ 0 w 1169"/>
                <a:gd name="T111" fmla="*/ 0 h 1848"/>
                <a:gd name="T112" fmla="*/ 0 w 1169"/>
                <a:gd name="T113" fmla="*/ 0 h 1848"/>
                <a:gd name="T114" fmla="*/ 0 w 1169"/>
                <a:gd name="T115" fmla="*/ 0 h 1848"/>
                <a:gd name="T116" fmla="*/ 0 w 1169"/>
                <a:gd name="T117" fmla="*/ 0 h 1848"/>
                <a:gd name="T118" fmla="*/ 0 w 1169"/>
                <a:gd name="T119" fmla="*/ 0 h 1848"/>
                <a:gd name="T120" fmla="*/ 0 w 1169"/>
                <a:gd name="T121" fmla="*/ 0 h 1848"/>
                <a:gd name="T122" fmla="*/ 0 w 1169"/>
                <a:gd name="T123" fmla="*/ 0 h 18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169" h="1848">
                  <a:moveTo>
                    <a:pt x="356" y="0"/>
                  </a:moveTo>
                  <a:lnTo>
                    <a:pt x="222" y="47"/>
                  </a:lnTo>
                  <a:lnTo>
                    <a:pt x="199" y="70"/>
                  </a:lnTo>
                  <a:lnTo>
                    <a:pt x="199" y="110"/>
                  </a:lnTo>
                  <a:lnTo>
                    <a:pt x="268" y="180"/>
                  </a:lnTo>
                  <a:lnTo>
                    <a:pt x="222" y="250"/>
                  </a:lnTo>
                  <a:lnTo>
                    <a:pt x="244" y="314"/>
                  </a:lnTo>
                  <a:lnTo>
                    <a:pt x="384" y="337"/>
                  </a:lnTo>
                  <a:lnTo>
                    <a:pt x="384" y="361"/>
                  </a:lnTo>
                  <a:lnTo>
                    <a:pt x="338" y="406"/>
                  </a:lnTo>
                  <a:lnTo>
                    <a:pt x="268" y="587"/>
                  </a:lnTo>
                  <a:lnTo>
                    <a:pt x="222" y="657"/>
                  </a:lnTo>
                  <a:lnTo>
                    <a:pt x="88" y="697"/>
                  </a:lnTo>
                  <a:lnTo>
                    <a:pt x="112" y="767"/>
                  </a:lnTo>
                  <a:lnTo>
                    <a:pt x="175" y="854"/>
                  </a:lnTo>
                  <a:lnTo>
                    <a:pt x="112" y="895"/>
                  </a:lnTo>
                  <a:lnTo>
                    <a:pt x="65" y="872"/>
                  </a:lnTo>
                  <a:lnTo>
                    <a:pt x="0" y="854"/>
                  </a:lnTo>
                  <a:lnTo>
                    <a:pt x="0" y="895"/>
                  </a:lnTo>
                  <a:lnTo>
                    <a:pt x="24" y="941"/>
                  </a:lnTo>
                  <a:lnTo>
                    <a:pt x="134" y="941"/>
                  </a:lnTo>
                  <a:lnTo>
                    <a:pt x="134" y="964"/>
                  </a:lnTo>
                  <a:lnTo>
                    <a:pt x="65" y="987"/>
                  </a:lnTo>
                  <a:lnTo>
                    <a:pt x="134" y="1074"/>
                  </a:lnTo>
                  <a:lnTo>
                    <a:pt x="199" y="1074"/>
                  </a:lnTo>
                  <a:lnTo>
                    <a:pt x="244" y="964"/>
                  </a:lnTo>
                  <a:lnTo>
                    <a:pt x="268" y="1034"/>
                  </a:lnTo>
                  <a:lnTo>
                    <a:pt x="291" y="1261"/>
                  </a:lnTo>
                  <a:lnTo>
                    <a:pt x="401" y="1552"/>
                  </a:lnTo>
                  <a:lnTo>
                    <a:pt x="471" y="1708"/>
                  </a:lnTo>
                  <a:lnTo>
                    <a:pt x="541" y="1824"/>
                  </a:lnTo>
                  <a:lnTo>
                    <a:pt x="558" y="1848"/>
                  </a:lnTo>
                  <a:lnTo>
                    <a:pt x="675" y="1778"/>
                  </a:lnTo>
                  <a:lnTo>
                    <a:pt x="785" y="1552"/>
                  </a:lnTo>
                  <a:lnTo>
                    <a:pt x="832" y="1325"/>
                  </a:lnTo>
                  <a:lnTo>
                    <a:pt x="902" y="1284"/>
                  </a:lnTo>
                  <a:lnTo>
                    <a:pt x="1082" y="1168"/>
                  </a:lnTo>
                  <a:lnTo>
                    <a:pt x="1151" y="1057"/>
                  </a:lnTo>
                  <a:lnTo>
                    <a:pt x="1169" y="1034"/>
                  </a:lnTo>
                  <a:lnTo>
                    <a:pt x="1169" y="854"/>
                  </a:lnTo>
                  <a:lnTo>
                    <a:pt x="1151" y="807"/>
                  </a:lnTo>
                  <a:lnTo>
                    <a:pt x="1128" y="767"/>
                  </a:lnTo>
                  <a:lnTo>
                    <a:pt x="1128" y="743"/>
                  </a:lnTo>
                  <a:lnTo>
                    <a:pt x="994" y="743"/>
                  </a:lnTo>
                  <a:lnTo>
                    <a:pt x="948" y="720"/>
                  </a:lnTo>
                  <a:lnTo>
                    <a:pt x="878" y="680"/>
                  </a:lnTo>
                  <a:lnTo>
                    <a:pt x="785" y="680"/>
                  </a:lnTo>
                  <a:lnTo>
                    <a:pt x="675" y="563"/>
                  </a:lnTo>
                  <a:lnTo>
                    <a:pt x="675" y="541"/>
                  </a:lnTo>
                  <a:lnTo>
                    <a:pt x="675" y="471"/>
                  </a:lnTo>
                  <a:lnTo>
                    <a:pt x="605" y="453"/>
                  </a:lnTo>
                  <a:lnTo>
                    <a:pt x="558" y="406"/>
                  </a:lnTo>
                  <a:lnTo>
                    <a:pt x="541" y="314"/>
                  </a:lnTo>
                  <a:lnTo>
                    <a:pt x="541" y="274"/>
                  </a:lnTo>
                  <a:lnTo>
                    <a:pt x="581" y="180"/>
                  </a:lnTo>
                  <a:lnTo>
                    <a:pt x="605" y="134"/>
                  </a:lnTo>
                  <a:lnTo>
                    <a:pt x="605" y="47"/>
                  </a:lnTo>
                  <a:lnTo>
                    <a:pt x="541" y="99"/>
                  </a:lnTo>
                  <a:lnTo>
                    <a:pt x="506" y="105"/>
                  </a:lnTo>
                  <a:lnTo>
                    <a:pt x="401" y="93"/>
                  </a:lnTo>
                  <a:lnTo>
                    <a:pt x="373" y="23"/>
                  </a:lnTo>
                  <a:lnTo>
                    <a:pt x="356" y="0"/>
                  </a:lnTo>
                  <a:close/>
                </a:path>
              </a:pathLst>
            </a:custGeom>
            <a:solidFill>
              <a:srgbClr val="FFFFFF"/>
            </a:solidFill>
            <a:ln w="9525">
              <a:solidFill>
                <a:srgbClr val="000000"/>
              </a:solidFill>
              <a:round/>
              <a:headEnd/>
              <a:tailEnd/>
            </a:ln>
          </p:spPr>
          <p:txBody>
            <a:bodyPr/>
            <a:lstStyle/>
            <a:p>
              <a:endParaRPr lang="ko-KR" altLang="en-US"/>
            </a:p>
          </p:txBody>
        </p:sp>
        <p:sp>
          <p:nvSpPr>
            <p:cNvPr id="440468" name="Freeform 440">
              <a:extLst>
                <a:ext uri="{FF2B5EF4-FFF2-40B4-BE49-F238E27FC236}">
                  <a16:creationId xmlns:a16="http://schemas.microsoft.com/office/drawing/2014/main" id="{35F7F8AB-92F7-B05A-6313-1BB2CA82CACD}"/>
                </a:ext>
              </a:extLst>
            </p:cNvPr>
            <p:cNvSpPr>
              <a:spLocks/>
            </p:cNvSpPr>
            <p:nvPr/>
          </p:nvSpPr>
          <p:spPr bwMode="auto">
            <a:xfrm>
              <a:off x="3197" y="655"/>
              <a:ext cx="37" cy="22"/>
            </a:xfrm>
            <a:custGeom>
              <a:avLst/>
              <a:gdLst>
                <a:gd name="T0" fmla="*/ 0 w 488"/>
                <a:gd name="T1" fmla="*/ 0 h 272"/>
                <a:gd name="T2" fmla="*/ 0 w 488"/>
                <a:gd name="T3" fmla="*/ 0 h 272"/>
                <a:gd name="T4" fmla="*/ 0 w 488"/>
                <a:gd name="T5" fmla="*/ 0 h 272"/>
                <a:gd name="T6" fmla="*/ 0 w 488"/>
                <a:gd name="T7" fmla="*/ 0 h 272"/>
                <a:gd name="T8" fmla="*/ 0 w 488"/>
                <a:gd name="T9" fmla="*/ 0 h 272"/>
                <a:gd name="T10" fmla="*/ 0 w 488"/>
                <a:gd name="T11" fmla="*/ 0 h 272"/>
                <a:gd name="T12" fmla="*/ 0 w 488"/>
                <a:gd name="T13" fmla="*/ 0 h 272"/>
                <a:gd name="T14" fmla="*/ 0 w 488"/>
                <a:gd name="T15" fmla="*/ 0 h 272"/>
                <a:gd name="T16" fmla="*/ 0 w 488"/>
                <a:gd name="T17" fmla="*/ 0 h 272"/>
                <a:gd name="T18" fmla="*/ 0 w 488"/>
                <a:gd name="T19" fmla="*/ 0 h 272"/>
                <a:gd name="T20" fmla="*/ 0 w 488"/>
                <a:gd name="T21" fmla="*/ 0 h 272"/>
                <a:gd name="T22" fmla="*/ 0 w 488"/>
                <a:gd name="T23" fmla="*/ 0 h 272"/>
                <a:gd name="T24" fmla="*/ 0 w 488"/>
                <a:gd name="T25" fmla="*/ 0 h 272"/>
                <a:gd name="T26" fmla="*/ 0 w 488"/>
                <a:gd name="T27" fmla="*/ 0 h 272"/>
                <a:gd name="T28" fmla="*/ 0 w 488"/>
                <a:gd name="T29" fmla="*/ 0 h 272"/>
                <a:gd name="T30" fmla="*/ 0 w 488"/>
                <a:gd name="T31" fmla="*/ 0 h 272"/>
                <a:gd name="T32" fmla="*/ 0 w 488"/>
                <a:gd name="T33" fmla="*/ 0 h 272"/>
                <a:gd name="T34" fmla="*/ 0 w 488"/>
                <a:gd name="T35" fmla="*/ 0 h 272"/>
                <a:gd name="T36" fmla="*/ 0 w 488"/>
                <a:gd name="T37" fmla="*/ 0 h 272"/>
                <a:gd name="T38" fmla="*/ 0 w 488"/>
                <a:gd name="T39" fmla="*/ 0 h 272"/>
                <a:gd name="T40" fmla="*/ 0 w 488"/>
                <a:gd name="T41" fmla="*/ 0 h 272"/>
                <a:gd name="T42" fmla="*/ 0 w 488"/>
                <a:gd name="T43" fmla="*/ 0 h 2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8" h="272">
                  <a:moveTo>
                    <a:pt x="0" y="0"/>
                  </a:moveTo>
                  <a:lnTo>
                    <a:pt x="0" y="47"/>
                  </a:lnTo>
                  <a:lnTo>
                    <a:pt x="0" y="92"/>
                  </a:lnTo>
                  <a:lnTo>
                    <a:pt x="93" y="186"/>
                  </a:lnTo>
                  <a:lnTo>
                    <a:pt x="116" y="209"/>
                  </a:lnTo>
                  <a:lnTo>
                    <a:pt x="203" y="209"/>
                  </a:lnTo>
                  <a:lnTo>
                    <a:pt x="273" y="249"/>
                  </a:lnTo>
                  <a:lnTo>
                    <a:pt x="314" y="272"/>
                  </a:lnTo>
                  <a:lnTo>
                    <a:pt x="337" y="272"/>
                  </a:lnTo>
                  <a:lnTo>
                    <a:pt x="429" y="272"/>
                  </a:lnTo>
                  <a:lnTo>
                    <a:pt x="459" y="272"/>
                  </a:lnTo>
                  <a:lnTo>
                    <a:pt x="488" y="226"/>
                  </a:lnTo>
                  <a:lnTo>
                    <a:pt x="488" y="186"/>
                  </a:lnTo>
                  <a:lnTo>
                    <a:pt x="407" y="186"/>
                  </a:lnTo>
                  <a:lnTo>
                    <a:pt x="384" y="162"/>
                  </a:lnTo>
                  <a:lnTo>
                    <a:pt x="360" y="122"/>
                  </a:lnTo>
                  <a:lnTo>
                    <a:pt x="319" y="122"/>
                  </a:lnTo>
                  <a:lnTo>
                    <a:pt x="279" y="134"/>
                  </a:lnTo>
                  <a:lnTo>
                    <a:pt x="192" y="92"/>
                  </a:lnTo>
                  <a:lnTo>
                    <a:pt x="128" y="47"/>
                  </a:lnTo>
                  <a:lnTo>
                    <a:pt x="63" y="23"/>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469" name="Freeform 441">
              <a:extLst>
                <a:ext uri="{FF2B5EF4-FFF2-40B4-BE49-F238E27FC236}">
                  <a16:creationId xmlns:a16="http://schemas.microsoft.com/office/drawing/2014/main" id="{96E0FE58-E264-1B6C-B56A-DA2940832720}"/>
                </a:ext>
              </a:extLst>
            </p:cNvPr>
            <p:cNvSpPr>
              <a:spLocks/>
            </p:cNvSpPr>
            <p:nvPr/>
          </p:nvSpPr>
          <p:spPr bwMode="auto">
            <a:xfrm>
              <a:off x="3199" y="765"/>
              <a:ext cx="10" cy="15"/>
            </a:xfrm>
            <a:custGeom>
              <a:avLst/>
              <a:gdLst>
                <a:gd name="T0" fmla="*/ 0 w 134"/>
                <a:gd name="T1" fmla="*/ 0 h 174"/>
                <a:gd name="T2" fmla="*/ 0 w 134"/>
                <a:gd name="T3" fmla="*/ 0 h 174"/>
                <a:gd name="T4" fmla="*/ 0 w 134"/>
                <a:gd name="T5" fmla="*/ 0 h 174"/>
                <a:gd name="T6" fmla="*/ 0 w 134"/>
                <a:gd name="T7" fmla="*/ 0 h 174"/>
                <a:gd name="T8" fmla="*/ 0 w 134"/>
                <a:gd name="T9" fmla="*/ 0 h 174"/>
                <a:gd name="T10" fmla="*/ 0 w 134"/>
                <a:gd name="T11" fmla="*/ 0 h 174"/>
                <a:gd name="T12" fmla="*/ 0 w 134"/>
                <a:gd name="T13" fmla="*/ 0 h 174"/>
                <a:gd name="T14" fmla="*/ 0 w 134"/>
                <a:gd name="T15" fmla="*/ 0 h 174"/>
                <a:gd name="T16" fmla="*/ 0 w 134"/>
                <a:gd name="T17" fmla="*/ 0 h 174"/>
                <a:gd name="T18" fmla="*/ 0 w 134"/>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4" h="174">
                  <a:moveTo>
                    <a:pt x="64" y="0"/>
                  </a:moveTo>
                  <a:lnTo>
                    <a:pt x="47" y="40"/>
                  </a:lnTo>
                  <a:lnTo>
                    <a:pt x="0" y="87"/>
                  </a:lnTo>
                  <a:lnTo>
                    <a:pt x="0" y="133"/>
                  </a:lnTo>
                  <a:lnTo>
                    <a:pt x="47" y="157"/>
                  </a:lnTo>
                  <a:lnTo>
                    <a:pt x="110" y="174"/>
                  </a:lnTo>
                  <a:lnTo>
                    <a:pt x="134" y="133"/>
                  </a:lnTo>
                  <a:lnTo>
                    <a:pt x="110" y="87"/>
                  </a:lnTo>
                  <a:lnTo>
                    <a:pt x="110" y="63"/>
                  </a:lnTo>
                  <a:lnTo>
                    <a:pt x="64" y="0"/>
                  </a:lnTo>
                  <a:close/>
                </a:path>
              </a:pathLst>
            </a:custGeom>
            <a:solidFill>
              <a:srgbClr val="FFFFFF"/>
            </a:solidFill>
            <a:ln w="9525">
              <a:solidFill>
                <a:srgbClr val="000000"/>
              </a:solidFill>
              <a:round/>
              <a:headEnd/>
              <a:tailEnd/>
            </a:ln>
          </p:spPr>
          <p:txBody>
            <a:bodyPr/>
            <a:lstStyle/>
            <a:p>
              <a:endParaRPr lang="ko-KR" altLang="en-US"/>
            </a:p>
          </p:txBody>
        </p:sp>
        <p:sp>
          <p:nvSpPr>
            <p:cNvPr id="440470" name="Freeform 442">
              <a:extLst>
                <a:ext uri="{FF2B5EF4-FFF2-40B4-BE49-F238E27FC236}">
                  <a16:creationId xmlns:a16="http://schemas.microsoft.com/office/drawing/2014/main" id="{168382A9-5F11-EF2C-558E-6F7AE2B09FA7}"/>
                </a:ext>
              </a:extLst>
            </p:cNvPr>
            <p:cNvSpPr>
              <a:spLocks/>
            </p:cNvSpPr>
            <p:nvPr/>
          </p:nvSpPr>
          <p:spPr bwMode="auto">
            <a:xfrm>
              <a:off x="3114" y="623"/>
              <a:ext cx="61" cy="66"/>
            </a:xfrm>
            <a:custGeom>
              <a:avLst/>
              <a:gdLst>
                <a:gd name="T0" fmla="*/ 0 w 796"/>
                <a:gd name="T1" fmla="*/ 0 h 825"/>
                <a:gd name="T2" fmla="*/ 0 w 796"/>
                <a:gd name="T3" fmla="*/ 0 h 825"/>
                <a:gd name="T4" fmla="*/ 0 w 796"/>
                <a:gd name="T5" fmla="*/ 0 h 825"/>
                <a:gd name="T6" fmla="*/ 0 w 796"/>
                <a:gd name="T7" fmla="*/ 0 h 825"/>
                <a:gd name="T8" fmla="*/ 0 w 796"/>
                <a:gd name="T9" fmla="*/ 0 h 825"/>
                <a:gd name="T10" fmla="*/ 0 w 796"/>
                <a:gd name="T11" fmla="*/ 0 h 825"/>
                <a:gd name="T12" fmla="*/ 0 w 796"/>
                <a:gd name="T13" fmla="*/ 0 h 825"/>
                <a:gd name="T14" fmla="*/ 0 w 796"/>
                <a:gd name="T15" fmla="*/ 0 h 825"/>
                <a:gd name="T16" fmla="*/ 0 w 796"/>
                <a:gd name="T17" fmla="*/ 0 h 825"/>
                <a:gd name="T18" fmla="*/ 0 w 796"/>
                <a:gd name="T19" fmla="*/ 0 h 825"/>
                <a:gd name="T20" fmla="*/ 0 w 796"/>
                <a:gd name="T21" fmla="*/ 0 h 825"/>
                <a:gd name="T22" fmla="*/ 0 w 796"/>
                <a:gd name="T23" fmla="*/ 0 h 825"/>
                <a:gd name="T24" fmla="*/ 0 w 796"/>
                <a:gd name="T25" fmla="*/ 0 h 825"/>
                <a:gd name="T26" fmla="*/ 0 w 796"/>
                <a:gd name="T27" fmla="*/ 0 h 825"/>
                <a:gd name="T28" fmla="*/ 0 w 796"/>
                <a:gd name="T29" fmla="*/ 0 h 825"/>
                <a:gd name="T30" fmla="*/ 0 w 796"/>
                <a:gd name="T31" fmla="*/ 0 h 825"/>
                <a:gd name="T32" fmla="*/ 0 w 796"/>
                <a:gd name="T33" fmla="*/ 0 h 825"/>
                <a:gd name="T34" fmla="*/ 0 w 796"/>
                <a:gd name="T35" fmla="*/ 0 h 825"/>
                <a:gd name="T36" fmla="*/ 0 w 796"/>
                <a:gd name="T37" fmla="*/ 0 h 825"/>
                <a:gd name="T38" fmla="*/ 0 w 796"/>
                <a:gd name="T39" fmla="*/ 0 h 825"/>
                <a:gd name="T40" fmla="*/ 0 w 796"/>
                <a:gd name="T41" fmla="*/ 0 h 825"/>
                <a:gd name="T42" fmla="*/ 0 w 796"/>
                <a:gd name="T43" fmla="*/ 0 h 825"/>
                <a:gd name="T44" fmla="*/ 0 w 796"/>
                <a:gd name="T45" fmla="*/ 0 h 825"/>
                <a:gd name="T46" fmla="*/ 0 w 796"/>
                <a:gd name="T47" fmla="*/ 0 h 825"/>
                <a:gd name="T48" fmla="*/ 0 w 796"/>
                <a:gd name="T49" fmla="*/ 0 h 825"/>
                <a:gd name="T50" fmla="*/ 0 w 796"/>
                <a:gd name="T51" fmla="*/ 0 h 825"/>
                <a:gd name="T52" fmla="*/ 0 w 796"/>
                <a:gd name="T53" fmla="*/ 0 h 825"/>
                <a:gd name="T54" fmla="*/ 0 w 796"/>
                <a:gd name="T55" fmla="*/ 0 h 825"/>
                <a:gd name="T56" fmla="*/ 0 w 796"/>
                <a:gd name="T57" fmla="*/ 0 h 825"/>
                <a:gd name="T58" fmla="*/ 0 w 796"/>
                <a:gd name="T59" fmla="*/ 0 h 825"/>
                <a:gd name="T60" fmla="*/ 0 w 796"/>
                <a:gd name="T61" fmla="*/ 0 h 825"/>
                <a:gd name="T62" fmla="*/ 0 w 796"/>
                <a:gd name="T63" fmla="*/ 0 h 825"/>
                <a:gd name="T64" fmla="*/ 0 w 796"/>
                <a:gd name="T65" fmla="*/ 0 h 825"/>
                <a:gd name="T66" fmla="*/ 0 w 796"/>
                <a:gd name="T67" fmla="*/ 0 h 825"/>
                <a:gd name="T68" fmla="*/ 0 w 796"/>
                <a:gd name="T69" fmla="*/ 0 h 825"/>
                <a:gd name="T70" fmla="*/ 0 w 796"/>
                <a:gd name="T71" fmla="*/ 0 h 825"/>
                <a:gd name="T72" fmla="*/ 0 w 796"/>
                <a:gd name="T73" fmla="*/ 0 h 825"/>
                <a:gd name="T74" fmla="*/ 0 w 796"/>
                <a:gd name="T75" fmla="*/ 0 h 825"/>
                <a:gd name="T76" fmla="*/ 0 w 796"/>
                <a:gd name="T77" fmla="*/ 0 h 825"/>
                <a:gd name="T78" fmla="*/ 0 w 796"/>
                <a:gd name="T79" fmla="*/ 0 h 8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6" h="825">
                  <a:moveTo>
                    <a:pt x="611" y="0"/>
                  </a:moveTo>
                  <a:lnTo>
                    <a:pt x="546" y="17"/>
                  </a:lnTo>
                  <a:lnTo>
                    <a:pt x="524" y="17"/>
                  </a:lnTo>
                  <a:lnTo>
                    <a:pt x="517" y="92"/>
                  </a:lnTo>
                  <a:lnTo>
                    <a:pt x="500" y="157"/>
                  </a:lnTo>
                  <a:lnTo>
                    <a:pt x="477" y="157"/>
                  </a:lnTo>
                  <a:lnTo>
                    <a:pt x="436" y="267"/>
                  </a:lnTo>
                  <a:lnTo>
                    <a:pt x="389" y="296"/>
                  </a:lnTo>
                  <a:lnTo>
                    <a:pt x="360" y="354"/>
                  </a:lnTo>
                  <a:lnTo>
                    <a:pt x="250" y="360"/>
                  </a:lnTo>
                  <a:lnTo>
                    <a:pt x="250" y="448"/>
                  </a:lnTo>
                  <a:lnTo>
                    <a:pt x="163" y="471"/>
                  </a:lnTo>
                  <a:lnTo>
                    <a:pt x="93" y="448"/>
                  </a:lnTo>
                  <a:lnTo>
                    <a:pt x="0" y="424"/>
                  </a:lnTo>
                  <a:lnTo>
                    <a:pt x="0" y="493"/>
                  </a:lnTo>
                  <a:lnTo>
                    <a:pt x="93" y="563"/>
                  </a:lnTo>
                  <a:lnTo>
                    <a:pt x="93" y="627"/>
                  </a:lnTo>
                  <a:lnTo>
                    <a:pt x="46" y="627"/>
                  </a:lnTo>
                  <a:lnTo>
                    <a:pt x="23" y="720"/>
                  </a:lnTo>
                  <a:lnTo>
                    <a:pt x="116" y="720"/>
                  </a:lnTo>
                  <a:lnTo>
                    <a:pt x="297" y="720"/>
                  </a:lnTo>
                  <a:lnTo>
                    <a:pt x="343" y="760"/>
                  </a:lnTo>
                  <a:lnTo>
                    <a:pt x="412" y="825"/>
                  </a:lnTo>
                  <a:lnTo>
                    <a:pt x="412" y="784"/>
                  </a:lnTo>
                  <a:lnTo>
                    <a:pt x="454" y="802"/>
                  </a:lnTo>
                  <a:lnTo>
                    <a:pt x="517" y="825"/>
                  </a:lnTo>
                  <a:lnTo>
                    <a:pt x="587" y="784"/>
                  </a:lnTo>
                  <a:lnTo>
                    <a:pt x="500" y="627"/>
                  </a:lnTo>
                  <a:lnTo>
                    <a:pt x="564" y="610"/>
                  </a:lnTo>
                  <a:lnTo>
                    <a:pt x="634" y="587"/>
                  </a:lnTo>
                  <a:lnTo>
                    <a:pt x="750" y="401"/>
                  </a:lnTo>
                  <a:lnTo>
                    <a:pt x="750" y="360"/>
                  </a:lnTo>
                  <a:lnTo>
                    <a:pt x="796" y="267"/>
                  </a:lnTo>
                  <a:lnTo>
                    <a:pt x="703" y="244"/>
                  </a:lnTo>
                  <a:lnTo>
                    <a:pt x="663" y="244"/>
                  </a:lnTo>
                  <a:lnTo>
                    <a:pt x="634" y="169"/>
                  </a:lnTo>
                  <a:lnTo>
                    <a:pt x="680" y="110"/>
                  </a:lnTo>
                  <a:lnTo>
                    <a:pt x="622" y="52"/>
                  </a:lnTo>
                  <a:lnTo>
                    <a:pt x="611" y="17"/>
                  </a:lnTo>
                  <a:lnTo>
                    <a:pt x="611" y="0"/>
                  </a:lnTo>
                  <a:close/>
                </a:path>
              </a:pathLst>
            </a:custGeom>
            <a:solidFill>
              <a:srgbClr val="FFFFFF"/>
            </a:solidFill>
            <a:ln w="9525">
              <a:solidFill>
                <a:srgbClr val="000000"/>
              </a:solidFill>
              <a:round/>
              <a:headEnd/>
              <a:tailEnd/>
            </a:ln>
          </p:spPr>
          <p:txBody>
            <a:bodyPr/>
            <a:lstStyle/>
            <a:p>
              <a:endParaRPr lang="ko-KR" altLang="en-US"/>
            </a:p>
          </p:txBody>
        </p:sp>
        <p:sp>
          <p:nvSpPr>
            <p:cNvPr id="440471" name="Freeform 443">
              <a:extLst>
                <a:ext uri="{FF2B5EF4-FFF2-40B4-BE49-F238E27FC236}">
                  <a16:creationId xmlns:a16="http://schemas.microsoft.com/office/drawing/2014/main" id="{4ED2C803-AC73-DEED-B2CB-AE9C56E88C6F}"/>
                </a:ext>
              </a:extLst>
            </p:cNvPr>
            <p:cNvSpPr>
              <a:spLocks/>
            </p:cNvSpPr>
            <p:nvPr/>
          </p:nvSpPr>
          <p:spPr bwMode="auto">
            <a:xfrm>
              <a:off x="3107" y="612"/>
              <a:ext cx="65" cy="49"/>
            </a:xfrm>
            <a:custGeom>
              <a:avLst/>
              <a:gdLst>
                <a:gd name="T0" fmla="*/ 0 w 855"/>
                <a:gd name="T1" fmla="*/ 0 h 611"/>
                <a:gd name="T2" fmla="*/ 0 w 855"/>
                <a:gd name="T3" fmla="*/ 0 h 611"/>
                <a:gd name="T4" fmla="*/ 0 w 855"/>
                <a:gd name="T5" fmla="*/ 0 h 611"/>
                <a:gd name="T6" fmla="*/ 0 w 855"/>
                <a:gd name="T7" fmla="*/ 0 h 611"/>
                <a:gd name="T8" fmla="*/ 0 w 855"/>
                <a:gd name="T9" fmla="*/ 0 h 611"/>
                <a:gd name="T10" fmla="*/ 0 w 855"/>
                <a:gd name="T11" fmla="*/ 0 h 611"/>
                <a:gd name="T12" fmla="*/ 0 w 855"/>
                <a:gd name="T13" fmla="*/ 0 h 611"/>
                <a:gd name="T14" fmla="*/ 0 w 855"/>
                <a:gd name="T15" fmla="*/ 0 h 611"/>
                <a:gd name="T16" fmla="*/ 0 w 855"/>
                <a:gd name="T17" fmla="*/ 0 h 611"/>
                <a:gd name="T18" fmla="*/ 0 w 855"/>
                <a:gd name="T19" fmla="*/ 0 h 611"/>
                <a:gd name="T20" fmla="*/ 0 w 855"/>
                <a:gd name="T21" fmla="*/ 0 h 611"/>
                <a:gd name="T22" fmla="*/ 0 w 855"/>
                <a:gd name="T23" fmla="*/ 0 h 611"/>
                <a:gd name="T24" fmla="*/ 0 w 855"/>
                <a:gd name="T25" fmla="*/ 0 h 611"/>
                <a:gd name="T26" fmla="*/ 0 w 855"/>
                <a:gd name="T27" fmla="*/ 0 h 611"/>
                <a:gd name="T28" fmla="*/ 0 w 855"/>
                <a:gd name="T29" fmla="*/ 0 h 611"/>
                <a:gd name="T30" fmla="*/ 0 w 855"/>
                <a:gd name="T31" fmla="*/ 0 h 611"/>
                <a:gd name="T32" fmla="*/ 0 w 855"/>
                <a:gd name="T33" fmla="*/ 0 h 611"/>
                <a:gd name="T34" fmla="*/ 0 w 855"/>
                <a:gd name="T35" fmla="*/ 0 h 611"/>
                <a:gd name="T36" fmla="*/ 0 w 855"/>
                <a:gd name="T37" fmla="*/ 0 h 611"/>
                <a:gd name="T38" fmla="*/ 0 w 855"/>
                <a:gd name="T39" fmla="*/ 0 h 611"/>
                <a:gd name="T40" fmla="*/ 0 w 855"/>
                <a:gd name="T41" fmla="*/ 0 h 611"/>
                <a:gd name="T42" fmla="*/ 0 w 855"/>
                <a:gd name="T43" fmla="*/ 0 h 611"/>
                <a:gd name="T44" fmla="*/ 0 w 855"/>
                <a:gd name="T45" fmla="*/ 0 h 611"/>
                <a:gd name="T46" fmla="*/ 0 w 855"/>
                <a:gd name="T47" fmla="*/ 0 h 611"/>
                <a:gd name="T48" fmla="*/ 0 w 855"/>
                <a:gd name="T49" fmla="*/ 0 h 611"/>
                <a:gd name="T50" fmla="*/ 0 w 855"/>
                <a:gd name="T51" fmla="*/ 0 h 611"/>
                <a:gd name="T52" fmla="*/ 0 w 855"/>
                <a:gd name="T53" fmla="*/ 0 h 611"/>
                <a:gd name="T54" fmla="*/ 0 w 855"/>
                <a:gd name="T55" fmla="*/ 0 h 611"/>
                <a:gd name="T56" fmla="*/ 0 w 855"/>
                <a:gd name="T57" fmla="*/ 0 h 611"/>
                <a:gd name="T58" fmla="*/ 0 w 855"/>
                <a:gd name="T59" fmla="*/ 0 h 611"/>
                <a:gd name="T60" fmla="*/ 0 w 855"/>
                <a:gd name="T61" fmla="*/ 0 h 611"/>
                <a:gd name="T62" fmla="*/ 0 w 855"/>
                <a:gd name="T63" fmla="*/ 0 h 611"/>
                <a:gd name="T64" fmla="*/ 0 w 855"/>
                <a:gd name="T65" fmla="*/ 0 h 6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55" h="611">
                  <a:moveTo>
                    <a:pt x="63" y="169"/>
                  </a:moveTo>
                  <a:lnTo>
                    <a:pt x="18" y="274"/>
                  </a:lnTo>
                  <a:lnTo>
                    <a:pt x="46" y="344"/>
                  </a:lnTo>
                  <a:lnTo>
                    <a:pt x="0" y="431"/>
                  </a:lnTo>
                  <a:lnTo>
                    <a:pt x="46" y="476"/>
                  </a:lnTo>
                  <a:lnTo>
                    <a:pt x="110" y="476"/>
                  </a:lnTo>
                  <a:lnTo>
                    <a:pt x="110" y="541"/>
                  </a:lnTo>
                  <a:lnTo>
                    <a:pt x="87" y="564"/>
                  </a:lnTo>
                  <a:lnTo>
                    <a:pt x="250" y="611"/>
                  </a:lnTo>
                  <a:lnTo>
                    <a:pt x="337" y="588"/>
                  </a:lnTo>
                  <a:lnTo>
                    <a:pt x="337" y="500"/>
                  </a:lnTo>
                  <a:lnTo>
                    <a:pt x="454" y="500"/>
                  </a:lnTo>
                  <a:lnTo>
                    <a:pt x="476" y="431"/>
                  </a:lnTo>
                  <a:lnTo>
                    <a:pt x="523" y="407"/>
                  </a:lnTo>
                  <a:lnTo>
                    <a:pt x="564" y="297"/>
                  </a:lnTo>
                  <a:lnTo>
                    <a:pt x="587" y="297"/>
                  </a:lnTo>
                  <a:lnTo>
                    <a:pt x="611" y="227"/>
                  </a:lnTo>
                  <a:lnTo>
                    <a:pt x="611" y="157"/>
                  </a:lnTo>
                  <a:lnTo>
                    <a:pt x="633" y="157"/>
                  </a:lnTo>
                  <a:lnTo>
                    <a:pt x="698" y="140"/>
                  </a:lnTo>
                  <a:lnTo>
                    <a:pt x="721" y="117"/>
                  </a:lnTo>
                  <a:lnTo>
                    <a:pt x="855" y="70"/>
                  </a:lnTo>
                  <a:lnTo>
                    <a:pt x="825" y="0"/>
                  </a:lnTo>
                  <a:lnTo>
                    <a:pt x="715" y="30"/>
                  </a:lnTo>
                  <a:lnTo>
                    <a:pt x="651" y="41"/>
                  </a:lnTo>
                  <a:lnTo>
                    <a:pt x="611" y="6"/>
                  </a:lnTo>
                  <a:lnTo>
                    <a:pt x="499" y="47"/>
                  </a:lnTo>
                  <a:lnTo>
                    <a:pt x="389" y="30"/>
                  </a:lnTo>
                  <a:lnTo>
                    <a:pt x="279" y="105"/>
                  </a:lnTo>
                  <a:lnTo>
                    <a:pt x="227" y="145"/>
                  </a:lnTo>
                  <a:lnTo>
                    <a:pt x="140" y="204"/>
                  </a:lnTo>
                  <a:lnTo>
                    <a:pt x="93" y="180"/>
                  </a:lnTo>
                  <a:lnTo>
                    <a:pt x="63" y="169"/>
                  </a:lnTo>
                  <a:close/>
                </a:path>
              </a:pathLst>
            </a:custGeom>
            <a:solidFill>
              <a:srgbClr val="FFFFFF"/>
            </a:solidFill>
            <a:ln w="9525">
              <a:solidFill>
                <a:srgbClr val="000000"/>
              </a:solidFill>
              <a:round/>
              <a:headEnd/>
              <a:tailEnd/>
            </a:ln>
          </p:spPr>
          <p:txBody>
            <a:bodyPr/>
            <a:lstStyle/>
            <a:p>
              <a:endParaRPr lang="ko-KR" altLang="en-US"/>
            </a:p>
          </p:txBody>
        </p:sp>
        <p:sp>
          <p:nvSpPr>
            <p:cNvPr id="440472" name="Freeform 444">
              <a:extLst>
                <a:ext uri="{FF2B5EF4-FFF2-40B4-BE49-F238E27FC236}">
                  <a16:creationId xmlns:a16="http://schemas.microsoft.com/office/drawing/2014/main" id="{77A73273-3543-D11B-387B-3B55BD1768DC}"/>
                </a:ext>
              </a:extLst>
            </p:cNvPr>
            <p:cNvSpPr>
              <a:spLocks/>
            </p:cNvSpPr>
            <p:nvPr/>
          </p:nvSpPr>
          <p:spPr bwMode="auto">
            <a:xfrm>
              <a:off x="3038" y="601"/>
              <a:ext cx="83" cy="80"/>
            </a:xfrm>
            <a:custGeom>
              <a:avLst/>
              <a:gdLst>
                <a:gd name="T0" fmla="*/ 0 w 1104"/>
                <a:gd name="T1" fmla="*/ 0 h 982"/>
                <a:gd name="T2" fmla="*/ 0 w 1104"/>
                <a:gd name="T3" fmla="*/ 0 h 982"/>
                <a:gd name="T4" fmla="*/ 0 w 1104"/>
                <a:gd name="T5" fmla="*/ 0 h 982"/>
                <a:gd name="T6" fmla="*/ 0 w 1104"/>
                <a:gd name="T7" fmla="*/ 0 h 982"/>
                <a:gd name="T8" fmla="*/ 0 w 1104"/>
                <a:gd name="T9" fmla="*/ 0 h 982"/>
                <a:gd name="T10" fmla="*/ 0 w 1104"/>
                <a:gd name="T11" fmla="*/ 0 h 982"/>
                <a:gd name="T12" fmla="*/ 0 w 1104"/>
                <a:gd name="T13" fmla="*/ 0 h 982"/>
                <a:gd name="T14" fmla="*/ 0 w 1104"/>
                <a:gd name="T15" fmla="*/ 0 h 982"/>
                <a:gd name="T16" fmla="*/ 0 w 1104"/>
                <a:gd name="T17" fmla="*/ 0 h 982"/>
                <a:gd name="T18" fmla="*/ 0 w 1104"/>
                <a:gd name="T19" fmla="*/ 0 h 982"/>
                <a:gd name="T20" fmla="*/ 0 w 1104"/>
                <a:gd name="T21" fmla="*/ 0 h 982"/>
                <a:gd name="T22" fmla="*/ 0 w 1104"/>
                <a:gd name="T23" fmla="*/ 0 h 982"/>
                <a:gd name="T24" fmla="*/ 0 w 1104"/>
                <a:gd name="T25" fmla="*/ 0 h 982"/>
                <a:gd name="T26" fmla="*/ 0 w 1104"/>
                <a:gd name="T27" fmla="*/ 0 h 982"/>
                <a:gd name="T28" fmla="*/ 0 w 1104"/>
                <a:gd name="T29" fmla="*/ 0 h 982"/>
                <a:gd name="T30" fmla="*/ 0 w 1104"/>
                <a:gd name="T31" fmla="*/ 0 h 982"/>
                <a:gd name="T32" fmla="*/ 0 w 1104"/>
                <a:gd name="T33" fmla="*/ 0 h 982"/>
                <a:gd name="T34" fmla="*/ 0 w 1104"/>
                <a:gd name="T35" fmla="*/ 0 h 982"/>
                <a:gd name="T36" fmla="*/ 0 w 1104"/>
                <a:gd name="T37" fmla="*/ 0 h 982"/>
                <a:gd name="T38" fmla="*/ 0 w 1104"/>
                <a:gd name="T39" fmla="*/ 0 h 982"/>
                <a:gd name="T40" fmla="*/ 0 w 1104"/>
                <a:gd name="T41" fmla="*/ 0 h 982"/>
                <a:gd name="T42" fmla="*/ 0 w 1104"/>
                <a:gd name="T43" fmla="*/ 0 h 982"/>
                <a:gd name="T44" fmla="*/ 0 w 1104"/>
                <a:gd name="T45" fmla="*/ 0 h 982"/>
                <a:gd name="T46" fmla="*/ 0 w 1104"/>
                <a:gd name="T47" fmla="*/ 0 h 982"/>
                <a:gd name="T48" fmla="*/ 0 w 1104"/>
                <a:gd name="T49" fmla="*/ 0 h 982"/>
                <a:gd name="T50" fmla="*/ 0 w 1104"/>
                <a:gd name="T51" fmla="*/ 0 h 982"/>
                <a:gd name="T52" fmla="*/ 0 w 1104"/>
                <a:gd name="T53" fmla="*/ 0 h 982"/>
                <a:gd name="T54" fmla="*/ 0 w 1104"/>
                <a:gd name="T55" fmla="*/ 0 h 982"/>
                <a:gd name="T56" fmla="*/ 0 w 1104"/>
                <a:gd name="T57" fmla="*/ 0 h 982"/>
                <a:gd name="T58" fmla="*/ 0 w 1104"/>
                <a:gd name="T59" fmla="*/ 0 h 982"/>
                <a:gd name="T60" fmla="*/ 0 w 1104"/>
                <a:gd name="T61" fmla="*/ 0 h 982"/>
                <a:gd name="T62" fmla="*/ 0 w 1104"/>
                <a:gd name="T63" fmla="*/ 0 h 982"/>
                <a:gd name="T64" fmla="*/ 0 w 1104"/>
                <a:gd name="T65" fmla="*/ 0 h 982"/>
                <a:gd name="T66" fmla="*/ 0 w 1104"/>
                <a:gd name="T67" fmla="*/ 0 h 982"/>
                <a:gd name="T68" fmla="*/ 0 w 1104"/>
                <a:gd name="T69" fmla="*/ 0 h 982"/>
                <a:gd name="T70" fmla="*/ 0 w 1104"/>
                <a:gd name="T71" fmla="*/ 0 h 982"/>
                <a:gd name="T72" fmla="*/ 0 w 1104"/>
                <a:gd name="T73" fmla="*/ 0 h 982"/>
                <a:gd name="T74" fmla="*/ 0 w 1104"/>
                <a:gd name="T75" fmla="*/ 0 h 982"/>
                <a:gd name="T76" fmla="*/ 0 w 1104"/>
                <a:gd name="T77" fmla="*/ 0 h 982"/>
                <a:gd name="T78" fmla="*/ 0 w 1104"/>
                <a:gd name="T79" fmla="*/ 0 h 982"/>
                <a:gd name="T80" fmla="*/ 0 w 1104"/>
                <a:gd name="T81" fmla="*/ 0 h 982"/>
                <a:gd name="T82" fmla="*/ 0 w 1104"/>
                <a:gd name="T83" fmla="*/ 0 h 982"/>
                <a:gd name="T84" fmla="*/ 0 w 1104"/>
                <a:gd name="T85" fmla="*/ 0 h 982"/>
                <a:gd name="T86" fmla="*/ 0 w 1104"/>
                <a:gd name="T87" fmla="*/ 0 h 982"/>
                <a:gd name="T88" fmla="*/ 0 w 1104"/>
                <a:gd name="T89" fmla="*/ 0 h 982"/>
                <a:gd name="T90" fmla="*/ 0 w 1104"/>
                <a:gd name="T91" fmla="*/ 0 h 9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04" h="982">
                  <a:moveTo>
                    <a:pt x="17" y="0"/>
                  </a:moveTo>
                  <a:lnTo>
                    <a:pt x="0" y="100"/>
                  </a:lnTo>
                  <a:lnTo>
                    <a:pt x="0" y="145"/>
                  </a:lnTo>
                  <a:lnTo>
                    <a:pt x="70" y="262"/>
                  </a:lnTo>
                  <a:lnTo>
                    <a:pt x="157" y="279"/>
                  </a:lnTo>
                  <a:lnTo>
                    <a:pt x="110" y="372"/>
                  </a:lnTo>
                  <a:lnTo>
                    <a:pt x="134" y="442"/>
                  </a:lnTo>
                  <a:lnTo>
                    <a:pt x="227" y="466"/>
                  </a:lnTo>
                  <a:lnTo>
                    <a:pt x="249" y="576"/>
                  </a:lnTo>
                  <a:lnTo>
                    <a:pt x="314" y="663"/>
                  </a:lnTo>
                  <a:lnTo>
                    <a:pt x="383" y="686"/>
                  </a:lnTo>
                  <a:lnTo>
                    <a:pt x="430" y="779"/>
                  </a:lnTo>
                  <a:lnTo>
                    <a:pt x="471" y="802"/>
                  </a:lnTo>
                  <a:lnTo>
                    <a:pt x="586" y="872"/>
                  </a:lnTo>
                  <a:lnTo>
                    <a:pt x="651" y="889"/>
                  </a:lnTo>
                  <a:lnTo>
                    <a:pt x="767" y="872"/>
                  </a:lnTo>
                  <a:lnTo>
                    <a:pt x="790" y="935"/>
                  </a:lnTo>
                  <a:lnTo>
                    <a:pt x="947" y="959"/>
                  </a:lnTo>
                  <a:lnTo>
                    <a:pt x="1052" y="982"/>
                  </a:lnTo>
                  <a:lnTo>
                    <a:pt x="1057" y="907"/>
                  </a:lnTo>
                  <a:lnTo>
                    <a:pt x="1104" y="883"/>
                  </a:lnTo>
                  <a:lnTo>
                    <a:pt x="1104" y="825"/>
                  </a:lnTo>
                  <a:lnTo>
                    <a:pt x="1011" y="755"/>
                  </a:lnTo>
                  <a:lnTo>
                    <a:pt x="1011" y="686"/>
                  </a:lnTo>
                  <a:lnTo>
                    <a:pt x="1034" y="663"/>
                  </a:lnTo>
                  <a:lnTo>
                    <a:pt x="1034" y="598"/>
                  </a:lnTo>
                  <a:lnTo>
                    <a:pt x="970" y="598"/>
                  </a:lnTo>
                  <a:lnTo>
                    <a:pt x="924" y="553"/>
                  </a:lnTo>
                  <a:lnTo>
                    <a:pt x="970" y="471"/>
                  </a:lnTo>
                  <a:lnTo>
                    <a:pt x="947" y="396"/>
                  </a:lnTo>
                  <a:lnTo>
                    <a:pt x="987" y="279"/>
                  </a:lnTo>
                  <a:lnTo>
                    <a:pt x="970" y="215"/>
                  </a:lnTo>
                  <a:lnTo>
                    <a:pt x="900" y="145"/>
                  </a:lnTo>
                  <a:lnTo>
                    <a:pt x="767" y="128"/>
                  </a:lnTo>
                  <a:lnTo>
                    <a:pt x="685" y="122"/>
                  </a:lnTo>
                  <a:lnTo>
                    <a:pt x="639" y="128"/>
                  </a:lnTo>
                  <a:lnTo>
                    <a:pt x="586" y="145"/>
                  </a:lnTo>
                  <a:lnTo>
                    <a:pt x="581" y="192"/>
                  </a:lnTo>
                  <a:lnTo>
                    <a:pt x="453" y="215"/>
                  </a:lnTo>
                  <a:lnTo>
                    <a:pt x="361" y="169"/>
                  </a:lnTo>
                  <a:lnTo>
                    <a:pt x="267" y="58"/>
                  </a:lnTo>
                  <a:lnTo>
                    <a:pt x="244" y="35"/>
                  </a:lnTo>
                  <a:lnTo>
                    <a:pt x="122" y="82"/>
                  </a:lnTo>
                  <a:lnTo>
                    <a:pt x="64" y="0"/>
                  </a:lnTo>
                  <a:lnTo>
                    <a:pt x="40" y="0"/>
                  </a:lnTo>
                  <a:lnTo>
                    <a:pt x="17" y="0"/>
                  </a:lnTo>
                  <a:close/>
                </a:path>
              </a:pathLst>
            </a:custGeom>
            <a:solidFill>
              <a:srgbClr val="FFFFFF"/>
            </a:solidFill>
            <a:ln w="9525">
              <a:solidFill>
                <a:srgbClr val="000000"/>
              </a:solidFill>
              <a:round/>
              <a:headEnd/>
              <a:tailEnd/>
            </a:ln>
          </p:spPr>
          <p:txBody>
            <a:bodyPr/>
            <a:lstStyle/>
            <a:p>
              <a:endParaRPr lang="ko-KR" altLang="en-US"/>
            </a:p>
          </p:txBody>
        </p:sp>
        <p:sp>
          <p:nvSpPr>
            <p:cNvPr id="440473" name="Freeform 445">
              <a:extLst>
                <a:ext uri="{FF2B5EF4-FFF2-40B4-BE49-F238E27FC236}">
                  <a16:creationId xmlns:a16="http://schemas.microsoft.com/office/drawing/2014/main" id="{041373BD-B4AC-1422-BC56-F1A89020028C}"/>
                </a:ext>
              </a:extLst>
            </p:cNvPr>
            <p:cNvSpPr>
              <a:spLocks/>
            </p:cNvSpPr>
            <p:nvPr/>
          </p:nvSpPr>
          <p:spPr bwMode="auto">
            <a:xfrm>
              <a:off x="3070" y="672"/>
              <a:ext cx="3" cy="5"/>
            </a:xfrm>
            <a:custGeom>
              <a:avLst/>
              <a:gdLst>
                <a:gd name="T0" fmla="*/ 0 w 41"/>
                <a:gd name="T1" fmla="*/ 0 h 63"/>
                <a:gd name="T2" fmla="*/ 0 w 41"/>
                <a:gd name="T3" fmla="*/ 0 h 63"/>
                <a:gd name="T4" fmla="*/ 0 w 41"/>
                <a:gd name="T5" fmla="*/ 0 h 63"/>
                <a:gd name="T6" fmla="*/ 0 w 41"/>
                <a:gd name="T7" fmla="*/ 0 h 63"/>
                <a:gd name="T8" fmla="*/ 0 w 41"/>
                <a:gd name="T9" fmla="*/ 0 h 63"/>
                <a:gd name="T10" fmla="*/ 0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40"/>
                  </a:moveTo>
                  <a:lnTo>
                    <a:pt x="23" y="0"/>
                  </a:lnTo>
                  <a:lnTo>
                    <a:pt x="0" y="0"/>
                  </a:lnTo>
                  <a:lnTo>
                    <a:pt x="0" y="40"/>
                  </a:lnTo>
                  <a:lnTo>
                    <a:pt x="41" y="63"/>
                  </a:lnTo>
                  <a:lnTo>
                    <a:pt x="41" y="40"/>
                  </a:lnTo>
                  <a:close/>
                </a:path>
              </a:pathLst>
            </a:custGeom>
            <a:solidFill>
              <a:srgbClr val="FFFFFF"/>
            </a:solidFill>
            <a:ln w="9525">
              <a:solidFill>
                <a:srgbClr val="000000"/>
              </a:solidFill>
              <a:round/>
              <a:headEnd/>
              <a:tailEnd/>
            </a:ln>
          </p:spPr>
          <p:txBody>
            <a:bodyPr/>
            <a:lstStyle/>
            <a:p>
              <a:endParaRPr lang="ko-KR" altLang="en-US"/>
            </a:p>
          </p:txBody>
        </p:sp>
        <p:sp>
          <p:nvSpPr>
            <p:cNvPr id="440474" name="Freeform 446">
              <a:extLst>
                <a:ext uri="{FF2B5EF4-FFF2-40B4-BE49-F238E27FC236}">
                  <a16:creationId xmlns:a16="http://schemas.microsoft.com/office/drawing/2014/main" id="{EE2E9C49-F30D-2CA6-B551-4ACDEA49DF20}"/>
                </a:ext>
              </a:extLst>
            </p:cNvPr>
            <p:cNvSpPr>
              <a:spLocks/>
            </p:cNvSpPr>
            <p:nvPr/>
          </p:nvSpPr>
          <p:spPr bwMode="auto">
            <a:xfrm>
              <a:off x="2998" y="646"/>
              <a:ext cx="91" cy="81"/>
            </a:xfrm>
            <a:custGeom>
              <a:avLst/>
              <a:gdLst>
                <a:gd name="T0" fmla="*/ 0 w 1196"/>
                <a:gd name="T1" fmla="*/ 0 h 1010"/>
                <a:gd name="T2" fmla="*/ 0 w 1196"/>
                <a:gd name="T3" fmla="*/ 0 h 1010"/>
                <a:gd name="T4" fmla="*/ 0 w 1196"/>
                <a:gd name="T5" fmla="*/ 0 h 1010"/>
                <a:gd name="T6" fmla="*/ 0 w 1196"/>
                <a:gd name="T7" fmla="*/ 0 h 1010"/>
                <a:gd name="T8" fmla="*/ 0 w 1196"/>
                <a:gd name="T9" fmla="*/ 0 h 1010"/>
                <a:gd name="T10" fmla="*/ 0 w 1196"/>
                <a:gd name="T11" fmla="*/ 0 h 1010"/>
                <a:gd name="T12" fmla="*/ 0 w 1196"/>
                <a:gd name="T13" fmla="*/ 0 h 1010"/>
                <a:gd name="T14" fmla="*/ 0 w 1196"/>
                <a:gd name="T15" fmla="*/ 0 h 1010"/>
                <a:gd name="T16" fmla="*/ 0 w 1196"/>
                <a:gd name="T17" fmla="*/ 0 h 1010"/>
                <a:gd name="T18" fmla="*/ 0 w 1196"/>
                <a:gd name="T19" fmla="*/ 0 h 1010"/>
                <a:gd name="T20" fmla="*/ 0 w 1196"/>
                <a:gd name="T21" fmla="*/ 0 h 1010"/>
                <a:gd name="T22" fmla="*/ 0 w 1196"/>
                <a:gd name="T23" fmla="*/ 0 h 1010"/>
                <a:gd name="T24" fmla="*/ 0 w 1196"/>
                <a:gd name="T25" fmla="*/ 0 h 1010"/>
                <a:gd name="T26" fmla="*/ 0 w 1196"/>
                <a:gd name="T27" fmla="*/ 0 h 1010"/>
                <a:gd name="T28" fmla="*/ 0 w 1196"/>
                <a:gd name="T29" fmla="*/ 0 h 1010"/>
                <a:gd name="T30" fmla="*/ 0 w 1196"/>
                <a:gd name="T31" fmla="*/ 0 h 1010"/>
                <a:gd name="T32" fmla="*/ 0 w 1196"/>
                <a:gd name="T33" fmla="*/ 0 h 1010"/>
                <a:gd name="T34" fmla="*/ 0 w 1196"/>
                <a:gd name="T35" fmla="*/ 0 h 1010"/>
                <a:gd name="T36" fmla="*/ 0 w 1196"/>
                <a:gd name="T37" fmla="*/ 0 h 1010"/>
                <a:gd name="T38" fmla="*/ 0 w 1196"/>
                <a:gd name="T39" fmla="*/ 0 h 1010"/>
                <a:gd name="T40" fmla="*/ 0 w 1196"/>
                <a:gd name="T41" fmla="*/ 0 h 1010"/>
                <a:gd name="T42" fmla="*/ 0 w 1196"/>
                <a:gd name="T43" fmla="*/ 0 h 1010"/>
                <a:gd name="T44" fmla="*/ 0 w 1196"/>
                <a:gd name="T45" fmla="*/ 0 h 1010"/>
                <a:gd name="T46" fmla="*/ 0 w 1196"/>
                <a:gd name="T47" fmla="*/ 0 h 1010"/>
                <a:gd name="T48" fmla="*/ 0 w 1196"/>
                <a:gd name="T49" fmla="*/ 0 h 1010"/>
                <a:gd name="T50" fmla="*/ 0 w 1196"/>
                <a:gd name="T51" fmla="*/ 0 h 1010"/>
                <a:gd name="T52" fmla="*/ 0 w 1196"/>
                <a:gd name="T53" fmla="*/ 0 h 1010"/>
                <a:gd name="T54" fmla="*/ 0 w 1196"/>
                <a:gd name="T55" fmla="*/ 0 h 1010"/>
                <a:gd name="T56" fmla="*/ 0 w 1196"/>
                <a:gd name="T57" fmla="*/ 0 h 1010"/>
                <a:gd name="T58" fmla="*/ 0 w 1196"/>
                <a:gd name="T59" fmla="*/ 0 h 1010"/>
                <a:gd name="T60" fmla="*/ 0 w 1196"/>
                <a:gd name="T61" fmla="*/ 0 h 1010"/>
                <a:gd name="T62" fmla="*/ 0 w 1196"/>
                <a:gd name="T63" fmla="*/ 0 h 1010"/>
                <a:gd name="T64" fmla="*/ 0 w 1196"/>
                <a:gd name="T65" fmla="*/ 0 h 1010"/>
                <a:gd name="T66" fmla="*/ 0 w 1196"/>
                <a:gd name="T67" fmla="*/ 0 h 1010"/>
                <a:gd name="T68" fmla="*/ 0 w 1196"/>
                <a:gd name="T69" fmla="*/ 0 h 1010"/>
                <a:gd name="T70" fmla="*/ 0 w 1196"/>
                <a:gd name="T71" fmla="*/ 0 h 1010"/>
                <a:gd name="T72" fmla="*/ 0 w 1196"/>
                <a:gd name="T73" fmla="*/ 0 h 1010"/>
                <a:gd name="T74" fmla="*/ 0 w 1196"/>
                <a:gd name="T75" fmla="*/ 0 h 1010"/>
                <a:gd name="T76" fmla="*/ 0 w 1196"/>
                <a:gd name="T77" fmla="*/ 0 h 10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96" h="1010">
                  <a:moveTo>
                    <a:pt x="0" y="157"/>
                  </a:moveTo>
                  <a:lnTo>
                    <a:pt x="0" y="226"/>
                  </a:lnTo>
                  <a:lnTo>
                    <a:pt x="46" y="272"/>
                  </a:lnTo>
                  <a:lnTo>
                    <a:pt x="162" y="406"/>
                  </a:lnTo>
                  <a:lnTo>
                    <a:pt x="186" y="446"/>
                  </a:lnTo>
                  <a:lnTo>
                    <a:pt x="226" y="626"/>
                  </a:lnTo>
                  <a:lnTo>
                    <a:pt x="366" y="807"/>
                  </a:lnTo>
                  <a:lnTo>
                    <a:pt x="453" y="1010"/>
                  </a:lnTo>
                  <a:lnTo>
                    <a:pt x="500" y="975"/>
                  </a:lnTo>
                  <a:lnTo>
                    <a:pt x="500" y="923"/>
                  </a:lnTo>
                  <a:lnTo>
                    <a:pt x="587" y="917"/>
                  </a:lnTo>
                  <a:lnTo>
                    <a:pt x="639" y="940"/>
                  </a:lnTo>
                  <a:lnTo>
                    <a:pt x="668" y="957"/>
                  </a:lnTo>
                  <a:lnTo>
                    <a:pt x="727" y="987"/>
                  </a:lnTo>
                  <a:lnTo>
                    <a:pt x="744" y="987"/>
                  </a:lnTo>
                  <a:lnTo>
                    <a:pt x="790" y="877"/>
                  </a:lnTo>
                  <a:lnTo>
                    <a:pt x="1133" y="783"/>
                  </a:lnTo>
                  <a:lnTo>
                    <a:pt x="1174" y="783"/>
                  </a:lnTo>
                  <a:lnTo>
                    <a:pt x="1196" y="673"/>
                  </a:lnTo>
                  <a:lnTo>
                    <a:pt x="1174" y="603"/>
                  </a:lnTo>
                  <a:lnTo>
                    <a:pt x="953" y="580"/>
                  </a:lnTo>
                  <a:lnTo>
                    <a:pt x="884" y="446"/>
                  </a:lnTo>
                  <a:lnTo>
                    <a:pt x="906" y="296"/>
                  </a:lnTo>
                  <a:lnTo>
                    <a:pt x="837" y="226"/>
                  </a:lnTo>
                  <a:lnTo>
                    <a:pt x="772" y="226"/>
                  </a:lnTo>
                  <a:lnTo>
                    <a:pt x="680" y="180"/>
                  </a:lnTo>
                  <a:lnTo>
                    <a:pt x="570" y="226"/>
                  </a:lnTo>
                  <a:lnTo>
                    <a:pt x="500" y="133"/>
                  </a:lnTo>
                  <a:lnTo>
                    <a:pt x="500" y="110"/>
                  </a:lnTo>
                  <a:lnTo>
                    <a:pt x="383" y="0"/>
                  </a:lnTo>
                  <a:lnTo>
                    <a:pt x="343" y="0"/>
                  </a:lnTo>
                  <a:lnTo>
                    <a:pt x="162" y="23"/>
                  </a:lnTo>
                  <a:lnTo>
                    <a:pt x="162" y="69"/>
                  </a:lnTo>
                  <a:lnTo>
                    <a:pt x="249" y="92"/>
                  </a:lnTo>
                  <a:lnTo>
                    <a:pt x="226" y="157"/>
                  </a:lnTo>
                  <a:lnTo>
                    <a:pt x="157" y="157"/>
                  </a:lnTo>
                  <a:lnTo>
                    <a:pt x="116" y="180"/>
                  </a:lnTo>
                  <a:lnTo>
                    <a:pt x="46" y="168"/>
                  </a:lnTo>
                  <a:lnTo>
                    <a:pt x="0" y="157"/>
                  </a:lnTo>
                  <a:close/>
                </a:path>
              </a:pathLst>
            </a:custGeom>
            <a:solidFill>
              <a:srgbClr val="FFFFFF"/>
            </a:solidFill>
            <a:ln w="9525">
              <a:solidFill>
                <a:srgbClr val="000000"/>
              </a:solidFill>
              <a:round/>
              <a:headEnd/>
              <a:tailEnd/>
            </a:ln>
          </p:spPr>
          <p:txBody>
            <a:bodyPr/>
            <a:lstStyle/>
            <a:p>
              <a:endParaRPr lang="ko-KR" altLang="en-US"/>
            </a:p>
          </p:txBody>
        </p:sp>
        <p:sp>
          <p:nvSpPr>
            <p:cNvPr id="440475" name="Freeform 447">
              <a:extLst>
                <a:ext uri="{FF2B5EF4-FFF2-40B4-BE49-F238E27FC236}">
                  <a16:creationId xmlns:a16="http://schemas.microsoft.com/office/drawing/2014/main" id="{0570C38F-A4A2-66B3-8ABB-CDC91C26D6E3}"/>
                </a:ext>
              </a:extLst>
            </p:cNvPr>
            <p:cNvSpPr>
              <a:spLocks/>
            </p:cNvSpPr>
            <p:nvPr/>
          </p:nvSpPr>
          <p:spPr bwMode="auto">
            <a:xfrm>
              <a:off x="3032" y="720"/>
              <a:ext cx="22" cy="20"/>
            </a:xfrm>
            <a:custGeom>
              <a:avLst/>
              <a:gdLst>
                <a:gd name="T0" fmla="*/ 0 w 291"/>
                <a:gd name="T1" fmla="*/ 0 h 244"/>
                <a:gd name="T2" fmla="*/ 0 w 291"/>
                <a:gd name="T3" fmla="*/ 0 h 244"/>
                <a:gd name="T4" fmla="*/ 0 w 291"/>
                <a:gd name="T5" fmla="*/ 0 h 244"/>
                <a:gd name="T6" fmla="*/ 0 w 291"/>
                <a:gd name="T7" fmla="*/ 0 h 244"/>
                <a:gd name="T8" fmla="*/ 0 w 291"/>
                <a:gd name="T9" fmla="*/ 0 h 244"/>
                <a:gd name="T10" fmla="*/ 0 w 291"/>
                <a:gd name="T11" fmla="*/ 0 h 244"/>
                <a:gd name="T12" fmla="*/ 0 w 291"/>
                <a:gd name="T13" fmla="*/ 0 h 244"/>
                <a:gd name="T14" fmla="*/ 0 w 291"/>
                <a:gd name="T15" fmla="*/ 0 h 244"/>
                <a:gd name="T16" fmla="*/ 0 w 291"/>
                <a:gd name="T17" fmla="*/ 0 h 244"/>
                <a:gd name="T18" fmla="*/ 0 w 291"/>
                <a:gd name="T19" fmla="*/ 0 h 244"/>
                <a:gd name="T20" fmla="*/ 0 w 291"/>
                <a:gd name="T21" fmla="*/ 0 h 244"/>
                <a:gd name="T22" fmla="*/ 0 w 291"/>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1" h="244">
                  <a:moveTo>
                    <a:pt x="0" y="87"/>
                  </a:moveTo>
                  <a:lnTo>
                    <a:pt x="47" y="203"/>
                  </a:lnTo>
                  <a:lnTo>
                    <a:pt x="122" y="244"/>
                  </a:lnTo>
                  <a:lnTo>
                    <a:pt x="162" y="191"/>
                  </a:lnTo>
                  <a:lnTo>
                    <a:pt x="209" y="168"/>
                  </a:lnTo>
                  <a:lnTo>
                    <a:pt x="227" y="128"/>
                  </a:lnTo>
                  <a:lnTo>
                    <a:pt x="291" y="69"/>
                  </a:lnTo>
                  <a:lnTo>
                    <a:pt x="197" y="17"/>
                  </a:lnTo>
                  <a:lnTo>
                    <a:pt x="140" y="0"/>
                  </a:lnTo>
                  <a:lnTo>
                    <a:pt x="47" y="0"/>
                  </a:lnTo>
                  <a:lnTo>
                    <a:pt x="47" y="52"/>
                  </a:lnTo>
                  <a:lnTo>
                    <a:pt x="0" y="87"/>
                  </a:lnTo>
                  <a:close/>
                </a:path>
              </a:pathLst>
            </a:custGeom>
            <a:solidFill>
              <a:srgbClr val="FFFFFF"/>
            </a:solidFill>
            <a:ln w="9525">
              <a:solidFill>
                <a:srgbClr val="000000"/>
              </a:solidFill>
              <a:round/>
              <a:headEnd/>
              <a:tailEnd/>
            </a:ln>
          </p:spPr>
          <p:txBody>
            <a:bodyPr/>
            <a:lstStyle/>
            <a:p>
              <a:endParaRPr lang="ko-KR" altLang="en-US"/>
            </a:p>
          </p:txBody>
        </p:sp>
        <p:sp>
          <p:nvSpPr>
            <p:cNvPr id="440476" name="Freeform 448">
              <a:extLst>
                <a:ext uri="{FF2B5EF4-FFF2-40B4-BE49-F238E27FC236}">
                  <a16:creationId xmlns:a16="http://schemas.microsoft.com/office/drawing/2014/main" id="{F75FD95A-486F-C1C0-320B-079F9387FB0C}"/>
                </a:ext>
              </a:extLst>
            </p:cNvPr>
            <p:cNvSpPr>
              <a:spLocks/>
            </p:cNvSpPr>
            <p:nvPr/>
          </p:nvSpPr>
          <p:spPr bwMode="auto">
            <a:xfrm>
              <a:off x="3042" y="711"/>
              <a:ext cx="38" cy="29"/>
            </a:xfrm>
            <a:custGeom>
              <a:avLst/>
              <a:gdLst>
                <a:gd name="T0" fmla="*/ 0 w 493"/>
                <a:gd name="T1" fmla="*/ 0 h 360"/>
                <a:gd name="T2" fmla="*/ 0 w 493"/>
                <a:gd name="T3" fmla="*/ 0 h 360"/>
                <a:gd name="T4" fmla="*/ 0 w 493"/>
                <a:gd name="T5" fmla="*/ 0 h 360"/>
                <a:gd name="T6" fmla="*/ 0 w 493"/>
                <a:gd name="T7" fmla="*/ 0 h 360"/>
                <a:gd name="T8" fmla="*/ 0 w 493"/>
                <a:gd name="T9" fmla="*/ 0 h 360"/>
                <a:gd name="T10" fmla="*/ 0 w 493"/>
                <a:gd name="T11" fmla="*/ 0 h 360"/>
                <a:gd name="T12" fmla="*/ 0 w 493"/>
                <a:gd name="T13" fmla="*/ 0 h 360"/>
                <a:gd name="T14" fmla="*/ 0 w 493"/>
                <a:gd name="T15" fmla="*/ 0 h 360"/>
                <a:gd name="T16" fmla="*/ 0 w 493"/>
                <a:gd name="T17" fmla="*/ 0 h 360"/>
                <a:gd name="T18" fmla="*/ 0 w 493"/>
                <a:gd name="T19" fmla="*/ 0 h 360"/>
                <a:gd name="T20" fmla="*/ 0 w 493"/>
                <a:gd name="T21" fmla="*/ 0 h 360"/>
                <a:gd name="T22" fmla="*/ 0 w 493"/>
                <a:gd name="T23" fmla="*/ 0 h 360"/>
                <a:gd name="T24" fmla="*/ 0 w 493"/>
                <a:gd name="T25" fmla="*/ 0 h 360"/>
                <a:gd name="T26" fmla="*/ 0 w 493"/>
                <a:gd name="T27" fmla="*/ 0 h 360"/>
                <a:gd name="T28" fmla="*/ 0 w 493"/>
                <a:gd name="T29" fmla="*/ 0 h 360"/>
                <a:gd name="T30" fmla="*/ 0 w 493"/>
                <a:gd name="T31" fmla="*/ 0 h 360"/>
                <a:gd name="T32" fmla="*/ 0 w 493"/>
                <a:gd name="T33" fmla="*/ 0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3" h="360">
                  <a:moveTo>
                    <a:pt x="0" y="360"/>
                  </a:moveTo>
                  <a:lnTo>
                    <a:pt x="99" y="337"/>
                  </a:lnTo>
                  <a:lnTo>
                    <a:pt x="191" y="290"/>
                  </a:lnTo>
                  <a:lnTo>
                    <a:pt x="256" y="272"/>
                  </a:lnTo>
                  <a:lnTo>
                    <a:pt x="413" y="227"/>
                  </a:lnTo>
                  <a:lnTo>
                    <a:pt x="493" y="168"/>
                  </a:lnTo>
                  <a:lnTo>
                    <a:pt x="476" y="122"/>
                  </a:lnTo>
                  <a:lnTo>
                    <a:pt x="476" y="87"/>
                  </a:lnTo>
                  <a:lnTo>
                    <a:pt x="458" y="0"/>
                  </a:lnTo>
                  <a:lnTo>
                    <a:pt x="256" y="46"/>
                  </a:lnTo>
                  <a:lnTo>
                    <a:pt x="209" y="70"/>
                  </a:lnTo>
                  <a:lnTo>
                    <a:pt x="169" y="180"/>
                  </a:lnTo>
                  <a:lnTo>
                    <a:pt x="146" y="203"/>
                  </a:lnTo>
                  <a:lnTo>
                    <a:pt x="99" y="250"/>
                  </a:lnTo>
                  <a:lnTo>
                    <a:pt x="87" y="284"/>
                  </a:lnTo>
                  <a:lnTo>
                    <a:pt x="34" y="314"/>
                  </a:lnTo>
                  <a:lnTo>
                    <a:pt x="0" y="360"/>
                  </a:lnTo>
                  <a:close/>
                </a:path>
              </a:pathLst>
            </a:custGeom>
            <a:solidFill>
              <a:srgbClr val="FFFFFF"/>
            </a:solidFill>
            <a:ln w="9525">
              <a:solidFill>
                <a:srgbClr val="000000"/>
              </a:solidFill>
              <a:round/>
              <a:headEnd/>
              <a:tailEnd/>
            </a:ln>
          </p:spPr>
          <p:txBody>
            <a:bodyPr/>
            <a:lstStyle/>
            <a:p>
              <a:endParaRPr lang="ko-KR" altLang="en-US"/>
            </a:p>
          </p:txBody>
        </p:sp>
        <p:sp>
          <p:nvSpPr>
            <p:cNvPr id="440477" name="Freeform 449">
              <a:extLst>
                <a:ext uri="{FF2B5EF4-FFF2-40B4-BE49-F238E27FC236}">
                  <a16:creationId xmlns:a16="http://schemas.microsoft.com/office/drawing/2014/main" id="{75E273F3-EE88-4AD1-2100-E4AA780EC06C}"/>
                </a:ext>
              </a:extLst>
            </p:cNvPr>
            <p:cNvSpPr>
              <a:spLocks/>
            </p:cNvSpPr>
            <p:nvPr/>
          </p:nvSpPr>
          <p:spPr bwMode="auto">
            <a:xfrm>
              <a:off x="3075" y="682"/>
              <a:ext cx="31" cy="42"/>
            </a:xfrm>
            <a:custGeom>
              <a:avLst/>
              <a:gdLst>
                <a:gd name="T0" fmla="*/ 0 w 406"/>
                <a:gd name="T1" fmla="*/ 0 h 529"/>
                <a:gd name="T2" fmla="*/ 0 w 406"/>
                <a:gd name="T3" fmla="*/ 0 h 529"/>
                <a:gd name="T4" fmla="*/ 0 w 406"/>
                <a:gd name="T5" fmla="*/ 0 h 529"/>
                <a:gd name="T6" fmla="*/ 0 w 406"/>
                <a:gd name="T7" fmla="*/ 0 h 529"/>
                <a:gd name="T8" fmla="*/ 0 w 406"/>
                <a:gd name="T9" fmla="*/ 0 h 529"/>
                <a:gd name="T10" fmla="*/ 0 w 406"/>
                <a:gd name="T11" fmla="*/ 0 h 529"/>
                <a:gd name="T12" fmla="*/ 0 w 406"/>
                <a:gd name="T13" fmla="*/ 0 h 529"/>
                <a:gd name="T14" fmla="*/ 0 w 406"/>
                <a:gd name="T15" fmla="*/ 0 h 529"/>
                <a:gd name="T16" fmla="*/ 0 w 406"/>
                <a:gd name="T17" fmla="*/ 0 h 529"/>
                <a:gd name="T18" fmla="*/ 0 w 406"/>
                <a:gd name="T19" fmla="*/ 0 h 529"/>
                <a:gd name="T20" fmla="*/ 0 w 406"/>
                <a:gd name="T21" fmla="*/ 0 h 529"/>
                <a:gd name="T22" fmla="*/ 0 w 406"/>
                <a:gd name="T23" fmla="*/ 0 h 529"/>
                <a:gd name="T24" fmla="*/ 0 w 406"/>
                <a:gd name="T25" fmla="*/ 0 h 529"/>
                <a:gd name="T26" fmla="*/ 0 w 406"/>
                <a:gd name="T27" fmla="*/ 0 h 529"/>
                <a:gd name="T28" fmla="*/ 0 w 406"/>
                <a:gd name="T29" fmla="*/ 0 h 529"/>
                <a:gd name="T30" fmla="*/ 0 w 406"/>
                <a:gd name="T31" fmla="*/ 0 h 529"/>
                <a:gd name="T32" fmla="*/ 0 w 406"/>
                <a:gd name="T33" fmla="*/ 0 h 529"/>
                <a:gd name="T34" fmla="*/ 0 w 406"/>
                <a:gd name="T35" fmla="*/ 0 h 529"/>
                <a:gd name="T36" fmla="*/ 0 w 406"/>
                <a:gd name="T37" fmla="*/ 0 h 529"/>
                <a:gd name="T38" fmla="*/ 0 w 406"/>
                <a:gd name="T39" fmla="*/ 0 h 529"/>
                <a:gd name="T40" fmla="*/ 0 w 406"/>
                <a:gd name="T41" fmla="*/ 0 h 5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6" h="529">
                  <a:moveTo>
                    <a:pt x="0" y="361"/>
                  </a:moveTo>
                  <a:lnTo>
                    <a:pt x="139" y="314"/>
                  </a:lnTo>
                  <a:lnTo>
                    <a:pt x="174" y="267"/>
                  </a:lnTo>
                  <a:lnTo>
                    <a:pt x="162" y="163"/>
                  </a:lnTo>
                  <a:lnTo>
                    <a:pt x="197" y="93"/>
                  </a:lnTo>
                  <a:lnTo>
                    <a:pt x="214" y="41"/>
                  </a:lnTo>
                  <a:lnTo>
                    <a:pt x="209" y="0"/>
                  </a:lnTo>
                  <a:lnTo>
                    <a:pt x="256" y="65"/>
                  </a:lnTo>
                  <a:lnTo>
                    <a:pt x="325" y="122"/>
                  </a:lnTo>
                  <a:lnTo>
                    <a:pt x="383" y="134"/>
                  </a:lnTo>
                  <a:lnTo>
                    <a:pt x="389" y="175"/>
                  </a:lnTo>
                  <a:lnTo>
                    <a:pt x="406" y="204"/>
                  </a:lnTo>
                  <a:lnTo>
                    <a:pt x="406" y="250"/>
                  </a:lnTo>
                  <a:lnTo>
                    <a:pt x="336" y="291"/>
                  </a:lnTo>
                  <a:lnTo>
                    <a:pt x="296" y="384"/>
                  </a:lnTo>
                  <a:lnTo>
                    <a:pt x="226" y="431"/>
                  </a:lnTo>
                  <a:lnTo>
                    <a:pt x="116" y="494"/>
                  </a:lnTo>
                  <a:lnTo>
                    <a:pt x="57" y="529"/>
                  </a:lnTo>
                  <a:lnTo>
                    <a:pt x="40" y="483"/>
                  </a:lnTo>
                  <a:lnTo>
                    <a:pt x="34" y="448"/>
                  </a:lnTo>
                  <a:lnTo>
                    <a:pt x="0" y="361"/>
                  </a:lnTo>
                  <a:close/>
                </a:path>
              </a:pathLst>
            </a:custGeom>
            <a:solidFill>
              <a:srgbClr val="FFFFFF"/>
            </a:solidFill>
            <a:ln w="9525">
              <a:solidFill>
                <a:srgbClr val="000000"/>
              </a:solidFill>
              <a:round/>
              <a:headEnd/>
              <a:tailEnd/>
            </a:ln>
          </p:spPr>
          <p:txBody>
            <a:bodyPr/>
            <a:lstStyle/>
            <a:p>
              <a:endParaRPr lang="ko-KR" altLang="en-US"/>
            </a:p>
          </p:txBody>
        </p:sp>
        <p:sp>
          <p:nvSpPr>
            <p:cNvPr id="440478" name="Freeform 450">
              <a:extLst>
                <a:ext uri="{FF2B5EF4-FFF2-40B4-BE49-F238E27FC236}">
                  <a16:creationId xmlns:a16="http://schemas.microsoft.com/office/drawing/2014/main" id="{0BA17E3E-75A5-D064-DFF0-EC9777E90AE6}"/>
                </a:ext>
              </a:extLst>
            </p:cNvPr>
            <p:cNvSpPr>
              <a:spLocks/>
            </p:cNvSpPr>
            <p:nvPr/>
          </p:nvSpPr>
          <p:spPr bwMode="auto">
            <a:xfrm>
              <a:off x="3065" y="672"/>
              <a:ext cx="27" cy="23"/>
            </a:xfrm>
            <a:custGeom>
              <a:avLst/>
              <a:gdLst>
                <a:gd name="T0" fmla="*/ 0 w 354"/>
                <a:gd name="T1" fmla="*/ 0 h 284"/>
                <a:gd name="T2" fmla="*/ 0 w 354"/>
                <a:gd name="T3" fmla="*/ 0 h 284"/>
                <a:gd name="T4" fmla="*/ 0 w 354"/>
                <a:gd name="T5" fmla="*/ 0 h 284"/>
                <a:gd name="T6" fmla="*/ 0 w 354"/>
                <a:gd name="T7" fmla="*/ 0 h 284"/>
                <a:gd name="T8" fmla="*/ 0 w 354"/>
                <a:gd name="T9" fmla="*/ 0 h 284"/>
                <a:gd name="T10" fmla="*/ 0 w 354"/>
                <a:gd name="T11" fmla="*/ 0 h 284"/>
                <a:gd name="T12" fmla="*/ 0 w 354"/>
                <a:gd name="T13" fmla="*/ 0 h 284"/>
                <a:gd name="T14" fmla="*/ 0 w 354"/>
                <a:gd name="T15" fmla="*/ 0 h 284"/>
                <a:gd name="T16" fmla="*/ 0 w 354"/>
                <a:gd name="T17" fmla="*/ 0 h 284"/>
                <a:gd name="T18" fmla="*/ 0 w 354"/>
                <a:gd name="T19" fmla="*/ 0 h 284"/>
                <a:gd name="T20" fmla="*/ 0 w 354"/>
                <a:gd name="T21" fmla="*/ 0 h 284"/>
                <a:gd name="T22" fmla="*/ 0 w 354"/>
                <a:gd name="T23" fmla="*/ 0 h 284"/>
                <a:gd name="T24" fmla="*/ 0 w 354"/>
                <a:gd name="T25" fmla="*/ 0 h 284"/>
                <a:gd name="T26" fmla="*/ 0 w 354"/>
                <a:gd name="T27" fmla="*/ 0 h 284"/>
                <a:gd name="T28" fmla="*/ 0 w 354"/>
                <a:gd name="T29" fmla="*/ 0 h 284"/>
                <a:gd name="T30" fmla="*/ 0 w 354"/>
                <a:gd name="T31" fmla="*/ 0 h 284"/>
                <a:gd name="T32" fmla="*/ 0 w 354"/>
                <a:gd name="T33" fmla="*/ 0 h 284"/>
                <a:gd name="T34" fmla="*/ 0 w 354"/>
                <a:gd name="T35" fmla="*/ 0 h 2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4" h="284">
                  <a:moveTo>
                    <a:pt x="22" y="0"/>
                  </a:moveTo>
                  <a:lnTo>
                    <a:pt x="0" y="105"/>
                  </a:lnTo>
                  <a:lnTo>
                    <a:pt x="0" y="122"/>
                  </a:lnTo>
                  <a:lnTo>
                    <a:pt x="52" y="232"/>
                  </a:lnTo>
                  <a:lnTo>
                    <a:pt x="69" y="261"/>
                  </a:lnTo>
                  <a:lnTo>
                    <a:pt x="249" y="284"/>
                  </a:lnTo>
                  <a:lnTo>
                    <a:pt x="290" y="284"/>
                  </a:lnTo>
                  <a:lnTo>
                    <a:pt x="354" y="168"/>
                  </a:lnTo>
                  <a:lnTo>
                    <a:pt x="336" y="110"/>
                  </a:lnTo>
                  <a:lnTo>
                    <a:pt x="312" y="110"/>
                  </a:lnTo>
                  <a:lnTo>
                    <a:pt x="249" y="150"/>
                  </a:lnTo>
                  <a:lnTo>
                    <a:pt x="249" y="174"/>
                  </a:lnTo>
                  <a:lnTo>
                    <a:pt x="121" y="157"/>
                  </a:lnTo>
                  <a:lnTo>
                    <a:pt x="110" y="127"/>
                  </a:lnTo>
                  <a:lnTo>
                    <a:pt x="110" y="110"/>
                  </a:lnTo>
                  <a:lnTo>
                    <a:pt x="69" y="127"/>
                  </a:lnTo>
                  <a:lnTo>
                    <a:pt x="22" y="17"/>
                  </a:lnTo>
                  <a:lnTo>
                    <a:pt x="22" y="0"/>
                  </a:lnTo>
                  <a:close/>
                </a:path>
              </a:pathLst>
            </a:custGeom>
            <a:solidFill>
              <a:srgbClr val="FFFFFF"/>
            </a:solidFill>
            <a:ln w="9525">
              <a:solidFill>
                <a:srgbClr val="000000"/>
              </a:solidFill>
              <a:round/>
              <a:headEnd/>
              <a:tailEnd/>
            </a:ln>
          </p:spPr>
          <p:txBody>
            <a:bodyPr/>
            <a:lstStyle/>
            <a:p>
              <a:endParaRPr lang="ko-KR" altLang="en-US"/>
            </a:p>
          </p:txBody>
        </p:sp>
        <p:sp>
          <p:nvSpPr>
            <p:cNvPr id="440479" name="Freeform 451">
              <a:extLst>
                <a:ext uri="{FF2B5EF4-FFF2-40B4-BE49-F238E27FC236}">
                  <a16:creationId xmlns:a16="http://schemas.microsoft.com/office/drawing/2014/main" id="{30CF9FD2-BE76-8A4B-469A-028C71068FE1}"/>
                </a:ext>
              </a:extLst>
            </p:cNvPr>
            <p:cNvSpPr>
              <a:spLocks/>
            </p:cNvSpPr>
            <p:nvPr/>
          </p:nvSpPr>
          <p:spPr bwMode="auto">
            <a:xfrm>
              <a:off x="3051" y="657"/>
              <a:ext cx="9" cy="7"/>
            </a:xfrm>
            <a:custGeom>
              <a:avLst/>
              <a:gdLst>
                <a:gd name="T0" fmla="*/ 0 w 122"/>
                <a:gd name="T1" fmla="*/ 0 h 93"/>
                <a:gd name="T2" fmla="*/ 0 w 122"/>
                <a:gd name="T3" fmla="*/ 0 h 93"/>
                <a:gd name="T4" fmla="*/ 0 w 122"/>
                <a:gd name="T5" fmla="*/ 0 h 93"/>
                <a:gd name="T6" fmla="*/ 0 w 122"/>
                <a:gd name="T7" fmla="*/ 0 h 93"/>
                <a:gd name="T8" fmla="*/ 0 w 122"/>
                <a:gd name="T9" fmla="*/ 0 h 93"/>
                <a:gd name="T10" fmla="*/ 0 w 122"/>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2" h="93">
                  <a:moveTo>
                    <a:pt x="122" y="93"/>
                  </a:moveTo>
                  <a:lnTo>
                    <a:pt x="93" y="0"/>
                  </a:lnTo>
                  <a:lnTo>
                    <a:pt x="35" y="6"/>
                  </a:lnTo>
                  <a:lnTo>
                    <a:pt x="0" y="52"/>
                  </a:lnTo>
                  <a:lnTo>
                    <a:pt x="75" y="93"/>
                  </a:lnTo>
                  <a:lnTo>
                    <a:pt x="122" y="93"/>
                  </a:lnTo>
                  <a:close/>
                </a:path>
              </a:pathLst>
            </a:custGeom>
            <a:solidFill>
              <a:srgbClr val="FFFFFF"/>
            </a:solidFill>
            <a:ln w="9525">
              <a:solidFill>
                <a:srgbClr val="000000"/>
              </a:solidFill>
              <a:round/>
              <a:headEnd/>
              <a:tailEnd/>
            </a:ln>
          </p:spPr>
          <p:txBody>
            <a:bodyPr/>
            <a:lstStyle/>
            <a:p>
              <a:endParaRPr lang="ko-KR" altLang="en-US"/>
            </a:p>
          </p:txBody>
        </p:sp>
        <p:sp>
          <p:nvSpPr>
            <p:cNvPr id="440480" name="Freeform 452">
              <a:extLst>
                <a:ext uri="{FF2B5EF4-FFF2-40B4-BE49-F238E27FC236}">
                  <a16:creationId xmlns:a16="http://schemas.microsoft.com/office/drawing/2014/main" id="{147641DF-E817-33C5-CE1E-E6D1400BF297}"/>
                </a:ext>
              </a:extLst>
            </p:cNvPr>
            <p:cNvSpPr>
              <a:spLocks/>
            </p:cNvSpPr>
            <p:nvPr/>
          </p:nvSpPr>
          <p:spPr bwMode="auto">
            <a:xfrm>
              <a:off x="3017" y="615"/>
              <a:ext cx="43" cy="49"/>
            </a:xfrm>
            <a:custGeom>
              <a:avLst/>
              <a:gdLst>
                <a:gd name="T0" fmla="*/ 0 w 570"/>
                <a:gd name="T1" fmla="*/ 0 h 610"/>
                <a:gd name="T2" fmla="*/ 0 w 570"/>
                <a:gd name="T3" fmla="*/ 0 h 610"/>
                <a:gd name="T4" fmla="*/ 0 w 570"/>
                <a:gd name="T5" fmla="*/ 0 h 610"/>
                <a:gd name="T6" fmla="*/ 0 w 570"/>
                <a:gd name="T7" fmla="*/ 0 h 610"/>
                <a:gd name="T8" fmla="*/ 0 w 570"/>
                <a:gd name="T9" fmla="*/ 0 h 610"/>
                <a:gd name="T10" fmla="*/ 0 w 570"/>
                <a:gd name="T11" fmla="*/ 0 h 610"/>
                <a:gd name="T12" fmla="*/ 0 w 570"/>
                <a:gd name="T13" fmla="*/ 0 h 610"/>
                <a:gd name="T14" fmla="*/ 0 w 570"/>
                <a:gd name="T15" fmla="*/ 0 h 610"/>
                <a:gd name="T16" fmla="*/ 0 w 570"/>
                <a:gd name="T17" fmla="*/ 0 h 610"/>
                <a:gd name="T18" fmla="*/ 0 w 570"/>
                <a:gd name="T19" fmla="*/ 0 h 610"/>
                <a:gd name="T20" fmla="*/ 0 w 570"/>
                <a:gd name="T21" fmla="*/ 0 h 610"/>
                <a:gd name="T22" fmla="*/ 0 w 570"/>
                <a:gd name="T23" fmla="*/ 0 h 610"/>
                <a:gd name="T24" fmla="*/ 0 w 570"/>
                <a:gd name="T25" fmla="*/ 0 h 610"/>
                <a:gd name="T26" fmla="*/ 0 w 570"/>
                <a:gd name="T27" fmla="*/ 0 h 610"/>
                <a:gd name="T28" fmla="*/ 0 w 570"/>
                <a:gd name="T29" fmla="*/ 0 h 610"/>
                <a:gd name="T30" fmla="*/ 0 w 570"/>
                <a:gd name="T31" fmla="*/ 0 h 610"/>
                <a:gd name="T32" fmla="*/ 0 w 570"/>
                <a:gd name="T33" fmla="*/ 0 h 610"/>
                <a:gd name="T34" fmla="*/ 0 w 570"/>
                <a:gd name="T35" fmla="*/ 0 h 610"/>
                <a:gd name="T36" fmla="*/ 0 w 570"/>
                <a:gd name="T37" fmla="*/ 0 h 610"/>
                <a:gd name="T38" fmla="*/ 0 w 570"/>
                <a:gd name="T39" fmla="*/ 0 h 610"/>
                <a:gd name="T40" fmla="*/ 0 w 570"/>
                <a:gd name="T41" fmla="*/ 0 h 610"/>
                <a:gd name="T42" fmla="*/ 0 w 570"/>
                <a:gd name="T43" fmla="*/ 0 h 610"/>
                <a:gd name="T44" fmla="*/ 0 w 570"/>
                <a:gd name="T45" fmla="*/ 0 h 610"/>
                <a:gd name="T46" fmla="*/ 0 w 570"/>
                <a:gd name="T47" fmla="*/ 0 h 610"/>
                <a:gd name="T48" fmla="*/ 0 w 570"/>
                <a:gd name="T49" fmla="*/ 0 h 610"/>
                <a:gd name="T50" fmla="*/ 0 w 570"/>
                <a:gd name="T51" fmla="*/ 0 h 6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70" h="610">
                  <a:moveTo>
                    <a:pt x="541" y="517"/>
                  </a:moveTo>
                  <a:lnTo>
                    <a:pt x="570" y="476"/>
                  </a:lnTo>
                  <a:lnTo>
                    <a:pt x="523" y="384"/>
                  </a:lnTo>
                  <a:lnTo>
                    <a:pt x="501" y="297"/>
                  </a:lnTo>
                  <a:lnTo>
                    <a:pt x="408" y="273"/>
                  </a:lnTo>
                  <a:lnTo>
                    <a:pt x="390" y="209"/>
                  </a:lnTo>
                  <a:lnTo>
                    <a:pt x="431" y="110"/>
                  </a:lnTo>
                  <a:lnTo>
                    <a:pt x="361" y="93"/>
                  </a:lnTo>
                  <a:lnTo>
                    <a:pt x="326" y="70"/>
                  </a:lnTo>
                  <a:lnTo>
                    <a:pt x="291" y="0"/>
                  </a:lnTo>
                  <a:lnTo>
                    <a:pt x="233" y="0"/>
                  </a:lnTo>
                  <a:lnTo>
                    <a:pt x="129" y="41"/>
                  </a:lnTo>
                  <a:lnTo>
                    <a:pt x="140" y="87"/>
                  </a:lnTo>
                  <a:lnTo>
                    <a:pt x="105" y="185"/>
                  </a:lnTo>
                  <a:lnTo>
                    <a:pt x="24" y="250"/>
                  </a:lnTo>
                  <a:lnTo>
                    <a:pt x="0" y="314"/>
                  </a:lnTo>
                  <a:lnTo>
                    <a:pt x="30" y="389"/>
                  </a:lnTo>
                  <a:lnTo>
                    <a:pt x="134" y="384"/>
                  </a:lnTo>
                  <a:lnTo>
                    <a:pt x="251" y="494"/>
                  </a:lnTo>
                  <a:lnTo>
                    <a:pt x="251" y="523"/>
                  </a:lnTo>
                  <a:lnTo>
                    <a:pt x="321" y="610"/>
                  </a:lnTo>
                  <a:lnTo>
                    <a:pt x="425" y="564"/>
                  </a:lnTo>
                  <a:lnTo>
                    <a:pt x="454" y="564"/>
                  </a:lnTo>
                  <a:lnTo>
                    <a:pt x="478" y="523"/>
                  </a:lnTo>
                  <a:lnTo>
                    <a:pt x="523" y="517"/>
                  </a:lnTo>
                  <a:lnTo>
                    <a:pt x="541" y="517"/>
                  </a:lnTo>
                  <a:close/>
                </a:path>
              </a:pathLst>
            </a:custGeom>
            <a:solidFill>
              <a:srgbClr val="FFFFFF"/>
            </a:solidFill>
            <a:ln w="9525">
              <a:solidFill>
                <a:srgbClr val="000000"/>
              </a:solidFill>
              <a:round/>
              <a:headEnd/>
              <a:tailEnd/>
            </a:ln>
          </p:spPr>
          <p:txBody>
            <a:bodyPr/>
            <a:lstStyle/>
            <a:p>
              <a:endParaRPr lang="ko-KR" altLang="en-US"/>
            </a:p>
          </p:txBody>
        </p:sp>
        <p:sp>
          <p:nvSpPr>
            <p:cNvPr id="440481" name="Freeform 453">
              <a:extLst>
                <a:ext uri="{FF2B5EF4-FFF2-40B4-BE49-F238E27FC236}">
                  <a16:creationId xmlns:a16="http://schemas.microsoft.com/office/drawing/2014/main" id="{3D3C856E-E50D-0546-6198-7D44773940A0}"/>
                </a:ext>
              </a:extLst>
            </p:cNvPr>
            <p:cNvSpPr>
              <a:spLocks/>
            </p:cNvSpPr>
            <p:nvPr/>
          </p:nvSpPr>
          <p:spPr bwMode="auto">
            <a:xfrm>
              <a:off x="2996" y="640"/>
              <a:ext cx="23" cy="21"/>
            </a:xfrm>
            <a:custGeom>
              <a:avLst/>
              <a:gdLst>
                <a:gd name="T0" fmla="*/ 0 w 302"/>
                <a:gd name="T1" fmla="*/ 0 h 257"/>
                <a:gd name="T2" fmla="*/ 0 w 302"/>
                <a:gd name="T3" fmla="*/ 0 h 257"/>
                <a:gd name="T4" fmla="*/ 0 w 302"/>
                <a:gd name="T5" fmla="*/ 0 h 257"/>
                <a:gd name="T6" fmla="*/ 0 w 302"/>
                <a:gd name="T7" fmla="*/ 0 h 257"/>
                <a:gd name="T8" fmla="*/ 0 w 302"/>
                <a:gd name="T9" fmla="*/ 0 h 257"/>
                <a:gd name="T10" fmla="*/ 0 w 302"/>
                <a:gd name="T11" fmla="*/ 0 h 257"/>
                <a:gd name="T12" fmla="*/ 0 w 302"/>
                <a:gd name="T13" fmla="*/ 0 h 257"/>
                <a:gd name="T14" fmla="*/ 0 w 302"/>
                <a:gd name="T15" fmla="*/ 0 h 257"/>
                <a:gd name="T16" fmla="*/ 0 w 302"/>
                <a:gd name="T17" fmla="*/ 0 h 257"/>
                <a:gd name="T18" fmla="*/ 0 w 302"/>
                <a:gd name="T19" fmla="*/ 0 h 257"/>
                <a:gd name="T20" fmla="*/ 0 w 302"/>
                <a:gd name="T21" fmla="*/ 0 h 257"/>
                <a:gd name="T22" fmla="*/ 0 w 302"/>
                <a:gd name="T23" fmla="*/ 0 h 257"/>
                <a:gd name="T24" fmla="*/ 0 w 302"/>
                <a:gd name="T25" fmla="*/ 0 h 257"/>
                <a:gd name="T26" fmla="*/ 0 w 302"/>
                <a:gd name="T27" fmla="*/ 0 h 257"/>
                <a:gd name="T28" fmla="*/ 0 w 302"/>
                <a:gd name="T29" fmla="*/ 0 h 257"/>
                <a:gd name="T30" fmla="*/ 0 w 302"/>
                <a:gd name="T31" fmla="*/ 0 h 257"/>
                <a:gd name="T32" fmla="*/ 0 w 302"/>
                <a:gd name="T33" fmla="*/ 0 h 257"/>
                <a:gd name="T34" fmla="*/ 0 w 302"/>
                <a:gd name="T35" fmla="*/ 0 h 257"/>
                <a:gd name="T36" fmla="*/ 0 w 302"/>
                <a:gd name="T37" fmla="*/ 0 h 257"/>
                <a:gd name="T38" fmla="*/ 0 w 302"/>
                <a:gd name="T39" fmla="*/ 0 h 25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2" h="257">
                  <a:moveTo>
                    <a:pt x="267" y="12"/>
                  </a:moveTo>
                  <a:lnTo>
                    <a:pt x="215" y="12"/>
                  </a:lnTo>
                  <a:lnTo>
                    <a:pt x="187" y="30"/>
                  </a:lnTo>
                  <a:lnTo>
                    <a:pt x="117" y="30"/>
                  </a:lnTo>
                  <a:lnTo>
                    <a:pt x="35" y="0"/>
                  </a:lnTo>
                  <a:lnTo>
                    <a:pt x="23" y="59"/>
                  </a:lnTo>
                  <a:lnTo>
                    <a:pt x="47" y="140"/>
                  </a:lnTo>
                  <a:lnTo>
                    <a:pt x="18" y="169"/>
                  </a:lnTo>
                  <a:lnTo>
                    <a:pt x="0" y="187"/>
                  </a:lnTo>
                  <a:lnTo>
                    <a:pt x="18" y="234"/>
                  </a:lnTo>
                  <a:lnTo>
                    <a:pt x="75" y="251"/>
                  </a:lnTo>
                  <a:lnTo>
                    <a:pt x="134" y="257"/>
                  </a:lnTo>
                  <a:lnTo>
                    <a:pt x="175" y="234"/>
                  </a:lnTo>
                  <a:lnTo>
                    <a:pt x="244" y="234"/>
                  </a:lnTo>
                  <a:lnTo>
                    <a:pt x="267" y="169"/>
                  </a:lnTo>
                  <a:lnTo>
                    <a:pt x="180" y="146"/>
                  </a:lnTo>
                  <a:lnTo>
                    <a:pt x="180" y="100"/>
                  </a:lnTo>
                  <a:lnTo>
                    <a:pt x="250" y="88"/>
                  </a:lnTo>
                  <a:lnTo>
                    <a:pt x="302" y="82"/>
                  </a:lnTo>
                  <a:lnTo>
                    <a:pt x="267" y="12"/>
                  </a:lnTo>
                  <a:close/>
                </a:path>
              </a:pathLst>
            </a:custGeom>
            <a:solidFill>
              <a:srgbClr val="FFFFFF"/>
            </a:solidFill>
            <a:ln w="9525">
              <a:solidFill>
                <a:srgbClr val="000000"/>
              </a:solidFill>
              <a:round/>
              <a:headEnd/>
              <a:tailEnd/>
            </a:ln>
          </p:spPr>
          <p:txBody>
            <a:bodyPr/>
            <a:lstStyle/>
            <a:p>
              <a:endParaRPr lang="ko-KR" altLang="en-US"/>
            </a:p>
          </p:txBody>
        </p:sp>
        <p:sp>
          <p:nvSpPr>
            <p:cNvPr id="440482" name="Freeform 454">
              <a:extLst>
                <a:ext uri="{FF2B5EF4-FFF2-40B4-BE49-F238E27FC236}">
                  <a16:creationId xmlns:a16="http://schemas.microsoft.com/office/drawing/2014/main" id="{E10158D7-F5E0-FF02-69AF-02FF3495CFF9}"/>
                </a:ext>
              </a:extLst>
            </p:cNvPr>
            <p:cNvSpPr>
              <a:spLocks/>
            </p:cNvSpPr>
            <p:nvPr/>
          </p:nvSpPr>
          <p:spPr bwMode="auto">
            <a:xfrm>
              <a:off x="2994" y="638"/>
              <a:ext cx="7" cy="17"/>
            </a:xfrm>
            <a:custGeom>
              <a:avLst/>
              <a:gdLst>
                <a:gd name="T0" fmla="*/ 0 w 87"/>
                <a:gd name="T1" fmla="*/ 0 h 209"/>
                <a:gd name="T2" fmla="*/ 0 w 87"/>
                <a:gd name="T3" fmla="*/ 0 h 209"/>
                <a:gd name="T4" fmla="*/ 0 w 87"/>
                <a:gd name="T5" fmla="*/ 0 h 209"/>
                <a:gd name="T6" fmla="*/ 0 w 87"/>
                <a:gd name="T7" fmla="*/ 0 h 209"/>
                <a:gd name="T8" fmla="*/ 0 w 87"/>
                <a:gd name="T9" fmla="*/ 0 h 209"/>
                <a:gd name="T10" fmla="*/ 0 w 87"/>
                <a:gd name="T11" fmla="*/ 0 h 209"/>
                <a:gd name="T12" fmla="*/ 0 w 87"/>
                <a:gd name="T13" fmla="*/ 0 h 209"/>
                <a:gd name="T14" fmla="*/ 0 w 87"/>
                <a:gd name="T15" fmla="*/ 0 h 209"/>
                <a:gd name="T16" fmla="*/ 0 w 87"/>
                <a:gd name="T17" fmla="*/ 0 h 209"/>
                <a:gd name="T18" fmla="*/ 0 w 87"/>
                <a:gd name="T19" fmla="*/ 0 h 209"/>
                <a:gd name="T20" fmla="*/ 0 w 87"/>
                <a:gd name="T21" fmla="*/ 0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7" h="209">
                  <a:moveTo>
                    <a:pt x="87" y="29"/>
                  </a:moveTo>
                  <a:lnTo>
                    <a:pt x="47" y="0"/>
                  </a:lnTo>
                  <a:lnTo>
                    <a:pt x="17" y="104"/>
                  </a:lnTo>
                  <a:lnTo>
                    <a:pt x="24" y="144"/>
                  </a:lnTo>
                  <a:lnTo>
                    <a:pt x="0" y="174"/>
                  </a:lnTo>
                  <a:lnTo>
                    <a:pt x="29" y="209"/>
                  </a:lnTo>
                  <a:lnTo>
                    <a:pt x="76" y="168"/>
                  </a:lnTo>
                  <a:lnTo>
                    <a:pt x="76" y="144"/>
                  </a:lnTo>
                  <a:lnTo>
                    <a:pt x="59" y="81"/>
                  </a:lnTo>
                  <a:lnTo>
                    <a:pt x="69" y="40"/>
                  </a:lnTo>
                  <a:lnTo>
                    <a:pt x="87" y="29"/>
                  </a:lnTo>
                  <a:close/>
                </a:path>
              </a:pathLst>
            </a:custGeom>
            <a:solidFill>
              <a:srgbClr val="FFFFFF"/>
            </a:solidFill>
            <a:ln w="9525">
              <a:solidFill>
                <a:srgbClr val="000000"/>
              </a:solidFill>
              <a:round/>
              <a:headEnd/>
              <a:tailEnd/>
            </a:ln>
          </p:spPr>
          <p:txBody>
            <a:bodyPr/>
            <a:lstStyle/>
            <a:p>
              <a:endParaRPr lang="ko-KR" altLang="en-US"/>
            </a:p>
          </p:txBody>
        </p:sp>
        <p:sp>
          <p:nvSpPr>
            <p:cNvPr id="440483" name="Freeform 455">
              <a:extLst>
                <a:ext uri="{FF2B5EF4-FFF2-40B4-BE49-F238E27FC236}">
                  <a16:creationId xmlns:a16="http://schemas.microsoft.com/office/drawing/2014/main" id="{5409DC82-6C4E-D377-6EC9-755E08CE23E2}"/>
                </a:ext>
              </a:extLst>
            </p:cNvPr>
            <p:cNvSpPr>
              <a:spLocks/>
            </p:cNvSpPr>
            <p:nvPr/>
          </p:nvSpPr>
          <p:spPr bwMode="auto">
            <a:xfrm>
              <a:off x="2998" y="630"/>
              <a:ext cx="7" cy="11"/>
            </a:xfrm>
            <a:custGeom>
              <a:avLst/>
              <a:gdLst>
                <a:gd name="T0" fmla="*/ 0 w 92"/>
                <a:gd name="T1" fmla="*/ 0 h 139"/>
                <a:gd name="T2" fmla="*/ 0 w 92"/>
                <a:gd name="T3" fmla="*/ 0 h 139"/>
                <a:gd name="T4" fmla="*/ 0 w 92"/>
                <a:gd name="T5" fmla="*/ 0 h 139"/>
                <a:gd name="T6" fmla="*/ 0 w 92"/>
                <a:gd name="T7" fmla="*/ 0 h 139"/>
                <a:gd name="T8" fmla="*/ 0 w 92"/>
                <a:gd name="T9" fmla="*/ 0 h 139"/>
                <a:gd name="T10" fmla="*/ 0 w 92"/>
                <a:gd name="T11" fmla="*/ 0 h 139"/>
                <a:gd name="T12" fmla="*/ 0 w 92"/>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139">
                  <a:moveTo>
                    <a:pt x="0" y="117"/>
                  </a:moveTo>
                  <a:lnTo>
                    <a:pt x="29" y="70"/>
                  </a:lnTo>
                  <a:lnTo>
                    <a:pt x="46" y="0"/>
                  </a:lnTo>
                  <a:lnTo>
                    <a:pt x="92" y="23"/>
                  </a:lnTo>
                  <a:lnTo>
                    <a:pt x="69" y="70"/>
                  </a:lnTo>
                  <a:lnTo>
                    <a:pt x="46" y="139"/>
                  </a:lnTo>
                  <a:lnTo>
                    <a:pt x="0" y="117"/>
                  </a:lnTo>
                  <a:close/>
                </a:path>
              </a:pathLst>
            </a:custGeom>
            <a:solidFill>
              <a:srgbClr val="FFFFFF"/>
            </a:solidFill>
            <a:ln w="9525">
              <a:solidFill>
                <a:srgbClr val="000000"/>
              </a:solidFill>
              <a:round/>
              <a:headEnd/>
              <a:tailEnd/>
            </a:ln>
          </p:spPr>
          <p:txBody>
            <a:bodyPr/>
            <a:lstStyle/>
            <a:p>
              <a:endParaRPr lang="ko-KR" altLang="en-US"/>
            </a:p>
          </p:txBody>
        </p:sp>
        <p:sp>
          <p:nvSpPr>
            <p:cNvPr id="440484" name="Freeform 456">
              <a:extLst>
                <a:ext uri="{FF2B5EF4-FFF2-40B4-BE49-F238E27FC236}">
                  <a16:creationId xmlns:a16="http://schemas.microsoft.com/office/drawing/2014/main" id="{107BA4D1-EFDC-9303-3D9D-84DD95451FF1}"/>
                </a:ext>
              </a:extLst>
            </p:cNvPr>
            <p:cNvSpPr>
              <a:spLocks/>
            </p:cNvSpPr>
            <p:nvPr/>
          </p:nvSpPr>
          <p:spPr bwMode="auto">
            <a:xfrm>
              <a:off x="3000" y="617"/>
              <a:ext cx="27" cy="25"/>
            </a:xfrm>
            <a:custGeom>
              <a:avLst/>
              <a:gdLst>
                <a:gd name="T0" fmla="*/ 0 w 354"/>
                <a:gd name="T1" fmla="*/ 0 h 314"/>
                <a:gd name="T2" fmla="*/ 0 w 354"/>
                <a:gd name="T3" fmla="*/ 0 h 314"/>
                <a:gd name="T4" fmla="*/ 0 w 354"/>
                <a:gd name="T5" fmla="*/ 0 h 314"/>
                <a:gd name="T6" fmla="*/ 0 w 354"/>
                <a:gd name="T7" fmla="*/ 0 h 314"/>
                <a:gd name="T8" fmla="*/ 0 w 354"/>
                <a:gd name="T9" fmla="*/ 0 h 314"/>
                <a:gd name="T10" fmla="*/ 0 w 354"/>
                <a:gd name="T11" fmla="*/ 0 h 314"/>
                <a:gd name="T12" fmla="*/ 0 w 354"/>
                <a:gd name="T13" fmla="*/ 0 h 314"/>
                <a:gd name="T14" fmla="*/ 0 w 354"/>
                <a:gd name="T15" fmla="*/ 0 h 314"/>
                <a:gd name="T16" fmla="*/ 0 w 354"/>
                <a:gd name="T17" fmla="*/ 0 h 314"/>
                <a:gd name="T18" fmla="*/ 0 w 354"/>
                <a:gd name="T19" fmla="*/ 0 h 314"/>
                <a:gd name="T20" fmla="*/ 0 w 354"/>
                <a:gd name="T21" fmla="*/ 0 h 314"/>
                <a:gd name="T22" fmla="*/ 0 w 354"/>
                <a:gd name="T23" fmla="*/ 0 h 314"/>
                <a:gd name="T24" fmla="*/ 0 w 354"/>
                <a:gd name="T25" fmla="*/ 0 h 314"/>
                <a:gd name="T26" fmla="*/ 0 w 354"/>
                <a:gd name="T27" fmla="*/ 0 h 314"/>
                <a:gd name="T28" fmla="*/ 0 w 354"/>
                <a:gd name="T29" fmla="*/ 0 h 314"/>
                <a:gd name="T30" fmla="*/ 0 w 354"/>
                <a:gd name="T31" fmla="*/ 0 h 314"/>
                <a:gd name="T32" fmla="*/ 0 w 354"/>
                <a:gd name="T33" fmla="*/ 0 h 314"/>
                <a:gd name="T34" fmla="*/ 0 w 354"/>
                <a:gd name="T35" fmla="*/ 0 h 314"/>
                <a:gd name="T36" fmla="*/ 0 w 354"/>
                <a:gd name="T37" fmla="*/ 0 h 314"/>
                <a:gd name="T38" fmla="*/ 0 w 354"/>
                <a:gd name="T39" fmla="*/ 0 h 314"/>
                <a:gd name="T40" fmla="*/ 0 w 354"/>
                <a:gd name="T41" fmla="*/ 0 h 314"/>
                <a:gd name="T42" fmla="*/ 0 w 354"/>
                <a:gd name="T43" fmla="*/ 0 h 3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54" h="314">
                  <a:moveTo>
                    <a:pt x="0" y="291"/>
                  </a:moveTo>
                  <a:lnTo>
                    <a:pt x="63" y="314"/>
                  </a:lnTo>
                  <a:lnTo>
                    <a:pt x="133" y="314"/>
                  </a:lnTo>
                  <a:lnTo>
                    <a:pt x="168" y="302"/>
                  </a:lnTo>
                  <a:lnTo>
                    <a:pt x="220" y="296"/>
                  </a:lnTo>
                  <a:lnTo>
                    <a:pt x="244" y="227"/>
                  </a:lnTo>
                  <a:lnTo>
                    <a:pt x="337" y="157"/>
                  </a:lnTo>
                  <a:lnTo>
                    <a:pt x="354" y="70"/>
                  </a:lnTo>
                  <a:lnTo>
                    <a:pt x="354" y="23"/>
                  </a:lnTo>
                  <a:lnTo>
                    <a:pt x="337" y="18"/>
                  </a:lnTo>
                  <a:lnTo>
                    <a:pt x="290" y="6"/>
                  </a:lnTo>
                  <a:lnTo>
                    <a:pt x="255" y="23"/>
                  </a:lnTo>
                  <a:lnTo>
                    <a:pt x="203" y="18"/>
                  </a:lnTo>
                  <a:lnTo>
                    <a:pt x="174" y="0"/>
                  </a:lnTo>
                  <a:lnTo>
                    <a:pt x="133" y="6"/>
                  </a:lnTo>
                  <a:lnTo>
                    <a:pt x="81" y="23"/>
                  </a:lnTo>
                  <a:lnTo>
                    <a:pt x="40" y="70"/>
                  </a:lnTo>
                  <a:lnTo>
                    <a:pt x="17" y="157"/>
                  </a:lnTo>
                  <a:lnTo>
                    <a:pt x="46" y="169"/>
                  </a:lnTo>
                  <a:lnTo>
                    <a:pt x="63" y="186"/>
                  </a:lnTo>
                  <a:lnTo>
                    <a:pt x="40" y="221"/>
                  </a:lnTo>
                  <a:lnTo>
                    <a:pt x="0" y="291"/>
                  </a:lnTo>
                  <a:close/>
                </a:path>
              </a:pathLst>
            </a:custGeom>
            <a:solidFill>
              <a:srgbClr val="FFFFFF"/>
            </a:solidFill>
            <a:ln w="9525">
              <a:solidFill>
                <a:srgbClr val="000000"/>
              </a:solidFill>
              <a:round/>
              <a:headEnd/>
              <a:tailEnd/>
            </a:ln>
          </p:spPr>
          <p:txBody>
            <a:bodyPr/>
            <a:lstStyle/>
            <a:p>
              <a:endParaRPr lang="ko-KR" altLang="en-US"/>
            </a:p>
          </p:txBody>
        </p:sp>
        <p:sp>
          <p:nvSpPr>
            <p:cNvPr id="440485" name="Freeform 457">
              <a:extLst>
                <a:ext uri="{FF2B5EF4-FFF2-40B4-BE49-F238E27FC236}">
                  <a16:creationId xmlns:a16="http://schemas.microsoft.com/office/drawing/2014/main" id="{A1088D9F-3CB1-F19C-18C8-D5DFD4FAD3A1}"/>
                </a:ext>
              </a:extLst>
            </p:cNvPr>
            <p:cNvSpPr>
              <a:spLocks/>
            </p:cNvSpPr>
            <p:nvPr/>
          </p:nvSpPr>
          <p:spPr bwMode="auto">
            <a:xfrm>
              <a:off x="2960" y="586"/>
              <a:ext cx="79" cy="37"/>
            </a:xfrm>
            <a:custGeom>
              <a:avLst/>
              <a:gdLst>
                <a:gd name="T0" fmla="*/ 0 w 1035"/>
                <a:gd name="T1" fmla="*/ 0 h 453"/>
                <a:gd name="T2" fmla="*/ 0 w 1035"/>
                <a:gd name="T3" fmla="*/ 0 h 453"/>
                <a:gd name="T4" fmla="*/ 0 w 1035"/>
                <a:gd name="T5" fmla="*/ 0 h 453"/>
                <a:gd name="T6" fmla="*/ 0 w 1035"/>
                <a:gd name="T7" fmla="*/ 0 h 453"/>
                <a:gd name="T8" fmla="*/ 0 w 1035"/>
                <a:gd name="T9" fmla="*/ 0 h 453"/>
                <a:gd name="T10" fmla="*/ 0 w 1035"/>
                <a:gd name="T11" fmla="*/ 0 h 453"/>
                <a:gd name="T12" fmla="*/ 0 w 1035"/>
                <a:gd name="T13" fmla="*/ 0 h 453"/>
                <a:gd name="T14" fmla="*/ 0 w 1035"/>
                <a:gd name="T15" fmla="*/ 0 h 453"/>
                <a:gd name="T16" fmla="*/ 0 w 1035"/>
                <a:gd name="T17" fmla="*/ 0 h 453"/>
                <a:gd name="T18" fmla="*/ 0 w 1035"/>
                <a:gd name="T19" fmla="*/ 0 h 453"/>
                <a:gd name="T20" fmla="*/ 0 w 1035"/>
                <a:gd name="T21" fmla="*/ 0 h 453"/>
                <a:gd name="T22" fmla="*/ 0 w 1035"/>
                <a:gd name="T23" fmla="*/ 0 h 453"/>
                <a:gd name="T24" fmla="*/ 0 w 1035"/>
                <a:gd name="T25" fmla="*/ 0 h 453"/>
                <a:gd name="T26" fmla="*/ 0 w 1035"/>
                <a:gd name="T27" fmla="*/ 0 h 453"/>
                <a:gd name="T28" fmla="*/ 0 w 1035"/>
                <a:gd name="T29" fmla="*/ 0 h 453"/>
                <a:gd name="T30" fmla="*/ 0 w 1035"/>
                <a:gd name="T31" fmla="*/ 0 h 453"/>
                <a:gd name="T32" fmla="*/ 0 w 1035"/>
                <a:gd name="T33" fmla="*/ 0 h 453"/>
                <a:gd name="T34" fmla="*/ 0 w 1035"/>
                <a:gd name="T35" fmla="*/ 0 h 453"/>
                <a:gd name="T36" fmla="*/ 0 w 1035"/>
                <a:gd name="T37" fmla="*/ 0 h 453"/>
                <a:gd name="T38" fmla="*/ 0 w 1035"/>
                <a:gd name="T39" fmla="*/ 0 h 453"/>
                <a:gd name="T40" fmla="*/ 0 w 1035"/>
                <a:gd name="T41" fmla="*/ 0 h 453"/>
                <a:gd name="T42" fmla="*/ 0 w 1035"/>
                <a:gd name="T43" fmla="*/ 0 h 453"/>
                <a:gd name="T44" fmla="*/ 0 w 1035"/>
                <a:gd name="T45" fmla="*/ 0 h 453"/>
                <a:gd name="T46" fmla="*/ 0 w 1035"/>
                <a:gd name="T47" fmla="*/ 0 h 453"/>
                <a:gd name="T48" fmla="*/ 0 w 1035"/>
                <a:gd name="T49" fmla="*/ 0 h 453"/>
                <a:gd name="T50" fmla="*/ 0 w 1035"/>
                <a:gd name="T51" fmla="*/ 0 h 453"/>
                <a:gd name="T52" fmla="*/ 0 w 1035"/>
                <a:gd name="T53" fmla="*/ 0 h 453"/>
                <a:gd name="T54" fmla="*/ 0 w 1035"/>
                <a:gd name="T55" fmla="*/ 0 h 453"/>
                <a:gd name="T56" fmla="*/ 0 w 1035"/>
                <a:gd name="T57" fmla="*/ 0 h 453"/>
                <a:gd name="T58" fmla="*/ 0 w 1035"/>
                <a:gd name="T59" fmla="*/ 0 h 453"/>
                <a:gd name="T60" fmla="*/ 0 w 1035"/>
                <a:gd name="T61" fmla="*/ 0 h 453"/>
                <a:gd name="T62" fmla="*/ 0 w 1035"/>
                <a:gd name="T63" fmla="*/ 0 h 453"/>
                <a:gd name="T64" fmla="*/ 0 w 1035"/>
                <a:gd name="T65" fmla="*/ 0 h 453"/>
                <a:gd name="T66" fmla="*/ 0 w 1035"/>
                <a:gd name="T67" fmla="*/ 0 h 453"/>
                <a:gd name="T68" fmla="*/ 0 w 1035"/>
                <a:gd name="T69" fmla="*/ 0 h 453"/>
                <a:gd name="T70" fmla="*/ 0 w 1035"/>
                <a:gd name="T71" fmla="*/ 0 h 453"/>
                <a:gd name="T72" fmla="*/ 0 w 1035"/>
                <a:gd name="T73" fmla="*/ 0 h 453"/>
                <a:gd name="T74" fmla="*/ 0 w 1035"/>
                <a:gd name="T75" fmla="*/ 0 h 453"/>
                <a:gd name="T76" fmla="*/ 0 w 1035"/>
                <a:gd name="T77" fmla="*/ 0 h 453"/>
                <a:gd name="T78" fmla="*/ 0 w 1035"/>
                <a:gd name="T79" fmla="*/ 0 h 453"/>
                <a:gd name="T80" fmla="*/ 0 w 1035"/>
                <a:gd name="T81" fmla="*/ 0 h 4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35" h="453">
                  <a:moveTo>
                    <a:pt x="24" y="116"/>
                  </a:moveTo>
                  <a:lnTo>
                    <a:pt x="24" y="179"/>
                  </a:lnTo>
                  <a:lnTo>
                    <a:pt x="0" y="273"/>
                  </a:lnTo>
                  <a:lnTo>
                    <a:pt x="47" y="291"/>
                  </a:lnTo>
                  <a:lnTo>
                    <a:pt x="93" y="336"/>
                  </a:lnTo>
                  <a:lnTo>
                    <a:pt x="128" y="383"/>
                  </a:lnTo>
                  <a:lnTo>
                    <a:pt x="198" y="406"/>
                  </a:lnTo>
                  <a:lnTo>
                    <a:pt x="314" y="383"/>
                  </a:lnTo>
                  <a:lnTo>
                    <a:pt x="355" y="430"/>
                  </a:lnTo>
                  <a:lnTo>
                    <a:pt x="378" y="430"/>
                  </a:lnTo>
                  <a:lnTo>
                    <a:pt x="471" y="406"/>
                  </a:lnTo>
                  <a:lnTo>
                    <a:pt x="518" y="406"/>
                  </a:lnTo>
                  <a:lnTo>
                    <a:pt x="535" y="406"/>
                  </a:lnTo>
                  <a:lnTo>
                    <a:pt x="558" y="453"/>
                  </a:lnTo>
                  <a:lnTo>
                    <a:pt x="605" y="406"/>
                  </a:lnTo>
                  <a:lnTo>
                    <a:pt x="675" y="383"/>
                  </a:lnTo>
                  <a:lnTo>
                    <a:pt x="698" y="383"/>
                  </a:lnTo>
                  <a:lnTo>
                    <a:pt x="715" y="406"/>
                  </a:lnTo>
                  <a:lnTo>
                    <a:pt x="762" y="406"/>
                  </a:lnTo>
                  <a:lnTo>
                    <a:pt x="808" y="383"/>
                  </a:lnTo>
                  <a:lnTo>
                    <a:pt x="855" y="406"/>
                  </a:lnTo>
                  <a:lnTo>
                    <a:pt x="895" y="383"/>
                  </a:lnTo>
                  <a:lnTo>
                    <a:pt x="965" y="360"/>
                  </a:lnTo>
                  <a:lnTo>
                    <a:pt x="1012" y="360"/>
                  </a:lnTo>
                  <a:lnTo>
                    <a:pt x="1012" y="291"/>
                  </a:lnTo>
                  <a:lnTo>
                    <a:pt x="1035" y="203"/>
                  </a:lnTo>
                  <a:lnTo>
                    <a:pt x="1012" y="156"/>
                  </a:lnTo>
                  <a:lnTo>
                    <a:pt x="965" y="46"/>
                  </a:lnTo>
                  <a:lnTo>
                    <a:pt x="919" y="22"/>
                  </a:lnTo>
                  <a:lnTo>
                    <a:pt x="855" y="22"/>
                  </a:lnTo>
                  <a:lnTo>
                    <a:pt x="762" y="46"/>
                  </a:lnTo>
                  <a:lnTo>
                    <a:pt x="715" y="92"/>
                  </a:lnTo>
                  <a:lnTo>
                    <a:pt x="651" y="69"/>
                  </a:lnTo>
                  <a:lnTo>
                    <a:pt x="448" y="0"/>
                  </a:lnTo>
                  <a:lnTo>
                    <a:pt x="332" y="0"/>
                  </a:lnTo>
                  <a:lnTo>
                    <a:pt x="222" y="46"/>
                  </a:lnTo>
                  <a:lnTo>
                    <a:pt x="128" y="69"/>
                  </a:lnTo>
                  <a:lnTo>
                    <a:pt x="117" y="87"/>
                  </a:lnTo>
                  <a:lnTo>
                    <a:pt x="122" y="116"/>
                  </a:lnTo>
                  <a:lnTo>
                    <a:pt x="58" y="104"/>
                  </a:lnTo>
                  <a:lnTo>
                    <a:pt x="24" y="116"/>
                  </a:lnTo>
                  <a:close/>
                </a:path>
              </a:pathLst>
            </a:custGeom>
            <a:solidFill>
              <a:srgbClr val="FFFFFF"/>
            </a:solidFill>
            <a:ln w="9525">
              <a:solidFill>
                <a:srgbClr val="000000"/>
              </a:solidFill>
              <a:round/>
              <a:headEnd/>
              <a:tailEnd/>
            </a:ln>
          </p:spPr>
          <p:txBody>
            <a:bodyPr/>
            <a:lstStyle/>
            <a:p>
              <a:endParaRPr lang="ko-KR" altLang="en-US"/>
            </a:p>
          </p:txBody>
        </p:sp>
        <p:sp>
          <p:nvSpPr>
            <p:cNvPr id="440486" name="Freeform 458">
              <a:extLst>
                <a:ext uri="{FF2B5EF4-FFF2-40B4-BE49-F238E27FC236}">
                  <a16:creationId xmlns:a16="http://schemas.microsoft.com/office/drawing/2014/main" id="{FE111A3A-63F4-2A32-DC35-70F501A7C44E}"/>
                </a:ext>
              </a:extLst>
            </p:cNvPr>
            <p:cNvSpPr>
              <a:spLocks/>
            </p:cNvSpPr>
            <p:nvPr/>
          </p:nvSpPr>
          <p:spPr bwMode="auto">
            <a:xfrm>
              <a:off x="2986" y="626"/>
              <a:ext cx="7" cy="6"/>
            </a:xfrm>
            <a:custGeom>
              <a:avLst/>
              <a:gdLst>
                <a:gd name="T0" fmla="*/ 0 w 92"/>
                <a:gd name="T1" fmla="*/ 0 h 70"/>
                <a:gd name="T2" fmla="*/ 0 w 92"/>
                <a:gd name="T3" fmla="*/ 0 h 70"/>
                <a:gd name="T4" fmla="*/ 0 w 92"/>
                <a:gd name="T5" fmla="*/ 0 h 70"/>
                <a:gd name="T6" fmla="*/ 0 w 92"/>
                <a:gd name="T7" fmla="*/ 0 h 70"/>
                <a:gd name="T8" fmla="*/ 0 w 92"/>
                <a:gd name="T9" fmla="*/ 0 h 70"/>
                <a:gd name="T10" fmla="*/ 0 w 92"/>
                <a:gd name="T11" fmla="*/ 0 h 70"/>
                <a:gd name="T12" fmla="*/ 0 w 92"/>
                <a:gd name="T13" fmla="*/ 0 h 70"/>
                <a:gd name="T14" fmla="*/ 0 w 92"/>
                <a:gd name="T15" fmla="*/ 0 h 70"/>
                <a:gd name="T16" fmla="*/ 0 w 92"/>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 h="70">
                  <a:moveTo>
                    <a:pt x="92" y="0"/>
                  </a:moveTo>
                  <a:lnTo>
                    <a:pt x="46" y="0"/>
                  </a:lnTo>
                  <a:lnTo>
                    <a:pt x="0" y="24"/>
                  </a:lnTo>
                  <a:lnTo>
                    <a:pt x="0" y="70"/>
                  </a:lnTo>
                  <a:lnTo>
                    <a:pt x="23" y="70"/>
                  </a:lnTo>
                  <a:lnTo>
                    <a:pt x="46" y="47"/>
                  </a:lnTo>
                  <a:lnTo>
                    <a:pt x="69" y="47"/>
                  </a:lnTo>
                  <a:lnTo>
                    <a:pt x="92" y="24"/>
                  </a:lnTo>
                  <a:lnTo>
                    <a:pt x="92" y="0"/>
                  </a:lnTo>
                  <a:close/>
                </a:path>
              </a:pathLst>
            </a:custGeom>
            <a:solidFill>
              <a:srgbClr val="FFFFFF"/>
            </a:solidFill>
            <a:ln w="9525">
              <a:solidFill>
                <a:srgbClr val="000000"/>
              </a:solidFill>
              <a:round/>
              <a:headEnd/>
              <a:tailEnd/>
            </a:ln>
          </p:spPr>
          <p:txBody>
            <a:bodyPr/>
            <a:lstStyle/>
            <a:p>
              <a:endParaRPr lang="ko-KR" altLang="en-US"/>
            </a:p>
          </p:txBody>
        </p:sp>
        <p:sp>
          <p:nvSpPr>
            <p:cNvPr id="440487" name="Freeform 459">
              <a:extLst>
                <a:ext uri="{FF2B5EF4-FFF2-40B4-BE49-F238E27FC236}">
                  <a16:creationId xmlns:a16="http://schemas.microsoft.com/office/drawing/2014/main" id="{DEFACE6E-B204-F55C-533D-FB68F35A60DD}"/>
                </a:ext>
              </a:extLst>
            </p:cNvPr>
            <p:cNvSpPr>
              <a:spLocks/>
            </p:cNvSpPr>
            <p:nvPr/>
          </p:nvSpPr>
          <p:spPr bwMode="auto">
            <a:xfrm>
              <a:off x="2942" y="523"/>
              <a:ext cx="70" cy="44"/>
            </a:xfrm>
            <a:custGeom>
              <a:avLst/>
              <a:gdLst>
                <a:gd name="T0" fmla="*/ 0 w 924"/>
                <a:gd name="T1" fmla="*/ 0 h 558"/>
                <a:gd name="T2" fmla="*/ 0 w 924"/>
                <a:gd name="T3" fmla="*/ 0 h 558"/>
                <a:gd name="T4" fmla="*/ 0 w 924"/>
                <a:gd name="T5" fmla="*/ 0 h 558"/>
                <a:gd name="T6" fmla="*/ 0 w 924"/>
                <a:gd name="T7" fmla="*/ 0 h 558"/>
                <a:gd name="T8" fmla="*/ 0 w 924"/>
                <a:gd name="T9" fmla="*/ 0 h 558"/>
                <a:gd name="T10" fmla="*/ 0 w 924"/>
                <a:gd name="T11" fmla="*/ 0 h 558"/>
                <a:gd name="T12" fmla="*/ 0 w 924"/>
                <a:gd name="T13" fmla="*/ 0 h 558"/>
                <a:gd name="T14" fmla="*/ 0 w 924"/>
                <a:gd name="T15" fmla="*/ 0 h 558"/>
                <a:gd name="T16" fmla="*/ 0 w 924"/>
                <a:gd name="T17" fmla="*/ 0 h 558"/>
                <a:gd name="T18" fmla="*/ 0 w 924"/>
                <a:gd name="T19" fmla="*/ 0 h 558"/>
                <a:gd name="T20" fmla="*/ 0 w 924"/>
                <a:gd name="T21" fmla="*/ 0 h 558"/>
                <a:gd name="T22" fmla="*/ 0 w 924"/>
                <a:gd name="T23" fmla="*/ 0 h 558"/>
                <a:gd name="T24" fmla="*/ 0 w 924"/>
                <a:gd name="T25" fmla="*/ 0 h 558"/>
                <a:gd name="T26" fmla="*/ 0 w 924"/>
                <a:gd name="T27" fmla="*/ 0 h 558"/>
                <a:gd name="T28" fmla="*/ 0 w 924"/>
                <a:gd name="T29" fmla="*/ 0 h 558"/>
                <a:gd name="T30" fmla="*/ 0 w 924"/>
                <a:gd name="T31" fmla="*/ 0 h 558"/>
                <a:gd name="T32" fmla="*/ 0 w 924"/>
                <a:gd name="T33" fmla="*/ 0 h 558"/>
                <a:gd name="T34" fmla="*/ 0 w 924"/>
                <a:gd name="T35" fmla="*/ 0 h 558"/>
                <a:gd name="T36" fmla="*/ 0 w 924"/>
                <a:gd name="T37" fmla="*/ 0 h 558"/>
                <a:gd name="T38" fmla="*/ 0 w 924"/>
                <a:gd name="T39" fmla="*/ 0 h 558"/>
                <a:gd name="T40" fmla="*/ 0 w 924"/>
                <a:gd name="T41" fmla="*/ 0 h 558"/>
                <a:gd name="T42" fmla="*/ 0 w 924"/>
                <a:gd name="T43" fmla="*/ 0 h 558"/>
                <a:gd name="T44" fmla="*/ 0 w 924"/>
                <a:gd name="T45" fmla="*/ 0 h 558"/>
                <a:gd name="T46" fmla="*/ 0 w 924"/>
                <a:gd name="T47" fmla="*/ 0 h 558"/>
                <a:gd name="T48" fmla="*/ 0 w 924"/>
                <a:gd name="T49" fmla="*/ 0 h 558"/>
                <a:gd name="T50" fmla="*/ 0 w 924"/>
                <a:gd name="T51" fmla="*/ 0 h 558"/>
                <a:gd name="T52" fmla="*/ 0 w 924"/>
                <a:gd name="T53" fmla="*/ 0 h 558"/>
                <a:gd name="T54" fmla="*/ 0 w 924"/>
                <a:gd name="T55" fmla="*/ 0 h 558"/>
                <a:gd name="T56" fmla="*/ 0 w 924"/>
                <a:gd name="T57" fmla="*/ 0 h 558"/>
                <a:gd name="T58" fmla="*/ 0 w 924"/>
                <a:gd name="T59" fmla="*/ 0 h 558"/>
                <a:gd name="T60" fmla="*/ 0 w 924"/>
                <a:gd name="T61" fmla="*/ 0 h 558"/>
                <a:gd name="T62" fmla="*/ 0 w 924"/>
                <a:gd name="T63" fmla="*/ 0 h 558"/>
                <a:gd name="T64" fmla="*/ 0 w 924"/>
                <a:gd name="T65" fmla="*/ 0 h 558"/>
                <a:gd name="T66" fmla="*/ 0 w 924"/>
                <a:gd name="T67" fmla="*/ 0 h 558"/>
                <a:gd name="T68" fmla="*/ 0 w 924"/>
                <a:gd name="T69" fmla="*/ 0 h 558"/>
                <a:gd name="T70" fmla="*/ 0 w 924"/>
                <a:gd name="T71" fmla="*/ 0 h 558"/>
                <a:gd name="T72" fmla="*/ 0 w 924"/>
                <a:gd name="T73" fmla="*/ 0 h 558"/>
                <a:gd name="T74" fmla="*/ 0 w 924"/>
                <a:gd name="T75" fmla="*/ 0 h 558"/>
                <a:gd name="T76" fmla="*/ 0 w 924"/>
                <a:gd name="T77" fmla="*/ 0 h 558"/>
                <a:gd name="T78" fmla="*/ 0 w 924"/>
                <a:gd name="T79" fmla="*/ 0 h 558"/>
                <a:gd name="T80" fmla="*/ 0 w 924"/>
                <a:gd name="T81" fmla="*/ 0 h 558"/>
                <a:gd name="T82" fmla="*/ 0 w 924"/>
                <a:gd name="T83" fmla="*/ 0 h 558"/>
                <a:gd name="T84" fmla="*/ 0 w 924"/>
                <a:gd name="T85" fmla="*/ 0 h 558"/>
                <a:gd name="T86" fmla="*/ 0 w 924"/>
                <a:gd name="T87" fmla="*/ 0 h 558"/>
                <a:gd name="T88" fmla="*/ 0 w 924"/>
                <a:gd name="T89" fmla="*/ 0 h 558"/>
                <a:gd name="T90" fmla="*/ 0 w 924"/>
                <a:gd name="T91" fmla="*/ 0 h 558"/>
                <a:gd name="T92" fmla="*/ 0 w 924"/>
                <a:gd name="T93" fmla="*/ 0 h 558"/>
                <a:gd name="T94" fmla="*/ 0 w 924"/>
                <a:gd name="T95" fmla="*/ 0 h 558"/>
                <a:gd name="T96" fmla="*/ 0 w 924"/>
                <a:gd name="T97" fmla="*/ 0 h 558"/>
                <a:gd name="T98" fmla="*/ 0 w 924"/>
                <a:gd name="T99" fmla="*/ 0 h 5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24" h="558">
                  <a:moveTo>
                    <a:pt x="877" y="360"/>
                  </a:moveTo>
                  <a:lnTo>
                    <a:pt x="830" y="383"/>
                  </a:lnTo>
                  <a:lnTo>
                    <a:pt x="784" y="430"/>
                  </a:lnTo>
                  <a:lnTo>
                    <a:pt x="697" y="453"/>
                  </a:lnTo>
                  <a:lnTo>
                    <a:pt x="650" y="453"/>
                  </a:lnTo>
                  <a:lnTo>
                    <a:pt x="650" y="493"/>
                  </a:lnTo>
                  <a:lnTo>
                    <a:pt x="697" y="516"/>
                  </a:lnTo>
                  <a:lnTo>
                    <a:pt x="650" y="540"/>
                  </a:lnTo>
                  <a:lnTo>
                    <a:pt x="627" y="540"/>
                  </a:lnTo>
                  <a:lnTo>
                    <a:pt x="581" y="476"/>
                  </a:lnTo>
                  <a:lnTo>
                    <a:pt x="563" y="453"/>
                  </a:lnTo>
                  <a:lnTo>
                    <a:pt x="516" y="453"/>
                  </a:lnTo>
                  <a:lnTo>
                    <a:pt x="471" y="453"/>
                  </a:lnTo>
                  <a:lnTo>
                    <a:pt x="447" y="516"/>
                  </a:lnTo>
                  <a:lnTo>
                    <a:pt x="401" y="540"/>
                  </a:lnTo>
                  <a:lnTo>
                    <a:pt x="377" y="540"/>
                  </a:lnTo>
                  <a:lnTo>
                    <a:pt x="359" y="558"/>
                  </a:lnTo>
                  <a:lnTo>
                    <a:pt x="359" y="441"/>
                  </a:lnTo>
                  <a:lnTo>
                    <a:pt x="412" y="395"/>
                  </a:lnTo>
                  <a:lnTo>
                    <a:pt x="447" y="383"/>
                  </a:lnTo>
                  <a:lnTo>
                    <a:pt x="424" y="336"/>
                  </a:lnTo>
                  <a:lnTo>
                    <a:pt x="377" y="273"/>
                  </a:lnTo>
                  <a:lnTo>
                    <a:pt x="342" y="273"/>
                  </a:lnTo>
                  <a:lnTo>
                    <a:pt x="273" y="296"/>
                  </a:lnTo>
                  <a:lnTo>
                    <a:pt x="249" y="343"/>
                  </a:lnTo>
                  <a:lnTo>
                    <a:pt x="162" y="336"/>
                  </a:lnTo>
                  <a:lnTo>
                    <a:pt x="57" y="343"/>
                  </a:lnTo>
                  <a:lnTo>
                    <a:pt x="17" y="308"/>
                  </a:lnTo>
                  <a:lnTo>
                    <a:pt x="0" y="249"/>
                  </a:lnTo>
                  <a:lnTo>
                    <a:pt x="92" y="116"/>
                  </a:lnTo>
                  <a:lnTo>
                    <a:pt x="69" y="69"/>
                  </a:lnTo>
                  <a:lnTo>
                    <a:pt x="116" y="40"/>
                  </a:lnTo>
                  <a:lnTo>
                    <a:pt x="162" y="40"/>
                  </a:lnTo>
                  <a:lnTo>
                    <a:pt x="180" y="40"/>
                  </a:lnTo>
                  <a:lnTo>
                    <a:pt x="249" y="87"/>
                  </a:lnTo>
                  <a:lnTo>
                    <a:pt x="359" y="40"/>
                  </a:lnTo>
                  <a:lnTo>
                    <a:pt x="377" y="69"/>
                  </a:lnTo>
                  <a:lnTo>
                    <a:pt x="401" y="40"/>
                  </a:lnTo>
                  <a:lnTo>
                    <a:pt x="447" y="23"/>
                  </a:lnTo>
                  <a:lnTo>
                    <a:pt x="493" y="23"/>
                  </a:lnTo>
                  <a:lnTo>
                    <a:pt x="581" y="0"/>
                  </a:lnTo>
                  <a:lnTo>
                    <a:pt x="697" y="0"/>
                  </a:lnTo>
                  <a:lnTo>
                    <a:pt x="738" y="69"/>
                  </a:lnTo>
                  <a:lnTo>
                    <a:pt x="784" y="116"/>
                  </a:lnTo>
                  <a:lnTo>
                    <a:pt x="854" y="116"/>
                  </a:lnTo>
                  <a:lnTo>
                    <a:pt x="900" y="226"/>
                  </a:lnTo>
                  <a:lnTo>
                    <a:pt x="900" y="249"/>
                  </a:lnTo>
                  <a:lnTo>
                    <a:pt x="924" y="319"/>
                  </a:lnTo>
                  <a:lnTo>
                    <a:pt x="854" y="336"/>
                  </a:lnTo>
                  <a:lnTo>
                    <a:pt x="877" y="360"/>
                  </a:lnTo>
                  <a:close/>
                </a:path>
              </a:pathLst>
            </a:custGeom>
            <a:solidFill>
              <a:srgbClr val="FFFFFF"/>
            </a:solidFill>
            <a:ln w="9525">
              <a:solidFill>
                <a:srgbClr val="000000"/>
              </a:solidFill>
              <a:round/>
              <a:headEnd/>
              <a:tailEnd/>
            </a:ln>
          </p:spPr>
          <p:txBody>
            <a:bodyPr/>
            <a:lstStyle/>
            <a:p>
              <a:endParaRPr lang="ko-KR" altLang="en-US"/>
            </a:p>
          </p:txBody>
        </p:sp>
        <p:sp>
          <p:nvSpPr>
            <p:cNvPr id="440488" name="Freeform 460">
              <a:extLst>
                <a:ext uri="{FF2B5EF4-FFF2-40B4-BE49-F238E27FC236}">
                  <a16:creationId xmlns:a16="http://schemas.microsoft.com/office/drawing/2014/main" id="{C614E6F9-7649-4CEE-3ECF-5DFAB254B3BE}"/>
                </a:ext>
              </a:extLst>
            </p:cNvPr>
            <p:cNvSpPr>
              <a:spLocks/>
            </p:cNvSpPr>
            <p:nvPr/>
          </p:nvSpPr>
          <p:spPr bwMode="auto">
            <a:xfrm>
              <a:off x="2963" y="545"/>
              <a:ext cx="13" cy="13"/>
            </a:xfrm>
            <a:custGeom>
              <a:avLst/>
              <a:gdLst>
                <a:gd name="T0" fmla="*/ 0 w 174"/>
                <a:gd name="T1" fmla="*/ 0 h 168"/>
                <a:gd name="T2" fmla="*/ 0 w 174"/>
                <a:gd name="T3" fmla="*/ 0 h 168"/>
                <a:gd name="T4" fmla="*/ 0 w 174"/>
                <a:gd name="T5" fmla="*/ 0 h 168"/>
                <a:gd name="T6" fmla="*/ 0 w 174"/>
                <a:gd name="T7" fmla="*/ 0 h 168"/>
                <a:gd name="T8" fmla="*/ 0 w 174"/>
                <a:gd name="T9" fmla="*/ 0 h 168"/>
                <a:gd name="T10" fmla="*/ 0 w 174"/>
                <a:gd name="T11" fmla="*/ 0 h 168"/>
                <a:gd name="T12" fmla="*/ 0 w 174"/>
                <a:gd name="T13" fmla="*/ 0 h 168"/>
                <a:gd name="T14" fmla="*/ 0 w 174"/>
                <a:gd name="T15" fmla="*/ 0 h 168"/>
                <a:gd name="T16" fmla="*/ 0 w 174"/>
                <a:gd name="T17" fmla="*/ 0 h 168"/>
                <a:gd name="T18" fmla="*/ 0 w 174"/>
                <a:gd name="T19" fmla="*/ 0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4" h="168">
                  <a:moveTo>
                    <a:pt x="0" y="18"/>
                  </a:moveTo>
                  <a:lnTo>
                    <a:pt x="75" y="133"/>
                  </a:lnTo>
                  <a:lnTo>
                    <a:pt x="80" y="168"/>
                  </a:lnTo>
                  <a:lnTo>
                    <a:pt x="133" y="122"/>
                  </a:lnTo>
                  <a:lnTo>
                    <a:pt x="174" y="110"/>
                  </a:lnTo>
                  <a:lnTo>
                    <a:pt x="127" y="35"/>
                  </a:lnTo>
                  <a:lnTo>
                    <a:pt x="98" y="0"/>
                  </a:lnTo>
                  <a:lnTo>
                    <a:pt x="63" y="0"/>
                  </a:lnTo>
                  <a:lnTo>
                    <a:pt x="23" y="11"/>
                  </a:lnTo>
                  <a:lnTo>
                    <a:pt x="0" y="18"/>
                  </a:lnTo>
                  <a:close/>
                </a:path>
              </a:pathLst>
            </a:custGeom>
            <a:solidFill>
              <a:srgbClr val="FFFFFF"/>
            </a:solidFill>
            <a:ln w="9525">
              <a:solidFill>
                <a:srgbClr val="000000"/>
              </a:solidFill>
              <a:round/>
              <a:headEnd/>
              <a:tailEnd/>
            </a:ln>
          </p:spPr>
          <p:txBody>
            <a:bodyPr/>
            <a:lstStyle/>
            <a:p>
              <a:endParaRPr lang="ko-KR" altLang="en-US"/>
            </a:p>
          </p:txBody>
        </p:sp>
        <p:sp>
          <p:nvSpPr>
            <p:cNvPr id="440489" name="Freeform 461">
              <a:extLst>
                <a:ext uri="{FF2B5EF4-FFF2-40B4-BE49-F238E27FC236}">
                  <a16:creationId xmlns:a16="http://schemas.microsoft.com/office/drawing/2014/main" id="{53BEF00C-2568-DCDB-134C-6BAE6AF76E6C}"/>
                </a:ext>
              </a:extLst>
            </p:cNvPr>
            <p:cNvSpPr>
              <a:spLocks/>
            </p:cNvSpPr>
            <p:nvPr/>
          </p:nvSpPr>
          <p:spPr bwMode="auto">
            <a:xfrm>
              <a:off x="2945" y="496"/>
              <a:ext cx="42" cy="33"/>
            </a:xfrm>
            <a:custGeom>
              <a:avLst/>
              <a:gdLst>
                <a:gd name="T0" fmla="*/ 0 w 551"/>
                <a:gd name="T1" fmla="*/ 0 h 424"/>
                <a:gd name="T2" fmla="*/ 0 w 551"/>
                <a:gd name="T3" fmla="*/ 0 h 424"/>
                <a:gd name="T4" fmla="*/ 0 w 551"/>
                <a:gd name="T5" fmla="*/ 0 h 424"/>
                <a:gd name="T6" fmla="*/ 0 w 551"/>
                <a:gd name="T7" fmla="*/ 0 h 424"/>
                <a:gd name="T8" fmla="*/ 0 w 551"/>
                <a:gd name="T9" fmla="*/ 0 h 424"/>
                <a:gd name="T10" fmla="*/ 0 w 551"/>
                <a:gd name="T11" fmla="*/ 0 h 424"/>
                <a:gd name="T12" fmla="*/ 0 w 551"/>
                <a:gd name="T13" fmla="*/ 0 h 424"/>
                <a:gd name="T14" fmla="*/ 0 w 551"/>
                <a:gd name="T15" fmla="*/ 0 h 424"/>
                <a:gd name="T16" fmla="*/ 0 w 551"/>
                <a:gd name="T17" fmla="*/ 0 h 424"/>
                <a:gd name="T18" fmla="*/ 0 w 551"/>
                <a:gd name="T19" fmla="*/ 0 h 424"/>
                <a:gd name="T20" fmla="*/ 0 w 551"/>
                <a:gd name="T21" fmla="*/ 0 h 424"/>
                <a:gd name="T22" fmla="*/ 0 w 551"/>
                <a:gd name="T23" fmla="*/ 0 h 424"/>
                <a:gd name="T24" fmla="*/ 0 w 551"/>
                <a:gd name="T25" fmla="*/ 0 h 424"/>
                <a:gd name="T26" fmla="*/ 0 w 551"/>
                <a:gd name="T27" fmla="*/ 0 h 424"/>
                <a:gd name="T28" fmla="*/ 0 w 551"/>
                <a:gd name="T29" fmla="*/ 0 h 424"/>
                <a:gd name="T30" fmla="*/ 0 w 551"/>
                <a:gd name="T31" fmla="*/ 0 h 424"/>
                <a:gd name="T32" fmla="*/ 0 w 551"/>
                <a:gd name="T33" fmla="*/ 0 h 424"/>
                <a:gd name="T34" fmla="*/ 0 w 551"/>
                <a:gd name="T35" fmla="*/ 0 h 424"/>
                <a:gd name="T36" fmla="*/ 0 w 551"/>
                <a:gd name="T37" fmla="*/ 0 h 424"/>
                <a:gd name="T38" fmla="*/ 0 w 551"/>
                <a:gd name="T39" fmla="*/ 0 h 424"/>
                <a:gd name="T40" fmla="*/ 0 w 551"/>
                <a:gd name="T41" fmla="*/ 0 h 424"/>
                <a:gd name="T42" fmla="*/ 0 w 551"/>
                <a:gd name="T43" fmla="*/ 0 h 424"/>
                <a:gd name="T44" fmla="*/ 0 w 551"/>
                <a:gd name="T45" fmla="*/ 0 h 424"/>
                <a:gd name="T46" fmla="*/ 0 w 551"/>
                <a:gd name="T47" fmla="*/ 0 h 4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424">
                  <a:moveTo>
                    <a:pt x="40" y="401"/>
                  </a:moveTo>
                  <a:lnTo>
                    <a:pt x="0" y="337"/>
                  </a:lnTo>
                  <a:lnTo>
                    <a:pt x="22" y="290"/>
                  </a:lnTo>
                  <a:lnTo>
                    <a:pt x="22" y="232"/>
                  </a:lnTo>
                  <a:lnTo>
                    <a:pt x="87" y="209"/>
                  </a:lnTo>
                  <a:lnTo>
                    <a:pt x="133" y="157"/>
                  </a:lnTo>
                  <a:lnTo>
                    <a:pt x="162" y="87"/>
                  </a:lnTo>
                  <a:lnTo>
                    <a:pt x="272" y="0"/>
                  </a:lnTo>
                  <a:lnTo>
                    <a:pt x="371" y="46"/>
                  </a:lnTo>
                  <a:lnTo>
                    <a:pt x="458" y="58"/>
                  </a:lnTo>
                  <a:lnTo>
                    <a:pt x="476" y="105"/>
                  </a:lnTo>
                  <a:lnTo>
                    <a:pt x="528" y="140"/>
                  </a:lnTo>
                  <a:lnTo>
                    <a:pt x="551" y="197"/>
                  </a:lnTo>
                  <a:lnTo>
                    <a:pt x="516" y="284"/>
                  </a:lnTo>
                  <a:lnTo>
                    <a:pt x="528" y="342"/>
                  </a:lnTo>
                  <a:lnTo>
                    <a:pt x="464" y="366"/>
                  </a:lnTo>
                  <a:lnTo>
                    <a:pt x="400" y="360"/>
                  </a:lnTo>
                  <a:lnTo>
                    <a:pt x="330" y="406"/>
                  </a:lnTo>
                  <a:lnTo>
                    <a:pt x="312" y="377"/>
                  </a:lnTo>
                  <a:lnTo>
                    <a:pt x="272" y="394"/>
                  </a:lnTo>
                  <a:lnTo>
                    <a:pt x="202" y="424"/>
                  </a:lnTo>
                  <a:lnTo>
                    <a:pt x="133" y="377"/>
                  </a:lnTo>
                  <a:lnTo>
                    <a:pt x="69" y="377"/>
                  </a:lnTo>
                  <a:lnTo>
                    <a:pt x="40" y="401"/>
                  </a:lnTo>
                  <a:close/>
                </a:path>
              </a:pathLst>
            </a:custGeom>
            <a:solidFill>
              <a:srgbClr val="FFFFFF"/>
            </a:solidFill>
            <a:ln w="9525">
              <a:solidFill>
                <a:srgbClr val="000000"/>
              </a:solidFill>
              <a:round/>
              <a:headEnd/>
              <a:tailEnd/>
            </a:ln>
          </p:spPr>
          <p:txBody>
            <a:bodyPr/>
            <a:lstStyle/>
            <a:p>
              <a:endParaRPr lang="ko-KR" altLang="en-US"/>
            </a:p>
          </p:txBody>
        </p:sp>
        <p:sp>
          <p:nvSpPr>
            <p:cNvPr id="440490" name="Freeform 462">
              <a:extLst>
                <a:ext uri="{FF2B5EF4-FFF2-40B4-BE49-F238E27FC236}">
                  <a16:creationId xmlns:a16="http://schemas.microsoft.com/office/drawing/2014/main" id="{EB364F40-605C-51BC-67CC-4BA62B5CC108}"/>
                </a:ext>
              </a:extLst>
            </p:cNvPr>
            <p:cNvSpPr>
              <a:spLocks/>
            </p:cNvSpPr>
            <p:nvPr/>
          </p:nvSpPr>
          <p:spPr bwMode="auto">
            <a:xfrm>
              <a:off x="2935" y="546"/>
              <a:ext cx="34" cy="29"/>
            </a:xfrm>
            <a:custGeom>
              <a:avLst/>
              <a:gdLst>
                <a:gd name="T0" fmla="*/ 0 w 447"/>
                <a:gd name="T1" fmla="*/ 0 h 359"/>
                <a:gd name="T2" fmla="*/ 0 w 447"/>
                <a:gd name="T3" fmla="*/ 0 h 359"/>
                <a:gd name="T4" fmla="*/ 0 w 447"/>
                <a:gd name="T5" fmla="*/ 0 h 359"/>
                <a:gd name="T6" fmla="*/ 0 w 447"/>
                <a:gd name="T7" fmla="*/ 0 h 359"/>
                <a:gd name="T8" fmla="*/ 0 w 447"/>
                <a:gd name="T9" fmla="*/ 0 h 359"/>
                <a:gd name="T10" fmla="*/ 0 w 447"/>
                <a:gd name="T11" fmla="*/ 0 h 359"/>
                <a:gd name="T12" fmla="*/ 0 w 447"/>
                <a:gd name="T13" fmla="*/ 0 h 359"/>
                <a:gd name="T14" fmla="*/ 0 w 447"/>
                <a:gd name="T15" fmla="*/ 0 h 359"/>
                <a:gd name="T16" fmla="*/ 0 w 447"/>
                <a:gd name="T17" fmla="*/ 0 h 359"/>
                <a:gd name="T18" fmla="*/ 0 w 447"/>
                <a:gd name="T19" fmla="*/ 0 h 359"/>
                <a:gd name="T20" fmla="*/ 0 w 447"/>
                <a:gd name="T21" fmla="*/ 0 h 359"/>
                <a:gd name="T22" fmla="*/ 0 w 447"/>
                <a:gd name="T23" fmla="*/ 0 h 359"/>
                <a:gd name="T24" fmla="*/ 0 w 447"/>
                <a:gd name="T25" fmla="*/ 0 h 359"/>
                <a:gd name="T26" fmla="*/ 0 w 447"/>
                <a:gd name="T27" fmla="*/ 0 h 359"/>
                <a:gd name="T28" fmla="*/ 0 w 447"/>
                <a:gd name="T29" fmla="*/ 0 h 359"/>
                <a:gd name="T30" fmla="*/ 0 w 447"/>
                <a:gd name="T31" fmla="*/ 0 h 359"/>
                <a:gd name="T32" fmla="*/ 0 w 447"/>
                <a:gd name="T33" fmla="*/ 0 h 359"/>
                <a:gd name="T34" fmla="*/ 0 w 447"/>
                <a:gd name="T35" fmla="*/ 0 h 359"/>
                <a:gd name="T36" fmla="*/ 0 w 447"/>
                <a:gd name="T37" fmla="*/ 0 h 359"/>
                <a:gd name="T38" fmla="*/ 0 w 447"/>
                <a:gd name="T39" fmla="*/ 0 h 3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47" h="359">
                  <a:moveTo>
                    <a:pt x="111" y="28"/>
                  </a:moveTo>
                  <a:lnTo>
                    <a:pt x="65" y="115"/>
                  </a:lnTo>
                  <a:lnTo>
                    <a:pt x="0" y="185"/>
                  </a:lnTo>
                  <a:lnTo>
                    <a:pt x="0" y="225"/>
                  </a:lnTo>
                  <a:lnTo>
                    <a:pt x="41" y="272"/>
                  </a:lnTo>
                  <a:lnTo>
                    <a:pt x="111" y="295"/>
                  </a:lnTo>
                  <a:lnTo>
                    <a:pt x="135" y="312"/>
                  </a:lnTo>
                  <a:lnTo>
                    <a:pt x="227" y="359"/>
                  </a:lnTo>
                  <a:lnTo>
                    <a:pt x="314" y="295"/>
                  </a:lnTo>
                  <a:lnTo>
                    <a:pt x="361" y="336"/>
                  </a:lnTo>
                  <a:lnTo>
                    <a:pt x="430" y="312"/>
                  </a:lnTo>
                  <a:lnTo>
                    <a:pt x="436" y="295"/>
                  </a:lnTo>
                  <a:lnTo>
                    <a:pt x="442" y="272"/>
                  </a:lnTo>
                  <a:lnTo>
                    <a:pt x="447" y="202"/>
                  </a:lnTo>
                  <a:lnTo>
                    <a:pt x="447" y="115"/>
                  </a:lnTo>
                  <a:lnTo>
                    <a:pt x="407" y="45"/>
                  </a:lnTo>
                  <a:lnTo>
                    <a:pt x="361" y="0"/>
                  </a:lnTo>
                  <a:lnTo>
                    <a:pt x="337" y="45"/>
                  </a:lnTo>
                  <a:lnTo>
                    <a:pt x="157" y="45"/>
                  </a:lnTo>
                  <a:lnTo>
                    <a:pt x="111" y="28"/>
                  </a:lnTo>
                  <a:close/>
                </a:path>
              </a:pathLst>
            </a:custGeom>
            <a:solidFill>
              <a:srgbClr val="FFFFFF"/>
            </a:solidFill>
            <a:ln w="9525">
              <a:solidFill>
                <a:srgbClr val="000000"/>
              </a:solidFill>
              <a:round/>
              <a:headEnd/>
              <a:tailEnd/>
            </a:ln>
          </p:spPr>
          <p:txBody>
            <a:bodyPr/>
            <a:lstStyle/>
            <a:p>
              <a:endParaRPr lang="ko-KR" altLang="en-US"/>
            </a:p>
          </p:txBody>
        </p:sp>
        <p:sp>
          <p:nvSpPr>
            <p:cNvPr id="440491" name="Freeform 463">
              <a:extLst>
                <a:ext uri="{FF2B5EF4-FFF2-40B4-BE49-F238E27FC236}">
                  <a16:creationId xmlns:a16="http://schemas.microsoft.com/office/drawing/2014/main" id="{A06109A0-E120-F156-E96D-40BF20F57F35}"/>
                </a:ext>
              </a:extLst>
            </p:cNvPr>
            <p:cNvSpPr>
              <a:spLocks/>
            </p:cNvSpPr>
            <p:nvPr/>
          </p:nvSpPr>
          <p:spPr bwMode="auto">
            <a:xfrm>
              <a:off x="2902" y="529"/>
              <a:ext cx="41" cy="21"/>
            </a:xfrm>
            <a:custGeom>
              <a:avLst/>
              <a:gdLst>
                <a:gd name="T0" fmla="*/ 0 w 535"/>
                <a:gd name="T1" fmla="*/ 0 h 249"/>
                <a:gd name="T2" fmla="*/ 0 w 535"/>
                <a:gd name="T3" fmla="*/ 0 h 249"/>
                <a:gd name="T4" fmla="*/ 0 w 535"/>
                <a:gd name="T5" fmla="*/ 0 h 249"/>
                <a:gd name="T6" fmla="*/ 0 w 535"/>
                <a:gd name="T7" fmla="*/ 0 h 249"/>
                <a:gd name="T8" fmla="*/ 0 w 535"/>
                <a:gd name="T9" fmla="*/ 0 h 249"/>
                <a:gd name="T10" fmla="*/ 0 w 535"/>
                <a:gd name="T11" fmla="*/ 0 h 249"/>
                <a:gd name="T12" fmla="*/ 0 w 535"/>
                <a:gd name="T13" fmla="*/ 0 h 249"/>
                <a:gd name="T14" fmla="*/ 0 w 535"/>
                <a:gd name="T15" fmla="*/ 0 h 249"/>
                <a:gd name="T16" fmla="*/ 0 w 535"/>
                <a:gd name="T17" fmla="*/ 0 h 249"/>
                <a:gd name="T18" fmla="*/ 0 w 535"/>
                <a:gd name="T19" fmla="*/ 0 h 249"/>
                <a:gd name="T20" fmla="*/ 0 w 535"/>
                <a:gd name="T21" fmla="*/ 0 h 249"/>
                <a:gd name="T22" fmla="*/ 0 w 535"/>
                <a:gd name="T23" fmla="*/ 0 h 249"/>
                <a:gd name="T24" fmla="*/ 0 w 535"/>
                <a:gd name="T25" fmla="*/ 0 h 249"/>
                <a:gd name="T26" fmla="*/ 0 w 535"/>
                <a:gd name="T27" fmla="*/ 0 h 249"/>
                <a:gd name="T28" fmla="*/ 0 w 535"/>
                <a:gd name="T29" fmla="*/ 0 h 249"/>
                <a:gd name="T30" fmla="*/ 0 w 535"/>
                <a:gd name="T31" fmla="*/ 0 h 249"/>
                <a:gd name="T32" fmla="*/ 0 w 535"/>
                <a:gd name="T33" fmla="*/ 0 h 249"/>
                <a:gd name="T34" fmla="*/ 0 w 535"/>
                <a:gd name="T35" fmla="*/ 0 h 249"/>
                <a:gd name="T36" fmla="*/ 0 w 535"/>
                <a:gd name="T37" fmla="*/ 0 h 2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5" h="249">
                  <a:moveTo>
                    <a:pt x="518" y="174"/>
                  </a:moveTo>
                  <a:lnTo>
                    <a:pt x="453" y="139"/>
                  </a:lnTo>
                  <a:lnTo>
                    <a:pt x="384" y="139"/>
                  </a:lnTo>
                  <a:lnTo>
                    <a:pt x="343" y="139"/>
                  </a:lnTo>
                  <a:lnTo>
                    <a:pt x="273" y="70"/>
                  </a:lnTo>
                  <a:lnTo>
                    <a:pt x="117" y="0"/>
                  </a:lnTo>
                  <a:lnTo>
                    <a:pt x="0" y="92"/>
                  </a:lnTo>
                  <a:lnTo>
                    <a:pt x="47" y="139"/>
                  </a:lnTo>
                  <a:lnTo>
                    <a:pt x="47" y="186"/>
                  </a:lnTo>
                  <a:lnTo>
                    <a:pt x="117" y="186"/>
                  </a:lnTo>
                  <a:lnTo>
                    <a:pt x="157" y="162"/>
                  </a:lnTo>
                  <a:lnTo>
                    <a:pt x="181" y="186"/>
                  </a:lnTo>
                  <a:lnTo>
                    <a:pt x="227" y="186"/>
                  </a:lnTo>
                  <a:lnTo>
                    <a:pt x="251" y="249"/>
                  </a:lnTo>
                  <a:lnTo>
                    <a:pt x="366" y="249"/>
                  </a:lnTo>
                  <a:lnTo>
                    <a:pt x="408" y="232"/>
                  </a:lnTo>
                  <a:lnTo>
                    <a:pt x="477" y="232"/>
                  </a:lnTo>
                  <a:lnTo>
                    <a:pt x="535" y="221"/>
                  </a:lnTo>
                  <a:lnTo>
                    <a:pt x="518" y="174"/>
                  </a:lnTo>
                  <a:close/>
                </a:path>
              </a:pathLst>
            </a:custGeom>
            <a:solidFill>
              <a:srgbClr val="FFFFFF"/>
            </a:solidFill>
            <a:ln w="9525">
              <a:solidFill>
                <a:srgbClr val="000000"/>
              </a:solidFill>
              <a:round/>
              <a:headEnd/>
              <a:tailEnd/>
            </a:ln>
          </p:spPr>
          <p:txBody>
            <a:bodyPr/>
            <a:lstStyle/>
            <a:p>
              <a:endParaRPr lang="ko-KR" altLang="en-US"/>
            </a:p>
          </p:txBody>
        </p:sp>
        <p:sp>
          <p:nvSpPr>
            <p:cNvPr id="440492" name="Freeform 464">
              <a:extLst>
                <a:ext uri="{FF2B5EF4-FFF2-40B4-BE49-F238E27FC236}">
                  <a16:creationId xmlns:a16="http://schemas.microsoft.com/office/drawing/2014/main" id="{A874AA86-4454-A8EB-E64A-78A5396BF9E2}"/>
                </a:ext>
              </a:extLst>
            </p:cNvPr>
            <p:cNvSpPr>
              <a:spLocks/>
            </p:cNvSpPr>
            <p:nvPr/>
          </p:nvSpPr>
          <p:spPr bwMode="auto">
            <a:xfrm>
              <a:off x="2908" y="506"/>
              <a:ext cx="41" cy="38"/>
            </a:xfrm>
            <a:custGeom>
              <a:avLst/>
              <a:gdLst>
                <a:gd name="T0" fmla="*/ 0 w 540"/>
                <a:gd name="T1" fmla="*/ 0 h 465"/>
                <a:gd name="T2" fmla="*/ 0 w 540"/>
                <a:gd name="T3" fmla="*/ 0 h 465"/>
                <a:gd name="T4" fmla="*/ 0 w 540"/>
                <a:gd name="T5" fmla="*/ 0 h 465"/>
                <a:gd name="T6" fmla="*/ 0 w 540"/>
                <a:gd name="T7" fmla="*/ 0 h 465"/>
                <a:gd name="T8" fmla="*/ 0 w 540"/>
                <a:gd name="T9" fmla="*/ 0 h 465"/>
                <a:gd name="T10" fmla="*/ 0 w 540"/>
                <a:gd name="T11" fmla="*/ 0 h 465"/>
                <a:gd name="T12" fmla="*/ 0 w 540"/>
                <a:gd name="T13" fmla="*/ 0 h 465"/>
                <a:gd name="T14" fmla="*/ 0 w 540"/>
                <a:gd name="T15" fmla="*/ 0 h 465"/>
                <a:gd name="T16" fmla="*/ 0 w 540"/>
                <a:gd name="T17" fmla="*/ 0 h 465"/>
                <a:gd name="T18" fmla="*/ 0 w 540"/>
                <a:gd name="T19" fmla="*/ 0 h 465"/>
                <a:gd name="T20" fmla="*/ 0 w 540"/>
                <a:gd name="T21" fmla="*/ 0 h 465"/>
                <a:gd name="T22" fmla="*/ 0 w 540"/>
                <a:gd name="T23" fmla="*/ 0 h 465"/>
                <a:gd name="T24" fmla="*/ 0 w 540"/>
                <a:gd name="T25" fmla="*/ 0 h 465"/>
                <a:gd name="T26" fmla="*/ 0 w 540"/>
                <a:gd name="T27" fmla="*/ 0 h 465"/>
                <a:gd name="T28" fmla="*/ 0 w 540"/>
                <a:gd name="T29" fmla="*/ 0 h 465"/>
                <a:gd name="T30" fmla="*/ 0 w 540"/>
                <a:gd name="T31" fmla="*/ 0 h 465"/>
                <a:gd name="T32" fmla="*/ 0 w 540"/>
                <a:gd name="T33" fmla="*/ 0 h 465"/>
                <a:gd name="T34" fmla="*/ 0 w 540"/>
                <a:gd name="T35" fmla="*/ 0 h 465"/>
                <a:gd name="T36" fmla="*/ 0 w 540"/>
                <a:gd name="T37" fmla="*/ 0 h 465"/>
                <a:gd name="T38" fmla="*/ 0 w 540"/>
                <a:gd name="T39" fmla="*/ 0 h 465"/>
                <a:gd name="T40" fmla="*/ 0 w 540"/>
                <a:gd name="T41" fmla="*/ 0 h 465"/>
                <a:gd name="T42" fmla="*/ 0 w 540"/>
                <a:gd name="T43" fmla="*/ 0 h 465"/>
                <a:gd name="T44" fmla="*/ 0 w 540"/>
                <a:gd name="T45" fmla="*/ 0 h 465"/>
                <a:gd name="T46" fmla="*/ 0 w 540"/>
                <a:gd name="T47" fmla="*/ 0 h 46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40" h="465">
                  <a:moveTo>
                    <a:pt x="47" y="296"/>
                  </a:moveTo>
                  <a:lnTo>
                    <a:pt x="47" y="244"/>
                  </a:lnTo>
                  <a:lnTo>
                    <a:pt x="47" y="204"/>
                  </a:lnTo>
                  <a:lnTo>
                    <a:pt x="0" y="181"/>
                  </a:lnTo>
                  <a:lnTo>
                    <a:pt x="17" y="111"/>
                  </a:lnTo>
                  <a:lnTo>
                    <a:pt x="17" y="70"/>
                  </a:lnTo>
                  <a:lnTo>
                    <a:pt x="157" y="0"/>
                  </a:lnTo>
                  <a:lnTo>
                    <a:pt x="273" y="0"/>
                  </a:lnTo>
                  <a:lnTo>
                    <a:pt x="296" y="0"/>
                  </a:lnTo>
                  <a:lnTo>
                    <a:pt x="407" y="47"/>
                  </a:lnTo>
                  <a:lnTo>
                    <a:pt x="448" y="70"/>
                  </a:lnTo>
                  <a:lnTo>
                    <a:pt x="517" y="87"/>
                  </a:lnTo>
                  <a:lnTo>
                    <a:pt x="517" y="157"/>
                  </a:lnTo>
                  <a:lnTo>
                    <a:pt x="495" y="204"/>
                  </a:lnTo>
                  <a:lnTo>
                    <a:pt x="517" y="244"/>
                  </a:lnTo>
                  <a:lnTo>
                    <a:pt x="540" y="291"/>
                  </a:lnTo>
                  <a:lnTo>
                    <a:pt x="523" y="355"/>
                  </a:lnTo>
                  <a:lnTo>
                    <a:pt x="465" y="430"/>
                  </a:lnTo>
                  <a:lnTo>
                    <a:pt x="448" y="465"/>
                  </a:lnTo>
                  <a:lnTo>
                    <a:pt x="366" y="430"/>
                  </a:lnTo>
                  <a:lnTo>
                    <a:pt x="268" y="430"/>
                  </a:lnTo>
                  <a:lnTo>
                    <a:pt x="198" y="355"/>
                  </a:lnTo>
                  <a:lnTo>
                    <a:pt x="139" y="326"/>
                  </a:lnTo>
                  <a:lnTo>
                    <a:pt x="47" y="296"/>
                  </a:lnTo>
                  <a:close/>
                </a:path>
              </a:pathLst>
            </a:custGeom>
            <a:solidFill>
              <a:srgbClr val="FFFFFF"/>
            </a:solidFill>
            <a:ln w="9525">
              <a:solidFill>
                <a:srgbClr val="000000"/>
              </a:solidFill>
              <a:round/>
              <a:headEnd/>
              <a:tailEnd/>
            </a:ln>
          </p:spPr>
          <p:txBody>
            <a:bodyPr/>
            <a:lstStyle/>
            <a:p>
              <a:endParaRPr lang="ko-KR" altLang="en-US"/>
            </a:p>
          </p:txBody>
        </p:sp>
        <p:sp>
          <p:nvSpPr>
            <p:cNvPr id="440493" name="Freeform 465">
              <a:extLst>
                <a:ext uri="{FF2B5EF4-FFF2-40B4-BE49-F238E27FC236}">
                  <a16:creationId xmlns:a16="http://schemas.microsoft.com/office/drawing/2014/main" id="{7EACD10F-AFEA-4B03-F02B-68011F384EFF}"/>
                </a:ext>
              </a:extLst>
            </p:cNvPr>
            <p:cNvSpPr>
              <a:spLocks/>
            </p:cNvSpPr>
            <p:nvPr/>
          </p:nvSpPr>
          <p:spPr bwMode="auto">
            <a:xfrm>
              <a:off x="2930" y="495"/>
              <a:ext cx="27" cy="19"/>
            </a:xfrm>
            <a:custGeom>
              <a:avLst/>
              <a:gdLst>
                <a:gd name="T0" fmla="*/ 0 w 361"/>
                <a:gd name="T1" fmla="*/ 0 h 239"/>
                <a:gd name="T2" fmla="*/ 0 w 361"/>
                <a:gd name="T3" fmla="*/ 0 h 239"/>
                <a:gd name="T4" fmla="*/ 0 w 361"/>
                <a:gd name="T5" fmla="*/ 0 h 239"/>
                <a:gd name="T6" fmla="*/ 0 w 361"/>
                <a:gd name="T7" fmla="*/ 0 h 239"/>
                <a:gd name="T8" fmla="*/ 0 w 361"/>
                <a:gd name="T9" fmla="*/ 0 h 239"/>
                <a:gd name="T10" fmla="*/ 0 w 361"/>
                <a:gd name="T11" fmla="*/ 0 h 239"/>
                <a:gd name="T12" fmla="*/ 0 w 361"/>
                <a:gd name="T13" fmla="*/ 0 h 239"/>
                <a:gd name="T14" fmla="*/ 0 w 361"/>
                <a:gd name="T15" fmla="*/ 0 h 239"/>
                <a:gd name="T16" fmla="*/ 0 w 361"/>
                <a:gd name="T17" fmla="*/ 0 h 239"/>
                <a:gd name="T18" fmla="*/ 0 w 361"/>
                <a:gd name="T19" fmla="*/ 0 h 239"/>
                <a:gd name="T20" fmla="*/ 0 w 361"/>
                <a:gd name="T21" fmla="*/ 0 h 239"/>
                <a:gd name="T22" fmla="*/ 0 w 361"/>
                <a:gd name="T23" fmla="*/ 0 h 239"/>
                <a:gd name="T24" fmla="*/ 0 w 361"/>
                <a:gd name="T25" fmla="*/ 0 h 239"/>
                <a:gd name="T26" fmla="*/ 0 w 361"/>
                <a:gd name="T27" fmla="*/ 0 h 239"/>
                <a:gd name="T28" fmla="*/ 0 w 361"/>
                <a:gd name="T29" fmla="*/ 0 h 239"/>
                <a:gd name="T30" fmla="*/ 0 w 361"/>
                <a:gd name="T31" fmla="*/ 0 h 239"/>
                <a:gd name="T32" fmla="*/ 0 w 361"/>
                <a:gd name="T33" fmla="*/ 0 h 239"/>
                <a:gd name="T34" fmla="*/ 0 w 361"/>
                <a:gd name="T35" fmla="*/ 0 h 2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1" h="239">
                  <a:moveTo>
                    <a:pt x="0" y="145"/>
                  </a:moveTo>
                  <a:lnTo>
                    <a:pt x="42" y="117"/>
                  </a:lnTo>
                  <a:lnTo>
                    <a:pt x="42" y="87"/>
                  </a:lnTo>
                  <a:lnTo>
                    <a:pt x="52" y="29"/>
                  </a:lnTo>
                  <a:lnTo>
                    <a:pt x="87" y="18"/>
                  </a:lnTo>
                  <a:lnTo>
                    <a:pt x="111" y="0"/>
                  </a:lnTo>
                  <a:lnTo>
                    <a:pt x="129" y="29"/>
                  </a:lnTo>
                  <a:lnTo>
                    <a:pt x="152" y="58"/>
                  </a:lnTo>
                  <a:lnTo>
                    <a:pt x="221" y="75"/>
                  </a:lnTo>
                  <a:lnTo>
                    <a:pt x="286" y="58"/>
                  </a:lnTo>
                  <a:lnTo>
                    <a:pt x="314" y="75"/>
                  </a:lnTo>
                  <a:lnTo>
                    <a:pt x="361" y="105"/>
                  </a:lnTo>
                  <a:lnTo>
                    <a:pt x="332" y="169"/>
                  </a:lnTo>
                  <a:lnTo>
                    <a:pt x="279" y="221"/>
                  </a:lnTo>
                  <a:lnTo>
                    <a:pt x="221" y="239"/>
                  </a:lnTo>
                  <a:lnTo>
                    <a:pt x="152" y="215"/>
                  </a:lnTo>
                  <a:lnTo>
                    <a:pt x="42" y="169"/>
                  </a:lnTo>
                  <a:lnTo>
                    <a:pt x="0" y="145"/>
                  </a:lnTo>
                  <a:close/>
                </a:path>
              </a:pathLst>
            </a:custGeom>
            <a:solidFill>
              <a:srgbClr val="FFFFFF"/>
            </a:solidFill>
            <a:ln w="9525">
              <a:solidFill>
                <a:srgbClr val="000000"/>
              </a:solidFill>
              <a:round/>
              <a:headEnd/>
              <a:tailEnd/>
            </a:ln>
          </p:spPr>
          <p:txBody>
            <a:bodyPr/>
            <a:lstStyle/>
            <a:p>
              <a:endParaRPr lang="ko-KR" altLang="en-US"/>
            </a:p>
          </p:txBody>
        </p:sp>
        <p:sp>
          <p:nvSpPr>
            <p:cNvPr id="440494" name="Freeform 466">
              <a:extLst>
                <a:ext uri="{FF2B5EF4-FFF2-40B4-BE49-F238E27FC236}">
                  <a16:creationId xmlns:a16="http://schemas.microsoft.com/office/drawing/2014/main" id="{C3A44887-878A-F709-9D0D-533F9FC945EB}"/>
                </a:ext>
              </a:extLst>
            </p:cNvPr>
            <p:cNvSpPr>
              <a:spLocks/>
            </p:cNvSpPr>
            <p:nvPr/>
          </p:nvSpPr>
          <p:spPr bwMode="auto">
            <a:xfrm>
              <a:off x="2935" y="483"/>
              <a:ext cx="31" cy="19"/>
            </a:xfrm>
            <a:custGeom>
              <a:avLst/>
              <a:gdLst>
                <a:gd name="T0" fmla="*/ 0 w 407"/>
                <a:gd name="T1" fmla="*/ 0 h 244"/>
                <a:gd name="T2" fmla="*/ 0 w 407"/>
                <a:gd name="T3" fmla="*/ 0 h 244"/>
                <a:gd name="T4" fmla="*/ 0 w 407"/>
                <a:gd name="T5" fmla="*/ 0 h 244"/>
                <a:gd name="T6" fmla="*/ 0 w 407"/>
                <a:gd name="T7" fmla="*/ 0 h 244"/>
                <a:gd name="T8" fmla="*/ 0 w 407"/>
                <a:gd name="T9" fmla="*/ 0 h 244"/>
                <a:gd name="T10" fmla="*/ 0 w 407"/>
                <a:gd name="T11" fmla="*/ 0 h 244"/>
                <a:gd name="T12" fmla="*/ 0 w 407"/>
                <a:gd name="T13" fmla="*/ 0 h 244"/>
                <a:gd name="T14" fmla="*/ 0 w 407"/>
                <a:gd name="T15" fmla="*/ 0 h 244"/>
                <a:gd name="T16" fmla="*/ 0 w 407"/>
                <a:gd name="T17" fmla="*/ 0 h 244"/>
                <a:gd name="T18" fmla="*/ 0 w 407"/>
                <a:gd name="T19" fmla="*/ 0 h 244"/>
                <a:gd name="T20" fmla="*/ 0 w 407"/>
                <a:gd name="T21" fmla="*/ 0 h 244"/>
                <a:gd name="T22" fmla="*/ 0 w 407"/>
                <a:gd name="T23" fmla="*/ 0 h 244"/>
                <a:gd name="T24" fmla="*/ 0 w 407"/>
                <a:gd name="T25" fmla="*/ 0 h 244"/>
                <a:gd name="T26" fmla="*/ 0 w 407"/>
                <a:gd name="T27" fmla="*/ 0 h 244"/>
                <a:gd name="T28" fmla="*/ 0 w 407"/>
                <a:gd name="T29" fmla="*/ 0 h 244"/>
                <a:gd name="T30" fmla="*/ 0 w 407"/>
                <a:gd name="T31" fmla="*/ 0 h 244"/>
                <a:gd name="T32" fmla="*/ 0 w 407"/>
                <a:gd name="T33" fmla="*/ 0 h 244"/>
                <a:gd name="T34" fmla="*/ 0 w 407"/>
                <a:gd name="T35" fmla="*/ 0 h 244"/>
                <a:gd name="T36" fmla="*/ 0 w 407"/>
                <a:gd name="T37" fmla="*/ 0 h 2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7" h="244">
                  <a:moveTo>
                    <a:pt x="0" y="174"/>
                  </a:moveTo>
                  <a:lnTo>
                    <a:pt x="0" y="110"/>
                  </a:lnTo>
                  <a:lnTo>
                    <a:pt x="47" y="63"/>
                  </a:lnTo>
                  <a:lnTo>
                    <a:pt x="135" y="87"/>
                  </a:lnTo>
                  <a:lnTo>
                    <a:pt x="157" y="87"/>
                  </a:lnTo>
                  <a:lnTo>
                    <a:pt x="135" y="0"/>
                  </a:lnTo>
                  <a:lnTo>
                    <a:pt x="204" y="63"/>
                  </a:lnTo>
                  <a:lnTo>
                    <a:pt x="250" y="63"/>
                  </a:lnTo>
                  <a:lnTo>
                    <a:pt x="297" y="70"/>
                  </a:lnTo>
                  <a:lnTo>
                    <a:pt x="407" y="151"/>
                  </a:lnTo>
                  <a:lnTo>
                    <a:pt x="378" y="180"/>
                  </a:lnTo>
                  <a:lnTo>
                    <a:pt x="297" y="244"/>
                  </a:lnTo>
                  <a:lnTo>
                    <a:pt x="222" y="203"/>
                  </a:lnTo>
                  <a:lnTo>
                    <a:pt x="145" y="220"/>
                  </a:lnTo>
                  <a:lnTo>
                    <a:pt x="88" y="203"/>
                  </a:lnTo>
                  <a:lnTo>
                    <a:pt x="65" y="174"/>
                  </a:lnTo>
                  <a:lnTo>
                    <a:pt x="47" y="133"/>
                  </a:lnTo>
                  <a:lnTo>
                    <a:pt x="23" y="163"/>
                  </a:lnTo>
                  <a:lnTo>
                    <a:pt x="0" y="174"/>
                  </a:lnTo>
                  <a:close/>
                </a:path>
              </a:pathLst>
            </a:custGeom>
            <a:solidFill>
              <a:srgbClr val="FFFFFF"/>
            </a:solidFill>
            <a:ln w="9525">
              <a:solidFill>
                <a:srgbClr val="000000"/>
              </a:solidFill>
              <a:round/>
              <a:headEnd/>
              <a:tailEnd/>
            </a:ln>
          </p:spPr>
          <p:txBody>
            <a:bodyPr/>
            <a:lstStyle/>
            <a:p>
              <a:endParaRPr lang="ko-KR" altLang="en-US"/>
            </a:p>
          </p:txBody>
        </p:sp>
        <p:sp>
          <p:nvSpPr>
            <p:cNvPr id="440495" name="Freeform 467">
              <a:extLst>
                <a:ext uri="{FF2B5EF4-FFF2-40B4-BE49-F238E27FC236}">
                  <a16:creationId xmlns:a16="http://schemas.microsoft.com/office/drawing/2014/main" id="{11D5EEC0-721A-022E-513C-3C5219A0A659}"/>
                </a:ext>
              </a:extLst>
            </p:cNvPr>
            <p:cNvSpPr>
              <a:spLocks/>
            </p:cNvSpPr>
            <p:nvPr/>
          </p:nvSpPr>
          <p:spPr bwMode="auto">
            <a:xfrm>
              <a:off x="2945" y="471"/>
              <a:ext cx="23" cy="23"/>
            </a:xfrm>
            <a:custGeom>
              <a:avLst/>
              <a:gdLst>
                <a:gd name="T0" fmla="*/ 0 w 295"/>
                <a:gd name="T1" fmla="*/ 0 h 272"/>
                <a:gd name="T2" fmla="*/ 0 w 295"/>
                <a:gd name="T3" fmla="*/ 0 h 272"/>
                <a:gd name="T4" fmla="*/ 0 w 295"/>
                <a:gd name="T5" fmla="*/ 0 h 272"/>
                <a:gd name="T6" fmla="*/ 0 w 295"/>
                <a:gd name="T7" fmla="*/ 0 h 272"/>
                <a:gd name="T8" fmla="*/ 0 w 295"/>
                <a:gd name="T9" fmla="*/ 0 h 272"/>
                <a:gd name="T10" fmla="*/ 0 w 295"/>
                <a:gd name="T11" fmla="*/ 0 h 272"/>
                <a:gd name="T12" fmla="*/ 0 w 295"/>
                <a:gd name="T13" fmla="*/ 0 h 272"/>
                <a:gd name="T14" fmla="*/ 0 w 295"/>
                <a:gd name="T15" fmla="*/ 0 h 272"/>
                <a:gd name="T16" fmla="*/ 0 w 295"/>
                <a:gd name="T17" fmla="*/ 0 h 272"/>
                <a:gd name="T18" fmla="*/ 0 w 295"/>
                <a:gd name="T19" fmla="*/ 0 h 272"/>
                <a:gd name="T20" fmla="*/ 0 w 295"/>
                <a:gd name="T21" fmla="*/ 0 h 272"/>
                <a:gd name="T22" fmla="*/ 0 w 295"/>
                <a:gd name="T23" fmla="*/ 0 h 272"/>
                <a:gd name="T24" fmla="*/ 0 w 295"/>
                <a:gd name="T25" fmla="*/ 0 h 272"/>
                <a:gd name="T26" fmla="*/ 0 w 295"/>
                <a:gd name="T27" fmla="*/ 0 h 272"/>
                <a:gd name="T28" fmla="*/ 0 w 295"/>
                <a:gd name="T29" fmla="*/ 0 h 272"/>
                <a:gd name="T30" fmla="*/ 0 w 295"/>
                <a:gd name="T31" fmla="*/ 0 h 2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95" h="272">
                  <a:moveTo>
                    <a:pt x="0" y="139"/>
                  </a:moveTo>
                  <a:lnTo>
                    <a:pt x="0" y="69"/>
                  </a:lnTo>
                  <a:lnTo>
                    <a:pt x="45" y="45"/>
                  </a:lnTo>
                  <a:lnTo>
                    <a:pt x="133" y="23"/>
                  </a:lnTo>
                  <a:lnTo>
                    <a:pt x="162" y="0"/>
                  </a:lnTo>
                  <a:lnTo>
                    <a:pt x="202" y="0"/>
                  </a:lnTo>
                  <a:lnTo>
                    <a:pt x="295" y="23"/>
                  </a:lnTo>
                  <a:lnTo>
                    <a:pt x="249" y="45"/>
                  </a:lnTo>
                  <a:lnTo>
                    <a:pt x="272" y="115"/>
                  </a:lnTo>
                  <a:lnTo>
                    <a:pt x="295" y="157"/>
                  </a:lnTo>
                  <a:lnTo>
                    <a:pt x="272" y="220"/>
                  </a:lnTo>
                  <a:lnTo>
                    <a:pt x="249" y="272"/>
                  </a:lnTo>
                  <a:lnTo>
                    <a:pt x="162" y="202"/>
                  </a:lnTo>
                  <a:lnTo>
                    <a:pt x="69" y="202"/>
                  </a:lnTo>
                  <a:lnTo>
                    <a:pt x="22" y="157"/>
                  </a:lnTo>
                  <a:lnTo>
                    <a:pt x="0" y="139"/>
                  </a:lnTo>
                  <a:close/>
                </a:path>
              </a:pathLst>
            </a:custGeom>
            <a:solidFill>
              <a:srgbClr val="FFFFFF"/>
            </a:solidFill>
            <a:ln w="9525">
              <a:solidFill>
                <a:srgbClr val="000000"/>
              </a:solidFill>
              <a:round/>
              <a:headEnd/>
              <a:tailEnd/>
            </a:ln>
          </p:spPr>
          <p:txBody>
            <a:bodyPr/>
            <a:lstStyle/>
            <a:p>
              <a:endParaRPr lang="ko-KR" altLang="en-US"/>
            </a:p>
          </p:txBody>
        </p:sp>
        <p:sp>
          <p:nvSpPr>
            <p:cNvPr id="440496" name="Freeform 468">
              <a:extLst>
                <a:ext uri="{FF2B5EF4-FFF2-40B4-BE49-F238E27FC236}">
                  <a16:creationId xmlns:a16="http://schemas.microsoft.com/office/drawing/2014/main" id="{035D946E-F0A7-80FD-689B-0DBD304F3CF3}"/>
                </a:ext>
              </a:extLst>
            </p:cNvPr>
            <p:cNvSpPr>
              <a:spLocks/>
            </p:cNvSpPr>
            <p:nvPr/>
          </p:nvSpPr>
          <p:spPr bwMode="auto">
            <a:xfrm>
              <a:off x="2926" y="389"/>
              <a:ext cx="50" cy="77"/>
            </a:xfrm>
            <a:custGeom>
              <a:avLst/>
              <a:gdLst>
                <a:gd name="T0" fmla="*/ 0 w 651"/>
                <a:gd name="T1" fmla="*/ 0 h 959"/>
                <a:gd name="T2" fmla="*/ 0 w 651"/>
                <a:gd name="T3" fmla="*/ 0 h 959"/>
                <a:gd name="T4" fmla="*/ 0 w 651"/>
                <a:gd name="T5" fmla="*/ 0 h 959"/>
                <a:gd name="T6" fmla="*/ 0 w 651"/>
                <a:gd name="T7" fmla="*/ 0 h 959"/>
                <a:gd name="T8" fmla="*/ 0 w 651"/>
                <a:gd name="T9" fmla="*/ 0 h 959"/>
                <a:gd name="T10" fmla="*/ 0 w 651"/>
                <a:gd name="T11" fmla="*/ 0 h 959"/>
                <a:gd name="T12" fmla="*/ 0 w 651"/>
                <a:gd name="T13" fmla="*/ 0 h 959"/>
                <a:gd name="T14" fmla="*/ 0 w 651"/>
                <a:gd name="T15" fmla="*/ 0 h 959"/>
                <a:gd name="T16" fmla="*/ 0 w 651"/>
                <a:gd name="T17" fmla="*/ 0 h 959"/>
                <a:gd name="T18" fmla="*/ 0 w 651"/>
                <a:gd name="T19" fmla="*/ 0 h 959"/>
                <a:gd name="T20" fmla="*/ 0 w 651"/>
                <a:gd name="T21" fmla="*/ 0 h 959"/>
                <a:gd name="T22" fmla="*/ 0 w 651"/>
                <a:gd name="T23" fmla="*/ 0 h 959"/>
                <a:gd name="T24" fmla="*/ 0 w 651"/>
                <a:gd name="T25" fmla="*/ 0 h 959"/>
                <a:gd name="T26" fmla="*/ 0 w 651"/>
                <a:gd name="T27" fmla="*/ 0 h 959"/>
                <a:gd name="T28" fmla="*/ 0 w 651"/>
                <a:gd name="T29" fmla="*/ 0 h 959"/>
                <a:gd name="T30" fmla="*/ 0 w 651"/>
                <a:gd name="T31" fmla="*/ 0 h 959"/>
                <a:gd name="T32" fmla="*/ 0 w 651"/>
                <a:gd name="T33" fmla="*/ 0 h 959"/>
                <a:gd name="T34" fmla="*/ 0 w 651"/>
                <a:gd name="T35" fmla="*/ 0 h 959"/>
                <a:gd name="T36" fmla="*/ 0 w 651"/>
                <a:gd name="T37" fmla="*/ 0 h 959"/>
                <a:gd name="T38" fmla="*/ 0 w 651"/>
                <a:gd name="T39" fmla="*/ 0 h 959"/>
                <a:gd name="T40" fmla="*/ 0 w 651"/>
                <a:gd name="T41" fmla="*/ 0 h 959"/>
                <a:gd name="T42" fmla="*/ 0 w 651"/>
                <a:gd name="T43" fmla="*/ 0 h 959"/>
                <a:gd name="T44" fmla="*/ 0 w 651"/>
                <a:gd name="T45" fmla="*/ 0 h 959"/>
                <a:gd name="T46" fmla="*/ 0 w 651"/>
                <a:gd name="T47" fmla="*/ 0 h 959"/>
                <a:gd name="T48" fmla="*/ 0 w 651"/>
                <a:gd name="T49" fmla="*/ 0 h 959"/>
                <a:gd name="T50" fmla="*/ 0 w 651"/>
                <a:gd name="T51" fmla="*/ 0 h 959"/>
                <a:gd name="T52" fmla="*/ 0 w 651"/>
                <a:gd name="T53" fmla="*/ 0 h 959"/>
                <a:gd name="T54" fmla="*/ 0 w 651"/>
                <a:gd name="T55" fmla="*/ 0 h 959"/>
                <a:gd name="T56" fmla="*/ 0 w 651"/>
                <a:gd name="T57" fmla="*/ 0 h 959"/>
                <a:gd name="T58" fmla="*/ 0 w 651"/>
                <a:gd name="T59" fmla="*/ 0 h 959"/>
                <a:gd name="T60" fmla="*/ 0 w 651"/>
                <a:gd name="T61" fmla="*/ 0 h 959"/>
                <a:gd name="T62" fmla="*/ 0 w 651"/>
                <a:gd name="T63" fmla="*/ 0 h 959"/>
                <a:gd name="T64" fmla="*/ 0 w 651"/>
                <a:gd name="T65" fmla="*/ 0 h 959"/>
                <a:gd name="T66" fmla="*/ 0 w 651"/>
                <a:gd name="T67" fmla="*/ 0 h 959"/>
                <a:gd name="T68" fmla="*/ 0 w 651"/>
                <a:gd name="T69" fmla="*/ 0 h 959"/>
                <a:gd name="T70" fmla="*/ 0 w 651"/>
                <a:gd name="T71" fmla="*/ 0 h 959"/>
                <a:gd name="T72" fmla="*/ 0 w 651"/>
                <a:gd name="T73" fmla="*/ 0 h 959"/>
                <a:gd name="T74" fmla="*/ 0 w 651"/>
                <a:gd name="T75" fmla="*/ 0 h 959"/>
                <a:gd name="T76" fmla="*/ 0 w 651"/>
                <a:gd name="T77" fmla="*/ 0 h 959"/>
                <a:gd name="T78" fmla="*/ 0 w 651"/>
                <a:gd name="T79" fmla="*/ 0 h 959"/>
                <a:gd name="T80" fmla="*/ 0 w 651"/>
                <a:gd name="T81" fmla="*/ 0 h 959"/>
                <a:gd name="T82" fmla="*/ 0 w 651"/>
                <a:gd name="T83" fmla="*/ 0 h 9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51" h="959">
                  <a:moveTo>
                    <a:pt x="546" y="942"/>
                  </a:moveTo>
                  <a:lnTo>
                    <a:pt x="523" y="942"/>
                  </a:lnTo>
                  <a:lnTo>
                    <a:pt x="477" y="918"/>
                  </a:lnTo>
                  <a:lnTo>
                    <a:pt x="477" y="872"/>
                  </a:lnTo>
                  <a:lnTo>
                    <a:pt x="453" y="872"/>
                  </a:lnTo>
                  <a:lnTo>
                    <a:pt x="430" y="918"/>
                  </a:lnTo>
                  <a:lnTo>
                    <a:pt x="273" y="959"/>
                  </a:lnTo>
                  <a:lnTo>
                    <a:pt x="181" y="942"/>
                  </a:lnTo>
                  <a:lnTo>
                    <a:pt x="116" y="942"/>
                  </a:lnTo>
                  <a:lnTo>
                    <a:pt x="116" y="895"/>
                  </a:lnTo>
                  <a:lnTo>
                    <a:pt x="139" y="848"/>
                  </a:lnTo>
                  <a:lnTo>
                    <a:pt x="94" y="802"/>
                  </a:lnTo>
                  <a:lnTo>
                    <a:pt x="94" y="738"/>
                  </a:lnTo>
                  <a:lnTo>
                    <a:pt x="116" y="692"/>
                  </a:lnTo>
                  <a:lnTo>
                    <a:pt x="163" y="692"/>
                  </a:lnTo>
                  <a:lnTo>
                    <a:pt x="163" y="645"/>
                  </a:lnTo>
                  <a:lnTo>
                    <a:pt x="273" y="558"/>
                  </a:lnTo>
                  <a:lnTo>
                    <a:pt x="296" y="511"/>
                  </a:lnTo>
                  <a:lnTo>
                    <a:pt x="273" y="465"/>
                  </a:lnTo>
                  <a:lnTo>
                    <a:pt x="227" y="424"/>
                  </a:lnTo>
                  <a:lnTo>
                    <a:pt x="181" y="424"/>
                  </a:lnTo>
                  <a:lnTo>
                    <a:pt x="181" y="331"/>
                  </a:lnTo>
                  <a:lnTo>
                    <a:pt x="139" y="215"/>
                  </a:lnTo>
                  <a:lnTo>
                    <a:pt x="0" y="75"/>
                  </a:lnTo>
                  <a:lnTo>
                    <a:pt x="41" y="64"/>
                  </a:lnTo>
                  <a:lnTo>
                    <a:pt x="163" y="117"/>
                  </a:lnTo>
                  <a:lnTo>
                    <a:pt x="227" y="99"/>
                  </a:lnTo>
                  <a:lnTo>
                    <a:pt x="320" y="18"/>
                  </a:lnTo>
                  <a:lnTo>
                    <a:pt x="401" y="0"/>
                  </a:lnTo>
                  <a:lnTo>
                    <a:pt x="390" y="41"/>
                  </a:lnTo>
                  <a:lnTo>
                    <a:pt x="430" y="128"/>
                  </a:lnTo>
                  <a:lnTo>
                    <a:pt x="430" y="221"/>
                  </a:lnTo>
                  <a:lnTo>
                    <a:pt x="453" y="267"/>
                  </a:lnTo>
                  <a:lnTo>
                    <a:pt x="500" y="331"/>
                  </a:lnTo>
                  <a:lnTo>
                    <a:pt x="500" y="424"/>
                  </a:lnTo>
                  <a:lnTo>
                    <a:pt x="546" y="488"/>
                  </a:lnTo>
                  <a:lnTo>
                    <a:pt x="546" y="581"/>
                  </a:lnTo>
                  <a:lnTo>
                    <a:pt x="605" y="692"/>
                  </a:lnTo>
                  <a:lnTo>
                    <a:pt x="651" y="761"/>
                  </a:lnTo>
                  <a:lnTo>
                    <a:pt x="605" y="872"/>
                  </a:lnTo>
                  <a:lnTo>
                    <a:pt x="523" y="895"/>
                  </a:lnTo>
                  <a:lnTo>
                    <a:pt x="546" y="942"/>
                  </a:lnTo>
                  <a:close/>
                </a:path>
              </a:pathLst>
            </a:custGeom>
            <a:solidFill>
              <a:srgbClr val="FFFFFF"/>
            </a:solidFill>
            <a:ln w="9525">
              <a:solidFill>
                <a:srgbClr val="000000"/>
              </a:solidFill>
              <a:round/>
              <a:headEnd/>
              <a:tailEnd/>
            </a:ln>
          </p:spPr>
          <p:txBody>
            <a:bodyPr/>
            <a:lstStyle/>
            <a:p>
              <a:endParaRPr lang="ko-KR" altLang="en-US"/>
            </a:p>
          </p:txBody>
        </p:sp>
        <p:sp>
          <p:nvSpPr>
            <p:cNvPr id="440497" name="Freeform 469">
              <a:extLst>
                <a:ext uri="{FF2B5EF4-FFF2-40B4-BE49-F238E27FC236}">
                  <a16:creationId xmlns:a16="http://schemas.microsoft.com/office/drawing/2014/main" id="{F7A831EC-CAA7-A0F2-C4D7-97E5C44AAF2C}"/>
                </a:ext>
              </a:extLst>
            </p:cNvPr>
            <p:cNvSpPr>
              <a:spLocks/>
            </p:cNvSpPr>
            <p:nvPr/>
          </p:nvSpPr>
          <p:spPr bwMode="auto">
            <a:xfrm>
              <a:off x="2897" y="401"/>
              <a:ext cx="44" cy="98"/>
            </a:xfrm>
            <a:custGeom>
              <a:avLst/>
              <a:gdLst>
                <a:gd name="T0" fmla="*/ 0 w 576"/>
                <a:gd name="T1" fmla="*/ 0 h 1219"/>
                <a:gd name="T2" fmla="*/ 0 w 576"/>
                <a:gd name="T3" fmla="*/ 0 h 1219"/>
                <a:gd name="T4" fmla="*/ 0 w 576"/>
                <a:gd name="T5" fmla="*/ 0 h 1219"/>
                <a:gd name="T6" fmla="*/ 0 w 576"/>
                <a:gd name="T7" fmla="*/ 0 h 1219"/>
                <a:gd name="T8" fmla="*/ 0 w 576"/>
                <a:gd name="T9" fmla="*/ 0 h 1219"/>
                <a:gd name="T10" fmla="*/ 0 w 576"/>
                <a:gd name="T11" fmla="*/ 0 h 1219"/>
                <a:gd name="T12" fmla="*/ 0 w 576"/>
                <a:gd name="T13" fmla="*/ 0 h 1219"/>
                <a:gd name="T14" fmla="*/ 0 w 576"/>
                <a:gd name="T15" fmla="*/ 0 h 1219"/>
                <a:gd name="T16" fmla="*/ 0 w 576"/>
                <a:gd name="T17" fmla="*/ 0 h 1219"/>
                <a:gd name="T18" fmla="*/ 0 w 576"/>
                <a:gd name="T19" fmla="*/ 0 h 1219"/>
                <a:gd name="T20" fmla="*/ 0 w 576"/>
                <a:gd name="T21" fmla="*/ 0 h 1219"/>
                <a:gd name="T22" fmla="*/ 0 w 576"/>
                <a:gd name="T23" fmla="*/ 0 h 1219"/>
                <a:gd name="T24" fmla="*/ 0 w 576"/>
                <a:gd name="T25" fmla="*/ 0 h 1219"/>
                <a:gd name="T26" fmla="*/ 0 w 576"/>
                <a:gd name="T27" fmla="*/ 0 h 1219"/>
                <a:gd name="T28" fmla="*/ 0 w 576"/>
                <a:gd name="T29" fmla="*/ 0 h 1219"/>
                <a:gd name="T30" fmla="*/ 0 w 576"/>
                <a:gd name="T31" fmla="*/ 0 h 1219"/>
                <a:gd name="T32" fmla="*/ 0 w 576"/>
                <a:gd name="T33" fmla="*/ 0 h 1219"/>
                <a:gd name="T34" fmla="*/ 0 w 576"/>
                <a:gd name="T35" fmla="*/ 0 h 1219"/>
                <a:gd name="T36" fmla="*/ 0 w 576"/>
                <a:gd name="T37" fmla="*/ 0 h 1219"/>
                <a:gd name="T38" fmla="*/ 0 w 576"/>
                <a:gd name="T39" fmla="*/ 0 h 1219"/>
                <a:gd name="T40" fmla="*/ 0 w 576"/>
                <a:gd name="T41" fmla="*/ 0 h 1219"/>
                <a:gd name="T42" fmla="*/ 0 w 576"/>
                <a:gd name="T43" fmla="*/ 0 h 1219"/>
                <a:gd name="T44" fmla="*/ 0 w 576"/>
                <a:gd name="T45" fmla="*/ 0 h 1219"/>
                <a:gd name="T46" fmla="*/ 0 w 576"/>
                <a:gd name="T47" fmla="*/ 0 h 1219"/>
                <a:gd name="T48" fmla="*/ 0 w 576"/>
                <a:gd name="T49" fmla="*/ 0 h 1219"/>
                <a:gd name="T50" fmla="*/ 0 w 576"/>
                <a:gd name="T51" fmla="*/ 0 h 1219"/>
                <a:gd name="T52" fmla="*/ 0 w 576"/>
                <a:gd name="T53" fmla="*/ 0 h 1219"/>
                <a:gd name="T54" fmla="*/ 0 w 576"/>
                <a:gd name="T55" fmla="*/ 0 h 1219"/>
                <a:gd name="T56" fmla="*/ 0 w 576"/>
                <a:gd name="T57" fmla="*/ 0 h 1219"/>
                <a:gd name="T58" fmla="*/ 0 w 576"/>
                <a:gd name="T59" fmla="*/ 0 h 1219"/>
                <a:gd name="T60" fmla="*/ 0 w 576"/>
                <a:gd name="T61" fmla="*/ 0 h 1219"/>
                <a:gd name="T62" fmla="*/ 0 w 576"/>
                <a:gd name="T63" fmla="*/ 0 h 1219"/>
                <a:gd name="T64" fmla="*/ 0 w 576"/>
                <a:gd name="T65" fmla="*/ 0 h 1219"/>
                <a:gd name="T66" fmla="*/ 0 w 576"/>
                <a:gd name="T67" fmla="*/ 0 h 1219"/>
                <a:gd name="T68" fmla="*/ 0 w 576"/>
                <a:gd name="T69" fmla="*/ 0 h 1219"/>
                <a:gd name="T70" fmla="*/ 0 w 576"/>
                <a:gd name="T71" fmla="*/ 0 h 1219"/>
                <a:gd name="T72" fmla="*/ 0 w 576"/>
                <a:gd name="T73" fmla="*/ 0 h 1219"/>
                <a:gd name="T74" fmla="*/ 0 w 576"/>
                <a:gd name="T75" fmla="*/ 0 h 1219"/>
                <a:gd name="T76" fmla="*/ 0 w 576"/>
                <a:gd name="T77" fmla="*/ 0 h 1219"/>
                <a:gd name="T78" fmla="*/ 0 w 576"/>
                <a:gd name="T79" fmla="*/ 0 h 1219"/>
                <a:gd name="T80" fmla="*/ 0 w 576"/>
                <a:gd name="T81" fmla="*/ 0 h 1219"/>
                <a:gd name="T82" fmla="*/ 0 w 576"/>
                <a:gd name="T83" fmla="*/ 0 h 12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76" h="1219">
                  <a:moveTo>
                    <a:pt x="576" y="272"/>
                  </a:moveTo>
                  <a:lnTo>
                    <a:pt x="500" y="336"/>
                  </a:lnTo>
                  <a:lnTo>
                    <a:pt x="478" y="446"/>
                  </a:lnTo>
                  <a:lnTo>
                    <a:pt x="454" y="516"/>
                  </a:lnTo>
                  <a:lnTo>
                    <a:pt x="390" y="586"/>
                  </a:lnTo>
                  <a:lnTo>
                    <a:pt x="321" y="609"/>
                  </a:lnTo>
                  <a:lnTo>
                    <a:pt x="274" y="720"/>
                  </a:lnTo>
                  <a:lnTo>
                    <a:pt x="274" y="766"/>
                  </a:lnTo>
                  <a:lnTo>
                    <a:pt x="343" y="853"/>
                  </a:lnTo>
                  <a:lnTo>
                    <a:pt x="343" y="877"/>
                  </a:lnTo>
                  <a:lnTo>
                    <a:pt x="297" y="900"/>
                  </a:lnTo>
                  <a:lnTo>
                    <a:pt x="274" y="877"/>
                  </a:lnTo>
                  <a:lnTo>
                    <a:pt x="251" y="900"/>
                  </a:lnTo>
                  <a:lnTo>
                    <a:pt x="274" y="922"/>
                  </a:lnTo>
                  <a:lnTo>
                    <a:pt x="274" y="969"/>
                  </a:lnTo>
                  <a:lnTo>
                    <a:pt x="274" y="992"/>
                  </a:lnTo>
                  <a:lnTo>
                    <a:pt x="274" y="1079"/>
                  </a:lnTo>
                  <a:lnTo>
                    <a:pt x="227" y="1126"/>
                  </a:lnTo>
                  <a:lnTo>
                    <a:pt x="157" y="1149"/>
                  </a:lnTo>
                  <a:lnTo>
                    <a:pt x="140" y="1219"/>
                  </a:lnTo>
                  <a:lnTo>
                    <a:pt x="94" y="1219"/>
                  </a:lnTo>
                  <a:lnTo>
                    <a:pt x="70" y="1149"/>
                  </a:lnTo>
                  <a:lnTo>
                    <a:pt x="47" y="1079"/>
                  </a:lnTo>
                  <a:lnTo>
                    <a:pt x="7" y="1044"/>
                  </a:lnTo>
                  <a:lnTo>
                    <a:pt x="0" y="969"/>
                  </a:lnTo>
                  <a:lnTo>
                    <a:pt x="0" y="900"/>
                  </a:lnTo>
                  <a:lnTo>
                    <a:pt x="0" y="877"/>
                  </a:lnTo>
                  <a:lnTo>
                    <a:pt x="47" y="807"/>
                  </a:lnTo>
                  <a:lnTo>
                    <a:pt x="70" y="673"/>
                  </a:lnTo>
                  <a:lnTo>
                    <a:pt x="47" y="540"/>
                  </a:lnTo>
                  <a:lnTo>
                    <a:pt x="70" y="476"/>
                  </a:lnTo>
                  <a:lnTo>
                    <a:pt x="175" y="366"/>
                  </a:lnTo>
                  <a:lnTo>
                    <a:pt x="187" y="296"/>
                  </a:lnTo>
                  <a:lnTo>
                    <a:pt x="274" y="139"/>
                  </a:lnTo>
                  <a:lnTo>
                    <a:pt x="303" y="57"/>
                  </a:lnTo>
                  <a:lnTo>
                    <a:pt x="378" y="35"/>
                  </a:lnTo>
                  <a:lnTo>
                    <a:pt x="413" y="0"/>
                  </a:lnTo>
                  <a:lnTo>
                    <a:pt x="483" y="0"/>
                  </a:lnTo>
                  <a:lnTo>
                    <a:pt x="518" y="57"/>
                  </a:lnTo>
                  <a:lnTo>
                    <a:pt x="565" y="157"/>
                  </a:lnTo>
                  <a:lnTo>
                    <a:pt x="565" y="202"/>
                  </a:lnTo>
                  <a:lnTo>
                    <a:pt x="576" y="272"/>
                  </a:lnTo>
                  <a:close/>
                </a:path>
              </a:pathLst>
            </a:custGeom>
            <a:solidFill>
              <a:srgbClr val="FFFFFF"/>
            </a:solidFill>
            <a:ln w="9525">
              <a:solidFill>
                <a:srgbClr val="000000"/>
              </a:solidFill>
              <a:round/>
              <a:headEnd/>
              <a:tailEnd/>
            </a:ln>
          </p:spPr>
          <p:txBody>
            <a:bodyPr/>
            <a:lstStyle/>
            <a:p>
              <a:endParaRPr lang="ko-KR" altLang="en-US"/>
            </a:p>
          </p:txBody>
        </p:sp>
        <p:sp>
          <p:nvSpPr>
            <p:cNvPr id="440498" name="Freeform 470">
              <a:extLst>
                <a:ext uri="{FF2B5EF4-FFF2-40B4-BE49-F238E27FC236}">
                  <a16:creationId xmlns:a16="http://schemas.microsoft.com/office/drawing/2014/main" id="{F0F3A143-3C2E-B64A-5BC3-7F5EA70F837D}"/>
                </a:ext>
              </a:extLst>
            </p:cNvPr>
            <p:cNvSpPr>
              <a:spLocks/>
            </p:cNvSpPr>
            <p:nvPr/>
          </p:nvSpPr>
          <p:spPr bwMode="auto">
            <a:xfrm>
              <a:off x="2875" y="381"/>
              <a:ext cx="87" cy="102"/>
            </a:xfrm>
            <a:custGeom>
              <a:avLst/>
              <a:gdLst>
                <a:gd name="T0" fmla="*/ 0 w 1151"/>
                <a:gd name="T1" fmla="*/ 0 h 1267"/>
                <a:gd name="T2" fmla="*/ 0 w 1151"/>
                <a:gd name="T3" fmla="*/ 0 h 1267"/>
                <a:gd name="T4" fmla="*/ 0 w 1151"/>
                <a:gd name="T5" fmla="*/ 0 h 1267"/>
                <a:gd name="T6" fmla="*/ 0 w 1151"/>
                <a:gd name="T7" fmla="*/ 0 h 1267"/>
                <a:gd name="T8" fmla="*/ 0 w 1151"/>
                <a:gd name="T9" fmla="*/ 0 h 1267"/>
                <a:gd name="T10" fmla="*/ 0 w 1151"/>
                <a:gd name="T11" fmla="*/ 0 h 1267"/>
                <a:gd name="T12" fmla="*/ 0 w 1151"/>
                <a:gd name="T13" fmla="*/ 0 h 1267"/>
                <a:gd name="T14" fmla="*/ 0 w 1151"/>
                <a:gd name="T15" fmla="*/ 0 h 1267"/>
                <a:gd name="T16" fmla="*/ 0 w 1151"/>
                <a:gd name="T17" fmla="*/ 0 h 1267"/>
                <a:gd name="T18" fmla="*/ 0 w 1151"/>
                <a:gd name="T19" fmla="*/ 0 h 1267"/>
                <a:gd name="T20" fmla="*/ 0 w 1151"/>
                <a:gd name="T21" fmla="*/ 0 h 1267"/>
                <a:gd name="T22" fmla="*/ 0 w 1151"/>
                <a:gd name="T23" fmla="*/ 0 h 1267"/>
                <a:gd name="T24" fmla="*/ 0 w 1151"/>
                <a:gd name="T25" fmla="*/ 0 h 1267"/>
                <a:gd name="T26" fmla="*/ 0 w 1151"/>
                <a:gd name="T27" fmla="*/ 0 h 1267"/>
                <a:gd name="T28" fmla="*/ 0 w 1151"/>
                <a:gd name="T29" fmla="*/ 0 h 1267"/>
                <a:gd name="T30" fmla="*/ 0 w 1151"/>
                <a:gd name="T31" fmla="*/ 0 h 1267"/>
                <a:gd name="T32" fmla="*/ 0 w 1151"/>
                <a:gd name="T33" fmla="*/ 0 h 1267"/>
                <a:gd name="T34" fmla="*/ 0 w 1151"/>
                <a:gd name="T35" fmla="*/ 0 h 1267"/>
                <a:gd name="T36" fmla="*/ 0 w 1151"/>
                <a:gd name="T37" fmla="*/ 0 h 1267"/>
                <a:gd name="T38" fmla="*/ 0 w 1151"/>
                <a:gd name="T39" fmla="*/ 0 h 1267"/>
                <a:gd name="T40" fmla="*/ 0 w 1151"/>
                <a:gd name="T41" fmla="*/ 0 h 1267"/>
                <a:gd name="T42" fmla="*/ 0 w 1151"/>
                <a:gd name="T43" fmla="*/ 0 h 1267"/>
                <a:gd name="T44" fmla="*/ 0 w 1151"/>
                <a:gd name="T45" fmla="*/ 0 h 1267"/>
                <a:gd name="T46" fmla="*/ 0 w 1151"/>
                <a:gd name="T47" fmla="*/ 0 h 1267"/>
                <a:gd name="T48" fmla="*/ 0 w 1151"/>
                <a:gd name="T49" fmla="*/ 0 h 1267"/>
                <a:gd name="T50" fmla="*/ 0 w 1151"/>
                <a:gd name="T51" fmla="*/ 0 h 1267"/>
                <a:gd name="T52" fmla="*/ 0 w 1151"/>
                <a:gd name="T53" fmla="*/ 0 h 1267"/>
                <a:gd name="T54" fmla="*/ 0 w 1151"/>
                <a:gd name="T55" fmla="*/ 0 h 1267"/>
                <a:gd name="T56" fmla="*/ 0 w 1151"/>
                <a:gd name="T57" fmla="*/ 0 h 1267"/>
                <a:gd name="T58" fmla="*/ 0 w 1151"/>
                <a:gd name="T59" fmla="*/ 0 h 1267"/>
                <a:gd name="T60" fmla="*/ 0 w 1151"/>
                <a:gd name="T61" fmla="*/ 0 h 1267"/>
                <a:gd name="T62" fmla="*/ 0 w 1151"/>
                <a:gd name="T63" fmla="*/ 0 h 12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151" h="1267">
                  <a:moveTo>
                    <a:pt x="1127" y="0"/>
                  </a:moveTo>
                  <a:lnTo>
                    <a:pt x="1012" y="0"/>
                  </a:lnTo>
                  <a:lnTo>
                    <a:pt x="970" y="47"/>
                  </a:lnTo>
                  <a:lnTo>
                    <a:pt x="947" y="0"/>
                  </a:lnTo>
                  <a:lnTo>
                    <a:pt x="878" y="0"/>
                  </a:lnTo>
                  <a:lnTo>
                    <a:pt x="878" y="24"/>
                  </a:lnTo>
                  <a:lnTo>
                    <a:pt x="837" y="24"/>
                  </a:lnTo>
                  <a:lnTo>
                    <a:pt x="768" y="47"/>
                  </a:lnTo>
                  <a:lnTo>
                    <a:pt x="761" y="117"/>
                  </a:lnTo>
                  <a:lnTo>
                    <a:pt x="680" y="117"/>
                  </a:lnTo>
                  <a:lnTo>
                    <a:pt x="611" y="140"/>
                  </a:lnTo>
                  <a:lnTo>
                    <a:pt x="517" y="251"/>
                  </a:lnTo>
                  <a:lnTo>
                    <a:pt x="564" y="274"/>
                  </a:lnTo>
                  <a:lnTo>
                    <a:pt x="494" y="296"/>
                  </a:lnTo>
                  <a:lnTo>
                    <a:pt x="494" y="338"/>
                  </a:lnTo>
                  <a:lnTo>
                    <a:pt x="477" y="366"/>
                  </a:lnTo>
                  <a:lnTo>
                    <a:pt x="430" y="338"/>
                  </a:lnTo>
                  <a:lnTo>
                    <a:pt x="384" y="430"/>
                  </a:lnTo>
                  <a:lnTo>
                    <a:pt x="384" y="477"/>
                  </a:lnTo>
                  <a:lnTo>
                    <a:pt x="290" y="610"/>
                  </a:lnTo>
                  <a:lnTo>
                    <a:pt x="203" y="727"/>
                  </a:lnTo>
                  <a:lnTo>
                    <a:pt x="203" y="744"/>
                  </a:lnTo>
                  <a:lnTo>
                    <a:pt x="267" y="744"/>
                  </a:lnTo>
                  <a:lnTo>
                    <a:pt x="244" y="767"/>
                  </a:lnTo>
                  <a:lnTo>
                    <a:pt x="180" y="767"/>
                  </a:lnTo>
                  <a:lnTo>
                    <a:pt x="157" y="814"/>
                  </a:lnTo>
                  <a:lnTo>
                    <a:pt x="46" y="884"/>
                  </a:lnTo>
                  <a:lnTo>
                    <a:pt x="0" y="924"/>
                  </a:lnTo>
                  <a:lnTo>
                    <a:pt x="0" y="994"/>
                  </a:lnTo>
                  <a:lnTo>
                    <a:pt x="63" y="971"/>
                  </a:lnTo>
                  <a:lnTo>
                    <a:pt x="93" y="971"/>
                  </a:lnTo>
                  <a:lnTo>
                    <a:pt x="63" y="1017"/>
                  </a:lnTo>
                  <a:lnTo>
                    <a:pt x="23" y="1017"/>
                  </a:lnTo>
                  <a:lnTo>
                    <a:pt x="23" y="1058"/>
                  </a:lnTo>
                  <a:lnTo>
                    <a:pt x="6" y="1104"/>
                  </a:lnTo>
                  <a:lnTo>
                    <a:pt x="23" y="1128"/>
                  </a:lnTo>
                  <a:lnTo>
                    <a:pt x="6" y="1145"/>
                  </a:lnTo>
                  <a:lnTo>
                    <a:pt x="23" y="1197"/>
                  </a:lnTo>
                  <a:lnTo>
                    <a:pt x="0" y="1220"/>
                  </a:lnTo>
                  <a:lnTo>
                    <a:pt x="46" y="1267"/>
                  </a:lnTo>
                  <a:lnTo>
                    <a:pt x="157" y="1243"/>
                  </a:lnTo>
                  <a:lnTo>
                    <a:pt x="227" y="1197"/>
                  </a:lnTo>
                  <a:lnTo>
                    <a:pt x="290" y="1151"/>
                  </a:lnTo>
                  <a:lnTo>
                    <a:pt x="337" y="1058"/>
                  </a:lnTo>
                  <a:lnTo>
                    <a:pt x="360" y="924"/>
                  </a:lnTo>
                  <a:lnTo>
                    <a:pt x="360" y="884"/>
                  </a:lnTo>
                  <a:lnTo>
                    <a:pt x="337" y="791"/>
                  </a:lnTo>
                  <a:lnTo>
                    <a:pt x="384" y="697"/>
                  </a:lnTo>
                  <a:lnTo>
                    <a:pt x="430" y="657"/>
                  </a:lnTo>
                  <a:lnTo>
                    <a:pt x="477" y="610"/>
                  </a:lnTo>
                  <a:lnTo>
                    <a:pt x="477" y="564"/>
                  </a:lnTo>
                  <a:lnTo>
                    <a:pt x="517" y="477"/>
                  </a:lnTo>
                  <a:lnTo>
                    <a:pt x="587" y="320"/>
                  </a:lnTo>
                  <a:lnTo>
                    <a:pt x="656" y="296"/>
                  </a:lnTo>
                  <a:lnTo>
                    <a:pt x="778" y="256"/>
                  </a:lnTo>
                  <a:lnTo>
                    <a:pt x="680" y="163"/>
                  </a:lnTo>
                  <a:lnTo>
                    <a:pt x="715" y="157"/>
                  </a:lnTo>
                  <a:lnTo>
                    <a:pt x="831" y="221"/>
                  </a:lnTo>
                  <a:lnTo>
                    <a:pt x="883" y="216"/>
                  </a:lnTo>
                  <a:lnTo>
                    <a:pt x="965" y="140"/>
                  </a:lnTo>
                  <a:lnTo>
                    <a:pt x="994" y="117"/>
                  </a:lnTo>
                  <a:lnTo>
                    <a:pt x="1087" y="94"/>
                  </a:lnTo>
                  <a:lnTo>
                    <a:pt x="1087" y="70"/>
                  </a:lnTo>
                  <a:lnTo>
                    <a:pt x="1151" y="47"/>
                  </a:lnTo>
                  <a:lnTo>
                    <a:pt x="1127" y="0"/>
                  </a:lnTo>
                  <a:close/>
                </a:path>
              </a:pathLst>
            </a:custGeom>
            <a:solidFill>
              <a:srgbClr val="FFFFFF"/>
            </a:solidFill>
            <a:ln w="9525">
              <a:solidFill>
                <a:srgbClr val="000000"/>
              </a:solidFill>
              <a:round/>
              <a:headEnd/>
              <a:tailEnd/>
            </a:ln>
          </p:spPr>
          <p:txBody>
            <a:bodyPr/>
            <a:lstStyle/>
            <a:p>
              <a:endParaRPr lang="ko-KR" altLang="en-US"/>
            </a:p>
          </p:txBody>
        </p:sp>
        <p:sp>
          <p:nvSpPr>
            <p:cNvPr id="440499" name="Freeform 471">
              <a:extLst>
                <a:ext uri="{FF2B5EF4-FFF2-40B4-BE49-F238E27FC236}">
                  <a16:creationId xmlns:a16="http://schemas.microsoft.com/office/drawing/2014/main" id="{CFFFED23-6DC0-9E01-6654-21862E22B6F6}"/>
                </a:ext>
              </a:extLst>
            </p:cNvPr>
            <p:cNvSpPr>
              <a:spLocks/>
            </p:cNvSpPr>
            <p:nvPr/>
          </p:nvSpPr>
          <p:spPr bwMode="auto">
            <a:xfrm>
              <a:off x="2920" y="483"/>
              <a:ext cx="5" cy="7"/>
            </a:xfrm>
            <a:custGeom>
              <a:avLst/>
              <a:gdLst>
                <a:gd name="T0" fmla="*/ 0 w 69"/>
                <a:gd name="T1" fmla="*/ 0 h 87"/>
                <a:gd name="T2" fmla="*/ 0 w 69"/>
                <a:gd name="T3" fmla="*/ 0 h 87"/>
                <a:gd name="T4" fmla="*/ 0 w 69"/>
                <a:gd name="T5" fmla="*/ 0 h 87"/>
                <a:gd name="T6" fmla="*/ 0 w 69"/>
                <a:gd name="T7" fmla="*/ 0 h 87"/>
                <a:gd name="T8" fmla="*/ 0 w 69"/>
                <a:gd name="T9" fmla="*/ 0 h 87"/>
                <a:gd name="T10" fmla="*/ 0 w 69"/>
                <a:gd name="T11" fmla="*/ 0 h 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9" h="87">
                  <a:moveTo>
                    <a:pt x="46" y="0"/>
                  </a:moveTo>
                  <a:lnTo>
                    <a:pt x="0" y="18"/>
                  </a:lnTo>
                  <a:lnTo>
                    <a:pt x="24" y="87"/>
                  </a:lnTo>
                  <a:lnTo>
                    <a:pt x="46" y="63"/>
                  </a:lnTo>
                  <a:lnTo>
                    <a:pt x="69" y="40"/>
                  </a:lnTo>
                  <a:lnTo>
                    <a:pt x="46" y="0"/>
                  </a:lnTo>
                  <a:close/>
                </a:path>
              </a:pathLst>
            </a:custGeom>
            <a:solidFill>
              <a:srgbClr val="FFFFFF"/>
            </a:solidFill>
            <a:ln w="9525">
              <a:solidFill>
                <a:srgbClr val="000000"/>
              </a:solidFill>
              <a:round/>
              <a:headEnd/>
              <a:tailEnd/>
            </a:ln>
          </p:spPr>
          <p:txBody>
            <a:bodyPr/>
            <a:lstStyle/>
            <a:p>
              <a:endParaRPr lang="ko-KR" altLang="en-US"/>
            </a:p>
          </p:txBody>
        </p:sp>
        <p:sp>
          <p:nvSpPr>
            <p:cNvPr id="440500" name="Freeform 472">
              <a:extLst>
                <a:ext uri="{FF2B5EF4-FFF2-40B4-BE49-F238E27FC236}">
                  <a16:creationId xmlns:a16="http://schemas.microsoft.com/office/drawing/2014/main" id="{E0A89626-76C3-3DB5-4F44-B01F348F127E}"/>
                </a:ext>
              </a:extLst>
            </p:cNvPr>
            <p:cNvSpPr>
              <a:spLocks/>
            </p:cNvSpPr>
            <p:nvPr/>
          </p:nvSpPr>
          <p:spPr bwMode="auto">
            <a:xfrm>
              <a:off x="2895" y="501"/>
              <a:ext cx="6" cy="5"/>
            </a:xfrm>
            <a:custGeom>
              <a:avLst/>
              <a:gdLst>
                <a:gd name="T0" fmla="*/ 0 w 70"/>
                <a:gd name="T1" fmla="*/ 0 h 63"/>
                <a:gd name="T2" fmla="*/ 0 w 70"/>
                <a:gd name="T3" fmla="*/ 0 h 63"/>
                <a:gd name="T4" fmla="*/ 0 w 70"/>
                <a:gd name="T5" fmla="*/ 0 h 63"/>
                <a:gd name="T6" fmla="*/ 0 w 70"/>
                <a:gd name="T7" fmla="*/ 0 h 63"/>
                <a:gd name="T8" fmla="*/ 0 w 70"/>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63">
                  <a:moveTo>
                    <a:pt x="47" y="0"/>
                  </a:moveTo>
                  <a:lnTo>
                    <a:pt x="0" y="40"/>
                  </a:lnTo>
                  <a:lnTo>
                    <a:pt x="23" y="63"/>
                  </a:lnTo>
                  <a:lnTo>
                    <a:pt x="70" y="40"/>
                  </a:lnTo>
                  <a:lnTo>
                    <a:pt x="47" y="0"/>
                  </a:lnTo>
                  <a:close/>
                </a:path>
              </a:pathLst>
            </a:custGeom>
            <a:solidFill>
              <a:srgbClr val="FFFFFF"/>
            </a:solidFill>
            <a:ln w="9525">
              <a:solidFill>
                <a:srgbClr val="000000"/>
              </a:solidFill>
              <a:round/>
              <a:headEnd/>
              <a:tailEnd/>
            </a:ln>
          </p:spPr>
          <p:txBody>
            <a:bodyPr/>
            <a:lstStyle/>
            <a:p>
              <a:endParaRPr lang="ko-KR" altLang="en-US"/>
            </a:p>
          </p:txBody>
        </p:sp>
        <p:sp>
          <p:nvSpPr>
            <p:cNvPr id="440501" name="Freeform 473">
              <a:extLst>
                <a:ext uri="{FF2B5EF4-FFF2-40B4-BE49-F238E27FC236}">
                  <a16:creationId xmlns:a16="http://schemas.microsoft.com/office/drawing/2014/main" id="{C93245C8-368B-81BC-2029-B40A48253468}"/>
                </a:ext>
              </a:extLst>
            </p:cNvPr>
            <p:cNvSpPr>
              <a:spLocks/>
            </p:cNvSpPr>
            <p:nvPr/>
          </p:nvSpPr>
          <p:spPr bwMode="auto">
            <a:xfrm>
              <a:off x="2942" y="570"/>
              <a:ext cx="26" cy="17"/>
            </a:xfrm>
            <a:custGeom>
              <a:avLst/>
              <a:gdLst>
                <a:gd name="T0" fmla="*/ 0 w 337"/>
                <a:gd name="T1" fmla="*/ 0 h 216"/>
                <a:gd name="T2" fmla="*/ 0 w 337"/>
                <a:gd name="T3" fmla="*/ 0 h 216"/>
                <a:gd name="T4" fmla="*/ 0 w 337"/>
                <a:gd name="T5" fmla="*/ 0 h 216"/>
                <a:gd name="T6" fmla="*/ 0 w 337"/>
                <a:gd name="T7" fmla="*/ 0 h 216"/>
                <a:gd name="T8" fmla="*/ 0 w 337"/>
                <a:gd name="T9" fmla="*/ 0 h 216"/>
                <a:gd name="T10" fmla="*/ 0 w 337"/>
                <a:gd name="T11" fmla="*/ 0 h 216"/>
                <a:gd name="T12" fmla="*/ 0 w 337"/>
                <a:gd name="T13" fmla="*/ 0 h 216"/>
                <a:gd name="T14" fmla="*/ 0 w 337"/>
                <a:gd name="T15" fmla="*/ 0 h 216"/>
                <a:gd name="T16" fmla="*/ 0 w 337"/>
                <a:gd name="T17" fmla="*/ 0 h 216"/>
                <a:gd name="T18" fmla="*/ 0 w 337"/>
                <a:gd name="T19" fmla="*/ 0 h 216"/>
                <a:gd name="T20" fmla="*/ 0 w 337"/>
                <a:gd name="T21" fmla="*/ 0 h 216"/>
                <a:gd name="T22" fmla="*/ 0 w 337"/>
                <a:gd name="T23" fmla="*/ 0 h 216"/>
                <a:gd name="T24" fmla="*/ 0 w 337"/>
                <a:gd name="T25" fmla="*/ 0 h 216"/>
                <a:gd name="T26" fmla="*/ 0 w 337"/>
                <a:gd name="T27" fmla="*/ 0 h 216"/>
                <a:gd name="T28" fmla="*/ 0 w 337"/>
                <a:gd name="T29" fmla="*/ 0 h 216"/>
                <a:gd name="T30" fmla="*/ 0 w 337"/>
                <a:gd name="T31" fmla="*/ 0 h 216"/>
                <a:gd name="T32" fmla="*/ 0 w 337"/>
                <a:gd name="T33" fmla="*/ 0 h 216"/>
                <a:gd name="T34" fmla="*/ 0 w 337"/>
                <a:gd name="T35" fmla="*/ 0 h 2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37" h="216">
                  <a:moveTo>
                    <a:pt x="337" y="24"/>
                  </a:moveTo>
                  <a:lnTo>
                    <a:pt x="314" y="64"/>
                  </a:lnTo>
                  <a:lnTo>
                    <a:pt x="268" y="111"/>
                  </a:lnTo>
                  <a:lnTo>
                    <a:pt x="314" y="157"/>
                  </a:lnTo>
                  <a:lnTo>
                    <a:pt x="268" y="204"/>
                  </a:lnTo>
                  <a:lnTo>
                    <a:pt x="221" y="204"/>
                  </a:lnTo>
                  <a:lnTo>
                    <a:pt x="111" y="204"/>
                  </a:lnTo>
                  <a:lnTo>
                    <a:pt x="42" y="216"/>
                  </a:lnTo>
                  <a:lnTo>
                    <a:pt x="18" y="181"/>
                  </a:lnTo>
                  <a:lnTo>
                    <a:pt x="35" y="157"/>
                  </a:lnTo>
                  <a:lnTo>
                    <a:pt x="0" y="99"/>
                  </a:lnTo>
                  <a:lnTo>
                    <a:pt x="18" y="87"/>
                  </a:lnTo>
                  <a:lnTo>
                    <a:pt x="24" y="35"/>
                  </a:lnTo>
                  <a:lnTo>
                    <a:pt x="42" y="24"/>
                  </a:lnTo>
                  <a:lnTo>
                    <a:pt x="129" y="64"/>
                  </a:lnTo>
                  <a:lnTo>
                    <a:pt x="221" y="0"/>
                  </a:lnTo>
                  <a:lnTo>
                    <a:pt x="268" y="47"/>
                  </a:lnTo>
                  <a:lnTo>
                    <a:pt x="337" y="24"/>
                  </a:lnTo>
                  <a:close/>
                </a:path>
              </a:pathLst>
            </a:custGeom>
            <a:solidFill>
              <a:srgbClr val="FFFFFF"/>
            </a:solidFill>
            <a:ln w="9525">
              <a:solidFill>
                <a:srgbClr val="000000"/>
              </a:solidFill>
              <a:round/>
              <a:headEnd/>
              <a:tailEnd/>
            </a:ln>
          </p:spPr>
          <p:txBody>
            <a:bodyPr/>
            <a:lstStyle/>
            <a:p>
              <a:endParaRPr lang="ko-KR" altLang="en-US"/>
            </a:p>
          </p:txBody>
        </p:sp>
        <p:sp>
          <p:nvSpPr>
            <p:cNvPr id="440502" name="Freeform 474">
              <a:extLst>
                <a:ext uri="{FF2B5EF4-FFF2-40B4-BE49-F238E27FC236}">
                  <a16:creationId xmlns:a16="http://schemas.microsoft.com/office/drawing/2014/main" id="{5AC7BB5A-8872-DC0F-CE61-4C7C6828D9CB}"/>
                </a:ext>
              </a:extLst>
            </p:cNvPr>
            <p:cNvSpPr>
              <a:spLocks/>
            </p:cNvSpPr>
            <p:nvPr/>
          </p:nvSpPr>
          <p:spPr bwMode="auto">
            <a:xfrm>
              <a:off x="2957" y="583"/>
              <a:ext cx="11" cy="12"/>
            </a:xfrm>
            <a:custGeom>
              <a:avLst/>
              <a:gdLst>
                <a:gd name="T0" fmla="*/ 0 w 139"/>
                <a:gd name="T1" fmla="*/ 0 h 145"/>
                <a:gd name="T2" fmla="*/ 0 w 139"/>
                <a:gd name="T3" fmla="*/ 0 h 145"/>
                <a:gd name="T4" fmla="*/ 0 w 139"/>
                <a:gd name="T5" fmla="*/ 0 h 145"/>
                <a:gd name="T6" fmla="*/ 0 w 139"/>
                <a:gd name="T7" fmla="*/ 0 h 145"/>
                <a:gd name="T8" fmla="*/ 0 w 139"/>
                <a:gd name="T9" fmla="*/ 0 h 145"/>
                <a:gd name="T10" fmla="*/ 0 w 139"/>
                <a:gd name="T11" fmla="*/ 0 h 145"/>
                <a:gd name="T12" fmla="*/ 0 w 139"/>
                <a:gd name="T13" fmla="*/ 0 h 145"/>
                <a:gd name="T14" fmla="*/ 0 w 139"/>
                <a:gd name="T15" fmla="*/ 0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9" h="145">
                  <a:moveTo>
                    <a:pt x="110" y="0"/>
                  </a:moveTo>
                  <a:lnTo>
                    <a:pt x="35" y="64"/>
                  </a:lnTo>
                  <a:lnTo>
                    <a:pt x="0" y="104"/>
                  </a:lnTo>
                  <a:lnTo>
                    <a:pt x="52" y="145"/>
                  </a:lnTo>
                  <a:lnTo>
                    <a:pt x="93" y="104"/>
                  </a:lnTo>
                  <a:lnTo>
                    <a:pt x="139" y="64"/>
                  </a:lnTo>
                  <a:lnTo>
                    <a:pt x="127" y="5"/>
                  </a:lnTo>
                  <a:lnTo>
                    <a:pt x="110" y="0"/>
                  </a:lnTo>
                  <a:close/>
                </a:path>
              </a:pathLst>
            </a:custGeom>
            <a:solidFill>
              <a:srgbClr val="FFFFFF"/>
            </a:solidFill>
            <a:ln w="9525">
              <a:solidFill>
                <a:srgbClr val="000000"/>
              </a:solidFill>
              <a:round/>
              <a:headEnd/>
              <a:tailEnd/>
            </a:ln>
          </p:spPr>
          <p:txBody>
            <a:bodyPr/>
            <a:lstStyle/>
            <a:p>
              <a:endParaRPr lang="ko-KR" altLang="en-US"/>
            </a:p>
          </p:txBody>
        </p:sp>
        <p:sp>
          <p:nvSpPr>
            <p:cNvPr id="440503" name="Freeform 475">
              <a:extLst>
                <a:ext uri="{FF2B5EF4-FFF2-40B4-BE49-F238E27FC236}">
                  <a16:creationId xmlns:a16="http://schemas.microsoft.com/office/drawing/2014/main" id="{568AB249-D547-B3E0-6345-2645394B7FE8}"/>
                </a:ext>
              </a:extLst>
            </p:cNvPr>
            <p:cNvSpPr>
              <a:spLocks/>
            </p:cNvSpPr>
            <p:nvPr/>
          </p:nvSpPr>
          <p:spPr bwMode="auto">
            <a:xfrm>
              <a:off x="2937" y="586"/>
              <a:ext cx="23" cy="29"/>
            </a:xfrm>
            <a:custGeom>
              <a:avLst/>
              <a:gdLst>
                <a:gd name="T0" fmla="*/ 0 w 314"/>
                <a:gd name="T1" fmla="*/ 0 h 360"/>
                <a:gd name="T2" fmla="*/ 0 w 314"/>
                <a:gd name="T3" fmla="*/ 0 h 360"/>
                <a:gd name="T4" fmla="*/ 0 w 314"/>
                <a:gd name="T5" fmla="*/ 0 h 360"/>
                <a:gd name="T6" fmla="*/ 0 w 314"/>
                <a:gd name="T7" fmla="*/ 0 h 360"/>
                <a:gd name="T8" fmla="*/ 0 w 314"/>
                <a:gd name="T9" fmla="*/ 0 h 360"/>
                <a:gd name="T10" fmla="*/ 0 w 314"/>
                <a:gd name="T11" fmla="*/ 0 h 360"/>
                <a:gd name="T12" fmla="*/ 0 w 314"/>
                <a:gd name="T13" fmla="*/ 0 h 360"/>
                <a:gd name="T14" fmla="*/ 0 w 314"/>
                <a:gd name="T15" fmla="*/ 0 h 360"/>
                <a:gd name="T16" fmla="*/ 0 w 314"/>
                <a:gd name="T17" fmla="*/ 0 h 360"/>
                <a:gd name="T18" fmla="*/ 0 w 314"/>
                <a:gd name="T19" fmla="*/ 0 h 360"/>
                <a:gd name="T20" fmla="*/ 0 w 314"/>
                <a:gd name="T21" fmla="*/ 0 h 360"/>
                <a:gd name="T22" fmla="*/ 0 w 314"/>
                <a:gd name="T23" fmla="*/ 0 h 360"/>
                <a:gd name="T24" fmla="*/ 0 w 314"/>
                <a:gd name="T25" fmla="*/ 0 h 360"/>
                <a:gd name="T26" fmla="*/ 0 w 314"/>
                <a:gd name="T27" fmla="*/ 0 h 360"/>
                <a:gd name="T28" fmla="*/ 0 w 314"/>
                <a:gd name="T29" fmla="*/ 0 h 360"/>
                <a:gd name="T30" fmla="*/ 0 w 314"/>
                <a:gd name="T31" fmla="*/ 0 h 360"/>
                <a:gd name="T32" fmla="*/ 0 w 314"/>
                <a:gd name="T33" fmla="*/ 0 h 360"/>
                <a:gd name="T34" fmla="*/ 0 w 314"/>
                <a:gd name="T35" fmla="*/ 0 h 360"/>
                <a:gd name="T36" fmla="*/ 0 w 314"/>
                <a:gd name="T37" fmla="*/ 0 h 360"/>
                <a:gd name="T38" fmla="*/ 0 w 314"/>
                <a:gd name="T39" fmla="*/ 0 h 360"/>
                <a:gd name="T40" fmla="*/ 0 w 314"/>
                <a:gd name="T41" fmla="*/ 0 h 360"/>
                <a:gd name="T42" fmla="*/ 0 w 314"/>
                <a:gd name="T43" fmla="*/ 0 h 360"/>
                <a:gd name="T44" fmla="*/ 0 w 314"/>
                <a:gd name="T45" fmla="*/ 0 h 360"/>
                <a:gd name="T46" fmla="*/ 0 w 314"/>
                <a:gd name="T47" fmla="*/ 0 h 360"/>
                <a:gd name="T48" fmla="*/ 0 w 314"/>
                <a:gd name="T49" fmla="*/ 0 h 360"/>
                <a:gd name="T50" fmla="*/ 0 w 314"/>
                <a:gd name="T51" fmla="*/ 0 h 360"/>
                <a:gd name="T52" fmla="*/ 0 w 314"/>
                <a:gd name="T53" fmla="*/ 0 h 360"/>
                <a:gd name="T54" fmla="*/ 0 w 314"/>
                <a:gd name="T55" fmla="*/ 0 h 360"/>
                <a:gd name="T56" fmla="*/ 0 w 314"/>
                <a:gd name="T57" fmla="*/ 0 h 360"/>
                <a:gd name="T58" fmla="*/ 0 w 314"/>
                <a:gd name="T59" fmla="*/ 0 h 360"/>
                <a:gd name="T60" fmla="*/ 0 w 314"/>
                <a:gd name="T61" fmla="*/ 0 h 360"/>
                <a:gd name="T62" fmla="*/ 0 w 314"/>
                <a:gd name="T63" fmla="*/ 0 h 360"/>
                <a:gd name="T64" fmla="*/ 0 w 314"/>
                <a:gd name="T65" fmla="*/ 0 h 3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4" h="360">
                  <a:moveTo>
                    <a:pt x="274" y="69"/>
                  </a:moveTo>
                  <a:lnTo>
                    <a:pt x="245" y="69"/>
                  </a:lnTo>
                  <a:lnTo>
                    <a:pt x="199" y="92"/>
                  </a:lnTo>
                  <a:lnTo>
                    <a:pt x="157" y="69"/>
                  </a:lnTo>
                  <a:lnTo>
                    <a:pt x="157" y="116"/>
                  </a:lnTo>
                  <a:lnTo>
                    <a:pt x="112" y="92"/>
                  </a:lnTo>
                  <a:lnTo>
                    <a:pt x="77" y="87"/>
                  </a:lnTo>
                  <a:lnTo>
                    <a:pt x="157" y="156"/>
                  </a:lnTo>
                  <a:lnTo>
                    <a:pt x="88" y="134"/>
                  </a:lnTo>
                  <a:lnTo>
                    <a:pt x="88" y="179"/>
                  </a:lnTo>
                  <a:lnTo>
                    <a:pt x="134" y="226"/>
                  </a:lnTo>
                  <a:lnTo>
                    <a:pt x="157" y="273"/>
                  </a:lnTo>
                  <a:lnTo>
                    <a:pt x="122" y="256"/>
                  </a:lnTo>
                  <a:lnTo>
                    <a:pt x="181" y="319"/>
                  </a:lnTo>
                  <a:lnTo>
                    <a:pt x="134" y="291"/>
                  </a:lnTo>
                  <a:lnTo>
                    <a:pt x="100" y="279"/>
                  </a:lnTo>
                  <a:lnTo>
                    <a:pt x="152" y="331"/>
                  </a:lnTo>
                  <a:lnTo>
                    <a:pt x="157" y="360"/>
                  </a:lnTo>
                  <a:lnTo>
                    <a:pt x="88" y="354"/>
                  </a:lnTo>
                  <a:lnTo>
                    <a:pt x="42" y="336"/>
                  </a:lnTo>
                  <a:lnTo>
                    <a:pt x="24" y="249"/>
                  </a:lnTo>
                  <a:lnTo>
                    <a:pt x="12" y="209"/>
                  </a:lnTo>
                  <a:lnTo>
                    <a:pt x="100" y="267"/>
                  </a:lnTo>
                  <a:lnTo>
                    <a:pt x="42" y="191"/>
                  </a:lnTo>
                  <a:lnTo>
                    <a:pt x="12" y="156"/>
                  </a:lnTo>
                  <a:lnTo>
                    <a:pt x="0" y="87"/>
                  </a:lnTo>
                  <a:lnTo>
                    <a:pt x="42" y="69"/>
                  </a:lnTo>
                  <a:lnTo>
                    <a:pt x="88" y="22"/>
                  </a:lnTo>
                  <a:lnTo>
                    <a:pt x="157" y="0"/>
                  </a:lnTo>
                  <a:lnTo>
                    <a:pt x="274" y="0"/>
                  </a:lnTo>
                  <a:lnTo>
                    <a:pt x="314" y="0"/>
                  </a:lnTo>
                  <a:lnTo>
                    <a:pt x="314" y="22"/>
                  </a:lnTo>
                  <a:lnTo>
                    <a:pt x="274" y="69"/>
                  </a:lnTo>
                  <a:close/>
                </a:path>
              </a:pathLst>
            </a:custGeom>
            <a:solidFill>
              <a:srgbClr val="FFFFFF"/>
            </a:solidFill>
            <a:ln w="9525">
              <a:solidFill>
                <a:srgbClr val="000000"/>
              </a:solidFill>
              <a:round/>
              <a:headEnd/>
              <a:tailEnd/>
            </a:ln>
          </p:spPr>
          <p:txBody>
            <a:bodyPr/>
            <a:lstStyle/>
            <a:p>
              <a:endParaRPr lang="ko-KR" altLang="en-US"/>
            </a:p>
          </p:txBody>
        </p:sp>
        <p:sp>
          <p:nvSpPr>
            <p:cNvPr id="440504" name="Freeform 476">
              <a:extLst>
                <a:ext uri="{FF2B5EF4-FFF2-40B4-BE49-F238E27FC236}">
                  <a16:creationId xmlns:a16="http://schemas.microsoft.com/office/drawing/2014/main" id="{1C4E52F1-92D4-CABF-C076-0853440942E4}"/>
                </a:ext>
              </a:extLst>
            </p:cNvPr>
            <p:cNvSpPr>
              <a:spLocks/>
            </p:cNvSpPr>
            <p:nvPr/>
          </p:nvSpPr>
          <p:spPr bwMode="auto">
            <a:xfrm>
              <a:off x="2951" y="605"/>
              <a:ext cx="6" cy="8"/>
            </a:xfrm>
            <a:custGeom>
              <a:avLst/>
              <a:gdLst>
                <a:gd name="T0" fmla="*/ 0 w 93"/>
                <a:gd name="T1" fmla="*/ 0 h 110"/>
                <a:gd name="T2" fmla="*/ 0 w 93"/>
                <a:gd name="T3" fmla="*/ 0 h 110"/>
                <a:gd name="T4" fmla="*/ 0 w 93"/>
                <a:gd name="T5" fmla="*/ 0 h 110"/>
                <a:gd name="T6" fmla="*/ 0 w 93"/>
                <a:gd name="T7" fmla="*/ 0 h 110"/>
                <a:gd name="T8" fmla="*/ 0 w 93"/>
                <a:gd name="T9" fmla="*/ 0 h 110"/>
                <a:gd name="T10" fmla="*/ 0 w 93"/>
                <a:gd name="T11" fmla="*/ 0 h 1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3" h="110">
                  <a:moveTo>
                    <a:pt x="0" y="0"/>
                  </a:moveTo>
                  <a:lnTo>
                    <a:pt x="46" y="47"/>
                  </a:lnTo>
                  <a:lnTo>
                    <a:pt x="93" y="110"/>
                  </a:lnTo>
                  <a:lnTo>
                    <a:pt x="64" y="65"/>
                  </a:lnTo>
                  <a:lnTo>
                    <a:pt x="18" y="23"/>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505" name="Freeform 477">
              <a:extLst>
                <a:ext uri="{FF2B5EF4-FFF2-40B4-BE49-F238E27FC236}">
                  <a16:creationId xmlns:a16="http://schemas.microsoft.com/office/drawing/2014/main" id="{19C7E765-9D08-03EE-3A0A-6440BEEA7E30}"/>
                </a:ext>
              </a:extLst>
            </p:cNvPr>
            <p:cNvSpPr>
              <a:spLocks/>
            </p:cNvSpPr>
            <p:nvPr/>
          </p:nvSpPr>
          <p:spPr bwMode="auto">
            <a:xfrm>
              <a:off x="2947" y="624"/>
              <a:ext cx="10" cy="4"/>
            </a:xfrm>
            <a:custGeom>
              <a:avLst/>
              <a:gdLst>
                <a:gd name="T0" fmla="*/ 0 w 140"/>
                <a:gd name="T1" fmla="*/ 0 h 47"/>
                <a:gd name="T2" fmla="*/ 0 w 140"/>
                <a:gd name="T3" fmla="*/ 0 h 47"/>
                <a:gd name="T4" fmla="*/ 0 w 140"/>
                <a:gd name="T5" fmla="*/ 0 h 47"/>
                <a:gd name="T6" fmla="*/ 0 w 140"/>
                <a:gd name="T7" fmla="*/ 0 h 47"/>
                <a:gd name="T8" fmla="*/ 0 w 140"/>
                <a:gd name="T9" fmla="*/ 0 h 47"/>
                <a:gd name="T10" fmla="*/ 0 w 140"/>
                <a:gd name="T11" fmla="*/ 0 h 47"/>
                <a:gd name="T12" fmla="*/ 0 w 140"/>
                <a:gd name="T13" fmla="*/ 0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47">
                  <a:moveTo>
                    <a:pt x="0" y="23"/>
                  </a:moveTo>
                  <a:lnTo>
                    <a:pt x="23" y="47"/>
                  </a:lnTo>
                  <a:lnTo>
                    <a:pt x="65" y="47"/>
                  </a:lnTo>
                  <a:lnTo>
                    <a:pt x="140" y="23"/>
                  </a:lnTo>
                  <a:lnTo>
                    <a:pt x="93" y="23"/>
                  </a:lnTo>
                  <a:lnTo>
                    <a:pt x="0" y="0"/>
                  </a:lnTo>
                  <a:lnTo>
                    <a:pt x="0" y="23"/>
                  </a:lnTo>
                  <a:close/>
                </a:path>
              </a:pathLst>
            </a:custGeom>
            <a:solidFill>
              <a:srgbClr val="FFFFFF"/>
            </a:solidFill>
            <a:ln w="9525">
              <a:solidFill>
                <a:srgbClr val="000000"/>
              </a:solidFill>
              <a:round/>
              <a:headEnd/>
              <a:tailEnd/>
            </a:ln>
          </p:spPr>
          <p:txBody>
            <a:bodyPr/>
            <a:lstStyle/>
            <a:p>
              <a:endParaRPr lang="ko-KR" altLang="en-US"/>
            </a:p>
          </p:txBody>
        </p:sp>
        <p:sp>
          <p:nvSpPr>
            <p:cNvPr id="440506" name="Rectangle 478">
              <a:extLst>
                <a:ext uri="{FF2B5EF4-FFF2-40B4-BE49-F238E27FC236}">
                  <a16:creationId xmlns:a16="http://schemas.microsoft.com/office/drawing/2014/main" id="{B5D3F281-8800-C44B-C57E-401210EA8212}"/>
                </a:ext>
              </a:extLst>
            </p:cNvPr>
            <p:cNvSpPr>
              <a:spLocks noChangeArrowheads="1"/>
            </p:cNvSpPr>
            <p:nvPr/>
          </p:nvSpPr>
          <p:spPr bwMode="auto">
            <a:xfrm>
              <a:off x="2964" y="621"/>
              <a:ext cx="4" cy="2"/>
            </a:xfrm>
            <a:prstGeom prst="rect">
              <a:avLst/>
            </a:prstGeom>
            <a:solidFill>
              <a:srgbClr val="FFFFFF"/>
            </a:solidFill>
            <a:ln w="9525">
              <a:solidFill>
                <a:srgbClr val="000000"/>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40507" name="Freeform 479">
              <a:extLst>
                <a:ext uri="{FF2B5EF4-FFF2-40B4-BE49-F238E27FC236}">
                  <a16:creationId xmlns:a16="http://schemas.microsoft.com/office/drawing/2014/main" id="{C25926A0-7B1D-2235-036B-46AD177AAE45}"/>
                </a:ext>
              </a:extLst>
            </p:cNvPr>
            <p:cNvSpPr>
              <a:spLocks/>
            </p:cNvSpPr>
            <p:nvPr/>
          </p:nvSpPr>
          <p:spPr bwMode="auto">
            <a:xfrm>
              <a:off x="2901" y="557"/>
              <a:ext cx="44" cy="33"/>
            </a:xfrm>
            <a:custGeom>
              <a:avLst/>
              <a:gdLst>
                <a:gd name="T0" fmla="*/ 0 w 588"/>
                <a:gd name="T1" fmla="*/ 0 h 406"/>
                <a:gd name="T2" fmla="*/ 0 w 588"/>
                <a:gd name="T3" fmla="*/ 0 h 406"/>
                <a:gd name="T4" fmla="*/ 0 w 588"/>
                <a:gd name="T5" fmla="*/ 0 h 406"/>
                <a:gd name="T6" fmla="*/ 0 w 588"/>
                <a:gd name="T7" fmla="*/ 0 h 406"/>
                <a:gd name="T8" fmla="*/ 0 w 588"/>
                <a:gd name="T9" fmla="*/ 0 h 406"/>
                <a:gd name="T10" fmla="*/ 0 w 588"/>
                <a:gd name="T11" fmla="*/ 0 h 406"/>
                <a:gd name="T12" fmla="*/ 0 w 588"/>
                <a:gd name="T13" fmla="*/ 0 h 406"/>
                <a:gd name="T14" fmla="*/ 0 w 588"/>
                <a:gd name="T15" fmla="*/ 0 h 406"/>
                <a:gd name="T16" fmla="*/ 0 w 588"/>
                <a:gd name="T17" fmla="*/ 0 h 406"/>
                <a:gd name="T18" fmla="*/ 0 w 588"/>
                <a:gd name="T19" fmla="*/ 0 h 406"/>
                <a:gd name="T20" fmla="*/ 0 w 588"/>
                <a:gd name="T21" fmla="*/ 0 h 406"/>
                <a:gd name="T22" fmla="*/ 0 w 588"/>
                <a:gd name="T23" fmla="*/ 0 h 406"/>
                <a:gd name="T24" fmla="*/ 0 w 588"/>
                <a:gd name="T25" fmla="*/ 0 h 406"/>
                <a:gd name="T26" fmla="*/ 0 w 588"/>
                <a:gd name="T27" fmla="*/ 0 h 406"/>
                <a:gd name="T28" fmla="*/ 0 w 588"/>
                <a:gd name="T29" fmla="*/ 0 h 406"/>
                <a:gd name="T30" fmla="*/ 0 w 588"/>
                <a:gd name="T31" fmla="*/ 0 h 406"/>
                <a:gd name="T32" fmla="*/ 0 w 588"/>
                <a:gd name="T33" fmla="*/ 0 h 406"/>
                <a:gd name="T34" fmla="*/ 0 w 588"/>
                <a:gd name="T35" fmla="*/ 0 h 406"/>
                <a:gd name="T36" fmla="*/ 0 w 588"/>
                <a:gd name="T37" fmla="*/ 0 h 406"/>
                <a:gd name="T38" fmla="*/ 0 w 588"/>
                <a:gd name="T39" fmla="*/ 0 h 406"/>
                <a:gd name="T40" fmla="*/ 0 w 588"/>
                <a:gd name="T41" fmla="*/ 0 h 406"/>
                <a:gd name="T42" fmla="*/ 0 w 588"/>
                <a:gd name="T43" fmla="*/ 0 h 406"/>
                <a:gd name="T44" fmla="*/ 0 w 588"/>
                <a:gd name="T45" fmla="*/ 0 h 406"/>
                <a:gd name="T46" fmla="*/ 0 w 588"/>
                <a:gd name="T47" fmla="*/ 0 h 406"/>
                <a:gd name="T48" fmla="*/ 0 w 588"/>
                <a:gd name="T49" fmla="*/ 0 h 406"/>
                <a:gd name="T50" fmla="*/ 0 w 588"/>
                <a:gd name="T51" fmla="*/ 0 h 406"/>
                <a:gd name="T52" fmla="*/ 0 w 588"/>
                <a:gd name="T53" fmla="*/ 0 h 406"/>
                <a:gd name="T54" fmla="*/ 0 w 588"/>
                <a:gd name="T55" fmla="*/ 0 h 406"/>
                <a:gd name="T56" fmla="*/ 0 w 588"/>
                <a:gd name="T57" fmla="*/ 0 h 406"/>
                <a:gd name="T58" fmla="*/ 0 w 588"/>
                <a:gd name="T59" fmla="*/ 0 h 406"/>
                <a:gd name="T60" fmla="*/ 0 w 588"/>
                <a:gd name="T61" fmla="*/ 0 h 406"/>
                <a:gd name="T62" fmla="*/ 0 w 588"/>
                <a:gd name="T63" fmla="*/ 0 h 406"/>
                <a:gd name="T64" fmla="*/ 0 w 588"/>
                <a:gd name="T65" fmla="*/ 0 h 4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8" h="406">
                  <a:moveTo>
                    <a:pt x="23" y="23"/>
                  </a:moveTo>
                  <a:lnTo>
                    <a:pt x="0" y="63"/>
                  </a:lnTo>
                  <a:lnTo>
                    <a:pt x="47" y="86"/>
                  </a:lnTo>
                  <a:lnTo>
                    <a:pt x="180" y="110"/>
                  </a:lnTo>
                  <a:lnTo>
                    <a:pt x="180" y="133"/>
                  </a:lnTo>
                  <a:lnTo>
                    <a:pt x="157" y="133"/>
                  </a:lnTo>
                  <a:lnTo>
                    <a:pt x="204" y="203"/>
                  </a:lnTo>
                  <a:lnTo>
                    <a:pt x="274" y="250"/>
                  </a:lnTo>
                  <a:lnTo>
                    <a:pt x="366" y="267"/>
                  </a:lnTo>
                  <a:lnTo>
                    <a:pt x="389" y="313"/>
                  </a:lnTo>
                  <a:lnTo>
                    <a:pt x="431" y="313"/>
                  </a:lnTo>
                  <a:lnTo>
                    <a:pt x="476" y="337"/>
                  </a:lnTo>
                  <a:lnTo>
                    <a:pt x="518" y="382"/>
                  </a:lnTo>
                  <a:lnTo>
                    <a:pt x="541" y="406"/>
                  </a:lnTo>
                  <a:lnTo>
                    <a:pt x="588" y="382"/>
                  </a:lnTo>
                  <a:lnTo>
                    <a:pt x="564" y="337"/>
                  </a:lnTo>
                  <a:lnTo>
                    <a:pt x="588" y="313"/>
                  </a:lnTo>
                  <a:lnTo>
                    <a:pt x="541" y="250"/>
                  </a:lnTo>
                  <a:lnTo>
                    <a:pt x="570" y="243"/>
                  </a:lnTo>
                  <a:lnTo>
                    <a:pt x="570" y="203"/>
                  </a:lnTo>
                  <a:lnTo>
                    <a:pt x="581" y="173"/>
                  </a:lnTo>
                  <a:lnTo>
                    <a:pt x="570" y="156"/>
                  </a:lnTo>
                  <a:lnTo>
                    <a:pt x="500" y="133"/>
                  </a:lnTo>
                  <a:lnTo>
                    <a:pt x="453" y="86"/>
                  </a:lnTo>
                  <a:lnTo>
                    <a:pt x="453" y="63"/>
                  </a:lnTo>
                  <a:lnTo>
                    <a:pt x="366" y="86"/>
                  </a:lnTo>
                  <a:lnTo>
                    <a:pt x="319" y="110"/>
                  </a:lnTo>
                  <a:lnTo>
                    <a:pt x="274" y="46"/>
                  </a:lnTo>
                  <a:lnTo>
                    <a:pt x="180" y="0"/>
                  </a:lnTo>
                  <a:lnTo>
                    <a:pt x="140" y="23"/>
                  </a:lnTo>
                  <a:lnTo>
                    <a:pt x="110" y="23"/>
                  </a:lnTo>
                  <a:lnTo>
                    <a:pt x="70" y="23"/>
                  </a:lnTo>
                  <a:lnTo>
                    <a:pt x="23" y="23"/>
                  </a:lnTo>
                  <a:close/>
                </a:path>
              </a:pathLst>
            </a:custGeom>
            <a:solidFill>
              <a:srgbClr val="FFFFFF"/>
            </a:solidFill>
            <a:ln w="9525">
              <a:solidFill>
                <a:srgbClr val="000000"/>
              </a:solidFill>
              <a:round/>
              <a:headEnd/>
              <a:tailEnd/>
            </a:ln>
          </p:spPr>
          <p:txBody>
            <a:bodyPr/>
            <a:lstStyle/>
            <a:p>
              <a:endParaRPr lang="ko-KR" altLang="en-US"/>
            </a:p>
          </p:txBody>
        </p:sp>
        <p:sp>
          <p:nvSpPr>
            <p:cNvPr id="440508" name="Freeform 480">
              <a:extLst>
                <a:ext uri="{FF2B5EF4-FFF2-40B4-BE49-F238E27FC236}">
                  <a16:creationId xmlns:a16="http://schemas.microsoft.com/office/drawing/2014/main" id="{BF0CC60A-4205-0253-702A-A5ACFD4373F8}"/>
                </a:ext>
              </a:extLst>
            </p:cNvPr>
            <p:cNvSpPr>
              <a:spLocks/>
            </p:cNvSpPr>
            <p:nvPr/>
          </p:nvSpPr>
          <p:spPr bwMode="auto">
            <a:xfrm>
              <a:off x="2890" y="543"/>
              <a:ext cx="32" cy="16"/>
            </a:xfrm>
            <a:custGeom>
              <a:avLst/>
              <a:gdLst>
                <a:gd name="T0" fmla="*/ 0 w 425"/>
                <a:gd name="T1" fmla="*/ 0 h 204"/>
                <a:gd name="T2" fmla="*/ 0 w 425"/>
                <a:gd name="T3" fmla="*/ 0 h 204"/>
                <a:gd name="T4" fmla="*/ 0 w 425"/>
                <a:gd name="T5" fmla="*/ 0 h 204"/>
                <a:gd name="T6" fmla="*/ 0 w 425"/>
                <a:gd name="T7" fmla="*/ 0 h 204"/>
                <a:gd name="T8" fmla="*/ 0 w 425"/>
                <a:gd name="T9" fmla="*/ 0 h 204"/>
                <a:gd name="T10" fmla="*/ 0 w 425"/>
                <a:gd name="T11" fmla="*/ 0 h 204"/>
                <a:gd name="T12" fmla="*/ 0 w 425"/>
                <a:gd name="T13" fmla="*/ 0 h 204"/>
                <a:gd name="T14" fmla="*/ 0 w 425"/>
                <a:gd name="T15" fmla="*/ 0 h 204"/>
                <a:gd name="T16" fmla="*/ 0 w 425"/>
                <a:gd name="T17" fmla="*/ 0 h 204"/>
                <a:gd name="T18" fmla="*/ 0 w 425"/>
                <a:gd name="T19" fmla="*/ 0 h 204"/>
                <a:gd name="T20" fmla="*/ 0 w 425"/>
                <a:gd name="T21" fmla="*/ 0 h 204"/>
                <a:gd name="T22" fmla="*/ 0 w 425"/>
                <a:gd name="T23" fmla="*/ 0 h 204"/>
                <a:gd name="T24" fmla="*/ 0 w 425"/>
                <a:gd name="T25" fmla="*/ 0 h 204"/>
                <a:gd name="T26" fmla="*/ 0 w 425"/>
                <a:gd name="T27" fmla="*/ 0 h 204"/>
                <a:gd name="T28" fmla="*/ 0 w 425"/>
                <a:gd name="T29" fmla="*/ 0 h 204"/>
                <a:gd name="T30" fmla="*/ 0 w 425"/>
                <a:gd name="T31" fmla="*/ 0 h 204"/>
                <a:gd name="T32" fmla="*/ 0 w 425"/>
                <a:gd name="T33" fmla="*/ 0 h 204"/>
                <a:gd name="T34" fmla="*/ 0 w 425"/>
                <a:gd name="T35" fmla="*/ 0 h 204"/>
                <a:gd name="T36" fmla="*/ 0 w 425"/>
                <a:gd name="T37" fmla="*/ 0 h 204"/>
                <a:gd name="T38" fmla="*/ 0 w 425"/>
                <a:gd name="T39" fmla="*/ 0 h 204"/>
                <a:gd name="T40" fmla="*/ 0 w 425"/>
                <a:gd name="T41" fmla="*/ 0 h 204"/>
                <a:gd name="T42" fmla="*/ 0 w 425"/>
                <a:gd name="T43" fmla="*/ 0 h 204"/>
                <a:gd name="T44" fmla="*/ 0 w 425"/>
                <a:gd name="T45" fmla="*/ 0 h 204"/>
                <a:gd name="T46" fmla="*/ 0 w 425"/>
                <a:gd name="T47" fmla="*/ 0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5" h="204">
                  <a:moveTo>
                    <a:pt x="0" y="134"/>
                  </a:moveTo>
                  <a:lnTo>
                    <a:pt x="6" y="157"/>
                  </a:lnTo>
                  <a:lnTo>
                    <a:pt x="70" y="181"/>
                  </a:lnTo>
                  <a:lnTo>
                    <a:pt x="100" y="134"/>
                  </a:lnTo>
                  <a:lnTo>
                    <a:pt x="187" y="152"/>
                  </a:lnTo>
                  <a:lnTo>
                    <a:pt x="187" y="181"/>
                  </a:lnTo>
                  <a:lnTo>
                    <a:pt x="163" y="204"/>
                  </a:lnTo>
                  <a:lnTo>
                    <a:pt x="285" y="198"/>
                  </a:lnTo>
                  <a:lnTo>
                    <a:pt x="320" y="181"/>
                  </a:lnTo>
                  <a:lnTo>
                    <a:pt x="344" y="181"/>
                  </a:lnTo>
                  <a:lnTo>
                    <a:pt x="367" y="134"/>
                  </a:lnTo>
                  <a:lnTo>
                    <a:pt x="425" y="94"/>
                  </a:lnTo>
                  <a:lnTo>
                    <a:pt x="407" y="47"/>
                  </a:lnTo>
                  <a:lnTo>
                    <a:pt x="390" y="24"/>
                  </a:lnTo>
                  <a:lnTo>
                    <a:pt x="372" y="24"/>
                  </a:lnTo>
                  <a:lnTo>
                    <a:pt x="320" y="0"/>
                  </a:lnTo>
                  <a:lnTo>
                    <a:pt x="280" y="12"/>
                  </a:lnTo>
                  <a:lnTo>
                    <a:pt x="210" y="24"/>
                  </a:lnTo>
                  <a:lnTo>
                    <a:pt x="163" y="42"/>
                  </a:lnTo>
                  <a:lnTo>
                    <a:pt x="163" y="87"/>
                  </a:lnTo>
                  <a:lnTo>
                    <a:pt x="140" y="87"/>
                  </a:lnTo>
                  <a:lnTo>
                    <a:pt x="53" y="87"/>
                  </a:lnTo>
                  <a:lnTo>
                    <a:pt x="12" y="99"/>
                  </a:lnTo>
                  <a:lnTo>
                    <a:pt x="0" y="134"/>
                  </a:lnTo>
                  <a:close/>
                </a:path>
              </a:pathLst>
            </a:custGeom>
            <a:solidFill>
              <a:srgbClr val="FFFFFF"/>
            </a:solidFill>
            <a:ln w="9525">
              <a:solidFill>
                <a:srgbClr val="000000"/>
              </a:solidFill>
              <a:round/>
              <a:headEnd/>
              <a:tailEnd/>
            </a:ln>
          </p:spPr>
          <p:txBody>
            <a:bodyPr/>
            <a:lstStyle/>
            <a:p>
              <a:endParaRPr lang="ko-KR" altLang="en-US"/>
            </a:p>
          </p:txBody>
        </p:sp>
        <p:sp>
          <p:nvSpPr>
            <p:cNvPr id="440509" name="Freeform 481">
              <a:extLst>
                <a:ext uri="{FF2B5EF4-FFF2-40B4-BE49-F238E27FC236}">
                  <a16:creationId xmlns:a16="http://schemas.microsoft.com/office/drawing/2014/main" id="{1D549822-E9F4-B486-A318-205C3828E306}"/>
                </a:ext>
              </a:extLst>
            </p:cNvPr>
            <p:cNvSpPr>
              <a:spLocks/>
            </p:cNvSpPr>
            <p:nvPr/>
          </p:nvSpPr>
          <p:spPr bwMode="auto">
            <a:xfrm>
              <a:off x="2915" y="548"/>
              <a:ext cx="28" cy="18"/>
            </a:xfrm>
            <a:custGeom>
              <a:avLst/>
              <a:gdLst>
                <a:gd name="T0" fmla="*/ 0 w 372"/>
                <a:gd name="T1" fmla="*/ 0 h 227"/>
                <a:gd name="T2" fmla="*/ 0 w 372"/>
                <a:gd name="T3" fmla="*/ 0 h 227"/>
                <a:gd name="T4" fmla="*/ 0 w 372"/>
                <a:gd name="T5" fmla="*/ 0 h 227"/>
                <a:gd name="T6" fmla="*/ 0 w 372"/>
                <a:gd name="T7" fmla="*/ 0 h 227"/>
                <a:gd name="T8" fmla="*/ 0 w 372"/>
                <a:gd name="T9" fmla="*/ 0 h 227"/>
                <a:gd name="T10" fmla="*/ 0 w 372"/>
                <a:gd name="T11" fmla="*/ 0 h 227"/>
                <a:gd name="T12" fmla="*/ 0 w 372"/>
                <a:gd name="T13" fmla="*/ 0 h 227"/>
                <a:gd name="T14" fmla="*/ 0 w 372"/>
                <a:gd name="T15" fmla="*/ 0 h 227"/>
                <a:gd name="T16" fmla="*/ 0 w 372"/>
                <a:gd name="T17" fmla="*/ 0 h 227"/>
                <a:gd name="T18" fmla="*/ 0 w 372"/>
                <a:gd name="T19" fmla="*/ 0 h 227"/>
                <a:gd name="T20" fmla="*/ 0 w 372"/>
                <a:gd name="T21" fmla="*/ 0 h 227"/>
                <a:gd name="T22" fmla="*/ 0 w 372"/>
                <a:gd name="T23" fmla="*/ 0 h 227"/>
                <a:gd name="T24" fmla="*/ 0 w 372"/>
                <a:gd name="T25" fmla="*/ 0 h 227"/>
                <a:gd name="T26" fmla="*/ 0 w 372"/>
                <a:gd name="T27" fmla="*/ 0 h 227"/>
                <a:gd name="T28" fmla="*/ 0 w 372"/>
                <a:gd name="T29" fmla="*/ 0 h 227"/>
                <a:gd name="T30" fmla="*/ 0 w 372"/>
                <a:gd name="T31" fmla="*/ 0 h 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72" h="227">
                  <a:moveTo>
                    <a:pt x="104" y="23"/>
                  </a:moveTo>
                  <a:lnTo>
                    <a:pt x="35" y="70"/>
                  </a:lnTo>
                  <a:lnTo>
                    <a:pt x="0" y="123"/>
                  </a:lnTo>
                  <a:lnTo>
                    <a:pt x="70" y="157"/>
                  </a:lnTo>
                  <a:lnTo>
                    <a:pt x="104" y="203"/>
                  </a:lnTo>
                  <a:lnTo>
                    <a:pt x="116" y="227"/>
                  </a:lnTo>
                  <a:lnTo>
                    <a:pt x="174" y="203"/>
                  </a:lnTo>
                  <a:lnTo>
                    <a:pt x="204" y="198"/>
                  </a:lnTo>
                  <a:lnTo>
                    <a:pt x="239" y="180"/>
                  </a:lnTo>
                  <a:lnTo>
                    <a:pt x="261" y="163"/>
                  </a:lnTo>
                  <a:lnTo>
                    <a:pt x="308" y="117"/>
                  </a:lnTo>
                  <a:lnTo>
                    <a:pt x="349" y="65"/>
                  </a:lnTo>
                  <a:lnTo>
                    <a:pt x="372" y="0"/>
                  </a:lnTo>
                  <a:lnTo>
                    <a:pt x="261" y="6"/>
                  </a:lnTo>
                  <a:lnTo>
                    <a:pt x="197" y="23"/>
                  </a:lnTo>
                  <a:lnTo>
                    <a:pt x="104" y="23"/>
                  </a:lnTo>
                  <a:close/>
                </a:path>
              </a:pathLst>
            </a:custGeom>
            <a:solidFill>
              <a:srgbClr val="FFFFFF"/>
            </a:solidFill>
            <a:ln w="9525">
              <a:solidFill>
                <a:srgbClr val="000000"/>
              </a:solidFill>
              <a:round/>
              <a:headEnd/>
              <a:tailEnd/>
            </a:ln>
          </p:spPr>
          <p:txBody>
            <a:bodyPr/>
            <a:lstStyle/>
            <a:p>
              <a:endParaRPr lang="ko-KR" altLang="en-US"/>
            </a:p>
          </p:txBody>
        </p:sp>
        <p:sp>
          <p:nvSpPr>
            <p:cNvPr id="440510" name="Freeform 482">
              <a:extLst>
                <a:ext uri="{FF2B5EF4-FFF2-40B4-BE49-F238E27FC236}">
                  <a16:creationId xmlns:a16="http://schemas.microsoft.com/office/drawing/2014/main" id="{66988937-1902-7251-0F6B-4483ED4DAC1F}"/>
                </a:ext>
              </a:extLst>
            </p:cNvPr>
            <p:cNvSpPr>
              <a:spLocks/>
            </p:cNvSpPr>
            <p:nvPr/>
          </p:nvSpPr>
          <p:spPr bwMode="auto">
            <a:xfrm>
              <a:off x="2887" y="551"/>
              <a:ext cx="4" cy="3"/>
            </a:xfrm>
            <a:custGeom>
              <a:avLst/>
              <a:gdLst>
                <a:gd name="T0" fmla="*/ 0 w 52"/>
                <a:gd name="T1" fmla="*/ 0 h 41"/>
                <a:gd name="T2" fmla="*/ 0 w 52"/>
                <a:gd name="T3" fmla="*/ 0 h 41"/>
                <a:gd name="T4" fmla="*/ 0 w 52"/>
                <a:gd name="T5" fmla="*/ 0 h 41"/>
                <a:gd name="T6" fmla="*/ 0 w 52"/>
                <a:gd name="T7" fmla="*/ 0 h 41"/>
                <a:gd name="T8" fmla="*/ 0 w 52"/>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41">
                  <a:moveTo>
                    <a:pt x="52" y="0"/>
                  </a:moveTo>
                  <a:lnTo>
                    <a:pt x="0" y="0"/>
                  </a:lnTo>
                  <a:lnTo>
                    <a:pt x="6" y="35"/>
                  </a:lnTo>
                  <a:lnTo>
                    <a:pt x="35" y="41"/>
                  </a:lnTo>
                  <a:lnTo>
                    <a:pt x="52" y="0"/>
                  </a:lnTo>
                  <a:close/>
                </a:path>
              </a:pathLst>
            </a:custGeom>
            <a:solidFill>
              <a:srgbClr val="FFFFFF"/>
            </a:solidFill>
            <a:ln w="9525">
              <a:solidFill>
                <a:srgbClr val="000000"/>
              </a:solidFill>
              <a:round/>
              <a:headEnd/>
              <a:tailEnd/>
            </a:ln>
          </p:spPr>
          <p:txBody>
            <a:bodyPr/>
            <a:lstStyle/>
            <a:p>
              <a:endParaRPr lang="ko-KR" altLang="en-US"/>
            </a:p>
          </p:txBody>
        </p:sp>
        <p:sp>
          <p:nvSpPr>
            <p:cNvPr id="440511" name="Freeform 483">
              <a:extLst>
                <a:ext uri="{FF2B5EF4-FFF2-40B4-BE49-F238E27FC236}">
                  <a16:creationId xmlns:a16="http://schemas.microsoft.com/office/drawing/2014/main" id="{2033C1E5-1C85-FE21-9A2A-57E263C72CF8}"/>
                </a:ext>
              </a:extLst>
            </p:cNvPr>
            <p:cNvSpPr>
              <a:spLocks/>
            </p:cNvSpPr>
            <p:nvPr/>
          </p:nvSpPr>
          <p:spPr bwMode="auto">
            <a:xfrm>
              <a:off x="2873" y="549"/>
              <a:ext cx="15" cy="13"/>
            </a:xfrm>
            <a:custGeom>
              <a:avLst/>
              <a:gdLst>
                <a:gd name="T0" fmla="*/ 0 w 192"/>
                <a:gd name="T1" fmla="*/ 0 h 162"/>
                <a:gd name="T2" fmla="*/ 0 w 192"/>
                <a:gd name="T3" fmla="*/ 0 h 162"/>
                <a:gd name="T4" fmla="*/ 0 w 192"/>
                <a:gd name="T5" fmla="*/ 0 h 162"/>
                <a:gd name="T6" fmla="*/ 0 w 192"/>
                <a:gd name="T7" fmla="*/ 0 h 162"/>
                <a:gd name="T8" fmla="*/ 0 w 192"/>
                <a:gd name="T9" fmla="*/ 0 h 162"/>
                <a:gd name="T10" fmla="*/ 0 w 192"/>
                <a:gd name="T11" fmla="*/ 0 h 162"/>
                <a:gd name="T12" fmla="*/ 0 w 192"/>
                <a:gd name="T13" fmla="*/ 0 h 162"/>
                <a:gd name="T14" fmla="*/ 0 w 192"/>
                <a:gd name="T15" fmla="*/ 0 h 162"/>
                <a:gd name="T16" fmla="*/ 0 w 192"/>
                <a:gd name="T17" fmla="*/ 0 h 162"/>
                <a:gd name="T18" fmla="*/ 0 w 192"/>
                <a:gd name="T19" fmla="*/ 0 h 162"/>
                <a:gd name="T20" fmla="*/ 0 w 192"/>
                <a:gd name="T21" fmla="*/ 0 h 162"/>
                <a:gd name="T22" fmla="*/ 0 w 192"/>
                <a:gd name="T23" fmla="*/ 0 h 162"/>
                <a:gd name="T24" fmla="*/ 0 w 192"/>
                <a:gd name="T25" fmla="*/ 0 h 1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2" h="162">
                  <a:moveTo>
                    <a:pt x="181" y="23"/>
                  </a:moveTo>
                  <a:lnTo>
                    <a:pt x="99" y="0"/>
                  </a:lnTo>
                  <a:lnTo>
                    <a:pt x="47" y="29"/>
                  </a:lnTo>
                  <a:lnTo>
                    <a:pt x="0" y="75"/>
                  </a:lnTo>
                  <a:lnTo>
                    <a:pt x="24" y="145"/>
                  </a:lnTo>
                  <a:lnTo>
                    <a:pt x="70" y="162"/>
                  </a:lnTo>
                  <a:lnTo>
                    <a:pt x="117" y="145"/>
                  </a:lnTo>
                  <a:lnTo>
                    <a:pt x="122" y="99"/>
                  </a:lnTo>
                  <a:lnTo>
                    <a:pt x="140" y="99"/>
                  </a:lnTo>
                  <a:lnTo>
                    <a:pt x="164" y="87"/>
                  </a:lnTo>
                  <a:lnTo>
                    <a:pt x="181" y="75"/>
                  </a:lnTo>
                  <a:lnTo>
                    <a:pt x="192" y="52"/>
                  </a:lnTo>
                  <a:lnTo>
                    <a:pt x="181" y="23"/>
                  </a:lnTo>
                  <a:close/>
                </a:path>
              </a:pathLst>
            </a:custGeom>
            <a:solidFill>
              <a:srgbClr val="FFFFFF"/>
            </a:solidFill>
            <a:ln w="9525">
              <a:solidFill>
                <a:srgbClr val="000000"/>
              </a:solidFill>
              <a:round/>
              <a:headEnd/>
              <a:tailEnd/>
            </a:ln>
          </p:spPr>
          <p:txBody>
            <a:bodyPr/>
            <a:lstStyle/>
            <a:p>
              <a:endParaRPr lang="ko-KR" altLang="en-US"/>
            </a:p>
          </p:txBody>
        </p:sp>
        <p:sp>
          <p:nvSpPr>
            <p:cNvPr id="440512" name="Freeform 484">
              <a:extLst>
                <a:ext uri="{FF2B5EF4-FFF2-40B4-BE49-F238E27FC236}">
                  <a16:creationId xmlns:a16="http://schemas.microsoft.com/office/drawing/2014/main" id="{EB19C4FE-9387-021A-D585-2F77F1AAA275}"/>
                </a:ext>
              </a:extLst>
            </p:cNvPr>
            <p:cNvSpPr>
              <a:spLocks/>
            </p:cNvSpPr>
            <p:nvPr/>
          </p:nvSpPr>
          <p:spPr bwMode="auto">
            <a:xfrm>
              <a:off x="2872" y="554"/>
              <a:ext cx="51" cy="53"/>
            </a:xfrm>
            <a:custGeom>
              <a:avLst/>
              <a:gdLst>
                <a:gd name="T0" fmla="*/ 0 w 680"/>
                <a:gd name="T1" fmla="*/ 0 h 656"/>
                <a:gd name="T2" fmla="*/ 0 w 680"/>
                <a:gd name="T3" fmla="*/ 0 h 656"/>
                <a:gd name="T4" fmla="*/ 0 w 680"/>
                <a:gd name="T5" fmla="*/ 0 h 656"/>
                <a:gd name="T6" fmla="*/ 0 w 680"/>
                <a:gd name="T7" fmla="*/ 0 h 656"/>
                <a:gd name="T8" fmla="*/ 0 w 680"/>
                <a:gd name="T9" fmla="*/ 0 h 656"/>
                <a:gd name="T10" fmla="*/ 0 w 680"/>
                <a:gd name="T11" fmla="*/ 0 h 656"/>
                <a:gd name="T12" fmla="*/ 0 w 680"/>
                <a:gd name="T13" fmla="*/ 0 h 656"/>
                <a:gd name="T14" fmla="*/ 0 w 680"/>
                <a:gd name="T15" fmla="*/ 0 h 656"/>
                <a:gd name="T16" fmla="*/ 0 w 680"/>
                <a:gd name="T17" fmla="*/ 0 h 656"/>
                <a:gd name="T18" fmla="*/ 0 w 680"/>
                <a:gd name="T19" fmla="*/ 0 h 656"/>
                <a:gd name="T20" fmla="*/ 0 w 680"/>
                <a:gd name="T21" fmla="*/ 0 h 656"/>
                <a:gd name="T22" fmla="*/ 0 w 680"/>
                <a:gd name="T23" fmla="*/ 0 h 656"/>
                <a:gd name="T24" fmla="*/ 0 w 680"/>
                <a:gd name="T25" fmla="*/ 0 h 656"/>
                <a:gd name="T26" fmla="*/ 0 w 680"/>
                <a:gd name="T27" fmla="*/ 0 h 656"/>
                <a:gd name="T28" fmla="*/ 0 w 680"/>
                <a:gd name="T29" fmla="*/ 0 h 656"/>
                <a:gd name="T30" fmla="*/ 0 w 680"/>
                <a:gd name="T31" fmla="*/ 0 h 656"/>
                <a:gd name="T32" fmla="*/ 0 w 680"/>
                <a:gd name="T33" fmla="*/ 0 h 656"/>
                <a:gd name="T34" fmla="*/ 0 w 680"/>
                <a:gd name="T35" fmla="*/ 0 h 656"/>
                <a:gd name="T36" fmla="*/ 0 w 680"/>
                <a:gd name="T37" fmla="*/ 0 h 656"/>
                <a:gd name="T38" fmla="*/ 0 w 680"/>
                <a:gd name="T39" fmla="*/ 0 h 656"/>
                <a:gd name="T40" fmla="*/ 0 w 680"/>
                <a:gd name="T41" fmla="*/ 0 h 656"/>
                <a:gd name="T42" fmla="*/ 0 w 680"/>
                <a:gd name="T43" fmla="*/ 0 h 656"/>
                <a:gd name="T44" fmla="*/ 0 w 680"/>
                <a:gd name="T45" fmla="*/ 0 h 656"/>
                <a:gd name="T46" fmla="*/ 0 w 680"/>
                <a:gd name="T47" fmla="*/ 0 h 656"/>
                <a:gd name="T48" fmla="*/ 0 w 680"/>
                <a:gd name="T49" fmla="*/ 0 h 656"/>
                <a:gd name="T50" fmla="*/ 0 w 680"/>
                <a:gd name="T51" fmla="*/ 0 h 656"/>
                <a:gd name="T52" fmla="*/ 0 w 680"/>
                <a:gd name="T53" fmla="*/ 0 h 656"/>
                <a:gd name="T54" fmla="*/ 0 w 680"/>
                <a:gd name="T55" fmla="*/ 0 h 656"/>
                <a:gd name="T56" fmla="*/ 0 w 680"/>
                <a:gd name="T57" fmla="*/ 0 h 656"/>
                <a:gd name="T58" fmla="*/ 0 w 680"/>
                <a:gd name="T59" fmla="*/ 0 h 656"/>
                <a:gd name="T60" fmla="*/ 0 w 680"/>
                <a:gd name="T61" fmla="*/ 0 h 656"/>
                <a:gd name="T62" fmla="*/ 0 w 680"/>
                <a:gd name="T63" fmla="*/ 0 h 656"/>
                <a:gd name="T64" fmla="*/ 0 w 680"/>
                <a:gd name="T65" fmla="*/ 0 h 656"/>
                <a:gd name="T66" fmla="*/ 0 w 680"/>
                <a:gd name="T67" fmla="*/ 0 h 656"/>
                <a:gd name="T68" fmla="*/ 0 w 680"/>
                <a:gd name="T69" fmla="*/ 0 h 656"/>
                <a:gd name="T70" fmla="*/ 0 w 680"/>
                <a:gd name="T71" fmla="*/ 0 h 656"/>
                <a:gd name="T72" fmla="*/ 0 w 680"/>
                <a:gd name="T73" fmla="*/ 0 h 656"/>
                <a:gd name="T74" fmla="*/ 0 w 680"/>
                <a:gd name="T75" fmla="*/ 0 h 656"/>
                <a:gd name="T76" fmla="*/ 0 w 680"/>
                <a:gd name="T77" fmla="*/ 0 h 656"/>
                <a:gd name="T78" fmla="*/ 0 w 680"/>
                <a:gd name="T79" fmla="*/ 0 h 656"/>
                <a:gd name="T80" fmla="*/ 0 w 680"/>
                <a:gd name="T81" fmla="*/ 0 h 656"/>
                <a:gd name="T82" fmla="*/ 0 w 680"/>
                <a:gd name="T83" fmla="*/ 0 h 656"/>
                <a:gd name="T84" fmla="*/ 0 w 680"/>
                <a:gd name="T85" fmla="*/ 0 h 656"/>
                <a:gd name="T86" fmla="*/ 0 w 680"/>
                <a:gd name="T87" fmla="*/ 0 h 656"/>
                <a:gd name="T88" fmla="*/ 0 w 680"/>
                <a:gd name="T89" fmla="*/ 0 h 656"/>
                <a:gd name="T90" fmla="*/ 0 w 680"/>
                <a:gd name="T91" fmla="*/ 0 h 656"/>
                <a:gd name="T92" fmla="*/ 0 w 680"/>
                <a:gd name="T93" fmla="*/ 0 h 656"/>
                <a:gd name="T94" fmla="*/ 0 w 680"/>
                <a:gd name="T95" fmla="*/ 0 h 656"/>
                <a:gd name="T96" fmla="*/ 0 w 680"/>
                <a:gd name="T97" fmla="*/ 0 h 6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80" h="656">
                  <a:moveTo>
                    <a:pt x="53" y="93"/>
                  </a:moveTo>
                  <a:lnTo>
                    <a:pt x="41" y="128"/>
                  </a:lnTo>
                  <a:lnTo>
                    <a:pt x="18" y="140"/>
                  </a:lnTo>
                  <a:lnTo>
                    <a:pt x="6" y="175"/>
                  </a:lnTo>
                  <a:lnTo>
                    <a:pt x="0" y="203"/>
                  </a:lnTo>
                  <a:lnTo>
                    <a:pt x="0" y="255"/>
                  </a:lnTo>
                  <a:lnTo>
                    <a:pt x="30" y="238"/>
                  </a:lnTo>
                  <a:lnTo>
                    <a:pt x="65" y="220"/>
                  </a:lnTo>
                  <a:lnTo>
                    <a:pt x="122" y="203"/>
                  </a:lnTo>
                  <a:lnTo>
                    <a:pt x="180" y="180"/>
                  </a:lnTo>
                  <a:lnTo>
                    <a:pt x="274" y="203"/>
                  </a:lnTo>
                  <a:lnTo>
                    <a:pt x="297" y="250"/>
                  </a:lnTo>
                  <a:lnTo>
                    <a:pt x="297" y="290"/>
                  </a:lnTo>
                  <a:lnTo>
                    <a:pt x="431" y="429"/>
                  </a:lnTo>
                  <a:lnTo>
                    <a:pt x="494" y="441"/>
                  </a:lnTo>
                  <a:lnTo>
                    <a:pt x="564" y="499"/>
                  </a:lnTo>
                  <a:lnTo>
                    <a:pt x="588" y="563"/>
                  </a:lnTo>
                  <a:lnTo>
                    <a:pt x="558" y="610"/>
                  </a:lnTo>
                  <a:lnTo>
                    <a:pt x="564" y="656"/>
                  </a:lnTo>
                  <a:lnTo>
                    <a:pt x="628" y="575"/>
                  </a:lnTo>
                  <a:lnTo>
                    <a:pt x="605" y="511"/>
                  </a:lnTo>
                  <a:lnTo>
                    <a:pt x="611" y="453"/>
                  </a:lnTo>
                  <a:lnTo>
                    <a:pt x="651" y="499"/>
                  </a:lnTo>
                  <a:lnTo>
                    <a:pt x="680" y="523"/>
                  </a:lnTo>
                  <a:lnTo>
                    <a:pt x="680" y="476"/>
                  </a:lnTo>
                  <a:lnTo>
                    <a:pt x="611" y="407"/>
                  </a:lnTo>
                  <a:lnTo>
                    <a:pt x="588" y="407"/>
                  </a:lnTo>
                  <a:lnTo>
                    <a:pt x="564" y="360"/>
                  </a:lnTo>
                  <a:lnTo>
                    <a:pt x="524" y="342"/>
                  </a:lnTo>
                  <a:lnTo>
                    <a:pt x="477" y="314"/>
                  </a:lnTo>
                  <a:lnTo>
                    <a:pt x="424" y="279"/>
                  </a:lnTo>
                  <a:lnTo>
                    <a:pt x="384" y="227"/>
                  </a:lnTo>
                  <a:lnTo>
                    <a:pt x="361" y="180"/>
                  </a:lnTo>
                  <a:lnTo>
                    <a:pt x="361" y="157"/>
                  </a:lnTo>
                  <a:lnTo>
                    <a:pt x="361" y="110"/>
                  </a:lnTo>
                  <a:lnTo>
                    <a:pt x="384" y="110"/>
                  </a:lnTo>
                  <a:lnTo>
                    <a:pt x="407" y="70"/>
                  </a:lnTo>
                  <a:lnTo>
                    <a:pt x="431" y="47"/>
                  </a:lnTo>
                  <a:lnTo>
                    <a:pt x="431" y="23"/>
                  </a:lnTo>
                  <a:lnTo>
                    <a:pt x="337" y="0"/>
                  </a:lnTo>
                  <a:lnTo>
                    <a:pt x="314" y="47"/>
                  </a:lnTo>
                  <a:lnTo>
                    <a:pt x="250" y="23"/>
                  </a:lnTo>
                  <a:lnTo>
                    <a:pt x="227" y="0"/>
                  </a:lnTo>
                  <a:lnTo>
                    <a:pt x="180" y="41"/>
                  </a:lnTo>
                  <a:lnTo>
                    <a:pt x="140" y="47"/>
                  </a:lnTo>
                  <a:lnTo>
                    <a:pt x="134" y="87"/>
                  </a:lnTo>
                  <a:lnTo>
                    <a:pt x="100" y="110"/>
                  </a:lnTo>
                  <a:lnTo>
                    <a:pt x="70" y="110"/>
                  </a:lnTo>
                  <a:lnTo>
                    <a:pt x="53" y="93"/>
                  </a:lnTo>
                  <a:close/>
                </a:path>
              </a:pathLst>
            </a:custGeom>
            <a:solidFill>
              <a:srgbClr val="FFFFFF"/>
            </a:solidFill>
            <a:ln w="9525">
              <a:solidFill>
                <a:srgbClr val="000000"/>
              </a:solidFill>
              <a:round/>
              <a:headEnd/>
              <a:tailEnd/>
            </a:ln>
          </p:spPr>
          <p:txBody>
            <a:bodyPr/>
            <a:lstStyle/>
            <a:p>
              <a:endParaRPr lang="ko-KR" altLang="en-US"/>
            </a:p>
          </p:txBody>
        </p:sp>
        <p:sp>
          <p:nvSpPr>
            <p:cNvPr id="440513" name="Freeform 485">
              <a:extLst>
                <a:ext uri="{FF2B5EF4-FFF2-40B4-BE49-F238E27FC236}">
                  <a16:creationId xmlns:a16="http://schemas.microsoft.com/office/drawing/2014/main" id="{6A401AA6-CE4B-AFE6-7B60-A33CAA5259E1}"/>
                </a:ext>
              </a:extLst>
            </p:cNvPr>
            <p:cNvSpPr>
              <a:spLocks/>
            </p:cNvSpPr>
            <p:nvPr/>
          </p:nvSpPr>
          <p:spPr bwMode="auto">
            <a:xfrm>
              <a:off x="2899" y="605"/>
              <a:ext cx="12" cy="8"/>
            </a:xfrm>
            <a:custGeom>
              <a:avLst/>
              <a:gdLst>
                <a:gd name="T0" fmla="*/ 0 w 163"/>
                <a:gd name="T1" fmla="*/ 0 h 105"/>
                <a:gd name="T2" fmla="*/ 0 w 163"/>
                <a:gd name="T3" fmla="*/ 0 h 105"/>
                <a:gd name="T4" fmla="*/ 0 w 163"/>
                <a:gd name="T5" fmla="*/ 0 h 105"/>
                <a:gd name="T6" fmla="*/ 0 w 163"/>
                <a:gd name="T7" fmla="*/ 0 h 105"/>
                <a:gd name="T8" fmla="*/ 0 w 163"/>
                <a:gd name="T9" fmla="*/ 0 h 105"/>
                <a:gd name="T10" fmla="*/ 0 w 163"/>
                <a:gd name="T11" fmla="*/ 0 h 105"/>
                <a:gd name="T12" fmla="*/ 0 w 163"/>
                <a:gd name="T13" fmla="*/ 0 h 105"/>
                <a:gd name="T14" fmla="*/ 0 w 163"/>
                <a:gd name="T15" fmla="*/ 0 h 105"/>
                <a:gd name="T16" fmla="*/ 0 w 163"/>
                <a:gd name="T17" fmla="*/ 0 h 105"/>
                <a:gd name="T18" fmla="*/ 0 w 163"/>
                <a:gd name="T19" fmla="*/ 0 h 105"/>
                <a:gd name="T20" fmla="*/ 0 w 163"/>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3" h="105">
                  <a:moveTo>
                    <a:pt x="163" y="23"/>
                  </a:moveTo>
                  <a:lnTo>
                    <a:pt x="133" y="47"/>
                  </a:lnTo>
                  <a:lnTo>
                    <a:pt x="145" y="105"/>
                  </a:lnTo>
                  <a:lnTo>
                    <a:pt x="70" y="93"/>
                  </a:lnTo>
                  <a:lnTo>
                    <a:pt x="0" y="93"/>
                  </a:lnTo>
                  <a:lnTo>
                    <a:pt x="0" y="65"/>
                  </a:lnTo>
                  <a:lnTo>
                    <a:pt x="23" y="23"/>
                  </a:lnTo>
                  <a:lnTo>
                    <a:pt x="70" y="23"/>
                  </a:lnTo>
                  <a:lnTo>
                    <a:pt x="116" y="0"/>
                  </a:lnTo>
                  <a:lnTo>
                    <a:pt x="133" y="0"/>
                  </a:lnTo>
                  <a:lnTo>
                    <a:pt x="163" y="23"/>
                  </a:lnTo>
                  <a:close/>
                </a:path>
              </a:pathLst>
            </a:custGeom>
            <a:solidFill>
              <a:srgbClr val="FFFFFF"/>
            </a:solidFill>
            <a:ln w="9525">
              <a:solidFill>
                <a:srgbClr val="000000"/>
              </a:solidFill>
              <a:round/>
              <a:headEnd/>
              <a:tailEnd/>
            </a:ln>
          </p:spPr>
          <p:txBody>
            <a:bodyPr/>
            <a:lstStyle/>
            <a:p>
              <a:endParaRPr lang="ko-KR" altLang="en-US"/>
            </a:p>
          </p:txBody>
        </p:sp>
        <p:sp>
          <p:nvSpPr>
            <p:cNvPr id="440514" name="Freeform 486">
              <a:extLst>
                <a:ext uri="{FF2B5EF4-FFF2-40B4-BE49-F238E27FC236}">
                  <a16:creationId xmlns:a16="http://schemas.microsoft.com/office/drawing/2014/main" id="{59F0ABFA-456D-CF4D-9EF1-D9768413E363}"/>
                </a:ext>
              </a:extLst>
            </p:cNvPr>
            <p:cNvSpPr>
              <a:spLocks/>
            </p:cNvSpPr>
            <p:nvPr/>
          </p:nvSpPr>
          <p:spPr bwMode="auto">
            <a:xfrm>
              <a:off x="2830" y="529"/>
              <a:ext cx="50" cy="55"/>
            </a:xfrm>
            <a:custGeom>
              <a:avLst/>
              <a:gdLst>
                <a:gd name="T0" fmla="*/ 0 w 657"/>
                <a:gd name="T1" fmla="*/ 0 h 680"/>
                <a:gd name="T2" fmla="*/ 0 w 657"/>
                <a:gd name="T3" fmla="*/ 0 h 680"/>
                <a:gd name="T4" fmla="*/ 0 w 657"/>
                <a:gd name="T5" fmla="*/ 0 h 680"/>
                <a:gd name="T6" fmla="*/ 0 w 657"/>
                <a:gd name="T7" fmla="*/ 0 h 680"/>
                <a:gd name="T8" fmla="*/ 0 w 657"/>
                <a:gd name="T9" fmla="*/ 0 h 680"/>
                <a:gd name="T10" fmla="*/ 0 w 657"/>
                <a:gd name="T11" fmla="*/ 0 h 680"/>
                <a:gd name="T12" fmla="*/ 0 w 657"/>
                <a:gd name="T13" fmla="*/ 0 h 680"/>
                <a:gd name="T14" fmla="*/ 0 w 657"/>
                <a:gd name="T15" fmla="*/ 0 h 680"/>
                <a:gd name="T16" fmla="*/ 0 w 657"/>
                <a:gd name="T17" fmla="*/ 0 h 680"/>
                <a:gd name="T18" fmla="*/ 0 w 657"/>
                <a:gd name="T19" fmla="*/ 0 h 680"/>
                <a:gd name="T20" fmla="*/ 0 w 657"/>
                <a:gd name="T21" fmla="*/ 0 h 680"/>
                <a:gd name="T22" fmla="*/ 0 w 657"/>
                <a:gd name="T23" fmla="*/ 0 h 680"/>
                <a:gd name="T24" fmla="*/ 0 w 657"/>
                <a:gd name="T25" fmla="*/ 0 h 680"/>
                <a:gd name="T26" fmla="*/ 0 w 657"/>
                <a:gd name="T27" fmla="*/ 0 h 680"/>
                <a:gd name="T28" fmla="*/ 0 w 657"/>
                <a:gd name="T29" fmla="*/ 0 h 680"/>
                <a:gd name="T30" fmla="*/ 0 w 657"/>
                <a:gd name="T31" fmla="*/ 0 h 680"/>
                <a:gd name="T32" fmla="*/ 0 w 657"/>
                <a:gd name="T33" fmla="*/ 0 h 680"/>
                <a:gd name="T34" fmla="*/ 0 w 657"/>
                <a:gd name="T35" fmla="*/ 0 h 680"/>
                <a:gd name="T36" fmla="*/ 0 w 657"/>
                <a:gd name="T37" fmla="*/ 0 h 680"/>
                <a:gd name="T38" fmla="*/ 0 w 657"/>
                <a:gd name="T39" fmla="*/ 0 h 680"/>
                <a:gd name="T40" fmla="*/ 0 w 657"/>
                <a:gd name="T41" fmla="*/ 0 h 680"/>
                <a:gd name="T42" fmla="*/ 0 w 657"/>
                <a:gd name="T43" fmla="*/ 0 h 680"/>
                <a:gd name="T44" fmla="*/ 0 w 657"/>
                <a:gd name="T45" fmla="*/ 0 h 680"/>
                <a:gd name="T46" fmla="*/ 0 w 657"/>
                <a:gd name="T47" fmla="*/ 0 h 680"/>
                <a:gd name="T48" fmla="*/ 0 w 657"/>
                <a:gd name="T49" fmla="*/ 0 h 680"/>
                <a:gd name="T50" fmla="*/ 0 w 657"/>
                <a:gd name="T51" fmla="*/ 0 h 680"/>
                <a:gd name="T52" fmla="*/ 0 w 657"/>
                <a:gd name="T53" fmla="*/ 0 h 680"/>
                <a:gd name="T54" fmla="*/ 0 w 657"/>
                <a:gd name="T55" fmla="*/ 0 h 680"/>
                <a:gd name="T56" fmla="*/ 0 w 657"/>
                <a:gd name="T57" fmla="*/ 0 h 680"/>
                <a:gd name="T58" fmla="*/ 0 w 657"/>
                <a:gd name="T59" fmla="*/ 0 h 680"/>
                <a:gd name="T60" fmla="*/ 0 w 657"/>
                <a:gd name="T61" fmla="*/ 0 h 680"/>
                <a:gd name="T62" fmla="*/ 0 w 657"/>
                <a:gd name="T63" fmla="*/ 0 h 680"/>
                <a:gd name="T64" fmla="*/ 0 w 657"/>
                <a:gd name="T65" fmla="*/ 0 h 680"/>
                <a:gd name="T66" fmla="*/ 0 w 657"/>
                <a:gd name="T67" fmla="*/ 0 h 680"/>
                <a:gd name="T68" fmla="*/ 0 w 657"/>
                <a:gd name="T69" fmla="*/ 0 h 6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57" h="680">
                  <a:moveTo>
                    <a:pt x="540" y="546"/>
                  </a:moveTo>
                  <a:lnTo>
                    <a:pt x="471" y="546"/>
                  </a:lnTo>
                  <a:lnTo>
                    <a:pt x="471" y="593"/>
                  </a:lnTo>
                  <a:lnTo>
                    <a:pt x="430" y="593"/>
                  </a:lnTo>
                  <a:lnTo>
                    <a:pt x="406" y="610"/>
                  </a:lnTo>
                  <a:lnTo>
                    <a:pt x="383" y="680"/>
                  </a:lnTo>
                  <a:lnTo>
                    <a:pt x="273" y="593"/>
                  </a:lnTo>
                  <a:lnTo>
                    <a:pt x="250" y="563"/>
                  </a:lnTo>
                  <a:lnTo>
                    <a:pt x="116" y="546"/>
                  </a:lnTo>
                  <a:lnTo>
                    <a:pt x="69" y="499"/>
                  </a:lnTo>
                  <a:lnTo>
                    <a:pt x="116" y="453"/>
                  </a:lnTo>
                  <a:lnTo>
                    <a:pt x="134" y="319"/>
                  </a:lnTo>
                  <a:lnTo>
                    <a:pt x="116" y="273"/>
                  </a:lnTo>
                  <a:lnTo>
                    <a:pt x="69" y="232"/>
                  </a:lnTo>
                  <a:lnTo>
                    <a:pt x="0" y="186"/>
                  </a:lnTo>
                  <a:lnTo>
                    <a:pt x="0" y="162"/>
                  </a:lnTo>
                  <a:lnTo>
                    <a:pt x="47" y="139"/>
                  </a:lnTo>
                  <a:lnTo>
                    <a:pt x="93" y="116"/>
                  </a:lnTo>
                  <a:lnTo>
                    <a:pt x="204" y="70"/>
                  </a:lnTo>
                  <a:lnTo>
                    <a:pt x="273" y="70"/>
                  </a:lnTo>
                  <a:lnTo>
                    <a:pt x="360" y="0"/>
                  </a:lnTo>
                  <a:lnTo>
                    <a:pt x="424" y="47"/>
                  </a:lnTo>
                  <a:lnTo>
                    <a:pt x="540" y="116"/>
                  </a:lnTo>
                  <a:lnTo>
                    <a:pt x="581" y="139"/>
                  </a:lnTo>
                  <a:lnTo>
                    <a:pt x="616" y="134"/>
                  </a:lnTo>
                  <a:lnTo>
                    <a:pt x="650" y="162"/>
                  </a:lnTo>
                  <a:lnTo>
                    <a:pt x="650" y="197"/>
                  </a:lnTo>
                  <a:lnTo>
                    <a:pt x="657" y="244"/>
                  </a:lnTo>
                  <a:lnTo>
                    <a:pt x="587" y="296"/>
                  </a:lnTo>
                  <a:lnTo>
                    <a:pt x="563" y="319"/>
                  </a:lnTo>
                  <a:lnTo>
                    <a:pt x="587" y="406"/>
                  </a:lnTo>
                  <a:lnTo>
                    <a:pt x="587" y="429"/>
                  </a:lnTo>
                  <a:lnTo>
                    <a:pt x="563" y="429"/>
                  </a:lnTo>
                  <a:lnTo>
                    <a:pt x="540" y="499"/>
                  </a:lnTo>
                  <a:lnTo>
                    <a:pt x="540" y="546"/>
                  </a:lnTo>
                  <a:close/>
                </a:path>
              </a:pathLst>
            </a:custGeom>
            <a:solidFill>
              <a:srgbClr val="FFFFFF"/>
            </a:solidFill>
            <a:ln w="9525">
              <a:solidFill>
                <a:srgbClr val="000000"/>
              </a:solidFill>
              <a:round/>
              <a:headEnd/>
              <a:tailEnd/>
            </a:ln>
          </p:spPr>
          <p:txBody>
            <a:bodyPr/>
            <a:lstStyle/>
            <a:p>
              <a:endParaRPr lang="ko-KR" altLang="en-US"/>
            </a:p>
          </p:txBody>
        </p:sp>
        <p:sp>
          <p:nvSpPr>
            <p:cNvPr id="440515" name="Freeform 487">
              <a:extLst>
                <a:ext uri="{FF2B5EF4-FFF2-40B4-BE49-F238E27FC236}">
                  <a16:creationId xmlns:a16="http://schemas.microsoft.com/office/drawing/2014/main" id="{20DDA8BF-E50C-A90F-4B88-765129E97219}"/>
                </a:ext>
              </a:extLst>
            </p:cNvPr>
            <p:cNvSpPr>
              <a:spLocks/>
            </p:cNvSpPr>
            <p:nvPr/>
          </p:nvSpPr>
          <p:spPr bwMode="auto">
            <a:xfrm>
              <a:off x="2810" y="567"/>
              <a:ext cx="50" cy="54"/>
            </a:xfrm>
            <a:custGeom>
              <a:avLst/>
              <a:gdLst>
                <a:gd name="T0" fmla="*/ 0 w 656"/>
                <a:gd name="T1" fmla="*/ 0 h 673"/>
                <a:gd name="T2" fmla="*/ 0 w 656"/>
                <a:gd name="T3" fmla="*/ 0 h 673"/>
                <a:gd name="T4" fmla="*/ 0 w 656"/>
                <a:gd name="T5" fmla="*/ 0 h 673"/>
                <a:gd name="T6" fmla="*/ 0 w 656"/>
                <a:gd name="T7" fmla="*/ 0 h 673"/>
                <a:gd name="T8" fmla="*/ 0 w 656"/>
                <a:gd name="T9" fmla="*/ 0 h 673"/>
                <a:gd name="T10" fmla="*/ 0 w 656"/>
                <a:gd name="T11" fmla="*/ 0 h 673"/>
                <a:gd name="T12" fmla="*/ 0 w 656"/>
                <a:gd name="T13" fmla="*/ 0 h 673"/>
                <a:gd name="T14" fmla="*/ 0 w 656"/>
                <a:gd name="T15" fmla="*/ 0 h 673"/>
                <a:gd name="T16" fmla="*/ 0 w 656"/>
                <a:gd name="T17" fmla="*/ 0 h 673"/>
                <a:gd name="T18" fmla="*/ 0 w 656"/>
                <a:gd name="T19" fmla="*/ 0 h 673"/>
                <a:gd name="T20" fmla="*/ 0 w 656"/>
                <a:gd name="T21" fmla="*/ 0 h 673"/>
                <a:gd name="T22" fmla="*/ 0 w 656"/>
                <a:gd name="T23" fmla="*/ 0 h 673"/>
                <a:gd name="T24" fmla="*/ 0 w 656"/>
                <a:gd name="T25" fmla="*/ 0 h 673"/>
                <a:gd name="T26" fmla="*/ 0 w 656"/>
                <a:gd name="T27" fmla="*/ 0 h 673"/>
                <a:gd name="T28" fmla="*/ 0 w 656"/>
                <a:gd name="T29" fmla="*/ 0 h 673"/>
                <a:gd name="T30" fmla="*/ 0 w 656"/>
                <a:gd name="T31" fmla="*/ 0 h 673"/>
                <a:gd name="T32" fmla="*/ 0 w 656"/>
                <a:gd name="T33" fmla="*/ 0 h 673"/>
                <a:gd name="T34" fmla="*/ 0 w 656"/>
                <a:gd name="T35" fmla="*/ 0 h 673"/>
                <a:gd name="T36" fmla="*/ 0 w 656"/>
                <a:gd name="T37" fmla="*/ 0 h 673"/>
                <a:gd name="T38" fmla="*/ 0 w 656"/>
                <a:gd name="T39" fmla="*/ 0 h 673"/>
                <a:gd name="T40" fmla="*/ 0 w 656"/>
                <a:gd name="T41" fmla="*/ 0 h 673"/>
                <a:gd name="T42" fmla="*/ 0 w 656"/>
                <a:gd name="T43" fmla="*/ 0 h 673"/>
                <a:gd name="T44" fmla="*/ 0 w 656"/>
                <a:gd name="T45" fmla="*/ 0 h 673"/>
                <a:gd name="T46" fmla="*/ 0 w 656"/>
                <a:gd name="T47" fmla="*/ 0 h 673"/>
                <a:gd name="T48" fmla="*/ 0 w 656"/>
                <a:gd name="T49" fmla="*/ 0 h 673"/>
                <a:gd name="T50" fmla="*/ 0 w 656"/>
                <a:gd name="T51" fmla="*/ 0 h 673"/>
                <a:gd name="T52" fmla="*/ 0 w 656"/>
                <a:gd name="T53" fmla="*/ 0 h 673"/>
                <a:gd name="T54" fmla="*/ 0 w 656"/>
                <a:gd name="T55" fmla="*/ 0 h 6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56" h="673">
                  <a:moveTo>
                    <a:pt x="342" y="28"/>
                  </a:moveTo>
                  <a:lnTo>
                    <a:pt x="297" y="28"/>
                  </a:lnTo>
                  <a:lnTo>
                    <a:pt x="250" y="17"/>
                  </a:lnTo>
                  <a:lnTo>
                    <a:pt x="185" y="0"/>
                  </a:lnTo>
                  <a:lnTo>
                    <a:pt x="116" y="5"/>
                  </a:lnTo>
                  <a:lnTo>
                    <a:pt x="70" y="5"/>
                  </a:lnTo>
                  <a:lnTo>
                    <a:pt x="0" y="52"/>
                  </a:lnTo>
                  <a:lnTo>
                    <a:pt x="0" y="122"/>
                  </a:lnTo>
                  <a:lnTo>
                    <a:pt x="58" y="144"/>
                  </a:lnTo>
                  <a:lnTo>
                    <a:pt x="122" y="144"/>
                  </a:lnTo>
                  <a:lnTo>
                    <a:pt x="157" y="185"/>
                  </a:lnTo>
                  <a:lnTo>
                    <a:pt x="116" y="261"/>
                  </a:lnTo>
                  <a:lnTo>
                    <a:pt x="116" y="348"/>
                  </a:lnTo>
                  <a:lnTo>
                    <a:pt x="75" y="458"/>
                  </a:lnTo>
                  <a:lnTo>
                    <a:pt x="116" y="505"/>
                  </a:lnTo>
                  <a:lnTo>
                    <a:pt x="116" y="551"/>
                  </a:lnTo>
                  <a:lnTo>
                    <a:pt x="157" y="673"/>
                  </a:lnTo>
                  <a:lnTo>
                    <a:pt x="238" y="627"/>
                  </a:lnTo>
                  <a:lnTo>
                    <a:pt x="337" y="633"/>
                  </a:lnTo>
                  <a:lnTo>
                    <a:pt x="407" y="598"/>
                  </a:lnTo>
                  <a:lnTo>
                    <a:pt x="447" y="568"/>
                  </a:lnTo>
                  <a:lnTo>
                    <a:pt x="482" y="458"/>
                  </a:lnTo>
                  <a:lnTo>
                    <a:pt x="564" y="301"/>
                  </a:lnTo>
                  <a:lnTo>
                    <a:pt x="656" y="209"/>
                  </a:lnTo>
                  <a:lnTo>
                    <a:pt x="517" y="98"/>
                  </a:lnTo>
                  <a:lnTo>
                    <a:pt x="465" y="87"/>
                  </a:lnTo>
                  <a:lnTo>
                    <a:pt x="377" y="57"/>
                  </a:lnTo>
                  <a:lnTo>
                    <a:pt x="342" y="28"/>
                  </a:lnTo>
                  <a:close/>
                </a:path>
              </a:pathLst>
            </a:custGeom>
            <a:solidFill>
              <a:srgbClr val="FFFFFF"/>
            </a:solidFill>
            <a:ln w="9525">
              <a:solidFill>
                <a:srgbClr val="000000"/>
              </a:solidFill>
              <a:round/>
              <a:headEnd/>
              <a:tailEnd/>
            </a:ln>
          </p:spPr>
          <p:txBody>
            <a:bodyPr/>
            <a:lstStyle/>
            <a:p>
              <a:endParaRPr lang="ko-KR" altLang="en-US"/>
            </a:p>
          </p:txBody>
        </p:sp>
        <p:sp>
          <p:nvSpPr>
            <p:cNvPr id="440516" name="Freeform 488">
              <a:extLst>
                <a:ext uri="{FF2B5EF4-FFF2-40B4-BE49-F238E27FC236}">
                  <a16:creationId xmlns:a16="http://schemas.microsoft.com/office/drawing/2014/main" id="{75845A74-793A-83E1-0317-52B74CBA0D8B}"/>
                </a:ext>
              </a:extLst>
            </p:cNvPr>
            <p:cNvSpPr>
              <a:spLocks/>
            </p:cNvSpPr>
            <p:nvPr/>
          </p:nvSpPr>
          <p:spPr bwMode="auto">
            <a:xfrm>
              <a:off x="2807" y="578"/>
              <a:ext cx="15" cy="35"/>
            </a:xfrm>
            <a:custGeom>
              <a:avLst/>
              <a:gdLst>
                <a:gd name="T0" fmla="*/ 0 w 198"/>
                <a:gd name="T1" fmla="*/ 0 h 441"/>
                <a:gd name="T2" fmla="*/ 0 w 198"/>
                <a:gd name="T3" fmla="*/ 0 h 441"/>
                <a:gd name="T4" fmla="*/ 0 w 198"/>
                <a:gd name="T5" fmla="*/ 0 h 441"/>
                <a:gd name="T6" fmla="*/ 0 w 198"/>
                <a:gd name="T7" fmla="*/ 0 h 441"/>
                <a:gd name="T8" fmla="*/ 0 w 198"/>
                <a:gd name="T9" fmla="*/ 0 h 441"/>
                <a:gd name="T10" fmla="*/ 0 w 198"/>
                <a:gd name="T11" fmla="*/ 0 h 441"/>
                <a:gd name="T12" fmla="*/ 0 w 198"/>
                <a:gd name="T13" fmla="*/ 0 h 441"/>
                <a:gd name="T14" fmla="*/ 0 w 198"/>
                <a:gd name="T15" fmla="*/ 0 h 441"/>
                <a:gd name="T16" fmla="*/ 0 w 198"/>
                <a:gd name="T17" fmla="*/ 0 h 441"/>
                <a:gd name="T18" fmla="*/ 0 w 198"/>
                <a:gd name="T19" fmla="*/ 0 h 441"/>
                <a:gd name="T20" fmla="*/ 0 w 198"/>
                <a:gd name="T21" fmla="*/ 0 h 441"/>
                <a:gd name="T22" fmla="*/ 0 w 198"/>
                <a:gd name="T23" fmla="*/ 0 h 441"/>
                <a:gd name="T24" fmla="*/ 0 w 198"/>
                <a:gd name="T25" fmla="*/ 0 h 441"/>
                <a:gd name="T26" fmla="*/ 0 w 198"/>
                <a:gd name="T27" fmla="*/ 0 h 441"/>
                <a:gd name="T28" fmla="*/ 0 w 198"/>
                <a:gd name="T29" fmla="*/ 0 h 441"/>
                <a:gd name="T30" fmla="*/ 0 w 198"/>
                <a:gd name="T31" fmla="*/ 0 h 441"/>
                <a:gd name="T32" fmla="*/ 0 w 198"/>
                <a:gd name="T33" fmla="*/ 0 h 4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8" h="441">
                  <a:moveTo>
                    <a:pt x="41" y="0"/>
                  </a:moveTo>
                  <a:lnTo>
                    <a:pt x="59" y="110"/>
                  </a:lnTo>
                  <a:lnTo>
                    <a:pt x="24" y="202"/>
                  </a:lnTo>
                  <a:lnTo>
                    <a:pt x="0" y="266"/>
                  </a:lnTo>
                  <a:lnTo>
                    <a:pt x="24" y="336"/>
                  </a:lnTo>
                  <a:lnTo>
                    <a:pt x="0" y="429"/>
                  </a:lnTo>
                  <a:lnTo>
                    <a:pt x="104" y="441"/>
                  </a:lnTo>
                  <a:lnTo>
                    <a:pt x="157" y="429"/>
                  </a:lnTo>
                  <a:lnTo>
                    <a:pt x="157" y="383"/>
                  </a:lnTo>
                  <a:lnTo>
                    <a:pt x="116" y="342"/>
                  </a:lnTo>
                  <a:lnTo>
                    <a:pt x="157" y="220"/>
                  </a:lnTo>
                  <a:lnTo>
                    <a:pt x="157" y="156"/>
                  </a:lnTo>
                  <a:lnTo>
                    <a:pt x="181" y="110"/>
                  </a:lnTo>
                  <a:lnTo>
                    <a:pt x="198" y="63"/>
                  </a:lnTo>
                  <a:lnTo>
                    <a:pt x="157" y="17"/>
                  </a:lnTo>
                  <a:lnTo>
                    <a:pt x="111" y="17"/>
                  </a:lnTo>
                  <a:lnTo>
                    <a:pt x="41" y="0"/>
                  </a:lnTo>
                  <a:close/>
                </a:path>
              </a:pathLst>
            </a:custGeom>
            <a:solidFill>
              <a:srgbClr val="FFFFFF"/>
            </a:solidFill>
            <a:ln w="9525">
              <a:solidFill>
                <a:srgbClr val="000000"/>
              </a:solidFill>
              <a:round/>
              <a:headEnd/>
              <a:tailEnd/>
            </a:ln>
          </p:spPr>
          <p:txBody>
            <a:bodyPr/>
            <a:lstStyle/>
            <a:p>
              <a:endParaRPr lang="ko-KR" altLang="en-US"/>
            </a:p>
          </p:txBody>
        </p:sp>
        <p:sp>
          <p:nvSpPr>
            <p:cNvPr id="440517" name="Freeform 489">
              <a:extLst>
                <a:ext uri="{FF2B5EF4-FFF2-40B4-BE49-F238E27FC236}">
                  <a16:creationId xmlns:a16="http://schemas.microsoft.com/office/drawing/2014/main" id="{1FB93F34-317C-E921-4A33-FEEE27BBD7A5}"/>
                </a:ext>
              </a:extLst>
            </p:cNvPr>
            <p:cNvSpPr>
              <a:spLocks/>
            </p:cNvSpPr>
            <p:nvPr/>
          </p:nvSpPr>
          <p:spPr bwMode="auto">
            <a:xfrm>
              <a:off x="2852" y="594"/>
              <a:ext cx="4" cy="5"/>
            </a:xfrm>
            <a:custGeom>
              <a:avLst/>
              <a:gdLst>
                <a:gd name="T0" fmla="*/ 0 w 46"/>
                <a:gd name="T1" fmla="*/ 0 h 64"/>
                <a:gd name="T2" fmla="*/ 0 w 46"/>
                <a:gd name="T3" fmla="*/ 0 h 64"/>
                <a:gd name="T4" fmla="*/ 0 w 46"/>
                <a:gd name="T5" fmla="*/ 0 h 64"/>
                <a:gd name="T6" fmla="*/ 0 w 46"/>
                <a:gd name="T7" fmla="*/ 0 h 64"/>
                <a:gd name="T8" fmla="*/ 0 w 46"/>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64">
                  <a:moveTo>
                    <a:pt x="46" y="0"/>
                  </a:moveTo>
                  <a:lnTo>
                    <a:pt x="0" y="42"/>
                  </a:lnTo>
                  <a:lnTo>
                    <a:pt x="46" y="64"/>
                  </a:lnTo>
                  <a:lnTo>
                    <a:pt x="46" y="24"/>
                  </a:lnTo>
                  <a:lnTo>
                    <a:pt x="46" y="0"/>
                  </a:lnTo>
                  <a:close/>
                </a:path>
              </a:pathLst>
            </a:custGeom>
            <a:solidFill>
              <a:srgbClr val="FFFFFF"/>
            </a:solidFill>
            <a:ln w="9525">
              <a:solidFill>
                <a:srgbClr val="000000"/>
              </a:solidFill>
              <a:round/>
              <a:headEnd/>
              <a:tailEnd/>
            </a:ln>
          </p:spPr>
          <p:txBody>
            <a:bodyPr/>
            <a:lstStyle/>
            <a:p>
              <a:endParaRPr lang="ko-KR" altLang="en-US"/>
            </a:p>
          </p:txBody>
        </p:sp>
        <p:sp>
          <p:nvSpPr>
            <p:cNvPr id="440518" name="Freeform 490">
              <a:extLst>
                <a:ext uri="{FF2B5EF4-FFF2-40B4-BE49-F238E27FC236}">
                  <a16:creationId xmlns:a16="http://schemas.microsoft.com/office/drawing/2014/main" id="{7AE2C6A5-989B-1B1D-640C-9BE706A558AB}"/>
                </a:ext>
              </a:extLst>
            </p:cNvPr>
            <p:cNvSpPr>
              <a:spLocks/>
            </p:cNvSpPr>
            <p:nvPr/>
          </p:nvSpPr>
          <p:spPr bwMode="auto">
            <a:xfrm>
              <a:off x="2880" y="579"/>
              <a:ext cx="7" cy="7"/>
            </a:xfrm>
            <a:custGeom>
              <a:avLst/>
              <a:gdLst>
                <a:gd name="T0" fmla="*/ 0 w 94"/>
                <a:gd name="T1" fmla="*/ 0 h 93"/>
                <a:gd name="T2" fmla="*/ 0 w 94"/>
                <a:gd name="T3" fmla="*/ 0 h 93"/>
                <a:gd name="T4" fmla="*/ 0 w 94"/>
                <a:gd name="T5" fmla="*/ 0 h 93"/>
                <a:gd name="T6" fmla="*/ 0 w 94"/>
                <a:gd name="T7" fmla="*/ 0 h 93"/>
                <a:gd name="T8" fmla="*/ 0 w 94"/>
                <a:gd name="T9" fmla="*/ 0 h 93"/>
                <a:gd name="T10" fmla="*/ 0 w 94"/>
                <a:gd name="T11" fmla="*/ 0 h 93"/>
                <a:gd name="T12" fmla="*/ 0 w 94"/>
                <a:gd name="T13" fmla="*/ 0 h 93"/>
                <a:gd name="T14" fmla="*/ 0 w 94"/>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4" h="93">
                  <a:moveTo>
                    <a:pt x="70" y="0"/>
                  </a:moveTo>
                  <a:lnTo>
                    <a:pt x="0" y="46"/>
                  </a:lnTo>
                  <a:lnTo>
                    <a:pt x="47" y="70"/>
                  </a:lnTo>
                  <a:lnTo>
                    <a:pt x="47" y="93"/>
                  </a:lnTo>
                  <a:lnTo>
                    <a:pt x="94" y="93"/>
                  </a:lnTo>
                  <a:lnTo>
                    <a:pt x="94" y="28"/>
                  </a:lnTo>
                  <a:lnTo>
                    <a:pt x="94" y="0"/>
                  </a:lnTo>
                  <a:lnTo>
                    <a:pt x="70" y="0"/>
                  </a:lnTo>
                  <a:close/>
                </a:path>
              </a:pathLst>
            </a:custGeom>
            <a:solidFill>
              <a:srgbClr val="FFFFFF"/>
            </a:solidFill>
            <a:ln w="9525">
              <a:solidFill>
                <a:srgbClr val="000000"/>
              </a:solidFill>
              <a:round/>
              <a:headEnd/>
              <a:tailEnd/>
            </a:ln>
          </p:spPr>
          <p:txBody>
            <a:bodyPr/>
            <a:lstStyle/>
            <a:p>
              <a:endParaRPr lang="ko-KR" altLang="en-US"/>
            </a:p>
          </p:txBody>
        </p:sp>
        <p:sp>
          <p:nvSpPr>
            <p:cNvPr id="440519" name="Freeform 491">
              <a:extLst>
                <a:ext uri="{FF2B5EF4-FFF2-40B4-BE49-F238E27FC236}">
                  <a16:creationId xmlns:a16="http://schemas.microsoft.com/office/drawing/2014/main" id="{FD13F8AC-FF90-0B5F-EF5D-50DD73D70932}"/>
                </a:ext>
              </a:extLst>
            </p:cNvPr>
            <p:cNvSpPr>
              <a:spLocks/>
            </p:cNvSpPr>
            <p:nvPr/>
          </p:nvSpPr>
          <p:spPr bwMode="auto">
            <a:xfrm>
              <a:off x="2877" y="588"/>
              <a:ext cx="10" cy="15"/>
            </a:xfrm>
            <a:custGeom>
              <a:avLst/>
              <a:gdLst>
                <a:gd name="T0" fmla="*/ 0 w 134"/>
                <a:gd name="T1" fmla="*/ 0 h 181"/>
                <a:gd name="T2" fmla="*/ 0 w 134"/>
                <a:gd name="T3" fmla="*/ 0 h 181"/>
                <a:gd name="T4" fmla="*/ 0 w 134"/>
                <a:gd name="T5" fmla="*/ 0 h 181"/>
                <a:gd name="T6" fmla="*/ 0 w 134"/>
                <a:gd name="T7" fmla="*/ 0 h 181"/>
                <a:gd name="T8" fmla="*/ 0 w 134"/>
                <a:gd name="T9" fmla="*/ 0 h 181"/>
                <a:gd name="T10" fmla="*/ 0 w 134"/>
                <a:gd name="T11" fmla="*/ 0 h 181"/>
                <a:gd name="T12" fmla="*/ 0 w 134"/>
                <a:gd name="T13" fmla="*/ 0 h 181"/>
                <a:gd name="T14" fmla="*/ 0 w 134"/>
                <a:gd name="T15" fmla="*/ 0 h 181"/>
                <a:gd name="T16" fmla="*/ 0 w 134"/>
                <a:gd name="T17" fmla="*/ 0 h 181"/>
                <a:gd name="T18" fmla="*/ 0 w 134"/>
                <a:gd name="T19" fmla="*/ 0 h 181"/>
                <a:gd name="T20" fmla="*/ 0 w 134"/>
                <a:gd name="T21" fmla="*/ 0 h 1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4" h="181">
                  <a:moveTo>
                    <a:pt x="93" y="35"/>
                  </a:moveTo>
                  <a:lnTo>
                    <a:pt x="47" y="35"/>
                  </a:lnTo>
                  <a:lnTo>
                    <a:pt x="0" y="112"/>
                  </a:lnTo>
                  <a:lnTo>
                    <a:pt x="0" y="157"/>
                  </a:lnTo>
                  <a:lnTo>
                    <a:pt x="23" y="157"/>
                  </a:lnTo>
                  <a:lnTo>
                    <a:pt x="82" y="181"/>
                  </a:lnTo>
                  <a:lnTo>
                    <a:pt x="110" y="112"/>
                  </a:lnTo>
                  <a:lnTo>
                    <a:pt x="87" y="112"/>
                  </a:lnTo>
                  <a:lnTo>
                    <a:pt x="134" y="24"/>
                  </a:lnTo>
                  <a:lnTo>
                    <a:pt x="134" y="0"/>
                  </a:lnTo>
                  <a:lnTo>
                    <a:pt x="93" y="35"/>
                  </a:lnTo>
                  <a:close/>
                </a:path>
              </a:pathLst>
            </a:custGeom>
            <a:solidFill>
              <a:srgbClr val="FFFFFF"/>
            </a:solidFill>
            <a:ln w="9525">
              <a:solidFill>
                <a:srgbClr val="000000"/>
              </a:solidFill>
              <a:round/>
              <a:headEnd/>
              <a:tailEnd/>
            </a:ln>
          </p:spPr>
          <p:txBody>
            <a:bodyPr/>
            <a:lstStyle/>
            <a:p>
              <a:endParaRPr lang="ko-KR" altLang="en-US"/>
            </a:p>
          </p:txBody>
        </p:sp>
        <p:sp>
          <p:nvSpPr>
            <p:cNvPr id="440520" name="Freeform 492">
              <a:extLst>
                <a:ext uri="{FF2B5EF4-FFF2-40B4-BE49-F238E27FC236}">
                  <a16:creationId xmlns:a16="http://schemas.microsoft.com/office/drawing/2014/main" id="{FE607008-1975-7B07-EF08-FEBE410D7E34}"/>
                </a:ext>
              </a:extLst>
            </p:cNvPr>
            <p:cNvSpPr>
              <a:spLocks/>
            </p:cNvSpPr>
            <p:nvPr/>
          </p:nvSpPr>
          <p:spPr bwMode="auto">
            <a:xfrm>
              <a:off x="2872" y="536"/>
              <a:ext cx="5" cy="5"/>
            </a:xfrm>
            <a:custGeom>
              <a:avLst/>
              <a:gdLst>
                <a:gd name="T0" fmla="*/ 0 w 70"/>
                <a:gd name="T1" fmla="*/ 0 h 64"/>
                <a:gd name="T2" fmla="*/ 0 w 70"/>
                <a:gd name="T3" fmla="*/ 0 h 64"/>
                <a:gd name="T4" fmla="*/ 0 w 70"/>
                <a:gd name="T5" fmla="*/ 0 h 64"/>
                <a:gd name="T6" fmla="*/ 0 w 70"/>
                <a:gd name="T7" fmla="*/ 0 h 64"/>
                <a:gd name="T8" fmla="*/ 0 w 70"/>
                <a:gd name="T9" fmla="*/ 0 h 64"/>
                <a:gd name="T10" fmla="*/ 0 w 70"/>
                <a:gd name="T11" fmla="*/ 0 h 64"/>
                <a:gd name="T12" fmla="*/ 0 w 70"/>
                <a:gd name="T13" fmla="*/ 0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4">
                  <a:moveTo>
                    <a:pt x="53" y="0"/>
                  </a:moveTo>
                  <a:lnTo>
                    <a:pt x="23" y="17"/>
                  </a:lnTo>
                  <a:lnTo>
                    <a:pt x="0" y="35"/>
                  </a:lnTo>
                  <a:lnTo>
                    <a:pt x="47" y="64"/>
                  </a:lnTo>
                  <a:lnTo>
                    <a:pt x="70" y="59"/>
                  </a:lnTo>
                  <a:lnTo>
                    <a:pt x="70" y="17"/>
                  </a:lnTo>
                  <a:lnTo>
                    <a:pt x="53" y="0"/>
                  </a:lnTo>
                  <a:close/>
                </a:path>
              </a:pathLst>
            </a:custGeom>
            <a:solidFill>
              <a:srgbClr val="FFFFFF"/>
            </a:solidFill>
            <a:ln w="9525">
              <a:solidFill>
                <a:srgbClr val="000000"/>
              </a:solidFill>
              <a:round/>
              <a:headEnd/>
              <a:tailEnd/>
            </a:ln>
          </p:spPr>
          <p:txBody>
            <a:bodyPr/>
            <a:lstStyle/>
            <a:p>
              <a:endParaRPr lang="ko-KR" altLang="en-US"/>
            </a:p>
          </p:txBody>
        </p:sp>
        <p:sp>
          <p:nvSpPr>
            <p:cNvPr id="440521" name="Freeform 493">
              <a:extLst>
                <a:ext uri="{FF2B5EF4-FFF2-40B4-BE49-F238E27FC236}">
                  <a16:creationId xmlns:a16="http://schemas.microsoft.com/office/drawing/2014/main" id="{EF09CE34-E6C2-D8F1-F350-5625473D6FAC}"/>
                </a:ext>
              </a:extLst>
            </p:cNvPr>
            <p:cNvSpPr>
              <a:spLocks/>
            </p:cNvSpPr>
            <p:nvPr/>
          </p:nvSpPr>
          <p:spPr bwMode="auto">
            <a:xfrm>
              <a:off x="2875" y="508"/>
              <a:ext cx="36" cy="43"/>
            </a:xfrm>
            <a:custGeom>
              <a:avLst/>
              <a:gdLst>
                <a:gd name="T0" fmla="*/ 0 w 477"/>
                <a:gd name="T1" fmla="*/ 0 h 534"/>
                <a:gd name="T2" fmla="*/ 0 w 477"/>
                <a:gd name="T3" fmla="*/ 0 h 534"/>
                <a:gd name="T4" fmla="*/ 0 w 477"/>
                <a:gd name="T5" fmla="*/ 0 h 534"/>
                <a:gd name="T6" fmla="*/ 0 w 477"/>
                <a:gd name="T7" fmla="*/ 0 h 534"/>
                <a:gd name="T8" fmla="*/ 0 w 477"/>
                <a:gd name="T9" fmla="*/ 0 h 534"/>
                <a:gd name="T10" fmla="*/ 0 w 477"/>
                <a:gd name="T11" fmla="*/ 0 h 534"/>
                <a:gd name="T12" fmla="*/ 0 w 477"/>
                <a:gd name="T13" fmla="*/ 0 h 534"/>
                <a:gd name="T14" fmla="*/ 0 w 477"/>
                <a:gd name="T15" fmla="*/ 0 h 534"/>
                <a:gd name="T16" fmla="*/ 0 w 477"/>
                <a:gd name="T17" fmla="*/ 0 h 534"/>
                <a:gd name="T18" fmla="*/ 0 w 477"/>
                <a:gd name="T19" fmla="*/ 0 h 534"/>
                <a:gd name="T20" fmla="*/ 0 w 477"/>
                <a:gd name="T21" fmla="*/ 0 h 534"/>
                <a:gd name="T22" fmla="*/ 0 w 477"/>
                <a:gd name="T23" fmla="*/ 0 h 534"/>
                <a:gd name="T24" fmla="*/ 0 w 477"/>
                <a:gd name="T25" fmla="*/ 0 h 534"/>
                <a:gd name="T26" fmla="*/ 0 w 477"/>
                <a:gd name="T27" fmla="*/ 0 h 534"/>
                <a:gd name="T28" fmla="*/ 0 w 477"/>
                <a:gd name="T29" fmla="*/ 0 h 534"/>
                <a:gd name="T30" fmla="*/ 0 w 477"/>
                <a:gd name="T31" fmla="*/ 0 h 534"/>
                <a:gd name="T32" fmla="*/ 0 w 477"/>
                <a:gd name="T33" fmla="*/ 0 h 534"/>
                <a:gd name="T34" fmla="*/ 0 w 477"/>
                <a:gd name="T35" fmla="*/ 0 h 534"/>
                <a:gd name="T36" fmla="*/ 0 w 477"/>
                <a:gd name="T37" fmla="*/ 0 h 534"/>
                <a:gd name="T38" fmla="*/ 0 w 477"/>
                <a:gd name="T39" fmla="*/ 0 h 534"/>
                <a:gd name="T40" fmla="*/ 0 w 477"/>
                <a:gd name="T41" fmla="*/ 0 h 534"/>
                <a:gd name="T42" fmla="*/ 0 w 477"/>
                <a:gd name="T43" fmla="*/ 0 h 534"/>
                <a:gd name="T44" fmla="*/ 0 w 477"/>
                <a:gd name="T45" fmla="*/ 0 h 534"/>
                <a:gd name="T46" fmla="*/ 0 w 477"/>
                <a:gd name="T47" fmla="*/ 0 h 534"/>
                <a:gd name="T48" fmla="*/ 0 w 477"/>
                <a:gd name="T49" fmla="*/ 0 h 534"/>
                <a:gd name="T50" fmla="*/ 0 w 477"/>
                <a:gd name="T51" fmla="*/ 0 h 534"/>
                <a:gd name="T52" fmla="*/ 0 w 477"/>
                <a:gd name="T53" fmla="*/ 0 h 534"/>
                <a:gd name="T54" fmla="*/ 0 w 477"/>
                <a:gd name="T55" fmla="*/ 0 h 534"/>
                <a:gd name="T56" fmla="*/ 0 w 477"/>
                <a:gd name="T57" fmla="*/ 0 h 534"/>
                <a:gd name="T58" fmla="*/ 0 w 477"/>
                <a:gd name="T59" fmla="*/ 0 h 534"/>
                <a:gd name="T60" fmla="*/ 0 w 477"/>
                <a:gd name="T61" fmla="*/ 0 h 534"/>
                <a:gd name="T62" fmla="*/ 0 w 477"/>
                <a:gd name="T63" fmla="*/ 0 h 534"/>
                <a:gd name="T64" fmla="*/ 0 w 477"/>
                <a:gd name="T65" fmla="*/ 0 h 534"/>
                <a:gd name="T66" fmla="*/ 0 w 477"/>
                <a:gd name="T67" fmla="*/ 0 h 534"/>
                <a:gd name="T68" fmla="*/ 0 w 477"/>
                <a:gd name="T69" fmla="*/ 0 h 534"/>
                <a:gd name="T70" fmla="*/ 0 w 477"/>
                <a:gd name="T71" fmla="*/ 0 h 5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7" h="534">
                  <a:moveTo>
                    <a:pt x="0" y="267"/>
                  </a:moveTo>
                  <a:lnTo>
                    <a:pt x="0" y="314"/>
                  </a:lnTo>
                  <a:lnTo>
                    <a:pt x="23" y="359"/>
                  </a:lnTo>
                  <a:lnTo>
                    <a:pt x="23" y="383"/>
                  </a:lnTo>
                  <a:lnTo>
                    <a:pt x="63" y="429"/>
                  </a:lnTo>
                  <a:lnTo>
                    <a:pt x="63" y="499"/>
                  </a:lnTo>
                  <a:lnTo>
                    <a:pt x="87" y="516"/>
                  </a:lnTo>
                  <a:lnTo>
                    <a:pt x="140" y="534"/>
                  </a:lnTo>
                  <a:lnTo>
                    <a:pt x="197" y="528"/>
                  </a:lnTo>
                  <a:lnTo>
                    <a:pt x="250" y="516"/>
                  </a:lnTo>
                  <a:lnTo>
                    <a:pt x="297" y="516"/>
                  </a:lnTo>
                  <a:lnTo>
                    <a:pt x="360" y="516"/>
                  </a:lnTo>
                  <a:lnTo>
                    <a:pt x="372" y="476"/>
                  </a:lnTo>
                  <a:lnTo>
                    <a:pt x="407" y="459"/>
                  </a:lnTo>
                  <a:lnTo>
                    <a:pt x="407" y="406"/>
                  </a:lnTo>
                  <a:lnTo>
                    <a:pt x="360" y="359"/>
                  </a:lnTo>
                  <a:lnTo>
                    <a:pt x="384" y="337"/>
                  </a:lnTo>
                  <a:lnTo>
                    <a:pt x="454" y="279"/>
                  </a:lnTo>
                  <a:lnTo>
                    <a:pt x="477" y="261"/>
                  </a:lnTo>
                  <a:lnTo>
                    <a:pt x="477" y="180"/>
                  </a:lnTo>
                  <a:lnTo>
                    <a:pt x="430" y="157"/>
                  </a:lnTo>
                  <a:lnTo>
                    <a:pt x="447" y="87"/>
                  </a:lnTo>
                  <a:lnTo>
                    <a:pt x="447" y="46"/>
                  </a:lnTo>
                  <a:lnTo>
                    <a:pt x="360" y="23"/>
                  </a:lnTo>
                  <a:lnTo>
                    <a:pt x="267" y="23"/>
                  </a:lnTo>
                  <a:lnTo>
                    <a:pt x="209" y="0"/>
                  </a:lnTo>
                  <a:lnTo>
                    <a:pt x="157" y="0"/>
                  </a:lnTo>
                  <a:lnTo>
                    <a:pt x="157" y="46"/>
                  </a:lnTo>
                  <a:lnTo>
                    <a:pt x="110" y="63"/>
                  </a:lnTo>
                  <a:lnTo>
                    <a:pt x="63" y="87"/>
                  </a:lnTo>
                  <a:lnTo>
                    <a:pt x="93" y="133"/>
                  </a:lnTo>
                  <a:lnTo>
                    <a:pt x="46" y="180"/>
                  </a:lnTo>
                  <a:lnTo>
                    <a:pt x="63" y="220"/>
                  </a:lnTo>
                  <a:lnTo>
                    <a:pt x="63" y="249"/>
                  </a:lnTo>
                  <a:lnTo>
                    <a:pt x="46" y="249"/>
                  </a:lnTo>
                  <a:lnTo>
                    <a:pt x="0" y="267"/>
                  </a:lnTo>
                  <a:close/>
                </a:path>
              </a:pathLst>
            </a:custGeom>
            <a:solidFill>
              <a:srgbClr val="FFFFFF"/>
            </a:solidFill>
            <a:ln w="9525">
              <a:solidFill>
                <a:srgbClr val="000000"/>
              </a:solidFill>
              <a:round/>
              <a:headEnd/>
              <a:tailEnd/>
            </a:ln>
          </p:spPr>
          <p:txBody>
            <a:bodyPr/>
            <a:lstStyle/>
            <a:p>
              <a:endParaRPr lang="ko-KR" altLang="en-US"/>
            </a:p>
          </p:txBody>
        </p:sp>
        <p:sp>
          <p:nvSpPr>
            <p:cNvPr id="440522" name="Freeform 494">
              <a:extLst>
                <a:ext uri="{FF2B5EF4-FFF2-40B4-BE49-F238E27FC236}">
                  <a16:creationId xmlns:a16="http://schemas.microsoft.com/office/drawing/2014/main" id="{CA9F2336-440E-A8FF-7432-88EBE7610115}"/>
                </a:ext>
              </a:extLst>
            </p:cNvPr>
            <p:cNvSpPr>
              <a:spLocks/>
            </p:cNvSpPr>
            <p:nvPr/>
          </p:nvSpPr>
          <p:spPr bwMode="auto">
            <a:xfrm>
              <a:off x="2858" y="526"/>
              <a:ext cx="17" cy="12"/>
            </a:xfrm>
            <a:custGeom>
              <a:avLst/>
              <a:gdLst>
                <a:gd name="T0" fmla="*/ 0 w 233"/>
                <a:gd name="T1" fmla="*/ 0 h 157"/>
                <a:gd name="T2" fmla="*/ 0 w 233"/>
                <a:gd name="T3" fmla="*/ 0 h 157"/>
                <a:gd name="T4" fmla="*/ 0 w 233"/>
                <a:gd name="T5" fmla="*/ 0 h 157"/>
                <a:gd name="T6" fmla="*/ 0 w 233"/>
                <a:gd name="T7" fmla="*/ 0 h 157"/>
                <a:gd name="T8" fmla="*/ 0 w 233"/>
                <a:gd name="T9" fmla="*/ 0 h 157"/>
                <a:gd name="T10" fmla="*/ 0 w 233"/>
                <a:gd name="T11" fmla="*/ 0 h 157"/>
                <a:gd name="T12" fmla="*/ 0 w 233"/>
                <a:gd name="T13" fmla="*/ 0 h 157"/>
                <a:gd name="T14" fmla="*/ 0 w 233"/>
                <a:gd name="T15" fmla="*/ 0 h 157"/>
                <a:gd name="T16" fmla="*/ 0 w 233"/>
                <a:gd name="T17" fmla="*/ 0 h 157"/>
                <a:gd name="T18" fmla="*/ 0 w 233"/>
                <a:gd name="T19" fmla="*/ 0 h 157"/>
                <a:gd name="T20" fmla="*/ 0 w 233"/>
                <a:gd name="T21" fmla="*/ 0 h 157"/>
                <a:gd name="T22" fmla="*/ 0 w 233"/>
                <a:gd name="T23" fmla="*/ 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3" h="157">
                  <a:moveTo>
                    <a:pt x="140" y="0"/>
                  </a:moveTo>
                  <a:lnTo>
                    <a:pt x="227" y="76"/>
                  </a:lnTo>
                  <a:lnTo>
                    <a:pt x="227" y="94"/>
                  </a:lnTo>
                  <a:lnTo>
                    <a:pt x="233" y="117"/>
                  </a:lnTo>
                  <a:lnTo>
                    <a:pt x="203" y="139"/>
                  </a:lnTo>
                  <a:lnTo>
                    <a:pt x="168" y="157"/>
                  </a:lnTo>
                  <a:lnTo>
                    <a:pt x="23" y="76"/>
                  </a:lnTo>
                  <a:lnTo>
                    <a:pt x="0" y="47"/>
                  </a:lnTo>
                  <a:lnTo>
                    <a:pt x="46" y="29"/>
                  </a:lnTo>
                  <a:lnTo>
                    <a:pt x="70" y="29"/>
                  </a:lnTo>
                  <a:lnTo>
                    <a:pt x="93" y="0"/>
                  </a:lnTo>
                  <a:lnTo>
                    <a:pt x="140" y="0"/>
                  </a:lnTo>
                  <a:close/>
                </a:path>
              </a:pathLst>
            </a:custGeom>
            <a:solidFill>
              <a:srgbClr val="FFFFFF"/>
            </a:solidFill>
            <a:ln w="9525">
              <a:solidFill>
                <a:srgbClr val="000000"/>
              </a:solidFill>
              <a:round/>
              <a:headEnd/>
              <a:tailEnd/>
            </a:ln>
          </p:spPr>
          <p:txBody>
            <a:bodyPr/>
            <a:lstStyle/>
            <a:p>
              <a:endParaRPr lang="ko-KR" altLang="en-US"/>
            </a:p>
          </p:txBody>
        </p:sp>
        <p:sp>
          <p:nvSpPr>
            <p:cNvPr id="440523" name="Freeform 495">
              <a:extLst>
                <a:ext uri="{FF2B5EF4-FFF2-40B4-BE49-F238E27FC236}">
                  <a16:creationId xmlns:a16="http://schemas.microsoft.com/office/drawing/2014/main" id="{134525BB-D2F0-1669-E582-ED30C322FEED}"/>
                </a:ext>
              </a:extLst>
            </p:cNvPr>
            <p:cNvSpPr>
              <a:spLocks/>
            </p:cNvSpPr>
            <p:nvPr/>
          </p:nvSpPr>
          <p:spPr bwMode="auto">
            <a:xfrm>
              <a:off x="2866" y="514"/>
              <a:ext cx="16" cy="18"/>
            </a:xfrm>
            <a:custGeom>
              <a:avLst/>
              <a:gdLst>
                <a:gd name="T0" fmla="*/ 0 w 209"/>
                <a:gd name="T1" fmla="*/ 0 h 226"/>
                <a:gd name="T2" fmla="*/ 0 w 209"/>
                <a:gd name="T3" fmla="*/ 0 h 226"/>
                <a:gd name="T4" fmla="*/ 0 w 209"/>
                <a:gd name="T5" fmla="*/ 0 h 226"/>
                <a:gd name="T6" fmla="*/ 0 w 209"/>
                <a:gd name="T7" fmla="*/ 0 h 226"/>
                <a:gd name="T8" fmla="*/ 0 w 209"/>
                <a:gd name="T9" fmla="*/ 0 h 226"/>
                <a:gd name="T10" fmla="*/ 0 w 209"/>
                <a:gd name="T11" fmla="*/ 0 h 226"/>
                <a:gd name="T12" fmla="*/ 0 w 209"/>
                <a:gd name="T13" fmla="*/ 0 h 226"/>
                <a:gd name="T14" fmla="*/ 0 w 209"/>
                <a:gd name="T15" fmla="*/ 0 h 226"/>
                <a:gd name="T16" fmla="*/ 0 w 209"/>
                <a:gd name="T17" fmla="*/ 0 h 226"/>
                <a:gd name="T18" fmla="*/ 0 w 209"/>
                <a:gd name="T19" fmla="*/ 0 h 226"/>
                <a:gd name="T20" fmla="*/ 0 w 209"/>
                <a:gd name="T21" fmla="*/ 0 h 226"/>
                <a:gd name="T22" fmla="*/ 0 w 209"/>
                <a:gd name="T23" fmla="*/ 0 h 226"/>
                <a:gd name="T24" fmla="*/ 0 w 209"/>
                <a:gd name="T25" fmla="*/ 0 h 226"/>
                <a:gd name="T26" fmla="*/ 0 w 209"/>
                <a:gd name="T27" fmla="*/ 0 h 226"/>
                <a:gd name="T28" fmla="*/ 0 w 209"/>
                <a:gd name="T29" fmla="*/ 0 h 226"/>
                <a:gd name="T30" fmla="*/ 0 w 209"/>
                <a:gd name="T31" fmla="*/ 0 h 226"/>
                <a:gd name="T32" fmla="*/ 0 w 209"/>
                <a:gd name="T33" fmla="*/ 0 h 2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9" h="226">
                  <a:moveTo>
                    <a:pt x="0" y="150"/>
                  </a:moveTo>
                  <a:lnTo>
                    <a:pt x="46" y="179"/>
                  </a:lnTo>
                  <a:lnTo>
                    <a:pt x="116" y="226"/>
                  </a:lnTo>
                  <a:lnTo>
                    <a:pt x="122" y="197"/>
                  </a:lnTo>
                  <a:lnTo>
                    <a:pt x="157" y="185"/>
                  </a:lnTo>
                  <a:lnTo>
                    <a:pt x="179" y="179"/>
                  </a:lnTo>
                  <a:lnTo>
                    <a:pt x="186" y="150"/>
                  </a:lnTo>
                  <a:lnTo>
                    <a:pt x="162" y="110"/>
                  </a:lnTo>
                  <a:lnTo>
                    <a:pt x="209" y="63"/>
                  </a:lnTo>
                  <a:lnTo>
                    <a:pt x="209" y="40"/>
                  </a:lnTo>
                  <a:lnTo>
                    <a:pt x="191" y="23"/>
                  </a:lnTo>
                  <a:lnTo>
                    <a:pt x="209" y="0"/>
                  </a:lnTo>
                  <a:lnTo>
                    <a:pt x="92" y="40"/>
                  </a:lnTo>
                  <a:lnTo>
                    <a:pt x="92" y="87"/>
                  </a:lnTo>
                  <a:lnTo>
                    <a:pt x="46" y="110"/>
                  </a:lnTo>
                  <a:lnTo>
                    <a:pt x="5" y="115"/>
                  </a:lnTo>
                  <a:lnTo>
                    <a:pt x="0" y="150"/>
                  </a:lnTo>
                  <a:close/>
                </a:path>
              </a:pathLst>
            </a:custGeom>
            <a:solidFill>
              <a:srgbClr val="FFFFFF"/>
            </a:solidFill>
            <a:ln w="9525">
              <a:solidFill>
                <a:srgbClr val="000000"/>
              </a:solidFill>
              <a:round/>
              <a:headEnd/>
              <a:tailEnd/>
            </a:ln>
          </p:spPr>
          <p:txBody>
            <a:bodyPr/>
            <a:lstStyle/>
            <a:p>
              <a:endParaRPr lang="ko-KR" altLang="en-US"/>
            </a:p>
          </p:txBody>
        </p:sp>
        <p:sp>
          <p:nvSpPr>
            <p:cNvPr id="440524" name="Freeform 496">
              <a:extLst>
                <a:ext uri="{FF2B5EF4-FFF2-40B4-BE49-F238E27FC236}">
                  <a16:creationId xmlns:a16="http://schemas.microsoft.com/office/drawing/2014/main" id="{D37F950C-C8F3-64BE-66FB-4BB3949580E3}"/>
                </a:ext>
              </a:extLst>
            </p:cNvPr>
            <p:cNvSpPr>
              <a:spLocks/>
            </p:cNvSpPr>
            <p:nvPr/>
          </p:nvSpPr>
          <p:spPr bwMode="auto">
            <a:xfrm>
              <a:off x="2887" y="486"/>
              <a:ext cx="8" cy="23"/>
            </a:xfrm>
            <a:custGeom>
              <a:avLst/>
              <a:gdLst>
                <a:gd name="T0" fmla="*/ 0 w 110"/>
                <a:gd name="T1" fmla="*/ 0 h 279"/>
                <a:gd name="T2" fmla="*/ 0 w 110"/>
                <a:gd name="T3" fmla="*/ 0 h 279"/>
                <a:gd name="T4" fmla="*/ 0 w 110"/>
                <a:gd name="T5" fmla="*/ 0 h 279"/>
                <a:gd name="T6" fmla="*/ 0 w 110"/>
                <a:gd name="T7" fmla="*/ 0 h 279"/>
                <a:gd name="T8" fmla="*/ 0 w 110"/>
                <a:gd name="T9" fmla="*/ 0 h 279"/>
                <a:gd name="T10" fmla="*/ 0 w 110"/>
                <a:gd name="T11" fmla="*/ 0 h 279"/>
                <a:gd name="T12" fmla="*/ 0 w 110"/>
                <a:gd name="T13" fmla="*/ 0 h 279"/>
                <a:gd name="T14" fmla="*/ 0 w 110"/>
                <a:gd name="T15" fmla="*/ 0 h 279"/>
                <a:gd name="T16" fmla="*/ 0 w 110"/>
                <a:gd name="T17" fmla="*/ 0 h 279"/>
                <a:gd name="T18" fmla="*/ 0 w 110"/>
                <a:gd name="T19" fmla="*/ 0 h 279"/>
                <a:gd name="T20" fmla="*/ 0 w 110"/>
                <a:gd name="T21" fmla="*/ 0 h 279"/>
                <a:gd name="T22" fmla="*/ 0 w 110"/>
                <a:gd name="T23" fmla="*/ 0 h 2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0" h="279">
                  <a:moveTo>
                    <a:pt x="0" y="274"/>
                  </a:moveTo>
                  <a:lnTo>
                    <a:pt x="0" y="204"/>
                  </a:lnTo>
                  <a:lnTo>
                    <a:pt x="23" y="117"/>
                  </a:lnTo>
                  <a:lnTo>
                    <a:pt x="0" y="70"/>
                  </a:lnTo>
                  <a:lnTo>
                    <a:pt x="46" y="0"/>
                  </a:lnTo>
                  <a:lnTo>
                    <a:pt x="93" y="70"/>
                  </a:lnTo>
                  <a:lnTo>
                    <a:pt x="110" y="117"/>
                  </a:lnTo>
                  <a:lnTo>
                    <a:pt x="70" y="187"/>
                  </a:lnTo>
                  <a:lnTo>
                    <a:pt x="70" y="250"/>
                  </a:lnTo>
                  <a:lnTo>
                    <a:pt x="93" y="279"/>
                  </a:lnTo>
                  <a:lnTo>
                    <a:pt x="40" y="274"/>
                  </a:lnTo>
                  <a:lnTo>
                    <a:pt x="0" y="274"/>
                  </a:lnTo>
                  <a:close/>
                </a:path>
              </a:pathLst>
            </a:custGeom>
            <a:solidFill>
              <a:srgbClr val="FFFFFF"/>
            </a:solidFill>
            <a:ln w="9525">
              <a:solidFill>
                <a:srgbClr val="000000"/>
              </a:solidFill>
              <a:round/>
              <a:headEnd/>
              <a:tailEnd/>
            </a:ln>
          </p:spPr>
          <p:txBody>
            <a:bodyPr/>
            <a:lstStyle/>
            <a:p>
              <a:endParaRPr lang="ko-KR" altLang="en-US"/>
            </a:p>
          </p:txBody>
        </p:sp>
        <p:sp>
          <p:nvSpPr>
            <p:cNvPr id="440525" name="Freeform 497">
              <a:extLst>
                <a:ext uri="{FF2B5EF4-FFF2-40B4-BE49-F238E27FC236}">
                  <a16:creationId xmlns:a16="http://schemas.microsoft.com/office/drawing/2014/main" id="{99464C0E-CFE9-5637-ECEF-335E91804E55}"/>
                </a:ext>
              </a:extLst>
            </p:cNvPr>
            <p:cNvSpPr>
              <a:spLocks/>
            </p:cNvSpPr>
            <p:nvPr/>
          </p:nvSpPr>
          <p:spPr bwMode="auto">
            <a:xfrm>
              <a:off x="2963" y="300"/>
              <a:ext cx="592" cy="328"/>
            </a:xfrm>
            <a:custGeom>
              <a:avLst/>
              <a:gdLst>
                <a:gd name="T0" fmla="*/ 0 w 7782"/>
                <a:gd name="T1" fmla="*/ 0 h 4078"/>
                <a:gd name="T2" fmla="*/ 0 w 7782"/>
                <a:gd name="T3" fmla="*/ 0 h 4078"/>
                <a:gd name="T4" fmla="*/ 0 w 7782"/>
                <a:gd name="T5" fmla="*/ 0 h 4078"/>
                <a:gd name="T6" fmla="*/ 0 w 7782"/>
                <a:gd name="T7" fmla="*/ 0 h 4078"/>
                <a:gd name="T8" fmla="*/ 0 w 7782"/>
                <a:gd name="T9" fmla="*/ 0 h 4078"/>
                <a:gd name="T10" fmla="*/ 0 w 7782"/>
                <a:gd name="T11" fmla="*/ 0 h 4078"/>
                <a:gd name="T12" fmla="*/ 0 w 7782"/>
                <a:gd name="T13" fmla="*/ 0 h 4078"/>
                <a:gd name="T14" fmla="*/ 0 w 7782"/>
                <a:gd name="T15" fmla="*/ 0 h 4078"/>
                <a:gd name="T16" fmla="*/ 0 w 7782"/>
                <a:gd name="T17" fmla="*/ 0 h 4078"/>
                <a:gd name="T18" fmla="*/ 0 w 7782"/>
                <a:gd name="T19" fmla="*/ 0 h 4078"/>
                <a:gd name="T20" fmla="*/ 0 w 7782"/>
                <a:gd name="T21" fmla="*/ 0 h 4078"/>
                <a:gd name="T22" fmla="*/ 0 w 7782"/>
                <a:gd name="T23" fmla="*/ 0 h 4078"/>
                <a:gd name="T24" fmla="*/ 0 w 7782"/>
                <a:gd name="T25" fmla="*/ 0 h 4078"/>
                <a:gd name="T26" fmla="*/ 0 w 7782"/>
                <a:gd name="T27" fmla="*/ 0 h 4078"/>
                <a:gd name="T28" fmla="*/ 0 w 7782"/>
                <a:gd name="T29" fmla="*/ 0 h 4078"/>
                <a:gd name="T30" fmla="*/ 0 w 7782"/>
                <a:gd name="T31" fmla="*/ 0 h 4078"/>
                <a:gd name="T32" fmla="*/ 0 w 7782"/>
                <a:gd name="T33" fmla="*/ 0 h 4078"/>
                <a:gd name="T34" fmla="*/ 0 w 7782"/>
                <a:gd name="T35" fmla="*/ 0 h 4078"/>
                <a:gd name="T36" fmla="*/ 0 w 7782"/>
                <a:gd name="T37" fmla="*/ 0 h 4078"/>
                <a:gd name="T38" fmla="*/ 0 w 7782"/>
                <a:gd name="T39" fmla="*/ 0 h 4078"/>
                <a:gd name="T40" fmla="*/ 0 w 7782"/>
                <a:gd name="T41" fmla="*/ 0 h 4078"/>
                <a:gd name="T42" fmla="*/ 0 w 7782"/>
                <a:gd name="T43" fmla="*/ 0 h 4078"/>
                <a:gd name="T44" fmla="*/ 0 w 7782"/>
                <a:gd name="T45" fmla="*/ 0 h 4078"/>
                <a:gd name="T46" fmla="*/ 0 w 7782"/>
                <a:gd name="T47" fmla="*/ 0 h 4078"/>
                <a:gd name="T48" fmla="*/ 0 w 7782"/>
                <a:gd name="T49" fmla="*/ 0 h 4078"/>
                <a:gd name="T50" fmla="*/ 0 w 7782"/>
                <a:gd name="T51" fmla="*/ 0 h 4078"/>
                <a:gd name="T52" fmla="*/ 0 w 7782"/>
                <a:gd name="T53" fmla="*/ 0 h 4078"/>
                <a:gd name="T54" fmla="*/ 0 w 7782"/>
                <a:gd name="T55" fmla="*/ 0 h 4078"/>
                <a:gd name="T56" fmla="*/ 0 w 7782"/>
                <a:gd name="T57" fmla="*/ 0 h 4078"/>
                <a:gd name="T58" fmla="*/ 0 w 7782"/>
                <a:gd name="T59" fmla="*/ 0 h 4078"/>
                <a:gd name="T60" fmla="*/ 0 w 7782"/>
                <a:gd name="T61" fmla="*/ 0 h 4078"/>
                <a:gd name="T62" fmla="*/ 0 w 7782"/>
                <a:gd name="T63" fmla="*/ 0 h 4078"/>
                <a:gd name="T64" fmla="*/ 0 w 7782"/>
                <a:gd name="T65" fmla="*/ 0 h 4078"/>
                <a:gd name="T66" fmla="*/ 0 w 7782"/>
                <a:gd name="T67" fmla="*/ 0 h 4078"/>
                <a:gd name="T68" fmla="*/ 0 w 7782"/>
                <a:gd name="T69" fmla="*/ 0 h 4078"/>
                <a:gd name="T70" fmla="*/ 0 w 7782"/>
                <a:gd name="T71" fmla="*/ 0 h 4078"/>
                <a:gd name="T72" fmla="*/ 0 w 7782"/>
                <a:gd name="T73" fmla="*/ 0 h 4078"/>
                <a:gd name="T74" fmla="*/ 0 w 7782"/>
                <a:gd name="T75" fmla="*/ 0 h 4078"/>
                <a:gd name="T76" fmla="*/ 0 w 7782"/>
                <a:gd name="T77" fmla="*/ 0 h 4078"/>
                <a:gd name="T78" fmla="*/ 0 w 7782"/>
                <a:gd name="T79" fmla="*/ 0 h 4078"/>
                <a:gd name="T80" fmla="*/ 0 w 7782"/>
                <a:gd name="T81" fmla="*/ 0 h 4078"/>
                <a:gd name="T82" fmla="*/ 0 w 7782"/>
                <a:gd name="T83" fmla="*/ 0 h 4078"/>
                <a:gd name="T84" fmla="*/ 0 w 7782"/>
                <a:gd name="T85" fmla="*/ 0 h 4078"/>
                <a:gd name="T86" fmla="*/ 0 w 7782"/>
                <a:gd name="T87" fmla="*/ 0 h 4078"/>
                <a:gd name="T88" fmla="*/ 0 w 7782"/>
                <a:gd name="T89" fmla="*/ 0 h 4078"/>
                <a:gd name="T90" fmla="*/ 0 w 7782"/>
                <a:gd name="T91" fmla="*/ 0 h 4078"/>
                <a:gd name="T92" fmla="*/ 0 w 7782"/>
                <a:gd name="T93" fmla="*/ 0 h 4078"/>
                <a:gd name="T94" fmla="*/ 0 w 7782"/>
                <a:gd name="T95" fmla="*/ 0 h 40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782" h="4078">
                  <a:moveTo>
                    <a:pt x="146" y="1887"/>
                  </a:moveTo>
                  <a:lnTo>
                    <a:pt x="116" y="1981"/>
                  </a:lnTo>
                  <a:lnTo>
                    <a:pt x="29" y="2004"/>
                  </a:lnTo>
                  <a:lnTo>
                    <a:pt x="46" y="2044"/>
                  </a:lnTo>
                  <a:lnTo>
                    <a:pt x="87" y="2114"/>
                  </a:lnTo>
                  <a:lnTo>
                    <a:pt x="58" y="2138"/>
                  </a:lnTo>
                  <a:lnTo>
                    <a:pt x="41" y="2155"/>
                  </a:lnTo>
                  <a:lnTo>
                    <a:pt x="0" y="2183"/>
                  </a:lnTo>
                  <a:lnTo>
                    <a:pt x="46" y="2288"/>
                  </a:lnTo>
                  <a:lnTo>
                    <a:pt x="0" y="2410"/>
                  </a:lnTo>
                  <a:lnTo>
                    <a:pt x="34" y="2434"/>
                  </a:lnTo>
                  <a:lnTo>
                    <a:pt x="146" y="2486"/>
                  </a:lnTo>
                  <a:lnTo>
                    <a:pt x="215" y="2497"/>
                  </a:lnTo>
                  <a:lnTo>
                    <a:pt x="238" y="2544"/>
                  </a:lnTo>
                  <a:lnTo>
                    <a:pt x="285" y="2562"/>
                  </a:lnTo>
                  <a:lnTo>
                    <a:pt x="308" y="2631"/>
                  </a:lnTo>
                  <a:lnTo>
                    <a:pt x="273" y="2724"/>
                  </a:lnTo>
                  <a:lnTo>
                    <a:pt x="285" y="2771"/>
                  </a:lnTo>
                  <a:lnTo>
                    <a:pt x="407" y="2776"/>
                  </a:lnTo>
                  <a:lnTo>
                    <a:pt x="448" y="2840"/>
                  </a:lnTo>
                  <a:lnTo>
                    <a:pt x="494" y="2881"/>
                  </a:lnTo>
                  <a:lnTo>
                    <a:pt x="558" y="2881"/>
                  </a:lnTo>
                  <a:lnTo>
                    <a:pt x="605" y="2974"/>
                  </a:lnTo>
                  <a:lnTo>
                    <a:pt x="610" y="3027"/>
                  </a:lnTo>
                  <a:lnTo>
                    <a:pt x="622" y="3090"/>
                  </a:lnTo>
                  <a:lnTo>
                    <a:pt x="570" y="3107"/>
                  </a:lnTo>
                  <a:lnTo>
                    <a:pt x="587" y="3125"/>
                  </a:lnTo>
                  <a:lnTo>
                    <a:pt x="547" y="3149"/>
                  </a:lnTo>
                  <a:lnTo>
                    <a:pt x="622" y="3177"/>
                  </a:lnTo>
                  <a:lnTo>
                    <a:pt x="622" y="3224"/>
                  </a:lnTo>
                  <a:lnTo>
                    <a:pt x="605" y="3311"/>
                  </a:lnTo>
                  <a:lnTo>
                    <a:pt x="622" y="3381"/>
                  </a:lnTo>
                  <a:lnTo>
                    <a:pt x="692" y="3427"/>
                  </a:lnTo>
                  <a:lnTo>
                    <a:pt x="784" y="3473"/>
                  </a:lnTo>
                  <a:lnTo>
                    <a:pt x="831" y="3561"/>
                  </a:lnTo>
                  <a:lnTo>
                    <a:pt x="831" y="3583"/>
                  </a:lnTo>
                  <a:lnTo>
                    <a:pt x="918" y="3607"/>
                  </a:lnTo>
                  <a:lnTo>
                    <a:pt x="976" y="3729"/>
                  </a:lnTo>
                  <a:lnTo>
                    <a:pt x="1006" y="3752"/>
                  </a:lnTo>
                  <a:lnTo>
                    <a:pt x="1035" y="3752"/>
                  </a:lnTo>
                  <a:lnTo>
                    <a:pt x="1087" y="3845"/>
                  </a:lnTo>
                  <a:lnTo>
                    <a:pt x="1220" y="3787"/>
                  </a:lnTo>
                  <a:lnTo>
                    <a:pt x="1244" y="3810"/>
                  </a:lnTo>
                  <a:lnTo>
                    <a:pt x="1308" y="3700"/>
                  </a:lnTo>
                  <a:lnTo>
                    <a:pt x="1238" y="3653"/>
                  </a:lnTo>
                  <a:lnTo>
                    <a:pt x="1105" y="3404"/>
                  </a:lnTo>
                  <a:lnTo>
                    <a:pt x="1105" y="3381"/>
                  </a:lnTo>
                  <a:lnTo>
                    <a:pt x="1145" y="3247"/>
                  </a:lnTo>
                  <a:lnTo>
                    <a:pt x="1215" y="3247"/>
                  </a:lnTo>
                  <a:lnTo>
                    <a:pt x="1285" y="3247"/>
                  </a:lnTo>
                  <a:lnTo>
                    <a:pt x="1395" y="3177"/>
                  </a:lnTo>
                  <a:lnTo>
                    <a:pt x="1465" y="3247"/>
                  </a:lnTo>
                  <a:lnTo>
                    <a:pt x="1442" y="3311"/>
                  </a:lnTo>
                  <a:lnTo>
                    <a:pt x="1372" y="3311"/>
                  </a:lnTo>
                  <a:lnTo>
                    <a:pt x="1349" y="3381"/>
                  </a:lnTo>
                  <a:lnTo>
                    <a:pt x="1349" y="3473"/>
                  </a:lnTo>
                  <a:lnTo>
                    <a:pt x="1581" y="3630"/>
                  </a:lnTo>
                  <a:lnTo>
                    <a:pt x="1557" y="3677"/>
                  </a:lnTo>
                  <a:lnTo>
                    <a:pt x="1487" y="3677"/>
                  </a:lnTo>
                  <a:lnTo>
                    <a:pt x="1557" y="3787"/>
                  </a:lnTo>
                  <a:lnTo>
                    <a:pt x="1552" y="3904"/>
                  </a:lnTo>
                  <a:lnTo>
                    <a:pt x="1616" y="3874"/>
                  </a:lnTo>
                  <a:lnTo>
                    <a:pt x="1761" y="3880"/>
                  </a:lnTo>
                  <a:lnTo>
                    <a:pt x="1871" y="3904"/>
                  </a:lnTo>
                  <a:lnTo>
                    <a:pt x="1935" y="3962"/>
                  </a:lnTo>
                  <a:lnTo>
                    <a:pt x="1970" y="4043"/>
                  </a:lnTo>
                  <a:lnTo>
                    <a:pt x="2028" y="4078"/>
                  </a:lnTo>
                  <a:lnTo>
                    <a:pt x="2115" y="4031"/>
                  </a:lnTo>
                  <a:lnTo>
                    <a:pt x="2174" y="3974"/>
                  </a:lnTo>
                  <a:lnTo>
                    <a:pt x="2284" y="3904"/>
                  </a:lnTo>
                  <a:lnTo>
                    <a:pt x="2394" y="3927"/>
                  </a:lnTo>
                  <a:lnTo>
                    <a:pt x="2499" y="3880"/>
                  </a:lnTo>
                  <a:lnTo>
                    <a:pt x="2540" y="3921"/>
                  </a:lnTo>
                  <a:lnTo>
                    <a:pt x="2720" y="3880"/>
                  </a:lnTo>
                  <a:lnTo>
                    <a:pt x="2668" y="3764"/>
                  </a:lnTo>
                  <a:lnTo>
                    <a:pt x="2790" y="3677"/>
                  </a:lnTo>
                  <a:lnTo>
                    <a:pt x="2865" y="3677"/>
                  </a:lnTo>
                  <a:lnTo>
                    <a:pt x="3017" y="3508"/>
                  </a:lnTo>
                  <a:lnTo>
                    <a:pt x="2987" y="3357"/>
                  </a:lnTo>
                  <a:lnTo>
                    <a:pt x="3086" y="3329"/>
                  </a:lnTo>
                  <a:lnTo>
                    <a:pt x="3057" y="3264"/>
                  </a:lnTo>
                  <a:lnTo>
                    <a:pt x="3115" y="3184"/>
                  </a:lnTo>
                  <a:lnTo>
                    <a:pt x="3266" y="3114"/>
                  </a:lnTo>
                  <a:lnTo>
                    <a:pt x="3289" y="3015"/>
                  </a:lnTo>
                  <a:lnTo>
                    <a:pt x="3366" y="2968"/>
                  </a:lnTo>
                  <a:lnTo>
                    <a:pt x="3545" y="2852"/>
                  </a:lnTo>
                  <a:lnTo>
                    <a:pt x="3610" y="2846"/>
                  </a:lnTo>
                  <a:lnTo>
                    <a:pt x="3732" y="2922"/>
                  </a:lnTo>
                  <a:lnTo>
                    <a:pt x="3824" y="2893"/>
                  </a:lnTo>
                  <a:lnTo>
                    <a:pt x="3912" y="2748"/>
                  </a:lnTo>
                  <a:lnTo>
                    <a:pt x="3987" y="2741"/>
                  </a:lnTo>
                  <a:lnTo>
                    <a:pt x="4034" y="2806"/>
                  </a:lnTo>
                  <a:lnTo>
                    <a:pt x="4091" y="2881"/>
                  </a:lnTo>
                  <a:lnTo>
                    <a:pt x="4156" y="2875"/>
                  </a:lnTo>
                  <a:lnTo>
                    <a:pt x="4278" y="2823"/>
                  </a:lnTo>
                  <a:lnTo>
                    <a:pt x="4393" y="2905"/>
                  </a:lnTo>
                  <a:lnTo>
                    <a:pt x="4620" y="2881"/>
                  </a:lnTo>
                  <a:lnTo>
                    <a:pt x="4690" y="2794"/>
                  </a:lnTo>
                  <a:lnTo>
                    <a:pt x="4784" y="2840"/>
                  </a:lnTo>
                  <a:lnTo>
                    <a:pt x="4871" y="2840"/>
                  </a:lnTo>
                  <a:lnTo>
                    <a:pt x="4986" y="2765"/>
                  </a:lnTo>
                  <a:lnTo>
                    <a:pt x="4986" y="2631"/>
                  </a:lnTo>
                  <a:lnTo>
                    <a:pt x="5010" y="2562"/>
                  </a:lnTo>
                  <a:lnTo>
                    <a:pt x="4951" y="2544"/>
                  </a:lnTo>
                  <a:lnTo>
                    <a:pt x="5045" y="2497"/>
                  </a:lnTo>
                  <a:lnTo>
                    <a:pt x="5190" y="2457"/>
                  </a:lnTo>
                  <a:lnTo>
                    <a:pt x="5283" y="2515"/>
                  </a:lnTo>
                  <a:lnTo>
                    <a:pt x="5307" y="2654"/>
                  </a:lnTo>
                  <a:lnTo>
                    <a:pt x="5440" y="2811"/>
                  </a:lnTo>
                  <a:lnTo>
                    <a:pt x="5568" y="2818"/>
                  </a:lnTo>
                  <a:lnTo>
                    <a:pt x="5603" y="2846"/>
                  </a:lnTo>
                  <a:lnTo>
                    <a:pt x="5621" y="2905"/>
                  </a:lnTo>
                  <a:lnTo>
                    <a:pt x="5736" y="2945"/>
                  </a:lnTo>
                  <a:lnTo>
                    <a:pt x="5853" y="2881"/>
                  </a:lnTo>
                  <a:lnTo>
                    <a:pt x="5888" y="2985"/>
                  </a:lnTo>
                  <a:lnTo>
                    <a:pt x="5823" y="3172"/>
                  </a:lnTo>
                  <a:lnTo>
                    <a:pt x="5754" y="3154"/>
                  </a:lnTo>
                  <a:lnTo>
                    <a:pt x="5731" y="3247"/>
                  </a:lnTo>
                  <a:lnTo>
                    <a:pt x="5829" y="3334"/>
                  </a:lnTo>
                  <a:lnTo>
                    <a:pt x="5853" y="3404"/>
                  </a:lnTo>
                  <a:lnTo>
                    <a:pt x="5916" y="3357"/>
                  </a:lnTo>
                  <a:lnTo>
                    <a:pt x="6097" y="3107"/>
                  </a:lnTo>
                  <a:lnTo>
                    <a:pt x="6143" y="2474"/>
                  </a:lnTo>
                  <a:lnTo>
                    <a:pt x="6080" y="2451"/>
                  </a:lnTo>
                  <a:lnTo>
                    <a:pt x="6080" y="2312"/>
                  </a:lnTo>
                  <a:lnTo>
                    <a:pt x="5986" y="2271"/>
                  </a:lnTo>
                  <a:lnTo>
                    <a:pt x="5829" y="2340"/>
                  </a:lnTo>
                  <a:lnTo>
                    <a:pt x="5806" y="2225"/>
                  </a:lnTo>
                  <a:lnTo>
                    <a:pt x="5713" y="2201"/>
                  </a:lnTo>
                  <a:lnTo>
                    <a:pt x="5829" y="1929"/>
                  </a:lnTo>
                  <a:lnTo>
                    <a:pt x="5829" y="1749"/>
                  </a:lnTo>
                  <a:lnTo>
                    <a:pt x="5893" y="1679"/>
                  </a:lnTo>
                  <a:lnTo>
                    <a:pt x="6097" y="1632"/>
                  </a:lnTo>
                  <a:lnTo>
                    <a:pt x="6190" y="1562"/>
                  </a:lnTo>
                  <a:lnTo>
                    <a:pt x="6329" y="1545"/>
                  </a:lnTo>
                  <a:lnTo>
                    <a:pt x="6306" y="1632"/>
                  </a:lnTo>
                  <a:lnTo>
                    <a:pt x="6416" y="1592"/>
                  </a:lnTo>
                  <a:lnTo>
                    <a:pt x="6486" y="1516"/>
                  </a:lnTo>
                  <a:lnTo>
                    <a:pt x="6439" y="1475"/>
                  </a:lnTo>
                  <a:lnTo>
                    <a:pt x="6486" y="1249"/>
                  </a:lnTo>
                  <a:lnTo>
                    <a:pt x="6579" y="1202"/>
                  </a:lnTo>
                  <a:lnTo>
                    <a:pt x="6620" y="1266"/>
                  </a:lnTo>
                  <a:lnTo>
                    <a:pt x="6643" y="1266"/>
                  </a:lnTo>
                  <a:lnTo>
                    <a:pt x="6713" y="1062"/>
                  </a:lnTo>
                  <a:lnTo>
                    <a:pt x="6736" y="1062"/>
                  </a:lnTo>
                  <a:lnTo>
                    <a:pt x="6783" y="1226"/>
                  </a:lnTo>
                  <a:lnTo>
                    <a:pt x="6806" y="1266"/>
                  </a:lnTo>
                  <a:lnTo>
                    <a:pt x="6760" y="1383"/>
                  </a:lnTo>
                  <a:lnTo>
                    <a:pt x="6713" y="1609"/>
                  </a:lnTo>
                  <a:lnTo>
                    <a:pt x="6666" y="1725"/>
                  </a:lnTo>
                  <a:lnTo>
                    <a:pt x="6666" y="1929"/>
                  </a:lnTo>
                  <a:lnTo>
                    <a:pt x="6783" y="2248"/>
                  </a:lnTo>
                  <a:lnTo>
                    <a:pt x="6870" y="2312"/>
                  </a:lnTo>
                  <a:lnTo>
                    <a:pt x="6940" y="2474"/>
                  </a:lnTo>
                  <a:lnTo>
                    <a:pt x="7009" y="2312"/>
                  </a:lnTo>
                  <a:lnTo>
                    <a:pt x="7009" y="2201"/>
                  </a:lnTo>
                  <a:lnTo>
                    <a:pt x="7056" y="2178"/>
                  </a:lnTo>
                  <a:lnTo>
                    <a:pt x="7032" y="2091"/>
                  </a:lnTo>
                  <a:lnTo>
                    <a:pt x="7056" y="2021"/>
                  </a:lnTo>
                  <a:lnTo>
                    <a:pt x="6986" y="1887"/>
                  </a:lnTo>
                  <a:lnTo>
                    <a:pt x="7009" y="1795"/>
                  </a:lnTo>
                  <a:lnTo>
                    <a:pt x="6986" y="1632"/>
                  </a:lnTo>
                  <a:lnTo>
                    <a:pt x="6917" y="1679"/>
                  </a:lnTo>
                  <a:lnTo>
                    <a:pt x="6893" y="1428"/>
                  </a:lnTo>
                  <a:lnTo>
                    <a:pt x="6893" y="1383"/>
                  </a:lnTo>
                  <a:lnTo>
                    <a:pt x="7009" y="1289"/>
                  </a:lnTo>
                  <a:lnTo>
                    <a:pt x="7125" y="1249"/>
                  </a:lnTo>
                  <a:lnTo>
                    <a:pt x="7212" y="1359"/>
                  </a:lnTo>
                  <a:lnTo>
                    <a:pt x="7282" y="952"/>
                  </a:lnTo>
                  <a:lnTo>
                    <a:pt x="7439" y="860"/>
                  </a:lnTo>
                  <a:lnTo>
                    <a:pt x="7346" y="790"/>
                  </a:lnTo>
                  <a:lnTo>
                    <a:pt x="7376" y="726"/>
                  </a:lnTo>
                  <a:lnTo>
                    <a:pt x="7259" y="726"/>
                  </a:lnTo>
                  <a:lnTo>
                    <a:pt x="7189" y="656"/>
                  </a:lnTo>
                  <a:lnTo>
                    <a:pt x="7079" y="563"/>
                  </a:lnTo>
                  <a:lnTo>
                    <a:pt x="7142" y="546"/>
                  </a:lnTo>
                  <a:lnTo>
                    <a:pt x="7189" y="563"/>
                  </a:lnTo>
                  <a:lnTo>
                    <a:pt x="7299" y="499"/>
                  </a:lnTo>
                  <a:lnTo>
                    <a:pt x="7236" y="452"/>
                  </a:lnTo>
                  <a:lnTo>
                    <a:pt x="7212" y="337"/>
                  </a:lnTo>
                  <a:lnTo>
                    <a:pt x="7282" y="384"/>
                  </a:lnTo>
                  <a:lnTo>
                    <a:pt x="7463" y="406"/>
                  </a:lnTo>
                  <a:lnTo>
                    <a:pt x="7533" y="476"/>
                  </a:lnTo>
                  <a:lnTo>
                    <a:pt x="7690" y="452"/>
                  </a:lnTo>
                  <a:lnTo>
                    <a:pt x="7782" y="360"/>
                  </a:lnTo>
                  <a:lnTo>
                    <a:pt x="7596" y="337"/>
                  </a:lnTo>
                  <a:lnTo>
                    <a:pt x="7666" y="203"/>
                  </a:lnTo>
                  <a:lnTo>
                    <a:pt x="7533" y="116"/>
                  </a:lnTo>
                  <a:lnTo>
                    <a:pt x="7393" y="180"/>
                  </a:lnTo>
                  <a:lnTo>
                    <a:pt x="7259" y="70"/>
                  </a:lnTo>
                  <a:lnTo>
                    <a:pt x="7166" y="23"/>
                  </a:lnTo>
                  <a:lnTo>
                    <a:pt x="7125" y="46"/>
                  </a:lnTo>
                  <a:lnTo>
                    <a:pt x="7056" y="0"/>
                  </a:lnTo>
                  <a:lnTo>
                    <a:pt x="1308" y="2724"/>
                  </a:lnTo>
                  <a:lnTo>
                    <a:pt x="146" y="1887"/>
                  </a:lnTo>
                  <a:close/>
                </a:path>
              </a:pathLst>
            </a:custGeom>
            <a:solidFill>
              <a:srgbClr val="FFFFFF"/>
            </a:solidFill>
            <a:ln w="9525">
              <a:solidFill>
                <a:srgbClr val="000000"/>
              </a:solidFill>
              <a:round/>
              <a:headEnd/>
              <a:tailEnd/>
            </a:ln>
          </p:spPr>
          <p:txBody>
            <a:bodyPr/>
            <a:lstStyle/>
            <a:p>
              <a:endParaRPr lang="ko-KR" altLang="en-US"/>
            </a:p>
          </p:txBody>
        </p:sp>
        <p:sp>
          <p:nvSpPr>
            <p:cNvPr id="440526" name="Freeform 498">
              <a:extLst>
                <a:ext uri="{FF2B5EF4-FFF2-40B4-BE49-F238E27FC236}">
                  <a16:creationId xmlns:a16="http://schemas.microsoft.com/office/drawing/2014/main" id="{1C49A7E4-B800-87C0-4609-C7FA1BB35828}"/>
                </a:ext>
              </a:extLst>
            </p:cNvPr>
            <p:cNvSpPr>
              <a:spLocks/>
            </p:cNvSpPr>
            <p:nvPr/>
          </p:nvSpPr>
          <p:spPr bwMode="auto">
            <a:xfrm>
              <a:off x="2956" y="267"/>
              <a:ext cx="543" cy="251"/>
            </a:xfrm>
            <a:custGeom>
              <a:avLst/>
              <a:gdLst>
                <a:gd name="T0" fmla="*/ 0 w 7160"/>
                <a:gd name="T1" fmla="*/ 0 h 3125"/>
                <a:gd name="T2" fmla="*/ 0 w 7160"/>
                <a:gd name="T3" fmla="*/ 0 h 3125"/>
                <a:gd name="T4" fmla="*/ 0 w 7160"/>
                <a:gd name="T5" fmla="*/ 0 h 3125"/>
                <a:gd name="T6" fmla="*/ 0 w 7160"/>
                <a:gd name="T7" fmla="*/ 0 h 3125"/>
                <a:gd name="T8" fmla="*/ 0 w 7160"/>
                <a:gd name="T9" fmla="*/ 0 h 3125"/>
                <a:gd name="T10" fmla="*/ 0 w 7160"/>
                <a:gd name="T11" fmla="*/ 0 h 3125"/>
                <a:gd name="T12" fmla="*/ 0 w 7160"/>
                <a:gd name="T13" fmla="*/ 0 h 3125"/>
                <a:gd name="T14" fmla="*/ 0 w 7160"/>
                <a:gd name="T15" fmla="*/ 0 h 3125"/>
                <a:gd name="T16" fmla="*/ 0 w 7160"/>
                <a:gd name="T17" fmla="*/ 0 h 3125"/>
                <a:gd name="T18" fmla="*/ 0 w 7160"/>
                <a:gd name="T19" fmla="*/ 0 h 3125"/>
                <a:gd name="T20" fmla="*/ 0 w 7160"/>
                <a:gd name="T21" fmla="*/ 0 h 3125"/>
                <a:gd name="T22" fmla="*/ 0 w 7160"/>
                <a:gd name="T23" fmla="*/ 0 h 3125"/>
                <a:gd name="T24" fmla="*/ 0 w 7160"/>
                <a:gd name="T25" fmla="*/ 0 h 3125"/>
                <a:gd name="T26" fmla="*/ 0 w 7160"/>
                <a:gd name="T27" fmla="*/ 0 h 3125"/>
                <a:gd name="T28" fmla="*/ 0 w 7160"/>
                <a:gd name="T29" fmla="*/ 0 h 3125"/>
                <a:gd name="T30" fmla="*/ 0 w 7160"/>
                <a:gd name="T31" fmla="*/ 0 h 3125"/>
                <a:gd name="T32" fmla="*/ 0 w 7160"/>
                <a:gd name="T33" fmla="*/ 0 h 3125"/>
                <a:gd name="T34" fmla="*/ 0 w 7160"/>
                <a:gd name="T35" fmla="*/ 0 h 3125"/>
                <a:gd name="T36" fmla="*/ 0 w 7160"/>
                <a:gd name="T37" fmla="*/ 0 h 3125"/>
                <a:gd name="T38" fmla="*/ 0 w 7160"/>
                <a:gd name="T39" fmla="*/ 0 h 3125"/>
                <a:gd name="T40" fmla="*/ 0 w 7160"/>
                <a:gd name="T41" fmla="*/ 0 h 3125"/>
                <a:gd name="T42" fmla="*/ 0 w 7160"/>
                <a:gd name="T43" fmla="*/ 0 h 3125"/>
                <a:gd name="T44" fmla="*/ 0 w 7160"/>
                <a:gd name="T45" fmla="*/ 0 h 3125"/>
                <a:gd name="T46" fmla="*/ 0 w 7160"/>
                <a:gd name="T47" fmla="*/ 0 h 3125"/>
                <a:gd name="T48" fmla="*/ 0 w 7160"/>
                <a:gd name="T49" fmla="*/ 0 h 3125"/>
                <a:gd name="T50" fmla="*/ 0 w 7160"/>
                <a:gd name="T51" fmla="*/ 0 h 3125"/>
                <a:gd name="T52" fmla="*/ 0 w 7160"/>
                <a:gd name="T53" fmla="*/ 0 h 3125"/>
                <a:gd name="T54" fmla="*/ 0 w 7160"/>
                <a:gd name="T55" fmla="*/ 0 h 3125"/>
                <a:gd name="T56" fmla="*/ 0 w 7160"/>
                <a:gd name="T57" fmla="*/ 0 h 3125"/>
                <a:gd name="T58" fmla="*/ 0 w 7160"/>
                <a:gd name="T59" fmla="*/ 0 h 3125"/>
                <a:gd name="T60" fmla="*/ 0 w 7160"/>
                <a:gd name="T61" fmla="*/ 0 h 3125"/>
                <a:gd name="T62" fmla="*/ 0 w 7160"/>
                <a:gd name="T63" fmla="*/ 0 h 3125"/>
                <a:gd name="T64" fmla="*/ 0 w 7160"/>
                <a:gd name="T65" fmla="*/ 0 h 3125"/>
                <a:gd name="T66" fmla="*/ 0 w 7160"/>
                <a:gd name="T67" fmla="*/ 0 h 3125"/>
                <a:gd name="T68" fmla="*/ 0 w 7160"/>
                <a:gd name="T69" fmla="*/ 0 h 3125"/>
                <a:gd name="T70" fmla="*/ 0 w 7160"/>
                <a:gd name="T71" fmla="*/ 0 h 3125"/>
                <a:gd name="T72" fmla="*/ 0 w 7160"/>
                <a:gd name="T73" fmla="*/ 0 h 3125"/>
                <a:gd name="T74" fmla="*/ 0 w 7160"/>
                <a:gd name="T75" fmla="*/ 0 h 3125"/>
                <a:gd name="T76" fmla="*/ 0 w 7160"/>
                <a:gd name="T77" fmla="*/ 0 h 3125"/>
                <a:gd name="T78" fmla="*/ 0 w 7160"/>
                <a:gd name="T79" fmla="*/ 0 h 3125"/>
                <a:gd name="T80" fmla="*/ 0 w 7160"/>
                <a:gd name="T81" fmla="*/ 0 h 3125"/>
                <a:gd name="T82" fmla="*/ 0 w 7160"/>
                <a:gd name="T83" fmla="*/ 0 h 3125"/>
                <a:gd name="T84" fmla="*/ 0 w 7160"/>
                <a:gd name="T85" fmla="*/ 0 h 3125"/>
                <a:gd name="T86" fmla="*/ 0 w 7160"/>
                <a:gd name="T87" fmla="*/ 0 h 3125"/>
                <a:gd name="T88" fmla="*/ 0 w 7160"/>
                <a:gd name="T89" fmla="*/ 0 h 3125"/>
                <a:gd name="T90" fmla="*/ 0 w 7160"/>
                <a:gd name="T91" fmla="*/ 0 h 3125"/>
                <a:gd name="T92" fmla="*/ 0 w 7160"/>
                <a:gd name="T93" fmla="*/ 0 h 3125"/>
                <a:gd name="T94" fmla="*/ 0 w 7160"/>
                <a:gd name="T95" fmla="*/ 0 h 3125"/>
                <a:gd name="T96" fmla="*/ 0 w 7160"/>
                <a:gd name="T97" fmla="*/ 0 h 3125"/>
                <a:gd name="T98" fmla="*/ 0 w 7160"/>
                <a:gd name="T99" fmla="*/ 0 h 3125"/>
                <a:gd name="T100" fmla="*/ 0 w 7160"/>
                <a:gd name="T101" fmla="*/ 0 h 3125"/>
                <a:gd name="T102" fmla="*/ 0 w 7160"/>
                <a:gd name="T103" fmla="*/ 0 h 3125"/>
                <a:gd name="T104" fmla="*/ 0 w 7160"/>
                <a:gd name="T105" fmla="*/ 0 h 3125"/>
                <a:gd name="T106" fmla="*/ 0 w 7160"/>
                <a:gd name="T107" fmla="*/ 0 h 3125"/>
                <a:gd name="T108" fmla="*/ 0 w 7160"/>
                <a:gd name="T109" fmla="*/ 0 h 3125"/>
                <a:gd name="T110" fmla="*/ 0 w 7160"/>
                <a:gd name="T111" fmla="*/ 0 h 3125"/>
                <a:gd name="T112" fmla="*/ 0 w 7160"/>
                <a:gd name="T113" fmla="*/ 0 h 3125"/>
                <a:gd name="T114" fmla="*/ 0 w 7160"/>
                <a:gd name="T115" fmla="*/ 0 h 31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160" h="3125">
                  <a:moveTo>
                    <a:pt x="7160" y="407"/>
                  </a:moveTo>
                  <a:lnTo>
                    <a:pt x="7021" y="383"/>
                  </a:lnTo>
                  <a:lnTo>
                    <a:pt x="6770" y="291"/>
                  </a:lnTo>
                  <a:lnTo>
                    <a:pt x="6590" y="291"/>
                  </a:lnTo>
                  <a:lnTo>
                    <a:pt x="6451" y="360"/>
                  </a:lnTo>
                  <a:lnTo>
                    <a:pt x="6451" y="383"/>
                  </a:lnTo>
                  <a:lnTo>
                    <a:pt x="6567" y="453"/>
                  </a:lnTo>
                  <a:lnTo>
                    <a:pt x="6567" y="523"/>
                  </a:lnTo>
                  <a:lnTo>
                    <a:pt x="6520" y="523"/>
                  </a:lnTo>
                  <a:lnTo>
                    <a:pt x="6410" y="430"/>
                  </a:lnTo>
                  <a:lnTo>
                    <a:pt x="6184" y="477"/>
                  </a:lnTo>
                  <a:lnTo>
                    <a:pt x="6137" y="587"/>
                  </a:lnTo>
                  <a:lnTo>
                    <a:pt x="6044" y="540"/>
                  </a:lnTo>
                  <a:lnTo>
                    <a:pt x="5957" y="540"/>
                  </a:lnTo>
                  <a:lnTo>
                    <a:pt x="5863" y="383"/>
                  </a:lnTo>
                  <a:lnTo>
                    <a:pt x="5638" y="383"/>
                  </a:lnTo>
                  <a:lnTo>
                    <a:pt x="5573" y="477"/>
                  </a:lnTo>
                  <a:lnTo>
                    <a:pt x="5457" y="407"/>
                  </a:lnTo>
                  <a:lnTo>
                    <a:pt x="5341" y="430"/>
                  </a:lnTo>
                  <a:lnTo>
                    <a:pt x="5364" y="313"/>
                  </a:lnTo>
                  <a:lnTo>
                    <a:pt x="5271" y="313"/>
                  </a:lnTo>
                  <a:lnTo>
                    <a:pt x="5114" y="477"/>
                  </a:lnTo>
                  <a:lnTo>
                    <a:pt x="5090" y="360"/>
                  </a:lnTo>
                  <a:lnTo>
                    <a:pt x="4957" y="360"/>
                  </a:lnTo>
                  <a:lnTo>
                    <a:pt x="4864" y="407"/>
                  </a:lnTo>
                  <a:lnTo>
                    <a:pt x="4957" y="540"/>
                  </a:lnTo>
                  <a:lnTo>
                    <a:pt x="4910" y="540"/>
                  </a:lnTo>
                  <a:lnTo>
                    <a:pt x="4910" y="587"/>
                  </a:lnTo>
                  <a:lnTo>
                    <a:pt x="4818" y="587"/>
                  </a:lnTo>
                  <a:lnTo>
                    <a:pt x="4754" y="564"/>
                  </a:lnTo>
                  <a:lnTo>
                    <a:pt x="4637" y="657"/>
                  </a:lnTo>
                  <a:lnTo>
                    <a:pt x="4661" y="744"/>
                  </a:lnTo>
                  <a:lnTo>
                    <a:pt x="4544" y="679"/>
                  </a:lnTo>
                  <a:lnTo>
                    <a:pt x="4497" y="610"/>
                  </a:lnTo>
                  <a:lnTo>
                    <a:pt x="4434" y="610"/>
                  </a:lnTo>
                  <a:lnTo>
                    <a:pt x="4434" y="564"/>
                  </a:lnTo>
                  <a:lnTo>
                    <a:pt x="4318" y="430"/>
                  </a:lnTo>
                  <a:lnTo>
                    <a:pt x="4161" y="430"/>
                  </a:lnTo>
                  <a:lnTo>
                    <a:pt x="4115" y="453"/>
                  </a:lnTo>
                  <a:lnTo>
                    <a:pt x="4138" y="523"/>
                  </a:lnTo>
                  <a:lnTo>
                    <a:pt x="3934" y="564"/>
                  </a:lnTo>
                  <a:lnTo>
                    <a:pt x="3911" y="540"/>
                  </a:lnTo>
                  <a:lnTo>
                    <a:pt x="3888" y="523"/>
                  </a:lnTo>
                  <a:lnTo>
                    <a:pt x="3731" y="564"/>
                  </a:lnTo>
                  <a:lnTo>
                    <a:pt x="3522" y="540"/>
                  </a:lnTo>
                  <a:lnTo>
                    <a:pt x="3522" y="610"/>
                  </a:lnTo>
                  <a:lnTo>
                    <a:pt x="3458" y="657"/>
                  </a:lnTo>
                  <a:lnTo>
                    <a:pt x="3388" y="744"/>
                  </a:lnTo>
                  <a:lnTo>
                    <a:pt x="3365" y="721"/>
                  </a:lnTo>
                  <a:lnTo>
                    <a:pt x="3435" y="540"/>
                  </a:lnTo>
                  <a:lnTo>
                    <a:pt x="3475" y="477"/>
                  </a:lnTo>
                  <a:lnTo>
                    <a:pt x="3475" y="407"/>
                  </a:lnTo>
                  <a:lnTo>
                    <a:pt x="3498" y="313"/>
                  </a:lnTo>
                  <a:lnTo>
                    <a:pt x="3458" y="226"/>
                  </a:lnTo>
                  <a:lnTo>
                    <a:pt x="3458" y="157"/>
                  </a:lnTo>
                  <a:lnTo>
                    <a:pt x="3301" y="111"/>
                  </a:lnTo>
                  <a:lnTo>
                    <a:pt x="3184" y="87"/>
                  </a:lnTo>
                  <a:lnTo>
                    <a:pt x="3138" y="111"/>
                  </a:lnTo>
                  <a:lnTo>
                    <a:pt x="3138" y="180"/>
                  </a:lnTo>
                  <a:lnTo>
                    <a:pt x="3091" y="180"/>
                  </a:lnTo>
                  <a:lnTo>
                    <a:pt x="3044" y="111"/>
                  </a:lnTo>
                  <a:lnTo>
                    <a:pt x="2957" y="64"/>
                  </a:lnTo>
                  <a:lnTo>
                    <a:pt x="2911" y="0"/>
                  </a:lnTo>
                  <a:lnTo>
                    <a:pt x="2865" y="17"/>
                  </a:lnTo>
                  <a:lnTo>
                    <a:pt x="2819" y="111"/>
                  </a:lnTo>
                  <a:lnTo>
                    <a:pt x="2819" y="157"/>
                  </a:lnTo>
                  <a:lnTo>
                    <a:pt x="2911" y="203"/>
                  </a:lnTo>
                  <a:lnTo>
                    <a:pt x="2889" y="226"/>
                  </a:lnTo>
                  <a:lnTo>
                    <a:pt x="2929" y="268"/>
                  </a:lnTo>
                  <a:lnTo>
                    <a:pt x="2889" y="268"/>
                  </a:lnTo>
                  <a:lnTo>
                    <a:pt x="2819" y="360"/>
                  </a:lnTo>
                  <a:lnTo>
                    <a:pt x="2679" y="383"/>
                  </a:lnTo>
                  <a:lnTo>
                    <a:pt x="2638" y="360"/>
                  </a:lnTo>
                  <a:lnTo>
                    <a:pt x="2568" y="383"/>
                  </a:lnTo>
                  <a:lnTo>
                    <a:pt x="2592" y="430"/>
                  </a:lnTo>
                  <a:lnTo>
                    <a:pt x="2453" y="540"/>
                  </a:lnTo>
                  <a:lnTo>
                    <a:pt x="2435" y="679"/>
                  </a:lnTo>
                  <a:lnTo>
                    <a:pt x="2498" y="791"/>
                  </a:lnTo>
                  <a:lnTo>
                    <a:pt x="2435" y="767"/>
                  </a:lnTo>
                  <a:lnTo>
                    <a:pt x="2296" y="836"/>
                  </a:lnTo>
                  <a:lnTo>
                    <a:pt x="2249" y="859"/>
                  </a:lnTo>
                  <a:lnTo>
                    <a:pt x="2272" y="999"/>
                  </a:lnTo>
                  <a:lnTo>
                    <a:pt x="2411" y="1016"/>
                  </a:lnTo>
                  <a:lnTo>
                    <a:pt x="2453" y="1086"/>
                  </a:lnTo>
                  <a:lnTo>
                    <a:pt x="2545" y="1220"/>
                  </a:lnTo>
                  <a:lnTo>
                    <a:pt x="2592" y="1359"/>
                  </a:lnTo>
                  <a:lnTo>
                    <a:pt x="2475" y="1267"/>
                  </a:lnTo>
                  <a:lnTo>
                    <a:pt x="2411" y="1086"/>
                  </a:lnTo>
                  <a:lnTo>
                    <a:pt x="2249" y="1016"/>
                  </a:lnTo>
                  <a:lnTo>
                    <a:pt x="2202" y="1016"/>
                  </a:lnTo>
                  <a:lnTo>
                    <a:pt x="2184" y="1063"/>
                  </a:lnTo>
                  <a:lnTo>
                    <a:pt x="2092" y="1133"/>
                  </a:lnTo>
                  <a:lnTo>
                    <a:pt x="2115" y="1156"/>
                  </a:lnTo>
                  <a:lnTo>
                    <a:pt x="2202" y="1156"/>
                  </a:lnTo>
                  <a:lnTo>
                    <a:pt x="2226" y="1220"/>
                  </a:lnTo>
                  <a:lnTo>
                    <a:pt x="2115" y="1197"/>
                  </a:lnTo>
                  <a:lnTo>
                    <a:pt x="1999" y="1110"/>
                  </a:lnTo>
                  <a:lnTo>
                    <a:pt x="1999" y="1197"/>
                  </a:lnTo>
                  <a:lnTo>
                    <a:pt x="2092" y="1359"/>
                  </a:lnTo>
                  <a:lnTo>
                    <a:pt x="2092" y="1406"/>
                  </a:lnTo>
                  <a:lnTo>
                    <a:pt x="2162" y="1446"/>
                  </a:lnTo>
                  <a:lnTo>
                    <a:pt x="2272" y="1446"/>
                  </a:lnTo>
                  <a:lnTo>
                    <a:pt x="2365" y="1586"/>
                  </a:lnTo>
                  <a:lnTo>
                    <a:pt x="2411" y="1609"/>
                  </a:lnTo>
                  <a:lnTo>
                    <a:pt x="2249" y="1493"/>
                  </a:lnTo>
                  <a:lnTo>
                    <a:pt x="2202" y="1493"/>
                  </a:lnTo>
                  <a:lnTo>
                    <a:pt x="2139" y="1563"/>
                  </a:lnTo>
                  <a:lnTo>
                    <a:pt x="2184" y="1673"/>
                  </a:lnTo>
                  <a:lnTo>
                    <a:pt x="2139" y="1813"/>
                  </a:lnTo>
                  <a:lnTo>
                    <a:pt x="2045" y="1835"/>
                  </a:lnTo>
                  <a:lnTo>
                    <a:pt x="1935" y="1813"/>
                  </a:lnTo>
                  <a:lnTo>
                    <a:pt x="2022" y="1766"/>
                  </a:lnTo>
                  <a:lnTo>
                    <a:pt x="2069" y="1609"/>
                  </a:lnTo>
                  <a:lnTo>
                    <a:pt x="2069" y="1493"/>
                  </a:lnTo>
                  <a:lnTo>
                    <a:pt x="1912" y="1220"/>
                  </a:lnTo>
                  <a:lnTo>
                    <a:pt x="1842" y="1040"/>
                  </a:lnTo>
                  <a:lnTo>
                    <a:pt x="1772" y="1016"/>
                  </a:lnTo>
                  <a:lnTo>
                    <a:pt x="1726" y="1243"/>
                  </a:lnTo>
                  <a:lnTo>
                    <a:pt x="1748" y="1406"/>
                  </a:lnTo>
                  <a:lnTo>
                    <a:pt x="1842" y="1516"/>
                  </a:lnTo>
                  <a:lnTo>
                    <a:pt x="1842" y="1539"/>
                  </a:lnTo>
                  <a:lnTo>
                    <a:pt x="1748" y="1493"/>
                  </a:lnTo>
                  <a:lnTo>
                    <a:pt x="1661" y="1429"/>
                  </a:lnTo>
                  <a:lnTo>
                    <a:pt x="1476" y="1446"/>
                  </a:lnTo>
                  <a:lnTo>
                    <a:pt x="1499" y="1539"/>
                  </a:lnTo>
                  <a:lnTo>
                    <a:pt x="1499" y="1609"/>
                  </a:lnTo>
                  <a:lnTo>
                    <a:pt x="1453" y="1609"/>
                  </a:lnTo>
                  <a:lnTo>
                    <a:pt x="1436" y="1539"/>
                  </a:lnTo>
                  <a:lnTo>
                    <a:pt x="1249" y="1656"/>
                  </a:lnTo>
                  <a:lnTo>
                    <a:pt x="1209" y="1633"/>
                  </a:lnTo>
                  <a:lnTo>
                    <a:pt x="1185" y="1586"/>
                  </a:lnTo>
                  <a:lnTo>
                    <a:pt x="1022" y="1673"/>
                  </a:lnTo>
                  <a:lnTo>
                    <a:pt x="1000" y="1743"/>
                  </a:lnTo>
                  <a:lnTo>
                    <a:pt x="935" y="1743"/>
                  </a:lnTo>
                  <a:lnTo>
                    <a:pt x="866" y="1813"/>
                  </a:lnTo>
                  <a:lnTo>
                    <a:pt x="843" y="1766"/>
                  </a:lnTo>
                  <a:lnTo>
                    <a:pt x="843" y="1656"/>
                  </a:lnTo>
                  <a:lnTo>
                    <a:pt x="773" y="1673"/>
                  </a:lnTo>
                  <a:lnTo>
                    <a:pt x="749" y="1743"/>
                  </a:lnTo>
                  <a:lnTo>
                    <a:pt x="773" y="1859"/>
                  </a:lnTo>
                  <a:lnTo>
                    <a:pt x="726" y="1905"/>
                  </a:lnTo>
                  <a:lnTo>
                    <a:pt x="662" y="1923"/>
                  </a:lnTo>
                  <a:lnTo>
                    <a:pt x="592" y="2016"/>
                  </a:lnTo>
                  <a:lnTo>
                    <a:pt x="616" y="2062"/>
                  </a:lnTo>
                  <a:lnTo>
                    <a:pt x="592" y="2109"/>
                  </a:lnTo>
                  <a:lnTo>
                    <a:pt x="482" y="2039"/>
                  </a:lnTo>
                  <a:lnTo>
                    <a:pt x="459" y="2109"/>
                  </a:lnTo>
                  <a:lnTo>
                    <a:pt x="459" y="2156"/>
                  </a:lnTo>
                  <a:lnTo>
                    <a:pt x="342" y="2062"/>
                  </a:lnTo>
                  <a:lnTo>
                    <a:pt x="365" y="1952"/>
                  </a:lnTo>
                  <a:lnTo>
                    <a:pt x="273" y="1882"/>
                  </a:lnTo>
                  <a:lnTo>
                    <a:pt x="232" y="1835"/>
                  </a:lnTo>
                  <a:lnTo>
                    <a:pt x="365" y="1882"/>
                  </a:lnTo>
                  <a:lnTo>
                    <a:pt x="459" y="1905"/>
                  </a:lnTo>
                  <a:lnTo>
                    <a:pt x="546" y="1882"/>
                  </a:lnTo>
                  <a:lnTo>
                    <a:pt x="616" y="1813"/>
                  </a:lnTo>
                  <a:lnTo>
                    <a:pt x="459" y="1633"/>
                  </a:lnTo>
                  <a:lnTo>
                    <a:pt x="365" y="1586"/>
                  </a:lnTo>
                  <a:lnTo>
                    <a:pt x="232" y="1586"/>
                  </a:lnTo>
                  <a:lnTo>
                    <a:pt x="162" y="1539"/>
                  </a:lnTo>
                  <a:lnTo>
                    <a:pt x="98" y="1469"/>
                  </a:lnTo>
                  <a:lnTo>
                    <a:pt x="75" y="1469"/>
                  </a:lnTo>
                  <a:lnTo>
                    <a:pt x="23" y="1481"/>
                  </a:lnTo>
                  <a:lnTo>
                    <a:pt x="0" y="1551"/>
                  </a:lnTo>
                  <a:lnTo>
                    <a:pt x="40" y="1644"/>
                  </a:lnTo>
                  <a:lnTo>
                    <a:pt x="46" y="1743"/>
                  </a:lnTo>
                  <a:lnTo>
                    <a:pt x="104" y="1847"/>
                  </a:lnTo>
                  <a:lnTo>
                    <a:pt x="110" y="1923"/>
                  </a:lnTo>
                  <a:lnTo>
                    <a:pt x="150" y="1999"/>
                  </a:lnTo>
                  <a:lnTo>
                    <a:pt x="150" y="2086"/>
                  </a:lnTo>
                  <a:lnTo>
                    <a:pt x="255" y="2266"/>
                  </a:lnTo>
                  <a:lnTo>
                    <a:pt x="255" y="2301"/>
                  </a:lnTo>
                  <a:lnTo>
                    <a:pt x="1418" y="3125"/>
                  </a:lnTo>
                  <a:lnTo>
                    <a:pt x="7160" y="407"/>
                  </a:lnTo>
                  <a:close/>
                </a:path>
              </a:pathLst>
            </a:custGeom>
            <a:solidFill>
              <a:srgbClr val="FFFFFF"/>
            </a:solidFill>
            <a:ln w="9525">
              <a:solidFill>
                <a:srgbClr val="000000"/>
              </a:solidFill>
              <a:round/>
              <a:headEnd/>
              <a:tailEnd/>
            </a:ln>
          </p:spPr>
          <p:txBody>
            <a:bodyPr/>
            <a:lstStyle/>
            <a:p>
              <a:endParaRPr lang="ko-KR" altLang="en-US"/>
            </a:p>
          </p:txBody>
        </p:sp>
        <p:sp>
          <p:nvSpPr>
            <p:cNvPr id="440527" name="Freeform 499">
              <a:extLst>
                <a:ext uri="{FF2B5EF4-FFF2-40B4-BE49-F238E27FC236}">
                  <a16:creationId xmlns:a16="http://schemas.microsoft.com/office/drawing/2014/main" id="{B0150C2E-981B-D52D-76AE-BF5D9EB758F8}"/>
                </a:ext>
              </a:extLst>
            </p:cNvPr>
            <p:cNvSpPr>
              <a:spLocks/>
            </p:cNvSpPr>
            <p:nvPr/>
          </p:nvSpPr>
          <p:spPr bwMode="auto">
            <a:xfrm>
              <a:off x="3028" y="352"/>
              <a:ext cx="27" cy="29"/>
            </a:xfrm>
            <a:custGeom>
              <a:avLst/>
              <a:gdLst>
                <a:gd name="T0" fmla="*/ 0 w 344"/>
                <a:gd name="T1" fmla="*/ 0 h 359"/>
                <a:gd name="T2" fmla="*/ 0 w 344"/>
                <a:gd name="T3" fmla="*/ 0 h 359"/>
                <a:gd name="T4" fmla="*/ 0 w 344"/>
                <a:gd name="T5" fmla="*/ 0 h 359"/>
                <a:gd name="T6" fmla="*/ 0 w 344"/>
                <a:gd name="T7" fmla="*/ 0 h 359"/>
                <a:gd name="T8" fmla="*/ 0 w 344"/>
                <a:gd name="T9" fmla="*/ 0 h 359"/>
                <a:gd name="T10" fmla="*/ 0 w 344"/>
                <a:gd name="T11" fmla="*/ 0 h 359"/>
                <a:gd name="T12" fmla="*/ 0 w 344"/>
                <a:gd name="T13" fmla="*/ 0 h 359"/>
                <a:gd name="T14" fmla="*/ 0 w 344"/>
                <a:gd name="T15" fmla="*/ 0 h 359"/>
                <a:gd name="T16" fmla="*/ 0 w 344"/>
                <a:gd name="T17" fmla="*/ 0 h 359"/>
                <a:gd name="T18" fmla="*/ 0 w 344"/>
                <a:gd name="T19" fmla="*/ 0 h 359"/>
                <a:gd name="T20" fmla="*/ 0 w 344"/>
                <a:gd name="T21" fmla="*/ 0 h 359"/>
                <a:gd name="T22" fmla="*/ 0 w 344"/>
                <a:gd name="T23" fmla="*/ 0 h 359"/>
                <a:gd name="T24" fmla="*/ 0 w 344"/>
                <a:gd name="T25" fmla="*/ 0 h 359"/>
                <a:gd name="T26" fmla="*/ 0 w 344"/>
                <a:gd name="T27" fmla="*/ 0 h 359"/>
                <a:gd name="T28" fmla="*/ 0 w 344"/>
                <a:gd name="T29" fmla="*/ 0 h 359"/>
                <a:gd name="T30" fmla="*/ 0 w 344"/>
                <a:gd name="T31" fmla="*/ 0 h 3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44" h="359">
                  <a:moveTo>
                    <a:pt x="164" y="0"/>
                  </a:moveTo>
                  <a:lnTo>
                    <a:pt x="164" y="92"/>
                  </a:lnTo>
                  <a:lnTo>
                    <a:pt x="187" y="209"/>
                  </a:lnTo>
                  <a:lnTo>
                    <a:pt x="297" y="313"/>
                  </a:lnTo>
                  <a:lnTo>
                    <a:pt x="344" y="359"/>
                  </a:lnTo>
                  <a:lnTo>
                    <a:pt x="204" y="336"/>
                  </a:lnTo>
                  <a:lnTo>
                    <a:pt x="140" y="249"/>
                  </a:lnTo>
                  <a:lnTo>
                    <a:pt x="47" y="226"/>
                  </a:lnTo>
                  <a:lnTo>
                    <a:pt x="24" y="226"/>
                  </a:lnTo>
                  <a:lnTo>
                    <a:pt x="0" y="156"/>
                  </a:lnTo>
                  <a:lnTo>
                    <a:pt x="24" y="156"/>
                  </a:lnTo>
                  <a:lnTo>
                    <a:pt x="24" y="115"/>
                  </a:lnTo>
                  <a:lnTo>
                    <a:pt x="70" y="69"/>
                  </a:lnTo>
                  <a:lnTo>
                    <a:pt x="47" y="0"/>
                  </a:lnTo>
                  <a:lnTo>
                    <a:pt x="117" y="0"/>
                  </a:lnTo>
                  <a:lnTo>
                    <a:pt x="164" y="0"/>
                  </a:lnTo>
                  <a:close/>
                </a:path>
              </a:pathLst>
            </a:custGeom>
            <a:solidFill>
              <a:srgbClr val="FFFFFF"/>
            </a:solidFill>
            <a:ln w="9525">
              <a:solidFill>
                <a:srgbClr val="000000"/>
              </a:solidFill>
              <a:round/>
              <a:headEnd/>
              <a:tailEnd/>
            </a:ln>
          </p:spPr>
          <p:txBody>
            <a:bodyPr/>
            <a:lstStyle/>
            <a:p>
              <a:endParaRPr lang="ko-KR" altLang="en-US"/>
            </a:p>
          </p:txBody>
        </p:sp>
        <p:sp>
          <p:nvSpPr>
            <p:cNvPr id="440528" name="Freeform 500">
              <a:extLst>
                <a:ext uri="{FF2B5EF4-FFF2-40B4-BE49-F238E27FC236}">
                  <a16:creationId xmlns:a16="http://schemas.microsoft.com/office/drawing/2014/main" id="{0A983926-19E5-5763-CE46-41E8E2FEA664}"/>
                </a:ext>
              </a:extLst>
            </p:cNvPr>
            <p:cNvSpPr>
              <a:spLocks/>
            </p:cNvSpPr>
            <p:nvPr/>
          </p:nvSpPr>
          <p:spPr bwMode="auto">
            <a:xfrm>
              <a:off x="3056" y="380"/>
              <a:ext cx="5" cy="3"/>
            </a:xfrm>
            <a:custGeom>
              <a:avLst/>
              <a:gdLst>
                <a:gd name="T0" fmla="*/ 0 w 65"/>
                <a:gd name="T1" fmla="*/ 0 h 47"/>
                <a:gd name="T2" fmla="*/ 0 w 65"/>
                <a:gd name="T3" fmla="*/ 0 h 47"/>
                <a:gd name="T4" fmla="*/ 0 w 65"/>
                <a:gd name="T5" fmla="*/ 0 h 47"/>
                <a:gd name="T6" fmla="*/ 0 w 65"/>
                <a:gd name="T7" fmla="*/ 0 h 47"/>
                <a:gd name="T8" fmla="*/ 0 w 65"/>
                <a:gd name="T9" fmla="*/ 0 h 47"/>
                <a:gd name="T10" fmla="*/ 0 w 65"/>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5" h="47">
                  <a:moveTo>
                    <a:pt x="0" y="0"/>
                  </a:moveTo>
                  <a:lnTo>
                    <a:pt x="18" y="47"/>
                  </a:lnTo>
                  <a:lnTo>
                    <a:pt x="47" y="47"/>
                  </a:lnTo>
                  <a:lnTo>
                    <a:pt x="65" y="23"/>
                  </a:lnTo>
                  <a:lnTo>
                    <a:pt x="65" y="0"/>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529" name="Freeform 501">
              <a:extLst>
                <a:ext uri="{FF2B5EF4-FFF2-40B4-BE49-F238E27FC236}">
                  <a16:creationId xmlns:a16="http://schemas.microsoft.com/office/drawing/2014/main" id="{90A73C3F-F485-E61B-54B9-B29E0AD62DC9}"/>
                </a:ext>
              </a:extLst>
            </p:cNvPr>
            <p:cNvSpPr>
              <a:spLocks/>
            </p:cNvSpPr>
            <p:nvPr/>
          </p:nvSpPr>
          <p:spPr bwMode="auto">
            <a:xfrm>
              <a:off x="3034" y="303"/>
              <a:ext cx="36" cy="46"/>
            </a:xfrm>
            <a:custGeom>
              <a:avLst/>
              <a:gdLst>
                <a:gd name="T0" fmla="*/ 0 w 477"/>
                <a:gd name="T1" fmla="*/ 0 h 564"/>
                <a:gd name="T2" fmla="*/ 0 w 477"/>
                <a:gd name="T3" fmla="*/ 0 h 564"/>
                <a:gd name="T4" fmla="*/ 0 w 477"/>
                <a:gd name="T5" fmla="*/ 0 h 564"/>
                <a:gd name="T6" fmla="*/ 0 w 477"/>
                <a:gd name="T7" fmla="*/ 0 h 564"/>
                <a:gd name="T8" fmla="*/ 0 w 477"/>
                <a:gd name="T9" fmla="*/ 0 h 564"/>
                <a:gd name="T10" fmla="*/ 0 w 477"/>
                <a:gd name="T11" fmla="*/ 0 h 564"/>
                <a:gd name="T12" fmla="*/ 0 w 477"/>
                <a:gd name="T13" fmla="*/ 0 h 564"/>
                <a:gd name="T14" fmla="*/ 0 w 477"/>
                <a:gd name="T15" fmla="*/ 0 h 564"/>
                <a:gd name="T16" fmla="*/ 0 w 477"/>
                <a:gd name="T17" fmla="*/ 0 h 564"/>
                <a:gd name="T18" fmla="*/ 0 w 477"/>
                <a:gd name="T19" fmla="*/ 0 h 564"/>
                <a:gd name="T20" fmla="*/ 0 w 477"/>
                <a:gd name="T21" fmla="*/ 0 h 564"/>
                <a:gd name="T22" fmla="*/ 0 w 477"/>
                <a:gd name="T23" fmla="*/ 0 h 564"/>
                <a:gd name="T24" fmla="*/ 0 w 477"/>
                <a:gd name="T25" fmla="*/ 0 h 564"/>
                <a:gd name="T26" fmla="*/ 0 w 477"/>
                <a:gd name="T27" fmla="*/ 0 h 564"/>
                <a:gd name="T28" fmla="*/ 0 w 477"/>
                <a:gd name="T29" fmla="*/ 0 h 564"/>
                <a:gd name="T30" fmla="*/ 0 w 477"/>
                <a:gd name="T31" fmla="*/ 0 h 564"/>
                <a:gd name="T32" fmla="*/ 0 w 477"/>
                <a:gd name="T33" fmla="*/ 0 h 564"/>
                <a:gd name="T34" fmla="*/ 0 w 477"/>
                <a:gd name="T35" fmla="*/ 0 h 564"/>
                <a:gd name="T36" fmla="*/ 0 w 477"/>
                <a:gd name="T37" fmla="*/ 0 h 564"/>
                <a:gd name="T38" fmla="*/ 0 w 477"/>
                <a:gd name="T39" fmla="*/ 0 h 564"/>
                <a:gd name="T40" fmla="*/ 0 w 477"/>
                <a:gd name="T41" fmla="*/ 0 h 564"/>
                <a:gd name="T42" fmla="*/ 0 w 477"/>
                <a:gd name="T43" fmla="*/ 0 h 564"/>
                <a:gd name="T44" fmla="*/ 0 w 477"/>
                <a:gd name="T45" fmla="*/ 0 h 564"/>
                <a:gd name="T46" fmla="*/ 0 w 477"/>
                <a:gd name="T47" fmla="*/ 0 h 564"/>
                <a:gd name="T48" fmla="*/ 0 w 477"/>
                <a:gd name="T49" fmla="*/ 0 h 5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77" h="564">
                  <a:moveTo>
                    <a:pt x="94" y="564"/>
                  </a:moveTo>
                  <a:lnTo>
                    <a:pt x="157" y="424"/>
                  </a:lnTo>
                  <a:lnTo>
                    <a:pt x="204" y="407"/>
                  </a:lnTo>
                  <a:lnTo>
                    <a:pt x="227" y="361"/>
                  </a:lnTo>
                  <a:lnTo>
                    <a:pt x="274" y="297"/>
                  </a:lnTo>
                  <a:lnTo>
                    <a:pt x="430" y="180"/>
                  </a:lnTo>
                  <a:lnTo>
                    <a:pt x="477" y="93"/>
                  </a:lnTo>
                  <a:lnTo>
                    <a:pt x="453" y="23"/>
                  </a:lnTo>
                  <a:lnTo>
                    <a:pt x="430" y="0"/>
                  </a:lnTo>
                  <a:lnTo>
                    <a:pt x="384" y="23"/>
                  </a:lnTo>
                  <a:lnTo>
                    <a:pt x="343" y="23"/>
                  </a:lnTo>
                  <a:lnTo>
                    <a:pt x="251" y="117"/>
                  </a:lnTo>
                  <a:lnTo>
                    <a:pt x="251" y="140"/>
                  </a:lnTo>
                  <a:lnTo>
                    <a:pt x="157" y="180"/>
                  </a:lnTo>
                  <a:lnTo>
                    <a:pt x="134" y="250"/>
                  </a:lnTo>
                  <a:lnTo>
                    <a:pt x="134" y="320"/>
                  </a:lnTo>
                  <a:lnTo>
                    <a:pt x="94" y="344"/>
                  </a:lnTo>
                  <a:lnTo>
                    <a:pt x="24" y="344"/>
                  </a:lnTo>
                  <a:lnTo>
                    <a:pt x="0" y="361"/>
                  </a:lnTo>
                  <a:lnTo>
                    <a:pt x="47" y="384"/>
                  </a:lnTo>
                  <a:lnTo>
                    <a:pt x="24" y="454"/>
                  </a:lnTo>
                  <a:lnTo>
                    <a:pt x="70" y="499"/>
                  </a:lnTo>
                  <a:lnTo>
                    <a:pt x="24" y="541"/>
                  </a:lnTo>
                  <a:lnTo>
                    <a:pt x="47" y="564"/>
                  </a:lnTo>
                  <a:lnTo>
                    <a:pt x="94" y="564"/>
                  </a:lnTo>
                  <a:close/>
                </a:path>
              </a:pathLst>
            </a:custGeom>
            <a:solidFill>
              <a:srgbClr val="FFFFFF"/>
            </a:solidFill>
            <a:ln w="9525">
              <a:solidFill>
                <a:srgbClr val="000000"/>
              </a:solidFill>
              <a:round/>
              <a:headEnd/>
              <a:tailEnd/>
            </a:ln>
          </p:spPr>
          <p:txBody>
            <a:bodyPr/>
            <a:lstStyle/>
            <a:p>
              <a:endParaRPr lang="ko-KR" altLang="en-US"/>
            </a:p>
          </p:txBody>
        </p:sp>
        <p:sp>
          <p:nvSpPr>
            <p:cNvPr id="440530" name="Freeform 502">
              <a:extLst>
                <a:ext uri="{FF2B5EF4-FFF2-40B4-BE49-F238E27FC236}">
                  <a16:creationId xmlns:a16="http://schemas.microsoft.com/office/drawing/2014/main" id="{D4C36276-27E8-890A-B751-EE7156B6B7A1}"/>
                </a:ext>
              </a:extLst>
            </p:cNvPr>
            <p:cNvSpPr>
              <a:spLocks/>
            </p:cNvSpPr>
            <p:nvPr/>
          </p:nvSpPr>
          <p:spPr bwMode="auto">
            <a:xfrm>
              <a:off x="3111" y="229"/>
              <a:ext cx="14" cy="18"/>
            </a:xfrm>
            <a:custGeom>
              <a:avLst/>
              <a:gdLst>
                <a:gd name="T0" fmla="*/ 0 w 181"/>
                <a:gd name="T1" fmla="*/ 0 h 226"/>
                <a:gd name="T2" fmla="*/ 0 w 181"/>
                <a:gd name="T3" fmla="*/ 0 h 226"/>
                <a:gd name="T4" fmla="*/ 0 w 181"/>
                <a:gd name="T5" fmla="*/ 0 h 226"/>
                <a:gd name="T6" fmla="*/ 0 w 181"/>
                <a:gd name="T7" fmla="*/ 0 h 226"/>
                <a:gd name="T8" fmla="*/ 0 w 181"/>
                <a:gd name="T9" fmla="*/ 0 h 226"/>
                <a:gd name="T10" fmla="*/ 0 w 181"/>
                <a:gd name="T11" fmla="*/ 0 h 226"/>
                <a:gd name="T12" fmla="*/ 0 w 181"/>
                <a:gd name="T13" fmla="*/ 0 h 226"/>
                <a:gd name="T14" fmla="*/ 0 w 181"/>
                <a:gd name="T15" fmla="*/ 0 h 226"/>
                <a:gd name="T16" fmla="*/ 0 w 181"/>
                <a:gd name="T17" fmla="*/ 0 h 226"/>
                <a:gd name="T18" fmla="*/ 0 w 181"/>
                <a:gd name="T19" fmla="*/ 0 h 226"/>
                <a:gd name="T20" fmla="*/ 0 w 181"/>
                <a:gd name="T21" fmla="*/ 0 h 226"/>
                <a:gd name="T22" fmla="*/ 0 w 181"/>
                <a:gd name="T23" fmla="*/ 0 h 226"/>
                <a:gd name="T24" fmla="*/ 0 w 181"/>
                <a:gd name="T25" fmla="*/ 0 h 226"/>
                <a:gd name="T26" fmla="*/ 0 w 181"/>
                <a:gd name="T27" fmla="*/ 0 h 226"/>
                <a:gd name="T28" fmla="*/ 0 w 181"/>
                <a:gd name="T29" fmla="*/ 0 h 2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1" h="226">
                  <a:moveTo>
                    <a:pt x="0" y="92"/>
                  </a:moveTo>
                  <a:lnTo>
                    <a:pt x="17" y="116"/>
                  </a:lnTo>
                  <a:lnTo>
                    <a:pt x="17" y="156"/>
                  </a:lnTo>
                  <a:lnTo>
                    <a:pt x="111" y="179"/>
                  </a:lnTo>
                  <a:lnTo>
                    <a:pt x="134" y="226"/>
                  </a:lnTo>
                  <a:lnTo>
                    <a:pt x="157" y="226"/>
                  </a:lnTo>
                  <a:lnTo>
                    <a:pt x="157" y="203"/>
                  </a:lnTo>
                  <a:lnTo>
                    <a:pt x="157" y="134"/>
                  </a:lnTo>
                  <a:lnTo>
                    <a:pt x="181" y="116"/>
                  </a:lnTo>
                  <a:lnTo>
                    <a:pt x="181" y="69"/>
                  </a:lnTo>
                  <a:lnTo>
                    <a:pt x="111" y="0"/>
                  </a:lnTo>
                  <a:lnTo>
                    <a:pt x="64" y="22"/>
                  </a:lnTo>
                  <a:lnTo>
                    <a:pt x="41" y="0"/>
                  </a:lnTo>
                  <a:lnTo>
                    <a:pt x="17" y="69"/>
                  </a:lnTo>
                  <a:lnTo>
                    <a:pt x="0" y="92"/>
                  </a:lnTo>
                  <a:close/>
                </a:path>
              </a:pathLst>
            </a:custGeom>
            <a:solidFill>
              <a:srgbClr val="FFFFFF"/>
            </a:solidFill>
            <a:ln w="9525">
              <a:solidFill>
                <a:srgbClr val="000000"/>
              </a:solidFill>
              <a:round/>
              <a:headEnd/>
              <a:tailEnd/>
            </a:ln>
          </p:spPr>
          <p:txBody>
            <a:bodyPr/>
            <a:lstStyle/>
            <a:p>
              <a:endParaRPr lang="ko-KR" altLang="en-US"/>
            </a:p>
          </p:txBody>
        </p:sp>
        <p:sp>
          <p:nvSpPr>
            <p:cNvPr id="440531" name="Freeform 503">
              <a:extLst>
                <a:ext uri="{FF2B5EF4-FFF2-40B4-BE49-F238E27FC236}">
                  <a16:creationId xmlns:a16="http://schemas.microsoft.com/office/drawing/2014/main" id="{8E760809-9525-A92D-394A-DF5CA164E85D}"/>
                </a:ext>
              </a:extLst>
            </p:cNvPr>
            <p:cNvSpPr>
              <a:spLocks/>
            </p:cNvSpPr>
            <p:nvPr/>
          </p:nvSpPr>
          <p:spPr bwMode="auto">
            <a:xfrm>
              <a:off x="3126" y="243"/>
              <a:ext cx="20" cy="21"/>
            </a:xfrm>
            <a:custGeom>
              <a:avLst/>
              <a:gdLst>
                <a:gd name="T0" fmla="*/ 0 w 249"/>
                <a:gd name="T1" fmla="*/ 0 h 251"/>
                <a:gd name="T2" fmla="*/ 0 w 249"/>
                <a:gd name="T3" fmla="*/ 0 h 251"/>
                <a:gd name="T4" fmla="*/ 0 w 249"/>
                <a:gd name="T5" fmla="*/ 0 h 251"/>
                <a:gd name="T6" fmla="*/ 0 w 249"/>
                <a:gd name="T7" fmla="*/ 0 h 251"/>
                <a:gd name="T8" fmla="*/ 0 w 249"/>
                <a:gd name="T9" fmla="*/ 0 h 251"/>
                <a:gd name="T10" fmla="*/ 0 w 249"/>
                <a:gd name="T11" fmla="*/ 0 h 251"/>
                <a:gd name="T12" fmla="*/ 0 w 249"/>
                <a:gd name="T13" fmla="*/ 0 h 251"/>
                <a:gd name="T14" fmla="*/ 0 w 249"/>
                <a:gd name="T15" fmla="*/ 0 h 251"/>
                <a:gd name="T16" fmla="*/ 0 w 249"/>
                <a:gd name="T17" fmla="*/ 0 h 251"/>
                <a:gd name="T18" fmla="*/ 0 w 249"/>
                <a:gd name="T19" fmla="*/ 0 h 251"/>
                <a:gd name="T20" fmla="*/ 0 w 249"/>
                <a:gd name="T21" fmla="*/ 0 h 251"/>
                <a:gd name="T22" fmla="*/ 0 w 249"/>
                <a:gd name="T23" fmla="*/ 0 h 25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9" h="251">
                  <a:moveTo>
                    <a:pt x="0" y="24"/>
                  </a:moveTo>
                  <a:lnTo>
                    <a:pt x="0" y="94"/>
                  </a:lnTo>
                  <a:lnTo>
                    <a:pt x="23" y="157"/>
                  </a:lnTo>
                  <a:lnTo>
                    <a:pt x="134" y="181"/>
                  </a:lnTo>
                  <a:lnTo>
                    <a:pt x="226" y="251"/>
                  </a:lnTo>
                  <a:lnTo>
                    <a:pt x="249" y="204"/>
                  </a:lnTo>
                  <a:lnTo>
                    <a:pt x="180" y="134"/>
                  </a:lnTo>
                  <a:lnTo>
                    <a:pt x="204" y="47"/>
                  </a:lnTo>
                  <a:lnTo>
                    <a:pt x="180" y="0"/>
                  </a:lnTo>
                  <a:lnTo>
                    <a:pt x="87" y="0"/>
                  </a:lnTo>
                  <a:lnTo>
                    <a:pt x="69" y="0"/>
                  </a:lnTo>
                  <a:lnTo>
                    <a:pt x="0" y="24"/>
                  </a:lnTo>
                  <a:close/>
                </a:path>
              </a:pathLst>
            </a:custGeom>
            <a:solidFill>
              <a:srgbClr val="FFFFFF"/>
            </a:solidFill>
            <a:ln w="9525">
              <a:solidFill>
                <a:srgbClr val="000000"/>
              </a:solidFill>
              <a:round/>
              <a:headEnd/>
              <a:tailEnd/>
            </a:ln>
          </p:spPr>
          <p:txBody>
            <a:bodyPr/>
            <a:lstStyle/>
            <a:p>
              <a:endParaRPr lang="ko-KR" altLang="en-US"/>
            </a:p>
          </p:txBody>
        </p:sp>
        <p:sp>
          <p:nvSpPr>
            <p:cNvPr id="440532" name="Freeform 504">
              <a:extLst>
                <a:ext uri="{FF2B5EF4-FFF2-40B4-BE49-F238E27FC236}">
                  <a16:creationId xmlns:a16="http://schemas.microsoft.com/office/drawing/2014/main" id="{2C609FBF-D03F-1D5E-285D-C698FC842223}"/>
                </a:ext>
              </a:extLst>
            </p:cNvPr>
            <p:cNvSpPr>
              <a:spLocks/>
            </p:cNvSpPr>
            <p:nvPr/>
          </p:nvSpPr>
          <p:spPr bwMode="auto">
            <a:xfrm>
              <a:off x="3151" y="249"/>
              <a:ext cx="17" cy="20"/>
            </a:xfrm>
            <a:custGeom>
              <a:avLst/>
              <a:gdLst>
                <a:gd name="T0" fmla="*/ 0 w 226"/>
                <a:gd name="T1" fmla="*/ 0 h 251"/>
                <a:gd name="T2" fmla="*/ 0 w 226"/>
                <a:gd name="T3" fmla="*/ 0 h 251"/>
                <a:gd name="T4" fmla="*/ 0 w 226"/>
                <a:gd name="T5" fmla="*/ 0 h 251"/>
                <a:gd name="T6" fmla="*/ 0 w 226"/>
                <a:gd name="T7" fmla="*/ 0 h 251"/>
                <a:gd name="T8" fmla="*/ 0 w 226"/>
                <a:gd name="T9" fmla="*/ 0 h 251"/>
                <a:gd name="T10" fmla="*/ 0 w 226"/>
                <a:gd name="T11" fmla="*/ 0 h 251"/>
                <a:gd name="T12" fmla="*/ 0 w 226"/>
                <a:gd name="T13" fmla="*/ 0 h 251"/>
                <a:gd name="T14" fmla="*/ 0 w 226"/>
                <a:gd name="T15" fmla="*/ 0 h 251"/>
                <a:gd name="T16" fmla="*/ 0 w 226"/>
                <a:gd name="T17" fmla="*/ 0 h 251"/>
                <a:gd name="T18" fmla="*/ 0 w 226"/>
                <a:gd name="T19" fmla="*/ 0 h 251"/>
                <a:gd name="T20" fmla="*/ 0 w 226"/>
                <a:gd name="T21" fmla="*/ 0 h 251"/>
                <a:gd name="T22" fmla="*/ 0 w 226"/>
                <a:gd name="T23" fmla="*/ 0 h 251"/>
                <a:gd name="T24" fmla="*/ 0 w 226"/>
                <a:gd name="T25" fmla="*/ 0 h 251"/>
                <a:gd name="T26" fmla="*/ 0 w 226"/>
                <a:gd name="T27" fmla="*/ 0 h 251"/>
                <a:gd name="T28" fmla="*/ 0 w 226"/>
                <a:gd name="T29" fmla="*/ 0 h 2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6" h="251">
                  <a:moveTo>
                    <a:pt x="0" y="24"/>
                  </a:moveTo>
                  <a:lnTo>
                    <a:pt x="0" y="87"/>
                  </a:lnTo>
                  <a:lnTo>
                    <a:pt x="47" y="111"/>
                  </a:lnTo>
                  <a:lnTo>
                    <a:pt x="47" y="181"/>
                  </a:lnTo>
                  <a:lnTo>
                    <a:pt x="47" y="251"/>
                  </a:lnTo>
                  <a:lnTo>
                    <a:pt x="134" y="221"/>
                  </a:lnTo>
                  <a:lnTo>
                    <a:pt x="203" y="204"/>
                  </a:lnTo>
                  <a:lnTo>
                    <a:pt x="226" y="157"/>
                  </a:lnTo>
                  <a:lnTo>
                    <a:pt x="226" y="111"/>
                  </a:lnTo>
                  <a:lnTo>
                    <a:pt x="157" y="64"/>
                  </a:lnTo>
                  <a:lnTo>
                    <a:pt x="134" y="24"/>
                  </a:lnTo>
                  <a:lnTo>
                    <a:pt x="87" y="0"/>
                  </a:lnTo>
                  <a:lnTo>
                    <a:pt x="47" y="47"/>
                  </a:lnTo>
                  <a:lnTo>
                    <a:pt x="47" y="24"/>
                  </a:lnTo>
                  <a:lnTo>
                    <a:pt x="0" y="24"/>
                  </a:lnTo>
                  <a:close/>
                </a:path>
              </a:pathLst>
            </a:custGeom>
            <a:solidFill>
              <a:srgbClr val="FFFFFF"/>
            </a:solidFill>
            <a:ln w="9525">
              <a:solidFill>
                <a:srgbClr val="000000"/>
              </a:solidFill>
              <a:round/>
              <a:headEnd/>
              <a:tailEnd/>
            </a:ln>
          </p:spPr>
          <p:txBody>
            <a:bodyPr/>
            <a:lstStyle/>
            <a:p>
              <a:endParaRPr lang="ko-KR" altLang="en-US"/>
            </a:p>
          </p:txBody>
        </p:sp>
        <p:sp>
          <p:nvSpPr>
            <p:cNvPr id="440533" name="Freeform 505">
              <a:extLst>
                <a:ext uri="{FF2B5EF4-FFF2-40B4-BE49-F238E27FC236}">
                  <a16:creationId xmlns:a16="http://schemas.microsoft.com/office/drawing/2014/main" id="{97383E1A-9B38-93DF-9178-E8E89DE7BBD9}"/>
                </a:ext>
              </a:extLst>
            </p:cNvPr>
            <p:cNvSpPr>
              <a:spLocks/>
            </p:cNvSpPr>
            <p:nvPr/>
          </p:nvSpPr>
          <p:spPr bwMode="auto">
            <a:xfrm>
              <a:off x="3112" y="249"/>
              <a:ext cx="9" cy="5"/>
            </a:xfrm>
            <a:custGeom>
              <a:avLst/>
              <a:gdLst>
                <a:gd name="T0" fmla="*/ 0 w 117"/>
                <a:gd name="T1" fmla="*/ 0 h 64"/>
                <a:gd name="T2" fmla="*/ 0 w 117"/>
                <a:gd name="T3" fmla="*/ 0 h 64"/>
                <a:gd name="T4" fmla="*/ 0 w 117"/>
                <a:gd name="T5" fmla="*/ 0 h 64"/>
                <a:gd name="T6" fmla="*/ 0 w 117"/>
                <a:gd name="T7" fmla="*/ 0 h 64"/>
                <a:gd name="T8" fmla="*/ 0 w 117"/>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 h="64">
                  <a:moveTo>
                    <a:pt x="94" y="0"/>
                  </a:moveTo>
                  <a:lnTo>
                    <a:pt x="0" y="24"/>
                  </a:lnTo>
                  <a:lnTo>
                    <a:pt x="94" y="64"/>
                  </a:lnTo>
                  <a:lnTo>
                    <a:pt x="117" y="47"/>
                  </a:lnTo>
                  <a:lnTo>
                    <a:pt x="94" y="0"/>
                  </a:lnTo>
                  <a:close/>
                </a:path>
              </a:pathLst>
            </a:custGeom>
            <a:solidFill>
              <a:srgbClr val="FFFFFF"/>
            </a:solidFill>
            <a:ln w="9525">
              <a:solidFill>
                <a:srgbClr val="000000"/>
              </a:solidFill>
              <a:round/>
              <a:headEnd/>
              <a:tailEnd/>
            </a:ln>
          </p:spPr>
          <p:txBody>
            <a:bodyPr/>
            <a:lstStyle/>
            <a:p>
              <a:endParaRPr lang="ko-KR" altLang="en-US"/>
            </a:p>
          </p:txBody>
        </p:sp>
        <p:sp>
          <p:nvSpPr>
            <p:cNvPr id="440534" name="Freeform 506">
              <a:extLst>
                <a:ext uri="{FF2B5EF4-FFF2-40B4-BE49-F238E27FC236}">
                  <a16:creationId xmlns:a16="http://schemas.microsoft.com/office/drawing/2014/main" id="{2075A7A0-9EA8-27E2-DC8D-40A2F6EAC094}"/>
                </a:ext>
              </a:extLst>
            </p:cNvPr>
            <p:cNvSpPr>
              <a:spLocks/>
            </p:cNvSpPr>
            <p:nvPr/>
          </p:nvSpPr>
          <p:spPr bwMode="auto">
            <a:xfrm>
              <a:off x="3288" y="254"/>
              <a:ext cx="24" cy="22"/>
            </a:xfrm>
            <a:custGeom>
              <a:avLst/>
              <a:gdLst>
                <a:gd name="T0" fmla="*/ 0 w 314"/>
                <a:gd name="T1" fmla="*/ 0 h 274"/>
                <a:gd name="T2" fmla="*/ 0 w 314"/>
                <a:gd name="T3" fmla="*/ 0 h 274"/>
                <a:gd name="T4" fmla="*/ 0 w 314"/>
                <a:gd name="T5" fmla="*/ 0 h 274"/>
                <a:gd name="T6" fmla="*/ 0 w 314"/>
                <a:gd name="T7" fmla="*/ 0 h 274"/>
                <a:gd name="T8" fmla="*/ 0 w 314"/>
                <a:gd name="T9" fmla="*/ 0 h 274"/>
                <a:gd name="T10" fmla="*/ 0 w 314"/>
                <a:gd name="T11" fmla="*/ 0 h 274"/>
                <a:gd name="T12" fmla="*/ 0 w 314"/>
                <a:gd name="T13" fmla="*/ 0 h 274"/>
                <a:gd name="T14" fmla="*/ 0 w 314"/>
                <a:gd name="T15" fmla="*/ 0 h 274"/>
                <a:gd name="T16" fmla="*/ 0 w 314"/>
                <a:gd name="T17" fmla="*/ 0 h 274"/>
                <a:gd name="T18" fmla="*/ 0 w 314"/>
                <a:gd name="T19" fmla="*/ 0 h 274"/>
                <a:gd name="T20" fmla="*/ 0 w 314"/>
                <a:gd name="T21" fmla="*/ 0 h 274"/>
                <a:gd name="T22" fmla="*/ 0 w 314"/>
                <a:gd name="T23" fmla="*/ 0 h 274"/>
                <a:gd name="T24" fmla="*/ 0 w 314"/>
                <a:gd name="T25" fmla="*/ 0 h 274"/>
                <a:gd name="T26" fmla="*/ 0 w 314"/>
                <a:gd name="T27" fmla="*/ 0 h 274"/>
                <a:gd name="T28" fmla="*/ 0 w 314"/>
                <a:gd name="T29" fmla="*/ 0 h 274"/>
                <a:gd name="T30" fmla="*/ 0 w 314"/>
                <a:gd name="T31" fmla="*/ 0 h 274"/>
                <a:gd name="T32" fmla="*/ 0 w 314"/>
                <a:gd name="T33" fmla="*/ 0 h 274"/>
                <a:gd name="T34" fmla="*/ 0 w 314"/>
                <a:gd name="T35" fmla="*/ 0 h 274"/>
                <a:gd name="T36" fmla="*/ 0 w 314"/>
                <a:gd name="T37" fmla="*/ 0 h 274"/>
                <a:gd name="T38" fmla="*/ 0 w 314"/>
                <a:gd name="T39" fmla="*/ 0 h 2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4" h="274">
                  <a:moveTo>
                    <a:pt x="23" y="0"/>
                  </a:moveTo>
                  <a:lnTo>
                    <a:pt x="0" y="93"/>
                  </a:lnTo>
                  <a:lnTo>
                    <a:pt x="47" y="157"/>
                  </a:lnTo>
                  <a:lnTo>
                    <a:pt x="23" y="227"/>
                  </a:lnTo>
                  <a:lnTo>
                    <a:pt x="87" y="274"/>
                  </a:lnTo>
                  <a:lnTo>
                    <a:pt x="134" y="274"/>
                  </a:lnTo>
                  <a:lnTo>
                    <a:pt x="157" y="204"/>
                  </a:lnTo>
                  <a:lnTo>
                    <a:pt x="227" y="227"/>
                  </a:lnTo>
                  <a:lnTo>
                    <a:pt x="273" y="157"/>
                  </a:lnTo>
                  <a:lnTo>
                    <a:pt x="204" y="117"/>
                  </a:lnTo>
                  <a:lnTo>
                    <a:pt x="204" y="70"/>
                  </a:lnTo>
                  <a:lnTo>
                    <a:pt x="296" y="140"/>
                  </a:lnTo>
                  <a:lnTo>
                    <a:pt x="314" y="117"/>
                  </a:lnTo>
                  <a:lnTo>
                    <a:pt x="314" y="70"/>
                  </a:lnTo>
                  <a:lnTo>
                    <a:pt x="227" y="0"/>
                  </a:lnTo>
                  <a:lnTo>
                    <a:pt x="180" y="0"/>
                  </a:lnTo>
                  <a:lnTo>
                    <a:pt x="134" y="23"/>
                  </a:lnTo>
                  <a:lnTo>
                    <a:pt x="116" y="70"/>
                  </a:lnTo>
                  <a:lnTo>
                    <a:pt x="70" y="23"/>
                  </a:lnTo>
                  <a:lnTo>
                    <a:pt x="23" y="0"/>
                  </a:lnTo>
                  <a:close/>
                </a:path>
              </a:pathLst>
            </a:custGeom>
            <a:solidFill>
              <a:srgbClr val="FFFFFF"/>
            </a:solidFill>
            <a:ln w="9525">
              <a:solidFill>
                <a:srgbClr val="000000"/>
              </a:solidFill>
              <a:round/>
              <a:headEnd/>
              <a:tailEnd/>
            </a:ln>
          </p:spPr>
          <p:txBody>
            <a:bodyPr/>
            <a:lstStyle/>
            <a:p>
              <a:endParaRPr lang="ko-KR" altLang="en-US"/>
            </a:p>
          </p:txBody>
        </p:sp>
        <p:sp>
          <p:nvSpPr>
            <p:cNvPr id="440535" name="Freeform 507">
              <a:extLst>
                <a:ext uri="{FF2B5EF4-FFF2-40B4-BE49-F238E27FC236}">
                  <a16:creationId xmlns:a16="http://schemas.microsoft.com/office/drawing/2014/main" id="{AD59A348-EA46-1BB3-F351-4BB99FF78C1C}"/>
                </a:ext>
              </a:extLst>
            </p:cNvPr>
            <p:cNvSpPr>
              <a:spLocks/>
            </p:cNvSpPr>
            <p:nvPr/>
          </p:nvSpPr>
          <p:spPr bwMode="auto">
            <a:xfrm>
              <a:off x="2975" y="300"/>
              <a:ext cx="524" cy="242"/>
            </a:xfrm>
            <a:custGeom>
              <a:avLst/>
              <a:gdLst>
                <a:gd name="T0" fmla="*/ 0 w 6905"/>
                <a:gd name="T1" fmla="*/ 0 h 3009"/>
                <a:gd name="T2" fmla="*/ 0 w 6905"/>
                <a:gd name="T3" fmla="*/ 0 h 3009"/>
                <a:gd name="T4" fmla="*/ 0 w 6905"/>
                <a:gd name="T5" fmla="*/ 0 h 3009"/>
                <a:gd name="T6" fmla="*/ 0 w 6905"/>
                <a:gd name="T7" fmla="*/ 0 h 3009"/>
                <a:gd name="T8" fmla="*/ 0 w 6905"/>
                <a:gd name="T9" fmla="*/ 0 h 3009"/>
                <a:gd name="T10" fmla="*/ 0 w 6905"/>
                <a:gd name="T11" fmla="*/ 0 h 3009"/>
                <a:gd name="T12" fmla="*/ 0 w 6905"/>
                <a:gd name="T13" fmla="*/ 0 h 3009"/>
                <a:gd name="T14" fmla="*/ 0 w 6905"/>
                <a:gd name="T15" fmla="*/ 0 h 3009"/>
                <a:gd name="T16" fmla="*/ 0 w 6905"/>
                <a:gd name="T17" fmla="*/ 0 h 3009"/>
                <a:gd name="T18" fmla="*/ 0 w 6905"/>
                <a:gd name="T19" fmla="*/ 0 h 3009"/>
                <a:gd name="T20" fmla="*/ 0 w 6905"/>
                <a:gd name="T21" fmla="*/ 0 h 30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5" h="3009">
                  <a:moveTo>
                    <a:pt x="18" y="1870"/>
                  </a:moveTo>
                  <a:lnTo>
                    <a:pt x="0" y="1922"/>
                  </a:lnTo>
                  <a:lnTo>
                    <a:pt x="1000" y="3009"/>
                  </a:lnTo>
                  <a:lnTo>
                    <a:pt x="6858" y="209"/>
                  </a:lnTo>
                  <a:lnTo>
                    <a:pt x="6905" y="11"/>
                  </a:lnTo>
                  <a:lnTo>
                    <a:pt x="6864" y="6"/>
                  </a:lnTo>
                  <a:lnTo>
                    <a:pt x="6567" y="0"/>
                  </a:lnTo>
                  <a:lnTo>
                    <a:pt x="6365" y="185"/>
                  </a:lnTo>
                  <a:lnTo>
                    <a:pt x="1139" y="2230"/>
                  </a:lnTo>
                  <a:lnTo>
                    <a:pt x="186" y="1887"/>
                  </a:lnTo>
                  <a:lnTo>
                    <a:pt x="18" y="18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40536" name="Freeform 508">
              <a:extLst>
                <a:ext uri="{FF2B5EF4-FFF2-40B4-BE49-F238E27FC236}">
                  <a16:creationId xmlns:a16="http://schemas.microsoft.com/office/drawing/2014/main" id="{23875204-991C-2EBD-046B-2824B00DA73A}"/>
                </a:ext>
              </a:extLst>
            </p:cNvPr>
            <p:cNvSpPr>
              <a:spLocks/>
            </p:cNvSpPr>
            <p:nvPr/>
          </p:nvSpPr>
          <p:spPr bwMode="auto">
            <a:xfrm>
              <a:off x="2930" y="582"/>
              <a:ext cx="12" cy="11"/>
            </a:xfrm>
            <a:custGeom>
              <a:avLst/>
              <a:gdLst>
                <a:gd name="T0" fmla="*/ 0 w 152"/>
                <a:gd name="T1" fmla="*/ 0 h 128"/>
                <a:gd name="T2" fmla="*/ 0 w 152"/>
                <a:gd name="T3" fmla="*/ 0 h 128"/>
                <a:gd name="T4" fmla="*/ 0 w 152"/>
                <a:gd name="T5" fmla="*/ 0 h 128"/>
                <a:gd name="T6" fmla="*/ 0 w 152"/>
                <a:gd name="T7" fmla="*/ 0 h 128"/>
                <a:gd name="T8" fmla="*/ 0 w 152"/>
                <a:gd name="T9" fmla="*/ 0 h 128"/>
                <a:gd name="T10" fmla="*/ 0 w 152"/>
                <a:gd name="T11" fmla="*/ 0 h 128"/>
                <a:gd name="T12" fmla="*/ 0 w 152"/>
                <a:gd name="T13" fmla="*/ 0 h 128"/>
                <a:gd name="T14" fmla="*/ 0 w 152"/>
                <a:gd name="T15" fmla="*/ 0 h 128"/>
                <a:gd name="T16" fmla="*/ 0 w 152"/>
                <a:gd name="T17" fmla="*/ 0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2" h="128">
                  <a:moveTo>
                    <a:pt x="0" y="12"/>
                  </a:moveTo>
                  <a:lnTo>
                    <a:pt x="35" y="0"/>
                  </a:lnTo>
                  <a:lnTo>
                    <a:pt x="87" y="17"/>
                  </a:lnTo>
                  <a:lnTo>
                    <a:pt x="152" y="93"/>
                  </a:lnTo>
                  <a:lnTo>
                    <a:pt x="111" y="122"/>
                  </a:lnTo>
                  <a:lnTo>
                    <a:pt x="82" y="128"/>
                  </a:lnTo>
                  <a:lnTo>
                    <a:pt x="18" y="111"/>
                  </a:lnTo>
                  <a:lnTo>
                    <a:pt x="18" y="59"/>
                  </a:lnTo>
                  <a:lnTo>
                    <a:pt x="0" y="12"/>
                  </a:lnTo>
                  <a:close/>
                </a:path>
              </a:pathLst>
            </a:custGeom>
            <a:solidFill>
              <a:srgbClr val="FFFFFF"/>
            </a:solidFill>
            <a:ln w="9525">
              <a:solidFill>
                <a:srgbClr val="000000"/>
              </a:solidFill>
              <a:round/>
              <a:headEnd/>
              <a:tailEnd/>
            </a:ln>
          </p:spPr>
          <p:txBody>
            <a:bodyPr/>
            <a:lstStyle/>
            <a:p>
              <a:endParaRPr lang="ko-KR" altLang="en-US"/>
            </a:p>
          </p:txBody>
        </p:sp>
        <p:sp>
          <p:nvSpPr>
            <p:cNvPr id="440537" name="Freeform 509">
              <a:extLst>
                <a:ext uri="{FF2B5EF4-FFF2-40B4-BE49-F238E27FC236}">
                  <a16:creationId xmlns:a16="http://schemas.microsoft.com/office/drawing/2014/main" id="{C5A40455-2F25-B1BE-2A99-202EE91578A3}"/>
                </a:ext>
              </a:extLst>
            </p:cNvPr>
            <p:cNvSpPr>
              <a:spLocks/>
            </p:cNvSpPr>
            <p:nvPr/>
          </p:nvSpPr>
          <p:spPr bwMode="auto">
            <a:xfrm>
              <a:off x="3289" y="779"/>
              <a:ext cx="18" cy="28"/>
            </a:xfrm>
            <a:custGeom>
              <a:avLst/>
              <a:gdLst>
                <a:gd name="T0" fmla="*/ 0 w 232"/>
                <a:gd name="T1" fmla="*/ 0 h 354"/>
                <a:gd name="T2" fmla="*/ 0 w 232"/>
                <a:gd name="T3" fmla="*/ 0 h 354"/>
                <a:gd name="T4" fmla="*/ 0 w 232"/>
                <a:gd name="T5" fmla="*/ 0 h 354"/>
                <a:gd name="T6" fmla="*/ 0 w 232"/>
                <a:gd name="T7" fmla="*/ 0 h 354"/>
                <a:gd name="T8" fmla="*/ 0 w 232"/>
                <a:gd name="T9" fmla="*/ 0 h 354"/>
                <a:gd name="T10" fmla="*/ 0 w 232"/>
                <a:gd name="T11" fmla="*/ 0 h 354"/>
                <a:gd name="T12" fmla="*/ 0 w 232"/>
                <a:gd name="T13" fmla="*/ 0 h 354"/>
                <a:gd name="T14" fmla="*/ 0 w 232"/>
                <a:gd name="T15" fmla="*/ 0 h 354"/>
                <a:gd name="T16" fmla="*/ 0 w 232"/>
                <a:gd name="T17" fmla="*/ 0 h 354"/>
                <a:gd name="T18" fmla="*/ 0 w 232"/>
                <a:gd name="T19" fmla="*/ 0 h 354"/>
                <a:gd name="T20" fmla="*/ 0 w 232"/>
                <a:gd name="T21" fmla="*/ 0 h 3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2" h="354">
                  <a:moveTo>
                    <a:pt x="0" y="0"/>
                  </a:moveTo>
                  <a:lnTo>
                    <a:pt x="23" y="110"/>
                  </a:lnTo>
                  <a:lnTo>
                    <a:pt x="70" y="244"/>
                  </a:lnTo>
                  <a:lnTo>
                    <a:pt x="232" y="354"/>
                  </a:lnTo>
                  <a:lnTo>
                    <a:pt x="232" y="255"/>
                  </a:lnTo>
                  <a:lnTo>
                    <a:pt x="187" y="220"/>
                  </a:lnTo>
                  <a:lnTo>
                    <a:pt x="187" y="87"/>
                  </a:lnTo>
                  <a:lnTo>
                    <a:pt x="145" y="12"/>
                  </a:lnTo>
                  <a:lnTo>
                    <a:pt x="70" y="12"/>
                  </a:lnTo>
                  <a:lnTo>
                    <a:pt x="12" y="6"/>
                  </a:lnTo>
                  <a:lnTo>
                    <a:pt x="0" y="0"/>
                  </a:lnTo>
                  <a:close/>
                </a:path>
              </a:pathLst>
            </a:custGeom>
            <a:solidFill>
              <a:srgbClr val="FFFFFF"/>
            </a:solidFill>
            <a:ln w="9525">
              <a:solidFill>
                <a:srgbClr val="000000"/>
              </a:solidFill>
              <a:round/>
              <a:headEnd/>
              <a:tailEnd/>
            </a:ln>
          </p:spPr>
          <p:txBody>
            <a:bodyPr/>
            <a:lstStyle/>
            <a:p>
              <a:endParaRPr lang="ko-KR" altLang="en-US"/>
            </a:p>
          </p:txBody>
        </p:sp>
        <p:sp>
          <p:nvSpPr>
            <p:cNvPr id="440538" name="Freeform 510">
              <a:extLst>
                <a:ext uri="{FF2B5EF4-FFF2-40B4-BE49-F238E27FC236}">
                  <a16:creationId xmlns:a16="http://schemas.microsoft.com/office/drawing/2014/main" id="{71E77E85-0EA5-5264-4A61-82BD76468EB5}"/>
                </a:ext>
              </a:extLst>
            </p:cNvPr>
            <p:cNvSpPr>
              <a:spLocks/>
            </p:cNvSpPr>
            <p:nvPr/>
          </p:nvSpPr>
          <p:spPr bwMode="auto">
            <a:xfrm>
              <a:off x="3336" y="780"/>
              <a:ext cx="34" cy="32"/>
            </a:xfrm>
            <a:custGeom>
              <a:avLst/>
              <a:gdLst>
                <a:gd name="T0" fmla="*/ 0 w 448"/>
                <a:gd name="T1" fmla="*/ 0 h 407"/>
                <a:gd name="T2" fmla="*/ 0 w 448"/>
                <a:gd name="T3" fmla="*/ 0 h 407"/>
                <a:gd name="T4" fmla="*/ 0 w 448"/>
                <a:gd name="T5" fmla="*/ 0 h 407"/>
                <a:gd name="T6" fmla="*/ 0 w 448"/>
                <a:gd name="T7" fmla="*/ 0 h 407"/>
                <a:gd name="T8" fmla="*/ 0 w 448"/>
                <a:gd name="T9" fmla="*/ 0 h 407"/>
                <a:gd name="T10" fmla="*/ 0 w 448"/>
                <a:gd name="T11" fmla="*/ 0 h 407"/>
                <a:gd name="T12" fmla="*/ 0 w 448"/>
                <a:gd name="T13" fmla="*/ 0 h 407"/>
                <a:gd name="T14" fmla="*/ 0 w 448"/>
                <a:gd name="T15" fmla="*/ 0 h 407"/>
                <a:gd name="T16" fmla="*/ 0 w 448"/>
                <a:gd name="T17" fmla="*/ 0 h 407"/>
                <a:gd name="T18" fmla="*/ 0 w 448"/>
                <a:gd name="T19" fmla="*/ 0 h 407"/>
                <a:gd name="T20" fmla="*/ 0 w 448"/>
                <a:gd name="T21" fmla="*/ 0 h 407"/>
                <a:gd name="T22" fmla="*/ 0 w 448"/>
                <a:gd name="T23" fmla="*/ 0 h 407"/>
                <a:gd name="T24" fmla="*/ 0 w 448"/>
                <a:gd name="T25" fmla="*/ 0 h 407"/>
                <a:gd name="T26" fmla="*/ 0 w 448"/>
                <a:gd name="T27" fmla="*/ 0 h 407"/>
                <a:gd name="T28" fmla="*/ 0 w 448"/>
                <a:gd name="T29" fmla="*/ 0 h 407"/>
                <a:gd name="T30" fmla="*/ 0 w 448"/>
                <a:gd name="T31" fmla="*/ 0 h 407"/>
                <a:gd name="T32" fmla="*/ 0 w 448"/>
                <a:gd name="T33" fmla="*/ 0 h 407"/>
                <a:gd name="T34" fmla="*/ 0 w 448"/>
                <a:gd name="T35" fmla="*/ 0 h 407"/>
                <a:gd name="T36" fmla="*/ 0 w 448"/>
                <a:gd name="T37" fmla="*/ 0 h 407"/>
                <a:gd name="T38" fmla="*/ 0 w 448"/>
                <a:gd name="T39" fmla="*/ 0 h 407"/>
                <a:gd name="T40" fmla="*/ 0 w 448"/>
                <a:gd name="T41" fmla="*/ 0 h 407"/>
                <a:gd name="T42" fmla="*/ 0 w 448"/>
                <a:gd name="T43" fmla="*/ 0 h 407"/>
                <a:gd name="T44" fmla="*/ 0 w 448"/>
                <a:gd name="T45" fmla="*/ 0 h 407"/>
                <a:gd name="T46" fmla="*/ 0 w 448"/>
                <a:gd name="T47" fmla="*/ 0 h 407"/>
                <a:gd name="T48" fmla="*/ 0 w 448"/>
                <a:gd name="T49" fmla="*/ 0 h 407"/>
                <a:gd name="T50" fmla="*/ 0 w 448"/>
                <a:gd name="T51" fmla="*/ 0 h 407"/>
                <a:gd name="T52" fmla="*/ 0 w 448"/>
                <a:gd name="T53" fmla="*/ 0 h 407"/>
                <a:gd name="T54" fmla="*/ 0 w 448"/>
                <a:gd name="T55" fmla="*/ 0 h 407"/>
                <a:gd name="T56" fmla="*/ 0 w 448"/>
                <a:gd name="T57" fmla="*/ 0 h 407"/>
                <a:gd name="T58" fmla="*/ 0 w 448"/>
                <a:gd name="T59" fmla="*/ 0 h 407"/>
                <a:gd name="T60" fmla="*/ 0 w 448"/>
                <a:gd name="T61" fmla="*/ 0 h 40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48" h="407">
                  <a:moveTo>
                    <a:pt x="0" y="365"/>
                  </a:moveTo>
                  <a:lnTo>
                    <a:pt x="24" y="389"/>
                  </a:lnTo>
                  <a:lnTo>
                    <a:pt x="64" y="407"/>
                  </a:lnTo>
                  <a:lnTo>
                    <a:pt x="111" y="407"/>
                  </a:lnTo>
                  <a:lnTo>
                    <a:pt x="140" y="377"/>
                  </a:lnTo>
                  <a:lnTo>
                    <a:pt x="181" y="348"/>
                  </a:lnTo>
                  <a:lnTo>
                    <a:pt x="221" y="325"/>
                  </a:lnTo>
                  <a:lnTo>
                    <a:pt x="251" y="278"/>
                  </a:lnTo>
                  <a:lnTo>
                    <a:pt x="279" y="220"/>
                  </a:lnTo>
                  <a:lnTo>
                    <a:pt x="291" y="197"/>
                  </a:lnTo>
                  <a:lnTo>
                    <a:pt x="332" y="163"/>
                  </a:lnTo>
                  <a:lnTo>
                    <a:pt x="384" y="139"/>
                  </a:lnTo>
                  <a:lnTo>
                    <a:pt x="425" y="139"/>
                  </a:lnTo>
                  <a:lnTo>
                    <a:pt x="448" y="121"/>
                  </a:lnTo>
                  <a:lnTo>
                    <a:pt x="448" y="98"/>
                  </a:lnTo>
                  <a:lnTo>
                    <a:pt x="408" y="23"/>
                  </a:lnTo>
                  <a:lnTo>
                    <a:pt x="378" y="0"/>
                  </a:lnTo>
                  <a:lnTo>
                    <a:pt x="349" y="0"/>
                  </a:lnTo>
                  <a:lnTo>
                    <a:pt x="303" y="51"/>
                  </a:lnTo>
                  <a:lnTo>
                    <a:pt x="297" y="121"/>
                  </a:lnTo>
                  <a:lnTo>
                    <a:pt x="268" y="151"/>
                  </a:lnTo>
                  <a:lnTo>
                    <a:pt x="274" y="185"/>
                  </a:lnTo>
                  <a:lnTo>
                    <a:pt x="268" y="220"/>
                  </a:lnTo>
                  <a:lnTo>
                    <a:pt x="239" y="220"/>
                  </a:lnTo>
                  <a:lnTo>
                    <a:pt x="216" y="191"/>
                  </a:lnTo>
                  <a:lnTo>
                    <a:pt x="157" y="255"/>
                  </a:lnTo>
                  <a:lnTo>
                    <a:pt x="87" y="307"/>
                  </a:lnTo>
                  <a:lnTo>
                    <a:pt x="70" y="348"/>
                  </a:lnTo>
                  <a:lnTo>
                    <a:pt x="35" y="360"/>
                  </a:lnTo>
                  <a:lnTo>
                    <a:pt x="12" y="360"/>
                  </a:lnTo>
                  <a:lnTo>
                    <a:pt x="0" y="365"/>
                  </a:lnTo>
                  <a:close/>
                </a:path>
              </a:pathLst>
            </a:custGeom>
            <a:solidFill>
              <a:srgbClr val="FFFFFF"/>
            </a:solidFill>
            <a:ln w="9525">
              <a:solidFill>
                <a:srgbClr val="000000"/>
              </a:solidFill>
              <a:round/>
              <a:headEnd/>
              <a:tailEnd/>
            </a:ln>
          </p:spPr>
          <p:txBody>
            <a:bodyPr/>
            <a:lstStyle/>
            <a:p>
              <a:endParaRPr lang="ko-KR" altLang="en-US"/>
            </a:p>
          </p:txBody>
        </p:sp>
        <p:sp>
          <p:nvSpPr>
            <p:cNvPr id="440539" name="Freeform 511">
              <a:extLst>
                <a:ext uri="{FF2B5EF4-FFF2-40B4-BE49-F238E27FC236}">
                  <a16:creationId xmlns:a16="http://schemas.microsoft.com/office/drawing/2014/main" id="{886551D8-492A-035E-6356-EB5409547A35}"/>
                </a:ext>
              </a:extLst>
            </p:cNvPr>
            <p:cNvSpPr>
              <a:spLocks/>
            </p:cNvSpPr>
            <p:nvPr/>
          </p:nvSpPr>
          <p:spPr bwMode="auto">
            <a:xfrm>
              <a:off x="3352" y="791"/>
              <a:ext cx="5" cy="7"/>
            </a:xfrm>
            <a:custGeom>
              <a:avLst/>
              <a:gdLst>
                <a:gd name="T0" fmla="*/ 0 w 53"/>
                <a:gd name="T1" fmla="*/ 0 h 75"/>
                <a:gd name="T2" fmla="*/ 0 w 53"/>
                <a:gd name="T3" fmla="*/ 0 h 75"/>
                <a:gd name="T4" fmla="*/ 0 w 53"/>
                <a:gd name="T5" fmla="*/ 0 h 75"/>
                <a:gd name="T6" fmla="*/ 0 w 53"/>
                <a:gd name="T7" fmla="*/ 0 h 75"/>
                <a:gd name="T8" fmla="*/ 0 w 53"/>
                <a:gd name="T9" fmla="*/ 0 h 75"/>
                <a:gd name="T10" fmla="*/ 0 w 53"/>
                <a:gd name="T11" fmla="*/ 0 h 75"/>
                <a:gd name="T12" fmla="*/ 0 w 53"/>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75">
                  <a:moveTo>
                    <a:pt x="0" y="40"/>
                  </a:moveTo>
                  <a:lnTo>
                    <a:pt x="12" y="75"/>
                  </a:lnTo>
                  <a:lnTo>
                    <a:pt x="41" y="75"/>
                  </a:lnTo>
                  <a:lnTo>
                    <a:pt x="53" y="40"/>
                  </a:lnTo>
                  <a:lnTo>
                    <a:pt x="41" y="0"/>
                  </a:lnTo>
                  <a:lnTo>
                    <a:pt x="6" y="40"/>
                  </a:lnTo>
                  <a:lnTo>
                    <a:pt x="0" y="40"/>
                  </a:lnTo>
                  <a:close/>
                </a:path>
              </a:pathLst>
            </a:custGeom>
            <a:solidFill>
              <a:srgbClr val="FFFFFF"/>
            </a:solidFill>
            <a:ln w="9525">
              <a:solidFill>
                <a:srgbClr val="000000"/>
              </a:solidFill>
              <a:round/>
              <a:headEnd/>
              <a:tailEnd/>
            </a:ln>
          </p:spPr>
          <p:txBody>
            <a:bodyPr/>
            <a:lstStyle/>
            <a:p>
              <a:endParaRPr lang="ko-KR" altLang="en-US"/>
            </a:p>
          </p:txBody>
        </p:sp>
        <p:sp>
          <p:nvSpPr>
            <p:cNvPr id="440540" name="Freeform 512">
              <a:extLst>
                <a:ext uri="{FF2B5EF4-FFF2-40B4-BE49-F238E27FC236}">
                  <a16:creationId xmlns:a16="http://schemas.microsoft.com/office/drawing/2014/main" id="{2F5983A5-20B7-E6FC-A134-181A88D98C56}"/>
                </a:ext>
              </a:extLst>
            </p:cNvPr>
            <p:cNvSpPr>
              <a:spLocks/>
            </p:cNvSpPr>
            <p:nvPr/>
          </p:nvSpPr>
          <p:spPr bwMode="auto">
            <a:xfrm>
              <a:off x="3432" y="832"/>
              <a:ext cx="47" cy="51"/>
            </a:xfrm>
            <a:custGeom>
              <a:avLst/>
              <a:gdLst>
                <a:gd name="T0" fmla="*/ 0 w 616"/>
                <a:gd name="T1" fmla="*/ 0 h 645"/>
                <a:gd name="T2" fmla="*/ 0 w 616"/>
                <a:gd name="T3" fmla="*/ 0 h 645"/>
                <a:gd name="T4" fmla="*/ 0 w 616"/>
                <a:gd name="T5" fmla="*/ 0 h 645"/>
                <a:gd name="T6" fmla="*/ 0 w 616"/>
                <a:gd name="T7" fmla="*/ 0 h 645"/>
                <a:gd name="T8" fmla="*/ 0 w 616"/>
                <a:gd name="T9" fmla="*/ 0 h 645"/>
                <a:gd name="T10" fmla="*/ 0 w 616"/>
                <a:gd name="T11" fmla="*/ 0 h 645"/>
                <a:gd name="T12" fmla="*/ 0 w 616"/>
                <a:gd name="T13" fmla="*/ 0 h 645"/>
                <a:gd name="T14" fmla="*/ 0 w 616"/>
                <a:gd name="T15" fmla="*/ 0 h 645"/>
                <a:gd name="T16" fmla="*/ 0 w 616"/>
                <a:gd name="T17" fmla="*/ 0 h 645"/>
                <a:gd name="T18" fmla="*/ 0 w 616"/>
                <a:gd name="T19" fmla="*/ 0 h 645"/>
                <a:gd name="T20" fmla="*/ 0 w 616"/>
                <a:gd name="T21" fmla="*/ 0 h 645"/>
                <a:gd name="T22" fmla="*/ 0 w 616"/>
                <a:gd name="T23" fmla="*/ 0 h 645"/>
                <a:gd name="T24" fmla="*/ 0 w 616"/>
                <a:gd name="T25" fmla="*/ 0 h 645"/>
                <a:gd name="T26" fmla="*/ 0 w 616"/>
                <a:gd name="T27" fmla="*/ 0 h 645"/>
                <a:gd name="T28" fmla="*/ 0 w 616"/>
                <a:gd name="T29" fmla="*/ 0 h 645"/>
                <a:gd name="T30" fmla="*/ 0 w 616"/>
                <a:gd name="T31" fmla="*/ 0 h 645"/>
                <a:gd name="T32" fmla="*/ 0 w 616"/>
                <a:gd name="T33" fmla="*/ 0 h 645"/>
                <a:gd name="T34" fmla="*/ 0 w 616"/>
                <a:gd name="T35" fmla="*/ 0 h 645"/>
                <a:gd name="T36" fmla="*/ 0 w 616"/>
                <a:gd name="T37" fmla="*/ 0 h 645"/>
                <a:gd name="T38" fmla="*/ 0 w 616"/>
                <a:gd name="T39" fmla="*/ 0 h 645"/>
                <a:gd name="T40" fmla="*/ 0 w 616"/>
                <a:gd name="T41" fmla="*/ 0 h 645"/>
                <a:gd name="T42" fmla="*/ 0 w 616"/>
                <a:gd name="T43" fmla="*/ 0 h 645"/>
                <a:gd name="T44" fmla="*/ 0 w 616"/>
                <a:gd name="T45" fmla="*/ 0 h 645"/>
                <a:gd name="T46" fmla="*/ 0 w 616"/>
                <a:gd name="T47" fmla="*/ 0 h 645"/>
                <a:gd name="T48" fmla="*/ 0 w 616"/>
                <a:gd name="T49" fmla="*/ 0 h 645"/>
                <a:gd name="T50" fmla="*/ 0 w 616"/>
                <a:gd name="T51" fmla="*/ 0 h 645"/>
                <a:gd name="T52" fmla="*/ 0 w 616"/>
                <a:gd name="T53" fmla="*/ 0 h 645"/>
                <a:gd name="T54" fmla="*/ 0 w 616"/>
                <a:gd name="T55" fmla="*/ 0 h 645"/>
                <a:gd name="T56" fmla="*/ 0 w 616"/>
                <a:gd name="T57" fmla="*/ 0 h 645"/>
                <a:gd name="T58" fmla="*/ 0 w 616"/>
                <a:gd name="T59" fmla="*/ 0 h 645"/>
                <a:gd name="T60" fmla="*/ 0 w 616"/>
                <a:gd name="T61" fmla="*/ 0 h 645"/>
                <a:gd name="T62" fmla="*/ 0 w 616"/>
                <a:gd name="T63" fmla="*/ 0 h 645"/>
                <a:gd name="T64" fmla="*/ 0 w 616"/>
                <a:gd name="T65" fmla="*/ 0 h 645"/>
                <a:gd name="T66" fmla="*/ 0 w 616"/>
                <a:gd name="T67" fmla="*/ 0 h 645"/>
                <a:gd name="T68" fmla="*/ 0 w 616"/>
                <a:gd name="T69" fmla="*/ 0 h 645"/>
                <a:gd name="T70" fmla="*/ 0 w 616"/>
                <a:gd name="T71" fmla="*/ 0 h 64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16" h="645">
                  <a:moveTo>
                    <a:pt x="616" y="233"/>
                  </a:moveTo>
                  <a:lnTo>
                    <a:pt x="523" y="157"/>
                  </a:lnTo>
                  <a:lnTo>
                    <a:pt x="459" y="122"/>
                  </a:lnTo>
                  <a:lnTo>
                    <a:pt x="406" y="134"/>
                  </a:lnTo>
                  <a:lnTo>
                    <a:pt x="337" y="181"/>
                  </a:lnTo>
                  <a:lnTo>
                    <a:pt x="279" y="186"/>
                  </a:lnTo>
                  <a:lnTo>
                    <a:pt x="215" y="174"/>
                  </a:lnTo>
                  <a:lnTo>
                    <a:pt x="197" y="52"/>
                  </a:lnTo>
                  <a:lnTo>
                    <a:pt x="139" y="0"/>
                  </a:lnTo>
                  <a:lnTo>
                    <a:pt x="80" y="0"/>
                  </a:lnTo>
                  <a:lnTo>
                    <a:pt x="5" y="24"/>
                  </a:lnTo>
                  <a:lnTo>
                    <a:pt x="0" y="52"/>
                  </a:lnTo>
                  <a:lnTo>
                    <a:pt x="58" y="59"/>
                  </a:lnTo>
                  <a:lnTo>
                    <a:pt x="63" y="99"/>
                  </a:lnTo>
                  <a:lnTo>
                    <a:pt x="98" y="129"/>
                  </a:lnTo>
                  <a:lnTo>
                    <a:pt x="133" y="146"/>
                  </a:lnTo>
                  <a:lnTo>
                    <a:pt x="162" y="146"/>
                  </a:lnTo>
                  <a:lnTo>
                    <a:pt x="115" y="174"/>
                  </a:lnTo>
                  <a:lnTo>
                    <a:pt x="98" y="204"/>
                  </a:lnTo>
                  <a:lnTo>
                    <a:pt x="115" y="239"/>
                  </a:lnTo>
                  <a:lnTo>
                    <a:pt x="192" y="239"/>
                  </a:lnTo>
                  <a:lnTo>
                    <a:pt x="227" y="233"/>
                  </a:lnTo>
                  <a:lnTo>
                    <a:pt x="314" y="279"/>
                  </a:lnTo>
                  <a:lnTo>
                    <a:pt x="401" y="373"/>
                  </a:lnTo>
                  <a:lnTo>
                    <a:pt x="418" y="401"/>
                  </a:lnTo>
                  <a:lnTo>
                    <a:pt x="412" y="436"/>
                  </a:lnTo>
                  <a:lnTo>
                    <a:pt x="441" y="453"/>
                  </a:lnTo>
                  <a:lnTo>
                    <a:pt x="360" y="483"/>
                  </a:lnTo>
                  <a:lnTo>
                    <a:pt x="366" y="500"/>
                  </a:lnTo>
                  <a:lnTo>
                    <a:pt x="418" y="523"/>
                  </a:lnTo>
                  <a:lnTo>
                    <a:pt x="394" y="564"/>
                  </a:lnTo>
                  <a:lnTo>
                    <a:pt x="394" y="610"/>
                  </a:lnTo>
                  <a:lnTo>
                    <a:pt x="464" y="593"/>
                  </a:lnTo>
                  <a:lnTo>
                    <a:pt x="488" y="634"/>
                  </a:lnTo>
                  <a:lnTo>
                    <a:pt x="511" y="645"/>
                  </a:lnTo>
                  <a:lnTo>
                    <a:pt x="616" y="233"/>
                  </a:lnTo>
                  <a:close/>
                </a:path>
              </a:pathLst>
            </a:custGeom>
            <a:solidFill>
              <a:srgbClr val="FFFFFF"/>
            </a:solidFill>
            <a:ln w="9525">
              <a:solidFill>
                <a:srgbClr val="000000"/>
              </a:solidFill>
              <a:round/>
              <a:headEnd/>
              <a:tailEnd/>
            </a:ln>
          </p:spPr>
          <p:txBody>
            <a:bodyPr/>
            <a:lstStyle/>
            <a:p>
              <a:endParaRPr lang="ko-KR" altLang="en-US"/>
            </a:p>
          </p:txBody>
        </p:sp>
        <p:sp>
          <p:nvSpPr>
            <p:cNvPr id="440541" name="Freeform 513">
              <a:extLst>
                <a:ext uri="{FF2B5EF4-FFF2-40B4-BE49-F238E27FC236}">
                  <a16:creationId xmlns:a16="http://schemas.microsoft.com/office/drawing/2014/main" id="{C4908989-571B-2152-C5B0-C374320A4EC6}"/>
                </a:ext>
              </a:extLst>
            </p:cNvPr>
            <p:cNvSpPr>
              <a:spLocks/>
            </p:cNvSpPr>
            <p:nvPr/>
          </p:nvSpPr>
          <p:spPr bwMode="auto">
            <a:xfrm>
              <a:off x="3454" y="874"/>
              <a:ext cx="5" cy="7"/>
            </a:xfrm>
            <a:custGeom>
              <a:avLst/>
              <a:gdLst>
                <a:gd name="T0" fmla="*/ 0 w 70"/>
                <a:gd name="T1" fmla="*/ 0 h 75"/>
                <a:gd name="T2" fmla="*/ 0 w 70"/>
                <a:gd name="T3" fmla="*/ 0 h 75"/>
                <a:gd name="T4" fmla="*/ 0 w 70"/>
                <a:gd name="T5" fmla="*/ 0 h 75"/>
                <a:gd name="T6" fmla="*/ 0 w 70"/>
                <a:gd name="T7" fmla="*/ 0 h 75"/>
                <a:gd name="T8" fmla="*/ 0 w 70"/>
                <a:gd name="T9" fmla="*/ 0 h 75"/>
                <a:gd name="T10" fmla="*/ 0 w 70"/>
                <a:gd name="T11" fmla="*/ 0 h 75"/>
                <a:gd name="T12" fmla="*/ 0 w 70"/>
                <a:gd name="T13" fmla="*/ 0 h 75"/>
                <a:gd name="T14" fmla="*/ 0 w 70"/>
                <a:gd name="T15" fmla="*/ 0 h 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75">
                  <a:moveTo>
                    <a:pt x="41" y="0"/>
                  </a:moveTo>
                  <a:lnTo>
                    <a:pt x="6" y="0"/>
                  </a:lnTo>
                  <a:lnTo>
                    <a:pt x="0" y="29"/>
                  </a:lnTo>
                  <a:lnTo>
                    <a:pt x="24" y="64"/>
                  </a:lnTo>
                  <a:lnTo>
                    <a:pt x="29" y="75"/>
                  </a:lnTo>
                  <a:lnTo>
                    <a:pt x="70" y="23"/>
                  </a:lnTo>
                  <a:lnTo>
                    <a:pt x="59" y="6"/>
                  </a:lnTo>
                  <a:lnTo>
                    <a:pt x="41" y="0"/>
                  </a:lnTo>
                  <a:close/>
                </a:path>
              </a:pathLst>
            </a:custGeom>
            <a:solidFill>
              <a:srgbClr val="FFFFFF"/>
            </a:solidFill>
            <a:ln w="9525">
              <a:solidFill>
                <a:srgbClr val="000000"/>
              </a:solidFill>
              <a:round/>
              <a:headEnd/>
              <a:tailEnd/>
            </a:ln>
          </p:spPr>
          <p:txBody>
            <a:bodyPr/>
            <a:lstStyle/>
            <a:p>
              <a:endParaRPr lang="ko-KR" altLang="en-US"/>
            </a:p>
          </p:txBody>
        </p:sp>
        <p:sp>
          <p:nvSpPr>
            <p:cNvPr id="440542" name="Freeform 514">
              <a:extLst>
                <a:ext uri="{FF2B5EF4-FFF2-40B4-BE49-F238E27FC236}">
                  <a16:creationId xmlns:a16="http://schemas.microsoft.com/office/drawing/2014/main" id="{8FD32633-471D-458C-D730-0075126EB099}"/>
                </a:ext>
              </a:extLst>
            </p:cNvPr>
            <p:cNvSpPr>
              <a:spLocks/>
            </p:cNvSpPr>
            <p:nvPr/>
          </p:nvSpPr>
          <p:spPr bwMode="auto">
            <a:xfrm>
              <a:off x="3470" y="849"/>
              <a:ext cx="45" cy="55"/>
            </a:xfrm>
            <a:custGeom>
              <a:avLst/>
              <a:gdLst>
                <a:gd name="T0" fmla="*/ 0 w 591"/>
                <a:gd name="T1" fmla="*/ 0 h 680"/>
                <a:gd name="T2" fmla="*/ 0 w 591"/>
                <a:gd name="T3" fmla="*/ 0 h 680"/>
                <a:gd name="T4" fmla="*/ 0 w 591"/>
                <a:gd name="T5" fmla="*/ 0 h 680"/>
                <a:gd name="T6" fmla="*/ 0 w 591"/>
                <a:gd name="T7" fmla="*/ 0 h 680"/>
                <a:gd name="T8" fmla="*/ 0 w 591"/>
                <a:gd name="T9" fmla="*/ 0 h 680"/>
                <a:gd name="T10" fmla="*/ 0 w 591"/>
                <a:gd name="T11" fmla="*/ 0 h 680"/>
                <a:gd name="T12" fmla="*/ 0 w 591"/>
                <a:gd name="T13" fmla="*/ 0 h 680"/>
                <a:gd name="T14" fmla="*/ 0 w 591"/>
                <a:gd name="T15" fmla="*/ 0 h 680"/>
                <a:gd name="T16" fmla="*/ 0 w 591"/>
                <a:gd name="T17" fmla="*/ 0 h 680"/>
                <a:gd name="T18" fmla="*/ 0 w 591"/>
                <a:gd name="T19" fmla="*/ 0 h 680"/>
                <a:gd name="T20" fmla="*/ 0 w 591"/>
                <a:gd name="T21" fmla="*/ 0 h 680"/>
                <a:gd name="T22" fmla="*/ 0 w 591"/>
                <a:gd name="T23" fmla="*/ 0 h 680"/>
                <a:gd name="T24" fmla="*/ 0 w 591"/>
                <a:gd name="T25" fmla="*/ 0 h 680"/>
                <a:gd name="T26" fmla="*/ 0 w 591"/>
                <a:gd name="T27" fmla="*/ 0 h 680"/>
                <a:gd name="T28" fmla="*/ 0 w 591"/>
                <a:gd name="T29" fmla="*/ 0 h 680"/>
                <a:gd name="T30" fmla="*/ 0 w 591"/>
                <a:gd name="T31" fmla="*/ 0 h 680"/>
                <a:gd name="T32" fmla="*/ 0 w 591"/>
                <a:gd name="T33" fmla="*/ 0 h 680"/>
                <a:gd name="T34" fmla="*/ 0 w 591"/>
                <a:gd name="T35" fmla="*/ 0 h 680"/>
                <a:gd name="T36" fmla="*/ 0 w 591"/>
                <a:gd name="T37" fmla="*/ 0 h 680"/>
                <a:gd name="T38" fmla="*/ 0 w 591"/>
                <a:gd name="T39" fmla="*/ 0 h 680"/>
                <a:gd name="T40" fmla="*/ 0 w 591"/>
                <a:gd name="T41" fmla="*/ 0 h 680"/>
                <a:gd name="T42" fmla="*/ 0 w 591"/>
                <a:gd name="T43" fmla="*/ 0 h 680"/>
                <a:gd name="T44" fmla="*/ 0 w 591"/>
                <a:gd name="T45" fmla="*/ 0 h 680"/>
                <a:gd name="T46" fmla="*/ 0 w 591"/>
                <a:gd name="T47" fmla="*/ 0 h 680"/>
                <a:gd name="T48" fmla="*/ 0 w 591"/>
                <a:gd name="T49" fmla="*/ 0 h 680"/>
                <a:gd name="T50" fmla="*/ 0 w 591"/>
                <a:gd name="T51" fmla="*/ 0 h 680"/>
                <a:gd name="T52" fmla="*/ 0 w 591"/>
                <a:gd name="T53" fmla="*/ 0 h 680"/>
                <a:gd name="T54" fmla="*/ 0 w 591"/>
                <a:gd name="T55" fmla="*/ 0 h 680"/>
                <a:gd name="T56" fmla="*/ 0 w 591"/>
                <a:gd name="T57" fmla="*/ 0 h 680"/>
                <a:gd name="T58" fmla="*/ 0 w 591"/>
                <a:gd name="T59" fmla="*/ 0 h 680"/>
                <a:gd name="T60" fmla="*/ 0 w 591"/>
                <a:gd name="T61" fmla="*/ 0 h 680"/>
                <a:gd name="T62" fmla="*/ 0 w 591"/>
                <a:gd name="T63" fmla="*/ 0 h 680"/>
                <a:gd name="T64" fmla="*/ 0 w 591"/>
                <a:gd name="T65" fmla="*/ 0 h 680"/>
                <a:gd name="T66" fmla="*/ 0 w 591"/>
                <a:gd name="T67" fmla="*/ 0 h 6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1" h="680">
                  <a:moveTo>
                    <a:pt x="115" y="0"/>
                  </a:moveTo>
                  <a:lnTo>
                    <a:pt x="0" y="424"/>
                  </a:lnTo>
                  <a:lnTo>
                    <a:pt x="57" y="471"/>
                  </a:lnTo>
                  <a:lnTo>
                    <a:pt x="98" y="459"/>
                  </a:lnTo>
                  <a:lnTo>
                    <a:pt x="104" y="483"/>
                  </a:lnTo>
                  <a:lnTo>
                    <a:pt x="167" y="483"/>
                  </a:lnTo>
                  <a:lnTo>
                    <a:pt x="174" y="471"/>
                  </a:lnTo>
                  <a:lnTo>
                    <a:pt x="157" y="419"/>
                  </a:lnTo>
                  <a:lnTo>
                    <a:pt x="92" y="396"/>
                  </a:lnTo>
                  <a:lnTo>
                    <a:pt x="174" y="396"/>
                  </a:lnTo>
                  <a:lnTo>
                    <a:pt x="209" y="389"/>
                  </a:lnTo>
                  <a:lnTo>
                    <a:pt x="307" y="431"/>
                  </a:lnTo>
                  <a:lnTo>
                    <a:pt x="366" y="483"/>
                  </a:lnTo>
                  <a:lnTo>
                    <a:pt x="401" y="518"/>
                  </a:lnTo>
                  <a:lnTo>
                    <a:pt x="401" y="546"/>
                  </a:lnTo>
                  <a:lnTo>
                    <a:pt x="434" y="569"/>
                  </a:lnTo>
                  <a:lnTo>
                    <a:pt x="446" y="628"/>
                  </a:lnTo>
                  <a:lnTo>
                    <a:pt x="528" y="680"/>
                  </a:lnTo>
                  <a:lnTo>
                    <a:pt x="591" y="680"/>
                  </a:lnTo>
                  <a:lnTo>
                    <a:pt x="563" y="645"/>
                  </a:lnTo>
                  <a:lnTo>
                    <a:pt x="586" y="628"/>
                  </a:lnTo>
                  <a:lnTo>
                    <a:pt x="551" y="593"/>
                  </a:lnTo>
                  <a:lnTo>
                    <a:pt x="441" y="471"/>
                  </a:lnTo>
                  <a:lnTo>
                    <a:pt x="406" y="389"/>
                  </a:lnTo>
                  <a:lnTo>
                    <a:pt x="424" y="361"/>
                  </a:lnTo>
                  <a:lnTo>
                    <a:pt x="441" y="326"/>
                  </a:lnTo>
                  <a:lnTo>
                    <a:pt x="434" y="302"/>
                  </a:lnTo>
                  <a:lnTo>
                    <a:pt x="377" y="256"/>
                  </a:lnTo>
                  <a:lnTo>
                    <a:pt x="354" y="239"/>
                  </a:lnTo>
                  <a:lnTo>
                    <a:pt x="354" y="192"/>
                  </a:lnTo>
                  <a:lnTo>
                    <a:pt x="279" y="105"/>
                  </a:lnTo>
                  <a:lnTo>
                    <a:pt x="197" y="53"/>
                  </a:lnTo>
                  <a:lnTo>
                    <a:pt x="150" y="23"/>
                  </a:lnTo>
                  <a:lnTo>
                    <a:pt x="115" y="0"/>
                  </a:lnTo>
                  <a:close/>
                </a:path>
              </a:pathLst>
            </a:custGeom>
            <a:solidFill>
              <a:srgbClr val="FFFFFF"/>
            </a:solidFill>
            <a:ln w="9525">
              <a:solidFill>
                <a:srgbClr val="000000"/>
              </a:solidFill>
              <a:round/>
              <a:headEnd/>
              <a:tailEnd/>
            </a:ln>
          </p:spPr>
          <p:txBody>
            <a:bodyPr/>
            <a:lstStyle/>
            <a:p>
              <a:endParaRPr lang="ko-KR" altLang="en-US"/>
            </a:p>
          </p:txBody>
        </p:sp>
        <p:sp>
          <p:nvSpPr>
            <p:cNvPr id="440543" name="Freeform 515">
              <a:extLst>
                <a:ext uri="{FF2B5EF4-FFF2-40B4-BE49-F238E27FC236}">
                  <a16:creationId xmlns:a16="http://schemas.microsoft.com/office/drawing/2014/main" id="{7A693473-BFFB-A669-7888-51BD9EEC5855}"/>
                </a:ext>
              </a:extLst>
            </p:cNvPr>
            <p:cNvSpPr>
              <a:spLocks/>
            </p:cNvSpPr>
            <p:nvPr/>
          </p:nvSpPr>
          <p:spPr bwMode="auto">
            <a:xfrm>
              <a:off x="3332" y="884"/>
              <a:ext cx="177" cy="168"/>
            </a:xfrm>
            <a:custGeom>
              <a:avLst/>
              <a:gdLst>
                <a:gd name="T0" fmla="*/ 0 w 2343"/>
                <a:gd name="T1" fmla="*/ 0 h 2074"/>
                <a:gd name="T2" fmla="*/ 0 w 2343"/>
                <a:gd name="T3" fmla="*/ 0 h 2074"/>
                <a:gd name="T4" fmla="*/ 0 w 2343"/>
                <a:gd name="T5" fmla="*/ 0 h 2074"/>
                <a:gd name="T6" fmla="*/ 0 w 2343"/>
                <a:gd name="T7" fmla="*/ 0 h 2074"/>
                <a:gd name="T8" fmla="*/ 0 w 2343"/>
                <a:gd name="T9" fmla="*/ 0 h 2074"/>
                <a:gd name="T10" fmla="*/ 0 w 2343"/>
                <a:gd name="T11" fmla="*/ 0 h 2074"/>
                <a:gd name="T12" fmla="*/ 0 w 2343"/>
                <a:gd name="T13" fmla="*/ 0 h 2074"/>
                <a:gd name="T14" fmla="*/ 0 w 2343"/>
                <a:gd name="T15" fmla="*/ 0 h 2074"/>
                <a:gd name="T16" fmla="*/ 0 w 2343"/>
                <a:gd name="T17" fmla="*/ 0 h 2074"/>
                <a:gd name="T18" fmla="*/ 0 w 2343"/>
                <a:gd name="T19" fmla="*/ 0 h 2074"/>
                <a:gd name="T20" fmla="*/ 0 w 2343"/>
                <a:gd name="T21" fmla="*/ 0 h 2074"/>
                <a:gd name="T22" fmla="*/ 0 w 2343"/>
                <a:gd name="T23" fmla="*/ 0 h 2074"/>
                <a:gd name="T24" fmla="*/ 0 w 2343"/>
                <a:gd name="T25" fmla="*/ 0 h 2074"/>
                <a:gd name="T26" fmla="*/ 0 w 2343"/>
                <a:gd name="T27" fmla="*/ 0 h 2074"/>
                <a:gd name="T28" fmla="*/ 0 w 2343"/>
                <a:gd name="T29" fmla="*/ 0 h 2074"/>
                <a:gd name="T30" fmla="*/ 0 w 2343"/>
                <a:gd name="T31" fmla="*/ 0 h 2074"/>
                <a:gd name="T32" fmla="*/ 0 w 2343"/>
                <a:gd name="T33" fmla="*/ 0 h 2074"/>
                <a:gd name="T34" fmla="*/ 0 w 2343"/>
                <a:gd name="T35" fmla="*/ 0 h 2074"/>
                <a:gd name="T36" fmla="*/ 0 w 2343"/>
                <a:gd name="T37" fmla="*/ 0 h 2074"/>
                <a:gd name="T38" fmla="*/ 0 w 2343"/>
                <a:gd name="T39" fmla="*/ 0 h 2074"/>
                <a:gd name="T40" fmla="*/ 0 w 2343"/>
                <a:gd name="T41" fmla="*/ 0 h 2074"/>
                <a:gd name="T42" fmla="*/ 0 w 2343"/>
                <a:gd name="T43" fmla="*/ 0 h 2074"/>
                <a:gd name="T44" fmla="*/ 0 w 2343"/>
                <a:gd name="T45" fmla="*/ 0 h 2074"/>
                <a:gd name="T46" fmla="*/ 0 w 2343"/>
                <a:gd name="T47" fmla="*/ 0 h 2074"/>
                <a:gd name="T48" fmla="*/ 0 w 2343"/>
                <a:gd name="T49" fmla="*/ 0 h 2074"/>
                <a:gd name="T50" fmla="*/ 0 w 2343"/>
                <a:gd name="T51" fmla="*/ 0 h 2074"/>
                <a:gd name="T52" fmla="*/ 0 w 2343"/>
                <a:gd name="T53" fmla="*/ 0 h 2074"/>
                <a:gd name="T54" fmla="*/ 0 w 2343"/>
                <a:gd name="T55" fmla="*/ 0 h 2074"/>
                <a:gd name="T56" fmla="*/ 0 w 2343"/>
                <a:gd name="T57" fmla="*/ 0 h 2074"/>
                <a:gd name="T58" fmla="*/ 0 w 2343"/>
                <a:gd name="T59" fmla="*/ 0 h 2074"/>
                <a:gd name="T60" fmla="*/ 0 w 2343"/>
                <a:gd name="T61" fmla="*/ 0 h 2074"/>
                <a:gd name="T62" fmla="*/ 0 w 2343"/>
                <a:gd name="T63" fmla="*/ 0 h 2074"/>
                <a:gd name="T64" fmla="*/ 0 w 2343"/>
                <a:gd name="T65" fmla="*/ 0 h 2074"/>
                <a:gd name="T66" fmla="*/ 0 w 2343"/>
                <a:gd name="T67" fmla="*/ 0 h 2074"/>
                <a:gd name="T68" fmla="*/ 0 w 2343"/>
                <a:gd name="T69" fmla="*/ 0 h 2074"/>
                <a:gd name="T70" fmla="*/ 0 w 2343"/>
                <a:gd name="T71" fmla="*/ 0 h 2074"/>
                <a:gd name="T72" fmla="*/ 0 w 2343"/>
                <a:gd name="T73" fmla="*/ 0 h 2074"/>
                <a:gd name="T74" fmla="*/ 0 w 2343"/>
                <a:gd name="T75" fmla="*/ 0 h 2074"/>
                <a:gd name="T76" fmla="*/ 0 w 2343"/>
                <a:gd name="T77" fmla="*/ 0 h 2074"/>
                <a:gd name="T78" fmla="*/ 0 w 2343"/>
                <a:gd name="T79" fmla="*/ 0 h 2074"/>
                <a:gd name="T80" fmla="*/ 0 w 2343"/>
                <a:gd name="T81" fmla="*/ 0 h 2074"/>
                <a:gd name="T82" fmla="*/ 0 w 2343"/>
                <a:gd name="T83" fmla="*/ 0 h 2074"/>
                <a:gd name="T84" fmla="*/ 0 w 2343"/>
                <a:gd name="T85" fmla="*/ 0 h 2074"/>
                <a:gd name="T86" fmla="*/ 0 w 2343"/>
                <a:gd name="T87" fmla="*/ 0 h 2074"/>
                <a:gd name="T88" fmla="*/ 0 w 2343"/>
                <a:gd name="T89" fmla="*/ 0 h 2074"/>
                <a:gd name="T90" fmla="*/ 0 w 2343"/>
                <a:gd name="T91" fmla="*/ 0 h 2074"/>
                <a:gd name="T92" fmla="*/ 0 w 2343"/>
                <a:gd name="T93" fmla="*/ 0 h 2074"/>
                <a:gd name="T94" fmla="*/ 0 w 2343"/>
                <a:gd name="T95" fmla="*/ 0 h 2074"/>
                <a:gd name="T96" fmla="*/ 0 w 2343"/>
                <a:gd name="T97" fmla="*/ 0 h 20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343" h="2074">
                  <a:moveTo>
                    <a:pt x="1337" y="0"/>
                  </a:moveTo>
                  <a:lnTo>
                    <a:pt x="1314" y="81"/>
                  </a:lnTo>
                  <a:lnTo>
                    <a:pt x="1250" y="58"/>
                  </a:lnTo>
                  <a:lnTo>
                    <a:pt x="1145" y="110"/>
                  </a:lnTo>
                  <a:lnTo>
                    <a:pt x="1145" y="191"/>
                  </a:lnTo>
                  <a:lnTo>
                    <a:pt x="1105" y="191"/>
                  </a:lnTo>
                  <a:lnTo>
                    <a:pt x="1029" y="168"/>
                  </a:lnTo>
                  <a:lnTo>
                    <a:pt x="994" y="168"/>
                  </a:lnTo>
                  <a:lnTo>
                    <a:pt x="948" y="127"/>
                  </a:lnTo>
                  <a:lnTo>
                    <a:pt x="843" y="168"/>
                  </a:lnTo>
                  <a:lnTo>
                    <a:pt x="785" y="249"/>
                  </a:lnTo>
                  <a:lnTo>
                    <a:pt x="663" y="261"/>
                  </a:lnTo>
                  <a:lnTo>
                    <a:pt x="628" y="290"/>
                  </a:lnTo>
                  <a:lnTo>
                    <a:pt x="623" y="354"/>
                  </a:lnTo>
                  <a:lnTo>
                    <a:pt x="536" y="447"/>
                  </a:lnTo>
                  <a:lnTo>
                    <a:pt x="494" y="447"/>
                  </a:lnTo>
                  <a:lnTo>
                    <a:pt x="466" y="493"/>
                  </a:lnTo>
                  <a:lnTo>
                    <a:pt x="257" y="493"/>
                  </a:lnTo>
                  <a:lnTo>
                    <a:pt x="134" y="465"/>
                  </a:lnTo>
                  <a:lnTo>
                    <a:pt x="88" y="505"/>
                  </a:lnTo>
                  <a:lnTo>
                    <a:pt x="70" y="667"/>
                  </a:lnTo>
                  <a:lnTo>
                    <a:pt x="93" y="831"/>
                  </a:lnTo>
                  <a:lnTo>
                    <a:pt x="6" y="789"/>
                  </a:lnTo>
                  <a:lnTo>
                    <a:pt x="6" y="901"/>
                  </a:lnTo>
                  <a:lnTo>
                    <a:pt x="53" y="1202"/>
                  </a:lnTo>
                  <a:lnTo>
                    <a:pt x="53" y="1278"/>
                  </a:lnTo>
                  <a:lnTo>
                    <a:pt x="0" y="1382"/>
                  </a:lnTo>
                  <a:lnTo>
                    <a:pt x="47" y="1424"/>
                  </a:lnTo>
                  <a:lnTo>
                    <a:pt x="76" y="1429"/>
                  </a:lnTo>
                  <a:lnTo>
                    <a:pt x="110" y="1476"/>
                  </a:lnTo>
                  <a:lnTo>
                    <a:pt x="180" y="1476"/>
                  </a:lnTo>
                  <a:lnTo>
                    <a:pt x="291" y="1417"/>
                  </a:lnTo>
                  <a:lnTo>
                    <a:pt x="367" y="1424"/>
                  </a:lnTo>
                  <a:lnTo>
                    <a:pt x="459" y="1452"/>
                  </a:lnTo>
                  <a:lnTo>
                    <a:pt x="518" y="1446"/>
                  </a:lnTo>
                  <a:lnTo>
                    <a:pt x="576" y="1365"/>
                  </a:lnTo>
                  <a:lnTo>
                    <a:pt x="663" y="1365"/>
                  </a:lnTo>
                  <a:lnTo>
                    <a:pt x="773" y="1336"/>
                  </a:lnTo>
                  <a:lnTo>
                    <a:pt x="965" y="1342"/>
                  </a:lnTo>
                  <a:lnTo>
                    <a:pt x="1087" y="1429"/>
                  </a:lnTo>
                  <a:lnTo>
                    <a:pt x="1162" y="1534"/>
                  </a:lnTo>
                  <a:lnTo>
                    <a:pt x="1180" y="1568"/>
                  </a:lnTo>
                  <a:lnTo>
                    <a:pt x="1209" y="1579"/>
                  </a:lnTo>
                  <a:lnTo>
                    <a:pt x="1314" y="1544"/>
                  </a:lnTo>
                  <a:lnTo>
                    <a:pt x="1424" y="1464"/>
                  </a:lnTo>
                  <a:lnTo>
                    <a:pt x="1354" y="1556"/>
                  </a:lnTo>
                  <a:lnTo>
                    <a:pt x="1314" y="1632"/>
                  </a:lnTo>
                  <a:lnTo>
                    <a:pt x="1250" y="1666"/>
                  </a:lnTo>
                  <a:lnTo>
                    <a:pt x="1354" y="1638"/>
                  </a:lnTo>
                  <a:lnTo>
                    <a:pt x="1441" y="1591"/>
                  </a:lnTo>
                  <a:lnTo>
                    <a:pt x="1378" y="1696"/>
                  </a:lnTo>
                  <a:lnTo>
                    <a:pt x="1319" y="1731"/>
                  </a:lnTo>
                  <a:lnTo>
                    <a:pt x="1413" y="1708"/>
                  </a:lnTo>
                  <a:lnTo>
                    <a:pt x="1436" y="1701"/>
                  </a:lnTo>
                  <a:lnTo>
                    <a:pt x="1418" y="1766"/>
                  </a:lnTo>
                  <a:lnTo>
                    <a:pt x="1384" y="1835"/>
                  </a:lnTo>
                  <a:lnTo>
                    <a:pt x="1406" y="1900"/>
                  </a:lnTo>
                  <a:lnTo>
                    <a:pt x="1518" y="1987"/>
                  </a:lnTo>
                  <a:lnTo>
                    <a:pt x="1546" y="2004"/>
                  </a:lnTo>
                  <a:lnTo>
                    <a:pt x="1640" y="2010"/>
                  </a:lnTo>
                  <a:lnTo>
                    <a:pt x="1720" y="1987"/>
                  </a:lnTo>
                  <a:lnTo>
                    <a:pt x="1698" y="2045"/>
                  </a:lnTo>
                  <a:lnTo>
                    <a:pt x="1738" y="2074"/>
                  </a:lnTo>
                  <a:lnTo>
                    <a:pt x="1866" y="2045"/>
                  </a:lnTo>
                  <a:lnTo>
                    <a:pt x="1930" y="2039"/>
                  </a:lnTo>
                  <a:lnTo>
                    <a:pt x="2006" y="2010"/>
                  </a:lnTo>
                  <a:lnTo>
                    <a:pt x="2081" y="1905"/>
                  </a:lnTo>
                  <a:lnTo>
                    <a:pt x="2145" y="1778"/>
                  </a:lnTo>
                  <a:lnTo>
                    <a:pt x="2198" y="1719"/>
                  </a:lnTo>
                  <a:lnTo>
                    <a:pt x="2256" y="1568"/>
                  </a:lnTo>
                  <a:lnTo>
                    <a:pt x="2343" y="1429"/>
                  </a:lnTo>
                  <a:lnTo>
                    <a:pt x="2343" y="1243"/>
                  </a:lnTo>
                  <a:lnTo>
                    <a:pt x="2313" y="1033"/>
                  </a:lnTo>
                  <a:lnTo>
                    <a:pt x="2256" y="848"/>
                  </a:lnTo>
                  <a:lnTo>
                    <a:pt x="2191" y="755"/>
                  </a:lnTo>
                  <a:lnTo>
                    <a:pt x="2134" y="691"/>
                  </a:lnTo>
                  <a:lnTo>
                    <a:pt x="2069" y="615"/>
                  </a:lnTo>
                  <a:lnTo>
                    <a:pt x="2052" y="587"/>
                  </a:lnTo>
                  <a:lnTo>
                    <a:pt x="2041" y="458"/>
                  </a:lnTo>
                  <a:lnTo>
                    <a:pt x="2029" y="383"/>
                  </a:lnTo>
                  <a:lnTo>
                    <a:pt x="1977" y="343"/>
                  </a:lnTo>
                  <a:lnTo>
                    <a:pt x="1959" y="232"/>
                  </a:lnTo>
                  <a:lnTo>
                    <a:pt x="1930" y="139"/>
                  </a:lnTo>
                  <a:lnTo>
                    <a:pt x="1895" y="179"/>
                  </a:lnTo>
                  <a:lnTo>
                    <a:pt x="1872" y="266"/>
                  </a:lnTo>
                  <a:lnTo>
                    <a:pt x="1832" y="430"/>
                  </a:lnTo>
                  <a:lnTo>
                    <a:pt x="1785" y="458"/>
                  </a:lnTo>
                  <a:lnTo>
                    <a:pt x="1744" y="458"/>
                  </a:lnTo>
                  <a:lnTo>
                    <a:pt x="1651" y="383"/>
                  </a:lnTo>
                  <a:lnTo>
                    <a:pt x="1581" y="343"/>
                  </a:lnTo>
                  <a:lnTo>
                    <a:pt x="1541" y="301"/>
                  </a:lnTo>
                  <a:lnTo>
                    <a:pt x="1523" y="249"/>
                  </a:lnTo>
                  <a:lnTo>
                    <a:pt x="1570" y="179"/>
                  </a:lnTo>
                  <a:lnTo>
                    <a:pt x="1581" y="122"/>
                  </a:lnTo>
                  <a:lnTo>
                    <a:pt x="1593" y="99"/>
                  </a:lnTo>
                  <a:lnTo>
                    <a:pt x="1546" y="110"/>
                  </a:lnTo>
                  <a:lnTo>
                    <a:pt x="1424" y="41"/>
                  </a:lnTo>
                  <a:lnTo>
                    <a:pt x="1378" y="0"/>
                  </a:lnTo>
                  <a:lnTo>
                    <a:pt x="1337" y="0"/>
                  </a:lnTo>
                  <a:close/>
                </a:path>
              </a:pathLst>
            </a:custGeom>
            <a:solidFill>
              <a:srgbClr val="FFFFFF"/>
            </a:solidFill>
            <a:ln w="9525">
              <a:solidFill>
                <a:srgbClr val="000000"/>
              </a:solidFill>
              <a:round/>
              <a:headEnd/>
              <a:tailEnd/>
            </a:ln>
          </p:spPr>
          <p:txBody>
            <a:bodyPr/>
            <a:lstStyle/>
            <a:p>
              <a:endParaRPr lang="ko-KR" altLang="en-US"/>
            </a:p>
          </p:txBody>
        </p:sp>
      </p:grpSp>
      <p:grpSp>
        <p:nvGrpSpPr>
          <p:cNvPr id="417798" name="Group 516">
            <a:extLst>
              <a:ext uri="{FF2B5EF4-FFF2-40B4-BE49-F238E27FC236}">
                <a16:creationId xmlns:a16="http://schemas.microsoft.com/office/drawing/2014/main" id="{2E6942E8-A7D8-4CE1-C3EE-0D5C978CAC39}"/>
              </a:ext>
            </a:extLst>
          </p:cNvPr>
          <p:cNvGrpSpPr>
            <a:grpSpLocks/>
          </p:cNvGrpSpPr>
          <p:nvPr/>
        </p:nvGrpSpPr>
        <p:grpSpPr bwMode="auto">
          <a:xfrm>
            <a:off x="131763" y="3028950"/>
            <a:ext cx="774700" cy="1201738"/>
            <a:chOff x="1224" y="1188"/>
            <a:chExt cx="2118" cy="2925"/>
          </a:xfrm>
        </p:grpSpPr>
        <p:sp>
          <p:nvSpPr>
            <p:cNvPr id="418527" name="Freeform 517">
              <a:extLst>
                <a:ext uri="{FF2B5EF4-FFF2-40B4-BE49-F238E27FC236}">
                  <a16:creationId xmlns:a16="http://schemas.microsoft.com/office/drawing/2014/main" id="{4178DCE4-6815-9C9B-4555-07AD8991D2C8}"/>
                </a:ext>
              </a:extLst>
            </p:cNvPr>
            <p:cNvSpPr>
              <a:spLocks/>
            </p:cNvSpPr>
            <p:nvPr/>
          </p:nvSpPr>
          <p:spPr bwMode="auto">
            <a:xfrm>
              <a:off x="1224" y="2264"/>
              <a:ext cx="940" cy="699"/>
            </a:xfrm>
            <a:custGeom>
              <a:avLst/>
              <a:gdLst>
                <a:gd name="T0" fmla="*/ 423 w 940"/>
                <a:gd name="T1" fmla="*/ 652 h 699"/>
                <a:gd name="T2" fmla="*/ 625 w 940"/>
                <a:gd name="T3" fmla="*/ 628 h 699"/>
                <a:gd name="T4" fmla="*/ 799 w 940"/>
                <a:gd name="T5" fmla="*/ 628 h 699"/>
                <a:gd name="T6" fmla="*/ 868 w 940"/>
                <a:gd name="T7" fmla="*/ 636 h 699"/>
                <a:gd name="T8" fmla="*/ 897 w 940"/>
                <a:gd name="T9" fmla="*/ 540 h 699"/>
                <a:gd name="T10" fmla="*/ 760 w 940"/>
                <a:gd name="T11" fmla="*/ 536 h 699"/>
                <a:gd name="T12" fmla="*/ 795 w 940"/>
                <a:gd name="T13" fmla="*/ 378 h 699"/>
                <a:gd name="T14" fmla="*/ 728 w 940"/>
                <a:gd name="T15" fmla="*/ 270 h 699"/>
                <a:gd name="T16" fmla="*/ 790 w 940"/>
                <a:gd name="T17" fmla="*/ 183 h 699"/>
                <a:gd name="T18" fmla="*/ 708 w 940"/>
                <a:gd name="T19" fmla="*/ 70 h 699"/>
                <a:gd name="T20" fmla="*/ 525 w 940"/>
                <a:gd name="T21" fmla="*/ 68 h 699"/>
                <a:gd name="T22" fmla="*/ 449 w 940"/>
                <a:gd name="T23" fmla="*/ 100 h 699"/>
                <a:gd name="T24" fmla="*/ 437 w 940"/>
                <a:gd name="T25" fmla="*/ 141 h 699"/>
                <a:gd name="T26" fmla="*/ 419 w 940"/>
                <a:gd name="T27" fmla="*/ 119 h 699"/>
                <a:gd name="T28" fmla="*/ 402 w 940"/>
                <a:gd name="T29" fmla="*/ 57 h 699"/>
                <a:gd name="T30" fmla="*/ 355 w 940"/>
                <a:gd name="T31" fmla="*/ 48 h 699"/>
                <a:gd name="T32" fmla="*/ 302 w 940"/>
                <a:gd name="T33" fmla="*/ 62 h 699"/>
                <a:gd name="T34" fmla="*/ 269 w 940"/>
                <a:gd name="T35" fmla="*/ 20 h 699"/>
                <a:gd name="T36" fmla="*/ 205 w 940"/>
                <a:gd name="T37" fmla="*/ 14 h 699"/>
                <a:gd name="T38" fmla="*/ 146 w 940"/>
                <a:gd name="T39" fmla="*/ 50 h 699"/>
                <a:gd name="T40" fmla="*/ 176 w 940"/>
                <a:gd name="T41" fmla="*/ 96 h 699"/>
                <a:gd name="T42" fmla="*/ 151 w 940"/>
                <a:gd name="T43" fmla="*/ 110 h 699"/>
                <a:gd name="T44" fmla="*/ 123 w 940"/>
                <a:gd name="T45" fmla="*/ 110 h 699"/>
                <a:gd name="T46" fmla="*/ 88 w 940"/>
                <a:gd name="T47" fmla="*/ 155 h 699"/>
                <a:gd name="T48" fmla="*/ 109 w 940"/>
                <a:gd name="T49" fmla="*/ 58 h 699"/>
                <a:gd name="T50" fmla="*/ 81 w 940"/>
                <a:gd name="T51" fmla="*/ 106 h 699"/>
                <a:gd name="T52" fmla="*/ 51 w 940"/>
                <a:gd name="T53" fmla="*/ 90 h 699"/>
                <a:gd name="T54" fmla="*/ 60 w 940"/>
                <a:gd name="T55" fmla="*/ 124 h 699"/>
                <a:gd name="T56" fmla="*/ 8 w 940"/>
                <a:gd name="T57" fmla="*/ 153 h 699"/>
                <a:gd name="T58" fmla="*/ 50 w 940"/>
                <a:gd name="T59" fmla="*/ 212 h 699"/>
                <a:gd name="T60" fmla="*/ 13 w 940"/>
                <a:gd name="T61" fmla="*/ 231 h 699"/>
                <a:gd name="T62" fmla="*/ 65 w 940"/>
                <a:gd name="T63" fmla="*/ 219 h 699"/>
                <a:gd name="T64" fmla="*/ 98 w 940"/>
                <a:gd name="T65" fmla="*/ 270 h 699"/>
                <a:gd name="T66" fmla="*/ 118 w 940"/>
                <a:gd name="T67" fmla="*/ 280 h 699"/>
                <a:gd name="T68" fmla="*/ 200 w 940"/>
                <a:gd name="T69" fmla="*/ 248 h 699"/>
                <a:gd name="T70" fmla="*/ 200 w 940"/>
                <a:gd name="T71" fmla="*/ 332 h 699"/>
                <a:gd name="T72" fmla="*/ 233 w 940"/>
                <a:gd name="T73" fmla="*/ 389 h 699"/>
                <a:gd name="T74" fmla="*/ 269 w 940"/>
                <a:gd name="T75" fmla="*/ 391 h 699"/>
                <a:gd name="T76" fmla="*/ 231 w 940"/>
                <a:gd name="T77" fmla="*/ 431 h 699"/>
                <a:gd name="T78" fmla="*/ 264 w 940"/>
                <a:gd name="T79" fmla="*/ 437 h 699"/>
                <a:gd name="T80" fmla="*/ 258 w 940"/>
                <a:gd name="T81" fmla="*/ 462 h 699"/>
                <a:gd name="T82" fmla="*/ 248 w 940"/>
                <a:gd name="T83" fmla="*/ 488 h 699"/>
                <a:gd name="T84" fmla="*/ 240 w 940"/>
                <a:gd name="T85" fmla="*/ 552 h 699"/>
                <a:gd name="T86" fmla="*/ 277 w 940"/>
                <a:gd name="T87" fmla="*/ 588 h 699"/>
                <a:gd name="T88" fmla="*/ 264 w 940"/>
                <a:gd name="T89" fmla="*/ 597 h 699"/>
                <a:gd name="T90" fmla="*/ 225 w 940"/>
                <a:gd name="T91" fmla="*/ 601 h 699"/>
                <a:gd name="T92" fmla="*/ 287 w 940"/>
                <a:gd name="T93" fmla="*/ 629 h 699"/>
                <a:gd name="T94" fmla="*/ 323 w 940"/>
                <a:gd name="T95" fmla="*/ 673 h 6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40" h="699">
                  <a:moveTo>
                    <a:pt x="326" y="696"/>
                  </a:moveTo>
                  <a:lnTo>
                    <a:pt x="334" y="698"/>
                  </a:lnTo>
                  <a:lnTo>
                    <a:pt x="375" y="681"/>
                  </a:lnTo>
                  <a:lnTo>
                    <a:pt x="423" y="652"/>
                  </a:lnTo>
                  <a:lnTo>
                    <a:pt x="458" y="611"/>
                  </a:lnTo>
                  <a:lnTo>
                    <a:pt x="514" y="588"/>
                  </a:lnTo>
                  <a:lnTo>
                    <a:pt x="572" y="591"/>
                  </a:lnTo>
                  <a:lnTo>
                    <a:pt x="625" y="628"/>
                  </a:lnTo>
                  <a:lnTo>
                    <a:pt x="674" y="636"/>
                  </a:lnTo>
                  <a:lnTo>
                    <a:pt x="712" y="613"/>
                  </a:lnTo>
                  <a:lnTo>
                    <a:pt x="760" y="603"/>
                  </a:lnTo>
                  <a:lnTo>
                    <a:pt x="799" y="628"/>
                  </a:lnTo>
                  <a:lnTo>
                    <a:pt x="799" y="659"/>
                  </a:lnTo>
                  <a:lnTo>
                    <a:pt x="821" y="672"/>
                  </a:lnTo>
                  <a:lnTo>
                    <a:pt x="855" y="669"/>
                  </a:lnTo>
                  <a:lnTo>
                    <a:pt x="868" y="636"/>
                  </a:lnTo>
                  <a:lnTo>
                    <a:pt x="891" y="620"/>
                  </a:lnTo>
                  <a:lnTo>
                    <a:pt x="939" y="620"/>
                  </a:lnTo>
                  <a:lnTo>
                    <a:pt x="915" y="565"/>
                  </a:lnTo>
                  <a:lnTo>
                    <a:pt x="897" y="540"/>
                  </a:lnTo>
                  <a:lnTo>
                    <a:pt x="857" y="517"/>
                  </a:lnTo>
                  <a:lnTo>
                    <a:pt x="835" y="538"/>
                  </a:lnTo>
                  <a:lnTo>
                    <a:pt x="804" y="544"/>
                  </a:lnTo>
                  <a:lnTo>
                    <a:pt x="760" y="536"/>
                  </a:lnTo>
                  <a:lnTo>
                    <a:pt x="737" y="505"/>
                  </a:lnTo>
                  <a:lnTo>
                    <a:pt x="746" y="466"/>
                  </a:lnTo>
                  <a:lnTo>
                    <a:pt x="753" y="411"/>
                  </a:lnTo>
                  <a:lnTo>
                    <a:pt x="795" y="378"/>
                  </a:lnTo>
                  <a:lnTo>
                    <a:pt x="762" y="347"/>
                  </a:lnTo>
                  <a:lnTo>
                    <a:pt x="770" y="326"/>
                  </a:lnTo>
                  <a:lnTo>
                    <a:pt x="762" y="303"/>
                  </a:lnTo>
                  <a:lnTo>
                    <a:pt x="728" y="270"/>
                  </a:lnTo>
                  <a:lnTo>
                    <a:pt x="723" y="229"/>
                  </a:lnTo>
                  <a:lnTo>
                    <a:pt x="737" y="199"/>
                  </a:lnTo>
                  <a:lnTo>
                    <a:pt x="770" y="188"/>
                  </a:lnTo>
                  <a:lnTo>
                    <a:pt x="790" y="183"/>
                  </a:lnTo>
                  <a:lnTo>
                    <a:pt x="794" y="159"/>
                  </a:lnTo>
                  <a:lnTo>
                    <a:pt x="767" y="147"/>
                  </a:lnTo>
                  <a:lnTo>
                    <a:pt x="728" y="119"/>
                  </a:lnTo>
                  <a:lnTo>
                    <a:pt x="708" y="70"/>
                  </a:lnTo>
                  <a:lnTo>
                    <a:pt x="684" y="56"/>
                  </a:lnTo>
                  <a:lnTo>
                    <a:pt x="636" y="45"/>
                  </a:lnTo>
                  <a:lnTo>
                    <a:pt x="563" y="58"/>
                  </a:lnTo>
                  <a:lnTo>
                    <a:pt x="525" y="68"/>
                  </a:lnTo>
                  <a:lnTo>
                    <a:pt x="505" y="89"/>
                  </a:lnTo>
                  <a:lnTo>
                    <a:pt x="489" y="97"/>
                  </a:lnTo>
                  <a:lnTo>
                    <a:pt x="460" y="90"/>
                  </a:lnTo>
                  <a:lnTo>
                    <a:pt x="449" y="100"/>
                  </a:lnTo>
                  <a:lnTo>
                    <a:pt x="442" y="113"/>
                  </a:lnTo>
                  <a:lnTo>
                    <a:pt x="447" y="124"/>
                  </a:lnTo>
                  <a:lnTo>
                    <a:pt x="448" y="135"/>
                  </a:lnTo>
                  <a:lnTo>
                    <a:pt x="437" y="141"/>
                  </a:lnTo>
                  <a:lnTo>
                    <a:pt x="437" y="168"/>
                  </a:lnTo>
                  <a:lnTo>
                    <a:pt x="432" y="164"/>
                  </a:lnTo>
                  <a:lnTo>
                    <a:pt x="427" y="137"/>
                  </a:lnTo>
                  <a:lnTo>
                    <a:pt x="419" y="119"/>
                  </a:lnTo>
                  <a:lnTo>
                    <a:pt x="412" y="74"/>
                  </a:lnTo>
                  <a:lnTo>
                    <a:pt x="408" y="74"/>
                  </a:lnTo>
                  <a:lnTo>
                    <a:pt x="402" y="69"/>
                  </a:lnTo>
                  <a:lnTo>
                    <a:pt x="402" y="57"/>
                  </a:lnTo>
                  <a:lnTo>
                    <a:pt x="397" y="37"/>
                  </a:lnTo>
                  <a:lnTo>
                    <a:pt x="376" y="45"/>
                  </a:lnTo>
                  <a:lnTo>
                    <a:pt x="360" y="56"/>
                  </a:lnTo>
                  <a:lnTo>
                    <a:pt x="355" y="48"/>
                  </a:lnTo>
                  <a:lnTo>
                    <a:pt x="351" y="34"/>
                  </a:lnTo>
                  <a:lnTo>
                    <a:pt x="335" y="24"/>
                  </a:lnTo>
                  <a:lnTo>
                    <a:pt x="321" y="56"/>
                  </a:lnTo>
                  <a:lnTo>
                    <a:pt x="302" y="62"/>
                  </a:lnTo>
                  <a:lnTo>
                    <a:pt x="297" y="48"/>
                  </a:lnTo>
                  <a:lnTo>
                    <a:pt x="302" y="34"/>
                  </a:lnTo>
                  <a:lnTo>
                    <a:pt x="283" y="22"/>
                  </a:lnTo>
                  <a:lnTo>
                    <a:pt x="269" y="20"/>
                  </a:lnTo>
                  <a:lnTo>
                    <a:pt x="264" y="9"/>
                  </a:lnTo>
                  <a:lnTo>
                    <a:pt x="249" y="0"/>
                  </a:lnTo>
                  <a:lnTo>
                    <a:pt x="233" y="10"/>
                  </a:lnTo>
                  <a:lnTo>
                    <a:pt x="205" y="14"/>
                  </a:lnTo>
                  <a:lnTo>
                    <a:pt x="171" y="17"/>
                  </a:lnTo>
                  <a:lnTo>
                    <a:pt x="156" y="36"/>
                  </a:lnTo>
                  <a:lnTo>
                    <a:pt x="138" y="44"/>
                  </a:lnTo>
                  <a:lnTo>
                    <a:pt x="146" y="50"/>
                  </a:lnTo>
                  <a:lnTo>
                    <a:pt x="168" y="58"/>
                  </a:lnTo>
                  <a:lnTo>
                    <a:pt x="184" y="78"/>
                  </a:lnTo>
                  <a:lnTo>
                    <a:pt x="184" y="89"/>
                  </a:lnTo>
                  <a:lnTo>
                    <a:pt x="176" y="96"/>
                  </a:lnTo>
                  <a:lnTo>
                    <a:pt x="168" y="90"/>
                  </a:lnTo>
                  <a:lnTo>
                    <a:pt x="146" y="98"/>
                  </a:lnTo>
                  <a:lnTo>
                    <a:pt x="144" y="106"/>
                  </a:lnTo>
                  <a:lnTo>
                    <a:pt x="151" y="110"/>
                  </a:lnTo>
                  <a:lnTo>
                    <a:pt x="146" y="123"/>
                  </a:lnTo>
                  <a:lnTo>
                    <a:pt x="134" y="131"/>
                  </a:lnTo>
                  <a:lnTo>
                    <a:pt x="127" y="123"/>
                  </a:lnTo>
                  <a:lnTo>
                    <a:pt x="123" y="110"/>
                  </a:lnTo>
                  <a:lnTo>
                    <a:pt x="118" y="119"/>
                  </a:lnTo>
                  <a:lnTo>
                    <a:pt x="122" y="137"/>
                  </a:lnTo>
                  <a:lnTo>
                    <a:pt x="102" y="153"/>
                  </a:lnTo>
                  <a:lnTo>
                    <a:pt x="88" y="155"/>
                  </a:lnTo>
                  <a:lnTo>
                    <a:pt x="93" y="137"/>
                  </a:lnTo>
                  <a:lnTo>
                    <a:pt x="97" y="123"/>
                  </a:lnTo>
                  <a:lnTo>
                    <a:pt x="113" y="84"/>
                  </a:lnTo>
                  <a:lnTo>
                    <a:pt x="109" y="58"/>
                  </a:lnTo>
                  <a:lnTo>
                    <a:pt x="107" y="48"/>
                  </a:lnTo>
                  <a:lnTo>
                    <a:pt x="97" y="45"/>
                  </a:lnTo>
                  <a:lnTo>
                    <a:pt x="88" y="96"/>
                  </a:lnTo>
                  <a:lnTo>
                    <a:pt x="81" y="106"/>
                  </a:lnTo>
                  <a:lnTo>
                    <a:pt x="68" y="110"/>
                  </a:lnTo>
                  <a:lnTo>
                    <a:pt x="60" y="100"/>
                  </a:lnTo>
                  <a:lnTo>
                    <a:pt x="60" y="89"/>
                  </a:lnTo>
                  <a:lnTo>
                    <a:pt x="51" y="90"/>
                  </a:lnTo>
                  <a:lnTo>
                    <a:pt x="37" y="93"/>
                  </a:lnTo>
                  <a:lnTo>
                    <a:pt x="31" y="98"/>
                  </a:lnTo>
                  <a:lnTo>
                    <a:pt x="40" y="109"/>
                  </a:lnTo>
                  <a:lnTo>
                    <a:pt x="60" y="124"/>
                  </a:lnTo>
                  <a:lnTo>
                    <a:pt x="45" y="137"/>
                  </a:lnTo>
                  <a:lnTo>
                    <a:pt x="45" y="156"/>
                  </a:lnTo>
                  <a:lnTo>
                    <a:pt x="31" y="157"/>
                  </a:lnTo>
                  <a:lnTo>
                    <a:pt x="8" y="153"/>
                  </a:lnTo>
                  <a:lnTo>
                    <a:pt x="0" y="167"/>
                  </a:lnTo>
                  <a:lnTo>
                    <a:pt x="31" y="183"/>
                  </a:lnTo>
                  <a:lnTo>
                    <a:pt x="47" y="203"/>
                  </a:lnTo>
                  <a:lnTo>
                    <a:pt x="50" y="212"/>
                  </a:lnTo>
                  <a:lnTo>
                    <a:pt x="45" y="216"/>
                  </a:lnTo>
                  <a:lnTo>
                    <a:pt x="31" y="212"/>
                  </a:lnTo>
                  <a:lnTo>
                    <a:pt x="20" y="212"/>
                  </a:lnTo>
                  <a:lnTo>
                    <a:pt x="13" y="231"/>
                  </a:lnTo>
                  <a:lnTo>
                    <a:pt x="15" y="236"/>
                  </a:lnTo>
                  <a:lnTo>
                    <a:pt x="32" y="242"/>
                  </a:lnTo>
                  <a:lnTo>
                    <a:pt x="47" y="234"/>
                  </a:lnTo>
                  <a:lnTo>
                    <a:pt x="65" y="219"/>
                  </a:lnTo>
                  <a:lnTo>
                    <a:pt x="78" y="224"/>
                  </a:lnTo>
                  <a:lnTo>
                    <a:pt x="86" y="244"/>
                  </a:lnTo>
                  <a:lnTo>
                    <a:pt x="99" y="255"/>
                  </a:lnTo>
                  <a:lnTo>
                    <a:pt x="98" y="270"/>
                  </a:lnTo>
                  <a:lnTo>
                    <a:pt x="88" y="296"/>
                  </a:lnTo>
                  <a:lnTo>
                    <a:pt x="93" y="296"/>
                  </a:lnTo>
                  <a:lnTo>
                    <a:pt x="103" y="292"/>
                  </a:lnTo>
                  <a:lnTo>
                    <a:pt x="118" y="280"/>
                  </a:lnTo>
                  <a:lnTo>
                    <a:pt x="128" y="266"/>
                  </a:lnTo>
                  <a:lnTo>
                    <a:pt x="153" y="264"/>
                  </a:lnTo>
                  <a:lnTo>
                    <a:pt x="168" y="247"/>
                  </a:lnTo>
                  <a:lnTo>
                    <a:pt x="200" y="248"/>
                  </a:lnTo>
                  <a:lnTo>
                    <a:pt x="230" y="267"/>
                  </a:lnTo>
                  <a:lnTo>
                    <a:pt x="220" y="283"/>
                  </a:lnTo>
                  <a:lnTo>
                    <a:pt x="200" y="310"/>
                  </a:lnTo>
                  <a:lnTo>
                    <a:pt x="200" y="332"/>
                  </a:lnTo>
                  <a:lnTo>
                    <a:pt x="215" y="381"/>
                  </a:lnTo>
                  <a:lnTo>
                    <a:pt x="215" y="391"/>
                  </a:lnTo>
                  <a:lnTo>
                    <a:pt x="230" y="402"/>
                  </a:lnTo>
                  <a:lnTo>
                    <a:pt x="233" y="389"/>
                  </a:lnTo>
                  <a:lnTo>
                    <a:pt x="236" y="381"/>
                  </a:lnTo>
                  <a:lnTo>
                    <a:pt x="249" y="378"/>
                  </a:lnTo>
                  <a:lnTo>
                    <a:pt x="264" y="379"/>
                  </a:lnTo>
                  <a:lnTo>
                    <a:pt x="269" y="391"/>
                  </a:lnTo>
                  <a:lnTo>
                    <a:pt x="264" y="402"/>
                  </a:lnTo>
                  <a:lnTo>
                    <a:pt x="236" y="409"/>
                  </a:lnTo>
                  <a:lnTo>
                    <a:pt x="226" y="417"/>
                  </a:lnTo>
                  <a:lnTo>
                    <a:pt x="231" y="431"/>
                  </a:lnTo>
                  <a:lnTo>
                    <a:pt x="215" y="433"/>
                  </a:lnTo>
                  <a:lnTo>
                    <a:pt x="238" y="450"/>
                  </a:lnTo>
                  <a:lnTo>
                    <a:pt x="257" y="442"/>
                  </a:lnTo>
                  <a:lnTo>
                    <a:pt x="264" y="437"/>
                  </a:lnTo>
                  <a:lnTo>
                    <a:pt x="264" y="451"/>
                  </a:lnTo>
                  <a:lnTo>
                    <a:pt x="273" y="468"/>
                  </a:lnTo>
                  <a:lnTo>
                    <a:pt x="268" y="468"/>
                  </a:lnTo>
                  <a:lnTo>
                    <a:pt x="258" y="462"/>
                  </a:lnTo>
                  <a:lnTo>
                    <a:pt x="245" y="465"/>
                  </a:lnTo>
                  <a:lnTo>
                    <a:pt x="225" y="488"/>
                  </a:lnTo>
                  <a:lnTo>
                    <a:pt x="230" y="493"/>
                  </a:lnTo>
                  <a:lnTo>
                    <a:pt x="248" y="488"/>
                  </a:lnTo>
                  <a:lnTo>
                    <a:pt x="269" y="490"/>
                  </a:lnTo>
                  <a:lnTo>
                    <a:pt x="273" y="505"/>
                  </a:lnTo>
                  <a:lnTo>
                    <a:pt x="248" y="516"/>
                  </a:lnTo>
                  <a:lnTo>
                    <a:pt x="240" y="552"/>
                  </a:lnTo>
                  <a:lnTo>
                    <a:pt x="252" y="565"/>
                  </a:lnTo>
                  <a:lnTo>
                    <a:pt x="282" y="574"/>
                  </a:lnTo>
                  <a:lnTo>
                    <a:pt x="284" y="584"/>
                  </a:lnTo>
                  <a:lnTo>
                    <a:pt x="277" y="588"/>
                  </a:lnTo>
                  <a:lnTo>
                    <a:pt x="269" y="580"/>
                  </a:lnTo>
                  <a:lnTo>
                    <a:pt x="259" y="580"/>
                  </a:lnTo>
                  <a:lnTo>
                    <a:pt x="257" y="589"/>
                  </a:lnTo>
                  <a:lnTo>
                    <a:pt x="264" y="597"/>
                  </a:lnTo>
                  <a:lnTo>
                    <a:pt x="264" y="601"/>
                  </a:lnTo>
                  <a:lnTo>
                    <a:pt x="258" y="603"/>
                  </a:lnTo>
                  <a:lnTo>
                    <a:pt x="235" y="589"/>
                  </a:lnTo>
                  <a:lnTo>
                    <a:pt x="225" y="601"/>
                  </a:lnTo>
                  <a:lnTo>
                    <a:pt x="223" y="613"/>
                  </a:lnTo>
                  <a:lnTo>
                    <a:pt x="240" y="611"/>
                  </a:lnTo>
                  <a:lnTo>
                    <a:pt x="264" y="615"/>
                  </a:lnTo>
                  <a:lnTo>
                    <a:pt x="287" y="629"/>
                  </a:lnTo>
                  <a:lnTo>
                    <a:pt x="302" y="635"/>
                  </a:lnTo>
                  <a:lnTo>
                    <a:pt x="306" y="668"/>
                  </a:lnTo>
                  <a:lnTo>
                    <a:pt x="310" y="669"/>
                  </a:lnTo>
                  <a:lnTo>
                    <a:pt x="323" y="673"/>
                  </a:lnTo>
                  <a:lnTo>
                    <a:pt x="326" y="696"/>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28" name="Freeform 518">
              <a:extLst>
                <a:ext uri="{FF2B5EF4-FFF2-40B4-BE49-F238E27FC236}">
                  <a16:creationId xmlns:a16="http://schemas.microsoft.com/office/drawing/2014/main" id="{3CFAD5F7-0F47-DEE9-881B-A58351EA3ABA}"/>
                </a:ext>
              </a:extLst>
            </p:cNvPr>
            <p:cNvSpPr>
              <a:spLocks/>
            </p:cNvSpPr>
            <p:nvPr/>
          </p:nvSpPr>
          <p:spPr bwMode="auto">
            <a:xfrm>
              <a:off x="2285" y="2057"/>
              <a:ext cx="1057" cy="1156"/>
            </a:xfrm>
            <a:custGeom>
              <a:avLst/>
              <a:gdLst>
                <a:gd name="T0" fmla="*/ 994 w 1057"/>
                <a:gd name="T1" fmla="*/ 1051 h 1156"/>
                <a:gd name="T2" fmla="*/ 1035 w 1057"/>
                <a:gd name="T3" fmla="*/ 933 h 1156"/>
                <a:gd name="T4" fmla="*/ 1056 w 1057"/>
                <a:gd name="T5" fmla="*/ 876 h 1156"/>
                <a:gd name="T6" fmla="*/ 1039 w 1057"/>
                <a:gd name="T7" fmla="*/ 820 h 1156"/>
                <a:gd name="T8" fmla="*/ 1013 w 1057"/>
                <a:gd name="T9" fmla="*/ 845 h 1156"/>
                <a:gd name="T10" fmla="*/ 947 w 1057"/>
                <a:gd name="T11" fmla="*/ 870 h 1156"/>
                <a:gd name="T12" fmla="*/ 937 w 1057"/>
                <a:gd name="T13" fmla="*/ 834 h 1156"/>
                <a:gd name="T14" fmla="*/ 961 w 1057"/>
                <a:gd name="T15" fmla="*/ 814 h 1156"/>
                <a:gd name="T16" fmla="*/ 938 w 1057"/>
                <a:gd name="T17" fmla="*/ 747 h 1156"/>
                <a:gd name="T18" fmla="*/ 929 w 1057"/>
                <a:gd name="T19" fmla="*/ 704 h 1156"/>
                <a:gd name="T20" fmla="*/ 947 w 1057"/>
                <a:gd name="T21" fmla="*/ 617 h 1156"/>
                <a:gd name="T22" fmla="*/ 958 w 1057"/>
                <a:gd name="T23" fmla="*/ 549 h 1156"/>
                <a:gd name="T24" fmla="*/ 958 w 1057"/>
                <a:gd name="T25" fmla="*/ 509 h 1156"/>
                <a:gd name="T26" fmla="*/ 942 w 1057"/>
                <a:gd name="T27" fmla="*/ 474 h 1156"/>
                <a:gd name="T28" fmla="*/ 976 w 1057"/>
                <a:gd name="T29" fmla="*/ 408 h 1156"/>
                <a:gd name="T30" fmla="*/ 936 w 1057"/>
                <a:gd name="T31" fmla="*/ 270 h 1156"/>
                <a:gd name="T32" fmla="*/ 936 w 1057"/>
                <a:gd name="T33" fmla="*/ 184 h 1156"/>
                <a:gd name="T34" fmla="*/ 911 w 1057"/>
                <a:gd name="T35" fmla="*/ 124 h 1156"/>
                <a:gd name="T36" fmla="*/ 892 w 1057"/>
                <a:gd name="T37" fmla="*/ 52 h 1156"/>
                <a:gd name="T38" fmla="*/ 790 w 1057"/>
                <a:gd name="T39" fmla="*/ 73 h 1156"/>
                <a:gd name="T40" fmla="*/ 740 w 1057"/>
                <a:gd name="T41" fmla="*/ 136 h 1156"/>
                <a:gd name="T42" fmla="*/ 679 w 1057"/>
                <a:gd name="T43" fmla="*/ 136 h 1156"/>
                <a:gd name="T44" fmla="*/ 583 w 1057"/>
                <a:gd name="T45" fmla="*/ 136 h 1156"/>
                <a:gd name="T46" fmla="*/ 538 w 1057"/>
                <a:gd name="T47" fmla="*/ 174 h 1156"/>
                <a:gd name="T48" fmla="*/ 444 w 1057"/>
                <a:gd name="T49" fmla="*/ 162 h 1156"/>
                <a:gd name="T50" fmla="*/ 347 w 1057"/>
                <a:gd name="T51" fmla="*/ 293 h 1156"/>
                <a:gd name="T52" fmla="*/ 286 w 1057"/>
                <a:gd name="T53" fmla="*/ 321 h 1156"/>
                <a:gd name="T54" fmla="*/ 231 w 1057"/>
                <a:gd name="T55" fmla="*/ 293 h 1156"/>
                <a:gd name="T56" fmla="*/ 185 w 1057"/>
                <a:gd name="T57" fmla="*/ 321 h 1156"/>
                <a:gd name="T58" fmla="*/ 117 w 1057"/>
                <a:gd name="T59" fmla="*/ 332 h 1156"/>
                <a:gd name="T60" fmla="*/ 55 w 1057"/>
                <a:gd name="T61" fmla="*/ 399 h 1156"/>
                <a:gd name="T62" fmla="*/ 0 w 1057"/>
                <a:gd name="T63" fmla="*/ 495 h 1156"/>
                <a:gd name="T64" fmla="*/ 18 w 1057"/>
                <a:gd name="T65" fmla="*/ 576 h 1156"/>
                <a:gd name="T66" fmla="*/ 10 w 1057"/>
                <a:gd name="T67" fmla="*/ 641 h 1156"/>
                <a:gd name="T68" fmla="*/ 30 w 1057"/>
                <a:gd name="T69" fmla="*/ 696 h 1156"/>
                <a:gd name="T70" fmla="*/ 94 w 1057"/>
                <a:gd name="T71" fmla="*/ 720 h 1156"/>
                <a:gd name="T72" fmla="*/ 83 w 1057"/>
                <a:gd name="T73" fmla="*/ 781 h 1156"/>
                <a:gd name="T74" fmla="*/ 30 w 1057"/>
                <a:gd name="T75" fmla="*/ 872 h 1156"/>
                <a:gd name="T76" fmla="*/ 16 w 1057"/>
                <a:gd name="T77" fmla="*/ 947 h 1156"/>
                <a:gd name="T78" fmla="*/ 117 w 1057"/>
                <a:gd name="T79" fmla="*/ 983 h 1156"/>
                <a:gd name="T80" fmla="*/ 221 w 1057"/>
                <a:gd name="T81" fmla="*/ 1035 h 1156"/>
                <a:gd name="T82" fmla="*/ 215 w 1057"/>
                <a:gd name="T83" fmla="*/ 1094 h 1156"/>
                <a:gd name="T84" fmla="*/ 270 w 1057"/>
                <a:gd name="T85" fmla="*/ 1121 h 1156"/>
                <a:gd name="T86" fmla="*/ 373 w 1057"/>
                <a:gd name="T87" fmla="*/ 1138 h 1156"/>
                <a:gd name="T88" fmla="*/ 485 w 1057"/>
                <a:gd name="T89" fmla="*/ 1155 h 1156"/>
                <a:gd name="T90" fmla="*/ 739 w 1057"/>
                <a:gd name="T91" fmla="*/ 1105 h 1156"/>
                <a:gd name="T92" fmla="*/ 826 w 1057"/>
                <a:gd name="T93" fmla="*/ 1058 h 1156"/>
                <a:gd name="T94" fmla="*/ 941 w 1057"/>
                <a:gd name="T95" fmla="*/ 1079 h 11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57" h="1156">
                  <a:moveTo>
                    <a:pt x="994" y="1092"/>
                  </a:moveTo>
                  <a:lnTo>
                    <a:pt x="994" y="1051"/>
                  </a:lnTo>
                  <a:lnTo>
                    <a:pt x="1024" y="992"/>
                  </a:lnTo>
                  <a:lnTo>
                    <a:pt x="1035" y="933"/>
                  </a:lnTo>
                  <a:lnTo>
                    <a:pt x="1054" y="893"/>
                  </a:lnTo>
                  <a:lnTo>
                    <a:pt x="1056" y="876"/>
                  </a:lnTo>
                  <a:lnTo>
                    <a:pt x="1056" y="848"/>
                  </a:lnTo>
                  <a:lnTo>
                    <a:pt x="1039" y="820"/>
                  </a:lnTo>
                  <a:lnTo>
                    <a:pt x="1028" y="824"/>
                  </a:lnTo>
                  <a:lnTo>
                    <a:pt x="1013" y="845"/>
                  </a:lnTo>
                  <a:lnTo>
                    <a:pt x="974" y="878"/>
                  </a:lnTo>
                  <a:lnTo>
                    <a:pt x="947" y="870"/>
                  </a:lnTo>
                  <a:lnTo>
                    <a:pt x="936" y="849"/>
                  </a:lnTo>
                  <a:lnTo>
                    <a:pt x="937" y="834"/>
                  </a:lnTo>
                  <a:lnTo>
                    <a:pt x="961" y="828"/>
                  </a:lnTo>
                  <a:lnTo>
                    <a:pt x="961" y="814"/>
                  </a:lnTo>
                  <a:lnTo>
                    <a:pt x="951" y="795"/>
                  </a:lnTo>
                  <a:lnTo>
                    <a:pt x="938" y="747"/>
                  </a:lnTo>
                  <a:lnTo>
                    <a:pt x="942" y="720"/>
                  </a:lnTo>
                  <a:lnTo>
                    <a:pt x="929" y="704"/>
                  </a:lnTo>
                  <a:lnTo>
                    <a:pt x="931" y="672"/>
                  </a:lnTo>
                  <a:lnTo>
                    <a:pt x="947" y="617"/>
                  </a:lnTo>
                  <a:lnTo>
                    <a:pt x="958" y="590"/>
                  </a:lnTo>
                  <a:lnTo>
                    <a:pt x="958" y="549"/>
                  </a:lnTo>
                  <a:lnTo>
                    <a:pt x="969" y="531"/>
                  </a:lnTo>
                  <a:lnTo>
                    <a:pt x="958" y="509"/>
                  </a:lnTo>
                  <a:lnTo>
                    <a:pt x="947" y="494"/>
                  </a:lnTo>
                  <a:lnTo>
                    <a:pt x="942" y="474"/>
                  </a:lnTo>
                  <a:lnTo>
                    <a:pt x="953" y="438"/>
                  </a:lnTo>
                  <a:lnTo>
                    <a:pt x="976" y="408"/>
                  </a:lnTo>
                  <a:lnTo>
                    <a:pt x="966" y="345"/>
                  </a:lnTo>
                  <a:lnTo>
                    <a:pt x="936" y="270"/>
                  </a:lnTo>
                  <a:lnTo>
                    <a:pt x="931" y="207"/>
                  </a:lnTo>
                  <a:lnTo>
                    <a:pt x="936" y="184"/>
                  </a:lnTo>
                  <a:lnTo>
                    <a:pt x="941" y="163"/>
                  </a:lnTo>
                  <a:lnTo>
                    <a:pt x="911" y="124"/>
                  </a:lnTo>
                  <a:lnTo>
                    <a:pt x="897" y="89"/>
                  </a:lnTo>
                  <a:lnTo>
                    <a:pt x="892" y="52"/>
                  </a:lnTo>
                  <a:lnTo>
                    <a:pt x="874" y="0"/>
                  </a:lnTo>
                  <a:lnTo>
                    <a:pt x="790" y="73"/>
                  </a:lnTo>
                  <a:lnTo>
                    <a:pt x="764" y="125"/>
                  </a:lnTo>
                  <a:lnTo>
                    <a:pt x="740" y="136"/>
                  </a:lnTo>
                  <a:lnTo>
                    <a:pt x="724" y="121"/>
                  </a:lnTo>
                  <a:lnTo>
                    <a:pt x="679" y="136"/>
                  </a:lnTo>
                  <a:lnTo>
                    <a:pt x="616" y="148"/>
                  </a:lnTo>
                  <a:lnTo>
                    <a:pt x="583" y="136"/>
                  </a:lnTo>
                  <a:lnTo>
                    <a:pt x="558" y="148"/>
                  </a:lnTo>
                  <a:lnTo>
                    <a:pt x="538" y="174"/>
                  </a:lnTo>
                  <a:lnTo>
                    <a:pt x="506" y="176"/>
                  </a:lnTo>
                  <a:lnTo>
                    <a:pt x="444" y="162"/>
                  </a:lnTo>
                  <a:lnTo>
                    <a:pt x="362" y="239"/>
                  </a:lnTo>
                  <a:lnTo>
                    <a:pt x="347" y="293"/>
                  </a:lnTo>
                  <a:lnTo>
                    <a:pt x="341" y="314"/>
                  </a:lnTo>
                  <a:lnTo>
                    <a:pt x="286" y="321"/>
                  </a:lnTo>
                  <a:lnTo>
                    <a:pt x="268" y="310"/>
                  </a:lnTo>
                  <a:lnTo>
                    <a:pt x="231" y="293"/>
                  </a:lnTo>
                  <a:lnTo>
                    <a:pt x="215" y="310"/>
                  </a:lnTo>
                  <a:lnTo>
                    <a:pt x="185" y="321"/>
                  </a:lnTo>
                  <a:lnTo>
                    <a:pt x="141" y="310"/>
                  </a:lnTo>
                  <a:lnTo>
                    <a:pt x="117" y="332"/>
                  </a:lnTo>
                  <a:lnTo>
                    <a:pt x="104" y="376"/>
                  </a:lnTo>
                  <a:lnTo>
                    <a:pt x="55" y="399"/>
                  </a:lnTo>
                  <a:lnTo>
                    <a:pt x="6" y="462"/>
                  </a:lnTo>
                  <a:lnTo>
                    <a:pt x="0" y="495"/>
                  </a:lnTo>
                  <a:lnTo>
                    <a:pt x="18" y="510"/>
                  </a:lnTo>
                  <a:lnTo>
                    <a:pt x="18" y="576"/>
                  </a:lnTo>
                  <a:lnTo>
                    <a:pt x="32" y="619"/>
                  </a:lnTo>
                  <a:lnTo>
                    <a:pt x="10" y="641"/>
                  </a:lnTo>
                  <a:lnTo>
                    <a:pt x="10" y="677"/>
                  </a:lnTo>
                  <a:lnTo>
                    <a:pt x="30" y="696"/>
                  </a:lnTo>
                  <a:lnTo>
                    <a:pt x="61" y="712"/>
                  </a:lnTo>
                  <a:lnTo>
                    <a:pt x="94" y="720"/>
                  </a:lnTo>
                  <a:lnTo>
                    <a:pt x="99" y="743"/>
                  </a:lnTo>
                  <a:lnTo>
                    <a:pt x="83" y="781"/>
                  </a:lnTo>
                  <a:lnTo>
                    <a:pt x="83" y="836"/>
                  </a:lnTo>
                  <a:lnTo>
                    <a:pt x="30" y="872"/>
                  </a:lnTo>
                  <a:lnTo>
                    <a:pt x="32" y="905"/>
                  </a:lnTo>
                  <a:lnTo>
                    <a:pt x="16" y="947"/>
                  </a:lnTo>
                  <a:lnTo>
                    <a:pt x="57" y="970"/>
                  </a:lnTo>
                  <a:lnTo>
                    <a:pt x="117" y="983"/>
                  </a:lnTo>
                  <a:lnTo>
                    <a:pt x="170" y="1002"/>
                  </a:lnTo>
                  <a:lnTo>
                    <a:pt x="221" y="1035"/>
                  </a:lnTo>
                  <a:lnTo>
                    <a:pt x="226" y="1069"/>
                  </a:lnTo>
                  <a:lnTo>
                    <a:pt x="215" y="1094"/>
                  </a:lnTo>
                  <a:lnTo>
                    <a:pt x="215" y="1121"/>
                  </a:lnTo>
                  <a:lnTo>
                    <a:pt x="270" y="1121"/>
                  </a:lnTo>
                  <a:lnTo>
                    <a:pt x="337" y="1141"/>
                  </a:lnTo>
                  <a:lnTo>
                    <a:pt x="373" y="1138"/>
                  </a:lnTo>
                  <a:lnTo>
                    <a:pt x="415" y="1128"/>
                  </a:lnTo>
                  <a:lnTo>
                    <a:pt x="485" y="1155"/>
                  </a:lnTo>
                  <a:lnTo>
                    <a:pt x="669" y="1141"/>
                  </a:lnTo>
                  <a:lnTo>
                    <a:pt x="739" y="1105"/>
                  </a:lnTo>
                  <a:lnTo>
                    <a:pt x="781" y="1066"/>
                  </a:lnTo>
                  <a:lnTo>
                    <a:pt x="826" y="1058"/>
                  </a:lnTo>
                  <a:lnTo>
                    <a:pt x="875" y="1082"/>
                  </a:lnTo>
                  <a:lnTo>
                    <a:pt x="941" y="1079"/>
                  </a:lnTo>
                  <a:lnTo>
                    <a:pt x="994" y="1092"/>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29" name="Freeform 519">
              <a:extLst>
                <a:ext uri="{FF2B5EF4-FFF2-40B4-BE49-F238E27FC236}">
                  <a16:creationId xmlns:a16="http://schemas.microsoft.com/office/drawing/2014/main" id="{DA4ABDF2-B063-96A9-2C0E-C21C819554E5}"/>
                </a:ext>
              </a:extLst>
            </p:cNvPr>
            <p:cNvSpPr>
              <a:spLocks/>
            </p:cNvSpPr>
            <p:nvPr/>
          </p:nvSpPr>
          <p:spPr bwMode="auto">
            <a:xfrm>
              <a:off x="1411" y="1459"/>
              <a:ext cx="838" cy="877"/>
            </a:xfrm>
            <a:custGeom>
              <a:avLst/>
              <a:gdLst>
                <a:gd name="T0" fmla="*/ 159 w 838"/>
                <a:gd name="T1" fmla="*/ 544 h 877"/>
                <a:gd name="T2" fmla="*/ 181 w 838"/>
                <a:gd name="T3" fmla="*/ 498 h 877"/>
                <a:gd name="T4" fmla="*/ 138 w 838"/>
                <a:gd name="T5" fmla="*/ 460 h 877"/>
                <a:gd name="T6" fmla="*/ 98 w 838"/>
                <a:gd name="T7" fmla="*/ 437 h 877"/>
                <a:gd name="T8" fmla="*/ 76 w 838"/>
                <a:gd name="T9" fmla="*/ 320 h 877"/>
                <a:gd name="T10" fmla="*/ 134 w 838"/>
                <a:gd name="T11" fmla="*/ 320 h 877"/>
                <a:gd name="T12" fmla="*/ 143 w 838"/>
                <a:gd name="T13" fmla="*/ 369 h 877"/>
                <a:gd name="T14" fmla="*/ 193 w 838"/>
                <a:gd name="T15" fmla="*/ 399 h 877"/>
                <a:gd name="T16" fmla="*/ 168 w 838"/>
                <a:gd name="T17" fmla="*/ 369 h 877"/>
                <a:gd name="T18" fmla="*/ 157 w 838"/>
                <a:gd name="T19" fmla="*/ 312 h 877"/>
                <a:gd name="T20" fmla="*/ 152 w 838"/>
                <a:gd name="T21" fmla="*/ 268 h 877"/>
                <a:gd name="T22" fmla="*/ 132 w 838"/>
                <a:gd name="T23" fmla="*/ 287 h 877"/>
                <a:gd name="T24" fmla="*/ 90 w 838"/>
                <a:gd name="T25" fmla="*/ 303 h 877"/>
                <a:gd name="T26" fmla="*/ 37 w 838"/>
                <a:gd name="T27" fmla="*/ 276 h 877"/>
                <a:gd name="T28" fmla="*/ 0 w 838"/>
                <a:gd name="T29" fmla="*/ 255 h 877"/>
                <a:gd name="T30" fmla="*/ 159 w 838"/>
                <a:gd name="T31" fmla="*/ 200 h 877"/>
                <a:gd name="T32" fmla="*/ 298 w 838"/>
                <a:gd name="T33" fmla="*/ 96 h 877"/>
                <a:gd name="T34" fmla="*/ 352 w 838"/>
                <a:gd name="T35" fmla="*/ 10 h 877"/>
                <a:gd name="T36" fmla="*/ 420 w 838"/>
                <a:gd name="T37" fmla="*/ 73 h 877"/>
                <a:gd name="T38" fmla="*/ 475 w 838"/>
                <a:gd name="T39" fmla="*/ 36 h 877"/>
                <a:gd name="T40" fmla="*/ 522 w 838"/>
                <a:gd name="T41" fmla="*/ 65 h 877"/>
                <a:gd name="T42" fmla="*/ 584 w 838"/>
                <a:gd name="T43" fmla="*/ 85 h 877"/>
                <a:gd name="T44" fmla="*/ 670 w 838"/>
                <a:gd name="T45" fmla="*/ 155 h 877"/>
                <a:gd name="T46" fmla="*/ 718 w 838"/>
                <a:gd name="T47" fmla="*/ 199 h 877"/>
                <a:gd name="T48" fmla="*/ 670 w 838"/>
                <a:gd name="T49" fmla="*/ 274 h 877"/>
                <a:gd name="T50" fmla="*/ 670 w 838"/>
                <a:gd name="T51" fmla="*/ 355 h 877"/>
                <a:gd name="T52" fmla="*/ 758 w 838"/>
                <a:gd name="T53" fmla="*/ 405 h 877"/>
                <a:gd name="T54" fmla="*/ 837 w 838"/>
                <a:gd name="T55" fmla="*/ 444 h 877"/>
                <a:gd name="T56" fmla="*/ 816 w 838"/>
                <a:gd name="T57" fmla="*/ 484 h 877"/>
                <a:gd name="T58" fmla="*/ 833 w 838"/>
                <a:gd name="T59" fmla="*/ 544 h 877"/>
                <a:gd name="T60" fmla="*/ 805 w 838"/>
                <a:gd name="T61" fmla="*/ 616 h 877"/>
                <a:gd name="T62" fmla="*/ 785 w 838"/>
                <a:gd name="T63" fmla="*/ 683 h 877"/>
                <a:gd name="T64" fmla="*/ 735 w 838"/>
                <a:gd name="T65" fmla="*/ 719 h 877"/>
                <a:gd name="T66" fmla="*/ 693 w 838"/>
                <a:gd name="T67" fmla="*/ 797 h 877"/>
                <a:gd name="T68" fmla="*/ 631 w 838"/>
                <a:gd name="T69" fmla="*/ 769 h 877"/>
                <a:gd name="T70" fmla="*/ 522 w 838"/>
                <a:gd name="T71" fmla="*/ 876 h 877"/>
                <a:gd name="T72" fmla="*/ 450 w 838"/>
                <a:gd name="T73" fmla="*/ 850 h 877"/>
                <a:gd name="T74" fmla="*/ 338 w 838"/>
                <a:gd name="T75" fmla="*/ 873 h 877"/>
                <a:gd name="T76" fmla="*/ 347 w 838"/>
                <a:gd name="T77" fmla="*/ 834 h 877"/>
                <a:gd name="T78" fmla="*/ 319 w 838"/>
                <a:gd name="T79" fmla="*/ 851 h 877"/>
                <a:gd name="T80" fmla="*/ 309 w 838"/>
                <a:gd name="T81" fmla="*/ 876 h 877"/>
                <a:gd name="T82" fmla="*/ 250 w 838"/>
                <a:gd name="T83" fmla="*/ 851 h 877"/>
                <a:gd name="T84" fmla="*/ 273 w 838"/>
                <a:gd name="T85" fmla="*/ 818 h 877"/>
                <a:gd name="T86" fmla="*/ 294 w 838"/>
                <a:gd name="T87" fmla="*/ 801 h 877"/>
                <a:gd name="T88" fmla="*/ 270 w 838"/>
                <a:gd name="T89" fmla="*/ 774 h 877"/>
                <a:gd name="T90" fmla="*/ 246 w 838"/>
                <a:gd name="T91" fmla="*/ 779 h 877"/>
                <a:gd name="T92" fmla="*/ 232 w 838"/>
                <a:gd name="T93" fmla="*/ 803 h 877"/>
                <a:gd name="T94" fmla="*/ 200 w 838"/>
                <a:gd name="T95" fmla="*/ 811 h 877"/>
                <a:gd name="T96" fmla="*/ 186 w 838"/>
                <a:gd name="T97" fmla="*/ 775 h 877"/>
                <a:gd name="T98" fmla="*/ 211 w 838"/>
                <a:gd name="T99" fmla="*/ 735 h 877"/>
                <a:gd name="T100" fmla="*/ 265 w 838"/>
                <a:gd name="T101" fmla="*/ 716 h 877"/>
                <a:gd name="T102" fmla="*/ 230 w 838"/>
                <a:gd name="T103" fmla="*/ 714 h 877"/>
                <a:gd name="T104" fmla="*/ 200 w 838"/>
                <a:gd name="T105" fmla="*/ 704 h 877"/>
                <a:gd name="T106" fmla="*/ 171 w 838"/>
                <a:gd name="T107" fmla="*/ 735 h 877"/>
                <a:gd name="T108" fmla="*/ 134 w 838"/>
                <a:gd name="T109" fmla="*/ 730 h 877"/>
                <a:gd name="T110" fmla="*/ 143 w 838"/>
                <a:gd name="T111" fmla="*/ 698 h 877"/>
                <a:gd name="T112" fmla="*/ 143 w 838"/>
                <a:gd name="T113" fmla="*/ 658 h 877"/>
                <a:gd name="T114" fmla="*/ 193 w 838"/>
                <a:gd name="T115" fmla="*/ 658 h 877"/>
                <a:gd name="T116" fmla="*/ 255 w 838"/>
                <a:gd name="T117" fmla="*/ 651 h 877"/>
                <a:gd name="T118" fmla="*/ 221 w 838"/>
                <a:gd name="T119" fmla="*/ 625 h 877"/>
                <a:gd name="T120" fmla="*/ 152 w 838"/>
                <a:gd name="T121" fmla="*/ 580 h 8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38" h="877">
                  <a:moveTo>
                    <a:pt x="133" y="556"/>
                  </a:moveTo>
                  <a:lnTo>
                    <a:pt x="159" y="544"/>
                  </a:lnTo>
                  <a:lnTo>
                    <a:pt x="181" y="517"/>
                  </a:lnTo>
                  <a:lnTo>
                    <a:pt x="181" y="498"/>
                  </a:lnTo>
                  <a:lnTo>
                    <a:pt x="171" y="469"/>
                  </a:lnTo>
                  <a:lnTo>
                    <a:pt x="138" y="460"/>
                  </a:lnTo>
                  <a:lnTo>
                    <a:pt x="108" y="461"/>
                  </a:lnTo>
                  <a:lnTo>
                    <a:pt x="98" y="437"/>
                  </a:lnTo>
                  <a:lnTo>
                    <a:pt x="73" y="415"/>
                  </a:lnTo>
                  <a:lnTo>
                    <a:pt x="76" y="320"/>
                  </a:lnTo>
                  <a:lnTo>
                    <a:pt x="101" y="312"/>
                  </a:lnTo>
                  <a:lnTo>
                    <a:pt x="134" y="320"/>
                  </a:lnTo>
                  <a:lnTo>
                    <a:pt x="143" y="346"/>
                  </a:lnTo>
                  <a:lnTo>
                    <a:pt x="143" y="369"/>
                  </a:lnTo>
                  <a:lnTo>
                    <a:pt x="159" y="390"/>
                  </a:lnTo>
                  <a:lnTo>
                    <a:pt x="193" y="399"/>
                  </a:lnTo>
                  <a:lnTo>
                    <a:pt x="193" y="386"/>
                  </a:lnTo>
                  <a:lnTo>
                    <a:pt x="168" y="369"/>
                  </a:lnTo>
                  <a:lnTo>
                    <a:pt x="157" y="354"/>
                  </a:lnTo>
                  <a:lnTo>
                    <a:pt x="157" y="312"/>
                  </a:lnTo>
                  <a:lnTo>
                    <a:pt x="147" y="300"/>
                  </a:lnTo>
                  <a:lnTo>
                    <a:pt x="152" y="268"/>
                  </a:lnTo>
                  <a:lnTo>
                    <a:pt x="138" y="266"/>
                  </a:lnTo>
                  <a:lnTo>
                    <a:pt x="132" y="287"/>
                  </a:lnTo>
                  <a:lnTo>
                    <a:pt x="113" y="303"/>
                  </a:lnTo>
                  <a:lnTo>
                    <a:pt x="90" y="303"/>
                  </a:lnTo>
                  <a:lnTo>
                    <a:pt x="73" y="298"/>
                  </a:lnTo>
                  <a:lnTo>
                    <a:pt x="37" y="276"/>
                  </a:lnTo>
                  <a:lnTo>
                    <a:pt x="3" y="260"/>
                  </a:lnTo>
                  <a:lnTo>
                    <a:pt x="0" y="255"/>
                  </a:lnTo>
                  <a:lnTo>
                    <a:pt x="56" y="226"/>
                  </a:lnTo>
                  <a:lnTo>
                    <a:pt x="159" y="200"/>
                  </a:lnTo>
                  <a:lnTo>
                    <a:pt x="247" y="161"/>
                  </a:lnTo>
                  <a:lnTo>
                    <a:pt x="298" y="96"/>
                  </a:lnTo>
                  <a:lnTo>
                    <a:pt x="312" y="0"/>
                  </a:lnTo>
                  <a:lnTo>
                    <a:pt x="352" y="10"/>
                  </a:lnTo>
                  <a:lnTo>
                    <a:pt x="391" y="54"/>
                  </a:lnTo>
                  <a:lnTo>
                    <a:pt x="420" y="73"/>
                  </a:lnTo>
                  <a:lnTo>
                    <a:pt x="460" y="62"/>
                  </a:lnTo>
                  <a:lnTo>
                    <a:pt x="475" y="36"/>
                  </a:lnTo>
                  <a:lnTo>
                    <a:pt x="508" y="40"/>
                  </a:lnTo>
                  <a:lnTo>
                    <a:pt x="522" y="65"/>
                  </a:lnTo>
                  <a:lnTo>
                    <a:pt x="548" y="76"/>
                  </a:lnTo>
                  <a:lnTo>
                    <a:pt x="584" y="85"/>
                  </a:lnTo>
                  <a:lnTo>
                    <a:pt x="620" y="131"/>
                  </a:lnTo>
                  <a:lnTo>
                    <a:pt x="670" y="155"/>
                  </a:lnTo>
                  <a:lnTo>
                    <a:pt x="707" y="169"/>
                  </a:lnTo>
                  <a:lnTo>
                    <a:pt x="718" y="199"/>
                  </a:lnTo>
                  <a:lnTo>
                    <a:pt x="689" y="235"/>
                  </a:lnTo>
                  <a:lnTo>
                    <a:pt x="670" y="274"/>
                  </a:lnTo>
                  <a:lnTo>
                    <a:pt x="668" y="296"/>
                  </a:lnTo>
                  <a:lnTo>
                    <a:pt x="670" y="355"/>
                  </a:lnTo>
                  <a:lnTo>
                    <a:pt x="697" y="387"/>
                  </a:lnTo>
                  <a:lnTo>
                    <a:pt x="758" y="405"/>
                  </a:lnTo>
                  <a:lnTo>
                    <a:pt x="826" y="423"/>
                  </a:lnTo>
                  <a:lnTo>
                    <a:pt x="837" y="444"/>
                  </a:lnTo>
                  <a:lnTo>
                    <a:pt x="833" y="461"/>
                  </a:lnTo>
                  <a:lnTo>
                    <a:pt x="816" y="484"/>
                  </a:lnTo>
                  <a:lnTo>
                    <a:pt x="816" y="509"/>
                  </a:lnTo>
                  <a:lnTo>
                    <a:pt x="833" y="544"/>
                  </a:lnTo>
                  <a:lnTo>
                    <a:pt x="805" y="580"/>
                  </a:lnTo>
                  <a:lnTo>
                    <a:pt x="805" y="616"/>
                  </a:lnTo>
                  <a:lnTo>
                    <a:pt x="805" y="668"/>
                  </a:lnTo>
                  <a:lnTo>
                    <a:pt x="785" y="683"/>
                  </a:lnTo>
                  <a:lnTo>
                    <a:pt x="780" y="711"/>
                  </a:lnTo>
                  <a:lnTo>
                    <a:pt x="735" y="719"/>
                  </a:lnTo>
                  <a:lnTo>
                    <a:pt x="728" y="762"/>
                  </a:lnTo>
                  <a:lnTo>
                    <a:pt x="693" y="797"/>
                  </a:lnTo>
                  <a:lnTo>
                    <a:pt x="665" y="782"/>
                  </a:lnTo>
                  <a:lnTo>
                    <a:pt x="631" y="769"/>
                  </a:lnTo>
                  <a:lnTo>
                    <a:pt x="586" y="825"/>
                  </a:lnTo>
                  <a:lnTo>
                    <a:pt x="522" y="876"/>
                  </a:lnTo>
                  <a:lnTo>
                    <a:pt x="497" y="861"/>
                  </a:lnTo>
                  <a:lnTo>
                    <a:pt x="450" y="850"/>
                  </a:lnTo>
                  <a:lnTo>
                    <a:pt x="376" y="863"/>
                  </a:lnTo>
                  <a:lnTo>
                    <a:pt x="338" y="873"/>
                  </a:lnTo>
                  <a:lnTo>
                    <a:pt x="356" y="846"/>
                  </a:lnTo>
                  <a:lnTo>
                    <a:pt x="347" y="834"/>
                  </a:lnTo>
                  <a:lnTo>
                    <a:pt x="327" y="837"/>
                  </a:lnTo>
                  <a:lnTo>
                    <a:pt x="319" y="851"/>
                  </a:lnTo>
                  <a:lnTo>
                    <a:pt x="319" y="863"/>
                  </a:lnTo>
                  <a:lnTo>
                    <a:pt x="309" y="876"/>
                  </a:lnTo>
                  <a:lnTo>
                    <a:pt x="270" y="871"/>
                  </a:lnTo>
                  <a:lnTo>
                    <a:pt x="250" y="851"/>
                  </a:lnTo>
                  <a:lnTo>
                    <a:pt x="258" y="834"/>
                  </a:lnTo>
                  <a:lnTo>
                    <a:pt x="273" y="818"/>
                  </a:lnTo>
                  <a:lnTo>
                    <a:pt x="286" y="815"/>
                  </a:lnTo>
                  <a:lnTo>
                    <a:pt x="294" y="801"/>
                  </a:lnTo>
                  <a:lnTo>
                    <a:pt x="286" y="793"/>
                  </a:lnTo>
                  <a:lnTo>
                    <a:pt x="270" y="774"/>
                  </a:lnTo>
                  <a:lnTo>
                    <a:pt x="261" y="767"/>
                  </a:lnTo>
                  <a:lnTo>
                    <a:pt x="246" y="779"/>
                  </a:lnTo>
                  <a:lnTo>
                    <a:pt x="246" y="793"/>
                  </a:lnTo>
                  <a:lnTo>
                    <a:pt x="232" y="803"/>
                  </a:lnTo>
                  <a:lnTo>
                    <a:pt x="219" y="811"/>
                  </a:lnTo>
                  <a:lnTo>
                    <a:pt x="200" y="811"/>
                  </a:lnTo>
                  <a:lnTo>
                    <a:pt x="183" y="793"/>
                  </a:lnTo>
                  <a:lnTo>
                    <a:pt x="186" y="775"/>
                  </a:lnTo>
                  <a:lnTo>
                    <a:pt x="205" y="760"/>
                  </a:lnTo>
                  <a:lnTo>
                    <a:pt x="211" y="735"/>
                  </a:lnTo>
                  <a:lnTo>
                    <a:pt x="240" y="724"/>
                  </a:lnTo>
                  <a:lnTo>
                    <a:pt x="265" y="716"/>
                  </a:lnTo>
                  <a:lnTo>
                    <a:pt x="255" y="707"/>
                  </a:lnTo>
                  <a:lnTo>
                    <a:pt x="230" y="714"/>
                  </a:lnTo>
                  <a:lnTo>
                    <a:pt x="211" y="714"/>
                  </a:lnTo>
                  <a:lnTo>
                    <a:pt x="200" y="704"/>
                  </a:lnTo>
                  <a:lnTo>
                    <a:pt x="174" y="719"/>
                  </a:lnTo>
                  <a:lnTo>
                    <a:pt x="171" y="735"/>
                  </a:lnTo>
                  <a:lnTo>
                    <a:pt x="147" y="747"/>
                  </a:lnTo>
                  <a:lnTo>
                    <a:pt x="134" y="730"/>
                  </a:lnTo>
                  <a:lnTo>
                    <a:pt x="127" y="719"/>
                  </a:lnTo>
                  <a:lnTo>
                    <a:pt x="143" y="698"/>
                  </a:lnTo>
                  <a:lnTo>
                    <a:pt x="148" y="675"/>
                  </a:lnTo>
                  <a:lnTo>
                    <a:pt x="143" y="658"/>
                  </a:lnTo>
                  <a:lnTo>
                    <a:pt x="159" y="645"/>
                  </a:lnTo>
                  <a:lnTo>
                    <a:pt x="193" y="658"/>
                  </a:lnTo>
                  <a:lnTo>
                    <a:pt x="221" y="649"/>
                  </a:lnTo>
                  <a:lnTo>
                    <a:pt x="255" y="651"/>
                  </a:lnTo>
                  <a:lnTo>
                    <a:pt x="255" y="632"/>
                  </a:lnTo>
                  <a:lnTo>
                    <a:pt x="221" y="625"/>
                  </a:lnTo>
                  <a:lnTo>
                    <a:pt x="183" y="620"/>
                  </a:lnTo>
                  <a:lnTo>
                    <a:pt x="152" y="580"/>
                  </a:lnTo>
                  <a:lnTo>
                    <a:pt x="133" y="556"/>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30" name="Freeform 520">
              <a:extLst>
                <a:ext uri="{FF2B5EF4-FFF2-40B4-BE49-F238E27FC236}">
                  <a16:creationId xmlns:a16="http://schemas.microsoft.com/office/drawing/2014/main" id="{AB331F49-6586-D6D4-E75F-DFB95E15BE77}"/>
                </a:ext>
              </a:extLst>
            </p:cNvPr>
            <p:cNvSpPr>
              <a:spLocks/>
            </p:cNvSpPr>
            <p:nvPr/>
          </p:nvSpPr>
          <p:spPr bwMode="auto">
            <a:xfrm>
              <a:off x="1309" y="3310"/>
              <a:ext cx="977" cy="803"/>
            </a:xfrm>
            <a:custGeom>
              <a:avLst/>
              <a:gdLst>
                <a:gd name="T0" fmla="*/ 633 w 977"/>
                <a:gd name="T1" fmla="*/ 681 h 803"/>
                <a:gd name="T2" fmla="*/ 698 w 977"/>
                <a:gd name="T3" fmla="*/ 681 h 803"/>
                <a:gd name="T4" fmla="*/ 679 w 977"/>
                <a:gd name="T5" fmla="*/ 604 h 803"/>
                <a:gd name="T6" fmla="*/ 770 w 977"/>
                <a:gd name="T7" fmla="*/ 588 h 803"/>
                <a:gd name="T8" fmla="*/ 730 w 977"/>
                <a:gd name="T9" fmla="*/ 548 h 803"/>
                <a:gd name="T10" fmla="*/ 704 w 977"/>
                <a:gd name="T11" fmla="*/ 493 h 803"/>
                <a:gd name="T12" fmla="*/ 712 w 977"/>
                <a:gd name="T13" fmla="*/ 465 h 803"/>
                <a:gd name="T14" fmla="*/ 813 w 977"/>
                <a:gd name="T15" fmla="*/ 481 h 803"/>
                <a:gd name="T16" fmla="*/ 805 w 977"/>
                <a:gd name="T17" fmla="*/ 506 h 803"/>
                <a:gd name="T18" fmla="*/ 801 w 977"/>
                <a:gd name="T19" fmla="*/ 548 h 803"/>
                <a:gd name="T20" fmla="*/ 894 w 977"/>
                <a:gd name="T21" fmla="*/ 577 h 803"/>
                <a:gd name="T22" fmla="*/ 960 w 977"/>
                <a:gd name="T23" fmla="*/ 578 h 803"/>
                <a:gd name="T24" fmla="*/ 934 w 977"/>
                <a:gd name="T25" fmla="*/ 443 h 803"/>
                <a:gd name="T26" fmla="*/ 875 w 977"/>
                <a:gd name="T27" fmla="*/ 433 h 803"/>
                <a:gd name="T28" fmla="*/ 817 w 977"/>
                <a:gd name="T29" fmla="*/ 367 h 803"/>
                <a:gd name="T30" fmla="*/ 894 w 977"/>
                <a:gd name="T31" fmla="*/ 374 h 803"/>
                <a:gd name="T32" fmla="*/ 960 w 977"/>
                <a:gd name="T33" fmla="*/ 311 h 803"/>
                <a:gd name="T34" fmla="*/ 698 w 977"/>
                <a:gd name="T35" fmla="*/ 105 h 803"/>
                <a:gd name="T36" fmla="*/ 498 w 977"/>
                <a:gd name="T37" fmla="*/ 41 h 803"/>
                <a:gd name="T38" fmla="*/ 335 w 977"/>
                <a:gd name="T39" fmla="*/ 0 h 803"/>
                <a:gd name="T40" fmla="*/ 137 w 977"/>
                <a:gd name="T41" fmla="*/ 38 h 803"/>
                <a:gd name="T42" fmla="*/ 109 w 977"/>
                <a:gd name="T43" fmla="*/ 66 h 803"/>
                <a:gd name="T44" fmla="*/ 134 w 977"/>
                <a:gd name="T45" fmla="*/ 106 h 803"/>
                <a:gd name="T46" fmla="*/ 63 w 977"/>
                <a:gd name="T47" fmla="*/ 120 h 803"/>
                <a:gd name="T48" fmla="*/ 73 w 977"/>
                <a:gd name="T49" fmla="*/ 189 h 803"/>
                <a:gd name="T50" fmla="*/ 85 w 977"/>
                <a:gd name="T51" fmla="*/ 245 h 803"/>
                <a:gd name="T52" fmla="*/ 98 w 977"/>
                <a:gd name="T53" fmla="*/ 299 h 803"/>
                <a:gd name="T54" fmla="*/ 65 w 977"/>
                <a:gd name="T55" fmla="*/ 284 h 803"/>
                <a:gd name="T56" fmla="*/ 31 w 977"/>
                <a:gd name="T57" fmla="*/ 261 h 803"/>
                <a:gd name="T58" fmla="*/ 31 w 977"/>
                <a:gd name="T59" fmla="*/ 375 h 803"/>
                <a:gd name="T60" fmla="*/ 73 w 977"/>
                <a:gd name="T61" fmla="*/ 374 h 803"/>
                <a:gd name="T62" fmla="*/ 66 w 977"/>
                <a:gd name="T63" fmla="*/ 466 h 803"/>
                <a:gd name="T64" fmla="*/ 179 w 977"/>
                <a:gd name="T65" fmla="*/ 534 h 803"/>
                <a:gd name="T66" fmla="*/ 160 w 977"/>
                <a:gd name="T67" fmla="*/ 565 h 803"/>
                <a:gd name="T68" fmla="*/ 95 w 977"/>
                <a:gd name="T69" fmla="*/ 569 h 803"/>
                <a:gd name="T70" fmla="*/ 81 w 977"/>
                <a:gd name="T71" fmla="*/ 606 h 803"/>
                <a:gd name="T72" fmla="*/ 8 w 977"/>
                <a:gd name="T73" fmla="*/ 514 h 803"/>
                <a:gd name="T74" fmla="*/ 26 w 977"/>
                <a:gd name="T75" fmla="*/ 614 h 803"/>
                <a:gd name="T76" fmla="*/ 75 w 977"/>
                <a:gd name="T77" fmla="*/ 630 h 803"/>
                <a:gd name="T78" fmla="*/ 112 w 977"/>
                <a:gd name="T79" fmla="*/ 637 h 803"/>
                <a:gd name="T80" fmla="*/ 170 w 977"/>
                <a:gd name="T81" fmla="*/ 626 h 803"/>
                <a:gd name="T82" fmla="*/ 124 w 977"/>
                <a:gd name="T83" fmla="*/ 668 h 803"/>
                <a:gd name="T84" fmla="*/ 128 w 977"/>
                <a:gd name="T85" fmla="*/ 708 h 803"/>
                <a:gd name="T86" fmla="*/ 137 w 977"/>
                <a:gd name="T87" fmla="*/ 727 h 803"/>
                <a:gd name="T88" fmla="*/ 163 w 977"/>
                <a:gd name="T89" fmla="*/ 797 h 803"/>
                <a:gd name="T90" fmla="*/ 248 w 977"/>
                <a:gd name="T91" fmla="*/ 720 h 803"/>
                <a:gd name="T92" fmla="*/ 283 w 977"/>
                <a:gd name="T93" fmla="*/ 708 h 803"/>
                <a:gd name="T94" fmla="*/ 311 w 977"/>
                <a:gd name="T95" fmla="*/ 671 h 803"/>
                <a:gd name="T96" fmla="*/ 335 w 977"/>
                <a:gd name="T97" fmla="*/ 581 h 803"/>
                <a:gd name="T98" fmla="*/ 363 w 977"/>
                <a:gd name="T99" fmla="*/ 701 h 803"/>
                <a:gd name="T100" fmla="*/ 446 w 977"/>
                <a:gd name="T101" fmla="*/ 680 h 803"/>
                <a:gd name="T102" fmla="*/ 452 w 977"/>
                <a:gd name="T103" fmla="*/ 630 h 803"/>
                <a:gd name="T104" fmla="*/ 506 w 977"/>
                <a:gd name="T105" fmla="*/ 564 h 803"/>
                <a:gd name="T106" fmla="*/ 580 w 977"/>
                <a:gd name="T107" fmla="*/ 521 h 803"/>
                <a:gd name="T108" fmla="*/ 645 w 977"/>
                <a:gd name="T109" fmla="*/ 489 h 803"/>
                <a:gd name="T110" fmla="*/ 664 w 977"/>
                <a:gd name="T111" fmla="*/ 556 h 803"/>
                <a:gd name="T112" fmla="*/ 612 w 977"/>
                <a:gd name="T113" fmla="*/ 522 h 8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77" h="803">
                  <a:moveTo>
                    <a:pt x="592" y="606"/>
                  </a:moveTo>
                  <a:lnTo>
                    <a:pt x="592" y="618"/>
                  </a:lnTo>
                  <a:lnTo>
                    <a:pt x="601" y="637"/>
                  </a:lnTo>
                  <a:lnTo>
                    <a:pt x="612" y="652"/>
                  </a:lnTo>
                  <a:lnTo>
                    <a:pt x="631" y="661"/>
                  </a:lnTo>
                  <a:lnTo>
                    <a:pt x="633" y="681"/>
                  </a:lnTo>
                  <a:lnTo>
                    <a:pt x="651" y="688"/>
                  </a:lnTo>
                  <a:lnTo>
                    <a:pt x="674" y="708"/>
                  </a:lnTo>
                  <a:lnTo>
                    <a:pt x="682" y="701"/>
                  </a:lnTo>
                  <a:lnTo>
                    <a:pt x="677" y="681"/>
                  </a:lnTo>
                  <a:lnTo>
                    <a:pt x="682" y="676"/>
                  </a:lnTo>
                  <a:lnTo>
                    <a:pt x="698" y="681"/>
                  </a:lnTo>
                  <a:lnTo>
                    <a:pt x="712" y="653"/>
                  </a:lnTo>
                  <a:lnTo>
                    <a:pt x="717" y="642"/>
                  </a:lnTo>
                  <a:lnTo>
                    <a:pt x="723" y="630"/>
                  </a:lnTo>
                  <a:lnTo>
                    <a:pt x="692" y="626"/>
                  </a:lnTo>
                  <a:lnTo>
                    <a:pt x="677" y="616"/>
                  </a:lnTo>
                  <a:lnTo>
                    <a:pt x="679" y="604"/>
                  </a:lnTo>
                  <a:lnTo>
                    <a:pt x="698" y="596"/>
                  </a:lnTo>
                  <a:lnTo>
                    <a:pt x="718" y="600"/>
                  </a:lnTo>
                  <a:lnTo>
                    <a:pt x="736" y="604"/>
                  </a:lnTo>
                  <a:lnTo>
                    <a:pt x="761" y="608"/>
                  </a:lnTo>
                  <a:lnTo>
                    <a:pt x="771" y="602"/>
                  </a:lnTo>
                  <a:lnTo>
                    <a:pt x="770" y="588"/>
                  </a:lnTo>
                  <a:lnTo>
                    <a:pt x="751" y="584"/>
                  </a:lnTo>
                  <a:lnTo>
                    <a:pt x="743" y="580"/>
                  </a:lnTo>
                  <a:lnTo>
                    <a:pt x="745" y="576"/>
                  </a:lnTo>
                  <a:lnTo>
                    <a:pt x="759" y="574"/>
                  </a:lnTo>
                  <a:lnTo>
                    <a:pt x="760" y="568"/>
                  </a:lnTo>
                  <a:lnTo>
                    <a:pt x="730" y="548"/>
                  </a:lnTo>
                  <a:lnTo>
                    <a:pt x="720" y="538"/>
                  </a:lnTo>
                  <a:lnTo>
                    <a:pt x="709" y="526"/>
                  </a:lnTo>
                  <a:lnTo>
                    <a:pt x="693" y="525"/>
                  </a:lnTo>
                  <a:lnTo>
                    <a:pt x="692" y="507"/>
                  </a:lnTo>
                  <a:lnTo>
                    <a:pt x="693" y="498"/>
                  </a:lnTo>
                  <a:lnTo>
                    <a:pt x="704" y="493"/>
                  </a:lnTo>
                  <a:lnTo>
                    <a:pt x="698" y="489"/>
                  </a:lnTo>
                  <a:lnTo>
                    <a:pt x="692" y="489"/>
                  </a:lnTo>
                  <a:lnTo>
                    <a:pt x="679" y="485"/>
                  </a:lnTo>
                  <a:lnTo>
                    <a:pt x="682" y="475"/>
                  </a:lnTo>
                  <a:lnTo>
                    <a:pt x="693" y="470"/>
                  </a:lnTo>
                  <a:lnTo>
                    <a:pt x="712" y="465"/>
                  </a:lnTo>
                  <a:lnTo>
                    <a:pt x="735" y="453"/>
                  </a:lnTo>
                  <a:lnTo>
                    <a:pt x="756" y="442"/>
                  </a:lnTo>
                  <a:lnTo>
                    <a:pt x="776" y="442"/>
                  </a:lnTo>
                  <a:lnTo>
                    <a:pt x="791" y="461"/>
                  </a:lnTo>
                  <a:lnTo>
                    <a:pt x="801" y="463"/>
                  </a:lnTo>
                  <a:lnTo>
                    <a:pt x="813" y="481"/>
                  </a:lnTo>
                  <a:lnTo>
                    <a:pt x="830" y="485"/>
                  </a:lnTo>
                  <a:lnTo>
                    <a:pt x="842" y="489"/>
                  </a:lnTo>
                  <a:lnTo>
                    <a:pt x="843" y="495"/>
                  </a:lnTo>
                  <a:lnTo>
                    <a:pt x="836" y="502"/>
                  </a:lnTo>
                  <a:lnTo>
                    <a:pt x="817" y="503"/>
                  </a:lnTo>
                  <a:lnTo>
                    <a:pt x="805" y="506"/>
                  </a:lnTo>
                  <a:lnTo>
                    <a:pt x="805" y="514"/>
                  </a:lnTo>
                  <a:lnTo>
                    <a:pt x="810" y="518"/>
                  </a:lnTo>
                  <a:lnTo>
                    <a:pt x="823" y="518"/>
                  </a:lnTo>
                  <a:lnTo>
                    <a:pt x="823" y="525"/>
                  </a:lnTo>
                  <a:lnTo>
                    <a:pt x="807" y="534"/>
                  </a:lnTo>
                  <a:lnTo>
                    <a:pt x="801" y="548"/>
                  </a:lnTo>
                  <a:lnTo>
                    <a:pt x="812" y="562"/>
                  </a:lnTo>
                  <a:lnTo>
                    <a:pt x="818" y="570"/>
                  </a:lnTo>
                  <a:lnTo>
                    <a:pt x="842" y="566"/>
                  </a:lnTo>
                  <a:lnTo>
                    <a:pt x="848" y="574"/>
                  </a:lnTo>
                  <a:lnTo>
                    <a:pt x="857" y="577"/>
                  </a:lnTo>
                  <a:lnTo>
                    <a:pt x="894" y="577"/>
                  </a:lnTo>
                  <a:lnTo>
                    <a:pt x="907" y="588"/>
                  </a:lnTo>
                  <a:lnTo>
                    <a:pt x="924" y="600"/>
                  </a:lnTo>
                  <a:lnTo>
                    <a:pt x="955" y="609"/>
                  </a:lnTo>
                  <a:lnTo>
                    <a:pt x="970" y="609"/>
                  </a:lnTo>
                  <a:lnTo>
                    <a:pt x="976" y="602"/>
                  </a:lnTo>
                  <a:lnTo>
                    <a:pt x="960" y="578"/>
                  </a:lnTo>
                  <a:lnTo>
                    <a:pt x="962" y="566"/>
                  </a:lnTo>
                  <a:lnTo>
                    <a:pt x="950" y="554"/>
                  </a:lnTo>
                  <a:lnTo>
                    <a:pt x="934" y="529"/>
                  </a:lnTo>
                  <a:lnTo>
                    <a:pt x="934" y="503"/>
                  </a:lnTo>
                  <a:lnTo>
                    <a:pt x="938" y="465"/>
                  </a:lnTo>
                  <a:lnTo>
                    <a:pt x="934" y="443"/>
                  </a:lnTo>
                  <a:lnTo>
                    <a:pt x="945" y="429"/>
                  </a:lnTo>
                  <a:lnTo>
                    <a:pt x="934" y="419"/>
                  </a:lnTo>
                  <a:lnTo>
                    <a:pt x="923" y="411"/>
                  </a:lnTo>
                  <a:lnTo>
                    <a:pt x="899" y="422"/>
                  </a:lnTo>
                  <a:lnTo>
                    <a:pt x="887" y="435"/>
                  </a:lnTo>
                  <a:lnTo>
                    <a:pt x="875" y="433"/>
                  </a:lnTo>
                  <a:lnTo>
                    <a:pt x="867" y="435"/>
                  </a:lnTo>
                  <a:lnTo>
                    <a:pt x="857" y="433"/>
                  </a:lnTo>
                  <a:lnTo>
                    <a:pt x="853" y="422"/>
                  </a:lnTo>
                  <a:lnTo>
                    <a:pt x="830" y="409"/>
                  </a:lnTo>
                  <a:lnTo>
                    <a:pt x="812" y="386"/>
                  </a:lnTo>
                  <a:lnTo>
                    <a:pt x="817" y="367"/>
                  </a:lnTo>
                  <a:lnTo>
                    <a:pt x="830" y="364"/>
                  </a:lnTo>
                  <a:lnTo>
                    <a:pt x="837" y="380"/>
                  </a:lnTo>
                  <a:lnTo>
                    <a:pt x="861" y="384"/>
                  </a:lnTo>
                  <a:lnTo>
                    <a:pt x="875" y="384"/>
                  </a:lnTo>
                  <a:lnTo>
                    <a:pt x="882" y="380"/>
                  </a:lnTo>
                  <a:lnTo>
                    <a:pt x="894" y="374"/>
                  </a:lnTo>
                  <a:lnTo>
                    <a:pt x="904" y="362"/>
                  </a:lnTo>
                  <a:lnTo>
                    <a:pt x="910" y="344"/>
                  </a:lnTo>
                  <a:lnTo>
                    <a:pt x="930" y="334"/>
                  </a:lnTo>
                  <a:lnTo>
                    <a:pt x="944" y="340"/>
                  </a:lnTo>
                  <a:lnTo>
                    <a:pt x="960" y="334"/>
                  </a:lnTo>
                  <a:lnTo>
                    <a:pt x="960" y="311"/>
                  </a:lnTo>
                  <a:lnTo>
                    <a:pt x="888" y="237"/>
                  </a:lnTo>
                  <a:lnTo>
                    <a:pt x="856" y="184"/>
                  </a:lnTo>
                  <a:lnTo>
                    <a:pt x="823" y="116"/>
                  </a:lnTo>
                  <a:lnTo>
                    <a:pt x="764" y="82"/>
                  </a:lnTo>
                  <a:lnTo>
                    <a:pt x="730" y="86"/>
                  </a:lnTo>
                  <a:lnTo>
                    <a:pt x="698" y="105"/>
                  </a:lnTo>
                  <a:lnTo>
                    <a:pt x="660" y="108"/>
                  </a:lnTo>
                  <a:lnTo>
                    <a:pt x="626" y="106"/>
                  </a:lnTo>
                  <a:lnTo>
                    <a:pt x="583" y="89"/>
                  </a:lnTo>
                  <a:lnTo>
                    <a:pt x="518" y="108"/>
                  </a:lnTo>
                  <a:lnTo>
                    <a:pt x="499" y="85"/>
                  </a:lnTo>
                  <a:lnTo>
                    <a:pt x="498" y="41"/>
                  </a:lnTo>
                  <a:lnTo>
                    <a:pt x="474" y="20"/>
                  </a:lnTo>
                  <a:lnTo>
                    <a:pt x="451" y="37"/>
                  </a:lnTo>
                  <a:lnTo>
                    <a:pt x="432" y="44"/>
                  </a:lnTo>
                  <a:lnTo>
                    <a:pt x="402" y="14"/>
                  </a:lnTo>
                  <a:lnTo>
                    <a:pt x="363" y="0"/>
                  </a:lnTo>
                  <a:lnTo>
                    <a:pt x="335" y="0"/>
                  </a:lnTo>
                  <a:lnTo>
                    <a:pt x="283" y="77"/>
                  </a:lnTo>
                  <a:lnTo>
                    <a:pt x="225" y="122"/>
                  </a:lnTo>
                  <a:lnTo>
                    <a:pt x="176" y="116"/>
                  </a:lnTo>
                  <a:lnTo>
                    <a:pt x="148" y="97"/>
                  </a:lnTo>
                  <a:lnTo>
                    <a:pt x="145" y="66"/>
                  </a:lnTo>
                  <a:lnTo>
                    <a:pt x="137" y="38"/>
                  </a:lnTo>
                  <a:lnTo>
                    <a:pt x="108" y="21"/>
                  </a:lnTo>
                  <a:lnTo>
                    <a:pt x="103" y="44"/>
                  </a:lnTo>
                  <a:lnTo>
                    <a:pt x="88" y="53"/>
                  </a:lnTo>
                  <a:lnTo>
                    <a:pt x="88" y="65"/>
                  </a:lnTo>
                  <a:lnTo>
                    <a:pt x="97" y="74"/>
                  </a:lnTo>
                  <a:lnTo>
                    <a:pt x="109" y="66"/>
                  </a:lnTo>
                  <a:lnTo>
                    <a:pt x="128" y="64"/>
                  </a:lnTo>
                  <a:lnTo>
                    <a:pt x="137" y="72"/>
                  </a:lnTo>
                  <a:lnTo>
                    <a:pt x="122" y="82"/>
                  </a:lnTo>
                  <a:lnTo>
                    <a:pt x="112" y="89"/>
                  </a:lnTo>
                  <a:lnTo>
                    <a:pt x="122" y="100"/>
                  </a:lnTo>
                  <a:lnTo>
                    <a:pt x="134" y="106"/>
                  </a:lnTo>
                  <a:lnTo>
                    <a:pt x="133" y="112"/>
                  </a:lnTo>
                  <a:lnTo>
                    <a:pt x="122" y="118"/>
                  </a:lnTo>
                  <a:lnTo>
                    <a:pt x="107" y="110"/>
                  </a:lnTo>
                  <a:lnTo>
                    <a:pt x="88" y="89"/>
                  </a:lnTo>
                  <a:lnTo>
                    <a:pt x="73" y="100"/>
                  </a:lnTo>
                  <a:lnTo>
                    <a:pt x="63" y="120"/>
                  </a:lnTo>
                  <a:lnTo>
                    <a:pt x="73" y="140"/>
                  </a:lnTo>
                  <a:lnTo>
                    <a:pt x="71" y="149"/>
                  </a:lnTo>
                  <a:lnTo>
                    <a:pt x="45" y="152"/>
                  </a:lnTo>
                  <a:lnTo>
                    <a:pt x="45" y="176"/>
                  </a:lnTo>
                  <a:lnTo>
                    <a:pt x="60" y="185"/>
                  </a:lnTo>
                  <a:lnTo>
                    <a:pt x="73" y="189"/>
                  </a:lnTo>
                  <a:lnTo>
                    <a:pt x="60" y="196"/>
                  </a:lnTo>
                  <a:lnTo>
                    <a:pt x="60" y="205"/>
                  </a:lnTo>
                  <a:lnTo>
                    <a:pt x="70" y="220"/>
                  </a:lnTo>
                  <a:lnTo>
                    <a:pt x="73" y="235"/>
                  </a:lnTo>
                  <a:lnTo>
                    <a:pt x="88" y="235"/>
                  </a:lnTo>
                  <a:lnTo>
                    <a:pt x="85" y="245"/>
                  </a:lnTo>
                  <a:lnTo>
                    <a:pt x="85" y="253"/>
                  </a:lnTo>
                  <a:lnTo>
                    <a:pt x="113" y="260"/>
                  </a:lnTo>
                  <a:lnTo>
                    <a:pt x="113" y="265"/>
                  </a:lnTo>
                  <a:lnTo>
                    <a:pt x="103" y="275"/>
                  </a:lnTo>
                  <a:lnTo>
                    <a:pt x="113" y="283"/>
                  </a:lnTo>
                  <a:lnTo>
                    <a:pt x="98" y="299"/>
                  </a:lnTo>
                  <a:lnTo>
                    <a:pt x="102" y="306"/>
                  </a:lnTo>
                  <a:lnTo>
                    <a:pt x="97" y="312"/>
                  </a:lnTo>
                  <a:lnTo>
                    <a:pt x="85" y="307"/>
                  </a:lnTo>
                  <a:lnTo>
                    <a:pt x="81" y="294"/>
                  </a:lnTo>
                  <a:lnTo>
                    <a:pt x="70" y="279"/>
                  </a:lnTo>
                  <a:lnTo>
                    <a:pt x="65" y="284"/>
                  </a:lnTo>
                  <a:lnTo>
                    <a:pt x="52" y="287"/>
                  </a:lnTo>
                  <a:lnTo>
                    <a:pt x="47" y="268"/>
                  </a:lnTo>
                  <a:lnTo>
                    <a:pt x="41" y="251"/>
                  </a:lnTo>
                  <a:lnTo>
                    <a:pt x="45" y="229"/>
                  </a:lnTo>
                  <a:lnTo>
                    <a:pt x="37" y="221"/>
                  </a:lnTo>
                  <a:lnTo>
                    <a:pt x="31" y="261"/>
                  </a:lnTo>
                  <a:lnTo>
                    <a:pt x="46" y="299"/>
                  </a:lnTo>
                  <a:lnTo>
                    <a:pt x="63" y="308"/>
                  </a:lnTo>
                  <a:lnTo>
                    <a:pt x="56" y="322"/>
                  </a:lnTo>
                  <a:lnTo>
                    <a:pt x="31" y="334"/>
                  </a:lnTo>
                  <a:lnTo>
                    <a:pt x="20" y="350"/>
                  </a:lnTo>
                  <a:lnTo>
                    <a:pt x="31" y="375"/>
                  </a:lnTo>
                  <a:lnTo>
                    <a:pt x="52" y="380"/>
                  </a:lnTo>
                  <a:lnTo>
                    <a:pt x="63" y="360"/>
                  </a:lnTo>
                  <a:lnTo>
                    <a:pt x="65" y="344"/>
                  </a:lnTo>
                  <a:lnTo>
                    <a:pt x="88" y="338"/>
                  </a:lnTo>
                  <a:lnTo>
                    <a:pt x="103" y="347"/>
                  </a:lnTo>
                  <a:lnTo>
                    <a:pt x="73" y="374"/>
                  </a:lnTo>
                  <a:lnTo>
                    <a:pt x="78" y="392"/>
                  </a:lnTo>
                  <a:lnTo>
                    <a:pt x="97" y="403"/>
                  </a:lnTo>
                  <a:lnTo>
                    <a:pt x="87" y="411"/>
                  </a:lnTo>
                  <a:lnTo>
                    <a:pt x="85" y="434"/>
                  </a:lnTo>
                  <a:lnTo>
                    <a:pt x="73" y="443"/>
                  </a:lnTo>
                  <a:lnTo>
                    <a:pt x="66" y="466"/>
                  </a:lnTo>
                  <a:lnTo>
                    <a:pt x="63" y="507"/>
                  </a:lnTo>
                  <a:lnTo>
                    <a:pt x="63" y="521"/>
                  </a:lnTo>
                  <a:lnTo>
                    <a:pt x="81" y="534"/>
                  </a:lnTo>
                  <a:lnTo>
                    <a:pt x="113" y="534"/>
                  </a:lnTo>
                  <a:lnTo>
                    <a:pt x="162" y="541"/>
                  </a:lnTo>
                  <a:lnTo>
                    <a:pt x="179" y="534"/>
                  </a:lnTo>
                  <a:lnTo>
                    <a:pt x="189" y="554"/>
                  </a:lnTo>
                  <a:lnTo>
                    <a:pt x="195" y="566"/>
                  </a:lnTo>
                  <a:lnTo>
                    <a:pt x="224" y="580"/>
                  </a:lnTo>
                  <a:lnTo>
                    <a:pt x="215" y="584"/>
                  </a:lnTo>
                  <a:lnTo>
                    <a:pt x="175" y="566"/>
                  </a:lnTo>
                  <a:lnTo>
                    <a:pt x="160" y="565"/>
                  </a:lnTo>
                  <a:lnTo>
                    <a:pt x="160" y="574"/>
                  </a:lnTo>
                  <a:lnTo>
                    <a:pt x="152" y="577"/>
                  </a:lnTo>
                  <a:lnTo>
                    <a:pt x="132" y="566"/>
                  </a:lnTo>
                  <a:lnTo>
                    <a:pt x="114" y="554"/>
                  </a:lnTo>
                  <a:lnTo>
                    <a:pt x="97" y="558"/>
                  </a:lnTo>
                  <a:lnTo>
                    <a:pt x="95" y="569"/>
                  </a:lnTo>
                  <a:lnTo>
                    <a:pt x="114" y="581"/>
                  </a:lnTo>
                  <a:lnTo>
                    <a:pt x="127" y="590"/>
                  </a:lnTo>
                  <a:lnTo>
                    <a:pt x="123" y="597"/>
                  </a:lnTo>
                  <a:lnTo>
                    <a:pt x="118" y="601"/>
                  </a:lnTo>
                  <a:lnTo>
                    <a:pt x="98" y="602"/>
                  </a:lnTo>
                  <a:lnTo>
                    <a:pt x="81" y="606"/>
                  </a:lnTo>
                  <a:lnTo>
                    <a:pt x="60" y="580"/>
                  </a:lnTo>
                  <a:lnTo>
                    <a:pt x="47" y="554"/>
                  </a:lnTo>
                  <a:lnTo>
                    <a:pt x="41" y="534"/>
                  </a:lnTo>
                  <a:lnTo>
                    <a:pt x="41" y="507"/>
                  </a:lnTo>
                  <a:lnTo>
                    <a:pt x="26" y="489"/>
                  </a:lnTo>
                  <a:lnTo>
                    <a:pt x="8" y="514"/>
                  </a:lnTo>
                  <a:lnTo>
                    <a:pt x="3" y="534"/>
                  </a:lnTo>
                  <a:lnTo>
                    <a:pt x="0" y="562"/>
                  </a:lnTo>
                  <a:lnTo>
                    <a:pt x="23" y="577"/>
                  </a:lnTo>
                  <a:lnTo>
                    <a:pt x="23" y="584"/>
                  </a:lnTo>
                  <a:lnTo>
                    <a:pt x="15" y="592"/>
                  </a:lnTo>
                  <a:lnTo>
                    <a:pt x="26" y="614"/>
                  </a:lnTo>
                  <a:lnTo>
                    <a:pt x="41" y="621"/>
                  </a:lnTo>
                  <a:lnTo>
                    <a:pt x="51" y="618"/>
                  </a:lnTo>
                  <a:lnTo>
                    <a:pt x="58" y="621"/>
                  </a:lnTo>
                  <a:lnTo>
                    <a:pt x="58" y="629"/>
                  </a:lnTo>
                  <a:lnTo>
                    <a:pt x="65" y="630"/>
                  </a:lnTo>
                  <a:lnTo>
                    <a:pt x="75" y="630"/>
                  </a:lnTo>
                  <a:lnTo>
                    <a:pt x="78" y="637"/>
                  </a:lnTo>
                  <a:lnTo>
                    <a:pt x="75" y="644"/>
                  </a:lnTo>
                  <a:lnTo>
                    <a:pt x="88" y="644"/>
                  </a:lnTo>
                  <a:lnTo>
                    <a:pt x="95" y="637"/>
                  </a:lnTo>
                  <a:lnTo>
                    <a:pt x="107" y="632"/>
                  </a:lnTo>
                  <a:lnTo>
                    <a:pt x="112" y="637"/>
                  </a:lnTo>
                  <a:lnTo>
                    <a:pt x="132" y="638"/>
                  </a:lnTo>
                  <a:lnTo>
                    <a:pt x="134" y="625"/>
                  </a:lnTo>
                  <a:lnTo>
                    <a:pt x="148" y="626"/>
                  </a:lnTo>
                  <a:lnTo>
                    <a:pt x="158" y="624"/>
                  </a:lnTo>
                  <a:lnTo>
                    <a:pt x="170" y="620"/>
                  </a:lnTo>
                  <a:lnTo>
                    <a:pt x="170" y="626"/>
                  </a:lnTo>
                  <a:lnTo>
                    <a:pt x="163" y="638"/>
                  </a:lnTo>
                  <a:lnTo>
                    <a:pt x="172" y="646"/>
                  </a:lnTo>
                  <a:lnTo>
                    <a:pt x="168" y="653"/>
                  </a:lnTo>
                  <a:lnTo>
                    <a:pt x="153" y="653"/>
                  </a:lnTo>
                  <a:lnTo>
                    <a:pt x="138" y="657"/>
                  </a:lnTo>
                  <a:lnTo>
                    <a:pt x="124" y="668"/>
                  </a:lnTo>
                  <a:lnTo>
                    <a:pt x="119" y="679"/>
                  </a:lnTo>
                  <a:lnTo>
                    <a:pt x="128" y="681"/>
                  </a:lnTo>
                  <a:lnTo>
                    <a:pt x="137" y="679"/>
                  </a:lnTo>
                  <a:lnTo>
                    <a:pt x="138" y="693"/>
                  </a:lnTo>
                  <a:lnTo>
                    <a:pt x="127" y="701"/>
                  </a:lnTo>
                  <a:lnTo>
                    <a:pt x="128" y="708"/>
                  </a:lnTo>
                  <a:lnTo>
                    <a:pt x="147" y="708"/>
                  </a:lnTo>
                  <a:lnTo>
                    <a:pt x="158" y="713"/>
                  </a:lnTo>
                  <a:lnTo>
                    <a:pt x="172" y="713"/>
                  </a:lnTo>
                  <a:lnTo>
                    <a:pt x="170" y="724"/>
                  </a:lnTo>
                  <a:lnTo>
                    <a:pt x="162" y="725"/>
                  </a:lnTo>
                  <a:lnTo>
                    <a:pt x="137" y="727"/>
                  </a:lnTo>
                  <a:lnTo>
                    <a:pt x="118" y="741"/>
                  </a:lnTo>
                  <a:lnTo>
                    <a:pt x="118" y="756"/>
                  </a:lnTo>
                  <a:lnTo>
                    <a:pt x="132" y="769"/>
                  </a:lnTo>
                  <a:lnTo>
                    <a:pt x="152" y="760"/>
                  </a:lnTo>
                  <a:lnTo>
                    <a:pt x="163" y="780"/>
                  </a:lnTo>
                  <a:lnTo>
                    <a:pt x="163" y="797"/>
                  </a:lnTo>
                  <a:lnTo>
                    <a:pt x="174" y="802"/>
                  </a:lnTo>
                  <a:lnTo>
                    <a:pt x="194" y="792"/>
                  </a:lnTo>
                  <a:lnTo>
                    <a:pt x="221" y="791"/>
                  </a:lnTo>
                  <a:lnTo>
                    <a:pt x="226" y="768"/>
                  </a:lnTo>
                  <a:lnTo>
                    <a:pt x="232" y="755"/>
                  </a:lnTo>
                  <a:lnTo>
                    <a:pt x="248" y="720"/>
                  </a:lnTo>
                  <a:lnTo>
                    <a:pt x="257" y="719"/>
                  </a:lnTo>
                  <a:lnTo>
                    <a:pt x="262" y="727"/>
                  </a:lnTo>
                  <a:lnTo>
                    <a:pt x="272" y="723"/>
                  </a:lnTo>
                  <a:lnTo>
                    <a:pt x="271" y="713"/>
                  </a:lnTo>
                  <a:lnTo>
                    <a:pt x="271" y="703"/>
                  </a:lnTo>
                  <a:lnTo>
                    <a:pt x="283" y="708"/>
                  </a:lnTo>
                  <a:lnTo>
                    <a:pt x="296" y="713"/>
                  </a:lnTo>
                  <a:lnTo>
                    <a:pt x="298" y="705"/>
                  </a:lnTo>
                  <a:lnTo>
                    <a:pt x="293" y="699"/>
                  </a:lnTo>
                  <a:lnTo>
                    <a:pt x="282" y="681"/>
                  </a:lnTo>
                  <a:lnTo>
                    <a:pt x="301" y="689"/>
                  </a:lnTo>
                  <a:lnTo>
                    <a:pt x="311" y="671"/>
                  </a:lnTo>
                  <a:lnTo>
                    <a:pt x="307" y="656"/>
                  </a:lnTo>
                  <a:lnTo>
                    <a:pt x="325" y="657"/>
                  </a:lnTo>
                  <a:lnTo>
                    <a:pt x="325" y="632"/>
                  </a:lnTo>
                  <a:lnTo>
                    <a:pt x="313" y="606"/>
                  </a:lnTo>
                  <a:lnTo>
                    <a:pt x="330" y="577"/>
                  </a:lnTo>
                  <a:lnTo>
                    <a:pt x="335" y="581"/>
                  </a:lnTo>
                  <a:lnTo>
                    <a:pt x="332" y="608"/>
                  </a:lnTo>
                  <a:lnTo>
                    <a:pt x="337" y="625"/>
                  </a:lnTo>
                  <a:lnTo>
                    <a:pt x="337" y="653"/>
                  </a:lnTo>
                  <a:lnTo>
                    <a:pt x="332" y="683"/>
                  </a:lnTo>
                  <a:lnTo>
                    <a:pt x="348" y="704"/>
                  </a:lnTo>
                  <a:lnTo>
                    <a:pt x="363" y="701"/>
                  </a:lnTo>
                  <a:lnTo>
                    <a:pt x="395" y="701"/>
                  </a:lnTo>
                  <a:lnTo>
                    <a:pt x="412" y="704"/>
                  </a:lnTo>
                  <a:lnTo>
                    <a:pt x="427" y="700"/>
                  </a:lnTo>
                  <a:lnTo>
                    <a:pt x="426" y="681"/>
                  </a:lnTo>
                  <a:lnTo>
                    <a:pt x="440" y="687"/>
                  </a:lnTo>
                  <a:lnTo>
                    <a:pt x="446" y="680"/>
                  </a:lnTo>
                  <a:lnTo>
                    <a:pt x="442" y="671"/>
                  </a:lnTo>
                  <a:lnTo>
                    <a:pt x="440" y="658"/>
                  </a:lnTo>
                  <a:lnTo>
                    <a:pt x="447" y="644"/>
                  </a:lnTo>
                  <a:lnTo>
                    <a:pt x="462" y="642"/>
                  </a:lnTo>
                  <a:lnTo>
                    <a:pt x="464" y="632"/>
                  </a:lnTo>
                  <a:lnTo>
                    <a:pt x="452" y="630"/>
                  </a:lnTo>
                  <a:lnTo>
                    <a:pt x="447" y="621"/>
                  </a:lnTo>
                  <a:lnTo>
                    <a:pt x="456" y="609"/>
                  </a:lnTo>
                  <a:lnTo>
                    <a:pt x="464" y="590"/>
                  </a:lnTo>
                  <a:lnTo>
                    <a:pt x="472" y="580"/>
                  </a:lnTo>
                  <a:lnTo>
                    <a:pt x="493" y="577"/>
                  </a:lnTo>
                  <a:lnTo>
                    <a:pt x="506" y="564"/>
                  </a:lnTo>
                  <a:lnTo>
                    <a:pt x="513" y="554"/>
                  </a:lnTo>
                  <a:lnTo>
                    <a:pt x="529" y="538"/>
                  </a:lnTo>
                  <a:lnTo>
                    <a:pt x="535" y="530"/>
                  </a:lnTo>
                  <a:lnTo>
                    <a:pt x="546" y="531"/>
                  </a:lnTo>
                  <a:lnTo>
                    <a:pt x="563" y="534"/>
                  </a:lnTo>
                  <a:lnTo>
                    <a:pt x="580" y="521"/>
                  </a:lnTo>
                  <a:lnTo>
                    <a:pt x="585" y="498"/>
                  </a:lnTo>
                  <a:lnTo>
                    <a:pt x="595" y="479"/>
                  </a:lnTo>
                  <a:lnTo>
                    <a:pt x="611" y="475"/>
                  </a:lnTo>
                  <a:lnTo>
                    <a:pt x="617" y="485"/>
                  </a:lnTo>
                  <a:lnTo>
                    <a:pt x="621" y="498"/>
                  </a:lnTo>
                  <a:lnTo>
                    <a:pt x="645" y="489"/>
                  </a:lnTo>
                  <a:lnTo>
                    <a:pt x="651" y="490"/>
                  </a:lnTo>
                  <a:lnTo>
                    <a:pt x="660" y="495"/>
                  </a:lnTo>
                  <a:lnTo>
                    <a:pt x="662" y="544"/>
                  </a:lnTo>
                  <a:lnTo>
                    <a:pt x="679" y="546"/>
                  </a:lnTo>
                  <a:lnTo>
                    <a:pt x="674" y="554"/>
                  </a:lnTo>
                  <a:lnTo>
                    <a:pt x="664" y="556"/>
                  </a:lnTo>
                  <a:lnTo>
                    <a:pt x="656" y="553"/>
                  </a:lnTo>
                  <a:lnTo>
                    <a:pt x="640" y="557"/>
                  </a:lnTo>
                  <a:lnTo>
                    <a:pt x="630" y="531"/>
                  </a:lnTo>
                  <a:lnTo>
                    <a:pt x="631" y="519"/>
                  </a:lnTo>
                  <a:lnTo>
                    <a:pt x="622" y="515"/>
                  </a:lnTo>
                  <a:lnTo>
                    <a:pt x="612" y="522"/>
                  </a:lnTo>
                  <a:lnTo>
                    <a:pt x="605" y="534"/>
                  </a:lnTo>
                  <a:lnTo>
                    <a:pt x="600" y="557"/>
                  </a:lnTo>
                  <a:lnTo>
                    <a:pt x="605" y="588"/>
                  </a:lnTo>
                  <a:lnTo>
                    <a:pt x="592" y="606"/>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31" name="Freeform 521">
              <a:extLst>
                <a:ext uri="{FF2B5EF4-FFF2-40B4-BE49-F238E27FC236}">
                  <a16:creationId xmlns:a16="http://schemas.microsoft.com/office/drawing/2014/main" id="{008EDFC3-2DBB-8604-428E-3765ADE7EC83}"/>
                </a:ext>
              </a:extLst>
            </p:cNvPr>
            <p:cNvSpPr>
              <a:spLocks/>
            </p:cNvSpPr>
            <p:nvPr/>
          </p:nvSpPr>
          <p:spPr bwMode="auto">
            <a:xfrm>
              <a:off x="1419" y="2852"/>
              <a:ext cx="900" cy="581"/>
            </a:xfrm>
            <a:custGeom>
              <a:avLst/>
              <a:gdLst>
                <a:gd name="T0" fmla="*/ 27 w 900"/>
                <a:gd name="T1" fmla="*/ 495 h 581"/>
                <a:gd name="T2" fmla="*/ 40 w 900"/>
                <a:gd name="T3" fmla="*/ 554 h 581"/>
                <a:gd name="T4" fmla="*/ 117 w 900"/>
                <a:gd name="T5" fmla="*/ 580 h 581"/>
                <a:gd name="T6" fmla="*/ 226 w 900"/>
                <a:gd name="T7" fmla="*/ 456 h 581"/>
                <a:gd name="T8" fmla="*/ 293 w 900"/>
                <a:gd name="T9" fmla="*/ 471 h 581"/>
                <a:gd name="T10" fmla="*/ 341 w 900"/>
                <a:gd name="T11" fmla="*/ 494 h 581"/>
                <a:gd name="T12" fmla="*/ 388 w 900"/>
                <a:gd name="T13" fmla="*/ 498 h 581"/>
                <a:gd name="T14" fmla="*/ 408 w 900"/>
                <a:gd name="T15" fmla="*/ 565 h 581"/>
                <a:gd name="T16" fmla="*/ 516 w 900"/>
                <a:gd name="T17" fmla="*/ 563 h 581"/>
                <a:gd name="T18" fmla="*/ 588 w 900"/>
                <a:gd name="T19" fmla="*/ 562 h 581"/>
                <a:gd name="T20" fmla="*/ 654 w 900"/>
                <a:gd name="T21" fmla="*/ 539 h 581"/>
                <a:gd name="T22" fmla="*/ 735 w 900"/>
                <a:gd name="T23" fmla="*/ 510 h 581"/>
                <a:gd name="T24" fmla="*/ 733 w 900"/>
                <a:gd name="T25" fmla="*/ 417 h 581"/>
                <a:gd name="T26" fmla="*/ 733 w 900"/>
                <a:gd name="T27" fmla="*/ 275 h 581"/>
                <a:gd name="T28" fmla="*/ 814 w 900"/>
                <a:gd name="T29" fmla="*/ 202 h 581"/>
                <a:gd name="T30" fmla="*/ 882 w 900"/>
                <a:gd name="T31" fmla="*/ 151 h 581"/>
                <a:gd name="T32" fmla="*/ 895 w 900"/>
                <a:gd name="T33" fmla="*/ 76 h 581"/>
                <a:gd name="T34" fmla="*/ 789 w 900"/>
                <a:gd name="T35" fmla="*/ 58 h 581"/>
                <a:gd name="T36" fmla="*/ 696 w 900"/>
                <a:gd name="T37" fmla="*/ 32 h 581"/>
                <a:gd name="T38" fmla="*/ 660 w 900"/>
                <a:gd name="T39" fmla="*/ 81 h 581"/>
                <a:gd name="T40" fmla="*/ 603 w 900"/>
                <a:gd name="T41" fmla="*/ 70 h 581"/>
                <a:gd name="T42" fmla="*/ 564 w 900"/>
                <a:gd name="T43" fmla="*/ 14 h 581"/>
                <a:gd name="T44" fmla="*/ 479 w 900"/>
                <a:gd name="T45" fmla="*/ 48 h 581"/>
                <a:gd name="T46" fmla="*/ 377 w 900"/>
                <a:gd name="T47" fmla="*/ 2 h 581"/>
                <a:gd name="T48" fmla="*/ 263 w 900"/>
                <a:gd name="T49" fmla="*/ 22 h 581"/>
                <a:gd name="T50" fmla="*/ 180 w 900"/>
                <a:gd name="T51" fmla="*/ 93 h 581"/>
                <a:gd name="T52" fmla="*/ 132 w 900"/>
                <a:gd name="T53" fmla="*/ 108 h 581"/>
                <a:gd name="T54" fmla="*/ 104 w 900"/>
                <a:gd name="T55" fmla="*/ 174 h 581"/>
                <a:gd name="T56" fmla="*/ 112 w 900"/>
                <a:gd name="T57" fmla="*/ 216 h 581"/>
                <a:gd name="T58" fmla="*/ 181 w 900"/>
                <a:gd name="T59" fmla="*/ 243 h 581"/>
                <a:gd name="T60" fmla="*/ 206 w 900"/>
                <a:gd name="T61" fmla="*/ 270 h 581"/>
                <a:gd name="T62" fmla="*/ 180 w 900"/>
                <a:gd name="T63" fmla="*/ 255 h 581"/>
                <a:gd name="T64" fmla="*/ 151 w 900"/>
                <a:gd name="T65" fmla="*/ 293 h 581"/>
                <a:gd name="T66" fmla="*/ 129 w 900"/>
                <a:gd name="T67" fmla="*/ 281 h 581"/>
                <a:gd name="T68" fmla="*/ 13 w 900"/>
                <a:gd name="T69" fmla="*/ 349 h 581"/>
                <a:gd name="T70" fmla="*/ 6 w 900"/>
                <a:gd name="T71" fmla="*/ 384 h 581"/>
                <a:gd name="T72" fmla="*/ 63 w 900"/>
                <a:gd name="T73" fmla="*/ 393 h 581"/>
                <a:gd name="T74" fmla="*/ 139 w 900"/>
                <a:gd name="T75" fmla="*/ 372 h 581"/>
                <a:gd name="T76" fmla="*/ 143 w 900"/>
                <a:gd name="T77" fmla="*/ 397 h 581"/>
                <a:gd name="T78" fmla="*/ 150 w 900"/>
                <a:gd name="T79" fmla="*/ 420 h 581"/>
                <a:gd name="T80" fmla="*/ 128 w 900"/>
                <a:gd name="T81" fmla="*/ 408 h 581"/>
                <a:gd name="T82" fmla="*/ 103 w 900"/>
                <a:gd name="T83" fmla="*/ 417 h 581"/>
                <a:gd name="T84" fmla="*/ 45 w 900"/>
                <a:gd name="T85" fmla="*/ 431 h 581"/>
                <a:gd name="T86" fmla="*/ 5 w 900"/>
                <a:gd name="T87" fmla="*/ 451 h 5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00" h="581">
                  <a:moveTo>
                    <a:pt x="0" y="478"/>
                  </a:moveTo>
                  <a:lnTo>
                    <a:pt x="27" y="495"/>
                  </a:lnTo>
                  <a:lnTo>
                    <a:pt x="36" y="523"/>
                  </a:lnTo>
                  <a:lnTo>
                    <a:pt x="40" y="554"/>
                  </a:lnTo>
                  <a:lnTo>
                    <a:pt x="68" y="574"/>
                  </a:lnTo>
                  <a:lnTo>
                    <a:pt x="117" y="580"/>
                  </a:lnTo>
                  <a:lnTo>
                    <a:pt x="175" y="534"/>
                  </a:lnTo>
                  <a:lnTo>
                    <a:pt x="226" y="456"/>
                  </a:lnTo>
                  <a:lnTo>
                    <a:pt x="253" y="456"/>
                  </a:lnTo>
                  <a:lnTo>
                    <a:pt x="293" y="471"/>
                  </a:lnTo>
                  <a:lnTo>
                    <a:pt x="324" y="500"/>
                  </a:lnTo>
                  <a:lnTo>
                    <a:pt x="341" y="494"/>
                  </a:lnTo>
                  <a:lnTo>
                    <a:pt x="365" y="476"/>
                  </a:lnTo>
                  <a:lnTo>
                    <a:pt x="388" y="498"/>
                  </a:lnTo>
                  <a:lnTo>
                    <a:pt x="390" y="542"/>
                  </a:lnTo>
                  <a:lnTo>
                    <a:pt x="408" y="565"/>
                  </a:lnTo>
                  <a:lnTo>
                    <a:pt x="474" y="546"/>
                  </a:lnTo>
                  <a:lnTo>
                    <a:pt x="516" y="563"/>
                  </a:lnTo>
                  <a:lnTo>
                    <a:pt x="551" y="565"/>
                  </a:lnTo>
                  <a:lnTo>
                    <a:pt x="588" y="562"/>
                  </a:lnTo>
                  <a:lnTo>
                    <a:pt x="620" y="543"/>
                  </a:lnTo>
                  <a:lnTo>
                    <a:pt x="654" y="539"/>
                  </a:lnTo>
                  <a:lnTo>
                    <a:pt x="713" y="574"/>
                  </a:lnTo>
                  <a:lnTo>
                    <a:pt x="735" y="510"/>
                  </a:lnTo>
                  <a:lnTo>
                    <a:pt x="747" y="466"/>
                  </a:lnTo>
                  <a:lnTo>
                    <a:pt x="733" y="417"/>
                  </a:lnTo>
                  <a:lnTo>
                    <a:pt x="723" y="361"/>
                  </a:lnTo>
                  <a:lnTo>
                    <a:pt x="733" y="275"/>
                  </a:lnTo>
                  <a:lnTo>
                    <a:pt x="771" y="230"/>
                  </a:lnTo>
                  <a:lnTo>
                    <a:pt x="814" y="202"/>
                  </a:lnTo>
                  <a:lnTo>
                    <a:pt x="862" y="172"/>
                  </a:lnTo>
                  <a:lnTo>
                    <a:pt x="882" y="151"/>
                  </a:lnTo>
                  <a:lnTo>
                    <a:pt x="899" y="109"/>
                  </a:lnTo>
                  <a:lnTo>
                    <a:pt x="895" y="76"/>
                  </a:lnTo>
                  <a:lnTo>
                    <a:pt x="853" y="61"/>
                  </a:lnTo>
                  <a:lnTo>
                    <a:pt x="789" y="58"/>
                  </a:lnTo>
                  <a:lnTo>
                    <a:pt x="743" y="32"/>
                  </a:lnTo>
                  <a:lnTo>
                    <a:pt x="696" y="32"/>
                  </a:lnTo>
                  <a:lnTo>
                    <a:pt x="673" y="48"/>
                  </a:lnTo>
                  <a:lnTo>
                    <a:pt x="660" y="81"/>
                  </a:lnTo>
                  <a:lnTo>
                    <a:pt x="626" y="84"/>
                  </a:lnTo>
                  <a:lnTo>
                    <a:pt x="603" y="70"/>
                  </a:lnTo>
                  <a:lnTo>
                    <a:pt x="603" y="40"/>
                  </a:lnTo>
                  <a:lnTo>
                    <a:pt x="564" y="14"/>
                  </a:lnTo>
                  <a:lnTo>
                    <a:pt x="516" y="25"/>
                  </a:lnTo>
                  <a:lnTo>
                    <a:pt x="479" y="48"/>
                  </a:lnTo>
                  <a:lnTo>
                    <a:pt x="429" y="40"/>
                  </a:lnTo>
                  <a:lnTo>
                    <a:pt x="377" y="2"/>
                  </a:lnTo>
                  <a:lnTo>
                    <a:pt x="319" y="0"/>
                  </a:lnTo>
                  <a:lnTo>
                    <a:pt x="263" y="22"/>
                  </a:lnTo>
                  <a:lnTo>
                    <a:pt x="228" y="64"/>
                  </a:lnTo>
                  <a:lnTo>
                    <a:pt x="180" y="93"/>
                  </a:lnTo>
                  <a:lnTo>
                    <a:pt x="138" y="109"/>
                  </a:lnTo>
                  <a:lnTo>
                    <a:pt x="132" y="108"/>
                  </a:lnTo>
                  <a:lnTo>
                    <a:pt x="114" y="131"/>
                  </a:lnTo>
                  <a:lnTo>
                    <a:pt x="104" y="174"/>
                  </a:lnTo>
                  <a:lnTo>
                    <a:pt x="99" y="204"/>
                  </a:lnTo>
                  <a:lnTo>
                    <a:pt x="112" y="216"/>
                  </a:lnTo>
                  <a:lnTo>
                    <a:pt x="153" y="216"/>
                  </a:lnTo>
                  <a:lnTo>
                    <a:pt x="181" y="243"/>
                  </a:lnTo>
                  <a:lnTo>
                    <a:pt x="206" y="255"/>
                  </a:lnTo>
                  <a:lnTo>
                    <a:pt x="206" y="270"/>
                  </a:lnTo>
                  <a:lnTo>
                    <a:pt x="201" y="271"/>
                  </a:lnTo>
                  <a:lnTo>
                    <a:pt x="180" y="255"/>
                  </a:lnTo>
                  <a:lnTo>
                    <a:pt x="163" y="269"/>
                  </a:lnTo>
                  <a:lnTo>
                    <a:pt x="151" y="293"/>
                  </a:lnTo>
                  <a:lnTo>
                    <a:pt x="139" y="294"/>
                  </a:lnTo>
                  <a:lnTo>
                    <a:pt x="129" y="281"/>
                  </a:lnTo>
                  <a:lnTo>
                    <a:pt x="68" y="306"/>
                  </a:lnTo>
                  <a:lnTo>
                    <a:pt x="13" y="349"/>
                  </a:lnTo>
                  <a:lnTo>
                    <a:pt x="6" y="361"/>
                  </a:lnTo>
                  <a:lnTo>
                    <a:pt x="6" y="384"/>
                  </a:lnTo>
                  <a:lnTo>
                    <a:pt x="16" y="391"/>
                  </a:lnTo>
                  <a:lnTo>
                    <a:pt x="63" y="393"/>
                  </a:lnTo>
                  <a:lnTo>
                    <a:pt x="94" y="373"/>
                  </a:lnTo>
                  <a:lnTo>
                    <a:pt x="139" y="372"/>
                  </a:lnTo>
                  <a:lnTo>
                    <a:pt x="148" y="384"/>
                  </a:lnTo>
                  <a:lnTo>
                    <a:pt x="143" y="397"/>
                  </a:lnTo>
                  <a:lnTo>
                    <a:pt x="151" y="415"/>
                  </a:lnTo>
                  <a:lnTo>
                    <a:pt x="150" y="420"/>
                  </a:lnTo>
                  <a:lnTo>
                    <a:pt x="139" y="419"/>
                  </a:lnTo>
                  <a:lnTo>
                    <a:pt x="128" y="408"/>
                  </a:lnTo>
                  <a:lnTo>
                    <a:pt x="114" y="397"/>
                  </a:lnTo>
                  <a:lnTo>
                    <a:pt x="103" y="417"/>
                  </a:lnTo>
                  <a:lnTo>
                    <a:pt x="75" y="409"/>
                  </a:lnTo>
                  <a:lnTo>
                    <a:pt x="45" y="431"/>
                  </a:lnTo>
                  <a:lnTo>
                    <a:pt x="37" y="443"/>
                  </a:lnTo>
                  <a:lnTo>
                    <a:pt x="5" y="451"/>
                  </a:lnTo>
                  <a:lnTo>
                    <a:pt x="0" y="478"/>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32" name="Freeform 522">
              <a:extLst>
                <a:ext uri="{FF2B5EF4-FFF2-40B4-BE49-F238E27FC236}">
                  <a16:creationId xmlns:a16="http://schemas.microsoft.com/office/drawing/2014/main" id="{0CA9B2C4-A0AD-6F9A-9A50-A0FAA90E4A22}"/>
                </a:ext>
              </a:extLst>
            </p:cNvPr>
            <p:cNvSpPr>
              <a:spLocks/>
            </p:cNvSpPr>
            <p:nvPr/>
          </p:nvSpPr>
          <p:spPr bwMode="auto">
            <a:xfrm>
              <a:off x="2132" y="3006"/>
              <a:ext cx="1149" cy="838"/>
            </a:xfrm>
            <a:custGeom>
              <a:avLst/>
              <a:gdLst>
                <a:gd name="T0" fmla="*/ 173 w 1149"/>
                <a:gd name="T1" fmla="*/ 647 h 838"/>
                <a:gd name="T2" fmla="*/ 236 w 1149"/>
                <a:gd name="T3" fmla="*/ 625 h 838"/>
                <a:gd name="T4" fmla="*/ 212 w 1149"/>
                <a:gd name="T5" fmla="*/ 657 h 838"/>
                <a:gd name="T6" fmla="*/ 134 w 1149"/>
                <a:gd name="T7" fmla="*/ 746 h 838"/>
                <a:gd name="T8" fmla="*/ 196 w 1149"/>
                <a:gd name="T9" fmla="*/ 812 h 838"/>
                <a:gd name="T10" fmla="*/ 225 w 1149"/>
                <a:gd name="T11" fmla="*/ 796 h 838"/>
                <a:gd name="T12" fmla="*/ 262 w 1149"/>
                <a:gd name="T13" fmla="*/ 837 h 838"/>
                <a:gd name="T14" fmla="*/ 282 w 1149"/>
                <a:gd name="T15" fmla="*/ 800 h 838"/>
                <a:gd name="T16" fmla="*/ 287 w 1149"/>
                <a:gd name="T17" fmla="*/ 752 h 838"/>
                <a:gd name="T18" fmla="*/ 282 w 1149"/>
                <a:gd name="T19" fmla="*/ 679 h 838"/>
                <a:gd name="T20" fmla="*/ 396 w 1149"/>
                <a:gd name="T21" fmla="*/ 685 h 838"/>
                <a:gd name="T22" fmla="*/ 418 w 1149"/>
                <a:gd name="T23" fmla="*/ 681 h 838"/>
                <a:gd name="T24" fmla="*/ 451 w 1149"/>
                <a:gd name="T25" fmla="*/ 665 h 838"/>
                <a:gd name="T26" fmla="*/ 454 w 1149"/>
                <a:gd name="T27" fmla="*/ 693 h 838"/>
                <a:gd name="T28" fmla="*/ 495 w 1149"/>
                <a:gd name="T29" fmla="*/ 730 h 838"/>
                <a:gd name="T30" fmla="*/ 544 w 1149"/>
                <a:gd name="T31" fmla="*/ 730 h 838"/>
                <a:gd name="T32" fmla="*/ 531 w 1149"/>
                <a:gd name="T33" fmla="*/ 681 h 838"/>
                <a:gd name="T34" fmla="*/ 535 w 1149"/>
                <a:gd name="T35" fmla="*/ 632 h 838"/>
                <a:gd name="T36" fmla="*/ 555 w 1149"/>
                <a:gd name="T37" fmla="*/ 601 h 838"/>
                <a:gd name="T38" fmla="*/ 550 w 1149"/>
                <a:gd name="T39" fmla="*/ 554 h 838"/>
                <a:gd name="T40" fmla="*/ 580 w 1149"/>
                <a:gd name="T41" fmla="*/ 557 h 838"/>
                <a:gd name="T42" fmla="*/ 612 w 1149"/>
                <a:gd name="T43" fmla="*/ 569 h 838"/>
                <a:gd name="T44" fmla="*/ 654 w 1149"/>
                <a:gd name="T45" fmla="*/ 566 h 838"/>
                <a:gd name="T46" fmla="*/ 608 w 1149"/>
                <a:gd name="T47" fmla="*/ 528 h 838"/>
                <a:gd name="T48" fmla="*/ 690 w 1149"/>
                <a:gd name="T49" fmla="*/ 544 h 838"/>
                <a:gd name="T50" fmla="*/ 752 w 1149"/>
                <a:gd name="T51" fmla="*/ 569 h 838"/>
                <a:gd name="T52" fmla="*/ 793 w 1149"/>
                <a:gd name="T53" fmla="*/ 509 h 838"/>
                <a:gd name="T54" fmla="*/ 860 w 1149"/>
                <a:gd name="T55" fmla="*/ 422 h 838"/>
                <a:gd name="T56" fmla="*/ 936 w 1149"/>
                <a:gd name="T57" fmla="*/ 427 h 838"/>
                <a:gd name="T58" fmla="*/ 1018 w 1149"/>
                <a:gd name="T59" fmla="*/ 466 h 838"/>
                <a:gd name="T60" fmla="*/ 1028 w 1149"/>
                <a:gd name="T61" fmla="*/ 398 h 838"/>
                <a:gd name="T62" fmla="*/ 1072 w 1149"/>
                <a:gd name="T63" fmla="*/ 361 h 838"/>
                <a:gd name="T64" fmla="*/ 1084 w 1149"/>
                <a:gd name="T65" fmla="*/ 344 h 838"/>
                <a:gd name="T66" fmla="*/ 1084 w 1149"/>
                <a:gd name="T67" fmla="*/ 307 h 838"/>
                <a:gd name="T68" fmla="*/ 1142 w 1149"/>
                <a:gd name="T69" fmla="*/ 275 h 838"/>
                <a:gd name="T70" fmla="*/ 1146 w 1149"/>
                <a:gd name="T71" fmla="*/ 247 h 838"/>
                <a:gd name="T72" fmla="*/ 1095 w 1149"/>
                <a:gd name="T73" fmla="*/ 132 h 838"/>
                <a:gd name="T74" fmla="*/ 935 w 1149"/>
                <a:gd name="T75" fmla="*/ 118 h 838"/>
                <a:gd name="T76" fmla="*/ 637 w 1149"/>
                <a:gd name="T77" fmla="*/ 207 h 838"/>
                <a:gd name="T78" fmla="*/ 490 w 1149"/>
                <a:gd name="T79" fmla="*/ 193 h 838"/>
                <a:gd name="T80" fmla="*/ 366 w 1149"/>
                <a:gd name="T81" fmla="*/ 147 h 838"/>
                <a:gd name="T82" fmla="*/ 322 w 1149"/>
                <a:gd name="T83" fmla="*/ 53 h 838"/>
                <a:gd name="T84" fmla="*/ 168 w 1149"/>
                <a:gd name="T85" fmla="*/ 0 h 838"/>
                <a:gd name="T86" fmla="*/ 57 w 1149"/>
                <a:gd name="T87" fmla="*/ 77 h 838"/>
                <a:gd name="T88" fmla="*/ 20 w 1149"/>
                <a:gd name="T89" fmla="*/ 266 h 838"/>
                <a:gd name="T90" fmla="*/ 0 w 1149"/>
                <a:gd name="T91" fmla="*/ 421 h 838"/>
                <a:gd name="T92" fmla="*/ 137 w 1149"/>
                <a:gd name="T93" fmla="*/ 616 h 83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49" h="838">
                  <a:moveTo>
                    <a:pt x="137" y="639"/>
                  </a:moveTo>
                  <a:lnTo>
                    <a:pt x="151" y="647"/>
                  </a:lnTo>
                  <a:lnTo>
                    <a:pt x="173" y="647"/>
                  </a:lnTo>
                  <a:lnTo>
                    <a:pt x="189" y="636"/>
                  </a:lnTo>
                  <a:lnTo>
                    <a:pt x="212" y="624"/>
                  </a:lnTo>
                  <a:lnTo>
                    <a:pt x="236" y="625"/>
                  </a:lnTo>
                  <a:lnTo>
                    <a:pt x="241" y="647"/>
                  </a:lnTo>
                  <a:lnTo>
                    <a:pt x="241" y="665"/>
                  </a:lnTo>
                  <a:lnTo>
                    <a:pt x="212" y="657"/>
                  </a:lnTo>
                  <a:lnTo>
                    <a:pt x="171" y="675"/>
                  </a:lnTo>
                  <a:lnTo>
                    <a:pt x="144" y="711"/>
                  </a:lnTo>
                  <a:lnTo>
                    <a:pt x="134" y="746"/>
                  </a:lnTo>
                  <a:lnTo>
                    <a:pt x="151" y="779"/>
                  </a:lnTo>
                  <a:lnTo>
                    <a:pt x="176" y="812"/>
                  </a:lnTo>
                  <a:lnTo>
                    <a:pt x="196" y="812"/>
                  </a:lnTo>
                  <a:lnTo>
                    <a:pt x="209" y="800"/>
                  </a:lnTo>
                  <a:lnTo>
                    <a:pt x="218" y="783"/>
                  </a:lnTo>
                  <a:lnTo>
                    <a:pt x="225" y="796"/>
                  </a:lnTo>
                  <a:lnTo>
                    <a:pt x="230" y="823"/>
                  </a:lnTo>
                  <a:lnTo>
                    <a:pt x="241" y="837"/>
                  </a:lnTo>
                  <a:lnTo>
                    <a:pt x="262" y="837"/>
                  </a:lnTo>
                  <a:lnTo>
                    <a:pt x="287" y="837"/>
                  </a:lnTo>
                  <a:lnTo>
                    <a:pt x="287" y="812"/>
                  </a:lnTo>
                  <a:lnTo>
                    <a:pt x="282" y="800"/>
                  </a:lnTo>
                  <a:lnTo>
                    <a:pt x="287" y="786"/>
                  </a:lnTo>
                  <a:lnTo>
                    <a:pt x="294" y="763"/>
                  </a:lnTo>
                  <a:lnTo>
                    <a:pt x="287" y="752"/>
                  </a:lnTo>
                  <a:lnTo>
                    <a:pt x="277" y="735"/>
                  </a:lnTo>
                  <a:lnTo>
                    <a:pt x="277" y="711"/>
                  </a:lnTo>
                  <a:lnTo>
                    <a:pt x="282" y="679"/>
                  </a:lnTo>
                  <a:lnTo>
                    <a:pt x="309" y="681"/>
                  </a:lnTo>
                  <a:lnTo>
                    <a:pt x="356" y="691"/>
                  </a:lnTo>
                  <a:lnTo>
                    <a:pt x="396" y="685"/>
                  </a:lnTo>
                  <a:lnTo>
                    <a:pt x="400" y="665"/>
                  </a:lnTo>
                  <a:lnTo>
                    <a:pt x="418" y="668"/>
                  </a:lnTo>
                  <a:lnTo>
                    <a:pt x="418" y="681"/>
                  </a:lnTo>
                  <a:lnTo>
                    <a:pt x="430" y="704"/>
                  </a:lnTo>
                  <a:lnTo>
                    <a:pt x="446" y="691"/>
                  </a:lnTo>
                  <a:lnTo>
                    <a:pt x="451" y="665"/>
                  </a:lnTo>
                  <a:lnTo>
                    <a:pt x="467" y="661"/>
                  </a:lnTo>
                  <a:lnTo>
                    <a:pt x="462" y="675"/>
                  </a:lnTo>
                  <a:lnTo>
                    <a:pt x="454" y="693"/>
                  </a:lnTo>
                  <a:lnTo>
                    <a:pt x="473" y="708"/>
                  </a:lnTo>
                  <a:lnTo>
                    <a:pt x="487" y="718"/>
                  </a:lnTo>
                  <a:lnTo>
                    <a:pt x="495" y="730"/>
                  </a:lnTo>
                  <a:lnTo>
                    <a:pt x="519" y="746"/>
                  </a:lnTo>
                  <a:lnTo>
                    <a:pt x="529" y="746"/>
                  </a:lnTo>
                  <a:lnTo>
                    <a:pt x="544" y="730"/>
                  </a:lnTo>
                  <a:lnTo>
                    <a:pt x="544" y="715"/>
                  </a:lnTo>
                  <a:lnTo>
                    <a:pt x="544" y="691"/>
                  </a:lnTo>
                  <a:lnTo>
                    <a:pt x="531" y="681"/>
                  </a:lnTo>
                  <a:lnTo>
                    <a:pt x="524" y="668"/>
                  </a:lnTo>
                  <a:lnTo>
                    <a:pt x="524" y="649"/>
                  </a:lnTo>
                  <a:lnTo>
                    <a:pt x="535" y="632"/>
                  </a:lnTo>
                  <a:lnTo>
                    <a:pt x="559" y="628"/>
                  </a:lnTo>
                  <a:lnTo>
                    <a:pt x="560" y="613"/>
                  </a:lnTo>
                  <a:lnTo>
                    <a:pt x="555" y="601"/>
                  </a:lnTo>
                  <a:lnTo>
                    <a:pt x="560" y="588"/>
                  </a:lnTo>
                  <a:lnTo>
                    <a:pt x="559" y="573"/>
                  </a:lnTo>
                  <a:lnTo>
                    <a:pt x="550" y="554"/>
                  </a:lnTo>
                  <a:lnTo>
                    <a:pt x="565" y="554"/>
                  </a:lnTo>
                  <a:lnTo>
                    <a:pt x="572" y="558"/>
                  </a:lnTo>
                  <a:lnTo>
                    <a:pt x="580" y="557"/>
                  </a:lnTo>
                  <a:lnTo>
                    <a:pt x="591" y="546"/>
                  </a:lnTo>
                  <a:lnTo>
                    <a:pt x="602" y="558"/>
                  </a:lnTo>
                  <a:lnTo>
                    <a:pt x="612" y="569"/>
                  </a:lnTo>
                  <a:lnTo>
                    <a:pt x="623" y="577"/>
                  </a:lnTo>
                  <a:lnTo>
                    <a:pt x="648" y="577"/>
                  </a:lnTo>
                  <a:lnTo>
                    <a:pt x="654" y="566"/>
                  </a:lnTo>
                  <a:lnTo>
                    <a:pt x="645" y="557"/>
                  </a:lnTo>
                  <a:lnTo>
                    <a:pt x="612" y="544"/>
                  </a:lnTo>
                  <a:lnTo>
                    <a:pt x="608" y="528"/>
                  </a:lnTo>
                  <a:lnTo>
                    <a:pt x="632" y="521"/>
                  </a:lnTo>
                  <a:lnTo>
                    <a:pt x="654" y="532"/>
                  </a:lnTo>
                  <a:lnTo>
                    <a:pt x="690" y="544"/>
                  </a:lnTo>
                  <a:lnTo>
                    <a:pt x="719" y="558"/>
                  </a:lnTo>
                  <a:lnTo>
                    <a:pt x="732" y="566"/>
                  </a:lnTo>
                  <a:lnTo>
                    <a:pt x="752" y="569"/>
                  </a:lnTo>
                  <a:lnTo>
                    <a:pt x="766" y="558"/>
                  </a:lnTo>
                  <a:lnTo>
                    <a:pt x="783" y="546"/>
                  </a:lnTo>
                  <a:lnTo>
                    <a:pt x="793" y="509"/>
                  </a:lnTo>
                  <a:lnTo>
                    <a:pt x="829" y="469"/>
                  </a:lnTo>
                  <a:lnTo>
                    <a:pt x="832" y="446"/>
                  </a:lnTo>
                  <a:lnTo>
                    <a:pt x="860" y="422"/>
                  </a:lnTo>
                  <a:lnTo>
                    <a:pt x="890" y="405"/>
                  </a:lnTo>
                  <a:lnTo>
                    <a:pt x="909" y="413"/>
                  </a:lnTo>
                  <a:lnTo>
                    <a:pt x="936" y="427"/>
                  </a:lnTo>
                  <a:lnTo>
                    <a:pt x="956" y="450"/>
                  </a:lnTo>
                  <a:lnTo>
                    <a:pt x="994" y="484"/>
                  </a:lnTo>
                  <a:lnTo>
                    <a:pt x="1018" y="466"/>
                  </a:lnTo>
                  <a:lnTo>
                    <a:pt x="1028" y="442"/>
                  </a:lnTo>
                  <a:lnTo>
                    <a:pt x="1020" y="433"/>
                  </a:lnTo>
                  <a:lnTo>
                    <a:pt x="1028" y="398"/>
                  </a:lnTo>
                  <a:lnTo>
                    <a:pt x="1039" y="389"/>
                  </a:lnTo>
                  <a:lnTo>
                    <a:pt x="1062" y="383"/>
                  </a:lnTo>
                  <a:lnTo>
                    <a:pt x="1072" y="361"/>
                  </a:lnTo>
                  <a:lnTo>
                    <a:pt x="1087" y="359"/>
                  </a:lnTo>
                  <a:lnTo>
                    <a:pt x="1084" y="354"/>
                  </a:lnTo>
                  <a:lnTo>
                    <a:pt x="1084" y="344"/>
                  </a:lnTo>
                  <a:lnTo>
                    <a:pt x="1092" y="332"/>
                  </a:lnTo>
                  <a:lnTo>
                    <a:pt x="1097" y="320"/>
                  </a:lnTo>
                  <a:lnTo>
                    <a:pt x="1084" y="307"/>
                  </a:lnTo>
                  <a:lnTo>
                    <a:pt x="1084" y="291"/>
                  </a:lnTo>
                  <a:lnTo>
                    <a:pt x="1102" y="279"/>
                  </a:lnTo>
                  <a:lnTo>
                    <a:pt x="1142" y="275"/>
                  </a:lnTo>
                  <a:lnTo>
                    <a:pt x="1141" y="268"/>
                  </a:lnTo>
                  <a:lnTo>
                    <a:pt x="1137" y="254"/>
                  </a:lnTo>
                  <a:lnTo>
                    <a:pt x="1146" y="247"/>
                  </a:lnTo>
                  <a:lnTo>
                    <a:pt x="1148" y="199"/>
                  </a:lnTo>
                  <a:lnTo>
                    <a:pt x="1148" y="144"/>
                  </a:lnTo>
                  <a:lnTo>
                    <a:pt x="1095" y="132"/>
                  </a:lnTo>
                  <a:lnTo>
                    <a:pt x="1029" y="135"/>
                  </a:lnTo>
                  <a:lnTo>
                    <a:pt x="979" y="110"/>
                  </a:lnTo>
                  <a:lnTo>
                    <a:pt x="935" y="118"/>
                  </a:lnTo>
                  <a:lnTo>
                    <a:pt x="892" y="157"/>
                  </a:lnTo>
                  <a:lnTo>
                    <a:pt x="822" y="193"/>
                  </a:lnTo>
                  <a:lnTo>
                    <a:pt x="637" y="207"/>
                  </a:lnTo>
                  <a:lnTo>
                    <a:pt x="569" y="180"/>
                  </a:lnTo>
                  <a:lnTo>
                    <a:pt x="525" y="189"/>
                  </a:lnTo>
                  <a:lnTo>
                    <a:pt x="490" y="193"/>
                  </a:lnTo>
                  <a:lnTo>
                    <a:pt x="423" y="173"/>
                  </a:lnTo>
                  <a:lnTo>
                    <a:pt x="366" y="173"/>
                  </a:lnTo>
                  <a:lnTo>
                    <a:pt x="366" y="147"/>
                  </a:lnTo>
                  <a:lnTo>
                    <a:pt x="379" y="121"/>
                  </a:lnTo>
                  <a:lnTo>
                    <a:pt x="374" y="88"/>
                  </a:lnTo>
                  <a:lnTo>
                    <a:pt x="322" y="53"/>
                  </a:lnTo>
                  <a:lnTo>
                    <a:pt x="268" y="36"/>
                  </a:lnTo>
                  <a:lnTo>
                    <a:pt x="210" y="22"/>
                  </a:lnTo>
                  <a:lnTo>
                    <a:pt x="168" y="0"/>
                  </a:lnTo>
                  <a:lnTo>
                    <a:pt x="148" y="21"/>
                  </a:lnTo>
                  <a:lnTo>
                    <a:pt x="99" y="50"/>
                  </a:lnTo>
                  <a:lnTo>
                    <a:pt x="57" y="77"/>
                  </a:lnTo>
                  <a:lnTo>
                    <a:pt x="20" y="124"/>
                  </a:lnTo>
                  <a:lnTo>
                    <a:pt x="10" y="209"/>
                  </a:lnTo>
                  <a:lnTo>
                    <a:pt x="20" y="266"/>
                  </a:lnTo>
                  <a:lnTo>
                    <a:pt x="32" y="312"/>
                  </a:lnTo>
                  <a:lnTo>
                    <a:pt x="21" y="358"/>
                  </a:lnTo>
                  <a:lnTo>
                    <a:pt x="0" y="421"/>
                  </a:lnTo>
                  <a:lnTo>
                    <a:pt x="31" y="489"/>
                  </a:lnTo>
                  <a:lnTo>
                    <a:pt x="65" y="542"/>
                  </a:lnTo>
                  <a:lnTo>
                    <a:pt x="137" y="616"/>
                  </a:lnTo>
                  <a:lnTo>
                    <a:pt x="137" y="639"/>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33" name="Freeform 523">
              <a:extLst>
                <a:ext uri="{FF2B5EF4-FFF2-40B4-BE49-F238E27FC236}">
                  <a16:creationId xmlns:a16="http://schemas.microsoft.com/office/drawing/2014/main" id="{DDA4FD3A-0BE6-8348-550A-56D8DA0EC3F2}"/>
                </a:ext>
              </a:extLst>
            </p:cNvPr>
            <p:cNvSpPr>
              <a:spLocks/>
            </p:cNvSpPr>
            <p:nvPr/>
          </p:nvSpPr>
          <p:spPr bwMode="auto">
            <a:xfrm>
              <a:off x="1722" y="1188"/>
              <a:ext cx="1439" cy="1047"/>
            </a:xfrm>
            <a:custGeom>
              <a:avLst/>
              <a:gdLst>
                <a:gd name="T0" fmla="*/ 40 w 1439"/>
                <a:gd name="T1" fmla="*/ 280 h 1047"/>
                <a:gd name="T2" fmla="*/ 108 w 1439"/>
                <a:gd name="T3" fmla="*/ 343 h 1047"/>
                <a:gd name="T4" fmla="*/ 163 w 1439"/>
                <a:gd name="T5" fmla="*/ 306 h 1047"/>
                <a:gd name="T6" fmla="*/ 210 w 1439"/>
                <a:gd name="T7" fmla="*/ 335 h 1047"/>
                <a:gd name="T8" fmla="*/ 272 w 1439"/>
                <a:gd name="T9" fmla="*/ 355 h 1047"/>
                <a:gd name="T10" fmla="*/ 359 w 1439"/>
                <a:gd name="T11" fmla="*/ 425 h 1047"/>
                <a:gd name="T12" fmla="*/ 407 w 1439"/>
                <a:gd name="T13" fmla="*/ 469 h 1047"/>
                <a:gd name="T14" fmla="*/ 359 w 1439"/>
                <a:gd name="T15" fmla="*/ 544 h 1047"/>
                <a:gd name="T16" fmla="*/ 359 w 1439"/>
                <a:gd name="T17" fmla="*/ 625 h 1047"/>
                <a:gd name="T18" fmla="*/ 447 w 1439"/>
                <a:gd name="T19" fmla="*/ 675 h 1047"/>
                <a:gd name="T20" fmla="*/ 525 w 1439"/>
                <a:gd name="T21" fmla="*/ 714 h 1047"/>
                <a:gd name="T22" fmla="*/ 505 w 1439"/>
                <a:gd name="T23" fmla="*/ 754 h 1047"/>
                <a:gd name="T24" fmla="*/ 521 w 1439"/>
                <a:gd name="T25" fmla="*/ 814 h 1047"/>
                <a:gd name="T26" fmla="*/ 494 w 1439"/>
                <a:gd name="T27" fmla="*/ 886 h 1047"/>
                <a:gd name="T28" fmla="*/ 496 w 1439"/>
                <a:gd name="T29" fmla="*/ 945 h 1047"/>
                <a:gd name="T30" fmla="*/ 534 w 1439"/>
                <a:gd name="T31" fmla="*/ 981 h 1047"/>
                <a:gd name="T32" fmla="*/ 608 w 1439"/>
                <a:gd name="T33" fmla="*/ 909 h 1047"/>
                <a:gd name="T34" fmla="*/ 649 w 1439"/>
                <a:gd name="T35" fmla="*/ 936 h 1047"/>
                <a:gd name="T36" fmla="*/ 707 w 1439"/>
                <a:gd name="T37" fmla="*/ 949 h 1047"/>
                <a:gd name="T38" fmla="*/ 772 w 1439"/>
                <a:gd name="T39" fmla="*/ 920 h 1047"/>
                <a:gd name="T40" fmla="*/ 834 w 1439"/>
                <a:gd name="T41" fmla="*/ 955 h 1047"/>
                <a:gd name="T42" fmla="*/ 870 w 1439"/>
                <a:gd name="T43" fmla="*/ 981 h 1047"/>
                <a:gd name="T44" fmla="*/ 1006 w 1439"/>
                <a:gd name="T45" fmla="*/ 1031 h 1047"/>
                <a:gd name="T46" fmla="*/ 1101 w 1439"/>
                <a:gd name="T47" fmla="*/ 1043 h 1047"/>
                <a:gd name="T48" fmla="*/ 1145 w 1439"/>
                <a:gd name="T49" fmla="*/ 1005 h 1047"/>
                <a:gd name="T50" fmla="*/ 1242 w 1439"/>
                <a:gd name="T51" fmla="*/ 1005 h 1047"/>
                <a:gd name="T52" fmla="*/ 1304 w 1439"/>
                <a:gd name="T53" fmla="*/ 1005 h 1047"/>
                <a:gd name="T54" fmla="*/ 1352 w 1439"/>
                <a:gd name="T55" fmla="*/ 943 h 1047"/>
                <a:gd name="T56" fmla="*/ 1407 w 1439"/>
                <a:gd name="T57" fmla="*/ 848 h 1047"/>
                <a:gd name="T58" fmla="*/ 1315 w 1439"/>
                <a:gd name="T59" fmla="*/ 727 h 1047"/>
                <a:gd name="T60" fmla="*/ 1303 w 1439"/>
                <a:gd name="T61" fmla="*/ 679 h 1047"/>
                <a:gd name="T62" fmla="*/ 1257 w 1439"/>
                <a:gd name="T63" fmla="*/ 625 h 1047"/>
                <a:gd name="T64" fmla="*/ 1175 w 1439"/>
                <a:gd name="T65" fmla="*/ 549 h 1047"/>
                <a:gd name="T66" fmla="*/ 1101 w 1439"/>
                <a:gd name="T67" fmla="*/ 452 h 1047"/>
                <a:gd name="T68" fmla="*/ 1022 w 1439"/>
                <a:gd name="T69" fmla="*/ 349 h 1047"/>
                <a:gd name="T70" fmla="*/ 926 w 1439"/>
                <a:gd name="T71" fmla="*/ 164 h 1047"/>
                <a:gd name="T72" fmla="*/ 880 w 1439"/>
                <a:gd name="T73" fmla="*/ 65 h 1047"/>
                <a:gd name="T74" fmla="*/ 841 w 1439"/>
                <a:gd name="T75" fmla="*/ 0 h 1047"/>
                <a:gd name="T76" fmla="*/ 701 w 1439"/>
                <a:gd name="T77" fmla="*/ 89 h 1047"/>
                <a:gd name="T78" fmla="*/ 480 w 1439"/>
                <a:gd name="T79" fmla="*/ 192 h 1047"/>
                <a:gd name="T80" fmla="*/ 278 w 1439"/>
                <a:gd name="T81" fmla="*/ 152 h 1047"/>
                <a:gd name="T82" fmla="*/ 104 w 1439"/>
                <a:gd name="T83" fmla="*/ 144 h 1047"/>
                <a:gd name="T84" fmla="*/ 6 w 1439"/>
                <a:gd name="T85" fmla="*/ 235 h 10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39" h="1047">
                  <a:moveTo>
                    <a:pt x="0" y="270"/>
                  </a:moveTo>
                  <a:lnTo>
                    <a:pt x="40" y="280"/>
                  </a:lnTo>
                  <a:lnTo>
                    <a:pt x="80" y="325"/>
                  </a:lnTo>
                  <a:lnTo>
                    <a:pt x="108" y="343"/>
                  </a:lnTo>
                  <a:lnTo>
                    <a:pt x="148" y="333"/>
                  </a:lnTo>
                  <a:lnTo>
                    <a:pt x="163" y="306"/>
                  </a:lnTo>
                  <a:lnTo>
                    <a:pt x="196" y="310"/>
                  </a:lnTo>
                  <a:lnTo>
                    <a:pt x="210" y="335"/>
                  </a:lnTo>
                  <a:lnTo>
                    <a:pt x="236" y="346"/>
                  </a:lnTo>
                  <a:lnTo>
                    <a:pt x="272" y="355"/>
                  </a:lnTo>
                  <a:lnTo>
                    <a:pt x="308" y="401"/>
                  </a:lnTo>
                  <a:lnTo>
                    <a:pt x="359" y="425"/>
                  </a:lnTo>
                  <a:lnTo>
                    <a:pt x="395" y="440"/>
                  </a:lnTo>
                  <a:lnTo>
                    <a:pt x="407" y="469"/>
                  </a:lnTo>
                  <a:lnTo>
                    <a:pt x="378" y="505"/>
                  </a:lnTo>
                  <a:lnTo>
                    <a:pt x="359" y="544"/>
                  </a:lnTo>
                  <a:lnTo>
                    <a:pt x="356" y="567"/>
                  </a:lnTo>
                  <a:lnTo>
                    <a:pt x="359" y="625"/>
                  </a:lnTo>
                  <a:lnTo>
                    <a:pt x="385" y="659"/>
                  </a:lnTo>
                  <a:lnTo>
                    <a:pt x="447" y="675"/>
                  </a:lnTo>
                  <a:lnTo>
                    <a:pt x="515" y="694"/>
                  </a:lnTo>
                  <a:lnTo>
                    <a:pt x="525" y="714"/>
                  </a:lnTo>
                  <a:lnTo>
                    <a:pt x="521" y="733"/>
                  </a:lnTo>
                  <a:lnTo>
                    <a:pt x="505" y="754"/>
                  </a:lnTo>
                  <a:lnTo>
                    <a:pt x="505" y="779"/>
                  </a:lnTo>
                  <a:lnTo>
                    <a:pt x="521" y="814"/>
                  </a:lnTo>
                  <a:lnTo>
                    <a:pt x="494" y="850"/>
                  </a:lnTo>
                  <a:lnTo>
                    <a:pt x="494" y="886"/>
                  </a:lnTo>
                  <a:lnTo>
                    <a:pt x="494" y="938"/>
                  </a:lnTo>
                  <a:lnTo>
                    <a:pt x="496" y="945"/>
                  </a:lnTo>
                  <a:lnTo>
                    <a:pt x="519" y="973"/>
                  </a:lnTo>
                  <a:lnTo>
                    <a:pt x="534" y="981"/>
                  </a:lnTo>
                  <a:lnTo>
                    <a:pt x="562" y="961"/>
                  </a:lnTo>
                  <a:lnTo>
                    <a:pt x="608" y="909"/>
                  </a:lnTo>
                  <a:lnTo>
                    <a:pt x="635" y="906"/>
                  </a:lnTo>
                  <a:lnTo>
                    <a:pt x="649" y="936"/>
                  </a:lnTo>
                  <a:lnTo>
                    <a:pt x="670" y="959"/>
                  </a:lnTo>
                  <a:lnTo>
                    <a:pt x="707" y="949"/>
                  </a:lnTo>
                  <a:lnTo>
                    <a:pt x="732" y="932"/>
                  </a:lnTo>
                  <a:lnTo>
                    <a:pt x="772" y="920"/>
                  </a:lnTo>
                  <a:lnTo>
                    <a:pt x="809" y="938"/>
                  </a:lnTo>
                  <a:lnTo>
                    <a:pt x="834" y="955"/>
                  </a:lnTo>
                  <a:lnTo>
                    <a:pt x="839" y="979"/>
                  </a:lnTo>
                  <a:lnTo>
                    <a:pt x="870" y="981"/>
                  </a:lnTo>
                  <a:lnTo>
                    <a:pt x="936" y="1000"/>
                  </a:lnTo>
                  <a:lnTo>
                    <a:pt x="1006" y="1031"/>
                  </a:lnTo>
                  <a:lnTo>
                    <a:pt x="1068" y="1046"/>
                  </a:lnTo>
                  <a:lnTo>
                    <a:pt x="1101" y="1043"/>
                  </a:lnTo>
                  <a:lnTo>
                    <a:pt x="1121" y="1017"/>
                  </a:lnTo>
                  <a:lnTo>
                    <a:pt x="1145" y="1005"/>
                  </a:lnTo>
                  <a:lnTo>
                    <a:pt x="1179" y="1017"/>
                  </a:lnTo>
                  <a:lnTo>
                    <a:pt x="1242" y="1005"/>
                  </a:lnTo>
                  <a:lnTo>
                    <a:pt x="1288" y="989"/>
                  </a:lnTo>
                  <a:lnTo>
                    <a:pt x="1304" y="1005"/>
                  </a:lnTo>
                  <a:lnTo>
                    <a:pt x="1328" y="995"/>
                  </a:lnTo>
                  <a:lnTo>
                    <a:pt x="1352" y="943"/>
                  </a:lnTo>
                  <a:lnTo>
                    <a:pt x="1438" y="869"/>
                  </a:lnTo>
                  <a:lnTo>
                    <a:pt x="1407" y="848"/>
                  </a:lnTo>
                  <a:lnTo>
                    <a:pt x="1382" y="799"/>
                  </a:lnTo>
                  <a:lnTo>
                    <a:pt x="1315" y="727"/>
                  </a:lnTo>
                  <a:lnTo>
                    <a:pt x="1313" y="708"/>
                  </a:lnTo>
                  <a:lnTo>
                    <a:pt x="1303" y="679"/>
                  </a:lnTo>
                  <a:lnTo>
                    <a:pt x="1276" y="667"/>
                  </a:lnTo>
                  <a:lnTo>
                    <a:pt x="1257" y="625"/>
                  </a:lnTo>
                  <a:lnTo>
                    <a:pt x="1246" y="600"/>
                  </a:lnTo>
                  <a:lnTo>
                    <a:pt x="1175" y="549"/>
                  </a:lnTo>
                  <a:lnTo>
                    <a:pt x="1175" y="537"/>
                  </a:lnTo>
                  <a:lnTo>
                    <a:pt x="1101" y="452"/>
                  </a:lnTo>
                  <a:lnTo>
                    <a:pt x="1082" y="409"/>
                  </a:lnTo>
                  <a:lnTo>
                    <a:pt x="1022" y="349"/>
                  </a:lnTo>
                  <a:lnTo>
                    <a:pt x="980" y="255"/>
                  </a:lnTo>
                  <a:lnTo>
                    <a:pt x="926" y="164"/>
                  </a:lnTo>
                  <a:lnTo>
                    <a:pt x="902" y="133"/>
                  </a:lnTo>
                  <a:lnTo>
                    <a:pt x="880" y="65"/>
                  </a:lnTo>
                  <a:lnTo>
                    <a:pt x="844" y="1"/>
                  </a:lnTo>
                  <a:lnTo>
                    <a:pt x="841" y="0"/>
                  </a:lnTo>
                  <a:lnTo>
                    <a:pt x="761" y="33"/>
                  </a:lnTo>
                  <a:lnTo>
                    <a:pt x="701" y="89"/>
                  </a:lnTo>
                  <a:lnTo>
                    <a:pt x="583" y="175"/>
                  </a:lnTo>
                  <a:lnTo>
                    <a:pt x="480" y="192"/>
                  </a:lnTo>
                  <a:lnTo>
                    <a:pt x="391" y="175"/>
                  </a:lnTo>
                  <a:lnTo>
                    <a:pt x="278" y="152"/>
                  </a:lnTo>
                  <a:lnTo>
                    <a:pt x="163" y="133"/>
                  </a:lnTo>
                  <a:lnTo>
                    <a:pt x="104" y="144"/>
                  </a:lnTo>
                  <a:lnTo>
                    <a:pt x="45" y="160"/>
                  </a:lnTo>
                  <a:lnTo>
                    <a:pt x="6" y="235"/>
                  </a:lnTo>
                  <a:lnTo>
                    <a:pt x="0" y="270"/>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534" name="Freeform 524">
              <a:extLst>
                <a:ext uri="{FF2B5EF4-FFF2-40B4-BE49-F238E27FC236}">
                  <a16:creationId xmlns:a16="http://schemas.microsoft.com/office/drawing/2014/main" id="{C6492EE4-8D1B-E79D-3A62-E42EEB00C0FA}"/>
                </a:ext>
              </a:extLst>
            </p:cNvPr>
            <p:cNvSpPr>
              <a:spLocks/>
            </p:cNvSpPr>
            <p:nvPr/>
          </p:nvSpPr>
          <p:spPr bwMode="auto">
            <a:xfrm>
              <a:off x="1932" y="2096"/>
              <a:ext cx="797" cy="834"/>
            </a:xfrm>
            <a:custGeom>
              <a:avLst/>
              <a:gdLst>
                <a:gd name="T0" fmla="*/ 20 w 797"/>
                <a:gd name="T1" fmla="*/ 287 h 834"/>
                <a:gd name="T2" fmla="*/ 84 w 797"/>
                <a:gd name="T3" fmla="*/ 327 h 834"/>
                <a:gd name="T4" fmla="*/ 61 w 797"/>
                <a:gd name="T5" fmla="*/ 358 h 834"/>
                <a:gd name="T6" fmla="*/ 15 w 797"/>
                <a:gd name="T7" fmla="*/ 398 h 834"/>
                <a:gd name="T8" fmla="*/ 52 w 797"/>
                <a:gd name="T9" fmla="*/ 471 h 834"/>
                <a:gd name="T10" fmla="*/ 52 w 797"/>
                <a:gd name="T11" fmla="*/ 517 h 834"/>
                <a:gd name="T12" fmla="*/ 125 w 797"/>
                <a:gd name="T13" fmla="*/ 534 h 834"/>
                <a:gd name="T14" fmla="*/ 168 w 797"/>
                <a:gd name="T15" fmla="*/ 560 h 834"/>
                <a:gd name="T16" fmla="*/ 156 w 797"/>
                <a:gd name="T17" fmla="*/ 623 h 834"/>
                <a:gd name="T18" fmla="*/ 148 w 797"/>
                <a:gd name="T19" fmla="*/ 685 h 834"/>
                <a:gd name="T20" fmla="*/ 206 w 797"/>
                <a:gd name="T21" fmla="*/ 734 h 834"/>
                <a:gd name="T22" fmla="*/ 274 w 797"/>
                <a:gd name="T23" fmla="*/ 815 h 834"/>
                <a:gd name="T24" fmla="*/ 381 w 797"/>
                <a:gd name="T25" fmla="*/ 833 h 834"/>
                <a:gd name="T26" fmla="*/ 434 w 797"/>
                <a:gd name="T27" fmla="*/ 742 h 834"/>
                <a:gd name="T28" fmla="*/ 445 w 797"/>
                <a:gd name="T29" fmla="*/ 681 h 834"/>
                <a:gd name="T30" fmla="*/ 381 w 797"/>
                <a:gd name="T31" fmla="*/ 657 h 834"/>
                <a:gd name="T32" fmla="*/ 361 w 797"/>
                <a:gd name="T33" fmla="*/ 601 h 834"/>
                <a:gd name="T34" fmla="*/ 370 w 797"/>
                <a:gd name="T35" fmla="*/ 537 h 834"/>
                <a:gd name="T36" fmla="*/ 351 w 797"/>
                <a:gd name="T37" fmla="*/ 457 h 834"/>
                <a:gd name="T38" fmla="*/ 406 w 797"/>
                <a:gd name="T39" fmla="*/ 361 h 834"/>
                <a:gd name="T40" fmla="*/ 468 w 797"/>
                <a:gd name="T41" fmla="*/ 294 h 834"/>
                <a:gd name="T42" fmla="*/ 536 w 797"/>
                <a:gd name="T43" fmla="*/ 283 h 834"/>
                <a:gd name="T44" fmla="*/ 583 w 797"/>
                <a:gd name="T45" fmla="*/ 254 h 834"/>
                <a:gd name="T46" fmla="*/ 637 w 797"/>
                <a:gd name="T47" fmla="*/ 283 h 834"/>
                <a:gd name="T48" fmla="*/ 699 w 797"/>
                <a:gd name="T49" fmla="*/ 254 h 834"/>
                <a:gd name="T50" fmla="*/ 796 w 797"/>
                <a:gd name="T51" fmla="*/ 124 h 834"/>
                <a:gd name="T52" fmla="*/ 659 w 797"/>
                <a:gd name="T53" fmla="*/ 74 h 834"/>
                <a:gd name="T54" fmla="*/ 622 w 797"/>
                <a:gd name="T55" fmla="*/ 48 h 834"/>
                <a:gd name="T56" fmla="*/ 561 w 797"/>
                <a:gd name="T57" fmla="*/ 13 h 834"/>
                <a:gd name="T58" fmla="*/ 496 w 797"/>
                <a:gd name="T59" fmla="*/ 42 h 834"/>
                <a:gd name="T60" fmla="*/ 438 w 797"/>
                <a:gd name="T61" fmla="*/ 29 h 834"/>
                <a:gd name="T62" fmla="*/ 398 w 797"/>
                <a:gd name="T63" fmla="*/ 2 h 834"/>
                <a:gd name="T64" fmla="*/ 323 w 797"/>
                <a:gd name="T65" fmla="*/ 74 h 834"/>
                <a:gd name="T66" fmla="*/ 283 w 797"/>
                <a:gd name="T67" fmla="*/ 33 h 834"/>
                <a:gd name="T68" fmla="*/ 258 w 797"/>
                <a:gd name="T69" fmla="*/ 74 h 834"/>
                <a:gd name="T70" fmla="*/ 206 w 797"/>
                <a:gd name="T71" fmla="*/ 125 h 834"/>
                <a:gd name="T72" fmla="*/ 143 w 797"/>
                <a:gd name="T73" fmla="*/ 147 h 834"/>
                <a:gd name="T74" fmla="*/ 65 w 797"/>
                <a:gd name="T75" fmla="*/ 188 h 8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7" h="834">
                  <a:moveTo>
                    <a:pt x="0" y="239"/>
                  </a:moveTo>
                  <a:lnTo>
                    <a:pt x="20" y="287"/>
                  </a:lnTo>
                  <a:lnTo>
                    <a:pt x="57" y="315"/>
                  </a:lnTo>
                  <a:lnTo>
                    <a:pt x="84" y="327"/>
                  </a:lnTo>
                  <a:lnTo>
                    <a:pt x="81" y="351"/>
                  </a:lnTo>
                  <a:lnTo>
                    <a:pt x="61" y="358"/>
                  </a:lnTo>
                  <a:lnTo>
                    <a:pt x="27" y="369"/>
                  </a:lnTo>
                  <a:lnTo>
                    <a:pt x="15" y="398"/>
                  </a:lnTo>
                  <a:lnTo>
                    <a:pt x="20" y="438"/>
                  </a:lnTo>
                  <a:lnTo>
                    <a:pt x="52" y="471"/>
                  </a:lnTo>
                  <a:lnTo>
                    <a:pt x="61" y="494"/>
                  </a:lnTo>
                  <a:lnTo>
                    <a:pt x="52" y="517"/>
                  </a:lnTo>
                  <a:lnTo>
                    <a:pt x="86" y="546"/>
                  </a:lnTo>
                  <a:lnTo>
                    <a:pt x="125" y="534"/>
                  </a:lnTo>
                  <a:lnTo>
                    <a:pt x="146" y="546"/>
                  </a:lnTo>
                  <a:lnTo>
                    <a:pt x="168" y="560"/>
                  </a:lnTo>
                  <a:lnTo>
                    <a:pt x="177" y="582"/>
                  </a:lnTo>
                  <a:lnTo>
                    <a:pt x="156" y="623"/>
                  </a:lnTo>
                  <a:lnTo>
                    <a:pt x="138" y="645"/>
                  </a:lnTo>
                  <a:lnTo>
                    <a:pt x="148" y="685"/>
                  </a:lnTo>
                  <a:lnTo>
                    <a:pt x="187" y="708"/>
                  </a:lnTo>
                  <a:lnTo>
                    <a:pt x="206" y="734"/>
                  </a:lnTo>
                  <a:lnTo>
                    <a:pt x="229" y="787"/>
                  </a:lnTo>
                  <a:lnTo>
                    <a:pt x="274" y="815"/>
                  </a:lnTo>
                  <a:lnTo>
                    <a:pt x="340" y="818"/>
                  </a:lnTo>
                  <a:lnTo>
                    <a:pt x="381" y="833"/>
                  </a:lnTo>
                  <a:lnTo>
                    <a:pt x="434" y="796"/>
                  </a:lnTo>
                  <a:lnTo>
                    <a:pt x="434" y="742"/>
                  </a:lnTo>
                  <a:lnTo>
                    <a:pt x="450" y="704"/>
                  </a:lnTo>
                  <a:lnTo>
                    <a:pt x="445" y="681"/>
                  </a:lnTo>
                  <a:lnTo>
                    <a:pt x="413" y="673"/>
                  </a:lnTo>
                  <a:lnTo>
                    <a:pt x="381" y="657"/>
                  </a:lnTo>
                  <a:lnTo>
                    <a:pt x="361" y="637"/>
                  </a:lnTo>
                  <a:lnTo>
                    <a:pt x="361" y="601"/>
                  </a:lnTo>
                  <a:lnTo>
                    <a:pt x="384" y="580"/>
                  </a:lnTo>
                  <a:lnTo>
                    <a:pt x="370" y="537"/>
                  </a:lnTo>
                  <a:lnTo>
                    <a:pt x="370" y="471"/>
                  </a:lnTo>
                  <a:lnTo>
                    <a:pt x="351" y="457"/>
                  </a:lnTo>
                  <a:lnTo>
                    <a:pt x="357" y="423"/>
                  </a:lnTo>
                  <a:lnTo>
                    <a:pt x="406" y="361"/>
                  </a:lnTo>
                  <a:lnTo>
                    <a:pt x="455" y="338"/>
                  </a:lnTo>
                  <a:lnTo>
                    <a:pt x="468" y="294"/>
                  </a:lnTo>
                  <a:lnTo>
                    <a:pt x="492" y="272"/>
                  </a:lnTo>
                  <a:lnTo>
                    <a:pt x="536" y="283"/>
                  </a:lnTo>
                  <a:lnTo>
                    <a:pt x="566" y="272"/>
                  </a:lnTo>
                  <a:lnTo>
                    <a:pt x="583" y="254"/>
                  </a:lnTo>
                  <a:lnTo>
                    <a:pt x="619" y="272"/>
                  </a:lnTo>
                  <a:lnTo>
                    <a:pt x="637" y="283"/>
                  </a:lnTo>
                  <a:lnTo>
                    <a:pt x="692" y="276"/>
                  </a:lnTo>
                  <a:lnTo>
                    <a:pt x="699" y="254"/>
                  </a:lnTo>
                  <a:lnTo>
                    <a:pt x="714" y="201"/>
                  </a:lnTo>
                  <a:lnTo>
                    <a:pt x="796" y="124"/>
                  </a:lnTo>
                  <a:lnTo>
                    <a:pt x="724" y="94"/>
                  </a:lnTo>
                  <a:lnTo>
                    <a:pt x="659" y="74"/>
                  </a:lnTo>
                  <a:lnTo>
                    <a:pt x="627" y="72"/>
                  </a:lnTo>
                  <a:lnTo>
                    <a:pt x="622" y="48"/>
                  </a:lnTo>
                  <a:lnTo>
                    <a:pt x="598" y="33"/>
                  </a:lnTo>
                  <a:lnTo>
                    <a:pt x="561" y="13"/>
                  </a:lnTo>
                  <a:lnTo>
                    <a:pt x="521" y="25"/>
                  </a:lnTo>
                  <a:lnTo>
                    <a:pt x="496" y="42"/>
                  </a:lnTo>
                  <a:lnTo>
                    <a:pt x="459" y="52"/>
                  </a:lnTo>
                  <a:lnTo>
                    <a:pt x="438" y="29"/>
                  </a:lnTo>
                  <a:lnTo>
                    <a:pt x="424" y="0"/>
                  </a:lnTo>
                  <a:lnTo>
                    <a:pt x="398" y="2"/>
                  </a:lnTo>
                  <a:lnTo>
                    <a:pt x="351" y="54"/>
                  </a:lnTo>
                  <a:lnTo>
                    <a:pt x="323" y="74"/>
                  </a:lnTo>
                  <a:lnTo>
                    <a:pt x="298" y="61"/>
                  </a:lnTo>
                  <a:lnTo>
                    <a:pt x="283" y="33"/>
                  </a:lnTo>
                  <a:lnTo>
                    <a:pt x="263" y="48"/>
                  </a:lnTo>
                  <a:lnTo>
                    <a:pt x="258" y="74"/>
                  </a:lnTo>
                  <a:lnTo>
                    <a:pt x="212" y="84"/>
                  </a:lnTo>
                  <a:lnTo>
                    <a:pt x="206" y="125"/>
                  </a:lnTo>
                  <a:lnTo>
                    <a:pt x="171" y="160"/>
                  </a:lnTo>
                  <a:lnTo>
                    <a:pt x="143" y="147"/>
                  </a:lnTo>
                  <a:lnTo>
                    <a:pt x="109" y="133"/>
                  </a:lnTo>
                  <a:lnTo>
                    <a:pt x="65" y="188"/>
                  </a:lnTo>
                  <a:lnTo>
                    <a:pt x="0" y="239"/>
                  </a:lnTo>
                </a:path>
              </a:pathLst>
            </a:custGeom>
            <a:solidFill>
              <a:srgbClr val="CBCBCB"/>
            </a:solidFill>
            <a:ln w="9525"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417799" name="Group 525">
            <a:extLst>
              <a:ext uri="{FF2B5EF4-FFF2-40B4-BE49-F238E27FC236}">
                <a16:creationId xmlns:a16="http://schemas.microsoft.com/office/drawing/2014/main" id="{AA4BDC60-9EF7-6261-7156-5E86E9E30C6F}"/>
              </a:ext>
            </a:extLst>
          </p:cNvPr>
          <p:cNvGrpSpPr>
            <a:grpSpLocks/>
          </p:cNvGrpSpPr>
          <p:nvPr/>
        </p:nvGrpSpPr>
        <p:grpSpPr bwMode="auto">
          <a:xfrm>
            <a:off x="8150225" y="295275"/>
            <a:ext cx="758825" cy="1296988"/>
            <a:chOff x="1854" y="1485"/>
            <a:chExt cx="1483" cy="2816"/>
          </a:xfrm>
        </p:grpSpPr>
        <p:sp>
          <p:nvSpPr>
            <p:cNvPr id="418327" name="Freeform 526">
              <a:extLst>
                <a:ext uri="{FF2B5EF4-FFF2-40B4-BE49-F238E27FC236}">
                  <a16:creationId xmlns:a16="http://schemas.microsoft.com/office/drawing/2014/main" id="{DF6BCDFF-E291-BC94-2E03-0EF5C569B3F0}"/>
                </a:ext>
              </a:extLst>
            </p:cNvPr>
            <p:cNvSpPr>
              <a:spLocks/>
            </p:cNvSpPr>
            <p:nvPr/>
          </p:nvSpPr>
          <p:spPr bwMode="auto">
            <a:xfrm>
              <a:off x="2399" y="2603"/>
              <a:ext cx="619" cy="594"/>
            </a:xfrm>
            <a:custGeom>
              <a:avLst/>
              <a:gdLst>
                <a:gd name="T0" fmla="*/ 0 w 2475"/>
                <a:gd name="T1" fmla="*/ 0 h 2377"/>
                <a:gd name="T2" fmla="*/ 0 w 2475"/>
                <a:gd name="T3" fmla="*/ 0 h 2377"/>
                <a:gd name="T4" fmla="*/ 0 w 2475"/>
                <a:gd name="T5" fmla="*/ 0 h 2377"/>
                <a:gd name="T6" fmla="*/ 0 w 2475"/>
                <a:gd name="T7" fmla="*/ 0 h 2377"/>
                <a:gd name="T8" fmla="*/ 0 w 2475"/>
                <a:gd name="T9" fmla="*/ 0 h 2377"/>
                <a:gd name="T10" fmla="*/ 0 w 2475"/>
                <a:gd name="T11" fmla="*/ 0 h 2377"/>
                <a:gd name="T12" fmla="*/ 0 w 2475"/>
                <a:gd name="T13" fmla="*/ 0 h 2377"/>
                <a:gd name="T14" fmla="*/ 0 w 2475"/>
                <a:gd name="T15" fmla="*/ 0 h 2377"/>
                <a:gd name="T16" fmla="*/ 0 w 2475"/>
                <a:gd name="T17" fmla="*/ 0 h 2377"/>
                <a:gd name="T18" fmla="*/ 0 w 2475"/>
                <a:gd name="T19" fmla="*/ 0 h 2377"/>
                <a:gd name="T20" fmla="*/ 0 w 2475"/>
                <a:gd name="T21" fmla="*/ 0 h 2377"/>
                <a:gd name="T22" fmla="*/ 0 w 2475"/>
                <a:gd name="T23" fmla="*/ 0 h 2377"/>
                <a:gd name="T24" fmla="*/ 0 w 2475"/>
                <a:gd name="T25" fmla="*/ 0 h 2377"/>
                <a:gd name="T26" fmla="*/ 0 w 2475"/>
                <a:gd name="T27" fmla="*/ 0 h 2377"/>
                <a:gd name="T28" fmla="*/ 0 w 2475"/>
                <a:gd name="T29" fmla="*/ 0 h 2377"/>
                <a:gd name="T30" fmla="*/ 0 w 2475"/>
                <a:gd name="T31" fmla="*/ 0 h 2377"/>
                <a:gd name="T32" fmla="*/ 0 w 2475"/>
                <a:gd name="T33" fmla="*/ 0 h 2377"/>
                <a:gd name="T34" fmla="*/ 0 w 2475"/>
                <a:gd name="T35" fmla="*/ 0 h 2377"/>
                <a:gd name="T36" fmla="*/ 0 w 2475"/>
                <a:gd name="T37" fmla="*/ 0 h 2377"/>
                <a:gd name="T38" fmla="*/ 0 w 2475"/>
                <a:gd name="T39" fmla="*/ 0 h 2377"/>
                <a:gd name="T40" fmla="*/ 0 w 2475"/>
                <a:gd name="T41" fmla="*/ 0 h 2377"/>
                <a:gd name="T42" fmla="*/ 0 w 2475"/>
                <a:gd name="T43" fmla="*/ 0 h 2377"/>
                <a:gd name="T44" fmla="*/ 0 w 2475"/>
                <a:gd name="T45" fmla="*/ 0 h 2377"/>
                <a:gd name="T46" fmla="*/ 0 w 2475"/>
                <a:gd name="T47" fmla="*/ 0 h 2377"/>
                <a:gd name="T48" fmla="*/ 0 w 2475"/>
                <a:gd name="T49" fmla="*/ 0 h 2377"/>
                <a:gd name="T50" fmla="*/ 0 w 2475"/>
                <a:gd name="T51" fmla="*/ 0 h 2377"/>
                <a:gd name="T52" fmla="*/ 0 w 2475"/>
                <a:gd name="T53" fmla="*/ 0 h 2377"/>
                <a:gd name="T54" fmla="*/ 0 w 2475"/>
                <a:gd name="T55" fmla="*/ 0 h 2377"/>
                <a:gd name="T56" fmla="*/ 0 w 2475"/>
                <a:gd name="T57" fmla="*/ 0 h 2377"/>
                <a:gd name="T58" fmla="*/ 0 w 2475"/>
                <a:gd name="T59" fmla="*/ 0 h 2377"/>
                <a:gd name="T60" fmla="*/ 0 w 2475"/>
                <a:gd name="T61" fmla="*/ 0 h 2377"/>
                <a:gd name="T62" fmla="*/ 0 w 2475"/>
                <a:gd name="T63" fmla="*/ 0 h 2377"/>
                <a:gd name="T64" fmla="*/ 0 w 2475"/>
                <a:gd name="T65" fmla="*/ 0 h 2377"/>
                <a:gd name="T66" fmla="*/ 0 w 2475"/>
                <a:gd name="T67" fmla="*/ 0 h 2377"/>
                <a:gd name="T68" fmla="*/ 0 w 2475"/>
                <a:gd name="T69" fmla="*/ 0 h 2377"/>
                <a:gd name="T70" fmla="*/ 0 w 2475"/>
                <a:gd name="T71" fmla="*/ 0 h 2377"/>
                <a:gd name="T72" fmla="*/ 0 w 2475"/>
                <a:gd name="T73" fmla="*/ 0 h 2377"/>
                <a:gd name="T74" fmla="*/ 0 w 2475"/>
                <a:gd name="T75" fmla="*/ 0 h 2377"/>
                <a:gd name="T76" fmla="*/ 0 w 2475"/>
                <a:gd name="T77" fmla="*/ 0 h 2377"/>
                <a:gd name="T78" fmla="*/ 0 w 2475"/>
                <a:gd name="T79" fmla="*/ 0 h 2377"/>
                <a:gd name="T80" fmla="*/ 0 w 2475"/>
                <a:gd name="T81" fmla="*/ 0 h 2377"/>
                <a:gd name="T82" fmla="*/ 0 w 2475"/>
                <a:gd name="T83" fmla="*/ 0 h 2377"/>
                <a:gd name="T84" fmla="*/ 0 w 2475"/>
                <a:gd name="T85" fmla="*/ 0 h 2377"/>
                <a:gd name="T86" fmla="*/ 0 w 2475"/>
                <a:gd name="T87" fmla="*/ 0 h 2377"/>
                <a:gd name="T88" fmla="*/ 0 w 2475"/>
                <a:gd name="T89" fmla="*/ 0 h 2377"/>
                <a:gd name="T90" fmla="*/ 0 w 2475"/>
                <a:gd name="T91" fmla="*/ 0 h 2377"/>
                <a:gd name="T92" fmla="*/ 0 w 2475"/>
                <a:gd name="T93" fmla="*/ 0 h 2377"/>
                <a:gd name="T94" fmla="*/ 0 w 2475"/>
                <a:gd name="T95" fmla="*/ 0 h 2377"/>
                <a:gd name="T96" fmla="*/ 0 w 2475"/>
                <a:gd name="T97" fmla="*/ 0 h 2377"/>
                <a:gd name="T98" fmla="*/ 0 w 2475"/>
                <a:gd name="T99" fmla="*/ 0 h 2377"/>
                <a:gd name="T100" fmla="*/ 0 w 2475"/>
                <a:gd name="T101" fmla="*/ 0 h 2377"/>
                <a:gd name="T102" fmla="*/ 0 w 2475"/>
                <a:gd name="T103" fmla="*/ 0 h 2377"/>
                <a:gd name="T104" fmla="*/ 0 w 2475"/>
                <a:gd name="T105" fmla="*/ 0 h 2377"/>
                <a:gd name="T106" fmla="*/ 0 w 2475"/>
                <a:gd name="T107" fmla="*/ 0 h 2377"/>
                <a:gd name="T108" fmla="*/ 0 w 2475"/>
                <a:gd name="T109" fmla="*/ 0 h 2377"/>
                <a:gd name="T110" fmla="*/ 0 w 2475"/>
                <a:gd name="T111" fmla="*/ 0 h 2377"/>
                <a:gd name="T112" fmla="*/ 0 w 2475"/>
                <a:gd name="T113" fmla="*/ 0 h 2377"/>
                <a:gd name="T114" fmla="*/ 0 w 2475"/>
                <a:gd name="T115" fmla="*/ 0 h 2377"/>
                <a:gd name="T116" fmla="*/ 0 w 2475"/>
                <a:gd name="T117" fmla="*/ 0 h 2377"/>
                <a:gd name="T118" fmla="*/ 0 w 2475"/>
                <a:gd name="T119" fmla="*/ 0 h 23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475" h="2377">
                  <a:moveTo>
                    <a:pt x="2475" y="2196"/>
                  </a:moveTo>
                  <a:lnTo>
                    <a:pt x="2464" y="2206"/>
                  </a:lnTo>
                  <a:lnTo>
                    <a:pt x="2453" y="2216"/>
                  </a:lnTo>
                  <a:lnTo>
                    <a:pt x="2443" y="2227"/>
                  </a:lnTo>
                  <a:lnTo>
                    <a:pt x="2433" y="2238"/>
                  </a:lnTo>
                  <a:lnTo>
                    <a:pt x="2422" y="2251"/>
                  </a:lnTo>
                  <a:lnTo>
                    <a:pt x="2413" y="2263"/>
                  </a:lnTo>
                  <a:lnTo>
                    <a:pt x="2404" y="2275"/>
                  </a:lnTo>
                  <a:lnTo>
                    <a:pt x="2396" y="2287"/>
                  </a:lnTo>
                  <a:lnTo>
                    <a:pt x="2388" y="2299"/>
                  </a:lnTo>
                  <a:lnTo>
                    <a:pt x="2380" y="2310"/>
                  </a:lnTo>
                  <a:lnTo>
                    <a:pt x="2374" y="2321"/>
                  </a:lnTo>
                  <a:lnTo>
                    <a:pt x="2368" y="2330"/>
                  </a:lnTo>
                  <a:lnTo>
                    <a:pt x="2363" y="2339"/>
                  </a:lnTo>
                  <a:lnTo>
                    <a:pt x="2358" y="2348"/>
                  </a:lnTo>
                  <a:lnTo>
                    <a:pt x="2354" y="2354"/>
                  </a:lnTo>
                  <a:lnTo>
                    <a:pt x="2351" y="2359"/>
                  </a:lnTo>
                  <a:lnTo>
                    <a:pt x="2344" y="2368"/>
                  </a:lnTo>
                  <a:lnTo>
                    <a:pt x="2335" y="2373"/>
                  </a:lnTo>
                  <a:lnTo>
                    <a:pt x="2323" y="2376"/>
                  </a:lnTo>
                  <a:lnTo>
                    <a:pt x="2312" y="2374"/>
                  </a:lnTo>
                  <a:lnTo>
                    <a:pt x="2301" y="2370"/>
                  </a:lnTo>
                  <a:lnTo>
                    <a:pt x="2291" y="2363"/>
                  </a:lnTo>
                  <a:lnTo>
                    <a:pt x="2283" y="2352"/>
                  </a:lnTo>
                  <a:lnTo>
                    <a:pt x="2275" y="2338"/>
                  </a:lnTo>
                  <a:lnTo>
                    <a:pt x="2269" y="2327"/>
                  </a:lnTo>
                  <a:lnTo>
                    <a:pt x="2262" y="2321"/>
                  </a:lnTo>
                  <a:lnTo>
                    <a:pt x="2253" y="2318"/>
                  </a:lnTo>
                  <a:lnTo>
                    <a:pt x="2242" y="2319"/>
                  </a:lnTo>
                  <a:lnTo>
                    <a:pt x="2229" y="2321"/>
                  </a:lnTo>
                  <a:lnTo>
                    <a:pt x="2216" y="2323"/>
                  </a:lnTo>
                  <a:lnTo>
                    <a:pt x="2201" y="2323"/>
                  </a:lnTo>
                  <a:lnTo>
                    <a:pt x="2184" y="2322"/>
                  </a:lnTo>
                  <a:lnTo>
                    <a:pt x="2168" y="2321"/>
                  </a:lnTo>
                  <a:lnTo>
                    <a:pt x="2157" y="2322"/>
                  </a:lnTo>
                  <a:lnTo>
                    <a:pt x="2149" y="2326"/>
                  </a:lnTo>
                  <a:lnTo>
                    <a:pt x="2143" y="2331"/>
                  </a:lnTo>
                  <a:lnTo>
                    <a:pt x="2136" y="2338"/>
                  </a:lnTo>
                  <a:lnTo>
                    <a:pt x="2128" y="2345"/>
                  </a:lnTo>
                  <a:lnTo>
                    <a:pt x="2119" y="2352"/>
                  </a:lnTo>
                  <a:lnTo>
                    <a:pt x="2106" y="2357"/>
                  </a:lnTo>
                  <a:lnTo>
                    <a:pt x="2091" y="2360"/>
                  </a:lnTo>
                  <a:lnTo>
                    <a:pt x="2074" y="2361"/>
                  </a:lnTo>
                  <a:lnTo>
                    <a:pt x="2060" y="2361"/>
                  </a:lnTo>
                  <a:lnTo>
                    <a:pt x="2045" y="2359"/>
                  </a:lnTo>
                  <a:lnTo>
                    <a:pt x="2029" y="2355"/>
                  </a:lnTo>
                  <a:lnTo>
                    <a:pt x="2014" y="2348"/>
                  </a:lnTo>
                  <a:lnTo>
                    <a:pt x="1998" y="2339"/>
                  </a:lnTo>
                  <a:lnTo>
                    <a:pt x="1981" y="2328"/>
                  </a:lnTo>
                  <a:lnTo>
                    <a:pt x="1966" y="2318"/>
                  </a:lnTo>
                  <a:lnTo>
                    <a:pt x="1953" y="2315"/>
                  </a:lnTo>
                  <a:lnTo>
                    <a:pt x="1943" y="2315"/>
                  </a:lnTo>
                  <a:lnTo>
                    <a:pt x="1935" y="2318"/>
                  </a:lnTo>
                  <a:lnTo>
                    <a:pt x="1927" y="2323"/>
                  </a:lnTo>
                  <a:lnTo>
                    <a:pt x="1923" y="2328"/>
                  </a:lnTo>
                  <a:lnTo>
                    <a:pt x="1921" y="2332"/>
                  </a:lnTo>
                  <a:lnTo>
                    <a:pt x="1920" y="2334"/>
                  </a:lnTo>
                  <a:lnTo>
                    <a:pt x="1920" y="2337"/>
                  </a:lnTo>
                  <a:lnTo>
                    <a:pt x="1921" y="2344"/>
                  </a:lnTo>
                  <a:lnTo>
                    <a:pt x="1921" y="2353"/>
                  </a:lnTo>
                  <a:lnTo>
                    <a:pt x="1920" y="2361"/>
                  </a:lnTo>
                  <a:lnTo>
                    <a:pt x="1915" y="2368"/>
                  </a:lnTo>
                  <a:lnTo>
                    <a:pt x="1907" y="2371"/>
                  </a:lnTo>
                  <a:lnTo>
                    <a:pt x="1895" y="2369"/>
                  </a:lnTo>
                  <a:lnTo>
                    <a:pt x="1875" y="2359"/>
                  </a:lnTo>
                  <a:lnTo>
                    <a:pt x="1857" y="2348"/>
                  </a:lnTo>
                  <a:lnTo>
                    <a:pt x="1844" y="2341"/>
                  </a:lnTo>
                  <a:lnTo>
                    <a:pt x="1836" y="2339"/>
                  </a:lnTo>
                  <a:lnTo>
                    <a:pt x="1829" y="2341"/>
                  </a:lnTo>
                  <a:lnTo>
                    <a:pt x="1825" y="2348"/>
                  </a:lnTo>
                  <a:lnTo>
                    <a:pt x="1821" y="2354"/>
                  </a:lnTo>
                  <a:lnTo>
                    <a:pt x="1818" y="2363"/>
                  </a:lnTo>
                  <a:lnTo>
                    <a:pt x="1812" y="2371"/>
                  </a:lnTo>
                  <a:lnTo>
                    <a:pt x="1804" y="2376"/>
                  </a:lnTo>
                  <a:lnTo>
                    <a:pt x="1794" y="2377"/>
                  </a:lnTo>
                  <a:lnTo>
                    <a:pt x="1782" y="2373"/>
                  </a:lnTo>
                  <a:lnTo>
                    <a:pt x="1769" y="2366"/>
                  </a:lnTo>
                  <a:lnTo>
                    <a:pt x="1753" y="2356"/>
                  </a:lnTo>
                  <a:lnTo>
                    <a:pt x="1736" y="2344"/>
                  </a:lnTo>
                  <a:lnTo>
                    <a:pt x="1715" y="2330"/>
                  </a:lnTo>
                  <a:lnTo>
                    <a:pt x="1692" y="2316"/>
                  </a:lnTo>
                  <a:lnTo>
                    <a:pt x="1669" y="2305"/>
                  </a:lnTo>
                  <a:lnTo>
                    <a:pt x="1654" y="2298"/>
                  </a:lnTo>
                  <a:lnTo>
                    <a:pt x="1642" y="2295"/>
                  </a:lnTo>
                  <a:lnTo>
                    <a:pt x="1632" y="2294"/>
                  </a:lnTo>
                  <a:lnTo>
                    <a:pt x="1625" y="2296"/>
                  </a:lnTo>
                  <a:lnTo>
                    <a:pt x="1617" y="2297"/>
                  </a:lnTo>
                  <a:lnTo>
                    <a:pt x="1609" y="2299"/>
                  </a:lnTo>
                  <a:lnTo>
                    <a:pt x="1598" y="2300"/>
                  </a:lnTo>
                  <a:lnTo>
                    <a:pt x="1588" y="2301"/>
                  </a:lnTo>
                  <a:lnTo>
                    <a:pt x="1579" y="2304"/>
                  </a:lnTo>
                  <a:lnTo>
                    <a:pt x="1573" y="2307"/>
                  </a:lnTo>
                  <a:lnTo>
                    <a:pt x="1569" y="2310"/>
                  </a:lnTo>
                  <a:lnTo>
                    <a:pt x="1564" y="2312"/>
                  </a:lnTo>
                  <a:lnTo>
                    <a:pt x="1560" y="2313"/>
                  </a:lnTo>
                  <a:lnTo>
                    <a:pt x="1553" y="2310"/>
                  </a:lnTo>
                  <a:lnTo>
                    <a:pt x="1545" y="2304"/>
                  </a:lnTo>
                  <a:lnTo>
                    <a:pt x="1536" y="2297"/>
                  </a:lnTo>
                  <a:lnTo>
                    <a:pt x="1525" y="2290"/>
                  </a:lnTo>
                  <a:lnTo>
                    <a:pt x="1516" y="2287"/>
                  </a:lnTo>
                  <a:lnTo>
                    <a:pt x="1506" y="2284"/>
                  </a:lnTo>
                  <a:lnTo>
                    <a:pt x="1497" y="2283"/>
                  </a:lnTo>
                  <a:lnTo>
                    <a:pt x="1487" y="2283"/>
                  </a:lnTo>
                  <a:lnTo>
                    <a:pt x="1478" y="2284"/>
                  </a:lnTo>
                  <a:lnTo>
                    <a:pt x="1469" y="2285"/>
                  </a:lnTo>
                  <a:lnTo>
                    <a:pt x="1460" y="2286"/>
                  </a:lnTo>
                  <a:lnTo>
                    <a:pt x="1452" y="2286"/>
                  </a:lnTo>
                  <a:lnTo>
                    <a:pt x="1443" y="2284"/>
                  </a:lnTo>
                  <a:lnTo>
                    <a:pt x="1436" y="2280"/>
                  </a:lnTo>
                  <a:lnTo>
                    <a:pt x="1428" y="2276"/>
                  </a:lnTo>
                  <a:lnTo>
                    <a:pt x="1424" y="2270"/>
                  </a:lnTo>
                  <a:lnTo>
                    <a:pt x="1421" y="2263"/>
                  </a:lnTo>
                  <a:lnTo>
                    <a:pt x="1422" y="2255"/>
                  </a:lnTo>
                  <a:lnTo>
                    <a:pt x="1422" y="2246"/>
                  </a:lnTo>
                  <a:lnTo>
                    <a:pt x="1420" y="2237"/>
                  </a:lnTo>
                  <a:lnTo>
                    <a:pt x="1417" y="2229"/>
                  </a:lnTo>
                  <a:lnTo>
                    <a:pt x="1412" y="2222"/>
                  </a:lnTo>
                  <a:lnTo>
                    <a:pt x="1407" y="2217"/>
                  </a:lnTo>
                  <a:lnTo>
                    <a:pt x="1401" y="2214"/>
                  </a:lnTo>
                  <a:lnTo>
                    <a:pt x="1396" y="2214"/>
                  </a:lnTo>
                  <a:lnTo>
                    <a:pt x="1392" y="2218"/>
                  </a:lnTo>
                  <a:lnTo>
                    <a:pt x="1385" y="2225"/>
                  </a:lnTo>
                  <a:lnTo>
                    <a:pt x="1379" y="2223"/>
                  </a:lnTo>
                  <a:lnTo>
                    <a:pt x="1373" y="2216"/>
                  </a:lnTo>
                  <a:lnTo>
                    <a:pt x="1365" y="2208"/>
                  </a:lnTo>
                  <a:lnTo>
                    <a:pt x="1360" y="2204"/>
                  </a:lnTo>
                  <a:lnTo>
                    <a:pt x="1354" y="2201"/>
                  </a:lnTo>
                  <a:lnTo>
                    <a:pt x="1348" y="2198"/>
                  </a:lnTo>
                  <a:lnTo>
                    <a:pt x="1342" y="2198"/>
                  </a:lnTo>
                  <a:lnTo>
                    <a:pt x="1335" y="2199"/>
                  </a:lnTo>
                  <a:lnTo>
                    <a:pt x="1327" y="2202"/>
                  </a:lnTo>
                  <a:lnTo>
                    <a:pt x="1319" y="2208"/>
                  </a:lnTo>
                  <a:lnTo>
                    <a:pt x="1310" y="2216"/>
                  </a:lnTo>
                  <a:lnTo>
                    <a:pt x="1301" y="2224"/>
                  </a:lnTo>
                  <a:lnTo>
                    <a:pt x="1292" y="2230"/>
                  </a:lnTo>
                  <a:lnTo>
                    <a:pt x="1282" y="2234"/>
                  </a:lnTo>
                  <a:lnTo>
                    <a:pt x="1274" y="2235"/>
                  </a:lnTo>
                  <a:lnTo>
                    <a:pt x="1265" y="2234"/>
                  </a:lnTo>
                  <a:lnTo>
                    <a:pt x="1256" y="2229"/>
                  </a:lnTo>
                  <a:lnTo>
                    <a:pt x="1247" y="2222"/>
                  </a:lnTo>
                  <a:lnTo>
                    <a:pt x="1237" y="2212"/>
                  </a:lnTo>
                  <a:lnTo>
                    <a:pt x="1225" y="2201"/>
                  </a:lnTo>
                  <a:lnTo>
                    <a:pt x="1213" y="2192"/>
                  </a:lnTo>
                  <a:lnTo>
                    <a:pt x="1200" y="2183"/>
                  </a:lnTo>
                  <a:lnTo>
                    <a:pt x="1187" y="2177"/>
                  </a:lnTo>
                  <a:lnTo>
                    <a:pt x="1174" y="2175"/>
                  </a:lnTo>
                  <a:lnTo>
                    <a:pt x="1164" y="2176"/>
                  </a:lnTo>
                  <a:lnTo>
                    <a:pt x="1156" y="2180"/>
                  </a:lnTo>
                  <a:lnTo>
                    <a:pt x="1151" y="2189"/>
                  </a:lnTo>
                  <a:lnTo>
                    <a:pt x="1147" y="2200"/>
                  </a:lnTo>
                  <a:lnTo>
                    <a:pt x="1140" y="2209"/>
                  </a:lnTo>
                  <a:lnTo>
                    <a:pt x="1131" y="2216"/>
                  </a:lnTo>
                  <a:lnTo>
                    <a:pt x="1122" y="2221"/>
                  </a:lnTo>
                  <a:lnTo>
                    <a:pt x="1112" y="2225"/>
                  </a:lnTo>
                  <a:lnTo>
                    <a:pt x="1102" y="2226"/>
                  </a:lnTo>
                  <a:lnTo>
                    <a:pt x="1093" y="2226"/>
                  </a:lnTo>
                  <a:lnTo>
                    <a:pt x="1083" y="2224"/>
                  </a:lnTo>
                  <a:lnTo>
                    <a:pt x="1075" y="2219"/>
                  </a:lnTo>
                  <a:lnTo>
                    <a:pt x="1067" y="2212"/>
                  </a:lnTo>
                  <a:lnTo>
                    <a:pt x="1059" y="2203"/>
                  </a:lnTo>
                  <a:lnTo>
                    <a:pt x="1049" y="2193"/>
                  </a:lnTo>
                  <a:lnTo>
                    <a:pt x="1037" y="2183"/>
                  </a:lnTo>
                  <a:lnTo>
                    <a:pt x="1022" y="2174"/>
                  </a:lnTo>
                  <a:lnTo>
                    <a:pt x="1003" y="2167"/>
                  </a:lnTo>
                  <a:lnTo>
                    <a:pt x="979" y="2163"/>
                  </a:lnTo>
                  <a:lnTo>
                    <a:pt x="959" y="2157"/>
                  </a:lnTo>
                  <a:lnTo>
                    <a:pt x="947" y="2146"/>
                  </a:lnTo>
                  <a:lnTo>
                    <a:pt x="942" y="2130"/>
                  </a:lnTo>
                  <a:lnTo>
                    <a:pt x="942" y="2112"/>
                  </a:lnTo>
                  <a:lnTo>
                    <a:pt x="944" y="2094"/>
                  </a:lnTo>
                  <a:lnTo>
                    <a:pt x="948" y="2075"/>
                  </a:lnTo>
                  <a:lnTo>
                    <a:pt x="949" y="2058"/>
                  </a:lnTo>
                  <a:lnTo>
                    <a:pt x="947" y="2045"/>
                  </a:lnTo>
                  <a:lnTo>
                    <a:pt x="944" y="2032"/>
                  </a:lnTo>
                  <a:lnTo>
                    <a:pt x="945" y="2017"/>
                  </a:lnTo>
                  <a:lnTo>
                    <a:pt x="948" y="2001"/>
                  </a:lnTo>
                  <a:lnTo>
                    <a:pt x="954" y="1984"/>
                  </a:lnTo>
                  <a:lnTo>
                    <a:pt x="960" y="1968"/>
                  </a:lnTo>
                  <a:lnTo>
                    <a:pt x="967" y="1952"/>
                  </a:lnTo>
                  <a:lnTo>
                    <a:pt x="973" y="1936"/>
                  </a:lnTo>
                  <a:lnTo>
                    <a:pt x="977" y="1924"/>
                  </a:lnTo>
                  <a:lnTo>
                    <a:pt x="978" y="1911"/>
                  </a:lnTo>
                  <a:lnTo>
                    <a:pt x="977" y="1896"/>
                  </a:lnTo>
                  <a:lnTo>
                    <a:pt x="974" y="1878"/>
                  </a:lnTo>
                  <a:lnTo>
                    <a:pt x="970" y="1860"/>
                  </a:lnTo>
                  <a:lnTo>
                    <a:pt x="965" y="1842"/>
                  </a:lnTo>
                  <a:lnTo>
                    <a:pt x="961" y="1825"/>
                  </a:lnTo>
                  <a:lnTo>
                    <a:pt x="959" y="1811"/>
                  </a:lnTo>
                  <a:lnTo>
                    <a:pt x="959" y="1800"/>
                  </a:lnTo>
                  <a:lnTo>
                    <a:pt x="959" y="1791"/>
                  </a:lnTo>
                  <a:lnTo>
                    <a:pt x="956" y="1782"/>
                  </a:lnTo>
                  <a:lnTo>
                    <a:pt x="950" y="1774"/>
                  </a:lnTo>
                  <a:lnTo>
                    <a:pt x="942" y="1768"/>
                  </a:lnTo>
                  <a:lnTo>
                    <a:pt x="930" y="1761"/>
                  </a:lnTo>
                  <a:lnTo>
                    <a:pt x="918" y="1755"/>
                  </a:lnTo>
                  <a:lnTo>
                    <a:pt x="905" y="1748"/>
                  </a:lnTo>
                  <a:lnTo>
                    <a:pt x="892" y="1741"/>
                  </a:lnTo>
                  <a:lnTo>
                    <a:pt x="878" y="1735"/>
                  </a:lnTo>
                  <a:lnTo>
                    <a:pt x="867" y="1735"/>
                  </a:lnTo>
                  <a:lnTo>
                    <a:pt x="856" y="1737"/>
                  </a:lnTo>
                  <a:lnTo>
                    <a:pt x="845" y="1742"/>
                  </a:lnTo>
                  <a:lnTo>
                    <a:pt x="832" y="1748"/>
                  </a:lnTo>
                  <a:lnTo>
                    <a:pt x="818" y="1754"/>
                  </a:lnTo>
                  <a:lnTo>
                    <a:pt x="803" y="1759"/>
                  </a:lnTo>
                  <a:lnTo>
                    <a:pt x="783" y="1763"/>
                  </a:lnTo>
                  <a:lnTo>
                    <a:pt x="765" y="1764"/>
                  </a:lnTo>
                  <a:lnTo>
                    <a:pt x="753" y="1759"/>
                  </a:lnTo>
                  <a:lnTo>
                    <a:pt x="746" y="1751"/>
                  </a:lnTo>
                  <a:lnTo>
                    <a:pt x="743" y="1740"/>
                  </a:lnTo>
                  <a:lnTo>
                    <a:pt x="743" y="1729"/>
                  </a:lnTo>
                  <a:lnTo>
                    <a:pt x="746" y="1719"/>
                  </a:lnTo>
                  <a:lnTo>
                    <a:pt x="750" y="1711"/>
                  </a:lnTo>
                  <a:lnTo>
                    <a:pt x="755" y="1708"/>
                  </a:lnTo>
                  <a:lnTo>
                    <a:pt x="761" y="1705"/>
                  </a:lnTo>
                  <a:lnTo>
                    <a:pt x="768" y="1698"/>
                  </a:lnTo>
                  <a:lnTo>
                    <a:pt x="775" y="1687"/>
                  </a:lnTo>
                  <a:lnTo>
                    <a:pt x="781" y="1674"/>
                  </a:lnTo>
                  <a:lnTo>
                    <a:pt x="785" y="1660"/>
                  </a:lnTo>
                  <a:lnTo>
                    <a:pt x="788" y="1645"/>
                  </a:lnTo>
                  <a:lnTo>
                    <a:pt x="784" y="1630"/>
                  </a:lnTo>
                  <a:lnTo>
                    <a:pt x="777" y="1616"/>
                  </a:lnTo>
                  <a:lnTo>
                    <a:pt x="770" y="1604"/>
                  </a:lnTo>
                  <a:lnTo>
                    <a:pt x="767" y="1594"/>
                  </a:lnTo>
                  <a:lnTo>
                    <a:pt x="767" y="1583"/>
                  </a:lnTo>
                  <a:lnTo>
                    <a:pt x="770" y="1575"/>
                  </a:lnTo>
                  <a:lnTo>
                    <a:pt x="775" y="1568"/>
                  </a:lnTo>
                  <a:lnTo>
                    <a:pt x="782" y="1562"/>
                  </a:lnTo>
                  <a:lnTo>
                    <a:pt x="791" y="1557"/>
                  </a:lnTo>
                  <a:lnTo>
                    <a:pt x="800" y="1553"/>
                  </a:lnTo>
                  <a:lnTo>
                    <a:pt x="807" y="1548"/>
                  </a:lnTo>
                  <a:lnTo>
                    <a:pt x="811" y="1539"/>
                  </a:lnTo>
                  <a:lnTo>
                    <a:pt x="811" y="1525"/>
                  </a:lnTo>
                  <a:lnTo>
                    <a:pt x="810" y="1510"/>
                  </a:lnTo>
                  <a:lnTo>
                    <a:pt x="806" y="1493"/>
                  </a:lnTo>
                  <a:lnTo>
                    <a:pt x="803" y="1474"/>
                  </a:lnTo>
                  <a:lnTo>
                    <a:pt x="800" y="1455"/>
                  </a:lnTo>
                  <a:lnTo>
                    <a:pt x="798" y="1434"/>
                  </a:lnTo>
                  <a:lnTo>
                    <a:pt x="796" y="1415"/>
                  </a:lnTo>
                  <a:lnTo>
                    <a:pt x="792" y="1400"/>
                  </a:lnTo>
                  <a:lnTo>
                    <a:pt x="785" y="1385"/>
                  </a:lnTo>
                  <a:lnTo>
                    <a:pt x="778" y="1374"/>
                  </a:lnTo>
                  <a:lnTo>
                    <a:pt x="769" y="1364"/>
                  </a:lnTo>
                  <a:lnTo>
                    <a:pt x="758" y="1355"/>
                  </a:lnTo>
                  <a:lnTo>
                    <a:pt x="746" y="1346"/>
                  </a:lnTo>
                  <a:lnTo>
                    <a:pt x="732" y="1337"/>
                  </a:lnTo>
                  <a:lnTo>
                    <a:pt x="720" y="1327"/>
                  </a:lnTo>
                  <a:lnTo>
                    <a:pt x="712" y="1319"/>
                  </a:lnTo>
                  <a:lnTo>
                    <a:pt x="707" y="1311"/>
                  </a:lnTo>
                  <a:lnTo>
                    <a:pt x="703" y="1303"/>
                  </a:lnTo>
                  <a:lnTo>
                    <a:pt x="701" y="1295"/>
                  </a:lnTo>
                  <a:lnTo>
                    <a:pt x="698" y="1283"/>
                  </a:lnTo>
                  <a:lnTo>
                    <a:pt x="694" y="1271"/>
                  </a:lnTo>
                  <a:lnTo>
                    <a:pt x="688" y="1255"/>
                  </a:lnTo>
                  <a:lnTo>
                    <a:pt x="680" y="1240"/>
                  </a:lnTo>
                  <a:lnTo>
                    <a:pt x="674" y="1231"/>
                  </a:lnTo>
                  <a:lnTo>
                    <a:pt x="668" y="1227"/>
                  </a:lnTo>
                  <a:lnTo>
                    <a:pt x="662" y="1227"/>
                  </a:lnTo>
                  <a:lnTo>
                    <a:pt x="655" y="1229"/>
                  </a:lnTo>
                  <a:lnTo>
                    <a:pt x="648" y="1233"/>
                  </a:lnTo>
                  <a:lnTo>
                    <a:pt x="640" y="1238"/>
                  </a:lnTo>
                  <a:lnTo>
                    <a:pt x="630" y="1241"/>
                  </a:lnTo>
                  <a:lnTo>
                    <a:pt x="621" y="1241"/>
                  </a:lnTo>
                  <a:lnTo>
                    <a:pt x="613" y="1239"/>
                  </a:lnTo>
                  <a:lnTo>
                    <a:pt x="608" y="1234"/>
                  </a:lnTo>
                  <a:lnTo>
                    <a:pt x="603" y="1228"/>
                  </a:lnTo>
                  <a:lnTo>
                    <a:pt x="598" y="1220"/>
                  </a:lnTo>
                  <a:lnTo>
                    <a:pt x="593" y="1211"/>
                  </a:lnTo>
                  <a:lnTo>
                    <a:pt x="586" y="1201"/>
                  </a:lnTo>
                  <a:lnTo>
                    <a:pt x="579" y="1190"/>
                  </a:lnTo>
                  <a:lnTo>
                    <a:pt x="571" y="1179"/>
                  </a:lnTo>
                  <a:lnTo>
                    <a:pt x="565" y="1173"/>
                  </a:lnTo>
                  <a:lnTo>
                    <a:pt x="559" y="1169"/>
                  </a:lnTo>
                  <a:lnTo>
                    <a:pt x="552" y="1168"/>
                  </a:lnTo>
                  <a:lnTo>
                    <a:pt x="545" y="1168"/>
                  </a:lnTo>
                  <a:lnTo>
                    <a:pt x="536" y="1170"/>
                  </a:lnTo>
                  <a:lnTo>
                    <a:pt x="526" y="1172"/>
                  </a:lnTo>
                  <a:lnTo>
                    <a:pt x="514" y="1175"/>
                  </a:lnTo>
                  <a:lnTo>
                    <a:pt x="503" y="1176"/>
                  </a:lnTo>
                  <a:lnTo>
                    <a:pt x="495" y="1174"/>
                  </a:lnTo>
                  <a:lnTo>
                    <a:pt x="490" y="1170"/>
                  </a:lnTo>
                  <a:lnTo>
                    <a:pt x="488" y="1163"/>
                  </a:lnTo>
                  <a:lnTo>
                    <a:pt x="486" y="1154"/>
                  </a:lnTo>
                  <a:lnTo>
                    <a:pt x="488" y="1145"/>
                  </a:lnTo>
                  <a:lnTo>
                    <a:pt x="489" y="1134"/>
                  </a:lnTo>
                  <a:lnTo>
                    <a:pt x="490" y="1124"/>
                  </a:lnTo>
                  <a:lnTo>
                    <a:pt x="489" y="1116"/>
                  </a:lnTo>
                  <a:lnTo>
                    <a:pt x="485" y="1109"/>
                  </a:lnTo>
                  <a:lnTo>
                    <a:pt x="480" y="1103"/>
                  </a:lnTo>
                  <a:lnTo>
                    <a:pt x="473" y="1098"/>
                  </a:lnTo>
                  <a:lnTo>
                    <a:pt x="463" y="1095"/>
                  </a:lnTo>
                  <a:lnTo>
                    <a:pt x="451" y="1094"/>
                  </a:lnTo>
                  <a:lnTo>
                    <a:pt x="438" y="1093"/>
                  </a:lnTo>
                  <a:lnTo>
                    <a:pt x="422" y="1094"/>
                  </a:lnTo>
                  <a:lnTo>
                    <a:pt x="407" y="1096"/>
                  </a:lnTo>
                  <a:lnTo>
                    <a:pt x="393" y="1099"/>
                  </a:lnTo>
                  <a:lnTo>
                    <a:pt x="380" y="1100"/>
                  </a:lnTo>
                  <a:lnTo>
                    <a:pt x="369" y="1100"/>
                  </a:lnTo>
                  <a:lnTo>
                    <a:pt x="358" y="1098"/>
                  </a:lnTo>
                  <a:lnTo>
                    <a:pt x="348" y="1092"/>
                  </a:lnTo>
                  <a:lnTo>
                    <a:pt x="339" y="1082"/>
                  </a:lnTo>
                  <a:lnTo>
                    <a:pt x="330" y="1069"/>
                  </a:lnTo>
                  <a:lnTo>
                    <a:pt x="321" y="1057"/>
                  </a:lnTo>
                  <a:lnTo>
                    <a:pt x="309" y="1050"/>
                  </a:lnTo>
                  <a:lnTo>
                    <a:pt x="295" y="1047"/>
                  </a:lnTo>
                  <a:lnTo>
                    <a:pt x="279" y="1046"/>
                  </a:lnTo>
                  <a:lnTo>
                    <a:pt x="263" y="1047"/>
                  </a:lnTo>
                  <a:lnTo>
                    <a:pt x="247" y="1047"/>
                  </a:lnTo>
                  <a:lnTo>
                    <a:pt x="229" y="1045"/>
                  </a:lnTo>
                  <a:lnTo>
                    <a:pt x="212" y="1039"/>
                  </a:lnTo>
                  <a:lnTo>
                    <a:pt x="198" y="1028"/>
                  </a:lnTo>
                  <a:lnTo>
                    <a:pt x="190" y="1016"/>
                  </a:lnTo>
                  <a:lnTo>
                    <a:pt x="184" y="1002"/>
                  </a:lnTo>
                  <a:lnTo>
                    <a:pt x="182" y="986"/>
                  </a:lnTo>
                  <a:lnTo>
                    <a:pt x="180" y="969"/>
                  </a:lnTo>
                  <a:lnTo>
                    <a:pt x="180" y="953"/>
                  </a:lnTo>
                  <a:lnTo>
                    <a:pt x="177" y="937"/>
                  </a:lnTo>
                  <a:lnTo>
                    <a:pt x="173" y="922"/>
                  </a:lnTo>
                  <a:lnTo>
                    <a:pt x="165" y="911"/>
                  </a:lnTo>
                  <a:lnTo>
                    <a:pt x="154" y="905"/>
                  </a:lnTo>
                  <a:lnTo>
                    <a:pt x="141" y="902"/>
                  </a:lnTo>
                  <a:lnTo>
                    <a:pt x="125" y="902"/>
                  </a:lnTo>
                  <a:lnTo>
                    <a:pt x="110" y="902"/>
                  </a:lnTo>
                  <a:lnTo>
                    <a:pt x="95" y="903"/>
                  </a:lnTo>
                  <a:lnTo>
                    <a:pt x="80" y="902"/>
                  </a:lnTo>
                  <a:lnTo>
                    <a:pt x="67" y="898"/>
                  </a:lnTo>
                  <a:lnTo>
                    <a:pt x="57" y="891"/>
                  </a:lnTo>
                  <a:lnTo>
                    <a:pt x="51" y="882"/>
                  </a:lnTo>
                  <a:lnTo>
                    <a:pt x="47" y="871"/>
                  </a:lnTo>
                  <a:lnTo>
                    <a:pt x="45" y="860"/>
                  </a:lnTo>
                  <a:lnTo>
                    <a:pt x="43" y="848"/>
                  </a:lnTo>
                  <a:lnTo>
                    <a:pt x="39" y="837"/>
                  </a:lnTo>
                  <a:lnTo>
                    <a:pt x="30" y="825"/>
                  </a:lnTo>
                  <a:lnTo>
                    <a:pt x="18" y="816"/>
                  </a:lnTo>
                  <a:lnTo>
                    <a:pt x="7" y="808"/>
                  </a:lnTo>
                  <a:lnTo>
                    <a:pt x="1" y="799"/>
                  </a:lnTo>
                  <a:lnTo>
                    <a:pt x="0" y="790"/>
                  </a:lnTo>
                  <a:lnTo>
                    <a:pt x="2" y="781"/>
                  </a:lnTo>
                  <a:lnTo>
                    <a:pt x="7" y="773"/>
                  </a:lnTo>
                  <a:lnTo>
                    <a:pt x="14" y="766"/>
                  </a:lnTo>
                  <a:lnTo>
                    <a:pt x="21" y="761"/>
                  </a:lnTo>
                  <a:lnTo>
                    <a:pt x="28" y="757"/>
                  </a:lnTo>
                  <a:lnTo>
                    <a:pt x="33" y="752"/>
                  </a:lnTo>
                  <a:lnTo>
                    <a:pt x="37" y="743"/>
                  </a:lnTo>
                  <a:lnTo>
                    <a:pt x="40" y="732"/>
                  </a:lnTo>
                  <a:lnTo>
                    <a:pt x="40" y="719"/>
                  </a:lnTo>
                  <a:lnTo>
                    <a:pt x="37" y="706"/>
                  </a:lnTo>
                  <a:lnTo>
                    <a:pt x="32" y="692"/>
                  </a:lnTo>
                  <a:lnTo>
                    <a:pt x="24" y="678"/>
                  </a:lnTo>
                  <a:lnTo>
                    <a:pt x="14" y="665"/>
                  </a:lnTo>
                  <a:lnTo>
                    <a:pt x="4" y="654"/>
                  </a:lnTo>
                  <a:lnTo>
                    <a:pt x="0" y="645"/>
                  </a:lnTo>
                  <a:lnTo>
                    <a:pt x="0" y="638"/>
                  </a:lnTo>
                  <a:lnTo>
                    <a:pt x="3" y="631"/>
                  </a:lnTo>
                  <a:lnTo>
                    <a:pt x="8" y="624"/>
                  </a:lnTo>
                  <a:lnTo>
                    <a:pt x="13" y="617"/>
                  </a:lnTo>
                  <a:lnTo>
                    <a:pt x="16" y="608"/>
                  </a:lnTo>
                  <a:lnTo>
                    <a:pt x="18" y="596"/>
                  </a:lnTo>
                  <a:lnTo>
                    <a:pt x="19" y="585"/>
                  </a:lnTo>
                  <a:lnTo>
                    <a:pt x="22" y="576"/>
                  </a:lnTo>
                  <a:lnTo>
                    <a:pt x="26" y="571"/>
                  </a:lnTo>
                  <a:lnTo>
                    <a:pt x="32" y="568"/>
                  </a:lnTo>
                  <a:lnTo>
                    <a:pt x="39" y="567"/>
                  </a:lnTo>
                  <a:lnTo>
                    <a:pt x="47" y="566"/>
                  </a:lnTo>
                  <a:lnTo>
                    <a:pt x="55" y="566"/>
                  </a:lnTo>
                  <a:lnTo>
                    <a:pt x="63" y="565"/>
                  </a:lnTo>
                  <a:lnTo>
                    <a:pt x="71" y="563"/>
                  </a:lnTo>
                  <a:lnTo>
                    <a:pt x="79" y="559"/>
                  </a:lnTo>
                  <a:lnTo>
                    <a:pt x="87" y="553"/>
                  </a:lnTo>
                  <a:lnTo>
                    <a:pt x="95" y="545"/>
                  </a:lnTo>
                  <a:lnTo>
                    <a:pt x="101" y="537"/>
                  </a:lnTo>
                  <a:lnTo>
                    <a:pt x="106" y="527"/>
                  </a:lnTo>
                  <a:lnTo>
                    <a:pt x="110" y="519"/>
                  </a:lnTo>
                  <a:lnTo>
                    <a:pt x="112" y="510"/>
                  </a:lnTo>
                  <a:lnTo>
                    <a:pt x="112" y="502"/>
                  </a:lnTo>
                  <a:lnTo>
                    <a:pt x="112" y="496"/>
                  </a:lnTo>
                  <a:lnTo>
                    <a:pt x="112" y="490"/>
                  </a:lnTo>
                  <a:lnTo>
                    <a:pt x="112" y="484"/>
                  </a:lnTo>
                  <a:lnTo>
                    <a:pt x="113" y="478"/>
                  </a:lnTo>
                  <a:lnTo>
                    <a:pt x="114" y="473"/>
                  </a:lnTo>
                  <a:lnTo>
                    <a:pt x="116" y="467"/>
                  </a:lnTo>
                  <a:lnTo>
                    <a:pt x="120" y="461"/>
                  </a:lnTo>
                  <a:lnTo>
                    <a:pt x="126" y="455"/>
                  </a:lnTo>
                  <a:lnTo>
                    <a:pt x="134" y="451"/>
                  </a:lnTo>
                  <a:lnTo>
                    <a:pt x="146" y="447"/>
                  </a:lnTo>
                  <a:lnTo>
                    <a:pt x="158" y="444"/>
                  </a:lnTo>
                  <a:lnTo>
                    <a:pt x="170" y="442"/>
                  </a:lnTo>
                  <a:lnTo>
                    <a:pt x="182" y="440"/>
                  </a:lnTo>
                  <a:lnTo>
                    <a:pt x="194" y="439"/>
                  </a:lnTo>
                  <a:lnTo>
                    <a:pt x="202" y="439"/>
                  </a:lnTo>
                  <a:lnTo>
                    <a:pt x="207" y="437"/>
                  </a:lnTo>
                  <a:lnTo>
                    <a:pt x="211" y="432"/>
                  </a:lnTo>
                  <a:lnTo>
                    <a:pt x="213" y="423"/>
                  </a:lnTo>
                  <a:lnTo>
                    <a:pt x="213" y="413"/>
                  </a:lnTo>
                  <a:lnTo>
                    <a:pt x="211" y="403"/>
                  </a:lnTo>
                  <a:lnTo>
                    <a:pt x="207" y="392"/>
                  </a:lnTo>
                  <a:lnTo>
                    <a:pt x="201" y="383"/>
                  </a:lnTo>
                  <a:lnTo>
                    <a:pt x="192" y="375"/>
                  </a:lnTo>
                  <a:lnTo>
                    <a:pt x="185" y="368"/>
                  </a:lnTo>
                  <a:lnTo>
                    <a:pt x="184" y="361"/>
                  </a:lnTo>
                  <a:lnTo>
                    <a:pt x="186" y="352"/>
                  </a:lnTo>
                  <a:lnTo>
                    <a:pt x="192" y="344"/>
                  </a:lnTo>
                  <a:lnTo>
                    <a:pt x="199" y="335"/>
                  </a:lnTo>
                  <a:lnTo>
                    <a:pt x="206" y="325"/>
                  </a:lnTo>
                  <a:lnTo>
                    <a:pt x="213" y="317"/>
                  </a:lnTo>
                  <a:lnTo>
                    <a:pt x="218" y="310"/>
                  </a:lnTo>
                  <a:lnTo>
                    <a:pt x="221" y="305"/>
                  </a:lnTo>
                  <a:lnTo>
                    <a:pt x="226" y="300"/>
                  </a:lnTo>
                  <a:lnTo>
                    <a:pt x="232" y="294"/>
                  </a:lnTo>
                  <a:lnTo>
                    <a:pt x="240" y="288"/>
                  </a:lnTo>
                  <a:lnTo>
                    <a:pt x="248" y="281"/>
                  </a:lnTo>
                  <a:lnTo>
                    <a:pt x="256" y="274"/>
                  </a:lnTo>
                  <a:lnTo>
                    <a:pt x="264" y="268"/>
                  </a:lnTo>
                  <a:lnTo>
                    <a:pt x="272" y="262"/>
                  </a:lnTo>
                  <a:lnTo>
                    <a:pt x="278" y="275"/>
                  </a:lnTo>
                  <a:lnTo>
                    <a:pt x="284" y="290"/>
                  </a:lnTo>
                  <a:lnTo>
                    <a:pt x="293" y="302"/>
                  </a:lnTo>
                  <a:lnTo>
                    <a:pt x="300" y="314"/>
                  </a:lnTo>
                  <a:lnTo>
                    <a:pt x="308" y="323"/>
                  </a:lnTo>
                  <a:lnTo>
                    <a:pt x="316" y="331"/>
                  </a:lnTo>
                  <a:lnTo>
                    <a:pt x="325" y="334"/>
                  </a:lnTo>
                  <a:lnTo>
                    <a:pt x="334" y="333"/>
                  </a:lnTo>
                  <a:lnTo>
                    <a:pt x="346" y="331"/>
                  </a:lnTo>
                  <a:lnTo>
                    <a:pt x="359" y="328"/>
                  </a:lnTo>
                  <a:lnTo>
                    <a:pt x="372" y="327"/>
                  </a:lnTo>
                  <a:lnTo>
                    <a:pt x="388" y="324"/>
                  </a:lnTo>
                  <a:lnTo>
                    <a:pt x="402" y="320"/>
                  </a:lnTo>
                  <a:lnTo>
                    <a:pt x="415" y="313"/>
                  </a:lnTo>
                  <a:lnTo>
                    <a:pt x="426" y="303"/>
                  </a:lnTo>
                  <a:lnTo>
                    <a:pt x="436" y="288"/>
                  </a:lnTo>
                  <a:lnTo>
                    <a:pt x="446" y="269"/>
                  </a:lnTo>
                  <a:lnTo>
                    <a:pt x="456" y="250"/>
                  </a:lnTo>
                  <a:lnTo>
                    <a:pt x="466" y="232"/>
                  </a:lnTo>
                  <a:lnTo>
                    <a:pt x="476" y="214"/>
                  </a:lnTo>
                  <a:lnTo>
                    <a:pt x="485" y="199"/>
                  </a:lnTo>
                  <a:lnTo>
                    <a:pt x="493" y="187"/>
                  </a:lnTo>
                  <a:lnTo>
                    <a:pt x="498" y="178"/>
                  </a:lnTo>
                  <a:lnTo>
                    <a:pt x="500" y="175"/>
                  </a:lnTo>
                  <a:lnTo>
                    <a:pt x="500" y="173"/>
                  </a:lnTo>
                  <a:lnTo>
                    <a:pt x="501" y="169"/>
                  </a:lnTo>
                  <a:lnTo>
                    <a:pt x="503" y="163"/>
                  </a:lnTo>
                  <a:lnTo>
                    <a:pt x="506" y="157"/>
                  </a:lnTo>
                  <a:lnTo>
                    <a:pt x="512" y="154"/>
                  </a:lnTo>
                  <a:lnTo>
                    <a:pt x="520" y="153"/>
                  </a:lnTo>
                  <a:lnTo>
                    <a:pt x="532" y="157"/>
                  </a:lnTo>
                  <a:lnTo>
                    <a:pt x="549" y="167"/>
                  </a:lnTo>
                  <a:lnTo>
                    <a:pt x="564" y="180"/>
                  </a:lnTo>
                  <a:lnTo>
                    <a:pt x="575" y="188"/>
                  </a:lnTo>
                  <a:lnTo>
                    <a:pt x="582" y="195"/>
                  </a:lnTo>
                  <a:lnTo>
                    <a:pt x="586" y="201"/>
                  </a:lnTo>
                  <a:lnTo>
                    <a:pt x="586" y="207"/>
                  </a:lnTo>
                  <a:lnTo>
                    <a:pt x="582" y="214"/>
                  </a:lnTo>
                  <a:lnTo>
                    <a:pt x="576" y="224"/>
                  </a:lnTo>
                  <a:lnTo>
                    <a:pt x="567" y="237"/>
                  </a:lnTo>
                  <a:lnTo>
                    <a:pt x="559" y="254"/>
                  </a:lnTo>
                  <a:lnTo>
                    <a:pt x="555" y="275"/>
                  </a:lnTo>
                  <a:lnTo>
                    <a:pt x="553" y="299"/>
                  </a:lnTo>
                  <a:lnTo>
                    <a:pt x="555" y="322"/>
                  </a:lnTo>
                  <a:lnTo>
                    <a:pt x="558" y="345"/>
                  </a:lnTo>
                  <a:lnTo>
                    <a:pt x="564" y="363"/>
                  </a:lnTo>
                  <a:lnTo>
                    <a:pt x="572" y="377"/>
                  </a:lnTo>
                  <a:lnTo>
                    <a:pt x="581" y="384"/>
                  </a:lnTo>
                  <a:lnTo>
                    <a:pt x="592" y="388"/>
                  </a:lnTo>
                  <a:lnTo>
                    <a:pt x="599" y="395"/>
                  </a:lnTo>
                  <a:lnTo>
                    <a:pt x="605" y="403"/>
                  </a:lnTo>
                  <a:lnTo>
                    <a:pt x="610" y="412"/>
                  </a:lnTo>
                  <a:lnTo>
                    <a:pt x="613" y="421"/>
                  </a:lnTo>
                  <a:lnTo>
                    <a:pt x="615" y="429"/>
                  </a:lnTo>
                  <a:lnTo>
                    <a:pt x="616" y="435"/>
                  </a:lnTo>
                  <a:lnTo>
                    <a:pt x="616" y="437"/>
                  </a:lnTo>
                  <a:lnTo>
                    <a:pt x="617" y="438"/>
                  </a:lnTo>
                  <a:lnTo>
                    <a:pt x="619" y="441"/>
                  </a:lnTo>
                  <a:lnTo>
                    <a:pt x="622" y="446"/>
                  </a:lnTo>
                  <a:lnTo>
                    <a:pt x="627" y="451"/>
                  </a:lnTo>
                  <a:lnTo>
                    <a:pt x="633" y="457"/>
                  </a:lnTo>
                  <a:lnTo>
                    <a:pt x="641" y="461"/>
                  </a:lnTo>
                  <a:lnTo>
                    <a:pt x="648" y="465"/>
                  </a:lnTo>
                  <a:lnTo>
                    <a:pt x="657" y="467"/>
                  </a:lnTo>
                  <a:lnTo>
                    <a:pt x="666" y="466"/>
                  </a:lnTo>
                  <a:lnTo>
                    <a:pt x="673" y="461"/>
                  </a:lnTo>
                  <a:lnTo>
                    <a:pt x="680" y="455"/>
                  </a:lnTo>
                  <a:lnTo>
                    <a:pt x="685" y="446"/>
                  </a:lnTo>
                  <a:lnTo>
                    <a:pt x="691" y="437"/>
                  </a:lnTo>
                  <a:lnTo>
                    <a:pt x="696" y="427"/>
                  </a:lnTo>
                  <a:lnTo>
                    <a:pt x="702" y="420"/>
                  </a:lnTo>
                  <a:lnTo>
                    <a:pt x="708" y="414"/>
                  </a:lnTo>
                  <a:lnTo>
                    <a:pt x="714" y="408"/>
                  </a:lnTo>
                  <a:lnTo>
                    <a:pt x="719" y="402"/>
                  </a:lnTo>
                  <a:lnTo>
                    <a:pt x="726" y="396"/>
                  </a:lnTo>
                  <a:lnTo>
                    <a:pt x="734" y="391"/>
                  </a:lnTo>
                  <a:lnTo>
                    <a:pt x="744" y="386"/>
                  </a:lnTo>
                  <a:lnTo>
                    <a:pt x="757" y="382"/>
                  </a:lnTo>
                  <a:lnTo>
                    <a:pt x="773" y="378"/>
                  </a:lnTo>
                  <a:lnTo>
                    <a:pt x="794" y="377"/>
                  </a:lnTo>
                  <a:lnTo>
                    <a:pt x="815" y="374"/>
                  </a:lnTo>
                  <a:lnTo>
                    <a:pt x="831" y="367"/>
                  </a:lnTo>
                  <a:lnTo>
                    <a:pt x="845" y="357"/>
                  </a:lnTo>
                  <a:lnTo>
                    <a:pt x="854" y="344"/>
                  </a:lnTo>
                  <a:lnTo>
                    <a:pt x="861" y="331"/>
                  </a:lnTo>
                  <a:lnTo>
                    <a:pt x="864" y="315"/>
                  </a:lnTo>
                  <a:lnTo>
                    <a:pt x="866" y="302"/>
                  </a:lnTo>
                  <a:lnTo>
                    <a:pt x="867" y="290"/>
                  </a:lnTo>
                  <a:lnTo>
                    <a:pt x="867" y="278"/>
                  </a:lnTo>
                  <a:lnTo>
                    <a:pt x="867" y="266"/>
                  </a:lnTo>
                  <a:lnTo>
                    <a:pt x="866" y="253"/>
                  </a:lnTo>
                  <a:lnTo>
                    <a:pt x="866" y="240"/>
                  </a:lnTo>
                  <a:lnTo>
                    <a:pt x="866" y="226"/>
                  </a:lnTo>
                  <a:lnTo>
                    <a:pt x="867" y="213"/>
                  </a:lnTo>
                  <a:lnTo>
                    <a:pt x="869" y="203"/>
                  </a:lnTo>
                  <a:lnTo>
                    <a:pt x="871" y="194"/>
                  </a:lnTo>
                  <a:lnTo>
                    <a:pt x="875" y="187"/>
                  </a:lnTo>
                  <a:lnTo>
                    <a:pt x="879" y="178"/>
                  </a:lnTo>
                  <a:lnTo>
                    <a:pt x="884" y="171"/>
                  </a:lnTo>
                  <a:lnTo>
                    <a:pt x="888" y="162"/>
                  </a:lnTo>
                  <a:lnTo>
                    <a:pt x="890" y="154"/>
                  </a:lnTo>
                  <a:lnTo>
                    <a:pt x="889" y="145"/>
                  </a:lnTo>
                  <a:lnTo>
                    <a:pt x="884" y="136"/>
                  </a:lnTo>
                  <a:lnTo>
                    <a:pt x="875" y="126"/>
                  </a:lnTo>
                  <a:lnTo>
                    <a:pt x="863" y="117"/>
                  </a:lnTo>
                  <a:lnTo>
                    <a:pt x="850" y="108"/>
                  </a:lnTo>
                  <a:lnTo>
                    <a:pt x="837" y="99"/>
                  </a:lnTo>
                  <a:lnTo>
                    <a:pt x="824" y="89"/>
                  </a:lnTo>
                  <a:lnTo>
                    <a:pt x="814" y="78"/>
                  </a:lnTo>
                  <a:lnTo>
                    <a:pt x="807" y="66"/>
                  </a:lnTo>
                  <a:lnTo>
                    <a:pt x="804" y="52"/>
                  </a:lnTo>
                  <a:lnTo>
                    <a:pt x="806" y="37"/>
                  </a:lnTo>
                  <a:lnTo>
                    <a:pt x="807" y="32"/>
                  </a:lnTo>
                  <a:lnTo>
                    <a:pt x="808" y="27"/>
                  </a:lnTo>
                  <a:lnTo>
                    <a:pt x="810" y="22"/>
                  </a:lnTo>
                  <a:lnTo>
                    <a:pt x="811" y="18"/>
                  </a:lnTo>
                  <a:lnTo>
                    <a:pt x="813" y="13"/>
                  </a:lnTo>
                  <a:lnTo>
                    <a:pt x="814" y="9"/>
                  </a:lnTo>
                  <a:lnTo>
                    <a:pt x="816" y="4"/>
                  </a:lnTo>
                  <a:lnTo>
                    <a:pt x="818" y="0"/>
                  </a:lnTo>
                  <a:lnTo>
                    <a:pt x="824" y="3"/>
                  </a:lnTo>
                  <a:lnTo>
                    <a:pt x="830" y="6"/>
                  </a:lnTo>
                  <a:lnTo>
                    <a:pt x="839" y="8"/>
                  </a:lnTo>
                  <a:lnTo>
                    <a:pt x="848" y="10"/>
                  </a:lnTo>
                  <a:lnTo>
                    <a:pt x="873" y="19"/>
                  </a:lnTo>
                  <a:lnTo>
                    <a:pt x="894" y="28"/>
                  </a:lnTo>
                  <a:lnTo>
                    <a:pt x="908" y="37"/>
                  </a:lnTo>
                  <a:lnTo>
                    <a:pt x="919" y="45"/>
                  </a:lnTo>
                  <a:lnTo>
                    <a:pt x="927" y="50"/>
                  </a:lnTo>
                  <a:lnTo>
                    <a:pt x="934" y="54"/>
                  </a:lnTo>
                  <a:lnTo>
                    <a:pt x="941" y="54"/>
                  </a:lnTo>
                  <a:lnTo>
                    <a:pt x="948" y="52"/>
                  </a:lnTo>
                  <a:lnTo>
                    <a:pt x="955" y="48"/>
                  </a:lnTo>
                  <a:lnTo>
                    <a:pt x="962" y="45"/>
                  </a:lnTo>
                  <a:lnTo>
                    <a:pt x="969" y="44"/>
                  </a:lnTo>
                  <a:lnTo>
                    <a:pt x="977" y="45"/>
                  </a:lnTo>
                  <a:lnTo>
                    <a:pt x="987" y="51"/>
                  </a:lnTo>
                  <a:lnTo>
                    <a:pt x="999" y="61"/>
                  </a:lnTo>
                  <a:lnTo>
                    <a:pt x="1012" y="77"/>
                  </a:lnTo>
                  <a:lnTo>
                    <a:pt x="1029" y="100"/>
                  </a:lnTo>
                  <a:lnTo>
                    <a:pt x="1040" y="114"/>
                  </a:lnTo>
                  <a:lnTo>
                    <a:pt x="1053" y="132"/>
                  </a:lnTo>
                  <a:lnTo>
                    <a:pt x="1067" y="151"/>
                  </a:lnTo>
                  <a:lnTo>
                    <a:pt x="1083" y="172"/>
                  </a:lnTo>
                  <a:lnTo>
                    <a:pt x="1102" y="195"/>
                  </a:lnTo>
                  <a:lnTo>
                    <a:pt x="1121" y="217"/>
                  </a:lnTo>
                  <a:lnTo>
                    <a:pt x="1142" y="242"/>
                  </a:lnTo>
                  <a:lnTo>
                    <a:pt x="1162" y="265"/>
                  </a:lnTo>
                  <a:lnTo>
                    <a:pt x="1183" y="289"/>
                  </a:lnTo>
                  <a:lnTo>
                    <a:pt x="1205" y="311"/>
                  </a:lnTo>
                  <a:lnTo>
                    <a:pt x="1226" y="333"/>
                  </a:lnTo>
                  <a:lnTo>
                    <a:pt x="1248" y="353"/>
                  </a:lnTo>
                  <a:lnTo>
                    <a:pt x="1269" y="371"/>
                  </a:lnTo>
                  <a:lnTo>
                    <a:pt x="1290" y="387"/>
                  </a:lnTo>
                  <a:lnTo>
                    <a:pt x="1308" y="400"/>
                  </a:lnTo>
                  <a:lnTo>
                    <a:pt x="1326" y="409"/>
                  </a:lnTo>
                  <a:lnTo>
                    <a:pt x="1355" y="424"/>
                  </a:lnTo>
                  <a:lnTo>
                    <a:pt x="1375" y="437"/>
                  </a:lnTo>
                  <a:lnTo>
                    <a:pt x="1389" y="448"/>
                  </a:lnTo>
                  <a:lnTo>
                    <a:pt x="1398" y="457"/>
                  </a:lnTo>
                  <a:lnTo>
                    <a:pt x="1406" y="463"/>
                  </a:lnTo>
                  <a:lnTo>
                    <a:pt x="1415" y="467"/>
                  </a:lnTo>
                  <a:lnTo>
                    <a:pt x="1427" y="467"/>
                  </a:lnTo>
                  <a:lnTo>
                    <a:pt x="1447" y="465"/>
                  </a:lnTo>
                  <a:lnTo>
                    <a:pt x="1466" y="462"/>
                  </a:lnTo>
                  <a:lnTo>
                    <a:pt x="1478" y="463"/>
                  </a:lnTo>
                  <a:lnTo>
                    <a:pt x="1487" y="466"/>
                  </a:lnTo>
                  <a:lnTo>
                    <a:pt x="1492" y="472"/>
                  </a:lnTo>
                  <a:lnTo>
                    <a:pt x="1495" y="482"/>
                  </a:lnTo>
                  <a:lnTo>
                    <a:pt x="1498" y="492"/>
                  </a:lnTo>
                  <a:lnTo>
                    <a:pt x="1503" y="504"/>
                  </a:lnTo>
                  <a:lnTo>
                    <a:pt x="1511" y="518"/>
                  </a:lnTo>
                  <a:lnTo>
                    <a:pt x="1519" y="532"/>
                  </a:lnTo>
                  <a:lnTo>
                    <a:pt x="1524" y="542"/>
                  </a:lnTo>
                  <a:lnTo>
                    <a:pt x="1526" y="550"/>
                  </a:lnTo>
                  <a:lnTo>
                    <a:pt x="1527" y="557"/>
                  </a:lnTo>
                  <a:lnTo>
                    <a:pt x="1526" y="564"/>
                  </a:lnTo>
                  <a:lnTo>
                    <a:pt x="1524" y="572"/>
                  </a:lnTo>
                  <a:lnTo>
                    <a:pt x="1523" y="581"/>
                  </a:lnTo>
                  <a:lnTo>
                    <a:pt x="1522" y="595"/>
                  </a:lnTo>
                  <a:lnTo>
                    <a:pt x="1524" y="606"/>
                  </a:lnTo>
                  <a:lnTo>
                    <a:pt x="1528" y="613"/>
                  </a:lnTo>
                  <a:lnTo>
                    <a:pt x="1533" y="618"/>
                  </a:lnTo>
                  <a:lnTo>
                    <a:pt x="1541" y="622"/>
                  </a:lnTo>
                  <a:lnTo>
                    <a:pt x="1548" y="628"/>
                  </a:lnTo>
                  <a:lnTo>
                    <a:pt x="1554" y="639"/>
                  </a:lnTo>
                  <a:lnTo>
                    <a:pt x="1559" y="655"/>
                  </a:lnTo>
                  <a:lnTo>
                    <a:pt x="1561" y="678"/>
                  </a:lnTo>
                  <a:lnTo>
                    <a:pt x="1564" y="702"/>
                  </a:lnTo>
                  <a:lnTo>
                    <a:pt x="1569" y="715"/>
                  </a:lnTo>
                  <a:lnTo>
                    <a:pt x="1577" y="724"/>
                  </a:lnTo>
                  <a:lnTo>
                    <a:pt x="1589" y="732"/>
                  </a:lnTo>
                  <a:lnTo>
                    <a:pt x="1602" y="743"/>
                  </a:lnTo>
                  <a:lnTo>
                    <a:pt x="1617" y="759"/>
                  </a:lnTo>
                  <a:lnTo>
                    <a:pt x="1635" y="786"/>
                  </a:lnTo>
                  <a:lnTo>
                    <a:pt x="1654" y="825"/>
                  </a:lnTo>
                  <a:lnTo>
                    <a:pt x="1663" y="849"/>
                  </a:lnTo>
                  <a:lnTo>
                    <a:pt x="1672" y="870"/>
                  </a:lnTo>
                  <a:lnTo>
                    <a:pt x="1680" y="890"/>
                  </a:lnTo>
                  <a:lnTo>
                    <a:pt x="1688" y="908"/>
                  </a:lnTo>
                  <a:lnTo>
                    <a:pt x="1695" y="924"/>
                  </a:lnTo>
                  <a:lnTo>
                    <a:pt x="1701" y="939"/>
                  </a:lnTo>
                  <a:lnTo>
                    <a:pt x="1707" y="953"/>
                  </a:lnTo>
                  <a:lnTo>
                    <a:pt x="1713" y="964"/>
                  </a:lnTo>
                  <a:lnTo>
                    <a:pt x="1718" y="975"/>
                  </a:lnTo>
                  <a:lnTo>
                    <a:pt x="1723" y="986"/>
                  </a:lnTo>
                  <a:lnTo>
                    <a:pt x="1728" y="994"/>
                  </a:lnTo>
                  <a:lnTo>
                    <a:pt x="1734" y="1002"/>
                  </a:lnTo>
                  <a:lnTo>
                    <a:pt x="1739" y="1009"/>
                  </a:lnTo>
                  <a:lnTo>
                    <a:pt x="1744" y="1014"/>
                  </a:lnTo>
                  <a:lnTo>
                    <a:pt x="1750" y="1020"/>
                  </a:lnTo>
                  <a:lnTo>
                    <a:pt x="1755" y="1024"/>
                  </a:lnTo>
                  <a:lnTo>
                    <a:pt x="1764" y="1035"/>
                  </a:lnTo>
                  <a:lnTo>
                    <a:pt x="1771" y="1048"/>
                  </a:lnTo>
                  <a:lnTo>
                    <a:pt x="1774" y="1063"/>
                  </a:lnTo>
                  <a:lnTo>
                    <a:pt x="1777" y="1077"/>
                  </a:lnTo>
                  <a:lnTo>
                    <a:pt x="1779" y="1092"/>
                  </a:lnTo>
                  <a:lnTo>
                    <a:pt x="1782" y="1103"/>
                  </a:lnTo>
                  <a:lnTo>
                    <a:pt x="1787" y="1110"/>
                  </a:lnTo>
                  <a:lnTo>
                    <a:pt x="1794" y="1112"/>
                  </a:lnTo>
                  <a:lnTo>
                    <a:pt x="1799" y="1114"/>
                  </a:lnTo>
                  <a:lnTo>
                    <a:pt x="1800" y="1121"/>
                  </a:lnTo>
                  <a:lnTo>
                    <a:pt x="1797" y="1132"/>
                  </a:lnTo>
                  <a:lnTo>
                    <a:pt x="1795" y="1145"/>
                  </a:lnTo>
                  <a:lnTo>
                    <a:pt x="1793" y="1159"/>
                  </a:lnTo>
                  <a:lnTo>
                    <a:pt x="1795" y="1172"/>
                  </a:lnTo>
                  <a:lnTo>
                    <a:pt x="1802" y="1183"/>
                  </a:lnTo>
                  <a:lnTo>
                    <a:pt x="1816" y="1191"/>
                  </a:lnTo>
                  <a:lnTo>
                    <a:pt x="1825" y="1195"/>
                  </a:lnTo>
                  <a:lnTo>
                    <a:pt x="1836" y="1200"/>
                  </a:lnTo>
                  <a:lnTo>
                    <a:pt x="1845" y="1208"/>
                  </a:lnTo>
                  <a:lnTo>
                    <a:pt x="1854" y="1217"/>
                  </a:lnTo>
                  <a:lnTo>
                    <a:pt x="1863" y="1227"/>
                  </a:lnTo>
                  <a:lnTo>
                    <a:pt x="1872" y="1239"/>
                  </a:lnTo>
                  <a:lnTo>
                    <a:pt x="1881" y="1252"/>
                  </a:lnTo>
                  <a:lnTo>
                    <a:pt x="1892" y="1264"/>
                  </a:lnTo>
                  <a:lnTo>
                    <a:pt x="1901" y="1278"/>
                  </a:lnTo>
                  <a:lnTo>
                    <a:pt x="1911" y="1292"/>
                  </a:lnTo>
                  <a:lnTo>
                    <a:pt x="1921" y="1305"/>
                  </a:lnTo>
                  <a:lnTo>
                    <a:pt x="1931" y="1318"/>
                  </a:lnTo>
                  <a:lnTo>
                    <a:pt x="1942" y="1330"/>
                  </a:lnTo>
                  <a:lnTo>
                    <a:pt x="1953" y="1343"/>
                  </a:lnTo>
                  <a:lnTo>
                    <a:pt x="1964" y="1353"/>
                  </a:lnTo>
                  <a:lnTo>
                    <a:pt x="1976" y="1362"/>
                  </a:lnTo>
                  <a:lnTo>
                    <a:pt x="1988" y="1371"/>
                  </a:lnTo>
                  <a:lnTo>
                    <a:pt x="1999" y="1382"/>
                  </a:lnTo>
                  <a:lnTo>
                    <a:pt x="2008" y="1395"/>
                  </a:lnTo>
                  <a:lnTo>
                    <a:pt x="2017" y="1408"/>
                  </a:lnTo>
                  <a:lnTo>
                    <a:pt x="2025" y="1422"/>
                  </a:lnTo>
                  <a:lnTo>
                    <a:pt x="2033" y="1438"/>
                  </a:lnTo>
                  <a:lnTo>
                    <a:pt x="2041" y="1453"/>
                  </a:lnTo>
                  <a:lnTo>
                    <a:pt x="2048" y="1469"/>
                  </a:lnTo>
                  <a:lnTo>
                    <a:pt x="2054" y="1484"/>
                  </a:lnTo>
                  <a:lnTo>
                    <a:pt x="2061" y="1500"/>
                  </a:lnTo>
                  <a:lnTo>
                    <a:pt x="2068" y="1514"/>
                  </a:lnTo>
                  <a:lnTo>
                    <a:pt x="2075" y="1527"/>
                  </a:lnTo>
                  <a:lnTo>
                    <a:pt x="2084" y="1540"/>
                  </a:lnTo>
                  <a:lnTo>
                    <a:pt x="2092" y="1551"/>
                  </a:lnTo>
                  <a:lnTo>
                    <a:pt x="2101" y="1560"/>
                  </a:lnTo>
                  <a:lnTo>
                    <a:pt x="2110" y="1567"/>
                  </a:lnTo>
                  <a:lnTo>
                    <a:pt x="2126" y="1580"/>
                  </a:lnTo>
                  <a:lnTo>
                    <a:pt x="2137" y="1593"/>
                  </a:lnTo>
                  <a:lnTo>
                    <a:pt x="2143" y="1605"/>
                  </a:lnTo>
                  <a:lnTo>
                    <a:pt x="2146" y="1616"/>
                  </a:lnTo>
                  <a:lnTo>
                    <a:pt x="2149" y="1626"/>
                  </a:lnTo>
                  <a:lnTo>
                    <a:pt x="2154" y="1634"/>
                  </a:lnTo>
                  <a:lnTo>
                    <a:pt x="2161" y="1640"/>
                  </a:lnTo>
                  <a:lnTo>
                    <a:pt x="2174" y="1643"/>
                  </a:lnTo>
                  <a:lnTo>
                    <a:pt x="2186" y="1646"/>
                  </a:lnTo>
                  <a:lnTo>
                    <a:pt x="2190" y="1654"/>
                  </a:lnTo>
                  <a:lnTo>
                    <a:pt x="2190" y="1665"/>
                  </a:lnTo>
                  <a:lnTo>
                    <a:pt x="2188" y="1680"/>
                  </a:lnTo>
                  <a:lnTo>
                    <a:pt x="2188" y="1699"/>
                  </a:lnTo>
                  <a:lnTo>
                    <a:pt x="2192" y="1720"/>
                  </a:lnTo>
                  <a:lnTo>
                    <a:pt x="2203" y="1745"/>
                  </a:lnTo>
                  <a:lnTo>
                    <a:pt x="2225" y="1772"/>
                  </a:lnTo>
                  <a:lnTo>
                    <a:pt x="2239" y="1786"/>
                  </a:lnTo>
                  <a:lnTo>
                    <a:pt x="2251" y="1802"/>
                  </a:lnTo>
                  <a:lnTo>
                    <a:pt x="2261" y="1817"/>
                  </a:lnTo>
                  <a:lnTo>
                    <a:pt x="2270" y="1833"/>
                  </a:lnTo>
                  <a:lnTo>
                    <a:pt x="2278" y="1850"/>
                  </a:lnTo>
                  <a:lnTo>
                    <a:pt x="2287" y="1865"/>
                  </a:lnTo>
                  <a:lnTo>
                    <a:pt x="2294" y="1881"/>
                  </a:lnTo>
                  <a:lnTo>
                    <a:pt x="2301" y="1897"/>
                  </a:lnTo>
                  <a:lnTo>
                    <a:pt x="2308" y="1912"/>
                  </a:lnTo>
                  <a:lnTo>
                    <a:pt x="2315" y="1927"/>
                  </a:lnTo>
                  <a:lnTo>
                    <a:pt x="2323" y="1942"/>
                  </a:lnTo>
                  <a:lnTo>
                    <a:pt x="2332" y="1954"/>
                  </a:lnTo>
                  <a:lnTo>
                    <a:pt x="2341" y="1966"/>
                  </a:lnTo>
                  <a:lnTo>
                    <a:pt x="2351" y="1977"/>
                  </a:lnTo>
                  <a:lnTo>
                    <a:pt x="2363" y="1986"/>
                  </a:lnTo>
                  <a:lnTo>
                    <a:pt x="2376" y="1995"/>
                  </a:lnTo>
                  <a:lnTo>
                    <a:pt x="2398" y="2008"/>
                  </a:lnTo>
                  <a:lnTo>
                    <a:pt x="2408" y="2020"/>
                  </a:lnTo>
                  <a:lnTo>
                    <a:pt x="2410" y="2031"/>
                  </a:lnTo>
                  <a:lnTo>
                    <a:pt x="2409" y="2042"/>
                  </a:lnTo>
                  <a:lnTo>
                    <a:pt x="2406" y="2054"/>
                  </a:lnTo>
                  <a:lnTo>
                    <a:pt x="2407" y="2067"/>
                  </a:lnTo>
                  <a:lnTo>
                    <a:pt x="2415" y="2082"/>
                  </a:lnTo>
                  <a:lnTo>
                    <a:pt x="2433" y="2101"/>
                  </a:lnTo>
                  <a:lnTo>
                    <a:pt x="2441" y="2109"/>
                  </a:lnTo>
                  <a:lnTo>
                    <a:pt x="2448" y="2119"/>
                  </a:lnTo>
                  <a:lnTo>
                    <a:pt x="2455" y="2129"/>
                  </a:lnTo>
                  <a:lnTo>
                    <a:pt x="2460" y="2142"/>
                  </a:lnTo>
                  <a:lnTo>
                    <a:pt x="2465" y="2154"/>
                  </a:lnTo>
                  <a:lnTo>
                    <a:pt x="2469" y="2167"/>
                  </a:lnTo>
                  <a:lnTo>
                    <a:pt x="2472" y="2181"/>
                  </a:lnTo>
                  <a:lnTo>
                    <a:pt x="2475" y="2196"/>
                  </a:lnTo>
                  <a:close/>
                </a:path>
              </a:pathLst>
            </a:custGeom>
            <a:solidFill>
              <a:srgbClr val="33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28" name="Freeform 527">
              <a:extLst>
                <a:ext uri="{FF2B5EF4-FFF2-40B4-BE49-F238E27FC236}">
                  <a16:creationId xmlns:a16="http://schemas.microsoft.com/office/drawing/2014/main" id="{AD20E9BA-1038-D053-023F-1765C30D85F0}"/>
                </a:ext>
              </a:extLst>
            </p:cNvPr>
            <p:cNvSpPr>
              <a:spLocks/>
            </p:cNvSpPr>
            <p:nvPr/>
          </p:nvSpPr>
          <p:spPr bwMode="auto">
            <a:xfrm>
              <a:off x="2399" y="2603"/>
              <a:ext cx="619" cy="594"/>
            </a:xfrm>
            <a:custGeom>
              <a:avLst/>
              <a:gdLst>
                <a:gd name="T0" fmla="*/ 0 w 2475"/>
                <a:gd name="T1" fmla="*/ 0 h 2377"/>
                <a:gd name="T2" fmla="*/ 0 w 2475"/>
                <a:gd name="T3" fmla="*/ 0 h 2377"/>
                <a:gd name="T4" fmla="*/ 0 w 2475"/>
                <a:gd name="T5" fmla="*/ 0 h 2377"/>
                <a:gd name="T6" fmla="*/ 0 w 2475"/>
                <a:gd name="T7" fmla="*/ 0 h 2377"/>
                <a:gd name="T8" fmla="*/ 0 w 2475"/>
                <a:gd name="T9" fmla="*/ 0 h 2377"/>
                <a:gd name="T10" fmla="*/ 0 w 2475"/>
                <a:gd name="T11" fmla="*/ 0 h 2377"/>
                <a:gd name="T12" fmla="*/ 0 w 2475"/>
                <a:gd name="T13" fmla="*/ 0 h 2377"/>
                <a:gd name="T14" fmla="*/ 0 w 2475"/>
                <a:gd name="T15" fmla="*/ 0 h 2377"/>
                <a:gd name="T16" fmla="*/ 0 w 2475"/>
                <a:gd name="T17" fmla="*/ 0 h 2377"/>
                <a:gd name="T18" fmla="*/ 0 w 2475"/>
                <a:gd name="T19" fmla="*/ 0 h 2377"/>
                <a:gd name="T20" fmla="*/ 0 w 2475"/>
                <a:gd name="T21" fmla="*/ 0 h 2377"/>
                <a:gd name="T22" fmla="*/ 0 w 2475"/>
                <a:gd name="T23" fmla="*/ 0 h 2377"/>
                <a:gd name="T24" fmla="*/ 0 w 2475"/>
                <a:gd name="T25" fmla="*/ 0 h 2377"/>
                <a:gd name="T26" fmla="*/ 0 w 2475"/>
                <a:gd name="T27" fmla="*/ 0 h 2377"/>
                <a:gd name="T28" fmla="*/ 0 w 2475"/>
                <a:gd name="T29" fmla="*/ 0 h 2377"/>
                <a:gd name="T30" fmla="*/ 0 w 2475"/>
                <a:gd name="T31" fmla="*/ 0 h 2377"/>
                <a:gd name="T32" fmla="*/ 0 w 2475"/>
                <a:gd name="T33" fmla="*/ 0 h 2377"/>
                <a:gd name="T34" fmla="*/ 0 w 2475"/>
                <a:gd name="T35" fmla="*/ 0 h 2377"/>
                <a:gd name="T36" fmla="*/ 0 w 2475"/>
                <a:gd name="T37" fmla="*/ 0 h 2377"/>
                <a:gd name="T38" fmla="*/ 0 w 2475"/>
                <a:gd name="T39" fmla="*/ 0 h 2377"/>
                <a:gd name="T40" fmla="*/ 0 w 2475"/>
                <a:gd name="T41" fmla="*/ 0 h 2377"/>
                <a:gd name="T42" fmla="*/ 0 w 2475"/>
                <a:gd name="T43" fmla="*/ 0 h 2377"/>
                <a:gd name="T44" fmla="*/ 0 w 2475"/>
                <a:gd name="T45" fmla="*/ 0 h 2377"/>
                <a:gd name="T46" fmla="*/ 0 w 2475"/>
                <a:gd name="T47" fmla="*/ 0 h 2377"/>
                <a:gd name="T48" fmla="*/ 0 w 2475"/>
                <a:gd name="T49" fmla="*/ 0 h 2377"/>
                <a:gd name="T50" fmla="*/ 0 w 2475"/>
                <a:gd name="T51" fmla="*/ 0 h 2377"/>
                <a:gd name="T52" fmla="*/ 0 w 2475"/>
                <a:gd name="T53" fmla="*/ 0 h 2377"/>
                <a:gd name="T54" fmla="*/ 0 w 2475"/>
                <a:gd name="T55" fmla="*/ 0 h 2377"/>
                <a:gd name="T56" fmla="*/ 0 w 2475"/>
                <a:gd name="T57" fmla="*/ 0 h 2377"/>
                <a:gd name="T58" fmla="*/ 0 w 2475"/>
                <a:gd name="T59" fmla="*/ 0 h 2377"/>
                <a:gd name="T60" fmla="*/ 0 w 2475"/>
                <a:gd name="T61" fmla="*/ 0 h 2377"/>
                <a:gd name="T62" fmla="*/ 0 w 2475"/>
                <a:gd name="T63" fmla="*/ 0 h 2377"/>
                <a:gd name="T64" fmla="*/ 0 w 2475"/>
                <a:gd name="T65" fmla="*/ 0 h 2377"/>
                <a:gd name="T66" fmla="*/ 0 w 2475"/>
                <a:gd name="T67" fmla="*/ 0 h 2377"/>
                <a:gd name="T68" fmla="*/ 0 w 2475"/>
                <a:gd name="T69" fmla="*/ 0 h 2377"/>
                <a:gd name="T70" fmla="*/ 0 w 2475"/>
                <a:gd name="T71" fmla="*/ 0 h 2377"/>
                <a:gd name="T72" fmla="*/ 0 w 2475"/>
                <a:gd name="T73" fmla="*/ 0 h 2377"/>
                <a:gd name="T74" fmla="*/ 0 w 2475"/>
                <a:gd name="T75" fmla="*/ 0 h 2377"/>
                <a:gd name="T76" fmla="*/ 0 w 2475"/>
                <a:gd name="T77" fmla="*/ 0 h 2377"/>
                <a:gd name="T78" fmla="*/ 0 w 2475"/>
                <a:gd name="T79" fmla="*/ 0 h 2377"/>
                <a:gd name="T80" fmla="*/ 0 w 2475"/>
                <a:gd name="T81" fmla="*/ 0 h 2377"/>
                <a:gd name="T82" fmla="*/ 0 w 2475"/>
                <a:gd name="T83" fmla="*/ 0 h 2377"/>
                <a:gd name="T84" fmla="*/ 0 w 2475"/>
                <a:gd name="T85" fmla="*/ 0 h 2377"/>
                <a:gd name="T86" fmla="*/ 0 w 2475"/>
                <a:gd name="T87" fmla="*/ 0 h 2377"/>
                <a:gd name="T88" fmla="*/ 0 w 2475"/>
                <a:gd name="T89" fmla="*/ 0 h 2377"/>
                <a:gd name="T90" fmla="*/ 0 w 2475"/>
                <a:gd name="T91" fmla="*/ 0 h 2377"/>
                <a:gd name="T92" fmla="*/ 0 w 2475"/>
                <a:gd name="T93" fmla="*/ 0 h 2377"/>
                <a:gd name="T94" fmla="*/ 0 w 2475"/>
                <a:gd name="T95" fmla="*/ 0 h 2377"/>
                <a:gd name="T96" fmla="*/ 0 w 2475"/>
                <a:gd name="T97" fmla="*/ 0 h 2377"/>
                <a:gd name="T98" fmla="*/ 0 w 2475"/>
                <a:gd name="T99" fmla="*/ 0 h 2377"/>
                <a:gd name="T100" fmla="*/ 0 w 2475"/>
                <a:gd name="T101" fmla="*/ 0 h 2377"/>
                <a:gd name="T102" fmla="*/ 0 w 2475"/>
                <a:gd name="T103" fmla="*/ 0 h 2377"/>
                <a:gd name="T104" fmla="*/ 0 w 2475"/>
                <a:gd name="T105" fmla="*/ 0 h 2377"/>
                <a:gd name="T106" fmla="*/ 0 w 2475"/>
                <a:gd name="T107" fmla="*/ 0 h 2377"/>
                <a:gd name="T108" fmla="*/ 0 w 2475"/>
                <a:gd name="T109" fmla="*/ 0 h 2377"/>
                <a:gd name="T110" fmla="*/ 0 w 2475"/>
                <a:gd name="T111" fmla="*/ 0 h 2377"/>
                <a:gd name="T112" fmla="*/ 0 w 2475"/>
                <a:gd name="T113" fmla="*/ 0 h 2377"/>
                <a:gd name="T114" fmla="*/ 0 w 2475"/>
                <a:gd name="T115" fmla="*/ 0 h 2377"/>
                <a:gd name="T116" fmla="*/ 0 w 2475"/>
                <a:gd name="T117" fmla="*/ 0 h 2377"/>
                <a:gd name="T118" fmla="*/ 0 w 2475"/>
                <a:gd name="T119" fmla="*/ 0 h 2377"/>
                <a:gd name="T120" fmla="*/ 0 w 2475"/>
                <a:gd name="T121" fmla="*/ 0 h 2377"/>
                <a:gd name="T122" fmla="*/ 0 w 2475"/>
                <a:gd name="T123" fmla="*/ 0 h 237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475" h="2377">
                  <a:moveTo>
                    <a:pt x="2475" y="2196"/>
                  </a:moveTo>
                  <a:lnTo>
                    <a:pt x="2475" y="2196"/>
                  </a:lnTo>
                  <a:lnTo>
                    <a:pt x="2464" y="2206"/>
                  </a:lnTo>
                  <a:lnTo>
                    <a:pt x="2453" y="2216"/>
                  </a:lnTo>
                  <a:lnTo>
                    <a:pt x="2443" y="2227"/>
                  </a:lnTo>
                  <a:lnTo>
                    <a:pt x="2433" y="2238"/>
                  </a:lnTo>
                  <a:lnTo>
                    <a:pt x="2422" y="2251"/>
                  </a:lnTo>
                  <a:lnTo>
                    <a:pt x="2413" y="2263"/>
                  </a:lnTo>
                  <a:lnTo>
                    <a:pt x="2404" y="2275"/>
                  </a:lnTo>
                  <a:lnTo>
                    <a:pt x="2396" y="2287"/>
                  </a:lnTo>
                  <a:lnTo>
                    <a:pt x="2388" y="2299"/>
                  </a:lnTo>
                  <a:lnTo>
                    <a:pt x="2380" y="2310"/>
                  </a:lnTo>
                  <a:lnTo>
                    <a:pt x="2374" y="2321"/>
                  </a:lnTo>
                  <a:lnTo>
                    <a:pt x="2368" y="2330"/>
                  </a:lnTo>
                  <a:lnTo>
                    <a:pt x="2363" y="2339"/>
                  </a:lnTo>
                  <a:lnTo>
                    <a:pt x="2358" y="2348"/>
                  </a:lnTo>
                  <a:lnTo>
                    <a:pt x="2354" y="2354"/>
                  </a:lnTo>
                  <a:lnTo>
                    <a:pt x="2351" y="2359"/>
                  </a:lnTo>
                  <a:lnTo>
                    <a:pt x="2344" y="2368"/>
                  </a:lnTo>
                  <a:lnTo>
                    <a:pt x="2335" y="2373"/>
                  </a:lnTo>
                  <a:lnTo>
                    <a:pt x="2323" y="2376"/>
                  </a:lnTo>
                  <a:lnTo>
                    <a:pt x="2312" y="2374"/>
                  </a:lnTo>
                  <a:lnTo>
                    <a:pt x="2301" y="2370"/>
                  </a:lnTo>
                  <a:lnTo>
                    <a:pt x="2291" y="2363"/>
                  </a:lnTo>
                  <a:lnTo>
                    <a:pt x="2283" y="2352"/>
                  </a:lnTo>
                  <a:lnTo>
                    <a:pt x="2275" y="2338"/>
                  </a:lnTo>
                  <a:lnTo>
                    <a:pt x="2269" y="2327"/>
                  </a:lnTo>
                  <a:lnTo>
                    <a:pt x="2262" y="2321"/>
                  </a:lnTo>
                  <a:lnTo>
                    <a:pt x="2253" y="2318"/>
                  </a:lnTo>
                  <a:lnTo>
                    <a:pt x="2242" y="2319"/>
                  </a:lnTo>
                  <a:lnTo>
                    <a:pt x="2229" y="2321"/>
                  </a:lnTo>
                  <a:lnTo>
                    <a:pt x="2216" y="2323"/>
                  </a:lnTo>
                  <a:lnTo>
                    <a:pt x="2201" y="2323"/>
                  </a:lnTo>
                  <a:lnTo>
                    <a:pt x="2184" y="2322"/>
                  </a:lnTo>
                  <a:lnTo>
                    <a:pt x="2168" y="2321"/>
                  </a:lnTo>
                  <a:lnTo>
                    <a:pt x="2157" y="2322"/>
                  </a:lnTo>
                  <a:lnTo>
                    <a:pt x="2149" y="2326"/>
                  </a:lnTo>
                  <a:lnTo>
                    <a:pt x="2143" y="2331"/>
                  </a:lnTo>
                  <a:lnTo>
                    <a:pt x="2136" y="2338"/>
                  </a:lnTo>
                  <a:lnTo>
                    <a:pt x="2128" y="2345"/>
                  </a:lnTo>
                  <a:lnTo>
                    <a:pt x="2119" y="2352"/>
                  </a:lnTo>
                  <a:lnTo>
                    <a:pt x="2106" y="2357"/>
                  </a:lnTo>
                  <a:lnTo>
                    <a:pt x="2091" y="2360"/>
                  </a:lnTo>
                  <a:lnTo>
                    <a:pt x="2074" y="2361"/>
                  </a:lnTo>
                  <a:lnTo>
                    <a:pt x="2060" y="2361"/>
                  </a:lnTo>
                  <a:lnTo>
                    <a:pt x="2045" y="2359"/>
                  </a:lnTo>
                  <a:lnTo>
                    <a:pt x="2029" y="2355"/>
                  </a:lnTo>
                  <a:lnTo>
                    <a:pt x="2014" y="2348"/>
                  </a:lnTo>
                  <a:lnTo>
                    <a:pt x="1998" y="2339"/>
                  </a:lnTo>
                  <a:lnTo>
                    <a:pt x="1981" y="2328"/>
                  </a:lnTo>
                  <a:lnTo>
                    <a:pt x="1966" y="2318"/>
                  </a:lnTo>
                  <a:lnTo>
                    <a:pt x="1953" y="2315"/>
                  </a:lnTo>
                  <a:lnTo>
                    <a:pt x="1943" y="2315"/>
                  </a:lnTo>
                  <a:lnTo>
                    <a:pt x="1935" y="2318"/>
                  </a:lnTo>
                  <a:lnTo>
                    <a:pt x="1927" y="2323"/>
                  </a:lnTo>
                  <a:lnTo>
                    <a:pt x="1923" y="2328"/>
                  </a:lnTo>
                  <a:lnTo>
                    <a:pt x="1921" y="2332"/>
                  </a:lnTo>
                  <a:lnTo>
                    <a:pt x="1920" y="2334"/>
                  </a:lnTo>
                  <a:lnTo>
                    <a:pt x="1920" y="2337"/>
                  </a:lnTo>
                  <a:lnTo>
                    <a:pt x="1921" y="2344"/>
                  </a:lnTo>
                  <a:lnTo>
                    <a:pt x="1921" y="2353"/>
                  </a:lnTo>
                  <a:lnTo>
                    <a:pt x="1920" y="2361"/>
                  </a:lnTo>
                  <a:lnTo>
                    <a:pt x="1915" y="2368"/>
                  </a:lnTo>
                  <a:lnTo>
                    <a:pt x="1907" y="2371"/>
                  </a:lnTo>
                  <a:lnTo>
                    <a:pt x="1895" y="2369"/>
                  </a:lnTo>
                  <a:lnTo>
                    <a:pt x="1875" y="2359"/>
                  </a:lnTo>
                  <a:lnTo>
                    <a:pt x="1857" y="2348"/>
                  </a:lnTo>
                  <a:lnTo>
                    <a:pt x="1844" y="2341"/>
                  </a:lnTo>
                  <a:lnTo>
                    <a:pt x="1836" y="2339"/>
                  </a:lnTo>
                  <a:lnTo>
                    <a:pt x="1829" y="2341"/>
                  </a:lnTo>
                  <a:lnTo>
                    <a:pt x="1825" y="2348"/>
                  </a:lnTo>
                  <a:lnTo>
                    <a:pt x="1821" y="2354"/>
                  </a:lnTo>
                  <a:lnTo>
                    <a:pt x="1818" y="2363"/>
                  </a:lnTo>
                  <a:lnTo>
                    <a:pt x="1812" y="2371"/>
                  </a:lnTo>
                  <a:lnTo>
                    <a:pt x="1804" y="2376"/>
                  </a:lnTo>
                  <a:lnTo>
                    <a:pt x="1794" y="2377"/>
                  </a:lnTo>
                  <a:lnTo>
                    <a:pt x="1782" y="2373"/>
                  </a:lnTo>
                  <a:lnTo>
                    <a:pt x="1769" y="2366"/>
                  </a:lnTo>
                  <a:lnTo>
                    <a:pt x="1753" y="2356"/>
                  </a:lnTo>
                  <a:lnTo>
                    <a:pt x="1736" y="2344"/>
                  </a:lnTo>
                  <a:lnTo>
                    <a:pt x="1715" y="2330"/>
                  </a:lnTo>
                  <a:lnTo>
                    <a:pt x="1692" y="2316"/>
                  </a:lnTo>
                  <a:lnTo>
                    <a:pt x="1669" y="2305"/>
                  </a:lnTo>
                  <a:lnTo>
                    <a:pt x="1654" y="2298"/>
                  </a:lnTo>
                  <a:lnTo>
                    <a:pt x="1642" y="2295"/>
                  </a:lnTo>
                  <a:lnTo>
                    <a:pt x="1632" y="2294"/>
                  </a:lnTo>
                  <a:lnTo>
                    <a:pt x="1625" y="2296"/>
                  </a:lnTo>
                  <a:lnTo>
                    <a:pt x="1617" y="2297"/>
                  </a:lnTo>
                  <a:lnTo>
                    <a:pt x="1609" y="2299"/>
                  </a:lnTo>
                  <a:lnTo>
                    <a:pt x="1598" y="2300"/>
                  </a:lnTo>
                  <a:lnTo>
                    <a:pt x="1588" y="2301"/>
                  </a:lnTo>
                  <a:lnTo>
                    <a:pt x="1579" y="2304"/>
                  </a:lnTo>
                  <a:lnTo>
                    <a:pt x="1573" y="2307"/>
                  </a:lnTo>
                  <a:lnTo>
                    <a:pt x="1569" y="2310"/>
                  </a:lnTo>
                  <a:lnTo>
                    <a:pt x="1564" y="2312"/>
                  </a:lnTo>
                  <a:lnTo>
                    <a:pt x="1560" y="2313"/>
                  </a:lnTo>
                  <a:lnTo>
                    <a:pt x="1553" y="2310"/>
                  </a:lnTo>
                  <a:lnTo>
                    <a:pt x="1545" y="2304"/>
                  </a:lnTo>
                  <a:lnTo>
                    <a:pt x="1536" y="2297"/>
                  </a:lnTo>
                  <a:lnTo>
                    <a:pt x="1525" y="2290"/>
                  </a:lnTo>
                  <a:lnTo>
                    <a:pt x="1516" y="2287"/>
                  </a:lnTo>
                  <a:lnTo>
                    <a:pt x="1506" y="2284"/>
                  </a:lnTo>
                  <a:lnTo>
                    <a:pt x="1497" y="2283"/>
                  </a:lnTo>
                  <a:lnTo>
                    <a:pt x="1487" y="2283"/>
                  </a:lnTo>
                  <a:lnTo>
                    <a:pt x="1478" y="2284"/>
                  </a:lnTo>
                  <a:lnTo>
                    <a:pt x="1469" y="2285"/>
                  </a:lnTo>
                  <a:lnTo>
                    <a:pt x="1460" y="2286"/>
                  </a:lnTo>
                  <a:lnTo>
                    <a:pt x="1452" y="2286"/>
                  </a:lnTo>
                  <a:lnTo>
                    <a:pt x="1443" y="2284"/>
                  </a:lnTo>
                  <a:lnTo>
                    <a:pt x="1436" y="2280"/>
                  </a:lnTo>
                  <a:lnTo>
                    <a:pt x="1428" y="2276"/>
                  </a:lnTo>
                  <a:lnTo>
                    <a:pt x="1424" y="2270"/>
                  </a:lnTo>
                  <a:lnTo>
                    <a:pt x="1421" y="2263"/>
                  </a:lnTo>
                  <a:lnTo>
                    <a:pt x="1422" y="2255"/>
                  </a:lnTo>
                  <a:lnTo>
                    <a:pt x="1422" y="2246"/>
                  </a:lnTo>
                  <a:lnTo>
                    <a:pt x="1420" y="2237"/>
                  </a:lnTo>
                  <a:lnTo>
                    <a:pt x="1417" y="2229"/>
                  </a:lnTo>
                  <a:lnTo>
                    <a:pt x="1412" y="2222"/>
                  </a:lnTo>
                  <a:lnTo>
                    <a:pt x="1407" y="2217"/>
                  </a:lnTo>
                  <a:lnTo>
                    <a:pt x="1401" y="2214"/>
                  </a:lnTo>
                  <a:lnTo>
                    <a:pt x="1396" y="2214"/>
                  </a:lnTo>
                  <a:lnTo>
                    <a:pt x="1392" y="2218"/>
                  </a:lnTo>
                  <a:lnTo>
                    <a:pt x="1385" y="2225"/>
                  </a:lnTo>
                  <a:lnTo>
                    <a:pt x="1379" y="2223"/>
                  </a:lnTo>
                  <a:lnTo>
                    <a:pt x="1373" y="2216"/>
                  </a:lnTo>
                  <a:lnTo>
                    <a:pt x="1365" y="2208"/>
                  </a:lnTo>
                  <a:lnTo>
                    <a:pt x="1360" y="2204"/>
                  </a:lnTo>
                  <a:lnTo>
                    <a:pt x="1354" y="2201"/>
                  </a:lnTo>
                  <a:lnTo>
                    <a:pt x="1348" y="2198"/>
                  </a:lnTo>
                  <a:lnTo>
                    <a:pt x="1342" y="2198"/>
                  </a:lnTo>
                  <a:lnTo>
                    <a:pt x="1335" y="2199"/>
                  </a:lnTo>
                  <a:lnTo>
                    <a:pt x="1327" y="2202"/>
                  </a:lnTo>
                  <a:lnTo>
                    <a:pt x="1319" y="2208"/>
                  </a:lnTo>
                  <a:lnTo>
                    <a:pt x="1310" y="2216"/>
                  </a:lnTo>
                  <a:lnTo>
                    <a:pt x="1301" y="2224"/>
                  </a:lnTo>
                  <a:lnTo>
                    <a:pt x="1292" y="2230"/>
                  </a:lnTo>
                  <a:lnTo>
                    <a:pt x="1282" y="2234"/>
                  </a:lnTo>
                  <a:lnTo>
                    <a:pt x="1274" y="2235"/>
                  </a:lnTo>
                  <a:lnTo>
                    <a:pt x="1265" y="2234"/>
                  </a:lnTo>
                  <a:lnTo>
                    <a:pt x="1256" y="2229"/>
                  </a:lnTo>
                  <a:lnTo>
                    <a:pt x="1247" y="2222"/>
                  </a:lnTo>
                  <a:lnTo>
                    <a:pt x="1237" y="2212"/>
                  </a:lnTo>
                  <a:lnTo>
                    <a:pt x="1225" y="2201"/>
                  </a:lnTo>
                  <a:lnTo>
                    <a:pt x="1213" y="2192"/>
                  </a:lnTo>
                  <a:lnTo>
                    <a:pt x="1200" y="2183"/>
                  </a:lnTo>
                  <a:lnTo>
                    <a:pt x="1187" y="2177"/>
                  </a:lnTo>
                  <a:lnTo>
                    <a:pt x="1174" y="2175"/>
                  </a:lnTo>
                  <a:lnTo>
                    <a:pt x="1164" y="2176"/>
                  </a:lnTo>
                  <a:lnTo>
                    <a:pt x="1156" y="2180"/>
                  </a:lnTo>
                  <a:lnTo>
                    <a:pt x="1151" y="2189"/>
                  </a:lnTo>
                  <a:lnTo>
                    <a:pt x="1147" y="2200"/>
                  </a:lnTo>
                  <a:lnTo>
                    <a:pt x="1140" y="2209"/>
                  </a:lnTo>
                  <a:lnTo>
                    <a:pt x="1131" y="2216"/>
                  </a:lnTo>
                  <a:lnTo>
                    <a:pt x="1122" y="2221"/>
                  </a:lnTo>
                  <a:lnTo>
                    <a:pt x="1112" y="2225"/>
                  </a:lnTo>
                  <a:lnTo>
                    <a:pt x="1102" y="2226"/>
                  </a:lnTo>
                  <a:lnTo>
                    <a:pt x="1093" y="2226"/>
                  </a:lnTo>
                  <a:lnTo>
                    <a:pt x="1083" y="2224"/>
                  </a:lnTo>
                  <a:lnTo>
                    <a:pt x="1075" y="2219"/>
                  </a:lnTo>
                  <a:lnTo>
                    <a:pt x="1067" y="2212"/>
                  </a:lnTo>
                  <a:lnTo>
                    <a:pt x="1059" y="2203"/>
                  </a:lnTo>
                  <a:lnTo>
                    <a:pt x="1049" y="2193"/>
                  </a:lnTo>
                  <a:lnTo>
                    <a:pt x="1037" y="2183"/>
                  </a:lnTo>
                  <a:lnTo>
                    <a:pt x="1022" y="2174"/>
                  </a:lnTo>
                  <a:lnTo>
                    <a:pt x="1003" y="2167"/>
                  </a:lnTo>
                  <a:lnTo>
                    <a:pt x="979" y="2163"/>
                  </a:lnTo>
                  <a:lnTo>
                    <a:pt x="959" y="2157"/>
                  </a:lnTo>
                  <a:lnTo>
                    <a:pt x="947" y="2146"/>
                  </a:lnTo>
                  <a:lnTo>
                    <a:pt x="942" y="2130"/>
                  </a:lnTo>
                  <a:lnTo>
                    <a:pt x="942" y="2112"/>
                  </a:lnTo>
                  <a:lnTo>
                    <a:pt x="944" y="2094"/>
                  </a:lnTo>
                  <a:lnTo>
                    <a:pt x="948" y="2075"/>
                  </a:lnTo>
                  <a:lnTo>
                    <a:pt x="949" y="2058"/>
                  </a:lnTo>
                  <a:lnTo>
                    <a:pt x="947" y="2045"/>
                  </a:lnTo>
                  <a:lnTo>
                    <a:pt x="944" y="2032"/>
                  </a:lnTo>
                  <a:lnTo>
                    <a:pt x="945" y="2017"/>
                  </a:lnTo>
                  <a:lnTo>
                    <a:pt x="948" y="2001"/>
                  </a:lnTo>
                  <a:lnTo>
                    <a:pt x="954" y="1984"/>
                  </a:lnTo>
                  <a:lnTo>
                    <a:pt x="960" y="1968"/>
                  </a:lnTo>
                  <a:lnTo>
                    <a:pt x="967" y="1952"/>
                  </a:lnTo>
                  <a:lnTo>
                    <a:pt x="973" y="1936"/>
                  </a:lnTo>
                  <a:lnTo>
                    <a:pt x="977" y="1924"/>
                  </a:lnTo>
                  <a:lnTo>
                    <a:pt x="978" y="1911"/>
                  </a:lnTo>
                  <a:lnTo>
                    <a:pt x="977" y="1896"/>
                  </a:lnTo>
                  <a:lnTo>
                    <a:pt x="974" y="1878"/>
                  </a:lnTo>
                  <a:lnTo>
                    <a:pt x="970" y="1860"/>
                  </a:lnTo>
                  <a:lnTo>
                    <a:pt x="965" y="1842"/>
                  </a:lnTo>
                  <a:lnTo>
                    <a:pt x="961" y="1825"/>
                  </a:lnTo>
                  <a:lnTo>
                    <a:pt x="959" y="1811"/>
                  </a:lnTo>
                  <a:lnTo>
                    <a:pt x="959" y="1800"/>
                  </a:lnTo>
                  <a:lnTo>
                    <a:pt x="959" y="1791"/>
                  </a:lnTo>
                  <a:lnTo>
                    <a:pt x="956" y="1782"/>
                  </a:lnTo>
                  <a:lnTo>
                    <a:pt x="950" y="1774"/>
                  </a:lnTo>
                  <a:lnTo>
                    <a:pt x="942" y="1768"/>
                  </a:lnTo>
                  <a:lnTo>
                    <a:pt x="930" y="1761"/>
                  </a:lnTo>
                  <a:lnTo>
                    <a:pt x="918" y="1755"/>
                  </a:lnTo>
                  <a:lnTo>
                    <a:pt x="905" y="1748"/>
                  </a:lnTo>
                  <a:lnTo>
                    <a:pt x="892" y="1741"/>
                  </a:lnTo>
                  <a:lnTo>
                    <a:pt x="878" y="1735"/>
                  </a:lnTo>
                  <a:lnTo>
                    <a:pt x="867" y="1735"/>
                  </a:lnTo>
                  <a:lnTo>
                    <a:pt x="856" y="1737"/>
                  </a:lnTo>
                  <a:lnTo>
                    <a:pt x="845" y="1742"/>
                  </a:lnTo>
                  <a:lnTo>
                    <a:pt x="832" y="1748"/>
                  </a:lnTo>
                  <a:lnTo>
                    <a:pt x="818" y="1754"/>
                  </a:lnTo>
                  <a:lnTo>
                    <a:pt x="803" y="1759"/>
                  </a:lnTo>
                  <a:lnTo>
                    <a:pt x="783" y="1763"/>
                  </a:lnTo>
                  <a:lnTo>
                    <a:pt x="765" y="1764"/>
                  </a:lnTo>
                  <a:lnTo>
                    <a:pt x="753" y="1759"/>
                  </a:lnTo>
                  <a:lnTo>
                    <a:pt x="746" y="1751"/>
                  </a:lnTo>
                  <a:lnTo>
                    <a:pt x="743" y="1740"/>
                  </a:lnTo>
                  <a:lnTo>
                    <a:pt x="743" y="1729"/>
                  </a:lnTo>
                  <a:lnTo>
                    <a:pt x="746" y="1719"/>
                  </a:lnTo>
                  <a:lnTo>
                    <a:pt x="750" y="1711"/>
                  </a:lnTo>
                  <a:lnTo>
                    <a:pt x="755" y="1708"/>
                  </a:lnTo>
                  <a:lnTo>
                    <a:pt x="761" y="1705"/>
                  </a:lnTo>
                  <a:lnTo>
                    <a:pt x="768" y="1698"/>
                  </a:lnTo>
                  <a:lnTo>
                    <a:pt x="775" y="1687"/>
                  </a:lnTo>
                  <a:lnTo>
                    <a:pt x="781" y="1674"/>
                  </a:lnTo>
                  <a:lnTo>
                    <a:pt x="785" y="1660"/>
                  </a:lnTo>
                  <a:lnTo>
                    <a:pt x="788" y="1645"/>
                  </a:lnTo>
                  <a:lnTo>
                    <a:pt x="784" y="1630"/>
                  </a:lnTo>
                  <a:lnTo>
                    <a:pt x="777" y="1616"/>
                  </a:lnTo>
                  <a:lnTo>
                    <a:pt x="770" y="1604"/>
                  </a:lnTo>
                  <a:lnTo>
                    <a:pt x="767" y="1594"/>
                  </a:lnTo>
                  <a:lnTo>
                    <a:pt x="767" y="1583"/>
                  </a:lnTo>
                  <a:lnTo>
                    <a:pt x="770" y="1575"/>
                  </a:lnTo>
                  <a:lnTo>
                    <a:pt x="775" y="1568"/>
                  </a:lnTo>
                  <a:lnTo>
                    <a:pt x="782" y="1562"/>
                  </a:lnTo>
                  <a:lnTo>
                    <a:pt x="791" y="1557"/>
                  </a:lnTo>
                  <a:lnTo>
                    <a:pt x="800" y="1553"/>
                  </a:lnTo>
                  <a:lnTo>
                    <a:pt x="807" y="1548"/>
                  </a:lnTo>
                  <a:lnTo>
                    <a:pt x="811" y="1539"/>
                  </a:lnTo>
                  <a:lnTo>
                    <a:pt x="811" y="1525"/>
                  </a:lnTo>
                  <a:lnTo>
                    <a:pt x="810" y="1510"/>
                  </a:lnTo>
                  <a:lnTo>
                    <a:pt x="806" y="1493"/>
                  </a:lnTo>
                  <a:lnTo>
                    <a:pt x="803" y="1474"/>
                  </a:lnTo>
                  <a:lnTo>
                    <a:pt x="800" y="1455"/>
                  </a:lnTo>
                  <a:lnTo>
                    <a:pt x="798" y="1434"/>
                  </a:lnTo>
                  <a:lnTo>
                    <a:pt x="796" y="1415"/>
                  </a:lnTo>
                  <a:lnTo>
                    <a:pt x="792" y="1400"/>
                  </a:lnTo>
                  <a:lnTo>
                    <a:pt x="785" y="1385"/>
                  </a:lnTo>
                  <a:lnTo>
                    <a:pt x="778" y="1374"/>
                  </a:lnTo>
                  <a:lnTo>
                    <a:pt x="769" y="1364"/>
                  </a:lnTo>
                  <a:lnTo>
                    <a:pt x="758" y="1355"/>
                  </a:lnTo>
                  <a:lnTo>
                    <a:pt x="746" y="1346"/>
                  </a:lnTo>
                  <a:lnTo>
                    <a:pt x="732" y="1337"/>
                  </a:lnTo>
                  <a:lnTo>
                    <a:pt x="720" y="1327"/>
                  </a:lnTo>
                  <a:lnTo>
                    <a:pt x="712" y="1319"/>
                  </a:lnTo>
                  <a:lnTo>
                    <a:pt x="707" y="1311"/>
                  </a:lnTo>
                  <a:lnTo>
                    <a:pt x="703" y="1303"/>
                  </a:lnTo>
                  <a:lnTo>
                    <a:pt x="701" y="1295"/>
                  </a:lnTo>
                  <a:lnTo>
                    <a:pt x="698" y="1283"/>
                  </a:lnTo>
                  <a:lnTo>
                    <a:pt x="694" y="1271"/>
                  </a:lnTo>
                  <a:lnTo>
                    <a:pt x="688" y="1255"/>
                  </a:lnTo>
                  <a:lnTo>
                    <a:pt x="680" y="1240"/>
                  </a:lnTo>
                  <a:lnTo>
                    <a:pt x="674" y="1231"/>
                  </a:lnTo>
                  <a:lnTo>
                    <a:pt x="668" y="1227"/>
                  </a:lnTo>
                  <a:lnTo>
                    <a:pt x="662" y="1227"/>
                  </a:lnTo>
                  <a:lnTo>
                    <a:pt x="655" y="1229"/>
                  </a:lnTo>
                  <a:lnTo>
                    <a:pt x="648" y="1233"/>
                  </a:lnTo>
                  <a:lnTo>
                    <a:pt x="640" y="1238"/>
                  </a:lnTo>
                  <a:lnTo>
                    <a:pt x="630" y="1241"/>
                  </a:lnTo>
                  <a:lnTo>
                    <a:pt x="621" y="1241"/>
                  </a:lnTo>
                  <a:lnTo>
                    <a:pt x="613" y="1239"/>
                  </a:lnTo>
                  <a:lnTo>
                    <a:pt x="608" y="1234"/>
                  </a:lnTo>
                  <a:lnTo>
                    <a:pt x="603" y="1228"/>
                  </a:lnTo>
                  <a:lnTo>
                    <a:pt x="598" y="1220"/>
                  </a:lnTo>
                  <a:lnTo>
                    <a:pt x="593" y="1211"/>
                  </a:lnTo>
                  <a:lnTo>
                    <a:pt x="586" y="1201"/>
                  </a:lnTo>
                  <a:lnTo>
                    <a:pt x="579" y="1190"/>
                  </a:lnTo>
                  <a:lnTo>
                    <a:pt x="571" y="1179"/>
                  </a:lnTo>
                  <a:lnTo>
                    <a:pt x="565" y="1173"/>
                  </a:lnTo>
                  <a:lnTo>
                    <a:pt x="559" y="1169"/>
                  </a:lnTo>
                  <a:lnTo>
                    <a:pt x="552" y="1168"/>
                  </a:lnTo>
                  <a:lnTo>
                    <a:pt x="545" y="1168"/>
                  </a:lnTo>
                  <a:lnTo>
                    <a:pt x="536" y="1170"/>
                  </a:lnTo>
                  <a:lnTo>
                    <a:pt x="526" y="1172"/>
                  </a:lnTo>
                  <a:lnTo>
                    <a:pt x="514" y="1175"/>
                  </a:lnTo>
                  <a:lnTo>
                    <a:pt x="503" y="1176"/>
                  </a:lnTo>
                  <a:lnTo>
                    <a:pt x="495" y="1174"/>
                  </a:lnTo>
                  <a:lnTo>
                    <a:pt x="490" y="1170"/>
                  </a:lnTo>
                  <a:lnTo>
                    <a:pt x="488" y="1163"/>
                  </a:lnTo>
                  <a:lnTo>
                    <a:pt x="486" y="1154"/>
                  </a:lnTo>
                  <a:lnTo>
                    <a:pt x="488" y="1145"/>
                  </a:lnTo>
                  <a:lnTo>
                    <a:pt x="489" y="1134"/>
                  </a:lnTo>
                  <a:lnTo>
                    <a:pt x="490" y="1124"/>
                  </a:lnTo>
                  <a:lnTo>
                    <a:pt x="489" y="1116"/>
                  </a:lnTo>
                  <a:lnTo>
                    <a:pt x="485" y="1109"/>
                  </a:lnTo>
                  <a:lnTo>
                    <a:pt x="480" y="1103"/>
                  </a:lnTo>
                  <a:lnTo>
                    <a:pt x="473" y="1098"/>
                  </a:lnTo>
                  <a:lnTo>
                    <a:pt x="463" y="1095"/>
                  </a:lnTo>
                  <a:lnTo>
                    <a:pt x="451" y="1094"/>
                  </a:lnTo>
                  <a:lnTo>
                    <a:pt x="438" y="1093"/>
                  </a:lnTo>
                  <a:lnTo>
                    <a:pt x="422" y="1094"/>
                  </a:lnTo>
                  <a:lnTo>
                    <a:pt x="407" y="1096"/>
                  </a:lnTo>
                  <a:lnTo>
                    <a:pt x="393" y="1099"/>
                  </a:lnTo>
                  <a:lnTo>
                    <a:pt x="380" y="1100"/>
                  </a:lnTo>
                  <a:lnTo>
                    <a:pt x="369" y="1100"/>
                  </a:lnTo>
                  <a:lnTo>
                    <a:pt x="358" y="1098"/>
                  </a:lnTo>
                  <a:lnTo>
                    <a:pt x="348" y="1092"/>
                  </a:lnTo>
                  <a:lnTo>
                    <a:pt x="339" y="1082"/>
                  </a:lnTo>
                  <a:lnTo>
                    <a:pt x="330" y="1069"/>
                  </a:lnTo>
                  <a:lnTo>
                    <a:pt x="321" y="1057"/>
                  </a:lnTo>
                  <a:lnTo>
                    <a:pt x="309" y="1050"/>
                  </a:lnTo>
                  <a:lnTo>
                    <a:pt x="295" y="1047"/>
                  </a:lnTo>
                  <a:lnTo>
                    <a:pt x="279" y="1046"/>
                  </a:lnTo>
                  <a:lnTo>
                    <a:pt x="263" y="1047"/>
                  </a:lnTo>
                  <a:lnTo>
                    <a:pt x="247" y="1047"/>
                  </a:lnTo>
                  <a:lnTo>
                    <a:pt x="229" y="1045"/>
                  </a:lnTo>
                  <a:lnTo>
                    <a:pt x="212" y="1039"/>
                  </a:lnTo>
                  <a:lnTo>
                    <a:pt x="198" y="1028"/>
                  </a:lnTo>
                  <a:lnTo>
                    <a:pt x="190" y="1016"/>
                  </a:lnTo>
                  <a:lnTo>
                    <a:pt x="184" y="1002"/>
                  </a:lnTo>
                  <a:lnTo>
                    <a:pt x="182" y="986"/>
                  </a:lnTo>
                  <a:lnTo>
                    <a:pt x="180" y="969"/>
                  </a:lnTo>
                  <a:lnTo>
                    <a:pt x="180" y="953"/>
                  </a:lnTo>
                  <a:lnTo>
                    <a:pt x="177" y="937"/>
                  </a:lnTo>
                  <a:lnTo>
                    <a:pt x="173" y="922"/>
                  </a:lnTo>
                  <a:lnTo>
                    <a:pt x="165" y="911"/>
                  </a:lnTo>
                  <a:lnTo>
                    <a:pt x="154" y="905"/>
                  </a:lnTo>
                  <a:lnTo>
                    <a:pt x="141" y="902"/>
                  </a:lnTo>
                  <a:lnTo>
                    <a:pt x="125" y="902"/>
                  </a:lnTo>
                  <a:lnTo>
                    <a:pt x="110" y="902"/>
                  </a:lnTo>
                  <a:lnTo>
                    <a:pt x="95" y="903"/>
                  </a:lnTo>
                  <a:lnTo>
                    <a:pt x="80" y="902"/>
                  </a:lnTo>
                  <a:lnTo>
                    <a:pt x="67" y="898"/>
                  </a:lnTo>
                  <a:lnTo>
                    <a:pt x="57" y="891"/>
                  </a:lnTo>
                  <a:lnTo>
                    <a:pt x="51" y="882"/>
                  </a:lnTo>
                  <a:lnTo>
                    <a:pt x="47" y="871"/>
                  </a:lnTo>
                  <a:lnTo>
                    <a:pt x="45" y="860"/>
                  </a:lnTo>
                  <a:lnTo>
                    <a:pt x="43" y="848"/>
                  </a:lnTo>
                  <a:lnTo>
                    <a:pt x="39" y="837"/>
                  </a:lnTo>
                  <a:lnTo>
                    <a:pt x="30" y="825"/>
                  </a:lnTo>
                  <a:lnTo>
                    <a:pt x="18" y="816"/>
                  </a:lnTo>
                  <a:lnTo>
                    <a:pt x="7" y="808"/>
                  </a:lnTo>
                  <a:lnTo>
                    <a:pt x="1" y="799"/>
                  </a:lnTo>
                  <a:lnTo>
                    <a:pt x="0" y="790"/>
                  </a:lnTo>
                  <a:lnTo>
                    <a:pt x="2" y="781"/>
                  </a:lnTo>
                  <a:lnTo>
                    <a:pt x="7" y="773"/>
                  </a:lnTo>
                  <a:lnTo>
                    <a:pt x="14" y="766"/>
                  </a:lnTo>
                  <a:lnTo>
                    <a:pt x="21" y="761"/>
                  </a:lnTo>
                  <a:lnTo>
                    <a:pt x="28" y="757"/>
                  </a:lnTo>
                  <a:lnTo>
                    <a:pt x="33" y="752"/>
                  </a:lnTo>
                  <a:lnTo>
                    <a:pt x="37" y="743"/>
                  </a:lnTo>
                  <a:lnTo>
                    <a:pt x="40" y="732"/>
                  </a:lnTo>
                  <a:lnTo>
                    <a:pt x="40" y="719"/>
                  </a:lnTo>
                  <a:lnTo>
                    <a:pt x="37" y="706"/>
                  </a:lnTo>
                  <a:lnTo>
                    <a:pt x="32" y="692"/>
                  </a:lnTo>
                  <a:lnTo>
                    <a:pt x="24" y="678"/>
                  </a:lnTo>
                  <a:lnTo>
                    <a:pt x="14" y="665"/>
                  </a:lnTo>
                  <a:lnTo>
                    <a:pt x="4" y="654"/>
                  </a:lnTo>
                  <a:lnTo>
                    <a:pt x="0" y="645"/>
                  </a:lnTo>
                  <a:lnTo>
                    <a:pt x="0" y="638"/>
                  </a:lnTo>
                  <a:lnTo>
                    <a:pt x="3" y="631"/>
                  </a:lnTo>
                  <a:lnTo>
                    <a:pt x="8" y="624"/>
                  </a:lnTo>
                  <a:lnTo>
                    <a:pt x="13" y="617"/>
                  </a:lnTo>
                  <a:lnTo>
                    <a:pt x="16" y="608"/>
                  </a:lnTo>
                  <a:lnTo>
                    <a:pt x="18" y="596"/>
                  </a:lnTo>
                  <a:lnTo>
                    <a:pt x="19" y="585"/>
                  </a:lnTo>
                  <a:lnTo>
                    <a:pt x="22" y="576"/>
                  </a:lnTo>
                  <a:lnTo>
                    <a:pt x="26" y="571"/>
                  </a:lnTo>
                  <a:lnTo>
                    <a:pt x="32" y="568"/>
                  </a:lnTo>
                  <a:lnTo>
                    <a:pt x="39" y="567"/>
                  </a:lnTo>
                  <a:lnTo>
                    <a:pt x="47" y="566"/>
                  </a:lnTo>
                  <a:lnTo>
                    <a:pt x="55" y="566"/>
                  </a:lnTo>
                  <a:lnTo>
                    <a:pt x="63" y="565"/>
                  </a:lnTo>
                  <a:lnTo>
                    <a:pt x="71" y="563"/>
                  </a:lnTo>
                  <a:lnTo>
                    <a:pt x="79" y="559"/>
                  </a:lnTo>
                  <a:lnTo>
                    <a:pt x="87" y="553"/>
                  </a:lnTo>
                  <a:lnTo>
                    <a:pt x="95" y="545"/>
                  </a:lnTo>
                  <a:lnTo>
                    <a:pt x="101" y="537"/>
                  </a:lnTo>
                  <a:lnTo>
                    <a:pt x="106" y="527"/>
                  </a:lnTo>
                  <a:lnTo>
                    <a:pt x="110" y="519"/>
                  </a:lnTo>
                  <a:lnTo>
                    <a:pt x="112" y="510"/>
                  </a:lnTo>
                  <a:lnTo>
                    <a:pt x="112" y="502"/>
                  </a:lnTo>
                  <a:lnTo>
                    <a:pt x="112" y="496"/>
                  </a:lnTo>
                  <a:lnTo>
                    <a:pt x="112" y="490"/>
                  </a:lnTo>
                  <a:lnTo>
                    <a:pt x="112" y="484"/>
                  </a:lnTo>
                  <a:lnTo>
                    <a:pt x="113" y="478"/>
                  </a:lnTo>
                  <a:lnTo>
                    <a:pt x="114" y="473"/>
                  </a:lnTo>
                  <a:lnTo>
                    <a:pt x="116" y="467"/>
                  </a:lnTo>
                  <a:lnTo>
                    <a:pt x="120" y="461"/>
                  </a:lnTo>
                  <a:lnTo>
                    <a:pt x="126" y="455"/>
                  </a:lnTo>
                  <a:lnTo>
                    <a:pt x="134" y="451"/>
                  </a:lnTo>
                  <a:lnTo>
                    <a:pt x="146" y="447"/>
                  </a:lnTo>
                  <a:lnTo>
                    <a:pt x="158" y="444"/>
                  </a:lnTo>
                  <a:lnTo>
                    <a:pt x="170" y="442"/>
                  </a:lnTo>
                  <a:lnTo>
                    <a:pt x="182" y="440"/>
                  </a:lnTo>
                  <a:lnTo>
                    <a:pt x="194" y="439"/>
                  </a:lnTo>
                  <a:lnTo>
                    <a:pt x="202" y="439"/>
                  </a:lnTo>
                  <a:lnTo>
                    <a:pt x="207" y="437"/>
                  </a:lnTo>
                  <a:lnTo>
                    <a:pt x="211" y="432"/>
                  </a:lnTo>
                  <a:lnTo>
                    <a:pt x="213" y="423"/>
                  </a:lnTo>
                  <a:lnTo>
                    <a:pt x="213" y="413"/>
                  </a:lnTo>
                  <a:lnTo>
                    <a:pt x="211" y="403"/>
                  </a:lnTo>
                  <a:lnTo>
                    <a:pt x="207" y="392"/>
                  </a:lnTo>
                  <a:lnTo>
                    <a:pt x="201" y="383"/>
                  </a:lnTo>
                  <a:lnTo>
                    <a:pt x="192" y="375"/>
                  </a:lnTo>
                  <a:lnTo>
                    <a:pt x="185" y="368"/>
                  </a:lnTo>
                  <a:lnTo>
                    <a:pt x="184" y="361"/>
                  </a:lnTo>
                  <a:lnTo>
                    <a:pt x="186" y="352"/>
                  </a:lnTo>
                  <a:lnTo>
                    <a:pt x="192" y="344"/>
                  </a:lnTo>
                  <a:lnTo>
                    <a:pt x="199" y="335"/>
                  </a:lnTo>
                  <a:lnTo>
                    <a:pt x="206" y="325"/>
                  </a:lnTo>
                  <a:lnTo>
                    <a:pt x="213" y="317"/>
                  </a:lnTo>
                  <a:lnTo>
                    <a:pt x="218" y="310"/>
                  </a:lnTo>
                  <a:lnTo>
                    <a:pt x="221" y="305"/>
                  </a:lnTo>
                  <a:lnTo>
                    <a:pt x="226" y="300"/>
                  </a:lnTo>
                  <a:lnTo>
                    <a:pt x="232" y="294"/>
                  </a:lnTo>
                  <a:lnTo>
                    <a:pt x="240" y="288"/>
                  </a:lnTo>
                  <a:lnTo>
                    <a:pt x="248" y="281"/>
                  </a:lnTo>
                  <a:lnTo>
                    <a:pt x="256" y="274"/>
                  </a:lnTo>
                  <a:lnTo>
                    <a:pt x="264" y="268"/>
                  </a:lnTo>
                  <a:lnTo>
                    <a:pt x="272" y="262"/>
                  </a:lnTo>
                  <a:lnTo>
                    <a:pt x="278" y="275"/>
                  </a:lnTo>
                  <a:lnTo>
                    <a:pt x="284" y="290"/>
                  </a:lnTo>
                  <a:lnTo>
                    <a:pt x="293" y="302"/>
                  </a:lnTo>
                  <a:lnTo>
                    <a:pt x="300" y="314"/>
                  </a:lnTo>
                  <a:lnTo>
                    <a:pt x="308" y="323"/>
                  </a:lnTo>
                  <a:lnTo>
                    <a:pt x="316" y="331"/>
                  </a:lnTo>
                  <a:lnTo>
                    <a:pt x="325" y="334"/>
                  </a:lnTo>
                  <a:lnTo>
                    <a:pt x="334" y="333"/>
                  </a:lnTo>
                  <a:lnTo>
                    <a:pt x="346" y="331"/>
                  </a:lnTo>
                  <a:lnTo>
                    <a:pt x="359" y="328"/>
                  </a:lnTo>
                  <a:lnTo>
                    <a:pt x="372" y="327"/>
                  </a:lnTo>
                  <a:lnTo>
                    <a:pt x="388" y="324"/>
                  </a:lnTo>
                  <a:lnTo>
                    <a:pt x="402" y="320"/>
                  </a:lnTo>
                  <a:lnTo>
                    <a:pt x="415" y="313"/>
                  </a:lnTo>
                  <a:lnTo>
                    <a:pt x="426" y="303"/>
                  </a:lnTo>
                  <a:lnTo>
                    <a:pt x="436" y="288"/>
                  </a:lnTo>
                  <a:lnTo>
                    <a:pt x="446" y="269"/>
                  </a:lnTo>
                  <a:lnTo>
                    <a:pt x="456" y="250"/>
                  </a:lnTo>
                  <a:lnTo>
                    <a:pt x="466" y="232"/>
                  </a:lnTo>
                  <a:lnTo>
                    <a:pt x="476" y="214"/>
                  </a:lnTo>
                  <a:lnTo>
                    <a:pt x="485" y="199"/>
                  </a:lnTo>
                  <a:lnTo>
                    <a:pt x="493" y="187"/>
                  </a:lnTo>
                  <a:lnTo>
                    <a:pt x="498" y="178"/>
                  </a:lnTo>
                  <a:lnTo>
                    <a:pt x="500" y="175"/>
                  </a:lnTo>
                  <a:lnTo>
                    <a:pt x="500" y="173"/>
                  </a:lnTo>
                  <a:lnTo>
                    <a:pt x="501" y="169"/>
                  </a:lnTo>
                  <a:lnTo>
                    <a:pt x="503" y="163"/>
                  </a:lnTo>
                  <a:lnTo>
                    <a:pt x="506" y="157"/>
                  </a:lnTo>
                  <a:lnTo>
                    <a:pt x="512" y="154"/>
                  </a:lnTo>
                  <a:lnTo>
                    <a:pt x="520" y="153"/>
                  </a:lnTo>
                  <a:lnTo>
                    <a:pt x="532" y="157"/>
                  </a:lnTo>
                  <a:lnTo>
                    <a:pt x="549" y="167"/>
                  </a:lnTo>
                  <a:lnTo>
                    <a:pt x="564" y="180"/>
                  </a:lnTo>
                  <a:lnTo>
                    <a:pt x="575" y="188"/>
                  </a:lnTo>
                  <a:lnTo>
                    <a:pt x="582" y="195"/>
                  </a:lnTo>
                  <a:lnTo>
                    <a:pt x="586" y="201"/>
                  </a:lnTo>
                  <a:lnTo>
                    <a:pt x="586" y="207"/>
                  </a:lnTo>
                  <a:lnTo>
                    <a:pt x="582" y="214"/>
                  </a:lnTo>
                  <a:lnTo>
                    <a:pt x="576" y="224"/>
                  </a:lnTo>
                  <a:lnTo>
                    <a:pt x="567" y="237"/>
                  </a:lnTo>
                  <a:lnTo>
                    <a:pt x="559" y="254"/>
                  </a:lnTo>
                  <a:lnTo>
                    <a:pt x="555" y="275"/>
                  </a:lnTo>
                  <a:lnTo>
                    <a:pt x="553" y="299"/>
                  </a:lnTo>
                  <a:lnTo>
                    <a:pt x="555" y="322"/>
                  </a:lnTo>
                  <a:lnTo>
                    <a:pt x="558" y="345"/>
                  </a:lnTo>
                  <a:lnTo>
                    <a:pt x="564" y="363"/>
                  </a:lnTo>
                  <a:lnTo>
                    <a:pt x="572" y="377"/>
                  </a:lnTo>
                  <a:lnTo>
                    <a:pt x="581" y="384"/>
                  </a:lnTo>
                  <a:lnTo>
                    <a:pt x="592" y="388"/>
                  </a:lnTo>
                  <a:lnTo>
                    <a:pt x="599" y="395"/>
                  </a:lnTo>
                  <a:lnTo>
                    <a:pt x="605" y="403"/>
                  </a:lnTo>
                  <a:lnTo>
                    <a:pt x="610" y="412"/>
                  </a:lnTo>
                  <a:lnTo>
                    <a:pt x="613" y="421"/>
                  </a:lnTo>
                  <a:lnTo>
                    <a:pt x="615" y="429"/>
                  </a:lnTo>
                  <a:lnTo>
                    <a:pt x="616" y="435"/>
                  </a:lnTo>
                  <a:lnTo>
                    <a:pt x="616" y="437"/>
                  </a:lnTo>
                  <a:lnTo>
                    <a:pt x="617" y="438"/>
                  </a:lnTo>
                  <a:lnTo>
                    <a:pt x="619" y="441"/>
                  </a:lnTo>
                  <a:lnTo>
                    <a:pt x="622" y="446"/>
                  </a:lnTo>
                  <a:lnTo>
                    <a:pt x="627" y="451"/>
                  </a:lnTo>
                  <a:lnTo>
                    <a:pt x="633" y="457"/>
                  </a:lnTo>
                  <a:lnTo>
                    <a:pt x="641" y="461"/>
                  </a:lnTo>
                  <a:lnTo>
                    <a:pt x="648" y="465"/>
                  </a:lnTo>
                  <a:lnTo>
                    <a:pt x="657" y="467"/>
                  </a:lnTo>
                  <a:lnTo>
                    <a:pt x="666" y="466"/>
                  </a:lnTo>
                  <a:lnTo>
                    <a:pt x="673" y="461"/>
                  </a:lnTo>
                  <a:lnTo>
                    <a:pt x="680" y="455"/>
                  </a:lnTo>
                  <a:lnTo>
                    <a:pt x="685" y="446"/>
                  </a:lnTo>
                  <a:lnTo>
                    <a:pt x="691" y="437"/>
                  </a:lnTo>
                  <a:lnTo>
                    <a:pt x="696" y="427"/>
                  </a:lnTo>
                  <a:lnTo>
                    <a:pt x="702" y="420"/>
                  </a:lnTo>
                  <a:lnTo>
                    <a:pt x="708" y="414"/>
                  </a:lnTo>
                  <a:lnTo>
                    <a:pt x="714" y="408"/>
                  </a:lnTo>
                  <a:lnTo>
                    <a:pt x="719" y="402"/>
                  </a:lnTo>
                  <a:lnTo>
                    <a:pt x="726" y="396"/>
                  </a:lnTo>
                  <a:lnTo>
                    <a:pt x="734" y="391"/>
                  </a:lnTo>
                  <a:lnTo>
                    <a:pt x="744" y="386"/>
                  </a:lnTo>
                  <a:lnTo>
                    <a:pt x="757" y="382"/>
                  </a:lnTo>
                  <a:lnTo>
                    <a:pt x="773" y="378"/>
                  </a:lnTo>
                  <a:lnTo>
                    <a:pt x="794" y="377"/>
                  </a:lnTo>
                  <a:lnTo>
                    <a:pt x="815" y="374"/>
                  </a:lnTo>
                  <a:lnTo>
                    <a:pt x="831" y="367"/>
                  </a:lnTo>
                  <a:lnTo>
                    <a:pt x="845" y="357"/>
                  </a:lnTo>
                  <a:lnTo>
                    <a:pt x="854" y="344"/>
                  </a:lnTo>
                  <a:lnTo>
                    <a:pt x="861" y="331"/>
                  </a:lnTo>
                  <a:lnTo>
                    <a:pt x="864" y="315"/>
                  </a:lnTo>
                  <a:lnTo>
                    <a:pt x="866" y="302"/>
                  </a:lnTo>
                  <a:lnTo>
                    <a:pt x="867" y="290"/>
                  </a:lnTo>
                  <a:lnTo>
                    <a:pt x="867" y="278"/>
                  </a:lnTo>
                  <a:lnTo>
                    <a:pt x="867" y="266"/>
                  </a:lnTo>
                  <a:lnTo>
                    <a:pt x="866" y="253"/>
                  </a:lnTo>
                  <a:lnTo>
                    <a:pt x="866" y="240"/>
                  </a:lnTo>
                  <a:lnTo>
                    <a:pt x="866" y="226"/>
                  </a:lnTo>
                  <a:lnTo>
                    <a:pt x="867" y="213"/>
                  </a:lnTo>
                  <a:lnTo>
                    <a:pt x="869" y="203"/>
                  </a:lnTo>
                  <a:lnTo>
                    <a:pt x="871" y="194"/>
                  </a:lnTo>
                  <a:lnTo>
                    <a:pt x="875" y="187"/>
                  </a:lnTo>
                  <a:lnTo>
                    <a:pt x="879" y="178"/>
                  </a:lnTo>
                  <a:lnTo>
                    <a:pt x="884" y="171"/>
                  </a:lnTo>
                  <a:lnTo>
                    <a:pt x="888" y="162"/>
                  </a:lnTo>
                  <a:lnTo>
                    <a:pt x="890" y="154"/>
                  </a:lnTo>
                  <a:lnTo>
                    <a:pt x="889" y="145"/>
                  </a:lnTo>
                  <a:lnTo>
                    <a:pt x="884" y="136"/>
                  </a:lnTo>
                  <a:lnTo>
                    <a:pt x="875" y="126"/>
                  </a:lnTo>
                  <a:lnTo>
                    <a:pt x="863" y="117"/>
                  </a:lnTo>
                  <a:lnTo>
                    <a:pt x="850" y="108"/>
                  </a:lnTo>
                  <a:lnTo>
                    <a:pt x="837" y="99"/>
                  </a:lnTo>
                  <a:lnTo>
                    <a:pt x="824" y="89"/>
                  </a:lnTo>
                  <a:lnTo>
                    <a:pt x="814" y="78"/>
                  </a:lnTo>
                  <a:lnTo>
                    <a:pt x="807" y="66"/>
                  </a:lnTo>
                  <a:lnTo>
                    <a:pt x="804" y="52"/>
                  </a:lnTo>
                  <a:lnTo>
                    <a:pt x="806" y="37"/>
                  </a:lnTo>
                  <a:lnTo>
                    <a:pt x="807" y="32"/>
                  </a:lnTo>
                  <a:lnTo>
                    <a:pt x="808" y="27"/>
                  </a:lnTo>
                  <a:lnTo>
                    <a:pt x="810" y="22"/>
                  </a:lnTo>
                  <a:lnTo>
                    <a:pt x="811" y="18"/>
                  </a:lnTo>
                  <a:lnTo>
                    <a:pt x="813" y="13"/>
                  </a:lnTo>
                  <a:lnTo>
                    <a:pt x="814" y="9"/>
                  </a:lnTo>
                  <a:lnTo>
                    <a:pt x="816" y="4"/>
                  </a:lnTo>
                  <a:lnTo>
                    <a:pt x="818" y="0"/>
                  </a:lnTo>
                  <a:lnTo>
                    <a:pt x="824" y="3"/>
                  </a:lnTo>
                  <a:lnTo>
                    <a:pt x="830" y="6"/>
                  </a:lnTo>
                  <a:lnTo>
                    <a:pt x="839" y="8"/>
                  </a:lnTo>
                  <a:lnTo>
                    <a:pt x="848" y="10"/>
                  </a:lnTo>
                  <a:lnTo>
                    <a:pt x="873" y="19"/>
                  </a:lnTo>
                  <a:lnTo>
                    <a:pt x="894" y="28"/>
                  </a:lnTo>
                  <a:lnTo>
                    <a:pt x="908" y="37"/>
                  </a:lnTo>
                  <a:lnTo>
                    <a:pt x="919" y="45"/>
                  </a:lnTo>
                  <a:lnTo>
                    <a:pt x="927" y="50"/>
                  </a:lnTo>
                  <a:lnTo>
                    <a:pt x="934" y="54"/>
                  </a:lnTo>
                  <a:lnTo>
                    <a:pt x="941" y="54"/>
                  </a:lnTo>
                  <a:lnTo>
                    <a:pt x="948" y="52"/>
                  </a:lnTo>
                  <a:lnTo>
                    <a:pt x="955" y="48"/>
                  </a:lnTo>
                  <a:lnTo>
                    <a:pt x="962" y="45"/>
                  </a:lnTo>
                  <a:lnTo>
                    <a:pt x="969" y="44"/>
                  </a:lnTo>
                  <a:lnTo>
                    <a:pt x="977" y="45"/>
                  </a:lnTo>
                  <a:lnTo>
                    <a:pt x="987" y="51"/>
                  </a:lnTo>
                  <a:lnTo>
                    <a:pt x="999" y="61"/>
                  </a:lnTo>
                  <a:lnTo>
                    <a:pt x="1012" y="77"/>
                  </a:lnTo>
                  <a:lnTo>
                    <a:pt x="1029" y="100"/>
                  </a:lnTo>
                  <a:lnTo>
                    <a:pt x="1040" y="114"/>
                  </a:lnTo>
                  <a:lnTo>
                    <a:pt x="1053" y="132"/>
                  </a:lnTo>
                  <a:lnTo>
                    <a:pt x="1067" y="151"/>
                  </a:lnTo>
                  <a:lnTo>
                    <a:pt x="1083" y="172"/>
                  </a:lnTo>
                  <a:lnTo>
                    <a:pt x="1102" y="195"/>
                  </a:lnTo>
                  <a:lnTo>
                    <a:pt x="1121" y="217"/>
                  </a:lnTo>
                  <a:lnTo>
                    <a:pt x="1142" y="242"/>
                  </a:lnTo>
                  <a:lnTo>
                    <a:pt x="1162" y="265"/>
                  </a:lnTo>
                  <a:lnTo>
                    <a:pt x="1183" y="289"/>
                  </a:lnTo>
                  <a:lnTo>
                    <a:pt x="1205" y="311"/>
                  </a:lnTo>
                  <a:lnTo>
                    <a:pt x="1226" y="333"/>
                  </a:lnTo>
                  <a:lnTo>
                    <a:pt x="1248" y="353"/>
                  </a:lnTo>
                  <a:lnTo>
                    <a:pt x="1269" y="371"/>
                  </a:lnTo>
                  <a:lnTo>
                    <a:pt x="1290" y="387"/>
                  </a:lnTo>
                  <a:lnTo>
                    <a:pt x="1308" y="400"/>
                  </a:lnTo>
                  <a:lnTo>
                    <a:pt x="1326" y="409"/>
                  </a:lnTo>
                  <a:lnTo>
                    <a:pt x="1355" y="424"/>
                  </a:lnTo>
                  <a:lnTo>
                    <a:pt x="1375" y="437"/>
                  </a:lnTo>
                  <a:lnTo>
                    <a:pt x="1389" y="448"/>
                  </a:lnTo>
                  <a:lnTo>
                    <a:pt x="1398" y="457"/>
                  </a:lnTo>
                  <a:lnTo>
                    <a:pt x="1406" y="463"/>
                  </a:lnTo>
                  <a:lnTo>
                    <a:pt x="1415" y="467"/>
                  </a:lnTo>
                  <a:lnTo>
                    <a:pt x="1427" y="467"/>
                  </a:lnTo>
                  <a:lnTo>
                    <a:pt x="1447" y="465"/>
                  </a:lnTo>
                  <a:lnTo>
                    <a:pt x="1466" y="462"/>
                  </a:lnTo>
                  <a:lnTo>
                    <a:pt x="1478" y="463"/>
                  </a:lnTo>
                  <a:lnTo>
                    <a:pt x="1487" y="466"/>
                  </a:lnTo>
                  <a:lnTo>
                    <a:pt x="1492" y="472"/>
                  </a:lnTo>
                  <a:lnTo>
                    <a:pt x="1495" y="482"/>
                  </a:lnTo>
                  <a:lnTo>
                    <a:pt x="1498" y="492"/>
                  </a:lnTo>
                  <a:lnTo>
                    <a:pt x="1503" y="504"/>
                  </a:lnTo>
                  <a:lnTo>
                    <a:pt x="1511" y="518"/>
                  </a:lnTo>
                  <a:lnTo>
                    <a:pt x="1519" y="532"/>
                  </a:lnTo>
                  <a:lnTo>
                    <a:pt x="1524" y="542"/>
                  </a:lnTo>
                  <a:lnTo>
                    <a:pt x="1526" y="550"/>
                  </a:lnTo>
                  <a:lnTo>
                    <a:pt x="1527" y="557"/>
                  </a:lnTo>
                  <a:lnTo>
                    <a:pt x="1526" y="564"/>
                  </a:lnTo>
                  <a:lnTo>
                    <a:pt x="1524" y="572"/>
                  </a:lnTo>
                  <a:lnTo>
                    <a:pt x="1523" y="581"/>
                  </a:lnTo>
                  <a:lnTo>
                    <a:pt x="1522" y="595"/>
                  </a:lnTo>
                  <a:lnTo>
                    <a:pt x="1524" y="606"/>
                  </a:lnTo>
                  <a:lnTo>
                    <a:pt x="1528" y="613"/>
                  </a:lnTo>
                  <a:lnTo>
                    <a:pt x="1533" y="618"/>
                  </a:lnTo>
                  <a:lnTo>
                    <a:pt x="1541" y="622"/>
                  </a:lnTo>
                  <a:lnTo>
                    <a:pt x="1548" y="628"/>
                  </a:lnTo>
                  <a:lnTo>
                    <a:pt x="1554" y="639"/>
                  </a:lnTo>
                  <a:lnTo>
                    <a:pt x="1559" y="655"/>
                  </a:lnTo>
                  <a:lnTo>
                    <a:pt x="1561" y="678"/>
                  </a:lnTo>
                  <a:lnTo>
                    <a:pt x="1564" y="702"/>
                  </a:lnTo>
                  <a:lnTo>
                    <a:pt x="1569" y="715"/>
                  </a:lnTo>
                  <a:lnTo>
                    <a:pt x="1577" y="724"/>
                  </a:lnTo>
                  <a:lnTo>
                    <a:pt x="1589" y="732"/>
                  </a:lnTo>
                  <a:lnTo>
                    <a:pt x="1602" y="743"/>
                  </a:lnTo>
                  <a:lnTo>
                    <a:pt x="1617" y="759"/>
                  </a:lnTo>
                  <a:lnTo>
                    <a:pt x="1635" y="786"/>
                  </a:lnTo>
                  <a:lnTo>
                    <a:pt x="1654" y="825"/>
                  </a:lnTo>
                  <a:lnTo>
                    <a:pt x="1663" y="849"/>
                  </a:lnTo>
                  <a:lnTo>
                    <a:pt x="1672" y="870"/>
                  </a:lnTo>
                  <a:lnTo>
                    <a:pt x="1680" y="890"/>
                  </a:lnTo>
                  <a:lnTo>
                    <a:pt x="1688" y="908"/>
                  </a:lnTo>
                  <a:lnTo>
                    <a:pt x="1695" y="924"/>
                  </a:lnTo>
                  <a:lnTo>
                    <a:pt x="1701" y="939"/>
                  </a:lnTo>
                  <a:lnTo>
                    <a:pt x="1707" y="953"/>
                  </a:lnTo>
                  <a:lnTo>
                    <a:pt x="1713" y="964"/>
                  </a:lnTo>
                  <a:lnTo>
                    <a:pt x="1718" y="975"/>
                  </a:lnTo>
                  <a:lnTo>
                    <a:pt x="1723" y="986"/>
                  </a:lnTo>
                  <a:lnTo>
                    <a:pt x="1728" y="994"/>
                  </a:lnTo>
                  <a:lnTo>
                    <a:pt x="1734" y="1002"/>
                  </a:lnTo>
                  <a:lnTo>
                    <a:pt x="1739" y="1009"/>
                  </a:lnTo>
                  <a:lnTo>
                    <a:pt x="1744" y="1014"/>
                  </a:lnTo>
                  <a:lnTo>
                    <a:pt x="1750" y="1020"/>
                  </a:lnTo>
                  <a:lnTo>
                    <a:pt x="1755" y="1024"/>
                  </a:lnTo>
                  <a:lnTo>
                    <a:pt x="1764" y="1035"/>
                  </a:lnTo>
                  <a:lnTo>
                    <a:pt x="1771" y="1048"/>
                  </a:lnTo>
                  <a:lnTo>
                    <a:pt x="1774" y="1063"/>
                  </a:lnTo>
                  <a:lnTo>
                    <a:pt x="1777" y="1077"/>
                  </a:lnTo>
                  <a:lnTo>
                    <a:pt x="1779" y="1092"/>
                  </a:lnTo>
                  <a:lnTo>
                    <a:pt x="1782" y="1103"/>
                  </a:lnTo>
                  <a:lnTo>
                    <a:pt x="1787" y="1110"/>
                  </a:lnTo>
                  <a:lnTo>
                    <a:pt x="1794" y="1112"/>
                  </a:lnTo>
                  <a:lnTo>
                    <a:pt x="1799" y="1114"/>
                  </a:lnTo>
                  <a:lnTo>
                    <a:pt x="1800" y="1121"/>
                  </a:lnTo>
                  <a:lnTo>
                    <a:pt x="1797" y="1132"/>
                  </a:lnTo>
                  <a:lnTo>
                    <a:pt x="1795" y="1145"/>
                  </a:lnTo>
                  <a:lnTo>
                    <a:pt x="1793" y="1159"/>
                  </a:lnTo>
                  <a:lnTo>
                    <a:pt x="1795" y="1172"/>
                  </a:lnTo>
                  <a:lnTo>
                    <a:pt x="1802" y="1183"/>
                  </a:lnTo>
                  <a:lnTo>
                    <a:pt x="1816" y="1191"/>
                  </a:lnTo>
                  <a:lnTo>
                    <a:pt x="1825" y="1195"/>
                  </a:lnTo>
                  <a:lnTo>
                    <a:pt x="1836" y="1200"/>
                  </a:lnTo>
                  <a:lnTo>
                    <a:pt x="1845" y="1208"/>
                  </a:lnTo>
                  <a:lnTo>
                    <a:pt x="1854" y="1217"/>
                  </a:lnTo>
                  <a:lnTo>
                    <a:pt x="1863" y="1227"/>
                  </a:lnTo>
                  <a:lnTo>
                    <a:pt x="1872" y="1239"/>
                  </a:lnTo>
                  <a:lnTo>
                    <a:pt x="1881" y="1252"/>
                  </a:lnTo>
                  <a:lnTo>
                    <a:pt x="1892" y="1264"/>
                  </a:lnTo>
                  <a:lnTo>
                    <a:pt x="1901" y="1278"/>
                  </a:lnTo>
                  <a:lnTo>
                    <a:pt x="1911" y="1292"/>
                  </a:lnTo>
                  <a:lnTo>
                    <a:pt x="1921" y="1305"/>
                  </a:lnTo>
                  <a:lnTo>
                    <a:pt x="1931" y="1318"/>
                  </a:lnTo>
                  <a:lnTo>
                    <a:pt x="1942" y="1330"/>
                  </a:lnTo>
                  <a:lnTo>
                    <a:pt x="1953" y="1343"/>
                  </a:lnTo>
                  <a:lnTo>
                    <a:pt x="1964" y="1353"/>
                  </a:lnTo>
                  <a:lnTo>
                    <a:pt x="1976" y="1362"/>
                  </a:lnTo>
                  <a:lnTo>
                    <a:pt x="1988" y="1371"/>
                  </a:lnTo>
                  <a:lnTo>
                    <a:pt x="1999" y="1382"/>
                  </a:lnTo>
                  <a:lnTo>
                    <a:pt x="2008" y="1395"/>
                  </a:lnTo>
                  <a:lnTo>
                    <a:pt x="2017" y="1408"/>
                  </a:lnTo>
                  <a:lnTo>
                    <a:pt x="2025" y="1422"/>
                  </a:lnTo>
                  <a:lnTo>
                    <a:pt x="2033" y="1438"/>
                  </a:lnTo>
                  <a:lnTo>
                    <a:pt x="2041" y="1453"/>
                  </a:lnTo>
                  <a:lnTo>
                    <a:pt x="2048" y="1469"/>
                  </a:lnTo>
                  <a:lnTo>
                    <a:pt x="2054" y="1484"/>
                  </a:lnTo>
                  <a:lnTo>
                    <a:pt x="2061" y="1500"/>
                  </a:lnTo>
                  <a:lnTo>
                    <a:pt x="2068" y="1514"/>
                  </a:lnTo>
                  <a:lnTo>
                    <a:pt x="2075" y="1527"/>
                  </a:lnTo>
                  <a:lnTo>
                    <a:pt x="2084" y="1540"/>
                  </a:lnTo>
                  <a:lnTo>
                    <a:pt x="2092" y="1551"/>
                  </a:lnTo>
                  <a:lnTo>
                    <a:pt x="2101" y="1560"/>
                  </a:lnTo>
                  <a:lnTo>
                    <a:pt x="2110" y="1567"/>
                  </a:lnTo>
                  <a:lnTo>
                    <a:pt x="2126" y="1580"/>
                  </a:lnTo>
                  <a:lnTo>
                    <a:pt x="2137" y="1593"/>
                  </a:lnTo>
                  <a:lnTo>
                    <a:pt x="2143" y="1605"/>
                  </a:lnTo>
                  <a:lnTo>
                    <a:pt x="2146" y="1616"/>
                  </a:lnTo>
                  <a:lnTo>
                    <a:pt x="2149" y="1626"/>
                  </a:lnTo>
                  <a:lnTo>
                    <a:pt x="2154" y="1634"/>
                  </a:lnTo>
                  <a:lnTo>
                    <a:pt x="2161" y="1640"/>
                  </a:lnTo>
                  <a:lnTo>
                    <a:pt x="2174" y="1643"/>
                  </a:lnTo>
                  <a:lnTo>
                    <a:pt x="2186" y="1646"/>
                  </a:lnTo>
                  <a:lnTo>
                    <a:pt x="2190" y="1654"/>
                  </a:lnTo>
                  <a:lnTo>
                    <a:pt x="2190" y="1665"/>
                  </a:lnTo>
                  <a:lnTo>
                    <a:pt x="2188" y="1680"/>
                  </a:lnTo>
                  <a:lnTo>
                    <a:pt x="2188" y="1699"/>
                  </a:lnTo>
                  <a:lnTo>
                    <a:pt x="2192" y="1720"/>
                  </a:lnTo>
                  <a:lnTo>
                    <a:pt x="2203" y="1745"/>
                  </a:lnTo>
                  <a:lnTo>
                    <a:pt x="2225" y="1772"/>
                  </a:lnTo>
                  <a:lnTo>
                    <a:pt x="2239" y="1786"/>
                  </a:lnTo>
                  <a:lnTo>
                    <a:pt x="2251" y="1802"/>
                  </a:lnTo>
                  <a:lnTo>
                    <a:pt x="2261" y="1817"/>
                  </a:lnTo>
                  <a:lnTo>
                    <a:pt x="2270" y="1833"/>
                  </a:lnTo>
                  <a:lnTo>
                    <a:pt x="2278" y="1850"/>
                  </a:lnTo>
                  <a:lnTo>
                    <a:pt x="2287" y="1865"/>
                  </a:lnTo>
                  <a:lnTo>
                    <a:pt x="2294" y="1881"/>
                  </a:lnTo>
                  <a:lnTo>
                    <a:pt x="2301" y="1897"/>
                  </a:lnTo>
                  <a:lnTo>
                    <a:pt x="2308" y="1912"/>
                  </a:lnTo>
                  <a:lnTo>
                    <a:pt x="2315" y="1927"/>
                  </a:lnTo>
                  <a:lnTo>
                    <a:pt x="2323" y="1942"/>
                  </a:lnTo>
                  <a:lnTo>
                    <a:pt x="2332" y="1954"/>
                  </a:lnTo>
                  <a:lnTo>
                    <a:pt x="2341" y="1966"/>
                  </a:lnTo>
                  <a:lnTo>
                    <a:pt x="2351" y="1977"/>
                  </a:lnTo>
                  <a:lnTo>
                    <a:pt x="2363" y="1986"/>
                  </a:lnTo>
                  <a:lnTo>
                    <a:pt x="2376" y="1995"/>
                  </a:lnTo>
                  <a:lnTo>
                    <a:pt x="2398" y="2008"/>
                  </a:lnTo>
                  <a:lnTo>
                    <a:pt x="2408" y="2020"/>
                  </a:lnTo>
                  <a:lnTo>
                    <a:pt x="2410" y="2031"/>
                  </a:lnTo>
                  <a:lnTo>
                    <a:pt x="2409" y="2042"/>
                  </a:lnTo>
                  <a:lnTo>
                    <a:pt x="2406" y="2054"/>
                  </a:lnTo>
                  <a:lnTo>
                    <a:pt x="2407" y="2067"/>
                  </a:lnTo>
                  <a:lnTo>
                    <a:pt x="2415" y="2082"/>
                  </a:lnTo>
                  <a:lnTo>
                    <a:pt x="2433" y="2101"/>
                  </a:lnTo>
                  <a:lnTo>
                    <a:pt x="2441" y="2109"/>
                  </a:lnTo>
                  <a:lnTo>
                    <a:pt x="2448" y="2119"/>
                  </a:lnTo>
                  <a:lnTo>
                    <a:pt x="2455" y="2129"/>
                  </a:lnTo>
                  <a:lnTo>
                    <a:pt x="2460" y="2142"/>
                  </a:lnTo>
                  <a:lnTo>
                    <a:pt x="2465" y="2154"/>
                  </a:lnTo>
                  <a:lnTo>
                    <a:pt x="2469" y="2167"/>
                  </a:lnTo>
                  <a:lnTo>
                    <a:pt x="2472" y="2181"/>
                  </a:lnTo>
                  <a:lnTo>
                    <a:pt x="2475" y="21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29" name="Freeform 528">
              <a:extLst>
                <a:ext uri="{FF2B5EF4-FFF2-40B4-BE49-F238E27FC236}">
                  <a16:creationId xmlns:a16="http://schemas.microsoft.com/office/drawing/2014/main" id="{91D0B640-E9E9-519E-D4E9-3A58065A6D63}"/>
                </a:ext>
              </a:extLst>
            </p:cNvPr>
            <p:cNvSpPr>
              <a:spLocks/>
            </p:cNvSpPr>
            <p:nvPr/>
          </p:nvSpPr>
          <p:spPr bwMode="auto">
            <a:xfrm>
              <a:off x="2534" y="3140"/>
              <a:ext cx="307" cy="349"/>
            </a:xfrm>
            <a:custGeom>
              <a:avLst/>
              <a:gdLst>
                <a:gd name="T0" fmla="*/ 0 w 1228"/>
                <a:gd name="T1" fmla="*/ 0 h 1394"/>
                <a:gd name="T2" fmla="*/ 0 w 1228"/>
                <a:gd name="T3" fmla="*/ 0 h 1394"/>
                <a:gd name="T4" fmla="*/ 0 w 1228"/>
                <a:gd name="T5" fmla="*/ 0 h 1394"/>
                <a:gd name="T6" fmla="*/ 0 w 1228"/>
                <a:gd name="T7" fmla="*/ 0 h 1394"/>
                <a:gd name="T8" fmla="*/ 0 w 1228"/>
                <a:gd name="T9" fmla="*/ 0 h 1394"/>
                <a:gd name="T10" fmla="*/ 0 w 1228"/>
                <a:gd name="T11" fmla="*/ 0 h 1394"/>
                <a:gd name="T12" fmla="*/ 0 w 1228"/>
                <a:gd name="T13" fmla="*/ 0 h 1394"/>
                <a:gd name="T14" fmla="*/ 0 w 1228"/>
                <a:gd name="T15" fmla="*/ 0 h 1394"/>
                <a:gd name="T16" fmla="*/ 0 w 1228"/>
                <a:gd name="T17" fmla="*/ 0 h 1394"/>
                <a:gd name="T18" fmla="*/ 0 w 1228"/>
                <a:gd name="T19" fmla="*/ 0 h 1394"/>
                <a:gd name="T20" fmla="*/ 0 w 1228"/>
                <a:gd name="T21" fmla="*/ 0 h 1394"/>
                <a:gd name="T22" fmla="*/ 0 w 1228"/>
                <a:gd name="T23" fmla="*/ 0 h 1394"/>
                <a:gd name="T24" fmla="*/ 0 w 1228"/>
                <a:gd name="T25" fmla="*/ 0 h 1394"/>
                <a:gd name="T26" fmla="*/ 0 w 1228"/>
                <a:gd name="T27" fmla="*/ 0 h 1394"/>
                <a:gd name="T28" fmla="*/ 0 w 1228"/>
                <a:gd name="T29" fmla="*/ 0 h 1394"/>
                <a:gd name="T30" fmla="*/ 0 w 1228"/>
                <a:gd name="T31" fmla="*/ 0 h 1394"/>
                <a:gd name="T32" fmla="*/ 0 w 1228"/>
                <a:gd name="T33" fmla="*/ 0 h 1394"/>
                <a:gd name="T34" fmla="*/ 0 w 1228"/>
                <a:gd name="T35" fmla="*/ 0 h 1394"/>
                <a:gd name="T36" fmla="*/ 0 w 1228"/>
                <a:gd name="T37" fmla="*/ 0 h 1394"/>
                <a:gd name="T38" fmla="*/ 0 w 1228"/>
                <a:gd name="T39" fmla="*/ 0 h 1394"/>
                <a:gd name="T40" fmla="*/ 0 w 1228"/>
                <a:gd name="T41" fmla="*/ 0 h 1394"/>
                <a:gd name="T42" fmla="*/ 0 w 1228"/>
                <a:gd name="T43" fmla="*/ 0 h 1394"/>
                <a:gd name="T44" fmla="*/ 0 w 1228"/>
                <a:gd name="T45" fmla="*/ 0 h 1394"/>
                <a:gd name="T46" fmla="*/ 0 w 1228"/>
                <a:gd name="T47" fmla="*/ 0 h 1394"/>
                <a:gd name="T48" fmla="*/ 0 w 1228"/>
                <a:gd name="T49" fmla="*/ 0 h 1394"/>
                <a:gd name="T50" fmla="*/ 0 w 1228"/>
                <a:gd name="T51" fmla="*/ 0 h 1394"/>
                <a:gd name="T52" fmla="*/ 0 w 1228"/>
                <a:gd name="T53" fmla="*/ 0 h 1394"/>
                <a:gd name="T54" fmla="*/ 0 w 1228"/>
                <a:gd name="T55" fmla="*/ 0 h 1394"/>
                <a:gd name="T56" fmla="*/ 0 w 1228"/>
                <a:gd name="T57" fmla="*/ 0 h 1394"/>
                <a:gd name="T58" fmla="*/ 0 w 1228"/>
                <a:gd name="T59" fmla="*/ 0 h 1394"/>
                <a:gd name="T60" fmla="*/ 0 w 1228"/>
                <a:gd name="T61" fmla="*/ 0 h 1394"/>
                <a:gd name="T62" fmla="*/ 0 w 1228"/>
                <a:gd name="T63" fmla="*/ 0 h 1394"/>
                <a:gd name="T64" fmla="*/ 0 w 1228"/>
                <a:gd name="T65" fmla="*/ 0 h 1394"/>
                <a:gd name="T66" fmla="*/ 0 w 1228"/>
                <a:gd name="T67" fmla="*/ 0 h 1394"/>
                <a:gd name="T68" fmla="*/ 0 w 1228"/>
                <a:gd name="T69" fmla="*/ 0 h 1394"/>
                <a:gd name="T70" fmla="*/ 0 w 1228"/>
                <a:gd name="T71" fmla="*/ 0 h 1394"/>
                <a:gd name="T72" fmla="*/ 0 w 1228"/>
                <a:gd name="T73" fmla="*/ 0 h 1394"/>
                <a:gd name="T74" fmla="*/ 0 w 1228"/>
                <a:gd name="T75" fmla="*/ 0 h 1394"/>
                <a:gd name="T76" fmla="*/ 0 w 1228"/>
                <a:gd name="T77" fmla="*/ 0 h 1394"/>
                <a:gd name="T78" fmla="*/ 0 w 1228"/>
                <a:gd name="T79" fmla="*/ 0 h 1394"/>
                <a:gd name="T80" fmla="*/ 0 w 1228"/>
                <a:gd name="T81" fmla="*/ 0 h 1394"/>
                <a:gd name="T82" fmla="*/ 0 w 1228"/>
                <a:gd name="T83" fmla="*/ 0 h 1394"/>
                <a:gd name="T84" fmla="*/ 0 w 1228"/>
                <a:gd name="T85" fmla="*/ 0 h 1394"/>
                <a:gd name="T86" fmla="*/ 0 w 1228"/>
                <a:gd name="T87" fmla="*/ 0 h 1394"/>
                <a:gd name="T88" fmla="*/ 0 w 1228"/>
                <a:gd name="T89" fmla="*/ 0 h 1394"/>
                <a:gd name="T90" fmla="*/ 0 w 1228"/>
                <a:gd name="T91" fmla="*/ 0 h 1394"/>
                <a:gd name="T92" fmla="*/ 0 w 1228"/>
                <a:gd name="T93" fmla="*/ 0 h 1394"/>
                <a:gd name="T94" fmla="*/ 0 w 1228"/>
                <a:gd name="T95" fmla="*/ 0 h 1394"/>
                <a:gd name="T96" fmla="*/ 0 w 1228"/>
                <a:gd name="T97" fmla="*/ 0 h 1394"/>
                <a:gd name="T98" fmla="*/ 0 w 1228"/>
                <a:gd name="T99" fmla="*/ 0 h 1394"/>
                <a:gd name="T100" fmla="*/ 0 w 1228"/>
                <a:gd name="T101" fmla="*/ 0 h 1394"/>
                <a:gd name="T102" fmla="*/ 0 w 1228"/>
                <a:gd name="T103" fmla="*/ 0 h 1394"/>
                <a:gd name="T104" fmla="*/ 0 w 1228"/>
                <a:gd name="T105" fmla="*/ 0 h 1394"/>
                <a:gd name="T106" fmla="*/ 0 w 1228"/>
                <a:gd name="T107" fmla="*/ 0 h 1394"/>
                <a:gd name="T108" fmla="*/ 0 w 1228"/>
                <a:gd name="T109" fmla="*/ 0 h 1394"/>
                <a:gd name="T110" fmla="*/ 0 w 1228"/>
                <a:gd name="T111" fmla="*/ 0 h 1394"/>
                <a:gd name="T112" fmla="*/ 0 w 1228"/>
                <a:gd name="T113" fmla="*/ 0 h 1394"/>
                <a:gd name="T114" fmla="*/ 0 w 1228"/>
                <a:gd name="T115" fmla="*/ 0 h 13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28" h="1394">
                  <a:moveTo>
                    <a:pt x="1228" y="216"/>
                  </a:moveTo>
                  <a:lnTo>
                    <a:pt x="1222" y="226"/>
                  </a:lnTo>
                  <a:lnTo>
                    <a:pt x="1215" y="237"/>
                  </a:lnTo>
                  <a:lnTo>
                    <a:pt x="1209" y="248"/>
                  </a:lnTo>
                  <a:lnTo>
                    <a:pt x="1202" y="257"/>
                  </a:lnTo>
                  <a:lnTo>
                    <a:pt x="1195" y="264"/>
                  </a:lnTo>
                  <a:lnTo>
                    <a:pt x="1188" y="271"/>
                  </a:lnTo>
                  <a:lnTo>
                    <a:pt x="1182" y="275"/>
                  </a:lnTo>
                  <a:lnTo>
                    <a:pt x="1176" y="276"/>
                  </a:lnTo>
                  <a:lnTo>
                    <a:pt x="1166" y="277"/>
                  </a:lnTo>
                  <a:lnTo>
                    <a:pt x="1153" y="279"/>
                  </a:lnTo>
                  <a:lnTo>
                    <a:pt x="1139" y="283"/>
                  </a:lnTo>
                  <a:lnTo>
                    <a:pt x="1126" y="288"/>
                  </a:lnTo>
                  <a:lnTo>
                    <a:pt x="1115" y="295"/>
                  </a:lnTo>
                  <a:lnTo>
                    <a:pt x="1106" y="301"/>
                  </a:lnTo>
                  <a:lnTo>
                    <a:pt x="1101" y="307"/>
                  </a:lnTo>
                  <a:lnTo>
                    <a:pt x="1101" y="313"/>
                  </a:lnTo>
                  <a:lnTo>
                    <a:pt x="1103" y="320"/>
                  </a:lnTo>
                  <a:lnTo>
                    <a:pt x="1104" y="330"/>
                  </a:lnTo>
                  <a:lnTo>
                    <a:pt x="1103" y="341"/>
                  </a:lnTo>
                  <a:lnTo>
                    <a:pt x="1102" y="354"/>
                  </a:lnTo>
                  <a:lnTo>
                    <a:pt x="1101" y="365"/>
                  </a:lnTo>
                  <a:lnTo>
                    <a:pt x="1100" y="376"/>
                  </a:lnTo>
                  <a:lnTo>
                    <a:pt x="1101" y="385"/>
                  </a:lnTo>
                  <a:lnTo>
                    <a:pt x="1103" y="392"/>
                  </a:lnTo>
                  <a:lnTo>
                    <a:pt x="1105" y="400"/>
                  </a:lnTo>
                  <a:lnTo>
                    <a:pt x="1105" y="410"/>
                  </a:lnTo>
                  <a:lnTo>
                    <a:pt x="1104" y="421"/>
                  </a:lnTo>
                  <a:lnTo>
                    <a:pt x="1101" y="433"/>
                  </a:lnTo>
                  <a:lnTo>
                    <a:pt x="1097" y="446"/>
                  </a:lnTo>
                  <a:lnTo>
                    <a:pt x="1090" y="457"/>
                  </a:lnTo>
                  <a:lnTo>
                    <a:pt x="1084" y="465"/>
                  </a:lnTo>
                  <a:lnTo>
                    <a:pt x="1076" y="470"/>
                  </a:lnTo>
                  <a:lnTo>
                    <a:pt x="1068" y="474"/>
                  </a:lnTo>
                  <a:lnTo>
                    <a:pt x="1060" y="478"/>
                  </a:lnTo>
                  <a:lnTo>
                    <a:pt x="1052" y="484"/>
                  </a:lnTo>
                  <a:lnTo>
                    <a:pt x="1045" y="490"/>
                  </a:lnTo>
                  <a:lnTo>
                    <a:pt x="1037" y="498"/>
                  </a:lnTo>
                  <a:lnTo>
                    <a:pt x="1030" y="506"/>
                  </a:lnTo>
                  <a:lnTo>
                    <a:pt x="1023" y="513"/>
                  </a:lnTo>
                  <a:lnTo>
                    <a:pt x="1017" y="521"/>
                  </a:lnTo>
                  <a:lnTo>
                    <a:pt x="1010" y="527"/>
                  </a:lnTo>
                  <a:lnTo>
                    <a:pt x="1001" y="529"/>
                  </a:lnTo>
                  <a:lnTo>
                    <a:pt x="991" y="530"/>
                  </a:lnTo>
                  <a:lnTo>
                    <a:pt x="982" y="528"/>
                  </a:lnTo>
                  <a:lnTo>
                    <a:pt x="972" y="526"/>
                  </a:lnTo>
                  <a:lnTo>
                    <a:pt x="962" y="523"/>
                  </a:lnTo>
                  <a:lnTo>
                    <a:pt x="953" y="520"/>
                  </a:lnTo>
                  <a:lnTo>
                    <a:pt x="943" y="519"/>
                  </a:lnTo>
                  <a:lnTo>
                    <a:pt x="932" y="517"/>
                  </a:lnTo>
                  <a:lnTo>
                    <a:pt x="918" y="513"/>
                  </a:lnTo>
                  <a:lnTo>
                    <a:pt x="901" y="508"/>
                  </a:lnTo>
                  <a:lnTo>
                    <a:pt x="883" y="503"/>
                  </a:lnTo>
                  <a:lnTo>
                    <a:pt x="866" y="499"/>
                  </a:lnTo>
                  <a:lnTo>
                    <a:pt x="853" y="495"/>
                  </a:lnTo>
                  <a:lnTo>
                    <a:pt x="842" y="491"/>
                  </a:lnTo>
                  <a:lnTo>
                    <a:pt x="839" y="490"/>
                  </a:lnTo>
                  <a:lnTo>
                    <a:pt x="837" y="489"/>
                  </a:lnTo>
                  <a:lnTo>
                    <a:pt x="832" y="485"/>
                  </a:lnTo>
                  <a:lnTo>
                    <a:pt x="824" y="480"/>
                  </a:lnTo>
                  <a:lnTo>
                    <a:pt x="814" y="476"/>
                  </a:lnTo>
                  <a:lnTo>
                    <a:pt x="804" y="473"/>
                  </a:lnTo>
                  <a:lnTo>
                    <a:pt x="793" y="472"/>
                  </a:lnTo>
                  <a:lnTo>
                    <a:pt x="785" y="476"/>
                  </a:lnTo>
                  <a:lnTo>
                    <a:pt x="778" y="484"/>
                  </a:lnTo>
                  <a:lnTo>
                    <a:pt x="771" y="495"/>
                  </a:lnTo>
                  <a:lnTo>
                    <a:pt x="763" y="503"/>
                  </a:lnTo>
                  <a:lnTo>
                    <a:pt x="753" y="509"/>
                  </a:lnTo>
                  <a:lnTo>
                    <a:pt x="741" y="512"/>
                  </a:lnTo>
                  <a:lnTo>
                    <a:pt x="730" y="514"/>
                  </a:lnTo>
                  <a:lnTo>
                    <a:pt x="720" y="513"/>
                  </a:lnTo>
                  <a:lnTo>
                    <a:pt x="712" y="510"/>
                  </a:lnTo>
                  <a:lnTo>
                    <a:pt x="705" y="505"/>
                  </a:lnTo>
                  <a:lnTo>
                    <a:pt x="700" y="501"/>
                  </a:lnTo>
                  <a:lnTo>
                    <a:pt x="694" y="503"/>
                  </a:lnTo>
                  <a:lnTo>
                    <a:pt x="688" y="509"/>
                  </a:lnTo>
                  <a:lnTo>
                    <a:pt x="684" y="518"/>
                  </a:lnTo>
                  <a:lnTo>
                    <a:pt x="680" y="528"/>
                  </a:lnTo>
                  <a:lnTo>
                    <a:pt x="678" y="539"/>
                  </a:lnTo>
                  <a:lnTo>
                    <a:pt x="678" y="549"/>
                  </a:lnTo>
                  <a:lnTo>
                    <a:pt x="680" y="556"/>
                  </a:lnTo>
                  <a:lnTo>
                    <a:pt x="684" y="562"/>
                  </a:lnTo>
                  <a:lnTo>
                    <a:pt x="686" y="569"/>
                  </a:lnTo>
                  <a:lnTo>
                    <a:pt x="687" y="578"/>
                  </a:lnTo>
                  <a:lnTo>
                    <a:pt x="686" y="586"/>
                  </a:lnTo>
                  <a:lnTo>
                    <a:pt x="683" y="596"/>
                  </a:lnTo>
                  <a:lnTo>
                    <a:pt x="678" y="603"/>
                  </a:lnTo>
                  <a:lnTo>
                    <a:pt x="672" y="607"/>
                  </a:lnTo>
                  <a:lnTo>
                    <a:pt x="664" y="609"/>
                  </a:lnTo>
                  <a:lnTo>
                    <a:pt x="654" y="609"/>
                  </a:lnTo>
                  <a:lnTo>
                    <a:pt x="641" y="611"/>
                  </a:lnTo>
                  <a:lnTo>
                    <a:pt x="629" y="613"/>
                  </a:lnTo>
                  <a:lnTo>
                    <a:pt x="618" y="616"/>
                  </a:lnTo>
                  <a:lnTo>
                    <a:pt x="607" y="621"/>
                  </a:lnTo>
                  <a:lnTo>
                    <a:pt x="597" y="626"/>
                  </a:lnTo>
                  <a:lnTo>
                    <a:pt x="588" y="632"/>
                  </a:lnTo>
                  <a:lnTo>
                    <a:pt x="582" y="639"/>
                  </a:lnTo>
                  <a:lnTo>
                    <a:pt x="576" y="648"/>
                  </a:lnTo>
                  <a:lnTo>
                    <a:pt x="567" y="658"/>
                  </a:lnTo>
                  <a:lnTo>
                    <a:pt x="555" y="670"/>
                  </a:lnTo>
                  <a:lnTo>
                    <a:pt x="542" y="683"/>
                  </a:lnTo>
                  <a:lnTo>
                    <a:pt x="531" y="698"/>
                  </a:lnTo>
                  <a:lnTo>
                    <a:pt x="522" y="712"/>
                  </a:lnTo>
                  <a:lnTo>
                    <a:pt x="517" y="725"/>
                  </a:lnTo>
                  <a:lnTo>
                    <a:pt x="517" y="737"/>
                  </a:lnTo>
                  <a:lnTo>
                    <a:pt x="522" y="750"/>
                  </a:lnTo>
                  <a:lnTo>
                    <a:pt x="527" y="762"/>
                  </a:lnTo>
                  <a:lnTo>
                    <a:pt x="533" y="775"/>
                  </a:lnTo>
                  <a:lnTo>
                    <a:pt x="539" y="787"/>
                  </a:lnTo>
                  <a:lnTo>
                    <a:pt x="542" y="798"/>
                  </a:lnTo>
                  <a:lnTo>
                    <a:pt x="544" y="807"/>
                  </a:lnTo>
                  <a:lnTo>
                    <a:pt x="542" y="814"/>
                  </a:lnTo>
                  <a:lnTo>
                    <a:pt x="535" y="817"/>
                  </a:lnTo>
                  <a:lnTo>
                    <a:pt x="527" y="820"/>
                  </a:lnTo>
                  <a:lnTo>
                    <a:pt x="522" y="826"/>
                  </a:lnTo>
                  <a:lnTo>
                    <a:pt x="521" y="834"/>
                  </a:lnTo>
                  <a:lnTo>
                    <a:pt x="522" y="844"/>
                  </a:lnTo>
                  <a:lnTo>
                    <a:pt x="525" y="854"/>
                  </a:lnTo>
                  <a:lnTo>
                    <a:pt x="531" y="862"/>
                  </a:lnTo>
                  <a:lnTo>
                    <a:pt x="539" y="868"/>
                  </a:lnTo>
                  <a:lnTo>
                    <a:pt x="550" y="870"/>
                  </a:lnTo>
                  <a:lnTo>
                    <a:pt x="560" y="873"/>
                  </a:lnTo>
                  <a:lnTo>
                    <a:pt x="568" y="881"/>
                  </a:lnTo>
                  <a:lnTo>
                    <a:pt x="576" y="892"/>
                  </a:lnTo>
                  <a:lnTo>
                    <a:pt x="581" y="906"/>
                  </a:lnTo>
                  <a:lnTo>
                    <a:pt x="584" y="919"/>
                  </a:lnTo>
                  <a:lnTo>
                    <a:pt x="584" y="931"/>
                  </a:lnTo>
                  <a:lnTo>
                    <a:pt x="580" y="939"/>
                  </a:lnTo>
                  <a:lnTo>
                    <a:pt x="572" y="943"/>
                  </a:lnTo>
                  <a:lnTo>
                    <a:pt x="561" y="948"/>
                  </a:lnTo>
                  <a:lnTo>
                    <a:pt x="549" y="956"/>
                  </a:lnTo>
                  <a:lnTo>
                    <a:pt x="537" y="967"/>
                  </a:lnTo>
                  <a:lnTo>
                    <a:pt x="528" y="980"/>
                  </a:lnTo>
                  <a:lnTo>
                    <a:pt x="523" y="992"/>
                  </a:lnTo>
                  <a:lnTo>
                    <a:pt x="523" y="1004"/>
                  </a:lnTo>
                  <a:lnTo>
                    <a:pt x="530" y="1012"/>
                  </a:lnTo>
                  <a:lnTo>
                    <a:pt x="546" y="1015"/>
                  </a:lnTo>
                  <a:lnTo>
                    <a:pt x="563" y="1018"/>
                  </a:lnTo>
                  <a:lnTo>
                    <a:pt x="577" y="1025"/>
                  </a:lnTo>
                  <a:lnTo>
                    <a:pt x="586" y="1035"/>
                  </a:lnTo>
                  <a:lnTo>
                    <a:pt x="593" y="1048"/>
                  </a:lnTo>
                  <a:lnTo>
                    <a:pt x="596" y="1061"/>
                  </a:lnTo>
                  <a:lnTo>
                    <a:pt x="597" y="1073"/>
                  </a:lnTo>
                  <a:lnTo>
                    <a:pt x="593" y="1084"/>
                  </a:lnTo>
                  <a:lnTo>
                    <a:pt x="588" y="1092"/>
                  </a:lnTo>
                  <a:lnTo>
                    <a:pt x="584" y="1098"/>
                  </a:lnTo>
                  <a:lnTo>
                    <a:pt x="583" y="1101"/>
                  </a:lnTo>
                  <a:lnTo>
                    <a:pt x="585" y="1104"/>
                  </a:lnTo>
                  <a:lnTo>
                    <a:pt x="590" y="1105"/>
                  </a:lnTo>
                  <a:lnTo>
                    <a:pt x="598" y="1107"/>
                  </a:lnTo>
                  <a:lnTo>
                    <a:pt x="607" y="1109"/>
                  </a:lnTo>
                  <a:lnTo>
                    <a:pt x="617" y="1111"/>
                  </a:lnTo>
                  <a:lnTo>
                    <a:pt x="629" y="1115"/>
                  </a:lnTo>
                  <a:lnTo>
                    <a:pt x="642" y="1119"/>
                  </a:lnTo>
                  <a:lnTo>
                    <a:pt x="656" y="1123"/>
                  </a:lnTo>
                  <a:lnTo>
                    <a:pt x="668" y="1127"/>
                  </a:lnTo>
                  <a:lnTo>
                    <a:pt x="679" y="1132"/>
                  </a:lnTo>
                  <a:lnTo>
                    <a:pt x="688" y="1138"/>
                  </a:lnTo>
                  <a:lnTo>
                    <a:pt x="696" y="1144"/>
                  </a:lnTo>
                  <a:lnTo>
                    <a:pt x="700" y="1153"/>
                  </a:lnTo>
                  <a:lnTo>
                    <a:pt x="701" y="1162"/>
                  </a:lnTo>
                  <a:lnTo>
                    <a:pt x="700" y="1172"/>
                  </a:lnTo>
                  <a:lnTo>
                    <a:pt x="699" y="1182"/>
                  </a:lnTo>
                  <a:lnTo>
                    <a:pt x="698" y="1191"/>
                  </a:lnTo>
                  <a:lnTo>
                    <a:pt x="697" y="1200"/>
                  </a:lnTo>
                  <a:lnTo>
                    <a:pt x="693" y="1208"/>
                  </a:lnTo>
                  <a:lnTo>
                    <a:pt x="688" y="1215"/>
                  </a:lnTo>
                  <a:lnTo>
                    <a:pt x="680" y="1221"/>
                  </a:lnTo>
                  <a:lnTo>
                    <a:pt x="670" y="1227"/>
                  </a:lnTo>
                  <a:lnTo>
                    <a:pt x="657" y="1232"/>
                  </a:lnTo>
                  <a:lnTo>
                    <a:pt x="643" y="1238"/>
                  </a:lnTo>
                  <a:lnTo>
                    <a:pt x="630" y="1244"/>
                  </a:lnTo>
                  <a:lnTo>
                    <a:pt x="619" y="1252"/>
                  </a:lnTo>
                  <a:lnTo>
                    <a:pt x="611" y="1260"/>
                  </a:lnTo>
                  <a:lnTo>
                    <a:pt x="605" y="1269"/>
                  </a:lnTo>
                  <a:lnTo>
                    <a:pt x="604" y="1279"/>
                  </a:lnTo>
                  <a:lnTo>
                    <a:pt x="607" y="1290"/>
                  </a:lnTo>
                  <a:lnTo>
                    <a:pt x="612" y="1306"/>
                  </a:lnTo>
                  <a:lnTo>
                    <a:pt x="614" y="1323"/>
                  </a:lnTo>
                  <a:lnTo>
                    <a:pt x="611" y="1341"/>
                  </a:lnTo>
                  <a:lnTo>
                    <a:pt x="604" y="1360"/>
                  </a:lnTo>
                  <a:lnTo>
                    <a:pt x="591" y="1376"/>
                  </a:lnTo>
                  <a:lnTo>
                    <a:pt x="572" y="1388"/>
                  </a:lnTo>
                  <a:lnTo>
                    <a:pt x="548" y="1394"/>
                  </a:lnTo>
                  <a:lnTo>
                    <a:pt x="515" y="1394"/>
                  </a:lnTo>
                  <a:lnTo>
                    <a:pt x="498" y="1392"/>
                  </a:lnTo>
                  <a:lnTo>
                    <a:pt x="479" y="1390"/>
                  </a:lnTo>
                  <a:lnTo>
                    <a:pt x="463" y="1388"/>
                  </a:lnTo>
                  <a:lnTo>
                    <a:pt x="446" y="1385"/>
                  </a:lnTo>
                  <a:lnTo>
                    <a:pt x="430" y="1383"/>
                  </a:lnTo>
                  <a:lnTo>
                    <a:pt x="415" y="1380"/>
                  </a:lnTo>
                  <a:lnTo>
                    <a:pt x="401" y="1376"/>
                  </a:lnTo>
                  <a:lnTo>
                    <a:pt x="387" y="1373"/>
                  </a:lnTo>
                  <a:lnTo>
                    <a:pt x="375" y="1369"/>
                  </a:lnTo>
                  <a:lnTo>
                    <a:pt x="364" y="1365"/>
                  </a:lnTo>
                  <a:lnTo>
                    <a:pt x="354" y="1361"/>
                  </a:lnTo>
                  <a:lnTo>
                    <a:pt x="344" y="1356"/>
                  </a:lnTo>
                  <a:lnTo>
                    <a:pt x="337" y="1351"/>
                  </a:lnTo>
                  <a:lnTo>
                    <a:pt x="331" y="1345"/>
                  </a:lnTo>
                  <a:lnTo>
                    <a:pt x="327" y="1339"/>
                  </a:lnTo>
                  <a:lnTo>
                    <a:pt x="325" y="1333"/>
                  </a:lnTo>
                  <a:lnTo>
                    <a:pt x="322" y="1319"/>
                  </a:lnTo>
                  <a:lnTo>
                    <a:pt x="320" y="1302"/>
                  </a:lnTo>
                  <a:lnTo>
                    <a:pt x="317" y="1282"/>
                  </a:lnTo>
                  <a:lnTo>
                    <a:pt x="314" y="1263"/>
                  </a:lnTo>
                  <a:lnTo>
                    <a:pt x="309" y="1243"/>
                  </a:lnTo>
                  <a:lnTo>
                    <a:pt x="303" y="1225"/>
                  </a:lnTo>
                  <a:lnTo>
                    <a:pt x="293" y="1210"/>
                  </a:lnTo>
                  <a:lnTo>
                    <a:pt x="282" y="1199"/>
                  </a:lnTo>
                  <a:lnTo>
                    <a:pt x="268" y="1189"/>
                  </a:lnTo>
                  <a:lnTo>
                    <a:pt x="252" y="1179"/>
                  </a:lnTo>
                  <a:lnTo>
                    <a:pt x="233" y="1168"/>
                  </a:lnTo>
                  <a:lnTo>
                    <a:pt x="216" y="1158"/>
                  </a:lnTo>
                  <a:lnTo>
                    <a:pt x="200" y="1148"/>
                  </a:lnTo>
                  <a:lnTo>
                    <a:pt x="188" y="1136"/>
                  </a:lnTo>
                  <a:lnTo>
                    <a:pt x="181" y="1126"/>
                  </a:lnTo>
                  <a:lnTo>
                    <a:pt x="182" y="1117"/>
                  </a:lnTo>
                  <a:lnTo>
                    <a:pt x="184" y="1108"/>
                  </a:lnTo>
                  <a:lnTo>
                    <a:pt x="184" y="1096"/>
                  </a:lnTo>
                  <a:lnTo>
                    <a:pt x="183" y="1085"/>
                  </a:lnTo>
                  <a:lnTo>
                    <a:pt x="181" y="1073"/>
                  </a:lnTo>
                  <a:lnTo>
                    <a:pt x="179" y="1061"/>
                  </a:lnTo>
                  <a:lnTo>
                    <a:pt x="178" y="1050"/>
                  </a:lnTo>
                  <a:lnTo>
                    <a:pt x="180" y="1040"/>
                  </a:lnTo>
                  <a:lnTo>
                    <a:pt x="184" y="1033"/>
                  </a:lnTo>
                  <a:lnTo>
                    <a:pt x="190" y="1027"/>
                  </a:lnTo>
                  <a:lnTo>
                    <a:pt x="198" y="1022"/>
                  </a:lnTo>
                  <a:lnTo>
                    <a:pt x="204" y="1017"/>
                  </a:lnTo>
                  <a:lnTo>
                    <a:pt x="210" y="1012"/>
                  </a:lnTo>
                  <a:lnTo>
                    <a:pt x="212" y="1008"/>
                  </a:lnTo>
                  <a:lnTo>
                    <a:pt x="213" y="1003"/>
                  </a:lnTo>
                  <a:lnTo>
                    <a:pt x="209" y="995"/>
                  </a:lnTo>
                  <a:lnTo>
                    <a:pt x="201" y="988"/>
                  </a:lnTo>
                  <a:lnTo>
                    <a:pt x="190" y="978"/>
                  </a:lnTo>
                  <a:lnTo>
                    <a:pt x="179" y="965"/>
                  </a:lnTo>
                  <a:lnTo>
                    <a:pt x="168" y="951"/>
                  </a:lnTo>
                  <a:lnTo>
                    <a:pt x="157" y="936"/>
                  </a:lnTo>
                  <a:lnTo>
                    <a:pt x="145" y="923"/>
                  </a:lnTo>
                  <a:lnTo>
                    <a:pt x="136" y="912"/>
                  </a:lnTo>
                  <a:lnTo>
                    <a:pt x="129" y="905"/>
                  </a:lnTo>
                  <a:lnTo>
                    <a:pt x="123" y="903"/>
                  </a:lnTo>
                  <a:lnTo>
                    <a:pt x="117" y="904"/>
                  </a:lnTo>
                  <a:lnTo>
                    <a:pt x="111" y="904"/>
                  </a:lnTo>
                  <a:lnTo>
                    <a:pt x="104" y="902"/>
                  </a:lnTo>
                  <a:lnTo>
                    <a:pt x="97" y="899"/>
                  </a:lnTo>
                  <a:lnTo>
                    <a:pt x="91" y="892"/>
                  </a:lnTo>
                  <a:lnTo>
                    <a:pt x="86" y="883"/>
                  </a:lnTo>
                  <a:lnTo>
                    <a:pt x="84" y="871"/>
                  </a:lnTo>
                  <a:lnTo>
                    <a:pt x="84" y="856"/>
                  </a:lnTo>
                  <a:lnTo>
                    <a:pt x="85" y="837"/>
                  </a:lnTo>
                  <a:lnTo>
                    <a:pt x="85" y="821"/>
                  </a:lnTo>
                  <a:lnTo>
                    <a:pt x="85" y="806"/>
                  </a:lnTo>
                  <a:lnTo>
                    <a:pt x="85" y="792"/>
                  </a:lnTo>
                  <a:lnTo>
                    <a:pt x="82" y="781"/>
                  </a:lnTo>
                  <a:lnTo>
                    <a:pt x="78" y="773"/>
                  </a:lnTo>
                  <a:lnTo>
                    <a:pt x="72" y="768"/>
                  </a:lnTo>
                  <a:lnTo>
                    <a:pt x="64" y="766"/>
                  </a:lnTo>
                  <a:lnTo>
                    <a:pt x="54" y="765"/>
                  </a:lnTo>
                  <a:lnTo>
                    <a:pt x="42" y="761"/>
                  </a:lnTo>
                  <a:lnTo>
                    <a:pt x="31" y="755"/>
                  </a:lnTo>
                  <a:lnTo>
                    <a:pt x="20" y="747"/>
                  </a:lnTo>
                  <a:lnTo>
                    <a:pt x="11" y="736"/>
                  </a:lnTo>
                  <a:lnTo>
                    <a:pt x="4" y="725"/>
                  </a:lnTo>
                  <a:lnTo>
                    <a:pt x="0" y="714"/>
                  </a:lnTo>
                  <a:lnTo>
                    <a:pt x="1" y="701"/>
                  </a:lnTo>
                  <a:lnTo>
                    <a:pt x="4" y="690"/>
                  </a:lnTo>
                  <a:lnTo>
                    <a:pt x="7" y="682"/>
                  </a:lnTo>
                  <a:lnTo>
                    <a:pt x="10" y="677"/>
                  </a:lnTo>
                  <a:lnTo>
                    <a:pt x="13" y="674"/>
                  </a:lnTo>
                  <a:lnTo>
                    <a:pt x="17" y="672"/>
                  </a:lnTo>
                  <a:lnTo>
                    <a:pt x="22" y="671"/>
                  </a:lnTo>
                  <a:lnTo>
                    <a:pt x="27" y="670"/>
                  </a:lnTo>
                  <a:lnTo>
                    <a:pt x="33" y="668"/>
                  </a:lnTo>
                  <a:lnTo>
                    <a:pt x="40" y="665"/>
                  </a:lnTo>
                  <a:lnTo>
                    <a:pt x="48" y="661"/>
                  </a:lnTo>
                  <a:lnTo>
                    <a:pt x="54" y="655"/>
                  </a:lnTo>
                  <a:lnTo>
                    <a:pt x="59" y="649"/>
                  </a:lnTo>
                  <a:lnTo>
                    <a:pt x="62" y="641"/>
                  </a:lnTo>
                  <a:lnTo>
                    <a:pt x="63" y="634"/>
                  </a:lnTo>
                  <a:lnTo>
                    <a:pt x="62" y="627"/>
                  </a:lnTo>
                  <a:lnTo>
                    <a:pt x="58" y="619"/>
                  </a:lnTo>
                  <a:lnTo>
                    <a:pt x="54" y="613"/>
                  </a:lnTo>
                  <a:lnTo>
                    <a:pt x="52" y="607"/>
                  </a:lnTo>
                  <a:lnTo>
                    <a:pt x="52" y="601"/>
                  </a:lnTo>
                  <a:lnTo>
                    <a:pt x="54" y="597"/>
                  </a:lnTo>
                  <a:lnTo>
                    <a:pt x="58" y="592"/>
                  </a:lnTo>
                  <a:lnTo>
                    <a:pt x="63" y="589"/>
                  </a:lnTo>
                  <a:lnTo>
                    <a:pt x="71" y="587"/>
                  </a:lnTo>
                  <a:lnTo>
                    <a:pt x="80" y="586"/>
                  </a:lnTo>
                  <a:lnTo>
                    <a:pt x="89" y="584"/>
                  </a:lnTo>
                  <a:lnTo>
                    <a:pt x="98" y="581"/>
                  </a:lnTo>
                  <a:lnTo>
                    <a:pt x="103" y="577"/>
                  </a:lnTo>
                  <a:lnTo>
                    <a:pt x="107" y="572"/>
                  </a:lnTo>
                  <a:lnTo>
                    <a:pt x="110" y="567"/>
                  </a:lnTo>
                  <a:lnTo>
                    <a:pt x="111" y="560"/>
                  </a:lnTo>
                  <a:lnTo>
                    <a:pt x="111" y="553"/>
                  </a:lnTo>
                  <a:lnTo>
                    <a:pt x="111" y="543"/>
                  </a:lnTo>
                  <a:lnTo>
                    <a:pt x="109" y="534"/>
                  </a:lnTo>
                  <a:lnTo>
                    <a:pt x="104" y="524"/>
                  </a:lnTo>
                  <a:lnTo>
                    <a:pt x="98" y="514"/>
                  </a:lnTo>
                  <a:lnTo>
                    <a:pt x="89" y="504"/>
                  </a:lnTo>
                  <a:lnTo>
                    <a:pt x="81" y="494"/>
                  </a:lnTo>
                  <a:lnTo>
                    <a:pt x="73" y="483"/>
                  </a:lnTo>
                  <a:lnTo>
                    <a:pt x="67" y="475"/>
                  </a:lnTo>
                  <a:lnTo>
                    <a:pt x="62" y="468"/>
                  </a:lnTo>
                  <a:lnTo>
                    <a:pt x="57" y="462"/>
                  </a:lnTo>
                  <a:lnTo>
                    <a:pt x="53" y="457"/>
                  </a:lnTo>
                  <a:lnTo>
                    <a:pt x="49" y="451"/>
                  </a:lnTo>
                  <a:lnTo>
                    <a:pt x="44" y="445"/>
                  </a:lnTo>
                  <a:lnTo>
                    <a:pt x="42" y="438"/>
                  </a:lnTo>
                  <a:lnTo>
                    <a:pt x="41" y="432"/>
                  </a:lnTo>
                  <a:lnTo>
                    <a:pt x="42" y="425"/>
                  </a:lnTo>
                  <a:lnTo>
                    <a:pt x="45" y="417"/>
                  </a:lnTo>
                  <a:lnTo>
                    <a:pt x="49" y="408"/>
                  </a:lnTo>
                  <a:lnTo>
                    <a:pt x="52" y="397"/>
                  </a:lnTo>
                  <a:lnTo>
                    <a:pt x="55" y="384"/>
                  </a:lnTo>
                  <a:lnTo>
                    <a:pt x="58" y="372"/>
                  </a:lnTo>
                  <a:lnTo>
                    <a:pt x="62" y="360"/>
                  </a:lnTo>
                  <a:lnTo>
                    <a:pt x="68" y="349"/>
                  </a:lnTo>
                  <a:lnTo>
                    <a:pt x="75" y="338"/>
                  </a:lnTo>
                  <a:lnTo>
                    <a:pt x="84" y="329"/>
                  </a:lnTo>
                  <a:lnTo>
                    <a:pt x="93" y="321"/>
                  </a:lnTo>
                  <a:lnTo>
                    <a:pt x="102" y="311"/>
                  </a:lnTo>
                  <a:lnTo>
                    <a:pt x="109" y="299"/>
                  </a:lnTo>
                  <a:lnTo>
                    <a:pt x="117" y="287"/>
                  </a:lnTo>
                  <a:lnTo>
                    <a:pt x="126" y="277"/>
                  </a:lnTo>
                  <a:lnTo>
                    <a:pt x="138" y="270"/>
                  </a:lnTo>
                  <a:lnTo>
                    <a:pt x="153" y="266"/>
                  </a:lnTo>
                  <a:lnTo>
                    <a:pt x="170" y="266"/>
                  </a:lnTo>
                  <a:lnTo>
                    <a:pt x="188" y="269"/>
                  </a:lnTo>
                  <a:lnTo>
                    <a:pt x="204" y="271"/>
                  </a:lnTo>
                  <a:lnTo>
                    <a:pt x="216" y="272"/>
                  </a:lnTo>
                  <a:lnTo>
                    <a:pt x="226" y="272"/>
                  </a:lnTo>
                  <a:lnTo>
                    <a:pt x="234" y="269"/>
                  </a:lnTo>
                  <a:lnTo>
                    <a:pt x="241" y="263"/>
                  </a:lnTo>
                  <a:lnTo>
                    <a:pt x="247" y="254"/>
                  </a:lnTo>
                  <a:lnTo>
                    <a:pt x="252" y="239"/>
                  </a:lnTo>
                  <a:lnTo>
                    <a:pt x="255" y="225"/>
                  </a:lnTo>
                  <a:lnTo>
                    <a:pt x="256" y="213"/>
                  </a:lnTo>
                  <a:lnTo>
                    <a:pt x="256" y="204"/>
                  </a:lnTo>
                  <a:lnTo>
                    <a:pt x="257" y="195"/>
                  </a:lnTo>
                  <a:lnTo>
                    <a:pt x="259" y="187"/>
                  </a:lnTo>
                  <a:lnTo>
                    <a:pt x="266" y="181"/>
                  </a:lnTo>
                  <a:lnTo>
                    <a:pt x="277" y="175"/>
                  </a:lnTo>
                  <a:lnTo>
                    <a:pt x="297" y="170"/>
                  </a:lnTo>
                  <a:lnTo>
                    <a:pt x="317" y="166"/>
                  </a:lnTo>
                  <a:lnTo>
                    <a:pt x="331" y="162"/>
                  </a:lnTo>
                  <a:lnTo>
                    <a:pt x="341" y="160"/>
                  </a:lnTo>
                  <a:lnTo>
                    <a:pt x="348" y="156"/>
                  </a:lnTo>
                  <a:lnTo>
                    <a:pt x="351" y="151"/>
                  </a:lnTo>
                  <a:lnTo>
                    <a:pt x="352" y="144"/>
                  </a:lnTo>
                  <a:lnTo>
                    <a:pt x="351" y="132"/>
                  </a:lnTo>
                  <a:lnTo>
                    <a:pt x="350" y="117"/>
                  </a:lnTo>
                  <a:lnTo>
                    <a:pt x="349" y="101"/>
                  </a:lnTo>
                  <a:lnTo>
                    <a:pt x="348" y="88"/>
                  </a:lnTo>
                  <a:lnTo>
                    <a:pt x="345" y="79"/>
                  </a:lnTo>
                  <a:lnTo>
                    <a:pt x="347" y="71"/>
                  </a:lnTo>
                  <a:lnTo>
                    <a:pt x="348" y="65"/>
                  </a:lnTo>
                  <a:lnTo>
                    <a:pt x="352" y="59"/>
                  </a:lnTo>
                  <a:lnTo>
                    <a:pt x="359" y="53"/>
                  </a:lnTo>
                  <a:lnTo>
                    <a:pt x="370" y="46"/>
                  </a:lnTo>
                  <a:lnTo>
                    <a:pt x="376" y="40"/>
                  </a:lnTo>
                  <a:lnTo>
                    <a:pt x="382" y="35"/>
                  </a:lnTo>
                  <a:lnTo>
                    <a:pt x="387" y="29"/>
                  </a:lnTo>
                  <a:lnTo>
                    <a:pt x="392" y="23"/>
                  </a:lnTo>
                  <a:lnTo>
                    <a:pt x="397" y="17"/>
                  </a:lnTo>
                  <a:lnTo>
                    <a:pt x="401" y="12"/>
                  </a:lnTo>
                  <a:lnTo>
                    <a:pt x="405" y="6"/>
                  </a:lnTo>
                  <a:lnTo>
                    <a:pt x="409" y="0"/>
                  </a:lnTo>
                  <a:lnTo>
                    <a:pt x="411" y="3"/>
                  </a:lnTo>
                  <a:lnTo>
                    <a:pt x="414" y="5"/>
                  </a:lnTo>
                  <a:lnTo>
                    <a:pt x="417" y="7"/>
                  </a:lnTo>
                  <a:lnTo>
                    <a:pt x="421" y="9"/>
                  </a:lnTo>
                  <a:lnTo>
                    <a:pt x="424" y="10"/>
                  </a:lnTo>
                  <a:lnTo>
                    <a:pt x="429" y="12"/>
                  </a:lnTo>
                  <a:lnTo>
                    <a:pt x="434" y="12"/>
                  </a:lnTo>
                  <a:lnTo>
                    <a:pt x="439" y="13"/>
                  </a:lnTo>
                  <a:lnTo>
                    <a:pt x="463" y="17"/>
                  </a:lnTo>
                  <a:lnTo>
                    <a:pt x="482" y="24"/>
                  </a:lnTo>
                  <a:lnTo>
                    <a:pt x="497" y="33"/>
                  </a:lnTo>
                  <a:lnTo>
                    <a:pt x="509" y="43"/>
                  </a:lnTo>
                  <a:lnTo>
                    <a:pt x="519" y="53"/>
                  </a:lnTo>
                  <a:lnTo>
                    <a:pt x="527" y="62"/>
                  </a:lnTo>
                  <a:lnTo>
                    <a:pt x="535" y="69"/>
                  </a:lnTo>
                  <a:lnTo>
                    <a:pt x="543" y="74"/>
                  </a:lnTo>
                  <a:lnTo>
                    <a:pt x="553" y="76"/>
                  </a:lnTo>
                  <a:lnTo>
                    <a:pt x="562" y="76"/>
                  </a:lnTo>
                  <a:lnTo>
                    <a:pt x="572" y="75"/>
                  </a:lnTo>
                  <a:lnTo>
                    <a:pt x="582" y="71"/>
                  </a:lnTo>
                  <a:lnTo>
                    <a:pt x="591" y="66"/>
                  </a:lnTo>
                  <a:lnTo>
                    <a:pt x="600" y="59"/>
                  </a:lnTo>
                  <a:lnTo>
                    <a:pt x="607" y="50"/>
                  </a:lnTo>
                  <a:lnTo>
                    <a:pt x="611" y="39"/>
                  </a:lnTo>
                  <a:lnTo>
                    <a:pt x="616" y="30"/>
                  </a:lnTo>
                  <a:lnTo>
                    <a:pt x="624" y="26"/>
                  </a:lnTo>
                  <a:lnTo>
                    <a:pt x="634" y="25"/>
                  </a:lnTo>
                  <a:lnTo>
                    <a:pt x="647" y="27"/>
                  </a:lnTo>
                  <a:lnTo>
                    <a:pt x="660" y="33"/>
                  </a:lnTo>
                  <a:lnTo>
                    <a:pt x="673" y="42"/>
                  </a:lnTo>
                  <a:lnTo>
                    <a:pt x="685" y="51"/>
                  </a:lnTo>
                  <a:lnTo>
                    <a:pt x="697" y="62"/>
                  </a:lnTo>
                  <a:lnTo>
                    <a:pt x="707" y="72"/>
                  </a:lnTo>
                  <a:lnTo>
                    <a:pt x="716" y="79"/>
                  </a:lnTo>
                  <a:lnTo>
                    <a:pt x="725" y="84"/>
                  </a:lnTo>
                  <a:lnTo>
                    <a:pt x="734" y="85"/>
                  </a:lnTo>
                  <a:lnTo>
                    <a:pt x="742" y="84"/>
                  </a:lnTo>
                  <a:lnTo>
                    <a:pt x="752" y="80"/>
                  </a:lnTo>
                  <a:lnTo>
                    <a:pt x="761" y="74"/>
                  </a:lnTo>
                  <a:lnTo>
                    <a:pt x="770" y="66"/>
                  </a:lnTo>
                  <a:lnTo>
                    <a:pt x="779" y="58"/>
                  </a:lnTo>
                  <a:lnTo>
                    <a:pt x="787" y="52"/>
                  </a:lnTo>
                  <a:lnTo>
                    <a:pt x="795" y="49"/>
                  </a:lnTo>
                  <a:lnTo>
                    <a:pt x="802" y="48"/>
                  </a:lnTo>
                  <a:lnTo>
                    <a:pt x="808" y="48"/>
                  </a:lnTo>
                  <a:lnTo>
                    <a:pt x="814" y="51"/>
                  </a:lnTo>
                  <a:lnTo>
                    <a:pt x="820" y="54"/>
                  </a:lnTo>
                  <a:lnTo>
                    <a:pt x="825" y="58"/>
                  </a:lnTo>
                  <a:lnTo>
                    <a:pt x="833" y="66"/>
                  </a:lnTo>
                  <a:lnTo>
                    <a:pt x="839" y="73"/>
                  </a:lnTo>
                  <a:lnTo>
                    <a:pt x="845" y="75"/>
                  </a:lnTo>
                  <a:lnTo>
                    <a:pt x="852" y="68"/>
                  </a:lnTo>
                  <a:lnTo>
                    <a:pt x="856" y="64"/>
                  </a:lnTo>
                  <a:lnTo>
                    <a:pt x="861" y="64"/>
                  </a:lnTo>
                  <a:lnTo>
                    <a:pt x="867" y="67"/>
                  </a:lnTo>
                  <a:lnTo>
                    <a:pt x="872" y="72"/>
                  </a:lnTo>
                  <a:lnTo>
                    <a:pt x="877" y="79"/>
                  </a:lnTo>
                  <a:lnTo>
                    <a:pt x="880" y="87"/>
                  </a:lnTo>
                  <a:lnTo>
                    <a:pt x="882" y="96"/>
                  </a:lnTo>
                  <a:lnTo>
                    <a:pt x="882" y="105"/>
                  </a:lnTo>
                  <a:lnTo>
                    <a:pt x="881" y="113"/>
                  </a:lnTo>
                  <a:lnTo>
                    <a:pt x="884" y="120"/>
                  </a:lnTo>
                  <a:lnTo>
                    <a:pt x="888" y="126"/>
                  </a:lnTo>
                  <a:lnTo>
                    <a:pt x="896" y="130"/>
                  </a:lnTo>
                  <a:lnTo>
                    <a:pt x="903" y="134"/>
                  </a:lnTo>
                  <a:lnTo>
                    <a:pt x="912" y="136"/>
                  </a:lnTo>
                  <a:lnTo>
                    <a:pt x="920" y="136"/>
                  </a:lnTo>
                  <a:lnTo>
                    <a:pt x="929" y="135"/>
                  </a:lnTo>
                  <a:lnTo>
                    <a:pt x="938" y="134"/>
                  </a:lnTo>
                  <a:lnTo>
                    <a:pt x="947" y="133"/>
                  </a:lnTo>
                  <a:lnTo>
                    <a:pt x="957" y="133"/>
                  </a:lnTo>
                  <a:lnTo>
                    <a:pt x="966" y="134"/>
                  </a:lnTo>
                  <a:lnTo>
                    <a:pt x="976" y="137"/>
                  </a:lnTo>
                  <a:lnTo>
                    <a:pt x="985" y="140"/>
                  </a:lnTo>
                  <a:lnTo>
                    <a:pt x="996" y="147"/>
                  </a:lnTo>
                  <a:lnTo>
                    <a:pt x="1005" y="154"/>
                  </a:lnTo>
                  <a:lnTo>
                    <a:pt x="1013" y="160"/>
                  </a:lnTo>
                  <a:lnTo>
                    <a:pt x="1020" y="163"/>
                  </a:lnTo>
                  <a:lnTo>
                    <a:pt x="1024" y="162"/>
                  </a:lnTo>
                  <a:lnTo>
                    <a:pt x="1029" y="160"/>
                  </a:lnTo>
                  <a:lnTo>
                    <a:pt x="1033" y="157"/>
                  </a:lnTo>
                  <a:lnTo>
                    <a:pt x="1039" y="154"/>
                  </a:lnTo>
                  <a:lnTo>
                    <a:pt x="1048" y="151"/>
                  </a:lnTo>
                  <a:lnTo>
                    <a:pt x="1058" y="150"/>
                  </a:lnTo>
                  <a:lnTo>
                    <a:pt x="1069" y="149"/>
                  </a:lnTo>
                  <a:lnTo>
                    <a:pt x="1077" y="147"/>
                  </a:lnTo>
                  <a:lnTo>
                    <a:pt x="1085" y="146"/>
                  </a:lnTo>
                  <a:lnTo>
                    <a:pt x="1092" y="144"/>
                  </a:lnTo>
                  <a:lnTo>
                    <a:pt x="1102" y="145"/>
                  </a:lnTo>
                  <a:lnTo>
                    <a:pt x="1114" y="148"/>
                  </a:lnTo>
                  <a:lnTo>
                    <a:pt x="1129" y="155"/>
                  </a:lnTo>
                  <a:lnTo>
                    <a:pt x="1152" y="166"/>
                  </a:lnTo>
                  <a:lnTo>
                    <a:pt x="1164" y="173"/>
                  </a:lnTo>
                  <a:lnTo>
                    <a:pt x="1175" y="180"/>
                  </a:lnTo>
                  <a:lnTo>
                    <a:pt x="1185" y="187"/>
                  </a:lnTo>
                  <a:lnTo>
                    <a:pt x="1195" y="194"/>
                  </a:lnTo>
                  <a:lnTo>
                    <a:pt x="1204" y="201"/>
                  </a:lnTo>
                  <a:lnTo>
                    <a:pt x="1213" y="206"/>
                  </a:lnTo>
                  <a:lnTo>
                    <a:pt x="1221" y="212"/>
                  </a:lnTo>
                  <a:lnTo>
                    <a:pt x="1228" y="216"/>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30" name="Freeform 529">
              <a:extLst>
                <a:ext uri="{FF2B5EF4-FFF2-40B4-BE49-F238E27FC236}">
                  <a16:creationId xmlns:a16="http://schemas.microsoft.com/office/drawing/2014/main" id="{42C16E32-BB73-60C4-998F-203F59E6D50A}"/>
                </a:ext>
              </a:extLst>
            </p:cNvPr>
            <p:cNvSpPr>
              <a:spLocks/>
            </p:cNvSpPr>
            <p:nvPr/>
          </p:nvSpPr>
          <p:spPr bwMode="auto">
            <a:xfrm>
              <a:off x="2534" y="3140"/>
              <a:ext cx="307" cy="349"/>
            </a:xfrm>
            <a:custGeom>
              <a:avLst/>
              <a:gdLst>
                <a:gd name="T0" fmla="*/ 0 w 1228"/>
                <a:gd name="T1" fmla="*/ 0 h 1394"/>
                <a:gd name="T2" fmla="*/ 0 w 1228"/>
                <a:gd name="T3" fmla="*/ 0 h 1394"/>
                <a:gd name="T4" fmla="*/ 0 w 1228"/>
                <a:gd name="T5" fmla="*/ 0 h 1394"/>
                <a:gd name="T6" fmla="*/ 0 w 1228"/>
                <a:gd name="T7" fmla="*/ 0 h 1394"/>
                <a:gd name="T8" fmla="*/ 0 w 1228"/>
                <a:gd name="T9" fmla="*/ 0 h 1394"/>
                <a:gd name="T10" fmla="*/ 0 w 1228"/>
                <a:gd name="T11" fmla="*/ 0 h 1394"/>
                <a:gd name="T12" fmla="*/ 0 w 1228"/>
                <a:gd name="T13" fmla="*/ 0 h 1394"/>
                <a:gd name="T14" fmla="*/ 0 w 1228"/>
                <a:gd name="T15" fmla="*/ 0 h 1394"/>
                <a:gd name="T16" fmla="*/ 0 w 1228"/>
                <a:gd name="T17" fmla="*/ 0 h 1394"/>
                <a:gd name="T18" fmla="*/ 0 w 1228"/>
                <a:gd name="T19" fmla="*/ 0 h 1394"/>
                <a:gd name="T20" fmla="*/ 0 w 1228"/>
                <a:gd name="T21" fmla="*/ 0 h 1394"/>
                <a:gd name="T22" fmla="*/ 0 w 1228"/>
                <a:gd name="T23" fmla="*/ 0 h 1394"/>
                <a:gd name="T24" fmla="*/ 0 w 1228"/>
                <a:gd name="T25" fmla="*/ 0 h 1394"/>
                <a:gd name="T26" fmla="*/ 0 w 1228"/>
                <a:gd name="T27" fmla="*/ 0 h 1394"/>
                <a:gd name="T28" fmla="*/ 0 w 1228"/>
                <a:gd name="T29" fmla="*/ 0 h 1394"/>
                <a:gd name="T30" fmla="*/ 0 w 1228"/>
                <a:gd name="T31" fmla="*/ 0 h 1394"/>
                <a:gd name="T32" fmla="*/ 0 w 1228"/>
                <a:gd name="T33" fmla="*/ 0 h 1394"/>
                <a:gd name="T34" fmla="*/ 0 w 1228"/>
                <a:gd name="T35" fmla="*/ 0 h 1394"/>
                <a:gd name="T36" fmla="*/ 0 w 1228"/>
                <a:gd name="T37" fmla="*/ 0 h 1394"/>
                <a:gd name="T38" fmla="*/ 0 w 1228"/>
                <a:gd name="T39" fmla="*/ 0 h 1394"/>
                <a:gd name="T40" fmla="*/ 0 w 1228"/>
                <a:gd name="T41" fmla="*/ 0 h 1394"/>
                <a:gd name="T42" fmla="*/ 0 w 1228"/>
                <a:gd name="T43" fmla="*/ 0 h 1394"/>
                <a:gd name="T44" fmla="*/ 0 w 1228"/>
                <a:gd name="T45" fmla="*/ 0 h 1394"/>
                <a:gd name="T46" fmla="*/ 0 w 1228"/>
                <a:gd name="T47" fmla="*/ 0 h 1394"/>
                <a:gd name="T48" fmla="*/ 0 w 1228"/>
                <a:gd name="T49" fmla="*/ 0 h 1394"/>
                <a:gd name="T50" fmla="*/ 0 w 1228"/>
                <a:gd name="T51" fmla="*/ 0 h 1394"/>
                <a:gd name="T52" fmla="*/ 0 w 1228"/>
                <a:gd name="T53" fmla="*/ 0 h 1394"/>
                <a:gd name="T54" fmla="*/ 0 w 1228"/>
                <a:gd name="T55" fmla="*/ 0 h 1394"/>
                <a:gd name="T56" fmla="*/ 0 w 1228"/>
                <a:gd name="T57" fmla="*/ 0 h 1394"/>
                <a:gd name="T58" fmla="*/ 0 w 1228"/>
                <a:gd name="T59" fmla="*/ 0 h 1394"/>
                <a:gd name="T60" fmla="*/ 0 w 1228"/>
                <a:gd name="T61" fmla="*/ 0 h 1394"/>
                <a:gd name="T62" fmla="*/ 0 w 1228"/>
                <a:gd name="T63" fmla="*/ 0 h 1394"/>
                <a:gd name="T64" fmla="*/ 0 w 1228"/>
                <a:gd name="T65" fmla="*/ 0 h 1394"/>
                <a:gd name="T66" fmla="*/ 0 w 1228"/>
                <a:gd name="T67" fmla="*/ 0 h 1394"/>
                <a:gd name="T68" fmla="*/ 0 w 1228"/>
                <a:gd name="T69" fmla="*/ 0 h 1394"/>
                <a:gd name="T70" fmla="*/ 0 w 1228"/>
                <a:gd name="T71" fmla="*/ 0 h 1394"/>
                <a:gd name="T72" fmla="*/ 0 w 1228"/>
                <a:gd name="T73" fmla="*/ 0 h 1394"/>
                <a:gd name="T74" fmla="*/ 0 w 1228"/>
                <a:gd name="T75" fmla="*/ 0 h 1394"/>
                <a:gd name="T76" fmla="*/ 0 w 1228"/>
                <a:gd name="T77" fmla="*/ 0 h 1394"/>
                <a:gd name="T78" fmla="*/ 0 w 1228"/>
                <a:gd name="T79" fmla="*/ 0 h 1394"/>
                <a:gd name="T80" fmla="*/ 0 w 1228"/>
                <a:gd name="T81" fmla="*/ 0 h 1394"/>
                <a:gd name="T82" fmla="*/ 0 w 1228"/>
                <a:gd name="T83" fmla="*/ 0 h 1394"/>
                <a:gd name="T84" fmla="*/ 0 w 1228"/>
                <a:gd name="T85" fmla="*/ 0 h 1394"/>
                <a:gd name="T86" fmla="*/ 0 w 1228"/>
                <a:gd name="T87" fmla="*/ 0 h 1394"/>
                <a:gd name="T88" fmla="*/ 0 w 1228"/>
                <a:gd name="T89" fmla="*/ 0 h 1394"/>
                <a:gd name="T90" fmla="*/ 0 w 1228"/>
                <a:gd name="T91" fmla="*/ 0 h 1394"/>
                <a:gd name="T92" fmla="*/ 0 w 1228"/>
                <a:gd name="T93" fmla="*/ 0 h 1394"/>
                <a:gd name="T94" fmla="*/ 0 w 1228"/>
                <a:gd name="T95" fmla="*/ 0 h 1394"/>
                <a:gd name="T96" fmla="*/ 0 w 1228"/>
                <a:gd name="T97" fmla="*/ 0 h 1394"/>
                <a:gd name="T98" fmla="*/ 0 w 1228"/>
                <a:gd name="T99" fmla="*/ 0 h 1394"/>
                <a:gd name="T100" fmla="*/ 0 w 1228"/>
                <a:gd name="T101" fmla="*/ 0 h 1394"/>
                <a:gd name="T102" fmla="*/ 0 w 1228"/>
                <a:gd name="T103" fmla="*/ 0 h 1394"/>
                <a:gd name="T104" fmla="*/ 0 w 1228"/>
                <a:gd name="T105" fmla="*/ 0 h 1394"/>
                <a:gd name="T106" fmla="*/ 0 w 1228"/>
                <a:gd name="T107" fmla="*/ 0 h 1394"/>
                <a:gd name="T108" fmla="*/ 0 w 1228"/>
                <a:gd name="T109" fmla="*/ 0 h 1394"/>
                <a:gd name="T110" fmla="*/ 0 w 1228"/>
                <a:gd name="T111" fmla="*/ 0 h 1394"/>
                <a:gd name="T112" fmla="*/ 0 w 1228"/>
                <a:gd name="T113" fmla="*/ 0 h 1394"/>
                <a:gd name="T114" fmla="*/ 0 w 1228"/>
                <a:gd name="T115" fmla="*/ 0 h 13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28" h="1394">
                  <a:moveTo>
                    <a:pt x="1228" y="216"/>
                  </a:moveTo>
                  <a:lnTo>
                    <a:pt x="1228" y="216"/>
                  </a:lnTo>
                  <a:lnTo>
                    <a:pt x="1222" y="226"/>
                  </a:lnTo>
                  <a:lnTo>
                    <a:pt x="1215" y="237"/>
                  </a:lnTo>
                  <a:lnTo>
                    <a:pt x="1209" y="248"/>
                  </a:lnTo>
                  <a:lnTo>
                    <a:pt x="1202" y="257"/>
                  </a:lnTo>
                  <a:lnTo>
                    <a:pt x="1195" y="264"/>
                  </a:lnTo>
                  <a:lnTo>
                    <a:pt x="1188" y="271"/>
                  </a:lnTo>
                  <a:lnTo>
                    <a:pt x="1182" y="275"/>
                  </a:lnTo>
                  <a:lnTo>
                    <a:pt x="1176" y="276"/>
                  </a:lnTo>
                  <a:lnTo>
                    <a:pt x="1166" y="277"/>
                  </a:lnTo>
                  <a:lnTo>
                    <a:pt x="1153" y="279"/>
                  </a:lnTo>
                  <a:lnTo>
                    <a:pt x="1139" y="283"/>
                  </a:lnTo>
                  <a:lnTo>
                    <a:pt x="1126" y="288"/>
                  </a:lnTo>
                  <a:lnTo>
                    <a:pt x="1115" y="295"/>
                  </a:lnTo>
                  <a:lnTo>
                    <a:pt x="1106" y="301"/>
                  </a:lnTo>
                  <a:lnTo>
                    <a:pt x="1101" y="307"/>
                  </a:lnTo>
                  <a:lnTo>
                    <a:pt x="1101" y="313"/>
                  </a:lnTo>
                  <a:lnTo>
                    <a:pt x="1103" y="320"/>
                  </a:lnTo>
                  <a:lnTo>
                    <a:pt x="1104" y="330"/>
                  </a:lnTo>
                  <a:lnTo>
                    <a:pt x="1103" y="341"/>
                  </a:lnTo>
                  <a:lnTo>
                    <a:pt x="1102" y="354"/>
                  </a:lnTo>
                  <a:lnTo>
                    <a:pt x="1101" y="365"/>
                  </a:lnTo>
                  <a:lnTo>
                    <a:pt x="1100" y="376"/>
                  </a:lnTo>
                  <a:lnTo>
                    <a:pt x="1101" y="385"/>
                  </a:lnTo>
                  <a:lnTo>
                    <a:pt x="1103" y="392"/>
                  </a:lnTo>
                  <a:lnTo>
                    <a:pt x="1105" y="400"/>
                  </a:lnTo>
                  <a:lnTo>
                    <a:pt x="1105" y="410"/>
                  </a:lnTo>
                  <a:lnTo>
                    <a:pt x="1104" y="421"/>
                  </a:lnTo>
                  <a:lnTo>
                    <a:pt x="1101" y="433"/>
                  </a:lnTo>
                  <a:lnTo>
                    <a:pt x="1097" y="446"/>
                  </a:lnTo>
                  <a:lnTo>
                    <a:pt x="1090" y="457"/>
                  </a:lnTo>
                  <a:lnTo>
                    <a:pt x="1084" y="465"/>
                  </a:lnTo>
                  <a:lnTo>
                    <a:pt x="1076" y="470"/>
                  </a:lnTo>
                  <a:lnTo>
                    <a:pt x="1068" y="474"/>
                  </a:lnTo>
                  <a:lnTo>
                    <a:pt x="1060" y="478"/>
                  </a:lnTo>
                  <a:lnTo>
                    <a:pt x="1052" y="484"/>
                  </a:lnTo>
                  <a:lnTo>
                    <a:pt x="1045" y="490"/>
                  </a:lnTo>
                  <a:lnTo>
                    <a:pt x="1037" y="498"/>
                  </a:lnTo>
                  <a:lnTo>
                    <a:pt x="1030" y="506"/>
                  </a:lnTo>
                  <a:lnTo>
                    <a:pt x="1023" y="513"/>
                  </a:lnTo>
                  <a:lnTo>
                    <a:pt x="1017" y="521"/>
                  </a:lnTo>
                  <a:lnTo>
                    <a:pt x="1010" y="527"/>
                  </a:lnTo>
                  <a:lnTo>
                    <a:pt x="1001" y="529"/>
                  </a:lnTo>
                  <a:lnTo>
                    <a:pt x="991" y="530"/>
                  </a:lnTo>
                  <a:lnTo>
                    <a:pt x="982" y="528"/>
                  </a:lnTo>
                  <a:lnTo>
                    <a:pt x="972" y="526"/>
                  </a:lnTo>
                  <a:lnTo>
                    <a:pt x="962" y="523"/>
                  </a:lnTo>
                  <a:lnTo>
                    <a:pt x="953" y="520"/>
                  </a:lnTo>
                  <a:lnTo>
                    <a:pt x="943" y="519"/>
                  </a:lnTo>
                  <a:lnTo>
                    <a:pt x="932" y="517"/>
                  </a:lnTo>
                  <a:lnTo>
                    <a:pt x="918" y="513"/>
                  </a:lnTo>
                  <a:lnTo>
                    <a:pt x="901" y="508"/>
                  </a:lnTo>
                  <a:lnTo>
                    <a:pt x="883" y="503"/>
                  </a:lnTo>
                  <a:lnTo>
                    <a:pt x="866" y="499"/>
                  </a:lnTo>
                  <a:lnTo>
                    <a:pt x="853" y="495"/>
                  </a:lnTo>
                  <a:lnTo>
                    <a:pt x="842" y="491"/>
                  </a:lnTo>
                  <a:lnTo>
                    <a:pt x="839" y="490"/>
                  </a:lnTo>
                  <a:lnTo>
                    <a:pt x="837" y="489"/>
                  </a:lnTo>
                  <a:lnTo>
                    <a:pt x="832" y="485"/>
                  </a:lnTo>
                  <a:lnTo>
                    <a:pt x="824" y="480"/>
                  </a:lnTo>
                  <a:lnTo>
                    <a:pt x="814" y="476"/>
                  </a:lnTo>
                  <a:lnTo>
                    <a:pt x="804" y="473"/>
                  </a:lnTo>
                  <a:lnTo>
                    <a:pt x="793" y="472"/>
                  </a:lnTo>
                  <a:lnTo>
                    <a:pt x="785" y="476"/>
                  </a:lnTo>
                  <a:lnTo>
                    <a:pt x="778" y="484"/>
                  </a:lnTo>
                  <a:lnTo>
                    <a:pt x="771" y="495"/>
                  </a:lnTo>
                  <a:lnTo>
                    <a:pt x="763" y="503"/>
                  </a:lnTo>
                  <a:lnTo>
                    <a:pt x="753" y="509"/>
                  </a:lnTo>
                  <a:lnTo>
                    <a:pt x="741" y="512"/>
                  </a:lnTo>
                  <a:lnTo>
                    <a:pt x="730" y="514"/>
                  </a:lnTo>
                  <a:lnTo>
                    <a:pt x="720" y="513"/>
                  </a:lnTo>
                  <a:lnTo>
                    <a:pt x="712" y="510"/>
                  </a:lnTo>
                  <a:lnTo>
                    <a:pt x="705" y="505"/>
                  </a:lnTo>
                  <a:lnTo>
                    <a:pt x="700" y="501"/>
                  </a:lnTo>
                  <a:lnTo>
                    <a:pt x="694" y="503"/>
                  </a:lnTo>
                  <a:lnTo>
                    <a:pt x="688" y="509"/>
                  </a:lnTo>
                  <a:lnTo>
                    <a:pt x="684" y="518"/>
                  </a:lnTo>
                  <a:lnTo>
                    <a:pt x="680" y="528"/>
                  </a:lnTo>
                  <a:lnTo>
                    <a:pt x="678" y="539"/>
                  </a:lnTo>
                  <a:lnTo>
                    <a:pt x="678" y="549"/>
                  </a:lnTo>
                  <a:lnTo>
                    <a:pt x="680" y="556"/>
                  </a:lnTo>
                  <a:lnTo>
                    <a:pt x="684" y="562"/>
                  </a:lnTo>
                  <a:lnTo>
                    <a:pt x="686" y="569"/>
                  </a:lnTo>
                  <a:lnTo>
                    <a:pt x="687" y="578"/>
                  </a:lnTo>
                  <a:lnTo>
                    <a:pt x="686" y="586"/>
                  </a:lnTo>
                  <a:lnTo>
                    <a:pt x="683" y="596"/>
                  </a:lnTo>
                  <a:lnTo>
                    <a:pt x="678" y="603"/>
                  </a:lnTo>
                  <a:lnTo>
                    <a:pt x="672" y="607"/>
                  </a:lnTo>
                  <a:lnTo>
                    <a:pt x="664" y="609"/>
                  </a:lnTo>
                  <a:lnTo>
                    <a:pt x="654" y="609"/>
                  </a:lnTo>
                  <a:lnTo>
                    <a:pt x="641" y="611"/>
                  </a:lnTo>
                  <a:lnTo>
                    <a:pt x="629" y="613"/>
                  </a:lnTo>
                  <a:lnTo>
                    <a:pt x="618" y="616"/>
                  </a:lnTo>
                  <a:lnTo>
                    <a:pt x="607" y="621"/>
                  </a:lnTo>
                  <a:lnTo>
                    <a:pt x="597" y="626"/>
                  </a:lnTo>
                  <a:lnTo>
                    <a:pt x="588" y="632"/>
                  </a:lnTo>
                  <a:lnTo>
                    <a:pt x="582" y="639"/>
                  </a:lnTo>
                  <a:lnTo>
                    <a:pt x="576" y="648"/>
                  </a:lnTo>
                  <a:lnTo>
                    <a:pt x="567" y="658"/>
                  </a:lnTo>
                  <a:lnTo>
                    <a:pt x="555" y="670"/>
                  </a:lnTo>
                  <a:lnTo>
                    <a:pt x="542" y="683"/>
                  </a:lnTo>
                  <a:lnTo>
                    <a:pt x="531" y="698"/>
                  </a:lnTo>
                  <a:lnTo>
                    <a:pt x="522" y="712"/>
                  </a:lnTo>
                  <a:lnTo>
                    <a:pt x="517" y="725"/>
                  </a:lnTo>
                  <a:lnTo>
                    <a:pt x="517" y="737"/>
                  </a:lnTo>
                  <a:lnTo>
                    <a:pt x="522" y="750"/>
                  </a:lnTo>
                  <a:lnTo>
                    <a:pt x="527" y="762"/>
                  </a:lnTo>
                  <a:lnTo>
                    <a:pt x="533" y="775"/>
                  </a:lnTo>
                  <a:lnTo>
                    <a:pt x="539" y="787"/>
                  </a:lnTo>
                  <a:lnTo>
                    <a:pt x="542" y="798"/>
                  </a:lnTo>
                  <a:lnTo>
                    <a:pt x="544" y="807"/>
                  </a:lnTo>
                  <a:lnTo>
                    <a:pt x="542" y="814"/>
                  </a:lnTo>
                  <a:lnTo>
                    <a:pt x="535" y="817"/>
                  </a:lnTo>
                  <a:lnTo>
                    <a:pt x="527" y="820"/>
                  </a:lnTo>
                  <a:lnTo>
                    <a:pt x="522" y="826"/>
                  </a:lnTo>
                  <a:lnTo>
                    <a:pt x="521" y="834"/>
                  </a:lnTo>
                  <a:lnTo>
                    <a:pt x="522" y="844"/>
                  </a:lnTo>
                  <a:lnTo>
                    <a:pt x="525" y="854"/>
                  </a:lnTo>
                  <a:lnTo>
                    <a:pt x="531" y="862"/>
                  </a:lnTo>
                  <a:lnTo>
                    <a:pt x="539" y="868"/>
                  </a:lnTo>
                  <a:lnTo>
                    <a:pt x="550" y="870"/>
                  </a:lnTo>
                  <a:lnTo>
                    <a:pt x="560" y="873"/>
                  </a:lnTo>
                  <a:lnTo>
                    <a:pt x="568" y="881"/>
                  </a:lnTo>
                  <a:lnTo>
                    <a:pt x="576" y="892"/>
                  </a:lnTo>
                  <a:lnTo>
                    <a:pt x="581" y="906"/>
                  </a:lnTo>
                  <a:lnTo>
                    <a:pt x="584" y="919"/>
                  </a:lnTo>
                  <a:lnTo>
                    <a:pt x="584" y="931"/>
                  </a:lnTo>
                  <a:lnTo>
                    <a:pt x="580" y="939"/>
                  </a:lnTo>
                  <a:lnTo>
                    <a:pt x="572" y="943"/>
                  </a:lnTo>
                  <a:lnTo>
                    <a:pt x="561" y="948"/>
                  </a:lnTo>
                  <a:lnTo>
                    <a:pt x="549" y="956"/>
                  </a:lnTo>
                  <a:lnTo>
                    <a:pt x="537" y="967"/>
                  </a:lnTo>
                  <a:lnTo>
                    <a:pt x="528" y="980"/>
                  </a:lnTo>
                  <a:lnTo>
                    <a:pt x="523" y="992"/>
                  </a:lnTo>
                  <a:lnTo>
                    <a:pt x="523" y="1004"/>
                  </a:lnTo>
                  <a:lnTo>
                    <a:pt x="530" y="1012"/>
                  </a:lnTo>
                  <a:lnTo>
                    <a:pt x="546" y="1015"/>
                  </a:lnTo>
                  <a:lnTo>
                    <a:pt x="563" y="1018"/>
                  </a:lnTo>
                  <a:lnTo>
                    <a:pt x="577" y="1025"/>
                  </a:lnTo>
                  <a:lnTo>
                    <a:pt x="586" y="1035"/>
                  </a:lnTo>
                  <a:lnTo>
                    <a:pt x="593" y="1048"/>
                  </a:lnTo>
                  <a:lnTo>
                    <a:pt x="596" y="1061"/>
                  </a:lnTo>
                  <a:lnTo>
                    <a:pt x="597" y="1073"/>
                  </a:lnTo>
                  <a:lnTo>
                    <a:pt x="593" y="1084"/>
                  </a:lnTo>
                  <a:lnTo>
                    <a:pt x="588" y="1092"/>
                  </a:lnTo>
                  <a:lnTo>
                    <a:pt x="584" y="1098"/>
                  </a:lnTo>
                  <a:lnTo>
                    <a:pt x="583" y="1101"/>
                  </a:lnTo>
                  <a:lnTo>
                    <a:pt x="585" y="1104"/>
                  </a:lnTo>
                  <a:lnTo>
                    <a:pt x="590" y="1105"/>
                  </a:lnTo>
                  <a:lnTo>
                    <a:pt x="598" y="1107"/>
                  </a:lnTo>
                  <a:lnTo>
                    <a:pt x="607" y="1109"/>
                  </a:lnTo>
                  <a:lnTo>
                    <a:pt x="617" y="1111"/>
                  </a:lnTo>
                  <a:lnTo>
                    <a:pt x="629" y="1115"/>
                  </a:lnTo>
                  <a:lnTo>
                    <a:pt x="642" y="1119"/>
                  </a:lnTo>
                  <a:lnTo>
                    <a:pt x="656" y="1123"/>
                  </a:lnTo>
                  <a:lnTo>
                    <a:pt x="668" y="1127"/>
                  </a:lnTo>
                  <a:lnTo>
                    <a:pt x="679" y="1132"/>
                  </a:lnTo>
                  <a:lnTo>
                    <a:pt x="688" y="1138"/>
                  </a:lnTo>
                  <a:lnTo>
                    <a:pt x="696" y="1144"/>
                  </a:lnTo>
                  <a:lnTo>
                    <a:pt x="700" y="1153"/>
                  </a:lnTo>
                  <a:lnTo>
                    <a:pt x="701" y="1162"/>
                  </a:lnTo>
                  <a:lnTo>
                    <a:pt x="700" y="1172"/>
                  </a:lnTo>
                  <a:lnTo>
                    <a:pt x="699" y="1182"/>
                  </a:lnTo>
                  <a:lnTo>
                    <a:pt x="698" y="1191"/>
                  </a:lnTo>
                  <a:lnTo>
                    <a:pt x="697" y="1200"/>
                  </a:lnTo>
                  <a:lnTo>
                    <a:pt x="693" y="1208"/>
                  </a:lnTo>
                  <a:lnTo>
                    <a:pt x="688" y="1215"/>
                  </a:lnTo>
                  <a:lnTo>
                    <a:pt x="680" y="1221"/>
                  </a:lnTo>
                  <a:lnTo>
                    <a:pt x="670" y="1227"/>
                  </a:lnTo>
                  <a:lnTo>
                    <a:pt x="657" y="1232"/>
                  </a:lnTo>
                  <a:lnTo>
                    <a:pt x="643" y="1238"/>
                  </a:lnTo>
                  <a:lnTo>
                    <a:pt x="630" y="1244"/>
                  </a:lnTo>
                  <a:lnTo>
                    <a:pt x="619" y="1252"/>
                  </a:lnTo>
                  <a:lnTo>
                    <a:pt x="611" y="1260"/>
                  </a:lnTo>
                  <a:lnTo>
                    <a:pt x="605" y="1269"/>
                  </a:lnTo>
                  <a:lnTo>
                    <a:pt x="604" y="1279"/>
                  </a:lnTo>
                  <a:lnTo>
                    <a:pt x="607" y="1290"/>
                  </a:lnTo>
                  <a:lnTo>
                    <a:pt x="612" y="1306"/>
                  </a:lnTo>
                  <a:lnTo>
                    <a:pt x="614" y="1323"/>
                  </a:lnTo>
                  <a:lnTo>
                    <a:pt x="611" y="1341"/>
                  </a:lnTo>
                  <a:lnTo>
                    <a:pt x="604" y="1360"/>
                  </a:lnTo>
                  <a:lnTo>
                    <a:pt x="591" y="1376"/>
                  </a:lnTo>
                  <a:lnTo>
                    <a:pt x="572" y="1388"/>
                  </a:lnTo>
                  <a:lnTo>
                    <a:pt x="548" y="1394"/>
                  </a:lnTo>
                  <a:lnTo>
                    <a:pt x="515" y="1394"/>
                  </a:lnTo>
                  <a:lnTo>
                    <a:pt x="498" y="1392"/>
                  </a:lnTo>
                  <a:lnTo>
                    <a:pt x="479" y="1390"/>
                  </a:lnTo>
                  <a:lnTo>
                    <a:pt x="463" y="1388"/>
                  </a:lnTo>
                  <a:lnTo>
                    <a:pt x="446" y="1385"/>
                  </a:lnTo>
                  <a:lnTo>
                    <a:pt x="430" y="1383"/>
                  </a:lnTo>
                  <a:lnTo>
                    <a:pt x="415" y="1380"/>
                  </a:lnTo>
                  <a:lnTo>
                    <a:pt x="401" y="1376"/>
                  </a:lnTo>
                  <a:lnTo>
                    <a:pt x="387" y="1373"/>
                  </a:lnTo>
                  <a:lnTo>
                    <a:pt x="375" y="1369"/>
                  </a:lnTo>
                  <a:lnTo>
                    <a:pt x="364" y="1365"/>
                  </a:lnTo>
                  <a:lnTo>
                    <a:pt x="354" y="1361"/>
                  </a:lnTo>
                  <a:lnTo>
                    <a:pt x="344" y="1356"/>
                  </a:lnTo>
                  <a:lnTo>
                    <a:pt x="337" y="1351"/>
                  </a:lnTo>
                  <a:lnTo>
                    <a:pt x="331" y="1345"/>
                  </a:lnTo>
                  <a:lnTo>
                    <a:pt x="327" y="1339"/>
                  </a:lnTo>
                  <a:lnTo>
                    <a:pt x="325" y="1333"/>
                  </a:lnTo>
                  <a:lnTo>
                    <a:pt x="322" y="1319"/>
                  </a:lnTo>
                  <a:lnTo>
                    <a:pt x="320" y="1302"/>
                  </a:lnTo>
                  <a:lnTo>
                    <a:pt x="317" y="1282"/>
                  </a:lnTo>
                  <a:lnTo>
                    <a:pt x="314" y="1263"/>
                  </a:lnTo>
                  <a:lnTo>
                    <a:pt x="309" y="1243"/>
                  </a:lnTo>
                  <a:lnTo>
                    <a:pt x="303" y="1225"/>
                  </a:lnTo>
                  <a:lnTo>
                    <a:pt x="293" y="1210"/>
                  </a:lnTo>
                  <a:lnTo>
                    <a:pt x="282" y="1199"/>
                  </a:lnTo>
                  <a:lnTo>
                    <a:pt x="268" y="1189"/>
                  </a:lnTo>
                  <a:lnTo>
                    <a:pt x="252" y="1179"/>
                  </a:lnTo>
                  <a:lnTo>
                    <a:pt x="233" y="1168"/>
                  </a:lnTo>
                  <a:lnTo>
                    <a:pt x="216" y="1158"/>
                  </a:lnTo>
                  <a:lnTo>
                    <a:pt x="200" y="1148"/>
                  </a:lnTo>
                  <a:lnTo>
                    <a:pt x="188" y="1136"/>
                  </a:lnTo>
                  <a:lnTo>
                    <a:pt x="181" y="1126"/>
                  </a:lnTo>
                  <a:lnTo>
                    <a:pt x="182" y="1117"/>
                  </a:lnTo>
                  <a:lnTo>
                    <a:pt x="184" y="1108"/>
                  </a:lnTo>
                  <a:lnTo>
                    <a:pt x="184" y="1096"/>
                  </a:lnTo>
                  <a:lnTo>
                    <a:pt x="183" y="1085"/>
                  </a:lnTo>
                  <a:lnTo>
                    <a:pt x="181" y="1073"/>
                  </a:lnTo>
                  <a:lnTo>
                    <a:pt x="179" y="1061"/>
                  </a:lnTo>
                  <a:lnTo>
                    <a:pt x="178" y="1050"/>
                  </a:lnTo>
                  <a:lnTo>
                    <a:pt x="180" y="1040"/>
                  </a:lnTo>
                  <a:lnTo>
                    <a:pt x="184" y="1033"/>
                  </a:lnTo>
                  <a:lnTo>
                    <a:pt x="190" y="1027"/>
                  </a:lnTo>
                  <a:lnTo>
                    <a:pt x="198" y="1022"/>
                  </a:lnTo>
                  <a:lnTo>
                    <a:pt x="204" y="1017"/>
                  </a:lnTo>
                  <a:lnTo>
                    <a:pt x="210" y="1012"/>
                  </a:lnTo>
                  <a:lnTo>
                    <a:pt x="212" y="1008"/>
                  </a:lnTo>
                  <a:lnTo>
                    <a:pt x="213" y="1003"/>
                  </a:lnTo>
                  <a:lnTo>
                    <a:pt x="209" y="995"/>
                  </a:lnTo>
                  <a:lnTo>
                    <a:pt x="201" y="988"/>
                  </a:lnTo>
                  <a:lnTo>
                    <a:pt x="190" y="978"/>
                  </a:lnTo>
                  <a:lnTo>
                    <a:pt x="179" y="965"/>
                  </a:lnTo>
                  <a:lnTo>
                    <a:pt x="168" y="951"/>
                  </a:lnTo>
                  <a:lnTo>
                    <a:pt x="157" y="936"/>
                  </a:lnTo>
                  <a:lnTo>
                    <a:pt x="145" y="923"/>
                  </a:lnTo>
                  <a:lnTo>
                    <a:pt x="136" y="912"/>
                  </a:lnTo>
                  <a:lnTo>
                    <a:pt x="129" y="905"/>
                  </a:lnTo>
                  <a:lnTo>
                    <a:pt x="123" y="903"/>
                  </a:lnTo>
                  <a:lnTo>
                    <a:pt x="117" y="904"/>
                  </a:lnTo>
                  <a:lnTo>
                    <a:pt x="111" y="904"/>
                  </a:lnTo>
                  <a:lnTo>
                    <a:pt x="104" y="902"/>
                  </a:lnTo>
                  <a:lnTo>
                    <a:pt x="97" y="899"/>
                  </a:lnTo>
                  <a:lnTo>
                    <a:pt x="91" y="892"/>
                  </a:lnTo>
                  <a:lnTo>
                    <a:pt x="86" y="883"/>
                  </a:lnTo>
                  <a:lnTo>
                    <a:pt x="84" y="871"/>
                  </a:lnTo>
                  <a:lnTo>
                    <a:pt x="84" y="856"/>
                  </a:lnTo>
                  <a:lnTo>
                    <a:pt x="85" y="837"/>
                  </a:lnTo>
                  <a:lnTo>
                    <a:pt x="85" y="821"/>
                  </a:lnTo>
                  <a:lnTo>
                    <a:pt x="85" y="806"/>
                  </a:lnTo>
                  <a:lnTo>
                    <a:pt x="85" y="792"/>
                  </a:lnTo>
                  <a:lnTo>
                    <a:pt x="82" y="781"/>
                  </a:lnTo>
                  <a:lnTo>
                    <a:pt x="78" y="773"/>
                  </a:lnTo>
                  <a:lnTo>
                    <a:pt x="72" y="768"/>
                  </a:lnTo>
                  <a:lnTo>
                    <a:pt x="64" y="766"/>
                  </a:lnTo>
                  <a:lnTo>
                    <a:pt x="54" y="765"/>
                  </a:lnTo>
                  <a:lnTo>
                    <a:pt x="42" y="761"/>
                  </a:lnTo>
                  <a:lnTo>
                    <a:pt x="31" y="755"/>
                  </a:lnTo>
                  <a:lnTo>
                    <a:pt x="20" y="747"/>
                  </a:lnTo>
                  <a:lnTo>
                    <a:pt x="11" y="736"/>
                  </a:lnTo>
                  <a:lnTo>
                    <a:pt x="4" y="725"/>
                  </a:lnTo>
                  <a:lnTo>
                    <a:pt x="0" y="714"/>
                  </a:lnTo>
                  <a:lnTo>
                    <a:pt x="1" y="701"/>
                  </a:lnTo>
                  <a:lnTo>
                    <a:pt x="4" y="690"/>
                  </a:lnTo>
                  <a:lnTo>
                    <a:pt x="7" y="682"/>
                  </a:lnTo>
                  <a:lnTo>
                    <a:pt x="10" y="677"/>
                  </a:lnTo>
                  <a:lnTo>
                    <a:pt x="13" y="674"/>
                  </a:lnTo>
                  <a:lnTo>
                    <a:pt x="17" y="672"/>
                  </a:lnTo>
                  <a:lnTo>
                    <a:pt x="22" y="671"/>
                  </a:lnTo>
                  <a:lnTo>
                    <a:pt x="27" y="670"/>
                  </a:lnTo>
                  <a:lnTo>
                    <a:pt x="33" y="668"/>
                  </a:lnTo>
                  <a:lnTo>
                    <a:pt x="40" y="665"/>
                  </a:lnTo>
                  <a:lnTo>
                    <a:pt x="48" y="661"/>
                  </a:lnTo>
                  <a:lnTo>
                    <a:pt x="54" y="655"/>
                  </a:lnTo>
                  <a:lnTo>
                    <a:pt x="59" y="649"/>
                  </a:lnTo>
                  <a:lnTo>
                    <a:pt x="62" y="641"/>
                  </a:lnTo>
                  <a:lnTo>
                    <a:pt x="63" y="634"/>
                  </a:lnTo>
                  <a:lnTo>
                    <a:pt x="62" y="627"/>
                  </a:lnTo>
                  <a:lnTo>
                    <a:pt x="58" y="619"/>
                  </a:lnTo>
                  <a:lnTo>
                    <a:pt x="54" y="613"/>
                  </a:lnTo>
                  <a:lnTo>
                    <a:pt x="52" y="607"/>
                  </a:lnTo>
                  <a:lnTo>
                    <a:pt x="52" y="601"/>
                  </a:lnTo>
                  <a:lnTo>
                    <a:pt x="54" y="597"/>
                  </a:lnTo>
                  <a:lnTo>
                    <a:pt x="58" y="592"/>
                  </a:lnTo>
                  <a:lnTo>
                    <a:pt x="63" y="589"/>
                  </a:lnTo>
                  <a:lnTo>
                    <a:pt x="71" y="587"/>
                  </a:lnTo>
                  <a:lnTo>
                    <a:pt x="80" y="586"/>
                  </a:lnTo>
                  <a:lnTo>
                    <a:pt x="89" y="584"/>
                  </a:lnTo>
                  <a:lnTo>
                    <a:pt x="98" y="581"/>
                  </a:lnTo>
                  <a:lnTo>
                    <a:pt x="103" y="577"/>
                  </a:lnTo>
                  <a:lnTo>
                    <a:pt x="107" y="572"/>
                  </a:lnTo>
                  <a:lnTo>
                    <a:pt x="110" y="567"/>
                  </a:lnTo>
                  <a:lnTo>
                    <a:pt x="111" y="560"/>
                  </a:lnTo>
                  <a:lnTo>
                    <a:pt x="111" y="553"/>
                  </a:lnTo>
                  <a:lnTo>
                    <a:pt x="111" y="543"/>
                  </a:lnTo>
                  <a:lnTo>
                    <a:pt x="109" y="534"/>
                  </a:lnTo>
                  <a:lnTo>
                    <a:pt x="104" y="524"/>
                  </a:lnTo>
                  <a:lnTo>
                    <a:pt x="98" y="514"/>
                  </a:lnTo>
                  <a:lnTo>
                    <a:pt x="89" y="504"/>
                  </a:lnTo>
                  <a:lnTo>
                    <a:pt x="81" y="494"/>
                  </a:lnTo>
                  <a:lnTo>
                    <a:pt x="73" y="483"/>
                  </a:lnTo>
                  <a:lnTo>
                    <a:pt x="67" y="475"/>
                  </a:lnTo>
                  <a:lnTo>
                    <a:pt x="62" y="468"/>
                  </a:lnTo>
                  <a:lnTo>
                    <a:pt x="57" y="462"/>
                  </a:lnTo>
                  <a:lnTo>
                    <a:pt x="53" y="457"/>
                  </a:lnTo>
                  <a:lnTo>
                    <a:pt x="49" y="451"/>
                  </a:lnTo>
                  <a:lnTo>
                    <a:pt x="44" y="445"/>
                  </a:lnTo>
                  <a:lnTo>
                    <a:pt x="42" y="438"/>
                  </a:lnTo>
                  <a:lnTo>
                    <a:pt x="41" y="432"/>
                  </a:lnTo>
                  <a:lnTo>
                    <a:pt x="42" y="425"/>
                  </a:lnTo>
                  <a:lnTo>
                    <a:pt x="45" y="417"/>
                  </a:lnTo>
                  <a:lnTo>
                    <a:pt x="49" y="408"/>
                  </a:lnTo>
                  <a:lnTo>
                    <a:pt x="52" y="397"/>
                  </a:lnTo>
                  <a:lnTo>
                    <a:pt x="55" y="384"/>
                  </a:lnTo>
                  <a:lnTo>
                    <a:pt x="58" y="372"/>
                  </a:lnTo>
                  <a:lnTo>
                    <a:pt x="62" y="360"/>
                  </a:lnTo>
                  <a:lnTo>
                    <a:pt x="68" y="349"/>
                  </a:lnTo>
                  <a:lnTo>
                    <a:pt x="75" y="338"/>
                  </a:lnTo>
                  <a:lnTo>
                    <a:pt x="84" y="329"/>
                  </a:lnTo>
                  <a:lnTo>
                    <a:pt x="93" y="321"/>
                  </a:lnTo>
                  <a:lnTo>
                    <a:pt x="102" y="311"/>
                  </a:lnTo>
                  <a:lnTo>
                    <a:pt x="109" y="299"/>
                  </a:lnTo>
                  <a:lnTo>
                    <a:pt x="117" y="287"/>
                  </a:lnTo>
                  <a:lnTo>
                    <a:pt x="126" y="277"/>
                  </a:lnTo>
                  <a:lnTo>
                    <a:pt x="138" y="270"/>
                  </a:lnTo>
                  <a:lnTo>
                    <a:pt x="153" y="266"/>
                  </a:lnTo>
                  <a:lnTo>
                    <a:pt x="170" y="266"/>
                  </a:lnTo>
                  <a:lnTo>
                    <a:pt x="188" y="269"/>
                  </a:lnTo>
                  <a:lnTo>
                    <a:pt x="204" y="271"/>
                  </a:lnTo>
                  <a:lnTo>
                    <a:pt x="216" y="272"/>
                  </a:lnTo>
                  <a:lnTo>
                    <a:pt x="226" y="272"/>
                  </a:lnTo>
                  <a:lnTo>
                    <a:pt x="234" y="269"/>
                  </a:lnTo>
                  <a:lnTo>
                    <a:pt x="241" y="263"/>
                  </a:lnTo>
                  <a:lnTo>
                    <a:pt x="247" y="254"/>
                  </a:lnTo>
                  <a:lnTo>
                    <a:pt x="252" y="239"/>
                  </a:lnTo>
                  <a:lnTo>
                    <a:pt x="255" y="225"/>
                  </a:lnTo>
                  <a:lnTo>
                    <a:pt x="256" y="213"/>
                  </a:lnTo>
                  <a:lnTo>
                    <a:pt x="256" y="204"/>
                  </a:lnTo>
                  <a:lnTo>
                    <a:pt x="257" y="195"/>
                  </a:lnTo>
                  <a:lnTo>
                    <a:pt x="259" y="187"/>
                  </a:lnTo>
                  <a:lnTo>
                    <a:pt x="266" y="181"/>
                  </a:lnTo>
                  <a:lnTo>
                    <a:pt x="277" y="175"/>
                  </a:lnTo>
                  <a:lnTo>
                    <a:pt x="297" y="170"/>
                  </a:lnTo>
                  <a:lnTo>
                    <a:pt x="317" y="166"/>
                  </a:lnTo>
                  <a:lnTo>
                    <a:pt x="331" y="162"/>
                  </a:lnTo>
                  <a:lnTo>
                    <a:pt x="341" y="160"/>
                  </a:lnTo>
                  <a:lnTo>
                    <a:pt x="348" y="156"/>
                  </a:lnTo>
                  <a:lnTo>
                    <a:pt x="351" y="151"/>
                  </a:lnTo>
                  <a:lnTo>
                    <a:pt x="352" y="144"/>
                  </a:lnTo>
                  <a:lnTo>
                    <a:pt x="351" y="132"/>
                  </a:lnTo>
                  <a:lnTo>
                    <a:pt x="350" y="117"/>
                  </a:lnTo>
                  <a:lnTo>
                    <a:pt x="349" y="101"/>
                  </a:lnTo>
                  <a:lnTo>
                    <a:pt x="348" y="88"/>
                  </a:lnTo>
                  <a:lnTo>
                    <a:pt x="345" y="79"/>
                  </a:lnTo>
                  <a:lnTo>
                    <a:pt x="347" y="71"/>
                  </a:lnTo>
                  <a:lnTo>
                    <a:pt x="348" y="65"/>
                  </a:lnTo>
                  <a:lnTo>
                    <a:pt x="352" y="59"/>
                  </a:lnTo>
                  <a:lnTo>
                    <a:pt x="359" y="53"/>
                  </a:lnTo>
                  <a:lnTo>
                    <a:pt x="370" y="46"/>
                  </a:lnTo>
                  <a:lnTo>
                    <a:pt x="376" y="40"/>
                  </a:lnTo>
                  <a:lnTo>
                    <a:pt x="382" y="35"/>
                  </a:lnTo>
                  <a:lnTo>
                    <a:pt x="387" y="29"/>
                  </a:lnTo>
                  <a:lnTo>
                    <a:pt x="392" y="23"/>
                  </a:lnTo>
                  <a:lnTo>
                    <a:pt x="397" y="17"/>
                  </a:lnTo>
                  <a:lnTo>
                    <a:pt x="401" y="12"/>
                  </a:lnTo>
                  <a:lnTo>
                    <a:pt x="405" y="6"/>
                  </a:lnTo>
                  <a:lnTo>
                    <a:pt x="409" y="0"/>
                  </a:lnTo>
                  <a:lnTo>
                    <a:pt x="411" y="3"/>
                  </a:lnTo>
                  <a:lnTo>
                    <a:pt x="414" y="5"/>
                  </a:lnTo>
                  <a:lnTo>
                    <a:pt x="417" y="7"/>
                  </a:lnTo>
                  <a:lnTo>
                    <a:pt x="421" y="9"/>
                  </a:lnTo>
                  <a:lnTo>
                    <a:pt x="424" y="10"/>
                  </a:lnTo>
                  <a:lnTo>
                    <a:pt x="429" y="12"/>
                  </a:lnTo>
                  <a:lnTo>
                    <a:pt x="434" y="12"/>
                  </a:lnTo>
                  <a:lnTo>
                    <a:pt x="439" y="13"/>
                  </a:lnTo>
                  <a:lnTo>
                    <a:pt x="463" y="17"/>
                  </a:lnTo>
                  <a:lnTo>
                    <a:pt x="482" y="24"/>
                  </a:lnTo>
                  <a:lnTo>
                    <a:pt x="497" y="33"/>
                  </a:lnTo>
                  <a:lnTo>
                    <a:pt x="509" y="43"/>
                  </a:lnTo>
                  <a:lnTo>
                    <a:pt x="519" y="53"/>
                  </a:lnTo>
                  <a:lnTo>
                    <a:pt x="527" y="62"/>
                  </a:lnTo>
                  <a:lnTo>
                    <a:pt x="535" y="69"/>
                  </a:lnTo>
                  <a:lnTo>
                    <a:pt x="543" y="74"/>
                  </a:lnTo>
                  <a:lnTo>
                    <a:pt x="553" y="76"/>
                  </a:lnTo>
                  <a:lnTo>
                    <a:pt x="562" y="76"/>
                  </a:lnTo>
                  <a:lnTo>
                    <a:pt x="572" y="75"/>
                  </a:lnTo>
                  <a:lnTo>
                    <a:pt x="582" y="71"/>
                  </a:lnTo>
                  <a:lnTo>
                    <a:pt x="591" y="66"/>
                  </a:lnTo>
                  <a:lnTo>
                    <a:pt x="600" y="59"/>
                  </a:lnTo>
                  <a:lnTo>
                    <a:pt x="607" y="50"/>
                  </a:lnTo>
                  <a:lnTo>
                    <a:pt x="611" y="39"/>
                  </a:lnTo>
                  <a:lnTo>
                    <a:pt x="616" y="30"/>
                  </a:lnTo>
                  <a:lnTo>
                    <a:pt x="624" y="26"/>
                  </a:lnTo>
                  <a:lnTo>
                    <a:pt x="634" y="25"/>
                  </a:lnTo>
                  <a:lnTo>
                    <a:pt x="647" y="27"/>
                  </a:lnTo>
                  <a:lnTo>
                    <a:pt x="660" y="33"/>
                  </a:lnTo>
                  <a:lnTo>
                    <a:pt x="673" y="42"/>
                  </a:lnTo>
                  <a:lnTo>
                    <a:pt x="685" y="51"/>
                  </a:lnTo>
                  <a:lnTo>
                    <a:pt x="697" y="62"/>
                  </a:lnTo>
                  <a:lnTo>
                    <a:pt x="707" y="72"/>
                  </a:lnTo>
                  <a:lnTo>
                    <a:pt x="716" y="79"/>
                  </a:lnTo>
                  <a:lnTo>
                    <a:pt x="725" y="84"/>
                  </a:lnTo>
                  <a:lnTo>
                    <a:pt x="734" y="85"/>
                  </a:lnTo>
                  <a:lnTo>
                    <a:pt x="742" y="84"/>
                  </a:lnTo>
                  <a:lnTo>
                    <a:pt x="752" y="80"/>
                  </a:lnTo>
                  <a:lnTo>
                    <a:pt x="761" y="74"/>
                  </a:lnTo>
                  <a:lnTo>
                    <a:pt x="770" y="66"/>
                  </a:lnTo>
                  <a:lnTo>
                    <a:pt x="779" y="58"/>
                  </a:lnTo>
                  <a:lnTo>
                    <a:pt x="787" y="52"/>
                  </a:lnTo>
                  <a:lnTo>
                    <a:pt x="795" y="49"/>
                  </a:lnTo>
                  <a:lnTo>
                    <a:pt x="802" y="48"/>
                  </a:lnTo>
                  <a:lnTo>
                    <a:pt x="808" y="48"/>
                  </a:lnTo>
                  <a:lnTo>
                    <a:pt x="814" y="51"/>
                  </a:lnTo>
                  <a:lnTo>
                    <a:pt x="820" y="54"/>
                  </a:lnTo>
                  <a:lnTo>
                    <a:pt x="825" y="58"/>
                  </a:lnTo>
                  <a:lnTo>
                    <a:pt x="833" y="66"/>
                  </a:lnTo>
                  <a:lnTo>
                    <a:pt x="839" y="73"/>
                  </a:lnTo>
                  <a:lnTo>
                    <a:pt x="845" y="75"/>
                  </a:lnTo>
                  <a:lnTo>
                    <a:pt x="852" y="68"/>
                  </a:lnTo>
                  <a:lnTo>
                    <a:pt x="856" y="64"/>
                  </a:lnTo>
                  <a:lnTo>
                    <a:pt x="861" y="64"/>
                  </a:lnTo>
                  <a:lnTo>
                    <a:pt x="867" y="67"/>
                  </a:lnTo>
                  <a:lnTo>
                    <a:pt x="872" y="72"/>
                  </a:lnTo>
                  <a:lnTo>
                    <a:pt x="877" y="79"/>
                  </a:lnTo>
                  <a:lnTo>
                    <a:pt x="880" y="87"/>
                  </a:lnTo>
                  <a:lnTo>
                    <a:pt x="882" y="96"/>
                  </a:lnTo>
                  <a:lnTo>
                    <a:pt x="882" y="105"/>
                  </a:lnTo>
                  <a:lnTo>
                    <a:pt x="881" y="113"/>
                  </a:lnTo>
                  <a:lnTo>
                    <a:pt x="884" y="120"/>
                  </a:lnTo>
                  <a:lnTo>
                    <a:pt x="888" y="126"/>
                  </a:lnTo>
                  <a:lnTo>
                    <a:pt x="896" y="130"/>
                  </a:lnTo>
                  <a:lnTo>
                    <a:pt x="903" y="134"/>
                  </a:lnTo>
                  <a:lnTo>
                    <a:pt x="912" y="136"/>
                  </a:lnTo>
                  <a:lnTo>
                    <a:pt x="920" y="136"/>
                  </a:lnTo>
                  <a:lnTo>
                    <a:pt x="929" y="135"/>
                  </a:lnTo>
                  <a:lnTo>
                    <a:pt x="938" y="134"/>
                  </a:lnTo>
                  <a:lnTo>
                    <a:pt x="947" y="133"/>
                  </a:lnTo>
                  <a:lnTo>
                    <a:pt x="957" y="133"/>
                  </a:lnTo>
                  <a:lnTo>
                    <a:pt x="966" y="134"/>
                  </a:lnTo>
                  <a:lnTo>
                    <a:pt x="976" y="137"/>
                  </a:lnTo>
                  <a:lnTo>
                    <a:pt x="985" y="140"/>
                  </a:lnTo>
                  <a:lnTo>
                    <a:pt x="996" y="147"/>
                  </a:lnTo>
                  <a:lnTo>
                    <a:pt x="1005" y="154"/>
                  </a:lnTo>
                  <a:lnTo>
                    <a:pt x="1013" y="160"/>
                  </a:lnTo>
                  <a:lnTo>
                    <a:pt x="1020" y="163"/>
                  </a:lnTo>
                  <a:lnTo>
                    <a:pt x="1024" y="162"/>
                  </a:lnTo>
                  <a:lnTo>
                    <a:pt x="1029" y="160"/>
                  </a:lnTo>
                  <a:lnTo>
                    <a:pt x="1033" y="157"/>
                  </a:lnTo>
                  <a:lnTo>
                    <a:pt x="1039" y="154"/>
                  </a:lnTo>
                  <a:lnTo>
                    <a:pt x="1048" y="151"/>
                  </a:lnTo>
                  <a:lnTo>
                    <a:pt x="1058" y="150"/>
                  </a:lnTo>
                  <a:lnTo>
                    <a:pt x="1069" y="149"/>
                  </a:lnTo>
                  <a:lnTo>
                    <a:pt x="1077" y="147"/>
                  </a:lnTo>
                  <a:lnTo>
                    <a:pt x="1085" y="146"/>
                  </a:lnTo>
                  <a:lnTo>
                    <a:pt x="1092" y="144"/>
                  </a:lnTo>
                  <a:lnTo>
                    <a:pt x="1102" y="145"/>
                  </a:lnTo>
                  <a:lnTo>
                    <a:pt x="1114" y="148"/>
                  </a:lnTo>
                  <a:lnTo>
                    <a:pt x="1129" y="155"/>
                  </a:lnTo>
                  <a:lnTo>
                    <a:pt x="1152" y="166"/>
                  </a:lnTo>
                  <a:lnTo>
                    <a:pt x="1164" y="173"/>
                  </a:lnTo>
                  <a:lnTo>
                    <a:pt x="1175" y="180"/>
                  </a:lnTo>
                  <a:lnTo>
                    <a:pt x="1185" y="187"/>
                  </a:lnTo>
                  <a:lnTo>
                    <a:pt x="1195" y="194"/>
                  </a:lnTo>
                  <a:lnTo>
                    <a:pt x="1204" y="201"/>
                  </a:lnTo>
                  <a:lnTo>
                    <a:pt x="1213" y="206"/>
                  </a:lnTo>
                  <a:lnTo>
                    <a:pt x="1221" y="212"/>
                  </a:lnTo>
                  <a:lnTo>
                    <a:pt x="1228" y="21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31" name="Freeform 530">
              <a:extLst>
                <a:ext uri="{FF2B5EF4-FFF2-40B4-BE49-F238E27FC236}">
                  <a16:creationId xmlns:a16="http://schemas.microsoft.com/office/drawing/2014/main" id="{433C27D0-0BA0-74E7-3ECE-1AFE50A5BF38}"/>
                </a:ext>
              </a:extLst>
            </p:cNvPr>
            <p:cNvSpPr>
              <a:spLocks/>
            </p:cNvSpPr>
            <p:nvPr/>
          </p:nvSpPr>
          <p:spPr bwMode="auto">
            <a:xfrm>
              <a:off x="2705" y="1485"/>
              <a:ext cx="560" cy="728"/>
            </a:xfrm>
            <a:custGeom>
              <a:avLst/>
              <a:gdLst>
                <a:gd name="T0" fmla="*/ 0 w 2242"/>
                <a:gd name="T1" fmla="*/ 0 h 2912"/>
                <a:gd name="T2" fmla="*/ 0 w 2242"/>
                <a:gd name="T3" fmla="*/ 0 h 2912"/>
                <a:gd name="T4" fmla="*/ 0 w 2242"/>
                <a:gd name="T5" fmla="*/ 0 h 2912"/>
                <a:gd name="T6" fmla="*/ 0 w 2242"/>
                <a:gd name="T7" fmla="*/ 0 h 2912"/>
                <a:gd name="T8" fmla="*/ 0 w 2242"/>
                <a:gd name="T9" fmla="*/ 0 h 2912"/>
                <a:gd name="T10" fmla="*/ 0 w 2242"/>
                <a:gd name="T11" fmla="*/ 0 h 2912"/>
                <a:gd name="T12" fmla="*/ 0 w 2242"/>
                <a:gd name="T13" fmla="*/ 0 h 2912"/>
                <a:gd name="T14" fmla="*/ 0 w 2242"/>
                <a:gd name="T15" fmla="*/ 0 h 2912"/>
                <a:gd name="T16" fmla="*/ 0 w 2242"/>
                <a:gd name="T17" fmla="*/ 0 h 2912"/>
                <a:gd name="T18" fmla="*/ 0 w 2242"/>
                <a:gd name="T19" fmla="*/ 0 h 2912"/>
                <a:gd name="T20" fmla="*/ 0 w 2242"/>
                <a:gd name="T21" fmla="*/ 0 h 2912"/>
                <a:gd name="T22" fmla="*/ 0 w 2242"/>
                <a:gd name="T23" fmla="*/ 0 h 2912"/>
                <a:gd name="T24" fmla="*/ 0 w 2242"/>
                <a:gd name="T25" fmla="*/ 0 h 2912"/>
                <a:gd name="T26" fmla="*/ 0 w 2242"/>
                <a:gd name="T27" fmla="*/ 0 h 2912"/>
                <a:gd name="T28" fmla="*/ 0 w 2242"/>
                <a:gd name="T29" fmla="*/ 0 h 2912"/>
                <a:gd name="T30" fmla="*/ 0 w 2242"/>
                <a:gd name="T31" fmla="*/ 0 h 2912"/>
                <a:gd name="T32" fmla="*/ 0 w 2242"/>
                <a:gd name="T33" fmla="*/ 0 h 2912"/>
                <a:gd name="T34" fmla="*/ 0 w 2242"/>
                <a:gd name="T35" fmla="*/ 0 h 2912"/>
                <a:gd name="T36" fmla="*/ 0 w 2242"/>
                <a:gd name="T37" fmla="*/ 0 h 2912"/>
                <a:gd name="T38" fmla="*/ 0 w 2242"/>
                <a:gd name="T39" fmla="*/ 0 h 2912"/>
                <a:gd name="T40" fmla="*/ 0 w 2242"/>
                <a:gd name="T41" fmla="*/ 0 h 2912"/>
                <a:gd name="T42" fmla="*/ 0 w 2242"/>
                <a:gd name="T43" fmla="*/ 0 h 2912"/>
                <a:gd name="T44" fmla="*/ 0 w 2242"/>
                <a:gd name="T45" fmla="*/ 0 h 2912"/>
                <a:gd name="T46" fmla="*/ 0 w 2242"/>
                <a:gd name="T47" fmla="*/ 0 h 2912"/>
                <a:gd name="T48" fmla="*/ 0 w 2242"/>
                <a:gd name="T49" fmla="*/ 0 h 2912"/>
                <a:gd name="T50" fmla="*/ 0 w 2242"/>
                <a:gd name="T51" fmla="*/ 0 h 2912"/>
                <a:gd name="T52" fmla="*/ 0 w 2242"/>
                <a:gd name="T53" fmla="*/ 0 h 2912"/>
                <a:gd name="T54" fmla="*/ 0 w 2242"/>
                <a:gd name="T55" fmla="*/ 0 h 2912"/>
                <a:gd name="T56" fmla="*/ 0 w 2242"/>
                <a:gd name="T57" fmla="*/ 0 h 2912"/>
                <a:gd name="T58" fmla="*/ 0 w 2242"/>
                <a:gd name="T59" fmla="*/ 0 h 2912"/>
                <a:gd name="T60" fmla="*/ 0 w 2242"/>
                <a:gd name="T61" fmla="*/ 0 h 2912"/>
                <a:gd name="T62" fmla="*/ 0 w 2242"/>
                <a:gd name="T63" fmla="*/ 0 h 2912"/>
                <a:gd name="T64" fmla="*/ 0 w 2242"/>
                <a:gd name="T65" fmla="*/ 0 h 2912"/>
                <a:gd name="T66" fmla="*/ 0 w 2242"/>
                <a:gd name="T67" fmla="*/ 0 h 2912"/>
                <a:gd name="T68" fmla="*/ 0 w 2242"/>
                <a:gd name="T69" fmla="*/ 0 h 2912"/>
                <a:gd name="T70" fmla="*/ 0 w 2242"/>
                <a:gd name="T71" fmla="*/ 0 h 2912"/>
                <a:gd name="T72" fmla="*/ 0 w 2242"/>
                <a:gd name="T73" fmla="*/ 0 h 2912"/>
                <a:gd name="T74" fmla="*/ 0 w 2242"/>
                <a:gd name="T75" fmla="*/ 0 h 2912"/>
                <a:gd name="T76" fmla="*/ 0 w 2242"/>
                <a:gd name="T77" fmla="*/ 0 h 2912"/>
                <a:gd name="T78" fmla="*/ 0 w 2242"/>
                <a:gd name="T79" fmla="*/ 0 h 2912"/>
                <a:gd name="T80" fmla="*/ 0 w 2242"/>
                <a:gd name="T81" fmla="*/ 0 h 2912"/>
                <a:gd name="T82" fmla="*/ 0 w 2242"/>
                <a:gd name="T83" fmla="*/ 0 h 2912"/>
                <a:gd name="T84" fmla="*/ 0 w 2242"/>
                <a:gd name="T85" fmla="*/ 0 h 2912"/>
                <a:gd name="T86" fmla="*/ 0 w 2242"/>
                <a:gd name="T87" fmla="*/ 0 h 2912"/>
                <a:gd name="T88" fmla="*/ 0 w 2242"/>
                <a:gd name="T89" fmla="*/ 0 h 2912"/>
                <a:gd name="T90" fmla="*/ 0 w 2242"/>
                <a:gd name="T91" fmla="*/ 0 h 2912"/>
                <a:gd name="T92" fmla="*/ 0 w 2242"/>
                <a:gd name="T93" fmla="*/ 0 h 2912"/>
                <a:gd name="T94" fmla="*/ 0 w 2242"/>
                <a:gd name="T95" fmla="*/ 0 h 2912"/>
                <a:gd name="T96" fmla="*/ 0 w 2242"/>
                <a:gd name="T97" fmla="*/ 0 h 2912"/>
                <a:gd name="T98" fmla="*/ 0 w 2242"/>
                <a:gd name="T99" fmla="*/ 0 h 2912"/>
                <a:gd name="T100" fmla="*/ 0 w 2242"/>
                <a:gd name="T101" fmla="*/ 0 h 2912"/>
                <a:gd name="T102" fmla="*/ 0 w 2242"/>
                <a:gd name="T103" fmla="*/ 0 h 2912"/>
                <a:gd name="T104" fmla="*/ 0 w 2242"/>
                <a:gd name="T105" fmla="*/ 0 h 2912"/>
                <a:gd name="T106" fmla="*/ 0 w 2242"/>
                <a:gd name="T107" fmla="*/ 0 h 2912"/>
                <a:gd name="T108" fmla="*/ 0 w 2242"/>
                <a:gd name="T109" fmla="*/ 0 h 2912"/>
                <a:gd name="T110" fmla="*/ 0 w 2242"/>
                <a:gd name="T111" fmla="*/ 0 h 2912"/>
                <a:gd name="T112" fmla="*/ 0 w 2242"/>
                <a:gd name="T113" fmla="*/ 0 h 2912"/>
                <a:gd name="T114" fmla="*/ 0 w 2242"/>
                <a:gd name="T115" fmla="*/ 0 h 2912"/>
                <a:gd name="T116" fmla="*/ 0 w 2242"/>
                <a:gd name="T117" fmla="*/ 0 h 2912"/>
                <a:gd name="T118" fmla="*/ 0 w 2242"/>
                <a:gd name="T119" fmla="*/ 0 h 29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242" h="2912">
                  <a:moveTo>
                    <a:pt x="907" y="2912"/>
                  </a:moveTo>
                  <a:lnTo>
                    <a:pt x="907" y="2912"/>
                  </a:lnTo>
                  <a:lnTo>
                    <a:pt x="906" y="2912"/>
                  </a:lnTo>
                  <a:lnTo>
                    <a:pt x="901" y="2902"/>
                  </a:lnTo>
                  <a:lnTo>
                    <a:pt x="896" y="2885"/>
                  </a:lnTo>
                  <a:lnTo>
                    <a:pt x="890" y="2865"/>
                  </a:lnTo>
                  <a:lnTo>
                    <a:pt x="885" y="2843"/>
                  </a:lnTo>
                  <a:lnTo>
                    <a:pt x="881" y="2820"/>
                  </a:lnTo>
                  <a:lnTo>
                    <a:pt x="877" y="2801"/>
                  </a:lnTo>
                  <a:lnTo>
                    <a:pt x="876" y="2784"/>
                  </a:lnTo>
                  <a:lnTo>
                    <a:pt x="876" y="2775"/>
                  </a:lnTo>
                  <a:lnTo>
                    <a:pt x="877" y="2769"/>
                  </a:lnTo>
                  <a:lnTo>
                    <a:pt x="877" y="2761"/>
                  </a:lnTo>
                  <a:lnTo>
                    <a:pt x="876" y="2752"/>
                  </a:lnTo>
                  <a:lnTo>
                    <a:pt x="874" y="2742"/>
                  </a:lnTo>
                  <a:lnTo>
                    <a:pt x="868" y="2730"/>
                  </a:lnTo>
                  <a:lnTo>
                    <a:pt x="858" y="2718"/>
                  </a:lnTo>
                  <a:lnTo>
                    <a:pt x="844" y="2705"/>
                  </a:lnTo>
                  <a:lnTo>
                    <a:pt x="825" y="2692"/>
                  </a:lnTo>
                  <a:lnTo>
                    <a:pt x="805" y="2678"/>
                  </a:lnTo>
                  <a:lnTo>
                    <a:pt x="792" y="2665"/>
                  </a:lnTo>
                  <a:lnTo>
                    <a:pt x="782" y="2652"/>
                  </a:lnTo>
                  <a:lnTo>
                    <a:pt x="776" y="2639"/>
                  </a:lnTo>
                  <a:lnTo>
                    <a:pt x="772" y="2628"/>
                  </a:lnTo>
                  <a:lnTo>
                    <a:pt x="769" y="2618"/>
                  </a:lnTo>
                  <a:lnTo>
                    <a:pt x="767" y="2609"/>
                  </a:lnTo>
                  <a:lnTo>
                    <a:pt x="764" y="2602"/>
                  </a:lnTo>
                  <a:lnTo>
                    <a:pt x="759" y="2594"/>
                  </a:lnTo>
                  <a:lnTo>
                    <a:pt x="758" y="2582"/>
                  </a:lnTo>
                  <a:lnTo>
                    <a:pt x="758" y="2571"/>
                  </a:lnTo>
                  <a:lnTo>
                    <a:pt x="759" y="2559"/>
                  </a:lnTo>
                  <a:lnTo>
                    <a:pt x="763" y="2547"/>
                  </a:lnTo>
                  <a:lnTo>
                    <a:pt x="767" y="2534"/>
                  </a:lnTo>
                  <a:lnTo>
                    <a:pt x="773" y="2522"/>
                  </a:lnTo>
                  <a:lnTo>
                    <a:pt x="780" y="2512"/>
                  </a:lnTo>
                  <a:lnTo>
                    <a:pt x="786" y="2501"/>
                  </a:lnTo>
                  <a:lnTo>
                    <a:pt x="791" y="2487"/>
                  </a:lnTo>
                  <a:lnTo>
                    <a:pt x="794" y="2473"/>
                  </a:lnTo>
                  <a:lnTo>
                    <a:pt x="797" y="2458"/>
                  </a:lnTo>
                  <a:lnTo>
                    <a:pt x="799" y="2442"/>
                  </a:lnTo>
                  <a:lnTo>
                    <a:pt x="800" y="2426"/>
                  </a:lnTo>
                  <a:lnTo>
                    <a:pt x="802" y="2411"/>
                  </a:lnTo>
                  <a:lnTo>
                    <a:pt x="804" y="2396"/>
                  </a:lnTo>
                  <a:lnTo>
                    <a:pt x="804" y="2383"/>
                  </a:lnTo>
                  <a:lnTo>
                    <a:pt x="799" y="2373"/>
                  </a:lnTo>
                  <a:lnTo>
                    <a:pt x="791" y="2364"/>
                  </a:lnTo>
                  <a:lnTo>
                    <a:pt x="783" y="2354"/>
                  </a:lnTo>
                  <a:lnTo>
                    <a:pt x="776" y="2343"/>
                  </a:lnTo>
                  <a:lnTo>
                    <a:pt x="771" y="2326"/>
                  </a:lnTo>
                  <a:lnTo>
                    <a:pt x="771" y="2306"/>
                  </a:lnTo>
                  <a:lnTo>
                    <a:pt x="776" y="2277"/>
                  </a:lnTo>
                  <a:lnTo>
                    <a:pt x="780" y="2248"/>
                  </a:lnTo>
                  <a:lnTo>
                    <a:pt x="775" y="2223"/>
                  </a:lnTo>
                  <a:lnTo>
                    <a:pt x="763" y="2202"/>
                  </a:lnTo>
                  <a:lnTo>
                    <a:pt x="745" y="2184"/>
                  </a:lnTo>
                  <a:lnTo>
                    <a:pt x="725" y="2170"/>
                  </a:lnTo>
                  <a:lnTo>
                    <a:pt x="704" y="2161"/>
                  </a:lnTo>
                  <a:lnTo>
                    <a:pt x="685" y="2154"/>
                  </a:lnTo>
                  <a:lnTo>
                    <a:pt x="670" y="2151"/>
                  </a:lnTo>
                  <a:lnTo>
                    <a:pt x="657" y="2150"/>
                  </a:lnTo>
                  <a:lnTo>
                    <a:pt x="647" y="2149"/>
                  </a:lnTo>
                  <a:lnTo>
                    <a:pt x="637" y="2148"/>
                  </a:lnTo>
                  <a:lnTo>
                    <a:pt x="628" y="2146"/>
                  </a:lnTo>
                  <a:lnTo>
                    <a:pt x="621" y="2143"/>
                  </a:lnTo>
                  <a:lnTo>
                    <a:pt x="615" y="2138"/>
                  </a:lnTo>
                  <a:lnTo>
                    <a:pt x="609" y="2131"/>
                  </a:lnTo>
                  <a:lnTo>
                    <a:pt x="606" y="2122"/>
                  </a:lnTo>
                  <a:lnTo>
                    <a:pt x="603" y="2112"/>
                  </a:lnTo>
                  <a:lnTo>
                    <a:pt x="600" y="2099"/>
                  </a:lnTo>
                  <a:lnTo>
                    <a:pt x="596" y="2085"/>
                  </a:lnTo>
                  <a:lnTo>
                    <a:pt x="591" y="2073"/>
                  </a:lnTo>
                  <a:lnTo>
                    <a:pt x="585" y="2061"/>
                  </a:lnTo>
                  <a:lnTo>
                    <a:pt x="580" y="2053"/>
                  </a:lnTo>
                  <a:lnTo>
                    <a:pt x="574" y="2047"/>
                  </a:lnTo>
                  <a:lnTo>
                    <a:pt x="568" y="2047"/>
                  </a:lnTo>
                  <a:lnTo>
                    <a:pt x="562" y="2045"/>
                  </a:lnTo>
                  <a:lnTo>
                    <a:pt x="554" y="2035"/>
                  </a:lnTo>
                  <a:lnTo>
                    <a:pt x="548" y="2021"/>
                  </a:lnTo>
                  <a:lnTo>
                    <a:pt x="541" y="2003"/>
                  </a:lnTo>
                  <a:lnTo>
                    <a:pt x="533" y="1982"/>
                  </a:lnTo>
                  <a:lnTo>
                    <a:pt x="526" y="1963"/>
                  </a:lnTo>
                  <a:lnTo>
                    <a:pt x="518" y="1946"/>
                  </a:lnTo>
                  <a:lnTo>
                    <a:pt x="510" y="1932"/>
                  </a:lnTo>
                  <a:lnTo>
                    <a:pt x="504" y="1922"/>
                  </a:lnTo>
                  <a:lnTo>
                    <a:pt x="498" y="1911"/>
                  </a:lnTo>
                  <a:lnTo>
                    <a:pt x="493" y="1901"/>
                  </a:lnTo>
                  <a:lnTo>
                    <a:pt x="490" y="1891"/>
                  </a:lnTo>
                  <a:lnTo>
                    <a:pt x="489" y="1880"/>
                  </a:lnTo>
                  <a:lnTo>
                    <a:pt x="490" y="1871"/>
                  </a:lnTo>
                  <a:lnTo>
                    <a:pt x="493" y="1862"/>
                  </a:lnTo>
                  <a:lnTo>
                    <a:pt x="500" y="1853"/>
                  </a:lnTo>
                  <a:lnTo>
                    <a:pt x="507" y="1845"/>
                  </a:lnTo>
                  <a:lnTo>
                    <a:pt x="512" y="1837"/>
                  </a:lnTo>
                  <a:lnTo>
                    <a:pt x="513" y="1828"/>
                  </a:lnTo>
                  <a:lnTo>
                    <a:pt x="513" y="1822"/>
                  </a:lnTo>
                  <a:lnTo>
                    <a:pt x="512" y="1816"/>
                  </a:lnTo>
                  <a:lnTo>
                    <a:pt x="510" y="1812"/>
                  </a:lnTo>
                  <a:lnTo>
                    <a:pt x="509" y="1809"/>
                  </a:lnTo>
                  <a:lnTo>
                    <a:pt x="508" y="1808"/>
                  </a:lnTo>
                  <a:lnTo>
                    <a:pt x="507" y="1805"/>
                  </a:lnTo>
                  <a:lnTo>
                    <a:pt x="503" y="1799"/>
                  </a:lnTo>
                  <a:lnTo>
                    <a:pt x="498" y="1789"/>
                  </a:lnTo>
                  <a:lnTo>
                    <a:pt x="494" y="1777"/>
                  </a:lnTo>
                  <a:lnTo>
                    <a:pt x="491" y="1766"/>
                  </a:lnTo>
                  <a:lnTo>
                    <a:pt x="490" y="1756"/>
                  </a:lnTo>
                  <a:lnTo>
                    <a:pt x="494" y="1747"/>
                  </a:lnTo>
                  <a:lnTo>
                    <a:pt x="502" y="1743"/>
                  </a:lnTo>
                  <a:lnTo>
                    <a:pt x="513" y="1739"/>
                  </a:lnTo>
                  <a:lnTo>
                    <a:pt x="518" y="1729"/>
                  </a:lnTo>
                  <a:lnTo>
                    <a:pt x="520" y="1718"/>
                  </a:lnTo>
                  <a:lnTo>
                    <a:pt x="520" y="1704"/>
                  </a:lnTo>
                  <a:lnTo>
                    <a:pt x="519" y="1689"/>
                  </a:lnTo>
                  <a:lnTo>
                    <a:pt x="518" y="1673"/>
                  </a:lnTo>
                  <a:lnTo>
                    <a:pt x="517" y="1657"/>
                  </a:lnTo>
                  <a:lnTo>
                    <a:pt x="519" y="1643"/>
                  </a:lnTo>
                  <a:lnTo>
                    <a:pt x="519" y="1629"/>
                  </a:lnTo>
                  <a:lnTo>
                    <a:pt x="514" y="1616"/>
                  </a:lnTo>
                  <a:lnTo>
                    <a:pt x="505" y="1604"/>
                  </a:lnTo>
                  <a:lnTo>
                    <a:pt x="495" y="1593"/>
                  </a:lnTo>
                  <a:lnTo>
                    <a:pt x="485" y="1585"/>
                  </a:lnTo>
                  <a:lnTo>
                    <a:pt x="475" y="1577"/>
                  </a:lnTo>
                  <a:lnTo>
                    <a:pt x="469" y="1573"/>
                  </a:lnTo>
                  <a:lnTo>
                    <a:pt x="466" y="1571"/>
                  </a:lnTo>
                  <a:lnTo>
                    <a:pt x="404" y="1473"/>
                  </a:lnTo>
                  <a:lnTo>
                    <a:pt x="327" y="1455"/>
                  </a:lnTo>
                  <a:lnTo>
                    <a:pt x="325" y="1456"/>
                  </a:lnTo>
                  <a:lnTo>
                    <a:pt x="319" y="1458"/>
                  </a:lnTo>
                  <a:lnTo>
                    <a:pt x="310" y="1461"/>
                  </a:lnTo>
                  <a:lnTo>
                    <a:pt x="300" y="1462"/>
                  </a:lnTo>
                  <a:lnTo>
                    <a:pt x="290" y="1462"/>
                  </a:lnTo>
                  <a:lnTo>
                    <a:pt x="280" y="1458"/>
                  </a:lnTo>
                  <a:lnTo>
                    <a:pt x="271" y="1449"/>
                  </a:lnTo>
                  <a:lnTo>
                    <a:pt x="264" y="1435"/>
                  </a:lnTo>
                  <a:lnTo>
                    <a:pt x="258" y="1418"/>
                  </a:lnTo>
                  <a:lnTo>
                    <a:pt x="253" y="1405"/>
                  </a:lnTo>
                  <a:lnTo>
                    <a:pt x="249" y="1395"/>
                  </a:lnTo>
                  <a:lnTo>
                    <a:pt x="245" y="1388"/>
                  </a:lnTo>
                  <a:lnTo>
                    <a:pt x="242" y="1382"/>
                  </a:lnTo>
                  <a:lnTo>
                    <a:pt x="239" y="1379"/>
                  </a:lnTo>
                  <a:lnTo>
                    <a:pt x="238" y="1377"/>
                  </a:lnTo>
                  <a:lnTo>
                    <a:pt x="237" y="1377"/>
                  </a:lnTo>
                  <a:lnTo>
                    <a:pt x="223" y="1414"/>
                  </a:lnTo>
                  <a:lnTo>
                    <a:pt x="222" y="1414"/>
                  </a:lnTo>
                  <a:lnTo>
                    <a:pt x="218" y="1413"/>
                  </a:lnTo>
                  <a:lnTo>
                    <a:pt x="211" y="1413"/>
                  </a:lnTo>
                  <a:lnTo>
                    <a:pt x="204" y="1411"/>
                  </a:lnTo>
                  <a:lnTo>
                    <a:pt x="196" y="1410"/>
                  </a:lnTo>
                  <a:lnTo>
                    <a:pt x="187" y="1407"/>
                  </a:lnTo>
                  <a:lnTo>
                    <a:pt x="179" y="1404"/>
                  </a:lnTo>
                  <a:lnTo>
                    <a:pt x="170" y="1400"/>
                  </a:lnTo>
                  <a:lnTo>
                    <a:pt x="161" y="1396"/>
                  </a:lnTo>
                  <a:lnTo>
                    <a:pt x="154" y="1391"/>
                  </a:lnTo>
                  <a:lnTo>
                    <a:pt x="148" y="1385"/>
                  </a:lnTo>
                  <a:lnTo>
                    <a:pt x="142" y="1377"/>
                  </a:lnTo>
                  <a:lnTo>
                    <a:pt x="137" y="1368"/>
                  </a:lnTo>
                  <a:lnTo>
                    <a:pt x="132" y="1357"/>
                  </a:lnTo>
                  <a:lnTo>
                    <a:pt x="128" y="1344"/>
                  </a:lnTo>
                  <a:lnTo>
                    <a:pt x="125" y="1328"/>
                  </a:lnTo>
                  <a:lnTo>
                    <a:pt x="120" y="1314"/>
                  </a:lnTo>
                  <a:lnTo>
                    <a:pt x="108" y="1296"/>
                  </a:lnTo>
                  <a:lnTo>
                    <a:pt x="93" y="1276"/>
                  </a:lnTo>
                  <a:lnTo>
                    <a:pt x="76" y="1255"/>
                  </a:lnTo>
                  <a:lnTo>
                    <a:pt x="55" y="1234"/>
                  </a:lnTo>
                  <a:lnTo>
                    <a:pt x="36" y="1213"/>
                  </a:lnTo>
                  <a:lnTo>
                    <a:pt x="17" y="1195"/>
                  </a:lnTo>
                  <a:lnTo>
                    <a:pt x="0" y="1178"/>
                  </a:lnTo>
                  <a:lnTo>
                    <a:pt x="17" y="1180"/>
                  </a:lnTo>
                  <a:lnTo>
                    <a:pt x="33" y="1184"/>
                  </a:lnTo>
                  <a:lnTo>
                    <a:pt x="49" y="1186"/>
                  </a:lnTo>
                  <a:lnTo>
                    <a:pt x="66" y="1188"/>
                  </a:lnTo>
                  <a:lnTo>
                    <a:pt x="80" y="1189"/>
                  </a:lnTo>
                  <a:lnTo>
                    <a:pt x="94" y="1187"/>
                  </a:lnTo>
                  <a:lnTo>
                    <a:pt x="105" y="1184"/>
                  </a:lnTo>
                  <a:lnTo>
                    <a:pt x="116" y="1176"/>
                  </a:lnTo>
                  <a:lnTo>
                    <a:pt x="128" y="1167"/>
                  </a:lnTo>
                  <a:lnTo>
                    <a:pt x="143" y="1158"/>
                  </a:lnTo>
                  <a:lnTo>
                    <a:pt x="161" y="1150"/>
                  </a:lnTo>
                  <a:lnTo>
                    <a:pt x="180" y="1143"/>
                  </a:lnTo>
                  <a:lnTo>
                    <a:pt x="199" y="1139"/>
                  </a:lnTo>
                  <a:lnTo>
                    <a:pt x="218" y="1136"/>
                  </a:lnTo>
                  <a:lnTo>
                    <a:pt x="234" y="1137"/>
                  </a:lnTo>
                  <a:lnTo>
                    <a:pt x="247" y="1140"/>
                  </a:lnTo>
                  <a:lnTo>
                    <a:pt x="259" y="1144"/>
                  </a:lnTo>
                  <a:lnTo>
                    <a:pt x="274" y="1145"/>
                  </a:lnTo>
                  <a:lnTo>
                    <a:pt x="289" y="1144"/>
                  </a:lnTo>
                  <a:lnTo>
                    <a:pt x="303" y="1143"/>
                  </a:lnTo>
                  <a:lnTo>
                    <a:pt x="317" y="1143"/>
                  </a:lnTo>
                  <a:lnTo>
                    <a:pt x="328" y="1145"/>
                  </a:lnTo>
                  <a:lnTo>
                    <a:pt x="337" y="1150"/>
                  </a:lnTo>
                  <a:lnTo>
                    <a:pt x="342" y="1159"/>
                  </a:lnTo>
                  <a:lnTo>
                    <a:pt x="346" y="1167"/>
                  </a:lnTo>
                  <a:lnTo>
                    <a:pt x="352" y="1169"/>
                  </a:lnTo>
                  <a:lnTo>
                    <a:pt x="360" y="1166"/>
                  </a:lnTo>
                  <a:lnTo>
                    <a:pt x="370" y="1161"/>
                  </a:lnTo>
                  <a:lnTo>
                    <a:pt x="380" y="1156"/>
                  </a:lnTo>
                  <a:lnTo>
                    <a:pt x="391" y="1152"/>
                  </a:lnTo>
                  <a:lnTo>
                    <a:pt x="402" y="1152"/>
                  </a:lnTo>
                  <a:lnTo>
                    <a:pt x="415" y="1157"/>
                  </a:lnTo>
                  <a:lnTo>
                    <a:pt x="426" y="1164"/>
                  </a:lnTo>
                  <a:lnTo>
                    <a:pt x="435" y="1169"/>
                  </a:lnTo>
                  <a:lnTo>
                    <a:pt x="444" y="1173"/>
                  </a:lnTo>
                  <a:lnTo>
                    <a:pt x="451" y="1174"/>
                  </a:lnTo>
                  <a:lnTo>
                    <a:pt x="459" y="1174"/>
                  </a:lnTo>
                  <a:lnTo>
                    <a:pt x="467" y="1173"/>
                  </a:lnTo>
                  <a:lnTo>
                    <a:pt x="474" y="1170"/>
                  </a:lnTo>
                  <a:lnTo>
                    <a:pt x="482" y="1165"/>
                  </a:lnTo>
                  <a:lnTo>
                    <a:pt x="492" y="1158"/>
                  </a:lnTo>
                  <a:lnTo>
                    <a:pt x="504" y="1149"/>
                  </a:lnTo>
                  <a:lnTo>
                    <a:pt x="520" y="1139"/>
                  </a:lnTo>
                  <a:lnTo>
                    <a:pt x="535" y="1128"/>
                  </a:lnTo>
                  <a:lnTo>
                    <a:pt x="550" y="1120"/>
                  </a:lnTo>
                  <a:lnTo>
                    <a:pt x="566" y="1114"/>
                  </a:lnTo>
                  <a:lnTo>
                    <a:pt x="579" y="1113"/>
                  </a:lnTo>
                  <a:lnTo>
                    <a:pt x="589" y="1117"/>
                  </a:lnTo>
                  <a:lnTo>
                    <a:pt x="597" y="1124"/>
                  </a:lnTo>
                  <a:lnTo>
                    <a:pt x="605" y="1130"/>
                  </a:lnTo>
                  <a:lnTo>
                    <a:pt x="612" y="1135"/>
                  </a:lnTo>
                  <a:lnTo>
                    <a:pt x="619" y="1138"/>
                  </a:lnTo>
                  <a:lnTo>
                    <a:pt x="626" y="1140"/>
                  </a:lnTo>
                  <a:lnTo>
                    <a:pt x="634" y="1140"/>
                  </a:lnTo>
                  <a:lnTo>
                    <a:pt x="644" y="1137"/>
                  </a:lnTo>
                  <a:lnTo>
                    <a:pt x="655" y="1132"/>
                  </a:lnTo>
                  <a:lnTo>
                    <a:pt x="667" y="1125"/>
                  </a:lnTo>
                  <a:lnTo>
                    <a:pt x="675" y="1120"/>
                  </a:lnTo>
                  <a:lnTo>
                    <a:pt x="682" y="1115"/>
                  </a:lnTo>
                  <a:lnTo>
                    <a:pt x="688" y="1112"/>
                  </a:lnTo>
                  <a:lnTo>
                    <a:pt x="694" y="1111"/>
                  </a:lnTo>
                  <a:lnTo>
                    <a:pt x="701" y="1111"/>
                  </a:lnTo>
                  <a:lnTo>
                    <a:pt x="710" y="1113"/>
                  </a:lnTo>
                  <a:lnTo>
                    <a:pt x="723" y="1117"/>
                  </a:lnTo>
                  <a:lnTo>
                    <a:pt x="736" y="1118"/>
                  </a:lnTo>
                  <a:lnTo>
                    <a:pt x="747" y="1114"/>
                  </a:lnTo>
                  <a:lnTo>
                    <a:pt x="757" y="1105"/>
                  </a:lnTo>
                  <a:lnTo>
                    <a:pt x="768" y="1093"/>
                  </a:lnTo>
                  <a:lnTo>
                    <a:pt x="776" y="1082"/>
                  </a:lnTo>
                  <a:lnTo>
                    <a:pt x="785" y="1071"/>
                  </a:lnTo>
                  <a:lnTo>
                    <a:pt x="793" y="1065"/>
                  </a:lnTo>
                  <a:lnTo>
                    <a:pt x="801" y="1064"/>
                  </a:lnTo>
                  <a:lnTo>
                    <a:pt x="811" y="1064"/>
                  </a:lnTo>
                  <a:lnTo>
                    <a:pt x="823" y="1059"/>
                  </a:lnTo>
                  <a:lnTo>
                    <a:pt x="834" y="1050"/>
                  </a:lnTo>
                  <a:lnTo>
                    <a:pt x="846" y="1039"/>
                  </a:lnTo>
                  <a:lnTo>
                    <a:pt x="857" y="1028"/>
                  </a:lnTo>
                  <a:lnTo>
                    <a:pt x="867" y="1018"/>
                  </a:lnTo>
                  <a:lnTo>
                    <a:pt x="873" y="1011"/>
                  </a:lnTo>
                  <a:lnTo>
                    <a:pt x="875" y="1008"/>
                  </a:lnTo>
                  <a:lnTo>
                    <a:pt x="878" y="1006"/>
                  </a:lnTo>
                  <a:lnTo>
                    <a:pt x="885" y="1002"/>
                  </a:lnTo>
                  <a:lnTo>
                    <a:pt x="895" y="996"/>
                  </a:lnTo>
                  <a:lnTo>
                    <a:pt x="908" y="989"/>
                  </a:lnTo>
                  <a:lnTo>
                    <a:pt x="922" y="982"/>
                  </a:lnTo>
                  <a:lnTo>
                    <a:pt x="936" y="974"/>
                  </a:lnTo>
                  <a:lnTo>
                    <a:pt x="948" y="967"/>
                  </a:lnTo>
                  <a:lnTo>
                    <a:pt x="958" y="963"/>
                  </a:lnTo>
                  <a:lnTo>
                    <a:pt x="966" y="959"/>
                  </a:lnTo>
                  <a:lnTo>
                    <a:pt x="972" y="955"/>
                  </a:lnTo>
                  <a:lnTo>
                    <a:pt x="976" y="950"/>
                  </a:lnTo>
                  <a:lnTo>
                    <a:pt x="978" y="944"/>
                  </a:lnTo>
                  <a:lnTo>
                    <a:pt x="979" y="938"/>
                  </a:lnTo>
                  <a:lnTo>
                    <a:pt x="979" y="931"/>
                  </a:lnTo>
                  <a:lnTo>
                    <a:pt x="976" y="923"/>
                  </a:lnTo>
                  <a:lnTo>
                    <a:pt x="973" y="915"/>
                  </a:lnTo>
                  <a:lnTo>
                    <a:pt x="969" y="906"/>
                  </a:lnTo>
                  <a:lnTo>
                    <a:pt x="967" y="895"/>
                  </a:lnTo>
                  <a:lnTo>
                    <a:pt x="966" y="883"/>
                  </a:lnTo>
                  <a:lnTo>
                    <a:pt x="966" y="870"/>
                  </a:lnTo>
                  <a:lnTo>
                    <a:pt x="968" y="858"/>
                  </a:lnTo>
                  <a:lnTo>
                    <a:pt x="972" y="846"/>
                  </a:lnTo>
                  <a:lnTo>
                    <a:pt x="978" y="835"/>
                  </a:lnTo>
                  <a:lnTo>
                    <a:pt x="986" y="825"/>
                  </a:lnTo>
                  <a:lnTo>
                    <a:pt x="995" y="816"/>
                  </a:lnTo>
                  <a:lnTo>
                    <a:pt x="1002" y="805"/>
                  </a:lnTo>
                  <a:lnTo>
                    <a:pt x="1008" y="794"/>
                  </a:lnTo>
                  <a:lnTo>
                    <a:pt x="1013" y="782"/>
                  </a:lnTo>
                  <a:lnTo>
                    <a:pt x="1017" y="769"/>
                  </a:lnTo>
                  <a:lnTo>
                    <a:pt x="1020" y="758"/>
                  </a:lnTo>
                  <a:lnTo>
                    <a:pt x="1022" y="749"/>
                  </a:lnTo>
                  <a:lnTo>
                    <a:pt x="1023" y="741"/>
                  </a:lnTo>
                  <a:lnTo>
                    <a:pt x="1024" y="734"/>
                  </a:lnTo>
                  <a:lnTo>
                    <a:pt x="1025" y="726"/>
                  </a:lnTo>
                  <a:lnTo>
                    <a:pt x="1026" y="718"/>
                  </a:lnTo>
                  <a:lnTo>
                    <a:pt x="1029" y="710"/>
                  </a:lnTo>
                  <a:lnTo>
                    <a:pt x="1033" y="704"/>
                  </a:lnTo>
                  <a:lnTo>
                    <a:pt x="1041" y="699"/>
                  </a:lnTo>
                  <a:lnTo>
                    <a:pt x="1052" y="696"/>
                  </a:lnTo>
                  <a:lnTo>
                    <a:pt x="1068" y="696"/>
                  </a:lnTo>
                  <a:lnTo>
                    <a:pt x="1084" y="695"/>
                  </a:lnTo>
                  <a:lnTo>
                    <a:pt x="1098" y="691"/>
                  </a:lnTo>
                  <a:lnTo>
                    <a:pt x="1111" y="685"/>
                  </a:lnTo>
                  <a:lnTo>
                    <a:pt x="1120" y="677"/>
                  </a:lnTo>
                  <a:lnTo>
                    <a:pt x="1127" y="669"/>
                  </a:lnTo>
                  <a:lnTo>
                    <a:pt x="1131" y="663"/>
                  </a:lnTo>
                  <a:lnTo>
                    <a:pt x="1134" y="658"/>
                  </a:lnTo>
                  <a:lnTo>
                    <a:pt x="1135" y="656"/>
                  </a:lnTo>
                  <a:lnTo>
                    <a:pt x="1137" y="655"/>
                  </a:lnTo>
                  <a:lnTo>
                    <a:pt x="1140" y="654"/>
                  </a:lnTo>
                  <a:lnTo>
                    <a:pt x="1145" y="654"/>
                  </a:lnTo>
                  <a:lnTo>
                    <a:pt x="1151" y="654"/>
                  </a:lnTo>
                  <a:lnTo>
                    <a:pt x="1161" y="655"/>
                  </a:lnTo>
                  <a:lnTo>
                    <a:pt x="1173" y="658"/>
                  </a:lnTo>
                  <a:lnTo>
                    <a:pt x="1188" y="662"/>
                  </a:lnTo>
                  <a:lnTo>
                    <a:pt x="1204" y="668"/>
                  </a:lnTo>
                  <a:lnTo>
                    <a:pt x="1220" y="674"/>
                  </a:lnTo>
                  <a:lnTo>
                    <a:pt x="1234" y="681"/>
                  </a:lnTo>
                  <a:lnTo>
                    <a:pt x="1248" y="684"/>
                  </a:lnTo>
                  <a:lnTo>
                    <a:pt x="1262" y="685"/>
                  </a:lnTo>
                  <a:lnTo>
                    <a:pt x="1276" y="682"/>
                  </a:lnTo>
                  <a:lnTo>
                    <a:pt x="1289" y="673"/>
                  </a:lnTo>
                  <a:lnTo>
                    <a:pt x="1302" y="659"/>
                  </a:lnTo>
                  <a:lnTo>
                    <a:pt x="1315" y="643"/>
                  </a:lnTo>
                  <a:lnTo>
                    <a:pt x="1325" y="631"/>
                  </a:lnTo>
                  <a:lnTo>
                    <a:pt x="1333" y="621"/>
                  </a:lnTo>
                  <a:lnTo>
                    <a:pt x="1340" y="615"/>
                  </a:lnTo>
                  <a:lnTo>
                    <a:pt x="1346" y="612"/>
                  </a:lnTo>
                  <a:lnTo>
                    <a:pt x="1352" y="613"/>
                  </a:lnTo>
                  <a:lnTo>
                    <a:pt x="1360" y="616"/>
                  </a:lnTo>
                  <a:lnTo>
                    <a:pt x="1368" y="622"/>
                  </a:lnTo>
                  <a:lnTo>
                    <a:pt x="1377" y="630"/>
                  </a:lnTo>
                  <a:lnTo>
                    <a:pt x="1384" y="634"/>
                  </a:lnTo>
                  <a:lnTo>
                    <a:pt x="1391" y="637"/>
                  </a:lnTo>
                  <a:lnTo>
                    <a:pt x="1397" y="637"/>
                  </a:lnTo>
                  <a:lnTo>
                    <a:pt x="1403" y="634"/>
                  </a:lnTo>
                  <a:lnTo>
                    <a:pt x="1409" y="628"/>
                  </a:lnTo>
                  <a:lnTo>
                    <a:pt x="1414" y="619"/>
                  </a:lnTo>
                  <a:lnTo>
                    <a:pt x="1418" y="608"/>
                  </a:lnTo>
                  <a:lnTo>
                    <a:pt x="1422" y="596"/>
                  </a:lnTo>
                  <a:lnTo>
                    <a:pt x="1425" y="588"/>
                  </a:lnTo>
                  <a:lnTo>
                    <a:pt x="1427" y="581"/>
                  </a:lnTo>
                  <a:lnTo>
                    <a:pt x="1429" y="575"/>
                  </a:lnTo>
                  <a:lnTo>
                    <a:pt x="1428" y="571"/>
                  </a:lnTo>
                  <a:lnTo>
                    <a:pt x="1427" y="566"/>
                  </a:lnTo>
                  <a:lnTo>
                    <a:pt x="1423" y="561"/>
                  </a:lnTo>
                  <a:lnTo>
                    <a:pt x="1418" y="555"/>
                  </a:lnTo>
                  <a:lnTo>
                    <a:pt x="1413" y="548"/>
                  </a:lnTo>
                  <a:lnTo>
                    <a:pt x="1411" y="542"/>
                  </a:lnTo>
                  <a:lnTo>
                    <a:pt x="1411" y="537"/>
                  </a:lnTo>
                  <a:lnTo>
                    <a:pt x="1413" y="531"/>
                  </a:lnTo>
                  <a:lnTo>
                    <a:pt x="1416" y="524"/>
                  </a:lnTo>
                  <a:lnTo>
                    <a:pt x="1420" y="518"/>
                  </a:lnTo>
                  <a:lnTo>
                    <a:pt x="1425" y="511"/>
                  </a:lnTo>
                  <a:lnTo>
                    <a:pt x="1429" y="502"/>
                  </a:lnTo>
                  <a:lnTo>
                    <a:pt x="1431" y="493"/>
                  </a:lnTo>
                  <a:lnTo>
                    <a:pt x="1430" y="484"/>
                  </a:lnTo>
                  <a:lnTo>
                    <a:pt x="1427" y="475"/>
                  </a:lnTo>
                  <a:lnTo>
                    <a:pt x="1423" y="467"/>
                  </a:lnTo>
                  <a:lnTo>
                    <a:pt x="1419" y="459"/>
                  </a:lnTo>
                  <a:lnTo>
                    <a:pt x="1415" y="451"/>
                  </a:lnTo>
                  <a:lnTo>
                    <a:pt x="1414" y="443"/>
                  </a:lnTo>
                  <a:lnTo>
                    <a:pt x="1415" y="435"/>
                  </a:lnTo>
                  <a:lnTo>
                    <a:pt x="1419" y="426"/>
                  </a:lnTo>
                  <a:lnTo>
                    <a:pt x="1424" y="419"/>
                  </a:lnTo>
                  <a:lnTo>
                    <a:pt x="1430" y="413"/>
                  </a:lnTo>
                  <a:lnTo>
                    <a:pt x="1436" y="406"/>
                  </a:lnTo>
                  <a:lnTo>
                    <a:pt x="1443" y="400"/>
                  </a:lnTo>
                  <a:lnTo>
                    <a:pt x="1448" y="394"/>
                  </a:lnTo>
                  <a:lnTo>
                    <a:pt x="1453" y="387"/>
                  </a:lnTo>
                  <a:lnTo>
                    <a:pt x="1456" y="379"/>
                  </a:lnTo>
                  <a:lnTo>
                    <a:pt x="1457" y="369"/>
                  </a:lnTo>
                  <a:lnTo>
                    <a:pt x="1454" y="360"/>
                  </a:lnTo>
                  <a:lnTo>
                    <a:pt x="1450" y="350"/>
                  </a:lnTo>
                  <a:lnTo>
                    <a:pt x="1446" y="340"/>
                  </a:lnTo>
                  <a:lnTo>
                    <a:pt x="1442" y="330"/>
                  </a:lnTo>
                  <a:lnTo>
                    <a:pt x="1439" y="320"/>
                  </a:lnTo>
                  <a:lnTo>
                    <a:pt x="1439" y="312"/>
                  </a:lnTo>
                  <a:lnTo>
                    <a:pt x="1443" y="305"/>
                  </a:lnTo>
                  <a:lnTo>
                    <a:pt x="1453" y="297"/>
                  </a:lnTo>
                  <a:lnTo>
                    <a:pt x="1460" y="293"/>
                  </a:lnTo>
                  <a:lnTo>
                    <a:pt x="1462" y="288"/>
                  </a:lnTo>
                  <a:lnTo>
                    <a:pt x="1463" y="276"/>
                  </a:lnTo>
                  <a:lnTo>
                    <a:pt x="1462" y="268"/>
                  </a:lnTo>
                  <a:lnTo>
                    <a:pt x="1460" y="260"/>
                  </a:lnTo>
                  <a:lnTo>
                    <a:pt x="1456" y="253"/>
                  </a:lnTo>
                  <a:lnTo>
                    <a:pt x="1454" y="246"/>
                  </a:lnTo>
                  <a:lnTo>
                    <a:pt x="1454" y="240"/>
                  </a:lnTo>
                  <a:lnTo>
                    <a:pt x="1457" y="233"/>
                  </a:lnTo>
                  <a:lnTo>
                    <a:pt x="1463" y="227"/>
                  </a:lnTo>
                  <a:lnTo>
                    <a:pt x="1474" y="220"/>
                  </a:lnTo>
                  <a:lnTo>
                    <a:pt x="1485" y="215"/>
                  </a:lnTo>
                  <a:lnTo>
                    <a:pt x="1492" y="210"/>
                  </a:lnTo>
                  <a:lnTo>
                    <a:pt x="1495" y="206"/>
                  </a:lnTo>
                  <a:lnTo>
                    <a:pt x="1496" y="203"/>
                  </a:lnTo>
                  <a:lnTo>
                    <a:pt x="1494" y="200"/>
                  </a:lnTo>
                  <a:lnTo>
                    <a:pt x="1492" y="197"/>
                  </a:lnTo>
                  <a:lnTo>
                    <a:pt x="1488" y="194"/>
                  </a:lnTo>
                  <a:lnTo>
                    <a:pt x="1485" y="190"/>
                  </a:lnTo>
                  <a:lnTo>
                    <a:pt x="1483" y="184"/>
                  </a:lnTo>
                  <a:lnTo>
                    <a:pt x="1483" y="175"/>
                  </a:lnTo>
                  <a:lnTo>
                    <a:pt x="1485" y="166"/>
                  </a:lnTo>
                  <a:lnTo>
                    <a:pt x="1488" y="156"/>
                  </a:lnTo>
                  <a:lnTo>
                    <a:pt x="1490" y="146"/>
                  </a:lnTo>
                  <a:lnTo>
                    <a:pt x="1493" y="139"/>
                  </a:lnTo>
                  <a:lnTo>
                    <a:pt x="1495" y="133"/>
                  </a:lnTo>
                  <a:lnTo>
                    <a:pt x="1496" y="131"/>
                  </a:lnTo>
                  <a:lnTo>
                    <a:pt x="1499" y="130"/>
                  </a:lnTo>
                  <a:lnTo>
                    <a:pt x="1507" y="127"/>
                  </a:lnTo>
                  <a:lnTo>
                    <a:pt x="1517" y="119"/>
                  </a:lnTo>
                  <a:lnTo>
                    <a:pt x="1524" y="108"/>
                  </a:lnTo>
                  <a:lnTo>
                    <a:pt x="1527" y="101"/>
                  </a:lnTo>
                  <a:lnTo>
                    <a:pt x="1530" y="93"/>
                  </a:lnTo>
                  <a:lnTo>
                    <a:pt x="1534" y="86"/>
                  </a:lnTo>
                  <a:lnTo>
                    <a:pt x="1538" y="79"/>
                  </a:lnTo>
                  <a:lnTo>
                    <a:pt x="1541" y="71"/>
                  </a:lnTo>
                  <a:lnTo>
                    <a:pt x="1545" y="64"/>
                  </a:lnTo>
                  <a:lnTo>
                    <a:pt x="1547" y="58"/>
                  </a:lnTo>
                  <a:lnTo>
                    <a:pt x="1549" y="52"/>
                  </a:lnTo>
                  <a:lnTo>
                    <a:pt x="1551" y="46"/>
                  </a:lnTo>
                  <a:lnTo>
                    <a:pt x="1553" y="40"/>
                  </a:lnTo>
                  <a:lnTo>
                    <a:pt x="1556" y="34"/>
                  </a:lnTo>
                  <a:lnTo>
                    <a:pt x="1561" y="29"/>
                  </a:lnTo>
                  <a:lnTo>
                    <a:pt x="1564" y="23"/>
                  </a:lnTo>
                  <a:lnTo>
                    <a:pt x="1566" y="19"/>
                  </a:lnTo>
                  <a:lnTo>
                    <a:pt x="1568" y="16"/>
                  </a:lnTo>
                  <a:lnTo>
                    <a:pt x="1569" y="15"/>
                  </a:lnTo>
                  <a:lnTo>
                    <a:pt x="1580" y="1"/>
                  </a:lnTo>
                  <a:lnTo>
                    <a:pt x="1581" y="0"/>
                  </a:lnTo>
                  <a:lnTo>
                    <a:pt x="1583" y="0"/>
                  </a:lnTo>
                  <a:lnTo>
                    <a:pt x="1586" y="0"/>
                  </a:lnTo>
                  <a:lnTo>
                    <a:pt x="1591" y="0"/>
                  </a:lnTo>
                  <a:lnTo>
                    <a:pt x="1598" y="1"/>
                  </a:lnTo>
                  <a:lnTo>
                    <a:pt x="1609" y="4"/>
                  </a:lnTo>
                  <a:lnTo>
                    <a:pt x="1622" y="7"/>
                  </a:lnTo>
                  <a:lnTo>
                    <a:pt x="1637" y="11"/>
                  </a:lnTo>
                  <a:lnTo>
                    <a:pt x="1652" y="13"/>
                  </a:lnTo>
                  <a:lnTo>
                    <a:pt x="1668" y="15"/>
                  </a:lnTo>
                  <a:lnTo>
                    <a:pt x="1682" y="17"/>
                  </a:lnTo>
                  <a:lnTo>
                    <a:pt x="1693" y="17"/>
                  </a:lnTo>
                  <a:lnTo>
                    <a:pt x="1703" y="18"/>
                  </a:lnTo>
                  <a:lnTo>
                    <a:pt x="1710" y="18"/>
                  </a:lnTo>
                  <a:lnTo>
                    <a:pt x="1712" y="18"/>
                  </a:lnTo>
                  <a:lnTo>
                    <a:pt x="1714" y="21"/>
                  </a:lnTo>
                  <a:lnTo>
                    <a:pt x="1719" y="30"/>
                  </a:lnTo>
                  <a:lnTo>
                    <a:pt x="1726" y="38"/>
                  </a:lnTo>
                  <a:lnTo>
                    <a:pt x="1737" y="41"/>
                  </a:lnTo>
                  <a:lnTo>
                    <a:pt x="1743" y="40"/>
                  </a:lnTo>
                  <a:lnTo>
                    <a:pt x="1748" y="38"/>
                  </a:lnTo>
                  <a:lnTo>
                    <a:pt x="1753" y="36"/>
                  </a:lnTo>
                  <a:lnTo>
                    <a:pt x="1759" y="35"/>
                  </a:lnTo>
                  <a:lnTo>
                    <a:pt x="1762" y="37"/>
                  </a:lnTo>
                  <a:lnTo>
                    <a:pt x="1764" y="41"/>
                  </a:lnTo>
                  <a:lnTo>
                    <a:pt x="1765" y="49"/>
                  </a:lnTo>
                  <a:lnTo>
                    <a:pt x="1765" y="63"/>
                  </a:lnTo>
                  <a:lnTo>
                    <a:pt x="1764" y="79"/>
                  </a:lnTo>
                  <a:lnTo>
                    <a:pt x="1764" y="92"/>
                  </a:lnTo>
                  <a:lnTo>
                    <a:pt x="1765" y="103"/>
                  </a:lnTo>
                  <a:lnTo>
                    <a:pt x="1768" y="111"/>
                  </a:lnTo>
                  <a:lnTo>
                    <a:pt x="1773" y="116"/>
                  </a:lnTo>
                  <a:lnTo>
                    <a:pt x="1780" y="119"/>
                  </a:lnTo>
                  <a:lnTo>
                    <a:pt x="1790" y="119"/>
                  </a:lnTo>
                  <a:lnTo>
                    <a:pt x="1804" y="116"/>
                  </a:lnTo>
                  <a:lnTo>
                    <a:pt x="1819" y="112"/>
                  </a:lnTo>
                  <a:lnTo>
                    <a:pt x="1831" y="110"/>
                  </a:lnTo>
                  <a:lnTo>
                    <a:pt x="1841" y="109"/>
                  </a:lnTo>
                  <a:lnTo>
                    <a:pt x="1849" y="108"/>
                  </a:lnTo>
                  <a:lnTo>
                    <a:pt x="1855" y="108"/>
                  </a:lnTo>
                  <a:lnTo>
                    <a:pt x="1860" y="108"/>
                  </a:lnTo>
                  <a:lnTo>
                    <a:pt x="1862" y="108"/>
                  </a:lnTo>
                  <a:lnTo>
                    <a:pt x="1863" y="108"/>
                  </a:lnTo>
                  <a:lnTo>
                    <a:pt x="1864" y="108"/>
                  </a:lnTo>
                  <a:lnTo>
                    <a:pt x="1867" y="108"/>
                  </a:lnTo>
                  <a:lnTo>
                    <a:pt x="1871" y="108"/>
                  </a:lnTo>
                  <a:lnTo>
                    <a:pt x="1876" y="110"/>
                  </a:lnTo>
                  <a:lnTo>
                    <a:pt x="1880" y="113"/>
                  </a:lnTo>
                  <a:lnTo>
                    <a:pt x="1884" y="118"/>
                  </a:lnTo>
                  <a:lnTo>
                    <a:pt x="1885" y="125"/>
                  </a:lnTo>
                  <a:lnTo>
                    <a:pt x="1885" y="137"/>
                  </a:lnTo>
                  <a:lnTo>
                    <a:pt x="1883" y="148"/>
                  </a:lnTo>
                  <a:lnTo>
                    <a:pt x="1881" y="157"/>
                  </a:lnTo>
                  <a:lnTo>
                    <a:pt x="1879" y="163"/>
                  </a:lnTo>
                  <a:lnTo>
                    <a:pt x="1878" y="168"/>
                  </a:lnTo>
                  <a:lnTo>
                    <a:pt x="1878" y="172"/>
                  </a:lnTo>
                  <a:lnTo>
                    <a:pt x="1878" y="175"/>
                  </a:lnTo>
                  <a:lnTo>
                    <a:pt x="1881" y="179"/>
                  </a:lnTo>
                  <a:lnTo>
                    <a:pt x="1885" y="182"/>
                  </a:lnTo>
                  <a:lnTo>
                    <a:pt x="1889" y="185"/>
                  </a:lnTo>
                  <a:lnTo>
                    <a:pt x="1890" y="189"/>
                  </a:lnTo>
                  <a:lnTo>
                    <a:pt x="1890" y="193"/>
                  </a:lnTo>
                  <a:lnTo>
                    <a:pt x="1888" y="198"/>
                  </a:lnTo>
                  <a:lnTo>
                    <a:pt x="1887" y="203"/>
                  </a:lnTo>
                  <a:lnTo>
                    <a:pt x="1887" y="210"/>
                  </a:lnTo>
                  <a:lnTo>
                    <a:pt x="1888" y="217"/>
                  </a:lnTo>
                  <a:lnTo>
                    <a:pt x="1891" y="227"/>
                  </a:lnTo>
                  <a:lnTo>
                    <a:pt x="1895" y="236"/>
                  </a:lnTo>
                  <a:lnTo>
                    <a:pt x="1897" y="244"/>
                  </a:lnTo>
                  <a:lnTo>
                    <a:pt x="1899" y="251"/>
                  </a:lnTo>
                  <a:lnTo>
                    <a:pt x="1900" y="257"/>
                  </a:lnTo>
                  <a:lnTo>
                    <a:pt x="1902" y="263"/>
                  </a:lnTo>
                  <a:lnTo>
                    <a:pt x="1905" y="268"/>
                  </a:lnTo>
                  <a:lnTo>
                    <a:pt x="1910" y="274"/>
                  </a:lnTo>
                  <a:lnTo>
                    <a:pt x="1916" y="280"/>
                  </a:lnTo>
                  <a:lnTo>
                    <a:pt x="1922" y="286"/>
                  </a:lnTo>
                  <a:lnTo>
                    <a:pt x="1927" y="291"/>
                  </a:lnTo>
                  <a:lnTo>
                    <a:pt x="1929" y="298"/>
                  </a:lnTo>
                  <a:lnTo>
                    <a:pt x="1931" y="304"/>
                  </a:lnTo>
                  <a:lnTo>
                    <a:pt x="1931" y="311"/>
                  </a:lnTo>
                  <a:lnTo>
                    <a:pt x="1931" y="317"/>
                  </a:lnTo>
                  <a:lnTo>
                    <a:pt x="1930" y="324"/>
                  </a:lnTo>
                  <a:lnTo>
                    <a:pt x="1930" y="331"/>
                  </a:lnTo>
                  <a:lnTo>
                    <a:pt x="1931" y="340"/>
                  </a:lnTo>
                  <a:lnTo>
                    <a:pt x="1933" y="345"/>
                  </a:lnTo>
                  <a:lnTo>
                    <a:pt x="1937" y="348"/>
                  </a:lnTo>
                  <a:lnTo>
                    <a:pt x="1944" y="350"/>
                  </a:lnTo>
                  <a:lnTo>
                    <a:pt x="1948" y="352"/>
                  </a:lnTo>
                  <a:lnTo>
                    <a:pt x="1950" y="357"/>
                  </a:lnTo>
                  <a:lnTo>
                    <a:pt x="1951" y="363"/>
                  </a:lnTo>
                  <a:lnTo>
                    <a:pt x="1952" y="369"/>
                  </a:lnTo>
                  <a:lnTo>
                    <a:pt x="1952" y="375"/>
                  </a:lnTo>
                  <a:lnTo>
                    <a:pt x="1952" y="382"/>
                  </a:lnTo>
                  <a:lnTo>
                    <a:pt x="1952" y="386"/>
                  </a:lnTo>
                  <a:lnTo>
                    <a:pt x="1952" y="387"/>
                  </a:lnTo>
                  <a:lnTo>
                    <a:pt x="1953" y="387"/>
                  </a:lnTo>
                  <a:lnTo>
                    <a:pt x="1954" y="387"/>
                  </a:lnTo>
                  <a:lnTo>
                    <a:pt x="1958" y="388"/>
                  </a:lnTo>
                  <a:lnTo>
                    <a:pt x="1962" y="389"/>
                  </a:lnTo>
                  <a:lnTo>
                    <a:pt x="1968" y="391"/>
                  </a:lnTo>
                  <a:lnTo>
                    <a:pt x="1975" y="393"/>
                  </a:lnTo>
                  <a:lnTo>
                    <a:pt x="1983" y="397"/>
                  </a:lnTo>
                  <a:lnTo>
                    <a:pt x="1992" y="401"/>
                  </a:lnTo>
                  <a:lnTo>
                    <a:pt x="2000" y="406"/>
                  </a:lnTo>
                  <a:lnTo>
                    <a:pt x="2003" y="411"/>
                  </a:lnTo>
                  <a:lnTo>
                    <a:pt x="2004" y="415"/>
                  </a:lnTo>
                  <a:lnTo>
                    <a:pt x="2003" y="420"/>
                  </a:lnTo>
                  <a:lnTo>
                    <a:pt x="2002" y="424"/>
                  </a:lnTo>
                  <a:lnTo>
                    <a:pt x="2001" y="430"/>
                  </a:lnTo>
                  <a:lnTo>
                    <a:pt x="2002" y="433"/>
                  </a:lnTo>
                  <a:lnTo>
                    <a:pt x="2005" y="437"/>
                  </a:lnTo>
                  <a:lnTo>
                    <a:pt x="2013" y="441"/>
                  </a:lnTo>
                  <a:lnTo>
                    <a:pt x="2021" y="444"/>
                  </a:lnTo>
                  <a:lnTo>
                    <a:pt x="2031" y="447"/>
                  </a:lnTo>
                  <a:lnTo>
                    <a:pt x="2042" y="450"/>
                  </a:lnTo>
                  <a:lnTo>
                    <a:pt x="2051" y="452"/>
                  </a:lnTo>
                  <a:lnTo>
                    <a:pt x="2061" y="452"/>
                  </a:lnTo>
                  <a:lnTo>
                    <a:pt x="2067" y="450"/>
                  </a:lnTo>
                  <a:lnTo>
                    <a:pt x="2070" y="446"/>
                  </a:lnTo>
                  <a:lnTo>
                    <a:pt x="2073" y="442"/>
                  </a:lnTo>
                  <a:lnTo>
                    <a:pt x="2078" y="440"/>
                  </a:lnTo>
                  <a:lnTo>
                    <a:pt x="2084" y="440"/>
                  </a:lnTo>
                  <a:lnTo>
                    <a:pt x="2091" y="441"/>
                  </a:lnTo>
                  <a:lnTo>
                    <a:pt x="2099" y="442"/>
                  </a:lnTo>
                  <a:lnTo>
                    <a:pt x="2105" y="444"/>
                  </a:lnTo>
                  <a:lnTo>
                    <a:pt x="2111" y="446"/>
                  </a:lnTo>
                  <a:lnTo>
                    <a:pt x="2113" y="448"/>
                  </a:lnTo>
                  <a:lnTo>
                    <a:pt x="2113" y="451"/>
                  </a:lnTo>
                  <a:lnTo>
                    <a:pt x="2113" y="458"/>
                  </a:lnTo>
                  <a:lnTo>
                    <a:pt x="2112" y="468"/>
                  </a:lnTo>
                  <a:lnTo>
                    <a:pt x="2111" y="479"/>
                  </a:lnTo>
                  <a:lnTo>
                    <a:pt x="2109" y="489"/>
                  </a:lnTo>
                  <a:lnTo>
                    <a:pt x="2108" y="498"/>
                  </a:lnTo>
                  <a:lnTo>
                    <a:pt x="2107" y="505"/>
                  </a:lnTo>
                  <a:lnTo>
                    <a:pt x="2107" y="507"/>
                  </a:lnTo>
                  <a:lnTo>
                    <a:pt x="2108" y="507"/>
                  </a:lnTo>
                  <a:lnTo>
                    <a:pt x="2110" y="508"/>
                  </a:lnTo>
                  <a:lnTo>
                    <a:pt x="2113" y="509"/>
                  </a:lnTo>
                  <a:lnTo>
                    <a:pt x="2117" y="512"/>
                  </a:lnTo>
                  <a:lnTo>
                    <a:pt x="2121" y="515"/>
                  </a:lnTo>
                  <a:lnTo>
                    <a:pt x="2126" y="520"/>
                  </a:lnTo>
                  <a:lnTo>
                    <a:pt x="2132" y="527"/>
                  </a:lnTo>
                  <a:lnTo>
                    <a:pt x="2137" y="536"/>
                  </a:lnTo>
                  <a:lnTo>
                    <a:pt x="2141" y="545"/>
                  </a:lnTo>
                  <a:lnTo>
                    <a:pt x="2143" y="554"/>
                  </a:lnTo>
                  <a:lnTo>
                    <a:pt x="2143" y="562"/>
                  </a:lnTo>
                  <a:lnTo>
                    <a:pt x="2144" y="570"/>
                  </a:lnTo>
                  <a:lnTo>
                    <a:pt x="2145" y="577"/>
                  </a:lnTo>
                  <a:lnTo>
                    <a:pt x="2149" y="585"/>
                  </a:lnTo>
                  <a:lnTo>
                    <a:pt x="2155" y="591"/>
                  </a:lnTo>
                  <a:lnTo>
                    <a:pt x="2166" y="597"/>
                  </a:lnTo>
                  <a:lnTo>
                    <a:pt x="2176" y="604"/>
                  </a:lnTo>
                  <a:lnTo>
                    <a:pt x="2183" y="612"/>
                  </a:lnTo>
                  <a:lnTo>
                    <a:pt x="2187" y="622"/>
                  </a:lnTo>
                  <a:lnTo>
                    <a:pt x="2189" y="632"/>
                  </a:lnTo>
                  <a:lnTo>
                    <a:pt x="2190" y="641"/>
                  </a:lnTo>
                  <a:lnTo>
                    <a:pt x="2189" y="649"/>
                  </a:lnTo>
                  <a:lnTo>
                    <a:pt x="2188" y="654"/>
                  </a:lnTo>
                  <a:lnTo>
                    <a:pt x="2188" y="656"/>
                  </a:lnTo>
                  <a:lnTo>
                    <a:pt x="2190" y="659"/>
                  </a:lnTo>
                  <a:lnTo>
                    <a:pt x="2196" y="666"/>
                  </a:lnTo>
                  <a:lnTo>
                    <a:pt x="2205" y="677"/>
                  </a:lnTo>
                  <a:lnTo>
                    <a:pt x="2215" y="691"/>
                  </a:lnTo>
                  <a:lnTo>
                    <a:pt x="2225" y="705"/>
                  </a:lnTo>
                  <a:lnTo>
                    <a:pt x="2232" y="719"/>
                  </a:lnTo>
                  <a:lnTo>
                    <a:pt x="2237" y="732"/>
                  </a:lnTo>
                  <a:lnTo>
                    <a:pt x="2238" y="741"/>
                  </a:lnTo>
                  <a:lnTo>
                    <a:pt x="2237" y="749"/>
                  </a:lnTo>
                  <a:lnTo>
                    <a:pt x="2237" y="757"/>
                  </a:lnTo>
                  <a:lnTo>
                    <a:pt x="2239" y="767"/>
                  </a:lnTo>
                  <a:lnTo>
                    <a:pt x="2240" y="777"/>
                  </a:lnTo>
                  <a:lnTo>
                    <a:pt x="2242" y="788"/>
                  </a:lnTo>
                  <a:lnTo>
                    <a:pt x="2242" y="798"/>
                  </a:lnTo>
                  <a:lnTo>
                    <a:pt x="2241" y="807"/>
                  </a:lnTo>
                  <a:lnTo>
                    <a:pt x="2238" y="816"/>
                  </a:lnTo>
                  <a:lnTo>
                    <a:pt x="2233" y="821"/>
                  </a:lnTo>
                  <a:lnTo>
                    <a:pt x="2225" y="822"/>
                  </a:lnTo>
                  <a:lnTo>
                    <a:pt x="2217" y="819"/>
                  </a:lnTo>
                  <a:lnTo>
                    <a:pt x="2208" y="813"/>
                  </a:lnTo>
                  <a:lnTo>
                    <a:pt x="2199" y="807"/>
                  </a:lnTo>
                  <a:lnTo>
                    <a:pt x="2192" y="801"/>
                  </a:lnTo>
                  <a:lnTo>
                    <a:pt x="2187" y="796"/>
                  </a:lnTo>
                  <a:lnTo>
                    <a:pt x="2185" y="794"/>
                  </a:lnTo>
                  <a:lnTo>
                    <a:pt x="2184" y="795"/>
                  </a:lnTo>
                  <a:lnTo>
                    <a:pt x="2180" y="796"/>
                  </a:lnTo>
                  <a:lnTo>
                    <a:pt x="2175" y="798"/>
                  </a:lnTo>
                  <a:lnTo>
                    <a:pt x="2168" y="800"/>
                  </a:lnTo>
                  <a:lnTo>
                    <a:pt x="2160" y="800"/>
                  </a:lnTo>
                  <a:lnTo>
                    <a:pt x="2151" y="799"/>
                  </a:lnTo>
                  <a:lnTo>
                    <a:pt x="2142" y="796"/>
                  </a:lnTo>
                  <a:lnTo>
                    <a:pt x="2134" y="789"/>
                  </a:lnTo>
                  <a:lnTo>
                    <a:pt x="2125" y="783"/>
                  </a:lnTo>
                  <a:lnTo>
                    <a:pt x="2116" y="780"/>
                  </a:lnTo>
                  <a:lnTo>
                    <a:pt x="2104" y="780"/>
                  </a:lnTo>
                  <a:lnTo>
                    <a:pt x="2093" y="782"/>
                  </a:lnTo>
                  <a:lnTo>
                    <a:pt x="2081" y="784"/>
                  </a:lnTo>
                  <a:lnTo>
                    <a:pt x="2070" y="785"/>
                  </a:lnTo>
                  <a:lnTo>
                    <a:pt x="2059" y="786"/>
                  </a:lnTo>
                  <a:lnTo>
                    <a:pt x="2047" y="783"/>
                  </a:lnTo>
                  <a:lnTo>
                    <a:pt x="2039" y="782"/>
                  </a:lnTo>
                  <a:lnTo>
                    <a:pt x="2034" y="786"/>
                  </a:lnTo>
                  <a:lnTo>
                    <a:pt x="2032" y="793"/>
                  </a:lnTo>
                  <a:lnTo>
                    <a:pt x="2031" y="803"/>
                  </a:lnTo>
                  <a:lnTo>
                    <a:pt x="2030" y="813"/>
                  </a:lnTo>
                  <a:lnTo>
                    <a:pt x="2028" y="822"/>
                  </a:lnTo>
                  <a:lnTo>
                    <a:pt x="2026" y="831"/>
                  </a:lnTo>
                  <a:lnTo>
                    <a:pt x="2020" y="834"/>
                  </a:lnTo>
                  <a:lnTo>
                    <a:pt x="2013" y="836"/>
                  </a:lnTo>
                  <a:lnTo>
                    <a:pt x="2006" y="838"/>
                  </a:lnTo>
                  <a:lnTo>
                    <a:pt x="2000" y="842"/>
                  </a:lnTo>
                  <a:lnTo>
                    <a:pt x="1994" y="846"/>
                  </a:lnTo>
                  <a:lnTo>
                    <a:pt x="1989" y="852"/>
                  </a:lnTo>
                  <a:lnTo>
                    <a:pt x="1985" y="858"/>
                  </a:lnTo>
                  <a:lnTo>
                    <a:pt x="1981" y="866"/>
                  </a:lnTo>
                  <a:lnTo>
                    <a:pt x="1978" y="875"/>
                  </a:lnTo>
                  <a:lnTo>
                    <a:pt x="1974" y="884"/>
                  </a:lnTo>
                  <a:lnTo>
                    <a:pt x="1969" y="888"/>
                  </a:lnTo>
                  <a:lnTo>
                    <a:pt x="1963" y="890"/>
                  </a:lnTo>
                  <a:lnTo>
                    <a:pt x="1956" y="889"/>
                  </a:lnTo>
                  <a:lnTo>
                    <a:pt x="1950" y="888"/>
                  </a:lnTo>
                  <a:lnTo>
                    <a:pt x="1946" y="886"/>
                  </a:lnTo>
                  <a:lnTo>
                    <a:pt x="1942" y="885"/>
                  </a:lnTo>
                  <a:lnTo>
                    <a:pt x="1941" y="884"/>
                  </a:lnTo>
                  <a:lnTo>
                    <a:pt x="1940" y="885"/>
                  </a:lnTo>
                  <a:lnTo>
                    <a:pt x="1939" y="887"/>
                  </a:lnTo>
                  <a:lnTo>
                    <a:pt x="1936" y="890"/>
                  </a:lnTo>
                  <a:lnTo>
                    <a:pt x="1933" y="894"/>
                  </a:lnTo>
                  <a:lnTo>
                    <a:pt x="1930" y="900"/>
                  </a:lnTo>
                  <a:lnTo>
                    <a:pt x="1928" y="906"/>
                  </a:lnTo>
                  <a:lnTo>
                    <a:pt x="1926" y="914"/>
                  </a:lnTo>
                  <a:lnTo>
                    <a:pt x="1925" y="923"/>
                  </a:lnTo>
                  <a:lnTo>
                    <a:pt x="1924" y="933"/>
                  </a:lnTo>
                  <a:lnTo>
                    <a:pt x="1920" y="941"/>
                  </a:lnTo>
                  <a:lnTo>
                    <a:pt x="1915" y="948"/>
                  </a:lnTo>
                  <a:lnTo>
                    <a:pt x="1909" y="954"/>
                  </a:lnTo>
                  <a:lnTo>
                    <a:pt x="1900" y="961"/>
                  </a:lnTo>
                  <a:lnTo>
                    <a:pt x="1892" y="967"/>
                  </a:lnTo>
                  <a:lnTo>
                    <a:pt x="1884" y="974"/>
                  </a:lnTo>
                  <a:lnTo>
                    <a:pt x="1877" y="983"/>
                  </a:lnTo>
                  <a:lnTo>
                    <a:pt x="1870" y="991"/>
                  </a:lnTo>
                  <a:lnTo>
                    <a:pt x="1862" y="997"/>
                  </a:lnTo>
                  <a:lnTo>
                    <a:pt x="1854" y="1003"/>
                  </a:lnTo>
                  <a:lnTo>
                    <a:pt x="1848" y="1008"/>
                  </a:lnTo>
                  <a:lnTo>
                    <a:pt x="1843" y="1014"/>
                  </a:lnTo>
                  <a:lnTo>
                    <a:pt x="1839" y="1019"/>
                  </a:lnTo>
                  <a:lnTo>
                    <a:pt x="1837" y="1025"/>
                  </a:lnTo>
                  <a:lnTo>
                    <a:pt x="1838" y="1033"/>
                  </a:lnTo>
                  <a:lnTo>
                    <a:pt x="1837" y="1039"/>
                  </a:lnTo>
                  <a:lnTo>
                    <a:pt x="1832" y="1044"/>
                  </a:lnTo>
                  <a:lnTo>
                    <a:pt x="1823" y="1047"/>
                  </a:lnTo>
                  <a:lnTo>
                    <a:pt x="1812" y="1049"/>
                  </a:lnTo>
                  <a:lnTo>
                    <a:pt x="1801" y="1050"/>
                  </a:lnTo>
                  <a:lnTo>
                    <a:pt x="1791" y="1050"/>
                  </a:lnTo>
                  <a:lnTo>
                    <a:pt x="1785" y="1050"/>
                  </a:lnTo>
                  <a:lnTo>
                    <a:pt x="1782" y="1050"/>
                  </a:lnTo>
                  <a:lnTo>
                    <a:pt x="1781" y="1052"/>
                  </a:lnTo>
                  <a:lnTo>
                    <a:pt x="1778" y="1059"/>
                  </a:lnTo>
                  <a:lnTo>
                    <a:pt x="1774" y="1068"/>
                  </a:lnTo>
                  <a:lnTo>
                    <a:pt x="1769" y="1078"/>
                  </a:lnTo>
                  <a:lnTo>
                    <a:pt x="1763" y="1090"/>
                  </a:lnTo>
                  <a:lnTo>
                    <a:pt x="1755" y="1100"/>
                  </a:lnTo>
                  <a:lnTo>
                    <a:pt x="1748" y="1109"/>
                  </a:lnTo>
                  <a:lnTo>
                    <a:pt x="1740" y="1114"/>
                  </a:lnTo>
                  <a:lnTo>
                    <a:pt x="1732" y="1116"/>
                  </a:lnTo>
                  <a:lnTo>
                    <a:pt x="1724" y="1118"/>
                  </a:lnTo>
                  <a:lnTo>
                    <a:pt x="1717" y="1119"/>
                  </a:lnTo>
                  <a:lnTo>
                    <a:pt x="1710" y="1120"/>
                  </a:lnTo>
                  <a:lnTo>
                    <a:pt x="1703" y="1122"/>
                  </a:lnTo>
                  <a:lnTo>
                    <a:pt x="1698" y="1127"/>
                  </a:lnTo>
                  <a:lnTo>
                    <a:pt x="1695" y="1135"/>
                  </a:lnTo>
                  <a:lnTo>
                    <a:pt x="1695" y="1146"/>
                  </a:lnTo>
                  <a:lnTo>
                    <a:pt x="1695" y="1157"/>
                  </a:lnTo>
                  <a:lnTo>
                    <a:pt x="1692" y="1164"/>
                  </a:lnTo>
                  <a:lnTo>
                    <a:pt x="1689" y="1169"/>
                  </a:lnTo>
                  <a:lnTo>
                    <a:pt x="1685" y="1173"/>
                  </a:lnTo>
                  <a:lnTo>
                    <a:pt x="1680" y="1176"/>
                  </a:lnTo>
                  <a:lnTo>
                    <a:pt x="1677" y="1181"/>
                  </a:lnTo>
                  <a:lnTo>
                    <a:pt x="1674" y="1189"/>
                  </a:lnTo>
                  <a:lnTo>
                    <a:pt x="1673" y="1199"/>
                  </a:lnTo>
                  <a:lnTo>
                    <a:pt x="1672" y="1210"/>
                  </a:lnTo>
                  <a:lnTo>
                    <a:pt x="1668" y="1218"/>
                  </a:lnTo>
                  <a:lnTo>
                    <a:pt x="1663" y="1224"/>
                  </a:lnTo>
                  <a:lnTo>
                    <a:pt x="1657" y="1229"/>
                  </a:lnTo>
                  <a:lnTo>
                    <a:pt x="1651" y="1235"/>
                  </a:lnTo>
                  <a:lnTo>
                    <a:pt x="1648" y="1239"/>
                  </a:lnTo>
                  <a:lnTo>
                    <a:pt x="1646" y="1245"/>
                  </a:lnTo>
                  <a:lnTo>
                    <a:pt x="1647" y="1252"/>
                  </a:lnTo>
                  <a:lnTo>
                    <a:pt x="1649" y="1260"/>
                  </a:lnTo>
                  <a:lnTo>
                    <a:pt x="1648" y="1266"/>
                  </a:lnTo>
                  <a:lnTo>
                    <a:pt x="1646" y="1271"/>
                  </a:lnTo>
                  <a:lnTo>
                    <a:pt x="1642" y="1276"/>
                  </a:lnTo>
                  <a:lnTo>
                    <a:pt x="1637" y="1279"/>
                  </a:lnTo>
                  <a:lnTo>
                    <a:pt x="1631" y="1283"/>
                  </a:lnTo>
                  <a:lnTo>
                    <a:pt x="1624" y="1285"/>
                  </a:lnTo>
                  <a:lnTo>
                    <a:pt x="1617" y="1286"/>
                  </a:lnTo>
                  <a:lnTo>
                    <a:pt x="1610" y="1288"/>
                  </a:lnTo>
                  <a:lnTo>
                    <a:pt x="1602" y="1290"/>
                  </a:lnTo>
                  <a:lnTo>
                    <a:pt x="1595" y="1294"/>
                  </a:lnTo>
                  <a:lnTo>
                    <a:pt x="1590" y="1299"/>
                  </a:lnTo>
                  <a:lnTo>
                    <a:pt x="1584" y="1306"/>
                  </a:lnTo>
                  <a:lnTo>
                    <a:pt x="1580" y="1315"/>
                  </a:lnTo>
                  <a:lnTo>
                    <a:pt x="1577" y="1326"/>
                  </a:lnTo>
                  <a:lnTo>
                    <a:pt x="1575" y="1340"/>
                  </a:lnTo>
                  <a:lnTo>
                    <a:pt x="1573" y="1351"/>
                  </a:lnTo>
                  <a:lnTo>
                    <a:pt x="1570" y="1357"/>
                  </a:lnTo>
                  <a:lnTo>
                    <a:pt x="1566" y="1360"/>
                  </a:lnTo>
                  <a:lnTo>
                    <a:pt x="1562" y="1361"/>
                  </a:lnTo>
                  <a:lnTo>
                    <a:pt x="1559" y="1362"/>
                  </a:lnTo>
                  <a:lnTo>
                    <a:pt x="1556" y="1365"/>
                  </a:lnTo>
                  <a:lnTo>
                    <a:pt x="1555" y="1370"/>
                  </a:lnTo>
                  <a:lnTo>
                    <a:pt x="1557" y="1381"/>
                  </a:lnTo>
                  <a:lnTo>
                    <a:pt x="1560" y="1394"/>
                  </a:lnTo>
                  <a:lnTo>
                    <a:pt x="1560" y="1403"/>
                  </a:lnTo>
                  <a:lnTo>
                    <a:pt x="1557" y="1409"/>
                  </a:lnTo>
                  <a:lnTo>
                    <a:pt x="1554" y="1413"/>
                  </a:lnTo>
                  <a:lnTo>
                    <a:pt x="1548" y="1416"/>
                  </a:lnTo>
                  <a:lnTo>
                    <a:pt x="1542" y="1418"/>
                  </a:lnTo>
                  <a:lnTo>
                    <a:pt x="1533" y="1419"/>
                  </a:lnTo>
                  <a:lnTo>
                    <a:pt x="1524" y="1421"/>
                  </a:lnTo>
                  <a:lnTo>
                    <a:pt x="1516" y="1425"/>
                  </a:lnTo>
                  <a:lnTo>
                    <a:pt x="1510" y="1432"/>
                  </a:lnTo>
                  <a:lnTo>
                    <a:pt x="1506" y="1443"/>
                  </a:lnTo>
                  <a:lnTo>
                    <a:pt x="1503" y="1455"/>
                  </a:lnTo>
                  <a:lnTo>
                    <a:pt x="1498" y="1469"/>
                  </a:lnTo>
                  <a:lnTo>
                    <a:pt x="1492" y="1484"/>
                  </a:lnTo>
                  <a:lnTo>
                    <a:pt x="1482" y="1499"/>
                  </a:lnTo>
                  <a:lnTo>
                    <a:pt x="1468" y="1514"/>
                  </a:lnTo>
                  <a:lnTo>
                    <a:pt x="1453" y="1529"/>
                  </a:lnTo>
                  <a:lnTo>
                    <a:pt x="1446" y="1545"/>
                  </a:lnTo>
                  <a:lnTo>
                    <a:pt x="1442" y="1561"/>
                  </a:lnTo>
                  <a:lnTo>
                    <a:pt x="1441" y="1577"/>
                  </a:lnTo>
                  <a:lnTo>
                    <a:pt x="1439" y="1594"/>
                  </a:lnTo>
                  <a:lnTo>
                    <a:pt x="1434" y="1608"/>
                  </a:lnTo>
                  <a:lnTo>
                    <a:pt x="1425" y="1620"/>
                  </a:lnTo>
                  <a:lnTo>
                    <a:pt x="1410" y="1631"/>
                  </a:lnTo>
                  <a:lnTo>
                    <a:pt x="1394" y="1641"/>
                  </a:lnTo>
                  <a:lnTo>
                    <a:pt x="1387" y="1650"/>
                  </a:lnTo>
                  <a:lnTo>
                    <a:pt x="1386" y="1659"/>
                  </a:lnTo>
                  <a:lnTo>
                    <a:pt x="1389" y="1667"/>
                  </a:lnTo>
                  <a:lnTo>
                    <a:pt x="1396" y="1674"/>
                  </a:lnTo>
                  <a:lnTo>
                    <a:pt x="1404" y="1681"/>
                  </a:lnTo>
                  <a:lnTo>
                    <a:pt x="1412" y="1688"/>
                  </a:lnTo>
                  <a:lnTo>
                    <a:pt x="1418" y="1694"/>
                  </a:lnTo>
                  <a:lnTo>
                    <a:pt x="1421" y="1702"/>
                  </a:lnTo>
                  <a:lnTo>
                    <a:pt x="1423" y="1714"/>
                  </a:lnTo>
                  <a:lnTo>
                    <a:pt x="1424" y="1729"/>
                  </a:lnTo>
                  <a:lnTo>
                    <a:pt x="1425" y="1747"/>
                  </a:lnTo>
                  <a:lnTo>
                    <a:pt x="1426" y="1765"/>
                  </a:lnTo>
                  <a:lnTo>
                    <a:pt x="1429" y="1782"/>
                  </a:lnTo>
                  <a:lnTo>
                    <a:pt x="1435" y="1799"/>
                  </a:lnTo>
                  <a:lnTo>
                    <a:pt x="1443" y="1812"/>
                  </a:lnTo>
                  <a:lnTo>
                    <a:pt x="1454" y="1825"/>
                  </a:lnTo>
                  <a:lnTo>
                    <a:pt x="1466" y="1841"/>
                  </a:lnTo>
                  <a:lnTo>
                    <a:pt x="1478" y="1858"/>
                  </a:lnTo>
                  <a:lnTo>
                    <a:pt x="1488" y="1876"/>
                  </a:lnTo>
                  <a:lnTo>
                    <a:pt x="1496" y="1897"/>
                  </a:lnTo>
                  <a:lnTo>
                    <a:pt x="1501" y="1917"/>
                  </a:lnTo>
                  <a:lnTo>
                    <a:pt x="1503" y="1938"/>
                  </a:lnTo>
                  <a:lnTo>
                    <a:pt x="1499" y="1958"/>
                  </a:lnTo>
                  <a:lnTo>
                    <a:pt x="1492" y="1976"/>
                  </a:lnTo>
                  <a:lnTo>
                    <a:pt x="1485" y="1992"/>
                  </a:lnTo>
                  <a:lnTo>
                    <a:pt x="1478" y="2006"/>
                  </a:lnTo>
                  <a:lnTo>
                    <a:pt x="1471" y="2017"/>
                  </a:lnTo>
                  <a:lnTo>
                    <a:pt x="1466" y="2027"/>
                  </a:lnTo>
                  <a:lnTo>
                    <a:pt x="1463" y="2038"/>
                  </a:lnTo>
                  <a:lnTo>
                    <a:pt x="1463" y="2047"/>
                  </a:lnTo>
                  <a:lnTo>
                    <a:pt x="1466" y="2056"/>
                  </a:lnTo>
                  <a:lnTo>
                    <a:pt x="1469" y="2065"/>
                  </a:lnTo>
                  <a:lnTo>
                    <a:pt x="1469" y="2073"/>
                  </a:lnTo>
                  <a:lnTo>
                    <a:pt x="1468" y="2081"/>
                  </a:lnTo>
                  <a:lnTo>
                    <a:pt x="1466" y="2090"/>
                  </a:lnTo>
                  <a:lnTo>
                    <a:pt x="1463" y="2097"/>
                  </a:lnTo>
                  <a:lnTo>
                    <a:pt x="1462" y="2104"/>
                  </a:lnTo>
                  <a:lnTo>
                    <a:pt x="1464" y="2111"/>
                  </a:lnTo>
                  <a:lnTo>
                    <a:pt x="1468" y="2118"/>
                  </a:lnTo>
                  <a:lnTo>
                    <a:pt x="1473" y="2125"/>
                  </a:lnTo>
                  <a:lnTo>
                    <a:pt x="1474" y="2133"/>
                  </a:lnTo>
                  <a:lnTo>
                    <a:pt x="1474" y="2143"/>
                  </a:lnTo>
                  <a:lnTo>
                    <a:pt x="1472" y="2151"/>
                  </a:lnTo>
                  <a:lnTo>
                    <a:pt x="1469" y="2161"/>
                  </a:lnTo>
                  <a:lnTo>
                    <a:pt x="1467" y="2171"/>
                  </a:lnTo>
                  <a:lnTo>
                    <a:pt x="1465" y="2182"/>
                  </a:lnTo>
                  <a:lnTo>
                    <a:pt x="1466" y="2194"/>
                  </a:lnTo>
                  <a:lnTo>
                    <a:pt x="1467" y="2205"/>
                  </a:lnTo>
                  <a:lnTo>
                    <a:pt x="1466" y="2217"/>
                  </a:lnTo>
                  <a:lnTo>
                    <a:pt x="1465" y="2227"/>
                  </a:lnTo>
                  <a:lnTo>
                    <a:pt x="1463" y="2237"/>
                  </a:lnTo>
                  <a:lnTo>
                    <a:pt x="1462" y="2247"/>
                  </a:lnTo>
                  <a:lnTo>
                    <a:pt x="1461" y="2256"/>
                  </a:lnTo>
                  <a:lnTo>
                    <a:pt x="1462" y="2263"/>
                  </a:lnTo>
                  <a:lnTo>
                    <a:pt x="1466" y="2270"/>
                  </a:lnTo>
                  <a:lnTo>
                    <a:pt x="1469" y="2277"/>
                  </a:lnTo>
                  <a:lnTo>
                    <a:pt x="1471" y="2284"/>
                  </a:lnTo>
                  <a:lnTo>
                    <a:pt x="1471" y="2293"/>
                  </a:lnTo>
                  <a:lnTo>
                    <a:pt x="1471" y="2302"/>
                  </a:lnTo>
                  <a:lnTo>
                    <a:pt x="1472" y="2312"/>
                  </a:lnTo>
                  <a:lnTo>
                    <a:pt x="1475" y="2321"/>
                  </a:lnTo>
                  <a:lnTo>
                    <a:pt x="1482" y="2330"/>
                  </a:lnTo>
                  <a:lnTo>
                    <a:pt x="1493" y="2340"/>
                  </a:lnTo>
                  <a:lnTo>
                    <a:pt x="1503" y="2350"/>
                  </a:lnTo>
                  <a:lnTo>
                    <a:pt x="1507" y="2362"/>
                  </a:lnTo>
                  <a:lnTo>
                    <a:pt x="1507" y="2375"/>
                  </a:lnTo>
                  <a:lnTo>
                    <a:pt x="1504" y="2388"/>
                  </a:lnTo>
                  <a:lnTo>
                    <a:pt x="1499" y="2400"/>
                  </a:lnTo>
                  <a:lnTo>
                    <a:pt x="1494" y="2410"/>
                  </a:lnTo>
                  <a:lnTo>
                    <a:pt x="1490" y="2417"/>
                  </a:lnTo>
                  <a:lnTo>
                    <a:pt x="1488" y="2419"/>
                  </a:lnTo>
                  <a:lnTo>
                    <a:pt x="1488" y="2422"/>
                  </a:lnTo>
                  <a:lnTo>
                    <a:pt x="1486" y="2430"/>
                  </a:lnTo>
                  <a:lnTo>
                    <a:pt x="1484" y="2442"/>
                  </a:lnTo>
                  <a:lnTo>
                    <a:pt x="1481" y="2455"/>
                  </a:lnTo>
                  <a:lnTo>
                    <a:pt x="1476" y="2467"/>
                  </a:lnTo>
                  <a:lnTo>
                    <a:pt x="1469" y="2478"/>
                  </a:lnTo>
                  <a:lnTo>
                    <a:pt x="1462" y="2486"/>
                  </a:lnTo>
                  <a:lnTo>
                    <a:pt x="1451" y="2488"/>
                  </a:lnTo>
                  <a:lnTo>
                    <a:pt x="1441" y="2487"/>
                  </a:lnTo>
                  <a:lnTo>
                    <a:pt x="1431" y="2485"/>
                  </a:lnTo>
                  <a:lnTo>
                    <a:pt x="1422" y="2484"/>
                  </a:lnTo>
                  <a:lnTo>
                    <a:pt x="1412" y="2483"/>
                  </a:lnTo>
                  <a:lnTo>
                    <a:pt x="1400" y="2482"/>
                  </a:lnTo>
                  <a:lnTo>
                    <a:pt x="1389" y="2483"/>
                  </a:lnTo>
                  <a:lnTo>
                    <a:pt x="1376" y="2484"/>
                  </a:lnTo>
                  <a:lnTo>
                    <a:pt x="1362" y="2488"/>
                  </a:lnTo>
                  <a:lnTo>
                    <a:pt x="1348" y="2495"/>
                  </a:lnTo>
                  <a:lnTo>
                    <a:pt x="1340" y="2503"/>
                  </a:lnTo>
                  <a:lnTo>
                    <a:pt x="1334" y="2512"/>
                  </a:lnTo>
                  <a:lnTo>
                    <a:pt x="1330" y="2521"/>
                  </a:lnTo>
                  <a:lnTo>
                    <a:pt x="1327" y="2529"/>
                  </a:lnTo>
                  <a:lnTo>
                    <a:pt x="1323" y="2535"/>
                  </a:lnTo>
                  <a:lnTo>
                    <a:pt x="1318" y="2538"/>
                  </a:lnTo>
                  <a:lnTo>
                    <a:pt x="1308" y="2536"/>
                  </a:lnTo>
                  <a:lnTo>
                    <a:pt x="1299" y="2534"/>
                  </a:lnTo>
                  <a:lnTo>
                    <a:pt x="1292" y="2536"/>
                  </a:lnTo>
                  <a:lnTo>
                    <a:pt x="1287" y="2542"/>
                  </a:lnTo>
                  <a:lnTo>
                    <a:pt x="1283" y="2548"/>
                  </a:lnTo>
                  <a:lnTo>
                    <a:pt x="1279" y="2555"/>
                  </a:lnTo>
                  <a:lnTo>
                    <a:pt x="1275" y="2562"/>
                  </a:lnTo>
                  <a:lnTo>
                    <a:pt x="1270" y="2566"/>
                  </a:lnTo>
                  <a:lnTo>
                    <a:pt x="1264" y="2568"/>
                  </a:lnTo>
                  <a:lnTo>
                    <a:pt x="1253" y="2570"/>
                  </a:lnTo>
                  <a:lnTo>
                    <a:pt x="1240" y="2576"/>
                  </a:lnTo>
                  <a:lnTo>
                    <a:pt x="1224" y="2584"/>
                  </a:lnTo>
                  <a:lnTo>
                    <a:pt x="1207" y="2593"/>
                  </a:lnTo>
                  <a:lnTo>
                    <a:pt x="1191" y="2602"/>
                  </a:lnTo>
                  <a:lnTo>
                    <a:pt x="1178" y="2610"/>
                  </a:lnTo>
                  <a:lnTo>
                    <a:pt x="1169" y="2616"/>
                  </a:lnTo>
                  <a:lnTo>
                    <a:pt x="1166" y="2618"/>
                  </a:lnTo>
                  <a:lnTo>
                    <a:pt x="1163" y="2621"/>
                  </a:lnTo>
                  <a:lnTo>
                    <a:pt x="1155" y="2629"/>
                  </a:lnTo>
                  <a:lnTo>
                    <a:pt x="1145" y="2642"/>
                  </a:lnTo>
                  <a:lnTo>
                    <a:pt x="1132" y="2655"/>
                  </a:lnTo>
                  <a:lnTo>
                    <a:pt x="1118" y="2668"/>
                  </a:lnTo>
                  <a:lnTo>
                    <a:pt x="1103" y="2680"/>
                  </a:lnTo>
                  <a:lnTo>
                    <a:pt x="1090" y="2688"/>
                  </a:lnTo>
                  <a:lnTo>
                    <a:pt x="1079" y="2692"/>
                  </a:lnTo>
                  <a:lnTo>
                    <a:pt x="1070" y="2692"/>
                  </a:lnTo>
                  <a:lnTo>
                    <a:pt x="1063" y="2693"/>
                  </a:lnTo>
                  <a:lnTo>
                    <a:pt x="1057" y="2696"/>
                  </a:lnTo>
                  <a:lnTo>
                    <a:pt x="1052" y="2701"/>
                  </a:lnTo>
                  <a:lnTo>
                    <a:pt x="1048" y="2708"/>
                  </a:lnTo>
                  <a:lnTo>
                    <a:pt x="1045" y="2719"/>
                  </a:lnTo>
                  <a:lnTo>
                    <a:pt x="1042" y="2733"/>
                  </a:lnTo>
                  <a:lnTo>
                    <a:pt x="1039" y="2753"/>
                  </a:lnTo>
                  <a:lnTo>
                    <a:pt x="1034" y="2772"/>
                  </a:lnTo>
                  <a:lnTo>
                    <a:pt x="1028" y="2787"/>
                  </a:lnTo>
                  <a:lnTo>
                    <a:pt x="1020" y="2801"/>
                  </a:lnTo>
                  <a:lnTo>
                    <a:pt x="1011" y="2811"/>
                  </a:lnTo>
                  <a:lnTo>
                    <a:pt x="1003" y="2819"/>
                  </a:lnTo>
                  <a:lnTo>
                    <a:pt x="998" y="2826"/>
                  </a:lnTo>
                  <a:lnTo>
                    <a:pt x="995" y="2833"/>
                  </a:lnTo>
                  <a:lnTo>
                    <a:pt x="997" y="2840"/>
                  </a:lnTo>
                  <a:lnTo>
                    <a:pt x="999" y="2846"/>
                  </a:lnTo>
                  <a:lnTo>
                    <a:pt x="996" y="2849"/>
                  </a:lnTo>
                  <a:lnTo>
                    <a:pt x="990" y="2849"/>
                  </a:lnTo>
                  <a:lnTo>
                    <a:pt x="982" y="2848"/>
                  </a:lnTo>
                  <a:lnTo>
                    <a:pt x="973" y="2847"/>
                  </a:lnTo>
                  <a:lnTo>
                    <a:pt x="965" y="2847"/>
                  </a:lnTo>
                  <a:lnTo>
                    <a:pt x="958" y="2850"/>
                  </a:lnTo>
                  <a:lnTo>
                    <a:pt x="955" y="2855"/>
                  </a:lnTo>
                  <a:lnTo>
                    <a:pt x="953" y="2860"/>
                  </a:lnTo>
                  <a:lnTo>
                    <a:pt x="950" y="2867"/>
                  </a:lnTo>
                  <a:lnTo>
                    <a:pt x="945" y="2874"/>
                  </a:lnTo>
                  <a:lnTo>
                    <a:pt x="940" y="2881"/>
                  </a:lnTo>
                  <a:lnTo>
                    <a:pt x="933" y="2889"/>
                  </a:lnTo>
                  <a:lnTo>
                    <a:pt x="925" y="2898"/>
                  </a:lnTo>
                  <a:lnTo>
                    <a:pt x="917" y="2905"/>
                  </a:lnTo>
                  <a:lnTo>
                    <a:pt x="907" y="2912"/>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32" name="Freeform 531">
              <a:extLst>
                <a:ext uri="{FF2B5EF4-FFF2-40B4-BE49-F238E27FC236}">
                  <a16:creationId xmlns:a16="http://schemas.microsoft.com/office/drawing/2014/main" id="{FD74AACA-B708-8E7F-2249-3A5DCCB03FD7}"/>
                </a:ext>
              </a:extLst>
            </p:cNvPr>
            <p:cNvSpPr>
              <a:spLocks/>
            </p:cNvSpPr>
            <p:nvPr/>
          </p:nvSpPr>
          <p:spPr bwMode="auto">
            <a:xfrm>
              <a:off x="2705" y="1485"/>
              <a:ext cx="560" cy="728"/>
            </a:xfrm>
            <a:custGeom>
              <a:avLst/>
              <a:gdLst>
                <a:gd name="T0" fmla="*/ 0 w 2242"/>
                <a:gd name="T1" fmla="*/ 0 h 2912"/>
                <a:gd name="T2" fmla="*/ 0 w 2242"/>
                <a:gd name="T3" fmla="*/ 0 h 2912"/>
                <a:gd name="T4" fmla="*/ 0 w 2242"/>
                <a:gd name="T5" fmla="*/ 0 h 2912"/>
                <a:gd name="T6" fmla="*/ 0 w 2242"/>
                <a:gd name="T7" fmla="*/ 0 h 2912"/>
                <a:gd name="T8" fmla="*/ 0 w 2242"/>
                <a:gd name="T9" fmla="*/ 0 h 2912"/>
                <a:gd name="T10" fmla="*/ 0 w 2242"/>
                <a:gd name="T11" fmla="*/ 0 h 2912"/>
                <a:gd name="T12" fmla="*/ 0 w 2242"/>
                <a:gd name="T13" fmla="*/ 0 h 2912"/>
                <a:gd name="T14" fmla="*/ 0 w 2242"/>
                <a:gd name="T15" fmla="*/ 0 h 2912"/>
                <a:gd name="T16" fmla="*/ 0 w 2242"/>
                <a:gd name="T17" fmla="*/ 0 h 2912"/>
                <a:gd name="T18" fmla="*/ 0 w 2242"/>
                <a:gd name="T19" fmla="*/ 0 h 2912"/>
                <a:gd name="T20" fmla="*/ 0 w 2242"/>
                <a:gd name="T21" fmla="*/ 0 h 2912"/>
                <a:gd name="T22" fmla="*/ 0 w 2242"/>
                <a:gd name="T23" fmla="*/ 0 h 2912"/>
                <a:gd name="T24" fmla="*/ 0 w 2242"/>
                <a:gd name="T25" fmla="*/ 0 h 2912"/>
                <a:gd name="T26" fmla="*/ 0 w 2242"/>
                <a:gd name="T27" fmla="*/ 0 h 2912"/>
                <a:gd name="T28" fmla="*/ 0 w 2242"/>
                <a:gd name="T29" fmla="*/ 0 h 2912"/>
                <a:gd name="T30" fmla="*/ 0 w 2242"/>
                <a:gd name="T31" fmla="*/ 0 h 2912"/>
                <a:gd name="T32" fmla="*/ 0 w 2242"/>
                <a:gd name="T33" fmla="*/ 0 h 2912"/>
                <a:gd name="T34" fmla="*/ 0 w 2242"/>
                <a:gd name="T35" fmla="*/ 0 h 2912"/>
                <a:gd name="T36" fmla="*/ 0 w 2242"/>
                <a:gd name="T37" fmla="*/ 0 h 2912"/>
                <a:gd name="T38" fmla="*/ 0 w 2242"/>
                <a:gd name="T39" fmla="*/ 0 h 2912"/>
                <a:gd name="T40" fmla="*/ 0 w 2242"/>
                <a:gd name="T41" fmla="*/ 0 h 2912"/>
                <a:gd name="T42" fmla="*/ 0 w 2242"/>
                <a:gd name="T43" fmla="*/ 0 h 2912"/>
                <a:gd name="T44" fmla="*/ 0 w 2242"/>
                <a:gd name="T45" fmla="*/ 0 h 2912"/>
                <a:gd name="T46" fmla="*/ 0 w 2242"/>
                <a:gd name="T47" fmla="*/ 0 h 2912"/>
                <a:gd name="T48" fmla="*/ 0 w 2242"/>
                <a:gd name="T49" fmla="*/ 0 h 2912"/>
                <a:gd name="T50" fmla="*/ 0 w 2242"/>
                <a:gd name="T51" fmla="*/ 0 h 2912"/>
                <a:gd name="T52" fmla="*/ 0 w 2242"/>
                <a:gd name="T53" fmla="*/ 0 h 2912"/>
                <a:gd name="T54" fmla="*/ 0 w 2242"/>
                <a:gd name="T55" fmla="*/ 0 h 2912"/>
                <a:gd name="T56" fmla="*/ 0 w 2242"/>
                <a:gd name="T57" fmla="*/ 0 h 2912"/>
                <a:gd name="T58" fmla="*/ 0 w 2242"/>
                <a:gd name="T59" fmla="*/ 0 h 2912"/>
                <a:gd name="T60" fmla="*/ 0 w 2242"/>
                <a:gd name="T61" fmla="*/ 0 h 2912"/>
                <a:gd name="T62" fmla="*/ 0 w 2242"/>
                <a:gd name="T63" fmla="*/ 0 h 2912"/>
                <a:gd name="T64" fmla="*/ 0 w 2242"/>
                <a:gd name="T65" fmla="*/ 0 h 2912"/>
                <a:gd name="T66" fmla="*/ 0 w 2242"/>
                <a:gd name="T67" fmla="*/ 0 h 2912"/>
                <a:gd name="T68" fmla="*/ 0 w 2242"/>
                <a:gd name="T69" fmla="*/ 0 h 2912"/>
                <a:gd name="T70" fmla="*/ 0 w 2242"/>
                <a:gd name="T71" fmla="*/ 0 h 2912"/>
                <a:gd name="T72" fmla="*/ 0 w 2242"/>
                <a:gd name="T73" fmla="*/ 0 h 2912"/>
                <a:gd name="T74" fmla="*/ 0 w 2242"/>
                <a:gd name="T75" fmla="*/ 0 h 2912"/>
                <a:gd name="T76" fmla="*/ 0 w 2242"/>
                <a:gd name="T77" fmla="*/ 0 h 2912"/>
                <a:gd name="T78" fmla="*/ 0 w 2242"/>
                <a:gd name="T79" fmla="*/ 0 h 2912"/>
                <a:gd name="T80" fmla="*/ 0 w 2242"/>
                <a:gd name="T81" fmla="*/ 0 h 2912"/>
                <a:gd name="T82" fmla="*/ 0 w 2242"/>
                <a:gd name="T83" fmla="*/ 0 h 2912"/>
                <a:gd name="T84" fmla="*/ 0 w 2242"/>
                <a:gd name="T85" fmla="*/ 0 h 2912"/>
                <a:gd name="T86" fmla="*/ 0 w 2242"/>
                <a:gd name="T87" fmla="*/ 0 h 2912"/>
                <a:gd name="T88" fmla="*/ 0 w 2242"/>
                <a:gd name="T89" fmla="*/ 0 h 2912"/>
                <a:gd name="T90" fmla="*/ 0 w 2242"/>
                <a:gd name="T91" fmla="*/ 0 h 2912"/>
                <a:gd name="T92" fmla="*/ 0 w 2242"/>
                <a:gd name="T93" fmla="*/ 0 h 2912"/>
                <a:gd name="T94" fmla="*/ 0 w 2242"/>
                <a:gd name="T95" fmla="*/ 0 h 2912"/>
                <a:gd name="T96" fmla="*/ 0 w 2242"/>
                <a:gd name="T97" fmla="*/ 0 h 2912"/>
                <a:gd name="T98" fmla="*/ 0 w 2242"/>
                <a:gd name="T99" fmla="*/ 0 h 2912"/>
                <a:gd name="T100" fmla="*/ 0 w 2242"/>
                <a:gd name="T101" fmla="*/ 0 h 2912"/>
                <a:gd name="T102" fmla="*/ 0 w 2242"/>
                <a:gd name="T103" fmla="*/ 0 h 2912"/>
                <a:gd name="T104" fmla="*/ 0 w 2242"/>
                <a:gd name="T105" fmla="*/ 0 h 2912"/>
                <a:gd name="T106" fmla="*/ 0 w 2242"/>
                <a:gd name="T107" fmla="*/ 0 h 2912"/>
                <a:gd name="T108" fmla="*/ 0 w 2242"/>
                <a:gd name="T109" fmla="*/ 0 h 2912"/>
                <a:gd name="T110" fmla="*/ 0 w 2242"/>
                <a:gd name="T111" fmla="*/ 0 h 2912"/>
                <a:gd name="T112" fmla="*/ 0 w 2242"/>
                <a:gd name="T113" fmla="*/ 0 h 2912"/>
                <a:gd name="T114" fmla="*/ 0 w 2242"/>
                <a:gd name="T115" fmla="*/ 0 h 2912"/>
                <a:gd name="T116" fmla="*/ 0 w 2242"/>
                <a:gd name="T117" fmla="*/ 0 h 2912"/>
                <a:gd name="T118" fmla="*/ 0 w 2242"/>
                <a:gd name="T119" fmla="*/ 0 h 2912"/>
                <a:gd name="T120" fmla="*/ 0 w 2242"/>
                <a:gd name="T121" fmla="*/ 0 h 2912"/>
                <a:gd name="T122" fmla="*/ 0 w 2242"/>
                <a:gd name="T123" fmla="*/ 0 h 2912"/>
                <a:gd name="T124" fmla="*/ 0 w 2242"/>
                <a:gd name="T125" fmla="*/ 0 h 29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42" h="2912">
                  <a:moveTo>
                    <a:pt x="907" y="2912"/>
                  </a:moveTo>
                  <a:lnTo>
                    <a:pt x="907" y="2912"/>
                  </a:lnTo>
                  <a:lnTo>
                    <a:pt x="906" y="2912"/>
                  </a:lnTo>
                  <a:lnTo>
                    <a:pt x="901" y="2902"/>
                  </a:lnTo>
                  <a:lnTo>
                    <a:pt x="896" y="2885"/>
                  </a:lnTo>
                  <a:lnTo>
                    <a:pt x="890" y="2865"/>
                  </a:lnTo>
                  <a:lnTo>
                    <a:pt x="885" y="2843"/>
                  </a:lnTo>
                  <a:lnTo>
                    <a:pt x="881" y="2820"/>
                  </a:lnTo>
                  <a:lnTo>
                    <a:pt x="877" y="2801"/>
                  </a:lnTo>
                  <a:lnTo>
                    <a:pt x="876" y="2784"/>
                  </a:lnTo>
                  <a:lnTo>
                    <a:pt x="876" y="2775"/>
                  </a:lnTo>
                  <a:lnTo>
                    <a:pt x="877" y="2769"/>
                  </a:lnTo>
                  <a:lnTo>
                    <a:pt x="877" y="2761"/>
                  </a:lnTo>
                  <a:lnTo>
                    <a:pt x="876" y="2752"/>
                  </a:lnTo>
                  <a:lnTo>
                    <a:pt x="874" y="2742"/>
                  </a:lnTo>
                  <a:lnTo>
                    <a:pt x="868" y="2730"/>
                  </a:lnTo>
                  <a:lnTo>
                    <a:pt x="858" y="2718"/>
                  </a:lnTo>
                  <a:lnTo>
                    <a:pt x="844" y="2705"/>
                  </a:lnTo>
                  <a:lnTo>
                    <a:pt x="825" y="2692"/>
                  </a:lnTo>
                  <a:lnTo>
                    <a:pt x="805" y="2678"/>
                  </a:lnTo>
                  <a:lnTo>
                    <a:pt x="792" y="2665"/>
                  </a:lnTo>
                  <a:lnTo>
                    <a:pt x="782" y="2652"/>
                  </a:lnTo>
                  <a:lnTo>
                    <a:pt x="776" y="2639"/>
                  </a:lnTo>
                  <a:lnTo>
                    <a:pt x="772" y="2628"/>
                  </a:lnTo>
                  <a:lnTo>
                    <a:pt x="769" y="2618"/>
                  </a:lnTo>
                  <a:lnTo>
                    <a:pt x="767" y="2609"/>
                  </a:lnTo>
                  <a:lnTo>
                    <a:pt x="764" y="2602"/>
                  </a:lnTo>
                  <a:lnTo>
                    <a:pt x="759" y="2594"/>
                  </a:lnTo>
                  <a:lnTo>
                    <a:pt x="758" y="2582"/>
                  </a:lnTo>
                  <a:lnTo>
                    <a:pt x="758" y="2571"/>
                  </a:lnTo>
                  <a:lnTo>
                    <a:pt x="759" y="2559"/>
                  </a:lnTo>
                  <a:lnTo>
                    <a:pt x="763" y="2547"/>
                  </a:lnTo>
                  <a:lnTo>
                    <a:pt x="767" y="2534"/>
                  </a:lnTo>
                  <a:lnTo>
                    <a:pt x="773" y="2522"/>
                  </a:lnTo>
                  <a:lnTo>
                    <a:pt x="780" y="2512"/>
                  </a:lnTo>
                  <a:lnTo>
                    <a:pt x="786" y="2501"/>
                  </a:lnTo>
                  <a:lnTo>
                    <a:pt x="791" y="2487"/>
                  </a:lnTo>
                  <a:lnTo>
                    <a:pt x="794" y="2473"/>
                  </a:lnTo>
                  <a:lnTo>
                    <a:pt x="797" y="2458"/>
                  </a:lnTo>
                  <a:lnTo>
                    <a:pt x="799" y="2442"/>
                  </a:lnTo>
                  <a:lnTo>
                    <a:pt x="800" y="2426"/>
                  </a:lnTo>
                  <a:lnTo>
                    <a:pt x="802" y="2411"/>
                  </a:lnTo>
                  <a:lnTo>
                    <a:pt x="804" y="2396"/>
                  </a:lnTo>
                  <a:lnTo>
                    <a:pt x="804" y="2383"/>
                  </a:lnTo>
                  <a:lnTo>
                    <a:pt x="799" y="2373"/>
                  </a:lnTo>
                  <a:lnTo>
                    <a:pt x="791" y="2364"/>
                  </a:lnTo>
                  <a:lnTo>
                    <a:pt x="783" y="2354"/>
                  </a:lnTo>
                  <a:lnTo>
                    <a:pt x="776" y="2343"/>
                  </a:lnTo>
                  <a:lnTo>
                    <a:pt x="771" y="2326"/>
                  </a:lnTo>
                  <a:lnTo>
                    <a:pt x="771" y="2306"/>
                  </a:lnTo>
                  <a:lnTo>
                    <a:pt x="776" y="2277"/>
                  </a:lnTo>
                  <a:lnTo>
                    <a:pt x="780" y="2248"/>
                  </a:lnTo>
                  <a:lnTo>
                    <a:pt x="775" y="2223"/>
                  </a:lnTo>
                  <a:lnTo>
                    <a:pt x="763" y="2202"/>
                  </a:lnTo>
                  <a:lnTo>
                    <a:pt x="745" y="2184"/>
                  </a:lnTo>
                  <a:lnTo>
                    <a:pt x="725" y="2170"/>
                  </a:lnTo>
                  <a:lnTo>
                    <a:pt x="704" y="2161"/>
                  </a:lnTo>
                  <a:lnTo>
                    <a:pt x="685" y="2154"/>
                  </a:lnTo>
                  <a:lnTo>
                    <a:pt x="670" y="2151"/>
                  </a:lnTo>
                  <a:lnTo>
                    <a:pt x="657" y="2150"/>
                  </a:lnTo>
                  <a:lnTo>
                    <a:pt x="647" y="2149"/>
                  </a:lnTo>
                  <a:lnTo>
                    <a:pt x="637" y="2148"/>
                  </a:lnTo>
                  <a:lnTo>
                    <a:pt x="628" y="2146"/>
                  </a:lnTo>
                  <a:lnTo>
                    <a:pt x="621" y="2143"/>
                  </a:lnTo>
                  <a:lnTo>
                    <a:pt x="615" y="2138"/>
                  </a:lnTo>
                  <a:lnTo>
                    <a:pt x="609" y="2131"/>
                  </a:lnTo>
                  <a:lnTo>
                    <a:pt x="606" y="2122"/>
                  </a:lnTo>
                  <a:lnTo>
                    <a:pt x="603" y="2112"/>
                  </a:lnTo>
                  <a:lnTo>
                    <a:pt x="600" y="2099"/>
                  </a:lnTo>
                  <a:lnTo>
                    <a:pt x="596" y="2085"/>
                  </a:lnTo>
                  <a:lnTo>
                    <a:pt x="591" y="2073"/>
                  </a:lnTo>
                  <a:lnTo>
                    <a:pt x="585" y="2061"/>
                  </a:lnTo>
                  <a:lnTo>
                    <a:pt x="580" y="2053"/>
                  </a:lnTo>
                  <a:lnTo>
                    <a:pt x="574" y="2047"/>
                  </a:lnTo>
                  <a:lnTo>
                    <a:pt x="568" y="2047"/>
                  </a:lnTo>
                  <a:lnTo>
                    <a:pt x="562" y="2045"/>
                  </a:lnTo>
                  <a:lnTo>
                    <a:pt x="554" y="2035"/>
                  </a:lnTo>
                  <a:lnTo>
                    <a:pt x="548" y="2021"/>
                  </a:lnTo>
                  <a:lnTo>
                    <a:pt x="541" y="2003"/>
                  </a:lnTo>
                  <a:lnTo>
                    <a:pt x="533" y="1982"/>
                  </a:lnTo>
                  <a:lnTo>
                    <a:pt x="526" y="1963"/>
                  </a:lnTo>
                  <a:lnTo>
                    <a:pt x="518" y="1946"/>
                  </a:lnTo>
                  <a:lnTo>
                    <a:pt x="510" y="1932"/>
                  </a:lnTo>
                  <a:lnTo>
                    <a:pt x="504" y="1922"/>
                  </a:lnTo>
                  <a:lnTo>
                    <a:pt x="498" y="1911"/>
                  </a:lnTo>
                  <a:lnTo>
                    <a:pt x="493" y="1901"/>
                  </a:lnTo>
                  <a:lnTo>
                    <a:pt x="490" y="1891"/>
                  </a:lnTo>
                  <a:lnTo>
                    <a:pt x="489" y="1880"/>
                  </a:lnTo>
                  <a:lnTo>
                    <a:pt x="490" y="1871"/>
                  </a:lnTo>
                  <a:lnTo>
                    <a:pt x="493" y="1862"/>
                  </a:lnTo>
                  <a:lnTo>
                    <a:pt x="500" y="1853"/>
                  </a:lnTo>
                  <a:lnTo>
                    <a:pt x="507" y="1845"/>
                  </a:lnTo>
                  <a:lnTo>
                    <a:pt x="512" y="1837"/>
                  </a:lnTo>
                  <a:lnTo>
                    <a:pt x="513" y="1828"/>
                  </a:lnTo>
                  <a:lnTo>
                    <a:pt x="513" y="1822"/>
                  </a:lnTo>
                  <a:lnTo>
                    <a:pt x="512" y="1816"/>
                  </a:lnTo>
                  <a:lnTo>
                    <a:pt x="510" y="1812"/>
                  </a:lnTo>
                  <a:lnTo>
                    <a:pt x="509" y="1809"/>
                  </a:lnTo>
                  <a:lnTo>
                    <a:pt x="508" y="1808"/>
                  </a:lnTo>
                  <a:lnTo>
                    <a:pt x="507" y="1805"/>
                  </a:lnTo>
                  <a:lnTo>
                    <a:pt x="503" y="1799"/>
                  </a:lnTo>
                  <a:lnTo>
                    <a:pt x="498" y="1789"/>
                  </a:lnTo>
                  <a:lnTo>
                    <a:pt x="494" y="1777"/>
                  </a:lnTo>
                  <a:lnTo>
                    <a:pt x="491" y="1766"/>
                  </a:lnTo>
                  <a:lnTo>
                    <a:pt x="490" y="1756"/>
                  </a:lnTo>
                  <a:lnTo>
                    <a:pt x="494" y="1747"/>
                  </a:lnTo>
                  <a:lnTo>
                    <a:pt x="502" y="1743"/>
                  </a:lnTo>
                  <a:lnTo>
                    <a:pt x="513" y="1739"/>
                  </a:lnTo>
                  <a:lnTo>
                    <a:pt x="518" y="1729"/>
                  </a:lnTo>
                  <a:lnTo>
                    <a:pt x="520" y="1718"/>
                  </a:lnTo>
                  <a:lnTo>
                    <a:pt x="520" y="1704"/>
                  </a:lnTo>
                  <a:lnTo>
                    <a:pt x="519" y="1689"/>
                  </a:lnTo>
                  <a:lnTo>
                    <a:pt x="518" y="1673"/>
                  </a:lnTo>
                  <a:lnTo>
                    <a:pt x="517" y="1657"/>
                  </a:lnTo>
                  <a:lnTo>
                    <a:pt x="519" y="1643"/>
                  </a:lnTo>
                  <a:lnTo>
                    <a:pt x="519" y="1629"/>
                  </a:lnTo>
                  <a:lnTo>
                    <a:pt x="514" y="1616"/>
                  </a:lnTo>
                  <a:lnTo>
                    <a:pt x="505" y="1604"/>
                  </a:lnTo>
                  <a:lnTo>
                    <a:pt x="495" y="1593"/>
                  </a:lnTo>
                  <a:lnTo>
                    <a:pt x="485" y="1585"/>
                  </a:lnTo>
                  <a:lnTo>
                    <a:pt x="475" y="1577"/>
                  </a:lnTo>
                  <a:lnTo>
                    <a:pt x="469" y="1573"/>
                  </a:lnTo>
                  <a:lnTo>
                    <a:pt x="466" y="1571"/>
                  </a:lnTo>
                  <a:lnTo>
                    <a:pt x="404" y="1473"/>
                  </a:lnTo>
                  <a:lnTo>
                    <a:pt x="327" y="1455"/>
                  </a:lnTo>
                  <a:lnTo>
                    <a:pt x="325" y="1456"/>
                  </a:lnTo>
                  <a:lnTo>
                    <a:pt x="319" y="1458"/>
                  </a:lnTo>
                  <a:lnTo>
                    <a:pt x="310" y="1461"/>
                  </a:lnTo>
                  <a:lnTo>
                    <a:pt x="300" y="1462"/>
                  </a:lnTo>
                  <a:lnTo>
                    <a:pt x="290" y="1462"/>
                  </a:lnTo>
                  <a:lnTo>
                    <a:pt x="280" y="1458"/>
                  </a:lnTo>
                  <a:lnTo>
                    <a:pt x="271" y="1449"/>
                  </a:lnTo>
                  <a:lnTo>
                    <a:pt x="264" y="1435"/>
                  </a:lnTo>
                  <a:lnTo>
                    <a:pt x="258" y="1418"/>
                  </a:lnTo>
                  <a:lnTo>
                    <a:pt x="253" y="1405"/>
                  </a:lnTo>
                  <a:lnTo>
                    <a:pt x="249" y="1395"/>
                  </a:lnTo>
                  <a:lnTo>
                    <a:pt x="245" y="1388"/>
                  </a:lnTo>
                  <a:lnTo>
                    <a:pt x="242" y="1382"/>
                  </a:lnTo>
                  <a:lnTo>
                    <a:pt x="239" y="1379"/>
                  </a:lnTo>
                  <a:lnTo>
                    <a:pt x="238" y="1377"/>
                  </a:lnTo>
                  <a:lnTo>
                    <a:pt x="237" y="1377"/>
                  </a:lnTo>
                  <a:lnTo>
                    <a:pt x="223" y="1414"/>
                  </a:lnTo>
                  <a:lnTo>
                    <a:pt x="222" y="1414"/>
                  </a:lnTo>
                  <a:lnTo>
                    <a:pt x="218" y="1413"/>
                  </a:lnTo>
                  <a:lnTo>
                    <a:pt x="211" y="1413"/>
                  </a:lnTo>
                  <a:lnTo>
                    <a:pt x="204" y="1411"/>
                  </a:lnTo>
                  <a:lnTo>
                    <a:pt x="196" y="1410"/>
                  </a:lnTo>
                  <a:lnTo>
                    <a:pt x="187" y="1407"/>
                  </a:lnTo>
                  <a:lnTo>
                    <a:pt x="179" y="1404"/>
                  </a:lnTo>
                  <a:lnTo>
                    <a:pt x="170" y="1400"/>
                  </a:lnTo>
                  <a:lnTo>
                    <a:pt x="161" y="1396"/>
                  </a:lnTo>
                  <a:lnTo>
                    <a:pt x="154" y="1391"/>
                  </a:lnTo>
                  <a:lnTo>
                    <a:pt x="148" y="1385"/>
                  </a:lnTo>
                  <a:lnTo>
                    <a:pt x="142" y="1377"/>
                  </a:lnTo>
                  <a:lnTo>
                    <a:pt x="137" y="1368"/>
                  </a:lnTo>
                  <a:lnTo>
                    <a:pt x="132" y="1357"/>
                  </a:lnTo>
                  <a:lnTo>
                    <a:pt x="128" y="1344"/>
                  </a:lnTo>
                  <a:lnTo>
                    <a:pt x="125" y="1328"/>
                  </a:lnTo>
                  <a:lnTo>
                    <a:pt x="120" y="1314"/>
                  </a:lnTo>
                  <a:lnTo>
                    <a:pt x="108" y="1296"/>
                  </a:lnTo>
                  <a:lnTo>
                    <a:pt x="93" y="1276"/>
                  </a:lnTo>
                  <a:lnTo>
                    <a:pt x="76" y="1255"/>
                  </a:lnTo>
                  <a:lnTo>
                    <a:pt x="55" y="1234"/>
                  </a:lnTo>
                  <a:lnTo>
                    <a:pt x="36" y="1213"/>
                  </a:lnTo>
                  <a:lnTo>
                    <a:pt x="17" y="1195"/>
                  </a:lnTo>
                  <a:lnTo>
                    <a:pt x="0" y="1178"/>
                  </a:lnTo>
                  <a:lnTo>
                    <a:pt x="17" y="1180"/>
                  </a:lnTo>
                  <a:lnTo>
                    <a:pt x="33" y="1184"/>
                  </a:lnTo>
                  <a:lnTo>
                    <a:pt x="49" y="1186"/>
                  </a:lnTo>
                  <a:lnTo>
                    <a:pt x="66" y="1188"/>
                  </a:lnTo>
                  <a:lnTo>
                    <a:pt x="80" y="1189"/>
                  </a:lnTo>
                  <a:lnTo>
                    <a:pt x="94" y="1187"/>
                  </a:lnTo>
                  <a:lnTo>
                    <a:pt x="105" y="1184"/>
                  </a:lnTo>
                  <a:lnTo>
                    <a:pt x="116" y="1176"/>
                  </a:lnTo>
                  <a:lnTo>
                    <a:pt x="128" y="1167"/>
                  </a:lnTo>
                  <a:lnTo>
                    <a:pt x="143" y="1158"/>
                  </a:lnTo>
                  <a:lnTo>
                    <a:pt x="161" y="1150"/>
                  </a:lnTo>
                  <a:lnTo>
                    <a:pt x="180" y="1143"/>
                  </a:lnTo>
                  <a:lnTo>
                    <a:pt x="199" y="1139"/>
                  </a:lnTo>
                  <a:lnTo>
                    <a:pt x="218" y="1136"/>
                  </a:lnTo>
                  <a:lnTo>
                    <a:pt x="234" y="1137"/>
                  </a:lnTo>
                  <a:lnTo>
                    <a:pt x="247" y="1140"/>
                  </a:lnTo>
                  <a:lnTo>
                    <a:pt x="259" y="1144"/>
                  </a:lnTo>
                  <a:lnTo>
                    <a:pt x="274" y="1145"/>
                  </a:lnTo>
                  <a:lnTo>
                    <a:pt x="289" y="1144"/>
                  </a:lnTo>
                  <a:lnTo>
                    <a:pt x="303" y="1143"/>
                  </a:lnTo>
                  <a:lnTo>
                    <a:pt x="317" y="1143"/>
                  </a:lnTo>
                  <a:lnTo>
                    <a:pt x="328" y="1145"/>
                  </a:lnTo>
                  <a:lnTo>
                    <a:pt x="337" y="1150"/>
                  </a:lnTo>
                  <a:lnTo>
                    <a:pt x="342" y="1159"/>
                  </a:lnTo>
                  <a:lnTo>
                    <a:pt x="346" y="1167"/>
                  </a:lnTo>
                  <a:lnTo>
                    <a:pt x="352" y="1169"/>
                  </a:lnTo>
                  <a:lnTo>
                    <a:pt x="360" y="1166"/>
                  </a:lnTo>
                  <a:lnTo>
                    <a:pt x="370" y="1161"/>
                  </a:lnTo>
                  <a:lnTo>
                    <a:pt x="380" y="1156"/>
                  </a:lnTo>
                  <a:lnTo>
                    <a:pt x="391" y="1152"/>
                  </a:lnTo>
                  <a:lnTo>
                    <a:pt x="402" y="1152"/>
                  </a:lnTo>
                  <a:lnTo>
                    <a:pt x="415" y="1157"/>
                  </a:lnTo>
                  <a:lnTo>
                    <a:pt x="426" y="1164"/>
                  </a:lnTo>
                  <a:lnTo>
                    <a:pt x="435" y="1169"/>
                  </a:lnTo>
                  <a:lnTo>
                    <a:pt x="444" y="1173"/>
                  </a:lnTo>
                  <a:lnTo>
                    <a:pt x="451" y="1174"/>
                  </a:lnTo>
                  <a:lnTo>
                    <a:pt x="459" y="1174"/>
                  </a:lnTo>
                  <a:lnTo>
                    <a:pt x="467" y="1173"/>
                  </a:lnTo>
                  <a:lnTo>
                    <a:pt x="474" y="1170"/>
                  </a:lnTo>
                  <a:lnTo>
                    <a:pt x="482" y="1165"/>
                  </a:lnTo>
                  <a:lnTo>
                    <a:pt x="492" y="1158"/>
                  </a:lnTo>
                  <a:lnTo>
                    <a:pt x="504" y="1149"/>
                  </a:lnTo>
                  <a:lnTo>
                    <a:pt x="520" y="1139"/>
                  </a:lnTo>
                  <a:lnTo>
                    <a:pt x="535" y="1128"/>
                  </a:lnTo>
                  <a:lnTo>
                    <a:pt x="550" y="1120"/>
                  </a:lnTo>
                  <a:lnTo>
                    <a:pt x="566" y="1114"/>
                  </a:lnTo>
                  <a:lnTo>
                    <a:pt x="579" y="1113"/>
                  </a:lnTo>
                  <a:lnTo>
                    <a:pt x="589" y="1117"/>
                  </a:lnTo>
                  <a:lnTo>
                    <a:pt x="597" y="1124"/>
                  </a:lnTo>
                  <a:lnTo>
                    <a:pt x="605" y="1130"/>
                  </a:lnTo>
                  <a:lnTo>
                    <a:pt x="612" y="1135"/>
                  </a:lnTo>
                  <a:lnTo>
                    <a:pt x="619" y="1138"/>
                  </a:lnTo>
                  <a:lnTo>
                    <a:pt x="626" y="1140"/>
                  </a:lnTo>
                  <a:lnTo>
                    <a:pt x="634" y="1140"/>
                  </a:lnTo>
                  <a:lnTo>
                    <a:pt x="644" y="1137"/>
                  </a:lnTo>
                  <a:lnTo>
                    <a:pt x="655" y="1132"/>
                  </a:lnTo>
                  <a:lnTo>
                    <a:pt x="667" y="1125"/>
                  </a:lnTo>
                  <a:lnTo>
                    <a:pt x="675" y="1120"/>
                  </a:lnTo>
                  <a:lnTo>
                    <a:pt x="682" y="1115"/>
                  </a:lnTo>
                  <a:lnTo>
                    <a:pt x="688" y="1112"/>
                  </a:lnTo>
                  <a:lnTo>
                    <a:pt x="694" y="1111"/>
                  </a:lnTo>
                  <a:lnTo>
                    <a:pt x="701" y="1111"/>
                  </a:lnTo>
                  <a:lnTo>
                    <a:pt x="710" y="1113"/>
                  </a:lnTo>
                  <a:lnTo>
                    <a:pt x="723" y="1117"/>
                  </a:lnTo>
                  <a:lnTo>
                    <a:pt x="736" y="1118"/>
                  </a:lnTo>
                  <a:lnTo>
                    <a:pt x="747" y="1114"/>
                  </a:lnTo>
                  <a:lnTo>
                    <a:pt x="757" y="1105"/>
                  </a:lnTo>
                  <a:lnTo>
                    <a:pt x="768" y="1093"/>
                  </a:lnTo>
                  <a:lnTo>
                    <a:pt x="776" y="1082"/>
                  </a:lnTo>
                  <a:lnTo>
                    <a:pt x="785" y="1071"/>
                  </a:lnTo>
                  <a:lnTo>
                    <a:pt x="793" y="1065"/>
                  </a:lnTo>
                  <a:lnTo>
                    <a:pt x="801" y="1064"/>
                  </a:lnTo>
                  <a:lnTo>
                    <a:pt x="811" y="1064"/>
                  </a:lnTo>
                  <a:lnTo>
                    <a:pt x="823" y="1059"/>
                  </a:lnTo>
                  <a:lnTo>
                    <a:pt x="834" y="1050"/>
                  </a:lnTo>
                  <a:lnTo>
                    <a:pt x="846" y="1039"/>
                  </a:lnTo>
                  <a:lnTo>
                    <a:pt x="857" y="1028"/>
                  </a:lnTo>
                  <a:lnTo>
                    <a:pt x="867" y="1018"/>
                  </a:lnTo>
                  <a:lnTo>
                    <a:pt x="873" y="1011"/>
                  </a:lnTo>
                  <a:lnTo>
                    <a:pt x="875" y="1008"/>
                  </a:lnTo>
                  <a:lnTo>
                    <a:pt x="878" y="1006"/>
                  </a:lnTo>
                  <a:lnTo>
                    <a:pt x="885" y="1002"/>
                  </a:lnTo>
                  <a:lnTo>
                    <a:pt x="895" y="996"/>
                  </a:lnTo>
                  <a:lnTo>
                    <a:pt x="908" y="989"/>
                  </a:lnTo>
                  <a:lnTo>
                    <a:pt x="922" y="982"/>
                  </a:lnTo>
                  <a:lnTo>
                    <a:pt x="936" y="974"/>
                  </a:lnTo>
                  <a:lnTo>
                    <a:pt x="948" y="967"/>
                  </a:lnTo>
                  <a:lnTo>
                    <a:pt x="958" y="963"/>
                  </a:lnTo>
                  <a:lnTo>
                    <a:pt x="966" y="959"/>
                  </a:lnTo>
                  <a:lnTo>
                    <a:pt x="972" y="955"/>
                  </a:lnTo>
                  <a:lnTo>
                    <a:pt x="976" y="950"/>
                  </a:lnTo>
                  <a:lnTo>
                    <a:pt x="978" y="944"/>
                  </a:lnTo>
                  <a:lnTo>
                    <a:pt x="979" y="938"/>
                  </a:lnTo>
                  <a:lnTo>
                    <a:pt x="979" y="931"/>
                  </a:lnTo>
                  <a:lnTo>
                    <a:pt x="976" y="923"/>
                  </a:lnTo>
                  <a:lnTo>
                    <a:pt x="973" y="915"/>
                  </a:lnTo>
                  <a:lnTo>
                    <a:pt x="969" y="906"/>
                  </a:lnTo>
                  <a:lnTo>
                    <a:pt x="967" y="895"/>
                  </a:lnTo>
                  <a:lnTo>
                    <a:pt x="966" y="883"/>
                  </a:lnTo>
                  <a:lnTo>
                    <a:pt x="966" y="870"/>
                  </a:lnTo>
                  <a:lnTo>
                    <a:pt x="968" y="858"/>
                  </a:lnTo>
                  <a:lnTo>
                    <a:pt x="972" y="846"/>
                  </a:lnTo>
                  <a:lnTo>
                    <a:pt x="978" y="835"/>
                  </a:lnTo>
                  <a:lnTo>
                    <a:pt x="986" y="825"/>
                  </a:lnTo>
                  <a:lnTo>
                    <a:pt x="995" y="816"/>
                  </a:lnTo>
                  <a:lnTo>
                    <a:pt x="1002" y="805"/>
                  </a:lnTo>
                  <a:lnTo>
                    <a:pt x="1008" y="794"/>
                  </a:lnTo>
                  <a:lnTo>
                    <a:pt x="1013" y="782"/>
                  </a:lnTo>
                  <a:lnTo>
                    <a:pt x="1017" y="769"/>
                  </a:lnTo>
                  <a:lnTo>
                    <a:pt x="1020" y="758"/>
                  </a:lnTo>
                  <a:lnTo>
                    <a:pt x="1022" y="749"/>
                  </a:lnTo>
                  <a:lnTo>
                    <a:pt x="1023" y="741"/>
                  </a:lnTo>
                  <a:lnTo>
                    <a:pt x="1024" y="734"/>
                  </a:lnTo>
                  <a:lnTo>
                    <a:pt x="1025" y="726"/>
                  </a:lnTo>
                  <a:lnTo>
                    <a:pt x="1026" y="718"/>
                  </a:lnTo>
                  <a:lnTo>
                    <a:pt x="1029" y="710"/>
                  </a:lnTo>
                  <a:lnTo>
                    <a:pt x="1033" y="704"/>
                  </a:lnTo>
                  <a:lnTo>
                    <a:pt x="1041" y="699"/>
                  </a:lnTo>
                  <a:lnTo>
                    <a:pt x="1052" y="696"/>
                  </a:lnTo>
                  <a:lnTo>
                    <a:pt x="1068" y="696"/>
                  </a:lnTo>
                  <a:lnTo>
                    <a:pt x="1084" y="695"/>
                  </a:lnTo>
                  <a:lnTo>
                    <a:pt x="1098" y="691"/>
                  </a:lnTo>
                  <a:lnTo>
                    <a:pt x="1111" y="685"/>
                  </a:lnTo>
                  <a:lnTo>
                    <a:pt x="1120" y="677"/>
                  </a:lnTo>
                  <a:lnTo>
                    <a:pt x="1127" y="669"/>
                  </a:lnTo>
                  <a:lnTo>
                    <a:pt x="1131" y="663"/>
                  </a:lnTo>
                  <a:lnTo>
                    <a:pt x="1134" y="658"/>
                  </a:lnTo>
                  <a:lnTo>
                    <a:pt x="1135" y="656"/>
                  </a:lnTo>
                  <a:lnTo>
                    <a:pt x="1137" y="655"/>
                  </a:lnTo>
                  <a:lnTo>
                    <a:pt x="1140" y="654"/>
                  </a:lnTo>
                  <a:lnTo>
                    <a:pt x="1145" y="654"/>
                  </a:lnTo>
                  <a:lnTo>
                    <a:pt x="1151" y="654"/>
                  </a:lnTo>
                  <a:lnTo>
                    <a:pt x="1161" y="655"/>
                  </a:lnTo>
                  <a:lnTo>
                    <a:pt x="1173" y="658"/>
                  </a:lnTo>
                  <a:lnTo>
                    <a:pt x="1188" y="662"/>
                  </a:lnTo>
                  <a:lnTo>
                    <a:pt x="1204" y="668"/>
                  </a:lnTo>
                  <a:lnTo>
                    <a:pt x="1220" y="674"/>
                  </a:lnTo>
                  <a:lnTo>
                    <a:pt x="1234" y="681"/>
                  </a:lnTo>
                  <a:lnTo>
                    <a:pt x="1248" y="684"/>
                  </a:lnTo>
                  <a:lnTo>
                    <a:pt x="1262" y="685"/>
                  </a:lnTo>
                  <a:lnTo>
                    <a:pt x="1276" y="682"/>
                  </a:lnTo>
                  <a:lnTo>
                    <a:pt x="1289" y="673"/>
                  </a:lnTo>
                  <a:lnTo>
                    <a:pt x="1302" y="659"/>
                  </a:lnTo>
                  <a:lnTo>
                    <a:pt x="1315" y="643"/>
                  </a:lnTo>
                  <a:lnTo>
                    <a:pt x="1325" y="631"/>
                  </a:lnTo>
                  <a:lnTo>
                    <a:pt x="1333" y="621"/>
                  </a:lnTo>
                  <a:lnTo>
                    <a:pt x="1340" y="615"/>
                  </a:lnTo>
                  <a:lnTo>
                    <a:pt x="1346" y="612"/>
                  </a:lnTo>
                  <a:lnTo>
                    <a:pt x="1352" y="613"/>
                  </a:lnTo>
                  <a:lnTo>
                    <a:pt x="1360" y="616"/>
                  </a:lnTo>
                  <a:lnTo>
                    <a:pt x="1368" y="622"/>
                  </a:lnTo>
                  <a:lnTo>
                    <a:pt x="1377" y="630"/>
                  </a:lnTo>
                  <a:lnTo>
                    <a:pt x="1384" y="634"/>
                  </a:lnTo>
                  <a:lnTo>
                    <a:pt x="1391" y="637"/>
                  </a:lnTo>
                  <a:lnTo>
                    <a:pt x="1397" y="637"/>
                  </a:lnTo>
                  <a:lnTo>
                    <a:pt x="1403" y="634"/>
                  </a:lnTo>
                  <a:lnTo>
                    <a:pt x="1409" y="628"/>
                  </a:lnTo>
                  <a:lnTo>
                    <a:pt x="1414" y="619"/>
                  </a:lnTo>
                  <a:lnTo>
                    <a:pt x="1418" y="608"/>
                  </a:lnTo>
                  <a:lnTo>
                    <a:pt x="1422" y="596"/>
                  </a:lnTo>
                  <a:lnTo>
                    <a:pt x="1425" y="588"/>
                  </a:lnTo>
                  <a:lnTo>
                    <a:pt x="1427" y="581"/>
                  </a:lnTo>
                  <a:lnTo>
                    <a:pt x="1429" y="575"/>
                  </a:lnTo>
                  <a:lnTo>
                    <a:pt x="1428" y="571"/>
                  </a:lnTo>
                  <a:lnTo>
                    <a:pt x="1427" y="566"/>
                  </a:lnTo>
                  <a:lnTo>
                    <a:pt x="1423" y="561"/>
                  </a:lnTo>
                  <a:lnTo>
                    <a:pt x="1418" y="555"/>
                  </a:lnTo>
                  <a:lnTo>
                    <a:pt x="1413" y="548"/>
                  </a:lnTo>
                  <a:lnTo>
                    <a:pt x="1411" y="542"/>
                  </a:lnTo>
                  <a:lnTo>
                    <a:pt x="1411" y="537"/>
                  </a:lnTo>
                  <a:lnTo>
                    <a:pt x="1413" y="531"/>
                  </a:lnTo>
                  <a:lnTo>
                    <a:pt x="1416" y="524"/>
                  </a:lnTo>
                  <a:lnTo>
                    <a:pt x="1420" y="518"/>
                  </a:lnTo>
                  <a:lnTo>
                    <a:pt x="1425" y="511"/>
                  </a:lnTo>
                  <a:lnTo>
                    <a:pt x="1429" y="502"/>
                  </a:lnTo>
                  <a:lnTo>
                    <a:pt x="1431" y="493"/>
                  </a:lnTo>
                  <a:lnTo>
                    <a:pt x="1430" y="484"/>
                  </a:lnTo>
                  <a:lnTo>
                    <a:pt x="1427" y="475"/>
                  </a:lnTo>
                  <a:lnTo>
                    <a:pt x="1423" y="467"/>
                  </a:lnTo>
                  <a:lnTo>
                    <a:pt x="1419" y="459"/>
                  </a:lnTo>
                  <a:lnTo>
                    <a:pt x="1415" y="451"/>
                  </a:lnTo>
                  <a:lnTo>
                    <a:pt x="1414" y="443"/>
                  </a:lnTo>
                  <a:lnTo>
                    <a:pt x="1415" y="435"/>
                  </a:lnTo>
                  <a:lnTo>
                    <a:pt x="1419" y="426"/>
                  </a:lnTo>
                  <a:lnTo>
                    <a:pt x="1424" y="419"/>
                  </a:lnTo>
                  <a:lnTo>
                    <a:pt x="1430" y="413"/>
                  </a:lnTo>
                  <a:lnTo>
                    <a:pt x="1436" y="406"/>
                  </a:lnTo>
                  <a:lnTo>
                    <a:pt x="1443" y="400"/>
                  </a:lnTo>
                  <a:lnTo>
                    <a:pt x="1448" y="394"/>
                  </a:lnTo>
                  <a:lnTo>
                    <a:pt x="1453" y="387"/>
                  </a:lnTo>
                  <a:lnTo>
                    <a:pt x="1456" y="379"/>
                  </a:lnTo>
                  <a:lnTo>
                    <a:pt x="1457" y="369"/>
                  </a:lnTo>
                  <a:lnTo>
                    <a:pt x="1454" y="360"/>
                  </a:lnTo>
                  <a:lnTo>
                    <a:pt x="1450" y="350"/>
                  </a:lnTo>
                  <a:lnTo>
                    <a:pt x="1446" y="340"/>
                  </a:lnTo>
                  <a:lnTo>
                    <a:pt x="1442" y="330"/>
                  </a:lnTo>
                  <a:lnTo>
                    <a:pt x="1439" y="320"/>
                  </a:lnTo>
                  <a:lnTo>
                    <a:pt x="1439" y="312"/>
                  </a:lnTo>
                  <a:lnTo>
                    <a:pt x="1443" y="305"/>
                  </a:lnTo>
                  <a:lnTo>
                    <a:pt x="1453" y="297"/>
                  </a:lnTo>
                  <a:lnTo>
                    <a:pt x="1460" y="293"/>
                  </a:lnTo>
                  <a:lnTo>
                    <a:pt x="1462" y="288"/>
                  </a:lnTo>
                  <a:lnTo>
                    <a:pt x="1463" y="276"/>
                  </a:lnTo>
                  <a:lnTo>
                    <a:pt x="1462" y="268"/>
                  </a:lnTo>
                  <a:lnTo>
                    <a:pt x="1460" y="260"/>
                  </a:lnTo>
                  <a:lnTo>
                    <a:pt x="1456" y="253"/>
                  </a:lnTo>
                  <a:lnTo>
                    <a:pt x="1454" y="246"/>
                  </a:lnTo>
                  <a:lnTo>
                    <a:pt x="1454" y="240"/>
                  </a:lnTo>
                  <a:lnTo>
                    <a:pt x="1457" y="233"/>
                  </a:lnTo>
                  <a:lnTo>
                    <a:pt x="1463" y="227"/>
                  </a:lnTo>
                  <a:lnTo>
                    <a:pt x="1474" y="220"/>
                  </a:lnTo>
                  <a:lnTo>
                    <a:pt x="1485" y="215"/>
                  </a:lnTo>
                  <a:lnTo>
                    <a:pt x="1492" y="210"/>
                  </a:lnTo>
                  <a:lnTo>
                    <a:pt x="1495" y="206"/>
                  </a:lnTo>
                  <a:lnTo>
                    <a:pt x="1496" y="203"/>
                  </a:lnTo>
                  <a:lnTo>
                    <a:pt x="1494" y="200"/>
                  </a:lnTo>
                  <a:lnTo>
                    <a:pt x="1492" y="197"/>
                  </a:lnTo>
                  <a:lnTo>
                    <a:pt x="1488" y="194"/>
                  </a:lnTo>
                  <a:lnTo>
                    <a:pt x="1485" y="190"/>
                  </a:lnTo>
                  <a:lnTo>
                    <a:pt x="1483" y="184"/>
                  </a:lnTo>
                  <a:lnTo>
                    <a:pt x="1483" y="175"/>
                  </a:lnTo>
                  <a:lnTo>
                    <a:pt x="1485" y="166"/>
                  </a:lnTo>
                  <a:lnTo>
                    <a:pt x="1488" y="156"/>
                  </a:lnTo>
                  <a:lnTo>
                    <a:pt x="1490" y="146"/>
                  </a:lnTo>
                  <a:lnTo>
                    <a:pt x="1493" y="139"/>
                  </a:lnTo>
                  <a:lnTo>
                    <a:pt x="1495" y="133"/>
                  </a:lnTo>
                  <a:lnTo>
                    <a:pt x="1496" y="131"/>
                  </a:lnTo>
                  <a:lnTo>
                    <a:pt x="1499" y="130"/>
                  </a:lnTo>
                  <a:lnTo>
                    <a:pt x="1507" y="127"/>
                  </a:lnTo>
                  <a:lnTo>
                    <a:pt x="1517" y="119"/>
                  </a:lnTo>
                  <a:lnTo>
                    <a:pt x="1524" y="108"/>
                  </a:lnTo>
                  <a:lnTo>
                    <a:pt x="1527" y="101"/>
                  </a:lnTo>
                  <a:lnTo>
                    <a:pt x="1530" y="93"/>
                  </a:lnTo>
                  <a:lnTo>
                    <a:pt x="1534" y="86"/>
                  </a:lnTo>
                  <a:lnTo>
                    <a:pt x="1538" y="79"/>
                  </a:lnTo>
                  <a:lnTo>
                    <a:pt x="1541" y="71"/>
                  </a:lnTo>
                  <a:lnTo>
                    <a:pt x="1545" y="64"/>
                  </a:lnTo>
                  <a:lnTo>
                    <a:pt x="1547" y="58"/>
                  </a:lnTo>
                  <a:lnTo>
                    <a:pt x="1549" y="52"/>
                  </a:lnTo>
                  <a:lnTo>
                    <a:pt x="1551" y="46"/>
                  </a:lnTo>
                  <a:lnTo>
                    <a:pt x="1553" y="40"/>
                  </a:lnTo>
                  <a:lnTo>
                    <a:pt x="1556" y="34"/>
                  </a:lnTo>
                  <a:lnTo>
                    <a:pt x="1561" y="29"/>
                  </a:lnTo>
                  <a:lnTo>
                    <a:pt x="1564" y="23"/>
                  </a:lnTo>
                  <a:lnTo>
                    <a:pt x="1566" y="19"/>
                  </a:lnTo>
                  <a:lnTo>
                    <a:pt x="1568" y="16"/>
                  </a:lnTo>
                  <a:lnTo>
                    <a:pt x="1569" y="15"/>
                  </a:lnTo>
                  <a:lnTo>
                    <a:pt x="1580" y="1"/>
                  </a:lnTo>
                  <a:lnTo>
                    <a:pt x="1581" y="0"/>
                  </a:lnTo>
                  <a:lnTo>
                    <a:pt x="1583" y="0"/>
                  </a:lnTo>
                  <a:lnTo>
                    <a:pt x="1586" y="0"/>
                  </a:lnTo>
                  <a:lnTo>
                    <a:pt x="1591" y="0"/>
                  </a:lnTo>
                  <a:lnTo>
                    <a:pt x="1598" y="1"/>
                  </a:lnTo>
                  <a:lnTo>
                    <a:pt x="1609" y="4"/>
                  </a:lnTo>
                  <a:lnTo>
                    <a:pt x="1622" y="7"/>
                  </a:lnTo>
                  <a:lnTo>
                    <a:pt x="1637" y="11"/>
                  </a:lnTo>
                  <a:lnTo>
                    <a:pt x="1652" y="13"/>
                  </a:lnTo>
                  <a:lnTo>
                    <a:pt x="1668" y="15"/>
                  </a:lnTo>
                  <a:lnTo>
                    <a:pt x="1682" y="17"/>
                  </a:lnTo>
                  <a:lnTo>
                    <a:pt x="1693" y="17"/>
                  </a:lnTo>
                  <a:lnTo>
                    <a:pt x="1703" y="18"/>
                  </a:lnTo>
                  <a:lnTo>
                    <a:pt x="1710" y="18"/>
                  </a:lnTo>
                  <a:lnTo>
                    <a:pt x="1712" y="18"/>
                  </a:lnTo>
                  <a:lnTo>
                    <a:pt x="1714" y="21"/>
                  </a:lnTo>
                  <a:lnTo>
                    <a:pt x="1719" y="30"/>
                  </a:lnTo>
                  <a:lnTo>
                    <a:pt x="1726" y="38"/>
                  </a:lnTo>
                  <a:lnTo>
                    <a:pt x="1737" y="41"/>
                  </a:lnTo>
                  <a:lnTo>
                    <a:pt x="1743" y="40"/>
                  </a:lnTo>
                  <a:lnTo>
                    <a:pt x="1748" y="38"/>
                  </a:lnTo>
                  <a:lnTo>
                    <a:pt x="1753" y="36"/>
                  </a:lnTo>
                  <a:lnTo>
                    <a:pt x="1759" y="35"/>
                  </a:lnTo>
                  <a:lnTo>
                    <a:pt x="1762" y="37"/>
                  </a:lnTo>
                  <a:lnTo>
                    <a:pt x="1764" y="41"/>
                  </a:lnTo>
                  <a:lnTo>
                    <a:pt x="1765" y="49"/>
                  </a:lnTo>
                  <a:lnTo>
                    <a:pt x="1765" y="63"/>
                  </a:lnTo>
                  <a:lnTo>
                    <a:pt x="1764" y="79"/>
                  </a:lnTo>
                  <a:lnTo>
                    <a:pt x="1764" y="92"/>
                  </a:lnTo>
                  <a:lnTo>
                    <a:pt x="1765" y="103"/>
                  </a:lnTo>
                  <a:lnTo>
                    <a:pt x="1768" y="111"/>
                  </a:lnTo>
                  <a:lnTo>
                    <a:pt x="1773" y="116"/>
                  </a:lnTo>
                  <a:lnTo>
                    <a:pt x="1780" y="119"/>
                  </a:lnTo>
                  <a:lnTo>
                    <a:pt x="1790" y="119"/>
                  </a:lnTo>
                  <a:lnTo>
                    <a:pt x="1804" y="116"/>
                  </a:lnTo>
                  <a:lnTo>
                    <a:pt x="1819" y="112"/>
                  </a:lnTo>
                  <a:lnTo>
                    <a:pt x="1831" y="110"/>
                  </a:lnTo>
                  <a:lnTo>
                    <a:pt x="1841" y="109"/>
                  </a:lnTo>
                  <a:lnTo>
                    <a:pt x="1849" y="108"/>
                  </a:lnTo>
                  <a:lnTo>
                    <a:pt x="1855" y="108"/>
                  </a:lnTo>
                  <a:lnTo>
                    <a:pt x="1860" y="108"/>
                  </a:lnTo>
                  <a:lnTo>
                    <a:pt x="1862" y="108"/>
                  </a:lnTo>
                  <a:lnTo>
                    <a:pt x="1863" y="108"/>
                  </a:lnTo>
                  <a:lnTo>
                    <a:pt x="1864" y="108"/>
                  </a:lnTo>
                  <a:lnTo>
                    <a:pt x="1867" y="108"/>
                  </a:lnTo>
                  <a:lnTo>
                    <a:pt x="1871" y="108"/>
                  </a:lnTo>
                  <a:lnTo>
                    <a:pt x="1876" y="110"/>
                  </a:lnTo>
                  <a:lnTo>
                    <a:pt x="1880" y="113"/>
                  </a:lnTo>
                  <a:lnTo>
                    <a:pt x="1884" y="118"/>
                  </a:lnTo>
                  <a:lnTo>
                    <a:pt x="1885" y="125"/>
                  </a:lnTo>
                  <a:lnTo>
                    <a:pt x="1885" y="137"/>
                  </a:lnTo>
                  <a:lnTo>
                    <a:pt x="1883" y="148"/>
                  </a:lnTo>
                  <a:lnTo>
                    <a:pt x="1881" y="157"/>
                  </a:lnTo>
                  <a:lnTo>
                    <a:pt x="1879" y="163"/>
                  </a:lnTo>
                  <a:lnTo>
                    <a:pt x="1878" y="168"/>
                  </a:lnTo>
                  <a:lnTo>
                    <a:pt x="1878" y="172"/>
                  </a:lnTo>
                  <a:lnTo>
                    <a:pt x="1878" y="175"/>
                  </a:lnTo>
                  <a:lnTo>
                    <a:pt x="1881" y="179"/>
                  </a:lnTo>
                  <a:lnTo>
                    <a:pt x="1885" y="182"/>
                  </a:lnTo>
                  <a:lnTo>
                    <a:pt x="1889" y="185"/>
                  </a:lnTo>
                  <a:lnTo>
                    <a:pt x="1890" y="189"/>
                  </a:lnTo>
                  <a:lnTo>
                    <a:pt x="1890" y="193"/>
                  </a:lnTo>
                  <a:lnTo>
                    <a:pt x="1888" y="198"/>
                  </a:lnTo>
                  <a:lnTo>
                    <a:pt x="1887" y="203"/>
                  </a:lnTo>
                  <a:lnTo>
                    <a:pt x="1887" y="210"/>
                  </a:lnTo>
                  <a:lnTo>
                    <a:pt x="1888" y="217"/>
                  </a:lnTo>
                  <a:lnTo>
                    <a:pt x="1891" y="227"/>
                  </a:lnTo>
                  <a:lnTo>
                    <a:pt x="1895" y="236"/>
                  </a:lnTo>
                  <a:lnTo>
                    <a:pt x="1897" y="244"/>
                  </a:lnTo>
                  <a:lnTo>
                    <a:pt x="1899" y="251"/>
                  </a:lnTo>
                  <a:lnTo>
                    <a:pt x="1900" y="257"/>
                  </a:lnTo>
                  <a:lnTo>
                    <a:pt x="1902" y="263"/>
                  </a:lnTo>
                  <a:lnTo>
                    <a:pt x="1905" y="268"/>
                  </a:lnTo>
                  <a:lnTo>
                    <a:pt x="1910" y="274"/>
                  </a:lnTo>
                  <a:lnTo>
                    <a:pt x="1916" y="280"/>
                  </a:lnTo>
                  <a:lnTo>
                    <a:pt x="1922" y="286"/>
                  </a:lnTo>
                  <a:lnTo>
                    <a:pt x="1927" y="291"/>
                  </a:lnTo>
                  <a:lnTo>
                    <a:pt x="1929" y="298"/>
                  </a:lnTo>
                  <a:lnTo>
                    <a:pt x="1931" y="304"/>
                  </a:lnTo>
                  <a:lnTo>
                    <a:pt x="1931" y="311"/>
                  </a:lnTo>
                  <a:lnTo>
                    <a:pt x="1931" y="317"/>
                  </a:lnTo>
                  <a:lnTo>
                    <a:pt x="1930" y="324"/>
                  </a:lnTo>
                  <a:lnTo>
                    <a:pt x="1930" y="331"/>
                  </a:lnTo>
                  <a:lnTo>
                    <a:pt x="1931" y="340"/>
                  </a:lnTo>
                  <a:lnTo>
                    <a:pt x="1933" y="345"/>
                  </a:lnTo>
                  <a:lnTo>
                    <a:pt x="1937" y="348"/>
                  </a:lnTo>
                  <a:lnTo>
                    <a:pt x="1944" y="350"/>
                  </a:lnTo>
                  <a:lnTo>
                    <a:pt x="1948" y="352"/>
                  </a:lnTo>
                  <a:lnTo>
                    <a:pt x="1950" y="357"/>
                  </a:lnTo>
                  <a:lnTo>
                    <a:pt x="1951" y="363"/>
                  </a:lnTo>
                  <a:lnTo>
                    <a:pt x="1952" y="369"/>
                  </a:lnTo>
                  <a:lnTo>
                    <a:pt x="1952" y="375"/>
                  </a:lnTo>
                  <a:lnTo>
                    <a:pt x="1952" y="382"/>
                  </a:lnTo>
                  <a:lnTo>
                    <a:pt x="1952" y="386"/>
                  </a:lnTo>
                  <a:lnTo>
                    <a:pt x="1952" y="387"/>
                  </a:lnTo>
                  <a:lnTo>
                    <a:pt x="1953" y="387"/>
                  </a:lnTo>
                  <a:lnTo>
                    <a:pt x="1954" y="387"/>
                  </a:lnTo>
                  <a:lnTo>
                    <a:pt x="1958" y="388"/>
                  </a:lnTo>
                  <a:lnTo>
                    <a:pt x="1962" y="389"/>
                  </a:lnTo>
                  <a:lnTo>
                    <a:pt x="1968" y="391"/>
                  </a:lnTo>
                  <a:lnTo>
                    <a:pt x="1975" y="393"/>
                  </a:lnTo>
                  <a:lnTo>
                    <a:pt x="1983" y="397"/>
                  </a:lnTo>
                  <a:lnTo>
                    <a:pt x="1992" y="401"/>
                  </a:lnTo>
                  <a:lnTo>
                    <a:pt x="2000" y="406"/>
                  </a:lnTo>
                  <a:lnTo>
                    <a:pt x="2003" y="411"/>
                  </a:lnTo>
                  <a:lnTo>
                    <a:pt x="2004" y="415"/>
                  </a:lnTo>
                  <a:lnTo>
                    <a:pt x="2003" y="420"/>
                  </a:lnTo>
                  <a:lnTo>
                    <a:pt x="2002" y="424"/>
                  </a:lnTo>
                  <a:lnTo>
                    <a:pt x="2001" y="430"/>
                  </a:lnTo>
                  <a:lnTo>
                    <a:pt x="2002" y="433"/>
                  </a:lnTo>
                  <a:lnTo>
                    <a:pt x="2005" y="437"/>
                  </a:lnTo>
                  <a:lnTo>
                    <a:pt x="2013" y="441"/>
                  </a:lnTo>
                  <a:lnTo>
                    <a:pt x="2021" y="444"/>
                  </a:lnTo>
                  <a:lnTo>
                    <a:pt x="2031" y="447"/>
                  </a:lnTo>
                  <a:lnTo>
                    <a:pt x="2042" y="450"/>
                  </a:lnTo>
                  <a:lnTo>
                    <a:pt x="2051" y="452"/>
                  </a:lnTo>
                  <a:lnTo>
                    <a:pt x="2061" y="452"/>
                  </a:lnTo>
                  <a:lnTo>
                    <a:pt x="2067" y="450"/>
                  </a:lnTo>
                  <a:lnTo>
                    <a:pt x="2070" y="446"/>
                  </a:lnTo>
                  <a:lnTo>
                    <a:pt x="2073" y="442"/>
                  </a:lnTo>
                  <a:lnTo>
                    <a:pt x="2078" y="440"/>
                  </a:lnTo>
                  <a:lnTo>
                    <a:pt x="2084" y="440"/>
                  </a:lnTo>
                  <a:lnTo>
                    <a:pt x="2091" y="441"/>
                  </a:lnTo>
                  <a:lnTo>
                    <a:pt x="2099" y="442"/>
                  </a:lnTo>
                  <a:lnTo>
                    <a:pt x="2105" y="444"/>
                  </a:lnTo>
                  <a:lnTo>
                    <a:pt x="2111" y="446"/>
                  </a:lnTo>
                  <a:lnTo>
                    <a:pt x="2113" y="448"/>
                  </a:lnTo>
                  <a:lnTo>
                    <a:pt x="2113" y="451"/>
                  </a:lnTo>
                  <a:lnTo>
                    <a:pt x="2113" y="458"/>
                  </a:lnTo>
                  <a:lnTo>
                    <a:pt x="2112" y="468"/>
                  </a:lnTo>
                  <a:lnTo>
                    <a:pt x="2111" y="479"/>
                  </a:lnTo>
                  <a:lnTo>
                    <a:pt x="2109" y="489"/>
                  </a:lnTo>
                  <a:lnTo>
                    <a:pt x="2108" y="498"/>
                  </a:lnTo>
                  <a:lnTo>
                    <a:pt x="2107" y="505"/>
                  </a:lnTo>
                  <a:lnTo>
                    <a:pt x="2107" y="507"/>
                  </a:lnTo>
                  <a:lnTo>
                    <a:pt x="2108" y="507"/>
                  </a:lnTo>
                  <a:lnTo>
                    <a:pt x="2110" y="508"/>
                  </a:lnTo>
                  <a:lnTo>
                    <a:pt x="2113" y="509"/>
                  </a:lnTo>
                  <a:lnTo>
                    <a:pt x="2117" y="512"/>
                  </a:lnTo>
                  <a:lnTo>
                    <a:pt x="2121" y="515"/>
                  </a:lnTo>
                  <a:lnTo>
                    <a:pt x="2126" y="520"/>
                  </a:lnTo>
                  <a:lnTo>
                    <a:pt x="2132" y="527"/>
                  </a:lnTo>
                  <a:lnTo>
                    <a:pt x="2137" y="536"/>
                  </a:lnTo>
                  <a:lnTo>
                    <a:pt x="2141" y="545"/>
                  </a:lnTo>
                  <a:lnTo>
                    <a:pt x="2143" y="554"/>
                  </a:lnTo>
                  <a:lnTo>
                    <a:pt x="2143" y="562"/>
                  </a:lnTo>
                  <a:lnTo>
                    <a:pt x="2144" y="570"/>
                  </a:lnTo>
                  <a:lnTo>
                    <a:pt x="2145" y="577"/>
                  </a:lnTo>
                  <a:lnTo>
                    <a:pt x="2149" y="585"/>
                  </a:lnTo>
                  <a:lnTo>
                    <a:pt x="2155" y="591"/>
                  </a:lnTo>
                  <a:lnTo>
                    <a:pt x="2166" y="597"/>
                  </a:lnTo>
                  <a:lnTo>
                    <a:pt x="2176" y="604"/>
                  </a:lnTo>
                  <a:lnTo>
                    <a:pt x="2183" y="612"/>
                  </a:lnTo>
                  <a:lnTo>
                    <a:pt x="2187" y="622"/>
                  </a:lnTo>
                  <a:lnTo>
                    <a:pt x="2189" y="632"/>
                  </a:lnTo>
                  <a:lnTo>
                    <a:pt x="2190" y="641"/>
                  </a:lnTo>
                  <a:lnTo>
                    <a:pt x="2189" y="649"/>
                  </a:lnTo>
                  <a:lnTo>
                    <a:pt x="2188" y="654"/>
                  </a:lnTo>
                  <a:lnTo>
                    <a:pt x="2188" y="656"/>
                  </a:lnTo>
                  <a:lnTo>
                    <a:pt x="2190" y="659"/>
                  </a:lnTo>
                  <a:lnTo>
                    <a:pt x="2196" y="666"/>
                  </a:lnTo>
                  <a:lnTo>
                    <a:pt x="2205" y="677"/>
                  </a:lnTo>
                  <a:lnTo>
                    <a:pt x="2215" y="691"/>
                  </a:lnTo>
                  <a:lnTo>
                    <a:pt x="2225" y="705"/>
                  </a:lnTo>
                  <a:lnTo>
                    <a:pt x="2232" y="719"/>
                  </a:lnTo>
                  <a:lnTo>
                    <a:pt x="2237" y="732"/>
                  </a:lnTo>
                  <a:lnTo>
                    <a:pt x="2238" y="741"/>
                  </a:lnTo>
                  <a:lnTo>
                    <a:pt x="2237" y="749"/>
                  </a:lnTo>
                  <a:lnTo>
                    <a:pt x="2237" y="757"/>
                  </a:lnTo>
                  <a:lnTo>
                    <a:pt x="2239" y="767"/>
                  </a:lnTo>
                  <a:lnTo>
                    <a:pt x="2240" y="777"/>
                  </a:lnTo>
                  <a:lnTo>
                    <a:pt x="2242" y="788"/>
                  </a:lnTo>
                  <a:lnTo>
                    <a:pt x="2242" y="798"/>
                  </a:lnTo>
                  <a:lnTo>
                    <a:pt x="2241" y="807"/>
                  </a:lnTo>
                  <a:lnTo>
                    <a:pt x="2238" y="816"/>
                  </a:lnTo>
                  <a:lnTo>
                    <a:pt x="2233" y="821"/>
                  </a:lnTo>
                  <a:lnTo>
                    <a:pt x="2225" y="822"/>
                  </a:lnTo>
                  <a:lnTo>
                    <a:pt x="2217" y="819"/>
                  </a:lnTo>
                  <a:lnTo>
                    <a:pt x="2208" y="813"/>
                  </a:lnTo>
                  <a:lnTo>
                    <a:pt x="2199" y="807"/>
                  </a:lnTo>
                  <a:lnTo>
                    <a:pt x="2192" y="801"/>
                  </a:lnTo>
                  <a:lnTo>
                    <a:pt x="2187" y="796"/>
                  </a:lnTo>
                  <a:lnTo>
                    <a:pt x="2185" y="794"/>
                  </a:lnTo>
                  <a:lnTo>
                    <a:pt x="2184" y="795"/>
                  </a:lnTo>
                  <a:lnTo>
                    <a:pt x="2180" y="796"/>
                  </a:lnTo>
                  <a:lnTo>
                    <a:pt x="2175" y="798"/>
                  </a:lnTo>
                  <a:lnTo>
                    <a:pt x="2168" y="800"/>
                  </a:lnTo>
                  <a:lnTo>
                    <a:pt x="2160" y="800"/>
                  </a:lnTo>
                  <a:lnTo>
                    <a:pt x="2151" y="799"/>
                  </a:lnTo>
                  <a:lnTo>
                    <a:pt x="2142" y="796"/>
                  </a:lnTo>
                  <a:lnTo>
                    <a:pt x="2134" y="789"/>
                  </a:lnTo>
                  <a:lnTo>
                    <a:pt x="2125" y="783"/>
                  </a:lnTo>
                  <a:lnTo>
                    <a:pt x="2116" y="780"/>
                  </a:lnTo>
                  <a:lnTo>
                    <a:pt x="2104" y="780"/>
                  </a:lnTo>
                  <a:lnTo>
                    <a:pt x="2093" y="782"/>
                  </a:lnTo>
                  <a:lnTo>
                    <a:pt x="2081" y="784"/>
                  </a:lnTo>
                  <a:lnTo>
                    <a:pt x="2070" y="785"/>
                  </a:lnTo>
                  <a:lnTo>
                    <a:pt x="2059" y="786"/>
                  </a:lnTo>
                  <a:lnTo>
                    <a:pt x="2047" y="783"/>
                  </a:lnTo>
                  <a:lnTo>
                    <a:pt x="2039" y="782"/>
                  </a:lnTo>
                  <a:lnTo>
                    <a:pt x="2034" y="786"/>
                  </a:lnTo>
                  <a:lnTo>
                    <a:pt x="2032" y="793"/>
                  </a:lnTo>
                  <a:lnTo>
                    <a:pt x="2031" y="803"/>
                  </a:lnTo>
                  <a:lnTo>
                    <a:pt x="2030" y="813"/>
                  </a:lnTo>
                  <a:lnTo>
                    <a:pt x="2028" y="822"/>
                  </a:lnTo>
                  <a:lnTo>
                    <a:pt x="2026" y="831"/>
                  </a:lnTo>
                  <a:lnTo>
                    <a:pt x="2020" y="834"/>
                  </a:lnTo>
                  <a:lnTo>
                    <a:pt x="2013" y="836"/>
                  </a:lnTo>
                  <a:lnTo>
                    <a:pt x="2006" y="838"/>
                  </a:lnTo>
                  <a:lnTo>
                    <a:pt x="2000" y="842"/>
                  </a:lnTo>
                  <a:lnTo>
                    <a:pt x="1994" y="846"/>
                  </a:lnTo>
                  <a:lnTo>
                    <a:pt x="1989" y="852"/>
                  </a:lnTo>
                  <a:lnTo>
                    <a:pt x="1985" y="858"/>
                  </a:lnTo>
                  <a:lnTo>
                    <a:pt x="1981" y="866"/>
                  </a:lnTo>
                  <a:lnTo>
                    <a:pt x="1978" y="875"/>
                  </a:lnTo>
                  <a:lnTo>
                    <a:pt x="1974" y="884"/>
                  </a:lnTo>
                  <a:lnTo>
                    <a:pt x="1969" y="888"/>
                  </a:lnTo>
                  <a:lnTo>
                    <a:pt x="1963" y="890"/>
                  </a:lnTo>
                  <a:lnTo>
                    <a:pt x="1956" y="889"/>
                  </a:lnTo>
                  <a:lnTo>
                    <a:pt x="1950" y="888"/>
                  </a:lnTo>
                  <a:lnTo>
                    <a:pt x="1946" y="886"/>
                  </a:lnTo>
                  <a:lnTo>
                    <a:pt x="1942" y="885"/>
                  </a:lnTo>
                  <a:lnTo>
                    <a:pt x="1941" y="884"/>
                  </a:lnTo>
                  <a:lnTo>
                    <a:pt x="1940" y="885"/>
                  </a:lnTo>
                  <a:lnTo>
                    <a:pt x="1939" y="887"/>
                  </a:lnTo>
                  <a:lnTo>
                    <a:pt x="1936" y="890"/>
                  </a:lnTo>
                  <a:lnTo>
                    <a:pt x="1933" y="894"/>
                  </a:lnTo>
                  <a:lnTo>
                    <a:pt x="1930" y="900"/>
                  </a:lnTo>
                  <a:lnTo>
                    <a:pt x="1928" y="906"/>
                  </a:lnTo>
                  <a:lnTo>
                    <a:pt x="1926" y="914"/>
                  </a:lnTo>
                  <a:lnTo>
                    <a:pt x="1925" y="923"/>
                  </a:lnTo>
                  <a:lnTo>
                    <a:pt x="1924" y="933"/>
                  </a:lnTo>
                  <a:lnTo>
                    <a:pt x="1920" y="941"/>
                  </a:lnTo>
                  <a:lnTo>
                    <a:pt x="1915" y="948"/>
                  </a:lnTo>
                  <a:lnTo>
                    <a:pt x="1909" y="954"/>
                  </a:lnTo>
                  <a:lnTo>
                    <a:pt x="1900" y="961"/>
                  </a:lnTo>
                  <a:lnTo>
                    <a:pt x="1892" y="967"/>
                  </a:lnTo>
                  <a:lnTo>
                    <a:pt x="1884" y="974"/>
                  </a:lnTo>
                  <a:lnTo>
                    <a:pt x="1877" y="983"/>
                  </a:lnTo>
                  <a:lnTo>
                    <a:pt x="1870" y="991"/>
                  </a:lnTo>
                  <a:lnTo>
                    <a:pt x="1862" y="997"/>
                  </a:lnTo>
                  <a:lnTo>
                    <a:pt x="1854" y="1003"/>
                  </a:lnTo>
                  <a:lnTo>
                    <a:pt x="1848" y="1008"/>
                  </a:lnTo>
                  <a:lnTo>
                    <a:pt x="1843" y="1014"/>
                  </a:lnTo>
                  <a:lnTo>
                    <a:pt x="1839" y="1019"/>
                  </a:lnTo>
                  <a:lnTo>
                    <a:pt x="1837" y="1025"/>
                  </a:lnTo>
                  <a:lnTo>
                    <a:pt x="1838" y="1033"/>
                  </a:lnTo>
                  <a:lnTo>
                    <a:pt x="1837" y="1039"/>
                  </a:lnTo>
                  <a:lnTo>
                    <a:pt x="1832" y="1044"/>
                  </a:lnTo>
                  <a:lnTo>
                    <a:pt x="1823" y="1047"/>
                  </a:lnTo>
                  <a:lnTo>
                    <a:pt x="1812" y="1049"/>
                  </a:lnTo>
                  <a:lnTo>
                    <a:pt x="1801" y="1050"/>
                  </a:lnTo>
                  <a:lnTo>
                    <a:pt x="1791" y="1050"/>
                  </a:lnTo>
                  <a:lnTo>
                    <a:pt x="1785" y="1050"/>
                  </a:lnTo>
                  <a:lnTo>
                    <a:pt x="1782" y="1050"/>
                  </a:lnTo>
                  <a:lnTo>
                    <a:pt x="1781" y="1052"/>
                  </a:lnTo>
                  <a:lnTo>
                    <a:pt x="1778" y="1059"/>
                  </a:lnTo>
                  <a:lnTo>
                    <a:pt x="1774" y="1068"/>
                  </a:lnTo>
                  <a:lnTo>
                    <a:pt x="1769" y="1078"/>
                  </a:lnTo>
                  <a:lnTo>
                    <a:pt x="1763" y="1090"/>
                  </a:lnTo>
                  <a:lnTo>
                    <a:pt x="1755" y="1100"/>
                  </a:lnTo>
                  <a:lnTo>
                    <a:pt x="1748" y="1109"/>
                  </a:lnTo>
                  <a:lnTo>
                    <a:pt x="1740" y="1114"/>
                  </a:lnTo>
                  <a:lnTo>
                    <a:pt x="1732" y="1116"/>
                  </a:lnTo>
                  <a:lnTo>
                    <a:pt x="1724" y="1118"/>
                  </a:lnTo>
                  <a:lnTo>
                    <a:pt x="1717" y="1119"/>
                  </a:lnTo>
                  <a:lnTo>
                    <a:pt x="1710" y="1120"/>
                  </a:lnTo>
                  <a:lnTo>
                    <a:pt x="1703" y="1122"/>
                  </a:lnTo>
                  <a:lnTo>
                    <a:pt x="1698" y="1127"/>
                  </a:lnTo>
                  <a:lnTo>
                    <a:pt x="1695" y="1135"/>
                  </a:lnTo>
                  <a:lnTo>
                    <a:pt x="1695" y="1146"/>
                  </a:lnTo>
                  <a:lnTo>
                    <a:pt x="1695" y="1157"/>
                  </a:lnTo>
                  <a:lnTo>
                    <a:pt x="1692" y="1164"/>
                  </a:lnTo>
                  <a:lnTo>
                    <a:pt x="1689" y="1169"/>
                  </a:lnTo>
                  <a:lnTo>
                    <a:pt x="1685" y="1173"/>
                  </a:lnTo>
                  <a:lnTo>
                    <a:pt x="1680" y="1176"/>
                  </a:lnTo>
                  <a:lnTo>
                    <a:pt x="1677" y="1181"/>
                  </a:lnTo>
                  <a:lnTo>
                    <a:pt x="1674" y="1189"/>
                  </a:lnTo>
                  <a:lnTo>
                    <a:pt x="1673" y="1199"/>
                  </a:lnTo>
                  <a:lnTo>
                    <a:pt x="1672" y="1210"/>
                  </a:lnTo>
                  <a:lnTo>
                    <a:pt x="1668" y="1218"/>
                  </a:lnTo>
                  <a:lnTo>
                    <a:pt x="1663" y="1224"/>
                  </a:lnTo>
                  <a:lnTo>
                    <a:pt x="1657" y="1229"/>
                  </a:lnTo>
                  <a:lnTo>
                    <a:pt x="1651" y="1235"/>
                  </a:lnTo>
                  <a:lnTo>
                    <a:pt x="1648" y="1239"/>
                  </a:lnTo>
                  <a:lnTo>
                    <a:pt x="1646" y="1245"/>
                  </a:lnTo>
                  <a:lnTo>
                    <a:pt x="1647" y="1252"/>
                  </a:lnTo>
                  <a:lnTo>
                    <a:pt x="1649" y="1260"/>
                  </a:lnTo>
                  <a:lnTo>
                    <a:pt x="1648" y="1266"/>
                  </a:lnTo>
                  <a:lnTo>
                    <a:pt x="1646" y="1271"/>
                  </a:lnTo>
                  <a:lnTo>
                    <a:pt x="1642" y="1276"/>
                  </a:lnTo>
                  <a:lnTo>
                    <a:pt x="1637" y="1279"/>
                  </a:lnTo>
                  <a:lnTo>
                    <a:pt x="1631" y="1283"/>
                  </a:lnTo>
                  <a:lnTo>
                    <a:pt x="1624" y="1285"/>
                  </a:lnTo>
                  <a:lnTo>
                    <a:pt x="1617" y="1286"/>
                  </a:lnTo>
                  <a:lnTo>
                    <a:pt x="1610" y="1288"/>
                  </a:lnTo>
                  <a:lnTo>
                    <a:pt x="1602" y="1290"/>
                  </a:lnTo>
                  <a:lnTo>
                    <a:pt x="1595" y="1294"/>
                  </a:lnTo>
                  <a:lnTo>
                    <a:pt x="1590" y="1299"/>
                  </a:lnTo>
                  <a:lnTo>
                    <a:pt x="1584" y="1306"/>
                  </a:lnTo>
                  <a:lnTo>
                    <a:pt x="1580" y="1315"/>
                  </a:lnTo>
                  <a:lnTo>
                    <a:pt x="1577" y="1326"/>
                  </a:lnTo>
                  <a:lnTo>
                    <a:pt x="1575" y="1340"/>
                  </a:lnTo>
                  <a:lnTo>
                    <a:pt x="1573" y="1351"/>
                  </a:lnTo>
                  <a:lnTo>
                    <a:pt x="1570" y="1357"/>
                  </a:lnTo>
                  <a:lnTo>
                    <a:pt x="1566" y="1360"/>
                  </a:lnTo>
                  <a:lnTo>
                    <a:pt x="1562" y="1361"/>
                  </a:lnTo>
                  <a:lnTo>
                    <a:pt x="1559" y="1362"/>
                  </a:lnTo>
                  <a:lnTo>
                    <a:pt x="1556" y="1365"/>
                  </a:lnTo>
                  <a:lnTo>
                    <a:pt x="1555" y="1370"/>
                  </a:lnTo>
                  <a:lnTo>
                    <a:pt x="1557" y="1381"/>
                  </a:lnTo>
                  <a:lnTo>
                    <a:pt x="1560" y="1394"/>
                  </a:lnTo>
                  <a:lnTo>
                    <a:pt x="1560" y="1403"/>
                  </a:lnTo>
                  <a:lnTo>
                    <a:pt x="1557" y="1409"/>
                  </a:lnTo>
                  <a:lnTo>
                    <a:pt x="1554" y="1413"/>
                  </a:lnTo>
                  <a:lnTo>
                    <a:pt x="1548" y="1416"/>
                  </a:lnTo>
                  <a:lnTo>
                    <a:pt x="1542" y="1418"/>
                  </a:lnTo>
                  <a:lnTo>
                    <a:pt x="1533" y="1419"/>
                  </a:lnTo>
                  <a:lnTo>
                    <a:pt x="1524" y="1421"/>
                  </a:lnTo>
                  <a:lnTo>
                    <a:pt x="1516" y="1425"/>
                  </a:lnTo>
                  <a:lnTo>
                    <a:pt x="1510" y="1432"/>
                  </a:lnTo>
                  <a:lnTo>
                    <a:pt x="1506" y="1443"/>
                  </a:lnTo>
                  <a:lnTo>
                    <a:pt x="1503" y="1455"/>
                  </a:lnTo>
                  <a:lnTo>
                    <a:pt x="1498" y="1469"/>
                  </a:lnTo>
                  <a:lnTo>
                    <a:pt x="1492" y="1484"/>
                  </a:lnTo>
                  <a:lnTo>
                    <a:pt x="1482" y="1499"/>
                  </a:lnTo>
                  <a:lnTo>
                    <a:pt x="1468" y="1514"/>
                  </a:lnTo>
                  <a:lnTo>
                    <a:pt x="1453" y="1529"/>
                  </a:lnTo>
                  <a:lnTo>
                    <a:pt x="1446" y="1545"/>
                  </a:lnTo>
                  <a:lnTo>
                    <a:pt x="1442" y="1561"/>
                  </a:lnTo>
                  <a:lnTo>
                    <a:pt x="1441" y="1577"/>
                  </a:lnTo>
                  <a:lnTo>
                    <a:pt x="1439" y="1594"/>
                  </a:lnTo>
                  <a:lnTo>
                    <a:pt x="1434" y="1608"/>
                  </a:lnTo>
                  <a:lnTo>
                    <a:pt x="1425" y="1620"/>
                  </a:lnTo>
                  <a:lnTo>
                    <a:pt x="1410" y="1631"/>
                  </a:lnTo>
                  <a:lnTo>
                    <a:pt x="1394" y="1641"/>
                  </a:lnTo>
                  <a:lnTo>
                    <a:pt x="1387" y="1650"/>
                  </a:lnTo>
                  <a:lnTo>
                    <a:pt x="1386" y="1659"/>
                  </a:lnTo>
                  <a:lnTo>
                    <a:pt x="1389" y="1667"/>
                  </a:lnTo>
                  <a:lnTo>
                    <a:pt x="1396" y="1674"/>
                  </a:lnTo>
                  <a:lnTo>
                    <a:pt x="1404" y="1681"/>
                  </a:lnTo>
                  <a:lnTo>
                    <a:pt x="1412" y="1688"/>
                  </a:lnTo>
                  <a:lnTo>
                    <a:pt x="1418" y="1694"/>
                  </a:lnTo>
                  <a:lnTo>
                    <a:pt x="1421" y="1702"/>
                  </a:lnTo>
                  <a:lnTo>
                    <a:pt x="1423" y="1714"/>
                  </a:lnTo>
                  <a:lnTo>
                    <a:pt x="1424" y="1729"/>
                  </a:lnTo>
                  <a:lnTo>
                    <a:pt x="1425" y="1747"/>
                  </a:lnTo>
                  <a:lnTo>
                    <a:pt x="1426" y="1765"/>
                  </a:lnTo>
                  <a:lnTo>
                    <a:pt x="1429" y="1782"/>
                  </a:lnTo>
                  <a:lnTo>
                    <a:pt x="1435" y="1799"/>
                  </a:lnTo>
                  <a:lnTo>
                    <a:pt x="1443" y="1812"/>
                  </a:lnTo>
                  <a:lnTo>
                    <a:pt x="1454" y="1825"/>
                  </a:lnTo>
                  <a:lnTo>
                    <a:pt x="1466" y="1841"/>
                  </a:lnTo>
                  <a:lnTo>
                    <a:pt x="1478" y="1858"/>
                  </a:lnTo>
                  <a:lnTo>
                    <a:pt x="1488" y="1876"/>
                  </a:lnTo>
                  <a:lnTo>
                    <a:pt x="1496" y="1897"/>
                  </a:lnTo>
                  <a:lnTo>
                    <a:pt x="1501" y="1917"/>
                  </a:lnTo>
                  <a:lnTo>
                    <a:pt x="1503" y="1938"/>
                  </a:lnTo>
                  <a:lnTo>
                    <a:pt x="1499" y="1958"/>
                  </a:lnTo>
                  <a:lnTo>
                    <a:pt x="1492" y="1976"/>
                  </a:lnTo>
                  <a:lnTo>
                    <a:pt x="1485" y="1992"/>
                  </a:lnTo>
                  <a:lnTo>
                    <a:pt x="1478" y="2006"/>
                  </a:lnTo>
                  <a:lnTo>
                    <a:pt x="1471" y="2017"/>
                  </a:lnTo>
                  <a:lnTo>
                    <a:pt x="1466" y="2027"/>
                  </a:lnTo>
                  <a:lnTo>
                    <a:pt x="1463" y="2038"/>
                  </a:lnTo>
                  <a:lnTo>
                    <a:pt x="1463" y="2047"/>
                  </a:lnTo>
                  <a:lnTo>
                    <a:pt x="1466" y="2056"/>
                  </a:lnTo>
                  <a:lnTo>
                    <a:pt x="1469" y="2065"/>
                  </a:lnTo>
                  <a:lnTo>
                    <a:pt x="1469" y="2073"/>
                  </a:lnTo>
                  <a:lnTo>
                    <a:pt x="1468" y="2081"/>
                  </a:lnTo>
                  <a:lnTo>
                    <a:pt x="1466" y="2090"/>
                  </a:lnTo>
                  <a:lnTo>
                    <a:pt x="1463" y="2097"/>
                  </a:lnTo>
                  <a:lnTo>
                    <a:pt x="1462" y="2104"/>
                  </a:lnTo>
                  <a:lnTo>
                    <a:pt x="1464" y="2111"/>
                  </a:lnTo>
                  <a:lnTo>
                    <a:pt x="1468" y="2118"/>
                  </a:lnTo>
                  <a:lnTo>
                    <a:pt x="1473" y="2125"/>
                  </a:lnTo>
                  <a:lnTo>
                    <a:pt x="1474" y="2133"/>
                  </a:lnTo>
                  <a:lnTo>
                    <a:pt x="1474" y="2143"/>
                  </a:lnTo>
                  <a:lnTo>
                    <a:pt x="1472" y="2151"/>
                  </a:lnTo>
                  <a:lnTo>
                    <a:pt x="1469" y="2161"/>
                  </a:lnTo>
                  <a:lnTo>
                    <a:pt x="1467" y="2171"/>
                  </a:lnTo>
                  <a:lnTo>
                    <a:pt x="1465" y="2182"/>
                  </a:lnTo>
                  <a:lnTo>
                    <a:pt x="1466" y="2194"/>
                  </a:lnTo>
                  <a:lnTo>
                    <a:pt x="1467" y="2205"/>
                  </a:lnTo>
                  <a:lnTo>
                    <a:pt x="1466" y="2217"/>
                  </a:lnTo>
                  <a:lnTo>
                    <a:pt x="1465" y="2227"/>
                  </a:lnTo>
                  <a:lnTo>
                    <a:pt x="1463" y="2237"/>
                  </a:lnTo>
                  <a:lnTo>
                    <a:pt x="1462" y="2247"/>
                  </a:lnTo>
                  <a:lnTo>
                    <a:pt x="1461" y="2256"/>
                  </a:lnTo>
                  <a:lnTo>
                    <a:pt x="1462" y="2263"/>
                  </a:lnTo>
                  <a:lnTo>
                    <a:pt x="1466" y="2270"/>
                  </a:lnTo>
                  <a:lnTo>
                    <a:pt x="1469" y="2277"/>
                  </a:lnTo>
                  <a:lnTo>
                    <a:pt x="1471" y="2284"/>
                  </a:lnTo>
                  <a:lnTo>
                    <a:pt x="1471" y="2293"/>
                  </a:lnTo>
                  <a:lnTo>
                    <a:pt x="1471" y="2302"/>
                  </a:lnTo>
                  <a:lnTo>
                    <a:pt x="1472" y="2312"/>
                  </a:lnTo>
                  <a:lnTo>
                    <a:pt x="1475" y="2321"/>
                  </a:lnTo>
                  <a:lnTo>
                    <a:pt x="1482" y="2330"/>
                  </a:lnTo>
                  <a:lnTo>
                    <a:pt x="1493" y="2340"/>
                  </a:lnTo>
                  <a:lnTo>
                    <a:pt x="1503" y="2350"/>
                  </a:lnTo>
                  <a:lnTo>
                    <a:pt x="1507" y="2362"/>
                  </a:lnTo>
                  <a:lnTo>
                    <a:pt x="1507" y="2375"/>
                  </a:lnTo>
                  <a:lnTo>
                    <a:pt x="1504" y="2388"/>
                  </a:lnTo>
                  <a:lnTo>
                    <a:pt x="1499" y="2400"/>
                  </a:lnTo>
                  <a:lnTo>
                    <a:pt x="1494" y="2410"/>
                  </a:lnTo>
                  <a:lnTo>
                    <a:pt x="1490" y="2417"/>
                  </a:lnTo>
                  <a:lnTo>
                    <a:pt x="1488" y="2419"/>
                  </a:lnTo>
                  <a:lnTo>
                    <a:pt x="1488" y="2422"/>
                  </a:lnTo>
                  <a:lnTo>
                    <a:pt x="1486" y="2430"/>
                  </a:lnTo>
                  <a:lnTo>
                    <a:pt x="1484" y="2442"/>
                  </a:lnTo>
                  <a:lnTo>
                    <a:pt x="1481" y="2455"/>
                  </a:lnTo>
                  <a:lnTo>
                    <a:pt x="1476" y="2467"/>
                  </a:lnTo>
                  <a:lnTo>
                    <a:pt x="1469" y="2478"/>
                  </a:lnTo>
                  <a:lnTo>
                    <a:pt x="1462" y="2486"/>
                  </a:lnTo>
                  <a:lnTo>
                    <a:pt x="1451" y="2488"/>
                  </a:lnTo>
                  <a:lnTo>
                    <a:pt x="1441" y="2487"/>
                  </a:lnTo>
                  <a:lnTo>
                    <a:pt x="1431" y="2485"/>
                  </a:lnTo>
                  <a:lnTo>
                    <a:pt x="1422" y="2484"/>
                  </a:lnTo>
                  <a:lnTo>
                    <a:pt x="1412" y="2483"/>
                  </a:lnTo>
                  <a:lnTo>
                    <a:pt x="1400" y="2482"/>
                  </a:lnTo>
                  <a:lnTo>
                    <a:pt x="1389" y="2483"/>
                  </a:lnTo>
                  <a:lnTo>
                    <a:pt x="1376" y="2484"/>
                  </a:lnTo>
                  <a:lnTo>
                    <a:pt x="1362" y="2488"/>
                  </a:lnTo>
                  <a:lnTo>
                    <a:pt x="1348" y="2495"/>
                  </a:lnTo>
                  <a:lnTo>
                    <a:pt x="1340" y="2503"/>
                  </a:lnTo>
                  <a:lnTo>
                    <a:pt x="1334" y="2512"/>
                  </a:lnTo>
                  <a:lnTo>
                    <a:pt x="1330" y="2521"/>
                  </a:lnTo>
                  <a:lnTo>
                    <a:pt x="1327" y="2529"/>
                  </a:lnTo>
                  <a:lnTo>
                    <a:pt x="1323" y="2535"/>
                  </a:lnTo>
                  <a:lnTo>
                    <a:pt x="1318" y="2538"/>
                  </a:lnTo>
                  <a:lnTo>
                    <a:pt x="1308" y="2536"/>
                  </a:lnTo>
                  <a:lnTo>
                    <a:pt x="1299" y="2534"/>
                  </a:lnTo>
                  <a:lnTo>
                    <a:pt x="1292" y="2536"/>
                  </a:lnTo>
                  <a:lnTo>
                    <a:pt x="1287" y="2542"/>
                  </a:lnTo>
                  <a:lnTo>
                    <a:pt x="1283" y="2548"/>
                  </a:lnTo>
                  <a:lnTo>
                    <a:pt x="1279" y="2555"/>
                  </a:lnTo>
                  <a:lnTo>
                    <a:pt x="1275" y="2562"/>
                  </a:lnTo>
                  <a:lnTo>
                    <a:pt x="1270" y="2566"/>
                  </a:lnTo>
                  <a:lnTo>
                    <a:pt x="1264" y="2568"/>
                  </a:lnTo>
                  <a:lnTo>
                    <a:pt x="1253" y="2570"/>
                  </a:lnTo>
                  <a:lnTo>
                    <a:pt x="1240" y="2576"/>
                  </a:lnTo>
                  <a:lnTo>
                    <a:pt x="1224" y="2584"/>
                  </a:lnTo>
                  <a:lnTo>
                    <a:pt x="1207" y="2593"/>
                  </a:lnTo>
                  <a:lnTo>
                    <a:pt x="1191" y="2602"/>
                  </a:lnTo>
                  <a:lnTo>
                    <a:pt x="1178" y="2610"/>
                  </a:lnTo>
                  <a:lnTo>
                    <a:pt x="1169" y="2616"/>
                  </a:lnTo>
                  <a:lnTo>
                    <a:pt x="1166" y="2618"/>
                  </a:lnTo>
                  <a:lnTo>
                    <a:pt x="1163" y="2621"/>
                  </a:lnTo>
                  <a:lnTo>
                    <a:pt x="1155" y="2629"/>
                  </a:lnTo>
                  <a:lnTo>
                    <a:pt x="1145" y="2642"/>
                  </a:lnTo>
                  <a:lnTo>
                    <a:pt x="1132" y="2655"/>
                  </a:lnTo>
                  <a:lnTo>
                    <a:pt x="1118" y="2668"/>
                  </a:lnTo>
                  <a:lnTo>
                    <a:pt x="1103" y="2680"/>
                  </a:lnTo>
                  <a:lnTo>
                    <a:pt x="1090" y="2688"/>
                  </a:lnTo>
                  <a:lnTo>
                    <a:pt x="1079" y="2692"/>
                  </a:lnTo>
                  <a:lnTo>
                    <a:pt x="1070" y="2692"/>
                  </a:lnTo>
                  <a:lnTo>
                    <a:pt x="1063" y="2693"/>
                  </a:lnTo>
                  <a:lnTo>
                    <a:pt x="1057" y="2696"/>
                  </a:lnTo>
                  <a:lnTo>
                    <a:pt x="1052" y="2701"/>
                  </a:lnTo>
                  <a:lnTo>
                    <a:pt x="1048" y="2708"/>
                  </a:lnTo>
                  <a:lnTo>
                    <a:pt x="1045" y="2719"/>
                  </a:lnTo>
                  <a:lnTo>
                    <a:pt x="1042" y="2733"/>
                  </a:lnTo>
                  <a:lnTo>
                    <a:pt x="1039" y="2753"/>
                  </a:lnTo>
                  <a:lnTo>
                    <a:pt x="1034" y="2772"/>
                  </a:lnTo>
                  <a:lnTo>
                    <a:pt x="1028" y="2787"/>
                  </a:lnTo>
                  <a:lnTo>
                    <a:pt x="1020" y="2801"/>
                  </a:lnTo>
                  <a:lnTo>
                    <a:pt x="1011" y="2811"/>
                  </a:lnTo>
                  <a:lnTo>
                    <a:pt x="1003" y="2819"/>
                  </a:lnTo>
                  <a:lnTo>
                    <a:pt x="998" y="2826"/>
                  </a:lnTo>
                  <a:lnTo>
                    <a:pt x="995" y="2833"/>
                  </a:lnTo>
                  <a:lnTo>
                    <a:pt x="997" y="2840"/>
                  </a:lnTo>
                  <a:lnTo>
                    <a:pt x="999" y="2846"/>
                  </a:lnTo>
                  <a:lnTo>
                    <a:pt x="996" y="2849"/>
                  </a:lnTo>
                  <a:lnTo>
                    <a:pt x="990" y="2849"/>
                  </a:lnTo>
                  <a:lnTo>
                    <a:pt x="982" y="2848"/>
                  </a:lnTo>
                  <a:lnTo>
                    <a:pt x="973" y="2847"/>
                  </a:lnTo>
                  <a:lnTo>
                    <a:pt x="965" y="2847"/>
                  </a:lnTo>
                  <a:lnTo>
                    <a:pt x="958" y="2850"/>
                  </a:lnTo>
                  <a:lnTo>
                    <a:pt x="955" y="2855"/>
                  </a:lnTo>
                  <a:lnTo>
                    <a:pt x="953" y="2860"/>
                  </a:lnTo>
                  <a:lnTo>
                    <a:pt x="950" y="2867"/>
                  </a:lnTo>
                  <a:lnTo>
                    <a:pt x="945" y="2874"/>
                  </a:lnTo>
                  <a:lnTo>
                    <a:pt x="940" y="2881"/>
                  </a:lnTo>
                  <a:lnTo>
                    <a:pt x="933" y="2889"/>
                  </a:lnTo>
                  <a:lnTo>
                    <a:pt x="925" y="2898"/>
                  </a:lnTo>
                  <a:lnTo>
                    <a:pt x="917" y="2905"/>
                  </a:lnTo>
                  <a:lnTo>
                    <a:pt x="907" y="2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33" name="Freeform 532">
              <a:extLst>
                <a:ext uri="{FF2B5EF4-FFF2-40B4-BE49-F238E27FC236}">
                  <a16:creationId xmlns:a16="http://schemas.microsoft.com/office/drawing/2014/main" id="{766B909A-B7E2-8D12-2E4A-DD540116CFEC}"/>
                </a:ext>
              </a:extLst>
            </p:cNvPr>
            <p:cNvSpPr>
              <a:spLocks/>
            </p:cNvSpPr>
            <p:nvPr/>
          </p:nvSpPr>
          <p:spPr bwMode="auto">
            <a:xfrm>
              <a:off x="2386" y="1779"/>
              <a:ext cx="545" cy="941"/>
            </a:xfrm>
            <a:custGeom>
              <a:avLst/>
              <a:gdLst>
                <a:gd name="T0" fmla="*/ 0 w 2180"/>
                <a:gd name="T1" fmla="*/ 0 h 3763"/>
                <a:gd name="T2" fmla="*/ 0 w 2180"/>
                <a:gd name="T3" fmla="*/ 0 h 3763"/>
                <a:gd name="T4" fmla="*/ 0 w 2180"/>
                <a:gd name="T5" fmla="*/ 0 h 3763"/>
                <a:gd name="T6" fmla="*/ 0 w 2180"/>
                <a:gd name="T7" fmla="*/ 0 h 3763"/>
                <a:gd name="T8" fmla="*/ 0 w 2180"/>
                <a:gd name="T9" fmla="*/ 0 h 3763"/>
                <a:gd name="T10" fmla="*/ 0 w 2180"/>
                <a:gd name="T11" fmla="*/ 0 h 3763"/>
                <a:gd name="T12" fmla="*/ 0 w 2180"/>
                <a:gd name="T13" fmla="*/ 0 h 3763"/>
                <a:gd name="T14" fmla="*/ 0 w 2180"/>
                <a:gd name="T15" fmla="*/ 0 h 3763"/>
                <a:gd name="T16" fmla="*/ 0 w 2180"/>
                <a:gd name="T17" fmla="*/ 0 h 3763"/>
                <a:gd name="T18" fmla="*/ 0 w 2180"/>
                <a:gd name="T19" fmla="*/ 0 h 3763"/>
                <a:gd name="T20" fmla="*/ 0 w 2180"/>
                <a:gd name="T21" fmla="*/ 0 h 3763"/>
                <a:gd name="T22" fmla="*/ 0 w 2180"/>
                <a:gd name="T23" fmla="*/ 0 h 3763"/>
                <a:gd name="T24" fmla="*/ 0 w 2180"/>
                <a:gd name="T25" fmla="*/ 0 h 3763"/>
                <a:gd name="T26" fmla="*/ 0 w 2180"/>
                <a:gd name="T27" fmla="*/ 0 h 3763"/>
                <a:gd name="T28" fmla="*/ 0 w 2180"/>
                <a:gd name="T29" fmla="*/ 0 h 3763"/>
                <a:gd name="T30" fmla="*/ 0 w 2180"/>
                <a:gd name="T31" fmla="*/ 0 h 3763"/>
                <a:gd name="T32" fmla="*/ 0 w 2180"/>
                <a:gd name="T33" fmla="*/ 0 h 3763"/>
                <a:gd name="T34" fmla="*/ 0 w 2180"/>
                <a:gd name="T35" fmla="*/ 0 h 3763"/>
                <a:gd name="T36" fmla="*/ 0 w 2180"/>
                <a:gd name="T37" fmla="*/ 0 h 3763"/>
                <a:gd name="T38" fmla="*/ 0 w 2180"/>
                <a:gd name="T39" fmla="*/ 0 h 3763"/>
                <a:gd name="T40" fmla="*/ 0 w 2180"/>
                <a:gd name="T41" fmla="*/ 0 h 3763"/>
                <a:gd name="T42" fmla="*/ 0 w 2180"/>
                <a:gd name="T43" fmla="*/ 0 h 3763"/>
                <a:gd name="T44" fmla="*/ 0 w 2180"/>
                <a:gd name="T45" fmla="*/ 0 h 3763"/>
                <a:gd name="T46" fmla="*/ 0 w 2180"/>
                <a:gd name="T47" fmla="*/ 0 h 3763"/>
                <a:gd name="T48" fmla="*/ 0 w 2180"/>
                <a:gd name="T49" fmla="*/ 0 h 3763"/>
                <a:gd name="T50" fmla="*/ 0 w 2180"/>
                <a:gd name="T51" fmla="*/ 0 h 3763"/>
                <a:gd name="T52" fmla="*/ 0 w 2180"/>
                <a:gd name="T53" fmla="*/ 0 h 3763"/>
                <a:gd name="T54" fmla="*/ 0 w 2180"/>
                <a:gd name="T55" fmla="*/ 0 h 3763"/>
                <a:gd name="T56" fmla="*/ 0 w 2180"/>
                <a:gd name="T57" fmla="*/ 0 h 3763"/>
                <a:gd name="T58" fmla="*/ 0 w 2180"/>
                <a:gd name="T59" fmla="*/ 0 h 3763"/>
                <a:gd name="T60" fmla="*/ 0 w 2180"/>
                <a:gd name="T61" fmla="*/ 0 h 3763"/>
                <a:gd name="T62" fmla="*/ 0 w 2180"/>
                <a:gd name="T63" fmla="*/ 0 h 3763"/>
                <a:gd name="T64" fmla="*/ 0 w 2180"/>
                <a:gd name="T65" fmla="*/ 0 h 3763"/>
                <a:gd name="T66" fmla="*/ 0 w 2180"/>
                <a:gd name="T67" fmla="*/ 0 h 3763"/>
                <a:gd name="T68" fmla="*/ 0 w 2180"/>
                <a:gd name="T69" fmla="*/ 0 h 3763"/>
                <a:gd name="T70" fmla="*/ 0 w 2180"/>
                <a:gd name="T71" fmla="*/ 0 h 3763"/>
                <a:gd name="T72" fmla="*/ 0 w 2180"/>
                <a:gd name="T73" fmla="*/ 0 h 3763"/>
                <a:gd name="T74" fmla="*/ 0 w 2180"/>
                <a:gd name="T75" fmla="*/ 0 h 3763"/>
                <a:gd name="T76" fmla="*/ 0 w 2180"/>
                <a:gd name="T77" fmla="*/ 0 h 3763"/>
                <a:gd name="T78" fmla="*/ 0 w 2180"/>
                <a:gd name="T79" fmla="*/ 0 h 3763"/>
                <a:gd name="T80" fmla="*/ 0 w 2180"/>
                <a:gd name="T81" fmla="*/ 0 h 3763"/>
                <a:gd name="T82" fmla="*/ 0 w 2180"/>
                <a:gd name="T83" fmla="*/ 0 h 3763"/>
                <a:gd name="T84" fmla="*/ 0 w 2180"/>
                <a:gd name="T85" fmla="*/ 0 h 3763"/>
                <a:gd name="T86" fmla="*/ 0 w 2180"/>
                <a:gd name="T87" fmla="*/ 0 h 3763"/>
                <a:gd name="T88" fmla="*/ 0 w 2180"/>
                <a:gd name="T89" fmla="*/ 0 h 3763"/>
                <a:gd name="T90" fmla="*/ 0 w 2180"/>
                <a:gd name="T91" fmla="*/ 0 h 3763"/>
                <a:gd name="T92" fmla="*/ 0 w 2180"/>
                <a:gd name="T93" fmla="*/ 0 h 3763"/>
                <a:gd name="T94" fmla="*/ 0 w 2180"/>
                <a:gd name="T95" fmla="*/ 0 h 3763"/>
                <a:gd name="T96" fmla="*/ 0 w 2180"/>
                <a:gd name="T97" fmla="*/ 0 h 3763"/>
                <a:gd name="T98" fmla="*/ 0 w 2180"/>
                <a:gd name="T99" fmla="*/ 0 h 3763"/>
                <a:gd name="T100" fmla="*/ 0 w 2180"/>
                <a:gd name="T101" fmla="*/ 0 h 3763"/>
                <a:gd name="T102" fmla="*/ 0 w 2180"/>
                <a:gd name="T103" fmla="*/ 0 h 3763"/>
                <a:gd name="T104" fmla="*/ 0 w 2180"/>
                <a:gd name="T105" fmla="*/ 0 h 3763"/>
                <a:gd name="T106" fmla="*/ 0 w 2180"/>
                <a:gd name="T107" fmla="*/ 0 h 3763"/>
                <a:gd name="T108" fmla="*/ 0 w 2180"/>
                <a:gd name="T109" fmla="*/ 0 h 3763"/>
                <a:gd name="T110" fmla="*/ 0 w 2180"/>
                <a:gd name="T111" fmla="*/ 0 h 3763"/>
                <a:gd name="T112" fmla="*/ 0 w 2180"/>
                <a:gd name="T113" fmla="*/ 0 h 3763"/>
                <a:gd name="T114" fmla="*/ 0 w 2180"/>
                <a:gd name="T115" fmla="*/ 0 h 3763"/>
                <a:gd name="T116" fmla="*/ 0 w 2180"/>
                <a:gd name="T117" fmla="*/ 0 h 3763"/>
                <a:gd name="T118" fmla="*/ 0 w 2180"/>
                <a:gd name="T119" fmla="*/ 0 h 3763"/>
                <a:gd name="T120" fmla="*/ 0 w 2180"/>
                <a:gd name="T121" fmla="*/ 0 h 3763"/>
                <a:gd name="T122" fmla="*/ 0 w 2180"/>
                <a:gd name="T123" fmla="*/ 0 h 3763"/>
                <a:gd name="T124" fmla="*/ 0 w 2180"/>
                <a:gd name="T125" fmla="*/ 0 h 3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80" h="3763">
                  <a:moveTo>
                    <a:pt x="869" y="3296"/>
                  </a:moveTo>
                  <a:lnTo>
                    <a:pt x="867" y="3300"/>
                  </a:lnTo>
                  <a:lnTo>
                    <a:pt x="865" y="3305"/>
                  </a:lnTo>
                  <a:lnTo>
                    <a:pt x="864" y="3309"/>
                  </a:lnTo>
                  <a:lnTo>
                    <a:pt x="862" y="3314"/>
                  </a:lnTo>
                  <a:lnTo>
                    <a:pt x="861" y="3318"/>
                  </a:lnTo>
                  <a:lnTo>
                    <a:pt x="859" y="3323"/>
                  </a:lnTo>
                  <a:lnTo>
                    <a:pt x="858" y="3328"/>
                  </a:lnTo>
                  <a:lnTo>
                    <a:pt x="857" y="3333"/>
                  </a:lnTo>
                  <a:lnTo>
                    <a:pt x="855" y="3348"/>
                  </a:lnTo>
                  <a:lnTo>
                    <a:pt x="858" y="3362"/>
                  </a:lnTo>
                  <a:lnTo>
                    <a:pt x="865" y="3374"/>
                  </a:lnTo>
                  <a:lnTo>
                    <a:pt x="875" y="3385"/>
                  </a:lnTo>
                  <a:lnTo>
                    <a:pt x="888" y="3395"/>
                  </a:lnTo>
                  <a:lnTo>
                    <a:pt x="901" y="3404"/>
                  </a:lnTo>
                  <a:lnTo>
                    <a:pt x="914" y="3413"/>
                  </a:lnTo>
                  <a:lnTo>
                    <a:pt x="926" y="3422"/>
                  </a:lnTo>
                  <a:lnTo>
                    <a:pt x="935" y="3432"/>
                  </a:lnTo>
                  <a:lnTo>
                    <a:pt x="940" y="3441"/>
                  </a:lnTo>
                  <a:lnTo>
                    <a:pt x="941" y="3450"/>
                  </a:lnTo>
                  <a:lnTo>
                    <a:pt x="939" y="3458"/>
                  </a:lnTo>
                  <a:lnTo>
                    <a:pt x="935" y="3467"/>
                  </a:lnTo>
                  <a:lnTo>
                    <a:pt x="930" y="3474"/>
                  </a:lnTo>
                  <a:lnTo>
                    <a:pt x="926" y="3483"/>
                  </a:lnTo>
                  <a:lnTo>
                    <a:pt x="922" y="3490"/>
                  </a:lnTo>
                  <a:lnTo>
                    <a:pt x="920" y="3499"/>
                  </a:lnTo>
                  <a:lnTo>
                    <a:pt x="918" y="3509"/>
                  </a:lnTo>
                  <a:lnTo>
                    <a:pt x="917" y="3522"/>
                  </a:lnTo>
                  <a:lnTo>
                    <a:pt x="917" y="3536"/>
                  </a:lnTo>
                  <a:lnTo>
                    <a:pt x="917" y="3549"/>
                  </a:lnTo>
                  <a:lnTo>
                    <a:pt x="918" y="3562"/>
                  </a:lnTo>
                  <a:lnTo>
                    <a:pt x="918" y="3574"/>
                  </a:lnTo>
                  <a:lnTo>
                    <a:pt x="918" y="3586"/>
                  </a:lnTo>
                  <a:lnTo>
                    <a:pt x="917" y="3598"/>
                  </a:lnTo>
                  <a:lnTo>
                    <a:pt x="915" y="3611"/>
                  </a:lnTo>
                  <a:lnTo>
                    <a:pt x="912" y="3627"/>
                  </a:lnTo>
                  <a:lnTo>
                    <a:pt x="905" y="3640"/>
                  </a:lnTo>
                  <a:lnTo>
                    <a:pt x="896" y="3653"/>
                  </a:lnTo>
                  <a:lnTo>
                    <a:pt x="882" y="3663"/>
                  </a:lnTo>
                  <a:lnTo>
                    <a:pt x="866" y="3670"/>
                  </a:lnTo>
                  <a:lnTo>
                    <a:pt x="845" y="3673"/>
                  </a:lnTo>
                  <a:lnTo>
                    <a:pt x="824" y="3674"/>
                  </a:lnTo>
                  <a:lnTo>
                    <a:pt x="808" y="3678"/>
                  </a:lnTo>
                  <a:lnTo>
                    <a:pt x="795" y="3682"/>
                  </a:lnTo>
                  <a:lnTo>
                    <a:pt x="785" y="3687"/>
                  </a:lnTo>
                  <a:lnTo>
                    <a:pt x="777" y="3692"/>
                  </a:lnTo>
                  <a:lnTo>
                    <a:pt x="770" y="3698"/>
                  </a:lnTo>
                  <a:lnTo>
                    <a:pt x="765" y="3704"/>
                  </a:lnTo>
                  <a:lnTo>
                    <a:pt x="759" y="3710"/>
                  </a:lnTo>
                  <a:lnTo>
                    <a:pt x="753" y="3716"/>
                  </a:lnTo>
                  <a:lnTo>
                    <a:pt x="747" y="3723"/>
                  </a:lnTo>
                  <a:lnTo>
                    <a:pt x="742" y="3733"/>
                  </a:lnTo>
                  <a:lnTo>
                    <a:pt x="736" y="3742"/>
                  </a:lnTo>
                  <a:lnTo>
                    <a:pt x="731" y="3751"/>
                  </a:lnTo>
                  <a:lnTo>
                    <a:pt x="724" y="3757"/>
                  </a:lnTo>
                  <a:lnTo>
                    <a:pt x="717" y="3762"/>
                  </a:lnTo>
                  <a:lnTo>
                    <a:pt x="708" y="3763"/>
                  </a:lnTo>
                  <a:lnTo>
                    <a:pt x="699" y="3761"/>
                  </a:lnTo>
                  <a:lnTo>
                    <a:pt x="692" y="3757"/>
                  </a:lnTo>
                  <a:lnTo>
                    <a:pt x="684" y="3753"/>
                  </a:lnTo>
                  <a:lnTo>
                    <a:pt x="678" y="3747"/>
                  </a:lnTo>
                  <a:lnTo>
                    <a:pt x="673" y="3742"/>
                  </a:lnTo>
                  <a:lnTo>
                    <a:pt x="670" y="3737"/>
                  </a:lnTo>
                  <a:lnTo>
                    <a:pt x="668" y="3734"/>
                  </a:lnTo>
                  <a:lnTo>
                    <a:pt x="667" y="3733"/>
                  </a:lnTo>
                  <a:lnTo>
                    <a:pt x="667" y="3731"/>
                  </a:lnTo>
                  <a:lnTo>
                    <a:pt x="666" y="3725"/>
                  </a:lnTo>
                  <a:lnTo>
                    <a:pt x="664" y="3717"/>
                  </a:lnTo>
                  <a:lnTo>
                    <a:pt x="661" y="3708"/>
                  </a:lnTo>
                  <a:lnTo>
                    <a:pt x="656" y="3699"/>
                  </a:lnTo>
                  <a:lnTo>
                    <a:pt x="650" y="3691"/>
                  </a:lnTo>
                  <a:lnTo>
                    <a:pt x="643" y="3684"/>
                  </a:lnTo>
                  <a:lnTo>
                    <a:pt x="632" y="3680"/>
                  </a:lnTo>
                  <a:lnTo>
                    <a:pt x="623" y="3673"/>
                  </a:lnTo>
                  <a:lnTo>
                    <a:pt x="615" y="3659"/>
                  </a:lnTo>
                  <a:lnTo>
                    <a:pt x="609" y="3641"/>
                  </a:lnTo>
                  <a:lnTo>
                    <a:pt x="606" y="3618"/>
                  </a:lnTo>
                  <a:lnTo>
                    <a:pt x="604" y="3595"/>
                  </a:lnTo>
                  <a:lnTo>
                    <a:pt x="606" y="3571"/>
                  </a:lnTo>
                  <a:lnTo>
                    <a:pt x="610" y="3550"/>
                  </a:lnTo>
                  <a:lnTo>
                    <a:pt x="618" y="3533"/>
                  </a:lnTo>
                  <a:lnTo>
                    <a:pt x="627" y="3520"/>
                  </a:lnTo>
                  <a:lnTo>
                    <a:pt x="633" y="3510"/>
                  </a:lnTo>
                  <a:lnTo>
                    <a:pt x="637" y="3503"/>
                  </a:lnTo>
                  <a:lnTo>
                    <a:pt x="637" y="3497"/>
                  </a:lnTo>
                  <a:lnTo>
                    <a:pt x="633" y="3491"/>
                  </a:lnTo>
                  <a:lnTo>
                    <a:pt x="626" y="3484"/>
                  </a:lnTo>
                  <a:lnTo>
                    <a:pt x="615" y="3476"/>
                  </a:lnTo>
                  <a:lnTo>
                    <a:pt x="600" y="3463"/>
                  </a:lnTo>
                  <a:lnTo>
                    <a:pt x="583" y="3453"/>
                  </a:lnTo>
                  <a:lnTo>
                    <a:pt x="571" y="3449"/>
                  </a:lnTo>
                  <a:lnTo>
                    <a:pt x="563" y="3450"/>
                  </a:lnTo>
                  <a:lnTo>
                    <a:pt x="557" y="3453"/>
                  </a:lnTo>
                  <a:lnTo>
                    <a:pt x="554" y="3459"/>
                  </a:lnTo>
                  <a:lnTo>
                    <a:pt x="552" y="3465"/>
                  </a:lnTo>
                  <a:lnTo>
                    <a:pt x="551" y="3469"/>
                  </a:lnTo>
                  <a:lnTo>
                    <a:pt x="551" y="3471"/>
                  </a:lnTo>
                  <a:lnTo>
                    <a:pt x="549" y="3474"/>
                  </a:lnTo>
                  <a:lnTo>
                    <a:pt x="544" y="3483"/>
                  </a:lnTo>
                  <a:lnTo>
                    <a:pt x="536" y="3495"/>
                  </a:lnTo>
                  <a:lnTo>
                    <a:pt x="527" y="3510"/>
                  </a:lnTo>
                  <a:lnTo>
                    <a:pt x="517" y="3528"/>
                  </a:lnTo>
                  <a:lnTo>
                    <a:pt x="507" y="3546"/>
                  </a:lnTo>
                  <a:lnTo>
                    <a:pt x="497" y="3565"/>
                  </a:lnTo>
                  <a:lnTo>
                    <a:pt x="487" y="3584"/>
                  </a:lnTo>
                  <a:lnTo>
                    <a:pt x="477" y="3599"/>
                  </a:lnTo>
                  <a:lnTo>
                    <a:pt x="466" y="3609"/>
                  </a:lnTo>
                  <a:lnTo>
                    <a:pt x="453" y="3616"/>
                  </a:lnTo>
                  <a:lnTo>
                    <a:pt x="439" y="3620"/>
                  </a:lnTo>
                  <a:lnTo>
                    <a:pt x="423" y="3623"/>
                  </a:lnTo>
                  <a:lnTo>
                    <a:pt x="410" y="3624"/>
                  </a:lnTo>
                  <a:lnTo>
                    <a:pt x="397" y="3627"/>
                  </a:lnTo>
                  <a:lnTo>
                    <a:pt x="385" y="3629"/>
                  </a:lnTo>
                  <a:lnTo>
                    <a:pt x="376" y="3630"/>
                  </a:lnTo>
                  <a:lnTo>
                    <a:pt x="367" y="3625"/>
                  </a:lnTo>
                  <a:lnTo>
                    <a:pt x="359" y="3618"/>
                  </a:lnTo>
                  <a:lnTo>
                    <a:pt x="351" y="3608"/>
                  </a:lnTo>
                  <a:lnTo>
                    <a:pt x="343" y="3597"/>
                  </a:lnTo>
                  <a:lnTo>
                    <a:pt x="335" y="3584"/>
                  </a:lnTo>
                  <a:lnTo>
                    <a:pt x="328" y="3569"/>
                  </a:lnTo>
                  <a:lnTo>
                    <a:pt x="322" y="3555"/>
                  </a:lnTo>
                  <a:lnTo>
                    <a:pt x="318" y="3544"/>
                  </a:lnTo>
                  <a:lnTo>
                    <a:pt x="316" y="3531"/>
                  </a:lnTo>
                  <a:lnTo>
                    <a:pt x="314" y="3514"/>
                  </a:lnTo>
                  <a:lnTo>
                    <a:pt x="314" y="3497"/>
                  </a:lnTo>
                  <a:lnTo>
                    <a:pt x="313" y="3479"/>
                  </a:lnTo>
                  <a:lnTo>
                    <a:pt x="314" y="3461"/>
                  </a:lnTo>
                  <a:lnTo>
                    <a:pt x="314" y="3444"/>
                  </a:lnTo>
                  <a:lnTo>
                    <a:pt x="315" y="3430"/>
                  </a:lnTo>
                  <a:lnTo>
                    <a:pt x="317" y="3430"/>
                  </a:lnTo>
                  <a:lnTo>
                    <a:pt x="319" y="3429"/>
                  </a:lnTo>
                  <a:lnTo>
                    <a:pt x="320" y="3429"/>
                  </a:lnTo>
                  <a:lnTo>
                    <a:pt x="324" y="3428"/>
                  </a:lnTo>
                  <a:lnTo>
                    <a:pt x="333" y="3426"/>
                  </a:lnTo>
                  <a:lnTo>
                    <a:pt x="346" y="3420"/>
                  </a:lnTo>
                  <a:lnTo>
                    <a:pt x="357" y="3414"/>
                  </a:lnTo>
                  <a:lnTo>
                    <a:pt x="364" y="3407"/>
                  </a:lnTo>
                  <a:lnTo>
                    <a:pt x="366" y="3398"/>
                  </a:lnTo>
                  <a:lnTo>
                    <a:pt x="358" y="3387"/>
                  </a:lnTo>
                  <a:lnTo>
                    <a:pt x="336" y="3373"/>
                  </a:lnTo>
                  <a:lnTo>
                    <a:pt x="313" y="3360"/>
                  </a:lnTo>
                  <a:lnTo>
                    <a:pt x="299" y="3349"/>
                  </a:lnTo>
                  <a:lnTo>
                    <a:pt x="292" y="3340"/>
                  </a:lnTo>
                  <a:lnTo>
                    <a:pt x="291" y="3332"/>
                  </a:lnTo>
                  <a:lnTo>
                    <a:pt x="293" y="3326"/>
                  </a:lnTo>
                  <a:lnTo>
                    <a:pt x="299" y="3321"/>
                  </a:lnTo>
                  <a:lnTo>
                    <a:pt x="305" y="3318"/>
                  </a:lnTo>
                  <a:lnTo>
                    <a:pt x="310" y="3316"/>
                  </a:lnTo>
                  <a:lnTo>
                    <a:pt x="316" y="3316"/>
                  </a:lnTo>
                  <a:lnTo>
                    <a:pt x="323" y="3318"/>
                  </a:lnTo>
                  <a:lnTo>
                    <a:pt x="330" y="3320"/>
                  </a:lnTo>
                  <a:lnTo>
                    <a:pt x="337" y="3323"/>
                  </a:lnTo>
                  <a:lnTo>
                    <a:pt x="345" y="3327"/>
                  </a:lnTo>
                  <a:lnTo>
                    <a:pt x="350" y="3330"/>
                  </a:lnTo>
                  <a:lnTo>
                    <a:pt x="354" y="3332"/>
                  </a:lnTo>
                  <a:lnTo>
                    <a:pt x="355" y="3333"/>
                  </a:lnTo>
                  <a:lnTo>
                    <a:pt x="356" y="3332"/>
                  </a:lnTo>
                  <a:lnTo>
                    <a:pt x="357" y="3328"/>
                  </a:lnTo>
                  <a:lnTo>
                    <a:pt x="360" y="3320"/>
                  </a:lnTo>
                  <a:lnTo>
                    <a:pt x="364" y="3312"/>
                  </a:lnTo>
                  <a:lnTo>
                    <a:pt x="368" y="3303"/>
                  </a:lnTo>
                  <a:lnTo>
                    <a:pt x="374" y="3293"/>
                  </a:lnTo>
                  <a:lnTo>
                    <a:pt x="379" y="3283"/>
                  </a:lnTo>
                  <a:lnTo>
                    <a:pt x="385" y="3271"/>
                  </a:lnTo>
                  <a:lnTo>
                    <a:pt x="390" y="3261"/>
                  </a:lnTo>
                  <a:lnTo>
                    <a:pt x="389" y="3252"/>
                  </a:lnTo>
                  <a:lnTo>
                    <a:pt x="384" y="3244"/>
                  </a:lnTo>
                  <a:lnTo>
                    <a:pt x="379" y="3236"/>
                  </a:lnTo>
                  <a:lnTo>
                    <a:pt x="371" y="3230"/>
                  </a:lnTo>
                  <a:lnTo>
                    <a:pt x="364" y="3225"/>
                  </a:lnTo>
                  <a:lnTo>
                    <a:pt x="357" y="3221"/>
                  </a:lnTo>
                  <a:lnTo>
                    <a:pt x="351" y="3220"/>
                  </a:lnTo>
                  <a:lnTo>
                    <a:pt x="345" y="3221"/>
                  </a:lnTo>
                  <a:lnTo>
                    <a:pt x="338" y="3225"/>
                  </a:lnTo>
                  <a:lnTo>
                    <a:pt x="331" y="3229"/>
                  </a:lnTo>
                  <a:lnTo>
                    <a:pt x="324" y="3234"/>
                  </a:lnTo>
                  <a:lnTo>
                    <a:pt x="318" y="3239"/>
                  </a:lnTo>
                  <a:lnTo>
                    <a:pt x="313" y="3243"/>
                  </a:lnTo>
                  <a:lnTo>
                    <a:pt x="309" y="3246"/>
                  </a:lnTo>
                  <a:lnTo>
                    <a:pt x="308" y="3247"/>
                  </a:lnTo>
                  <a:lnTo>
                    <a:pt x="309" y="3245"/>
                  </a:lnTo>
                  <a:lnTo>
                    <a:pt x="311" y="3241"/>
                  </a:lnTo>
                  <a:lnTo>
                    <a:pt x="314" y="3234"/>
                  </a:lnTo>
                  <a:lnTo>
                    <a:pt x="317" y="3226"/>
                  </a:lnTo>
                  <a:lnTo>
                    <a:pt x="320" y="3216"/>
                  </a:lnTo>
                  <a:lnTo>
                    <a:pt x="321" y="3206"/>
                  </a:lnTo>
                  <a:lnTo>
                    <a:pt x="320" y="3197"/>
                  </a:lnTo>
                  <a:lnTo>
                    <a:pt x="316" y="3188"/>
                  </a:lnTo>
                  <a:lnTo>
                    <a:pt x="311" y="3182"/>
                  </a:lnTo>
                  <a:lnTo>
                    <a:pt x="304" y="3181"/>
                  </a:lnTo>
                  <a:lnTo>
                    <a:pt x="296" y="3182"/>
                  </a:lnTo>
                  <a:lnTo>
                    <a:pt x="286" y="3185"/>
                  </a:lnTo>
                  <a:lnTo>
                    <a:pt x="277" y="3189"/>
                  </a:lnTo>
                  <a:lnTo>
                    <a:pt x="269" y="3192"/>
                  </a:lnTo>
                  <a:lnTo>
                    <a:pt x="260" y="3194"/>
                  </a:lnTo>
                  <a:lnTo>
                    <a:pt x="253" y="3192"/>
                  </a:lnTo>
                  <a:lnTo>
                    <a:pt x="247" y="3189"/>
                  </a:lnTo>
                  <a:lnTo>
                    <a:pt x="245" y="3186"/>
                  </a:lnTo>
                  <a:lnTo>
                    <a:pt x="244" y="3183"/>
                  </a:lnTo>
                  <a:lnTo>
                    <a:pt x="245" y="3179"/>
                  </a:lnTo>
                  <a:lnTo>
                    <a:pt x="246" y="3173"/>
                  </a:lnTo>
                  <a:lnTo>
                    <a:pt x="247" y="3166"/>
                  </a:lnTo>
                  <a:lnTo>
                    <a:pt x="246" y="3157"/>
                  </a:lnTo>
                  <a:lnTo>
                    <a:pt x="243" y="3145"/>
                  </a:lnTo>
                  <a:lnTo>
                    <a:pt x="238" y="3136"/>
                  </a:lnTo>
                  <a:lnTo>
                    <a:pt x="232" y="3132"/>
                  </a:lnTo>
                  <a:lnTo>
                    <a:pt x="227" y="3133"/>
                  </a:lnTo>
                  <a:lnTo>
                    <a:pt x="221" y="3136"/>
                  </a:lnTo>
                  <a:lnTo>
                    <a:pt x="216" y="3142"/>
                  </a:lnTo>
                  <a:lnTo>
                    <a:pt x="212" y="3147"/>
                  </a:lnTo>
                  <a:lnTo>
                    <a:pt x="209" y="3151"/>
                  </a:lnTo>
                  <a:lnTo>
                    <a:pt x="208" y="3153"/>
                  </a:lnTo>
                  <a:lnTo>
                    <a:pt x="205" y="3151"/>
                  </a:lnTo>
                  <a:lnTo>
                    <a:pt x="197" y="3144"/>
                  </a:lnTo>
                  <a:lnTo>
                    <a:pt x="185" y="3135"/>
                  </a:lnTo>
                  <a:lnTo>
                    <a:pt x="172" y="3124"/>
                  </a:lnTo>
                  <a:lnTo>
                    <a:pt x="157" y="3112"/>
                  </a:lnTo>
                  <a:lnTo>
                    <a:pt x="144" y="3103"/>
                  </a:lnTo>
                  <a:lnTo>
                    <a:pt x="131" y="3096"/>
                  </a:lnTo>
                  <a:lnTo>
                    <a:pt x="122" y="3094"/>
                  </a:lnTo>
                  <a:lnTo>
                    <a:pt x="115" y="3094"/>
                  </a:lnTo>
                  <a:lnTo>
                    <a:pt x="106" y="3093"/>
                  </a:lnTo>
                  <a:lnTo>
                    <a:pt x="96" y="3091"/>
                  </a:lnTo>
                  <a:lnTo>
                    <a:pt x="86" y="3088"/>
                  </a:lnTo>
                  <a:lnTo>
                    <a:pt x="78" y="3085"/>
                  </a:lnTo>
                  <a:lnTo>
                    <a:pt x="72" y="3081"/>
                  </a:lnTo>
                  <a:lnTo>
                    <a:pt x="68" y="3077"/>
                  </a:lnTo>
                  <a:lnTo>
                    <a:pt x="69" y="3071"/>
                  </a:lnTo>
                  <a:lnTo>
                    <a:pt x="73" y="3065"/>
                  </a:lnTo>
                  <a:lnTo>
                    <a:pt x="80" y="3057"/>
                  </a:lnTo>
                  <a:lnTo>
                    <a:pt x="88" y="3048"/>
                  </a:lnTo>
                  <a:lnTo>
                    <a:pt x="97" y="3039"/>
                  </a:lnTo>
                  <a:lnTo>
                    <a:pt x="105" y="3030"/>
                  </a:lnTo>
                  <a:lnTo>
                    <a:pt x="111" y="3021"/>
                  </a:lnTo>
                  <a:lnTo>
                    <a:pt x="114" y="3014"/>
                  </a:lnTo>
                  <a:lnTo>
                    <a:pt x="114" y="3008"/>
                  </a:lnTo>
                  <a:lnTo>
                    <a:pt x="107" y="2998"/>
                  </a:lnTo>
                  <a:lnTo>
                    <a:pt x="99" y="2990"/>
                  </a:lnTo>
                  <a:lnTo>
                    <a:pt x="91" y="2984"/>
                  </a:lnTo>
                  <a:lnTo>
                    <a:pt x="87" y="2982"/>
                  </a:lnTo>
                  <a:lnTo>
                    <a:pt x="87" y="2980"/>
                  </a:lnTo>
                  <a:lnTo>
                    <a:pt x="88" y="2974"/>
                  </a:lnTo>
                  <a:lnTo>
                    <a:pt x="88" y="2964"/>
                  </a:lnTo>
                  <a:lnTo>
                    <a:pt x="90" y="2953"/>
                  </a:lnTo>
                  <a:lnTo>
                    <a:pt x="90" y="2941"/>
                  </a:lnTo>
                  <a:lnTo>
                    <a:pt x="91" y="2930"/>
                  </a:lnTo>
                  <a:lnTo>
                    <a:pt x="90" y="2917"/>
                  </a:lnTo>
                  <a:lnTo>
                    <a:pt x="90" y="2908"/>
                  </a:lnTo>
                  <a:lnTo>
                    <a:pt x="86" y="2901"/>
                  </a:lnTo>
                  <a:lnTo>
                    <a:pt x="79" y="2897"/>
                  </a:lnTo>
                  <a:lnTo>
                    <a:pt x="71" y="2896"/>
                  </a:lnTo>
                  <a:lnTo>
                    <a:pt x="62" y="2896"/>
                  </a:lnTo>
                  <a:lnTo>
                    <a:pt x="52" y="2897"/>
                  </a:lnTo>
                  <a:lnTo>
                    <a:pt x="45" y="2898"/>
                  </a:lnTo>
                  <a:lnTo>
                    <a:pt x="38" y="2899"/>
                  </a:lnTo>
                  <a:lnTo>
                    <a:pt x="36" y="2900"/>
                  </a:lnTo>
                  <a:lnTo>
                    <a:pt x="51" y="2853"/>
                  </a:lnTo>
                  <a:lnTo>
                    <a:pt x="65" y="2804"/>
                  </a:lnTo>
                  <a:lnTo>
                    <a:pt x="65" y="2801"/>
                  </a:lnTo>
                  <a:lnTo>
                    <a:pt x="65" y="2791"/>
                  </a:lnTo>
                  <a:lnTo>
                    <a:pt x="65" y="2778"/>
                  </a:lnTo>
                  <a:lnTo>
                    <a:pt x="63" y="2761"/>
                  </a:lnTo>
                  <a:lnTo>
                    <a:pt x="58" y="2745"/>
                  </a:lnTo>
                  <a:lnTo>
                    <a:pt x="50" y="2730"/>
                  </a:lnTo>
                  <a:lnTo>
                    <a:pt x="37" y="2717"/>
                  </a:lnTo>
                  <a:lnTo>
                    <a:pt x="20" y="2710"/>
                  </a:lnTo>
                  <a:lnTo>
                    <a:pt x="6" y="2705"/>
                  </a:lnTo>
                  <a:lnTo>
                    <a:pt x="0" y="2700"/>
                  </a:lnTo>
                  <a:lnTo>
                    <a:pt x="2" y="2696"/>
                  </a:lnTo>
                  <a:lnTo>
                    <a:pt x="9" y="2692"/>
                  </a:lnTo>
                  <a:lnTo>
                    <a:pt x="19" y="2689"/>
                  </a:lnTo>
                  <a:lnTo>
                    <a:pt x="32" y="2686"/>
                  </a:lnTo>
                  <a:lnTo>
                    <a:pt x="46" y="2685"/>
                  </a:lnTo>
                  <a:lnTo>
                    <a:pt x="57" y="2684"/>
                  </a:lnTo>
                  <a:lnTo>
                    <a:pt x="67" y="2682"/>
                  </a:lnTo>
                  <a:lnTo>
                    <a:pt x="77" y="2677"/>
                  </a:lnTo>
                  <a:lnTo>
                    <a:pt x="87" y="2669"/>
                  </a:lnTo>
                  <a:lnTo>
                    <a:pt x="98" y="2661"/>
                  </a:lnTo>
                  <a:lnTo>
                    <a:pt x="107" y="2653"/>
                  </a:lnTo>
                  <a:lnTo>
                    <a:pt x="114" y="2646"/>
                  </a:lnTo>
                  <a:lnTo>
                    <a:pt x="118" y="2641"/>
                  </a:lnTo>
                  <a:lnTo>
                    <a:pt x="120" y="2639"/>
                  </a:lnTo>
                  <a:lnTo>
                    <a:pt x="163" y="2602"/>
                  </a:lnTo>
                  <a:lnTo>
                    <a:pt x="162" y="2601"/>
                  </a:lnTo>
                  <a:lnTo>
                    <a:pt x="159" y="2599"/>
                  </a:lnTo>
                  <a:lnTo>
                    <a:pt x="154" y="2596"/>
                  </a:lnTo>
                  <a:lnTo>
                    <a:pt x="148" y="2592"/>
                  </a:lnTo>
                  <a:lnTo>
                    <a:pt x="142" y="2587"/>
                  </a:lnTo>
                  <a:lnTo>
                    <a:pt x="135" y="2582"/>
                  </a:lnTo>
                  <a:lnTo>
                    <a:pt x="130" y="2576"/>
                  </a:lnTo>
                  <a:lnTo>
                    <a:pt x="126" y="2569"/>
                  </a:lnTo>
                  <a:lnTo>
                    <a:pt x="123" y="2562"/>
                  </a:lnTo>
                  <a:lnTo>
                    <a:pt x="122" y="2554"/>
                  </a:lnTo>
                  <a:lnTo>
                    <a:pt x="122" y="2544"/>
                  </a:lnTo>
                  <a:lnTo>
                    <a:pt x="123" y="2534"/>
                  </a:lnTo>
                  <a:lnTo>
                    <a:pt x="125" y="2524"/>
                  </a:lnTo>
                  <a:lnTo>
                    <a:pt x="129" y="2513"/>
                  </a:lnTo>
                  <a:lnTo>
                    <a:pt x="135" y="2503"/>
                  </a:lnTo>
                  <a:lnTo>
                    <a:pt x="143" y="2494"/>
                  </a:lnTo>
                  <a:lnTo>
                    <a:pt x="151" y="2486"/>
                  </a:lnTo>
                  <a:lnTo>
                    <a:pt x="159" y="2480"/>
                  </a:lnTo>
                  <a:lnTo>
                    <a:pt x="166" y="2475"/>
                  </a:lnTo>
                  <a:lnTo>
                    <a:pt x="174" y="2471"/>
                  </a:lnTo>
                  <a:lnTo>
                    <a:pt x="181" y="2469"/>
                  </a:lnTo>
                  <a:lnTo>
                    <a:pt x="190" y="2471"/>
                  </a:lnTo>
                  <a:lnTo>
                    <a:pt x="199" y="2475"/>
                  </a:lnTo>
                  <a:lnTo>
                    <a:pt x="208" y="2482"/>
                  </a:lnTo>
                  <a:lnTo>
                    <a:pt x="219" y="2489"/>
                  </a:lnTo>
                  <a:lnTo>
                    <a:pt x="232" y="2495"/>
                  </a:lnTo>
                  <a:lnTo>
                    <a:pt x="248" y="2499"/>
                  </a:lnTo>
                  <a:lnTo>
                    <a:pt x="263" y="2501"/>
                  </a:lnTo>
                  <a:lnTo>
                    <a:pt x="277" y="2503"/>
                  </a:lnTo>
                  <a:lnTo>
                    <a:pt x="288" y="2504"/>
                  </a:lnTo>
                  <a:lnTo>
                    <a:pt x="297" y="2504"/>
                  </a:lnTo>
                  <a:lnTo>
                    <a:pt x="300" y="2504"/>
                  </a:lnTo>
                  <a:lnTo>
                    <a:pt x="303" y="2504"/>
                  </a:lnTo>
                  <a:lnTo>
                    <a:pt x="311" y="2503"/>
                  </a:lnTo>
                  <a:lnTo>
                    <a:pt x="323" y="2502"/>
                  </a:lnTo>
                  <a:lnTo>
                    <a:pt x="340" y="2500"/>
                  </a:lnTo>
                  <a:lnTo>
                    <a:pt x="356" y="2498"/>
                  </a:lnTo>
                  <a:lnTo>
                    <a:pt x="374" y="2494"/>
                  </a:lnTo>
                  <a:lnTo>
                    <a:pt x="391" y="2489"/>
                  </a:lnTo>
                  <a:lnTo>
                    <a:pt x="406" y="2482"/>
                  </a:lnTo>
                  <a:lnTo>
                    <a:pt x="417" y="2473"/>
                  </a:lnTo>
                  <a:lnTo>
                    <a:pt x="422" y="2461"/>
                  </a:lnTo>
                  <a:lnTo>
                    <a:pt x="424" y="2449"/>
                  </a:lnTo>
                  <a:lnTo>
                    <a:pt x="422" y="2434"/>
                  </a:lnTo>
                  <a:lnTo>
                    <a:pt x="418" y="2418"/>
                  </a:lnTo>
                  <a:lnTo>
                    <a:pt x="412" y="2403"/>
                  </a:lnTo>
                  <a:lnTo>
                    <a:pt x="406" y="2387"/>
                  </a:lnTo>
                  <a:lnTo>
                    <a:pt x="400" y="2372"/>
                  </a:lnTo>
                  <a:lnTo>
                    <a:pt x="398" y="2357"/>
                  </a:lnTo>
                  <a:lnTo>
                    <a:pt x="400" y="2345"/>
                  </a:lnTo>
                  <a:lnTo>
                    <a:pt x="407" y="2335"/>
                  </a:lnTo>
                  <a:lnTo>
                    <a:pt x="415" y="2326"/>
                  </a:lnTo>
                  <a:lnTo>
                    <a:pt x="424" y="2318"/>
                  </a:lnTo>
                  <a:lnTo>
                    <a:pt x="432" y="2312"/>
                  </a:lnTo>
                  <a:lnTo>
                    <a:pt x="439" y="2309"/>
                  </a:lnTo>
                  <a:lnTo>
                    <a:pt x="441" y="2308"/>
                  </a:lnTo>
                  <a:lnTo>
                    <a:pt x="443" y="2307"/>
                  </a:lnTo>
                  <a:lnTo>
                    <a:pt x="447" y="2303"/>
                  </a:lnTo>
                  <a:lnTo>
                    <a:pt x="453" y="2297"/>
                  </a:lnTo>
                  <a:lnTo>
                    <a:pt x="460" y="2289"/>
                  </a:lnTo>
                  <a:lnTo>
                    <a:pt x="467" y="2280"/>
                  </a:lnTo>
                  <a:lnTo>
                    <a:pt x="472" y="2271"/>
                  </a:lnTo>
                  <a:lnTo>
                    <a:pt x="475" y="2260"/>
                  </a:lnTo>
                  <a:lnTo>
                    <a:pt x="475" y="2251"/>
                  </a:lnTo>
                  <a:lnTo>
                    <a:pt x="475" y="2241"/>
                  </a:lnTo>
                  <a:lnTo>
                    <a:pt x="480" y="2230"/>
                  </a:lnTo>
                  <a:lnTo>
                    <a:pt x="487" y="2216"/>
                  </a:lnTo>
                  <a:lnTo>
                    <a:pt x="497" y="2203"/>
                  </a:lnTo>
                  <a:lnTo>
                    <a:pt x="505" y="2189"/>
                  </a:lnTo>
                  <a:lnTo>
                    <a:pt x="512" y="2175"/>
                  </a:lnTo>
                  <a:lnTo>
                    <a:pt x="516" y="2160"/>
                  </a:lnTo>
                  <a:lnTo>
                    <a:pt x="516" y="2147"/>
                  </a:lnTo>
                  <a:lnTo>
                    <a:pt x="512" y="2136"/>
                  </a:lnTo>
                  <a:lnTo>
                    <a:pt x="508" y="2125"/>
                  </a:lnTo>
                  <a:lnTo>
                    <a:pt x="502" y="2115"/>
                  </a:lnTo>
                  <a:lnTo>
                    <a:pt x="497" y="2108"/>
                  </a:lnTo>
                  <a:lnTo>
                    <a:pt x="492" y="2102"/>
                  </a:lnTo>
                  <a:lnTo>
                    <a:pt x="487" y="2098"/>
                  </a:lnTo>
                  <a:lnTo>
                    <a:pt x="484" y="2095"/>
                  </a:lnTo>
                  <a:lnTo>
                    <a:pt x="483" y="2094"/>
                  </a:lnTo>
                  <a:lnTo>
                    <a:pt x="483" y="2091"/>
                  </a:lnTo>
                  <a:lnTo>
                    <a:pt x="485" y="2082"/>
                  </a:lnTo>
                  <a:lnTo>
                    <a:pt x="486" y="2069"/>
                  </a:lnTo>
                  <a:lnTo>
                    <a:pt x="487" y="2052"/>
                  </a:lnTo>
                  <a:lnTo>
                    <a:pt x="486" y="2035"/>
                  </a:lnTo>
                  <a:lnTo>
                    <a:pt x="485" y="2016"/>
                  </a:lnTo>
                  <a:lnTo>
                    <a:pt x="481" y="1999"/>
                  </a:lnTo>
                  <a:lnTo>
                    <a:pt x="475" y="1984"/>
                  </a:lnTo>
                  <a:lnTo>
                    <a:pt x="468" y="1972"/>
                  </a:lnTo>
                  <a:lnTo>
                    <a:pt x="459" y="1963"/>
                  </a:lnTo>
                  <a:lnTo>
                    <a:pt x="449" y="1958"/>
                  </a:lnTo>
                  <a:lnTo>
                    <a:pt x="439" y="1955"/>
                  </a:lnTo>
                  <a:lnTo>
                    <a:pt x="427" y="1954"/>
                  </a:lnTo>
                  <a:lnTo>
                    <a:pt x="415" y="1954"/>
                  </a:lnTo>
                  <a:lnTo>
                    <a:pt x="403" y="1955"/>
                  </a:lnTo>
                  <a:lnTo>
                    <a:pt x="390" y="1955"/>
                  </a:lnTo>
                  <a:lnTo>
                    <a:pt x="378" y="1954"/>
                  </a:lnTo>
                  <a:lnTo>
                    <a:pt x="371" y="1950"/>
                  </a:lnTo>
                  <a:lnTo>
                    <a:pt x="366" y="1945"/>
                  </a:lnTo>
                  <a:lnTo>
                    <a:pt x="364" y="1937"/>
                  </a:lnTo>
                  <a:lnTo>
                    <a:pt x="363" y="1929"/>
                  </a:lnTo>
                  <a:lnTo>
                    <a:pt x="362" y="1919"/>
                  </a:lnTo>
                  <a:lnTo>
                    <a:pt x="362" y="1907"/>
                  </a:lnTo>
                  <a:lnTo>
                    <a:pt x="361" y="1896"/>
                  </a:lnTo>
                  <a:lnTo>
                    <a:pt x="359" y="1890"/>
                  </a:lnTo>
                  <a:lnTo>
                    <a:pt x="355" y="1884"/>
                  </a:lnTo>
                  <a:lnTo>
                    <a:pt x="348" y="1878"/>
                  </a:lnTo>
                  <a:lnTo>
                    <a:pt x="340" y="1873"/>
                  </a:lnTo>
                  <a:lnTo>
                    <a:pt x="336" y="1870"/>
                  </a:lnTo>
                  <a:lnTo>
                    <a:pt x="332" y="1865"/>
                  </a:lnTo>
                  <a:lnTo>
                    <a:pt x="327" y="1860"/>
                  </a:lnTo>
                  <a:lnTo>
                    <a:pt x="319" y="1854"/>
                  </a:lnTo>
                  <a:lnTo>
                    <a:pt x="311" y="1845"/>
                  </a:lnTo>
                  <a:lnTo>
                    <a:pt x="310" y="1833"/>
                  </a:lnTo>
                  <a:lnTo>
                    <a:pt x="313" y="1817"/>
                  </a:lnTo>
                  <a:lnTo>
                    <a:pt x="321" y="1798"/>
                  </a:lnTo>
                  <a:lnTo>
                    <a:pt x="331" y="1779"/>
                  </a:lnTo>
                  <a:lnTo>
                    <a:pt x="343" y="1757"/>
                  </a:lnTo>
                  <a:lnTo>
                    <a:pt x="354" y="1735"/>
                  </a:lnTo>
                  <a:lnTo>
                    <a:pt x="364" y="1713"/>
                  </a:lnTo>
                  <a:lnTo>
                    <a:pt x="369" y="1694"/>
                  </a:lnTo>
                  <a:lnTo>
                    <a:pt x="367" y="1680"/>
                  </a:lnTo>
                  <a:lnTo>
                    <a:pt x="360" y="1669"/>
                  </a:lnTo>
                  <a:lnTo>
                    <a:pt x="350" y="1660"/>
                  </a:lnTo>
                  <a:lnTo>
                    <a:pt x="337" y="1654"/>
                  </a:lnTo>
                  <a:lnTo>
                    <a:pt x="325" y="1649"/>
                  </a:lnTo>
                  <a:lnTo>
                    <a:pt x="315" y="1646"/>
                  </a:lnTo>
                  <a:lnTo>
                    <a:pt x="309" y="1642"/>
                  </a:lnTo>
                  <a:lnTo>
                    <a:pt x="304" y="1638"/>
                  </a:lnTo>
                  <a:lnTo>
                    <a:pt x="297" y="1633"/>
                  </a:lnTo>
                  <a:lnTo>
                    <a:pt x="290" y="1627"/>
                  </a:lnTo>
                  <a:lnTo>
                    <a:pt x="284" y="1619"/>
                  </a:lnTo>
                  <a:lnTo>
                    <a:pt x="280" y="1609"/>
                  </a:lnTo>
                  <a:lnTo>
                    <a:pt x="280" y="1595"/>
                  </a:lnTo>
                  <a:lnTo>
                    <a:pt x="284" y="1578"/>
                  </a:lnTo>
                  <a:lnTo>
                    <a:pt x="295" y="1556"/>
                  </a:lnTo>
                  <a:lnTo>
                    <a:pt x="304" y="1533"/>
                  </a:lnTo>
                  <a:lnTo>
                    <a:pt x="307" y="1512"/>
                  </a:lnTo>
                  <a:lnTo>
                    <a:pt x="307" y="1494"/>
                  </a:lnTo>
                  <a:lnTo>
                    <a:pt x="303" y="1477"/>
                  </a:lnTo>
                  <a:lnTo>
                    <a:pt x="297" y="1461"/>
                  </a:lnTo>
                  <a:lnTo>
                    <a:pt x="291" y="1447"/>
                  </a:lnTo>
                  <a:lnTo>
                    <a:pt x="284" y="1433"/>
                  </a:lnTo>
                  <a:lnTo>
                    <a:pt x="280" y="1420"/>
                  </a:lnTo>
                  <a:lnTo>
                    <a:pt x="277" y="1406"/>
                  </a:lnTo>
                  <a:lnTo>
                    <a:pt x="276" y="1392"/>
                  </a:lnTo>
                  <a:lnTo>
                    <a:pt x="276" y="1379"/>
                  </a:lnTo>
                  <a:lnTo>
                    <a:pt x="277" y="1366"/>
                  </a:lnTo>
                  <a:lnTo>
                    <a:pt x="279" y="1352"/>
                  </a:lnTo>
                  <a:lnTo>
                    <a:pt x="282" y="1340"/>
                  </a:lnTo>
                  <a:lnTo>
                    <a:pt x="287" y="1328"/>
                  </a:lnTo>
                  <a:lnTo>
                    <a:pt x="295" y="1316"/>
                  </a:lnTo>
                  <a:lnTo>
                    <a:pt x="301" y="1303"/>
                  </a:lnTo>
                  <a:lnTo>
                    <a:pt x="305" y="1291"/>
                  </a:lnTo>
                  <a:lnTo>
                    <a:pt x="309" y="1278"/>
                  </a:lnTo>
                  <a:lnTo>
                    <a:pt x="311" y="1266"/>
                  </a:lnTo>
                  <a:lnTo>
                    <a:pt x="312" y="1252"/>
                  </a:lnTo>
                  <a:lnTo>
                    <a:pt x="313" y="1239"/>
                  </a:lnTo>
                  <a:lnTo>
                    <a:pt x="313" y="1227"/>
                  </a:lnTo>
                  <a:lnTo>
                    <a:pt x="313" y="1214"/>
                  </a:lnTo>
                  <a:lnTo>
                    <a:pt x="317" y="1201"/>
                  </a:lnTo>
                  <a:lnTo>
                    <a:pt x="327" y="1188"/>
                  </a:lnTo>
                  <a:lnTo>
                    <a:pt x="343" y="1176"/>
                  </a:lnTo>
                  <a:lnTo>
                    <a:pt x="360" y="1164"/>
                  </a:lnTo>
                  <a:lnTo>
                    <a:pt x="377" y="1153"/>
                  </a:lnTo>
                  <a:lnTo>
                    <a:pt x="393" y="1145"/>
                  </a:lnTo>
                  <a:lnTo>
                    <a:pt x="403" y="1140"/>
                  </a:lnTo>
                  <a:lnTo>
                    <a:pt x="407" y="1138"/>
                  </a:lnTo>
                  <a:lnTo>
                    <a:pt x="408" y="1137"/>
                  </a:lnTo>
                  <a:lnTo>
                    <a:pt x="413" y="1134"/>
                  </a:lnTo>
                  <a:lnTo>
                    <a:pt x="419" y="1128"/>
                  </a:lnTo>
                  <a:lnTo>
                    <a:pt x="428" y="1121"/>
                  </a:lnTo>
                  <a:lnTo>
                    <a:pt x="440" y="1113"/>
                  </a:lnTo>
                  <a:lnTo>
                    <a:pt x="452" y="1102"/>
                  </a:lnTo>
                  <a:lnTo>
                    <a:pt x="465" y="1092"/>
                  </a:lnTo>
                  <a:lnTo>
                    <a:pt x="479" y="1080"/>
                  </a:lnTo>
                  <a:lnTo>
                    <a:pt x="495" y="1068"/>
                  </a:lnTo>
                  <a:lnTo>
                    <a:pt x="510" y="1055"/>
                  </a:lnTo>
                  <a:lnTo>
                    <a:pt x="524" y="1043"/>
                  </a:lnTo>
                  <a:lnTo>
                    <a:pt x="540" y="1031"/>
                  </a:lnTo>
                  <a:lnTo>
                    <a:pt x="554" y="1019"/>
                  </a:lnTo>
                  <a:lnTo>
                    <a:pt x="567" y="1007"/>
                  </a:lnTo>
                  <a:lnTo>
                    <a:pt x="578" y="996"/>
                  </a:lnTo>
                  <a:lnTo>
                    <a:pt x="589" y="987"/>
                  </a:lnTo>
                  <a:lnTo>
                    <a:pt x="598" y="977"/>
                  </a:lnTo>
                  <a:lnTo>
                    <a:pt x="608" y="966"/>
                  </a:lnTo>
                  <a:lnTo>
                    <a:pt x="618" y="952"/>
                  </a:lnTo>
                  <a:lnTo>
                    <a:pt x="629" y="939"/>
                  </a:lnTo>
                  <a:lnTo>
                    <a:pt x="641" y="925"/>
                  </a:lnTo>
                  <a:lnTo>
                    <a:pt x="653" y="910"/>
                  </a:lnTo>
                  <a:lnTo>
                    <a:pt x="664" y="895"/>
                  </a:lnTo>
                  <a:lnTo>
                    <a:pt x="676" y="881"/>
                  </a:lnTo>
                  <a:lnTo>
                    <a:pt x="689" y="868"/>
                  </a:lnTo>
                  <a:lnTo>
                    <a:pt x="700" y="855"/>
                  </a:lnTo>
                  <a:lnTo>
                    <a:pt x="711" y="844"/>
                  </a:lnTo>
                  <a:lnTo>
                    <a:pt x="722" y="834"/>
                  </a:lnTo>
                  <a:lnTo>
                    <a:pt x="732" y="826"/>
                  </a:lnTo>
                  <a:lnTo>
                    <a:pt x="742" y="820"/>
                  </a:lnTo>
                  <a:lnTo>
                    <a:pt x="750" y="817"/>
                  </a:lnTo>
                  <a:lnTo>
                    <a:pt x="758" y="816"/>
                  </a:lnTo>
                  <a:lnTo>
                    <a:pt x="766" y="816"/>
                  </a:lnTo>
                  <a:lnTo>
                    <a:pt x="775" y="816"/>
                  </a:lnTo>
                  <a:lnTo>
                    <a:pt x="784" y="815"/>
                  </a:lnTo>
                  <a:lnTo>
                    <a:pt x="796" y="814"/>
                  </a:lnTo>
                  <a:lnTo>
                    <a:pt x="807" y="813"/>
                  </a:lnTo>
                  <a:lnTo>
                    <a:pt x="819" y="811"/>
                  </a:lnTo>
                  <a:lnTo>
                    <a:pt x="831" y="807"/>
                  </a:lnTo>
                  <a:lnTo>
                    <a:pt x="845" y="805"/>
                  </a:lnTo>
                  <a:lnTo>
                    <a:pt x="858" y="802"/>
                  </a:lnTo>
                  <a:lnTo>
                    <a:pt x="871" y="799"/>
                  </a:lnTo>
                  <a:lnTo>
                    <a:pt x="884" y="796"/>
                  </a:lnTo>
                  <a:lnTo>
                    <a:pt x="897" y="792"/>
                  </a:lnTo>
                  <a:lnTo>
                    <a:pt x="909" y="789"/>
                  </a:lnTo>
                  <a:lnTo>
                    <a:pt x="921" y="785"/>
                  </a:lnTo>
                  <a:lnTo>
                    <a:pt x="932" y="781"/>
                  </a:lnTo>
                  <a:lnTo>
                    <a:pt x="944" y="777"/>
                  </a:lnTo>
                  <a:lnTo>
                    <a:pt x="961" y="766"/>
                  </a:lnTo>
                  <a:lnTo>
                    <a:pt x="970" y="751"/>
                  </a:lnTo>
                  <a:lnTo>
                    <a:pt x="974" y="735"/>
                  </a:lnTo>
                  <a:lnTo>
                    <a:pt x="973" y="719"/>
                  </a:lnTo>
                  <a:lnTo>
                    <a:pt x="970" y="702"/>
                  </a:lnTo>
                  <a:lnTo>
                    <a:pt x="965" y="689"/>
                  </a:lnTo>
                  <a:lnTo>
                    <a:pt x="962" y="680"/>
                  </a:lnTo>
                  <a:lnTo>
                    <a:pt x="960" y="677"/>
                  </a:lnTo>
                  <a:lnTo>
                    <a:pt x="954" y="657"/>
                  </a:lnTo>
                  <a:lnTo>
                    <a:pt x="967" y="656"/>
                  </a:lnTo>
                  <a:lnTo>
                    <a:pt x="980" y="655"/>
                  </a:lnTo>
                  <a:lnTo>
                    <a:pt x="994" y="654"/>
                  </a:lnTo>
                  <a:lnTo>
                    <a:pt x="1006" y="653"/>
                  </a:lnTo>
                  <a:lnTo>
                    <a:pt x="1018" y="653"/>
                  </a:lnTo>
                  <a:lnTo>
                    <a:pt x="1028" y="654"/>
                  </a:lnTo>
                  <a:lnTo>
                    <a:pt x="1039" y="657"/>
                  </a:lnTo>
                  <a:lnTo>
                    <a:pt x="1047" y="661"/>
                  </a:lnTo>
                  <a:lnTo>
                    <a:pt x="1061" y="666"/>
                  </a:lnTo>
                  <a:lnTo>
                    <a:pt x="1076" y="667"/>
                  </a:lnTo>
                  <a:lnTo>
                    <a:pt x="1091" y="664"/>
                  </a:lnTo>
                  <a:lnTo>
                    <a:pt x="1105" y="658"/>
                  </a:lnTo>
                  <a:lnTo>
                    <a:pt x="1118" y="654"/>
                  </a:lnTo>
                  <a:lnTo>
                    <a:pt x="1131" y="651"/>
                  </a:lnTo>
                  <a:lnTo>
                    <a:pt x="1144" y="652"/>
                  </a:lnTo>
                  <a:lnTo>
                    <a:pt x="1156" y="658"/>
                  </a:lnTo>
                  <a:lnTo>
                    <a:pt x="1167" y="664"/>
                  </a:lnTo>
                  <a:lnTo>
                    <a:pt x="1177" y="663"/>
                  </a:lnTo>
                  <a:lnTo>
                    <a:pt x="1188" y="656"/>
                  </a:lnTo>
                  <a:lnTo>
                    <a:pt x="1198" y="649"/>
                  </a:lnTo>
                  <a:lnTo>
                    <a:pt x="1208" y="642"/>
                  </a:lnTo>
                  <a:lnTo>
                    <a:pt x="1219" y="638"/>
                  </a:lnTo>
                  <a:lnTo>
                    <a:pt x="1232" y="639"/>
                  </a:lnTo>
                  <a:lnTo>
                    <a:pt x="1246" y="647"/>
                  </a:lnTo>
                  <a:lnTo>
                    <a:pt x="1262" y="657"/>
                  </a:lnTo>
                  <a:lnTo>
                    <a:pt x="1279" y="665"/>
                  </a:lnTo>
                  <a:lnTo>
                    <a:pt x="1300" y="668"/>
                  </a:lnTo>
                  <a:lnTo>
                    <a:pt x="1320" y="669"/>
                  </a:lnTo>
                  <a:lnTo>
                    <a:pt x="1340" y="667"/>
                  </a:lnTo>
                  <a:lnTo>
                    <a:pt x="1359" y="664"/>
                  </a:lnTo>
                  <a:lnTo>
                    <a:pt x="1376" y="658"/>
                  </a:lnTo>
                  <a:lnTo>
                    <a:pt x="1392" y="652"/>
                  </a:lnTo>
                  <a:lnTo>
                    <a:pt x="1404" y="645"/>
                  </a:lnTo>
                  <a:lnTo>
                    <a:pt x="1414" y="636"/>
                  </a:lnTo>
                  <a:lnTo>
                    <a:pt x="1422" y="625"/>
                  </a:lnTo>
                  <a:lnTo>
                    <a:pt x="1428" y="613"/>
                  </a:lnTo>
                  <a:lnTo>
                    <a:pt x="1433" y="600"/>
                  </a:lnTo>
                  <a:lnTo>
                    <a:pt x="1439" y="587"/>
                  </a:lnTo>
                  <a:lnTo>
                    <a:pt x="1443" y="575"/>
                  </a:lnTo>
                  <a:lnTo>
                    <a:pt x="1447" y="563"/>
                  </a:lnTo>
                  <a:lnTo>
                    <a:pt x="1451" y="549"/>
                  </a:lnTo>
                  <a:lnTo>
                    <a:pt x="1455" y="533"/>
                  </a:lnTo>
                  <a:lnTo>
                    <a:pt x="1459" y="516"/>
                  </a:lnTo>
                  <a:lnTo>
                    <a:pt x="1461" y="498"/>
                  </a:lnTo>
                  <a:lnTo>
                    <a:pt x="1462" y="482"/>
                  </a:lnTo>
                  <a:lnTo>
                    <a:pt x="1460" y="469"/>
                  </a:lnTo>
                  <a:lnTo>
                    <a:pt x="1455" y="460"/>
                  </a:lnTo>
                  <a:lnTo>
                    <a:pt x="1447" y="455"/>
                  </a:lnTo>
                  <a:lnTo>
                    <a:pt x="1436" y="452"/>
                  </a:lnTo>
                  <a:lnTo>
                    <a:pt x="1423" y="443"/>
                  </a:lnTo>
                  <a:lnTo>
                    <a:pt x="1410" y="431"/>
                  </a:lnTo>
                  <a:lnTo>
                    <a:pt x="1396" y="415"/>
                  </a:lnTo>
                  <a:lnTo>
                    <a:pt x="1381" y="396"/>
                  </a:lnTo>
                  <a:lnTo>
                    <a:pt x="1365" y="377"/>
                  </a:lnTo>
                  <a:lnTo>
                    <a:pt x="1349" y="355"/>
                  </a:lnTo>
                  <a:lnTo>
                    <a:pt x="1332" y="335"/>
                  </a:lnTo>
                  <a:lnTo>
                    <a:pt x="1325" y="325"/>
                  </a:lnTo>
                  <a:lnTo>
                    <a:pt x="1319" y="314"/>
                  </a:lnTo>
                  <a:lnTo>
                    <a:pt x="1315" y="302"/>
                  </a:lnTo>
                  <a:lnTo>
                    <a:pt x="1313" y="290"/>
                  </a:lnTo>
                  <a:lnTo>
                    <a:pt x="1312" y="278"/>
                  </a:lnTo>
                  <a:lnTo>
                    <a:pt x="1311" y="266"/>
                  </a:lnTo>
                  <a:lnTo>
                    <a:pt x="1311" y="253"/>
                  </a:lnTo>
                  <a:lnTo>
                    <a:pt x="1312" y="241"/>
                  </a:lnTo>
                  <a:lnTo>
                    <a:pt x="1312" y="229"/>
                  </a:lnTo>
                  <a:lnTo>
                    <a:pt x="1313" y="218"/>
                  </a:lnTo>
                  <a:lnTo>
                    <a:pt x="1313" y="206"/>
                  </a:lnTo>
                  <a:lnTo>
                    <a:pt x="1313" y="195"/>
                  </a:lnTo>
                  <a:lnTo>
                    <a:pt x="1312" y="186"/>
                  </a:lnTo>
                  <a:lnTo>
                    <a:pt x="1310" y="177"/>
                  </a:lnTo>
                  <a:lnTo>
                    <a:pt x="1307" y="168"/>
                  </a:lnTo>
                  <a:lnTo>
                    <a:pt x="1302" y="161"/>
                  </a:lnTo>
                  <a:lnTo>
                    <a:pt x="1293" y="145"/>
                  </a:lnTo>
                  <a:lnTo>
                    <a:pt x="1285" y="129"/>
                  </a:lnTo>
                  <a:lnTo>
                    <a:pt x="1281" y="111"/>
                  </a:lnTo>
                  <a:lnTo>
                    <a:pt x="1277" y="92"/>
                  </a:lnTo>
                  <a:lnTo>
                    <a:pt x="1272" y="76"/>
                  </a:lnTo>
                  <a:lnTo>
                    <a:pt x="1265" y="62"/>
                  </a:lnTo>
                  <a:lnTo>
                    <a:pt x="1255" y="49"/>
                  </a:lnTo>
                  <a:lnTo>
                    <a:pt x="1240" y="42"/>
                  </a:lnTo>
                  <a:lnTo>
                    <a:pt x="1224" y="37"/>
                  </a:lnTo>
                  <a:lnTo>
                    <a:pt x="1215" y="30"/>
                  </a:lnTo>
                  <a:lnTo>
                    <a:pt x="1210" y="23"/>
                  </a:lnTo>
                  <a:lnTo>
                    <a:pt x="1210" y="17"/>
                  </a:lnTo>
                  <a:lnTo>
                    <a:pt x="1214" y="11"/>
                  </a:lnTo>
                  <a:lnTo>
                    <a:pt x="1222" y="5"/>
                  </a:lnTo>
                  <a:lnTo>
                    <a:pt x="1234" y="1"/>
                  </a:lnTo>
                  <a:lnTo>
                    <a:pt x="1251" y="0"/>
                  </a:lnTo>
                  <a:lnTo>
                    <a:pt x="1256" y="0"/>
                  </a:lnTo>
                  <a:lnTo>
                    <a:pt x="1262" y="1"/>
                  </a:lnTo>
                  <a:lnTo>
                    <a:pt x="1267" y="1"/>
                  </a:lnTo>
                  <a:lnTo>
                    <a:pt x="1273" y="2"/>
                  </a:lnTo>
                  <a:lnTo>
                    <a:pt x="1290" y="19"/>
                  </a:lnTo>
                  <a:lnTo>
                    <a:pt x="1309" y="37"/>
                  </a:lnTo>
                  <a:lnTo>
                    <a:pt x="1328" y="58"/>
                  </a:lnTo>
                  <a:lnTo>
                    <a:pt x="1349" y="79"/>
                  </a:lnTo>
                  <a:lnTo>
                    <a:pt x="1366" y="100"/>
                  </a:lnTo>
                  <a:lnTo>
                    <a:pt x="1381" y="120"/>
                  </a:lnTo>
                  <a:lnTo>
                    <a:pt x="1393" y="138"/>
                  </a:lnTo>
                  <a:lnTo>
                    <a:pt x="1398" y="152"/>
                  </a:lnTo>
                  <a:lnTo>
                    <a:pt x="1401" y="168"/>
                  </a:lnTo>
                  <a:lnTo>
                    <a:pt x="1405" y="181"/>
                  </a:lnTo>
                  <a:lnTo>
                    <a:pt x="1410" y="192"/>
                  </a:lnTo>
                  <a:lnTo>
                    <a:pt x="1415" y="201"/>
                  </a:lnTo>
                  <a:lnTo>
                    <a:pt x="1421" y="209"/>
                  </a:lnTo>
                  <a:lnTo>
                    <a:pt x="1427" y="215"/>
                  </a:lnTo>
                  <a:lnTo>
                    <a:pt x="1434" y="220"/>
                  </a:lnTo>
                  <a:lnTo>
                    <a:pt x="1443" y="224"/>
                  </a:lnTo>
                  <a:lnTo>
                    <a:pt x="1452" y="228"/>
                  </a:lnTo>
                  <a:lnTo>
                    <a:pt x="1460" y="231"/>
                  </a:lnTo>
                  <a:lnTo>
                    <a:pt x="1469" y="234"/>
                  </a:lnTo>
                  <a:lnTo>
                    <a:pt x="1477" y="235"/>
                  </a:lnTo>
                  <a:lnTo>
                    <a:pt x="1484" y="237"/>
                  </a:lnTo>
                  <a:lnTo>
                    <a:pt x="1491" y="237"/>
                  </a:lnTo>
                  <a:lnTo>
                    <a:pt x="1495" y="238"/>
                  </a:lnTo>
                  <a:lnTo>
                    <a:pt x="1496" y="238"/>
                  </a:lnTo>
                  <a:lnTo>
                    <a:pt x="1510" y="201"/>
                  </a:lnTo>
                  <a:lnTo>
                    <a:pt x="1511" y="201"/>
                  </a:lnTo>
                  <a:lnTo>
                    <a:pt x="1512" y="203"/>
                  </a:lnTo>
                  <a:lnTo>
                    <a:pt x="1515" y="206"/>
                  </a:lnTo>
                  <a:lnTo>
                    <a:pt x="1518" y="212"/>
                  </a:lnTo>
                  <a:lnTo>
                    <a:pt x="1522" y="219"/>
                  </a:lnTo>
                  <a:lnTo>
                    <a:pt x="1526" y="229"/>
                  </a:lnTo>
                  <a:lnTo>
                    <a:pt x="1531" y="242"/>
                  </a:lnTo>
                  <a:lnTo>
                    <a:pt x="1537" y="259"/>
                  </a:lnTo>
                  <a:lnTo>
                    <a:pt x="1544" y="273"/>
                  </a:lnTo>
                  <a:lnTo>
                    <a:pt x="1553" y="282"/>
                  </a:lnTo>
                  <a:lnTo>
                    <a:pt x="1563" y="286"/>
                  </a:lnTo>
                  <a:lnTo>
                    <a:pt x="1573" y="286"/>
                  </a:lnTo>
                  <a:lnTo>
                    <a:pt x="1583" y="285"/>
                  </a:lnTo>
                  <a:lnTo>
                    <a:pt x="1592" y="282"/>
                  </a:lnTo>
                  <a:lnTo>
                    <a:pt x="1598" y="280"/>
                  </a:lnTo>
                  <a:lnTo>
                    <a:pt x="1600" y="279"/>
                  </a:lnTo>
                  <a:lnTo>
                    <a:pt x="1677" y="297"/>
                  </a:lnTo>
                  <a:lnTo>
                    <a:pt x="1739" y="395"/>
                  </a:lnTo>
                  <a:lnTo>
                    <a:pt x="1742" y="397"/>
                  </a:lnTo>
                  <a:lnTo>
                    <a:pt x="1748" y="401"/>
                  </a:lnTo>
                  <a:lnTo>
                    <a:pt x="1758" y="409"/>
                  </a:lnTo>
                  <a:lnTo>
                    <a:pt x="1768" y="417"/>
                  </a:lnTo>
                  <a:lnTo>
                    <a:pt x="1778" y="428"/>
                  </a:lnTo>
                  <a:lnTo>
                    <a:pt x="1787" y="440"/>
                  </a:lnTo>
                  <a:lnTo>
                    <a:pt x="1792" y="453"/>
                  </a:lnTo>
                  <a:lnTo>
                    <a:pt x="1792" y="467"/>
                  </a:lnTo>
                  <a:lnTo>
                    <a:pt x="1790" y="481"/>
                  </a:lnTo>
                  <a:lnTo>
                    <a:pt x="1791" y="497"/>
                  </a:lnTo>
                  <a:lnTo>
                    <a:pt x="1792" y="513"/>
                  </a:lnTo>
                  <a:lnTo>
                    <a:pt x="1793" y="528"/>
                  </a:lnTo>
                  <a:lnTo>
                    <a:pt x="1793" y="542"/>
                  </a:lnTo>
                  <a:lnTo>
                    <a:pt x="1791" y="553"/>
                  </a:lnTo>
                  <a:lnTo>
                    <a:pt x="1786" y="563"/>
                  </a:lnTo>
                  <a:lnTo>
                    <a:pt x="1775" y="567"/>
                  </a:lnTo>
                  <a:lnTo>
                    <a:pt x="1767" y="571"/>
                  </a:lnTo>
                  <a:lnTo>
                    <a:pt x="1763" y="580"/>
                  </a:lnTo>
                  <a:lnTo>
                    <a:pt x="1764" y="590"/>
                  </a:lnTo>
                  <a:lnTo>
                    <a:pt x="1767" y="601"/>
                  </a:lnTo>
                  <a:lnTo>
                    <a:pt x="1771" y="613"/>
                  </a:lnTo>
                  <a:lnTo>
                    <a:pt x="1776" y="623"/>
                  </a:lnTo>
                  <a:lnTo>
                    <a:pt x="1780" y="629"/>
                  </a:lnTo>
                  <a:lnTo>
                    <a:pt x="1781" y="632"/>
                  </a:lnTo>
                  <a:lnTo>
                    <a:pt x="1782" y="633"/>
                  </a:lnTo>
                  <a:lnTo>
                    <a:pt x="1783" y="636"/>
                  </a:lnTo>
                  <a:lnTo>
                    <a:pt x="1785" y="640"/>
                  </a:lnTo>
                  <a:lnTo>
                    <a:pt x="1786" y="646"/>
                  </a:lnTo>
                  <a:lnTo>
                    <a:pt x="1786" y="652"/>
                  </a:lnTo>
                  <a:lnTo>
                    <a:pt x="1785" y="661"/>
                  </a:lnTo>
                  <a:lnTo>
                    <a:pt x="1780" y="669"/>
                  </a:lnTo>
                  <a:lnTo>
                    <a:pt x="1773" y="677"/>
                  </a:lnTo>
                  <a:lnTo>
                    <a:pt x="1766" y="686"/>
                  </a:lnTo>
                  <a:lnTo>
                    <a:pt x="1763" y="695"/>
                  </a:lnTo>
                  <a:lnTo>
                    <a:pt x="1762" y="704"/>
                  </a:lnTo>
                  <a:lnTo>
                    <a:pt x="1763" y="715"/>
                  </a:lnTo>
                  <a:lnTo>
                    <a:pt x="1766" y="725"/>
                  </a:lnTo>
                  <a:lnTo>
                    <a:pt x="1771" y="735"/>
                  </a:lnTo>
                  <a:lnTo>
                    <a:pt x="1777" y="746"/>
                  </a:lnTo>
                  <a:lnTo>
                    <a:pt x="1783" y="756"/>
                  </a:lnTo>
                  <a:lnTo>
                    <a:pt x="1791" y="770"/>
                  </a:lnTo>
                  <a:lnTo>
                    <a:pt x="1799" y="787"/>
                  </a:lnTo>
                  <a:lnTo>
                    <a:pt x="1806" y="806"/>
                  </a:lnTo>
                  <a:lnTo>
                    <a:pt x="1814" y="827"/>
                  </a:lnTo>
                  <a:lnTo>
                    <a:pt x="1821" y="845"/>
                  </a:lnTo>
                  <a:lnTo>
                    <a:pt x="1827" y="859"/>
                  </a:lnTo>
                  <a:lnTo>
                    <a:pt x="1835" y="869"/>
                  </a:lnTo>
                  <a:lnTo>
                    <a:pt x="1841" y="871"/>
                  </a:lnTo>
                  <a:lnTo>
                    <a:pt x="1847" y="871"/>
                  </a:lnTo>
                  <a:lnTo>
                    <a:pt x="1853" y="877"/>
                  </a:lnTo>
                  <a:lnTo>
                    <a:pt x="1858" y="885"/>
                  </a:lnTo>
                  <a:lnTo>
                    <a:pt x="1864" y="897"/>
                  </a:lnTo>
                  <a:lnTo>
                    <a:pt x="1869" y="909"/>
                  </a:lnTo>
                  <a:lnTo>
                    <a:pt x="1873" y="923"/>
                  </a:lnTo>
                  <a:lnTo>
                    <a:pt x="1876" y="936"/>
                  </a:lnTo>
                  <a:lnTo>
                    <a:pt x="1879" y="946"/>
                  </a:lnTo>
                  <a:lnTo>
                    <a:pt x="1882" y="955"/>
                  </a:lnTo>
                  <a:lnTo>
                    <a:pt x="1888" y="962"/>
                  </a:lnTo>
                  <a:lnTo>
                    <a:pt x="1894" y="967"/>
                  </a:lnTo>
                  <a:lnTo>
                    <a:pt x="1901" y="970"/>
                  </a:lnTo>
                  <a:lnTo>
                    <a:pt x="1910" y="972"/>
                  </a:lnTo>
                  <a:lnTo>
                    <a:pt x="1920" y="973"/>
                  </a:lnTo>
                  <a:lnTo>
                    <a:pt x="1930" y="974"/>
                  </a:lnTo>
                  <a:lnTo>
                    <a:pt x="1943" y="975"/>
                  </a:lnTo>
                  <a:lnTo>
                    <a:pt x="1958" y="978"/>
                  </a:lnTo>
                  <a:lnTo>
                    <a:pt x="1977" y="985"/>
                  </a:lnTo>
                  <a:lnTo>
                    <a:pt x="1998" y="994"/>
                  </a:lnTo>
                  <a:lnTo>
                    <a:pt x="2018" y="1008"/>
                  </a:lnTo>
                  <a:lnTo>
                    <a:pt x="2036" y="1026"/>
                  </a:lnTo>
                  <a:lnTo>
                    <a:pt x="2048" y="1047"/>
                  </a:lnTo>
                  <a:lnTo>
                    <a:pt x="2053" y="1072"/>
                  </a:lnTo>
                  <a:lnTo>
                    <a:pt x="2049" y="1101"/>
                  </a:lnTo>
                  <a:lnTo>
                    <a:pt x="2044" y="1130"/>
                  </a:lnTo>
                  <a:lnTo>
                    <a:pt x="2044" y="1150"/>
                  </a:lnTo>
                  <a:lnTo>
                    <a:pt x="2049" y="1167"/>
                  </a:lnTo>
                  <a:lnTo>
                    <a:pt x="2056" y="1178"/>
                  </a:lnTo>
                  <a:lnTo>
                    <a:pt x="2064" y="1188"/>
                  </a:lnTo>
                  <a:lnTo>
                    <a:pt x="2072" y="1197"/>
                  </a:lnTo>
                  <a:lnTo>
                    <a:pt x="2077" y="1207"/>
                  </a:lnTo>
                  <a:lnTo>
                    <a:pt x="2077" y="1220"/>
                  </a:lnTo>
                  <a:lnTo>
                    <a:pt x="2075" y="1235"/>
                  </a:lnTo>
                  <a:lnTo>
                    <a:pt x="2073" y="1250"/>
                  </a:lnTo>
                  <a:lnTo>
                    <a:pt x="2072" y="1266"/>
                  </a:lnTo>
                  <a:lnTo>
                    <a:pt x="2070" y="1282"/>
                  </a:lnTo>
                  <a:lnTo>
                    <a:pt x="2067" y="1297"/>
                  </a:lnTo>
                  <a:lnTo>
                    <a:pt x="2064" y="1311"/>
                  </a:lnTo>
                  <a:lnTo>
                    <a:pt x="2059" y="1325"/>
                  </a:lnTo>
                  <a:lnTo>
                    <a:pt x="2053" y="1336"/>
                  </a:lnTo>
                  <a:lnTo>
                    <a:pt x="2046" y="1346"/>
                  </a:lnTo>
                  <a:lnTo>
                    <a:pt x="2040" y="1358"/>
                  </a:lnTo>
                  <a:lnTo>
                    <a:pt x="2036" y="1371"/>
                  </a:lnTo>
                  <a:lnTo>
                    <a:pt x="2032" y="1383"/>
                  </a:lnTo>
                  <a:lnTo>
                    <a:pt x="2031" y="1395"/>
                  </a:lnTo>
                  <a:lnTo>
                    <a:pt x="2031" y="1406"/>
                  </a:lnTo>
                  <a:lnTo>
                    <a:pt x="2032" y="1418"/>
                  </a:lnTo>
                  <a:lnTo>
                    <a:pt x="2037" y="1426"/>
                  </a:lnTo>
                  <a:lnTo>
                    <a:pt x="2040" y="1433"/>
                  </a:lnTo>
                  <a:lnTo>
                    <a:pt x="2042" y="1442"/>
                  </a:lnTo>
                  <a:lnTo>
                    <a:pt x="2045" y="1452"/>
                  </a:lnTo>
                  <a:lnTo>
                    <a:pt x="2049" y="1463"/>
                  </a:lnTo>
                  <a:lnTo>
                    <a:pt x="2055" y="1476"/>
                  </a:lnTo>
                  <a:lnTo>
                    <a:pt x="2065" y="1489"/>
                  </a:lnTo>
                  <a:lnTo>
                    <a:pt x="2078" y="1502"/>
                  </a:lnTo>
                  <a:lnTo>
                    <a:pt x="2098" y="1516"/>
                  </a:lnTo>
                  <a:lnTo>
                    <a:pt x="2117" y="1529"/>
                  </a:lnTo>
                  <a:lnTo>
                    <a:pt x="2131" y="1542"/>
                  </a:lnTo>
                  <a:lnTo>
                    <a:pt x="2141" y="1554"/>
                  </a:lnTo>
                  <a:lnTo>
                    <a:pt x="2147" y="1566"/>
                  </a:lnTo>
                  <a:lnTo>
                    <a:pt x="2149" y="1576"/>
                  </a:lnTo>
                  <a:lnTo>
                    <a:pt x="2150" y="1585"/>
                  </a:lnTo>
                  <a:lnTo>
                    <a:pt x="2150" y="1593"/>
                  </a:lnTo>
                  <a:lnTo>
                    <a:pt x="2149" y="1599"/>
                  </a:lnTo>
                  <a:lnTo>
                    <a:pt x="2149" y="1608"/>
                  </a:lnTo>
                  <a:lnTo>
                    <a:pt x="2150" y="1625"/>
                  </a:lnTo>
                  <a:lnTo>
                    <a:pt x="2154" y="1644"/>
                  </a:lnTo>
                  <a:lnTo>
                    <a:pt x="2158" y="1667"/>
                  </a:lnTo>
                  <a:lnTo>
                    <a:pt x="2163" y="1689"/>
                  </a:lnTo>
                  <a:lnTo>
                    <a:pt x="2169" y="1709"/>
                  </a:lnTo>
                  <a:lnTo>
                    <a:pt x="2174" y="1726"/>
                  </a:lnTo>
                  <a:lnTo>
                    <a:pt x="2179" y="1736"/>
                  </a:lnTo>
                  <a:lnTo>
                    <a:pt x="2180" y="1736"/>
                  </a:lnTo>
                  <a:lnTo>
                    <a:pt x="2175" y="1739"/>
                  </a:lnTo>
                  <a:lnTo>
                    <a:pt x="2171" y="1742"/>
                  </a:lnTo>
                  <a:lnTo>
                    <a:pt x="2166" y="1744"/>
                  </a:lnTo>
                  <a:lnTo>
                    <a:pt x="2161" y="1746"/>
                  </a:lnTo>
                  <a:lnTo>
                    <a:pt x="2157" y="1748"/>
                  </a:lnTo>
                  <a:lnTo>
                    <a:pt x="2152" y="1749"/>
                  </a:lnTo>
                  <a:lnTo>
                    <a:pt x="2147" y="1750"/>
                  </a:lnTo>
                  <a:lnTo>
                    <a:pt x="2142" y="1751"/>
                  </a:lnTo>
                  <a:lnTo>
                    <a:pt x="2125" y="1755"/>
                  </a:lnTo>
                  <a:lnTo>
                    <a:pt x="2110" y="1761"/>
                  </a:lnTo>
                  <a:lnTo>
                    <a:pt x="2095" y="1771"/>
                  </a:lnTo>
                  <a:lnTo>
                    <a:pt x="2081" y="1780"/>
                  </a:lnTo>
                  <a:lnTo>
                    <a:pt x="2069" y="1790"/>
                  </a:lnTo>
                  <a:lnTo>
                    <a:pt x="2060" y="1800"/>
                  </a:lnTo>
                  <a:lnTo>
                    <a:pt x="2054" y="1809"/>
                  </a:lnTo>
                  <a:lnTo>
                    <a:pt x="2052" y="1817"/>
                  </a:lnTo>
                  <a:lnTo>
                    <a:pt x="2051" y="1824"/>
                  </a:lnTo>
                  <a:lnTo>
                    <a:pt x="2048" y="1832"/>
                  </a:lnTo>
                  <a:lnTo>
                    <a:pt x="2043" y="1842"/>
                  </a:lnTo>
                  <a:lnTo>
                    <a:pt x="2036" y="1853"/>
                  </a:lnTo>
                  <a:lnTo>
                    <a:pt x="2025" y="1865"/>
                  </a:lnTo>
                  <a:lnTo>
                    <a:pt x="2011" y="1880"/>
                  </a:lnTo>
                  <a:lnTo>
                    <a:pt x="1995" y="1895"/>
                  </a:lnTo>
                  <a:lnTo>
                    <a:pt x="1973" y="1911"/>
                  </a:lnTo>
                  <a:lnTo>
                    <a:pt x="1950" y="1927"/>
                  </a:lnTo>
                  <a:lnTo>
                    <a:pt x="1924" y="1938"/>
                  </a:lnTo>
                  <a:lnTo>
                    <a:pt x="1900" y="1946"/>
                  </a:lnTo>
                  <a:lnTo>
                    <a:pt x="1876" y="1954"/>
                  </a:lnTo>
                  <a:lnTo>
                    <a:pt x="1855" y="1960"/>
                  </a:lnTo>
                  <a:lnTo>
                    <a:pt x="1839" y="1969"/>
                  </a:lnTo>
                  <a:lnTo>
                    <a:pt x="1825" y="1977"/>
                  </a:lnTo>
                  <a:lnTo>
                    <a:pt x="1819" y="1988"/>
                  </a:lnTo>
                  <a:lnTo>
                    <a:pt x="1817" y="2001"/>
                  </a:lnTo>
                  <a:lnTo>
                    <a:pt x="1816" y="2014"/>
                  </a:lnTo>
                  <a:lnTo>
                    <a:pt x="1816" y="2029"/>
                  </a:lnTo>
                  <a:lnTo>
                    <a:pt x="1816" y="2042"/>
                  </a:lnTo>
                  <a:lnTo>
                    <a:pt x="1815" y="2055"/>
                  </a:lnTo>
                  <a:lnTo>
                    <a:pt x="1812" y="2068"/>
                  </a:lnTo>
                  <a:lnTo>
                    <a:pt x="1807" y="2078"/>
                  </a:lnTo>
                  <a:lnTo>
                    <a:pt x="1798" y="2086"/>
                  </a:lnTo>
                  <a:lnTo>
                    <a:pt x="1787" y="2093"/>
                  </a:lnTo>
                  <a:lnTo>
                    <a:pt x="1774" y="2100"/>
                  </a:lnTo>
                  <a:lnTo>
                    <a:pt x="1762" y="2107"/>
                  </a:lnTo>
                  <a:lnTo>
                    <a:pt x="1750" y="2114"/>
                  </a:lnTo>
                  <a:lnTo>
                    <a:pt x="1740" y="2123"/>
                  </a:lnTo>
                  <a:lnTo>
                    <a:pt x="1730" y="2133"/>
                  </a:lnTo>
                  <a:lnTo>
                    <a:pt x="1723" y="2143"/>
                  </a:lnTo>
                  <a:lnTo>
                    <a:pt x="1719" y="2156"/>
                  </a:lnTo>
                  <a:lnTo>
                    <a:pt x="1714" y="2167"/>
                  </a:lnTo>
                  <a:lnTo>
                    <a:pt x="1705" y="2176"/>
                  </a:lnTo>
                  <a:lnTo>
                    <a:pt x="1693" y="2180"/>
                  </a:lnTo>
                  <a:lnTo>
                    <a:pt x="1679" y="2182"/>
                  </a:lnTo>
                  <a:lnTo>
                    <a:pt x="1664" y="2182"/>
                  </a:lnTo>
                  <a:lnTo>
                    <a:pt x="1651" y="2182"/>
                  </a:lnTo>
                  <a:lnTo>
                    <a:pt x="1640" y="2183"/>
                  </a:lnTo>
                  <a:lnTo>
                    <a:pt x="1632" y="2184"/>
                  </a:lnTo>
                  <a:lnTo>
                    <a:pt x="1626" y="2187"/>
                  </a:lnTo>
                  <a:lnTo>
                    <a:pt x="1619" y="2191"/>
                  </a:lnTo>
                  <a:lnTo>
                    <a:pt x="1611" y="2196"/>
                  </a:lnTo>
                  <a:lnTo>
                    <a:pt x="1602" y="2202"/>
                  </a:lnTo>
                  <a:lnTo>
                    <a:pt x="1593" y="2209"/>
                  </a:lnTo>
                  <a:lnTo>
                    <a:pt x="1583" y="2216"/>
                  </a:lnTo>
                  <a:lnTo>
                    <a:pt x="1574" y="2224"/>
                  </a:lnTo>
                  <a:lnTo>
                    <a:pt x="1565" y="2232"/>
                  </a:lnTo>
                  <a:lnTo>
                    <a:pt x="1557" y="2237"/>
                  </a:lnTo>
                  <a:lnTo>
                    <a:pt x="1550" y="2239"/>
                  </a:lnTo>
                  <a:lnTo>
                    <a:pt x="1543" y="2238"/>
                  </a:lnTo>
                  <a:lnTo>
                    <a:pt x="1536" y="2238"/>
                  </a:lnTo>
                  <a:lnTo>
                    <a:pt x="1528" y="2238"/>
                  </a:lnTo>
                  <a:lnTo>
                    <a:pt x="1521" y="2242"/>
                  </a:lnTo>
                  <a:lnTo>
                    <a:pt x="1514" y="2249"/>
                  </a:lnTo>
                  <a:lnTo>
                    <a:pt x="1506" y="2263"/>
                  </a:lnTo>
                  <a:lnTo>
                    <a:pt x="1499" y="2276"/>
                  </a:lnTo>
                  <a:lnTo>
                    <a:pt x="1495" y="2280"/>
                  </a:lnTo>
                  <a:lnTo>
                    <a:pt x="1492" y="2277"/>
                  </a:lnTo>
                  <a:lnTo>
                    <a:pt x="1490" y="2271"/>
                  </a:lnTo>
                  <a:lnTo>
                    <a:pt x="1487" y="2262"/>
                  </a:lnTo>
                  <a:lnTo>
                    <a:pt x="1483" y="2255"/>
                  </a:lnTo>
                  <a:lnTo>
                    <a:pt x="1479" y="2251"/>
                  </a:lnTo>
                  <a:lnTo>
                    <a:pt x="1472" y="2252"/>
                  </a:lnTo>
                  <a:lnTo>
                    <a:pt x="1465" y="2258"/>
                  </a:lnTo>
                  <a:lnTo>
                    <a:pt x="1460" y="2264"/>
                  </a:lnTo>
                  <a:lnTo>
                    <a:pt x="1455" y="2272"/>
                  </a:lnTo>
                  <a:lnTo>
                    <a:pt x="1449" y="2279"/>
                  </a:lnTo>
                  <a:lnTo>
                    <a:pt x="1440" y="2286"/>
                  </a:lnTo>
                  <a:lnTo>
                    <a:pt x="1428" y="2291"/>
                  </a:lnTo>
                  <a:lnTo>
                    <a:pt x="1411" y="2295"/>
                  </a:lnTo>
                  <a:lnTo>
                    <a:pt x="1389" y="2297"/>
                  </a:lnTo>
                  <a:lnTo>
                    <a:pt x="1365" y="2296"/>
                  </a:lnTo>
                  <a:lnTo>
                    <a:pt x="1345" y="2292"/>
                  </a:lnTo>
                  <a:lnTo>
                    <a:pt x="1328" y="2287"/>
                  </a:lnTo>
                  <a:lnTo>
                    <a:pt x="1314" y="2282"/>
                  </a:lnTo>
                  <a:lnTo>
                    <a:pt x="1300" y="2280"/>
                  </a:lnTo>
                  <a:lnTo>
                    <a:pt x="1287" y="2282"/>
                  </a:lnTo>
                  <a:lnTo>
                    <a:pt x="1271" y="2290"/>
                  </a:lnTo>
                  <a:lnTo>
                    <a:pt x="1254" y="2305"/>
                  </a:lnTo>
                  <a:lnTo>
                    <a:pt x="1238" y="2323"/>
                  </a:lnTo>
                  <a:lnTo>
                    <a:pt x="1225" y="2336"/>
                  </a:lnTo>
                  <a:lnTo>
                    <a:pt x="1216" y="2345"/>
                  </a:lnTo>
                  <a:lnTo>
                    <a:pt x="1210" y="2351"/>
                  </a:lnTo>
                  <a:lnTo>
                    <a:pt x="1204" y="2355"/>
                  </a:lnTo>
                  <a:lnTo>
                    <a:pt x="1198" y="2357"/>
                  </a:lnTo>
                  <a:lnTo>
                    <a:pt x="1191" y="2358"/>
                  </a:lnTo>
                  <a:lnTo>
                    <a:pt x="1181" y="2358"/>
                  </a:lnTo>
                  <a:lnTo>
                    <a:pt x="1171" y="2360"/>
                  </a:lnTo>
                  <a:lnTo>
                    <a:pt x="1164" y="2365"/>
                  </a:lnTo>
                  <a:lnTo>
                    <a:pt x="1157" y="2373"/>
                  </a:lnTo>
                  <a:lnTo>
                    <a:pt x="1153" y="2382"/>
                  </a:lnTo>
                  <a:lnTo>
                    <a:pt x="1149" y="2392"/>
                  </a:lnTo>
                  <a:lnTo>
                    <a:pt x="1147" y="2403"/>
                  </a:lnTo>
                  <a:lnTo>
                    <a:pt x="1145" y="2413"/>
                  </a:lnTo>
                  <a:lnTo>
                    <a:pt x="1145" y="2424"/>
                  </a:lnTo>
                  <a:lnTo>
                    <a:pt x="1144" y="2431"/>
                  </a:lnTo>
                  <a:lnTo>
                    <a:pt x="1139" y="2435"/>
                  </a:lnTo>
                  <a:lnTo>
                    <a:pt x="1132" y="2438"/>
                  </a:lnTo>
                  <a:lnTo>
                    <a:pt x="1123" y="2440"/>
                  </a:lnTo>
                  <a:lnTo>
                    <a:pt x="1113" y="2442"/>
                  </a:lnTo>
                  <a:lnTo>
                    <a:pt x="1102" y="2446"/>
                  </a:lnTo>
                  <a:lnTo>
                    <a:pt x="1090" y="2452"/>
                  </a:lnTo>
                  <a:lnTo>
                    <a:pt x="1077" y="2462"/>
                  </a:lnTo>
                  <a:lnTo>
                    <a:pt x="1064" y="2474"/>
                  </a:lnTo>
                  <a:lnTo>
                    <a:pt x="1051" y="2481"/>
                  </a:lnTo>
                  <a:lnTo>
                    <a:pt x="1037" y="2487"/>
                  </a:lnTo>
                  <a:lnTo>
                    <a:pt x="1021" y="2492"/>
                  </a:lnTo>
                  <a:lnTo>
                    <a:pt x="1007" y="2498"/>
                  </a:lnTo>
                  <a:lnTo>
                    <a:pt x="994" y="2504"/>
                  </a:lnTo>
                  <a:lnTo>
                    <a:pt x="980" y="2512"/>
                  </a:lnTo>
                  <a:lnTo>
                    <a:pt x="968" y="2525"/>
                  </a:lnTo>
                  <a:lnTo>
                    <a:pt x="957" y="2536"/>
                  </a:lnTo>
                  <a:lnTo>
                    <a:pt x="946" y="2542"/>
                  </a:lnTo>
                  <a:lnTo>
                    <a:pt x="934" y="2544"/>
                  </a:lnTo>
                  <a:lnTo>
                    <a:pt x="924" y="2544"/>
                  </a:lnTo>
                  <a:lnTo>
                    <a:pt x="916" y="2542"/>
                  </a:lnTo>
                  <a:lnTo>
                    <a:pt x="910" y="2539"/>
                  </a:lnTo>
                  <a:lnTo>
                    <a:pt x="905" y="2537"/>
                  </a:lnTo>
                  <a:lnTo>
                    <a:pt x="904" y="2536"/>
                  </a:lnTo>
                  <a:lnTo>
                    <a:pt x="903" y="2537"/>
                  </a:lnTo>
                  <a:lnTo>
                    <a:pt x="900" y="2541"/>
                  </a:lnTo>
                  <a:lnTo>
                    <a:pt x="895" y="2547"/>
                  </a:lnTo>
                  <a:lnTo>
                    <a:pt x="889" y="2553"/>
                  </a:lnTo>
                  <a:lnTo>
                    <a:pt x="881" y="2561"/>
                  </a:lnTo>
                  <a:lnTo>
                    <a:pt x="874" y="2569"/>
                  </a:lnTo>
                  <a:lnTo>
                    <a:pt x="866" y="2577"/>
                  </a:lnTo>
                  <a:lnTo>
                    <a:pt x="859" y="2584"/>
                  </a:lnTo>
                  <a:lnTo>
                    <a:pt x="852" y="2590"/>
                  </a:lnTo>
                  <a:lnTo>
                    <a:pt x="845" y="2595"/>
                  </a:lnTo>
                  <a:lnTo>
                    <a:pt x="838" y="2601"/>
                  </a:lnTo>
                  <a:lnTo>
                    <a:pt x="830" y="2606"/>
                  </a:lnTo>
                  <a:lnTo>
                    <a:pt x="825" y="2613"/>
                  </a:lnTo>
                  <a:lnTo>
                    <a:pt x="821" y="2623"/>
                  </a:lnTo>
                  <a:lnTo>
                    <a:pt x="818" y="2633"/>
                  </a:lnTo>
                  <a:lnTo>
                    <a:pt x="817" y="2645"/>
                  </a:lnTo>
                  <a:lnTo>
                    <a:pt x="817" y="2656"/>
                  </a:lnTo>
                  <a:lnTo>
                    <a:pt x="816" y="2663"/>
                  </a:lnTo>
                  <a:lnTo>
                    <a:pt x="814" y="2668"/>
                  </a:lnTo>
                  <a:lnTo>
                    <a:pt x="812" y="2670"/>
                  </a:lnTo>
                  <a:lnTo>
                    <a:pt x="809" y="2673"/>
                  </a:lnTo>
                  <a:lnTo>
                    <a:pt x="806" y="2674"/>
                  </a:lnTo>
                  <a:lnTo>
                    <a:pt x="802" y="2677"/>
                  </a:lnTo>
                  <a:lnTo>
                    <a:pt x="798" y="2682"/>
                  </a:lnTo>
                  <a:lnTo>
                    <a:pt x="796" y="2689"/>
                  </a:lnTo>
                  <a:lnTo>
                    <a:pt x="798" y="2699"/>
                  </a:lnTo>
                  <a:lnTo>
                    <a:pt x="801" y="2709"/>
                  </a:lnTo>
                  <a:lnTo>
                    <a:pt x="805" y="2719"/>
                  </a:lnTo>
                  <a:lnTo>
                    <a:pt x="808" y="2729"/>
                  </a:lnTo>
                  <a:lnTo>
                    <a:pt x="807" y="2737"/>
                  </a:lnTo>
                  <a:lnTo>
                    <a:pt x="803" y="2743"/>
                  </a:lnTo>
                  <a:lnTo>
                    <a:pt x="792" y="2746"/>
                  </a:lnTo>
                  <a:lnTo>
                    <a:pt x="781" y="2747"/>
                  </a:lnTo>
                  <a:lnTo>
                    <a:pt x="780" y="2747"/>
                  </a:lnTo>
                  <a:lnTo>
                    <a:pt x="785" y="2747"/>
                  </a:lnTo>
                  <a:lnTo>
                    <a:pt x="797" y="2746"/>
                  </a:lnTo>
                  <a:lnTo>
                    <a:pt x="812" y="2746"/>
                  </a:lnTo>
                  <a:lnTo>
                    <a:pt x="829" y="2746"/>
                  </a:lnTo>
                  <a:lnTo>
                    <a:pt x="848" y="2747"/>
                  </a:lnTo>
                  <a:lnTo>
                    <a:pt x="865" y="2749"/>
                  </a:lnTo>
                  <a:lnTo>
                    <a:pt x="877" y="2752"/>
                  </a:lnTo>
                  <a:lnTo>
                    <a:pt x="881" y="2757"/>
                  </a:lnTo>
                  <a:lnTo>
                    <a:pt x="880" y="2764"/>
                  </a:lnTo>
                  <a:lnTo>
                    <a:pt x="874" y="2774"/>
                  </a:lnTo>
                  <a:lnTo>
                    <a:pt x="867" y="2784"/>
                  </a:lnTo>
                  <a:lnTo>
                    <a:pt x="860" y="2796"/>
                  </a:lnTo>
                  <a:lnTo>
                    <a:pt x="855" y="2808"/>
                  </a:lnTo>
                  <a:lnTo>
                    <a:pt x="854" y="2823"/>
                  </a:lnTo>
                  <a:lnTo>
                    <a:pt x="853" y="2837"/>
                  </a:lnTo>
                  <a:lnTo>
                    <a:pt x="848" y="2850"/>
                  </a:lnTo>
                  <a:lnTo>
                    <a:pt x="840" y="2863"/>
                  </a:lnTo>
                  <a:lnTo>
                    <a:pt x="830" y="2875"/>
                  </a:lnTo>
                  <a:lnTo>
                    <a:pt x="823" y="2887"/>
                  </a:lnTo>
                  <a:lnTo>
                    <a:pt x="818" y="2897"/>
                  </a:lnTo>
                  <a:lnTo>
                    <a:pt x="818" y="2907"/>
                  </a:lnTo>
                  <a:lnTo>
                    <a:pt x="825" y="2917"/>
                  </a:lnTo>
                  <a:lnTo>
                    <a:pt x="833" y="2929"/>
                  </a:lnTo>
                  <a:lnTo>
                    <a:pt x="836" y="2943"/>
                  </a:lnTo>
                  <a:lnTo>
                    <a:pt x="835" y="2958"/>
                  </a:lnTo>
                  <a:lnTo>
                    <a:pt x="833" y="2974"/>
                  </a:lnTo>
                  <a:lnTo>
                    <a:pt x="830" y="2988"/>
                  </a:lnTo>
                  <a:lnTo>
                    <a:pt x="829" y="3001"/>
                  </a:lnTo>
                  <a:lnTo>
                    <a:pt x="829" y="3011"/>
                  </a:lnTo>
                  <a:lnTo>
                    <a:pt x="833" y="3016"/>
                  </a:lnTo>
                  <a:lnTo>
                    <a:pt x="840" y="3021"/>
                  </a:lnTo>
                  <a:lnTo>
                    <a:pt x="846" y="3032"/>
                  </a:lnTo>
                  <a:lnTo>
                    <a:pt x="851" y="3044"/>
                  </a:lnTo>
                  <a:lnTo>
                    <a:pt x="855" y="3058"/>
                  </a:lnTo>
                  <a:lnTo>
                    <a:pt x="858" y="3074"/>
                  </a:lnTo>
                  <a:lnTo>
                    <a:pt x="860" y="3088"/>
                  </a:lnTo>
                  <a:lnTo>
                    <a:pt x="860" y="3100"/>
                  </a:lnTo>
                  <a:lnTo>
                    <a:pt x="859" y="3109"/>
                  </a:lnTo>
                  <a:lnTo>
                    <a:pt x="856" y="3116"/>
                  </a:lnTo>
                  <a:lnTo>
                    <a:pt x="852" y="3122"/>
                  </a:lnTo>
                  <a:lnTo>
                    <a:pt x="847" y="3127"/>
                  </a:lnTo>
                  <a:lnTo>
                    <a:pt x="841" y="3130"/>
                  </a:lnTo>
                  <a:lnTo>
                    <a:pt x="833" y="3130"/>
                  </a:lnTo>
                  <a:lnTo>
                    <a:pt x="827" y="3128"/>
                  </a:lnTo>
                  <a:lnTo>
                    <a:pt x="822" y="3122"/>
                  </a:lnTo>
                  <a:lnTo>
                    <a:pt x="817" y="3114"/>
                  </a:lnTo>
                  <a:lnTo>
                    <a:pt x="813" y="3105"/>
                  </a:lnTo>
                  <a:lnTo>
                    <a:pt x="811" y="3097"/>
                  </a:lnTo>
                  <a:lnTo>
                    <a:pt x="809" y="3091"/>
                  </a:lnTo>
                  <a:lnTo>
                    <a:pt x="809" y="3085"/>
                  </a:lnTo>
                  <a:lnTo>
                    <a:pt x="808" y="3081"/>
                  </a:lnTo>
                  <a:lnTo>
                    <a:pt x="809" y="3076"/>
                  </a:lnTo>
                  <a:lnTo>
                    <a:pt x="810" y="3071"/>
                  </a:lnTo>
                  <a:lnTo>
                    <a:pt x="812" y="3067"/>
                  </a:lnTo>
                  <a:lnTo>
                    <a:pt x="813" y="3062"/>
                  </a:lnTo>
                  <a:lnTo>
                    <a:pt x="811" y="3057"/>
                  </a:lnTo>
                  <a:lnTo>
                    <a:pt x="809" y="3052"/>
                  </a:lnTo>
                  <a:lnTo>
                    <a:pt x="805" y="3047"/>
                  </a:lnTo>
                  <a:lnTo>
                    <a:pt x="802" y="3043"/>
                  </a:lnTo>
                  <a:lnTo>
                    <a:pt x="798" y="3039"/>
                  </a:lnTo>
                  <a:lnTo>
                    <a:pt x="796" y="3037"/>
                  </a:lnTo>
                  <a:lnTo>
                    <a:pt x="795" y="3036"/>
                  </a:lnTo>
                  <a:lnTo>
                    <a:pt x="795" y="3033"/>
                  </a:lnTo>
                  <a:lnTo>
                    <a:pt x="796" y="3025"/>
                  </a:lnTo>
                  <a:lnTo>
                    <a:pt x="796" y="3013"/>
                  </a:lnTo>
                  <a:lnTo>
                    <a:pt x="795" y="3002"/>
                  </a:lnTo>
                  <a:lnTo>
                    <a:pt x="792" y="2993"/>
                  </a:lnTo>
                  <a:lnTo>
                    <a:pt x="785" y="2988"/>
                  </a:lnTo>
                  <a:lnTo>
                    <a:pt x="775" y="2989"/>
                  </a:lnTo>
                  <a:lnTo>
                    <a:pt x="761" y="2999"/>
                  </a:lnTo>
                  <a:lnTo>
                    <a:pt x="748" y="3013"/>
                  </a:lnTo>
                  <a:lnTo>
                    <a:pt x="740" y="3027"/>
                  </a:lnTo>
                  <a:lnTo>
                    <a:pt x="738" y="3038"/>
                  </a:lnTo>
                  <a:lnTo>
                    <a:pt x="739" y="3046"/>
                  </a:lnTo>
                  <a:lnTo>
                    <a:pt x="743" y="3053"/>
                  </a:lnTo>
                  <a:lnTo>
                    <a:pt x="749" y="3056"/>
                  </a:lnTo>
                  <a:lnTo>
                    <a:pt x="755" y="3056"/>
                  </a:lnTo>
                  <a:lnTo>
                    <a:pt x="761" y="3053"/>
                  </a:lnTo>
                  <a:lnTo>
                    <a:pt x="765" y="3050"/>
                  </a:lnTo>
                  <a:lnTo>
                    <a:pt x="768" y="3052"/>
                  </a:lnTo>
                  <a:lnTo>
                    <a:pt x="770" y="3057"/>
                  </a:lnTo>
                  <a:lnTo>
                    <a:pt x="770" y="3064"/>
                  </a:lnTo>
                  <a:lnTo>
                    <a:pt x="770" y="3072"/>
                  </a:lnTo>
                  <a:lnTo>
                    <a:pt x="770" y="3080"/>
                  </a:lnTo>
                  <a:lnTo>
                    <a:pt x="769" y="3085"/>
                  </a:lnTo>
                  <a:lnTo>
                    <a:pt x="769" y="3087"/>
                  </a:lnTo>
                  <a:lnTo>
                    <a:pt x="767" y="3088"/>
                  </a:lnTo>
                  <a:lnTo>
                    <a:pt x="762" y="3090"/>
                  </a:lnTo>
                  <a:lnTo>
                    <a:pt x="755" y="3094"/>
                  </a:lnTo>
                  <a:lnTo>
                    <a:pt x="747" y="3097"/>
                  </a:lnTo>
                  <a:lnTo>
                    <a:pt x="738" y="3099"/>
                  </a:lnTo>
                  <a:lnTo>
                    <a:pt x="729" y="3100"/>
                  </a:lnTo>
                  <a:lnTo>
                    <a:pt x="721" y="3099"/>
                  </a:lnTo>
                  <a:lnTo>
                    <a:pt x="716" y="3095"/>
                  </a:lnTo>
                  <a:lnTo>
                    <a:pt x="713" y="3093"/>
                  </a:lnTo>
                  <a:lnTo>
                    <a:pt x="713" y="3097"/>
                  </a:lnTo>
                  <a:lnTo>
                    <a:pt x="715" y="3106"/>
                  </a:lnTo>
                  <a:lnTo>
                    <a:pt x="716" y="3117"/>
                  </a:lnTo>
                  <a:lnTo>
                    <a:pt x="717" y="3130"/>
                  </a:lnTo>
                  <a:lnTo>
                    <a:pt x="715" y="3141"/>
                  </a:lnTo>
                  <a:lnTo>
                    <a:pt x="711" y="3150"/>
                  </a:lnTo>
                  <a:lnTo>
                    <a:pt x="702" y="3154"/>
                  </a:lnTo>
                  <a:lnTo>
                    <a:pt x="692" y="3156"/>
                  </a:lnTo>
                  <a:lnTo>
                    <a:pt x="684" y="3160"/>
                  </a:lnTo>
                  <a:lnTo>
                    <a:pt x="680" y="3165"/>
                  </a:lnTo>
                  <a:lnTo>
                    <a:pt x="678" y="3171"/>
                  </a:lnTo>
                  <a:lnTo>
                    <a:pt x="679" y="3178"/>
                  </a:lnTo>
                  <a:lnTo>
                    <a:pt x="684" y="3184"/>
                  </a:lnTo>
                  <a:lnTo>
                    <a:pt x="692" y="3189"/>
                  </a:lnTo>
                  <a:lnTo>
                    <a:pt x="702" y="3193"/>
                  </a:lnTo>
                  <a:lnTo>
                    <a:pt x="711" y="3196"/>
                  </a:lnTo>
                  <a:lnTo>
                    <a:pt x="716" y="3199"/>
                  </a:lnTo>
                  <a:lnTo>
                    <a:pt x="719" y="3202"/>
                  </a:lnTo>
                  <a:lnTo>
                    <a:pt x="722" y="3205"/>
                  </a:lnTo>
                  <a:lnTo>
                    <a:pt x="725" y="3210"/>
                  </a:lnTo>
                  <a:lnTo>
                    <a:pt x="730" y="3217"/>
                  </a:lnTo>
                  <a:lnTo>
                    <a:pt x="741" y="3228"/>
                  </a:lnTo>
                  <a:lnTo>
                    <a:pt x="756" y="3241"/>
                  </a:lnTo>
                  <a:lnTo>
                    <a:pt x="772" y="3254"/>
                  </a:lnTo>
                  <a:lnTo>
                    <a:pt x="785" y="3263"/>
                  </a:lnTo>
                  <a:lnTo>
                    <a:pt x="796" y="3270"/>
                  </a:lnTo>
                  <a:lnTo>
                    <a:pt x="804" y="3275"/>
                  </a:lnTo>
                  <a:lnTo>
                    <a:pt x="811" y="3276"/>
                  </a:lnTo>
                  <a:lnTo>
                    <a:pt x="818" y="3276"/>
                  </a:lnTo>
                  <a:lnTo>
                    <a:pt x="826" y="3273"/>
                  </a:lnTo>
                  <a:lnTo>
                    <a:pt x="836" y="3269"/>
                  </a:lnTo>
                  <a:lnTo>
                    <a:pt x="844" y="3267"/>
                  </a:lnTo>
                  <a:lnTo>
                    <a:pt x="848" y="3266"/>
                  </a:lnTo>
                  <a:lnTo>
                    <a:pt x="849" y="3268"/>
                  </a:lnTo>
                  <a:lnTo>
                    <a:pt x="849" y="3271"/>
                  </a:lnTo>
                  <a:lnTo>
                    <a:pt x="850" y="3276"/>
                  </a:lnTo>
                  <a:lnTo>
                    <a:pt x="853" y="3282"/>
                  </a:lnTo>
                  <a:lnTo>
                    <a:pt x="859" y="3288"/>
                  </a:lnTo>
                  <a:lnTo>
                    <a:pt x="869" y="3295"/>
                  </a:lnTo>
                  <a:lnTo>
                    <a:pt x="869" y="329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34" name="Freeform 533">
              <a:extLst>
                <a:ext uri="{FF2B5EF4-FFF2-40B4-BE49-F238E27FC236}">
                  <a16:creationId xmlns:a16="http://schemas.microsoft.com/office/drawing/2014/main" id="{30A910D0-9844-502D-A5B0-49B690C8AAEC}"/>
                </a:ext>
              </a:extLst>
            </p:cNvPr>
            <p:cNvSpPr>
              <a:spLocks/>
            </p:cNvSpPr>
            <p:nvPr/>
          </p:nvSpPr>
          <p:spPr bwMode="auto">
            <a:xfrm>
              <a:off x="2386" y="1779"/>
              <a:ext cx="545" cy="941"/>
            </a:xfrm>
            <a:custGeom>
              <a:avLst/>
              <a:gdLst>
                <a:gd name="T0" fmla="*/ 0 w 2180"/>
                <a:gd name="T1" fmla="*/ 0 h 3763"/>
                <a:gd name="T2" fmla="*/ 0 w 2180"/>
                <a:gd name="T3" fmla="*/ 0 h 3763"/>
                <a:gd name="T4" fmla="*/ 0 w 2180"/>
                <a:gd name="T5" fmla="*/ 0 h 3763"/>
                <a:gd name="T6" fmla="*/ 0 w 2180"/>
                <a:gd name="T7" fmla="*/ 0 h 3763"/>
                <a:gd name="T8" fmla="*/ 0 w 2180"/>
                <a:gd name="T9" fmla="*/ 0 h 3763"/>
                <a:gd name="T10" fmla="*/ 0 w 2180"/>
                <a:gd name="T11" fmla="*/ 0 h 3763"/>
                <a:gd name="T12" fmla="*/ 0 w 2180"/>
                <a:gd name="T13" fmla="*/ 0 h 3763"/>
                <a:gd name="T14" fmla="*/ 0 w 2180"/>
                <a:gd name="T15" fmla="*/ 0 h 3763"/>
                <a:gd name="T16" fmla="*/ 0 w 2180"/>
                <a:gd name="T17" fmla="*/ 0 h 3763"/>
                <a:gd name="T18" fmla="*/ 0 w 2180"/>
                <a:gd name="T19" fmla="*/ 0 h 3763"/>
                <a:gd name="T20" fmla="*/ 0 w 2180"/>
                <a:gd name="T21" fmla="*/ 0 h 3763"/>
                <a:gd name="T22" fmla="*/ 0 w 2180"/>
                <a:gd name="T23" fmla="*/ 0 h 3763"/>
                <a:gd name="T24" fmla="*/ 0 w 2180"/>
                <a:gd name="T25" fmla="*/ 0 h 3763"/>
                <a:gd name="T26" fmla="*/ 0 w 2180"/>
                <a:gd name="T27" fmla="*/ 0 h 3763"/>
                <a:gd name="T28" fmla="*/ 0 w 2180"/>
                <a:gd name="T29" fmla="*/ 0 h 3763"/>
                <a:gd name="T30" fmla="*/ 0 w 2180"/>
                <a:gd name="T31" fmla="*/ 0 h 3763"/>
                <a:gd name="T32" fmla="*/ 0 w 2180"/>
                <a:gd name="T33" fmla="*/ 0 h 3763"/>
                <a:gd name="T34" fmla="*/ 0 w 2180"/>
                <a:gd name="T35" fmla="*/ 0 h 3763"/>
                <a:gd name="T36" fmla="*/ 0 w 2180"/>
                <a:gd name="T37" fmla="*/ 0 h 3763"/>
                <a:gd name="T38" fmla="*/ 0 w 2180"/>
                <a:gd name="T39" fmla="*/ 0 h 3763"/>
                <a:gd name="T40" fmla="*/ 0 w 2180"/>
                <a:gd name="T41" fmla="*/ 0 h 3763"/>
                <a:gd name="T42" fmla="*/ 0 w 2180"/>
                <a:gd name="T43" fmla="*/ 0 h 3763"/>
                <a:gd name="T44" fmla="*/ 0 w 2180"/>
                <a:gd name="T45" fmla="*/ 0 h 3763"/>
                <a:gd name="T46" fmla="*/ 0 w 2180"/>
                <a:gd name="T47" fmla="*/ 0 h 3763"/>
                <a:gd name="T48" fmla="*/ 0 w 2180"/>
                <a:gd name="T49" fmla="*/ 0 h 3763"/>
                <a:gd name="T50" fmla="*/ 0 w 2180"/>
                <a:gd name="T51" fmla="*/ 0 h 3763"/>
                <a:gd name="T52" fmla="*/ 0 w 2180"/>
                <a:gd name="T53" fmla="*/ 0 h 3763"/>
                <a:gd name="T54" fmla="*/ 0 w 2180"/>
                <a:gd name="T55" fmla="*/ 0 h 3763"/>
                <a:gd name="T56" fmla="*/ 0 w 2180"/>
                <a:gd name="T57" fmla="*/ 0 h 3763"/>
                <a:gd name="T58" fmla="*/ 0 w 2180"/>
                <a:gd name="T59" fmla="*/ 0 h 3763"/>
                <a:gd name="T60" fmla="*/ 0 w 2180"/>
                <a:gd name="T61" fmla="*/ 0 h 3763"/>
                <a:gd name="T62" fmla="*/ 0 w 2180"/>
                <a:gd name="T63" fmla="*/ 0 h 3763"/>
                <a:gd name="T64" fmla="*/ 0 w 2180"/>
                <a:gd name="T65" fmla="*/ 0 h 3763"/>
                <a:gd name="T66" fmla="*/ 0 w 2180"/>
                <a:gd name="T67" fmla="*/ 0 h 3763"/>
                <a:gd name="T68" fmla="*/ 0 w 2180"/>
                <a:gd name="T69" fmla="*/ 0 h 3763"/>
                <a:gd name="T70" fmla="*/ 0 w 2180"/>
                <a:gd name="T71" fmla="*/ 0 h 3763"/>
                <a:gd name="T72" fmla="*/ 0 w 2180"/>
                <a:gd name="T73" fmla="*/ 0 h 3763"/>
                <a:gd name="T74" fmla="*/ 0 w 2180"/>
                <a:gd name="T75" fmla="*/ 0 h 3763"/>
                <a:gd name="T76" fmla="*/ 0 w 2180"/>
                <a:gd name="T77" fmla="*/ 0 h 3763"/>
                <a:gd name="T78" fmla="*/ 0 w 2180"/>
                <a:gd name="T79" fmla="*/ 0 h 3763"/>
                <a:gd name="T80" fmla="*/ 0 w 2180"/>
                <a:gd name="T81" fmla="*/ 0 h 3763"/>
                <a:gd name="T82" fmla="*/ 0 w 2180"/>
                <a:gd name="T83" fmla="*/ 0 h 3763"/>
                <a:gd name="T84" fmla="*/ 0 w 2180"/>
                <a:gd name="T85" fmla="*/ 0 h 3763"/>
                <a:gd name="T86" fmla="*/ 0 w 2180"/>
                <a:gd name="T87" fmla="*/ 0 h 3763"/>
                <a:gd name="T88" fmla="*/ 0 w 2180"/>
                <a:gd name="T89" fmla="*/ 0 h 3763"/>
                <a:gd name="T90" fmla="*/ 0 w 2180"/>
                <a:gd name="T91" fmla="*/ 0 h 3763"/>
                <a:gd name="T92" fmla="*/ 0 w 2180"/>
                <a:gd name="T93" fmla="*/ 0 h 3763"/>
                <a:gd name="T94" fmla="*/ 0 w 2180"/>
                <a:gd name="T95" fmla="*/ 0 h 3763"/>
                <a:gd name="T96" fmla="*/ 0 w 2180"/>
                <a:gd name="T97" fmla="*/ 0 h 3763"/>
                <a:gd name="T98" fmla="*/ 0 w 2180"/>
                <a:gd name="T99" fmla="*/ 0 h 3763"/>
                <a:gd name="T100" fmla="*/ 0 w 2180"/>
                <a:gd name="T101" fmla="*/ 0 h 3763"/>
                <a:gd name="T102" fmla="*/ 0 w 2180"/>
                <a:gd name="T103" fmla="*/ 0 h 3763"/>
                <a:gd name="T104" fmla="*/ 0 w 2180"/>
                <a:gd name="T105" fmla="*/ 0 h 3763"/>
                <a:gd name="T106" fmla="*/ 0 w 2180"/>
                <a:gd name="T107" fmla="*/ 0 h 3763"/>
                <a:gd name="T108" fmla="*/ 0 w 2180"/>
                <a:gd name="T109" fmla="*/ 0 h 3763"/>
                <a:gd name="T110" fmla="*/ 0 w 2180"/>
                <a:gd name="T111" fmla="*/ 0 h 3763"/>
                <a:gd name="T112" fmla="*/ 0 w 2180"/>
                <a:gd name="T113" fmla="*/ 0 h 3763"/>
                <a:gd name="T114" fmla="*/ 0 w 2180"/>
                <a:gd name="T115" fmla="*/ 0 h 3763"/>
                <a:gd name="T116" fmla="*/ 0 w 2180"/>
                <a:gd name="T117" fmla="*/ 0 h 3763"/>
                <a:gd name="T118" fmla="*/ 0 w 2180"/>
                <a:gd name="T119" fmla="*/ 0 h 3763"/>
                <a:gd name="T120" fmla="*/ 0 w 2180"/>
                <a:gd name="T121" fmla="*/ 0 h 3763"/>
                <a:gd name="T122" fmla="*/ 0 w 2180"/>
                <a:gd name="T123" fmla="*/ 0 h 3763"/>
                <a:gd name="T124" fmla="*/ 0 w 2180"/>
                <a:gd name="T125" fmla="*/ 0 h 3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80" h="3763">
                  <a:moveTo>
                    <a:pt x="869" y="3296"/>
                  </a:moveTo>
                  <a:lnTo>
                    <a:pt x="869" y="3296"/>
                  </a:lnTo>
                  <a:lnTo>
                    <a:pt x="867" y="3300"/>
                  </a:lnTo>
                  <a:lnTo>
                    <a:pt x="865" y="3305"/>
                  </a:lnTo>
                  <a:lnTo>
                    <a:pt x="864" y="3309"/>
                  </a:lnTo>
                  <a:lnTo>
                    <a:pt x="862" y="3314"/>
                  </a:lnTo>
                  <a:lnTo>
                    <a:pt x="861" y="3318"/>
                  </a:lnTo>
                  <a:lnTo>
                    <a:pt x="859" y="3323"/>
                  </a:lnTo>
                  <a:lnTo>
                    <a:pt x="858" y="3328"/>
                  </a:lnTo>
                  <a:lnTo>
                    <a:pt x="857" y="3333"/>
                  </a:lnTo>
                  <a:lnTo>
                    <a:pt x="855" y="3348"/>
                  </a:lnTo>
                  <a:lnTo>
                    <a:pt x="858" y="3362"/>
                  </a:lnTo>
                  <a:lnTo>
                    <a:pt x="865" y="3374"/>
                  </a:lnTo>
                  <a:lnTo>
                    <a:pt x="875" y="3385"/>
                  </a:lnTo>
                  <a:lnTo>
                    <a:pt x="888" y="3395"/>
                  </a:lnTo>
                  <a:lnTo>
                    <a:pt x="901" y="3404"/>
                  </a:lnTo>
                  <a:lnTo>
                    <a:pt x="914" y="3413"/>
                  </a:lnTo>
                  <a:lnTo>
                    <a:pt x="926" y="3422"/>
                  </a:lnTo>
                  <a:lnTo>
                    <a:pt x="935" y="3432"/>
                  </a:lnTo>
                  <a:lnTo>
                    <a:pt x="940" y="3441"/>
                  </a:lnTo>
                  <a:lnTo>
                    <a:pt x="941" y="3450"/>
                  </a:lnTo>
                  <a:lnTo>
                    <a:pt x="939" y="3458"/>
                  </a:lnTo>
                  <a:lnTo>
                    <a:pt x="935" y="3467"/>
                  </a:lnTo>
                  <a:lnTo>
                    <a:pt x="930" y="3474"/>
                  </a:lnTo>
                  <a:lnTo>
                    <a:pt x="926" y="3483"/>
                  </a:lnTo>
                  <a:lnTo>
                    <a:pt x="922" y="3490"/>
                  </a:lnTo>
                  <a:lnTo>
                    <a:pt x="920" y="3499"/>
                  </a:lnTo>
                  <a:lnTo>
                    <a:pt x="918" y="3509"/>
                  </a:lnTo>
                  <a:lnTo>
                    <a:pt x="917" y="3522"/>
                  </a:lnTo>
                  <a:lnTo>
                    <a:pt x="917" y="3536"/>
                  </a:lnTo>
                  <a:lnTo>
                    <a:pt x="917" y="3549"/>
                  </a:lnTo>
                  <a:lnTo>
                    <a:pt x="918" y="3562"/>
                  </a:lnTo>
                  <a:lnTo>
                    <a:pt x="918" y="3574"/>
                  </a:lnTo>
                  <a:lnTo>
                    <a:pt x="918" y="3586"/>
                  </a:lnTo>
                  <a:lnTo>
                    <a:pt x="917" y="3598"/>
                  </a:lnTo>
                  <a:lnTo>
                    <a:pt x="915" y="3611"/>
                  </a:lnTo>
                  <a:lnTo>
                    <a:pt x="912" y="3627"/>
                  </a:lnTo>
                  <a:lnTo>
                    <a:pt x="905" y="3640"/>
                  </a:lnTo>
                  <a:lnTo>
                    <a:pt x="896" y="3653"/>
                  </a:lnTo>
                  <a:lnTo>
                    <a:pt x="882" y="3663"/>
                  </a:lnTo>
                  <a:lnTo>
                    <a:pt x="866" y="3670"/>
                  </a:lnTo>
                  <a:lnTo>
                    <a:pt x="845" y="3673"/>
                  </a:lnTo>
                  <a:lnTo>
                    <a:pt x="824" y="3674"/>
                  </a:lnTo>
                  <a:lnTo>
                    <a:pt x="808" y="3678"/>
                  </a:lnTo>
                  <a:lnTo>
                    <a:pt x="795" y="3682"/>
                  </a:lnTo>
                  <a:lnTo>
                    <a:pt x="785" y="3687"/>
                  </a:lnTo>
                  <a:lnTo>
                    <a:pt x="777" y="3692"/>
                  </a:lnTo>
                  <a:lnTo>
                    <a:pt x="770" y="3698"/>
                  </a:lnTo>
                  <a:lnTo>
                    <a:pt x="765" y="3704"/>
                  </a:lnTo>
                  <a:lnTo>
                    <a:pt x="759" y="3710"/>
                  </a:lnTo>
                  <a:lnTo>
                    <a:pt x="753" y="3716"/>
                  </a:lnTo>
                  <a:lnTo>
                    <a:pt x="747" y="3723"/>
                  </a:lnTo>
                  <a:lnTo>
                    <a:pt x="742" y="3733"/>
                  </a:lnTo>
                  <a:lnTo>
                    <a:pt x="736" y="3742"/>
                  </a:lnTo>
                  <a:lnTo>
                    <a:pt x="731" y="3751"/>
                  </a:lnTo>
                  <a:lnTo>
                    <a:pt x="724" y="3757"/>
                  </a:lnTo>
                  <a:lnTo>
                    <a:pt x="717" y="3762"/>
                  </a:lnTo>
                  <a:lnTo>
                    <a:pt x="708" y="3763"/>
                  </a:lnTo>
                  <a:lnTo>
                    <a:pt x="699" y="3761"/>
                  </a:lnTo>
                  <a:lnTo>
                    <a:pt x="692" y="3757"/>
                  </a:lnTo>
                  <a:lnTo>
                    <a:pt x="684" y="3753"/>
                  </a:lnTo>
                  <a:lnTo>
                    <a:pt x="678" y="3747"/>
                  </a:lnTo>
                  <a:lnTo>
                    <a:pt x="673" y="3742"/>
                  </a:lnTo>
                  <a:lnTo>
                    <a:pt x="670" y="3737"/>
                  </a:lnTo>
                  <a:lnTo>
                    <a:pt x="668" y="3734"/>
                  </a:lnTo>
                  <a:lnTo>
                    <a:pt x="667" y="3733"/>
                  </a:lnTo>
                  <a:lnTo>
                    <a:pt x="667" y="3731"/>
                  </a:lnTo>
                  <a:lnTo>
                    <a:pt x="666" y="3725"/>
                  </a:lnTo>
                  <a:lnTo>
                    <a:pt x="664" y="3717"/>
                  </a:lnTo>
                  <a:lnTo>
                    <a:pt x="661" y="3708"/>
                  </a:lnTo>
                  <a:lnTo>
                    <a:pt x="656" y="3699"/>
                  </a:lnTo>
                  <a:lnTo>
                    <a:pt x="650" y="3691"/>
                  </a:lnTo>
                  <a:lnTo>
                    <a:pt x="643" y="3684"/>
                  </a:lnTo>
                  <a:lnTo>
                    <a:pt x="632" y="3680"/>
                  </a:lnTo>
                  <a:lnTo>
                    <a:pt x="623" y="3673"/>
                  </a:lnTo>
                  <a:lnTo>
                    <a:pt x="615" y="3659"/>
                  </a:lnTo>
                  <a:lnTo>
                    <a:pt x="609" y="3641"/>
                  </a:lnTo>
                  <a:lnTo>
                    <a:pt x="606" y="3618"/>
                  </a:lnTo>
                  <a:lnTo>
                    <a:pt x="604" y="3595"/>
                  </a:lnTo>
                  <a:lnTo>
                    <a:pt x="606" y="3571"/>
                  </a:lnTo>
                  <a:lnTo>
                    <a:pt x="610" y="3550"/>
                  </a:lnTo>
                  <a:lnTo>
                    <a:pt x="618" y="3533"/>
                  </a:lnTo>
                  <a:lnTo>
                    <a:pt x="627" y="3520"/>
                  </a:lnTo>
                  <a:lnTo>
                    <a:pt x="633" y="3510"/>
                  </a:lnTo>
                  <a:lnTo>
                    <a:pt x="637" y="3503"/>
                  </a:lnTo>
                  <a:lnTo>
                    <a:pt x="637" y="3497"/>
                  </a:lnTo>
                  <a:lnTo>
                    <a:pt x="633" y="3491"/>
                  </a:lnTo>
                  <a:lnTo>
                    <a:pt x="626" y="3484"/>
                  </a:lnTo>
                  <a:lnTo>
                    <a:pt x="615" y="3476"/>
                  </a:lnTo>
                  <a:lnTo>
                    <a:pt x="600" y="3463"/>
                  </a:lnTo>
                  <a:lnTo>
                    <a:pt x="583" y="3453"/>
                  </a:lnTo>
                  <a:lnTo>
                    <a:pt x="571" y="3449"/>
                  </a:lnTo>
                  <a:lnTo>
                    <a:pt x="563" y="3450"/>
                  </a:lnTo>
                  <a:lnTo>
                    <a:pt x="557" y="3453"/>
                  </a:lnTo>
                  <a:lnTo>
                    <a:pt x="554" y="3459"/>
                  </a:lnTo>
                  <a:lnTo>
                    <a:pt x="552" y="3465"/>
                  </a:lnTo>
                  <a:lnTo>
                    <a:pt x="551" y="3469"/>
                  </a:lnTo>
                  <a:lnTo>
                    <a:pt x="551" y="3471"/>
                  </a:lnTo>
                  <a:lnTo>
                    <a:pt x="549" y="3474"/>
                  </a:lnTo>
                  <a:lnTo>
                    <a:pt x="544" y="3483"/>
                  </a:lnTo>
                  <a:lnTo>
                    <a:pt x="536" y="3495"/>
                  </a:lnTo>
                  <a:lnTo>
                    <a:pt x="527" y="3510"/>
                  </a:lnTo>
                  <a:lnTo>
                    <a:pt x="517" y="3528"/>
                  </a:lnTo>
                  <a:lnTo>
                    <a:pt x="507" y="3546"/>
                  </a:lnTo>
                  <a:lnTo>
                    <a:pt x="497" y="3565"/>
                  </a:lnTo>
                  <a:lnTo>
                    <a:pt x="487" y="3584"/>
                  </a:lnTo>
                  <a:lnTo>
                    <a:pt x="477" y="3599"/>
                  </a:lnTo>
                  <a:lnTo>
                    <a:pt x="466" y="3609"/>
                  </a:lnTo>
                  <a:lnTo>
                    <a:pt x="453" y="3616"/>
                  </a:lnTo>
                  <a:lnTo>
                    <a:pt x="439" y="3620"/>
                  </a:lnTo>
                  <a:lnTo>
                    <a:pt x="423" y="3623"/>
                  </a:lnTo>
                  <a:lnTo>
                    <a:pt x="410" y="3624"/>
                  </a:lnTo>
                  <a:lnTo>
                    <a:pt x="397" y="3627"/>
                  </a:lnTo>
                  <a:lnTo>
                    <a:pt x="385" y="3629"/>
                  </a:lnTo>
                  <a:lnTo>
                    <a:pt x="376" y="3630"/>
                  </a:lnTo>
                  <a:lnTo>
                    <a:pt x="367" y="3625"/>
                  </a:lnTo>
                  <a:lnTo>
                    <a:pt x="359" y="3618"/>
                  </a:lnTo>
                  <a:lnTo>
                    <a:pt x="351" y="3608"/>
                  </a:lnTo>
                  <a:lnTo>
                    <a:pt x="343" y="3597"/>
                  </a:lnTo>
                  <a:lnTo>
                    <a:pt x="335" y="3584"/>
                  </a:lnTo>
                  <a:lnTo>
                    <a:pt x="328" y="3569"/>
                  </a:lnTo>
                  <a:lnTo>
                    <a:pt x="322" y="3555"/>
                  </a:lnTo>
                  <a:lnTo>
                    <a:pt x="318" y="3544"/>
                  </a:lnTo>
                  <a:lnTo>
                    <a:pt x="316" y="3531"/>
                  </a:lnTo>
                  <a:lnTo>
                    <a:pt x="314" y="3514"/>
                  </a:lnTo>
                  <a:lnTo>
                    <a:pt x="314" y="3497"/>
                  </a:lnTo>
                  <a:lnTo>
                    <a:pt x="313" y="3479"/>
                  </a:lnTo>
                  <a:lnTo>
                    <a:pt x="314" y="3461"/>
                  </a:lnTo>
                  <a:lnTo>
                    <a:pt x="314" y="3444"/>
                  </a:lnTo>
                  <a:lnTo>
                    <a:pt x="315" y="3430"/>
                  </a:lnTo>
                  <a:lnTo>
                    <a:pt x="317" y="3430"/>
                  </a:lnTo>
                  <a:lnTo>
                    <a:pt x="319" y="3429"/>
                  </a:lnTo>
                  <a:lnTo>
                    <a:pt x="320" y="3429"/>
                  </a:lnTo>
                  <a:lnTo>
                    <a:pt x="324" y="3428"/>
                  </a:lnTo>
                  <a:lnTo>
                    <a:pt x="333" y="3426"/>
                  </a:lnTo>
                  <a:lnTo>
                    <a:pt x="346" y="3420"/>
                  </a:lnTo>
                  <a:lnTo>
                    <a:pt x="357" y="3414"/>
                  </a:lnTo>
                  <a:lnTo>
                    <a:pt x="364" y="3407"/>
                  </a:lnTo>
                  <a:lnTo>
                    <a:pt x="366" y="3398"/>
                  </a:lnTo>
                  <a:lnTo>
                    <a:pt x="358" y="3387"/>
                  </a:lnTo>
                  <a:lnTo>
                    <a:pt x="336" y="3373"/>
                  </a:lnTo>
                  <a:lnTo>
                    <a:pt x="313" y="3360"/>
                  </a:lnTo>
                  <a:lnTo>
                    <a:pt x="299" y="3349"/>
                  </a:lnTo>
                  <a:lnTo>
                    <a:pt x="292" y="3340"/>
                  </a:lnTo>
                  <a:lnTo>
                    <a:pt x="291" y="3332"/>
                  </a:lnTo>
                  <a:lnTo>
                    <a:pt x="293" y="3326"/>
                  </a:lnTo>
                  <a:lnTo>
                    <a:pt x="299" y="3321"/>
                  </a:lnTo>
                  <a:lnTo>
                    <a:pt x="305" y="3318"/>
                  </a:lnTo>
                  <a:lnTo>
                    <a:pt x="310" y="3316"/>
                  </a:lnTo>
                  <a:lnTo>
                    <a:pt x="316" y="3316"/>
                  </a:lnTo>
                  <a:lnTo>
                    <a:pt x="323" y="3318"/>
                  </a:lnTo>
                  <a:lnTo>
                    <a:pt x="330" y="3320"/>
                  </a:lnTo>
                  <a:lnTo>
                    <a:pt x="337" y="3323"/>
                  </a:lnTo>
                  <a:lnTo>
                    <a:pt x="345" y="3327"/>
                  </a:lnTo>
                  <a:lnTo>
                    <a:pt x="350" y="3330"/>
                  </a:lnTo>
                  <a:lnTo>
                    <a:pt x="354" y="3332"/>
                  </a:lnTo>
                  <a:lnTo>
                    <a:pt x="355" y="3333"/>
                  </a:lnTo>
                  <a:lnTo>
                    <a:pt x="356" y="3332"/>
                  </a:lnTo>
                  <a:lnTo>
                    <a:pt x="357" y="3328"/>
                  </a:lnTo>
                  <a:lnTo>
                    <a:pt x="360" y="3320"/>
                  </a:lnTo>
                  <a:lnTo>
                    <a:pt x="364" y="3312"/>
                  </a:lnTo>
                  <a:lnTo>
                    <a:pt x="368" y="3303"/>
                  </a:lnTo>
                  <a:lnTo>
                    <a:pt x="374" y="3293"/>
                  </a:lnTo>
                  <a:lnTo>
                    <a:pt x="379" y="3283"/>
                  </a:lnTo>
                  <a:lnTo>
                    <a:pt x="385" y="3271"/>
                  </a:lnTo>
                  <a:lnTo>
                    <a:pt x="390" y="3261"/>
                  </a:lnTo>
                  <a:lnTo>
                    <a:pt x="389" y="3252"/>
                  </a:lnTo>
                  <a:lnTo>
                    <a:pt x="384" y="3244"/>
                  </a:lnTo>
                  <a:lnTo>
                    <a:pt x="379" y="3236"/>
                  </a:lnTo>
                  <a:lnTo>
                    <a:pt x="371" y="3230"/>
                  </a:lnTo>
                  <a:lnTo>
                    <a:pt x="364" y="3225"/>
                  </a:lnTo>
                  <a:lnTo>
                    <a:pt x="357" y="3221"/>
                  </a:lnTo>
                  <a:lnTo>
                    <a:pt x="351" y="3220"/>
                  </a:lnTo>
                  <a:lnTo>
                    <a:pt x="345" y="3221"/>
                  </a:lnTo>
                  <a:lnTo>
                    <a:pt x="338" y="3225"/>
                  </a:lnTo>
                  <a:lnTo>
                    <a:pt x="331" y="3229"/>
                  </a:lnTo>
                  <a:lnTo>
                    <a:pt x="324" y="3234"/>
                  </a:lnTo>
                  <a:lnTo>
                    <a:pt x="318" y="3239"/>
                  </a:lnTo>
                  <a:lnTo>
                    <a:pt x="313" y="3243"/>
                  </a:lnTo>
                  <a:lnTo>
                    <a:pt x="309" y="3246"/>
                  </a:lnTo>
                  <a:lnTo>
                    <a:pt x="308" y="3247"/>
                  </a:lnTo>
                  <a:lnTo>
                    <a:pt x="309" y="3245"/>
                  </a:lnTo>
                  <a:lnTo>
                    <a:pt x="311" y="3241"/>
                  </a:lnTo>
                  <a:lnTo>
                    <a:pt x="314" y="3234"/>
                  </a:lnTo>
                  <a:lnTo>
                    <a:pt x="317" y="3226"/>
                  </a:lnTo>
                  <a:lnTo>
                    <a:pt x="320" y="3216"/>
                  </a:lnTo>
                  <a:lnTo>
                    <a:pt x="321" y="3206"/>
                  </a:lnTo>
                  <a:lnTo>
                    <a:pt x="320" y="3197"/>
                  </a:lnTo>
                  <a:lnTo>
                    <a:pt x="316" y="3188"/>
                  </a:lnTo>
                  <a:lnTo>
                    <a:pt x="311" y="3182"/>
                  </a:lnTo>
                  <a:lnTo>
                    <a:pt x="304" y="3181"/>
                  </a:lnTo>
                  <a:lnTo>
                    <a:pt x="296" y="3182"/>
                  </a:lnTo>
                  <a:lnTo>
                    <a:pt x="286" y="3185"/>
                  </a:lnTo>
                  <a:lnTo>
                    <a:pt x="277" y="3189"/>
                  </a:lnTo>
                  <a:lnTo>
                    <a:pt x="269" y="3192"/>
                  </a:lnTo>
                  <a:lnTo>
                    <a:pt x="260" y="3194"/>
                  </a:lnTo>
                  <a:lnTo>
                    <a:pt x="253" y="3192"/>
                  </a:lnTo>
                  <a:lnTo>
                    <a:pt x="247" y="3189"/>
                  </a:lnTo>
                  <a:lnTo>
                    <a:pt x="245" y="3186"/>
                  </a:lnTo>
                  <a:lnTo>
                    <a:pt x="244" y="3183"/>
                  </a:lnTo>
                  <a:lnTo>
                    <a:pt x="245" y="3179"/>
                  </a:lnTo>
                  <a:lnTo>
                    <a:pt x="246" y="3173"/>
                  </a:lnTo>
                  <a:lnTo>
                    <a:pt x="247" y="3166"/>
                  </a:lnTo>
                  <a:lnTo>
                    <a:pt x="246" y="3157"/>
                  </a:lnTo>
                  <a:lnTo>
                    <a:pt x="243" y="3145"/>
                  </a:lnTo>
                  <a:lnTo>
                    <a:pt x="238" y="3136"/>
                  </a:lnTo>
                  <a:lnTo>
                    <a:pt x="232" y="3132"/>
                  </a:lnTo>
                  <a:lnTo>
                    <a:pt x="227" y="3133"/>
                  </a:lnTo>
                  <a:lnTo>
                    <a:pt x="221" y="3136"/>
                  </a:lnTo>
                  <a:lnTo>
                    <a:pt x="216" y="3142"/>
                  </a:lnTo>
                  <a:lnTo>
                    <a:pt x="212" y="3147"/>
                  </a:lnTo>
                  <a:lnTo>
                    <a:pt x="209" y="3151"/>
                  </a:lnTo>
                  <a:lnTo>
                    <a:pt x="208" y="3153"/>
                  </a:lnTo>
                  <a:lnTo>
                    <a:pt x="205" y="3151"/>
                  </a:lnTo>
                  <a:lnTo>
                    <a:pt x="197" y="3144"/>
                  </a:lnTo>
                  <a:lnTo>
                    <a:pt x="185" y="3135"/>
                  </a:lnTo>
                  <a:lnTo>
                    <a:pt x="172" y="3124"/>
                  </a:lnTo>
                  <a:lnTo>
                    <a:pt x="157" y="3112"/>
                  </a:lnTo>
                  <a:lnTo>
                    <a:pt x="144" y="3103"/>
                  </a:lnTo>
                  <a:lnTo>
                    <a:pt x="131" y="3096"/>
                  </a:lnTo>
                  <a:lnTo>
                    <a:pt x="122" y="3094"/>
                  </a:lnTo>
                  <a:lnTo>
                    <a:pt x="115" y="3094"/>
                  </a:lnTo>
                  <a:lnTo>
                    <a:pt x="106" y="3093"/>
                  </a:lnTo>
                  <a:lnTo>
                    <a:pt x="96" y="3091"/>
                  </a:lnTo>
                  <a:lnTo>
                    <a:pt x="86" y="3088"/>
                  </a:lnTo>
                  <a:lnTo>
                    <a:pt x="78" y="3085"/>
                  </a:lnTo>
                  <a:lnTo>
                    <a:pt x="72" y="3081"/>
                  </a:lnTo>
                  <a:lnTo>
                    <a:pt x="68" y="3077"/>
                  </a:lnTo>
                  <a:lnTo>
                    <a:pt x="69" y="3071"/>
                  </a:lnTo>
                  <a:lnTo>
                    <a:pt x="73" y="3065"/>
                  </a:lnTo>
                  <a:lnTo>
                    <a:pt x="80" y="3057"/>
                  </a:lnTo>
                  <a:lnTo>
                    <a:pt x="88" y="3048"/>
                  </a:lnTo>
                  <a:lnTo>
                    <a:pt x="97" y="3039"/>
                  </a:lnTo>
                  <a:lnTo>
                    <a:pt x="105" y="3030"/>
                  </a:lnTo>
                  <a:lnTo>
                    <a:pt x="111" y="3021"/>
                  </a:lnTo>
                  <a:lnTo>
                    <a:pt x="114" y="3014"/>
                  </a:lnTo>
                  <a:lnTo>
                    <a:pt x="114" y="3008"/>
                  </a:lnTo>
                  <a:lnTo>
                    <a:pt x="107" y="2998"/>
                  </a:lnTo>
                  <a:lnTo>
                    <a:pt x="99" y="2990"/>
                  </a:lnTo>
                  <a:lnTo>
                    <a:pt x="91" y="2984"/>
                  </a:lnTo>
                  <a:lnTo>
                    <a:pt x="87" y="2982"/>
                  </a:lnTo>
                  <a:lnTo>
                    <a:pt x="87" y="2980"/>
                  </a:lnTo>
                  <a:lnTo>
                    <a:pt x="88" y="2974"/>
                  </a:lnTo>
                  <a:lnTo>
                    <a:pt x="88" y="2964"/>
                  </a:lnTo>
                  <a:lnTo>
                    <a:pt x="90" y="2953"/>
                  </a:lnTo>
                  <a:lnTo>
                    <a:pt x="90" y="2941"/>
                  </a:lnTo>
                  <a:lnTo>
                    <a:pt x="91" y="2930"/>
                  </a:lnTo>
                  <a:lnTo>
                    <a:pt x="90" y="2917"/>
                  </a:lnTo>
                  <a:lnTo>
                    <a:pt x="90" y="2908"/>
                  </a:lnTo>
                  <a:lnTo>
                    <a:pt x="86" y="2901"/>
                  </a:lnTo>
                  <a:lnTo>
                    <a:pt x="79" y="2897"/>
                  </a:lnTo>
                  <a:lnTo>
                    <a:pt x="71" y="2896"/>
                  </a:lnTo>
                  <a:lnTo>
                    <a:pt x="62" y="2896"/>
                  </a:lnTo>
                  <a:lnTo>
                    <a:pt x="52" y="2897"/>
                  </a:lnTo>
                  <a:lnTo>
                    <a:pt x="45" y="2898"/>
                  </a:lnTo>
                  <a:lnTo>
                    <a:pt x="38" y="2899"/>
                  </a:lnTo>
                  <a:lnTo>
                    <a:pt x="36" y="2900"/>
                  </a:lnTo>
                  <a:lnTo>
                    <a:pt x="51" y="2853"/>
                  </a:lnTo>
                  <a:lnTo>
                    <a:pt x="65" y="2804"/>
                  </a:lnTo>
                  <a:lnTo>
                    <a:pt x="65" y="2801"/>
                  </a:lnTo>
                  <a:lnTo>
                    <a:pt x="65" y="2791"/>
                  </a:lnTo>
                  <a:lnTo>
                    <a:pt x="65" y="2778"/>
                  </a:lnTo>
                  <a:lnTo>
                    <a:pt x="63" y="2761"/>
                  </a:lnTo>
                  <a:lnTo>
                    <a:pt x="58" y="2745"/>
                  </a:lnTo>
                  <a:lnTo>
                    <a:pt x="50" y="2730"/>
                  </a:lnTo>
                  <a:lnTo>
                    <a:pt x="37" y="2717"/>
                  </a:lnTo>
                  <a:lnTo>
                    <a:pt x="20" y="2710"/>
                  </a:lnTo>
                  <a:lnTo>
                    <a:pt x="6" y="2705"/>
                  </a:lnTo>
                  <a:lnTo>
                    <a:pt x="0" y="2700"/>
                  </a:lnTo>
                  <a:lnTo>
                    <a:pt x="2" y="2696"/>
                  </a:lnTo>
                  <a:lnTo>
                    <a:pt x="9" y="2692"/>
                  </a:lnTo>
                  <a:lnTo>
                    <a:pt x="19" y="2689"/>
                  </a:lnTo>
                  <a:lnTo>
                    <a:pt x="32" y="2686"/>
                  </a:lnTo>
                  <a:lnTo>
                    <a:pt x="46" y="2685"/>
                  </a:lnTo>
                  <a:lnTo>
                    <a:pt x="57" y="2684"/>
                  </a:lnTo>
                  <a:lnTo>
                    <a:pt x="67" y="2682"/>
                  </a:lnTo>
                  <a:lnTo>
                    <a:pt x="77" y="2677"/>
                  </a:lnTo>
                  <a:lnTo>
                    <a:pt x="87" y="2669"/>
                  </a:lnTo>
                  <a:lnTo>
                    <a:pt x="98" y="2661"/>
                  </a:lnTo>
                  <a:lnTo>
                    <a:pt x="107" y="2653"/>
                  </a:lnTo>
                  <a:lnTo>
                    <a:pt x="114" y="2646"/>
                  </a:lnTo>
                  <a:lnTo>
                    <a:pt x="118" y="2641"/>
                  </a:lnTo>
                  <a:lnTo>
                    <a:pt x="120" y="2639"/>
                  </a:lnTo>
                  <a:lnTo>
                    <a:pt x="163" y="2602"/>
                  </a:lnTo>
                  <a:lnTo>
                    <a:pt x="162" y="2601"/>
                  </a:lnTo>
                  <a:lnTo>
                    <a:pt x="159" y="2599"/>
                  </a:lnTo>
                  <a:lnTo>
                    <a:pt x="154" y="2596"/>
                  </a:lnTo>
                  <a:lnTo>
                    <a:pt x="148" y="2592"/>
                  </a:lnTo>
                  <a:lnTo>
                    <a:pt x="142" y="2587"/>
                  </a:lnTo>
                  <a:lnTo>
                    <a:pt x="135" y="2582"/>
                  </a:lnTo>
                  <a:lnTo>
                    <a:pt x="130" y="2576"/>
                  </a:lnTo>
                  <a:lnTo>
                    <a:pt x="126" y="2569"/>
                  </a:lnTo>
                  <a:lnTo>
                    <a:pt x="123" y="2562"/>
                  </a:lnTo>
                  <a:lnTo>
                    <a:pt x="122" y="2554"/>
                  </a:lnTo>
                  <a:lnTo>
                    <a:pt x="122" y="2544"/>
                  </a:lnTo>
                  <a:lnTo>
                    <a:pt x="123" y="2534"/>
                  </a:lnTo>
                  <a:lnTo>
                    <a:pt x="125" y="2524"/>
                  </a:lnTo>
                  <a:lnTo>
                    <a:pt x="129" y="2513"/>
                  </a:lnTo>
                  <a:lnTo>
                    <a:pt x="135" y="2503"/>
                  </a:lnTo>
                  <a:lnTo>
                    <a:pt x="143" y="2494"/>
                  </a:lnTo>
                  <a:lnTo>
                    <a:pt x="151" y="2486"/>
                  </a:lnTo>
                  <a:lnTo>
                    <a:pt x="159" y="2480"/>
                  </a:lnTo>
                  <a:lnTo>
                    <a:pt x="166" y="2475"/>
                  </a:lnTo>
                  <a:lnTo>
                    <a:pt x="174" y="2471"/>
                  </a:lnTo>
                  <a:lnTo>
                    <a:pt x="181" y="2469"/>
                  </a:lnTo>
                  <a:lnTo>
                    <a:pt x="190" y="2471"/>
                  </a:lnTo>
                  <a:lnTo>
                    <a:pt x="199" y="2475"/>
                  </a:lnTo>
                  <a:lnTo>
                    <a:pt x="208" y="2482"/>
                  </a:lnTo>
                  <a:lnTo>
                    <a:pt x="219" y="2489"/>
                  </a:lnTo>
                  <a:lnTo>
                    <a:pt x="232" y="2495"/>
                  </a:lnTo>
                  <a:lnTo>
                    <a:pt x="248" y="2499"/>
                  </a:lnTo>
                  <a:lnTo>
                    <a:pt x="263" y="2501"/>
                  </a:lnTo>
                  <a:lnTo>
                    <a:pt x="277" y="2503"/>
                  </a:lnTo>
                  <a:lnTo>
                    <a:pt x="288" y="2504"/>
                  </a:lnTo>
                  <a:lnTo>
                    <a:pt x="297" y="2504"/>
                  </a:lnTo>
                  <a:lnTo>
                    <a:pt x="300" y="2504"/>
                  </a:lnTo>
                  <a:lnTo>
                    <a:pt x="303" y="2504"/>
                  </a:lnTo>
                  <a:lnTo>
                    <a:pt x="311" y="2503"/>
                  </a:lnTo>
                  <a:lnTo>
                    <a:pt x="323" y="2502"/>
                  </a:lnTo>
                  <a:lnTo>
                    <a:pt x="340" y="2500"/>
                  </a:lnTo>
                  <a:lnTo>
                    <a:pt x="356" y="2498"/>
                  </a:lnTo>
                  <a:lnTo>
                    <a:pt x="374" y="2494"/>
                  </a:lnTo>
                  <a:lnTo>
                    <a:pt x="391" y="2489"/>
                  </a:lnTo>
                  <a:lnTo>
                    <a:pt x="406" y="2482"/>
                  </a:lnTo>
                  <a:lnTo>
                    <a:pt x="417" y="2473"/>
                  </a:lnTo>
                  <a:lnTo>
                    <a:pt x="422" y="2461"/>
                  </a:lnTo>
                  <a:lnTo>
                    <a:pt x="424" y="2449"/>
                  </a:lnTo>
                  <a:lnTo>
                    <a:pt x="422" y="2434"/>
                  </a:lnTo>
                  <a:lnTo>
                    <a:pt x="418" y="2418"/>
                  </a:lnTo>
                  <a:lnTo>
                    <a:pt x="412" y="2403"/>
                  </a:lnTo>
                  <a:lnTo>
                    <a:pt x="406" y="2387"/>
                  </a:lnTo>
                  <a:lnTo>
                    <a:pt x="400" y="2372"/>
                  </a:lnTo>
                  <a:lnTo>
                    <a:pt x="398" y="2357"/>
                  </a:lnTo>
                  <a:lnTo>
                    <a:pt x="400" y="2345"/>
                  </a:lnTo>
                  <a:lnTo>
                    <a:pt x="407" y="2335"/>
                  </a:lnTo>
                  <a:lnTo>
                    <a:pt x="415" y="2326"/>
                  </a:lnTo>
                  <a:lnTo>
                    <a:pt x="424" y="2318"/>
                  </a:lnTo>
                  <a:lnTo>
                    <a:pt x="432" y="2312"/>
                  </a:lnTo>
                  <a:lnTo>
                    <a:pt x="439" y="2309"/>
                  </a:lnTo>
                  <a:lnTo>
                    <a:pt x="441" y="2308"/>
                  </a:lnTo>
                  <a:lnTo>
                    <a:pt x="443" y="2307"/>
                  </a:lnTo>
                  <a:lnTo>
                    <a:pt x="447" y="2303"/>
                  </a:lnTo>
                  <a:lnTo>
                    <a:pt x="453" y="2297"/>
                  </a:lnTo>
                  <a:lnTo>
                    <a:pt x="460" y="2289"/>
                  </a:lnTo>
                  <a:lnTo>
                    <a:pt x="467" y="2280"/>
                  </a:lnTo>
                  <a:lnTo>
                    <a:pt x="472" y="2271"/>
                  </a:lnTo>
                  <a:lnTo>
                    <a:pt x="475" y="2260"/>
                  </a:lnTo>
                  <a:lnTo>
                    <a:pt x="475" y="2251"/>
                  </a:lnTo>
                  <a:lnTo>
                    <a:pt x="475" y="2241"/>
                  </a:lnTo>
                  <a:lnTo>
                    <a:pt x="480" y="2230"/>
                  </a:lnTo>
                  <a:lnTo>
                    <a:pt x="487" y="2216"/>
                  </a:lnTo>
                  <a:lnTo>
                    <a:pt x="497" y="2203"/>
                  </a:lnTo>
                  <a:lnTo>
                    <a:pt x="505" y="2189"/>
                  </a:lnTo>
                  <a:lnTo>
                    <a:pt x="512" y="2175"/>
                  </a:lnTo>
                  <a:lnTo>
                    <a:pt x="516" y="2160"/>
                  </a:lnTo>
                  <a:lnTo>
                    <a:pt x="516" y="2147"/>
                  </a:lnTo>
                  <a:lnTo>
                    <a:pt x="512" y="2136"/>
                  </a:lnTo>
                  <a:lnTo>
                    <a:pt x="508" y="2125"/>
                  </a:lnTo>
                  <a:lnTo>
                    <a:pt x="502" y="2115"/>
                  </a:lnTo>
                  <a:lnTo>
                    <a:pt x="497" y="2108"/>
                  </a:lnTo>
                  <a:lnTo>
                    <a:pt x="492" y="2102"/>
                  </a:lnTo>
                  <a:lnTo>
                    <a:pt x="487" y="2098"/>
                  </a:lnTo>
                  <a:lnTo>
                    <a:pt x="484" y="2095"/>
                  </a:lnTo>
                  <a:lnTo>
                    <a:pt x="483" y="2094"/>
                  </a:lnTo>
                  <a:lnTo>
                    <a:pt x="483" y="2091"/>
                  </a:lnTo>
                  <a:lnTo>
                    <a:pt x="485" y="2082"/>
                  </a:lnTo>
                  <a:lnTo>
                    <a:pt x="486" y="2069"/>
                  </a:lnTo>
                  <a:lnTo>
                    <a:pt x="487" y="2052"/>
                  </a:lnTo>
                  <a:lnTo>
                    <a:pt x="486" y="2035"/>
                  </a:lnTo>
                  <a:lnTo>
                    <a:pt x="485" y="2016"/>
                  </a:lnTo>
                  <a:lnTo>
                    <a:pt x="481" y="1999"/>
                  </a:lnTo>
                  <a:lnTo>
                    <a:pt x="475" y="1984"/>
                  </a:lnTo>
                  <a:lnTo>
                    <a:pt x="468" y="1972"/>
                  </a:lnTo>
                  <a:lnTo>
                    <a:pt x="459" y="1963"/>
                  </a:lnTo>
                  <a:lnTo>
                    <a:pt x="449" y="1958"/>
                  </a:lnTo>
                  <a:lnTo>
                    <a:pt x="439" y="1955"/>
                  </a:lnTo>
                  <a:lnTo>
                    <a:pt x="427" y="1954"/>
                  </a:lnTo>
                  <a:lnTo>
                    <a:pt x="415" y="1954"/>
                  </a:lnTo>
                  <a:lnTo>
                    <a:pt x="403" y="1955"/>
                  </a:lnTo>
                  <a:lnTo>
                    <a:pt x="390" y="1955"/>
                  </a:lnTo>
                  <a:lnTo>
                    <a:pt x="378" y="1954"/>
                  </a:lnTo>
                  <a:lnTo>
                    <a:pt x="371" y="1950"/>
                  </a:lnTo>
                  <a:lnTo>
                    <a:pt x="366" y="1945"/>
                  </a:lnTo>
                  <a:lnTo>
                    <a:pt x="364" y="1937"/>
                  </a:lnTo>
                  <a:lnTo>
                    <a:pt x="363" y="1929"/>
                  </a:lnTo>
                  <a:lnTo>
                    <a:pt x="362" y="1919"/>
                  </a:lnTo>
                  <a:lnTo>
                    <a:pt x="362" y="1907"/>
                  </a:lnTo>
                  <a:lnTo>
                    <a:pt x="361" y="1896"/>
                  </a:lnTo>
                  <a:lnTo>
                    <a:pt x="359" y="1890"/>
                  </a:lnTo>
                  <a:lnTo>
                    <a:pt x="355" y="1884"/>
                  </a:lnTo>
                  <a:lnTo>
                    <a:pt x="348" y="1878"/>
                  </a:lnTo>
                  <a:lnTo>
                    <a:pt x="340" y="1873"/>
                  </a:lnTo>
                  <a:lnTo>
                    <a:pt x="336" y="1870"/>
                  </a:lnTo>
                  <a:lnTo>
                    <a:pt x="332" y="1865"/>
                  </a:lnTo>
                  <a:lnTo>
                    <a:pt x="327" y="1860"/>
                  </a:lnTo>
                  <a:lnTo>
                    <a:pt x="319" y="1854"/>
                  </a:lnTo>
                  <a:lnTo>
                    <a:pt x="311" y="1845"/>
                  </a:lnTo>
                  <a:lnTo>
                    <a:pt x="310" y="1833"/>
                  </a:lnTo>
                  <a:lnTo>
                    <a:pt x="313" y="1817"/>
                  </a:lnTo>
                  <a:lnTo>
                    <a:pt x="321" y="1798"/>
                  </a:lnTo>
                  <a:lnTo>
                    <a:pt x="331" y="1779"/>
                  </a:lnTo>
                  <a:lnTo>
                    <a:pt x="343" y="1757"/>
                  </a:lnTo>
                  <a:lnTo>
                    <a:pt x="354" y="1735"/>
                  </a:lnTo>
                  <a:lnTo>
                    <a:pt x="364" y="1713"/>
                  </a:lnTo>
                  <a:lnTo>
                    <a:pt x="369" y="1694"/>
                  </a:lnTo>
                  <a:lnTo>
                    <a:pt x="367" y="1680"/>
                  </a:lnTo>
                  <a:lnTo>
                    <a:pt x="360" y="1669"/>
                  </a:lnTo>
                  <a:lnTo>
                    <a:pt x="350" y="1660"/>
                  </a:lnTo>
                  <a:lnTo>
                    <a:pt x="337" y="1654"/>
                  </a:lnTo>
                  <a:lnTo>
                    <a:pt x="325" y="1649"/>
                  </a:lnTo>
                  <a:lnTo>
                    <a:pt x="315" y="1646"/>
                  </a:lnTo>
                  <a:lnTo>
                    <a:pt x="309" y="1642"/>
                  </a:lnTo>
                  <a:lnTo>
                    <a:pt x="304" y="1638"/>
                  </a:lnTo>
                  <a:lnTo>
                    <a:pt x="297" y="1633"/>
                  </a:lnTo>
                  <a:lnTo>
                    <a:pt x="290" y="1627"/>
                  </a:lnTo>
                  <a:lnTo>
                    <a:pt x="284" y="1619"/>
                  </a:lnTo>
                  <a:lnTo>
                    <a:pt x="280" y="1609"/>
                  </a:lnTo>
                  <a:lnTo>
                    <a:pt x="280" y="1595"/>
                  </a:lnTo>
                  <a:lnTo>
                    <a:pt x="284" y="1578"/>
                  </a:lnTo>
                  <a:lnTo>
                    <a:pt x="295" y="1556"/>
                  </a:lnTo>
                  <a:lnTo>
                    <a:pt x="304" y="1533"/>
                  </a:lnTo>
                  <a:lnTo>
                    <a:pt x="307" y="1512"/>
                  </a:lnTo>
                  <a:lnTo>
                    <a:pt x="307" y="1494"/>
                  </a:lnTo>
                  <a:lnTo>
                    <a:pt x="303" y="1477"/>
                  </a:lnTo>
                  <a:lnTo>
                    <a:pt x="297" y="1461"/>
                  </a:lnTo>
                  <a:lnTo>
                    <a:pt x="291" y="1447"/>
                  </a:lnTo>
                  <a:lnTo>
                    <a:pt x="284" y="1433"/>
                  </a:lnTo>
                  <a:lnTo>
                    <a:pt x="280" y="1420"/>
                  </a:lnTo>
                  <a:lnTo>
                    <a:pt x="277" y="1406"/>
                  </a:lnTo>
                  <a:lnTo>
                    <a:pt x="276" y="1392"/>
                  </a:lnTo>
                  <a:lnTo>
                    <a:pt x="276" y="1379"/>
                  </a:lnTo>
                  <a:lnTo>
                    <a:pt x="277" y="1366"/>
                  </a:lnTo>
                  <a:lnTo>
                    <a:pt x="279" y="1352"/>
                  </a:lnTo>
                  <a:lnTo>
                    <a:pt x="282" y="1340"/>
                  </a:lnTo>
                  <a:lnTo>
                    <a:pt x="287" y="1328"/>
                  </a:lnTo>
                  <a:lnTo>
                    <a:pt x="295" y="1316"/>
                  </a:lnTo>
                  <a:lnTo>
                    <a:pt x="301" y="1303"/>
                  </a:lnTo>
                  <a:lnTo>
                    <a:pt x="305" y="1291"/>
                  </a:lnTo>
                  <a:lnTo>
                    <a:pt x="309" y="1278"/>
                  </a:lnTo>
                  <a:lnTo>
                    <a:pt x="311" y="1266"/>
                  </a:lnTo>
                  <a:lnTo>
                    <a:pt x="312" y="1252"/>
                  </a:lnTo>
                  <a:lnTo>
                    <a:pt x="313" y="1239"/>
                  </a:lnTo>
                  <a:lnTo>
                    <a:pt x="313" y="1227"/>
                  </a:lnTo>
                  <a:lnTo>
                    <a:pt x="313" y="1214"/>
                  </a:lnTo>
                  <a:lnTo>
                    <a:pt x="317" y="1201"/>
                  </a:lnTo>
                  <a:lnTo>
                    <a:pt x="327" y="1188"/>
                  </a:lnTo>
                  <a:lnTo>
                    <a:pt x="343" y="1176"/>
                  </a:lnTo>
                  <a:lnTo>
                    <a:pt x="360" y="1164"/>
                  </a:lnTo>
                  <a:lnTo>
                    <a:pt x="377" y="1153"/>
                  </a:lnTo>
                  <a:lnTo>
                    <a:pt x="393" y="1145"/>
                  </a:lnTo>
                  <a:lnTo>
                    <a:pt x="403" y="1140"/>
                  </a:lnTo>
                  <a:lnTo>
                    <a:pt x="407" y="1138"/>
                  </a:lnTo>
                  <a:lnTo>
                    <a:pt x="408" y="1137"/>
                  </a:lnTo>
                  <a:lnTo>
                    <a:pt x="413" y="1134"/>
                  </a:lnTo>
                  <a:lnTo>
                    <a:pt x="419" y="1128"/>
                  </a:lnTo>
                  <a:lnTo>
                    <a:pt x="428" y="1121"/>
                  </a:lnTo>
                  <a:lnTo>
                    <a:pt x="440" y="1113"/>
                  </a:lnTo>
                  <a:lnTo>
                    <a:pt x="452" y="1102"/>
                  </a:lnTo>
                  <a:lnTo>
                    <a:pt x="465" y="1092"/>
                  </a:lnTo>
                  <a:lnTo>
                    <a:pt x="479" y="1080"/>
                  </a:lnTo>
                  <a:lnTo>
                    <a:pt x="495" y="1068"/>
                  </a:lnTo>
                  <a:lnTo>
                    <a:pt x="510" y="1055"/>
                  </a:lnTo>
                  <a:lnTo>
                    <a:pt x="524" y="1043"/>
                  </a:lnTo>
                  <a:lnTo>
                    <a:pt x="540" y="1031"/>
                  </a:lnTo>
                  <a:lnTo>
                    <a:pt x="554" y="1019"/>
                  </a:lnTo>
                  <a:lnTo>
                    <a:pt x="567" y="1007"/>
                  </a:lnTo>
                  <a:lnTo>
                    <a:pt x="578" y="996"/>
                  </a:lnTo>
                  <a:lnTo>
                    <a:pt x="589" y="987"/>
                  </a:lnTo>
                  <a:lnTo>
                    <a:pt x="598" y="977"/>
                  </a:lnTo>
                  <a:lnTo>
                    <a:pt x="608" y="966"/>
                  </a:lnTo>
                  <a:lnTo>
                    <a:pt x="618" y="952"/>
                  </a:lnTo>
                  <a:lnTo>
                    <a:pt x="629" y="939"/>
                  </a:lnTo>
                  <a:lnTo>
                    <a:pt x="641" y="925"/>
                  </a:lnTo>
                  <a:lnTo>
                    <a:pt x="653" y="910"/>
                  </a:lnTo>
                  <a:lnTo>
                    <a:pt x="664" y="895"/>
                  </a:lnTo>
                  <a:lnTo>
                    <a:pt x="676" y="881"/>
                  </a:lnTo>
                  <a:lnTo>
                    <a:pt x="689" y="868"/>
                  </a:lnTo>
                  <a:lnTo>
                    <a:pt x="700" y="855"/>
                  </a:lnTo>
                  <a:lnTo>
                    <a:pt x="711" y="844"/>
                  </a:lnTo>
                  <a:lnTo>
                    <a:pt x="722" y="834"/>
                  </a:lnTo>
                  <a:lnTo>
                    <a:pt x="732" y="826"/>
                  </a:lnTo>
                  <a:lnTo>
                    <a:pt x="742" y="820"/>
                  </a:lnTo>
                  <a:lnTo>
                    <a:pt x="750" y="817"/>
                  </a:lnTo>
                  <a:lnTo>
                    <a:pt x="758" y="816"/>
                  </a:lnTo>
                  <a:lnTo>
                    <a:pt x="766" y="816"/>
                  </a:lnTo>
                  <a:lnTo>
                    <a:pt x="775" y="816"/>
                  </a:lnTo>
                  <a:lnTo>
                    <a:pt x="784" y="815"/>
                  </a:lnTo>
                  <a:lnTo>
                    <a:pt x="796" y="814"/>
                  </a:lnTo>
                  <a:lnTo>
                    <a:pt x="807" y="813"/>
                  </a:lnTo>
                  <a:lnTo>
                    <a:pt x="819" y="811"/>
                  </a:lnTo>
                  <a:lnTo>
                    <a:pt x="831" y="807"/>
                  </a:lnTo>
                  <a:lnTo>
                    <a:pt x="845" y="805"/>
                  </a:lnTo>
                  <a:lnTo>
                    <a:pt x="858" y="802"/>
                  </a:lnTo>
                  <a:lnTo>
                    <a:pt x="871" y="799"/>
                  </a:lnTo>
                  <a:lnTo>
                    <a:pt x="884" y="796"/>
                  </a:lnTo>
                  <a:lnTo>
                    <a:pt x="897" y="792"/>
                  </a:lnTo>
                  <a:lnTo>
                    <a:pt x="909" y="789"/>
                  </a:lnTo>
                  <a:lnTo>
                    <a:pt x="921" y="785"/>
                  </a:lnTo>
                  <a:lnTo>
                    <a:pt x="932" y="781"/>
                  </a:lnTo>
                  <a:lnTo>
                    <a:pt x="944" y="777"/>
                  </a:lnTo>
                  <a:lnTo>
                    <a:pt x="961" y="766"/>
                  </a:lnTo>
                  <a:lnTo>
                    <a:pt x="970" y="751"/>
                  </a:lnTo>
                  <a:lnTo>
                    <a:pt x="974" y="735"/>
                  </a:lnTo>
                  <a:lnTo>
                    <a:pt x="973" y="719"/>
                  </a:lnTo>
                  <a:lnTo>
                    <a:pt x="970" y="702"/>
                  </a:lnTo>
                  <a:lnTo>
                    <a:pt x="965" y="689"/>
                  </a:lnTo>
                  <a:lnTo>
                    <a:pt x="962" y="680"/>
                  </a:lnTo>
                  <a:lnTo>
                    <a:pt x="960" y="677"/>
                  </a:lnTo>
                  <a:lnTo>
                    <a:pt x="954" y="657"/>
                  </a:lnTo>
                  <a:lnTo>
                    <a:pt x="967" y="656"/>
                  </a:lnTo>
                  <a:lnTo>
                    <a:pt x="980" y="655"/>
                  </a:lnTo>
                  <a:lnTo>
                    <a:pt x="994" y="654"/>
                  </a:lnTo>
                  <a:lnTo>
                    <a:pt x="1006" y="653"/>
                  </a:lnTo>
                  <a:lnTo>
                    <a:pt x="1018" y="653"/>
                  </a:lnTo>
                  <a:lnTo>
                    <a:pt x="1028" y="654"/>
                  </a:lnTo>
                  <a:lnTo>
                    <a:pt x="1039" y="657"/>
                  </a:lnTo>
                  <a:lnTo>
                    <a:pt x="1047" y="661"/>
                  </a:lnTo>
                  <a:lnTo>
                    <a:pt x="1061" y="666"/>
                  </a:lnTo>
                  <a:lnTo>
                    <a:pt x="1076" y="667"/>
                  </a:lnTo>
                  <a:lnTo>
                    <a:pt x="1091" y="664"/>
                  </a:lnTo>
                  <a:lnTo>
                    <a:pt x="1105" y="658"/>
                  </a:lnTo>
                  <a:lnTo>
                    <a:pt x="1118" y="654"/>
                  </a:lnTo>
                  <a:lnTo>
                    <a:pt x="1131" y="651"/>
                  </a:lnTo>
                  <a:lnTo>
                    <a:pt x="1144" y="652"/>
                  </a:lnTo>
                  <a:lnTo>
                    <a:pt x="1156" y="658"/>
                  </a:lnTo>
                  <a:lnTo>
                    <a:pt x="1167" y="664"/>
                  </a:lnTo>
                  <a:lnTo>
                    <a:pt x="1177" y="663"/>
                  </a:lnTo>
                  <a:lnTo>
                    <a:pt x="1188" y="656"/>
                  </a:lnTo>
                  <a:lnTo>
                    <a:pt x="1198" y="649"/>
                  </a:lnTo>
                  <a:lnTo>
                    <a:pt x="1208" y="642"/>
                  </a:lnTo>
                  <a:lnTo>
                    <a:pt x="1219" y="638"/>
                  </a:lnTo>
                  <a:lnTo>
                    <a:pt x="1232" y="639"/>
                  </a:lnTo>
                  <a:lnTo>
                    <a:pt x="1246" y="647"/>
                  </a:lnTo>
                  <a:lnTo>
                    <a:pt x="1262" y="657"/>
                  </a:lnTo>
                  <a:lnTo>
                    <a:pt x="1279" y="665"/>
                  </a:lnTo>
                  <a:lnTo>
                    <a:pt x="1300" y="668"/>
                  </a:lnTo>
                  <a:lnTo>
                    <a:pt x="1320" y="669"/>
                  </a:lnTo>
                  <a:lnTo>
                    <a:pt x="1340" y="667"/>
                  </a:lnTo>
                  <a:lnTo>
                    <a:pt x="1359" y="664"/>
                  </a:lnTo>
                  <a:lnTo>
                    <a:pt x="1376" y="658"/>
                  </a:lnTo>
                  <a:lnTo>
                    <a:pt x="1392" y="652"/>
                  </a:lnTo>
                  <a:lnTo>
                    <a:pt x="1404" y="645"/>
                  </a:lnTo>
                  <a:lnTo>
                    <a:pt x="1414" y="636"/>
                  </a:lnTo>
                  <a:lnTo>
                    <a:pt x="1422" y="625"/>
                  </a:lnTo>
                  <a:lnTo>
                    <a:pt x="1428" y="613"/>
                  </a:lnTo>
                  <a:lnTo>
                    <a:pt x="1433" y="600"/>
                  </a:lnTo>
                  <a:lnTo>
                    <a:pt x="1439" y="587"/>
                  </a:lnTo>
                  <a:lnTo>
                    <a:pt x="1443" y="575"/>
                  </a:lnTo>
                  <a:lnTo>
                    <a:pt x="1447" y="563"/>
                  </a:lnTo>
                  <a:lnTo>
                    <a:pt x="1451" y="549"/>
                  </a:lnTo>
                  <a:lnTo>
                    <a:pt x="1455" y="533"/>
                  </a:lnTo>
                  <a:lnTo>
                    <a:pt x="1459" y="516"/>
                  </a:lnTo>
                  <a:lnTo>
                    <a:pt x="1461" y="498"/>
                  </a:lnTo>
                  <a:lnTo>
                    <a:pt x="1462" y="482"/>
                  </a:lnTo>
                  <a:lnTo>
                    <a:pt x="1460" y="469"/>
                  </a:lnTo>
                  <a:lnTo>
                    <a:pt x="1455" y="460"/>
                  </a:lnTo>
                  <a:lnTo>
                    <a:pt x="1447" y="455"/>
                  </a:lnTo>
                  <a:lnTo>
                    <a:pt x="1436" y="452"/>
                  </a:lnTo>
                  <a:lnTo>
                    <a:pt x="1423" y="443"/>
                  </a:lnTo>
                  <a:lnTo>
                    <a:pt x="1410" y="431"/>
                  </a:lnTo>
                  <a:lnTo>
                    <a:pt x="1396" y="415"/>
                  </a:lnTo>
                  <a:lnTo>
                    <a:pt x="1381" y="396"/>
                  </a:lnTo>
                  <a:lnTo>
                    <a:pt x="1365" y="377"/>
                  </a:lnTo>
                  <a:lnTo>
                    <a:pt x="1349" y="355"/>
                  </a:lnTo>
                  <a:lnTo>
                    <a:pt x="1332" y="335"/>
                  </a:lnTo>
                  <a:lnTo>
                    <a:pt x="1325" y="325"/>
                  </a:lnTo>
                  <a:lnTo>
                    <a:pt x="1319" y="314"/>
                  </a:lnTo>
                  <a:lnTo>
                    <a:pt x="1315" y="302"/>
                  </a:lnTo>
                  <a:lnTo>
                    <a:pt x="1313" y="290"/>
                  </a:lnTo>
                  <a:lnTo>
                    <a:pt x="1312" y="278"/>
                  </a:lnTo>
                  <a:lnTo>
                    <a:pt x="1311" y="266"/>
                  </a:lnTo>
                  <a:lnTo>
                    <a:pt x="1311" y="253"/>
                  </a:lnTo>
                  <a:lnTo>
                    <a:pt x="1312" y="241"/>
                  </a:lnTo>
                  <a:lnTo>
                    <a:pt x="1312" y="229"/>
                  </a:lnTo>
                  <a:lnTo>
                    <a:pt x="1313" y="218"/>
                  </a:lnTo>
                  <a:lnTo>
                    <a:pt x="1313" y="206"/>
                  </a:lnTo>
                  <a:lnTo>
                    <a:pt x="1313" y="195"/>
                  </a:lnTo>
                  <a:lnTo>
                    <a:pt x="1312" y="186"/>
                  </a:lnTo>
                  <a:lnTo>
                    <a:pt x="1310" y="177"/>
                  </a:lnTo>
                  <a:lnTo>
                    <a:pt x="1307" y="168"/>
                  </a:lnTo>
                  <a:lnTo>
                    <a:pt x="1302" y="161"/>
                  </a:lnTo>
                  <a:lnTo>
                    <a:pt x="1293" y="145"/>
                  </a:lnTo>
                  <a:lnTo>
                    <a:pt x="1285" y="129"/>
                  </a:lnTo>
                  <a:lnTo>
                    <a:pt x="1281" y="111"/>
                  </a:lnTo>
                  <a:lnTo>
                    <a:pt x="1277" y="92"/>
                  </a:lnTo>
                  <a:lnTo>
                    <a:pt x="1272" y="76"/>
                  </a:lnTo>
                  <a:lnTo>
                    <a:pt x="1265" y="62"/>
                  </a:lnTo>
                  <a:lnTo>
                    <a:pt x="1255" y="49"/>
                  </a:lnTo>
                  <a:lnTo>
                    <a:pt x="1240" y="42"/>
                  </a:lnTo>
                  <a:lnTo>
                    <a:pt x="1224" y="37"/>
                  </a:lnTo>
                  <a:lnTo>
                    <a:pt x="1215" y="30"/>
                  </a:lnTo>
                  <a:lnTo>
                    <a:pt x="1210" y="23"/>
                  </a:lnTo>
                  <a:lnTo>
                    <a:pt x="1210" y="17"/>
                  </a:lnTo>
                  <a:lnTo>
                    <a:pt x="1214" y="11"/>
                  </a:lnTo>
                  <a:lnTo>
                    <a:pt x="1222" y="5"/>
                  </a:lnTo>
                  <a:lnTo>
                    <a:pt x="1234" y="1"/>
                  </a:lnTo>
                  <a:lnTo>
                    <a:pt x="1251" y="0"/>
                  </a:lnTo>
                  <a:lnTo>
                    <a:pt x="1256" y="0"/>
                  </a:lnTo>
                  <a:lnTo>
                    <a:pt x="1262" y="1"/>
                  </a:lnTo>
                  <a:lnTo>
                    <a:pt x="1267" y="1"/>
                  </a:lnTo>
                  <a:lnTo>
                    <a:pt x="1273" y="2"/>
                  </a:lnTo>
                  <a:lnTo>
                    <a:pt x="1290" y="19"/>
                  </a:lnTo>
                  <a:lnTo>
                    <a:pt x="1309" y="37"/>
                  </a:lnTo>
                  <a:lnTo>
                    <a:pt x="1328" y="58"/>
                  </a:lnTo>
                  <a:lnTo>
                    <a:pt x="1349" y="79"/>
                  </a:lnTo>
                  <a:lnTo>
                    <a:pt x="1366" y="100"/>
                  </a:lnTo>
                  <a:lnTo>
                    <a:pt x="1381" y="120"/>
                  </a:lnTo>
                  <a:lnTo>
                    <a:pt x="1393" y="138"/>
                  </a:lnTo>
                  <a:lnTo>
                    <a:pt x="1398" y="152"/>
                  </a:lnTo>
                  <a:lnTo>
                    <a:pt x="1401" y="168"/>
                  </a:lnTo>
                  <a:lnTo>
                    <a:pt x="1405" y="181"/>
                  </a:lnTo>
                  <a:lnTo>
                    <a:pt x="1410" y="192"/>
                  </a:lnTo>
                  <a:lnTo>
                    <a:pt x="1415" y="201"/>
                  </a:lnTo>
                  <a:lnTo>
                    <a:pt x="1421" y="209"/>
                  </a:lnTo>
                  <a:lnTo>
                    <a:pt x="1427" y="215"/>
                  </a:lnTo>
                  <a:lnTo>
                    <a:pt x="1434" y="220"/>
                  </a:lnTo>
                  <a:lnTo>
                    <a:pt x="1443" y="224"/>
                  </a:lnTo>
                  <a:lnTo>
                    <a:pt x="1452" y="228"/>
                  </a:lnTo>
                  <a:lnTo>
                    <a:pt x="1460" y="231"/>
                  </a:lnTo>
                  <a:lnTo>
                    <a:pt x="1469" y="234"/>
                  </a:lnTo>
                  <a:lnTo>
                    <a:pt x="1477" y="235"/>
                  </a:lnTo>
                  <a:lnTo>
                    <a:pt x="1484" y="237"/>
                  </a:lnTo>
                  <a:lnTo>
                    <a:pt x="1491" y="237"/>
                  </a:lnTo>
                  <a:lnTo>
                    <a:pt x="1495" y="238"/>
                  </a:lnTo>
                  <a:lnTo>
                    <a:pt x="1496" y="238"/>
                  </a:lnTo>
                  <a:lnTo>
                    <a:pt x="1510" y="201"/>
                  </a:lnTo>
                  <a:lnTo>
                    <a:pt x="1511" y="201"/>
                  </a:lnTo>
                  <a:lnTo>
                    <a:pt x="1512" y="203"/>
                  </a:lnTo>
                  <a:lnTo>
                    <a:pt x="1515" y="206"/>
                  </a:lnTo>
                  <a:lnTo>
                    <a:pt x="1518" y="212"/>
                  </a:lnTo>
                  <a:lnTo>
                    <a:pt x="1522" y="219"/>
                  </a:lnTo>
                  <a:lnTo>
                    <a:pt x="1526" y="229"/>
                  </a:lnTo>
                  <a:lnTo>
                    <a:pt x="1531" y="242"/>
                  </a:lnTo>
                  <a:lnTo>
                    <a:pt x="1537" y="259"/>
                  </a:lnTo>
                  <a:lnTo>
                    <a:pt x="1544" y="273"/>
                  </a:lnTo>
                  <a:lnTo>
                    <a:pt x="1553" y="282"/>
                  </a:lnTo>
                  <a:lnTo>
                    <a:pt x="1563" y="286"/>
                  </a:lnTo>
                  <a:lnTo>
                    <a:pt x="1573" y="286"/>
                  </a:lnTo>
                  <a:lnTo>
                    <a:pt x="1583" y="285"/>
                  </a:lnTo>
                  <a:lnTo>
                    <a:pt x="1592" y="282"/>
                  </a:lnTo>
                  <a:lnTo>
                    <a:pt x="1598" y="280"/>
                  </a:lnTo>
                  <a:lnTo>
                    <a:pt x="1600" y="279"/>
                  </a:lnTo>
                  <a:lnTo>
                    <a:pt x="1677" y="297"/>
                  </a:lnTo>
                  <a:lnTo>
                    <a:pt x="1739" y="395"/>
                  </a:lnTo>
                  <a:lnTo>
                    <a:pt x="1742" y="397"/>
                  </a:lnTo>
                  <a:lnTo>
                    <a:pt x="1748" y="401"/>
                  </a:lnTo>
                  <a:lnTo>
                    <a:pt x="1758" y="409"/>
                  </a:lnTo>
                  <a:lnTo>
                    <a:pt x="1768" y="417"/>
                  </a:lnTo>
                  <a:lnTo>
                    <a:pt x="1778" y="428"/>
                  </a:lnTo>
                  <a:lnTo>
                    <a:pt x="1787" y="440"/>
                  </a:lnTo>
                  <a:lnTo>
                    <a:pt x="1792" y="453"/>
                  </a:lnTo>
                  <a:lnTo>
                    <a:pt x="1792" y="467"/>
                  </a:lnTo>
                  <a:lnTo>
                    <a:pt x="1790" y="481"/>
                  </a:lnTo>
                  <a:lnTo>
                    <a:pt x="1791" y="497"/>
                  </a:lnTo>
                  <a:lnTo>
                    <a:pt x="1792" y="513"/>
                  </a:lnTo>
                  <a:lnTo>
                    <a:pt x="1793" y="528"/>
                  </a:lnTo>
                  <a:lnTo>
                    <a:pt x="1793" y="542"/>
                  </a:lnTo>
                  <a:lnTo>
                    <a:pt x="1791" y="553"/>
                  </a:lnTo>
                  <a:lnTo>
                    <a:pt x="1786" y="563"/>
                  </a:lnTo>
                  <a:lnTo>
                    <a:pt x="1775" y="567"/>
                  </a:lnTo>
                  <a:lnTo>
                    <a:pt x="1767" y="571"/>
                  </a:lnTo>
                  <a:lnTo>
                    <a:pt x="1763" y="580"/>
                  </a:lnTo>
                  <a:lnTo>
                    <a:pt x="1764" y="590"/>
                  </a:lnTo>
                  <a:lnTo>
                    <a:pt x="1767" y="601"/>
                  </a:lnTo>
                  <a:lnTo>
                    <a:pt x="1771" y="613"/>
                  </a:lnTo>
                  <a:lnTo>
                    <a:pt x="1776" y="623"/>
                  </a:lnTo>
                  <a:lnTo>
                    <a:pt x="1780" y="629"/>
                  </a:lnTo>
                  <a:lnTo>
                    <a:pt x="1781" y="632"/>
                  </a:lnTo>
                  <a:lnTo>
                    <a:pt x="1782" y="633"/>
                  </a:lnTo>
                  <a:lnTo>
                    <a:pt x="1783" y="636"/>
                  </a:lnTo>
                  <a:lnTo>
                    <a:pt x="1785" y="640"/>
                  </a:lnTo>
                  <a:lnTo>
                    <a:pt x="1786" y="646"/>
                  </a:lnTo>
                  <a:lnTo>
                    <a:pt x="1786" y="652"/>
                  </a:lnTo>
                  <a:lnTo>
                    <a:pt x="1785" y="661"/>
                  </a:lnTo>
                  <a:lnTo>
                    <a:pt x="1780" y="669"/>
                  </a:lnTo>
                  <a:lnTo>
                    <a:pt x="1773" y="677"/>
                  </a:lnTo>
                  <a:lnTo>
                    <a:pt x="1766" y="686"/>
                  </a:lnTo>
                  <a:lnTo>
                    <a:pt x="1763" y="695"/>
                  </a:lnTo>
                  <a:lnTo>
                    <a:pt x="1762" y="704"/>
                  </a:lnTo>
                  <a:lnTo>
                    <a:pt x="1763" y="715"/>
                  </a:lnTo>
                  <a:lnTo>
                    <a:pt x="1766" y="725"/>
                  </a:lnTo>
                  <a:lnTo>
                    <a:pt x="1771" y="735"/>
                  </a:lnTo>
                  <a:lnTo>
                    <a:pt x="1777" y="746"/>
                  </a:lnTo>
                  <a:lnTo>
                    <a:pt x="1783" y="756"/>
                  </a:lnTo>
                  <a:lnTo>
                    <a:pt x="1791" y="770"/>
                  </a:lnTo>
                  <a:lnTo>
                    <a:pt x="1799" y="787"/>
                  </a:lnTo>
                  <a:lnTo>
                    <a:pt x="1806" y="806"/>
                  </a:lnTo>
                  <a:lnTo>
                    <a:pt x="1814" y="827"/>
                  </a:lnTo>
                  <a:lnTo>
                    <a:pt x="1821" y="845"/>
                  </a:lnTo>
                  <a:lnTo>
                    <a:pt x="1827" y="859"/>
                  </a:lnTo>
                  <a:lnTo>
                    <a:pt x="1835" y="869"/>
                  </a:lnTo>
                  <a:lnTo>
                    <a:pt x="1841" y="871"/>
                  </a:lnTo>
                  <a:lnTo>
                    <a:pt x="1847" y="871"/>
                  </a:lnTo>
                  <a:lnTo>
                    <a:pt x="1853" y="877"/>
                  </a:lnTo>
                  <a:lnTo>
                    <a:pt x="1858" y="885"/>
                  </a:lnTo>
                  <a:lnTo>
                    <a:pt x="1864" y="897"/>
                  </a:lnTo>
                  <a:lnTo>
                    <a:pt x="1869" y="909"/>
                  </a:lnTo>
                  <a:lnTo>
                    <a:pt x="1873" y="923"/>
                  </a:lnTo>
                  <a:lnTo>
                    <a:pt x="1876" y="936"/>
                  </a:lnTo>
                  <a:lnTo>
                    <a:pt x="1879" y="946"/>
                  </a:lnTo>
                  <a:lnTo>
                    <a:pt x="1882" y="955"/>
                  </a:lnTo>
                  <a:lnTo>
                    <a:pt x="1888" y="962"/>
                  </a:lnTo>
                  <a:lnTo>
                    <a:pt x="1894" y="967"/>
                  </a:lnTo>
                  <a:lnTo>
                    <a:pt x="1901" y="970"/>
                  </a:lnTo>
                  <a:lnTo>
                    <a:pt x="1910" y="972"/>
                  </a:lnTo>
                  <a:lnTo>
                    <a:pt x="1920" y="973"/>
                  </a:lnTo>
                  <a:lnTo>
                    <a:pt x="1930" y="974"/>
                  </a:lnTo>
                  <a:lnTo>
                    <a:pt x="1943" y="975"/>
                  </a:lnTo>
                  <a:lnTo>
                    <a:pt x="1958" y="978"/>
                  </a:lnTo>
                  <a:lnTo>
                    <a:pt x="1977" y="985"/>
                  </a:lnTo>
                  <a:lnTo>
                    <a:pt x="1998" y="994"/>
                  </a:lnTo>
                  <a:lnTo>
                    <a:pt x="2018" y="1008"/>
                  </a:lnTo>
                  <a:lnTo>
                    <a:pt x="2036" y="1026"/>
                  </a:lnTo>
                  <a:lnTo>
                    <a:pt x="2048" y="1047"/>
                  </a:lnTo>
                  <a:lnTo>
                    <a:pt x="2053" y="1072"/>
                  </a:lnTo>
                  <a:lnTo>
                    <a:pt x="2049" y="1101"/>
                  </a:lnTo>
                  <a:lnTo>
                    <a:pt x="2044" y="1130"/>
                  </a:lnTo>
                  <a:lnTo>
                    <a:pt x="2044" y="1150"/>
                  </a:lnTo>
                  <a:lnTo>
                    <a:pt x="2049" y="1167"/>
                  </a:lnTo>
                  <a:lnTo>
                    <a:pt x="2056" y="1178"/>
                  </a:lnTo>
                  <a:lnTo>
                    <a:pt x="2064" y="1188"/>
                  </a:lnTo>
                  <a:lnTo>
                    <a:pt x="2072" y="1197"/>
                  </a:lnTo>
                  <a:lnTo>
                    <a:pt x="2077" y="1207"/>
                  </a:lnTo>
                  <a:lnTo>
                    <a:pt x="2077" y="1220"/>
                  </a:lnTo>
                  <a:lnTo>
                    <a:pt x="2075" y="1235"/>
                  </a:lnTo>
                  <a:lnTo>
                    <a:pt x="2073" y="1250"/>
                  </a:lnTo>
                  <a:lnTo>
                    <a:pt x="2072" y="1266"/>
                  </a:lnTo>
                  <a:lnTo>
                    <a:pt x="2070" y="1282"/>
                  </a:lnTo>
                  <a:lnTo>
                    <a:pt x="2067" y="1297"/>
                  </a:lnTo>
                  <a:lnTo>
                    <a:pt x="2064" y="1311"/>
                  </a:lnTo>
                  <a:lnTo>
                    <a:pt x="2059" y="1325"/>
                  </a:lnTo>
                  <a:lnTo>
                    <a:pt x="2053" y="1336"/>
                  </a:lnTo>
                  <a:lnTo>
                    <a:pt x="2046" y="1346"/>
                  </a:lnTo>
                  <a:lnTo>
                    <a:pt x="2040" y="1358"/>
                  </a:lnTo>
                  <a:lnTo>
                    <a:pt x="2036" y="1371"/>
                  </a:lnTo>
                  <a:lnTo>
                    <a:pt x="2032" y="1383"/>
                  </a:lnTo>
                  <a:lnTo>
                    <a:pt x="2031" y="1395"/>
                  </a:lnTo>
                  <a:lnTo>
                    <a:pt x="2031" y="1406"/>
                  </a:lnTo>
                  <a:lnTo>
                    <a:pt x="2032" y="1418"/>
                  </a:lnTo>
                  <a:lnTo>
                    <a:pt x="2037" y="1426"/>
                  </a:lnTo>
                  <a:lnTo>
                    <a:pt x="2040" y="1433"/>
                  </a:lnTo>
                  <a:lnTo>
                    <a:pt x="2042" y="1442"/>
                  </a:lnTo>
                  <a:lnTo>
                    <a:pt x="2045" y="1452"/>
                  </a:lnTo>
                  <a:lnTo>
                    <a:pt x="2049" y="1463"/>
                  </a:lnTo>
                  <a:lnTo>
                    <a:pt x="2055" y="1476"/>
                  </a:lnTo>
                  <a:lnTo>
                    <a:pt x="2065" y="1489"/>
                  </a:lnTo>
                  <a:lnTo>
                    <a:pt x="2078" y="1502"/>
                  </a:lnTo>
                  <a:lnTo>
                    <a:pt x="2098" y="1516"/>
                  </a:lnTo>
                  <a:lnTo>
                    <a:pt x="2117" y="1529"/>
                  </a:lnTo>
                  <a:lnTo>
                    <a:pt x="2131" y="1542"/>
                  </a:lnTo>
                  <a:lnTo>
                    <a:pt x="2141" y="1554"/>
                  </a:lnTo>
                  <a:lnTo>
                    <a:pt x="2147" y="1566"/>
                  </a:lnTo>
                  <a:lnTo>
                    <a:pt x="2149" y="1576"/>
                  </a:lnTo>
                  <a:lnTo>
                    <a:pt x="2150" y="1585"/>
                  </a:lnTo>
                  <a:lnTo>
                    <a:pt x="2150" y="1593"/>
                  </a:lnTo>
                  <a:lnTo>
                    <a:pt x="2149" y="1599"/>
                  </a:lnTo>
                  <a:lnTo>
                    <a:pt x="2149" y="1608"/>
                  </a:lnTo>
                  <a:lnTo>
                    <a:pt x="2150" y="1625"/>
                  </a:lnTo>
                  <a:lnTo>
                    <a:pt x="2154" y="1644"/>
                  </a:lnTo>
                  <a:lnTo>
                    <a:pt x="2158" y="1667"/>
                  </a:lnTo>
                  <a:lnTo>
                    <a:pt x="2163" y="1689"/>
                  </a:lnTo>
                  <a:lnTo>
                    <a:pt x="2169" y="1709"/>
                  </a:lnTo>
                  <a:lnTo>
                    <a:pt x="2174" y="1726"/>
                  </a:lnTo>
                  <a:lnTo>
                    <a:pt x="2179" y="1736"/>
                  </a:lnTo>
                  <a:lnTo>
                    <a:pt x="2180" y="1736"/>
                  </a:lnTo>
                  <a:lnTo>
                    <a:pt x="2175" y="1739"/>
                  </a:lnTo>
                  <a:lnTo>
                    <a:pt x="2171" y="1742"/>
                  </a:lnTo>
                  <a:lnTo>
                    <a:pt x="2166" y="1744"/>
                  </a:lnTo>
                  <a:lnTo>
                    <a:pt x="2161" y="1746"/>
                  </a:lnTo>
                  <a:lnTo>
                    <a:pt x="2157" y="1748"/>
                  </a:lnTo>
                  <a:lnTo>
                    <a:pt x="2152" y="1749"/>
                  </a:lnTo>
                  <a:lnTo>
                    <a:pt x="2147" y="1750"/>
                  </a:lnTo>
                  <a:lnTo>
                    <a:pt x="2142" y="1751"/>
                  </a:lnTo>
                  <a:lnTo>
                    <a:pt x="2125" y="1755"/>
                  </a:lnTo>
                  <a:lnTo>
                    <a:pt x="2110" y="1761"/>
                  </a:lnTo>
                  <a:lnTo>
                    <a:pt x="2095" y="1771"/>
                  </a:lnTo>
                  <a:lnTo>
                    <a:pt x="2081" y="1780"/>
                  </a:lnTo>
                  <a:lnTo>
                    <a:pt x="2069" y="1790"/>
                  </a:lnTo>
                  <a:lnTo>
                    <a:pt x="2060" y="1800"/>
                  </a:lnTo>
                  <a:lnTo>
                    <a:pt x="2054" y="1809"/>
                  </a:lnTo>
                  <a:lnTo>
                    <a:pt x="2052" y="1817"/>
                  </a:lnTo>
                  <a:lnTo>
                    <a:pt x="2051" y="1824"/>
                  </a:lnTo>
                  <a:lnTo>
                    <a:pt x="2048" y="1832"/>
                  </a:lnTo>
                  <a:lnTo>
                    <a:pt x="2043" y="1842"/>
                  </a:lnTo>
                  <a:lnTo>
                    <a:pt x="2036" y="1853"/>
                  </a:lnTo>
                  <a:lnTo>
                    <a:pt x="2025" y="1865"/>
                  </a:lnTo>
                  <a:lnTo>
                    <a:pt x="2011" y="1880"/>
                  </a:lnTo>
                  <a:lnTo>
                    <a:pt x="1995" y="1895"/>
                  </a:lnTo>
                  <a:lnTo>
                    <a:pt x="1973" y="1911"/>
                  </a:lnTo>
                  <a:lnTo>
                    <a:pt x="1950" y="1927"/>
                  </a:lnTo>
                  <a:lnTo>
                    <a:pt x="1924" y="1938"/>
                  </a:lnTo>
                  <a:lnTo>
                    <a:pt x="1900" y="1946"/>
                  </a:lnTo>
                  <a:lnTo>
                    <a:pt x="1876" y="1954"/>
                  </a:lnTo>
                  <a:lnTo>
                    <a:pt x="1855" y="1960"/>
                  </a:lnTo>
                  <a:lnTo>
                    <a:pt x="1839" y="1969"/>
                  </a:lnTo>
                  <a:lnTo>
                    <a:pt x="1825" y="1977"/>
                  </a:lnTo>
                  <a:lnTo>
                    <a:pt x="1819" y="1988"/>
                  </a:lnTo>
                  <a:lnTo>
                    <a:pt x="1817" y="2001"/>
                  </a:lnTo>
                  <a:lnTo>
                    <a:pt x="1816" y="2014"/>
                  </a:lnTo>
                  <a:lnTo>
                    <a:pt x="1816" y="2029"/>
                  </a:lnTo>
                  <a:lnTo>
                    <a:pt x="1816" y="2042"/>
                  </a:lnTo>
                  <a:lnTo>
                    <a:pt x="1815" y="2055"/>
                  </a:lnTo>
                  <a:lnTo>
                    <a:pt x="1812" y="2068"/>
                  </a:lnTo>
                  <a:lnTo>
                    <a:pt x="1807" y="2078"/>
                  </a:lnTo>
                  <a:lnTo>
                    <a:pt x="1798" y="2086"/>
                  </a:lnTo>
                  <a:lnTo>
                    <a:pt x="1787" y="2093"/>
                  </a:lnTo>
                  <a:lnTo>
                    <a:pt x="1774" y="2100"/>
                  </a:lnTo>
                  <a:lnTo>
                    <a:pt x="1762" y="2107"/>
                  </a:lnTo>
                  <a:lnTo>
                    <a:pt x="1750" y="2114"/>
                  </a:lnTo>
                  <a:lnTo>
                    <a:pt x="1740" y="2123"/>
                  </a:lnTo>
                  <a:lnTo>
                    <a:pt x="1730" y="2133"/>
                  </a:lnTo>
                  <a:lnTo>
                    <a:pt x="1723" y="2143"/>
                  </a:lnTo>
                  <a:lnTo>
                    <a:pt x="1719" y="2156"/>
                  </a:lnTo>
                  <a:lnTo>
                    <a:pt x="1714" y="2167"/>
                  </a:lnTo>
                  <a:lnTo>
                    <a:pt x="1705" y="2176"/>
                  </a:lnTo>
                  <a:lnTo>
                    <a:pt x="1693" y="2180"/>
                  </a:lnTo>
                  <a:lnTo>
                    <a:pt x="1679" y="2182"/>
                  </a:lnTo>
                  <a:lnTo>
                    <a:pt x="1664" y="2182"/>
                  </a:lnTo>
                  <a:lnTo>
                    <a:pt x="1651" y="2182"/>
                  </a:lnTo>
                  <a:lnTo>
                    <a:pt x="1640" y="2183"/>
                  </a:lnTo>
                  <a:lnTo>
                    <a:pt x="1632" y="2184"/>
                  </a:lnTo>
                  <a:lnTo>
                    <a:pt x="1626" y="2187"/>
                  </a:lnTo>
                  <a:lnTo>
                    <a:pt x="1619" y="2191"/>
                  </a:lnTo>
                  <a:lnTo>
                    <a:pt x="1611" y="2196"/>
                  </a:lnTo>
                  <a:lnTo>
                    <a:pt x="1602" y="2202"/>
                  </a:lnTo>
                  <a:lnTo>
                    <a:pt x="1593" y="2209"/>
                  </a:lnTo>
                  <a:lnTo>
                    <a:pt x="1583" y="2216"/>
                  </a:lnTo>
                  <a:lnTo>
                    <a:pt x="1574" y="2224"/>
                  </a:lnTo>
                  <a:lnTo>
                    <a:pt x="1565" y="2232"/>
                  </a:lnTo>
                  <a:lnTo>
                    <a:pt x="1557" y="2237"/>
                  </a:lnTo>
                  <a:lnTo>
                    <a:pt x="1550" y="2239"/>
                  </a:lnTo>
                  <a:lnTo>
                    <a:pt x="1543" y="2238"/>
                  </a:lnTo>
                  <a:lnTo>
                    <a:pt x="1536" y="2238"/>
                  </a:lnTo>
                  <a:lnTo>
                    <a:pt x="1528" y="2238"/>
                  </a:lnTo>
                  <a:lnTo>
                    <a:pt x="1521" y="2242"/>
                  </a:lnTo>
                  <a:lnTo>
                    <a:pt x="1514" y="2249"/>
                  </a:lnTo>
                  <a:lnTo>
                    <a:pt x="1506" y="2263"/>
                  </a:lnTo>
                  <a:lnTo>
                    <a:pt x="1499" y="2276"/>
                  </a:lnTo>
                  <a:lnTo>
                    <a:pt x="1495" y="2280"/>
                  </a:lnTo>
                  <a:lnTo>
                    <a:pt x="1492" y="2277"/>
                  </a:lnTo>
                  <a:lnTo>
                    <a:pt x="1490" y="2271"/>
                  </a:lnTo>
                  <a:lnTo>
                    <a:pt x="1487" y="2262"/>
                  </a:lnTo>
                  <a:lnTo>
                    <a:pt x="1483" y="2255"/>
                  </a:lnTo>
                  <a:lnTo>
                    <a:pt x="1479" y="2251"/>
                  </a:lnTo>
                  <a:lnTo>
                    <a:pt x="1472" y="2252"/>
                  </a:lnTo>
                  <a:lnTo>
                    <a:pt x="1465" y="2258"/>
                  </a:lnTo>
                  <a:lnTo>
                    <a:pt x="1460" y="2264"/>
                  </a:lnTo>
                  <a:lnTo>
                    <a:pt x="1455" y="2272"/>
                  </a:lnTo>
                  <a:lnTo>
                    <a:pt x="1449" y="2279"/>
                  </a:lnTo>
                  <a:lnTo>
                    <a:pt x="1440" y="2286"/>
                  </a:lnTo>
                  <a:lnTo>
                    <a:pt x="1428" y="2291"/>
                  </a:lnTo>
                  <a:lnTo>
                    <a:pt x="1411" y="2295"/>
                  </a:lnTo>
                  <a:lnTo>
                    <a:pt x="1389" y="2297"/>
                  </a:lnTo>
                  <a:lnTo>
                    <a:pt x="1365" y="2296"/>
                  </a:lnTo>
                  <a:lnTo>
                    <a:pt x="1345" y="2292"/>
                  </a:lnTo>
                  <a:lnTo>
                    <a:pt x="1328" y="2287"/>
                  </a:lnTo>
                  <a:lnTo>
                    <a:pt x="1314" y="2282"/>
                  </a:lnTo>
                  <a:lnTo>
                    <a:pt x="1300" y="2280"/>
                  </a:lnTo>
                  <a:lnTo>
                    <a:pt x="1287" y="2282"/>
                  </a:lnTo>
                  <a:lnTo>
                    <a:pt x="1271" y="2290"/>
                  </a:lnTo>
                  <a:lnTo>
                    <a:pt x="1254" y="2305"/>
                  </a:lnTo>
                  <a:lnTo>
                    <a:pt x="1238" y="2323"/>
                  </a:lnTo>
                  <a:lnTo>
                    <a:pt x="1225" y="2336"/>
                  </a:lnTo>
                  <a:lnTo>
                    <a:pt x="1216" y="2345"/>
                  </a:lnTo>
                  <a:lnTo>
                    <a:pt x="1210" y="2351"/>
                  </a:lnTo>
                  <a:lnTo>
                    <a:pt x="1204" y="2355"/>
                  </a:lnTo>
                  <a:lnTo>
                    <a:pt x="1198" y="2357"/>
                  </a:lnTo>
                  <a:lnTo>
                    <a:pt x="1191" y="2358"/>
                  </a:lnTo>
                  <a:lnTo>
                    <a:pt x="1181" y="2358"/>
                  </a:lnTo>
                  <a:lnTo>
                    <a:pt x="1171" y="2360"/>
                  </a:lnTo>
                  <a:lnTo>
                    <a:pt x="1164" y="2365"/>
                  </a:lnTo>
                  <a:lnTo>
                    <a:pt x="1157" y="2373"/>
                  </a:lnTo>
                  <a:lnTo>
                    <a:pt x="1153" y="2382"/>
                  </a:lnTo>
                  <a:lnTo>
                    <a:pt x="1149" y="2392"/>
                  </a:lnTo>
                  <a:lnTo>
                    <a:pt x="1147" y="2403"/>
                  </a:lnTo>
                  <a:lnTo>
                    <a:pt x="1145" y="2413"/>
                  </a:lnTo>
                  <a:lnTo>
                    <a:pt x="1145" y="2424"/>
                  </a:lnTo>
                  <a:lnTo>
                    <a:pt x="1144" y="2431"/>
                  </a:lnTo>
                  <a:lnTo>
                    <a:pt x="1139" y="2435"/>
                  </a:lnTo>
                  <a:lnTo>
                    <a:pt x="1132" y="2438"/>
                  </a:lnTo>
                  <a:lnTo>
                    <a:pt x="1123" y="2440"/>
                  </a:lnTo>
                  <a:lnTo>
                    <a:pt x="1113" y="2442"/>
                  </a:lnTo>
                  <a:lnTo>
                    <a:pt x="1102" y="2446"/>
                  </a:lnTo>
                  <a:lnTo>
                    <a:pt x="1090" y="2452"/>
                  </a:lnTo>
                  <a:lnTo>
                    <a:pt x="1077" y="2462"/>
                  </a:lnTo>
                  <a:lnTo>
                    <a:pt x="1064" y="2474"/>
                  </a:lnTo>
                  <a:lnTo>
                    <a:pt x="1051" y="2481"/>
                  </a:lnTo>
                  <a:lnTo>
                    <a:pt x="1037" y="2487"/>
                  </a:lnTo>
                  <a:lnTo>
                    <a:pt x="1021" y="2492"/>
                  </a:lnTo>
                  <a:lnTo>
                    <a:pt x="1007" y="2498"/>
                  </a:lnTo>
                  <a:lnTo>
                    <a:pt x="994" y="2504"/>
                  </a:lnTo>
                  <a:lnTo>
                    <a:pt x="980" y="2512"/>
                  </a:lnTo>
                  <a:lnTo>
                    <a:pt x="968" y="2525"/>
                  </a:lnTo>
                  <a:lnTo>
                    <a:pt x="957" y="2536"/>
                  </a:lnTo>
                  <a:lnTo>
                    <a:pt x="946" y="2542"/>
                  </a:lnTo>
                  <a:lnTo>
                    <a:pt x="934" y="2544"/>
                  </a:lnTo>
                  <a:lnTo>
                    <a:pt x="924" y="2544"/>
                  </a:lnTo>
                  <a:lnTo>
                    <a:pt x="916" y="2542"/>
                  </a:lnTo>
                  <a:lnTo>
                    <a:pt x="910" y="2539"/>
                  </a:lnTo>
                  <a:lnTo>
                    <a:pt x="905" y="2537"/>
                  </a:lnTo>
                  <a:lnTo>
                    <a:pt x="904" y="2536"/>
                  </a:lnTo>
                  <a:lnTo>
                    <a:pt x="903" y="2537"/>
                  </a:lnTo>
                  <a:lnTo>
                    <a:pt x="900" y="2541"/>
                  </a:lnTo>
                  <a:lnTo>
                    <a:pt x="895" y="2547"/>
                  </a:lnTo>
                  <a:lnTo>
                    <a:pt x="889" y="2553"/>
                  </a:lnTo>
                  <a:lnTo>
                    <a:pt x="881" y="2561"/>
                  </a:lnTo>
                  <a:lnTo>
                    <a:pt x="874" y="2569"/>
                  </a:lnTo>
                  <a:lnTo>
                    <a:pt x="866" y="2577"/>
                  </a:lnTo>
                  <a:lnTo>
                    <a:pt x="859" y="2584"/>
                  </a:lnTo>
                  <a:lnTo>
                    <a:pt x="852" y="2590"/>
                  </a:lnTo>
                  <a:lnTo>
                    <a:pt x="845" y="2595"/>
                  </a:lnTo>
                  <a:lnTo>
                    <a:pt x="838" y="2601"/>
                  </a:lnTo>
                  <a:lnTo>
                    <a:pt x="830" y="2606"/>
                  </a:lnTo>
                  <a:lnTo>
                    <a:pt x="825" y="2613"/>
                  </a:lnTo>
                  <a:lnTo>
                    <a:pt x="821" y="2623"/>
                  </a:lnTo>
                  <a:lnTo>
                    <a:pt x="818" y="2633"/>
                  </a:lnTo>
                  <a:lnTo>
                    <a:pt x="817" y="2645"/>
                  </a:lnTo>
                  <a:lnTo>
                    <a:pt x="817" y="2656"/>
                  </a:lnTo>
                  <a:lnTo>
                    <a:pt x="816" y="2663"/>
                  </a:lnTo>
                  <a:lnTo>
                    <a:pt x="814" y="2668"/>
                  </a:lnTo>
                  <a:lnTo>
                    <a:pt x="812" y="2670"/>
                  </a:lnTo>
                  <a:lnTo>
                    <a:pt x="809" y="2673"/>
                  </a:lnTo>
                  <a:lnTo>
                    <a:pt x="806" y="2674"/>
                  </a:lnTo>
                  <a:lnTo>
                    <a:pt x="802" y="2677"/>
                  </a:lnTo>
                  <a:lnTo>
                    <a:pt x="798" y="2682"/>
                  </a:lnTo>
                  <a:lnTo>
                    <a:pt x="796" y="2689"/>
                  </a:lnTo>
                  <a:lnTo>
                    <a:pt x="798" y="2699"/>
                  </a:lnTo>
                  <a:lnTo>
                    <a:pt x="801" y="2709"/>
                  </a:lnTo>
                  <a:lnTo>
                    <a:pt x="805" y="2719"/>
                  </a:lnTo>
                  <a:lnTo>
                    <a:pt x="808" y="2729"/>
                  </a:lnTo>
                  <a:lnTo>
                    <a:pt x="807" y="2737"/>
                  </a:lnTo>
                  <a:lnTo>
                    <a:pt x="803" y="2743"/>
                  </a:lnTo>
                  <a:lnTo>
                    <a:pt x="792" y="2746"/>
                  </a:lnTo>
                  <a:lnTo>
                    <a:pt x="781" y="2747"/>
                  </a:lnTo>
                  <a:lnTo>
                    <a:pt x="780" y="2747"/>
                  </a:lnTo>
                  <a:lnTo>
                    <a:pt x="785" y="2747"/>
                  </a:lnTo>
                  <a:lnTo>
                    <a:pt x="797" y="2746"/>
                  </a:lnTo>
                  <a:lnTo>
                    <a:pt x="812" y="2746"/>
                  </a:lnTo>
                  <a:lnTo>
                    <a:pt x="829" y="2746"/>
                  </a:lnTo>
                  <a:lnTo>
                    <a:pt x="848" y="2747"/>
                  </a:lnTo>
                  <a:lnTo>
                    <a:pt x="865" y="2749"/>
                  </a:lnTo>
                  <a:lnTo>
                    <a:pt x="877" y="2752"/>
                  </a:lnTo>
                  <a:lnTo>
                    <a:pt x="881" y="2757"/>
                  </a:lnTo>
                  <a:lnTo>
                    <a:pt x="880" y="2764"/>
                  </a:lnTo>
                  <a:lnTo>
                    <a:pt x="874" y="2774"/>
                  </a:lnTo>
                  <a:lnTo>
                    <a:pt x="867" y="2784"/>
                  </a:lnTo>
                  <a:lnTo>
                    <a:pt x="860" y="2796"/>
                  </a:lnTo>
                  <a:lnTo>
                    <a:pt x="855" y="2808"/>
                  </a:lnTo>
                  <a:lnTo>
                    <a:pt x="854" y="2823"/>
                  </a:lnTo>
                  <a:lnTo>
                    <a:pt x="853" y="2837"/>
                  </a:lnTo>
                  <a:lnTo>
                    <a:pt x="848" y="2850"/>
                  </a:lnTo>
                  <a:lnTo>
                    <a:pt x="840" y="2863"/>
                  </a:lnTo>
                  <a:lnTo>
                    <a:pt x="830" y="2875"/>
                  </a:lnTo>
                  <a:lnTo>
                    <a:pt x="823" y="2887"/>
                  </a:lnTo>
                  <a:lnTo>
                    <a:pt x="818" y="2897"/>
                  </a:lnTo>
                  <a:lnTo>
                    <a:pt x="818" y="2907"/>
                  </a:lnTo>
                  <a:lnTo>
                    <a:pt x="825" y="2917"/>
                  </a:lnTo>
                  <a:lnTo>
                    <a:pt x="833" y="2929"/>
                  </a:lnTo>
                  <a:lnTo>
                    <a:pt x="836" y="2943"/>
                  </a:lnTo>
                  <a:lnTo>
                    <a:pt x="835" y="2958"/>
                  </a:lnTo>
                  <a:lnTo>
                    <a:pt x="833" y="2974"/>
                  </a:lnTo>
                  <a:lnTo>
                    <a:pt x="830" y="2988"/>
                  </a:lnTo>
                  <a:lnTo>
                    <a:pt x="829" y="3001"/>
                  </a:lnTo>
                  <a:lnTo>
                    <a:pt x="829" y="3011"/>
                  </a:lnTo>
                  <a:lnTo>
                    <a:pt x="833" y="3016"/>
                  </a:lnTo>
                  <a:lnTo>
                    <a:pt x="840" y="3021"/>
                  </a:lnTo>
                  <a:lnTo>
                    <a:pt x="846" y="3032"/>
                  </a:lnTo>
                  <a:lnTo>
                    <a:pt x="851" y="3044"/>
                  </a:lnTo>
                  <a:lnTo>
                    <a:pt x="855" y="3058"/>
                  </a:lnTo>
                  <a:lnTo>
                    <a:pt x="858" y="3074"/>
                  </a:lnTo>
                  <a:lnTo>
                    <a:pt x="860" y="3088"/>
                  </a:lnTo>
                  <a:lnTo>
                    <a:pt x="860" y="3100"/>
                  </a:lnTo>
                  <a:lnTo>
                    <a:pt x="859" y="3109"/>
                  </a:lnTo>
                  <a:lnTo>
                    <a:pt x="856" y="3116"/>
                  </a:lnTo>
                  <a:lnTo>
                    <a:pt x="852" y="3122"/>
                  </a:lnTo>
                  <a:lnTo>
                    <a:pt x="847" y="3127"/>
                  </a:lnTo>
                  <a:lnTo>
                    <a:pt x="841" y="3130"/>
                  </a:lnTo>
                  <a:lnTo>
                    <a:pt x="833" y="3130"/>
                  </a:lnTo>
                  <a:lnTo>
                    <a:pt x="827" y="3128"/>
                  </a:lnTo>
                  <a:lnTo>
                    <a:pt x="822" y="3122"/>
                  </a:lnTo>
                  <a:lnTo>
                    <a:pt x="817" y="3114"/>
                  </a:lnTo>
                  <a:lnTo>
                    <a:pt x="813" y="3105"/>
                  </a:lnTo>
                  <a:lnTo>
                    <a:pt x="811" y="3097"/>
                  </a:lnTo>
                  <a:lnTo>
                    <a:pt x="809" y="3091"/>
                  </a:lnTo>
                  <a:lnTo>
                    <a:pt x="809" y="3085"/>
                  </a:lnTo>
                  <a:lnTo>
                    <a:pt x="808" y="3081"/>
                  </a:lnTo>
                  <a:lnTo>
                    <a:pt x="809" y="3076"/>
                  </a:lnTo>
                  <a:lnTo>
                    <a:pt x="810" y="3071"/>
                  </a:lnTo>
                  <a:lnTo>
                    <a:pt x="812" y="3067"/>
                  </a:lnTo>
                  <a:lnTo>
                    <a:pt x="813" y="3062"/>
                  </a:lnTo>
                  <a:lnTo>
                    <a:pt x="811" y="3057"/>
                  </a:lnTo>
                  <a:lnTo>
                    <a:pt x="809" y="3052"/>
                  </a:lnTo>
                  <a:lnTo>
                    <a:pt x="805" y="3047"/>
                  </a:lnTo>
                  <a:lnTo>
                    <a:pt x="802" y="3043"/>
                  </a:lnTo>
                  <a:lnTo>
                    <a:pt x="798" y="3039"/>
                  </a:lnTo>
                  <a:lnTo>
                    <a:pt x="796" y="3037"/>
                  </a:lnTo>
                  <a:lnTo>
                    <a:pt x="795" y="3036"/>
                  </a:lnTo>
                  <a:lnTo>
                    <a:pt x="795" y="3033"/>
                  </a:lnTo>
                  <a:lnTo>
                    <a:pt x="796" y="3025"/>
                  </a:lnTo>
                  <a:lnTo>
                    <a:pt x="796" y="3013"/>
                  </a:lnTo>
                  <a:lnTo>
                    <a:pt x="795" y="3002"/>
                  </a:lnTo>
                  <a:lnTo>
                    <a:pt x="792" y="2993"/>
                  </a:lnTo>
                  <a:lnTo>
                    <a:pt x="785" y="2988"/>
                  </a:lnTo>
                  <a:lnTo>
                    <a:pt x="775" y="2989"/>
                  </a:lnTo>
                  <a:lnTo>
                    <a:pt x="761" y="2999"/>
                  </a:lnTo>
                  <a:lnTo>
                    <a:pt x="748" y="3013"/>
                  </a:lnTo>
                  <a:lnTo>
                    <a:pt x="740" y="3027"/>
                  </a:lnTo>
                  <a:lnTo>
                    <a:pt x="738" y="3038"/>
                  </a:lnTo>
                  <a:lnTo>
                    <a:pt x="739" y="3046"/>
                  </a:lnTo>
                  <a:lnTo>
                    <a:pt x="743" y="3053"/>
                  </a:lnTo>
                  <a:lnTo>
                    <a:pt x="749" y="3056"/>
                  </a:lnTo>
                  <a:lnTo>
                    <a:pt x="755" y="3056"/>
                  </a:lnTo>
                  <a:lnTo>
                    <a:pt x="761" y="3053"/>
                  </a:lnTo>
                  <a:lnTo>
                    <a:pt x="765" y="3050"/>
                  </a:lnTo>
                  <a:lnTo>
                    <a:pt x="768" y="3052"/>
                  </a:lnTo>
                  <a:lnTo>
                    <a:pt x="770" y="3057"/>
                  </a:lnTo>
                  <a:lnTo>
                    <a:pt x="770" y="3064"/>
                  </a:lnTo>
                  <a:lnTo>
                    <a:pt x="770" y="3072"/>
                  </a:lnTo>
                  <a:lnTo>
                    <a:pt x="770" y="3080"/>
                  </a:lnTo>
                  <a:lnTo>
                    <a:pt x="769" y="3085"/>
                  </a:lnTo>
                  <a:lnTo>
                    <a:pt x="769" y="3087"/>
                  </a:lnTo>
                  <a:lnTo>
                    <a:pt x="767" y="3088"/>
                  </a:lnTo>
                  <a:lnTo>
                    <a:pt x="762" y="3090"/>
                  </a:lnTo>
                  <a:lnTo>
                    <a:pt x="755" y="3094"/>
                  </a:lnTo>
                  <a:lnTo>
                    <a:pt x="747" y="3097"/>
                  </a:lnTo>
                  <a:lnTo>
                    <a:pt x="738" y="3099"/>
                  </a:lnTo>
                  <a:lnTo>
                    <a:pt x="729" y="3100"/>
                  </a:lnTo>
                  <a:lnTo>
                    <a:pt x="721" y="3099"/>
                  </a:lnTo>
                  <a:lnTo>
                    <a:pt x="716" y="3095"/>
                  </a:lnTo>
                  <a:lnTo>
                    <a:pt x="713" y="3093"/>
                  </a:lnTo>
                  <a:lnTo>
                    <a:pt x="713" y="3097"/>
                  </a:lnTo>
                  <a:lnTo>
                    <a:pt x="715" y="3106"/>
                  </a:lnTo>
                  <a:lnTo>
                    <a:pt x="716" y="3117"/>
                  </a:lnTo>
                  <a:lnTo>
                    <a:pt x="717" y="3130"/>
                  </a:lnTo>
                  <a:lnTo>
                    <a:pt x="715" y="3141"/>
                  </a:lnTo>
                  <a:lnTo>
                    <a:pt x="711" y="3150"/>
                  </a:lnTo>
                  <a:lnTo>
                    <a:pt x="702" y="3154"/>
                  </a:lnTo>
                  <a:lnTo>
                    <a:pt x="692" y="3156"/>
                  </a:lnTo>
                  <a:lnTo>
                    <a:pt x="684" y="3160"/>
                  </a:lnTo>
                  <a:lnTo>
                    <a:pt x="680" y="3165"/>
                  </a:lnTo>
                  <a:lnTo>
                    <a:pt x="678" y="3171"/>
                  </a:lnTo>
                  <a:lnTo>
                    <a:pt x="679" y="3178"/>
                  </a:lnTo>
                  <a:lnTo>
                    <a:pt x="684" y="3184"/>
                  </a:lnTo>
                  <a:lnTo>
                    <a:pt x="692" y="3189"/>
                  </a:lnTo>
                  <a:lnTo>
                    <a:pt x="702" y="3193"/>
                  </a:lnTo>
                  <a:lnTo>
                    <a:pt x="711" y="3196"/>
                  </a:lnTo>
                  <a:lnTo>
                    <a:pt x="716" y="3199"/>
                  </a:lnTo>
                  <a:lnTo>
                    <a:pt x="719" y="3202"/>
                  </a:lnTo>
                  <a:lnTo>
                    <a:pt x="722" y="3205"/>
                  </a:lnTo>
                  <a:lnTo>
                    <a:pt x="725" y="3210"/>
                  </a:lnTo>
                  <a:lnTo>
                    <a:pt x="730" y="3217"/>
                  </a:lnTo>
                  <a:lnTo>
                    <a:pt x="741" y="3228"/>
                  </a:lnTo>
                  <a:lnTo>
                    <a:pt x="756" y="3241"/>
                  </a:lnTo>
                  <a:lnTo>
                    <a:pt x="772" y="3254"/>
                  </a:lnTo>
                  <a:lnTo>
                    <a:pt x="785" y="3263"/>
                  </a:lnTo>
                  <a:lnTo>
                    <a:pt x="796" y="3270"/>
                  </a:lnTo>
                  <a:lnTo>
                    <a:pt x="804" y="3275"/>
                  </a:lnTo>
                  <a:lnTo>
                    <a:pt x="811" y="3276"/>
                  </a:lnTo>
                  <a:lnTo>
                    <a:pt x="818" y="3276"/>
                  </a:lnTo>
                  <a:lnTo>
                    <a:pt x="826" y="3273"/>
                  </a:lnTo>
                  <a:lnTo>
                    <a:pt x="836" y="3269"/>
                  </a:lnTo>
                  <a:lnTo>
                    <a:pt x="844" y="3267"/>
                  </a:lnTo>
                  <a:lnTo>
                    <a:pt x="848" y="3266"/>
                  </a:lnTo>
                  <a:lnTo>
                    <a:pt x="849" y="3268"/>
                  </a:lnTo>
                  <a:lnTo>
                    <a:pt x="849" y="3271"/>
                  </a:lnTo>
                  <a:lnTo>
                    <a:pt x="850" y="3276"/>
                  </a:lnTo>
                  <a:lnTo>
                    <a:pt x="853" y="3282"/>
                  </a:lnTo>
                  <a:lnTo>
                    <a:pt x="859" y="3288"/>
                  </a:lnTo>
                  <a:lnTo>
                    <a:pt x="869" y="3295"/>
                  </a:lnTo>
                  <a:lnTo>
                    <a:pt x="869" y="32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35" name="Freeform 534">
              <a:extLst>
                <a:ext uri="{FF2B5EF4-FFF2-40B4-BE49-F238E27FC236}">
                  <a16:creationId xmlns:a16="http://schemas.microsoft.com/office/drawing/2014/main" id="{EEDB3217-F452-066C-1F6F-85617612988C}"/>
                </a:ext>
              </a:extLst>
            </p:cNvPr>
            <p:cNvSpPr>
              <a:spLocks/>
            </p:cNvSpPr>
            <p:nvPr/>
          </p:nvSpPr>
          <p:spPr bwMode="auto">
            <a:xfrm>
              <a:off x="2047" y="2247"/>
              <a:ext cx="468" cy="479"/>
            </a:xfrm>
            <a:custGeom>
              <a:avLst/>
              <a:gdLst>
                <a:gd name="T0" fmla="*/ 0 w 1875"/>
                <a:gd name="T1" fmla="*/ 0 h 1917"/>
                <a:gd name="T2" fmla="*/ 0 w 1875"/>
                <a:gd name="T3" fmla="*/ 0 h 1917"/>
                <a:gd name="T4" fmla="*/ 0 w 1875"/>
                <a:gd name="T5" fmla="*/ 0 h 1917"/>
                <a:gd name="T6" fmla="*/ 0 w 1875"/>
                <a:gd name="T7" fmla="*/ 0 h 1917"/>
                <a:gd name="T8" fmla="*/ 0 w 1875"/>
                <a:gd name="T9" fmla="*/ 0 h 1917"/>
                <a:gd name="T10" fmla="*/ 0 w 1875"/>
                <a:gd name="T11" fmla="*/ 0 h 1917"/>
                <a:gd name="T12" fmla="*/ 0 w 1875"/>
                <a:gd name="T13" fmla="*/ 0 h 1917"/>
                <a:gd name="T14" fmla="*/ 0 w 1875"/>
                <a:gd name="T15" fmla="*/ 0 h 1917"/>
                <a:gd name="T16" fmla="*/ 0 w 1875"/>
                <a:gd name="T17" fmla="*/ 0 h 1917"/>
                <a:gd name="T18" fmla="*/ 0 w 1875"/>
                <a:gd name="T19" fmla="*/ 0 h 1917"/>
                <a:gd name="T20" fmla="*/ 0 w 1875"/>
                <a:gd name="T21" fmla="*/ 0 h 1917"/>
                <a:gd name="T22" fmla="*/ 0 w 1875"/>
                <a:gd name="T23" fmla="*/ 0 h 1917"/>
                <a:gd name="T24" fmla="*/ 0 w 1875"/>
                <a:gd name="T25" fmla="*/ 0 h 1917"/>
                <a:gd name="T26" fmla="*/ 0 w 1875"/>
                <a:gd name="T27" fmla="*/ 0 h 1917"/>
                <a:gd name="T28" fmla="*/ 0 w 1875"/>
                <a:gd name="T29" fmla="*/ 0 h 1917"/>
                <a:gd name="T30" fmla="*/ 0 w 1875"/>
                <a:gd name="T31" fmla="*/ 0 h 1917"/>
                <a:gd name="T32" fmla="*/ 0 w 1875"/>
                <a:gd name="T33" fmla="*/ 0 h 1917"/>
                <a:gd name="T34" fmla="*/ 0 w 1875"/>
                <a:gd name="T35" fmla="*/ 0 h 1917"/>
                <a:gd name="T36" fmla="*/ 0 w 1875"/>
                <a:gd name="T37" fmla="*/ 0 h 1917"/>
                <a:gd name="T38" fmla="*/ 0 w 1875"/>
                <a:gd name="T39" fmla="*/ 0 h 1917"/>
                <a:gd name="T40" fmla="*/ 0 w 1875"/>
                <a:gd name="T41" fmla="*/ 0 h 1917"/>
                <a:gd name="T42" fmla="*/ 0 w 1875"/>
                <a:gd name="T43" fmla="*/ 0 h 1917"/>
                <a:gd name="T44" fmla="*/ 0 w 1875"/>
                <a:gd name="T45" fmla="*/ 0 h 1917"/>
                <a:gd name="T46" fmla="*/ 0 w 1875"/>
                <a:gd name="T47" fmla="*/ 0 h 1917"/>
                <a:gd name="T48" fmla="*/ 0 w 1875"/>
                <a:gd name="T49" fmla="*/ 0 h 1917"/>
                <a:gd name="T50" fmla="*/ 0 w 1875"/>
                <a:gd name="T51" fmla="*/ 0 h 1917"/>
                <a:gd name="T52" fmla="*/ 0 w 1875"/>
                <a:gd name="T53" fmla="*/ 0 h 1917"/>
                <a:gd name="T54" fmla="*/ 0 w 1875"/>
                <a:gd name="T55" fmla="*/ 0 h 1917"/>
                <a:gd name="T56" fmla="*/ 0 w 1875"/>
                <a:gd name="T57" fmla="*/ 0 h 1917"/>
                <a:gd name="T58" fmla="*/ 0 w 1875"/>
                <a:gd name="T59" fmla="*/ 0 h 1917"/>
                <a:gd name="T60" fmla="*/ 0 w 1875"/>
                <a:gd name="T61" fmla="*/ 0 h 1917"/>
                <a:gd name="T62" fmla="*/ 0 w 1875"/>
                <a:gd name="T63" fmla="*/ 0 h 1917"/>
                <a:gd name="T64" fmla="*/ 0 w 1875"/>
                <a:gd name="T65" fmla="*/ 0 h 1917"/>
                <a:gd name="T66" fmla="*/ 0 w 1875"/>
                <a:gd name="T67" fmla="*/ 0 h 1917"/>
                <a:gd name="T68" fmla="*/ 0 w 1875"/>
                <a:gd name="T69" fmla="*/ 0 h 1917"/>
                <a:gd name="T70" fmla="*/ 0 w 1875"/>
                <a:gd name="T71" fmla="*/ 0 h 1917"/>
                <a:gd name="T72" fmla="*/ 0 w 1875"/>
                <a:gd name="T73" fmla="*/ 0 h 1917"/>
                <a:gd name="T74" fmla="*/ 0 w 1875"/>
                <a:gd name="T75" fmla="*/ 0 h 1917"/>
                <a:gd name="T76" fmla="*/ 0 w 1875"/>
                <a:gd name="T77" fmla="*/ 0 h 1917"/>
                <a:gd name="T78" fmla="*/ 0 w 1875"/>
                <a:gd name="T79" fmla="*/ 0 h 1917"/>
                <a:gd name="T80" fmla="*/ 0 w 1875"/>
                <a:gd name="T81" fmla="*/ 0 h 1917"/>
                <a:gd name="T82" fmla="*/ 0 w 1875"/>
                <a:gd name="T83" fmla="*/ 0 h 1917"/>
                <a:gd name="T84" fmla="*/ 0 w 1875"/>
                <a:gd name="T85" fmla="*/ 0 h 1917"/>
                <a:gd name="T86" fmla="*/ 0 w 1875"/>
                <a:gd name="T87" fmla="*/ 0 h 1917"/>
                <a:gd name="T88" fmla="*/ 0 w 1875"/>
                <a:gd name="T89" fmla="*/ 0 h 1917"/>
                <a:gd name="T90" fmla="*/ 0 w 1875"/>
                <a:gd name="T91" fmla="*/ 0 h 1917"/>
                <a:gd name="T92" fmla="*/ 0 w 1875"/>
                <a:gd name="T93" fmla="*/ 0 h 1917"/>
                <a:gd name="T94" fmla="*/ 0 w 1875"/>
                <a:gd name="T95" fmla="*/ 0 h 1917"/>
                <a:gd name="T96" fmla="*/ 0 w 1875"/>
                <a:gd name="T97" fmla="*/ 0 h 1917"/>
                <a:gd name="T98" fmla="*/ 0 w 1875"/>
                <a:gd name="T99" fmla="*/ 0 h 1917"/>
                <a:gd name="T100" fmla="*/ 0 w 1875"/>
                <a:gd name="T101" fmla="*/ 0 h 1917"/>
                <a:gd name="T102" fmla="*/ 0 w 1875"/>
                <a:gd name="T103" fmla="*/ 0 h 1917"/>
                <a:gd name="T104" fmla="*/ 0 w 1875"/>
                <a:gd name="T105" fmla="*/ 0 h 1917"/>
                <a:gd name="T106" fmla="*/ 0 w 1875"/>
                <a:gd name="T107" fmla="*/ 0 h 1917"/>
                <a:gd name="T108" fmla="*/ 0 w 1875"/>
                <a:gd name="T109" fmla="*/ 0 h 1917"/>
                <a:gd name="T110" fmla="*/ 0 w 1875"/>
                <a:gd name="T111" fmla="*/ 0 h 1917"/>
                <a:gd name="T112" fmla="*/ 0 w 1875"/>
                <a:gd name="T113" fmla="*/ 0 h 1917"/>
                <a:gd name="T114" fmla="*/ 0 w 1875"/>
                <a:gd name="T115" fmla="*/ 0 h 1917"/>
                <a:gd name="T116" fmla="*/ 0 w 1875"/>
                <a:gd name="T117" fmla="*/ 0 h 1917"/>
                <a:gd name="T118" fmla="*/ 0 w 1875"/>
                <a:gd name="T119" fmla="*/ 0 h 1917"/>
                <a:gd name="T120" fmla="*/ 0 w 1875"/>
                <a:gd name="T121" fmla="*/ 0 h 19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75" h="1917">
                  <a:moveTo>
                    <a:pt x="1699" y="0"/>
                  </a:moveTo>
                  <a:lnTo>
                    <a:pt x="1707" y="5"/>
                  </a:lnTo>
                  <a:lnTo>
                    <a:pt x="1714" y="11"/>
                  </a:lnTo>
                  <a:lnTo>
                    <a:pt x="1718" y="17"/>
                  </a:lnTo>
                  <a:lnTo>
                    <a:pt x="1720" y="23"/>
                  </a:lnTo>
                  <a:lnTo>
                    <a:pt x="1721" y="34"/>
                  </a:lnTo>
                  <a:lnTo>
                    <a:pt x="1721" y="46"/>
                  </a:lnTo>
                  <a:lnTo>
                    <a:pt x="1722" y="56"/>
                  </a:lnTo>
                  <a:lnTo>
                    <a:pt x="1723" y="64"/>
                  </a:lnTo>
                  <a:lnTo>
                    <a:pt x="1725" y="72"/>
                  </a:lnTo>
                  <a:lnTo>
                    <a:pt x="1730" y="77"/>
                  </a:lnTo>
                  <a:lnTo>
                    <a:pt x="1737" y="81"/>
                  </a:lnTo>
                  <a:lnTo>
                    <a:pt x="1749" y="82"/>
                  </a:lnTo>
                  <a:lnTo>
                    <a:pt x="1762" y="82"/>
                  </a:lnTo>
                  <a:lnTo>
                    <a:pt x="1774" y="81"/>
                  </a:lnTo>
                  <a:lnTo>
                    <a:pt x="1786" y="81"/>
                  </a:lnTo>
                  <a:lnTo>
                    <a:pt x="1798" y="82"/>
                  </a:lnTo>
                  <a:lnTo>
                    <a:pt x="1808" y="85"/>
                  </a:lnTo>
                  <a:lnTo>
                    <a:pt x="1818" y="90"/>
                  </a:lnTo>
                  <a:lnTo>
                    <a:pt x="1827" y="99"/>
                  </a:lnTo>
                  <a:lnTo>
                    <a:pt x="1834" y="111"/>
                  </a:lnTo>
                  <a:lnTo>
                    <a:pt x="1840" y="126"/>
                  </a:lnTo>
                  <a:lnTo>
                    <a:pt x="1844" y="143"/>
                  </a:lnTo>
                  <a:lnTo>
                    <a:pt x="1845" y="162"/>
                  </a:lnTo>
                  <a:lnTo>
                    <a:pt x="1846" y="179"/>
                  </a:lnTo>
                  <a:lnTo>
                    <a:pt x="1845" y="196"/>
                  </a:lnTo>
                  <a:lnTo>
                    <a:pt x="1844" y="209"/>
                  </a:lnTo>
                  <a:lnTo>
                    <a:pt x="1842" y="218"/>
                  </a:lnTo>
                  <a:lnTo>
                    <a:pt x="1842" y="221"/>
                  </a:lnTo>
                  <a:lnTo>
                    <a:pt x="1843" y="222"/>
                  </a:lnTo>
                  <a:lnTo>
                    <a:pt x="1846" y="225"/>
                  </a:lnTo>
                  <a:lnTo>
                    <a:pt x="1851" y="229"/>
                  </a:lnTo>
                  <a:lnTo>
                    <a:pt x="1856" y="235"/>
                  </a:lnTo>
                  <a:lnTo>
                    <a:pt x="1861" y="242"/>
                  </a:lnTo>
                  <a:lnTo>
                    <a:pt x="1867" y="252"/>
                  </a:lnTo>
                  <a:lnTo>
                    <a:pt x="1871" y="263"/>
                  </a:lnTo>
                  <a:lnTo>
                    <a:pt x="1875" y="274"/>
                  </a:lnTo>
                  <a:lnTo>
                    <a:pt x="1875" y="287"/>
                  </a:lnTo>
                  <a:lnTo>
                    <a:pt x="1871" y="302"/>
                  </a:lnTo>
                  <a:lnTo>
                    <a:pt x="1864" y="316"/>
                  </a:lnTo>
                  <a:lnTo>
                    <a:pt x="1856" y="330"/>
                  </a:lnTo>
                  <a:lnTo>
                    <a:pt x="1846" y="343"/>
                  </a:lnTo>
                  <a:lnTo>
                    <a:pt x="1839" y="357"/>
                  </a:lnTo>
                  <a:lnTo>
                    <a:pt x="1834" y="368"/>
                  </a:lnTo>
                  <a:lnTo>
                    <a:pt x="1834" y="378"/>
                  </a:lnTo>
                  <a:lnTo>
                    <a:pt x="1834" y="387"/>
                  </a:lnTo>
                  <a:lnTo>
                    <a:pt x="1831" y="398"/>
                  </a:lnTo>
                  <a:lnTo>
                    <a:pt x="1826" y="407"/>
                  </a:lnTo>
                  <a:lnTo>
                    <a:pt x="1819" y="416"/>
                  </a:lnTo>
                  <a:lnTo>
                    <a:pt x="1812" y="424"/>
                  </a:lnTo>
                  <a:lnTo>
                    <a:pt x="1806" y="430"/>
                  </a:lnTo>
                  <a:lnTo>
                    <a:pt x="1802" y="434"/>
                  </a:lnTo>
                  <a:lnTo>
                    <a:pt x="1800" y="435"/>
                  </a:lnTo>
                  <a:lnTo>
                    <a:pt x="1798" y="436"/>
                  </a:lnTo>
                  <a:lnTo>
                    <a:pt x="1791" y="439"/>
                  </a:lnTo>
                  <a:lnTo>
                    <a:pt x="1783" y="445"/>
                  </a:lnTo>
                  <a:lnTo>
                    <a:pt x="1774" y="453"/>
                  </a:lnTo>
                  <a:lnTo>
                    <a:pt x="1766" y="462"/>
                  </a:lnTo>
                  <a:lnTo>
                    <a:pt x="1759" y="472"/>
                  </a:lnTo>
                  <a:lnTo>
                    <a:pt x="1757" y="484"/>
                  </a:lnTo>
                  <a:lnTo>
                    <a:pt x="1759" y="499"/>
                  </a:lnTo>
                  <a:lnTo>
                    <a:pt x="1765" y="514"/>
                  </a:lnTo>
                  <a:lnTo>
                    <a:pt x="1771" y="530"/>
                  </a:lnTo>
                  <a:lnTo>
                    <a:pt x="1777" y="545"/>
                  </a:lnTo>
                  <a:lnTo>
                    <a:pt x="1781" y="561"/>
                  </a:lnTo>
                  <a:lnTo>
                    <a:pt x="1783" y="576"/>
                  </a:lnTo>
                  <a:lnTo>
                    <a:pt x="1781" y="588"/>
                  </a:lnTo>
                  <a:lnTo>
                    <a:pt x="1776" y="600"/>
                  </a:lnTo>
                  <a:lnTo>
                    <a:pt x="1765" y="609"/>
                  </a:lnTo>
                  <a:lnTo>
                    <a:pt x="1750" y="616"/>
                  </a:lnTo>
                  <a:lnTo>
                    <a:pt x="1733" y="621"/>
                  </a:lnTo>
                  <a:lnTo>
                    <a:pt x="1715" y="625"/>
                  </a:lnTo>
                  <a:lnTo>
                    <a:pt x="1699" y="627"/>
                  </a:lnTo>
                  <a:lnTo>
                    <a:pt x="1682" y="629"/>
                  </a:lnTo>
                  <a:lnTo>
                    <a:pt x="1670" y="630"/>
                  </a:lnTo>
                  <a:lnTo>
                    <a:pt x="1662" y="631"/>
                  </a:lnTo>
                  <a:lnTo>
                    <a:pt x="1659" y="631"/>
                  </a:lnTo>
                  <a:lnTo>
                    <a:pt x="1656" y="631"/>
                  </a:lnTo>
                  <a:lnTo>
                    <a:pt x="1647" y="631"/>
                  </a:lnTo>
                  <a:lnTo>
                    <a:pt x="1636" y="630"/>
                  </a:lnTo>
                  <a:lnTo>
                    <a:pt x="1622" y="628"/>
                  </a:lnTo>
                  <a:lnTo>
                    <a:pt x="1607" y="626"/>
                  </a:lnTo>
                  <a:lnTo>
                    <a:pt x="1591" y="622"/>
                  </a:lnTo>
                  <a:lnTo>
                    <a:pt x="1578" y="616"/>
                  </a:lnTo>
                  <a:lnTo>
                    <a:pt x="1567" y="609"/>
                  </a:lnTo>
                  <a:lnTo>
                    <a:pt x="1558" y="602"/>
                  </a:lnTo>
                  <a:lnTo>
                    <a:pt x="1549" y="598"/>
                  </a:lnTo>
                  <a:lnTo>
                    <a:pt x="1540" y="596"/>
                  </a:lnTo>
                  <a:lnTo>
                    <a:pt x="1533" y="598"/>
                  </a:lnTo>
                  <a:lnTo>
                    <a:pt x="1525" y="602"/>
                  </a:lnTo>
                  <a:lnTo>
                    <a:pt x="1518" y="607"/>
                  </a:lnTo>
                  <a:lnTo>
                    <a:pt x="1510" y="613"/>
                  </a:lnTo>
                  <a:lnTo>
                    <a:pt x="1502" y="621"/>
                  </a:lnTo>
                  <a:lnTo>
                    <a:pt x="1494" y="630"/>
                  </a:lnTo>
                  <a:lnTo>
                    <a:pt x="1488" y="640"/>
                  </a:lnTo>
                  <a:lnTo>
                    <a:pt x="1484" y="651"/>
                  </a:lnTo>
                  <a:lnTo>
                    <a:pt x="1482" y="661"/>
                  </a:lnTo>
                  <a:lnTo>
                    <a:pt x="1481" y="671"/>
                  </a:lnTo>
                  <a:lnTo>
                    <a:pt x="1481" y="681"/>
                  </a:lnTo>
                  <a:lnTo>
                    <a:pt x="1482" y="689"/>
                  </a:lnTo>
                  <a:lnTo>
                    <a:pt x="1485" y="696"/>
                  </a:lnTo>
                  <a:lnTo>
                    <a:pt x="1489" y="703"/>
                  </a:lnTo>
                  <a:lnTo>
                    <a:pt x="1494" y="709"/>
                  </a:lnTo>
                  <a:lnTo>
                    <a:pt x="1501" y="714"/>
                  </a:lnTo>
                  <a:lnTo>
                    <a:pt x="1507" y="719"/>
                  </a:lnTo>
                  <a:lnTo>
                    <a:pt x="1513" y="723"/>
                  </a:lnTo>
                  <a:lnTo>
                    <a:pt x="1518" y="726"/>
                  </a:lnTo>
                  <a:lnTo>
                    <a:pt x="1521" y="728"/>
                  </a:lnTo>
                  <a:lnTo>
                    <a:pt x="1522" y="729"/>
                  </a:lnTo>
                  <a:lnTo>
                    <a:pt x="1479" y="766"/>
                  </a:lnTo>
                  <a:lnTo>
                    <a:pt x="1477" y="768"/>
                  </a:lnTo>
                  <a:lnTo>
                    <a:pt x="1473" y="773"/>
                  </a:lnTo>
                  <a:lnTo>
                    <a:pt x="1466" y="780"/>
                  </a:lnTo>
                  <a:lnTo>
                    <a:pt x="1457" y="788"/>
                  </a:lnTo>
                  <a:lnTo>
                    <a:pt x="1446" y="796"/>
                  </a:lnTo>
                  <a:lnTo>
                    <a:pt x="1436" y="804"/>
                  </a:lnTo>
                  <a:lnTo>
                    <a:pt x="1426" y="809"/>
                  </a:lnTo>
                  <a:lnTo>
                    <a:pt x="1416" y="811"/>
                  </a:lnTo>
                  <a:lnTo>
                    <a:pt x="1405" y="812"/>
                  </a:lnTo>
                  <a:lnTo>
                    <a:pt x="1391" y="813"/>
                  </a:lnTo>
                  <a:lnTo>
                    <a:pt x="1378" y="816"/>
                  </a:lnTo>
                  <a:lnTo>
                    <a:pt x="1368" y="819"/>
                  </a:lnTo>
                  <a:lnTo>
                    <a:pt x="1361" y="823"/>
                  </a:lnTo>
                  <a:lnTo>
                    <a:pt x="1359" y="827"/>
                  </a:lnTo>
                  <a:lnTo>
                    <a:pt x="1365" y="832"/>
                  </a:lnTo>
                  <a:lnTo>
                    <a:pt x="1379" y="837"/>
                  </a:lnTo>
                  <a:lnTo>
                    <a:pt x="1396" y="844"/>
                  </a:lnTo>
                  <a:lnTo>
                    <a:pt x="1409" y="857"/>
                  </a:lnTo>
                  <a:lnTo>
                    <a:pt x="1417" y="872"/>
                  </a:lnTo>
                  <a:lnTo>
                    <a:pt x="1422" y="888"/>
                  </a:lnTo>
                  <a:lnTo>
                    <a:pt x="1424" y="905"/>
                  </a:lnTo>
                  <a:lnTo>
                    <a:pt x="1424" y="918"/>
                  </a:lnTo>
                  <a:lnTo>
                    <a:pt x="1424" y="928"/>
                  </a:lnTo>
                  <a:lnTo>
                    <a:pt x="1424" y="931"/>
                  </a:lnTo>
                  <a:lnTo>
                    <a:pt x="1410" y="980"/>
                  </a:lnTo>
                  <a:lnTo>
                    <a:pt x="1395" y="1027"/>
                  </a:lnTo>
                  <a:lnTo>
                    <a:pt x="1397" y="1026"/>
                  </a:lnTo>
                  <a:lnTo>
                    <a:pt x="1404" y="1025"/>
                  </a:lnTo>
                  <a:lnTo>
                    <a:pt x="1411" y="1024"/>
                  </a:lnTo>
                  <a:lnTo>
                    <a:pt x="1421" y="1023"/>
                  </a:lnTo>
                  <a:lnTo>
                    <a:pt x="1430" y="1023"/>
                  </a:lnTo>
                  <a:lnTo>
                    <a:pt x="1438" y="1024"/>
                  </a:lnTo>
                  <a:lnTo>
                    <a:pt x="1445" y="1028"/>
                  </a:lnTo>
                  <a:lnTo>
                    <a:pt x="1449" y="1035"/>
                  </a:lnTo>
                  <a:lnTo>
                    <a:pt x="1449" y="1044"/>
                  </a:lnTo>
                  <a:lnTo>
                    <a:pt x="1450" y="1057"/>
                  </a:lnTo>
                  <a:lnTo>
                    <a:pt x="1449" y="1068"/>
                  </a:lnTo>
                  <a:lnTo>
                    <a:pt x="1449" y="1080"/>
                  </a:lnTo>
                  <a:lnTo>
                    <a:pt x="1447" y="1091"/>
                  </a:lnTo>
                  <a:lnTo>
                    <a:pt x="1447" y="1101"/>
                  </a:lnTo>
                  <a:lnTo>
                    <a:pt x="1446" y="1107"/>
                  </a:lnTo>
                  <a:lnTo>
                    <a:pt x="1446" y="1109"/>
                  </a:lnTo>
                  <a:lnTo>
                    <a:pt x="1450" y="1111"/>
                  </a:lnTo>
                  <a:lnTo>
                    <a:pt x="1458" y="1117"/>
                  </a:lnTo>
                  <a:lnTo>
                    <a:pt x="1466" y="1125"/>
                  </a:lnTo>
                  <a:lnTo>
                    <a:pt x="1473" y="1135"/>
                  </a:lnTo>
                  <a:lnTo>
                    <a:pt x="1473" y="1141"/>
                  </a:lnTo>
                  <a:lnTo>
                    <a:pt x="1470" y="1148"/>
                  </a:lnTo>
                  <a:lnTo>
                    <a:pt x="1464" y="1157"/>
                  </a:lnTo>
                  <a:lnTo>
                    <a:pt x="1456" y="1166"/>
                  </a:lnTo>
                  <a:lnTo>
                    <a:pt x="1447" y="1175"/>
                  </a:lnTo>
                  <a:lnTo>
                    <a:pt x="1439" y="1184"/>
                  </a:lnTo>
                  <a:lnTo>
                    <a:pt x="1432" y="1192"/>
                  </a:lnTo>
                  <a:lnTo>
                    <a:pt x="1428" y="1198"/>
                  </a:lnTo>
                  <a:lnTo>
                    <a:pt x="1427" y="1204"/>
                  </a:lnTo>
                  <a:lnTo>
                    <a:pt x="1431" y="1208"/>
                  </a:lnTo>
                  <a:lnTo>
                    <a:pt x="1437" y="1212"/>
                  </a:lnTo>
                  <a:lnTo>
                    <a:pt x="1445" y="1215"/>
                  </a:lnTo>
                  <a:lnTo>
                    <a:pt x="1455" y="1218"/>
                  </a:lnTo>
                  <a:lnTo>
                    <a:pt x="1465" y="1220"/>
                  </a:lnTo>
                  <a:lnTo>
                    <a:pt x="1474" y="1221"/>
                  </a:lnTo>
                  <a:lnTo>
                    <a:pt x="1481" y="1221"/>
                  </a:lnTo>
                  <a:lnTo>
                    <a:pt x="1490" y="1223"/>
                  </a:lnTo>
                  <a:lnTo>
                    <a:pt x="1503" y="1230"/>
                  </a:lnTo>
                  <a:lnTo>
                    <a:pt x="1516" y="1239"/>
                  </a:lnTo>
                  <a:lnTo>
                    <a:pt x="1531" y="1251"/>
                  </a:lnTo>
                  <a:lnTo>
                    <a:pt x="1544" y="1262"/>
                  </a:lnTo>
                  <a:lnTo>
                    <a:pt x="1556" y="1271"/>
                  </a:lnTo>
                  <a:lnTo>
                    <a:pt x="1564" y="1278"/>
                  </a:lnTo>
                  <a:lnTo>
                    <a:pt x="1567" y="1280"/>
                  </a:lnTo>
                  <a:lnTo>
                    <a:pt x="1568" y="1278"/>
                  </a:lnTo>
                  <a:lnTo>
                    <a:pt x="1571" y="1274"/>
                  </a:lnTo>
                  <a:lnTo>
                    <a:pt x="1575" y="1269"/>
                  </a:lnTo>
                  <a:lnTo>
                    <a:pt x="1580" y="1263"/>
                  </a:lnTo>
                  <a:lnTo>
                    <a:pt x="1586" y="1260"/>
                  </a:lnTo>
                  <a:lnTo>
                    <a:pt x="1591" y="1259"/>
                  </a:lnTo>
                  <a:lnTo>
                    <a:pt x="1597" y="1263"/>
                  </a:lnTo>
                  <a:lnTo>
                    <a:pt x="1602" y="1272"/>
                  </a:lnTo>
                  <a:lnTo>
                    <a:pt x="1605" y="1284"/>
                  </a:lnTo>
                  <a:lnTo>
                    <a:pt x="1606" y="1293"/>
                  </a:lnTo>
                  <a:lnTo>
                    <a:pt x="1605" y="1300"/>
                  </a:lnTo>
                  <a:lnTo>
                    <a:pt x="1604" y="1306"/>
                  </a:lnTo>
                  <a:lnTo>
                    <a:pt x="1603" y="1310"/>
                  </a:lnTo>
                  <a:lnTo>
                    <a:pt x="1604" y="1313"/>
                  </a:lnTo>
                  <a:lnTo>
                    <a:pt x="1606" y="1316"/>
                  </a:lnTo>
                  <a:lnTo>
                    <a:pt x="1612" y="1319"/>
                  </a:lnTo>
                  <a:lnTo>
                    <a:pt x="1619" y="1321"/>
                  </a:lnTo>
                  <a:lnTo>
                    <a:pt x="1628" y="1319"/>
                  </a:lnTo>
                  <a:lnTo>
                    <a:pt x="1636" y="1316"/>
                  </a:lnTo>
                  <a:lnTo>
                    <a:pt x="1645" y="1312"/>
                  </a:lnTo>
                  <a:lnTo>
                    <a:pt x="1655" y="1309"/>
                  </a:lnTo>
                  <a:lnTo>
                    <a:pt x="1663" y="1308"/>
                  </a:lnTo>
                  <a:lnTo>
                    <a:pt x="1670" y="1309"/>
                  </a:lnTo>
                  <a:lnTo>
                    <a:pt x="1675" y="1315"/>
                  </a:lnTo>
                  <a:lnTo>
                    <a:pt x="1679" y="1324"/>
                  </a:lnTo>
                  <a:lnTo>
                    <a:pt x="1680" y="1333"/>
                  </a:lnTo>
                  <a:lnTo>
                    <a:pt x="1679" y="1343"/>
                  </a:lnTo>
                  <a:lnTo>
                    <a:pt x="1676" y="1353"/>
                  </a:lnTo>
                  <a:lnTo>
                    <a:pt x="1673" y="1361"/>
                  </a:lnTo>
                  <a:lnTo>
                    <a:pt x="1670" y="1368"/>
                  </a:lnTo>
                  <a:lnTo>
                    <a:pt x="1668" y="1372"/>
                  </a:lnTo>
                  <a:lnTo>
                    <a:pt x="1667" y="1374"/>
                  </a:lnTo>
                  <a:lnTo>
                    <a:pt x="1668" y="1373"/>
                  </a:lnTo>
                  <a:lnTo>
                    <a:pt x="1672" y="1370"/>
                  </a:lnTo>
                  <a:lnTo>
                    <a:pt x="1677" y="1366"/>
                  </a:lnTo>
                  <a:lnTo>
                    <a:pt x="1683" y="1361"/>
                  </a:lnTo>
                  <a:lnTo>
                    <a:pt x="1690" y="1356"/>
                  </a:lnTo>
                  <a:lnTo>
                    <a:pt x="1697" y="1352"/>
                  </a:lnTo>
                  <a:lnTo>
                    <a:pt x="1704" y="1348"/>
                  </a:lnTo>
                  <a:lnTo>
                    <a:pt x="1710" y="1347"/>
                  </a:lnTo>
                  <a:lnTo>
                    <a:pt x="1716" y="1348"/>
                  </a:lnTo>
                  <a:lnTo>
                    <a:pt x="1723" y="1352"/>
                  </a:lnTo>
                  <a:lnTo>
                    <a:pt x="1730" y="1357"/>
                  </a:lnTo>
                  <a:lnTo>
                    <a:pt x="1738" y="1363"/>
                  </a:lnTo>
                  <a:lnTo>
                    <a:pt x="1743" y="1371"/>
                  </a:lnTo>
                  <a:lnTo>
                    <a:pt x="1748" y="1379"/>
                  </a:lnTo>
                  <a:lnTo>
                    <a:pt x="1749" y="1388"/>
                  </a:lnTo>
                  <a:lnTo>
                    <a:pt x="1744" y="1398"/>
                  </a:lnTo>
                  <a:lnTo>
                    <a:pt x="1738" y="1410"/>
                  </a:lnTo>
                  <a:lnTo>
                    <a:pt x="1733" y="1420"/>
                  </a:lnTo>
                  <a:lnTo>
                    <a:pt x="1727" y="1430"/>
                  </a:lnTo>
                  <a:lnTo>
                    <a:pt x="1723" y="1439"/>
                  </a:lnTo>
                  <a:lnTo>
                    <a:pt x="1719" y="1447"/>
                  </a:lnTo>
                  <a:lnTo>
                    <a:pt x="1716" y="1455"/>
                  </a:lnTo>
                  <a:lnTo>
                    <a:pt x="1715" y="1459"/>
                  </a:lnTo>
                  <a:lnTo>
                    <a:pt x="1714" y="1460"/>
                  </a:lnTo>
                  <a:lnTo>
                    <a:pt x="1713" y="1459"/>
                  </a:lnTo>
                  <a:lnTo>
                    <a:pt x="1709" y="1457"/>
                  </a:lnTo>
                  <a:lnTo>
                    <a:pt x="1704" y="1454"/>
                  </a:lnTo>
                  <a:lnTo>
                    <a:pt x="1696" y="1450"/>
                  </a:lnTo>
                  <a:lnTo>
                    <a:pt x="1689" y="1447"/>
                  </a:lnTo>
                  <a:lnTo>
                    <a:pt x="1682" y="1445"/>
                  </a:lnTo>
                  <a:lnTo>
                    <a:pt x="1675" y="1443"/>
                  </a:lnTo>
                  <a:lnTo>
                    <a:pt x="1669" y="1443"/>
                  </a:lnTo>
                  <a:lnTo>
                    <a:pt x="1664" y="1445"/>
                  </a:lnTo>
                  <a:lnTo>
                    <a:pt x="1658" y="1448"/>
                  </a:lnTo>
                  <a:lnTo>
                    <a:pt x="1652" y="1453"/>
                  </a:lnTo>
                  <a:lnTo>
                    <a:pt x="1650" y="1459"/>
                  </a:lnTo>
                  <a:lnTo>
                    <a:pt x="1651" y="1467"/>
                  </a:lnTo>
                  <a:lnTo>
                    <a:pt x="1658" y="1476"/>
                  </a:lnTo>
                  <a:lnTo>
                    <a:pt x="1672" y="1487"/>
                  </a:lnTo>
                  <a:lnTo>
                    <a:pt x="1695" y="1500"/>
                  </a:lnTo>
                  <a:lnTo>
                    <a:pt x="1717" y="1514"/>
                  </a:lnTo>
                  <a:lnTo>
                    <a:pt x="1725" y="1525"/>
                  </a:lnTo>
                  <a:lnTo>
                    <a:pt x="1723" y="1534"/>
                  </a:lnTo>
                  <a:lnTo>
                    <a:pt x="1716" y="1541"/>
                  </a:lnTo>
                  <a:lnTo>
                    <a:pt x="1705" y="1547"/>
                  </a:lnTo>
                  <a:lnTo>
                    <a:pt x="1692" y="1553"/>
                  </a:lnTo>
                  <a:lnTo>
                    <a:pt x="1683" y="1555"/>
                  </a:lnTo>
                  <a:lnTo>
                    <a:pt x="1679" y="1556"/>
                  </a:lnTo>
                  <a:lnTo>
                    <a:pt x="1676" y="1556"/>
                  </a:lnTo>
                  <a:lnTo>
                    <a:pt x="1666" y="1555"/>
                  </a:lnTo>
                  <a:lnTo>
                    <a:pt x="1652" y="1553"/>
                  </a:lnTo>
                  <a:lnTo>
                    <a:pt x="1634" y="1548"/>
                  </a:lnTo>
                  <a:lnTo>
                    <a:pt x="1614" y="1541"/>
                  </a:lnTo>
                  <a:lnTo>
                    <a:pt x="1593" y="1531"/>
                  </a:lnTo>
                  <a:lnTo>
                    <a:pt x="1573" y="1515"/>
                  </a:lnTo>
                  <a:lnTo>
                    <a:pt x="1555" y="1494"/>
                  </a:lnTo>
                  <a:lnTo>
                    <a:pt x="1539" y="1475"/>
                  </a:lnTo>
                  <a:lnTo>
                    <a:pt x="1526" y="1466"/>
                  </a:lnTo>
                  <a:lnTo>
                    <a:pt x="1516" y="1463"/>
                  </a:lnTo>
                  <a:lnTo>
                    <a:pt x="1508" y="1466"/>
                  </a:lnTo>
                  <a:lnTo>
                    <a:pt x="1501" y="1472"/>
                  </a:lnTo>
                  <a:lnTo>
                    <a:pt x="1496" y="1478"/>
                  </a:lnTo>
                  <a:lnTo>
                    <a:pt x="1494" y="1484"/>
                  </a:lnTo>
                  <a:lnTo>
                    <a:pt x="1493" y="1486"/>
                  </a:lnTo>
                  <a:lnTo>
                    <a:pt x="1491" y="1486"/>
                  </a:lnTo>
                  <a:lnTo>
                    <a:pt x="1485" y="1484"/>
                  </a:lnTo>
                  <a:lnTo>
                    <a:pt x="1477" y="1482"/>
                  </a:lnTo>
                  <a:lnTo>
                    <a:pt x="1468" y="1479"/>
                  </a:lnTo>
                  <a:lnTo>
                    <a:pt x="1458" y="1475"/>
                  </a:lnTo>
                  <a:lnTo>
                    <a:pt x="1450" y="1470"/>
                  </a:lnTo>
                  <a:lnTo>
                    <a:pt x="1443" y="1464"/>
                  </a:lnTo>
                  <a:lnTo>
                    <a:pt x="1440" y="1456"/>
                  </a:lnTo>
                  <a:lnTo>
                    <a:pt x="1438" y="1449"/>
                  </a:lnTo>
                  <a:lnTo>
                    <a:pt x="1433" y="1445"/>
                  </a:lnTo>
                  <a:lnTo>
                    <a:pt x="1426" y="1445"/>
                  </a:lnTo>
                  <a:lnTo>
                    <a:pt x="1418" y="1446"/>
                  </a:lnTo>
                  <a:lnTo>
                    <a:pt x="1409" y="1448"/>
                  </a:lnTo>
                  <a:lnTo>
                    <a:pt x="1399" y="1451"/>
                  </a:lnTo>
                  <a:lnTo>
                    <a:pt x="1389" y="1455"/>
                  </a:lnTo>
                  <a:lnTo>
                    <a:pt x="1381" y="1456"/>
                  </a:lnTo>
                  <a:lnTo>
                    <a:pt x="1373" y="1455"/>
                  </a:lnTo>
                  <a:lnTo>
                    <a:pt x="1366" y="1453"/>
                  </a:lnTo>
                  <a:lnTo>
                    <a:pt x="1359" y="1448"/>
                  </a:lnTo>
                  <a:lnTo>
                    <a:pt x="1353" y="1443"/>
                  </a:lnTo>
                  <a:lnTo>
                    <a:pt x="1346" y="1438"/>
                  </a:lnTo>
                  <a:lnTo>
                    <a:pt x="1342" y="1433"/>
                  </a:lnTo>
                  <a:lnTo>
                    <a:pt x="1339" y="1430"/>
                  </a:lnTo>
                  <a:lnTo>
                    <a:pt x="1338" y="1429"/>
                  </a:lnTo>
                  <a:lnTo>
                    <a:pt x="1336" y="1427"/>
                  </a:lnTo>
                  <a:lnTo>
                    <a:pt x="1332" y="1424"/>
                  </a:lnTo>
                  <a:lnTo>
                    <a:pt x="1326" y="1420"/>
                  </a:lnTo>
                  <a:lnTo>
                    <a:pt x="1319" y="1416"/>
                  </a:lnTo>
                  <a:lnTo>
                    <a:pt x="1312" y="1416"/>
                  </a:lnTo>
                  <a:lnTo>
                    <a:pt x="1307" y="1419"/>
                  </a:lnTo>
                  <a:lnTo>
                    <a:pt x="1304" y="1427"/>
                  </a:lnTo>
                  <a:lnTo>
                    <a:pt x="1304" y="1443"/>
                  </a:lnTo>
                  <a:lnTo>
                    <a:pt x="1305" y="1462"/>
                  </a:lnTo>
                  <a:lnTo>
                    <a:pt x="1306" y="1478"/>
                  </a:lnTo>
                  <a:lnTo>
                    <a:pt x="1305" y="1491"/>
                  </a:lnTo>
                  <a:lnTo>
                    <a:pt x="1304" y="1501"/>
                  </a:lnTo>
                  <a:lnTo>
                    <a:pt x="1300" y="1510"/>
                  </a:lnTo>
                  <a:lnTo>
                    <a:pt x="1293" y="1515"/>
                  </a:lnTo>
                  <a:lnTo>
                    <a:pt x="1286" y="1517"/>
                  </a:lnTo>
                  <a:lnTo>
                    <a:pt x="1275" y="1517"/>
                  </a:lnTo>
                  <a:lnTo>
                    <a:pt x="1263" y="1516"/>
                  </a:lnTo>
                  <a:lnTo>
                    <a:pt x="1251" y="1516"/>
                  </a:lnTo>
                  <a:lnTo>
                    <a:pt x="1240" y="1518"/>
                  </a:lnTo>
                  <a:lnTo>
                    <a:pt x="1232" y="1522"/>
                  </a:lnTo>
                  <a:lnTo>
                    <a:pt x="1226" y="1527"/>
                  </a:lnTo>
                  <a:lnTo>
                    <a:pt x="1222" y="1535"/>
                  </a:lnTo>
                  <a:lnTo>
                    <a:pt x="1221" y="1544"/>
                  </a:lnTo>
                  <a:lnTo>
                    <a:pt x="1222" y="1556"/>
                  </a:lnTo>
                  <a:lnTo>
                    <a:pt x="1224" y="1569"/>
                  </a:lnTo>
                  <a:lnTo>
                    <a:pt x="1225" y="1581"/>
                  </a:lnTo>
                  <a:lnTo>
                    <a:pt x="1225" y="1593"/>
                  </a:lnTo>
                  <a:lnTo>
                    <a:pt x="1223" y="1605"/>
                  </a:lnTo>
                  <a:lnTo>
                    <a:pt x="1220" y="1614"/>
                  </a:lnTo>
                  <a:lnTo>
                    <a:pt x="1215" y="1622"/>
                  </a:lnTo>
                  <a:lnTo>
                    <a:pt x="1208" y="1627"/>
                  </a:lnTo>
                  <a:lnTo>
                    <a:pt x="1200" y="1629"/>
                  </a:lnTo>
                  <a:lnTo>
                    <a:pt x="1190" y="1629"/>
                  </a:lnTo>
                  <a:lnTo>
                    <a:pt x="1179" y="1629"/>
                  </a:lnTo>
                  <a:lnTo>
                    <a:pt x="1169" y="1630"/>
                  </a:lnTo>
                  <a:lnTo>
                    <a:pt x="1158" y="1630"/>
                  </a:lnTo>
                  <a:lnTo>
                    <a:pt x="1147" y="1631"/>
                  </a:lnTo>
                  <a:lnTo>
                    <a:pt x="1136" y="1633"/>
                  </a:lnTo>
                  <a:lnTo>
                    <a:pt x="1127" y="1637"/>
                  </a:lnTo>
                  <a:lnTo>
                    <a:pt x="1118" y="1643"/>
                  </a:lnTo>
                  <a:lnTo>
                    <a:pt x="1109" y="1647"/>
                  </a:lnTo>
                  <a:lnTo>
                    <a:pt x="1100" y="1648"/>
                  </a:lnTo>
                  <a:lnTo>
                    <a:pt x="1089" y="1646"/>
                  </a:lnTo>
                  <a:lnTo>
                    <a:pt x="1080" y="1643"/>
                  </a:lnTo>
                  <a:lnTo>
                    <a:pt x="1072" y="1639"/>
                  </a:lnTo>
                  <a:lnTo>
                    <a:pt x="1065" y="1635"/>
                  </a:lnTo>
                  <a:lnTo>
                    <a:pt x="1061" y="1632"/>
                  </a:lnTo>
                  <a:lnTo>
                    <a:pt x="1059" y="1631"/>
                  </a:lnTo>
                  <a:lnTo>
                    <a:pt x="1012" y="1664"/>
                  </a:lnTo>
                  <a:lnTo>
                    <a:pt x="967" y="1631"/>
                  </a:lnTo>
                  <a:lnTo>
                    <a:pt x="963" y="1630"/>
                  </a:lnTo>
                  <a:lnTo>
                    <a:pt x="954" y="1627"/>
                  </a:lnTo>
                  <a:lnTo>
                    <a:pt x="940" y="1625"/>
                  </a:lnTo>
                  <a:lnTo>
                    <a:pt x="926" y="1625"/>
                  </a:lnTo>
                  <a:lnTo>
                    <a:pt x="913" y="1629"/>
                  </a:lnTo>
                  <a:lnTo>
                    <a:pt x="903" y="1637"/>
                  </a:lnTo>
                  <a:lnTo>
                    <a:pt x="897" y="1652"/>
                  </a:lnTo>
                  <a:lnTo>
                    <a:pt x="902" y="1676"/>
                  </a:lnTo>
                  <a:lnTo>
                    <a:pt x="912" y="1702"/>
                  </a:lnTo>
                  <a:lnTo>
                    <a:pt x="925" y="1724"/>
                  </a:lnTo>
                  <a:lnTo>
                    <a:pt x="938" y="1742"/>
                  </a:lnTo>
                  <a:lnTo>
                    <a:pt x="953" y="1757"/>
                  </a:lnTo>
                  <a:lnTo>
                    <a:pt x="966" y="1768"/>
                  </a:lnTo>
                  <a:lnTo>
                    <a:pt x="975" y="1777"/>
                  </a:lnTo>
                  <a:lnTo>
                    <a:pt x="981" y="1785"/>
                  </a:lnTo>
                  <a:lnTo>
                    <a:pt x="981" y="1792"/>
                  </a:lnTo>
                  <a:lnTo>
                    <a:pt x="978" y="1799"/>
                  </a:lnTo>
                  <a:lnTo>
                    <a:pt x="975" y="1810"/>
                  </a:lnTo>
                  <a:lnTo>
                    <a:pt x="972" y="1822"/>
                  </a:lnTo>
                  <a:lnTo>
                    <a:pt x="967" y="1835"/>
                  </a:lnTo>
                  <a:lnTo>
                    <a:pt x="959" y="1849"/>
                  </a:lnTo>
                  <a:lnTo>
                    <a:pt x="947" y="1864"/>
                  </a:lnTo>
                  <a:lnTo>
                    <a:pt x="932" y="1877"/>
                  </a:lnTo>
                  <a:lnTo>
                    <a:pt x="912" y="1888"/>
                  </a:lnTo>
                  <a:lnTo>
                    <a:pt x="890" y="1896"/>
                  </a:lnTo>
                  <a:lnTo>
                    <a:pt x="872" y="1902"/>
                  </a:lnTo>
                  <a:lnTo>
                    <a:pt x="858" y="1905"/>
                  </a:lnTo>
                  <a:lnTo>
                    <a:pt x="846" y="1906"/>
                  </a:lnTo>
                  <a:lnTo>
                    <a:pt x="837" y="1905"/>
                  </a:lnTo>
                  <a:lnTo>
                    <a:pt x="830" y="1901"/>
                  </a:lnTo>
                  <a:lnTo>
                    <a:pt x="826" y="1897"/>
                  </a:lnTo>
                  <a:lnTo>
                    <a:pt x="822" y="1892"/>
                  </a:lnTo>
                  <a:lnTo>
                    <a:pt x="818" y="1890"/>
                  </a:lnTo>
                  <a:lnTo>
                    <a:pt x="810" y="1892"/>
                  </a:lnTo>
                  <a:lnTo>
                    <a:pt x="802" y="1896"/>
                  </a:lnTo>
                  <a:lnTo>
                    <a:pt x="790" y="1902"/>
                  </a:lnTo>
                  <a:lnTo>
                    <a:pt x="779" y="1908"/>
                  </a:lnTo>
                  <a:lnTo>
                    <a:pt x="768" y="1912"/>
                  </a:lnTo>
                  <a:lnTo>
                    <a:pt x="758" y="1912"/>
                  </a:lnTo>
                  <a:lnTo>
                    <a:pt x="748" y="1907"/>
                  </a:lnTo>
                  <a:lnTo>
                    <a:pt x="739" y="1897"/>
                  </a:lnTo>
                  <a:lnTo>
                    <a:pt x="727" y="1885"/>
                  </a:lnTo>
                  <a:lnTo>
                    <a:pt x="715" y="1871"/>
                  </a:lnTo>
                  <a:lnTo>
                    <a:pt x="700" y="1856"/>
                  </a:lnTo>
                  <a:lnTo>
                    <a:pt x="687" y="1841"/>
                  </a:lnTo>
                  <a:lnTo>
                    <a:pt x="673" y="1828"/>
                  </a:lnTo>
                  <a:lnTo>
                    <a:pt x="660" y="1819"/>
                  </a:lnTo>
                  <a:lnTo>
                    <a:pt x="648" y="1813"/>
                  </a:lnTo>
                  <a:lnTo>
                    <a:pt x="637" y="1810"/>
                  </a:lnTo>
                  <a:lnTo>
                    <a:pt x="624" y="1810"/>
                  </a:lnTo>
                  <a:lnTo>
                    <a:pt x="610" y="1810"/>
                  </a:lnTo>
                  <a:lnTo>
                    <a:pt x="596" y="1810"/>
                  </a:lnTo>
                  <a:lnTo>
                    <a:pt x="584" y="1810"/>
                  </a:lnTo>
                  <a:lnTo>
                    <a:pt x="573" y="1807"/>
                  </a:lnTo>
                  <a:lnTo>
                    <a:pt x="565" y="1801"/>
                  </a:lnTo>
                  <a:lnTo>
                    <a:pt x="559" y="1792"/>
                  </a:lnTo>
                  <a:lnTo>
                    <a:pt x="555" y="1781"/>
                  </a:lnTo>
                  <a:lnTo>
                    <a:pt x="549" y="1771"/>
                  </a:lnTo>
                  <a:lnTo>
                    <a:pt x="543" y="1763"/>
                  </a:lnTo>
                  <a:lnTo>
                    <a:pt x="536" y="1757"/>
                  </a:lnTo>
                  <a:lnTo>
                    <a:pt x="527" y="1754"/>
                  </a:lnTo>
                  <a:lnTo>
                    <a:pt x="515" y="1755"/>
                  </a:lnTo>
                  <a:lnTo>
                    <a:pt x="499" y="1760"/>
                  </a:lnTo>
                  <a:lnTo>
                    <a:pt x="479" y="1770"/>
                  </a:lnTo>
                  <a:lnTo>
                    <a:pt x="459" y="1781"/>
                  </a:lnTo>
                  <a:lnTo>
                    <a:pt x="442" y="1789"/>
                  </a:lnTo>
                  <a:lnTo>
                    <a:pt x="429" y="1795"/>
                  </a:lnTo>
                  <a:lnTo>
                    <a:pt x="420" y="1801"/>
                  </a:lnTo>
                  <a:lnTo>
                    <a:pt x="414" y="1807"/>
                  </a:lnTo>
                  <a:lnTo>
                    <a:pt x="410" y="1812"/>
                  </a:lnTo>
                  <a:lnTo>
                    <a:pt x="409" y="1818"/>
                  </a:lnTo>
                  <a:lnTo>
                    <a:pt x="410" y="1825"/>
                  </a:lnTo>
                  <a:lnTo>
                    <a:pt x="412" y="1836"/>
                  </a:lnTo>
                  <a:lnTo>
                    <a:pt x="413" y="1850"/>
                  </a:lnTo>
                  <a:lnTo>
                    <a:pt x="413" y="1868"/>
                  </a:lnTo>
                  <a:lnTo>
                    <a:pt x="412" y="1884"/>
                  </a:lnTo>
                  <a:lnTo>
                    <a:pt x="407" y="1899"/>
                  </a:lnTo>
                  <a:lnTo>
                    <a:pt x="400" y="1911"/>
                  </a:lnTo>
                  <a:lnTo>
                    <a:pt x="390" y="1917"/>
                  </a:lnTo>
                  <a:lnTo>
                    <a:pt x="376" y="1916"/>
                  </a:lnTo>
                  <a:lnTo>
                    <a:pt x="360" y="1911"/>
                  </a:lnTo>
                  <a:lnTo>
                    <a:pt x="341" y="1907"/>
                  </a:lnTo>
                  <a:lnTo>
                    <a:pt x="322" y="1903"/>
                  </a:lnTo>
                  <a:lnTo>
                    <a:pt x="303" y="1900"/>
                  </a:lnTo>
                  <a:lnTo>
                    <a:pt x="284" y="1898"/>
                  </a:lnTo>
                  <a:lnTo>
                    <a:pt x="267" y="1897"/>
                  </a:lnTo>
                  <a:lnTo>
                    <a:pt x="253" y="1896"/>
                  </a:lnTo>
                  <a:lnTo>
                    <a:pt x="242" y="1896"/>
                  </a:lnTo>
                  <a:lnTo>
                    <a:pt x="232" y="1896"/>
                  </a:lnTo>
                  <a:lnTo>
                    <a:pt x="219" y="1894"/>
                  </a:lnTo>
                  <a:lnTo>
                    <a:pt x="203" y="1893"/>
                  </a:lnTo>
                  <a:lnTo>
                    <a:pt x="186" y="1892"/>
                  </a:lnTo>
                  <a:lnTo>
                    <a:pt x="169" y="1892"/>
                  </a:lnTo>
                  <a:lnTo>
                    <a:pt x="153" y="1893"/>
                  </a:lnTo>
                  <a:lnTo>
                    <a:pt x="137" y="1895"/>
                  </a:lnTo>
                  <a:lnTo>
                    <a:pt x="126" y="1899"/>
                  </a:lnTo>
                  <a:lnTo>
                    <a:pt x="122" y="1898"/>
                  </a:lnTo>
                  <a:lnTo>
                    <a:pt x="115" y="1895"/>
                  </a:lnTo>
                  <a:lnTo>
                    <a:pt x="109" y="1895"/>
                  </a:lnTo>
                  <a:lnTo>
                    <a:pt x="110" y="1898"/>
                  </a:lnTo>
                  <a:lnTo>
                    <a:pt x="104" y="1889"/>
                  </a:lnTo>
                  <a:lnTo>
                    <a:pt x="96" y="1880"/>
                  </a:lnTo>
                  <a:lnTo>
                    <a:pt x="89" y="1872"/>
                  </a:lnTo>
                  <a:lnTo>
                    <a:pt x="83" y="1864"/>
                  </a:lnTo>
                  <a:lnTo>
                    <a:pt x="77" y="1858"/>
                  </a:lnTo>
                  <a:lnTo>
                    <a:pt x="72" y="1852"/>
                  </a:lnTo>
                  <a:lnTo>
                    <a:pt x="69" y="1849"/>
                  </a:lnTo>
                  <a:lnTo>
                    <a:pt x="68" y="1848"/>
                  </a:lnTo>
                  <a:lnTo>
                    <a:pt x="74" y="1837"/>
                  </a:lnTo>
                  <a:lnTo>
                    <a:pt x="79" y="1828"/>
                  </a:lnTo>
                  <a:lnTo>
                    <a:pt x="83" y="1818"/>
                  </a:lnTo>
                  <a:lnTo>
                    <a:pt x="85" y="1810"/>
                  </a:lnTo>
                  <a:lnTo>
                    <a:pt x="87" y="1801"/>
                  </a:lnTo>
                  <a:lnTo>
                    <a:pt x="87" y="1793"/>
                  </a:lnTo>
                  <a:lnTo>
                    <a:pt x="86" y="1785"/>
                  </a:lnTo>
                  <a:lnTo>
                    <a:pt x="84" y="1778"/>
                  </a:lnTo>
                  <a:lnTo>
                    <a:pt x="54" y="1829"/>
                  </a:lnTo>
                  <a:lnTo>
                    <a:pt x="51" y="1829"/>
                  </a:lnTo>
                  <a:lnTo>
                    <a:pt x="48" y="1826"/>
                  </a:lnTo>
                  <a:lnTo>
                    <a:pt x="45" y="1820"/>
                  </a:lnTo>
                  <a:lnTo>
                    <a:pt x="42" y="1813"/>
                  </a:lnTo>
                  <a:lnTo>
                    <a:pt x="39" y="1805"/>
                  </a:lnTo>
                  <a:lnTo>
                    <a:pt x="36" y="1797"/>
                  </a:lnTo>
                  <a:lnTo>
                    <a:pt x="32" y="1791"/>
                  </a:lnTo>
                  <a:lnTo>
                    <a:pt x="28" y="1787"/>
                  </a:lnTo>
                  <a:lnTo>
                    <a:pt x="24" y="1784"/>
                  </a:lnTo>
                  <a:lnTo>
                    <a:pt x="21" y="1780"/>
                  </a:lnTo>
                  <a:lnTo>
                    <a:pt x="20" y="1773"/>
                  </a:lnTo>
                  <a:lnTo>
                    <a:pt x="20" y="1766"/>
                  </a:lnTo>
                  <a:lnTo>
                    <a:pt x="21" y="1760"/>
                  </a:lnTo>
                  <a:lnTo>
                    <a:pt x="22" y="1754"/>
                  </a:lnTo>
                  <a:lnTo>
                    <a:pt x="23" y="1749"/>
                  </a:lnTo>
                  <a:lnTo>
                    <a:pt x="23" y="1747"/>
                  </a:lnTo>
                  <a:lnTo>
                    <a:pt x="21" y="1746"/>
                  </a:lnTo>
                  <a:lnTo>
                    <a:pt x="17" y="1745"/>
                  </a:lnTo>
                  <a:lnTo>
                    <a:pt x="12" y="1742"/>
                  </a:lnTo>
                  <a:lnTo>
                    <a:pt x="6" y="1738"/>
                  </a:lnTo>
                  <a:lnTo>
                    <a:pt x="1" y="1732"/>
                  </a:lnTo>
                  <a:lnTo>
                    <a:pt x="0" y="1725"/>
                  </a:lnTo>
                  <a:lnTo>
                    <a:pt x="4" y="1716"/>
                  </a:lnTo>
                  <a:lnTo>
                    <a:pt x="12" y="1706"/>
                  </a:lnTo>
                  <a:lnTo>
                    <a:pt x="23" y="1694"/>
                  </a:lnTo>
                  <a:lnTo>
                    <a:pt x="32" y="1682"/>
                  </a:lnTo>
                  <a:lnTo>
                    <a:pt x="39" y="1672"/>
                  </a:lnTo>
                  <a:lnTo>
                    <a:pt x="45" y="1662"/>
                  </a:lnTo>
                  <a:lnTo>
                    <a:pt x="50" y="1654"/>
                  </a:lnTo>
                  <a:lnTo>
                    <a:pt x="54" y="1647"/>
                  </a:lnTo>
                  <a:lnTo>
                    <a:pt x="56" y="1642"/>
                  </a:lnTo>
                  <a:lnTo>
                    <a:pt x="57" y="1641"/>
                  </a:lnTo>
                  <a:lnTo>
                    <a:pt x="57" y="1639"/>
                  </a:lnTo>
                  <a:lnTo>
                    <a:pt x="58" y="1635"/>
                  </a:lnTo>
                  <a:lnTo>
                    <a:pt x="60" y="1628"/>
                  </a:lnTo>
                  <a:lnTo>
                    <a:pt x="62" y="1620"/>
                  </a:lnTo>
                  <a:lnTo>
                    <a:pt x="66" y="1612"/>
                  </a:lnTo>
                  <a:lnTo>
                    <a:pt x="71" y="1603"/>
                  </a:lnTo>
                  <a:lnTo>
                    <a:pt x="77" y="1594"/>
                  </a:lnTo>
                  <a:lnTo>
                    <a:pt x="84" y="1587"/>
                  </a:lnTo>
                  <a:lnTo>
                    <a:pt x="91" y="1579"/>
                  </a:lnTo>
                  <a:lnTo>
                    <a:pt x="96" y="1569"/>
                  </a:lnTo>
                  <a:lnTo>
                    <a:pt x="99" y="1558"/>
                  </a:lnTo>
                  <a:lnTo>
                    <a:pt x="103" y="1544"/>
                  </a:lnTo>
                  <a:lnTo>
                    <a:pt x="106" y="1533"/>
                  </a:lnTo>
                  <a:lnTo>
                    <a:pt x="109" y="1524"/>
                  </a:lnTo>
                  <a:lnTo>
                    <a:pt x="114" y="1517"/>
                  </a:lnTo>
                  <a:lnTo>
                    <a:pt x="121" y="1515"/>
                  </a:lnTo>
                  <a:lnTo>
                    <a:pt x="129" y="1514"/>
                  </a:lnTo>
                  <a:lnTo>
                    <a:pt x="137" y="1511"/>
                  </a:lnTo>
                  <a:lnTo>
                    <a:pt x="145" y="1507"/>
                  </a:lnTo>
                  <a:lnTo>
                    <a:pt x="151" y="1501"/>
                  </a:lnTo>
                  <a:lnTo>
                    <a:pt x="158" y="1495"/>
                  </a:lnTo>
                  <a:lnTo>
                    <a:pt x="162" y="1488"/>
                  </a:lnTo>
                  <a:lnTo>
                    <a:pt x="165" y="1482"/>
                  </a:lnTo>
                  <a:lnTo>
                    <a:pt x="166" y="1475"/>
                  </a:lnTo>
                  <a:lnTo>
                    <a:pt x="166" y="1468"/>
                  </a:lnTo>
                  <a:lnTo>
                    <a:pt x="167" y="1459"/>
                  </a:lnTo>
                  <a:lnTo>
                    <a:pt x="167" y="1448"/>
                  </a:lnTo>
                  <a:lnTo>
                    <a:pt x="168" y="1438"/>
                  </a:lnTo>
                  <a:lnTo>
                    <a:pt x="167" y="1429"/>
                  </a:lnTo>
                  <a:lnTo>
                    <a:pt x="167" y="1419"/>
                  </a:lnTo>
                  <a:lnTo>
                    <a:pt x="165" y="1411"/>
                  </a:lnTo>
                  <a:lnTo>
                    <a:pt x="163" y="1405"/>
                  </a:lnTo>
                  <a:lnTo>
                    <a:pt x="162" y="1398"/>
                  </a:lnTo>
                  <a:lnTo>
                    <a:pt x="164" y="1389"/>
                  </a:lnTo>
                  <a:lnTo>
                    <a:pt x="169" y="1380"/>
                  </a:lnTo>
                  <a:lnTo>
                    <a:pt x="175" y="1370"/>
                  </a:lnTo>
                  <a:lnTo>
                    <a:pt x="183" y="1360"/>
                  </a:lnTo>
                  <a:lnTo>
                    <a:pt x="191" y="1350"/>
                  </a:lnTo>
                  <a:lnTo>
                    <a:pt x="198" y="1342"/>
                  </a:lnTo>
                  <a:lnTo>
                    <a:pt x="205" y="1337"/>
                  </a:lnTo>
                  <a:lnTo>
                    <a:pt x="213" y="1330"/>
                  </a:lnTo>
                  <a:lnTo>
                    <a:pt x="224" y="1317"/>
                  </a:lnTo>
                  <a:lnTo>
                    <a:pt x="238" y="1299"/>
                  </a:lnTo>
                  <a:lnTo>
                    <a:pt x="254" y="1281"/>
                  </a:lnTo>
                  <a:lnTo>
                    <a:pt x="268" y="1261"/>
                  </a:lnTo>
                  <a:lnTo>
                    <a:pt x="279" y="1242"/>
                  </a:lnTo>
                  <a:lnTo>
                    <a:pt x="286" y="1226"/>
                  </a:lnTo>
                  <a:lnTo>
                    <a:pt x="288" y="1214"/>
                  </a:lnTo>
                  <a:lnTo>
                    <a:pt x="286" y="1205"/>
                  </a:lnTo>
                  <a:lnTo>
                    <a:pt x="285" y="1196"/>
                  </a:lnTo>
                  <a:lnTo>
                    <a:pt x="284" y="1188"/>
                  </a:lnTo>
                  <a:lnTo>
                    <a:pt x="285" y="1180"/>
                  </a:lnTo>
                  <a:lnTo>
                    <a:pt x="287" y="1172"/>
                  </a:lnTo>
                  <a:lnTo>
                    <a:pt x="290" y="1165"/>
                  </a:lnTo>
                  <a:lnTo>
                    <a:pt x="295" y="1157"/>
                  </a:lnTo>
                  <a:lnTo>
                    <a:pt x="303" y="1148"/>
                  </a:lnTo>
                  <a:lnTo>
                    <a:pt x="317" y="1135"/>
                  </a:lnTo>
                  <a:lnTo>
                    <a:pt x="325" y="1128"/>
                  </a:lnTo>
                  <a:lnTo>
                    <a:pt x="330" y="1125"/>
                  </a:lnTo>
                  <a:lnTo>
                    <a:pt x="331" y="1124"/>
                  </a:lnTo>
                  <a:lnTo>
                    <a:pt x="329" y="1124"/>
                  </a:lnTo>
                  <a:lnTo>
                    <a:pt x="325" y="1125"/>
                  </a:lnTo>
                  <a:lnTo>
                    <a:pt x="319" y="1127"/>
                  </a:lnTo>
                  <a:lnTo>
                    <a:pt x="311" y="1128"/>
                  </a:lnTo>
                  <a:lnTo>
                    <a:pt x="300" y="1128"/>
                  </a:lnTo>
                  <a:lnTo>
                    <a:pt x="290" y="1127"/>
                  </a:lnTo>
                  <a:lnTo>
                    <a:pt x="279" y="1125"/>
                  </a:lnTo>
                  <a:lnTo>
                    <a:pt x="269" y="1121"/>
                  </a:lnTo>
                  <a:lnTo>
                    <a:pt x="260" y="1116"/>
                  </a:lnTo>
                  <a:lnTo>
                    <a:pt x="253" y="1111"/>
                  </a:lnTo>
                  <a:lnTo>
                    <a:pt x="246" y="1106"/>
                  </a:lnTo>
                  <a:lnTo>
                    <a:pt x="243" y="1101"/>
                  </a:lnTo>
                  <a:lnTo>
                    <a:pt x="240" y="1095"/>
                  </a:lnTo>
                  <a:lnTo>
                    <a:pt x="239" y="1091"/>
                  </a:lnTo>
                  <a:lnTo>
                    <a:pt x="240" y="1086"/>
                  </a:lnTo>
                  <a:lnTo>
                    <a:pt x="241" y="1081"/>
                  </a:lnTo>
                  <a:lnTo>
                    <a:pt x="243" y="1074"/>
                  </a:lnTo>
                  <a:lnTo>
                    <a:pt x="247" y="1065"/>
                  </a:lnTo>
                  <a:lnTo>
                    <a:pt x="251" y="1054"/>
                  </a:lnTo>
                  <a:lnTo>
                    <a:pt x="256" y="1042"/>
                  </a:lnTo>
                  <a:lnTo>
                    <a:pt x="260" y="1031"/>
                  </a:lnTo>
                  <a:lnTo>
                    <a:pt x="263" y="1022"/>
                  </a:lnTo>
                  <a:lnTo>
                    <a:pt x="265" y="1016"/>
                  </a:lnTo>
                  <a:lnTo>
                    <a:pt x="266" y="1014"/>
                  </a:lnTo>
                  <a:lnTo>
                    <a:pt x="267" y="1013"/>
                  </a:lnTo>
                  <a:lnTo>
                    <a:pt x="270" y="1010"/>
                  </a:lnTo>
                  <a:lnTo>
                    <a:pt x="274" y="1006"/>
                  </a:lnTo>
                  <a:lnTo>
                    <a:pt x="280" y="1001"/>
                  </a:lnTo>
                  <a:lnTo>
                    <a:pt x="286" y="994"/>
                  </a:lnTo>
                  <a:lnTo>
                    <a:pt x="294" y="988"/>
                  </a:lnTo>
                  <a:lnTo>
                    <a:pt x="303" y="982"/>
                  </a:lnTo>
                  <a:lnTo>
                    <a:pt x="311" y="977"/>
                  </a:lnTo>
                  <a:lnTo>
                    <a:pt x="320" y="971"/>
                  </a:lnTo>
                  <a:lnTo>
                    <a:pt x="332" y="962"/>
                  </a:lnTo>
                  <a:lnTo>
                    <a:pt x="344" y="952"/>
                  </a:lnTo>
                  <a:lnTo>
                    <a:pt x="358" y="940"/>
                  </a:lnTo>
                  <a:lnTo>
                    <a:pt x="370" y="930"/>
                  </a:lnTo>
                  <a:lnTo>
                    <a:pt x="382" y="921"/>
                  </a:lnTo>
                  <a:lnTo>
                    <a:pt x="392" y="914"/>
                  </a:lnTo>
                  <a:lnTo>
                    <a:pt x="400" y="910"/>
                  </a:lnTo>
                  <a:lnTo>
                    <a:pt x="408" y="908"/>
                  </a:lnTo>
                  <a:lnTo>
                    <a:pt x="417" y="908"/>
                  </a:lnTo>
                  <a:lnTo>
                    <a:pt x="426" y="907"/>
                  </a:lnTo>
                  <a:lnTo>
                    <a:pt x="435" y="906"/>
                  </a:lnTo>
                  <a:lnTo>
                    <a:pt x="443" y="905"/>
                  </a:lnTo>
                  <a:lnTo>
                    <a:pt x="450" y="903"/>
                  </a:lnTo>
                  <a:lnTo>
                    <a:pt x="455" y="900"/>
                  </a:lnTo>
                  <a:lnTo>
                    <a:pt x="457" y="895"/>
                  </a:lnTo>
                  <a:lnTo>
                    <a:pt x="455" y="891"/>
                  </a:lnTo>
                  <a:lnTo>
                    <a:pt x="447" y="888"/>
                  </a:lnTo>
                  <a:lnTo>
                    <a:pt x="438" y="887"/>
                  </a:lnTo>
                  <a:lnTo>
                    <a:pt x="426" y="886"/>
                  </a:lnTo>
                  <a:lnTo>
                    <a:pt x="412" y="887"/>
                  </a:lnTo>
                  <a:lnTo>
                    <a:pt x="397" y="890"/>
                  </a:lnTo>
                  <a:lnTo>
                    <a:pt x="383" y="893"/>
                  </a:lnTo>
                  <a:lnTo>
                    <a:pt x="370" y="899"/>
                  </a:lnTo>
                  <a:lnTo>
                    <a:pt x="365" y="901"/>
                  </a:lnTo>
                  <a:lnTo>
                    <a:pt x="360" y="903"/>
                  </a:lnTo>
                  <a:lnTo>
                    <a:pt x="356" y="905"/>
                  </a:lnTo>
                  <a:lnTo>
                    <a:pt x="351" y="906"/>
                  </a:lnTo>
                  <a:lnTo>
                    <a:pt x="362" y="897"/>
                  </a:lnTo>
                  <a:lnTo>
                    <a:pt x="373" y="890"/>
                  </a:lnTo>
                  <a:lnTo>
                    <a:pt x="385" y="883"/>
                  </a:lnTo>
                  <a:lnTo>
                    <a:pt x="397" y="877"/>
                  </a:lnTo>
                  <a:lnTo>
                    <a:pt x="412" y="872"/>
                  </a:lnTo>
                  <a:lnTo>
                    <a:pt x="426" y="867"/>
                  </a:lnTo>
                  <a:lnTo>
                    <a:pt x="442" y="862"/>
                  </a:lnTo>
                  <a:lnTo>
                    <a:pt x="460" y="859"/>
                  </a:lnTo>
                  <a:lnTo>
                    <a:pt x="481" y="855"/>
                  </a:lnTo>
                  <a:lnTo>
                    <a:pt x="500" y="851"/>
                  </a:lnTo>
                  <a:lnTo>
                    <a:pt x="518" y="845"/>
                  </a:lnTo>
                  <a:lnTo>
                    <a:pt x="534" y="839"/>
                  </a:lnTo>
                  <a:lnTo>
                    <a:pt x="548" y="834"/>
                  </a:lnTo>
                  <a:lnTo>
                    <a:pt x="562" y="827"/>
                  </a:lnTo>
                  <a:lnTo>
                    <a:pt x="573" y="821"/>
                  </a:lnTo>
                  <a:lnTo>
                    <a:pt x="583" y="814"/>
                  </a:lnTo>
                  <a:lnTo>
                    <a:pt x="592" y="808"/>
                  </a:lnTo>
                  <a:lnTo>
                    <a:pt x="599" y="801"/>
                  </a:lnTo>
                  <a:lnTo>
                    <a:pt x="607" y="794"/>
                  </a:lnTo>
                  <a:lnTo>
                    <a:pt x="613" y="788"/>
                  </a:lnTo>
                  <a:lnTo>
                    <a:pt x="617" y="782"/>
                  </a:lnTo>
                  <a:lnTo>
                    <a:pt x="621" y="776"/>
                  </a:lnTo>
                  <a:lnTo>
                    <a:pt x="624" y="771"/>
                  </a:lnTo>
                  <a:lnTo>
                    <a:pt x="627" y="767"/>
                  </a:lnTo>
                  <a:lnTo>
                    <a:pt x="637" y="758"/>
                  </a:lnTo>
                  <a:lnTo>
                    <a:pt x="655" y="746"/>
                  </a:lnTo>
                  <a:lnTo>
                    <a:pt x="678" y="735"/>
                  </a:lnTo>
                  <a:lnTo>
                    <a:pt x="704" y="723"/>
                  </a:lnTo>
                  <a:lnTo>
                    <a:pt x="730" y="711"/>
                  </a:lnTo>
                  <a:lnTo>
                    <a:pt x="753" y="699"/>
                  </a:lnTo>
                  <a:lnTo>
                    <a:pt x="771" y="687"/>
                  </a:lnTo>
                  <a:lnTo>
                    <a:pt x="782" y="677"/>
                  </a:lnTo>
                  <a:lnTo>
                    <a:pt x="788" y="668"/>
                  </a:lnTo>
                  <a:lnTo>
                    <a:pt x="795" y="659"/>
                  </a:lnTo>
                  <a:lnTo>
                    <a:pt x="803" y="651"/>
                  </a:lnTo>
                  <a:lnTo>
                    <a:pt x="810" y="643"/>
                  </a:lnTo>
                  <a:lnTo>
                    <a:pt x="818" y="638"/>
                  </a:lnTo>
                  <a:lnTo>
                    <a:pt x="826" y="636"/>
                  </a:lnTo>
                  <a:lnTo>
                    <a:pt x="834" y="638"/>
                  </a:lnTo>
                  <a:lnTo>
                    <a:pt x="843" y="644"/>
                  </a:lnTo>
                  <a:lnTo>
                    <a:pt x="854" y="653"/>
                  </a:lnTo>
                  <a:lnTo>
                    <a:pt x="866" y="660"/>
                  </a:lnTo>
                  <a:lnTo>
                    <a:pt x="877" y="665"/>
                  </a:lnTo>
                  <a:lnTo>
                    <a:pt x="888" y="670"/>
                  </a:lnTo>
                  <a:lnTo>
                    <a:pt x="897" y="674"/>
                  </a:lnTo>
                  <a:lnTo>
                    <a:pt x="906" y="677"/>
                  </a:lnTo>
                  <a:lnTo>
                    <a:pt x="911" y="678"/>
                  </a:lnTo>
                  <a:lnTo>
                    <a:pt x="913" y="679"/>
                  </a:lnTo>
                  <a:lnTo>
                    <a:pt x="917" y="677"/>
                  </a:lnTo>
                  <a:lnTo>
                    <a:pt x="928" y="671"/>
                  </a:lnTo>
                  <a:lnTo>
                    <a:pt x="943" y="662"/>
                  </a:lnTo>
                  <a:lnTo>
                    <a:pt x="962" y="651"/>
                  </a:lnTo>
                  <a:lnTo>
                    <a:pt x="981" y="638"/>
                  </a:lnTo>
                  <a:lnTo>
                    <a:pt x="998" y="627"/>
                  </a:lnTo>
                  <a:lnTo>
                    <a:pt x="1014" y="616"/>
                  </a:lnTo>
                  <a:lnTo>
                    <a:pt x="1023" y="608"/>
                  </a:lnTo>
                  <a:lnTo>
                    <a:pt x="1031" y="599"/>
                  </a:lnTo>
                  <a:lnTo>
                    <a:pt x="1042" y="584"/>
                  </a:lnTo>
                  <a:lnTo>
                    <a:pt x="1057" y="567"/>
                  </a:lnTo>
                  <a:lnTo>
                    <a:pt x="1073" y="547"/>
                  </a:lnTo>
                  <a:lnTo>
                    <a:pt x="1090" y="526"/>
                  </a:lnTo>
                  <a:lnTo>
                    <a:pt x="1109" y="506"/>
                  </a:lnTo>
                  <a:lnTo>
                    <a:pt x="1127" y="486"/>
                  </a:lnTo>
                  <a:lnTo>
                    <a:pt x="1145" y="471"/>
                  </a:lnTo>
                  <a:lnTo>
                    <a:pt x="1163" y="462"/>
                  </a:lnTo>
                  <a:lnTo>
                    <a:pt x="1179" y="457"/>
                  </a:lnTo>
                  <a:lnTo>
                    <a:pt x="1194" y="456"/>
                  </a:lnTo>
                  <a:lnTo>
                    <a:pt x="1210" y="454"/>
                  </a:lnTo>
                  <a:lnTo>
                    <a:pt x="1224" y="451"/>
                  </a:lnTo>
                  <a:lnTo>
                    <a:pt x="1239" y="442"/>
                  </a:lnTo>
                  <a:lnTo>
                    <a:pt x="1255" y="426"/>
                  </a:lnTo>
                  <a:lnTo>
                    <a:pt x="1272" y="402"/>
                  </a:lnTo>
                  <a:lnTo>
                    <a:pt x="1281" y="387"/>
                  </a:lnTo>
                  <a:lnTo>
                    <a:pt x="1291" y="375"/>
                  </a:lnTo>
                  <a:lnTo>
                    <a:pt x="1302" y="365"/>
                  </a:lnTo>
                  <a:lnTo>
                    <a:pt x="1312" y="357"/>
                  </a:lnTo>
                  <a:lnTo>
                    <a:pt x="1322" y="350"/>
                  </a:lnTo>
                  <a:lnTo>
                    <a:pt x="1332" y="344"/>
                  </a:lnTo>
                  <a:lnTo>
                    <a:pt x="1343" y="339"/>
                  </a:lnTo>
                  <a:lnTo>
                    <a:pt x="1355" y="336"/>
                  </a:lnTo>
                  <a:lnTo>
                    <a:pt x="1365" y="333"/>
                  </a:lnTo>
                  <a:lnTo>
                    <a:pt x="1376" y="331"/>
                  </a:lnTo>
                  <a:lnTo>
                    <a:pt x="1387" y="330"/>
                  </a:lnTo>
                  <a:lnTo>
                    <a:pt x="1397" y="328"/>
                  </a:lnTo>
                  <a:lnTo>
                    <a:pt x="1409" y="326"/>
                  </a:lnTo>
                  <a:lnTo>
                    <a:pt x="1419" y="325"/>
                  </a:lnTo>
                  <a:lnTo>
                    <a:pt x="1429" y="323"/>
                  </a:lnTo>
                  <a:lnTo>
                    <a:pt x="1439" y="320"/>
                  </a:lnTo>
                  <a:lnTo>
                    <a:pt x="1459" y="314"/>
                  </a:lnTo>
                  <a:lnTo>
                    <a:pt x="1477" y="307"/>
                  </a:lnTo>
                  <a:lnTo>
                    <a:pt x="1493" y="299"/>
                  </a:lnTo>
                  <a:lnTo>
                    <a:pt x="1508" y="289"/>
                  </a:lnTo>
                  <a:lnTo>
                    <a:pt x="1521" y="277"/>
                  </a:lnTo>
                  <a:lnTo>
                    <a:pt x="1532" y="262"/>
                  </a:lnTo>
                  <a:lnTo>
                    <a:pt x="1541" y="243"/>
                  </a:lnTo>
                  <a:lnTo>
                    <a:pt x="1547" y="220"/>
                  </a:lnTo>
                  <a:lnTo>
                    <a:pt x="1554" y="196"/>
                  </a:lnTo>
                  <a:lnTo>
                    <a:pt x="1562" y="172"/>
                  </a:lnTo>
                  <a:lnTo>
                    <a:pt x="1571" y="150"/>
                  </a:lnTo>
                  <a:lnTo>
                    <a:pt x="1580" y="129"/>
                  </a:lnTo>
                  <a:lnTo>
                    <a:pt x="1588" y="112"/>
                  </a:lnTo>
                  <a:lnTo>
                    <a:pt x="1596" y="97"/>
                  </a:lnTo>
                  <a:lnTo>
                    <a:pt x="1602" y="85"/>
                  </a:lnTo>
                  <a:lnTo>
                    <a:pt x="1605" y="77"/>
                  </a:lnTo>
                  <a:lnTo>
                    <a:pt x="1611" y="69"/>
                  </a:lnTo>
                  <a:lnTo>
                    <a:pt x="1622" y="59"/>
                  </a:lnTo>
                  <a:lnTo>
                    <a:pt x="1637" y="47"/>
                  </a:lnTo>
                  <a:lnTo>
                    <a:pt x="1654" y="34"/>
                  </a:lnTo>
                  <a:lnTo>
                    <a:pt x="1670" y="23"/>
                  </a:lnTo>
                  <a:lnTo>
                    <a:pt x="1684" y="13"/>
                  </a:lnTo>
                  <a:lnTo>
                    <a:pt x="1694" y="6"/>
                  </a:lnTo>
                  <a:lnTo>
                    <a:pt x="1699" y="4"/>
                  </a:lnTo>
                  <a:lnTo>
                    <a:pt x="1700" y="4"/>
                  </a:lnTo>
                  <a:lnTo>
                    <a:pt x="1700" y="3"/>
                  </a:lnTo>
                  <a:lnTo>
                    <a:pt x="1700" y="1"/>
                  </a:lnTo>
                  <a:lnTo>
                    <a:pt x="1699" y="1"/>
                  </a:lnTo>
                  <a:lnTo>
                    <a:pt x="1699" y="0"/>
                  </a:lnTo>
                  <a:close/>
                </a:path>
              </a:pathLst>
            </a:custGeom>
            <a:solidFill>
              <a:srgbClr val="FF9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36" name="Freeform 535">
              <a:extLst>
                <a:ext uri="{FF2B5EF4-FFF2-40B4-BE49-F238E27FC236}">
                  <a16:creationId xmlns:a16="http://schemas.microsoft.com/office/drawing/2014/main" id="{0301814A-AC07-96B1-1836-959974CB7B49}"/>
                </a:ext>
              </a:extLst>
            </p:cNvPr>
            <p:cNvSpPr>
              <a:spLocks/>
            </p:cNvSpPr>
            <p:nvPr/>
          </p:nvSpPr>
          <p:spPr bwMode="auto">
            <a:xfrm>
              <a:off x="2047" y="2247"/>
              <a:ext cx="468" cy="479"/>
            </a:xfrm>
            <a:custGeom>
              <a:avLst/>
              <a:gdLst>
                <a:gd name="T0" fmla="*/ 0 w 1875"/>
                <a:gd name="T1" fmla="*/ 0 h 1917"/>
                <a:gd name="T2" fmla="*/ 0 w 1875"/>
                <a:gd name="T3" fmla="*/ 0 h 1917"/>
                <a:gd name="T4" fmla="*/ 0 w 1875"/>
                <a:gd name="T5" fmla="*/ 0 h 1917"/>
                <a:gd name="T6" fmla="*/ 0 w 1875"/>
                <a:gd name="T7" fmla="*/ 0 h 1917"/>
                <a:gd name="T8" fmla="*/ 0 w 1875"/>
                <a:gd name="T9" fmla="*/ 0 h 1917"/>
                <a:gd name="T10" fmla="*/ 0 w 1875"/>
                <a:gd name="T11" fmla="*/ 0 h 1917"/>
                <a:gd name="T12" fmla="*/ 0 w 1875"/>
                <a:gd name="T13" fmla="*/ 0 h 1917"/>
                <a:gd name="T14" fmla="*/ 0 w 1875"/>
                <a:gd name="T15" fmla="*/ 0 h 1917"/>
                <a:gd name="T16" fmla="*/ 0 w 1875"/>
                <a:gd name="T17" fmla="*/ 0 h 1917"/>
                <a:gd name="T18" fmla="*/ 0 w 1875"/>
                <a:gd name="T19" fmla="*/ 0 h 1917"/>
                <a:gd name="T20" fmla="*/ 0 w 1875"/>
                <a:gd name="T21" fmla="*/ 0 h 1917"/>
                <a:gd name="T22" fmla="*/ 0 w 1875"/>
                <a:gd name="T23" fmla="*/ 0 h 1917"/>
                <a:gd name="T24" fmla="*/ 0 w 1875"/>
                <a:gd name="T25" fmla="*/ 0 h 1917"/>
                <a:gd name="T26" fmla="*/ 0 w 1875"/>
                <a:gd name="T27" fmla="*/ 0 h 1917"/>
                <a:gd name="T28" fmla="*/ 0 w 1875"/>
                <a:gd name="T29" fmla="*/ 0 h 1917"/>
                <a:gd name="T30" fmla="*/ 0 w 1875"/>
                <a:gd name="T31" fmla="*/ 0 h 1917"/>
                <a:gd name="T32" fmla="*/ 0 w 1875"/>
                <a:gd name="T33" fmla="*/ 0 h 1917"/>
                <a:gd name="T34" fmla="*/ 0 w 1875"/>
                <a:gd name="T35" fmla="*/ 0 h 1917"/>
                <a:gd name="T36" fmla="*/ 0 w 1875"/>
                <a:gd name="T37" fmla="*/ 0 h 1917"/>
                <a:gd name="T38" fmla="*/ 0 w 1875"/>
                <a:gd name="T39" fmla="*/ 0 h 1917"/>
                <a:gd name="T40" fmla="*/ 0 w 1875"/>
                <a:gd name="T41" fmla="*/ 0 h 1917"/>
                <a:gd name="T42" fmla="*/ 0 w 1875"/>
                <a:gd name="T43" fmla="*/ 0 h 1917"/>
                <a:gd name="T44" fmla="*/ 0 w 1875"/>
                <a:gd name="T45" fmla="*/ 0 h 1917"/>
                <a:gd name="T46" fmla="*/ 0 w 1875"/>
                <a:gd name="T47" fmla="*/ 0 h 1917"/>
                <a:gd name="T48" fmla="*/ 0 w 1875"/>
                <a:gd name="T49" fmla="*/ 0 h 1917"/>
                <a:gd name="T50" fmla="*/ 0 w 1875"/>
                <a:gd name="T51" fmla="*/ 0 h 1917"/>
                <a:gd name="T52" fmla="*/ 0 w 1875"/>
                <a:gd name="T53" fmla="*/ 0 h 1917"/>
                <a:gd name="T54" fmla="*/ 0 w 1875"/>
                <a:gd name="T55" fmla="*/ 0 h 1917"/>
                <a:gd name="T56" fmla="*/ 0 w 1875"/>
                <a:gd name="T57" fmla="*/ 0 h 1917"/>
                <a:gd name="T58" fmla="*/ 0 w 1875"/>
                <a:gd name="T59" fmla="*/ 0 h 1917"/>
                <a:gd name="T60" fmla="*/ 0 w 1875"/>
                <a:gd name="T61" fmla="*/ 0 h 1917"/>
                <a:gd name="T62" fmla="*/ 0 w 1875"/>
                <a:gd name="T63" fmla="*/ 0 h 1917"/>
                <a:gd name="T64" fmla="*/ 0 w 1875"/>
                <a:gd name="T65" fmla="*/ 0 h 1917"/>
                <a:gd name="T66" fmla="*/ 0 w 1875"/>
                <a:gd name="T67" fmla="*/ 0 h 1917"/>
                <a:gd name="T68" fmla="*/ 0 w 1875"/>
                <a:gd name="T69" fmla="*/ 0 h 1917"/>
                <a:gd name="T70" fmla="*/ 0 w 1875"/>
                <a:gd name="T71" fmla="*/ 0 h 1917"/>
                <a:gd name="T72" fmla="*/ 0 w 1875"/>
                <a:gd name="T73" fmla="*/ 0 h 1917"/>
                <a:gd name="T74" fmla="*/ 0 w 1875"/>
                <a:gd name="T75" fmla="*/ 0 h 1917"/>
                <a:gd name="T76" fmla="*/ 0 w 1875"/>
                <a:gd name="T77" fmla="*/ 0 h 1917"/>
                <a:gd name="T78" fmla="*/ 0 w 1875"/>
                <a:gd name="T79" fmla="*/ 0 h 1917"/>
                <a:gd name="T80" fmla="*/ 0 w 1875"/>
                <a:gd name="T81" fmla="*/ 0 h 1917"/>
                <a:gd name="T82" fmla="*/ 0 w 1875"/>
                <a:gd name="T83" fmla="*/ 0 h 1917"/>
                <a:gd name="T84" fmla="*/ 0 w 1875"/>
                <a:gd name="T85" fmla="*/ 0 h 1917"/>
                <a:gd name="T86" fmla="*/ 0 w 1875"/>
                <a:gd name="T87" fmla="*/ 0 h 1917"/>
                <a:gd name="T88" fmla="*/ 0 w 1875"/>
                <a:gd name="T89" fmla="*/ 0 h 1917"/>
                <a:gd name="T90" fmla="*/ 0 w 1875"/>
                <a:gd name="T91" fmla="*/ 0 h 1917"/>
                <a:gd name="T92" fmla="*/ 0 w 1875"/>
                <a:gd name="T93" fmla="*/ 0 h 1917"/>
                <a:gd name="T94" fmla="*/ 0 w 1875"/>
                <a:gd name="T95" fmla="*/ 0 h 1917"/>
                <a:gd name="T96" fmla="*/ 0 w 1875"/>
                <a:gd name="T97" fmla="*/ 0 h 1917"/>
                <a:gd name="T98" fmla="*/ 0 w 1875"/>
                <a:gd name="T99" fmla="*/ 0 h 1917"/>
                <a:gd name="T100" fmla="*/ 0 w 1875"/>
                <a:gd name="T101" fmla="*/ 0 h 1917"/>
                <a:gd name="T102" fmla="*/ 0 w 1875"/>
                <a:gd name="T103" fmla="*/ 0 h 1917"/>
                <a:gd name="T104" fmla="*/ 0 w 1875"/>
                <a:gd name="T105" fmla="*/ 0 h 1917"/>
                <a:gd name="T106" fmla="*/ 0 w 1875"/>
                <a:gd name="T107" fmla="*/ 0 h 1917"/>
                <a:gd name="T108" fmla="*/ 0 w 1875"/>
                <a:gd name="T109" fmla="*/ 0 h 1917"/>
                <a:gd name="T110" fmla="*/ 0 w 1875"/>
                <a:gd name="T111" fmla="*/ 0 h 1917"/>
                <a:gd name="T112" fmla="*/ 0 w 1875"/>
                <a:gd name="T113" fmla="*/ 0 h 1917"/>
                <a:gd name="T114" fmla="*/ 0 w 1875"/>
                <a:gd name="T115" fmla="*/ 0 h 1917"/>
                <a:gd name="T116" fmla="*/ 0 w 1875"/>
                <a:gd name="T117" fmla="*/ 0 h 19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5" h="1917">
                  <a:moveTo>
                    <a:pt x="1699" y="0"/>
                  </a:moveTo>
                  <a:lnTo>
                    <a:pt x="1699" y="0"/>
                  </a:lnTo>
                  <a:lnTo>
                    <a:pt x="1707" y="5"/>
                  </a:lnTo>
                  <a:lnTo>
                    <a:pt x="1714" y="11"/>
                  </a:lnTo>
                  <a:lnTo>
                    <a:pt x="1718" y="17"/>
                  </a:lnTo>
                  <a:lnTo>
                    <a:pt x="1720" y="23"/>
                  </a:lnTo>
                  <a:lnTo>
                    <a:pt x="1721" y="34"/>
                  </a:lnTo>
                  <a:lnTo>
                    <a:pt x="1721" y="46"/>
                  </a:lnTo>
                  <a:lnTo>
                    <a:pt x="1722" y="56"/>
                  </a:lnTo>
                  <a:lnTo>
                    <a:pt x="1723" y="64"/>
                  </a:lnTo>
                  <a:lnTo>
                    <a:pt x="1725" y="72"/>
                  </a:lnTo>
                  <a:lnTo>
                    <a:pt x="1730" y="77"/>
                  </a:lnTo>
                  <a:lnTo>
                    <a:pt x="1737" y="81"/>
                  </a:lnTo>
                  <a:lnTo>
                    <a:pt x="1749" y="82"/>
                  </a:lnTo>
                  <a:lnTo>
                    <a:pt x="1762" y="82"/>
                  </a:lnTo>
                  <a:lnTo>
                    <a:pt x="1774" y="81"/>
                  </a:lnTo>
                  <a:lnTo>
                    <a:pt x="1786" y="81"/>
                  </a:lnTo>
                  <a:lnTo>
                    <a:pt x="1798" y="82"/>
                  </a:lnTo>
                  <a:lnTo>
                    <a:pt x="1808" y="85"/>
                  </a:lnTo>
                  <a:lnTo>
                    <a:pt x="1818" y="90"/>
                  </a:lnTo>
                  <a:lnTo>
                    <a:pt x="1827" y="99"/>
                  </a:lnTo>
                  <a:lnTo>
                    <a:pt x="1834" y="111"/>
                  </a:lnTo>
                  <a:lnTo>
                    <a:pt x="1840" y="126"/>
                  </a:lnTo>
                  <a:lnTo>
                    <a:pt x="1844" y="143"/>
                  </a:lnTo>
                  <a:lnTo>
                    <a:pt x="1845" y="162"/>
                  </a:lnTo>
                  <a:lnTo>
                    <a:pt x="1846" y="179"/>
                  </a:lnTo>
                  <a:lnTo>
                    <a:pt x="1845" y="196"/>
                  </a:lnTo>
                  <a:lnTo>
                    <a:pt x="1844" y="209"/>
                  </a:lnTo>
                  <a:lnTo>
                    <a:pt x="1842" y="218"/>
                  </a:lnTo>
                  <a:lnTo>
                    <a:pt x="1842" y="221"/>
                  </a:lnTo>
                  <a:lnTo>
                    <a:pt x="1843" y="222"/>
                  </a:lnTo>
                  <a:lnTo>
                    <a:pt x="1846" y="225"/>
                  </a:lnTo>
                  <a:lnTo>
                    <a:pt x="1851" y="229"/>
                  </a:lnTo>
                  <a:lnTo>
                    <a:pt x="1856" y="235"/>
                  </a:lnTo>
                  <a:lnTo>
                    <a:pt x="1861" y="242"/>
                  </a:lnTo>
                  <a:lnTo>
                    <a:pt x="1867" y="252"/>
                  </a:lnTo>
                  <a:lnTo>
                    <a:pt x="1871" y="263"/>
                  </a:lnTo>
                  <a:lnTo>
                    <a:pt x="1875" y="274"/>
                  </a:lnTo>
                  <a:lnTo>
                    <a:pt x="1875" y="287"/>
                  </a:lnTo>
                  <a:lnTo>
                    <a:pt x="1871" y="302"/>
                  </a:lnTo>
                  <a:lnTo>
                    <a:pt x="1864" y="316"/>
                  </a:lnTo>
                  <a:lnTo>
                    <a:pt x="1856" y="330"/>
                  </a:lnTo>
                  <a:lnTo>
                    <a:pt x="1846" y="343"/>
                  </a:lnTo>
                  <a:lnTo>
                    <a:pt x="1839" y="357"/>
                  </a:lnTo>
                  <a:lnTo>
                    <a:pt x="1834" y="368"/>
                  </a:lnTo>
                  <a:lnTo>
                    <a:pt x="1834" y="378"/>
                  </a:lnTo>
                  <a:lnTo>
                    <a:pt x="1834" y="387"/>
                  </a:lnTo>
                  <a:lnTo>
                    <a:pt x="1831" y="398"/>
                  </a:lnTo>
                  <a:lnTo>
                    <a:pt x="1826" y="407"/>
                  </a:lnTo>
                  <a:lnTo>
                    <a:pt x="1819" y="416"/>
                  </a:lnTo>
                  <a:lnTo>
                    <a:pt x="1812" y="424"/>
                  </a:lnTo>
                  <a:lnTo>
                    <a:pt x="1806" y="430"/>
                  </a:lnTo>
                  <a:lnTo>
                    <a:pt x="1802" y="434"/>
                  </a:lnTo>
                  <a:lnTo>
                    <a:pt x="1800" y="435"/>
                  </a:lnTo>
                  <a:lnTo>
                    <a:pt x="1798" y="436"/>
                  </a:lnTo>
                  <a:lnTo>
                    <a:pt x="1791" y="439"/>
                  </a:lnTo>
                  <a:lnTo>
                    <a:pt x="1783" y="445"/>
                  </a:lnTo>
                  <a:lnTo>
                    <a:pt x="1774" y="453"/>
                  </a:lnTo>
                  <a:lnTo>
                    <a:pt x="1766" y="462"/>
                  </a:lnTo>
                  <a:lnTo>
                    <a:pt x="1759" y="472"/>
                  </a:lnTo>
                  <a:lnTo>
                    <a:pt x="1757" y="484"/>
                  </a:lnTo>
                  <a:lnTo>
                    <a:pt x="1759" y="499"/>
                  </a:lnTo>
                  <a:lnTo>
                    <a:pt x="1765" y="514"/>
                  </a:lnTo>
                  <a:lnTo>
                    <a:pt x="1771" y="530"/>
                  </a:lnTo>
                  <a:lnTo>
                    <a:pt x="1777" y="545"/>
                  </a:lnTo>
                  <a:lnTo>
                    <a:pt x="1781" y="561"/>
                  </a:lnTo>
                  <a:lnTo>
                    <a:pt x="1783" y="576"/>
                  </a:lnTo>
                  <a:lnTo>
                    <a:pt x="1781" y="588"/>
                  </a:lnTo>
                  <a:lnTo>
                    <a:pt x="1776" y="600"/>
                  </a:lnTo>
                  <a:lnTo>
                    <a:pt x="1765" y="609"/>
                  </a:lnTo>
                  <a:lnTo>
                    <a:pt x="1750" y="616"/>
                  </a:lnTo>
                  <a:lnTo>
                    <a:pt x="1733" y="621"/>
                  </a:lnTo>
                  <a:lnTo>
                    <a:pt x="1715" y="625"/>
                  </a:lnTo>
                  <a:lnTo>
                    <a:pt x="1699" y="627"/>
                  </a:lnTo>
                  <a:lnTo>
                    <a:pt x="1682" y="629"/>
                  </a:lnTo>
                  <a:lnTo>
                    <a:pt x="1670" y="630"/>
                  </a:lnTo>
                  <a:lnTo>
                    <a:pt x="1662" y="631"/>
                  </a:lnTo>
                  <a:lnTo>
                    <a:pt x="1659" y="631"/>
                  </a:lnTo>
                  <a:lnTo>
                    <a:pt x="1656" y="631"/>
                  </a:lnTo>
                  <a:lnTo>
                    <a:pt x="1647" y="631"/>
                  </a:lnTo>
                  <a:lnTo>
                    <a:pt x="1636" y="630"/>
                  </a:lnTo>
                  <a:lnTo>
                    <a:pt x="1622" y="628"/>
                  </a:lnTo>
                  <a:lnTo>
                    <a:pt x="1607" y="626"/>
                  </a:lnTo>
                  <a:lnTo>
                    <a:pt x="1591" y="622"/>
                  </a:lnTo>
                  <a:lnTo>
                    <a:pt x="1578" y="616"/>
                  </a:lnTo>
                  <a:lnTo>
                    <a:pt x="1567" y="609"/>
                  </a:lnTo>
                  <a:lnTo>
                    <a:pt x="1558" y="602"/>
                  </a:lnTo>
                  <a:lnTo>
                    <a:pt x="1549" y="598"/>
                  </a:lnTo>
                  <a:lnTo>
                    <a:pt x="1540" y="596"/>
                  </a:lnTo>
                  <a:lnTo>
                    <a:pt x="1533" y="598"/>
                  </a:lnTo>
                  <a:lnTo>
                    <a:pt x="1525" y="602"/>
                  </a:lnTo>
                  <a:lnTo>
                    <a:pt x="1518" y="607"/>
                  </a:lnTo>
                  <a:lnTo>
                    <a:pt x="1510" y="613"/>
                  </a:lnTo>
                  <a:lnTo>
                    <a:pt x="1502" y="621"/>
                  </a:lnTo>
                  <a:lnTo>
                    <a:pt x="1494" y="630"/>
                  </a:lnTo>
                  <a:lnTo>
                    <a:pt x="1488" y="640"/>
                  </a:lnTo>
                  <a:lnTo>
                    <a:pt x="1484" y="651"/>
                  </a:lnTo>
                  <a:lnTo>
                    <a:pt x="1482" y="661"/>
                  </a:lnTo>
                  <a:lnTo>
                    <a:pt x="1481" y="671"/>
                  </a:lnTo>
                  <a:lnTo>
                    <a:pt x="1481" y="681"/>
                  </a:lnTo>
                  <a:lnTo>
                    <a:pt x="1482" y="689"/>
                  </a:lnTo>
                  <a:lnTo>
                    <a:pt x="1485" y="696"/>
                  </a:lnTo>
                  <a:lnTo>
                    <a:pt x="1489" y="703"/>
                  </a:lnTo>
                  <a:lnTo>
                    <a:pt x="1494" y="709"/>
                  </a:lnTo>
                  <a:lnTo>
                    <a:pt x="1501" y="714"/>
                  </a:lnTo>
                  <a:lnTo>
                    <a:pt x="1507" y="719"/>
                  </a:lnTo>
                  <a:lnTo>
                    <a:pt x="1513" y="723"/>
                  </a:lnTo>
                  <a:lnTo>
                    <a:pt x="1518" y="726"/>
                  </a:lnTo>
                  <a:lnTo>
                    <a:pt x="1521" y="728"/>
                  </a:lnTo>
                  <a:lnTo>
                    <a:pt x="1522" y="729"/>
                  </a:lnTo>
                  <a:lnTo>
                    <a:pt x="1479" y="766"/>
                  </a:lnTo>
                  <a:lnTo>
                    <a:pt x="1477" y="768"/>
                  </a:lnTo>
                  <a:lnTo>
                    <a:pt x="1473" y="773"/>
                  </a:lnTo>
                  <a:lnTo>
                    <a:pt x="1466" y="780"/>
                  </a:lnTo>
                  <a:lnTo>
                    <a:pt x="1457" y="788"/>
                  </a:lnTo>
                  <a:lnTo>
                    <a:pt x="1446" y="796"/>
                  </a:lnTo>
                  <a:lnTo>
                    <a:pt x="1436" y="804"/>
                  </a:lnTo>
                  <a:lnTo>
                    <a:pt x="1426" y="809"/>
                  </a:lnTo>
                  <a:lnTo>
                    <a:pt x="1416" y="811"/>
                  </a:lnTo>
                  <a:lnTo>
                    <a:pt x="1405" y="812"/>
                  </a:lnTo>
                  <a:lnTo>
                    <a:pt x="1391" y="813"/>
                  </a:lnTo>
                  <a:lnTo>
                    <a:pt x="1378" y="816"/>
                  </a:lnTo>
                  <a:lnTo>
                    <a:pt x="1368" y="819"/>
                  </a:lnTo>
                  <a:lnTo>
                    <a:pt x="1361" y="823"/>
                  </a:lnTo>
                  <a:lnTo>
                    <a:pt x="1359" y="827"/>
                  </a:lnTo>
                  <a:lnTo>
                    <a:pt x="1365" y="832"/>
                  </a:lnTo>
                  <a:lnTo>
                    <a:pt x="1379" y="837"/>
                  </a:lnTo>
                  <a:lnTo>
                    <a:pt x="1396" y="844"/>
                  </a:lnTo>
                  <a:lnTo>
                    <a:pt x="1409" y="857"/>
                  </a:lnTo>
                  <a:lnTo>
                    <a:pt x="1417" y="872"/>
                  </a:lnTo>
                  <a:lnTo>
                    <a:pt x="1422" y="888"/>
                  </a:lnTo>
                  <a:lnTo>
                    <a:pt x="1424" y="905"/>
                  </a:lnTo>
                  <a:lnTo>
                    <a:pt x="1424" y="918"/>
                  </a:lnTo>
                  <a:lnTo>
                    <a:pt x="1424" y="928"/>
                  </a:lnTo>
                  <a:lnTo>
                    <a:pt x="1424" y="931"/>
                  </a:lnTo>
                  <a:lnTo>
                    <a:pt x="1410" y="980"/>
                  </a:lnTo>
                  <a:lnTo>
                    <a:pt x="1395" y="1027"/>
                  </a:lnTo>
                  <a:lnTo>
                    <a:pt x="1397" y="1026"/>
                  </a:lnTo>
                  <a:lnTo>
                    <a:pt x="1404" y="1025"/>
                  </a:lnTo>
                  <a:lnTo>
                    <a:pt x="1411" y="1024"/>
                  </a:lnTo>
                  <a:lnTo>
                    <a:pt x="1421" y="1023"/>
                  </a:lnTo>
                  <a:lnTo>
                    <a:pt x="1430" y="1023"/>
                  </a:lnTo>
                  <a:lnTo>
                    <a:pt x="1438" y="1024"/>
                  </a:lnTo>
                  <a:lnTo>
                    <a:pt x="1445" y="1028"/>
                  </a:lnTo>
                  <a:lnTo>
                    <a:pt x="1449" y="1035"/>
                  </a:lnTo>
                  <a:lnTo>
                    <a:pt x="1449" y="1044"/>
                  </a:lnTo>
                  <a:lnTo>
                    <a:pt x="1450" y="1057"/>
                  </a:lnTo>
                  <a:lnTo>
                    <a:pt x="1449" y="1068"/>
                  </a:lnTo>
                  <a:lnTo>
                    <a:pt x="1449" y="1080"/>
                  </a:lnTo>
                  <a:lnTo>
                    <a:pt x="1447" y="1091"/>
                  </a:lnTo>
                  <a:lnTo>
                    <a:pt x="1447" y="1101"/>
                  </a:lnTo>
                  <a:lnTo>
                    <a:pt x="1446" y="1107"/>
                  </a:lnTo>
                  <a:lnTo>
                    <a:pt x="1446" y="1109"/>
                  </a:lnTo>
                  <a:lnTo>
                    <a:pt x="1450" y="1111"/>
                  </a:lnTo>
                  <a:lnTo>
                    <a:pt x="1458" y="1117"/>
                  </a:lnTo>
                  <a:lnTo>
                    <a:pt x="1466" y="1125"/>
                  </a:lnTo>
                  <a:lnTo>
                    <a:pt x="1473" y="1135"/>
                  </a:lnTo>
                  <a:lnTo>
                    <a:pt x="1473" y="1141"/>
                  </a:lnTo>
                  <a:lnTo>
                    <a:pt x="1470" y="1148"/>
                  </a:lnTo>
                  <a:lnTo>
                    <a:pt x="1464" y="1157"/>
                  </a:lnTo>
                  <a:lnTo>
                    <a:pt x="1456" y="1166"/>
                  </a:lnTo>
                  <a:lnTo>
                    <a:pt x="1447" y="1175"/>
                  </a:lnTo>
                  <a:lnTo>
                    <a:pt x="1439" y="1184"/>
                  </a:lnTo>
                  <a:lnTo>
                    <a:pt x="1432" y="1192"/>
                  </a:lnTo>
                  <a:lnTo>
                    <a:pt x="1428" y="1198"/>
                  </a:lnTo>
                  <a:lnTo>
                    <a:pt x="1427" y="1204"/>
                  </a:lnTo>
                  <a:lnTo>
                    <a:pt x="1431" y="1208"/>
                  </a:lnTo>
                  <a:lnTo>
                    <a:pt x="1437" y="1212"/>
                  </a:lnTo>
                  <a:lnTo>
                    <a:pt x="1445" y="1215"/>
                  </a:lnTo>
                  <a:lnTo>
                    <a:pt x="1455" y="1218"/>
                  </a:lnTo>
                  <a:lnTo>
                    <a:pt x="1465" y="1220"/>
                  </a:lnTo>
                  <a:lnTo>
                    <a:pt x="1474" y="1221"/>
                  </a:lnTo>
                  <a:lnTo>
                    <a:pt x="1481" y="1221"/>
                  </a:lnTo>
                  <a:lnTo>
                    <a:pt x="1490" y="1223"/>
                  </a:lnTo>
                  <a:lnTo>
                    <a:pt x="1503" y="1230"/>
                  </a:lnTo>
                  <a:lnTo>
                    <a:pt x="1516" y="1239"/>
                  </a:lnTo>
                  <a:lnTo>
                    <a:pt x="1531" y="1251"/>
                  </a:lnTo>
                  <a:lnTo>
                    <a:pt x="1544" y="1262"/>
                  </a:lnTo>
                  <a:lnTo>
                    <a:pt x="1556" y="1271"/>
                  </a:lnTo>
                  <a:lnTo>
                    <a:pt x="1564" y="1278"/>
                  </a:lnTo>
                  <a:lnTo>
                    <a:pt x="1567" y="1280"/>
                  </a:lnTo>
                  <a:lnTo>
                    <a:pt x="1568" y="1278"/>
                  </a:lnTo>
                  <a:lnTo>
                    <a:pt x="1571" y="1274"/>
                  </a:lnTo>
                  <a:lnTo>
                    <a:pt x="1575" y="1269"/>
                  </a:lnTo>
                  <a:lnTo>
                    <a:pt x="1580" y="1263"/>
                  </a:lnTo>
                  <a:lnTo>
                    <a:pt x="1586" y="1260"/>
                  </a:lnTo>
                  <a:lnTo>
                    <a:pt x="1591" y="1259"/>
                  </a:lnTo>
                  <a:lnTo>
                    <a:pt x="1597" y="1263"/>
                  </a:lnTo>
                  <a:lnTo>
                    <a:pt x="1602" y="1272"/>
                  </a:lnTo>
                  <a:lnTo>
                    <a:pt x="1605" y="1284"/>
                  </a:lnTo>
                  <a:lnTo>
                    <a:pt x="1606" y="1293"/>
                  </a:lnTo>
                  <a:lnTo>
                    <a:pt x="1605" y="1300"/>
                  </a:lnTo>
                  <a:lnTo>
                    <a:pt x="1604" y="1306"/>
                  </a:lnTo>
                  <a:lnTo>
                    <a:pt x="1603" y="1310"/>
                  </a:lnTo>
                  <a:lnTo>
                    <a:pt x="1604" y="1313"/>
                  </a:lnTo>
                  <a:lnTo>
                    <a:pt x="1606" y="1316"/>
                  </a:lnTo>
                  <a:lnTo>
                    <a:pt x="1612" y="1319"/>
                  </a:lnTo>
                  <a:lnTo>
                    <a:pt x="1619" y="1321"/>
                  </a:lnTo>
                  <a:lnTo>
                    <a:pt x="1628" y="1319"/>
                  </a:lnTo>
                  <a:lnTo>
                    <a:pt x="1636" y="1316"/>
                  </a:lnTo>
                  <a:lnTo>
                    <a:pt x="1645" y="1312"/>
                  </a:lnTo>
                  <a:lnTo>
                    <a:pt x="1655" y="1309"/>
                  </a:lnTo>
                  <a:lnTo>
                    <a:pt x="1663" y="1308"/>
                  </a:lnTo>
                  <a:lnTo>
                    <a:pt x="1670" y="1309"/>
                  </a:lnTo>
                  <a:lnTo>
                    <a:pt x="1675" y="1315"/>
                  </a:lnTo>
                  <a:lnTo>
                    <a:pt x="1679" y="1324"/>
                  </a:lnTo>
                  <a:lnTo>
                    <a:pt x="1680" y="1333"/>
                  </a:lnTo>
                  <a:lnTo>
                    <a:pt x="1679" y="1343"/>
                  </a:lnTo>
                  <a:lnTo>
                    <a:pt x="1676" y="1353"/>
                  </a:lnTo>
                  <a:lnTo>
                    <a:pt x="1673" y="1361"/>
                  </a:lnTo>
                  <a:lnTo>
                    <a:pt x="1670" y="1368"/>
                  </a:lnTo>
                  <a:lnTo>
                    <a:pt x="1668" y="1372"/>
                  </a:lnTo>
                  <a:lnTo>
                    <a:pt x="1667" y="1374"/>
                  </a:lnTo>
                  <a:lnTo>
                    <a:pt x="1668" y="1373"/>
                  </a:lnTo>
                  <a:lnTo>
                    <a:pt x="1672" y="1370"/>
                  </a:lnTo>
                  <a:lnTo>
                    <a:pt x="1677" y="1366"/>
                  </a:lnTo>
                  <a:lnTo>
                    <a:pt x="1683" y="1361"/>
                  </a:lnTo>
                  <a:lnTo>
                    <a:pt x="1690" y="1356"/>
                  </a:lnTo>
                  <a:lnTo>
                    <a:pt x="1697" y="1352"/>
                  </a:lnTo>
                  <a:lnTo>
                    <a:pt x="1704" y="1348"/>
                  </a:lnTo>
                  <a:lnTo>
                    <a:pt x="1710" y="1347"/>
                  </a:lnTo>
                  <a:lnTo>
                    <a:pt x="1716" y="1348"/>
                  </a:lnTo>
                  <a:lnTo>
                    <a:pt x="1723" y="1352"/>
                  </a:lnTo>
                  <a:lnTo>
                    <a:pt x="1730" y="1357"/>
                  </a:lnTo>
                  <a:lnTo>
                    <a:pt x="1738" y="1363"/>
                  </a:lnTo>
                  <a:lnTo>
                    <a:pt x="1743" y="1371"/>
                  </a:lnTo>
                  <a:lnTo>
                    <a:pt x="1748" y="1379"/>
                  </a:lnTo>
                  <a:lnTo>
                    <a:pt x="1749" y="1388"/>
                  </a:lnTo>
                  <a:lnTo>
                    <a:pt x="1744" y="1398"/>
                  </a:lnTo>
                  <a:lnTo>
                    <a:pt x="1738" y="1410"/>
                  </a:lnTo>
                  <a:lnTo>
                    <a:pt x="1733" y="1420"/>
                  </a:lnTo>
                  <a:lnTo>
                    <a:pt x="1727" y="1430"/>
                  </a:lnTo>
                  <a:lnTo>
                    <a:pt x="1723" y="1439"/>
                  </a:lnTo>
                  <a:lnTo>
                    <a:pt x="1719" y="1447"/>
                  </a:lnTo>
                  <a:lnTo>
                    <a:pt x="1716" y="1455"/>
                  </a:lnTo>
                  <a:lnTo>
                    <a:pt x="1715" y="1459"/>
                  </a:lnTo>
                  <a:lnTo>
                    <a:pt x="1714" y="1460"/>
                  </a:lnTo>
                  <a:lnTo>
                    <a:pt x="1713" y="1459"/>
                  </a:lnTo>
                  <a:lnTo>
                    <a:pt x="1709" y="1457"/>
                  </a:lnTo>
                  <a:lnTo>
                    <a:pt x="1704" y="1454"/>
                  </a:lnTo>
                  <a:lnTo>
                    <a:pt x="1696" y="1450"/>
                  </a:lnTo>
                  <a:lnTo>
                    <a:pt x="1689" y="1447"/>
                  </a:lnTo>
                  <a:lnTo>
                    <a:pt x="1682" y="1445"/>
                  </a:lnTo>
                  <a:lnTo>
                    <a:pt x="1675" y="1443"/>
                  </a:lnTo>
                  <a:lnTo>
                    <a:pt x="1669" y="1443"/>
                  </a:lnTo>
                  <a:lnTo>
                    <a:pt x="1664" y="1445"/>
                  </a:lnTo>
                  <a:lnTo>
                    <a:pt x="1658" y="1448"/>
                  </a:lnTo>
                  <a:lnTo>
                    <a:pt x="1652" y="1453"/>
                  </a:lnTo>
                  <a:lnTo>
                    <a:pt x="1650" y="1459"/>
                  </a:lnTo>
                  <a:lnTo>
                    <a:pt x="1651" y="1467"/>
                  </a:lnTo>
                  <a:lnTo>
                    <a:pt x="1658" y="1476"/>
                  </a:lnTo>
                  <a:lnTo>
                    <a:pt x="1672" y="1487"/>
                  </a:lnTo>
                  <a:lnTo>
                    <a:pt x="1695" y="1500"/>
                  </a:lnTo>
                  <a:lnTo>
                    <a:pt x="1717" y="1514"/>
                  </a:lnTo>
                  <a:lnTo>
                    <a:pt x="1725" y="1525"/>
                  </a:lnTo>
                  <a:lnTo>
                    <a:pt x="1723" y="1534"/>
                  </a:lnTo>
                  <a:lnTo>
                    <a:pt x="1716" y="1541"/>
                  </a:lnTo>
                  <a:lnTo>
                    <a:pt x="1705" y="1547"/>
                  </a:lnTo>
                  <a:lnTo>
                    <a:pt x="1692" y="1553"/>
                  </a:lnTo>
                  <a:lnTo>
                    <a:pt x="1683" y="1555"/>
                  </a:lnTo>
                  <a:lnTo>
                    <a:pt x="1679" y="1556"/>
                  </a:lnTo>
                  <a:lnTo>
                    <a:pt x="1676" y="1556"/>
                  </a:lnTo>
                  <a:lnTo>
                    <a:pt x="1666" y="1555"/>
                  </a:lnTo>
                  <a:lnTo>
                    <a:pt x="1652" y="1553"/>
                  </a:lnTo>
                  <a:lnTo>
                    <a:pt x="1634" y="1548"/>
                  </a:lnTo>
                  <a:lnTo>
                    <a:pt x="1614" y="1541"/>
                  </a:lnTo>
                  <a:lnTo>
                    <a:pt x="1593" y="1531"/>
                  </a:lnTo>
                  <a:lnTo>
                    <a:pt x="1573" y="1515"/>
                  </a:lnTo>
                  <a:lnTo>
                    <a:pt x="1555" y="1494"/>
                  </a:lnTo>
                  <a:lnTo>
                    <a:pt x="1539" y="1475"/>
                  </a:lnTo>
                  <a:lnTo>
                    <a:pt x="1526" y="1466"/>
                  </a:lnTo>
                  <a:lnTo>
                    <a:pt x="1516" y="1463"/>
                  </a:lnTo>
                  <a:lnTo>
                    <a:pt x="1508" y="1466"/>
                  </a:lnTo>
                  <a:lnTo>
                    <a:pt x="1501" y="1472"/>
                  </a:lnTo>
                  <a:lnTo>
                    <a:pt x="1496" y="1478"/>
                  </a:lnTo>
                  <a:lnTo>
                    <a:pt x="1494" y="1484"/>
                  </a:lnTo>
                  <a:lnTo>
                    <a:pt x="1493" y="1486"/>
                  </a:lnTo>
                  <a:lnTo>
                    <a:pt x="1491" y="1486"/>
                  </a:lnTo>
                  <a:lnTo>
                    <a:pt x="1485" y="1484"/>
                  </a:lnTo>
                  <a:lnTo>
                    <a:pt x="1477" y="1482"/>
                  </a:lnTo>
                  <a:lnTo>
                    <a:pt x="1468" y="1479"/>
                  </a:lnTo>
                  <a:lnTo>
                    <a:pt x="1458" y="1475"/>
                  </a:lnTo>
                  <a:lnTo>
                    <a:pt x="1450" y="1470"/>
                  </a:lnTo>
                  <a:lnTo>
                    <a:pt x="1443" y="1464"/>
                  </a:lnTo>
                  <a:lnTo>
                    <a:pt x="1440" y="1456"/>
                  </a:lnTo>
                  <a:lnTo>
                    <a:pt x="1438" y="1449"/>
                  </a:lnTo>
                  <a:lnTo>
                    <a:pt x="1433" y="1445"/>
                  </a:lnTo>
                  <a:lnTo>
                    <a:pt x="1426" y="1445"/>
                  </a:lnTo>
                  <a:lnTo>
                    <a:pt x="1418" y="1446"/>
                  </a:lnTo>
                  <a:lnTo>
                    <a:pt x="1409" y="1448"/>
                  </a:lnTo>
                  <a:lnTo>
                    <a:pt x="1399" y="1451"/>
                  </a:lnTo>
                  <a:lnTo>
                    <a:pt x="1389" y="1455"/>
                  </a:lnTo>
                  <a:lnTo>
                    <a:pt x="1381" y="1456"/>
                  </a:lnTo>
                  <a:lnTo>
                    <a:pt x="1373" y="1455"/>
                  </a:lnTo>
                  <a:lnTo>
                    <a:pt x="1366" y="1453"/>
                  </a:lnTo>
                  <a:lnTo>
                    <a:pt x="1359" y="1448"/>
                  </a:lnTo>
                  <a:lnTo>
                    <a:pt x="1353" y="1443"/>
                  </a:lnTo>
                  <a:lnTo>
                    <a:pt x="1346" y="1438"/>
                  </a:lnTo>
                  <a:lnTo>
                    <a:pt x="1342" y="1433"/>
                  </a:lnTo>
                  <a:lnTo>
                    <a:pt x="1339" y="1430"/>
                  </a:lnTo>
                  <a:lnTo>
                    <a:pt x="1338" y="1429"/>
                  </a:lnTo>
                  <a:lnTo>
                    <a:pt x="1336" y="1427"/>
                  </a:lnTo>
                  <a:lnTo>
                    <a:pt x="1332" y="1424"/>
                  </a:lnTo>
                  <a:lnTo>
                    <a:pt x="1326" y="1420"/>
                  </a:lnTo>
                  <a:lnTo>
                    <a:pt x="1319" y="1416"/>
                  </a:lnTo>
                  <a:lnTo>
                    <a:pt x="1312" y="1416"/>
                  </a:lnTo>
                  <a:lnTo>
                    <a:pt x="1307" y="1419"/>
                  </a:lnTo>
                  <a:lnTo>
                    <a:pt x="1304" y="1427"/>
                  </a:lnTo>
                  <a:lnTo>
                    <a:pt x="1304" y="1443"/>
                  </a:lnTo>
                  <a:lnTo>
                    <a:pt x="1305" y="1462"/>
                  </a:lnTo>
                  <a:lnTo>
                    <a:pt x="1306" y="1478"/>
                  </a:lnTo>
                  <a:lnTo>
                    <a:pt x="1305" y="1491"/>
                  </a:lnTo>
                  <a:lnTo>
                    <a:pt x="1304" y="1501"/>
                  </a:lnTo>
                  <a:lnTo>
                    <a:pt x="1300" y="1510"/>
                  </a:lnTo>
                  <a:lnTo>
                    <a:pt x="1293" y="1515"/>
                  </a:lnTo>
                  <a:lnTo>
                    <a:pt x="1286" y="1517"/>
                  </a:lnTo>
                  <a:lnTo>
                    <a:pt x="1275" y="1517"/>
                  </a:lnTo>
                  <a:lnTo>
                    <a:pt x="1263" y="1516"/>
                  </a:lnTo>
                  <a:lnTo>
                    <a:pt x="1251" y="1516"/>
                  </a:lnTo>
                  <a:lnTo>
                    <a:pt x="1240" y="1518"/>
                  </a:lnTo>
                  <a:lnTo>
                    <a:pt x="1232" y="1522"/>
                  </a:lnTo>
                  <a:lnTo>
                    <a:pt x="1226" y="1527"/>
                  </a:lnTo>
                  <a:lnTo>
                    <a:pt x="1222" y="1535"/>
                  </a:lnTo>
                  <a:lnTo>
                    <a:pt x="1221" y="1544"/>
                  </a:lnTo>
                  <a:lnTo>
                    <a:pt x="1222" y="1556"/>
                  </a:lnTo>
                  <a:lnTo>
                    <a:pt x="1224" y="1569"/>
                  </a:lnTo>
                  <a:lnTo>
                    <a:pt x="1225" y="1581"/>
                  </a:lnTo>
                  <a:lnTo>
                    <a:pt x="1225" y="1593"/>
                  </a:lnTo>
                  <a:lnTo>
                    <a:pt x="1223" y="1605"/>
                  </a:lnTo>
                  <a:lnTo>
                    <a:pt x="1220" y="1614"/>
                  </a:lnTo>
                  <a:lnTo>
                    <a:pt x="1215" y="1622"/>
                  </a:lnTo>
                  <a:lnTo>
                    <a:pt x="1208" y="1627"/>
                  </a:lnTo>
                  <a:lnTo>
                    <a:pt x="1200" y="1629"/>
                  </a:lnTo>
                  <a:lnTo>
                    <a:pt x="1190" y="1629"/>
                  </a:lnTo>
                  <a:lnTo>
                    <a:pt x="1179" y="1629"/>
                  </a:lnTo>
                  <a:lnTo>
                    <a:pt x="1169" y="1630"/>
                  </a:lnTo>
                  <a:lnTo>
                    <a:pt x="1158" y="1630"/>
                  </a:lnTo>
                  <a:lnTo>
                    <a:pt x="1147" y="1631"/>
                  </a:lnTo>
                  <a:lnTo>
                    <a:pt x="1136" y="1633"/>
                  </a:lnTo>
                  <a:lnTo>
                    <a:pt x="1127" y="1637"/>
                  </a:lnTo>
                  <a:lnTo>
                    <a:pt x="1118" y="1643"/>
                  </a:lnTo>
                  <a:lnTo>
                    <a:pt x="1109" y="1647"/>
                  </a:lnTo>
                  <a:lnTo>
                    <a:pt x="1100" y="1648"/>
                  </a:lnTo>
                  <a:lnTo>
                    <a:pt x="1089" y="1646"/>
                  </a:lnTo>
                  <a:lnTo>
                    <a:pt x="1080" y="1643"/>
                  </a:lnTo>
                  <a:lnTo>
                    <a:pt x="1072" y="1639"/>
                  </a:lnTo>
                  <a:lnTo>
                    <a:pt x="1065" y="1635"/>
                  </a:lnTo>
                  <a:lnTo>
                    <a:pt x="1061" y="1632"/>
                  </a:lnTo>
                  <a:lnTo>
                    <a:pt x="1059" y="1631"/>
                  </a:lnTo>
                  <a:lnTo>
                    <a:pt x="1012" y="1664"/>
                  </a:lnTo>
                  <a:lnTo>
                    <a:pt x="967" y="1631"/>
                  </a:lnTo>
                  <a:lnTo>
                    <a:pt x="963" y="1630"/>
                  </a:lnTo>
                  <a:lnTo>
                    <a:pt x="954" y="1627"/>
                  </a:lnTo>
                  <a:lnTo>
                    <a:pt x="940" y="1625"/>
                  </a:lnTo>
                  <a:lnTo>
                    <a:pt x="926" y="1625"/>
                  </a:lnTo>
                  <a:lnTo>
                    <a:pt x="913" y="1629"/>
                  </a:lnTo>
                  <a:lnTo>
                    <a:pt x="903" y="1637"/>
                  </a:lnTo>
                  <a:lnTo>
                    <a:pt x="897" y="1652"/>
                  </a:lnTo>
                  <a:lnTo>
                    <a:pt x="902" y="1676"/>
                  </a:lnTo>
                  <a:lnTo>
                    <a:pt x="912" y="1702"/>
                  </a:lnTo>
                  <a:lnTo>
                    <a:pt x="925" y="1724"/>
                  </a:lnTo>
                  <a:lnTo>
                    <a:pt x="938" y="1742"/>
                  </a:lnTo>
                  <a:lnTo>
                    <a:pt x="953" y="1757"/>
                  </a:lnTo>
                  <a:lnTo>
                    <a:pt x="966" y="1768"/>
                  </a:lnTo>
                  <a:lnTo>
                    <a:pt x="975" y="1777"/>
                  </a:lnTo>
                  <a:lnTo>
                    <a:pt x="981" y="1785"/>
                  </a:lnTo>
                  <a:lnTo>
                    <a:pt x="981" y="1792"/>
                  </a:lnTo>
                  <a:lnTo>
                    <a:pt x="978" y="1799"/>
                  </a:lnTo>
                  <a:lnTo>
                    <a:pt x="975" y="1810"/>
                  </a:lnTo>
                  <a:lnTo>
                    <a:pt x="972" y="1822"/>
                  </a:lnTo>
                  <a:lnTo>
                    <a:pt x="967" y="1835"/>
                  </a:lnTo>
                  <a:lnTo>
                    <a:pt x="959" y="1849"/>
                  </a:lnTo>
                  <a:lnTo>
                    <a:pt x="947" y="1864"/>
                  </a:lnTo>
                  <a:lnTo>
                    <a:pt x="932" y="1877"/>
                  </a:lnTo>
                  <a:lnTo>
                    <a:pt x="912" y="1888"/>
                  </a:lnTo>
                  <a:lnTo>
                    <a:pt x="890" y="1896"/>
                  </a:lnTo>
                  <a:lnTo>
                    <a:pt x="872" y="1902"/>
                  </a:lnTo>
                  <a:lnTo>
                    <a:pt x="858" y="1905"/>
                  </a:lnTo>
                  <a:lnTo>
                    <a:pt x="846" y="1906"/>
                  </a:lnTo>
                  <a:lnTo>
                    <a:pt x="837" y="1905"/>
                  </a:lnTo>
                  <a:lnTo>
                    <a:pt x="830" y="1901"/>
                  </a:lnTo>
                  <a:lnTo>
                    <a:pt x="826" y="1897"/>
                  </a:lnTo>
                  <a:lnTo>
                    <a:pt x="822" y="1892"/>
                  </a:lnTo>
                  <a:lnTo>
                    <a:pt x="818" y="1890"/>
                  </a:lnTo>
                  <a:lnTo>
                    <a:pt x="810" y="1892"/>
                  </a:lnTo>
                  <a:lnTo>
                    <a:pt x="802" y="1896"/>
                  </a:lnTo>
                  <a:lnTo>
                    <a:pt x="790" y="1902"/>
                  </a:lnTo>
                  <a:lnTo>
                    <a:pt x="779" y="1908"/>
                  </a:lnTo>
                  <a:lnTo>
                    <a:pt x="768" y="1912"/>
                  </a:lnTo>
                  <a:lnTo>
                    <a:pt x="758" y="1912"/>
                  </a:lnTo>
                  <a:lnTo>
                    <a:pt x="748" y="1907"/>
                  </a:lnTo>
                  <a:lnTo>
                    <a:pt x="739" y="1897"/>
                  </a:lnTo>
                  <a:lnTo>
                    <a:pt x="727" y="1885"/>
                  </a:lnTo>
                  <a:lnTo>
                    <a:pt x="715" y="1871"/>
                  </a:lnTo>
                  <a:lnTo>
                    <a:pt x="700" y="1856"/>
                  </a:lnTo>
                  <a:lnTo>
                    <a:pt x="687" y="1841"/>
                  </a:lnTo>
                  <a:lnTo>
                    <a:pt x="673" y="1828"/>
                  </a:lnTo>
                  <a:lnTo>
                    <a:pt x="660" y="1819"/>
                  </a:lnTo>
                  <a:lnTo>
                    <a:pt x="648" y="1813"/>
                  </a:lnTo>
                  <a:lnTo>
                    <a:pt x="637" y="1810"/>
                  </a:lnTo>
                  <a:lnTo>
                    <a:pt x="624" y="1810"/>
                  </a:lnTo>
                  <a:lnTo>
                    <a:pt x="610" y="1810"/>
                  </a:lnTo>
                  <a:lnTo>
                    <a:pt x="596" y="1810"/>
                  </a:lnTo>
                  <a:lnTo>
                    <a:pt x="584" y="1810"/>
                  </a:lnTo>
                  <a:lnTo>
                    <a:pt x="573" y="1807"/>
                  </a:lnTo>
                  <a:lnTo>
                    <a:pt x="565" y="1801"/>
                  </a:lnTo>
                  <a:lnTo>
                    <a:pt x="559" y="1792"/>
                  </a:lnTo>
                  <a:lnTo>
                    <a:pt x="555" y="1781"/>
                  </a:lnTo>
                  <a:lnTo>
                    <a:pt x="549" y="1771"/>
                  </a:lnTo>
                  <a:lnTo>
                    <a:pt x="543" y="1763"/>
                  </a:lnTo>
                  <a:lnTo>
                    <a:pt x="536" y="1757"/>
                  </a:lnTo>
                  <a:lnTo>
                    <a:pt x="527" y="1754"/>
                  </a:lnTo>
                  <a:lnTo>
                    <a:pt x="515" y="1755"/>
                  </a:lnTo>
                  <a:lnTo>
                    <a:pt x="499" y="1760"/>
                  </a:lnTo>
                  <a:lnTo>
                    <a:pt x="479" y="1770"/>
                  </a:lnTo>
                  <a:lnTo>
                    <a:pt x="459" y="1781"/>
                  </a:lnTo>
                  <a:lnTo>
                    <a:pt x="442" y="1789"/>
                  </a:lnTo>
                  <a:lnTo>
                    <a:pt x="429" y="1795"/>
                  </a:lnTo>
                  <a:lnTo>
                    <a:pt x="420" y="1801"/>
                  </a:lnTo>
                  <a:lnTo>
                    <a:pt x="414" y="1807"/>
                  </a:lnTo>
                  <a:lnTo>
                    <a:pt x="410" y="1812"/>
                  </a:lnTo>
                  <a:lnTo>
                    <a:pt x="409" y="1818"/>
                  </a:lnTo>
                  <a:lnTo>
                    <a:pt x="410" y="1825"/>
                  </a:lnTo>
                  <a:lnTo>
                    <a:pt x="412" y="1836"/>
                  </a:lnTo>
                  <a:lnTo>
                    <a:pt x="413" y="1850"/>
                  </a:lnTo>
                  <a:lnTo>
                    <a:pt x="413" y="1868"/>
                  </a:lnTo>
                  <a:lnTo>
                    <a:pt x="412" y="1884"/>
                  </a:lnTo>
                  <a:lnTo>
                    <a:pt x="407" y="1899"/>
                  </a:lnTo>
                  <a:lnTo>
                    <a:pt x="400" y="1911"/>
                  </a:lnTo>
                  <a:lnTo>
                    <a:pt x="390" y="1917"/>
                  </a:lnTo>
                  <a:lnTo>
                    <a:pt x="376" y="1916"/>
                  </a:lnTo>
                  <a:lnTo>
                    <a:pt x="360" y="1911"/>
                  </a:lnTo>
                  <a:lnTo>
                    <a:pt x="341" y="1907"/>
                  </a:lnTo>
                  <a:lnTo>
                    <a:pt x="322" y="1903"/>
                  </a:lnTo>
                  <a:lnTo>
                    <a:pt x="303" y="1900"/>
                  </a:lnTo>
                  <a:lnTo>
                    <a:pt x="284" y="1898"/>
                  </a:lnTo>
                  <a:lnTo>
                    <a:pt x="267" y="1897"/>
                  </a:lnTo>
                  <a:lnTo>
                    <a:pt x="253" y="1896"/>
                  </a:lnTo>
                  <a:lnTo>
                    <a:pt x="242" y="1896"/>
                  </a:lnTo>
                  <a:lnTo>
                    <a:pt x="232" y="1896"/>
                  </a:lnTo>
                  <a:lnTo>
                    <a:pt x="219" y="1894"/>
                  </a:lnTo>
                  <a:lnTo>
                    <a:pt x="203" y="1893"/>
                  </a:lnTo>
                  <a:lnTo>
                    <a:pt x="186" y="1892"/>
                  </a:lnTo>
                  <a:lnTo>
                    <a:pt x="169" y="1892"/>
                  </a:lnTo>
                  <a:lnTo>
                    <a:pt x="153" y="1893"/>
                  </a:lnTo>
                  <a:lnTo>
                    <a:pt x="137" y="1895"/>
                  </a:lnTo>
                  <a:lnTo>
                    <a:pt x="126" y="1899"/>
                  </a:lnTo>
                  <a:lnTo>
                    <a:pt x="122" y="1898"/>
                  </a:lnTo>
                  <a:lnTo>
                    <a:pt x="115" y="1895"/>
                  </a:lnTo>
                  <a:lnTo>
                    <a:pt x="109" y="1895"/>
                  </a:lnTo>
                  <a:lnTo>
                    <a:pt x="110" y="1898"/>
                  </a:lnTo>
                  <a:lnTo>
                    <a:pt x="104" y="1889"/>
                  </a:lnTo>
                  <a:lnTo>
                    <a:pt x="96" y="1880"/>
                  </a:lnTo>
                  <a:lnTo>
                    <a:pt x="89" y="1872"/>
                  </a:lnTo>
                  <a:lnTo>
                    <a:pt x="83" y="1864"/>
                  </a:lnTo>
                  <a:lnTo>
                    <a:pt x="77" y="1858"/>
                  </a:lnTo>
                  <a:lnTo>
                    <a:pt x="72" y="1852"/>
                  </a:lnTo>
                  <a:lnTo>
                    <a:pt x="69" y="1849"/>
                  </a:lnTo>
                  <a:lnTo>
                    <a:pt x="68" y="1848"/>
                  </a:lnTo>
                  <a:lnTo>
                    <a:pt x="74" y="1837"/>
                  </a:lnTo>
                  <a:lnTo>
                    <a:pt x="79" y="1828"/>
                  </a:lnTo>
                  <a:lnTo>
                    <a:pt x="83" y="1818"/>
                  </a:lnTo>
                  <a:lnTo>
                    <a:pt x="85" y="1810"/>
                  </a:lnTo>
                  <a:lnTo>
                    <a:pt x="87" y="1801"/>
                  </a:lnTo>
                  <a:lnTo>
                    <a:pt x="87" y="1793"/>
                  </a:lnTo>
                  <a:lnTo>
                    <a:pt x="86" y="1785"/>
                  </a:lnTo>
                  <a:lnTo>
                    <a:pt x="84" y="1778"/>
                  </a:lnTo>
                  <a:lnTo>
                    <a:pt x="54" y="1829"/>
                  </a:lnTo>
                  <a:lnTo>
                    <a:pt x="51" y="1829"/>
                  </a:lnTo>
                  <a:lnTo>
                    <a:pt x="48" y="1826"/>
                  </a:lnTo>
                  <a:lnTo>
                    <a:pt x="45" y="1820"/>
                  </a:lnTo>
                  <a:lnTo>
                    <a:pt x="42" y="1813"/>
                  </a:lnTo>
                  <a:lnTo>
                    <a:pt x="39" y="1805"/>
                  </a:lnTo>
                  <a:lnTo>
                    <a:pt x="36" y="1797"/>
                  </a:lnTo>
                  <a:lnTo>
                    <a:pt x="32" y="1791"/>
                  </a:lnTo>
                  <a:lnTo>
                    <a:pt x="28" y="1787"/>
                  </a:lnTo>
                  <a:lnTo>
                    <a:pt x="24" y="1784"/>
                  </a:lnTo>
                  <a:lnTo>
                    <a:pt x="21" y="1780"/>
                  </a:lnTo>
                  <a:lnTo>
                    <a:pt x="20" y="1773"/>
                  </a:lnTo>
                  <a:lnTo>
                    <a:pt x="20" y="1766"/>
                  </a:lnTo>
                  <a:lnTo>
                    <a:pt x="21" y="1760"/>
                  </a:lnTo>
                  <a:lnTo>
                    <a:pt x="22" y="1754"/>
                  </a:lnTo>
                  <a:lnTo>
                    <a:pt x="23" y="1749"/>
                  </a:lnTo>
                  <a:lnTo>
                    <a:pt x="23" y="1747"/>
                  </a:lnTo>
                  <a:lnTo>
                    <a:pt x="21" y="1746"/>
                  </a:lnTo>
                  <a:lnTo>
                    <a:pt x="17" y="1745"/>
                  </a:lnTo>
                  <a:lnTo>
                    <a:pt x="12" y="1742"/>
                  </a:lnTo>
                  <a:lnTo>
                    <a:pt x="6" y="1738"/>
                  </a:lnTo>
                  <a:lnTo>
                    <a:pt x="1" y="1732"/>
                  </a:lnTo>
                  <a:lnTo>
                    <a:pt x="0" y="1725"/>
                  </a:lnTo>
                  <a:lnTo>
                    <a:pt x="4" y="1716"/>
                  </a:lnTo>
                  <a:lnTo>
                    <a:pt x="12" y="1706"/>
                  </a:lnTo>
                  <a:lnTo>
                    <a:pt x="23" y="1694"/>
                  </a:lnTo>
                  <a:lnTo>
                    <a:pt x="32" y="1682"/>
                  </a:lnTo>
                  <a:lnTo>
                    <a:pt x="39" y="1672"/>
                  </a:lnTo>
                  <a:lnTo>
                    <a:pt x="45" y="1662"/>
                  </a:lnTo>
                  <a:lnTo>
                    <a:pt x="50" y="1654"/>
                  </a:lnTo>
                  <a:lnTo>
                    <a:pt x="54" y="1647"/>
                  </a:lnTo>
                  <a:lnTo>
                    <a:pt x="56" y="1642"/>
                  </a:lnTo>
                  <a:lnTo>
                    <a:pt x="57" y="1641"/>
                  </a:lnTo>
                  <a:lnTo>
                    <a:pt x="57" y="1639"/>
                  </a:lnTo>
                  <a:lnTo>
                    <a:pt x="58" y="1635"/>
                  </a:lnTo>
                  <a:lnTo>
                    <a:pt x="60" y="1628"/>
                  </a:lnTo>
                  <a:lnTo>
                    <a:pt x="62" y="1620"/>
                  </a:lnTo>
                  <a:lnTo>
                    <a:pt x="66" y="1612"/>
                  </a:lnTo>
                  <a:lnTo>
                    <a:pt x="71" y="1603"/>
                  </a:lnTo>
                  <a:lnTo>
                    <a:pt x="77" y="1594"/>
                  </a:lnTo>
                  <a:lnTo>
                    <a:pt x="84" y="1587"/>
                  </a:lnTo>
                  <a:lnTo>
                    <a:pt x="91" y="1579"/>
                  </a:lnTo>
                  <a:lnTo>
                    <a:pt x="96" y="1569"/>
                  </a:lnTo>
                  <a:lnTo>
                    <a:pt x="99" y="1558"/>
                  </a:lnTo>
                  <a:lnTo>
                    <a:pt x="103" y="1544"/>
                  </a:lnTo>
                  <a:lnTo>
                    <a:pt x="106" y="1533"/>
                  </a:lnTo>
                  <a:lnTo>
                    <a:pt x="109" y="1524"/>
                  </a:lnTo>
                  <a:lnTo>
                    <a:pt x="114" y="1517"/>
                  </a:lnTo>
                  <a:lnTo>
                    <a:pt x="121" y="1515"/>
                  </a:lnTo>
                  <a:lnTo>
                    <a:pt x="129" y="1514"/>
                  </a:lnTo>
                  <a:lnTo>
                    <a:pt x="137" y="1511"/>
                  </a:lnTo>
                  <a:lnTo>
                    <a:pt x="145" y="1507"/>
                  </a:lnTo>
                  <a:lnTo>
                    <a:pt x="151" y="1501"/>
                  </a:lnTo>
                  <a:lnTo>
                    <a:pt x="158" y="1495"/>
                  </a:lnTo>
                  <a:lnTo>
                    <a:pt x="162" y="1488"/>
                  </a:lnTo>
                  <a:lnTo>
                    <a:pt x="165" y="1482"/>
                  </a:lnTo>
                  <a:lnTo>
                    <a:pt x="166" y="1475"/>
                  </a:lnTo>
                  <a:lnTo>
                    <a:pt x="166" y="1468"/>
                  </a:lnTo>
                  <a:lnTo>
                    <a:pt x="167" y="1459"/>
                  </a:lnTo>
                  <a:lnTo>
                    <a:pt x="167" y="1448"/>
                  </a:lnTo>
                  <a:lnTo>
                    <a:pt x="168" y="1438"/>
                  </a:lnTo>
                  <a:lnTo>
                    <a:pt x="167" y="1429"/>
                  </a:lnTo>
                  <a:lnTo>
                    <a:pt x="167" y="1419"/>
                  </a:lnTo>
                  <a:lnTo>
                    <a:pt x="165" y="1411"/>
                  </a:lnTo>
                  <a:lnTo>
                    <a:pt x="163" y="1405"/>
                  </a:lnTo>
                  <a:lnTo>
                    <a:pt x="162" y="1398"/>
                  </a:lnTo>
                  <a:lnTo>
                    <a:pt x="164" y="1389"/>
                  </a:lnTo>
                  <a:lnTo>
                    <a:pt x="169" y="1380"/>
                  </a:lnTo>
                  <a:lnTo>
                    <a:pt x="175" y="1370"/>
                  </a:lnTo>
                  <a:lnTo>
                    <a:pt x="183" y="1360"/>
                  </a:lnTo>
                  <a:lnTo>
                    <a:pt x="191" y="1350"/>
                  </a:lnTo>
                  <a:lnTo>
                    <a:pt x="198" y="1342"/>
                  </a:lnTo>
                  <a:lnTo>
                    <a:pt x="205" y="1337"/>
                  </a:lnTo>
                  <a:lnTo>
                    <a:pt x="213" y="1330"/>
                  </a:lnTo>
                  <a:lnTo>
                    <a:pt x="224" y="1317"/>
                  </a:lnTo>
                  <a:lnTo>
                    <a:pt x="238" y="1299"/>
                  </a:lnTo>
                  <a:lnTo>
                    <a:pt x="254" y="1281"/>
                  </a:lnTo>
                  <a:lnTo>
                    <a:pt x="268" y="1261"/>
                  </a:lnTo>
                  <a:lnTo>
                    <a:pt x="279" y="1242"/>
                  </a:lnTo>
                  <a:lnTo>
                    <a:pt x="286" y="1226"/>
                  </a:lnTo>
                  <a:lnTo>
                    <a:pt x="288" y="1214"/>
                  </a:lnTo>
                  <a:lnTo>
                    <a:pt x="286" y="1205"/>
                  </a:lnTo>
                  <a:lnTo>
                    <a:pt x="285" y="1196"/>
                  </a:lnTo>
                  <a:lnTo>
                    <a:pt x="284" y="1188"/>
                  </a:lnTo>
                  <a:lnTo>
                    <a:pt x="285" y="1180"/>
                  </a:lnTo>
                  <a:lnTo>
                    <a:pt x="287" y="1172"/>
                  </a:lnTo>
                  <a:lnTo>
                    <a:pt x="290" y="1165"/>
                  </a:lnTo>
                  <a:lnTo>
                    <a:pt x="295" y="1157"/>
                  </a:lnTo>
                  <a:lnTo>
                    <a:pt x="303" y="1148"/>
                  </a:lnTo>
                  <a:lnTo>
                    <a:pt x="317" y="1135"/>
                  </a:lnTo>
                  <a:lnTo>
                    <a:pt x="325" y="1128"/>
                  </a:lnTo>
                  <a:lnTo>
                    <a:pt x="330" y="1125"/>
                  </a:lnTo>
                  <a:lnTo>
                    <a:pt x="331" y="1124"/>
                  </a:lnTo>
                  <a:lnTo>
                    <a:pt x="329" y="1124"/>
                  </a:lnTo>
                  <a:lnTo>
                    <a:pt x="325" y="1125"/>
                  </a:lnTo>
                  <a:lnTo>
                    <a:pt x="319" y="1127"/>
                  </a:lnTo>
                  <a:lnTo>
                    <a:pt x="311" y="1128"/>
                  </a:lnTo>
                  <a:lnTo>
                    <a:pt x="300" y="1128"/>
                  </a:lnTo>
                  <a:lnTo>
                    <a:pt x="290" y="1127"/>
                  </a:lnTo>
                  <a:lnTo>
                    <a:pt x="279" y="1125"/>
                  </a:lnTo>
                  <a:lnTo>
                    <a:pt x="269" y="1121"/>
                  </a:lnTo>
                  <a:lnTo>
                    <a:pt x="260" y="1116"/>
                  </a:lnTo>
                  <a:lnTo>
                    <a:pt x="253" y="1111"/>
                  </a:lnTo>
                  <a:lnTo>
                    <a:pt x="246" y="1106"/>
                  </a:lnTo>
                  <a:lnTo>
                    <a:pt x="243" y="1101"/>
                  </a:lnTo>
                  <a:lnTo>
                    <a:pt x="240" y="1095"/>
                  </a:lnTo>
                  <a:lnTo>
                    <a:pt x="239" y="1091"/>
                  </a:lnTo>
                  <a:lnTo>
                    <a:pt x="240" y="1086"/>
                  </a:lnTo>
                  <a:lnTo>
                    <a:pt x="241" y="1081"/>
                  </a:lnTo>
                  <a:lnTo>
                    <a:pt x="243" y="1074"/>
                  </a:lnTo>
                  <a:lnTo>
                    <a:pt x="247" y="1065"/>
                  </a:lnTo>
                  <a:lnTo>
                    <a:pt x="251" y="1054"/>
                  </a:lnTo>
                  <a:lnTo>
                    <a:pt x="256" y="1042"/>
                  </a:lnTo>
                  <a:lnTo>
                    <a:pt x="260" y="1031"/>
                  </a:lnTo>
                  <a:lnTo>
                    <a:pt x="263" y="1022"/>
                  </a:lnTo>
                  <a:lnTo>
                    <a:pt x="265" y="1016"/>
                  </a:lnTo>
                  <a:lnTo>
                    <a:pt x="266" y="1014"/>
                  </a:lnTo>
                  <a:lnTo>
                    <a:pt x="267" y="1013"/>
                  </a:lnTo>
                  <a:lnTo>
                    <a:pt x="270" y="1010"/>
                  </a:lnTo>
                  <a:lnTo>
                    <a:pt x="274" y="1006"/>
                  </a:lnTo>
                  <a:lnTo>
                    <a:pt x="280" y="1001"/>
                  </a:lnTo>
                  <a:lnTo>
                    <a:pt x="286" y="994"/>
                  </a:lnTo>
                  <a:lnTo>
                    <a:pt x="294" y="988"/>
                  </a:lnTo>
                  <a:lnTo>
                    <a:pt x="303" y="982"/>
                  </a:lnTo>
                  <a:lnTo>
                    <a:pt x="311" y="977"/>
                  </a:lnTo>
                  <a:lnTo>
                    <a:pt x="320" y="971"/>
                  </a:lnTo>
                  <a:lnTo>
                    <a:pt x="332" y="962"/>
                  </a:lnTo>
                  <a:lnTo>
                    <a:pt x="344" y="952"/>
                  </a:lnTo>
                  <a:lnTo>
                    <a:pt x="358" y="940"/>
                  </a:lnTo>
                  <a:lnTo>
                    <a:pt x="370" y="930"/>
                  </a:lnTo>
                  <a:lnTo>
                    <a:pt x="382" y="921"/>
                  </a:lnTo>
                  <a:lnTo>
                    <a:pt x="392" y="914"/>
                  </a:lnTo>
                  <a:lnTo>
                    <a:pt x="400" y="910"/>
                  </a:lnTo>
                  <a:lnTo>
                    <a:pt x="408" y="908"/>
                  </a:lnTo>
                  <a:lnTo>
                    <a:pt x="417" y="908"/>
                  </a:lnTo>
                  <a:lnTo>
                    <a:pt x="426" y="907"/>
                  </a:lnTo>
                  <a:lnTo>
                    <a:pt x="435" y="906"/>
                  </a:lnTo>
                  <a:lnTo>
                    <a:pt x="443" y="905"/>
                  </a:lnTo>
                  <a:lnTo>
                    <a:pt x="450" y="903"/>
                  </a:lnTo>
                  <a:lnTo>
                    <a:pt x="455" y="900"/>
                  </a:lnTo>
                  <a:lnTo>
                    <a:pt x="457" y="895"/>
                  </a:lnTo>
                  <a:lnTo>
                    <a:pt x="455" y="891"/>
                  </a:lnTo>
                  <a:lnTo>
                    <a:pt x="447" y="888"/>
                  </a:lnTo>
                  <a:lnTo>
                    <a:pt x="438" y="887"/>
                  </a:lnTo>
                  <a:lnTo>
                    <a:pt x="426" y="886"/>
                  </a:lnTo>
                  <a:lnTo>
                    <a:pt x="412" y="887"/>
                  </a:lnTo>
                  <a:lnTo>
                    <a:pt x="397" y="890"/>
                  </a:lnTo>
                  <a:lnTo>
                    <a:pt x="383" y="893"/>
                  </a:lnTo>
                  <a:lnTo>
                    <a:pt x="370" y="899"/>
                  </a:lnTo>
                  <a:lnTo>
                    <a:pt x="365" y="901"/>
                  </a:lnTo>
                  <a:lnTo>
                    <a:pt x="360" y="903"/>
                  </a:lnTo>
                  <a:lnTo>
                    <a:pt x="356" y="905"/>
                  </a:lnTo>
                  <a:lnTo>
                    <a:pt x="351" y="906"/>
                  </a:lnTo>
                  <a:lnTo>
                    <a:pt x="362" y="897"/>
                  </a:lnTo>
                  <a:lnTo>
                    <a:pt x="373" y="890"/>
                  </a:lnTo>
                  <a:lnTo>
                    <a:pt x="385" y="883"/>
                  </a:lnTo>
                  <a:lnTo>
                    <a:pt x="397" y="877"/>
                  </a:lnTo>
                  <a:lnTo>
                    <a:pt x="412" y="872"/>
                  </a:lnTo>
                  <a:lnTo>
                    <a:pt x="426" y="867"/>
                  </a:lnTo>
                  <a:lnTo>
                    <a:pt x="442" y="862"/>
                  </a:lnTo>
                  <a:lnTo>
                    <a:pt x="460" y="859"/>
                  </a:lnTo>
                  <a:lnTo>
                    <a:pt x="481" y="855"/>
                  </a:lnTo>
                  <a:lnTo>
                    <a:pt x="500" y="851"/>
                  </a:lnTo>
                  <a:lnTo>
                    <a:pt x="518" y="845"/>
                  </a:lnTo>
                  <a:lnTo>
                    <a:pt x="534" y="839"/>
                  </a:lnTo>
                  <a:lnTo>
                    <a:pt x="548" y="834"/>
                  </a:lnTo>
                  <a:lnTo>
                    <a:pt x="562" y="827"/>
                  </a:lnTo>
                  <a:lnTo>
                    <a:pt x="573" y="821"/>
                  </a:lnTo>
                  <a:lnTo>
                    <a:pt x="583" y="814"/>
                  </a:lnTo>
                  <a:lnTo>
                    <a:pt x="592" y="808"/>
                  </a:lnTo>
                  <a:lnTo>
                    <a:pt x="599" y="801"/>
                  </a:lnTo>
                  <a:lnTo>
                    <a:pt x="607" y="794"/>
                  </a:lnTo>
                  <a:lnTo>
                    <a:pt x="613" y="788"/>
                  </a:lnTo>
                  <a:lnTo>
                    <a:pt x="617" y="782"/>
                  </a:lnTo>
                  <a:lnTo>
                    <a:pt x="621" y="776"/>
                  </a:lnTo>
                  <a:lnTo>
                    <a:pt x="624" y="771"/>
                  </a:lnTo>
                  <a:lnTo>
                    <a:pt x="627" y="767"/>
                  </a:lnTo>
                  <a:lnTo>
                    <a:pt x="637" y="758"/>
                  </a:lnTo>
                  <a:lnTo>
                    <a:pt x="655" y="746"/>
                  </a:lnTo>
                  <a:lnTo>
                    <a:pt x="678" y="735"/>
                  </a:lnTo>
                  <a:lnTo>
                    <a:pt x="704" y="723"/>
                  </a:lnTo>
                  <a:lnTo>
                    <a:pt x="730" y="711"/>
                  </a:lnTo>
                  <a:lnTo>
                    <a:pt x="753" y="699"/>
                  </a:lnTo>
                  <a:lnTo>
                    <a:pt x="771" y="687"/>
                  </a:lnTo>
                  <a:lnTo>
                    <a:pt x="782" y="677"/>
                  </a:lnTo>
                  <a:lnTo>
                    <a:pt x="788" y="668"/>
                  </a:lnTo>
                  <a:lnTo>
                    <a:pt x="795" y="659"/>
                  </a:lnTo>
                  <a:lnTo>
                    <a:pt x="803" y="651"/>
                  </a:lnTo>
                  <a:lnTo>
                    <a:pt x="810" y="643"/>
                  </a:lnTo>
                  <a:lnTo>
                    <a:pt x="818" y="638"/>
                  </a:lnTo>
                  <a:lnTo>
                    <a:pt x="826" y="636"/>
                  </a:lnTo>
                  <a:lnTo>
                    <a:pt x="834" y="638"/>
                  </a:lnTo>
                  <a:lnTo>
                    <a:pt x="843" y="644"/>
                  </a:lnTo>
                  <a:lnTo>
                    <a:pt x="854" y="653"/>
                  </a:lnTo>
                  <a:lnTo>
                    <a:pt x="866" y="660"/>
                  </a:lnTo>
                  <a:lnTo>
                    <a:pt x="877" y="665"/>
                  </a:lnTo>
                  <a:lnTo>
                    <a:pt x="888" y="670"/>
                  </a:lnTo>
                  <a:lnTo>
                    <a:pt x="897" y="674"/>
                  </a:lnTo>
                  <a:lnTo>
                    <a:pt x="906" y="677"/>
                  </a:lnTo>
                  <a:lnTo>
                    <a:pt x="911" y="678"/>
                  </a:lnTo>
                  <a:lnTo>
                    <a:pt x="913" y="679"/>
                  </a:lnTo>
                  <a:lnTo>
                    <a:pt x="917" y="677"/>
                  </a:lnTo>
                  <a:lnTo>
                    <a:pt x="928" y="671"/>
                  </a:lnTo>
                  <a:lnTo>
                    <a:pt x="943" y="662"/>
                  </a:lnTo>
                  <a:lnTo>
                    <a:pt x="962" y="651"/>
                  </a:lnTo>
                  <a:lnTo>
                    <a:pt x="981" y="638"/>
                  </a:lnTo>
                  <a:lnTo>
                    <a:pt x="998" y="627"/>
                  </a:lnTo>
                  <a:lnTo>
                    <a:pt x="1014" y="616"/>
                  </a:lnTo>
                  <a:lnTo>
                    <a:pt x="1023" y="608"/>
                  </a:lnTo>
                  <a:lnTo>
                    <a:pt x="1031" y="599"/>
                  </a:lnTo>
                  <a:lnTo>
                    <a:pt x="1042" y="584"/>
                  </a:lnTo>
                  <a:lnTo>
                    <a:pt x="1057" y="567"/>
                  </a:lnTo>
                  <a:lnTo>
                    <a:pt x="1073" y="547"/>
                  </a:lnTo>
                  <a:lnTo>
                    <a:pt x="1090" y="526"/>
                  </a:lnTo>
                  <a:lnTo>
                    <a:pt x="1109" y="506"/>
                  </a:lnTo>
                  <a:lnTo>
                    <a:pt x="1127" y="486"/>
                  </a:lnTo>
                  <a:lnTo>
                    <a:pt x="1145" y="471"/>
                  </a:lnTo>
                  <a:lnTo>
                    <a:pt x="1163" y="462"/>
                  </a:lnTo>
                  <a:lnTo>
                    <a:pt x="1179" y="457"/>
                  </a:lnTo>
                  <a:lnTo>
                    <a:pt x="1194" y="456"/>
                  </a:lnTo>
                  <a:lnTo>
                    <a:pt x="1210" y="454"/>
                  </a:lnTo>
                  <a:lnTo>
                    <a:pt x="1224" y="451"/>
                  </a:lnTo>
                  <a:lnTo>
                    <a:pt x="1239" y="442"/>
                  </a:lnTo>
                  <a:lnTo>
                    <a:pt x="1255" y="426"/>
                  </a:lnTo>
                  <a:lnTo>
                    <a:pt x="1272" y="402"/>
                  </a:lnTo>
                  <a:lnTo>
                    <a:pt x="1281" y="387"/>
                  </a:lnTo>
                  <a:lnTo>
                    <a:pt x="1291" y="375"/>
                  </a:lnTo>
                  <a:lnTo>
                    <a:pt x="1302" y="365"/>
                  </a:lnTo>
                  <a:lnTo>
                    <a:pt x="1312" y="357"/>
                  </a:lnTo>
                  <a:lnTo>
                    <a:pt x="1322" y="350"/>
                  </a:lnTo>
                  <a:lnTo>
                    <a:pt x="1332" y="344"/>
                  </a:lnTo>
                  <a:lnTo>
                    <a:pt x="1343" y="339"/>
                  </a:lnTo>
                  <a:lnTo>
                    <a:pt x="1355" y="336"/>
                  </a:lnTo>
                  <a:lnTo>
                    <a:pt x="1365" y="333"/>
                  </a:lnTo>
                  <a:lnTo>
                    <a:pt x="1376" y="331"/>
                  </a:lnTo>
                  <a:lnTo>
                    <a:pt x="1387" y="330"/>
                  </a:lnTo>
                  <a:lnTo>
                    <a:pt x="1397" y="328"/>
                  </a:lnTo>
                  <a:lnTo>
                    <a:pt x="1409" y="326"/>
                  </a:lnTo>
                  <a:lnTo>
                    <a:pt x="1419" y="325"/>
                  </a:lnTo>
                  <a:lnTo>
                    <a:pt x="1429" y="323"/>
                  </a:lnTo>
                  <a:lnTo>
                    <a:pt x="1439" y="320"/>
                  </a:lnTo>
                  <a:lnTo>
                    <a:pt x="1459" y="314"/>
                  </a:lnTo>
                  <a:lnTo>
                    <a:pt x="1477" y="307"/>
                  </a:lnTo>
                  <a:lnTo>
                    <a:pt x="1493" y="299"/>
                  </a:lnTo>
                  <a:lnTo>
                    <a:pt x="1508" y="289"/>
                  </a:lnTo>
                  <a:lnTo>
                    <a:pt x="1521" y="277"/>
                  </a:lnTo>
                  <a:lnTo>
                    <a:pt x="1532" y="262"/>
                  </a:lnTo>
                  <a:lnTo>
                    <a:pt x="1541" y="243"/>
                  </a:lnTo>
                  <a:lnTo>
                    <a:pt x="1547" y="220"/>
                  </a:lnTo>
                  <a:lnTo>
                    <a:pt x="1554" y="196"/>
                  </a:lnTo>
                  <a:lnTo>
                    <a:pt x="1562" y="172"/>
                  </a:lnTo>
                  <a:lnTo>
                    <a:pt x="1571" y="150"/>
                  </a:lnTo>
                  <a:lnTo>
                    <a:pt x="1580" y="129"/>
                  </a:lnTo>
                  <a:lnTo>
                    <a:pt x="1588" y="112"/>
                  </a:lnTo>
                  <a:lnTo>
                    <a:pt x="1596" y="97"/>
                  </a:lnTo>
                  <a:lnTo>
                    <a:pt x="1602" y="85"/>
                  </a:lnTo>
                  <a:lnTo>
                    <a:pt x="1605" y="77"/>
                  </a:lnTo>
                  <a:lnTo>
                    <a:pt x="1611" y="69"/>
                  </a:lnTo>
                  <a:lnTo>
                    <a:pt x="1622" y="59"/>
                  </a:lnTo>
                  <a:lnTo>
                    <a:pt x="1637" y="47"/>
                  </a:lnTo>
                  <a:lnTo>
                    <a:pt x="1654" y="34"/>
                  </a:lnTo>
                  <a:lnTo>
                    <a:pt x="1670" y="23"/>
                  </a:lnTo>
                  <a:lnTo>
                    <a:pt x="1684" y="13"/>
                  </a:lnTo>
                  <a:lnTo>
                    <a:pt x="1694" y="6"/>
                  </a:lnTo>
                  <a:lnTo>
                    <a:pt x="1699" y="4"/>
                  </a:lnTo>
                  <a:lnTo>
                    <a:pt x="1700" y="4"/>
                  </a:lnTo>
                  <a:lnTo>
                    <a:pt x="1700" y="3"/>
                  </a:lnTo>
                  <a:lnTo>
                    <a:pt x="1700" y="1"/>
                  </a:lnTo>
                  <a:lnTo>
                    <a:pt x="1699" y="1"/>
                  </a:lnTo>
                  <a:lnTo>
                    <a:pt x="169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37" name="Freeform 536">
              <a:extLst>
                <a:ext uri="{FF2B5EF4-FFF2-40B4-BE49-F238E27FC236}">
                  <a16:creationId xmlns:a16="http://schemas.microsoft.com/office/drawing/2014/main" id="{4514FD3D-4A27-93C9-A60C-2B4C2012E268}"/>
                </a:ext>
              </a:extLst>
            </p:cNvPr>
            <p:cNvSpPr>
              <a:spLocks/>
            </p:cNvSpPr>
            <p:nvPr/>
          </p:nvSpPr>
          <p:spPr bwMode="auto">
            <a:xfrm>
              <a:off x="2265" y="3218"/>
              <a:ext cx="354" cy="296"/>
            </a:xfrm>
            <a:custGeom>
              <a:avLst/>
              <a:gdLst>
                <a:gd name="T0" fmla="*/ 0 w 1416"/>
                <a:gd name="T1" fmla="*/ 0 h 1184"/>
                <a:gd name="T2" fmla="*/ 0 w 1416"/>
                <a:gd name="T3" fmla="*/ 0 h 1184"/>
                <a:gd name="T4" fmla="*/ 0 w 1416"/>
                <a:gd name="T5" fmla="*/ 0 h 1184"/>
                <a:gd name="T6" fmla="*/ 0 w 1416"/>
                <a:gd name="T7" fmla="*/ 0 h 1184"/>
                <a:gd name="T8" fmla="*/ 0 w 1416"/>
                <a:gd name="T9" fmla="*/ 0 h 1184"/>
                <a:gd name="T10" fmla="*/ 0 w 1416"/>
                <a:gd name="T11" fmla="*/ 0 h 1184"/>
                <a:gd name="T12" fmla="*/ 0 w 1416"/>
                <a:gd name="T13" fmla="*/ 0 h 1184"/>
                <a:gd name="T14" fmla="*/ 0 w 1416"/>
                <a:gd name="T15" fmla="*/ 0 h 1184"/>
                <a:gd name="T16" fmla="*/ 0 w 1416"/>
                <a:gd name="T17" fmla="*/ 0 h 1184"/>
                <a:gd name="T18" fmla="*/ 0 w 1416"/>
                <a:gd name="T19" fmla="*/ 0 h 1184"/>
                <a:gd name="T20" fmla="*/ 0 w 1416"/>
                <a:gd name="T21" fmla="*/ 0 h 1184"/>
                <a:gd name="T22" fmla="*/ 0 w 1416"/>
                <a:gd name="T23" fmla="*/ 0 h 1184"/>
                <a:gd name="T24" fmla="*/ 0 w 1416"/>
                <a:gd name="T25" fmla="*/ 0 h 1184"/>
                <a:gd name="T26" fmla="*/ 0 w 1416"/>
                <a:gd name="T27" fmla="*/ 0 h 1184"/>
                <a:gd name="T28" fmla="*/ 0 w 1416"/>
                <a:gd name="T29" fmla="*/ 0 h 1184"/>
                <a:gd name="T30" fmla="*/ 0 w 1416"/>
                <a:gd name="T31" fmla="*/ 0 h 1184"/>
                <a:gd name="T32" fmla="*/ 0 w 1416"/>
                <a:gd name="T33" fmla="*/ 0 h 1184"/>
                <a:gd name="T34" fmla="*/ 0 w 1416"/>
                <a:gd name="T35" fmla="*/ 0 h 1184"/>
                <a:gd name="T36" fmla="*/ 0 w 1416"/>
                <a:gd name="T37" fmla="*/ 0 h 1184"/>
                <a:gd name="T38" fmla="*/ 0 w 1416"/>
                <a:gd name="T39" fmla="*/ 0 h 1184"/>
                <a:gd name="T40" fmla="*/ 0 w 1416"/>
                <a:gd name="T41" fmla="*/ 0 h 1184"/>
                <a:gd name="T42" fmla="*/ 0 w 1416"/>
                <a:gd name="T43" fmla="*/ 0 h 1184"/>
                <a:gd name="T44" fmla="*/ 0 w 1416"/>
                <a:gd name="T45" fmla="*/ 0 h 1184"/>
                <a:gd name="T46" fmla="*/ 0 w 1416"/>
                <a:gd name="T47" fmla="*/ 0 h 1184"/>
                <a:gd name="T48" fmla="*/ 0 w 1416"/>
                <a:gd name="T49" fmla="*/ 0 h 1184"/>
                <a:gd name="T50" fmla="*/ 0 w 1416"/>
                <a:gd name="T51" fmla="*/ 0 h 1184"/>
                <a:gd name="T52" fmla="*/ 0 w 1416"/>
                <a:gd name="T53" fmla="*/ 0 h 1184"/>
                <a:gd name="T54" fmla="*/ 0 w 1416"/>
                <a:gd name="T55" fmla="*/ 0 h 1184"/>
                <a:gd name="T56" fmla="*/ 0 w 1416"/>
                <a:gd name="T57" fmla="*/ 0 h 1184"/>
                <a:gd name="T58" fmla="*/ 0 w 1416"/>
                <a:gd name="T59" fmla="*/ 0 h 1184"/>
                <a:gd name="T60" fmla="*/ 0 w 1416"/>
                <a:gd name="T61" fmla="*/ 0 h 1184"/>
                <a:gd name="T62" fmla="*/ 0 w 1416"/>
                <a:gd name="T63" fmla="*/ 0 h 1184"/>
                <a:gd name="T64" fmla="*/ 0 w 1416"/>
                <a:gd name="T65" fmla="*/ 0 h 1184"/>
                <a:gd name="T66" fmla="*/ 0 w 1416"/>
                <a:gd name="T67" fmla="*/ 0 h 1184"/>
                <a:gd name="T68" fmla="*/ 0 w 1416"/>
                <a:gd name="T69" fmla="*/ 0 h 1184"/>
                <a:gd name="T70" fmla="*/ 0 w 1416"/>
                <a:gd name="T71" fmla="*/ 0 h 1184"/>
                <a:gd name="T72" fmla="*/ 0 w 1416"/>
                <a:gd name="T73" fmla="*/ 0 h 1184"/>
                <a:gd name="T74" fmla="*/ 0 w 1416"/>
                <a:gd name="T75" fmla="*/ 0 h 1184"/>
                <a:gd name="T76" fmla="*/ 0 w 1416"/>
                <a:gd name="T77" fmla="*/ 0 h 1184"/>
                <a:gd name="T78" fmla="*/ 0 w 1416"/>
                <a:gd name="T79" fmla="*/ 0 h 1184"/>
                <a:gd name="T80" fmla="*/ 0 w 1416"/>
                <a:gd name="T81" fmla="*/ 0 h 1184"/>
                <a:gd name="T82" fmla="*/ 0 w 1416"/>
                <a:gd name="T83" fmla="*/ 0 h 1184"/>
                <a:gd name="T84" fmla="*/ 0 w 1416"/>
                <a:gd name="T85" fmla="*/ 0 h 1184"/>
                <a:gd name="T86" fmla="*/ 0 w 1416"/>
                <a:gd name="T87" fmla="*/ 0 h 1184"/>
                <a:gd name="T88" fmla="*/ 0 w 1416"/>
                <a:gd name="T89" fmla="*/ 0 h 1184"/>
                <a:gd name="T90" fmla="*/ 0 w 1416"/>
                <a:gd name="T91" fmla="*/ 0 h 1184"/>
                <a:gd name="T92" fmla="*/ 0 w 1416"/>
                <a:gd name="T93" fmla="*/ 0 h 1184"/>
                <a:gd name="T94" fmla="*/ 0 w 1416"/>
                <a:gd name="T95" fmla="*/ 0 h 1184"/>
                <a:gd name="T96" fmla="*/ 0 w 1416"/>
                <a:gd name="T97" fmla="*/ 0 h 1184"/>
                <a:gd name="T98" fmla="*/ 0 w 1416"/>
                <a:gd name="T99" fmla="*/ 0 h 1184"/>
                <a:gd name="T100" fmla="*/ 0 w 1416"/>
                <a:gd name="T101" fmla="*/ 0 h 1184"/>
                <a:gd name="T102" fmla="*/ 0 w 1416"/>
                <a:gd name="T103" fmla="*/ 0 h 1184"/>
                <a:gd name="T104" fmla="*/ 0 w 1416"/>
                <a:gd name="T105" fmla="*/ 0 h 1184"/>
                <a:gd name="T106" fmla="*/ 0 w 1416"/>
                <a:gd name="T107" fmla="*/ 0 h 1184"/>
                <a:gd name="T108" fmla="*/ 0 w 1416"/>
                <a:gd name="T109" fmla="*/ 0 h 1184"/>
                <a:gd name="T110" fmla="*/ 0 w 1416"/>
                <a:gd name="T111" fmla="*/ 0 h 1184"/>
                <a:gd name="T112" fmla="*/ 0 w 1416"/>
                <a:gd name="T113" fmla="*/ 0 h 1184"/>
                <a:gd name="T114" fmla="*/ 0 w 1416"/>
                <a:gd name="T115" fmla="*/ 0 h 1184"/>
                <a:gd name="T116" fmla="*/ 0 w 1416"/>
                <a:gd name="T117" fmla="*/ 0 h 1184"/>
                <a:gd name="T118" fmla="*/ 0 w 1416"/>
                <a:gd name="T119" fmla="*/ 0 h 1184"/>
                <a:gd name="T120" fmla="*/ 0 w 1416"/>
                <a:gd name="T121" fmla="*/ 0 h 1184"/>
                <a:gd name="T122" fmla="*/ 0 w 1416"/>
                <a:gd name="T123" fmla="*/ 0 h 1184"/>
                <a:gd name="T124" fmla="*/ 0 w 1416"/>
                <a:gd name="T125" fmla="*/ 0 h 11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16" h="1184">
                  <a:moveTo>
                    <a:pt x="1416" y="1044"/>
                  </a:moveTo>
                  <a:lnTo>
                    <a:pt x="1412" y="1056"/>
                  </a:lnTo>
                  <a:lnTo>
                    <a:pt x="1407" y="1068"/>
                  </a:lnTo>
                  <a:lnTo>
                    <a:pt x="1402" y="1081"/>
                  </a:lnTo>
                  <a:lnTo>
                    <a:pt x="1397" y="1094"/>
                  </a:lnTo>
                  <a:lnTo>
                    <a:pt x="1391" y="1106"/>
                  </a:lnTo>
                  <a:lnTo>
                    <a:pt x="1386" y="1115"/>
                  </a:lnTo>
                  <a:lnTo>
                    <a:pt x="1381" y="1122"/>
                  </a:lnTo>
                  <a:lnTo>
                    <a:pt x="1377" y="1126"/>
                  </a:lnTo>
                  <a:lnTo>
                    <a:pt x="1370" y="1129"/>
                  </a:lnTo>
                  <a:lnTo>
                    <a:pt x="1364" y="1133"/>
                  </a:lnTo>
                  <a:lnTo>
                    <a:pt x="1359" y="1139"/>
                  </a:lnTo>
                  <a:lnTo>
                    <a:pt x="1354" y="1144"/>
                  </a:lnTo>
                  <a:lnTo>
                    <a:pt x="1349" y="1150"/>
                  </a:lnTo>
                  <a:lnTo>
                    <a:pt x="1344" y="1157"/>
                  </a:lnTo>
                  <a:lnTo>
                    <a:pt x="1340" y="1164"/>
                  </a:lnTo>
                  <a:lnTo>
                    <a:pt x="1336" y="1173"/>
                  </a:lnTo>
                  <a:lnTo>
                    <a:pt x="1330" y="1180"/>
                  </a:lnTo>
                  <a:lnTo>
                    <a:pt x="1323" y="1184"/>
                  </a:lnTo>
                  <a:lnTo>
                    <a:pt x="1313" y="1184"/>
                  </a:lnTo>
                  <a:lnTo>
                    <a:pt x="1303" y="1182"/>
                  </a:lnTo>
                  <a:lnTo>
                    <a:pt x="1292" y="1180"/>
                  </a:lnTo>
                  <a:lnTo>
                    <a:pt x="1282" y="1177"/>
                  </a:lnTo>
                  <a:lnTo>
                    <a:pt x="1272" y="1176"/>
                  </a:lnTo>
                  <a:lnTo>
                    <a:pt x="1262" y="1177"/>
                  </a:lnTo>
                  <a:lnTo>
                    <a:pt x="1253" y="1179"/>
                  </a:lnTo>
                  <a:lnTo>
                    <a:pt x="1242" y="1181"/>
                  </a:lnTo>
                  <a:lnTo>
                    <a:pt x="1231" y="1181"/>
                  </a:lnTo>
                  <a:lnTo>
                    <a:pt x="1219" y="1181"/>
                  </a:lnTo>
                  <a:lnTo>
                    <a:pt x="1207" y="1180"/>
                  </a:lnTo>
                  <a:lnTo>
                    <a:pt x="1196" y="1178"/>
                  </a:lnTo>
                  <a:lnTo>
                    <a:pt x="1187" y="1174"/>
                  </a:lnTo>
                  <a:lnTo>
                    <a:pt x="1179" y="1169"/>
                  </a:lnTo>
                  <a:lnTo>
                    <a:pt x="1173" y="1162"/>
                  </a:lnTo>
                  <a:lnTo>
                    <a:pt x="1168" y="1155"/>
                  </a:lnTo>
                  <a:lnTo>
                    <a:pt x="1165" y="1148"/>
                  </a:lnTo>
                  <a:lnTo>
                    <a:pt x="1165" y="1142"/>
                  </a:lnTo>
                  <a:lnTo>
                    <a:pt x="1165" y="1136"/>
                  </a:lnTo>
                  <a:lnTo>
                    <a:pt x="1165" y="1132"/>
                  </a:lnTo>
                  <a:lnTo>
                    <a:pt x="1166" y="1129"/>
                  </a:lnTo>
                  <a:lnTo>
                    <a:pt x="1166" y="1128"/>
                  </a:lnTo>
                  <a:lnTo>
                    <a:pt x="1150" y="1110"/>
                  </a:lnTo>
                  <a:lnTo>
                    <a:pt x="1148" y="1110"/>
                  </a:lnTo>
                  <a:lnTo>
                    <a:pt x="1141" y="1111"/>
                  </a:lnTo>
                  <a:lnTo>
                    <a:pt x="1132" y="1111"/>
                  </a:lnTo>
                  <a:lnTo>
                    <a:pt x="1123" y="1111"/>
                  </a:lnTo>
                  <a:lnTo>
                    <a:pt x="1112" y="1110"/>
                  </a:lnTo>
                  <a:lnTo>
                    <a:pt x="1105" y="1107"/>
                  </a:lnTo>
                  <a:lnTo>
                    <a:pt x="1102" y="1102"/>
                  </a:lnTo>
                  <a:lnTo>
                    <a:pt x="1103" y="1094"/>
                  </a:lnTo>
                  <a:lnTo>
                    <a:pt x="1106" y="1083"/>
                  </a:lnTo>
                  <a:lnTo>
                    <a:pt x="1109" y="1073"/>
                  </a:lnTo>
                  <a:lnTo>
                    <a:pt x="1111" y="1063"/>
                  </a:lnTo>
                  <a:lnTo>
                    <a:pt x="1111" y="1054"/>
                  </a:lnTo>
                  <a:lnTo>
                    <a:pt x="1110" y="1046"/>
                  </a:lnTo>
                  <a:lnTo>
                    <a:pt x="1108" y="1039"/>
                  </a:lnTo>
                  <a:lnTo>
                    <a:pt x="1103" y="1033"/>
                  </a:lnTo>
                  <a:lnTo>
                    <a:pt x="1097" y="1030"/>
                  </a:lnTo>
                  <a:lnTo>
                    <a:pt x="1088" y="1029"/>
                  </a:lnTo>
                  <a:lnTo>
                    <a:pt x="1077" y="1027"/>
                  </a:lnTo>
                  <a:lnTo>
                    <a:pt x="1063" y="1025"/>
                  </a:lnTo>
                  <a:lnTo>
                    <a:pt x="1050" y="1024"/>
                  </a:lnTo>
                  <a:lnTo>
                    <a:pt x="1037" y="1024"/>
                  </a:lnTo>
                  <a:lnTo>
                    <a:pt x="1025" y="1026"/>
                  </a:lnTo>
                  <a:lnTo>
                    <a:pt x="1013" y="1031"/>
                  </a:lnTo>
                  <a:lnTo>
                    <a:pt x="1005" y="1039"/>
                  </a:lnTo>
                  <a:lnTo>
                    <a:pt x="997" y="1047"/>
                  </a:lnTo>
                  <a:lnTo>
                    <a:pt x="987" y="1051"/>
                  </a:lnTo>
                  <a:lnTo>
                    <a:pt x="976" y="1053"/>
                  </a:lnTo>
                  <a:lnTo>
                    <a:pt x="964" y="1052"/>
                  </a:lnTo>
                  <a:lnTo>
                    <a:pt x="952" y="1049"/>
                  </a:lnTo>
                  <a:lnTo>
                    <a:pt x="940" y="1046"/>
                  </a:lnTo>
                  <a:lnTo>
                    <a:pt x="928" y="1042"/>
                  </a:lnTo>
                  <a:lnTo>
                    <a:pt x="915" y="1039"/>
                  </a:lnTo>
                  <a:lnTo>
                    <a:pt x="904" y="1036"/>
                  </a:lnTo>
                  <a:lnTo>
                    <a:pt x="893" y="1035"/>
                  </a:lnTo>
                  <a:lnTo>
                    <a:pt x="884" y="1034"/>
                  </a:lnTo>
                  <a:lnTo>
                    <a:pt x="875" y="1034"/>
                  </a:lnTo>
                  <a:lnTo>
                    <a:pt x="866" y="1032"/>
                  </a:lnTo>
                  <a:lnTo>
                    <a:pt x="859" y="1029"/>
                  </a:lnTo>
                  <a:lnTo>
                    <a:pt x="854" y="1024"/>
                  </a:lnTo>
                  <a:lnTo>
                    <a:pt x="850" y="1016"/>
                  </a:lnTo>
                  <a:lnTo>
                    <a:pt x="846" y="1008"/>
                  </a:lnTo>
                  <a:lnTo>
                    <a:pt x="840" y="1002"/>
                  </a:lnTo>
                  <a:lnTo>
                    <a:pt x="832" y="998"/>
                  </a:lnTo>
                  <a:lnTo>
                    <a:pt x="824" y="996"/>
                  </a:lnTo>
                  <a:lnTo>
                    <a:pt x="815" y="996"/>
                  </a:lnTo>
                  <a:lnTo>
                    <a:pt x="807" y="998"/>
                  </a:lnTo>
                  <a:lnTo>
                    <a:pt x="801" y="1002"/>
                  </a:lnTo>
                  <a:lnTo>
                    <a:pt x="797" y="1008"/>
                  </a:lnTo>
                  <a:lnTo>
                    <a:pt x="793" y="1014"/>
                  </a:lnTo>
                  <a:lnTo>
                    <a:pt x="787" y="1019"/>
                  </a:lnTo>
                  <a:lnTo>
                    <a:pt x="779" y="1023"/>
                  </a:lnTo>
                  <a:lnTo>
                    <a:pt x="770" y="1026"/>
                  </a:lnTo>
                  <a:lnTo>
                    <a:pt x="761" y="1030"/>
                  </a:lnTo>
                  <a:lnTo>
                    <a:pt x="754" y="1034"/>
                  </a:lnTo>
                  <a:lnTo>
                    <a:pt x="747" y="1040"/>
                  </a:lnTo>
                  <a:lnTo>
                    <a:pt x="742" y="1047"/>
                  </a:lnTo>
                  <a:lnTo>
                    <a:pt x="737" y="1053"/>
                  </a:lnTo>
                  <a:lnTo>
                    <a:pt x="730" y="1055"/>
                  </a:lnTo>
                  <a:lnTo>
                    <a:pt x="721" y="1055"/>
                  </a:lnTo>
                  <a:lnTo>
                    <a:pt x="712" y="1052"/>
                  </a:lnTo>
                  <a:lnTo>
                    <a:pt x="703" y="1047"/>
                  </a:lnTo>
                  <a:lnTo>
                    <a:pt x="695" y="1042"/>
                  </a:lnTo>
                  <a:lnTo>
                    <a:pt x="688" y="1035"/>
                  </a:lnTo>
                  <a:lnTo>
                    <a:pt x="683" y="1030"/>
                  </a:lnTo>
                  <a:lnTo>
                    <a:pt x="679" y="1027"/>
                  </a:lnTo>
                  <a:lnTo>
                    <a:pt x="672" y="1026"/>
                  </a:lnTo>
                  <a:lnTo>
                    <a:pt x="665" y="1025"/>
                  </a:lnTo>
                  <a:lnTo>
                    <a:pt x="659" y="1026"/>
                  </a:lnTo>
                  <a:lnTo>
                    <a:pt x="651" y="1028"/>
                  </a:lnTo>
                  <a:lnTo>
                    <a:pt x="644" y="1031"/>
                  </a:lnTo>
                  <a:lnTo>
                    <a:pt x="638" y="1034"/>
                  </a:lnTo>
                  <a:lnTo>
                    <a:pt x="632" y="1039"/>
                  </a:lnTo>
                  <a:lnTo>
                    <a:pt x="627" y="1043"/>
                  </a:lnTo>
                  <a:lnTo>
                    <a:pt x="620" y="1047"/>
                  </a:lnTo>
                  <a:lnTo>
                    <a:pt x="615" y="1051"/>
                  </a:lnTo>
                  <a:lnTo>
                    <a:pt x="609" y="1054"/>
                  </a:lnTo>
                  <a:lnTo>
                    <a:pt x="603" y="1057"/>
                  </a:lnTo>
                  <a:lnTo>
                    <a:pt x="598" y="1058"/>
                  </a:lnTo>
                  <a:lnTo>
                    <a:pt x="592" y="1059"/>
                  </a:lnTo>
                  <a:lnTo>
                    <a:pt x="587" y="1059"/>
                  </a:lnTo>
                  <a:lnTo>
                    <a:pt x="583" y="1059"/>
                  </a:lnTo>
                  <a:lnTo>
                    <a:pt x="577" y="1061"/>
                  </a:lnTo>
                  <a:lnTo>
                    <a:pt x="569" y="1065"/>
                  </a:lnTo>
                  <a:lnTo>
                    <a:pt x="559" y="1069"/>
                  </a:lnTo>
                  <a:lnTo>
                    <a:pt x="548" y="1075"/>
                  </a:lnTo>
                  <a:lnTo>
                    <a:pt x="534" y="1081"/>
                  </a:lnTo>
                  <a:lnTo>
                    <a:pt x="515" y="1086"/>
                  </a:lnTo>
                  <a:lnTo>
                    <a:pt x="495" y="1093"/>
                  </a:lnTo>
                  <a:lnTo>
                    <a:pt x="487" y="1090"/>
                  </a:lnTo>
                  <a:lnTo>
                    <a:pt x="481" y="1085"/>
                  </a:lnTo>
                  <a:lnTo>
                    <a:pt x="477" y="1080"/>
                  </a:lnTo>
                  <a:lnTo>
                    <a:pt x="472" y="1076"/>
                  </a:lnTo>
                  <a:lnTo>
                    <a:pt x="469" y="1071"/>
                  </a:lnTo>
                  <a:lnTo>
                    <a:pt x="467" y="1065"/>
                  </a:lnTo>
                  <a:lnTo>
                    <a:pt x="464" y="1060"/>
                  </a:lnTo>
                  <a:lnTo>
                    <a:pt x="461" y="1054"/>
                  </a:lnTo>
                  <a:lnTo>
                    <a:pt x="456" y="1047"/>
                  </a:lnTo>
                  <a:lnTo>
                    <a:pt x="449" y="1039"/>
                  </a:lnTo>
                  <a:lnTo>
                    <a:pt x="442" y="1030"/>
                  </a:lnTo>
                  <a:lnTo>
                    <a:pt x="433" y="1021"/>
                  </a:lnTo>
                  <a:lnTo>
                    <a:pt x="425" y="1014"/>
                  </a:lnTo>
                  <a:lnTo>
                    <a:pt x="415" y="1007"/>
                  </a:lnTo>
                  <a:lnTo>
                    <a:pt x="408" y="1001"/>
                  </a:lnTo>
                  <a:lnTo>
                    <a:pt x="402" y="998"/>
                  </a:lnTo>
                  <a:lnTo>
                    <a:pt x="397" y="995"/>
                  </a:lnTo>
                  <a:lnTo>
                    <a:pt x="392" y="990"/>
                  </a:lnTo>
                  <a:lnTo>
                    <a:pt x="387" y="983"/>
                  </a:lnTo>
                  <a:lnTo>
                    <a:pt x="383" y="977"/>
                  </a:lnTo>
                  <a:lnTo>
                    <a:pt x="379" y="972"/>
                  </a:lnTo>
                  <a:lnTo>
                    <a:pt x="373" y="969"/>
                  </a:lnTo>
                  <a:lnTo>
                    <a:pt x="369" y="969"/>
                  </a:lnTo>
                  <a:lnTo>
                    <a:pt x="365" y="972"/>
                  </a:lnTo>
                  <a:lnTo>
                    <a:pt x="361" y="975"/>
                  </a:lnTo>
                  <a:lnTo>
                    <a:pt x="359" y="973"/>
                  </a:lnTo>
                  <a:lnTo>
                    <a:pt x="358" y="968"/>
                  </a:lnTo>
                  <a:lnTo>
                    <a:pt x="357" y="961"/>
                  </a:lnTo>
                  <a:lnTo>
                    <a:pt x="357" y="953"/>
                  </a:lnTo>
                  <a:lnTo>
                    <a:pt x="357" y="946"/>
                  </a:lnTo>
                  <a:lnTo>
                    <a:pt x="357" y="941"/>
                  </a:lnTo>
                  <a:lnTo>
                    <a:pt x="357" y="939"/>
                  </a:lnTo>
                  <a:lnTo>
                    <a:pt x="358" y="938"/>
                  </a:lnTo>
                  <a:lnTo>
                    <a:pt x="361" y="936"/>
                  </a:lnTo>
                  <a:lnTo>
                    <a:pt x="365" y="933"/>
                  </a:lnTo>
                  <a:lnTo>
                    <a:pt x="370" y="930"/>
                  </a:lnTo>
                  <a:lnTo>
                    <a:pt x="376" y="925"/>
                  </a:lnTo>
                  <a:lnTo>
                    <a:pt x="381" y="919"/>
                  </a:lnTo>
                  <a:lnTo>
                    <a:pt x="385" y="913"/>
                  </a:lnTo>
                  <a:lnTo>
                    <a:pt x="388" y="905"/>
                  </a:lnTo>
                  <a:lnTo>
                    <a:pt x="390" y="896"/>
                  </a:lnTo>
                  <a:lnTo>
                    <a:pt x="390" y="884"/>
                  </a:lnTo>
                  <a:lnTo>
                    <a:pt x="391" y="872"/>
                  </a:lnTo>
                  <a:lnTo>
                    <a:pt x="391" y="858"/>
                  </a:lnTo>
                  <a:lnTo>
                    <a:pt x="391" y="844"/>
                  </a:lnTo>
                  <a:lnTo>
                    <a:pt x="392" y="827"/>
                  </a:lnTo>
                  <a:lnTo>
                    <a:pt x="394" y="812"/>
                  </a:lnTo>
                  <a:lnTo>
                    <a:pt x="397" y="796"/>
                  </a:lnTo>
                  <a:lnTo>
                    <a:pt x="398" y="782"/>
                  </a:lnTo>
                  <a:lnTo>
                    <a:pt x="392" y="773"/>
                  </a:lnTo>
                  <a:lnTo>
                    <a:pt x="384" y="768"/>
                  </a:lnTo>
                  <a:lnTo>
                    <a:pt x="373" y="764"/>
                  </a:lnTo>
                  <a:lnTo>
                    <a:pt x="364" y="761"/>
                  </a:lnTo>
                  <a:lnTo>
                    <a:pt x="358" y="757"/>
                  </a:lnTo>
                  <a:lnTo>
                    <a:pt x="358" y="750"/>
                  </a:lnTo>
                  <a:lnTo>
                    <a:pt x="365" y="739"/>
                  </a:lnTo>
                  <a:lnTo>
                    <a:pt x="375" y="727"/>
                  </a:lnTo>
                  <a:lnTo>
                    <a:pt x="381" y="718"/>
                  </a:lnTo>
                  <a:lnTo>
                    <a:pt x="382" y="713"/>
                  </a:lnTo>
                  <a:lnTo>
                    <a:pt x="381" y="709"/>
                  </a:lnTo>
                  <a:lnTo>
                    <a:pt x="376" y="706"/>
                  </a:lnTo>
                  <a:lnTo>
                    <a:pt x="367" y="704"/>
                  </a:lnTo>
                  <a:lnTo>
                    <a:pt x="358" y="702"/>
                  </a:lnTo>
                  <a:lnTo>
                    <a:pt x="346" y="700"/>
                  </a:lnTo>
                  <a:lnTo>
                    <a:pt x="336" y="696"/>
                  </a:lnTo>
                  <a:lnTo>
                    <a:pt x="329" y="691"/>
                  </a:lnTo>
                  <a:lnTo>
                    <a:pt x="326" y="684"/>
                  </a:lnTo>
                  <a:lnTo>
                    <a:pt x="326" y="677"/>
                  </a:lnTo>
                  <a:lnTo>
                    <a:pt x="328" y="669"/>
                  </a:lnTo>
                  <a:lnTo>
                    <a:pt x="333" y="661"/>
                  </a:lnTo>
                  <a:lnTo>
                    <a:pt x="340" y="652"/>
                  </a:lnTo>
                  <a:lnTo>
                    <a:pt x="349" y="644"/>
                  </a:lnTo>
                  <a:lnTo>
                    <a:pt x="357" y="634"/>
                  </a:lnTo>
                  <a:lnTo>
                    <a:pt x="362" y="626"/>
                  </a:lnTo>
                  <a:lnTo>
                    <a:pt x="365" y="617"/>
                  </a:lnTo>
                  <a:lnTo>
                    <a:pt x="367" y="610"/>
                  </a:lnTo>
                  <a:lnTo>
                    <a:pt x="368" y="604"/>
                  </a:lnTo>
                  <a:lnTo>
                    <a:pt x="371" y="599"/>
                  </a:lnTo>
                  <a:lnTo>
                    <a:pt x="376" y="598"/>
                  </a:lnTo>
                  <a:lnTo>
                    <a:pt x="383" y="599"/>
                  </a:lnTo>
                  <a:lnTo>
                    <a:pt x="389" y="600"/>
                  </a:lnTo>
                  <a:lnTo>
                    <a:pt x="391" y="599"/>
                  </a:lnTo>
                  <a:lnTo>
                    <a:pt x="389" y="596"/>
                  </a:lnTo>
                  <a:lnTo>
                    <a:pt x="384" y="591"/>
                  </a:lnTo>
                  <a:lnTo>
                    <a:pt x="377" y="584"/>
                  </a:lnTo>
                  <a:lnTo>
                    <a:pt x="368" y="577"/>
                  </a:lnTo>
                  <a:lnTo>
                    <a:pt x="358" y="571"/>
                  </a:lnTo>
                  <a:lnTo>
                    <a:pt x="349" y="565"/>
                  </a:lnTo>
                  <a:lnTo>
                    <a:pt x="340" y="558"/>
                  </a:lnTo>
                  <a:lnTo>
                    <a:pt x="332" y="549"/>
                  </a:lnTo>
                  <a:lnTo>
                    <a:pt x="323" y="539"/>
                  </a:lnTo>
                  <a:lnTo>
                    <a:pt x="317" y="527"/>
                  </a:lnTo>
                  <a:lnTo>
                    <a:pt x="311" y="517"/>
                  </a:lnTo>
                  <a:lnTo>
                    <a:pt x="307" y="508"/>
                  </a:lnTo>
                  <a:lnTo>
                    <a:pt x="305" y="502"/>
                  </a:lnTo>
                  <a:lnTo>
                    <a:pt x="304" y="500"/>
                  </a:lnTo>
                  <a:lnTo>
                    <a:pt x="306" y="500"/>
                  </a:lnTo>
                  <a:lnTo>
                    <a:pt x="312" y="498"/>
                  </a:lnTo>
                  <a:lnTo>
                    <a:pt x="318" y="494"/>
                  </a:lnTo>
                  <a:lnTo>
                    <a:pt x="321" y="486"/>
                  </a:lnTo>
                  <a:lnTo>
                    <a:pt x="321" y="480"/>
                  </a:lnTo>
                  <a:lnTo>
                    <a:pt x="320" y="474"/>
                  </a:lnTo>
                  <a:lnTo>
                    <a:pt x="319" y="467"/>
                  </a:lnTo>
                  <a:lnTo>
                    <a:pt x="319" y="461"/>
                  </a:lnTo>
                  <a:lnTo>
                    <a:pt x="319" y="454"/>
                  </a:lnTo>
                  <a:lnTo>
                    <a:pt x="320" y="448"/>
                  </a:lnTo>
                  <a:lnTo>
                    <a:pt x="323" y="442"/>
                  </a:lnTo>
                  <a:lnTo>
                    <a:pt x="330" y="436"/>
                  </a:lnTo>
                  <a:lnTo>
                    <a:pt x="335" y="430"/>
                  </a:lnTo>
                  <a:lnTo>
                    <a:pt x="335" y="425"/>
                  </a:lnTo>
                  <a:lnTo>
                    <a:pt x="333" y="421"/>
                  </a:lnTo>
                  <a:lnTo>
                    <a:pt x="329" y="417"/>
                  </a:lnTo>
                  <a:lnTo>
                    <a:pt x="322" y="414"/>
                  </a:lnTo>
                  <a:lnTo>
                    <a:pt x="317" y="412"/>
                  </a:lnTo>
                  <a:lnTo>
                    <a:pt x="314" y="410"/>
                  </a:lnTo>
                  <a:lnTo>
                    <a:pt x="312" y="410"/>
                  </a:lnTo>
                  <a:lnTo>
                    <a:pt x="313" y="409"/>
                  </a:lnTo>
                  <a:lnTo>
                    <a:pt x="315" y="406"/>
                  </a:lnTo>
                  <a:lnTo>
                    <a:pt x="317" y="401"/>
                  </a:lnTo>
                  <a:lnTo>
                    <a:pt x="318" y="395"/>
                  </a:lnTo>
                  <a:lnTo>
                    <a:pt x="318" y="390"/>
                  </a:lnTo>
                  <a:lnTo>
                    <a:pt x="317" y="383"/>
                  </a:lnTo>
                  <a:lnTo>
                    <a:pt x="312" y="379"/>
                  </a:lnTo>
                  <a:lnTo>
                    <a:pt x="304" y="376"/>
                  </a:lnTo>
                  <a:lnTo>
                    <a:pt x="295" y="376"/>
                  </a:lnTo>
                  <a:lnTo>
                    <a:pt x="287" y="377"/>
                  </a:lnTo>
                  <a:lnTo>
                    <a:pt x="280" y="381"/>
                  </a:lnTo>
                  <a:lnTo>
                    <a:pt x="273" y="386"/>
                  </a:lnTo>
                  <a:lnTo>
                    <a:pt x="267" y="391"/>
                  </a:lnTo>
                  <a:lnTo>
                    <a:pt x="263" y="395"/>
                  </a:lnTo>
                  <a:lnTo>
                    <a:pt x="258" y="398"/>
                  </a:lnTo>
                  <a:lnTo>
                    <a:pt x="254" y="399"/>
                  </a:lnTo>
                  <a:lnTo>
                    <a:pt x="249" y="399"/>
                  </a:lnTo>
                  <a:lnTo>
                    <a:pt x="244" y="398"/>
                  </a:lnTo>
                  <a:lnTo>
                    <a:pt x="239" y="396"/>
                  </a:lnTo>
                  <a:lnTo>
                    <a:pt x="233" y="395"/>
                  </a:lnTo>
                  <a:lnTo>
                    <a:pt x="229" y="394"/>
                  </a:lnTo>
                  <a:lnTo>
                    <a:pt x="225" y="392"/>
                  </a:lnTo>
                  <a:lnTo>
                    <a:pt x="221" y="391"/>
                  </a:lnTo>
                  <a:lnTo>
                    <a:pt x="220" y="391"/>
                  </a:lnTo>
                  <a:lnTo>
                    <a:pt x="221" y="390"/>
                  </a:lnTo>
                  <a:lnTo>
                    <a:pt x="225" y="386"/>
                  </a:lnTo>
                  <a:lnTo>
                    <a:pt x="229" y="380"/>
                  </a:lnTo>
                  <a:lnTo>
                    <a:pt x="232" y="373"/>
                  </a:lnTo>
                  <a:lnTo>
                    <a:pt x="235" y="366"/>
                  </a:lnTo>
                  <a:lnTo>
                    <a:pt x="236" y="359"/>
                  </a:lnTo>
                  <a:lnTo>
                    <a:pt x="234" y="353"/>
                  </a:lnTo>
                  <a:lnTo>
                    <a:pt x="229" y="348"/>
                  </a:lnTo>
                  <a:lnTo>
                    <a:pt x="223" y="344"/>
                  </a:lnTo>
                  <a:lnTo>
                    <a:pt x="222" y="339"/>
                  </a:lnTo>
                  <a:lnTo>
                    <a:pt x="222" y="334"/>
                  </a:lnTo>
                  <a:lnTo>
                    <a:pt x="225" y="328"/>
                  </a:lnTo>
                  <a:lnTo>
                    <a:pt x="226" y="323"/>
                  </a:lnTo>
                  <a:lnTo>
                    <a:pt x="226" y="318"/>
                  </a:lnTo>
                  <a:lnTo>
                    <a:pt x="222" y="315"/>
                  </a:lnTo>
                  <a:lnTo>
                    <a:pt x="214" y="312"/>
                  </a:lnTo>
                  <a:lnTo>
                    <a:pt x="204" y="311"/>
                  </a:lnTo>
                  <a:lnTo>
                    <a:pt x="196" y="312"/>
                  </a:lnTo>
                  <a:lnTo>
                    <a:pt x="189" y="314"/>
                  </a:lnTo>
                  <a:lnTo>
                    <a:pt x="184" y="318"/>
                  </a:lnTo>
                  <a:lnTo>
                    <a:pt x="180" y="323"/>
                  </a:lnTo>
                  <a:lnTo>
                    <a:pt x="179" y="330"/>
                  </a:lnTo>
                  <a:lnTo>
                    <a:pt x="179" y="338"/>
                  </a:lnTo>
                  <a:lnTo>
                    <a:pt x="181" y="346"/>
                  </a:lnTo>
                  <a:lnTo>
                    <a:pt x="183" y="353"/>
                  </a:lnTo>
                  <a:lnTo>
                    <a:pt x="184" y="360"/>
                  </a:lnTo>
                  <a:lnTo>
                    <a:pt x="184" y="365"/>
                  </a:lnTo>
                  <a:lnTo>
                    <a:pt x="183" y="371"/>
                  </a:lnTo>
                  <a:lnTo>
                    <a:pt x="182" y="377"/>
                  </a:lnTo>
                  <a:lnTo>
                    <a:pt x="183" y="385"/>
                  </a:lnTo>
                  <a:lnTo>
                    <a:pt x="185" y="394"/>
                  </a:lnTo>
                  <a:lnTo>
                    <a:pt x="190" y="405"/>
                  </a:lnTo>
                  <a:lnTo>
                    <a:pt x="194" y="416"/>
                  </a:lnTo>
                  <a:lnTo>
                    <a:pt x="196" y="424"/>
                  </a:lnTo>
                  <a:lnTo>
                    <a:pt x="195" y="430"/>
                  </a:lnTo>
                  <a:lnTo>
                    <a:pt x="193" y="435"/>
                  </a:lnTo>
                  <a:lnTo>
                    <a:pt x="190" y="437"/>
                  </a:lnTo>
                  <a:lnTo>
                    <a:pt x="187" y="438"/>
                  </a:lnTo>
                  <a:lnTo>
                    <a:pt x="185" y="439"/>
                  </a:lnTo>
                  <a:lnTo>
                    <a:pt x="184" y="439"/>
                  </a:lnTo>
                  <a:lnTo>
                    <a:pt x="184" y="436"/>
                  </a:lnTo>
                  <a:lnTo>
                    <a:pt x="183" y="428"/>
                  </a:lnTo>
                  <a:lnTo>
                    <a:pt x="181" y="417"/>
                  </a:lnTo>
                  <a:lnTo>
                    <a:pt x="179" y="405"/>
                  </a:lnTo>
                  <a:lnTo>
                    <a:pt x="176" y="392"/>
                  </a:lnTo>
                  <a:lnTo>
                    <a:pt x="172" y="378"/>
                  </a:lnTo>
                  <a:lnTo>
                    <a:pt x="168" y="367"/>
                  </a:lnTo>
                  <a:lnTo>
                    <a:pt x="164" y="360"/>
                  </a:lnTo>
                  <a:lnTo>
                    <a:pt x="160" y="354"/>
                  </a:lnTo>
                  <a:lnTo>
                    <a:pt x="156" y="347"/>
                  </a:lnTo>
                  <a:lnTo>
                    <a:pt x="152" y="340"/>
                  </a:lnTo>
                  <a:lnTo>
                    <a:pt x="149" y="331"/>
                  </a:lnTo>
                  <a:lnTo>
                    <a:pt x="146" y="325"/>
                  </a:lnTo>
                  <a:lnTo>
                    <a:pt x="144" y="319"/>
                  </a:lnTo>
                  <a:lnTo>
                    <a:pt x="142" y="315"/>
                  </a:lnTo>
                  <a:lnTo>
                    <a:pt x="142" y="314"/>
                  </a:lnTo>
                  <a:lnTo>
                    <a:pt x="140" y="315"/>
                  </a:lnTo>
                  <a:lnTo>
                    <a:pt x="136" y="319"/>
                  </a:lnTo>
                  <a:lnTo>
                    <a:pt x="129" y="324"/>
                  </a:lnTo>
                  <a:lnTo>
                    <a:pt x="120" y="329"/>
                  </a:lnTo>
                  <a:lnTo>
                    <a:pt x="110" y="336"/>
                  </a:lnTo>
                  <a:lnTo>
                    <a:pt x="100" y="341"/>
                  </a:lnTo>
                  <a:lnTo>
                    <a:pt x="90" y="345"/>
                  </a:lnTo>
                  <a:lnTo>
                    <a:pt x="80" y="346"/>
                  </a:lnTo>
                  <a:lnTo>
                    <a:pt x="70" y="344"/>
                  </a:lnTo>
                  <a:lnTo>
                    <a:pt x="62" y="340"/>
                  </a:lnTo>
                  <a:lnTo>
                    <a:pt x="55" y="334"/>
                  </a:lnTo>
                  <a:lnTo>
                    <a:pt x="49" y="325"/>
                  </a:lnTo>
                  <a:lnTo>
                    <a:pt x="46" y="318"/>
                  </a:lnTo>
                  <a:lnTo>
                    <a:pt x="47" y="312"/>
                  </a:lnTo>
                  <a:lnTo>
                    <a:pt x="50" y="308"/>
                  </a:lnTo>
                  <a:lnTo>
                    <a:pt x="58" y="306"/>
                  </a:lnTo>
                  <a:lnTo>
                    <a:pt x="66" y="306"/>
                  </a:lnTo>
                  <a:lnTo>
                    <a:pt x="72" y="305"/>
                  </a:lnTo>
                  <a:lnTo>
                    <a:pt x="74" y="304"/>
                  </a:lnTo>
                  <a:lnTo>
                    <a:pt x="73" y="302"/>
                  </a:lnTo>
                  <a:lnTo>
                    <a:pt x="71" y="300"/>
                  </a:lnTo>
                  <a:lnTo>
                    <a:pt x="66" y="298"/>
                  </a:lnTo>
                  <a:lnTo>
                    <a:pt x="60" y="295"/>
                  </a:lnTo>
                  <a:lnTo>
                    <a:pt x="52" y="292"/>
                  </a:lnTo>
                  <a:lnTo>
                    <a:pt x="43" y="290"/>
                  </a:lnTo>
                  <a:lnTo>
                    <a:pt x="34" y="290"/>
                  </a:lnTo>
                  <a:lnTo>
                    <a:pt x="23" y="291"/>
                  </a:lnTo>
                  <a:lnTo>
                    <a:pt x="14" y="293"/>
                  </a:lnTo>
                  <a:lnTo>
                    <a:pt x="7" y="294"/>
                  </a:lnTo>
                  <a:lnTo>
                    <a:pt x="2" y="294"/>
                  </a:lnTo>
                  <a:lnTo>
                    <a:pt x="0" y="292"/>
                  </a:lnTo>
                  <a:lnTo>
                    <a:pt x="2" y="287"/>
                  </a:lnTo>
                  <a:lnTo>
                    <a:pt x="7" y="279"/>
                  </a:lnTo>
                  <a:lnTo>
                    <a:pt x="14" y="272"/>
                  </a:lnTo>
                  <a:lnTo>
                    <a:pt x="21" y="265"/>
                  </a:lnTo>
                  <a:lnTo>
                    <a:pt x="29" y="258"/>
                  </a:lnTo>
                  <a:lnTo>
                    <a:pt x="36" y="251"/>
                  </a:lnTo>
                  <a:lnTo>
                    <a:pt x="42" y="246"/>
                  </a:lnTo>
                  <a:lnTo>
                    <a:pt x="46" y="243"/>
                  </a:lnTo>
                  <a:lnTo>
                    <a:pt x="47" y="242"/>
                  </a:lnTo>
                  <a:lnTo>
                    <a:pt x="44" y="197"/>
                  </a:lnTo>
                  <a:lnTo>
                    <a:pt x="66" y="199"/>
                  </a:lnTo>
                  <a:lnTo>
                    <a:pt x="58" y="179"/>
                  </a:lnTo>
                  <a:lnTo>
                    <a:pt x="71" y="174"/>
                  </a:lnTo>
                  <a:lnTo>
                    <a:pt x="74" y="141"/>
                  </a:lnTo>
                  <a:lnTo>
                    <a:pt x="76" y="142"/>
                  </a:lnTo>
                  <a:lnTo>
                    <a:pt x="78" y="144"/>
                  </a:lnTo>
                  <a:lnTo>
                    <a:pt x="81" y="147"/>
                  </a:lnTo>
                  <a:lnTo>
                    <a:pt x="86" y="149"/>
                  </a:lnTo>
                  <a:lnTo>
                    <a:pt x="91" y="151"/>
                  </a:lnTo>
                  <a:lnTo>
                    <a:pt x="98" y="152"/>
                  </a:lnTo>
                  <a:lnTo>
                    <a:pt x="105" y="150"/>
                  </a:lnTo>
                  <a:lnTo>
                    <a:pt x="113" y="146"/>
                  </a:lnTo>
                  <a:lnTo>
                    <a:pt x="120" y="141"/>
                  </a:lnTo>
                  <a:lnTo>
                    <a:pt x="124" y="136"/>
                  </a:lnTo>
                  <a:lnTo>
                    <a:pt x="128" y="133"/>
                  </a:lnTo>
                  <a:lnTo>
                    <a:pt x="129" y="128"/>
                  </a:lnTo>
                  <a:lnTo>
                    <a:pt x="130" y="124"/>
                  </a:lnTo>
                  <a:lnTo>
                    <a:pt x="131" y="120"/>
                  </a:lnTo>
                  <a:lnTo>
                    <a:pt x="133" y="114"/>
                  </a:lnTo>
                  <a:lnTo>
                    <a:pt x="136" y="107"/>
                  </a:lnTo>
                  <a:lnTo>
                    <a:pt x="140" y="99"/>
                  </a:lnTo>
                  <a:lnTo>
                    <a:pt x="142" y="93"/>
                  </a:lnTo>
                  <a:lnTo>
                    <a:pt x="144" y="88"/>
                  </a:lnTo>
                  <a:lnTo>
                    <a:pt x="146" y="83"/>
                  </a:lnTo>
                  <a:lnTo>
                    <a:pt x="146" y="79"/>
                  </a:lnTo>
                  <a:lnTo>
                    <a:pt x="147" y="77"/>
                  </a:lnTo>
                  <a:lnTo>
                    <a:pt x="147" y="75"/>
                  </a:lnTo>
                  <a:lnTo>
                    <a:pt x="179" y="96"/>
                  </a:lnTo>
                  <a:lnTo>
                    <a:pt x="179" y="97"/>
                  </a:lnTo>
                  <a:lnTo>
                    <a:pt x="178" y="99"/>
                  </a:lnTo>
                  <a:lnTo>
                    <a:pt x="177" y="102"/>
                  </a:lnTo>
                  <a:lnTo>
                    <a:pt x="176" y="107"/>
                  </a:lnTo>
                  <a:lnTo>
                    <a:pt x="175" y="113"/>
                  </a:lnTo>
                  <a:lnTo>
                    <a:pt x="173" y="120"/>
                  </a:lnTo>
                  <a:lnTo>
                    <a:pt x="172" y="128"/>
                  </a:lnTo>
                  <a:lnTo>
                    <a:pt x="172" y="138"/>
                  </a:lnTo>
                  <a:lnTo>
                    <a:pt x="173" y="146"/>
                  </a:lnTo>
                  <a:lnTo>
                    <a:pt x="177" y="153"/>
                  </a:lnTo>
                  <a:lnTo>
                    <a:pt x="181" y="158"/>
                  </a:lnTo>
                  <a:lnTo>
                    <a:pt x="184" y="162"/>
                  </a:lnTo>
                  <a:lnTo>
                    <a:pt x="185" y="164"/>
                  </a:lnTo>
                  <a:lnTo>
                    <a:pt x="184" y="165"/>
                  </a:lnTo>
                  <a:lnTo>
                    <a:pt x="180" y="165"/>
                  </a:lnTo>
                  <a:lnTo>
                    <a:pt x="169" y="165"/>
                  </a:lnTo>
                  <a:lnTo>
                    <a:pt x="161" y="166"/>
                  </a:lnTo>
                  <a:lnTo>
                    <a:pt x="159" y="171"/>
                  </a:lnTo>
                  <a:lnTo>
                    <a:pt x="163" y="177"/>
                  </a:lnTo>
                  <a:lnTo>
                    <a:pt x="171" y="186"/>
                  </a:lnTo>
                  <a:lnTo>
                    <a:pt x="180" y="194"/>
                  </a:lnTo>
                  <a:lnTo>
                    <a:pt x="189" y="201"/>
                  </a:lnTo>
                  <a:lnTo>
                    <a:pt x="195" y="206"/>
                  </a:lnTo>
                  <a:lnTo>
                    <a:pt x="198" y="208"/>
                  </a:lnTo>
                  <a:lnTo>
                    <a:pt x="201" y="165"/>
                  </a:lnTo>
                  <a:lnTo>
                    <a:pt x="226" y="186"/>
                  </a:lnTo>
                  <a:lnTo>
                    <a:pt x="229" y="154"/>
                  </a:lnTo>
                  <a:lnTo>
                    <a:pt x="262" y="165"/>
                  </a:lnTo>
                  <a:lnTo>
                    <a:pt x="248" y="129"/>
                  </a:lnTo>
                  <a:lnTo>
                    <a:pt x="267" y="107"/>
                  </a:lnTo>
                  <a:lnTo>
                    <a:pt x="266" y="106"/>
                  </a:lnTo>
                  <a:lnTo>
                    <a:pt x="263" y="102"/>
                  </a:lnTo>
                  <a:lnTo>
                    <a:pt x="259" y="96"/>
                  </a:lnTo>
                  <a:lnTo>
                    <a:pt x="255" y="89"/>
                  </a:lnTo>
                  <a:lnTo>
                    <a:pt x="251" y="81"/>
                  </a:lnTo>
                  <a:lnTo>
                    <a:pt x="248" y="74"/>
                  </a:lnTo>
                  <a:lnTo>
                    <a:pt x="247" y="67"/>
                  </a:lnTo>
                  <a:lnTo>
                    <a:pt x="248" y="61"/>
                  </a:lnTo>
                  <a:lnTo>
                    <a:pt x="249" y="56"/>
                  </a:lnTo>
                  <a:lnTo>
                    <a:pt x="248" y="50"/>
                  </a:lnTo>
                  <a:lnTo>
                    <a:pt x="246" y="45"/>
                  </a:lnTo>
                  <a:lnTo>
                    <a:pt x="244" y="40"/>
                  </a:lnTo>
                  <a:lnTo>
                    <a:pt x="241" y="35"/>
                  </a:lnTo>
                  <a:lnTo>
                    <a:pt x="240" y="30"/>
                  </a:lnTo>
                  <a:lnTo>
                    <a:pt x="241" y="28"/>
                  </a:lnTo>
                  <a:lnTo>
                    <a:pt x="245" y="27"/>
                  </a:lnTo>
                  <a:lnTo>
                    <a:pt x="249" y="26"/>
                  </a:lnTo>
                  <a:lnTo>
                    <a:pt x="252" y="22"/>
                  </a:lnTo>
                  <a:lnTo>
                    <a:pt x="253" y="17"/>
                  </a:lnTo>
                  <a:lnTo>
                    <a:pt x="255" y="12"/>
                  </a:lnTo>
                  <a:lnTo>
                    <a:pt x="258" y="7"/>
                  </a:lnTo>
                  <a:lnTo>
                    <a:pt x="262" y="4"/>
                  </a:lnTo>
                  <a:lnTo>
                    <a:pt x="268" y="3"/>
                  </a:lnTo>
                  <a:lnTo>
                    <a:pt x="279" y="5"/>
                  </a:lnTo>
                  <a:lnTo>
                    <a:pt x="290" y="8"/>
                  </a:lnTo>
                  <a:lnTo>
                    <a:pt x="301" y="9"/>
                  </a:lnTo>
                  <a:lnTo>
                    <a:pt x="310" y="9"/>
                  </a:lnTo>
                  <a:lnTo>
                    <a:pt x="318" y="8"/>
                  </a:lnTo>
                  <a:lnTo>
                    <a:pt x="326" y="7"/>
                  </a:lnTo>
                  <a:lnTo>
                    <a:pt x="331" y="5"/>
                  </a:lnTo>
                  <a:lnTo>
                    <a:pt x="334" y="4"/>
                  </a:lnTo>
                  <a:lnTo>
                    <a:pt x="335" y="3"/>
                  </a:lnTo>
                  <a:lnTo>
                    <a:pt x="335" y="6"/>
                  </a:lnTo>
                  <a:lnTo>
                    <a:pt x="336" y="16"/>
                  </a:lnTo>
                  <a:lnTo>
                    <a:pt x="336" y="29"/>
                  </a:lnTo>
                  <a:lnTo>
                    <a:pt x="337" y="46"/>
                  </a:lnTo>
                  <a:lnTo>
                    <a:pt x="338" y="63"/>
                  </a:lnTo>
                  <a:lnTo>
                    <a:pt x="339" y="80"/>
                  </a:lnTo>
                  <a:lnTo>
                    <a:pt x="340" y="94"/>
                  </a:lnTo>
                  <a:lnTo>
                    <a:pt x="341" y="104"/>
                  </a:lnTo>
                  <a:lnTo>
                    <a:pt x="341" y="108"/>
                  </a:lnTo>
                  <a:lnTo>
                    <a:pt x="341" y="106"/>
                  </a:lnTo>
                  <a:lnTo>
                    <a:pt x="341" y="100"/>
                  </a:lnTo>
                  <a:lnTo>
                    <a:pt x="341" y="91"/>
                  </a:lnTo>
                  <a:lnTo>
                    <a:pt x="343" y="80"/>
                  </a:lnTo>
                  <a:lnTo>
                    <a:pt x="346" y="69"/>
                  </a:lnTo>
                  <a:lnTo>
                    <a:pt x="352" y="60"/>
                  </a:lnTo>
                  <a:lnTo>
                    <a:pt x="360" y="53"/>
                  </a:lnTo>
                  <a:lnTo>
                    <a:pt x="369" y="49"/>
                  </a:lnTo>
                  <a:lnTo>
                    <a:pt x="378" y="47"/>
                  </a:lnTo>
                  <a:lnTo>
                    <a:pt x="384" y="46"/>
                  </a:lnTo>
                  <a:lnTo>
                    <a:pt x="389" y="46"/>
                  </a:lnTo>
                  <a:lnTo>
                    <a:pt x="393" y="47"/>
                  </a:lnTo>
                  <a:lnTo>
                    <a:pt x="395" y="48"/>
                  </a:lnTo>
                  <a:lnTo>
                    <a:pt x="397" y="50"/>
                  </a:lnTo>
                  <a:lnTo>
                    <a:pt x="401" y="51"/>
                  </a:lnTo>
                  <a:lnTo>
                    <a:pt x="411" y="51"/>
                  </a:lnTo>
                  <a:lnTo>
                    <a:pt x="419" y="49"/>
                  </a:lnTo>
                  <a:lnTo>
                    <a:pt x="421" y="42"/>
                  </a:lnTo>
                  <a:lnTo>
                    <a:pt x="419" y="36"/>
                  </a:lnTo>
                  <a:lnTo>
                    <a:pt x="419" y="29"/>
                  </a:lnTo>
                  <a:lnTo>
                    <a:pt x="418" y="22"/>
                  </a:lnTo>
                  <a:lnTo>
                    <a:pt x="418" y="15"/>
                  </a:lnTo>
                  <a:lnTo>
                    <a:pt x="418" y="9"/>
                  </a:lnTo>
                  <a:lnTo>
                    <a:pt x="419" y="4"/>
                  </a:lnTo>
                  <a:lnTo>
                    <a:pt x="419" y="1"/>
                  </a:lnTo>
                  <a:lnTo>
                    <a:pt x="419" y="0"/>
                  </a:lnTo>
                  <a:lnTo>
                    <a:pt x="421" y="1"/>
                  </a:lnTo>
                  <a:lnTo>
                    <a:pt x="428" y="2"/>
                  </a:lnTo>
                  <a:lnTo>
                    <a:pt x="436" y="4"/>
                  </a:lnTo>
                  <a:lnTo>
                    <a:pt x="445" y="6"/>
                  </a:lnTo>
                  <a:lnTo>
                    <a:pt x="454" y="7"/>
                  </a:lnTo>
                  <a:lnTo>
                    <a:pt x="463" y="7"/>
                  </a:lnTo>
                  <a:lnTo>
                    <a:pt x="470" y="6"/>
                  </a:lnTo>
                  <a:lnTo>
                    <a:pt x="475" y="3"/>
                  </a:lnTo>
                  <a:lnTo>
                    <a:pt x="477" y="1"/>
                  </a:lnTo>
                  <a:lnTo>
                    <a:pt x="479" y="2"/>
                  </a:lnTo>
                  <a:lnTo>
                    <a:pt x="481" y="6"/>
                  </a:lnTo>
                  <a:lnTo>
                    <a:pt x="483" y="11"/>
                  </a:lnTo>
                  <a:lnTo>
                    <a:pt x="484" y="17"/>
                  </a:lnTo>
                  <a:lnTo>
                    <a:pt x="485" y="22"/>
                  </a:lnTo>
                  <a:lnTo>
                    <a:pt x="486" y="26"/>
                  </a:lnTo>
                  <a:lnTo>
                    <a:pt x="486" y="27"/>
                  </a:lnTo>
                  <a:lnTo>
                    <a:pt x="497" y="61"/>
                  </a:lnTo>
                  <a:lnTo>
                    <a:pt x="497" y="60"/>
                  </a:lnTo>
                  <a:lnTo>
                    <a:pt x="499" y="57"/>
                  </a:lnTo>
                  <a:lnTo>
                    <a:pt x="501" y="54"/>
                  </a:lnTo>
                  <a:lnTo>
                    <a:pt x="504" y="49"/>
                  </a:lnTo>
                  <a:lnTo>
                    <a:pt x="509" y="44"/>
                  </a:lnTo>
                  <a:lnTo>
                    <a:pt x="514" y="39"/>
                  </a:lnTo>
                  <a:lnTo>
                    <a:pt x="520" y="35"/>
                  </a:lnTo>
                  <a:lnTo>
                    <a:pt x="529" y="30"/>
                  </a:lnTo>
                  <a:lnTo>
                    <a:pt x="542" y="24"/>
                  </a:lnTo>
                  <a:lnTo>
                    <a:pt x="550" y="20"/>
                  </a:lnTo>
                  <a:lnTo>
                    <a:pt x="554" y="24"/>
                  </a:lnTo>
                  <a:lnTo>
                    <a:pt x="556" y="39"/>
                  </a:lnTo>
                  <a:lnTo>
                    <a:pt x="557" y="48"/>
                  </a:lnTo>
                  <a:lnTo>
                    <a:pt x="556" y="56"/>
                  </a:lnTo>
                  <a:lnTo>
                    <a:pt x="555" y="61"/>
                  </a:lnTo>
                  <a:lnTo>
                    <a:pt x="553" y="65"/>
                  </a:lnTo>
                  <a:lnTo>
                    <a:pt x="551" y="68"/>
                  </a:lnTo>
                  <a:lnTo>
                    <a:pt x="550" y="69"/>
                  </a:lnTo>
                  <a:lnTo>
                    <a:pt x="548" y="70"/>
                  </a:lnTo>
                  <a:lnTo>
                    <a:pt x="549" y="69"/>
                  </a:lnTo>
                  <a:lnTo>
                    <a:pt x="551" y="65"/>
                  </a:lnTo>
                  <a:lnTo>
                    <a:pt x="554" y="60"/>
                  </a:lnTo>
                  <a:lnTo>
                    <a:pt x="558" y="55"/>
                  </a:lnTo>
                  <a:lnTo>
                    <a:pt x="563" y="50"/>
                  </a:lnTo>
                  <a:lnTo>
                    <a:pt x="569" y="45"/>
                  </a:lnTo>
                  <a:lnTo>
                    <a:pt x="577" y="42"/>
                  </a:lnTo>
                  <a:lnTo>
                    <a:pt x="584" y="42"/>
                  </a:lnTo>
                  <a:lnTo>
                    <a:pt x="590" y="43"/>
                  </a:lnTo>
                  <a:lnTo>
                    <a:pt x="595" y="45"/>
                  </a:lnTo>
                  <a:lnTo>
                    <a:pt x="598" y="46"/>
                  </a:lnTo>
                  <a:lnTo>
                    <a:pt x="600" y="49"/>
                  </a:lnTo>
                  <a:lnTo>
                    <a:pt x="603" y="52"/>
                  </a:lnTo>
                  <a:lnTo>
                    <a:pt x="607" y="57"/>
                  </a:lnTo>
                  <a:lnTo>
                    <a:pt x="612" y="63"/>
                  </a:lnTo>
                  <a:lnTo>
                    <a:pt x="620" y="70"/>
                  </a:lnTo>
                  <a:lnTo>
                    <a:pt x="630" y="78"/>
                  </a:lnTo>
                  <a:lnTo>
                    <a:pt x="639" y="86"/>
                  </a:lnTo>
                  <a:lnTo>
                    <a:pt x="647" y="92"/>
                  </a:lnTo>
                  <a:lnTo>
                    <a:pt x="654" y="97"/>
                  </a:lnTo>
                  <a:lnTo>
                    <a:pt x="659" y="101"/>
                  </a:lnTo>
                  <a:lnTo>
                    <a:pt x="660" y="105"/>
                  </a:lnTo>
                  <a:lnTo>
                    <a:pt x="659" y="109"/>
                  </a:lnTo>
                  <a:lnTo>
                    <a:pt x="654" y="112"/>
                  </a:lnTo>
                  <a:lnTo>
                    <a:pt x="649" y="114"/>
                  </a:lnTo>
                  <a:lnTo>
                    <a:pt x="646" y="114"/>
                  </a:lnTo>
                  <a:lnTo>
                    <a:pt x="648" y="114"/>
                  </a:lnTo>
                  <a:lnTo>
                    <a:pt x="652" y="116"/>
                  </a:lnTo>
                  <a:lnTo>
                    <a:pt x="656" y="121"/>
                  </a:lnTo>
                  <a:lnTo>
                    <a:pt x="661" y="129"/>
                  </a:lnTo>
                  <a:lnTo>
                    <a:pt x="665" y="143"/>
                  </a:lnTo>
                  <a:lnTo>
                    <a:pt x="669" y="157"/>
                  </a:lnTo>
                  <a:lnTo>
                    <a:pt x="671" y="168"/>
                  </a:lnTo>
                  <a:lnTo>
                    <a:pt x="674" y="175"/>
                  </a:lnTo>
                  <a:lnTo>
                    <a:pt x="676" y="181"/>
                  </a:lnTo>
                  <a:lnTo>
                    <a:pt x="676" y="185"/>
                  </a:lnTo>
                  <a:lnTo>
                    <a:pt x="677" y="187"/>
                  </a:lnTo>
                  <a:lnTo>
                    <a:pt x="677" y="188"/>
                  </a:lnTo>
                  <a:lnTo>
                    <a:pt x="677" y="187"/>
                  </a:lnTo>
                  <a:lnTo>
                    <a:pt x="677" y="184"/>
                  </a:lnTo>
                  <a:lnTo>
                    <a:pt x="677" y="178"/>
                  </a:lnTo>
                  <a:lnTo>
                    <a:pt x="678" y="173"/>
                  </a:lnTo>
                  <a:lnTo>
                    <a:pt x="681" y="167"/>
                  </a:lnTo>
                  <a:lnTo>
                    <a:pt x="685" y="161"/>
                  </a:lnTo>
                  <a:lnTo>
                    <a:pt x="692" y="156"/>
                  </a:lnTo>
                  <a:lnTo>
                    <a:pt x="702" y="152"/>
                  </a:lnTo>
                  <a:lnTo>
                    <a:pt x="711" y="147"/>
                  </a:lnTo>
                  <a:lnTo>
                    <a:pt x="715" y="140"/>
                  </a:lnTo>
                  <a:lnTo>
                    <a:pt x="716" y="131"/>
                  </a:lnTo>
                  <a:lnTo>
                    <a:pt x="716" y="123"/>
                  </a:lnTo>
                  <a:lnTo>
                    <a:pt x="716" y="116"/>
                  </a:lnTo>
                  <a:lnTo>
                    <a:pt x="718" y="110"/>
                  </a:lnTo>
                  <a:lnTo>
                    <a:pt x="722" y="108"/>
                  </a:lnTo>
                  <a:lnTo>
                    <a:pt x="733" y="109"/>
                  </a:lnTo>
                  <a:lnTo>
                    <a:pt x="746" y="111"/>
                  </a:lnTo>
                  <a:lnTo>
                    <a:pt x="751" y="107"/>
                  </a:lnTo>
                  <a:lnTo>
                    <a:pt x="752" y="100"/>
                  </a:lnTo>
                  <a:lnTo>
                    <a:pt x="753" y="93"/>
                  </a:lnTo>
                  <a:lnTo>
                    <a:pt x="760" y="92"/>
                  </a:lnTo>
                  <a:lnTo>
                    <a:pt x="766" y="92"/>
                  </a:lnTo>
                  <a:lnTo>
                    <a:pt x="774" y="91"/>
                  </a:lnTo>
                  <a:lnTo>
                    <a:pt x="780" y="91"/>
                  </a:lnTo>
                  <a:lnTo>
                    <a:pt x="785" y="90"/>
                  </a:lnTo>
                  <a:lnTo>
                    <a:pt x="790" y="90"/>
                  </a:lnTo>
                  <a:lnTo>
                    <a:pt x="794" y="90"/>
                  </a:lnTo>
                  <a:lnTo>
                    <a:pt x="797" y="90"/>
                  </a:lnTo>
                  <a:lnTo>
                    <a:pt x="804" y="88"/>
                  </a:lnTo>
                  <a:lnTo>
                    <a:pt x="811" y="86"/>
                  </a:lnTo>
                  <a:lnTo>
                    <a:pt x="819" y="84"/>
                  </a:lnTo>
                  <a:lnTo>
                    <a:pt x="829" y="81"/>
                  </a:lnTo>
                  <a:lnTo>
                    <a:pt x="838" y="80"/>
                  </a:lnTo>
                  <a:lnTo>
                    <a:pt x="847" y="78"/>
                  </a:lnTo>
                  <a:lnTo>
                    <a:pt x="856" y="77"/>
                  </a:lnTo>
                  <a:lnTo>
                    <a:pt x="864" y="77"/>
                  </a:lnTo>
                  <a:lnTo>
                    <a:pt x="873" y="78"/>
                  </a:lnTo>
                  <a:lnTo>
                    <a:pt x="881" y="80"/>
                  </a:lnTo>
                  <a:lnTo>
                    <a:pt x="888" y="85"/>
                  </a:lnTo>
                  <a:lnTo>
                    <a:pt x="894" y="89"/>
                  </a:lnTo>
                  <a:lnTo>
                    <a:pt x="900" y="93"/>
                  </a:lnTo>
                  <a:lnTo>
                    <a:pt x="904" y="97"/>
                  </a:lnTo>
                  <a:lnTo>
                    <a:pt x="906" y="99"/>
                  </a:lnTo>
                  <a:lnTo>
                    <a:pt x="907" y="100"/>
                  </a:lnTo>
                  <a:lnTo>
                    <a:pt x="908" y="100"/>
                  </a:lnTo>
                  <a:lnTo>
                    <a:pt x="911" y="100"/>
                  </a:lnTo>
                  <a:lnTo>
                    <a:pt x="916" y="99"/>
                  </a:lnTo>
                  <a:lnTo>
                    <a:pt x="925" y="98"/>
                  </a:lnTo>
                  <a:lnTo>
                    <a:pt x="934" y="96"/>
                  </a:lnTo>
                  <a:lnTo>
                    <a:pt x="945" y="93"/>
                  </a:lnTo>
                  <a:lnTo>
                    <a:pt x="959" y="89"/>
                  </a:lnTo>
                  <a:lnTo>
                    <a:pt x="975" y="84"/>
                  </a:lnTo>
                  <a:lnTo>
                    <a:pt x="991" y="80"/>
                  </a:lnTo>
                  <a:lnTo>
                    <a:pt x="1006" y="83"/>
                  </a:lnTo>
                  <a:lnTo>
                    <a:pt x="1020" y="89"/>
                  </a:lnTo>
                  <a:lnTo>
                    <a:pt x="1034" y="97"/>
                  </a:lnTo>
                  <a:lnTo>
                    <a:pt x="1044" y="106"/>
                  </a:lnTo>
                  <a:lnTo>
                    <a:pt x="1051" y="114"/>
                  </a:lnTo>
                  <a:lnTo>
                    <a:pt x="1056" y="120"/>
                  </a:lnTo>
                  <a:lnTo>
                    <a:pt x="1058" y="122"/>
                  </a:lnTo>
                  <a:lnTo>
                    <a:pt x="1058" y="123"/>
                  </a:lnTo>
                  <a:lnTo>
                    <a:pt x="1060" y="125"/>
                  </a:lnTo>
                  <a:lnTo>
                    <a:pt x="1063" y="127"/>
                  </a:lnTo>
                  <a:lnTo>
                    <a:pt x="1066" y="129"/>
                  </a:lnTo>
                  <a:lnTo>
                    <a:pt x="1071" y="130"/>
                  </a:lnTo>
                  <a:lnTo>
                    <a:pt x="1078" y="130"/>
                  </a:lnTo>
                  <a:lnTo>
                    <a:pt x="1086" y="127"/>
                  </a:lnTo>
                  <a:lnTo>
                    <a:pt x="1095" y="122"/>
                  </a:lnTo>
                  <a:lnTo>
                    <a:pt x="1101" y="118"/>
                  </a:lnTo>
                  <a:lnTo>
                    <a:pt x="1107" y="115"/>
                  </a:lnTo>
                  <a:lnTo>
                    <a:pt x="1113" y="111"/>
                  </a:lnTo>
                  <a:lnTo>
                    <a:pt x="1119" y="108"/>
                  </a:lnTo>
                  <a:lnTo>
                    <a:pt x="1116" y="115"/>
                  </a:lnTo>
                  <a:lnTo>
                    <a:pt x="1115" y="122"/>
                  </a:lnTo>
                  <a:lnTo>
                    <a:pt x="1116" y="128"/>
                  </a:lnTo>
                  <a:lnTo>
                    <a:pt x="1119" y="135"/>
                  </a:lnTo>
                  <a:lnTo>
                    <a:pt x="1123" y="141"/>
                  </a:lnTo>
                  <a:lnTo>
                    <a:pt x="1128" y="146"/>
                  </a:lnTo>
                  <a:lnTo>
                    <a:pt x="1132" y="151"/>
                  </a:lnTo>
                  <a:lnTo>
                    <a:pt x="1137" y="157"/>
                  </a:lnTo>
                  <a:lnTo>
                    <a:pt x="1142" y="164"/>
                  </a:lnTo>
                  <a:lnTo>
                    <a:pt x="1148" y="172"/>
                  </a:lnTo>
                  <a:lnTo>
                    <a:pt x="1156" y="183"/>
                  </a:lnTo>
                  <a:lnTo>
                    <a:pt x="1164" y="193"/>
                  </a:lnTo>
                  <a:lnTo>
                    <a:pt x="1173" y="203"/>
                  </a:lnTo>
                  <a:lnTo>
                    <a:pt x="1179" y="213"/>
                  </a:lnTo>
                  <a:lnTo>
                    <a:pt x="1184" y="223"/>
                  </a:lnTo>
                  <a:lnTo>
                    <a:pt x="1186" y="232"/>
                  </a:lnTo>
                  <a:lnTo>
                    <a:pt x="1186" y="242"/>
                  </a:lnTo>
                  <a:lnTo>
                    <a:pt x="1186" y="249"/>
                  </a:lnTo>
                  <a:lnTo>
                    <a:pt x="1185" y="256"/>
                  </a:lnTo>
                  <a:lnTo>
                    <a:pt x="1182" y="261"/>
                  </a:lnTo>
                  <a:lnTo>
                    <a:pt x="1178" y="266"/>
                  </a:lnTo>
                  <a:lnTo>
                    <a:pt x="1173" y="270"/>
                  </a:lnTo>
                  <a:lnTo>
                    <a:pt x="1164" y="273"/>
                  </a:lnTo>
                  <a:lnTo>
                    <a:pt x="1155" y="275"/>
                  </a:lnTo>
                  <a:lnTo>
                    <a:pt x="1146" y="276"/>
                  </a:lnTo>
                  <a:lnTo>
                    <a:pt x="1138" y="278"/>
                  </a:lnTo>
                  <a:lnTo>
                    <a:pt x="1133" y="281"/>
                  </a:lnTo>
                  <a:lnTo>
                    <a:pt x="1129" y="286"/>
                  </a:lnTo>
                  <a:lnTo>
                    <a:pt x="1127" y="290"/>
                  </a:lnTo>
                  <a:lnTo>
                    <a:pt x="1127" y="296"/>
                  </a:lnTo>
                  <a:lnTo>
                    <a:pt x="1129" y="302"/>
                  </a:lnTo>
                  <a:lnTo>
                    <a:pt x="1133" y="308"/>
                  </a:lnTo>
                  <a:lnTo>
                    <a:pt x="1137" y="316"/>
                  </a:lnTo>
                  <a:lnTo>
                    <a:pt x="1138" y="323"/>
                  </a:lnTo>
                  <a:lnTo>
                    <a:pt x="1137" y="330"/>
                  </a:lnTo>
                  <a:lnTo>
                    <a:pt x="1134" y="338"/>
                  </a:lnTo>
                  <a:lnTo>
                    <a:pt x="1129" y="344"/>
                  </a:lnTo>
                  <a:lnTo>
                    <a:pt x="1123" y="350"/>
                  </a:lnTo>
                  <a:lnTo>
                    <a:pt x="1115" y="354"/>
                  </a:lnTo>
                  <a:lnTo>
                    <a:pt x="1108" y="357"/>
                  </a:lnTo>
                  <a:lnTo>
                    <a:pt x="1102" y="359"/>
                  </a:lnTo>
                  <a:lnTo>
                    <a:pt x="1097" y="360"/>
                  </a:lnTo>
                  <a:lnTo>
                    <a:pt x="1092" y="361"/>
                  </a:lnTo>
                  <a:lnTo>
                    <a:pt x="1088" y="363"/>
                  </a:lnTo>
                  <a:lnTo>
                    <a:pt x="1085" y="366"/>
                  </a:lnTo>
                  <a:lnTo>
                    <a:pt x="1082" y="371"/>
                  </a:lnTo>
                  <a:lnTo>
                    <a:pt x="1079" y="379"/>
                  </a:lnTo>
                  <a:lnTo>
                    <a:pt x="1076" y="390"/>
                  </a:lnTo>
                  <a:lnTo>
                    <a:pt x="1075" y="403"/>
                  </a:lnTo>
                  <a:lnTo>
                    <a:pt x="1079" y="414"/>
                  </a:lnTo>
                  <a:lnTo>
                    <a:pt x="1086" y="425"/>
                  </a:lnTo>
                  <a:lnTo>
                    <a:pt x="1095" y="436"/>
                  </a:lnTo>
                  <a:lnTo>
                    <a:pt x="1106" y="444"/>
                  </a:lnTo>
                  <a:lnTo>
                    <a:pt x="1117" y="450"/>
                  </a:lnTo>
                  <a:lnTo>
                    <a:pt x="1129" y="454"/>
                  </a:lnTo>
                  <a:lnTo>
                    <a:pt x="1139" y="455"/>
                  </a:lnTo>
                  <a:lnTo>
                    <a:pt x="1147" y="457"/>
                  </a:lnTo>
                  <a:lnTo>
                    <a:pt x="1153" y="462"/>
                  </a:lnTo>
                  <a:lnTo>
                    <a:pt x="1157" y="470"/>
                  </a:lnTo>
                  <a:lnTo>
                    <a:pt x="1160" y="481"/>
                  </a:lnTo>
                  <a:lnTo>
                    <a:pt x="1160" y="495"/>
                  </a:lnTo>
                  <a:lnTo>
                    <a:pt x="1160" y="510"/>
                  </a:lnTo>
                  <a:lnTo>
                    <a:pt x="1160" y="526"/>
                  </a:lnTo>
                  <a:lnTo>
                    <a:pt x="1159" y="545"/>
                  </a:lnTo>
                  <a:lnTo>
                    <a:pt x="1159" y="560"/>
                  </a:lnTo>
                  <a:lnTo>
                    <a:pt x="1161" y="572"/>
                  </a:lnTo>
                  <a:lnTo>
                    <a:pt x="1166" y="581"/>
                  </a:lnTo>
                  <a:lnTo>
                    <a:pt x="1172" y="588"/>
                  </a:lnTo>
                  <a:lnTo>
                    <a:pt x="1179" y="591"/>
                  </a:lnTo>
                  <a:lnTo>
                    <a:pt x="1186" y="593"/>
                  </a:lnTo>
                  <a:lnTo>
                    <a:pt x="1192" y="593"/>
                  </a:lnTo>
                  <a:lnTo>
                    <a:pt x="1198" y="592"/>
                  </a:lnTo>
                  <a:lnTo>
                    <a:pt x="1204" y="594"/>
                  </a:lnTo>
                  <a:lnTo>
                    <a:pt x="1211" y="601"/>
                  </a:lnTo>
                  <a:lnTo>
                    <a:pt x="1220" y="612"/>
                  </a:lnTo>
                  <a:lnTo>
                    <a:pt x="1232" y="625"/>
                  </a:lnTo>
                  <a:lnTo>
                    <a:pt x="1243" y="640"/>
                  </a:lnTo>
                  <a:lnTo>
                    <a:pt x="1254" y="654"/>
                  </a:lnTo>
                  <a:lnTo>
                    <a:pt x="1265" y="667"/>
                  </a:lnTo>
                  <a:lnTo>
                    <a:pt x="1276" y="677"/>
                  </a:lnTo>
                  <a:lnTo>
                    <a:pt x="1284" y="684"/>
                  </a:lnTo>
                  <a:lnTo>
                    <a:pt x="1288" y="692"/>
                  </a:lnTo>
                  <a:lnTo>
                    <a:pt x="1287" y="697"/>
                  </a:lnTo>
                  <a:lnTo>
                    <a:pt x="1285" y="701"/>
                  </a:lnTo>
                  <a:lnTo>
                    <a:pt x="1279" y="706"/>
                  </a:lnTo>
                  <a:lnTo>
                    <a:pt x="1273" y="711"/>
                  </a:lnTo>
                  <a:lnTo>
                    <a:pt x="1265" y="716"/>
                  </a:lnTo>
                  <a:lnTo>
                    <a:pt x="1259" y="722"/>
                  </a:lnTo>
                  <a:lnTo>
                    <a:pt x="1255" y="729"/>
                  </a:lnTo>
                  <a:lnTo>
                    <a:pt x="1253" y="739"/>
                  </a:lnTo>
                  <a:lnTo>
                    <a:pt x="1254" y="750"/>
                  </a:lnTo>
                  <a:lnTo>
                    <a:pt x="1256" y="762"/>
                  </a:lnTo>
                  <a:lnTo>
                    <a:pt x="1258" y="774"/>
                  </a:lnTo>
                  <a:lnTo>
                    <a:pt x="1259" y="785"/>
                  </a:lnTo>
                  <a:lnTo>
                    <a:pt x="1259" y="797"/>
                  </a:lnTo>
                  <a:lnTo>
                    <a:pt x="1257" y="806"/>
                  </a:lnTo>
                  <a:lnTo>
                    <a:pt x="1256" y="815"/>
                  </a:lnTo>
                  <a:lnTo>
                    <a:pt x="1263" y="825"/>
                  </a:lnTo>
                  <a:lnTo>
                    <a:pt x="1275" y="837"/>
                  </a:lnTo>
                  <a:lnTo>
                    <a:pt x="1291" y="847"/>
                  </a:lnTo>
                  <a:lnTo>
                    <a:pt x="1308" y="857"/>
                  </a:lnTo>
                  <a:lnTo>
                    <a:pt x="1327" y="868"/>
                  </a:lnTo>
                  <a:lnTo>
                    <a:pt x="1343" y="878"/>
                  </a:lnTo>
                  <a:lnTo>
                    <a:pt x="1357" y="888"/>
                  </a:lnTo>
                  <a:lnTo>
                    <a:pt x="1368" y="899"/>
                  </a:lnTo>
                  <a:lnTo>
                    <a:pt x="1378" y="914"/>
                  </a:lnTo>
                  <a:lnTo>
                    <a:pt x="1384" y="932"/>
                  </a:lnTo>
                  <a:lnTo>
                    <a:pt x="1389" y="952"/>
                  </a:lnTo>
                  <a:lnTo>
                    <a:pt x="1392" y="971"/>
                  </a:lnTo>
                  <a:lnTo>
                    <a:pt x="1395" y="991"/>
                  </a:lnTo>
                  <a:lnTo>
                    <a:pt x="1397" y="1008"/>
                  </a:lnTo>
                  <a:lnTo>
                    <a:pt x="1400" y="1022"/>
                  </a:lnTo>
                  <a:lnTo>
                    <a:pt x="1402" y="1028"/>
                  </a:lnTo>
                  <a:lnTo>
                    <a:pt x="1405" y="1033"/>
                  </a:lnTo>
                  <a:lnTo>
                    <a:pt x="1410" y="1039"/>
                  </a:lnTo>
                  <a:lnTo>
                    <a:pt x="1416" y="1044"/>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38" name="Freeform 537">
              <a:extLst>
                <a:ext uri="{FF2B5EF4-FFF2-40B4-BE49-F238E27FC236}">
                  <a16:creationId xmlns:a16="http://schemas.microsoft.com/office/drawing/2014/main" id="{7B85C32E-3F58-58EC-E832-84551B207303}"/>
                </a:ext>
              </a:extLst>
            </p:cNvPr>
            <p:cNvSpPr>
              <a:spLocks/>
            </p:cNvSpPr>
            <p:nvPr/>
          </p:nvSpPr>
          <p:spPr bwMode="auto">
            <a:xfrm>
              <a:off x="2265" y="3218"/>
              <a:ext cx="354" cy="296"/>
            </a:xfrm>
            <a:custGeom>
              <a:avLst/>
              <a:gdLst>
                <a:gd name="T0" fmla="*/ 0 w 1416"/>
                <a:gd name="T1" fmla="*/ 0 h 1184"/>
                <a:gd name="T2" fmla="*/ 0 w 1416"/>
                <a:gd name="T3" fmla="*/ 0 h 1184"/>
                <a:gd name="T4" fmla="*/ 0 w 1416"/>
                <a:gd name="T5" fmla="*/ 0 h 1184"/>
                <a:gd name="T6" fmla="*/ 0 w 1416"/>
                <a:gd name="T7" fmla="*/ 0 h 1184"/>
                <a:gd name="T8" fmla="*/ 0 w 1416"/>
                <a:gd name="T9" fmla="*/ 0 h 1184"/>
                <a:gd name="T10" fmla="*/ 0 w 1416"/>
                <a:gd name="T11" fmla="*/ 0 h 1184"/>
                <a:gd name="T12" fmla="*/ 0 w 1416"/>
                <a:gd name="T13" fmla="*/ 0 h 1184"/>
                <a:gd name="T14" fmla="*/ 0 w 1416"/>
                <a:gd name="T15" fmla="*/ 0 h 1184"/>
                <a:gd name="T16" fmla="*/ 0 w 1416"/>
                <a:gd name="T17" fmla="*/ 0 h 1184"/>
                <a:gd name="T18" fmla="*/ 0 w 1416"/>
                <a:gd name="T19" fmla="*/ 0 h 1184"/>
                <a:gd name="T20" fmla="*/ 0 w 1416"/>
                <a:gd name="T21" fmla="*/ 0 h 1184"/>
                <a:gd name="T22" fmla="*/ 0 w 1416"/>
                <a:gd name="T23" fmla="*/ 0 h 1184"/>
                <a:gd name="T24" fmla="*/ 0 w 1416"/>
                <a:gd name="T25" fmla="*/ 0 h 1184"/>
                <a:gd name="T26" fmla="*/ 0 w 1416"/>
                <a:gd name="T27" fmla="*/ 0 h 1184"/>
                <a:gd name="T28" fmla="*/ 0 w 1416"/>
                <a:gd name="T29" fmla="*/ 0 h 1184"/>
                <a:gd name="T30" fmla="*/ 0 w 1416"/>
                <a:gd name="T31" fmla="*/ 0 h 1184"/>
                <a:gd name="T32" fmla="*/ 0 w 1416"/>
                <a:gd name="T33" fmla="*/ 0 h 1184"/>
                <a:gd name="T34" fmla="*/ 0 w 1416"/>
                <a:gd name="T35" fmla="*/ 0 h 1184"/>
                <a:gd name="T36" fmla="*/ 0 w 1416"/>
                <a:gd name="T37" fmla="*/ 0 h 1184"/>
                <a:gd name="T38" fmla="*/ 0 w 1416"/>
                <a:gd name="T39" fmla="*/ 0 h 1184"/>
                <a:gd name="T40" fmla="*/ 0 w 1416"/>
                <a:gd name="T41" fmla="*/ 0 h 1184"/>
                <a:gd name="T42" fmla="*/ 0 w 1416"/>
                <a:gd name="T43" fmla="*/ 0 h 1184"/>
                <a:gd name="T44" fmla="*/ 0 w 1416"/>
                <a:gd name="T45" fmla="*/ 0 h 1184"/>
                <a:gd name="T46" fmla="*/ 0 w 1416"/>
                <a:gd name="T47" fmla="*/ 0 h 1184"/>
                <a:gd name="T48" fmla="*/ 0 w 1416"/>
                <a:gd name="T49" fmla="*/ 0 h 1184"/>
                <a:gd name="T50" fmla="*/ 0 w 1416"/>
                <a:gd name="T51" fmla="*/ 0 h 1184"/>
                <a:gd name="T52" fmla="*/ 0 w 1416"/>
                <a:gd name="T53" fmla="*/ 0 h 1184"/>
                <a:gd name="T54" fmla="*/ 0 w 1416"/>
                <a:gd name="T55" fmla="*/ 0 h 1184"/>
                <a:gd name="T56" fmla="*/ 0 w 1416"/>
                <a:gd name="T57" fmla="*/ 0 h 1184"/>
                <a:gd name="T58" fmla="*/ 0 w 1416"/>
                <a:gd name="T59" fmla="*/ 0 h 1184"/>
                <a:gd name="T60" fmla="*/ 0 w 1416"/>
                <a:gd name="T61" fmla="*/ 0 h 1184"/>
                <a:gd name="T62" fmla="*/ 0 w 1416"/>
                <a:gd name="T63" fmla="*/ 0 h 1184"/>
                <a:gd name="T64" fmla="*/ 0 w 1416"/>
                <a:gd name="T65" fmla="*/ 0 h 1184"/>
                <a:gd name="T66" fmla="*/ 0 w 1416"/>
                <a:gd name="T67" fmla="*/ 0 h 1184"/>
                <a:gd name="T68" fmla="*/ 0 w 1416"/>
                <a:gd name="T69" fmla="*/ 0 h 1184"/>
                <a:gd name="T70" fmla="*/ 0 w 1416"/>
                <a:gd name="T71" fmla="*/ 0 h 1184"/>
                <a:gd name="T72" fmla="*/ 0 w 1416"/>
                <a:gd name="T73" fmla="*/ 0 h 1184"/>
                <a:gd name="T74" fmla="*/ 0 w 1416"/>
                <a:gd name="T75" fmla="*/ 0 h 1184"/>
                <a:gd name="T76" fmla="*/ 0 w 1416"/>
                <a:gd name="T77" fmla="*/ 0 h 1184"/>
                <a:gd name="T78" fmla="*/ 0 w 1416"/>
                <a:gd name="T79" fmla="*/ 0 h 1184"/>
                <a:gd name="T80" fmla="*/ 0 w 1416"/>
                <a:gd name="T81" fmla="*/ 0 h 1184"/>
                <a:gd name="T82" fmla="*/ 0 w 1416"/>
                <a:gd name="T83" fmla="*/ 0 h 1184"/>
                <a:gd name="T84" fmla="*/ 0 w 1416"/>
                <a:gd name="T85" fmla="*/ 0 h 1184"/>
                <a:gd name="T86" fmla="*/ 0 w 1416"/>
                <a:gd name="T87" fmla="*/ 0 h 1184"/>
                <a:gd name="T88" fmla="*/ 0 w 1416"/>
                <a:gd name="T89" fmla="*/ 0 h 1184"/>
                <a:gd name="T90" fmla="*/ 0 w 1416"/>
                <a:gd name="T91" fmla="*/ 0 h 1184"/>
                <a:gd name="T92" fmla="*/ 0 w 1416"/>
                <a:gd name="T93" fmla="*/ 0 h 1184"/>
                <a:gd name="T94" fmla="*/ 0 w 1416"/>
                <a:gd name="T95" fmla="*/ 0 h 1184"/>
                <a:gd name="T96" fmla="*/ 0 w 1416"/>
                <a:gd name="T97" fmla="*/ 0 h 1184"/>
                <a:gd name="T98" fmla="*/ 0 w 1416"/>
                <a:gd name="T99" fmla="*/ 0 h 1184"/>
                <a:gd name="T100" fmla="*/ 0 w 1416"/>
                <a:gd name="T101" fmla="*/ 0 h 1184"/>
                <a:gd name="T102" fmla="*/ 0 w 1416"/>
                <a:gd name="T103" fmla="*/ 0 h 1184"/>
                <a:gd name="T104" fmla="*/ 0 w 1416"/>
                <a:gd name="T105" fmla="*/ 0 h 1184"/>
                <a:gd name="T106" fmla="*/ 0 w 1416"/>
                <a:gd name="T107" fmla="*/ 0 h 1184"/>
                <a:gd name="T108" fmla="*/ 0 w 1416"/>
                <a:gd name="T109" fmla="*/ 0 h 1184"/>
                <a:gd name="T110" fmla="*/ 0 w 1416"/>
                <a:gd name="T111" fmla="*/ 0 h 1184"/>
                <a:gd name="T112" fmla="*/ 0 w 1416"/>
                <a:gd name="T113" fmla="*/ 0 h 1184"/>
                <a:gd name="T114" fmla="*/ 0 w 1416"/>
                <a:gd name="T115" fmla="*/ 0 h 1184"/>
                <a:gd name="T116" fmla="*/ 0 w 1416"/>
                <a:gd name="T117" fmla="*/ 0 h 1184"/>
                <a:gd name="T118" fmla="*/ 0 w 1416"/>
                <a:gd name="T119" fmla="*/ 0 h 1184"/>
                <a:gd name="T120" fmla="*/ 0 w 1416"/>
                <a:gd name="T121" fmla="*/ 0 h 1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6" h="1184">
                  <a:moveTo>
                    <a:pt x="1416" y="1044"/>
                  </a:moveTo>
                  <a:lnTo>
                    <a:pt x="1416" y="1044"/>
                  </a:lnTo>
                  <a:lnTo>
                    <a:pt x="1412" y="1056"/>
                  </a:lnTo>
                  <a:lnTo>
                    <a:pt x="1407" y="1068"/>
                  </a:lnTo>
                  <a:lnTo>
                    <a:pt x="1402" y="1081"/>
                  </a:lnTo>
                  <a:lnTo>
                    <a:pt x="1397" y="1094"/>
                  </a:lnTo>
                  <a:lnTo>
                    <a:pt x="1391" y="1106"/>
                  </a:lnTo>
                  <a:lnTo>
                    <a:pt x="1386" y="1115"/>
                  </a:lnTo>
                  <a:lnTo>
                    <a:pt x="1381" y="1122"/>
                  </a:lnTo>
                  <a:lnTo>
                    <a:pt x="1377" y="1126"/>
                  </a:lnTo>
                  <a:lnTo>
                    <a:pt x="1370" y="1129"/>
                  </a:lnTo>
                  <a:lnTo>
                    <a:pt x="1364" y="1133"/>
                  </a:lnTo>
                  <a:lnTo>
                    <a:pt x="1359" y="1139"/>
                  </a:lnTo>
                  <a:lnTo>
                    <a:pt x="1354" y="1144"/>
                  </a:lnTo>
                  <a:lnTo>
                    <a:pt x="1349" y="1150"/>
                  </a:lnTo>
                  <a:lnTo>
                    <a:pt x="1344" y="1157"/>
                  </a:lnTo>
                  <a:lnTo>
                    <a:pt x="1340" y="1164"/>
                  </a:lnTo>
                  <a:lnTo>
                    <a:pt x="1336" y="1173"/>
                  </a:lnTo>
                  <a:lnTo>
                    <a:pt x="1330" y="1180"/>
                  </a:lnTo>
                  <a:lnTo>
                    <a:pt x="1323" y="1184"/>
                  </a:lnTo>
                  <a:lnTo>
                    <a:pt x="1313" y="1184"/>
                  </a:lnTo>
                  <a:lnTo>
                    <a:pt x="1303" y="1182"/>
                  </a:lnTo>
                  <a:lnTo>
                    <a:pt x="1292" y="1180"/>
                  </a:lnTo>
                  <a:lnTo>
                    <a:pt x="1282" y="1177"/>
                  </a:lnTo>
                  <a:lnTo>
                    <a:pt x="1272" y="1176"/>
                  </a:lnTo>
                  <a:lnTo>
                    <a:pt x="1262" y="1177"/>
                  </a:lnTo>
                  <a:lnTo>
                    <a:pt x="1253" y="1179"/>
                  </a:lnTo>
                  <a:lnTo>
                    <a:pt x="1242" y="1181"/>
                  </a:lnTo>
                  <a:lnTo>
                    <a:pt x="1231" y="1181"/>
                  </a:lnTo>
                  <a:lnTo>
                    <a:pt x="1219" y="1181"/>
                  </a:lnTo>
                  <a:lnTo>
                    <a:pt x="1207" y="1180"/>
                  </a:lnTo>
                  <a:lnTo>
                    <a:pt x="1196" y="1178"/>
                  </a:lnTo>
                  <a:lnTo>
                    <a:pt x="1187" y="1174"/>
                  </a:lnTo>
                  <a:lnTo>
                    <a:pt x="1179" y="1169"/>
                  </a:lnTo>
                  <a:lnTo>
                    <a:pt x="1173" y="1162"/>
                  </a:lnTo>
                  <a:lnTo>
                    <a:pt x="1168" y="1155"/>
                  </a:lnTo>
                  <a:lnTo>
                    <a:pt x="1165" y="1148"/>
                  </a:lnTo>
                  <a:lnTo>
                    <a:pt x="1165" y="1142"/>
                  </a:lnTo>
                  <a:lnTo>
                    <a:pt x="1165" y="1136"/>
                  </a:lnTo>
                  <a:lnTo>
                    <a:pt x="1165" y="1132"/>
                  </a:lnTo>
                  <a:lnTo>
                    <a:pt x="1166" y="1129"/>
                  </a:lnTo>
                  <a:lnTo>
                    <a:pt x="1166" y="1128"/>
                  </a:lnTo>
                  <a:lnTo>
                    <a:pt x="1150" y="1110"/>
                  </a:lnTo>
                  <a:lnTo>
                    <a:pt x="1148" y="1110"/>
                  </a:lnTo>
                  <a:lnTo>
                    <a:pt x="1141" y="1111"/>
                  </a:lnTo>
                  <a:lnTo>
                    <a:pt x="1132" y="1111"/>
                  </a:lnTo>
                  <a:lnTo>
                    <a:pt x="1123" y="1111"/>
                  </a:lnTo>
                  <a:lnTo>
                    <a:pt x="1112" y="1110"/>
                  </a:lnTo>
                  <a:lnTo>
                    <a:pt x="1105" y="1107"/>
                  </a:lnTo>
                  <a:lnTo>
                    <a:pt x="1102" y="1102"/>
                  </a:lnTo>
                  <a:lnTo>
                    <a:pt x="1103" y="1094"/>
                  </a:lnTo>
                  <a:lnTo>
                    <a:pt x="1106" y="1083"/>
                  </a:lnTo>
                  <a:lnTo>
                    <a:pt x="1109" y="1073"/>
                  </a:lnTo>
                  <a:lnTo>
                    <a:pt x="1111" y="1063"/>
                  </a:lnTo>
                  <a:lnTo>
                    <a:pt x="1111" y="1054"/>
                  </a:lnTo>
                  <a:lnTo>
                    <a:pt x="1110" y="1046"/>
                  </a:lnTo>
                  <a:lnTo>
                    <a:pt x="1108" y="1039"/>
                  </a:lnTo>
                  <a:lnTo>
                    <a:pt x="1103" y="1033"/>
                  </a:lnTo>
                  <a:lnTo>
                    <a:pt x="1097" y="1030"/>
                  </a:lnTo>
                  <a:lnTo>
                    <a:pt x="1088" y="1029"/>
                  </a:lnTo>
                  <a:lnTo>
                    <a:pt x="1077" y="1027"/>
                  </a:lnTo>
                  <a:lnTo>
                    <a:pt x="1063" y="1025"/>
                  </a:lnTo>
                  <a:lnTo>
                    <a:pt x="1050" y="1024"/>
                  </a:lnTo>
                  <a:lnTo>
                    <a:pt x="1037" y="1024"/>
                  </a:lnTo>
                  <a:lnTo>
                    <a:pt x="1025" y="1026"/>
                  </a:lnTo>
                  <a:lnTo>
                    <a:pt x="1013" y="1031"/>
                  </a:lnTo>
                  <a:lnTo>
                    <a:pt x="1005" y="1039"/>
                  </a:lnTo>
                  <a:lnTo>
                    <a:pt x="997" y="1047"/>
                  </a:lnTo>
                  <a:lnTo>
                    <a:pt x="987" y="1051"/>
                  </a:lnTo>
                  <a:lnTo>
                    <a:pt x="976" y="1053"/>
                  </a:lnTo>
                  <a:lnTo>
                    <a:pt x="964" y="1052"/>
                  </a:lnTo>
                  <a:lnTo>
                    <a:pt x="952" y="1049"/>
                  </a:lnTo>
                  <a:lnTo>
                    <a:pt x="940" y="1046"/>
                  </a:lnTo>
                  <a:lnTo>
                    <a:pt x="928" y="1042"/>
                  </a:lnTo>
                  <a:lnTo>
                    <a:pt x="915" y="1039"/>
                  </a:lnTo>
                  <a:lnTo>
                    <a:pt x="904" y="1036"/>
                  </a:lnTo>
                  <a:lnTo>
                    <a:pt x="893" y="1035"/>
                  </a:lnTo>
                  <a:lnTo>
                    <a:pt x="884" y="1034"/>
                  </a:lnTo>
                  <a:lnTo>
                    <a:pt x="875" y="1034"/>
                  </a:lnTo>
                  <a:lnTo>
                    <a:pt x="866" y="1032"/>
                  </a:lnTo>
                  <a:lnTo>
                    <a:pt x="859" y="1029"/>
                  </a:lnTo>
                  <a:lnTo>
                    <a:pt x="854" y="1024"/>
                  </a:lnTo>
                  <a:lnTo>
                    <a:pt x="850" y="1016"/>
                  </a:lnTo>
                  <a:lnTo>
                    <a:pt x="846" y="1008"/>
                  </a:lnTo>
                  <a:lnTo>
                    <a:pt x="840" y="1002"/>
                  </a:lnTo>
                  <a:lnTo>
                    <a:pt x="832" y="998"/>
                  </a:lnTo>
                  <a:lnTo>
                    <a:pt x="824" y="996"/>
                  </a:lnTo>
                  <a:lnTo>
                    <a:pt x="815" y="996"/>
                  </a:lnTo>
                  <a:lnTo>
                    <a:pt x="807" y="998"/>
                  </a:lnTo>
                  <a:lnTo>
                    <a:pt x="801" y="1002"/>
                  </a:lnTo>
                  <a:lnTo>
                    <a:pt x="797" y="1008"/>
                  </a:lnTo>
                  <a:lnTo>
                    <a:pt x="793" y="1014"/>
                  </a:lnTo>
                  <a:lnTo>
                    <a:pt x="787" y="1019"/>
                  </a:lnTo>
                  <a:lnTo>
                    <a:pt x="779" y="1023"/>
                  </a:lnTo>
                  <a:lnTo>
                    <a:pt x="770" y="1026"/>
                  </a:lnTo>
                  <a:lnTo>
                    <a:pt x="761" y="1030"/>
                  </a:lnTo>
                  <a:lnTo>
                    <a:pt x="754" y="1034"/>
                  </a:lnTo>
                  <a:lnTo>
                    <a:pt x="747" y="1040"/>
                  </a:lnTo>
                  <a:lnTo>
                    <a:pt x="742" y="1047"/>
                  </a:lnTo>
                  <a:lnTo>
                    <a:pt x="737" y="1053"/>
                  </a:lnTo>
                  <a:lnTo>
                    <a:pt x="730" y="1055"/>
                  </a:lnTo>
                  <a:lnTo>
                    <a:pt x="721" y="1055"/>
                  </a:lnTo>
                  <a:lnTo>
                    <a:pt x="712" y="1052"/>
                  </a:lnTo>
                  <a:lnTo>
                    <a:pt x="703" y="1047"/>
                  </a:lnTo>
                  <a:lnTo>
                    <a:pt x="695" y="1042"/>
                  </a:lnTo>
                  <a:lnTo>
                    <a:pt x="688" y="1035"/>
                  </a:lnTo>
                  <a:lnTo>
                    <a:pt x="683" y="1030"/>
                  </a:lnTo>
                  <a:lnTo>
                    <a:pt x="679" y="1027"/>
                  </a:lnTo>
                  <a:lnTo>
                    <a:pt x="672" y="1026"/>
                  </a:lnTo>
                  <a:lnTo>
                    <a:pt x="665" y="1025"/>
                  </a:lnTo>
                  <a:lnTo>
                    <a:pt x="659" y="1026"/>
                  </a:lnTo>
                  <a:lnTo>
                    <a:pt x="651" y="1028"/>
                  </a:lnTo>
                  <a:lnTo>
                    <a:pt x="644" y="1031"/>
                  </a:lnTo>
                  <a:lnTo>
                    <a:pt x="638" y="1034"/>
                  </a:lnTo>
                  <a:lnTo>
                    <a:pt x="632" y="1039"/>
                  </a:lnTo>
                  <a:lnTo>
                    <a:pt x="627" y="1043"/>
                  </a:lnTo>
                  <a:lnTo>
                    <a:pt x="620" y="1047"/>
                  </a:lnTo>
                  <a:lnTo>
                    <a:pt x="615" y="1051"/>
                  </a:lnTo>
                  <a:lnTo>
                    <a:pt x="609" y="1054"/>
                  </a:lnTo>
                  <a:lnTo>
                    <a:pt x="603" y="1057"/>
                  </a:lnTo>
                  <a:lnTo>
                    <a:pt x="598" y="1058"/>
                  </a:lnTo>
                  <a:lnTo>
                    <a:pt x="592" y="1059"/>
                  </a:lnTo>
                  <a:lnTo>
                    <a:pt x="587" y="1059"/>
                  </a:lnTo>
                  <a:lnTo>
                    <a:pt x="583" y="1059"/>
                  </a:lnTo>
                  <a:lnTo>
                    <a:pt x="577" y="1061"/>
                  </a:lnTo>
                  <a:lnTo>
                    <a:pt x="569" y="1065"/>
                  </a:lnTo>
                  <a:lnTo>
                    <a:pt x="559" y="1069"/>
                  </a:lnTo>
                  <a:lnTo>
                    <a:pt x="548" y="1075"/>
                  </a:lnTo>
                  <a:lnTo>
                    <a:pt x="534" y="1081"/>
                  </a:lnTo>
                  <a:lnTo>
                    <a:pt x="515" y="1086"/>
                  </a:lnTo>
                  <a:lnTo>
                    <a:pt x="495" y="1093"/>
                  </a:lnTo>
                  <a:lnTo>
                    <a:pt x="487" y="1090"/>
                  </a:lnTo>
                  <a:lnTo>
                    <a:pt x="481" y="1085"/>
                  </a:lnTo>
                  <a:lnTo>
                    <a:pt x="477" y="1080"/>
                  </a:lnTo>
                  <a:lnTo>
                    <a:pt x="472" y="1076"/>
                  </a:lnTo>
                  <a:lnTo>
                    <a:pt x="469" y="1071"/>
                  </a:lnTo>
                  <a:lnTo>
                    <a:pt x="467" y="1065"/>
                  </a:lnTo>
                  <a:lnTo>
                    <a:pt x="464" y="1060"/>
                  </a:lnTo>
                  <a:lnTo>
                    <a:pt x="461" y="1054"/>
                  </a:lnTo>
                  <a:lnTo>
                    <a:pt x="456" y="1047"/>
                  </a:lnTo>
                  <a:lnTo>
                    <a:pt x="449" y="1039"/>
                  </a:lnTo>
                  <a:lnTo>
                    <a:pt x="442" y="1030"/>
                  </a:lnTo>
                  <a:lnTo>
                    <a:pt x="433" y="1021"/>
                  </a:lnTo>
                  <a:lnTo>
                    <a:pt x="425" y="1014"/>
                  </a:lnTo>
                  <a:lnTo>
                    <a:pt x="415" y="1007"/>
                  </a:lnTo>
                  <a:lnTo>
                    <a:pt x="408" y="1001"/>
                  </a:lnTo>
                  <a:lnTo>
                    <a:pt x="402" y="998"/>
                  </a:lnTo>
                  <a:lnTo>
                    <a:pt x="397" y="995"/>
                  </a:lnTo>
                  <a:lnTo>
                    <a:pt x="392" y="990"/>
                  </a:lnTo>
                  <a:lnTo>
                    <a:pt x="387" y="983"/>
                  </a:lnTo>
                  <a:lnTo>
                    <a:pt x="383" y="977"/>
                  </a:lnTo>
                  <a:lnTo>
                    <a:pt x="379" y="972"/>
                  </a:lnTo>
                  <a:lnTo>
                    <a:pt x="373" y="969"/>
                  </a:lnTo>
                  <a:lnTo>
                    <a:pt x="369" y="969"/>
                  </a:lnTo>
                  <a:lnTo>
                    <a:pt x="365" y="972"/>
                  </a:lnTo>
                  <a:lnTo>
                    <a:pt x="361" y="975"/>
                  </a:lnTo>
                  <a:lnTo>
                    <a:pt x="359" y="973"/>
                  </a:lnTo>
                  <a:lnTo>
                    <a:pt x="358" y="968"/>
                  </a:lnTo>
                  <a:lnTo>
                    <a:pt x="357" y="961"/>
                  </a:lnTo>
                  <a:lnTo>
                    <a:pt x="357" y="953"/>
                  </a:lnTo>
                  <a:lnTo>
                    <a:pt x="357" y="946"/>
                  </a:lnTo>
                  <a:lnTo>
                    <a:pt x="357" y="941"/>
                  </a:lnTo>
                  <a:lnTo>
                    <a:pt x="357" y="939"/>
                  </a:lnTo>
                  <a:lnTo>
                    <a:pt x="358" y="938"/>
                  </a:lnTo>
                  <a:lnTo>
                    <a:pt x="361" y="936"/>
                  </a:lnTo>
                  <a:lnTo>
                    <a:pt x="365" y="933"/>
                  </a:lnTo>
                  <a:lnTo>
                    <a:pt x="370" y="930"/>
                  </a:lnTo>
                  <a:lnTo>
                    <a:pt x="376" y="925"/>
                  </a:lnTo>
                  <a:lnTo>
                    <a:pt x="381" y="919"/>
                  </a:lnTo>
                  <a:lnTo>
                    <a:pt x="385" y="913"/>
                  </a:lnTo>
                  <a:lnTo>
                    <a:pt x="388" y="905"/>
                  </a:lnTo>
                  <a:lnTo>
                    <a:pt x="390" y="896"/>
                  </a:lnTo>
                  <a:lnTo>
                    <a:pt x="390" y="884"/>
                  </a:lnTo>
                  <a:lnTo>
                    <a:pt x="391" y="872"/>
                  </a:lnTo>
                  <a:lnTo>
                    <a:pt x="391" y="858"/>
                  </a:lnTo>
                  <a:lnTo>
                    <a:pt x="391" y="844"/>
                  </a:lnTo>
                  <a:lnTo>
                    <a:pt x="392" y="827"/>
                  </a:lnTo>
                  <a:lnTo>
                    <a:pt x="394" y="812"/>
                  </a:lnTo>
                  <a:lnTo>
                    <a:pt x="397" y="796"/>
                  </a:lnTo>
                  <a:lnTo>
                    <a:pt x="398" y="782"/>
                  </a:lnTo>
                  <a:lnTo>
                    <a:pt x="392" y="773"/>
                  </a:lnTo>
                  <a:lnTo>
                    <a:pt x="384" y="768"/>
                  </a:lnTo>
                  <a:lnTo>
                    <a:pt x="373" y="764"/>
                  </a:lnTo>
                  <a:lnTo>
                    <a:pt x="364" y="761"/>
                  </a:lnTo>
                  <a:lnTo>
                    <a:pt x="358" y="757"/>
                  </a:lnTo>
                  <a:lnTo>
                    <a:pt x="358" y="750"/>
                  </a:lnTo>
                  <a:lnTo>
                    <a:pt x="365" y="739"/>
                  </a:lnTo>
                  <a:lnTo>
                    <a:pt x="375" y="727"/>
                  </a:lnTo>
                  <a:lnTo>
                    <a:pt x="381" y="718"/>
                  </a:lnTo>
                  <a:lnTo>
                    <a:pt x="382" y="713"/>
                  </a:lnTo>
                  <a:lnTo>
                    <a:pt x="381" y="709"/>
                  </a:lnTo>
                  <a:lnTo>
                    <a:pt x="376" y="706"/>
                  </a:lnTo>
                  <a:lnTo>
                    <a:pt x="367" y="704"/>
                  </a:lnTo>
                  <a:lnTo>
                    <a:pt x="358" y="702"/>
                  </a:lnTo>
                  <a:lnTo>
                    <a:pt x="346" y="700"/>
                  </a:lnTo>
                  <a:lnTo>
                    <a:pt x="336" y="696"/>
                  </a:lnTo>
                  <a:lnTo>
                    <a:pt x="329" y="691"/>
                  </a:lnTo>
                  <a:lnTo>
                    <a:pt x="326" y="684"/>
                  </a:lnTo>
                  <a:lnTo>
                    <a:pt x="326" y="677"/>
                  </a:lnTo>
                  <a:lnTo>
                    <a:pt x="328" y="669"/>
                  </a:lnTo>
                  <a:lnTo>
                    <a:pt x="333" y="661"/>
                  </a:lnTo>
                  <a:lnTo>
                    <a:pt x="340" y="652"/>
                  </a:lnTo>
                  <a:lnTo>
                    <a:pt x="349" y="644"/>
                  </a:lnTo>
                  <a:lnTo>
                    <a:pt x="357" y="634"/>
                  </a:lnTo>
                  <a:lnTo>
                    <a:pt x="362" y="626"/>
                  </a:lnTo>
                  <a:lnTo>
                    <a:pt x="365" y="617"/>
                  </a:lnTo>
                  <a:lnTo>
                    <a:pt x="367" y="610"/>
                  </a:lnTo>
                  <a:lnTo>
                    <a:pt x="368" y="604"/>
                  </a:lnTo>
                  <a:lnTo>
                    <a:pt x="371" y="599"/>
                  </a:lnTo>
                  <a:lnTo>
                    <a:pt x="376" y="598"/>
                  </a:lnTo>
                  <a:lnTo>
                    <a:pt x="383" y="599"/>
                  </a:lnTo>
                  <a:lnTo>
                    <a:pt x="389" y="600"/>
                  </a:lnTo>
                  <a:lnTo>
                    <a:pt x="391" y="599"/>
                  </a:lnTo>
                  <a:lnTo>
                    <a:pt x="389" y="596"/>
                  </a:lnTo>
                  <a:lnTo>
                    <a:pt x="384" y="591"/>
                  </a:lnTo>
                  <a:lnTo>
                    <a:pt x="377" y="584"/>
                  </a:lnTo>
                  <a:lnTo>
                    <a:pt x="368" y="577"/>
                  </a:lnTo>
                  <a:lnTo>
                    <a:pt x="358" y="571"/>
                  </a:lnTo>
                  <a:lnTo>
                    <a:pt x="349" y="565"/>
                  </a:lnTo>
                  <a:lnTo>
                    <a:pt x="340" y="558"/>
                  </a:lnTo>
                  <a:lnTo>
                    <a:pt x="332" y="549"/>
                  </a:lnTo>
                  <a:lnTo>
                    <a:pt x="323" y="539"/>
                  </a:lnTo>
                  <a:lnTo>
                    <a:pt x="317" y="527"/>
                  </a:lnTo>
                  <a:lnTo>
                    <a:pt x="311" y="517"/>
                  </a:lnTo>
                  <a:lnTo>
                    <a:pt x="307" y="508"/>
                  </a:lnTo>
                  <a:lnTo>
                    <a:pt x="305" y="502"/>
                  </a:lnTo>
                  <a:lnTo>
                    <a:pt x="304" y="500"/>
                  </a:lnTo>
                  <a:lnTo>
                    <a:pt x="306" y="500"/>
                  </a:lnTo>
                  <a:lnTo>
                    <a:pt x="312" y="498"/>
                  </a:lnTo>
                  <a:lnTo>
                    <a:pt x="318" y="494"/>
                  </a:lnTo>
                  <a:lnTo>
                    <a:pt x="321" y="486"/>
                  </a:lnTo>
                  <a:lnTo>
                    <a:pt x="321" y="480"/>
                  </a:lnTo>
                  <a:lnTo>
                    <a:pt x="320" y="474"/>
                  </a:lnTo>
                  <a:lnTo>
                    <a:pt x="319" y="467"/>
                  </a:lnTo>
                  <a:lnTo>
                    <a:pt x="319" y="461"/>
                  </a:lnTo>
                  <a:lnTo>
                    <a:pt x="319" y="454"/>
                  </a:lnTo>
                  <a:lnTo>
                    <a:pt x="320" y="448"/>
                  </a:lnTo>
                  <a:lnTo>
                    <a:pt x="323" y="442"/>
                  </a:lnTo>
                  <a:lnTo>
                    <a:pt x="330" y="436"/>
                  </a:lnTo>
                  <a:lnTo>
                    <a:pt x="335" y="430"/>
                  </a:lnTo>
                  <a:lnTo>
                    <a:pt x="335" y="425"/>
                  </a:lnTo>
                  <a:lnTo>
                    <a:pt x="333" y="421"/>
                  </a:lnTo>
                  <a:lnTo>
                    <a:pt x="329" y="417"/>
                  </a:lnTo>
                  <a:lnTo>
                    <a:pt x="322" y="414"/>
                  </a:lnTo>
                  <a:lnTo>
                    <a:pt x="317" y="412"/>
                  </a:lnTo>
                  <a:lnTo>
                    <a:pt x="314" y="410"/>
                  </a:lnTo>
                  <a:lnTo>
                    <a:pt x="312" y="410"/>
                  </a:lnTo>
                  <a:lnTo>
                    <a:pt x="313" y="409"/>
                  </a:lnTo>
                  <a:lnTo>
                    <a:pt x="315" y="406"/>
                  </a:lnTo>
                  <a:lnTo>
                    <a:pt x="317" y="401"/>
                  </a:lnTo>
                  <a:lnTo>
                    <a:pt x="318" y="395"/>
                  </a:lnTo>
                  <a:lnTo>
                    <a:pt x="318" y="390"/>
                  </a:lnTo>
                  <a:lnTo>
                    <a:pt x="317" y="383"/>
                  </a:lnTo>
                  <a:lnTo>
                    <a:pt x="312" y="379"/>
                  </a:lnTo>
                  <a:lnTo>
                    <a:pt x="304" y="376"/>
                  </a:lnTo>
                  <a:lnTo>
                    <a:pt x="295" y="376"/>
                  </a:lnTo>
                  <a:lnTo>
                    <a:pt x="287" y="377"/>
                  </a:lnTo>
                  <a:lnTo>
                    <a:pt x="280" y="381"/>
                  </a:lnTo>
                  <a:lnTo>
                    <a:pt x="273" y="386"/>
                  </a:lnTo>
                  <a:lnTo>
                    <a:pt x="267" y="391"/>
                  </a:lnTo>
                  <a:lnTo>
                    <a:pt x="263" y="395"/>
                  </a:lnTo>
                  <a:lnTo>
                    <a:pt x="258" y="398"/>
                  </a:lnTo>
                  <a:lnTo>
                    <a:pt x="254" y="399"/>
                  </a:lnTo>
                  <a:lnTo>
                    <a:pt x="249" y="399"/>
                  </a:lnTo>
                  <a:lnTo>
                    <a:pt x="244" y="398"/>
                  </a:lnTo>
                  <a:lnTo>
                    <a:pt x="239" y="396"/>
                  </a:lnTo>
                  <a:lnTo>
                    <a:pt x="233" y="395"/>
                  </a:lnTo>
                  <a:lnTo>
                    <a:pt x="229" y="394"/>
                  </a:lnTo>
                  <a:lnTo>
                    <a:pt x="225" y="392"/>
                  </a:lnTo>
                  <a:lnTo>
                    <a:pt x="221" y="391"/>
                  </a:lnTo>
                  <a:lnTo>
                    <a:pt x="220" y="391"/>
                  </a:lnTo>
                  <a:lnTo>
                    <a:pt x="221" y="390"/>
                  </a:lnTo>
                  <a:lnTo>
                    <a:pt x="225" y="386"/>
                  </a:lnTo>
                  <a:lnTo>
                    <a:pt x="229" y="380"/>
                  </a:lnTo>
                  <a:lnTo>
                    <a:pt x="232" y="373"/>
                  </a:lnTo>
                  <a:lnTo>
                    <a:pt x="235" y="366"/>
                  </a:lnTo>
                  <a:lnTo>
                    <a:pt x="236" y="359"/>
                  </a:lnTo>
                  <a:lnTo>
                    <a:pt x="234" y="353"/>
                  </a:lnTo>
                  <a:lnTo>
                    <a:pt x="229" y="348"/>
                  </a:lnTo>
                  <a:lnTo>
                    <a:pt x="223" y="344"/>
                  </a:lnTo>
                  <a:lnTo>
                    <a:pt x="222" y="339"/>
                  </a:lnTo>
                  <a:lnTo>
                    <a:pt x="222" y="334"/>
                  </a:lnTo>
                  <a:lnTo>
                    <a:pt x="225" y="328"/>
                  </a:lnTo>
                  <a:lnTo>
                    <a:pt x="226" y="323"/>
                  </a:lnTo>
                  <a:lnTo>
                    <a:pt x="226" y="318"/>
                  </a:lnTo>
                  <a:lnTo>
                    <a:pt x="222" y="315"/>
                  </a:lnTo>
                  <a:lnTo>
                    <a:pt x="214" y="312"/>
                  </a:lnTo>
                  <a:lnTo>
                    <a:pt x="204" y="311"/>
                  </a:lnTo>
                  <a:lnTo>
                    <a:pt x="196" y="312"/>
                  </a:lnTo>
                  <a:lnTo>
                    <a:pt x="189" y="314"/>
                  </a:lnTo>
                  <a:lnTo>
                    <a:pt x="184" y="318"/>
                  </a:lnTo>
                  <a:lnTo>
                    <a:pt x="180" y="323"/>
                  </a:lnTo>
                  <a:lnTo>
                    <a:pt x="179" y="330"/>
                  </a:lnTo>
                  <a:lnTo>
                    <a:pt x="179" y="338"/>
                  </a:lnTo>
                  <a:lnTo>
                    <a:pt x="181" y="346"/>
                  </a:lnTo>
                  <a:lnTo>
                    <a:pt x="183" y="353"/>
                  </a:lnTo>
                  <a:lnTo>
                    <a:pt x="184" y="360"/>
                  </a:lnTo>
                  <a:lnTo>
                    <a:pt x="184" y="365"/>
                  </a:lnTo>
                  <a:lnTo>
                    <a:pt x="183" y="371"/>
                  </a:lnTo>
                  <a:lnTo>
                    <a:pt x="182" y="377"/>
                  </a:lnTo>
                  <a:lnTo>
                    <a:pt x="183" y="385"/>
                  </a:lnTo>
                  <a:lnTo>
                    <a:pt x="185" y="394"/>
                  </a:lnTo>
                  <a:lnTo>
                    <a:pt x="190" y="405"/>
                  </a:lnTo>
                  <a:lnTo>
                    <a:pt x="194" y="416"/>
                  </a:lnTo>
                  <a:lnTo>
                    <a:pt x="196" y="424"/>
                  </a:lnTo>
                  <a:lnTo>
                    <a:pt x="195" y="430"/>
                  </a:lnTo>
                  <a:lnTo>
                    <a:pt x="193" y="435"/>
                  </a:lnTo>
                  <a:lnTo>
                    <a:pt x="190" y="437"/>
                  </a:lnTo>
                  <a:lnTo>
                    <a:pt x="187" y="438"/>
                  </a:lnTo>
                  <a:lnTo>
                    <a:pt x="185" y="439"/>
                  </a:lnTo>
                  <a:lnTo>
                    <a:pt x="184" y="439"/>
                  </a:lnTo>
                  <a:lnTo>
                    <a:pt x="184" y="436"/>
                  </a:lnTo>
                  <a:lnTo>
                    <a:pt x="183" y="428"/>
                  </a:lnTo>
                  <a:lnTo>
                    <a:pt x="181" y="417"/>
                  </a:lnTo>
                  <a:lnTo>
                    <a:pt x="179" y="405"/>
                  </a:lnTo>
                  <a:lnTo>
                    <a:pt x="176" y="392"/>
                  </a:lnTo>
                  <a:lnTo>
                    <a:pt x="172" y="378"/>
                  </a:lnTo>
                  <a:lnTo>
                    <a:pt x="168" y="367"/>
                  </a:lnTo>
                  <a:lnTo>
                    <a:pt x="164" y="360"/>
                  </a:lnTo>
                  <a:lnTo>
                    <a:pt x="160" y="354"/>
                  </a:lnTo>
                  <a:lnTo>
                    <a:pt x="156" y="347"/>
                  </a:lnTo>
                  <a:lnTo>
                    <a:pt x="152" y="340"/>
                  </a:lnTo>
                  <a:lnTo>
                    <a:pt x="149" y="331"/>
                  </a:lnTo>
                  <a:lnTo>
                    <a:pt x="146" y="325"/>
                  </a:lnTo>
                  <a:lnTo>
                    <a:pt x="144" y="319"/>
                  </a:lnTo>
                  <a:lnTo>
                    <a:pt x="142" y="315"/>
                  </a:lnTo>
                  <a:lnTo>
                    <a:pt x="142" y="314"/>
                  </a:lnTo>
                  <a:lnTo>
                    <a:pt x="140" y="315"/>
                  </a:lnTo>
                  <a:lnTo>
                    <a:pt x="136" y="319"/>
                  </a:lnTo>
                  <a:lnTo>
                    <a:pt x="129" y="324"/>
                  </a:lnTo>
                  <a:lnTo>
                    <a:pt x="120" y="329"/>
                  </a:lnTo>
                  <a:lnTo>
                    <a:pt x="110" y="336"/>
                  </a:lnTo>
                  <a:lnTo>
                    <a:pt x="100" y="341"/>
                  </a:lnTo>
                  <a:lnTo>
                    <a:pt x="90" y="345"/>
                  </a:lnTo>
                  <a:lnTo>
                    <a:pt x="80" y="346"/>
                  </a:lnTo>
                  <a:lnTo>
                    <a:pt x="70" y="344"/>
                  </a:lnTo>
                  <a:lnTo>
                    <a:pt x="62" y="340"/>
                  </a:lnTo>
                  <a:lnTo>
                    <a:pt x="55" y="334"/>
                  </a:lnTo>
                  <a:lnTo>
                    <a:pt x="49" y="325"/>
                  </a:lnTo>
                  <a:lnTo>
                    <a:pt x="46" y="318"/>
                  </a:lnTo>
                  <a:lnTo>
                    <a:pt x="47" y="312"/>
                  </a:lnTo>
                  <a:lnTo>
                    <a:pt x="50" y="308"/>
                  </a:lnTo>
                  <a:lnTo>
                    <a:pt x="58" y="306"/>
                  </a:lnTo>
                  <a:lnTo>
                    <a:pt x="66" y="306"/>
                  </a:lnTo>
                  <a:lnTo>
                    <a:pt x="72" y="305"/>
                  </a:lnTo>
                  <a:lnTo>
                    <a:pt x="74" y="304"/>
                  </a:lnTo>
                  <a:lnTo>
                    <a:pt x="73" y="302"/>
                  </a:lnTo>
                  <a:lnTo>
                    <a:pt x="71" y="300"/>
                  </a:lnTo>
                  <a:lnTo>
                    <a:pt x="66" y="298"/>
                  </a:lnTo>
                  <a:lnTo>
                    <a:pt x="60" y="295"/>
                  </a:lnTo>
                  <a:lnTo>
                    <a:pt x="52" y="292"/>
                  </a:lnTo>
                  <a:lnTo>
                    <a:pt x="43" y="290"/>
                  </a:lnTo>
                  <a:lnTo>
                    <a:pt x="34" y="290"/>
                  </a:lnTo>
                  <a:lnTo>
                    <a:pt x="23" y="291"/>
                  </a:lnTo>
                  <a:lnTo>
                    <a:pt x="14" y="293"/>
                  </a:lnTo>
                  <a:lnTo>
                    <a:pt x="7" y="294"/>
                  </a:lnTo>
                  <a:lnTo>
                    <a:pt x="2" y="294"/>
                  </a:lnTo>
                  <a:lnTo>
                    <a:pt x="0" y="292"/>
                  </a:lnTo>
                  <a:lnTo>
                    <a:pt x="2" y="287"/>
                  </a:lnTo>
                  <a:lnTo>
                    <a:pt x="7" y="279"/>
                  </a:lnTo>
                  <a:lnTo>
                    <a:pt x="14" y="272"/>
                  </a:lnTo>
                  <a:lnTo>
                    <a:pt x="21" y="265"/>
                  </a:lnTo>
                  <a:lnTo>
                    <a:pt x="29" y="258"/>
                  </a:lnTo>
                  <a:lnTo>
                    <a:pt x="36" y="251"/>
                  </a:lnTo>
                  <a:lnTo>
                    <a:pt x="42" y="246"/>
                  </a:lnTo>
                  <a:lnTo>
                    <a:pt x="46" y="243"/>
                  </a:lnTo>
                  <a:lnTo>
                    <a:pt x="47" y="242"/>
                  </a:lnTo>
                  <a:lnTo>
                    <a:pt x="44" y="197"/>
                  </a:lnTo>
                  <a:lnTo>
                    <a:pt x="66" y="199"/>
                  </a:lnTo>
                  <a:lnTo>
                    <a:pt x="58" y="179"/>
                  </a:lnTo>
                  <a:lnTo>
                    <a:pt x="71" y="174"/>
                  </a:lnTo>
                  <a:lnTo>
                    <a:pt x="74" y="141"/>
                  </a:lnTo>
                  <a:lnTo>
                    <a:pt x="76" y="142"/>
                  </a:lnTo>
                  <a:lnTo>
                    <a:pt x="78" y="144"/>
                  </a:lnTo>
                  <a:lnTo>
                    <a:pt x="81" y="147"/>
                  </a:lnTo>
                  <a:lnTo>
                    <a:pt x="86" y="149"/>
                  </a:lnTo>
                  <a:lnTo>
                    <a:pt x="91" y="151"/>
                  </a:lnTo>
                  <a:lnTo>
                    <a:pt x="98" y="152"/>
                  </a:lnTo>
                  <a:lnTo>
                    <a:pt x="105" y="150"/>
                  </a:lnTo>
                  <a:lnTo>
                    <a:pt x="113" y="146"/>
                  </a:lnTo>
                  <a:lnTo>
                    <a:pt x="120" y="141"/>
                  </a:lnTo>
                  <a:lnTo>
                    <a:pt x="124" y="136"/>
                  </a:lnTo>
                  <a:lnTo>
                    <a:pt x="128" y="133"/>
                  </a:lnTo>
                  <a:lnTo>
                    <a:pt x="129" y="128"/>
                  </a:lnTo>
                  <a:lnTo>
                    <a:pt x="130" y="124"/>
                  </a:lnTo>
                  <a:lnTo>
                    <a:pt x="131" y="120"/>
                  </a:lnTo>
                  <a:lnTo>
                    <a:pt x="133" y="114"/>
                  </a:lnTo>
                  <a:lnTo>
                    <a:pt x="136" y="107"/>
                  </a:lnTo>
                  <a:lnTo>
                    <a:pt x="140" y="99"/>
                  </a:lnTo>
                  <a:lnTo>
                    <a:pt x="142" y="93"/>
                  </a:lnTo>
                  <a:lnTo>
                    <a:pt x="144" y="88"/>
                  </a:lnTo>
                  <a:lnTo>
                    <a:pt x="146" y="83"/>
                  </a:lnTo>
                  <a:lnTo>
                    <a:pt x="146" y="79"/>
                  </a:lnTo>
                  <a:lnTo>
                    <a:pt x="147" y="77"/>
                  </a:lnTo>
                  <a:lnTo>
                    <a:pt x="147" y="75"/>
                  </a:lnTo>
                  <a:lnTo>
                    <a:pt x="179" y="96"/>
                  </a:lnTo>
                  <a:lnTo>
                    <a:pt x="179" y="97"/>
                  </a:lnTo>
                  <a:lnTo>
                    <a:pt x="178" y="99"/>
                  </a:lnTo>
                  <a:lnTo>
                    <a:pt x="177" y="102"/>
                  </a:lnTo>
                  <a:lnTo>
                    <a:pt x="176" y="107"/>
                  </a:lnTo>
                  <a:lnTo>
                    <a:pt x="175" y="113"/>
                  </a:lnTo>
                  <a:lnTo>
                    <a:pt x="173" y="120"/>
                  </a:lnTo>
                  <a:lnTo>
                    <a:pt x="172" y="128"/>
                  </a:lnTo>
                  <a:lnTo>
                    <a:pt x="172" y="138"/>
                  </a:lnTo>
                  <a:lnTo>
                    <a:pt x="173" y="146"/>
                  </a:lnTo>
                  <a:lnTo>
                    <a:pt x="177" y="153"/>
                  </a:lnTo>
                  <a:lnTo>
                    <a:pt x="181" y="158"/>
                  </a:lnTo>
                  <a:lnTo>
                    <a:pt x="184" y="162"/>
                  </a:lnTo>
                  <a:lnTo>
                    <a:pt x="185" y="164"/>
                  </a:lnTo>
                  <a:lnTo>
                    <a:pt x="184" y="165"/>
                  </a:lnTo>
                  <a:lnTo>
                    <a:pt x="180" y="165"/>
                  </a:lnTo>
                  <a:lnTo>
                    <a:pt x="169" y="165"/>
                  </a:lnTo>
                  <a:lnTo>
                    <a:pt x="161" y="166"/>
                  </a:lnTo>
                  <a:lnTo>
                    <a:pt x="159" y="171"/>
                  </a:lnTo>
                  <a:lnTo>
                    <a:pt x="163" y="177"/>
                  </a:lnTo>
                  <a:lnTo>
                    <a:pt x="171" y="186"/>
                  </a:lnTo>
                  <a:lnTo>
                    <a:pt x="180" y="194"/>
                  </a:lnTo>
                  <a:lnTo>
                    <a:pt x="189" y="201"/>
                  </a:lnTo>
                  <a:lnTo>
                    <a:pt x="195" y="206"/>
                  </a:lnTo>
                  <a:lnTo>
                    <a:pt x="198" y="208"/>
                  </a:lnTo>
                  <a:lnTo>
                    <a:pt x="201" y="165"/>
                  </a:lnTo>
                  <a:lnTo>
                    <a:pt x="226" y="186"/>
                  </a:lnTo>
                  <a:lnTo>
                    <a:pt x="229" y="154"/>
                  </a:lnTo>
                  <a:lnTo>
                    <a:pt x="262" y="165"/>
                  </a:lnTo>
                  <a:lnTo>
                    <a:pt x="248" y="129"/>
                  </a:lnTo>
                  <a:lnTo>
                    <a:pt x="267" y="107"/>
                  </a:lnTo>
                  <a:lnTo>
                    <a:pt x="266" y="106"/>
                  </a:lnTo>
                  <a:lnTo>
                    <a:pt x="263" y="102"/>
                  </a:lnTo>
                  <a:lnTo>
                    <a:pt x="259" y="96"/>
                  </a:lnTo>
                  <a:lnTo>
                    <a:pt x="255" y="89"/>
                  </a:lnTo>
                  <a:lnTo>
                    <a:pt x="251" y="81"/>
                  </a:lnTo>
                  <a:lnTo>
                    <a:pt x="248" y="74"/>
                  </a:lnTo>
                  <a:lnTo>
                    <a:pt x="247" y="67"/>
                  </a:lnTo>
                  <a:lnTo>
                    <a:pt x="248" y="61"/>
                  </a:lnTo>
                  <a:lnTo>
                    <a:pt x="249" y="56"/>
                  </a:lnTo>
                  <a:lnTo>
                    <a:pt x="248" y="50"/>
                  </a:lnTo>
                  <a:lnTo>
                    <a:pt x="246" y="45"/>
                  </a:lnTo>
                  <a:lnTo>
                    <a:pt x="244" y="40"/>
                  </a:lnTo>
                  <a:lnTo>
                    <a:pt x="241" y="35"/>
                  </a:lnTo>
                  <a:lnTo>
                    <a:pt x="240" y="30"/>
                  </a:lnTo>
                  <a:lnTo>
                    <a:pt x="241" y="28"/>
                  </a:lnTo>
                  <a:lnTo>
                    <a:pt x="245" y="27"/>
                  </a:lnTo>
                  <a:lnTo>
                    <a:pt x="249" y="26"/>
                  </a:lnTo>
                  <a:lnTo>
                    <a:pt x="252" y="22"/>
                  </a:lnTo>
                  <a:lnTo>
                    <a:pt x="253" y="17"/>
                  </a:lnTo>
                  <a:lnTo>
                    <a:pt x="255" y="12"/>
                  </a:lnTo>
                  <a:lnTo>
                    <a:pt x="258" y="7"/>
                  </a:lnTo>
                  <a:lnTo>
                    <a:pt x="262" y="4"/>
                  </a:lnTo>
                  <a:lnTo>
                    <a:pt x="268" y="3"/>
                  </a:lnTo>
                  <a:lnTo>
                    <a:pt x="279" y="5"/>
                  </a:lnTo>
                  <a:lnTo>
                    <a:pt x="290" y="8"/>
                  </a:lnTo>
                  <a:lnTo>
                    <a:pt x="301" y="9"/>
                  </a:lnTo>
                  <a:lnTo>
                    <a:pt x="310" y="9"/>
                  </a:lnTo>
                  <a:lnTo>
                    <a:pt x="318" y="8"/>
                  </a:lnTo>
                  <a:lnTo>
                    <a:pt x="326" y="7"/>
                  </a:lnTo>
                  <a:lnTo>
                    <a:pt x="331" y="5"/>
                  </a:lnTo>
                  <a:lnTo>
                    <a:pt x="334" y="4"/>
                  </a:lnTo>
                  <a:lnTo>
                    <a:pt x="335" y="3"/>
                  </a:lnTo>
                  <a:lnTo>
                    <a:pt x="335" y="6"/>
                  </a:lnTo>
                  <a:lnTo>
                    <a:pt x="336" y="16"/>
                  </a:lnTo>
                  <a:lnTo>
                    <a:pt x="336" y="29"/>
                  </a:lnTo>
                  <a:lnTo>
                    <a:pt x="337" y="46"/>
                  </a:lnTo>
                  <a:lnTo>
                    <a:pt x="338" y="63"/>
                  </a:lnTo>
                  <a:lnTo>
                    <a:pt x="339" y="80"/>
                  </a:lnTo>
                  <a:lnTo>
                    <a:pt x="340" y="94"/>
                  </a:lnTo>
                  <a:lnTo>
                    <a:pt x="341" y="104"/>
                  </a:lnTo>
                  <a:lnTo>
                    <a:pt x="341" y="108"/>
                  </a:lnTo>
                  <a:lnTo>
                    <a:pt x="341" y="106"/>
                  </a:lnTo>
                  <a:lnTo>
                    <a:pt x="341" y="100"/>
                  </a:lnTo>
                  <a:lnTo>
                    <a:pt x="341" y="91"/>
                  </a:lnTo>
                  <a:lnTo>
                    <a:pt x="343" y="80"/>
                  </a:lnTo>
                  <a:lnTo>
                    <a:pt x="346" y="69"/>
                  </a:lnTo>
                  <a:lnTo>
                    <a:pt x="352" y="60"/>
                  </a:lnTo>
                  <a:lnTo>
                    <a:pt x="360" y="53"/>
                  </a:lnTo>
                  <a:lnTo>
                    <a:pt x="369" y="49"/>
                  </a:lnTo>
                  <a:lnTo>
                    <a:pt x="378" y="47"/>
                  </a:lnTo>
                  <a:lnTo>
                    <a:pt x="384" y="46"/>
                  </a:lnTo>
                  <a:lnTo>
                    <a:pt x="389" y="46"/>
                  </a:lnTo>
                  <a:lnTo>
                    <a:pt x="393" y="47"/>
                  </a:lnTo>
                  <a:lnTo>
                    <a:pt x="395" y="48"/>
                  </a:lnTo>
                  <a:lnTo>
                    <a:pt x="397" y="50"/>
                  </a:lnTo>
                  <a:lnTo>
                    <a:pt x="401" y="51"/>
                  </a:lnTo>
                  <a:lnTo>
                    <a:pt x="411" y="51"/>
                  </a:lnTo>
                  <a:lnTo>
                    <a:pt x="419" y="49"/>
                  </a:lnTo>
                  <a:lnTo>
                    <a:pt x="421" y="42"/>
                  </a:lnTo>
                  <a:lnTo>
                    <a:pt x="419" y="36"/>
                  </a:lnTo>
                  <a:lnTo>
                    <a:pt x="419" y="29"/>
                  </a:lnTo>
                  <a:lnTo>
                    <a:pt x="418" y="22"/>
                  </a:lnTo>
                  <a:lnTo>
                    <a:pt x="418" y="15"/>
                  </a:lnTo>
                  <a:lnTo>
                    <a:pt x="418" y="9"/>
                  </a:lnTo>
                  <a:lnTo>
                    <a:pt x="419" y="4"/>
                  </a:lnTo>
                  <a:lnTo>
                    <a:pt x="419" y="1"/>
                  </a:lnTo>
                  <a:lnTo>
                    <a:pt x="419" y="0"/>
                  </a:lnTo>
                  <a:lnTo>
                    <a:pt x="421" y="1"/>
                  </a:lnTo>
                  <a:lnTo>
                    <a:pt x="428" y="2"/>
                  </a:lnTo>
                  <a:lnTo>
                    <a:pt x="436" y="4"/>
                  </a:lnTo>
                  <a:lnTo>
                    <a:pt x="445" y="6"/>
                  </a:lnTo>
                  <a:lnTo>
                    <a:pt x="454" y="7"/>
                  </a:lnTo>
                  <a:lnTo>
                    <a:pt x="463" y="7"/>
                  </a:lnTo>
                  <a:lnTo>
                    <a:pt x="470" y="6"/>
                  </a:lnTo>
                  <a:lnTo>
                    <a:pt x="475" y="3"/>
                  </a:lnTo>
                  <a:lnTo>
                    <a:pt x="477" y="1"/>
                  </a:lnTo>
                  <a:lnTo>
                    <a:pt x="479" y="2"/>
                  </a:lnTo>
                  <a:lnTo>
                    <a:pt x="481" y="6"/>
                  </a:lnTo>
                  <a:lnTo>
                    <a:pt x="483" y="11"/>
                  </a:lnTo>
                  <a:lnTo>
                    <a:pt x="484" y="17"/>
                  </a:lnTo>
                  <a:lnTo>
                    <a:pt x="485" y="22"/>
                  </a:lnTo>
                  <a:lnTo>
                    <a:pt x="486" y="26"/>
                  </a:lnTo>
                  <a:lnTo>
                    <a:pt x="486" y="27"/>
                  </a:lnTo>
                  <a:lnTo>
                    <a:pt x="497" y="61"/>
                  </a:lnTo>
                  <a:lnTo>
                    <a:pt x="497" y="60"/>
                  </a:lnTo>
                  <a:lnTo>
                    <a:pt x="499" y="57"/>
                  </a:lnTo>
                  <a:lnTo>
                    <a:pt x="501" y="54"/>
                  </a:lnTo>
                  <a:lnTo>
                    <a:pt x="504" y="49"/>
                  </a:lnTo>
                  <a:lnTo>
                    <a:pt x="509" y="44"/>
                  </a:lnTo>
                  <a:lnTo>
                    <a:pt x="514" y="39"/>
                  </a:lnTo>
                  <a:lnTo>
                    <a:pt x="520" y="35"/>
                  </a:lnTo>
                  <a:lnTo>
                    <a:pt x="529" y="30"/>
                  </a:lnTo>
                  <a:lnTo>
                    <a:pt x="542" y="24"/>
                  </a:lnTo>
                  <a:lnTo>
                    <a:pt x="550" y="20"/>
                  </a:lnTo>
                  <a:lnTo>
                    <a:pt x="554" y="24"/>
                  </a:lnTo>
                  <a:lnTo>
                    <a:pt x="556" y="39"/>
                  </a:lnTo>
                  <a:lnTo>
                    <a:pt x="557" y="48"/>
                  </a:lnTo>
                  <a:lnTo>
                    <a:pt x="556" y="56"/>
                  </a:lnTo>
                  <a:lnTo>
                    <a:pt x="555" y="61"/>
                  </a:lnTo>
                  <a:lnTo>
                    <a:pt x="553" y="65"/>
                  </a:lnTo>
                  <a:lnTo>
                    <a:pt x="551" y="68"/>
                  </a:lnTo>
                  <a:lnTo>
                    <a:pt x="550" y="69"/>
                  </a:lnTo>
                  <a:lnTo>
                    <a:pt x="548" y="70"/>
                  </a:lnTo>
                  <a:lnTo>
                    <a:pt x="549" y="69"/>
                  </a:lnTo>
                  <a:lnTo>
                    <a:pt x="551" y="65"/>
                  </a:lnTo>
                  <a:lnTo>
                    <a:pt x="554" y="60"/>
                  </a:lnTo>
                  <a:lnTo>
                    <a:pt x="558" y="55"/>
                  </a:lnTo>
                  <a:lnTo>
                    <a:pt x="563" y="50"/>
                  </a:lnTo>
                  <a:lnTo>
                    <a:pt x="569" y="45"/>
                  </a:lnTo>
                  <a:lnTo>
                    <a:pt x="577" y="42"/>
                  </a:lnTo>
                  <a:lnTo>
                    <a:pt x="584" y="42"/>
                  </a:lnTo>
                  <a:lnTo>
                    <a:pt x="590" y="43"/>
                  </a:lnTo>
                  <a:lnTo>
                    <a:pt x="595" y="45"/>
                  </a:lnTo>
                  <a:lnTo>
                    <a:pt x="598" y="46"/>
                  </a:lnTo>
                  <a:lnTo>
                    <a:pt x="600" y="49"/>
                  </a:lnTo>
                  <a:lnTo>
                    <a:pt x="603" y="52"/>
                  </a:lnTo>
                  <a:lnTo>
                    <a:pt x="607" y="57"/>
                  </a:lnTo>
                  <a:lnTo>
                    <a:pt x="612" y="63"/>
                  </a:lnTo>
                  <a:lnTo>
                    <a:pt x="620" y="70"/>
                  </a:lnTo>
                  <a:lnTo>
                    <a:pt x="630" y="78"/>
                  </a:lnTo>
                  <a:lnTo>
                    <a:pt x="639" y="86"/>
                  </a:lnTo>
                  <a:lnTo>
                    <a:pt x="647" y="92"/>
                  </a:lnTo>
                  <a:lnTo>
                    <a:pt x="654" y="97"/>
                  </a:lnTo>
                  <a:lnTo>
                    <a:pt x="659" y="101"/>
                  </a:lnTo>
                  <a:lnTo>
                    <a:pt x="660" y="105"/>
                  </a:lnTo>
                  <a:lnTo>
                    <a:pt x="659" y="109"/>
                  </a:lnTo>
                  <a:lnTo>
                    <a:pt x="654" y="112"/>
                  </a:lnTo>
                  <a:lnTo>
                    <a:pt x="649" y="114"/>
                  </a:lnTo>
                  <a:lnTo>
                    <a:pt x="646" y="114"/>
                  </a:lnTo>
                  <a:lnTo>
                    <a:pt x="648" y="114"/>
                  </a:lnTo>
                  <a:lnTo>
                    <a:pt x="652" y="116"/>
                  </a:lnTo>
                  <a:lnTo>
                    <a:pt x="656" y="121"/>
                  </a:lnTo>
                  <a:lnTo>
                    <a:pt x="661" y="129"/>
                  </a:lnTo>
                  <a:lnTo>
                    <a:pt x="665" y="143"/>
                  </a:lnTo>
                  <a:lnTo>
                    <a:pt x="669" y="157"/>
                  </a:lnTo>
                  <a:lnTo>
                    <a:pt x="671" y="168"/>
                  </a:lnTo>
                  <a:lnTo>
                    <a:pt x="674" y="175"/>
                  </a:lnTo>
                  <a:lnTo>
                    <a:pt x="676" y="181"/>
                  </a:lnTo>
                  <a:lnTo>
                    <a:pt x="676" y="185"/>
                  </a:lnTo>
                  <a:lnTo>
                    <a:pt x="677" y="187"/>
                  </a:lnTo>
                  <a:lnTo>
                    <a:pt x="677" y="188"/>
                  </a:lnTo>
                  <a:lnTo>
                    <a:pt x="677" y="187"/>
                  </a:lnTo>
                  <a:lnTo>
                    <a:pt x="677" y="184"/>
                  </a:lnTo>
                  <a:lnTo>
                    <a:pt x="677" y="178"/>
                  </a:lnTo>
                  <a:lnTo>
                    <a:pt x="678" y="173"/>
                  </a:lnTo>
                  <a:lnTo>
                    <a:pt x="681" y="167"/>
                  </a:lnTo>
                  <a:lnTo>
                    <a:pt x="685" y="161"/>
                  </a:lnTo>
                  <a:lnTo>
                    <a:pt x="692" y="156"/>
                  </a:lnTo>
                  <a:lnTo>
                    <a:pt x="702" y="152"/>
                  </a:lnTo>
                  <a:lnTo>
                    <a:pt x="711" y="147"/>
                  </a:lnTo>
                  <a:lnTo>
                    <a:pt x="715" y="140"/>
                  </a:lnTo>
                  <a:lnTo>
                    <a:pt x="716" y="131"/>
                  </a:lnTo>
                  <a:lnTo>
                    <a:pt x="716" y="123"/>
                  </a:lnTo>
                  <a:lnTo>
                    <a:pt x="716" y="116"/>
                  </a:lnTo>
                  <a:lnTo>
                    <a:pt x="718" y="110"/>
                  </a:lnTo>
                  <a:lnTo>
                    <a:pt x="722" y="108"/>
                  </a:lnTo>
                  <a:lnTo>
                    <a:pt x="733" y="109"/>
                  </a:lnTo>
                  <a:lnTo>
                    <a:pt x="746" y="111"/>
                  </a:lnTo>
                  <a:lnTo>
                    <a:pt x="751" y="107"/>
                  </a:lnTo>
                  <a:lnTo>
                    <a:pt x="752" y="100"/>
                  </a:lnTo>
                  <a:lnTo>
                    <a:pt x="753" y="93"/>
                  </a:lnTo>
                  <a:lnTo>
                    <a:pt x="760" y="92"/>
                  </a:lnTo>
                  <a:lnTo>
                    <a:pt x="766" y="92"/>
                  </a:lnTo>
                  <a:lnTo>
                    <a:pt x="774" y="91"/>
                  </a:lnTo>
                  <a:lnTo>
                    <a:pt x="780" y="91"/>
                  </a:lnTo>
                  <a:lnTo>
                    <a:pt x="785" y="90"/>
                  </a:lnTo>
                  <a:lnTo>
                    <a:pt x="790" y="90"/>
                  </a:lnTo>
                  <a:lnTo>
                    <a:pt x="794" y="90"/>
                  </a:lnTo>
                  <a:lnTo>
                    <a:pt x="797" y="90"/>
                  </a:lnTo>
                  <a:lnTo>
                    <a:pt x="804" y="88"/>
                  </a:lnTo>
                  <a:lnTo>
                    <a:pt x="811" y="86"/>
                  </a:lnTo>
                  <a:lnTo>
                    <a:pt x="819" y="84"/>
                  </a:lnTo>
                  <a:lnTo>
                    <a:pt x="829" y="81"/>
                  </a:lnTo>
                  <a:lnTo>
                    <a:pt x="838" y="80"/>
                  </a:lnTo>
                  <a:lnTo>
                    <a:pt x="847" y="78"/>
                  </a:lnTo>
                  <a:lnTo>
                    <a:pt x="856" y="77"/>
                  </a:lnTo>
                  <a:lnTo>
                    <a:pt x="864" y="77"/>
                  </a:lnTo>
                  <a:lnTo>
                    <a:pt x="873" y="78"/>
                  </a:lnTo>
                  <a:lnTo>
                    <a:pt x="881" y="80"/>
                  </a:lnTo>
                  <a:lnTo>
                    <a:pt x="888" y="85"/>
                  </a:lnTo>
                  <a:lnTo>
                    <a:pt x="894" y="89"/>
                  </a:lnTo>
                  <a:lnTo>
                    <a:pt x="900" y="93"/>
                  </a:lnTo>
                  <a:lnTo>
                    <a:pt x="904" y="97"/>
                  </a:lnTo>
                  <a:lnTo>
                    <a:pt x="906" y="99"/>
                  </a:lnTo>
                  <a:lnTo>
                    <a:pt x="907" y="100"/>
                  </a:lnTo>
                  <a:lnTo>
                    <a:pt x="908" y="100"/>
                  </a:lnTo>
                  <a:lnTo>
                    <a:pt x="911" y="100"/>
                  </a:lnTo>
                  <a:lnTo>
                    <a:pt x="916" y="99"/>
                  </a:lnTo>
                  <a:lnTo>
                    <a:pt x="925" y="98"/>
                  </a:lnTo>
                  <a:lnTo>
                    <a:pt x="934" y="96"/>
                  </a:lnTo>
                  <a:lnTo>
                    <a:pt x="945" y="93"/>
                  </a:lnTo>
                  <a:lnTo>
                    <a:pt x="959" y="89"/>
                  </a:lnTo>
                  <a:lnTo>
                    <a:pt x="975" y="84"/>
                  </a:lnTo>
                  <a:lnTo>
                    <a:pt x="991" y="80"/>
                  </a:lnTo>
                  <a:lnTo>
                    <a:pt x="1006" y="83"/>
                  </a:lnTo>
                  <a:lnTo>
                    <a:pt x="1020" y="89"/>
                  </a:lnTo>
                  <a:lnTo>
                    <a:pt x="1034" y="97"/>
                  </a:lnTo>
                  <a:lnTo>
                    <a:pt x="1044" y="106"/>
                  </a:lnTo>
                  <a:lnTo>
                    <a:pt x="1051" y="114"/>
                  </a:lnTo>
                  <a:lnTo>
                    <a:pt x="1056" y="120"/>
                  </a:lnTo>
                  <a:lnTo>
                    <a:pt x="1058" y="122"/>
                  </a:lnTo>
                  <a:lnTo>
                    <a:pt x="1058" y="123"/>
                  </a:lnTo>
                  <a:lnTo>
                    <a:pt x="1060" y="125"/>
                  </a:lnTo>
                  <a:lnTo>
                    <a:pt x="1063" y="127"/>
                  </a:lnTo>
                  <a:lnTo>
                    <a:pt x="1066" y="129"/>
                  </a:lnTo>
                  <a:lnTo>
                    <a:pt x="1071" y="130"/>
                  </a:lnTo>
                  <a:lnTo>
                    <a:pt x="1078" y="130"/>
                  </a:lnTo>
                  <a:lnTo>
                    <a:pt x="1086" y="127"/>
                  </a:lnTo>
                  <a:lnTo>
                    <a:pt x="1095" y="122"/>
                  </a:lnTo>
                  <a:lnTo>
                    <a:pt x="1101" y="118"/>
                  </a:lnTo>
                  <a:lnTo>
                    <a:pt x="1107" y="115"/>
                  </a:lnTo>
                  <a:lnTo>
                    <a:pt x="1113" y="111"/>
                  </a:lnTo>
                  <a:lnTo>
                    <a:pt x="1119" y="108"/>
                  </a:lnTo>
                  <a:lnTo>
                    <a:pt x="1116" y="115"/>
                  </a:lnTo>
                  <a:lnTo>
                    <a:pt x="1115" y="122"/>
                  </a:lnTo>
                  <a:lnTo>
                    <a:pt x="1116" y="128"/>
                  </a:lnTo>
                  <a:lnTo>
                    <a:pt x="1119" y="135"/>
                  </a:lnTo>
                  <a:lnTo>
                    <a:pt x="1123" y="141"/>
                  </a:lnTo>
                  <a:lnTo>
                    <a:pt x="1128" y="146"/>
                  </a:lnTo>
                  <a:lnTo>
                    <a:pt x="1132" y="151"/>
                  </a:lnTo>
                  <a:lnTo>
                    <a:pt x="1137" y="157"/>
                  </a:lnTo>
                  <a:lnTo>
                    <a:pt x="1142" y="164"/>
                  </a:lnTo>
                  <a:lnTo>
                    <a:pt x="1148" y="172"/>
                  </a:lnTo>
                  <a:lnTo>
                    <a:pt x="1156" y="183"/>
                  </a:lnTo>
                  <a:lnTo>
                    <a:pt x="1164" y="193"/>
                  </a:lnTo>
                  <a:lnTo>
                    <a:pt x="1173" y="203"/>
                  </a:lnTo>
                  <a:lnTo>
                    <a:pt x="1179" y="213"/>
                  </a:lnTo>
                  <a:lnTo>
                    <a:pt x="1184" y="223"/>
                  </a:lnTo>
                  <a:lnTo>
                    <a:pt x="1186" y="232"/>
                  </a:lnTo>
                  <a:lnTo>
                    <a:pt x="1186" y="242"/>
                  </a:lnTo>
                  <a:lnTo>
                    <a:pt x="1186" y="249"/>
                  </a:lnTo>
                  <a:lnTo>
                    <a:pt x="1185" y="256"/>
                  </a:lnTo>
                  <a:lnTo>
                    <a:pt x="1182" y="261"/>
                  </a:lnTo>
                  <a:lnTo>
                    <a:pt x="1178" y="266"/>
                  </a:lnTo>
                  <a:lnTo>
                    <a:pt x="1173" y="270"/>
                  </a:lnTo>
                  <a:lnTo>
                    <a:pt x="1164" y="273"/>
                  </a:lnTo>
                  <a:lnTo>
                    <a:pt x="1155" y="275"/>
                  </a:lnTo>
                  <a:lnTo>
                    <a:pt x="1146" y="276"/>
                  </a:lnTo>
                  <a:lnTo>
                    <a:pt x="1138" y="278"/>
                  </a:lnTo>
                  <a:lnTo>
                    <a:pt x="1133" y="281"/>
                  </a:lnTo>
                  <a:lnTo>
                    <a:pt x="1129" y="286"/>
                  </a:lnTo>
                  <a:lnTo>
                    <a:pt x="1127" y="290"/>
                  </a:lnTo>
                  <a:lnTo>
                    <a:pt x="1127" y="296"/>
                  </a:lnTo>
                  <a:lnTo>
                    <a:pt x="1129" y="302"/>
                  </a:lnTo>
                  <a:lnTo>
                    <a:pt x="1133" y="308"/>
                  </a:lnTo>
                  <a:lnTo>
                    <a:pt x="1137" y="316"/>
                  </a:lnTo>
                  <a:lnTo>
                    <a:pt x="1138" y="323"/>
                  </a:lnTo>
                  <a:lnTo>
                    <a:pt x="1137" y="330"/>
                  </a:lnTo>
                  <a:lnTo>
                    <a:pt x="1134" y="338"/>
                  </a:lnTo>
                  <a:lnTo>
                    <a:pt x="1129" y="344"/>
                  </a:lnTo>
                  <a:lnTo>
                    <a:pt x="1123" y="350"/>
                  </a:lnTo>
                  <a:lnTo>
                    <a:pt x="1115" y="354"/>
                  </a:lnTo>
                  <a:lnTo>
                    <a:pt x="1108" y="357"/>
                  </a:lnTo>
                  <a:lnTo>
                    <a:pt x="1102" y="359"/>
                  </a:lnTo>
                  <a:lnTo>
                    <a:pt x="1097" y="360"/>
                  </a:lnTo>
                  <a:lnTo>
                    <a:pt x="1092" y="361"/>
                  </a:lnTo>
                  <a:lnTo>
                    <a:pt x="1088" y="363"/>
                  </a:lnTo>
                  <a:lnTo>
                    <a:pt x="1085" y="366"/>
                  </a:lnTo>
                  <a:lnTo>
                    <a:pt x="1082" y="371"/>
                  </a:lnTo>
                  <a:lnTo>
                    <a:pt x="1079" y="379"/>
                  </a:lnTo>
                  <a:lnTo>
                    <a:pt x="1076" y="390"/>
                  </a:lnTo>
                  <a:lnTo>
                    <a:pt x="1075" y="403"/>
                  </a:lnTo>
                  <a:lnTo>
                    <a:pt x="1079" y="414"/>
                  </a:lnTo>
                  <a:lnTo>
                    <a:pt x="1086" y="425"/>
                  </a:lnTo>
                  <a:lnTo>
                    <a:pt x="1095" y="436"/>
                  </a:lnTo>
                  <a:lnTo>
                    <a:pt x="1106" y="444"/>
                  </a:lnTo>
                  <a:lnTo>
                    <a:pt x="1117" y="450"/>
                  </a:lnTo>
                  <a:lnTo>
                    <a:pt x="1129" y="454"/>
                  </a:lnTo>
                  <a:lnTo>
                    <a:pt x="1139" y="455"/>
                  </a:lnTo>
                  <a:lnTo>
                    <a:pt x="1147" y="457"/>
                  </a:lnTo>
                  <a:lnTo>
                    <a:pt x="1153" y="462"/>
                  </a:lnTo>
                  <a:lnTo>
                    <a:pt x="1157" y="470"/>
                  </a:lnTo>
                  <a:lnTo>
                    <a:pt x="1160" y="481"/>
                  </a:lnTo>
                  <a:lnTo>
                    <a:pt x="1160" y="495"/>
                  </a:lnTo>
                  <a:lnTo>
                    <a:pt x="1160" y="510"/>
                  </a:lnTo>
                  <a:lnTo>
                    <a:pt x="1160" y="526"/>
                  </a:lnTo>
                  <a:lnTo>
                    <a:pt x="1159" y="545"/>
                  </a:lnTo>
                  <a:lnTo>
                    <a:pt x="1159" y="560"/>
                  </a:lnTo>
                  <a:lnTo>
                    <a:pt x="1161" y="572"/>
                  </a:lnTo>
                  <a:lnTo>
                    <a:pt x="1166" y="581"/>
                  </a:lnTo>
                  <a:lnTo>
                    <a:pt x="1172" y="588"/>
                  </a:lnTo>
                  <a:lnTo>
                    <a:pt x="1179" y="591"/>
                  </a:lnTo>
                  <a:lnTo>
                    <a:pt x="1186" y="593"/>
                  </a:lnTo>
                  <a:lnTo>
                    <a:pt x="1192" y="593"/>
                  </a:lnTo>
                  <a:lnTo>
                    <a:pt x="1198" y="592"/>
                  </a:lnTo>
                  <a:lnTo>
                    <a:pt x="1204" y="594"/>
                  </a:lnTo>
                  <a:lnTo>
                    <a:pt x="1211" y="601"/>
                  </a:lnTo>
                  <a:lnTo>
                    <a:pt x="1220" y="612"/>
                  </a:lnTo>
                  <a:lnTo>
                    <a:pt x="1232" y="625"/>
                  </a:lnTo>
                  <a:lnTo>
                    <a:pt x="1243" y="640"/>
                  </a:lnTo>
                  <a:lnTo>
                    <a:pt x="1254" y="654"/>
                  </a:lnTo>
                  <a:lnTo>
                    <a:pt x="1265" y="667"/>
                  </a:lnTo>
                  <a:lnTo>
                    <a:pt x="1276" y="677"/>
                  </a:lnTo>
                  <a:lnTo>
                    <a:pt x="1284" y="684"/>
                  </a:lnTo>
                  <a:lnTo>
                    <a:pt x="1288" y="692"/>
                  </a:lnTo>
                  <a:lnTo>
                    <a:pt x="1287" y="697"/>
                  </a:lnTo>
                  <a:lnTo>
                    <a:pt x="1285" y="701"/>
                  </a:lnTo>
                  <a:lnTo>
                    <a:pt x="1279" y="706"/>
                  </a:lnTo>
                  <a:lnTo>
                    <a:pt x="1273" y="711"/>
                  </a:lnTo>
                  <a:lnTo>
                    <a:pt x="1265" y="716"/>
                  </a:lnTo>
                  <a:lnTo>
                    <a:pt x="1259" y="722"/>
                  </a:lnTo>
                  <a:lnTo>
                    <a:pt x="1255" y="729"/>
                  </a:lnTo>
                  <a:lnTo>
                    <a:pt x="1253" y="739"/>
                  </a:lnTo>
                  <a:lnTo>
                    <a:pt x="1254" y="750"/>
                  </a:lnTo>
                  <a:lnTo>
                    <a:pt x="1256" y="762"/>
                  </a:lnTo>
                  <a:lnTo>
                    <a:pt x="1258" y="774"/>
                  </a:lnTo>
                  <a:lnTo>
                    <a:pt x="1259" y="785"/>
                  </a:lnTo>
                  <a:lnTo>
                    <a:pt x="1259" y="797"/>
                  </a:lnTo>
                  <a:lnTo>
                    <a:pt x="1257" y="806"/>
                  </a:lnTo>
                  <a:lnTo>
                    <a:pt x="1256" y="815"/>
                  </a:lnTo>
                  <a:lnTo>
                    <a:pt x="1263" y="825"/>
                  </a:lnTo>
                  <a:lnTo>
                    <a:pt x="1275" y="837"/>
                  </a:lnTo>
                  <a:lnTo>
                    <a:pt x="1291" y="847"/>
                  </a:lnTo>
                  <a:lnTo>
                    <a:pt x="1308" y="857"/>
                  </a:lnTo>
                  <a:lnTo>
                    <a:pt x="1327" y="868"/>
                  </a:lnTo>
                  <a:lnTo>
                    <a:pt x="1343" y="878"/>
                  </a:lnTo>
                  <a:lnTo>
                    <a:pt x="1357" y="888"/>
                  </a:lnTo>
                  <a:lnTo>
                    <a:pt x="1368" y="899"/>
                  </a:lnTo>
                  <a:lnTo>
                    <a:pt x="1378" y="914"/>
                  </a:lnTo>
                  <a:lnTo>
                    <a:pt x="1384" y="932"/>
                  </a:lnTo>
                  <a:lnTo>
                    <a:pt x="1389" y="952"/>
                  </a:lnTo>
                  <a:lnTo>
                    <a:pt x="1392" y="971"/>
                  </a:lnTo>
                  <a:lnTo>
                    <a:pt x="1395" y="991"/>
                  </a:lnTo>
                  <a:lnTo>
                    <a:pt x="1397" y="1008"/>
                  </a:lnTo>
                  <a:lnTo>
                    <a:pt x="1400" y="1022"/>
                  </a:lnTo>
                  <a:lnTo>
                    <a:pt x="1402" y="1028"/>
                  </a:lnTo>
                  <a:lnTo>
                    <a:pt x="1405" y="1033"/>
                  </a:lnTo>
                  <a:lnTo>
                    <a:pt x="1410" y="1039"/>
                  </a:lnTo>
                  <a:lnTo>
                    <a:pt x="1416" y="104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39" name="Freeform 538">
              <a:extLst>
                <a:ext uri="{FF2B5EF4-FFF2-40B4-BE49-F238E27FC236}">
                  <a16:creationId xmlns:a16="http://schemas.microsoft.com/office/drawing/2014/main" id="{E0E690F2-33F5-4588-3E62-E7EFA7E0144C}"/>
                </a:ext>
              </a:extLst>
            </p:cNvPr>
            <p:cNvSpPr>
              <a:spLocks/>
            </p:cNvSpPr>
            <p:nvPr/>
          </p:nvSpPr>
          <p:spPr bwMode="auto">
            <a:xfrm>
              <a:off x="2135" y="3315"/>
              <a:ext cx="5" cy="7"/>
            </a:xfrm>
            <a:custGeom>
              <a:avLst/>
              <a:gdLst>
                <a:gd name="T0" fmla="*/ 0 w 22"/>
                <a:gd name="T1" fmla="*/ 0 h 28"/>
                <a:gd name="T2" fmla="*/ 0 w 22"/>
                <a:gd name="T3" fmla="*/ 0 h 28"/>
                <a:gd name="T4" fmla="*/ 0 w 22"/>
                <a:gd name="T5" fmla="*/ 0 h 28"/>
                <a:gd name="T6" fmla="*/ 0 w 22"/>
                <a:gd name="T7" fmla="*/ 0 h 28"/>
                <a:gd name="T8" fmla="*/ 0 w 22"/>
                <a:gd name="T9" fmla="*/ 0 h 28"/>
                <a:gd name="T10" fmla="*/ 0 w 22"/>
                <a:gd name="T11" fmla="*/ 0 h 28"/>
                <a:gd name="T12" fmla="*/ 0 w 22"/>
                <a:gd name="T13" fmla="*/ 0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 h="28">
                  <a:moveTo>
                    <a:pt x="0" y="28"/>
                  </a:moveTo>
                  <a:lnTo>
                    <a:pt x="6" y="0"/>
                  </a:lnTo>
                  <a:lnTo>
                    <a:pt x="22" y="14"/>
                  </a:lnTo>
                  <a:lnTo>
                    <a:pt x="20" y="17"/>
                  </a:lnTo>
                  <a:lnTo>
                    <a:pt x="14" y="23"/>
                  </a:lnTo>
                  <a:lnTo>
                    <a:pt x="7" y="28"/>
                  </a:lnTo>
                  <a:lnTo>
                    <a:pt x="0" y="28"/>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40" name="Freeform 539">
              <a:extLst>
                <a:ext uri="{FF2B5EF4-FFF2-40B4-BE49-F238E27FC236}">
                  <a16:creationId xmlns:a16="http://schemas.microsoft.com/office/drawing/2014/main" id="{EE26A98E-FED4-FD41-5A3D-6A0871FEC442}"/>
                </a:ext>
              </a:extLst>
            </p:cNvPr>
            <p:cNvSpPr>
              <a:spLocks/>
            </p:cNvSpPr>
            <p:nvPr/>
          </p:nvSpPr>
          <p:spPr bwMode="auto">
            <a:xfrm>
              <a:off x="2135" y="3315"/>
              <a:ext cx="5" cy="7"/>
            </a:xfrm>
            <a:custGeom>
              <a:avLst/>
              <a:gdLst>
                <a:gd name="T0" fmla="*/ 0 w 22"/>
                <a:gd name="T1" fmla="*/ 0 h 28"/>
                <a:gd name="T2" fmla="*/ 0 w 22"/>
                <a:gd name="T3" fmla="*/ 0 h 28"/>
                <a:gd name="T4" fmla="*/ 0 w 22"/>
                <a:gd name="T5" fmla="*/ 0 h 28"/>
                <a:gd name="T6" fmla="*/ 0 w 22"/>
                <a:gd name="T7" fmla="*/ 0 h 28"/>
                <a:gd name="T8" fmla="*/ 0 w 22"/>
                <a:gd name="T9" fmla="*/ 0 h 28"/>
                <a:gd name="T10" fmla="*/ 0 w 22"/>
                <a:gd name="T11" fmla="*/ 0 h 28"/>
                <a:gd name="T12" fmla="*/ 0 w 22"/>
                <a:gd name="T13" fmla="*/ 0 h 28"/>
                <a:gd name="T14" fmla="*/ 0 w 22"/>
                <a:gd name="T15" fmla="*/ 0 h 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 h="28">
                  <a:moveTo>
                    <a:pt x="0" y="28"/>
                  </a:moveTo>
                  <a:lnTo>
                    <a:pt x="6" y="0"/>
                  </a:lnTo>
                  <a:lnTo>
                    <a:pt x="22" y="14"/>
                  </a:lnTo>
                  <a:lnTo>
                    <a:pt x="20" y="17"/>
                  </a:lnTo>
                  <a:lnTo>
                    <a:pt x="14" y="23"/>
                  </a:lnTo>
                  <a:lnTo>
                    <a:pt x="7" y="28"/>
                  </a:lnTo>
                  <a:lnTo>
                    <a:pt x="0" y="2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41" name="Freeform 540">
              <a:extLst>
                <a:ext uri="{FF2B5EF4-FFF2-40B4-BE49-F238E27FC236}">
                  <a16:creationId xmlns:a16="http://schemas.microsoft.com/office/drawing/2014/main" id="{982A9545-1106-62C2-92AC-1EE30D25A24F}"/>
                </a:ext>
              </a:extLst>
            </p:cNvPr>
            <p:cNvSpPr>
              <a:spLocks/>
            </p:cNvSpPr>
            <p:nvPr/>
          </p:nvSpPr>
          <p:spPr bwMode="auto">
            <a:xfrm>
              <a:off x="2315" y="3331"/>
              <a:ext cx="14" cy="51"/>
            </a:xfrm>
            <a:custGeom>
              <a:avLst/>
              <a:gdLst>
                <a:gd name="T0" fmla="*/ 0 w 56"/>
                <a:gd name="T1" fmla="*/ 0 h 205"/>
                <a:gd name="T2" fmla="*/ 0 w 56"/>
                <a:gd name="T3" fmla="*/ 0 h 205"/>
                <a:gd name="T4" fmla="*/ 0 w 56"/>
                <a:gd name="T5" fmla="*/ 0 h 205"/>
                <a:gd name="T6" fmla="*/ 0 w 56"/>
                <a:gd name="T7" fmla="*/ 0 h 205"/>
                <a:gd name="T8" fmla="*/ 0 w 56"/>
                <a:gd name="T9" fmla="*/ 0 h 205"/>
                <a:gd name="T10" fmla="*/ 0 w 56"/>
                <a:gd name="T11" fmla="*/ 0 h 205"/>
                <a:gd name="T12" fmla="*/ 0 w 56"/>
                <a:gd name="T13" fmla="*/ 0 h 205"/>
                <a:gd name="T14" fmla="*/ 0 w 56"/>
                <a:gd name="T15" fmla="*/ 0 h 205"/>
                <a:gd name="T16" fmla="*/ 0 w 56"/>
                <a:gd name="T17" fmla="*/ 0 h 205"/>
                <a:gd name="T18" fmla="*/ 0 w 56"/>
                <a:gd name="T19" fmla="*/ 0 h 205"/>
                <a:gd name="T20" fmla="*/ 0 w 56"/>
                <a:gd name="T21" fmla="*/ 0 h 205"/>
                <a:gd name="T22" fmla="*/ 0 w 56"/>
                <a:gd name="T23" fmla="*/ 0 h 205"/>
                <a:gd name="T24" fmla="*/ 0 w 56"/>
                <a:gd name="T25" fmla="*/ 0 h 205"/>
                <a:gd name="T26" fmla="*/ 0 w 56"/>
                <a:gd name="T27" fmla="*/ 0 h 205"/>
                <a:gd name="T28" fmla="*/ 0 w 56"/>
                <a:gd name="T29" fmla="*/ 0 h 205"/>
                <a:gd name="T30" fmla="*/ 0 w 56"/>
                <a:gd name="T31" fmla="*/ 0 h 205"/>
                <a:gd name="T32" fmla="*/ 0 w 56"/>
                <a:gd name="T33" fmla="*/ 0 h 205"/>
                <a:gd name="T34" fmla="*/ 0 w 56"/>
                <a:gd name="T35" fmla="*/ 0 h 205"/>
                <a:gd name="T36" fmla="*/ 0 w 56"/>
                <a:gd name="T37" fmla="*/ 0 h 205"/>
                <a:gd name="T38" fmla="*/ 0 w 56"/>
                <a:gd name="T39" fmla="*/ 0 h 205"/>
                <a:gd name="T40" fmla="*/ 0 w 56"/>
                <a:gd name="T41" fmla="*/ 0 h 205"/>
                <a:gd name="T42" fmla="*/ 0 w 56"/>
                <a:gd name="T43" fmla="*/ 0 h 205"/>
                <a:gd name="T44" fmla="*/ 0 w 56"/>
                <a:gd name="T45" fmla="*/ 0 h 205"/>
                <a:gd name="T46" fmla="*/ 0 w 56"/>
                <a:gd name="T47" fmla="*/ 0 h 205"/>
                <a:gd name="T48" fmla="*/ 0 w 56"/>
                <a:gd name="T49" fmla="*/ 0 h 205"/>
                <a:gd name="T50" fmla="*/ 0 w 56"/>
                <a:gd name="T51" fmla="*/ 0 h 205"/>
                <a:gd name="T52" fmla="*/ 0 w 56"/>
                <a:gd name="T53" fmla="*/ 0 h 205"/>
                <a:gd name="T54" fmla="*/ 0 w 56"/>
                <a:gd name="T55" fmla="*/ 0 h 2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6" h="205">
                  <a:moveTo>
                    <a:pt x="28" y="0"/>
                  </a:moveTo>
                  <a:lnTo>
                    <a:pt x="35" y="141"/>
                  </a:lnTo>
                  <a:lnTo>
                    <a:pt x="56" y="155"/>
                  </a:lnTo>
                  <a:lnTo>
                    <a:pt x="56" y="205"/>
                  </a:lnTo>
                  <a:lnTo>
                    <a:pt x="55" y="204"/>
                  </a:lnTo>
                  <a:lnTo>
                    <a:pt x="52" y="202"/>
                  </a:lnTo>
                  <a:lnTo>
                    <a:pt x="48" y="199"/>
                  </a:lnTo>
                  <a:lnTo>
                    <a:pt x="44" y="194"/>
                  </a:lnTo>
                  <a:lnTo>
                    <a:pt x="39" y="189"/>
                  </a:lnTo>
                  <a:lnTo>
                    <a:pt x="34" y="182"/>
                  </a:lnTo>
                  <a:lnTo>
                    <a:pt x="29" y="175"/>
                  </a:lnTo>
                  <a:lnTo>
                    <a:pt x="25" y="167"/>
                  </a:lnTo>
                  <a:lnTo>
                    <a:pt x="22" y="157"/>
                  </a:lnTo>
                  <a:lnTo>
                    <a:pt x="17" y="143"/>
                  </a:lnTo>
                  <a:lnTo>
                    <a:pt x="13" y="125"/>
                  </a:lnTo>
                  <a:lnTo>
                    <a:pt x="8" y="107"/>
                  </a:lnTo>
                  <a:lnTo>
                    <a:pt x="4" y="90"/>
                  </a:lnTo>
                  <a:lnTo>
                    <a:pt x="1" y="73"/>
                  </a:lnTo>
                  <a:lnTo>
                    <a:pt x="0" y="60"/>
                  </a:lnTo>
                  <a:lnTo>
                    <a:pt x="1" y="52"/>
                  </a:lnTo>
                  <a:lnTo>
                    <a:pt x="4" y="46"/>
                  </a:lnTo>
                  <a:lnTo>
                    <a:pt x="7" y="38"/>
                  </a:lnTo>
                  <a:lnTo>
                    <a:pt x="11" y="29"/>
                  </a:lnTo>
                  <a:lnTo>
                    <a:pt x="16" y="20"/>
                  </a:lnTo>
                  <a:lnTo>
                    <a:pt x="20" y="12"/>
                  </a:lnTo>
                  <a:lnTo>
                    <a:pt x="24" y="6"/>
                  </a:lnTo>
                  <a:lnTo>
                    <a:pt x="27" y="2"/>
                  </a:lnTo>
                  <a:lnTo>
                    <a:pt x="28"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42" name="Freeform 541">
              <a:extLst>
                <a:ext uri="{FF2B5EF4-FFF2-40B4-BE49-F238E27FC236}">
                  <a16:creationId xmlns:a16="http://schemas.microsoft.com/office/drawing/2014/main" id="{93848C83-BD4F-C3D1-1BD4-A4C8843B39C5}"/>
                </a:ext>
              </a:extLst>
            </p:cNvPr>
            <p:cNvSpPr>
              <a:spLocks/>
            </p:cNvSpPr>
            <p:nvPr/>
          </p:nvSpPr>
          <p:spPr bwMode="auto">
            <a:xfrm>
              <a:off x="2315" y="3331"/>
              <a:ext cx="14" cy="51"/>
            </a:xfrm>
            <a:custGeom>
              <a:avLst/>
              <a:gdLst>
                <a:gd name="T0" fmla="*/ 0 w 56"/>
                <a:gd name="T1" fmla="*/ 0 h 205"/>
                <a:gd name="T2" fmla="*/ 0 w 56"/>
                <a:gd name="T3" fmla="*/ 0 h 205"/>
                <a:gd name="T4" fmla="*/ 0 w 56"/>
                <a:gd name="T5" fmla="*/ 0 h 205"/>
                <a:gd name="T6" fmla="*/ 0 w 56"/>
                <a:gd name="T7" fmla="*/ 0 h 205"/>
                <a:gd name="T8" fmla="*/ 0 w 56"/>
                <a:gd name="T9" fmla="*/ 0 h 205"/>
                <a:gd name="T10" fmla="*/ 0 w 56"/>
                <a:gd name="T11" fmla="*/ 0 h 205"/>
                <a:gd name="T12" fmla="*/ 0 w 56"/>
                <a:gd name="T13" fmla="*/ 0 h 205"/>
                <a:gd name="T14" fmla="*/ 0 w 56"/>
                <a:gd name="T15" fmla="*/ 0 h 205"/>
                <a:gd name="T16" fmla="*/ 0 w 56"/>
                <a:gd name="T17" fmla="*/ 0 h 205"/>
                <a:gd name="T18" fmla="*/ 0 w 56"/>
                <a:gd name="T19" fmla="*/ 0 h 205"/>
                <a:gd name="T20" fmla="*/ 0 w 56"/>
                <a:gd name="T21" fmla="*/ 0 h 205"/>
                <a:gd name="T22" fmla="*/ 0 w 56"/>
                <a:gd name="T23" fmla="*/ 0 h 205"/>
                <a:gd name="T24" fmla="*/ 0 w 56"/>
                <a:gd name="T25" fmla="*/ 0 h 205"/>
                <a:gd name="T26" fmla="*/ 0 w 56"/>
                <a:gd name="T27" fmla="*/ 0 h 205"/>
                <a:gd name="T28" fmla="*/ 0 w 56"/>
                <a:gd name="T29" fmla="*/ 0 h 205"/>
                <a:gd name="T30" fmla="*/ 0 w 56"/>
                <a:gd name="T31" fmla="*/ 0 h 205"/>
                <a:gd name="T32" fmla="*/ 0 w 56"/>
                <a:gd name="T33" fmla="*/ 0 h 205"/>
                <a:gd name="T34" fmla="*/ 0 w 56"/>
                <a:gd name="T35" fmla="*/ 0 h 205"/>
                <a:gd name="T36" fmla="*/ 0 w 56"/>
                <a:gd name="T37" fmla="*/ 0 h 205"/>
                <a:gd name="T38" fmla="*/ 0 w 56"/>
                <a:gd name="T39" fmla="*/ 0 h 205"/>
                <a:gd name="T40" fmla="*/ 0 w 56"/>
                <a:gd name="T41" fmla="*/ 0 h 205"/>
                <a:gd name="T42" fmla="*/ 0 w 56"/>
                <a:gd name="T43" fmla="*/ 0 h 205"/>
                <a:gd name="T44" fmla="*/ 0 w 56"/>
                <a:gd name="T45" fmla="*/ 0 h 205"/>
                <a:gd name="T46" fmla="*/ 0 w 56"/>
                <a:gd name="T47" fmla="*/ 0 h 205"/>
                <a:gd name="T48" fmla="*/ 0 w 56"/>
                <a:gd name="T49" fmla="*/ 0 h 205"/>
                <a:gd name="T50" fmla="*/ 0 w 56"/>
                <a:gd name="T51" fmla="*/ 0 h 205"/>
                <a:gd name="T52" fmla="*/ 0 w 56"/>
                <a:gd name="T53" fmla="*/ 0 h 205"/>
                <a:gd name="T54" fmla="*/ 0 w 56"/>
                <a:gd name="T55" fmla="*/ 0 h 205"/>
                <a:gd name="T56" fmla="*/ 0 w 56"/>
                <a:gd name="T57" fmla="*/ 0 h 205"/>
                <a:gd name="T58" fmla="*/ 0 w 56"/>
                <a:gd name="T59" fmla="*/ 0 h 205"/>
                <a:gd name="T60" fmla="*/ 0 w 56"/>
                <a:gd name="T61" fmla="*/ 0 h 2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6" h="205">
                  <a:moveTo>
                    <a:pt x="28" y="0"/>
                  </a:moveTo>
                  <a:lnTo>
                    <a:pt x="35" y="141"/>
                  </a:lnTo>
                  <a:lnTo>
                    <a:pt x="56" y="155"/>
                  </a:lnTo>
                  <a:lnTo>
                    <a:pt x="56" y="205"/>
                  </a:lnTo>
                  <a:lnTo>
                    <a:pt x="55" y="204"/>
                  </a:lnTo>
                  <a:lnTo>
                    <a:pt x="52" y="202"/>
                  </a:lnTo>
                  <a:lnTo>
                    <a:pt x="48" y="199"/>
                  </a:lnTo>
                  <a:lnTo>
                    <a:pt x="44" y="194"/>
                  </a:lnTo>
                  <a:lnTo>
                    <a:pt x="39" y="189"/>
                  </a:lnTo>
                  <a:lnTo>
                    <a:pt x="34" y="182"/>
                  </a:lnTo>
                  <a:lnTo>
                    <a:pt x="29" y="175"/>
                  </a:lnTo>
                  <a:lnTo>
                    <a:pt x="25" y="167"/>
                  </a:lnTo>
                  <a:lnTo>
                    <a:pt x="22" y="157"/>
                  </a:lnTo>
                  <a:lnTo>
                    <a:pt x="17" y="143"/>
                  </a:lnTo>
                  <a:lnTo>
                    <a:pt x="13" y="125"/>
                  </a:lnTo>
                  <a:lnTo>
                    <a:pt x="8" y="107"/>
                  </a:lnTo>
                  <a:lnTo>
                    <a:pt x="4" y="90"/>
                  </a:lnTo>
                  <a:lnTo>
                    <a:pt x="1" y="73"/>
                  </a:lnTo>
                  <a:lnTo>
                    <a:pt x="0" y="60"/>
                  </a:lnTo>
                  <a:lnTo>
                    <a:pt x="1" y="52"/>
                  </a:lnTo>
                  <a:lnTo>
                    <a:pt x="4" y="46"/>
                  </a:lnTo>
                  <a:lnTo>
                    <a:pt x="7" y="38"/>
                  </a:lnTo>
                  <a:lnTo>
                    <a:pt x="11" y="29"/>
                  </a:lnTo>
                  <a:lnTo>
                    <a:pt x="16" y="20"/>
                  </a:lnTo>
                  <a:lnTo>
                    <a:pt x="20" y="12"/>
                  </a:lnTo>
                  <a:lnTo>
                    <a:pt x="24" y="6"/>
                  </a:lnTo>
                  <a:lnTo>
                    <a:pt x="27" y="2"/>
                  </a:lnTo>
                  <a:lnTo>
                    <a:pt x="2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43" name="Freeform 542">
              <a:extLst>
                <a:ext uri="{FF2B5EF4-FFF2-40B4-BE49-F238E27FC236}">
                  <a16:creationId xmlns:a16="http://schemas.microsoft.com/office/drawing/2014/main" id="{E4683C89-9804-E80B-2E49-5328E3F84690}"/>
                </a:ext>
              </a:extLst>
            </p:cNvPr>
            <p:cNvSpPr>
              <a:spLocks/>
            </p:cNvSpPr>
            <p:nvPr/>
          </p:nvSpPr>
          <p:spPr bwMode="auto">
            <a:xfrm>
              <a:off x="2229" y="3470"/>
              <a:ext cx="4" cy="11"/>
            </a:xfrm>
            <a:custGeom>
              <a:avLst/>
              <a:gdLst>
                <a:gd name="T0" fmla="*/ 0 w 19"/>
                <a:gd name="T1" fmla="*/ 0 h 42"/>
                <a:gd name="T2" fmla="*/ 0 w 19"/>
                <a:gd name="T3" fmla="*/ 0 h 42"/>
                <a:gd name="T4" fmla="*/ 0 w 19"/>
                <a:gd name="T5" fmla="*/ 0 h 42"/>
                <a:gd name="T6" fmla="*/ 0 w 19"/>
                <a:gd name="T7" fmla="*/ 0 h 42"/>
                <a:gd name="T8" fmla="*/ 0 w 19"/>
                <a:gd name="T9" fmla="*/ 0 h 42"/>
                <a:gd name="T10" fmla="*/ 0 w 19"/>
                <a:gd name="T11" fmla="*/ 0 h 42"/>
                <a:gd name="T12" fmla="*/ 0 w 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42">
                  <a:moveTo>
                    <a:pt x="0" y="0"/>
                  </a:moveTo>
                  <a:lnTo>
                    <a:pt x="0" y="42"/>
                  </a:lnTo>
                  <a:lnTo>
                    <a:pt x="19" y="16"/>
                  </a:lnTo>
                  <a:lnTo>
                    <a:pt x="17" y="15"/>
                  </a:lnTo>
                  <a:lnTo>
                    <a:pt x="11" y="11"/>
                  </a:lnTo>
                  <a:lnTo>
                    <a:pt x="5" y="6"/>
                  </a:lnTo>
                  <a:lnTo>
                    <a:pt x="0"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44" name="Freeform 543">
              <a:extLst>
                <a:ext uri="{FF2B5EF4-FFF2-40B4-BE49-F238E27FC236}">
                  <a16:creationId xmlns:a16="http://schemas.microsoft.com/office/drawing/2014/main" id="{134136C2-25E5-2CCD-E965-55B320014403}"/>
                </a:ext>
              </a:extLst>
            </p:cNvPr>
            <p:cNvSpPr>
              <a:spLocks/>
            </p:cNvSpPr>
            <p:nvPr/>
          </p:nvSpPr>
          <p:spPr bwMode="auto">
            <a:xfrm>
              <a:off x="2229" y="3470"/>
              <a:ext cx="4" cy="11"/>
            </a:xfrm>
            <a:custGeom>
              <a:avLst/>
              <a:gdLst>
                <a:gd name="T0" fmla="*/ 0 w 19"/>
                <a:gd name="T1" fmla="*/ 0 h 42"/>
                <a:gd name="T2" fmla="*/ 0 w 19"/>
                <a:gd name="T3" fmla="*/ 0 h 42"/>
                <a:gd name="T4" fmla="*/ 0 w 19"/>
                <a:gd name="T5" fmla="*/ 0 h 42"/>
                <a:gd name="T6" fmla="*/ 0 w 19"/>
                <a:gd name="T7" fmla="*/ 0 h 42"/>
                <a:gd name="T8" fmla="*/ 0 w 19"/>
                <a:gd name="T9" fmla="*/ 0 h 42"/>
                <a:gd name="T10" fmla="*/ 0 w 19"/>
                <a:gd name="T11" fmla="*/ 0 h 42"/>
                <a:gd name="T12" fmla="*/ 0 w 19"/>
                <a:gd name="T13" fmla="*/ 0 h 42"/>
                <a:gd name="T14" fmla="*/ 0 w 19"/>
                <a:gd name="T15" fmla="*/ 0 h 4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42">
                  <a:moveTo>
                    <a:pt x="0" y="0"/>
                  </a:moveTo>
                  <a:lnTo>
                    <a:pt x="0" y="42"/>
                  </a:lnTo>
                  <a:lnTo>
                    <a:pt x="19" y="16"/>
                  </a:lnTo>
                  <a:lnTo>
                    <a:pt x="17" y="15"/>
                  </a:lnTo>
                  <a:lnTo>
                    <a:pt x="11" y="11"/>
                  </a:lnTo>
                  <a:lnTo>
                    <a:pt x="5" y="6"/>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45" name="Freeform 544">
              <a:extLst>
                <a:ext uri="{FF2B5EF4-FFF2-40B4-BE49-F238E27FC236}">
                  <a16:creationId xmlns:a16="http://schemas.microsoft.com/office/drawing/2014/main" id="{B427EAEC-00C9-5378-1963-844271922242}"/>
                </a:ext>
              </a:extLst>
            </p:cNvPr>
            <p:cNvSpPr>
              <a:spLocks/>
            </p:cNvSpPr>
            <p:nvPr/>
          </p:nvSpPr>
          <p:spPr bwMode="auto">
            <a:xfrm>
              <a:off x="2308" y="3410"/>
              <a:ext cx="4" cy="11"/>
            </a:xfrm>
            <a:custGeom>
              <a:avLst/>
              <a:gdLst>
                <a:gd name="T0" fmla="*/ 0 w 20"/>
                <a:gd name="T1" fmla="*/ 0 h 42"/>
                <a:gd name="T2" fmla="*/ 0 w 20"/>
                <a:gd name="T3" fmla="*/ 0 h 42"/>
                <a:gd name="T4" fmla="*/ 0 w 20"/>
                <a:gd name="T5" fmla="*/ 0 h 42"/>
                <a:gd name="T6" fmla="*/ 0 w 20"/>
                <a:gd name="T7" fmla="*/ 0 h 42"/>
                <a:gd name="T8" fmla="*/ 0 w 20"/>
                <a:gd name="T9" fmla="*/ 0 h 42"/>
                <a:gd name="T10" fmla="*/ 0 w 20"/>
                <a:gd name="T11" fmla="*/ 0 h 42"/>
                <a:gd name="T12" fmla="*/ 0 w 20"/>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2">
                  <a:moveTo>
                    <a:pt x="0" y="0"/>
                  </a:moveTo>
                  <a:lnTo>
                    <a:pt x="0" y="42"/>
                  </a:lnTo>
                  <a:lnTo>
                    <a:pt x="20" y="16"/>
                  </a:lnTo>
                  <a:lnTo>
                    <a:pt x="18" y="15"/>
                  </a:lnTo>
                  <a:lnTo>
                    <a:pt x="12" y="11"/>
                  </a:lnTo>
                  <a:lnTo>
                    <a:pt x="6" y="6"/>
                  </a:lnTo>
                  <a:lnTo>
                    <a:pt x="0"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46" name="Freeform 545">
              <a:extLst>
                <a:ext uri="{FF2B5EF4-FFF2-40B4-BE49-F238E27FC236}">
                  <a16:creationId xmlns:a16="http://schemas.microsoft.com/office/drawing/2014/main" id="{1E7FE27C-A2DE-2450-C08E-087C637AC54E}"/>
                </a:ext>
              </a:extLst>
            </p:cNvPr>
            <p:cNvSpPr>
              <a:spLocks/>
            </p:cNvSpPr>
            <p:nvPr/>
          </p:nvSpPr>
          <p:spPr bwMode="auto">
            <a:xfrm>
              <a:off x="2308" y="3410"/>
              <a:ext cx="4" cy="11"/>
            </a:xfrm>
            <a:custGeom>
              <a:avLst/>
              <a:gdLst>
                <a:gd name="T0" fmla="*/ 0 w 20"/>
                <a:gd name="T1" fmla="*/ 0 h 42"/>
                <a:gd name="T2" fmla="*/ 0 w 20"/>
                <a:gd name="T3" fmla="*/ 0 h 42"/>
                <a:gd name="T4" fmla="*/ 0 w 20"/>
                <a:gd name="T5" fmla="*/ 0 h 42"/>
                <a:gd name="T6" fmla="*/ 0 w 20"/>
                <a:gd name="T7" fmla="*/ 0 h 42"/>
                <a:gd name="T8" fmla="*/ 0 w 20"/>
                <a:gd name="T9" fmla="*/ 0 h 42"/>
                <a:gd name="T10" fmla="*/ 0 w 20"/>
                <a:gd name="T11" fmla="*/ 0 h 42"/>
                <a:gd name="T12" fmla="*/ 0 w 20"/>
                <a:gd name="T13" fmla="*/ 0 h 42"/>
                <a:gd name="T14" fmla="*/ 0 w 20"/>
                <a:gd name="T15" fmla="*/ 0 h 4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 h="42">
                  <a:moveTo>
                    <a:pt x="0" y="0"/>
                  </a:moveTo>
                  <a:lnTo>
                    <a:pt x="0" y="42"/>
                  </a:lnTo>
                  <a:lnTo>
                    <a:pt x="20" y="16"/>
                  </a:lnTo>
                  <a:lnTo>
                    <a:pt x="18" y="15"/>
                  </a:lnTo>
                  <a:lnTo>
                    <a:pt x="12" y="11"/>
                  </a:lnTo>
                  <a:lnTo>
                    <a:pt x="6" y="6"/>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47" name="Freeform 546">
              <a:extLst>
                <a:ext uri="{FF2B5EF4-FFF2-40B4-BE49-F238E27FC236}">
                  <a16:creationId xmlns:a16="http://schemas.microsoft.com/office/drawing/2014/main" id="{911E91F5-41E3-216D-6F0C-09BE2EC09E24}"/>
                </a:ext>
              </a:extLst>
            </p:cNvPr>
            <p:cNvSpPr>
              <a:spLocks/>
            </p:cNvSpPr>
            <p:nvPr/>
          </p:nvSpPr>
          <p:spPr bwMode="auto">
            <a:xfrm>
              <a:off x="2226" y="3490"/>
              <a:ext cx="5" cy="5"/>
            </a:xfrm>
            <a:custGeom>
              <a:avLst/>
              <a:gdLst>
                <a:gd name="T0" fmla="*/ 0 w 16"/>
                <a:gd name="T1" fmla="*/ 0 h 20"/>
                <a:gd name="T2" fmla="*/ 0 w 16"/>
                <a:gd name="T3" fmla="*/ 0 h 20"/>
                <a:gd name="T4" fmla="*/ 0 w 16"/>
                <a:gd name="T5" fmla="*/ 0 h 20"/>
                <a:gd name="T6" fmla="*/ 0 w 16"/>
                <a:gd name="T7" fmla="*/ 0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20">
                  <a:moveTo>
                    <a:pt x="0" y="0"/>
                  </a:moveTo>
                  <a:lnTo>
                    <a:pt x="0" y="20"/>
                  </a:lnTo>
                  <a:lnTo>
                    <a:pt x="16" y="20"/>
                  </a:lnTo>
                  <a:lnTo>
                    <a:pt x="0"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48" name="Freeform 547">
              <a:extLst>
                <a:ext uri="{FF2B5EF4-FFF2-40B4-BE49-F238E27FC236}">
                  <a16:creationId xmlns:a16="http://schemas.microsoft.com/office/drawing/2014/main" id="{8CCB4EB4-0478-A2AB-27D0-F0A516555EBC}"/>
                </a:ext>
              </a:extLst>
            </p:cNvPr>
            <p:cNvSpPr>
              <a:spLocks/>
            </p:cNvSpPr>
            <p:nvPr/>
          </p:nvSpPr>
          <p:spPr bwMode="auto">
            <a:xfrm>
              <a:off x="2226" y="3490"/>
              <a:ext cx="5" cy="5"/>
            </a:xfrm>
            <a:custGeom>
              <a:avLst/>
              <a:gdLst>
                <a:gd name="T0" fmla="*/ 0 w 16"/>
                <a:gd name="T1" fmla="*/ 0 h 20"/>
                <a:gd name="T2" fmla="*/ 0 w 16"/>
                <a:gd name="T3" fmla="*/ 0 h 20"/>
                <a:gd name="T4" fmla="*/ 0 w 16"/>
                <a:gd name="T5" fmla="*/ 0 h 20"/>
                <a:gd name="T6" fmla="*/ 0 w 16"/>
                <a:gd name="T7" fmla="*/ 0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20">
                  <a:moveTo>
                    <a:pt x="0" y="0"/>
                  </a:moveTo>
                  <a:lnTo>
                    <a:pt x="0" y="20"/>
                  </a:lnTo>
                  <a:lnTo>
                    <a:pt x="16" y="20"/>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49" name="Freeform 548">
              <a:extLst>
                <a:ext uri="{FF2B5EF4-FFF2-40B4-BE49-F238E27FC236}">
                  <a16:creationId xmlns:a16="http://schemas.microsoft.com/office/drawing/2014/main" id="{023DFA4F-5D55-A54A-EA6A-9A1A65DB18B4}"/>
                </a:ext>
              </a:extLst>
            </p:cNvPr>
            <p:cNvSpPr>
              <a:spLocks/>
            </p:cNvSpPr>
            <p:nvPr/>
          </p:nvSpPr>
          <p:spPr bwMode="auto">
            <a:xfrm>
              <a:off x="2331" y="3467"/>
              <a:ext cx="360" cy="242"/>
            </a:xfrm>
            <a:custGeom>
              <a:avLst/>
              <a:gdLst>
                <a:gd name="T0" fmla="*/ 0 w 1437"/>
                <a:gd name="T1" fmla="*/ 0 h 966"/>
                <a:gd name="T2" fmla="*/ 0 w 1437"/>
                <a:gd name="T3" fmla="*/ 0 h 966"/>
                <a:gd name="T4" fmla="*/ 0 w 1437"/>
                <a:gd name="T5" fmla="*/ 0 h 966"/>
                <a:gd name="T6" fmla="*/ 0 w 1437"/>
                <a:gd name="T7" fmla="*/ 0 h 966"/>
                <a:gd name="T8" fmla="*/ 0 w 1437"/>
                <a:gd name="T9" fmla="*/ 0 h 966"/>
                <a:gd name="T10" fmla="*/ 0 w 1437"/>
                <a:gd name="T11" fmla="*/ 0 h 966"/>
                <a:gd name="T12" fmla="*/ 0 w 1437"/>
                <a:gd name="T13" fmla="*/ 0 h 966"/>
                <a:gd name="T14" fmla="*/ 0 w 1437"/>
                <a:gd name="T15" fmla="*/ 0 h 966"/>
                <a:gd name="T16" fmla="*/ 0 w 1437"/>
                <a:gd name="T17" fmla="*/ 0 h 966"/>
                <a:gd name="T18" fmla="*/ 0 w 1437"/>
                <a:gd name="T19" fmla="*/ 0 h 966"/>
                <a:gd name="T20" fmla="*/ 0 w 1437"/>
                <a:gd name="T21" fmla="*/ 0 h 966"/>
                <a:gd name="T22" fmla="*/ 0 w 1437"/>
                <a:gd name="T23" fmla="*/ 0 h 966"/>
                <a:gd name="T24" fmla="*/ 0 w 1437"/>
                <a:gd name="T25" fmla="*/ 0 h 966"/>
                <a:gd name="T26" fmla="*/ 0 w 1437"/>
                <a:gd name="T27" fmla="*/ 0 h 966"/>
                <a:gd name="T28" fmla="*/ 0 w 1437"/>
                <a:gd name="T29" fmla="*/ 0 h 966"/>
                <a:gd name="T30" fmla="*/ 0 w 1437"/>
                <a:gd name="T31" fmla="*/ 0 h 966"/>
                <a:gd name="T32" fmla="*/ 0 w 1437"/>
                <a:gd name="T33" fmla="*/ 0 h 966"/>
                <a:gd name="T34" fmla="*/ 0 w 1437"/>
                <a:gd name="T35" fmla="*/ 0 h 966"/>
                <a:gd name="T36" fmla="*/ 0 w 1437"/>
                <a:gd name="T37" fmla="*/ 0 h 966"/>
                <a:gd name="T38" fmla="*/ 0 w 1437"/>
                <a:gd name="T39" fmla="*/ 0 h 966"/>
                <a:gd name="T40" fmla="*/ 0 w 1437"/>
                <a:gd name="T41" fmla="*/ 0 h 966"/>
                <a:gd name="T42" fmla="*/ 0 w 1437"/>
                <a:gd name="T43" fmla="*/ 0 h 966"/>
                <a:gd name="T44" fmla="*/ 0 w 1437"/>
                <a:gd name="T45" fmla="*/ 0 h 966"/>
                <a:gd name="T46" fmla="*/ 0 w 1437"/>
                <a:gd name="T47" fmla="*/ 0 h 966"/>
                <a:gd name="T48" fmla="*/ 0 w 1437"/>
                <a:gd name="T49" fmla="*/ 0 h 966"/>
                <a:gd name="T50" fmla="*/ 0 w 1437"/>
                <a:gd name="T51" fmla="*/ 0 h 966"/>
                <a:gd name="T52" fmla="*/ 0 w 1437"/>
                <a:gd name="T53" fmla="*/ 0 h 966"/>
                <a:gd name="T54" fmla="*/ 0 w 1437"/>
                <a:gd name="T55" fmla="*/ 0 h 966"/>
                <a:gd name="T56" fmla="*/ 0 w 1437"/>
                <a:gd name="T57" fmla="*/ 0 h 966"/>
                <a:gd name="T58" fmla="*/ 0 w 1437"/>
                <a:gd name="T59" fmla="*/ 0 h 966"/>
                <a:gd name="T60" fmla="*/ 0 w 1437"/>
                <a:gd name="T61" fmla="*/ 0 h 966"/>
                <a:gd name="T62" fmla="*/ 0 w 1437"/>
                <a:gd name="T63" fmla="*/ 0 h 966"/>
                <a:gd name="T64" fmla="*/ 0 w 1437"/>
                <a:gd name="T65" fmla="*/ 0 h 966"/>
                <a:gd name="T66" fmla="*/ 0 w 1437"/>
                <a:gd name="T67" fmla="*/ 0 h 966"/>
                <a:gd name="T68" fmla="*/ 0 w 1437"/>
                <a:gd name="T69" fmla="*/ 0 h 966"/>
                <a:gd name="T70" fmla="*/ 0 w 1437"/>
                <a:gd name="T71" fmla="*/ 0 h 966"/>
                <a:gd name="T72" fmla="*/ 0 w 1437"/>
                <a:gd name="T73" fmla="*/ 0 h 966"/>
                <a:gd name="T74" fmla="*/ 0 w 1437"/>
                <a:gd name="T75" fmla="*/ 0 h 966"/>
                <a:gd name="T76" fmla="*/ 0 w 1437"/>
                <a:gd name="T77" fmla="*/ 0 h 966"/>
                <a:gd name="T78" fmla="*/ 0 w 1437"/>
                <a:gd name="T79" fmla="*/ 0 h 966"/>
                <a:gd name="T80" fmla="*/ 0 w 1437"/>
                <a:gd name="T81" fmla="*/ 0 h 966"/>
                <a:gd name="T82" fmla="*/ 0 w 1437"/>
                <a:gd name="T83" fmla="*/ 0 h 966"/>
                <a:gd name="T84" fmla="*/ 0 w 1437"/>
                <a:gd name="T85" fmla="*/ 0 h 966"/>
                <a:gd name="T86" fmla="*/ 0 w 1437"/>
                <a:gd name="T87" fmla="*/ 0 h 966"/>
                <a:gd name="T88" fmla="*/ 0 w 1437"/>
                <a:gd name="T89" fmla="*/ 0 h 966"/>
                <a:gd name="T90" fmla="*/ 0 w 1437"/>
                <a:gd name="T91" fmla="*/ 0 h 966"/>
                <a:gd name="T92" fmla="*/ 0 w 1437"/>
                <a:gd name="T93" fmla="*/ 0 h 966"/>
                <a:gd name="T94" fmla="*/ 0 w 1437"/>
                <a:gd name="T95" fmla="*/ 0 h 966"/>
                <a:gd name="T96" fmla="*/ 0 w 1437"/>
                <a:gd name="T97" fmla="*/ 0 h 966"/>
                <a:gd name="T98" fmla="*/ 0 w 1437"/>
                <a:gd name="T99" fmla="*/ 0 h 966"/>
                <a:gd name="T100" fmla="*/ 0 w 1437"/>
                <a:gd name="T101" fmla="*/ 0 h 966"/>
                <a:gd name="T102" fmla="*/ 0 w 1437"/>
                <a:gd name="T103" fmla="*/ 0 h 966"/>
                <a:gd name="T104" fmla="*/ 0 w 1437"/>
                <a:gd name="T105" fmla="*/ 0 h 966"/>
                <a:gd name="T106" fmla="*/ 0 w 1437"/>
                <a:gd name="T107" fmla="*/ 0 h 966"/>
                <a:gd name="T108" fmla="*/ 0 w 1437"/>
                <a:gd name="T109" fmla="*/ 0 h 966"/>
                <a:gd name="T110" fmla="*/ 0 w 1437"/>
                <a:gd name="T111" fmla="*/ 0 h 966"/>
                <a:gd name="T112" fmla="*/ 0 w 1437"/>
                <a:gd name="T113" fmla="*/ 0 h 966"/>
                <a:gd name="T114" fmla="*/ 0 w 1437"/>
                <a:gd name="T115" fmla="*/ 0 h 966"/>
                <a:gd name="T116" fmla="*/ 0 w 1437"/>
                <a:gd name="T117" fmla="*/ 0 h 966"/>
                <a:gd name="T118" fmla="*/ 0 w 1437"/>
                <a:gd name="T119" fmla="*/ 0 h 966"/>
                <a:gd name="T120" fmla="*/ 0 w 1437"/>
                <a:gd name="T121" fmla="*/ 0 h 9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37" h="966">
                  <a:moveTo>
                    <a:pt x="1397" y="73"/>
                  </a:moveTo>
                  <a:lnTo>
                    <a:pt x="1426" y="100"/>
                  </a:lnTo>
                  <a:lnTo>
                    <a:pt x="1427" y="103"/>
                  </a:lnTo>
                  <a:lnTo>
                    <a:pt x="1430" y="110"/>
                  </a:lnTo>
                  <a:lnTo>
                    <a:pt x="1433" y="121"/>
                  </a:lnTo>
                  <a:lnTo>
                    <a:pt x="1436" y="133"/>
                  </a:lnTo>
                  <a:lnTo>
                    <a:pt x="1437" y="147"/>
                  </a:lnTo>
                  <a:lnTo>
                    <a:pt x="1436" y="159"/>
                  </a:lnTo>
                  <a:lnTo>
                    <a:pt x="1431" y="169"/>
                  </a:lnTo>
                  <a:lnTo>
                    <a:pt x="1422" y="175"/>
                  </a:lnTo>
                  <a:lnTo>
                    <a:pt x="1411" y="181"/>
                  </a:lnTo>
                  <a:lnTo>
                    <a:pt x="1400" y="189"/>
                  </a:lnTo>
                  <a:lnTo>
                    <a:pt x="1394" y="200"/>
                  </a:lnTo>
                  <a:lnTo>
                    <a:pt x="1389" y="211"/>
                  </a:lnTo>
                  <a:lnTo>
                    <a:pt x="1385" y="223"/>
                  </a:lnTo>
                  <a:lnTo>
                    <a:pt x="1383" y="233"/>
                  </a:lnTo>
                  <a:lnTo>
                    <a:pt x="1383" y="244"/>
                  </a:lnTo>
                  <a:lnTo>
                    <a:pt x="1383" y="251"/>
                  </a:lnTo>
                  <a:lnTo>
                    <a:pt x="1382" y="256"/>
                  </a:lnTo>
                  <a:lnTo>
                    <a:pt x="1376" y="257"/>
                  </a:lnTo>
                  <a:lnTo>
                    <a:pt x="1367" y="256"/>
                  </a:lnTo>
                  <a:lnTo>
                    <a:pt x="1355" y="255"/>
                  </a:lnTo>
                  <a:lnTo>
                    <a:pt x="1342" y="254"/>
                  </a:lnTo>
                  <a:lnTo>
                    <a:pt x="1327" y="256"/>
                  </a:lnTo>
                  <a:lnTo>
                    <a:pt x="1313" y="261"/>
                  </a:lnTo>
                  <a:lnTo>
                    <a:pt x="1297" y="271"/>
                  </a:lnTo>
                  <a:lnTo>
                    <a:pt x="1283" y="283"/>
                  </a:lnTo>
                  <a:lnTo>
                    <a:pt x="1271" y="296"/>
                  </a:lnTo>
                  <a:lnTo>
                    <a:pt x="1261" y="307"/>
                  </a:lnTo>
                  <a:lnTo>
                    <a:pt x="1252" y="319"/>
                  </a:lnTo>
                  <a:lnTo>
                    <a:pt x="1245" y="330"/>
                  </a:lnTo>
                  <a:lnTo>
                    <a:pt x="1241" y="340"/>
                  </a:lnTo>
                  <a:lnTo>
                    <a:pt x="1239" y="350"/>
                  </a:lnTo>
                  <a:lnTo>
                    <a:pt x="1240" y="359"/>
                  </a:lnTo>
                  <a:lnTo>
                    <a:pt x="1241" y="367"/>
                  </a:lnTo>
                  <a:lnTo>
                    <a:pt x="1241" y="375"/>
                  </a:lnTo>
                  <a:lnTo>
                    <a:pt x="1241" y="381"/>
                  </a:lnTo>
                  <a:lnTo>
                    <a:pt x="1239" y="387"/>
                  </a:lnTo>
                  <a:lnTo>
                    <a:pt x="1236" y="392"/>
                  </a:lnTo>
                  <a:lnTo>
                    <a:pt x="1231" y="397"/>
                  </a:lnTo>
                  <a:lnTo>
                    <a:pt x="1225" y="399"/>
                  </a:lnTo>
                  <a:lnTo>
                    <a:pt x="1218" y="400"/>
                  </a:lnTo>
                  <a:lnTo>
                    <a:pt x="1209" y="401"/>
                  </a:lnTo>
                  <a:lnTo>
                    <a:pt x="1200" y="404"/>
                  </a:lnTo>
                  <a:lnTo>
                    <a:pt x="1191" y="409"/>
                  </a:lnTo>
                  <a:lnTo>
                    <a:pt x="1184" y="416"/>
                  </a:lnTo>
                  <a:lnTo>
                    <a:pt x="1178" y="426"/>
                  </a:lnTo>
                  <a:lnTo>
                    <a:pt x="1174" y="437"/>
                  </a:lnTo>
                  <a:lnTo>
                    <a:pt x="1174" y="452"/>
                  </a:lnTo>
                  <a:lnTo>
                    <a:pt x="1177" y="467"/>
                  </a:lnTo>
                  <a:lnTo>
                    <a:pt x="1181" y="483"/>
                  </a:lnTo>
                  <a:lnTo>
                    <a:pt x="1183" y="500"/>
                  </a:lnTo>
                  <a:lnTo>
                    <a:pt x="1183" y="516"/>
                  </a:lnTo>
                  <a:lnTo>
                    <a:pt x="1182" y="530"/>
                  </a:lnTo>
                  <a:lnTo>
                    <a:pt x="1178" y="543"/>
                  </a:lnTo>
                  <a:lnTo>
                    <a:pt x="1173" y="556"/>
                  </a:lnTo>
                  <a:lnTo>
                    <a:pt x="1167" y="567"/>
                  </a:lnTo>
                  <a:lnTo>
                    <a:pt x="1159" y="575"/>
                  </a:lnTo>
                  <a:lnTo>
                    <a:pt x="1150" y="582"/>
                  </a:lnTo>
                  <a:lnTo>
                    <a:pt x="1142" y="591"/>
                  </a:lnTo>
                  <a:lnTo>
                    <a:pt x="1136" y="602"/>
                  </a:lnTo>
                  <a:lnTo>
                    <a:pt x="1131" y="613"/>
                  </a:lnTo>
                  <a:lnTo>
                    <a:pt x="1127" y="625"/>
                  </a:lnTo>
                  <a:lnTo>
                    <a:pt x="1126" y="638"/>
                  </a:lnTo>
                  <a:lnTo>
                    <a:pt x="1128" y="652"/>
                  </a:lnTo>
                  <a:lnTo>
                    <a:pt x="1132" y="665"/>
                  </a:lnTo>
                  <a:lnTo>
                    <a:pt x="1138" y="679"/>
                  </a:lnTo>
                  <a:lnTo>
                    <a:pt x="1143" y="696"/>
                  </a:lnTo>
                  <a:lnTo>
                    <a:pt x="1147" y="713"/>
                  </a:lnTo>
                  <a:lnTo>
                    <a:pt x="1150" y="729"/>
                  </a:lnTo>
                  <a:lnTo>
                    <a:pt x="1151" y="746"/>
                  </a:lnTo>
                  <a:lnTo>
                    <a:pt x="1150" y="760"/>
                  </a:lnTo>
                  <a:lnTo>
                    <a:pt x="1147" y="771"/>
                  </a:lnTo>
                  <a:lnTo>
                    <a:pt x="1142" y="779"/>
                  </a:lnTo>
                  <a:lnTo>
                    <a:pt x="1136" y="785"/>
                  </a:lnTo>
                  <a:lnTo>
                    <a:pt x="1130" y="792"/>
                  </a:lnTo>
                  <a:lnTo>
                    <a:pt x="1125" y="801"/>
                  </a:lnTo>
                  <a:lnTo>
                    <a:pt x="1121" y="810"/>
                  </a:lnTo>
                  <a:lnTo>
                    <a:pt x="1118" y="820"/>
                  </a:lnTo>
                  <a:lnTo>
                    <a:pt x="1116" y="831"/>
                  </a:lnTo>
                  <a:lnTo>
                    <a:pt x="1114" y="844"/>
                  </a:lnTo>
                  <a:lnTo>
                    <a:pt x="1114" y="859"/>
                  </a:lnTo>
                  <a:lnTo>
                    <a:pt x="1113" y="872"/>
                  </a:lnTo>
                  <a:lnTo>
                    <a:pt x="1112" y="884"/>
                  </a:lnTo>
                  <a:lnTo>
                    <a:pt x="1109" y="894"/>
                  </a:lnTo>
                  <a:lnTo>
                    <a:pt x="1106" y="903"/>
                  </a:lnTo>
                  <a:lnTo>
                    <a:pt x="1105" y="910"/>
                  </a:lnTo>
                  <a:lnTo>
                    <a:pt x="1104" y="917"/>
                  </a:lnTo>
                  <a:lnTo>
                    <a:pt x="1104" y="923"/>
                  </a:lnTo>
                  <a:lnTo>
                    <a:pt x="1108" y="928"/>
                  </a:lnTo>
                  <a:lnTo>
                    <a:pt x="1110" y="933"/>
                  </a:lnTo>
                  <a:lnTo>
                    <a:pt x="1106" y="937"/>
                  </a:lnTo>
                  <a:lnTo>
                    <a:pt x="1098" y="939"/>
                  </a:lnTo>
                  <a:lnTo>
                    <a:pt x="1088" y="940"/>
                  </a:lnTo>
                  <a:lnTo>
                    <a:pt x="1075" y="940"/>
                  </a:lnTo>
                  <a:lnTo>
                    <a:pt x="1061" y="938"/>
                  </a:lnTo>
                  <a:lnTo>
                    <a:pt x="1045" y="933"/>
                  </a:lnTo>
                  <a:lnTo>
                    <a:pt x="1030" y="926"/>
                  </a:lnTo>
                  <a:lnTo>
                    <a:pt x="1017" y="920"/>
                  </a:lnTo>
                  <a:lnTo>
                    <a:pt x="1006" y="920"/>
                  </a:lnTo>
                  <a:lnTo>
                    <a:pt x="999" y="923"/>
                  </a:lnTo>
                  <a:lnTo>
                    <a:pt x="994" y="929"/>
                  </a:lnTo>
                  <a:lnTo>
                    <a:pt x="990" y="937"/>
                  </a:lnTo>
                  <a:lnTo>
                    <a:pt x="986" y="947"/>
                  </a:lnTo>
                  <a:lnTo>
                    <a:pt x="983" y="955"/>
                  </a:lnTo>
                  <a:lnTo>
                    <a:pt x="979" y="963"/>
                  </a:lnTo>
                  <a:lnTo>
                    <a:pt x="971" y="966"/>
                  </a:lnTo>
                  <a:lnTo>
                    <a:pt x="958" y="963"/>
                  </a:lnTo>
                  <a:lnTo>
                    <a:pt x="942" y="956"/>
                  </a:lnTo>
                  <a:lnTo>
                    <a:pt x="926" y="947"/>
                  </a:lnTo>
                  <a:lnTo>
                    <a:pt x="910" y="936"/>
                  </a:lnTo>
                  <a:lnTo>
                    <a:pt x="896" y="927"/>
                  </a:lnTo>
                  <a:lnTo>
                    <a:pt x="886" y="921"/>
                  </a:lnTo>
                  <a:lnTo>
                    <a:pt x="883" y="918"/>
                  </a:lnTo>
                  <a:lnTo>
                    <a:pt x="881" y="918"/>
                  </a:lnTo>
                  <a:lnTo>
                    <a:pt x="875" y="919"/>
                  </a:lnTo>
                  <a:lnTo>
                    <a:pt x="866" y="920"/>
                  </a:lnTo>
                  <a:lnTo>
                    <a:pt x="855" y="922"/>
                  </a:lnTo>
                  <a:lnTo>
                    <a:pt x="843" y="925"/>
                  </a:lnTo>
                  <a:lnTo>
                    <a:pt x="832" y="929"/>
                  </a:lnTo>
                  <a:lnTo>
                    <a:pt x="822" y="935"/>
                  </a:lnTo>
                  <a:lnTo>
                    <a:pt x="814" y="942"/>
                  </a:lnTo>
                  <a:lnTo>
                    <a:pt x="804" y="949"/>
                  </a:lnTo>
                  <a:lnTo>
                    <a:pt x="794" y="953"/>
                  </a:lnTo>
                  <a:lnTo>
                    <a:pt x="783" y="953"/>
                  </a:lnTo>
                  <a:lnTo>
                    <a:pt x="773" y="951"/>
                  </a:lnTo>
                  <a:lnTo>
                    <a:pt x="763" y="948"/>
                  </a:lnTo>
                  <a:lnTo>
                    <a:pt x="754" y="943"/>
                  </a:lnTo>
                  <a:lnTo>
                    <a:pt x="748" y="937"/>
                  </a:lnTo>
                  <a:lnTo>
                    <a:pt x="746" y="932"/>
                  </a:lnTo>
                  <a:lnTo>
                    <a:pt x="746" y="927"/>
                  </a:lnTo>
                  <a:lnTo>
                    <a:pt x="745" y="921"/>
                  </a:lnTo>
                  <a:lnTo>
                    <a:pt x="744" y="916"/>
                  </a:lnTo>
                  <a:lnTo>
                    <a:pt x="742" y="912"/>
                  </a:lnTo>
                  <a:lnTo>
                    <a:pt x="739" y="910"/>
                  </a:lnTo>
                  <a:lnTo>
                    <a:pt x="735" y="910"/>
                  </a:lnTo>
                  <a:lnTo>
                    <a:pt x="729" y="912"/>
                  </a:lnTo>
                  <a:lnTo>
                    <a:pt x="722" y="918"/>
                  </a:lnTo>
                  <a:lnTo>
                    <a:pt x="713" y="924"/>
                  </a:lnTo>
                  <a:lnTo>
                    <a:pt x="702" y="929"/>
                  </a:lnTo>
                  <a:lnTo>
                    <a:pt x="692" y="933"/>
                  </a:lnTo>
                  <a:lnTo>
                    <a:pt x="682" y="935"/>
                  </a:lnTo>
                  <a:lnTo>
                    <a:pt x="672" y="936"/>
                  </a:lnTo>
                  <a:lnTo>
                    <a:pt x="662" y="935"/>
                  </a:lnTo>
                  <a:lnTo>
                    <a:pt x="653" y="932"/>
                  </a:lnTo>
                  <a:lnTo>
                    <a:pt x="646" y="926"/>
                  </a:lnTo>
                  <a:lnTo>
                    <a:pt x="639" y="919"/>
                  </a:lnTo>
                  <a:lnTo>
                    <a:pt x="631" y="914"/>
                  </a:lnTo>
                  <a:lnTo>
                    <a:pt x="623" y="909"/>
                  </a:lnTo>
                  <a:lnTo>
                    <a:pt x="616" y="905"/>
                  </a:lnTo>
                  <a:lnTo>
                    <a:pt x="607" y="901"/>
                  </a:lnTo>
                  <a:lnTo>
                    <a:pt x="599" y="898"/>
                  </a:lnTo>
                  <a:lnTo>
                    <a:pt x="593" y="893"/>
                  </a:lnTo>
                  <a:lnTo>
                    <a:pt x="587" y="889"/>
                  </a:lnTo>
                  <a:lnTo>
                    <a:pt x="583" y="881"/>
                  </a:lnTo>
                  <a:lnTo>
                    <a:pt x="582" y="868"/>
                  </a:lnTo>
                  <a:lnTo>
                    <a:pt x="583" y="852"/>
                  </a:lnTo>
                  <a:lnTo>
                    <a:pt x="583" y="834"/>
                  </a:lnTo>
                  <a:lnTo>
                    <a:pt x="582" y="819"/>
                  </a:lnTo>
                  <a:lnTo>
                    <a:pt x="579" y="807"/>
                  </a:lnTo>
                  <a:lnTo>
                    <a:pt x="572" y="800"/>
                  </a:lnTo>
                  <a:lnTo>
                    <a:pt x="561" y="800"/>
                  </a:lnTo>
                  <a:lnTo>
                    <a:pt x="546" y="804"/>
                  </a:lnTo>
                  <a:lnTo>
                    <a:pt x="531" y="809"/>
                  </a:lnTo>
                  <a:lnTo>
                    <a:pt x="518" y="813"/>
                  </a:lnTo>
                  <a:lnTo>
                    <a:pt x="503" y="817"/>
                  </a:lnTo>
                  <a:lnTo>
                    <a:pt x="491" y="819"/>
                  </a:lnTo>
                  <a:lnTo>
                    <a:pt x="479" y="820"/>
                  </a:lnTo>
                  <a:lnTo>
                    <a:pt x="469" y="818"/>
                  </a:lnTo>
                  <a:lnTo>
                    <a:pt x="461" y="814"/>
                  </a:lnTo>
                  <a:lnTo>
                    <a:pt x="452" y="807"/>
                  </a:lnTo>
                  <a:lnTo>
                    <a:pt x="445" y="799"/>
                  </a:lnTo>
                  <a:lnTo>
                    <a:pt x="437" y="791"/>
                  </a:lnTo>
                  <a:lnTo>
                    <a:pt x="430" y="782"/>
                  </a:lnTo>
                  <a:lnTo>
                    <a:pt x="424" y="774"/>
                  </a:lnTo>
                  <a:lnTo>
                    <a:pt x="418" y="766"/>
                  </a:lnTo>
                  <a:lnTo>
                    <a:pt x="412" y="757"/>
                  </a:lnTo>
                  <a:lnTo>
                    <a:pt x="407" y="749"/>
                  </a:lnTo>
                  <a:lnTo>
                    <a:pt x="401" y="741"/>
                  </a:lnTo>
                  <a:lnTo>
                    <a:pt x="392" y="735"/>
                  </a:lnTo>
                  <a:lnTo>
                    <a:pt x="379" y="732"/>
                  </a:lnTo>
                  <a:lnTo>
                    <a:pt x="364" y="730"/>
                  </a:lnTo>
                  <a:lnTo>
                    <a:pt x="349" y="731"/>
                  </a:lnTo>
                  <a:lnTo>
                    <a:pt x="335" y="735"/>
                  </a:lnTo>
                  <a:lnTo>
                    <a:pt x="324" y="741"/>
                  </a:lnTo>
                  <a:lnTo>
                    <a:pt x="316" y="751"/>
                  </a:lnTo>
                  <a:lnTo>
                    <a:pt x="308" y="761"/>
                  </a:lnTo>
                  <a:lnTo>
                    <a:pt x="299" y="770"/>
                  </a:lnTo>
                  <a:lnTo>
                    <a:pt x="289" y="779"/>
                  </a:lnTo>
                  <a:lnTo>
                    <a:pt x="279" y="788"/>
                  </a:lnTo>
                  <a:lnTo>
                    <a:pt x="270" y="798"/>
                  </a:lnTo>
                  <a:lnTo>
                    <a:pt x="262" y="808"/>
                  </a:lnTo>
                  <a:lnTo>
                    <a:pt x="257" y="819"/>
                  </a:lnTo>
                  <a:lnTo>
                    <a:pt x="256" y="832"/>
                  </a:lnTo>
                  <a:lnTo>
                    <a:pt x="256" y="847"/>
                  </a:lnTo>
                  <a:lnTo>
                    <a:pt x="253" y="861"/>
                  </a:lnTo>
                  <a:lnTo>
                    <a:pt x="249" y="875"/>
                  </a:lnTo>
                  <a:lnTo>
                    <a:pt x="243" y="888"/>
                  </a:lnTo>
                  <a:lnTo>
                    <a:pt x="236" y="901"/>
                  </a:lnTo>
                  <a:lnTo>
                    <a:pt x="227" y="911"/>
                  </a:lnTo>
                  <a:lnTo>
                    <a:pt x="217" y="918"/>
                  </a:lnTo>
                  <a:lnTo>
                    <a:pt x="205" y="922"/>
                  </a:lnTo>
                  <a:lnTo>
                    <a:pt x="194" y="925"/>
                  </a:lnTo>
                  <a:lnTo>
                    <a:pt x="183" y="928"/>
                  </a:lnTo>
                  <a:lnTo>
                    <a:pt x="173" y="931"/>
                  </a:lnTo>
                  <a:lnTo>
                    <a:pt x="162" y="933"/>
                  </a:lnTo>
                  <a:lnTo>
                    <a:pt x="148" y="933"/>
                  </a:lnTo>
                  <a:lnTo>
                    <a:pt x="135" y="930"/>
                  </a:lnTo>
                  <a:lnTo>
                    <a:pt x="120" y="924"/>
                  </a:lnTo>
                  <a:lnTo>
                    <a:pt x="101" y="914"/>
                  </a:lnTo>
                  <a:lnTo>
                    <a:pt x="91" y="907"/>
                  </a:lnTo>
                  <a:lnTo>
                    <a:pt x="79" y="901"/>
                  </a:lnTo>
                  <a:lnTo>
                    <a:pt x="67" y="893"/>
                  </a:lnTo>
                  <a:lnTo>
                    <a:pt x="53" y="887"/>
                  </a:lnTo>
                  <a:lnTo>
                    <a:pt x="40" y="881"/>
                  </a:lnTo>
                  <a:lnTo>
                    <a:pt x="26" y="875"/>
                  </a:lnTo>
                  <a:lnTo>
                    <a:pt x="13" y="869"/>
                  </a:lnTo>
                  <a:lnTo>
                    <a:pt x="0" y="863"/>
                  </a:lnTo>
                  <a:lnTo>
                    <a:pt x="2" y="859"/>
                  </a:lnTo>
                  <a:lnTo>
                    <a:pt x="4" y="854"/>
                  </a:lnTo>
                  <a:lnTo>
                    <a:pt x="6" y="850"/>
                  </a:lnTo>
                  <a:lnTo>
                    <a:pt x="8" y="845"/>
                  </a:lnTo>
                  <a:lnTo>
                    <a:pt x="12" y="841"/>
                  </a:lnTo>
                  <a:lnTo>
                    <a:pt x="16" y="837"/>
                  </a:lnTo>
                  <a:lnTo>
                    <a:pt x="21" y="834"/>
                  </a:lnTo>
                  <a:lnTo>
                    <a:pt x="26" y="831"/>
                  </a:lnTo>
                  <a:lnTo>
                    <a:pt x="35" y="827"/>
                  </a:lnTo>
                  <a:lnTo>
                    <a:pt x="42" y="822"/>
                  </a:lnTo>
                  <a:lnTo>
                    <a:pt x="46" y="817"/>
                  </a:lnTo>
                  <a:lnTo>
                    <a:pt x="49" y="811"/>
                  </a:lnTo>
                  <a:lnTo>
                    <a:pt x="50" y="806"/>
                  </a:lnTo>
                  <a:lnTo>
                    <a:pt x="51" y="800"/>
                  </a:lnTo>
                  <a:lnTo>
                    <a:pt x="51" y="793"/>
                  </a:lnTo>
                  <a:lnTo>
                    <a:pt x="51" y="788"/>
                  </a:lnTo>
                  <a:lnTo>
                    <a:pt x="51" y="783"/>
                  </a:lnTo>
                  <a:lnTo>
                    <a:pt x="51" y="777"/>
                  </a:lnTo>
                  <a:lnTo>
                    <a:pt x="50" y="771"/>
                  </a:lnTo>
                  <a:lnTo>
                    <a:pt x="51" y="765"/>
                  </a:lnTo>
                  <a:lnTo>
                    <a:pt x="52" y="760"/>
                  </a:lnTo>
                  <a:lnTo>
                    <a:pt x="55" y="755"/>
                  </a:lnTo>
                  <a:lnTo>
                    <a:pt x="59" y="750"/>
                  </a:lnTo>
                  <a:lnTo>
                    <a:pt x="66" y="747"/>
                  </a:lnTo>
                  <a:lnTo>
                    <a:pt x="72" y="742"/>
                  </a:lnTo>
                  <a:lnTo>
                    <a:pt x="75" y="737"/>
                  </a:lnTo>
                  <a:lnTo>
                    <a:pt x="76" y="730"/>
                  </a:lnTo>
                  <a:lnTo>
                    <a:pt x="77" y="723"/>
                  </a:lnTo>
                  <a:lnTo>
                    <a:pt x="78" y="715"/>
                  </a:lnTo>
                  <a:lnTo>
                    <a:pt x="79" y="708"/>
                  </a:lnTo>
                  <a:lnTo>
                    <a:pt x="82" y="702"/>
                  </a:lnTo>
                  <a:lnTo>
                    <a:pt x="88" y="696"/>
                  </a:lnTo>
                  <a:lnTo>
                    <a:pt x="96" y="691"/>
                  </a:lnTo>
                  <a:lnTo>
                    <a:pt x="104" y="689"/>
                  </a:lnTo>
                  <a:lnTo>
                    <a:pt x="114" y="689"/>
                  </a:lnTo>
                  <a:lnTo>
                    <a:pt x="122" y="688"/>
                  </a:lnTo>
                  <a:lnTo>
                    <a:pt x="131" y="688"/>
                  </a:lnTo>
                  <a:lnTo>
                    <a:pt x="139" y="687"/>
                  </a:lnTo>
                  <a:lnTo>
                    <a:pt x="146" y="684"/>
                  </a:lnTo>
                  <a:lnTo>
                    <a:pt x="152" y="679"/>
                  </a:lnTo>
                  <a:lnTo>
                    <a:pt x="158" y="674"/>
                  </a:lnTo>
                  <a:lnTo>
                    <a:pt x="165" y="671"/>
                  </a:lnTo>
                  <a:lnTo>
                    <a:pt x="173" y="669"/>
                  </a:lnTo>
                  <a:lnTo>
                    <a:pt x="180" y="667"/>
                  </a:lnTo>
                  <a:lnTo>
                    <a:pt x="188" y="666"/>
                  </a:lnTo>
                  <a:lnTo>
                    <a:pt x="196" y="664"/>
                  </a:lnTo>
                  <a:lnTo>
                    <a:pt x="203" y="660"/>
                  </a:lnTo>
                  <a:lnTo>
                    <a:pt x="211" y="654"/>
                  </a:lnTo>
                  <a:lnTo>
                    <a:pt x="216" y="647"/>
                  </a:lnTo>
                  <a:lnTo>
                    <a:pt x="220" y="639"/>
                  </a:lnTo>
                  <a:lnTo>
                    <a:pt x="222" y="633"/>
                  </a:lnTo>
                  <a:lnTo>
                    <a:pt x="222" y="628"/>
                  </a:lnTo>
                  <a:lnTo>
                    <a:pt x="220" y="623"/>
                  </a:lnTo>
                  <a:lnTo>
                    <a:pt x="217" y="620"/>
                  </a:lnTo>
                  <a:lnTo>
                    <a:pt x="212" y="618"/>
                  </a:lnTo>
                  <a:lnTo>
                    <a:pt x="205" y="617"/>
                  </a:lnTo>
                  <a:lnTo>
                    <a:pt x="198" y="616"/>
                  </a:lnTo>
                  <a:lnTo>
                    <a:pt x="190" y="613"/>
                  </a:lnTo>
                  <a:lnTo>
                    <a:pt x="182" y="610"/>
                  </a:lnTo>
                  <a:lnTo>
                    <a:pt x="173" y="606"/>
                  </a:lnTo>
                  <a:lnTo>
                    <a:pt x="164" y="603"/>
                  </a:lnTo>
                  <a:lnTo>
                    <a:pt x="153" y="602"/>
                  </a:lnTo>
                  <a:lnTo>
                    <a:pt x="143" y="602"/>
                  </a:lnTo>
                  <a:lnTo>
                    <a:pt x="133" y="606"/>
                  </a:lnTo>
                  <a:lnTo>
                    <a:pt x="123" y="610"/>
                  </a:lnTo>
                  <a:lnTo>
                    <a:pt x="113" y="613"/>
                  </a:lnTo>
                  <a:lnTo>
                    <a:pt x="103" y="615"/>
                  </a:lnTo>
                  <a:lnTo>
                    <a:pt x="94" y="615"/>
                  </a:lnTo>
                  <a:lnTo>
                    <a:pt x="85" y="614"/>
                  </a:lnTo>
                  <a:lnTo>
                    <a:pt x="76" y="613"/>
                  </a:lnTo>
                  <a:lnTo>
                    <a:pt x="67" y="611"/>
                  </a:lnTo>
                  <a:lnTo>
                    <a:pt x="57" y="609"/>
                  </a:lnTo>
                  <a:lnTo>
                    <a:pt x="50" y="607"/>
                  </a:lnTo>
                  <a:lnTo>
                    <a:pt x="47" y="607"/>
                  </a:lnTo>
                  <a:lnTo>
                    <a:pt x="48" y="606"/>
                  </a:lnTo>
                  <a:lnTo>
                    <a:pt x="53" y="605"/>
                  </a:lnTo>
                  <a:lnTo>
                    <a:pt x="59" y="604"/>
                  </a:lnTo>
                  <a:lnTo>
                    <a:pt x="68" y="600"/>
                  </a:lnTo>
                  <a:lnTo>
                    <a:pt x="78" y="592"/>
                  </a:lnTo>
                  <a:lnTo>
                    <a:pt x="88" y="583"/>
                  </a:lnTo>
                  <a:lnTo>
                    <a:pt x="97" y="573"/>
                  </a:lnTo>
                  <a:lnTo>
                    <a:pt x="102" y="564"/>
                  </a:lnTo>
                  <a:lnTo>
                    <a:pt x="107" y="556"/>
                  </a:lnTo>
                  <a:lnTo>
                    <a:pt x="111" y="549"/>
                  </a:lnTo>
                  <a:lnTo>
                    <a:pt x="115" y="542"/>
                  </a:lnTo>
                  <a:lnTo>
                    <a:pt x="120" y="536"/>
                  </a:lnTo>
                  <a:lnTo>
                    <a:pt x="128" y="529"/>
                  </a:lnTo>
                  <a:lnTo>
                    <a:pt x="138" y="521"/>
                  </a:lnTo>
                  <a:lnTo>
                    <a:pt x="148" y="512"/>
                  </a:lnTo>
                  <a:lnTo>
                    <a:pt x="155" y="504"/>
                  </a:lnTo>
                  <a:lnTo>
                    <a:pt x="159" y="495"/>
                  </a:lnTo>
                  <a:lnTo>
                    <a:pt x="162" y="486"/>
                  </a:lnTo>
                  <a:lnTo>
                    <a:pt x="165" y="479"/>
                  </a:lnTo>
                  <a:lnTo>
                    <a:pt x="170" y="474"/>
                  </a:lnTo>
                  <a:lnTo>
                    <a:pt x="177" y="471"/>
                  </a:lnTo>
                  <a:lnTo>
                    <a:pt x="188" y="471"/>
                  </a:lnTo>
                  <a:lnTo>
                    <a:pt x="200" y="472"/>
                  </a:lnTo>
                  <a:lnTo>
                    <a:pt x="208" y="472"/>
                  </a:lnTo>
                  <a:lnTo>
                    <a:pt x="214" y="471"/>
                  </a:lnTo>
                  <a:lnTo>
                    <a:pt x="216" y="470"/>
                  </a:lnTo>
                  <a:lnTo>
                    <a:pt x="217" y="467"/>
                  </a:lnTo>
                  <a:lnTo>
                    <a:pt x="216" y="464"/>
                  </a:lnTo>
                  <a:lnTo>
                    <a:pt x="215" y="459"/>
                  </a:lnTo>
                  <a:lnTo>
                    <a:pt x="214" y="454"/>
                  </a:lnTo>
                  <a:lnTo>
                    <a:pt x="213" y="447"/>
                  </a:lnTo>
                  <a:lnTo>
                    <a:pt x="211" y="437"/>
                  </a:lnTo>
                  <a:lnTo>
                    <a:pt x="211" y="427"/>
                  </a:lnTo>
                  <a:lnTo>
                    <a:pt x="211" y="417"/>
                  </a:lnTo>
                  <a:lnTo>
                    <a:pt x="212" y="406"/>
                  </a:lnTo>
                  <a:lnTo>
                    <a:pt x="215" y="397"/>
                  </a:lnTo>
                  <a:lnTo>
                    <a:pt x="220" y="387"/>
                  </a:lnTo>
                  <a:lnTo>
                    <a:pt x="228" y="381"/>
                  </a:lnTo>
                  <a:lnTo>
                    <a:pt x="236" y="376"/>
                  </a:lnTo>
                  <a:lnTo>
                    <a:pt x="243" y="370"/>
                  </a:lnTo>
                  <a:lnTo>
                    <a:pt x="249" y="365"/>
                  </a:lnTo>
                  <a:lnTo>
                    <a:pt x="254" y="360"/>
                  </a:lnTo>
                  <a:lnTo>
                    <a:pt x="258" y="357"/>
                  </a:lnTo>
                  <a:lnTo>
                    <a:pt x="265" y="356"/>
                  </a:lnTo>
                  <a:lnTo>
                    <a:pt x="271" y="357"/>
                  </a:lnTo>
                  <a:lnTo>
                    <a:pt x="278" y="361"/>
                  </a:lnTo>
                  <a:lnTo>
                    <a:pt x="286" y="366"/>
                  </a:lnTo>
                  <a:lnTo>
                    <a:pt x="292" y="369"/>
                  </a:lnTo>
                  <a:lnTo>
                    <a:pt x="298" y="370"/>
                  </a:lnTo>
                  <a:lnTo>
                    <a:pt x="303" y="370"/>
                  </a:lnTo>
                  <a:lnTo>
                    <a:pt x="307" y="369"/>
                  </a:lnTo>
                  <a:lnTo>
                    <a:pt x="311" y="367"/>
                  </a:lnTo>
                  <a:lnTo>
                    <a:pt x="313" y="364"/>
                  </a:lnTo>
                  <a:lnTo>
                    <a:pt x="315" y="359"/>
                  </a:lnTo>
                  <a:lnTo>
                    <a:pt x="317" y="353"/>
                  </a:lnTo>
                  <a:lnTo>
                    <a:pt x="321" y="347"/>
                  </a:lnTo>
                  <a:lnTo>
                    <a:pt x="326" y="339"/>
                  </a:lnTo>
                  <a:lnTo>
                    <a:pt x="331" y="332"/>
                  </a:lnTo>
                  <a:lnTo>
                    <a:pt x="335" y="325"/>
                  </a:lnTo>
                  <a:lnTo>
                    <a:pt x="337" y="318"/>
                  </a:lnTo>
                  <a:lnTo>
                    <a:pt x="336" y="311"/>
                  </a:lnTo>
                  <a:lnTo>
                    <a:pt x="331" y="305"/>
                  </a:lnTo>
                  <a:lnTo>
                    <a:pt x="325" y="299"/>
                  </a:lnTo>
                  <a:lnTo>
                    <a:pt x="319" y="295"/>
                  </a:lnTo>
                  <a:lnTo>
                    <a:pt x="314" y="290"/>
                  </a:lnTo>
                  <a:lnTo>
                    <a:pt x="308" y="287"/>
                  </a:lnTo>
                  <a:lnTo>
                    <a:pt x="301" y="285"/>
                  </a:lnTo>
                  <a:lnTo>
                    <a:pt x="293" y="283"/>
                  </a:lnTo>
                  <a:lnTo>
                    <a:pt x="282" y="281"/>
                  </a:lnTo>
                  <a:lnTo>
                    <a:pt x="267" y="280"/>
                  </a:lnTo>
                  <a:lnTo>
                    <a:pt x="249" y="279"/>
                  </a:lnTo>
                  <a:lnTo>
                    <a:pt x="230" y="277"/>
                  </a:lnTo>
                  <a:lnTo>
                    <a:pt x="213" y="274"/>
                  </a:lnTo>
                  <a:lnTo>
                    <a:pt x="195" y="271"/>
                  </a:lnTo>
                  <a:lnTo>
                    <a:pt x="182" y="267"/>
                  </a:lnTo>
                  <a:lnTo>
                    <a:pt x="172" y="261"/>
                  </a:lnTo>
                  <a:lnTo>
                    <a:pt x="167" y="255"/>
                  </a:lnTo>
                  <a:lnTo>
                    <a:pt x="169" y="247"/>
                  </a:lnTo>
                  <a:lnTo>
                    <a:pt x="176" y="237"/>
                  </a:lnTo>
                  <a:lnTo>
                    <a:pt x="186" y="227"/>
                  </a:lnTo>
                  <a:lnTo>
                    <a:pt x="198" y="217"/>
                  </a:lnTo>
                  <a:lnTo>
                    <a:pt x="211" y="208"/>
                  </a:lnTo>
                  <a:lnTo>
                    <a:pt x="224" y="199"/>
                  </a:lnTo>
                  <a:lnTo>
                    <a:pt x="237" y="193"/>
                  </a:lnTo>
                  <a:lnTo>
                    <a:pt x="247" y="188"/>
                  </a:lnTo>
                  <a:lnTo>
                    <a:pt x="255" y="187"/>
                  </a:lnTo>
                  <a:lnTo>
                    <a:pt x="263" y="186"/>
                  </a:lnTo>
                  <a:lnTo>
                    <a:pt x="270" y="183"/>
                  </a:lnTo>
                  <a:lnTo>
                    <a:pt x="277" y="178"/>
                  </a:lnTo>
                  <a:lnTo>
                    <a:pt x="283" y="172"/>
                  </a:lnTo>
                  <a:lnTo>
                    <a:pt x="289" y="166"/>
                  </a:lnTo>
                  <a:lnTo>
                    <a:pt x="294" y="161"/>
                  </a:lnTo>
                  <a:lnTo>
                    <a:pt x="297" y="157"/>
                  </a:lnTo>
                  <a:lnTo>
                    <a:pt x="298" y="156"/>
                  </a:lnTo>
                  <a:lnTo>
                    <a:pt x="294" y="155"/>
                  </a:lnTo>
                  <a:lnTo>
                    <a:pt x="284" y="151"/>
                  </a:lnTo>
                  <a:lnTo>
                    <a:pt x="274" y="144"/>
                  </a:lnTo>
                  <a:lnTo>
                    <a:pt x="270" y="133"/>
                  </a:lnTo>
                  <a:lnTo>
                    <a:pt x="270" y="127"/>
                  </a:lnTo>
                  <a:lnTo>
                    <a:pt x="270" y="122"/>
                  </a:lnTo>
                  <a:lnTo>
                    <a:pt x="270" y="118"/>
                  </a:lnTo>
                  <a:lnTo>
                    <a:pt x="269" y="113"/>
                  </a:lnTo>
                  <a:lnTo>
                    <a:pt x="266" y="110"/>
                  </a:lnTo>
                  <a:lnTo>
                    <a:pt x="261" y="106"/>
                  </a:lnTo>
                  <a:lnTo>
                    <a:pt x="253" y="103"/>
                  </a:lnTo>
                  <a:lnTo>
                    <a:pt x="242" y="100"/>
                  </a:lnTo>
                  <a:lnTo>
                    <a:pt x="239" y="100"/>
                  </a:lnTo>
                  <a:lnTo>
                    <a:pt x="236" y="99"/>
                  </a:lnTo>
                  <a:lnTo>
                    <a:pt x="233" y="98"/>
                  </a:lnTo>
                  <a:lnTo>
                    <a:pt x="231" y="97"/>
                  </a:lnTo>
                  <a:lnTo>
                    <a:pt x="251" y="90"/>
                  </a:lnTo>
                  <a:lnTo>
                    <a:pt x="270" y="85"/>
                  </a:lnTo>
                  <a:lnTo>
                    <a:pt x="284" y="79"/>
                  </a:lnTo>
                  <a:lnTo>
                    <a:pt x="295" y="73"/>
                  </a:lnTo>
                  <a:lnTo>
                    <a:pt x="305" y="69"/>
                  </a:lnTo>
                  <a:lnTo>
                    <a:pt x="313" y="65"/>
                  </a:lnTo>
                  <a:lnTo>
                    <a:pt x="319" y="63"/>
                  </a:lnTo>
                  <a:lnTo>
                    <a:pt x="323" y="63"/>
                  </a:lnTo>
                  <a:lnTo>
                    <a:pt x="328" y="63"/>
                  </a:lnTo>
                  <a:lnTo>
                    <a:pt x="334" y="62"/>
                  </a:lnTo>
                  <a:lnTo>
                    <a:pt x="339" y="61"/>
                  </a:lnTo>
                  <a:lnTo>
                    <a:pt x="345" y="58"/>
                  </a:lnTo>
                  <a:lnTo>
                    <a:pt x="351" y="55"/>
                  </a:lnTo>
                  <a:lnTo>
                    <a:pt x="356" y="51"/>
                  </a:lnTo>
                  <a:lnTo>
                    <a:pt x="363" y="47"/>
                  </a:lnTo>
                  <a:lnTo>
                    <a:pt x="368" y="43"/>
                  </a:lnTo>
                  <a:lnTo>
                    <a:pt x="374" y="38"/>
                  </a:lnTo>
                  <a:lnTo>
                    <a:pt x="380" y="35"/>
                  </a:lnTo>
                  <a:lnTo>
                    <a:pt x="387" y="32"/>
                  </a:lnTo>
                  <a:lnTo>
                    <a:pt x="395" y="30"/>
                  </a:lnTo>
                  <a:lnTo>
                    <a:pt x="401" y="29"/>
                  </a:lnTo>
                  <a:lnTo>
                    <a:pt x="408" y="30"/>
                  </a:lnTo>
                  <a:lnTo>
                    <a:pt x="415" y="31"/>
                  </a:lnTo>
                  <a:lnTo>
                    <a:pt x="419" y="34"/>
                  </a:lnTo>
                  <a:lnTo>
                    <a:pt x="424" y="39"/>
                  </a:lnTo>
                  <a:lnTo>
                    <a:pt x="431" y="46"/>
                  </a:lnTo>
                  <a:lnTo>
                    <a:pt x="439" y="51"/>
                  </a:lnTo>
                  <a:lnTo>
                    <a:pt x="448" y="56"/>
                  </a:lnTo>
                  <a:lnTo>
                    <a:pt x="457" y="59"/>
                  </a:lnTo>
                  <a:lnTo>
                    <a:pt x="466" y="59"/>
                  </a:lnTo>
                  <a:lnTo>
                    <a:pt x="473" y="57"/>
                  </a:lnTo>
                  <a:lnTo>
                    <a:pt x="478" y="51"/>
                  </a:lnTo>
                  <a:lnTo>
                    <a:pt x="483" y="44"/>
                  </a:lnTo>
                  <a:lnTo>
                    <a:pt x="490" y="38"/>
                  </a:lnTo>
                  <a:lnTo>
                    <a:pt x="497" y="34"/>
                  </a:lnTo>
                  <a:lnTo>
                    <a:pt x="506" y="30"/>
                  </a:lnTo>
                  <a:lnTo>
                    <a:pt x="515" y="27"/>
                  </a:lnTo>
                  <a:lnTo>
                    <a:pt x="523" y="23"/>
                  </a:lnTo>
                  <a:lnTo>
                    <a:pt x="529" y="18"/>
                  </a:lnTo>
                  <a:lnTo>
                    <a:pt x="533" y="12"/>
                  </a:lnTo>
                  <a:lnTo>
                    <a:pt x="537" y="6"/>
                  </a:lnTo>
                  <a:lnTo>
                    <a:pt x="543" y="2"/>
                  </a:lnTo>
                  <a:lnTo>
                    <a:pt x="551" y="0"/>
                  </a:lnTo>
                  <a:lnTo>
                    <a:pt x="560" y="0"/>
                  </a:lnTo>
                  <a:lnTo>
                    <a:pt x="568" y="2"/>
                  </a:lnTo>
                  <a:lnTo>
                    <a:pt x="576" y="6"/>
                  </a:lnTo>
                  <a:lnTo>
                    <a:pt x="582" y="12"/>
                  </a:lnTo>
                  <a:lnTo>
                    <a:pt x="586" y="20"/>
                  </a:lnTo>
                  <a:lnTo>
                    <a:pt x="590" y="28"/>
                  </a:lnTo>
                  <a:lnTo>
                    <a:pt x="595" y="33"/>
                  </a:lnTo>
                  <a:lnTo>
                    <a:pt x="602" y="36"/>
                  </a:lnTo>
                  <a:lnTo>
                    <a:pt x="611" y="38"/>
                  </a:lnTo>
                  <a:lnTo>
                    <a:pt x="620" y="38"/>
                  </a:lnTo>
                  <a:lnTo>
                    <a:pt x="629" y="39"/>
                  </a:lnTo>
                  <a:lnTo>
                    <a:pt x="640" y="40"/>
                  </a:lnTo>
                  <a:lnTo>
                    <a:pt x="651" y="43"/>
                  </a:lnTo>
                  <a:lnTo>
                    <a:pt x="664" y="46"/>
                  </a:lnTo>
                  <a:lnTo>
                    <a:pt x="676" y="50"/>
                  </a:lnTo>
                  <a:lnTo>
                    <a:pt x="688" y="53"/>
                  </a:lnTo>
                  <a:lnTo>
                    <a:pt x="700" y="56"/>
                  </a:lnTo>
                  <a:lnTo>
                    <a:pt x="712" y="57"/>
                  </a:lnTo>
                  <a:lnTo>
                    <a:pt x="723" y="55"/>
                  </a:lnTo>
                  <a:lnTo>
                    <a:pt x="733" y="51"/>
                  </a:lnTo>
                  <a:lnTo>
                    <a:pt x="741" y="43"/>
                  </a:lnTo>
                  <a:lnTo>
                    <a:pt x="749" y="35"/>
                  </a:lnTo>
                  <a:lnTo>
                    <a:pt x="761" y="30"/>
                  </a:lnTo>
                  <a:lnTo>
                    <a:pt x="773" y="28"/>
                  </a:lnTo>
                  <a:lnTo>
                    <a:pt x="786" y="28"/>
                  </a:lnTo>
                  <a:lnTo>
                    <a:pt x="799" y="29"/>
                  </a:lnTo>
                  <a:lnTo>
                    <a:pt x="813" y="31"/>
                  </a:lnTo>
                  <a:lnTo>
                    <a:pt x="824" y="33"/>
                  </a:lnTo>
                  <a:lnTo>
                    <a:pt x="833" y="34"/>
                  </a:lnTo>
                  <a:lnTo>
                    <a:pt x="839" y="37"/>
                  </a:lnTo>
                  <a:lnTo>
                    <a:pt x="844" y="43"/>
                  </a:lnTo>
                  <a:lnTo>
                    <a:pt x="846" y="50"/>
                  </a:lnTo>
                  <a:lnTo>
                    <a:pt x="847" y="58"/>
                  </a:lnTo>
                  <a:lnTo>
                    <a:pt x="847" y="67"/>
                  </a:lnTo>
                  <a:lnTo>
                    <a:pt x="845" y="77"/>
                  </a:lnTo>
                  <a:lnTo>
                    <a:pt x="842" y="87"/>
                  </a:lnTo>
                  <a:lnTo>
                    <a:pt x="839" y="98"/>
                  </a:lnTo>
                  <a:lnTo>
                    <a:pt x="838" y="106"/>
                  </a:lnTo>
                  <a:lnTo>
                    <a:pt x="841" y="111"/>
                  </a:lnTo>
                  <a:lnTo>
                    <a:pt x="848" y="114"/>
                  </a:lnTo>
                  <a:lnTo>
                    <a:pt x="859" y="115"/>
                  </a:lnTo>
                  <a:lnTo>
                    <a:pt x="868" y="115"/>
                  </a:lnTo>
                  <a:lnTo>
                    <a:pt x="877" y="115"/>
                  </a:lnTo>
                  <a:lnTo>
                    <a:pt x="884" y="114"/>
                  </a:lnTo>
                  <a:lnTo>
                    <a:pt x="886" y="114"/>
                  </a:lnTo>
                  <a:lnTo>
                    <a:pt x="902" y="132"/>
                  </a:lnTo>
                  <a:lnTo>
                    <a:pt x="902" y="133"/>
                  </a:lnTo>
                  <a:lnTo>
                    <a:pt x="901" y="136"/>
                  </a:lnTo>
                  <a:lnTo>
                    <a:pt x="901" y="140"/>
                  </a:lnTo>
                  <a:lnTo>
                    <a:pt x="901" y="146"/>
                  </a:lnTo>
                  <a:lnTo>
                    <a:pt x="901" y="152"/>
                  </a:lnTo>
                  <a:lnTo>
                    <a:pt x="904" y="159"/>
                  </a:lnTo>
                  <a:lnTo>
                    <a:pt x="909" y="166"/>
                  </a:lnTo>
                  <a:lnTo>
                    <a:pt x="915" y="173"/>
                  </a:lnTo>
                  <a:lnTo>
                    <a:pt x="923" y="178"/>
                  </a:lnTo>
                  <a:lnTo>
                    <a:pt x="932" y="182"/>
                  </a:lnTo>
                  <a:lnTo>
                    <a:pt x="943" y="184"/>
                  </a:lnTo>
                  <a:lnTo>
                    <a:pt x="955" y="185"/>
                  </a:lnTo>
                  <a:lnTo>
                    <a:pt x="967" y="185"/>
                  </a:lnTo>
                  <a:lnTo>
                    <a:pt x="978" y="185"/>
                  </a:lnTo>
                  <a:lnTo>
                    <a:pt x="989" y="183"/>
                  </a:lnTo>
                  <a:lnTo>
                    <a:pt x="998" y="181"/>
                  </a:lnTo>
                  <a:lnTo>
                    <a:pt x="1008" y="180"/>
                  </a:lnTo>
                  <a:lnTo>
                    <a:pt x="1018" y="181"/>
                  </a:lnTo>
                  <a:lnTo>
                    <a:pt x="1028" y="184"/>
                  </a:lnTo>
                  <a:lnTo>
                    <a:pt x="1039" y="186"/>
                  </a:lnTo>
                  <a:lnTo>
                    <a:pt x="1049" y="188"/>
                  </a:lnTo>
                  <a:lnTo>
                    <a:pt x="1059" y="188"/>
                  </a:lnTo>
                  <a:lnTo>
                    <a:pt x="1066" y="184"/>
                  </a:lnTo>
                  <a:lnTo>
                    <a:pt x="1072" y="177"/>
                  </a:lnTo>
                  <a:lnTo>
                    <a:pt x="1076" y="168"/>
                  </a:lnTo>
                  <a:lnTo>
                    <a:pt x="1080" y="161"/>
                  </a:lnTo>
                  <a:lnTo>
                    <a:pt x="1085" y="154"/>
                  </a:lnTo>
                  <a:lnTo>
                    <a:pt x="1090" y="148"/>
                  </a:lnTo>
                  <a:lnTo>
                    <a:pt x="1095" y="143"/>
                  </a:lnTo>
                  <a:lnTo>
                    <a:pt x="1100" y="137"/>
                  </a:lnTo>
                  <a:lnTo>
                    <a:pt x="1106" y="133"/>
                  </a:lnTo>
                  <a:lnTo>
                    <a:pt x="1113" y="130"/>
                  </a:lnTo>
                  <a:lnTo>
                    <a:pt x="1117" y="126"/>
                  </a:lnTo>
                  <a:lnTo>
                    <a:pt x="1122" y="119"/>
                  </a:lnTo>
                  <a:lnTo>
                    <a:pt x="1127" y="110"/>
                  </a:lnTo>
                  <a:lnTo>
                    <a:pt x="1133" y="98"/>
                  </a:lnTo>
                  <a:lnTo>
                    <a:pt x="1138" y="85"/>
                  </a:lnTo>
                  <a:lnTo>
                    <a:pt x="1143" y="72"/>
                  </a:lnTo>
                  <a:lnTo>
                    <a:pt x="1148" y="60"/>
                  </a:lnTo>
                  <a:lnTo>
                    <a:pt x="1152" y="48"/>
                  </a:lnTo>
                  <a:lnTo>
                    <a:pt x="1159" y="52"/>
                  </a:lnTo>
                  <a:lnTo>
                    <a:pt x="1166" y="55"/>
                  </a:lnTo>
                  <a:lnTo>
                    <a:pt x="1174" y="58"/>
                  </a:lnTo>
                  <a:lnTo>
                    <a:pt x="1182" y="62"/>
                  </a:lnTo>
                  <a:lnTo>
                    <a:pt x="1191" y="64"/>
                  </a:lnTo>
                  <a:lnTo>
                    <a:pt x="1201" y="67"/>
                  </a:lnTo>
                  <a:lnTo>
                    <a:pt x="1212" y="70"/>
                  </a:lnTo>
                  <a:lnTo>
                    <a:pt x="1223" y="72"/>
                  </a:lnTo>
                  <a:lnTo>
                    <a:pt x="1234" y="75"/>
                  </a:lnTo>
                  <a:lnTo>
                    <a:pt x="1246" y="77"/>
                  </a:lnTo>
                  <a:lnTo>
                    <a:pt x="1259" y="79"/>
                  </a:lnTo>
                  <a:lnTo>
                    <a:pt x="1272" y="81"/>
                  </a:lnTo>
                  <a:lnTo>
                    <a:pt x="1285" y="83"/>
                  </a:lnTo>
                  <a:lnTo>
                    <a:pt x="1298" y="84"/>
                  </a:lnTo>
                  <a:lnTo>
                    <a:pt x="1312" y="86"/>
                  </a:lnTo>
                  <a:lnTo>
                    <a:pt x="1326" y="87"/>
                  </a:lnTo>
                  <a:lnTo>
                    <a:pt x="1338" y="88"/>
                  </a:lnTo>
                  <a:lnTo>
                    <a:pt x="1348" y="89"/>
                  </a:lnTo>
                  <a:lnTo>
                    <a:pt x="1359" y="88"/>
                  </a:lnTo>
                  <a:lnTo>
                    <a:pt x="1368" y="86"/>
                  </a:lnTo>
                  <a:lnTo>
                    <a:pt x="1377" y="84"/>
                  </a:lnTo>
                  <a:lnTo>
                    <a:pt x="1384" y="81"/>
                  </a:lnTo>
                  <a:lnTo>
                    <a:pt x="1391" y="77"/>
                  </a:lnTo>
                  <a:lnTo>
                    <a:pt x="1397" y="73"/>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50" name="Freeform 549">
              <a:extLst>
                <a:ext uri="{FF2B5EF4-FFF2-40B4-BE49-F238E27FC236}">
                  <a16:creationId xmlns:a16="http://schemas.microsoft.com/office/drawing/2014/main" id="{4892E327-8942-D3D3-C770-BC9E9A8E7E2E}"/>
                </a:ext>
              </a:extLst>
            </p:cNvPr>
            <p:cNvSpPr>
              <a:spLocks/>
            </p:cNvSpPr>
            <p:nvPr/>
          </p:nvSpPr>
          <p:spPr bwMode="auto">
            <a:xfrm>
              <a:off x="2331" y="3467"/>
              <a:ext cx="360" cy="242"/>
            </a:xfrm>
            <a:custGeom>
              <a:avLst/>
              <a:gdLst>
                <a:gd name="T0" fmla="*/ 0 w 1437"/>
                <a:gd name="T1" fmla="*/ 0 h 966"/>
                <a:gd name="T2" fmla="*/ 0 w 1437"/>
                <a:gd name="T3" fmla="*/ 0 h 966"/>
                <a:gd name="T4" fmla="*/ 0 w 1437"/>
                <a:gd name="T5" fmla="*/ 0 h 966"/>
                <a:gd name="T6" fmla="*/ 0 w 1437"/>
                <a:gd name="T7" fmla="*/ 0 h 966"/>
                <a:gd name="T8" fmla="*/ 0 w 1437"/>
                <a:gd name="T9" fmla="*/ 0 h 966"/>
                <a:gd name="T10" fmla="*/ 0 w 1437"/>
                <a:gd name="T11" fmla="*/ 0 h 966"/>
                <a:gd name="T12" fmla="*/ 0 w 1437"/>
                <a:gd name="T13" fmla="*/ 0 h 966"/>
                <a:gd name="T14" fmla="*/ 0 w 1437"/>
                <a:gd name="T15" fmla="*/ 0 h 966"/>
                <a:gd name="T16" fmla="*/ 0 w 1437"/>
                <a:gd name="T17" fmla="*/ 0 h 966"/>
                <a:gd name="T18" fmla="*/ 0 w 1437"/>
                <a:gd name="T19" fmla="*/ 0 h 966"/>
                <a:gd name="T20" fmla="*/ 0 w 1437"/>
                <a:gd name="T21" fmla="*/ 0 h 966"/>
                <a:gd name="T22" fmla="*/ 0 w 1437"/>
                <a:gd name="T23" fmla="*/ 0 h 966"/>
                <a:gd name="T24" fmla="*/ 0 w 1437"/>
                <a:gd name="T25" fmla="*/ 0 h 966"/>
                <a:gd name="T26" fmla="*/ 0 w 1437"/>
                <a:gd name="T27" fmla="*/ 0 h 966"/>
                <a:gd name="T28" fmla="*/ 0 w 1437"/>
                <a:gd name="T29" fmla="*/ 0 h 966"/>
                <a:gd name="T30" fmla="*/ 0 w 1437"/>
                <a:gd name="T31" fmla="*/ 0 h 966"/>
                <a:gd name="T32" fmla="*/ 0 w 1437"/>
                <a:gd name="T33" fmla="*/ 0 h 966"/>
                <a:gd name="T34" fmla="*/ 0 w 1437"/>
                <a:gd name="T35" fmla="*/ 0 h 966"/>
                <a:gd name="T36" fmla="*/ 0 w 1437"/>
                <a:gd name="T37" fmla="*/ 0 h 966"/>
                <a:gd name="T38" fmla="*/ 0 w 1437"/>
                <a:gd name="T39" fmla="*/ 0 h 966"/>
                <a:gd name="T40" fmla="*/ 0 w 1437"/>
                <a:gd name="T41" fmla="*/ 0 h 966"/>
                <a:gd name="T42" fmla="*/ 0 w 1437"/>
                <a:gd name="T43" fmla="*/ 0 h 966"/>
                <a:gd name="T44" fmla="*/ 0 w 1437"/>
                <a:gd name="T45" fmla="*/ 0 h 966"/>
                <a:gd name="T46" fmla="*/ 0 w 1437"/>
                <a:gd name="T47" fmla="*/ 0 h 966"/>
                <a:gd name="T48" fmla="*/ 0 w 1437"/>
                <a:gd name="T49" fmla="*/ 0 h 966"/>
                <a:gd name="T50" fmla="*/ 0 w 1437"/>
                <a:gd name="T51" fmla="*/ 0 h 966"/>
                <a:gd name="T52" fmla="*/ 0 w 1437"/>
                <a:gd name="T53" fmla="*/ 0 h 966"/>
                <a:gd name="T54" fmla="*/ 0 w 1437"/>
                <a:gd name="T55" fmla="*/ 0 h 966"/>
                <a:gd name="T56" fmla="*/ 0 w 1437"/>
                <a:gd name="T57" fmla="*/ 0 h 966"/>
                <a:gd name="T58" fmla="*/ 0 w 1437"/>
                <a:gd name="T59" fmla="*/ 0 h 966"/>
                <a:gd name="T60" fmla="*/ 0 w 1437"/>
                <a:gd name="T61" fmla="*/ 0 h 966"/>
                <a:gd name="T62" fmla="*/ 0 w 1437"/>
                <a:gd name="T63" fmla="*/ 0 h 966"/>
                <a:gd name="T64" fmla="*/ 0 w 1437"/>
                <a:gd name="T65" fmla="*/ 0 h 966"/>
                <a:gd name="T66" fmla="*/ 0 w 1437"/>
                <a:gd name="T67" fmla="*/ 0 h 966"/>
                <a:gd name="T68" fmla="*/ 0 w 1437"/>
                <a:gd name="T69" fmla="*/ 0 h 966"/>
                <a:gd name="T70" fmla="*/ 0 w 1437"/>
                <a:gd name="T71" fmla="*/ 0 h 966"/>
                <a:gd name="T72" fmla="*/ 0 w 1437"/>
                <a:gd name="T73" fmla="*/ 0 h 966"/>
                <a:gd name="T74" fmla="*/ 0 w 1437"/>
                <a:gd name="T75" fmla="*/ 0 h 966"/>
                <a:gd name="T76" fmla="*/ 0 w 1437"/>
                <a:gd name="T77" fmla="*/ 0 h 966"/>
                <a:gd name="T78" fmla="*/ 0 w 1437"/>
                <a:gd name="T79" fmla="*/ 0 h 966"/>
                <a:gd name="T80" fmla="*/ 0 w 1437"/>
                <a:gd name="T81" fmla="*/ 0 h 966"/>
                <a:gd name="T82" fmla="*/ 0 w 1437"/>
                <a:gd name="T83" fmla="*/ 0 h 966"/>
                <a:gd name="T84" fmla="*/ 0 w 1437"/>
                <a:gd name="T85" fmla="*/ 0 h 966"/>
                <a:gd name="T86" fmla="*/ 0 w 1437"/>
                <a:gd name="T87" fmla="*/ 0 h 966"/>
                <a:gd name="T88" fmla="*/ 0 w 1437"/>
                <a:gd name="T89" fmla="*/ 0 h 966"/>
                <a:gd name="T90" fmla="*/ 0 w 1437"/>
                <a:gd name="T91" fmla="*/ 0 h 966"/>
                <a:gd name="T92" fmla="*/ 0 w 1437"/>
                <a:gd name="T93" fmla="*/ 0 h 966"/>
                <a:gd name="T94" fmla="*/ 0 w 1437"/>
                <a:gd name="T95" fmla="*/ 0 h 966"/>
                <a:gd name="T96" fmla="*/ 0 w 1437"/>
                <a:gd name="T97" fmla="*/ 0 h 966"/>
                <a:gd name="T98" fmla="*/ 0 w 1437"/>
                <a:gd name="T99" fmla="*/ 0 h 966"/>
                <a:gd name="T100" fmla="*/ 0 w 1437"/>
                <a:gd name="T101" fmla="*/ 0 h 966"/>
                <a:gd name="T102" fmla="*/ 0 w 1437"/>
                <a:gd name="T103" fmla="*/ 0 h 966"/>
                <a:gd name="T104" fmla="*/ 0 w 1437"/>
                <a:gd name="T105" fmla="*/ 0 h 966"/>
                <a:gd name="T106" fmla="*/ 0 w 1437"/>
                <a:gd name="T107" fmla="*/ 0 h 966"/>
                <a:gd name="T108" fmla="*/ 0 w 1437"/>
                <a:gd name="T109" fmla="*/ 0 h 966"/>
                <a:gd name="T110" fmla="*/ 0 w 1437"/>
                <a:gd name="T111" fmla="*/ 0 h 966"/>
                <a:gd name="T112" fmla="*/ 0 w 1437"/>
                <a:gd name="T113" fmla="*/ 0 h 966"/>
                <a:gd name="T114" fmla="*/ 0 w 1437"/>
                <a:gd name="T115" fmla="*/ 0 h 966"/>
                <a:gd name="T116" fmla="*/ 0 w 1437"/>
                <a:gd name="T117" fmla="*/ 0 h 966"/>
                <a:gd name="T118" fmla="*/ 0 w 1437"/>
                <a:gd name="T119" fmla="*/ 0 h 966"/>
                <a:gd name="T120" fmla="*/ 0 w 1437"/>
                <a:gd name="T121" fmla="*/ 0 h 966"/>
                <a:gd name="T122" fmla="*/ 0 w 1437"/>
                <a:gd name="T123" fmla="*/ 0 h 9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37" h="966">
                  <a:moveTo>
                    <a:pt x="1397" y="73"/>
                  </a:moveTo>
                  <a:lnTo>
                    <a:pt x="1426" y="100"/>
                  </a:lnTo>
                  <a:lnTo>
                    <a:pt x="1427" y="103"/>
                  </a:lnTo>
                  <a:lnTo>
                    <a:pt x="1430" y="110"/>
                  </a:lnTo>
                  <a:lnTo>
                    <a:pt x="1433" y="121"/>
                  </a:lnTo>
                  <a:lnTo>
                    <a:pt x="1436" y="133"/>
                  </a:lnTo>
                  <a:lnTo>
                    <a:pt x="1437" y="147"/>
                  </a:lnTo>
                  <a:lnTo>
                    <a:pt x="1436" y="159"/>
                  </a:lnTo>
                  <a:lnTo>
                    <a:pt x="1431" y="169"/>
                  </a:lnTo>
                  <a:lnTo>
                    <a:pt x="1422" y="175"/>
                  </a:lnTo>
                  <a:lnTo>
                    <a:pt x="1411" y="181"/>
                  </a:lnTo>
                  <a:lnTo>
                    <a:pt x="1400" y="189"/>
                  </a:lnTo>
                  <a:lnTo>
                    <a:pt x="1394" y="200"/>
                  </a:lnTo>
                  <a:lnTo>
                    <a:pt x="1389" y="211"/>
                  </a:lnTo>
                  <a:lnTo>
                    <a:pt x="1385" y="223"/>
                  </a:lnTo>
                  <a:lnTo>
                    <a:pt x="1383" y="233"/>
                  </a:lnTo>
                  <a:lnTo>
                    <a:pt x="1383" y="244"/>
                  </a:lnTo>
                  <a:lnTo>
                    <a:pt x="1383" y="251"/>
                  </a:lnTo>
                  <a:lnTo>
                    <a:pt x="1382" y="256"/>
                  </a:lnTo>
                  <a:lnTo>
                    <a:pt x="1376" y="257"/>
                  </a:lnTo>
                  <a:lnTo>
                    <a:pt x="1367" y="256"/>
                  </a:lnTo>
                  <a:lnTo>
                    <a:pt x="1355" y="255"/>
                  </a:lnTo>
                  <a:lnTo>
                    <a:pt x="1342" y="254"/>
                  </a:lnTo>
                  <a:lnTo>
                    <a:pt x="1327" y="256"/>
                  </a:lnTo>
                  <a:lnTo>
                    <a:pt x="1313" y="261"/>
                  </a:lnTo>
                  <a:lnTo>
                    <a:pt x="1297" y="271"/>
                  </a:lnTo>
                  <a:lnTo>
                    <a:pt x="1283" y="283"/>
                  </a:lnTo>
                  <a:lnTo>
                    <a:pt x="1271" y="296"/>
                  </a:lnTo>
                  <a:lnTo>
                    <a:pt x="1261" y="307"/>
                  </a:lnTo>
                  <a:lnTo>
                    <a:pt x="1252" y="319"/>
                  </a:lnTo>
                  <a:lnTo>
                    <a:pt x="1245" y="330"/>
                  </a:lnTo>
                  <a:lnTo>
                    <a:pt x="1241" y="340"/>
                  </a:lnTo>
                  <a:lnTo>
                    <a:pt x="1239" y="350"/>
                  </a:lnTo>
                  <a:lnTo>
                    <a:pt x="1240" y="359"/>
                  </a:lnTo>
                  <a:lnTo>
                    <a:pt x="1241" y="367"/>
                  </a:lnTo>
                  <a:lnTo>
                    <a:pt x="1241" y="375"/>
                  </a:lnTo>
                  <a:lnTo>
                    <a:pt x="1241" y="381"/>
                  </a:lnTo>
                  <a:lnTo>
                    <a:pt x="1239" y="387"/>
                  </a:lnTo>
                  <a:lnTo>
                    <a:pt x="1236" y="392"/>
                  </a:lnTo>
                  <a:lnTo>
                    <a:pt x="1231" y="397"/>
                  </a:lnTo>
                  <a:lnTo>
                    <a:pt x="1225" y="399"/>
                  </a:lnTo>
                  <a:lnTo>
                    <a:pt x="1218" y="400"/>
                  </a:lnTo>
                  <a:lnTo>
                    <a:pt x="1209" y="401"/>
                  </a:lnTo>
                  <a:lnTo>
                    <a:pt x="1200" y="404"/>
                  </a:lnTo>
                  <a:lnTo>
                    <a:pt x="1191" y="409"/>
                  </a:lnTo>
                  <a:lnTo>
                    <a:pt x="1184" y="416"/>
                  </a:lnTo>
                  <a:lnTo>
                    <a:pt x="1178" y="426"/>
                  </a:lnTo>
                  <a:lnTo>
                    <a:pt x="1174" y="437"/>
                  </a:lnTo>
                  <a:lnTo>
                    <a:pt x="1174" y="452"/>
                  </a:lnTo>
                  <a:lnTo>
                    <a:pt x="1177" y="467"/>
                  </a:lnTo>
                  <a:lnTo>
                    <a:pt x="1181" y="483"/>
                  </a:lnTo>
                  <a:lnTo>
                    <a:pt x="1183" y="500"/>
                  </a:lnTo>
                  <a:lnTo>
                    <a:pt x="1183" y="516"/>
                  </a:lnTo>
                  <a:lnTo>
                    <a:pt x="1182" y="530"/>
                  </a:lnTo>
                  <a:lnTo>
                    <a:pt x="1178" y="543"/>
                  </a:lnTo>
                  <a:lnTo>
                    <a:pt x="1173" y="556"/>
                  </a:lnTo>
                  <a:lnTo>
                    <a:pt x="1167" y="567"/>
                  </a:lnTo>
                  <a:lnTo>
                    <a:pt x="1159" y="575"/>
                  </a:lnTo>
                  <a:lnTo>
                    <a:pt x="1150" y="582"/>
                  </a:lnTo>
                  <a:lnTo>
                    <a:pt x="1142" y="591"/>
                  </a:lnTo>
                  <a:lnTo>
                    <a:pt x="1136" y="602"/>
                  </a:lnTo>
                  <a:lnTo>
                    <a:pt x="1131" y="613"/>
                  </a:lnTo>
                  <a:lnTo>
                    <a:pt x="1127" y="625"/>
                  </a:lnTo>
                  <a:lnTo>
                    <a:pt x="1126" y="638"/>
                  </a:lnTo>
                  <a:lnTo>
                    <a:pt x="1128" y="652"/>
                  </a:lnTo>
                  <a:lnTo>
                    <a:pt x="1132" y="665"/>
                  </a:lnTo>
                  <a:lnTo>
                    <a:pt x="1138" y="679"/>
                  </a:lnTo>
                  <a:lnTo>
                    <a:pt x="1143" y="696"/>
                  </a:lnTo>
                  <a:lnTo>
                    <a:pt x="1147" y="713"/>
                  </a:lnTo>
                  <a:lnTo>
                    <a:pt x="1150" y="729"/>
                  </a:lnTo>
                  <a:lnTo>
                    <a:pt x="1151" y="746"/>
                  </a:lnTo>
                  <a:lnTo>
                    <a:pt x="1150" y="760"/>
                  </a:lnTo>
                  <a:lnTo>
                    <a:pt x="1147" y="771"/>
                  </a:lnTo>
                  <a:lnTo>
                    <a:pt x="1142" y="779"/>
                  </a:lnTo>
                  <a:lnTo>
                    <a:pt x="1136" y="785"/>
                  </a:lnTo>
                  <a:lnTo>
                    <a:pt x="1130" y="792"/>
                  </a:lnTo>
                  <a:lnTo>
                    <a:pt x="1125" y="801"/>
                  </a:lnTo>
                  <a:lnTo>
                    <a:pt x="1121" y="810"/>
                  </a:lnTo>
                  <a:lnTo>
                    <a:pt x="1118" y="820"/>
                  </a:lnTo>
                  <a:lnTo>
                    <a:pt x="1116" y="831"/>
                  </a:lnTo>
                  <a:lnTo>
                    <a:pt x="1114" y="844"/>
                  </a:lnTo>
                  <a:lnTo>
                    <a:pt x="1114" y="859"/>
                  </a:lnTo>
                  <a:lnTo>
                    <a:pt x="1113" y="872"/>
                  </a:lnTo>
                  <a:lnTo>
                    <a:pt x="1112" y="884"/>
                  </a:lnTo>
                  <a:lnTo>
                    <a:pt x="1109" y="894"/>
                  </a:lnTo>
                  <a:lnTo>
                    <a:pt x="1106" y="903"/>
                  </a:lnTo>
                  <a:lnTo>
                    <a:pt x="1105" y="910"/>
                  </a:lnTo>
                  <a:lnTo>
                    <a:pt x="1104" y="917"/>
                  </a:lnTo>
                  <a:lnTo>
                    <a:pt x="1104" y="923"/>
                  </a:lnTo>
                  <a:lnTo>
                    <a:pt x="1108" y="928"/>
                  </a:lnTo>
                  <a:lnTo>
                    <a:pt x="1110" y="933"/>
                  </a:lnTo>
                  <a:lnTo>
                    <a:pt x="1106" y="937"/>
                  </a:lnTo>
                  <a:lnTo>
                    <a:pt x="1098" y="939"/>
                  </a:lnTo>
                  <a:lnTo>
                    <a:pt x="1088" y="940"/>
                  </a:lnTo>
                  <a:lnTo>
                    <a:pt x="1075" y="940"/>
                  </a:lnTo>
                  <a:lnTo>
                    <a:pt x="1061" y="938"/>
                  </a:lnTo>
                  <a:lnTo>
                    <a:pt x="1045" y="933"/>
                  </a:lnTo>
                  <a:lnTo>
                    <a:pt x="1030" y="926"/>
                  </a:lnTo>
                  <a:lnTo>
                    <a:pt x="1017" y="920"/>
                  </a:lnTo>
                  <a:lnTo>
                    <a:pt x="1006" y="920"/>
                  </a:lnTo>
                  <a:lnTo>
                    <a:pt x="999" y="923"/>
                  </a:lnTo>
                  <a:lnTo>
                    <a:pt x="994" y="929"/>
                  </a:lnTo>
                  <a:lnTo>
                    <a:pt x="990" y="937"/>
                  </a:lnTo>
                  <a:lnTo>
                    <a:pt x="986" y="947"/>
                  </a:lnTo>
                  <a:lnTo>
                    <a:pt x="983" y="955"/>
                  </a:lnTo>
                  <a:lnTo>
                    <a:pt x="979" y="963"/>
                  </a:lnTo>
                  <a:lnTo>
                    <a:pt x="971" y="966"/>
                  </a:lnTo>
                  <a:lnTo>
                    <a:pt x="958" y="963"/>
                  </a:lnTo>
                  <a:lnTo>
                    <a:pt x="942" y="956"/>
                  </a:lnTo>
                  <a:lnTo>
                    <a:pt x="926" y="947"/>
                  </a:lnTo>
                  <a:lnTo>
                    <a:pt x="910" y="936"/>
                  </a:lnTo>
                  <a:lnTo>
                    <a:pt x="896" y="927"/>
                  </a:lnTo>
                  <a:lnTo>
                    <a:pt x="886" y="921"/>
                  </a:lnTo>
                  <a:lnTo>
                    <a:pt x="883" y="918"/>
                  </a:lnTo>
                  <a:lnTo>
                    <a:pt x="881" y="918"/>
                  </a:lnTo>
                  <a:lnTo>
                    <a:pt x="875" y="919"/>
                  </a:lnTo>
                  <a:lnTo>
                    <a:pt x="866" y="920"/>
                  </a:lnTo>
                  <a:lnTo>
                    <a:pt x="855" y="922"/>
                  </a:lnTo>
                  <a:lnTo>
                    <a:pt x="843" y="925"/>
                  </a:lnTo>
                  <a:lnTo>
                    <a:pt x="832" y="929"/>
                  </a:lnTo>
                  <a:lnTo>
                    <a:pt x="822" y="935"/>
                  </a:lnTo>
                  <a:lnTo>
                    <a:pt x="814" y="942"/>
                  </a:lnTo>
                  <a:lnTo>
                    <a:pt x="804" y="949"/>
                  </a:lnTo>
                  <a:lnTo>
                    <a:pt x="794" y="953"/>
                  </a:lnTo>
                  <a:lnTo>
                    <a:pt x="783" y="953"/>
                  </a:lnTo>
                  <a:lnTo>
                    <a:pt x="773" y="951"/>
                  </a:lnTo>
                  <a:lnTo>
                    <a:pt x="763" y="948"/>
                  </a:lnTo>
                  <a:lnTo>
                    <a:pt x="754" y="943"/>
                  </a:lnTo>
                  <a:lnTo>
                    <a:pt x="748" y="937"/>
                  </a:lnTo>
                  <a:lnTo>
                    <a:pt x="746" y="932"/>
                  </a:lnTo>
                  <a:lnTo>
                    <a:pt x="746" y="927"/>
                  </a:lnTo>
                  <a:lnTo>
                    <a:pt x="745" y="921"/>
                  </a:lnTo>
                  <a:lnTo>
                    <a:pt x="744" y="916"/>
                  </a:lnTo>
                  <a:lnTo>
                    <a:pt x="742" y="912"/>
                  </a:lnTo>
                  <a:lnTo>
                    <a:pt x="739" y="910"/>
                  </a:lnTo>
                  <a:lnTo>
                    <a:pt x="735" y="910"/>
                  </a:lnTo>
                  <a:lnTo>
                    <a:pt x="729" y="912"/>
                  </a:lnTo>
                  <a:lnTo>
                    <a:pt x="722" y="918"/>
                  </a:lnTo>
                  <a:lnTo>
                    <a:pt x="713" y="924"/>
                  </a:lnTo>
                  <a:lnTo>
                    <a:pt x="702" y="929"/>
                  </a:lnTo>
                  <a:lnTo>
                    <a:pt x="692" y="933"/>
                  </a:lnTo>
                  <a:lnTo>
                    <a:pt x="682" y="935"/>
                  </a:lnTo>
                  <a:lnTo>
                    <a:pt x="672" y="936"/>
                  </a:lnTo>
                  <a:lnTo>
                    <a:pt x="662" y="935"/>
                  </a:lnTo>
                  <a:lnTo>
                    <a:pt x="653" y="932"/>
                  </a:lnTo>
                  <a:lnTo>
                    <a:pt x="646" y="926"/>
                  </a:lnTo>
                  <a:lnTo>
                    <a:pt x="639" y="919"/>
                  </a:lnTo>
                  <a:lnTo>
                    <a:pt x="631" y="914"/>
                  </a:lnTo>
                  <a:lnTo>
                    <a:pt x="623" y="909"/>
                  </a:lnTo>
                  <a:lnTo>
                    <a:pt x="616" y="905"/>
                  </a:lnTo>
                  <a:lnTo>
                    <a:pt x="607" y="901"/>
                  </a:lnTo>
                  <a:lnTo>
                    <a:pt x="599" y="898"/>
                  </a:lnTo>
                  <a:lnTo>
                    <a:pt x="593" y="893"/>
                  </a:lnTo>
                  <a:lnTo>
                    <a:pt x="587" y="889"/>
                  </a:lnTo>
                  <a:lnTo>
                    <a:pt x="583" y="881"/>
                  </a:lnTo>
                  <a:lnTo>
                    <a:pt x="582" y="868"/>
                  </a:lnTo>
                  <a:lnTo>
                    <a:pt x="583" y="852"/>
                  </a:lnTo>
                  <a:lnTo>
                    <a:pt x="583" y="834"/>
                  </a:lnTo>
                  <a:lnTo>
                    <a:pt x="582" y="819"/>
                  </a:lnTo>
                  <a:lnTo>
                    <a:pt x="579" y="807"/>
                  </a:lnTo>
                  <a:lnTo>
                    <a:pt x="572" y="800"/>
                  </a:lnTo>
                  <a:lnTo>
                    <a:pt x="561" y="800"/>
                  </a:lnTo>
                  <a:lnTo>
                    <a:pt x="546" y="804"/>
                  </a:lnTo>
                  <a:lnTo>
                    <a:pt x="531" y="809"/>
                  </a:lnTo>
                  <a:lnTo>
                    <a:pt x="518" y="813"/>
                  </a:lnTo>
                  <a:lnTo>
                    <a:pt x="503" y="817"/>
                  </a:lnTo>
                  <a:lnTo>
                    <a:pt x="491" y="819"/>
                  </a:lnTo>
                  <a:lnTo>
                    <a:pt x="479" y="820"/>
                  </a:lnTo>
                  <a:lnTo>
                    <a:pt x="469" y="818"/>
                  </a:lnTo>
                  <a:lnTo>
                    <a:pt x="461" y="814"/>
                  </a:lnTo>
                  <a:lnTo>
                    <a:pt x="452" y="807"/>
                  </a:lnTo>
                  <a:lnTo>
                    <a:pt x="445" y="799"/>
                  </a:lnTo>
                  <a:lnTo>
                    <a:pt x="437" y="791"/>
                  </a:lnTo>
                  <a:lnTo>
                    <a:pt x="430" y="782"/>
                  </a:lnTo>
                  <a:lnTo>
                    <a:pt x="424" y="774"/>
                  </a:lnTo>
                  <a:lnTo>
                    <a:pt x="418" y="766"/>
                  </a:lnTo>
                  <a:lnTo>
                    <a:pt x="412" y="757"/>
                  </a:lnTo>
                  <a:lnTo>
                    <a:pt x="407" y="749"/>
                  </a:lnTo>
                  <a:lnTo>
                    <a:pt x="401" y="741"/>
                  </a:lnTo>
                  <a:lnTo>
                    <a:pt x="392" y="735"/>
                  </a:lnTo>
                  <a:lnTo>
                    <a:pt x="379" y="732"/>
                  </a:lnTo>
                  <a:lnTo>
                    <a:pt x="364" y="730"/>
                  </a:lnTo>
                  <a:lnTo>
                    <a:pt x="349" y="731"/>
                  </a:lnTo>
                  <a:lnTo>
                    <a:pt x="335" y="735"/>
                  </a:lnTo>
                  <a:lnTo>
                    <a:pt x="324" y="741"/>
                  </a:lnTo>
                  <a:lnTo>
                    <a:pt x="316" y="751"/>
                  </a:lnTo>
                  <a:lnTo>
                    <a:pt x="308" y="761"/>
                  </a:lnTo>
                  <a:lnTo>
                    <a:pt x="299" y="770"/>
                  </a:lnTo>
                  <a:lnTo>
                    <a:pt x="289" y="779"/>
                  </a:lnTo>
                  <a:lnTo>
                    <a:pt x="279" y="788"/>
                  </a:lnTo>
                  <a:lnTo>
                    <a:pt x="270" y="798"/>
                  </a:lnTo>
                  <a:lnTo>
                    <a:pt x="262" y="808"/>
                  </a:lnTo>
                  <a:lnTo>
                    <a:pt x="257" y="819"/>
                  </a:lnTo>
                  <a:lnTo>
                    <a:pt x="256" y="832"/>
                  </a:lnTo>
                  <a:lnTo>
                    <a:pt x="256" y="847"/>
                  </a:lnTo>
                  <a:lnTo>
                    <a:pt x="253" y="861"/>
                  </a:lnTo>
                  <a:lnTo>
                    <a:pt x="249" y="875"/>
                  </a:lnTo>
                  <a:lnTo>
                    <a:pt x="243" y="888"/>
                  </a:lnTo>
                  <a:lnTo>
                    <a:pt x="236" y="901"/>
                  </a:lnTo>
                  <a:lnTo>
                    <a:pt x="227" y="911"/>
                  </a:lnTo>
                  <a:lnTo>
                    <a:pt x="217" y="918"/>
                  </a:lnTo>
                  <a:lnTo>
                    <a:pt x="205" y="922"/>
                  </a:lnTo>
                  <a:lnTo>
                    <a:pt x="194" y="925"/>
                  </a:lnTo>
                  <a:lnTo>
                    <a:pt x="183" y="928"/>
                  </a:lnTo>
                  <a:lnTo>
                    <a:pt x="173" y="931"/>
                  </a:lnTo>
                  <a:lnTo>
                    <a:pt x="162" y="933"/>
                  </a:lnTo>
                  <a:lnTo>
                    <a:pt x="148" y="933"/>
                  </a:lnTo>
                  <a:lnTo>
                    <a:pt x="135" y="930"/>
                  </a:lnTo>
                  <a:lnTo>
                    <a:pt x="120" y="924"/>
                  </a:lnTo>
                  <a:lnTo>
                    <a:pt x="101" y="914"/>
                  </a:lnTo>
                  <a:lnTo>
                    <a:pt x="91" y="907"/>
                  </a:lnTo>
                  <a:lnTo>
                    <a:pt x="79" y="901"/>
                  </a:lnTo>
                  <a:lnTo>
                    <a:pt x="67" y="893"/>
                  </a:lnTo>
                  <a:lnTo>
                    <a:pt x="53" y="887"/>
                  </a:lnTo>
                  <a:lnTo>
                    <a:pt x="40" y="881"/>
                  </a:lnTo>
                  <a:lnTo>
                    <a:pt x="26" y="875"/>
                  </a:lnTo>
                  <a:lnTo>
                    <a:pt x="13" y="869"/>
                  </a:lnTo>
                  <a:lnTo>
                    <a:pt x="0" y="863"/>
                  </a:lnTo>
                  <a:lnTo>
                    <a:pt x="2" y="859"/>
                  </a:lnTo>
                  <a:lnTo>
                    <a:pt x="4" y="854"/>
                  </a:lnTo>
                  <a:lnTo>
                    <a:pt x="6" y="850"/>
                  </a:lnTo>
                  <a:lnTo>
                    <a:pt x="8" y="845"/>
                  </a:lnTo>
                  <a:lnTo>
                    <a:pt x="12" y="841"/>
                  </a:lnTo>
                  <a:lnTo>
                    <a:pt x="16" y="837"/>
                  </a:lnTo>
                  <a:lnTo>
                    <a:pt x="21" y="834"/>
                  </a:lnTo>
                  <a:lnTo>
                    <a:pt x="26" y="831"/>
                  </a:lnTo>
                  <a:lnTo>
                    <a:pt x="35" y="827"/>
                  </a:lnTo>
                  <a:lnTo>
                    <a:pt x="42" y="822"/>
                  </a:lnTo>
                  <a:lnTo>
                    <a:pt x="46" y="817"/>
                  </a:lnTo>
                  <a:lnTo>
                    <a:pt x="49" y="811"/>
                  </a:lnTo>
                  <a:lnTo>
                    <a:pt x="50" y="806"/>
                  </a:lnTo>
                  <a:lnTo>
                    <a:pt x="51" y="800"/>
                  </a:lnTo>
                  <a:lnTo>
                    <a:pt x="51" y="793"/>
                  </a:lnTo>
                  <a:lnTo>
                    <a:pt x="51" y="788"/>
                  </a:lnTo>
                  <a:lnTo>
                    <a:pt x="51" y="783"/>
                  </a:lnTo>
                  <a:lnTo>
                    <a:pt x="51" y="777"/>
                  </a:lnTo>
                  <a:lnTo>
                    <a:pt x="50" y="771"/>
                  </a:lnTo>
                  <a:lnTo>
                    <a:pt x="51" y="765"/>
                  </a:lnTo>
                  <a:lnTo>
                    <a:pt x="52" y="760"/>
                  </a:lnTo>
                  <a:lnTo>
                    <a:pt x="55" y="755"/>
                  </a:lnTo>
                  <a:lnTo>
                    <a:pt x="59" y="750"/>
                  </a:lnTo>
                  <a:lnTo>
                    <a:pt x="66" y="747"/>
                  </a:lnTo>
                  <a:lnTo>
                    <a:pt x="72" y="742"/>
                  </a:lnTo>
                  <a:lnTo>
                    <a:pt x="75" y="737"/>
                  </a:lnTo>
                  <a:lnTo>
                    <a:pt x="76" y="730"/>
                  </a:lnTo>
                  <a:lnTo>
                    <a:pt x="77" y="723"/>
                  </a:lnTo>
                  <a:lnTo>
                    <a:pt x="78" y="715"/>
                  </a:lnTo>
                  <a:lnTo>
                    <a:pt x="79" y="708"/>
                  </a:lnTo>
                  <a:lnTo>
                    <a:pt x="82" y="702"/>
                  </a:lnTo>
                  <a:lnTo>
                    <a:pt x="88" y="696"/>
                  </a:lnTo>
                  <a:lnTo>
                    <a:pt x="96" y="691"/>
                  </a:lnTo>
                  <a:lnTo>
                    <a:pt x="104" y="689"/>
                  </a:lnTo>
                  <a:lnTo>
                    <a:pt x="114" y="689"/>
                  </a:lnTo>
                  <a:lnTo>
                    <a:pt x="122" y="688"/>
                  </a:lnTo>
                  <a:lnTo>
                    <a:pt x="131" y="688"/>
                  </a:lnTo>
                  <a:lnTo>
                    <a:pt x="139" y="687"/>
                  </a:lnTo>
                  <a:lnTo>
                    <a:pt x="146" y="684"/>
                  </a:lnTo>
                  <a:lnTo>
                    <a:pt x="152" y="679"/>
                  </a:lnTo>
                  <a:lnTo>
                    <a:pt x="158" y="674"/>
                  </a:lnTo>
                  <a:lnTo>
                    <a:pt x="165" y="671"/>
                  </a:lnTo>
                  <a:lnTo>
                    <a:pt x="173" y="669"/>
                  </a:lnTo>
                  <a:lnTo>
                    <a:pt x="180" y="667"/>
                  </a:lnTo>
                  <a:lnTo>
                    <a:pt x="188" y="666"/>
                  </a:lnTo>
                  <a:lnTo>
                    <a:pt x="196" y="664"/>
                  </a:lnTo>
                  <a:lnTo>
                    <a:pt x="203" y="660"/>
                  </a:lnTo>
                  <a:lnTo>
                    <a:pt x="211" y="654"/>
                  </a:lnTo>
                  <a:lnTo>
                    <a:pt x="216" y="647"/>
                  </a:lnTo>
                  <a:lnTo>
                    <a:pt x="220" y="639"/>
                  </a:lnTo>
                  <a:lnTo>
                    <a:pt x="222" y="633"/>
                  </a:lnTo>
                  <a:lnTo>
                    <a:pt x="222" y="628"/>
                  </a:lnTo>
                  <a:lnTo>
                    <a:pt x="220" y="623"/>
                  </a:lnTo>
                  <a:lnTo>
                    <a:pt x="217" y="620"/>
                  </a:lnTo>
                  <a:lnTo>
                    <a:pt x="212" y="618"/>
                  </a:lnTo>
                  <a:lnTo>
                    <a:pt x="205" y="617"/>
                  </a:lnTo>
                  <a:lnTo>
                    <a:pt x="198" y="616"/>
                  </a:lnTo>
                  <a:lnTo>
                    <a:pt x="190" y="613"/>
                  </a:lnTo>
                  <a:lnTo>
                    <a:pt x="182" y="610"/>
                  </a:lnTo>
                  <a:lnTo>
                    <a:pt x="173" y="606"/>
                  </a:lnTo>
                  <a:lnTo>
                    <a:pt x="164" y="603"/>
                  </a:lnTo>
                  <a:lnTo>
                    <a:pt x="153" y="602"/>
                  </a:lnTo>
                  <a:lnTo>
                    <a:pt x="143" y="602"/>
                  </a:lnTo>
                  <a:lnTo>
                    <a:pt x="133" y="606"/>
                  </a:lnTo>
                  <a:lnTo>
                    <a:pt x="123" y="610"/>
                  </a:lnTo>
                  <a:lnTo>
                    <a:pt x="113" y="613"/>
                  </a:lnTo>
                  <a:lnTo>
                    <a:pt x="103" y="615"/>
                  </a:lnTo>
                  <a:lnTo>
                    <a:pt x="94" y="615"/>
                  </a:lnTo>
                  <a:lnTo>
                    <a:pt x="85" y="614"/>
                  </a:lnTo>
                  <a:lnTo>
                    <a:pt x="76" y="613"/>
                  </a:lnTo>
                  <a:lnTo>
                    <a:pt x="67" y="611"/>
                  </a:lnTo>
                  <a:lnTo>
                    <a:pt x="57" y="609"/>
                  </a:lnTo>
                  <a:lnTo>
                    <a:pt x="50" y="607"/>
                  </a:lnTo>
                  <a:lnTo>
                    <a:pt x="47" y="607"/>
                  </a:lnTo>
                  <a:lnTo>
                    <a:pt x="48" y="606"/>
                  </a:lnTo>
                  <a:lnTo>
                    <a:pt x="53" y="605"/>
                  </a:lnTo>
                  <a:lnTo>
                    <a:pt x="59" y="604"/>
                  </a:lnTo>
                  <a:lnTo>
                    <a:pt x="68" y="600"/>
                  </a:lnTo>
                  <a:lnTo>
                    <a:pt x="78" y="592"/>
                  </a:lnTo>
                  <a:lnTo>
                    <a:pt x="88" y="583"/>
                  </a:lnTo>
                  <a:lnTo>
                    <a:pt x="97" y="573"/>
                  </a:lnTo>
                  <a:lnTo>
                    <a:pt x="102" y="564"/>
                  </a:lnTo>
                  <a:lnTo>
                    <a:pt x="107" y="556"/>
                  </a:lnTo>
                  <a:lnTo>
                    <a:pt x="111" y="549"/>
                  </a:lnTo>
                  <a:lnTo>
                    <a:pt x="115" y="542"/>
                  </a:lnTo>
                  <a:lnTo>
                    <a:pt x="120" y="536"/>
                  </a:lnTo>
                  <a:lnTo>
                    <a:pt x="128" y="529"/>
                  </a:lnTo>
                  <a:lnTo>
                    <a:pt x="138" y="521"/>
                  </a:lnTo>
                  <a:lnTo>
                    <a:pt x="148" y="512"/>
                  </a:lnTo>
                  <a:lnTo>
                    <a:pt x="155" y="504"/>
                  </a:lnTo>
                  <a:lnTo>
                    <a:pt x="159" y="495"/>
                  </a:lnTo>
                  <a:lnTo>
                    <a:pt x="162" y="486"/>
                  </a:lnTo>
                  <a:lnTo>
                    <a:pt x="165" y="479"/>
                  </a:lnTo>
                  <a:lnTo>
                    <a:pt x="170" y="474"/>
                  </a:lnTo>
                  <a:lnTo>
                    <a:pt x="177" y="471"/>
                  </a:lnTo>
                  <a:lnTo>
                    <a:pt x="188" y="471"/>
                  </a:lnTo>
                  <a:lnTo>
                    <a:pt x="200" y="472"/>
                  </a:lnTo>
                  <a:lnTo>
                    <a:pt x="208" y="472"/>
                  </a:lnTo>
                  <a:lnTo>
                    <a:pt x="214" y="471"/>
                  </a:lnTo>
                  <a:lnTo>
                    <a:pt x="216" y="470"/>
                  </a:lnTo>
                  <a:lnTo>
                    <a:pt x="217" y="467"/>
                  </a:lnTo>
                  <a:lnTo>
                    <a:pt x="216" y="464"/>
                  </a:lnTo>
                  <a:lnTo>
                    <a:pt x="215" y="459"/>
                  </a:lnTo>
                  <a:lnTo>
                    <a:pt x="214" y="454"/>
                  </a:lnTo>
                  <a:lnTo>
                    <a:pt x="213" y="447"/>
                  </a:lnTo>
                  <a:lnTo>
                    <a:pt x="211" y="437"/>
                  </a:lnTo>
                  <a:lnTo>
                    <a:pt x="211" y="427"/>
                  </a:lnTo>
                  <a:lnTo>
                    <a:pt x="211" y="417"/>
                  </a:lnTo>
                  <a:lnTo>
                    <a:pt x="212" y="406"/>
                  </a:lnTo>
                  <a:lnTo>
                    <a:pt x="215" y="397"/>
                  </a:lnTo>
                  <a:lnTo>
                    <a:pt x="220" y="387"/>
                  </a:lnTo>
                  <a:lnTo>
                    <a:pt x="228" y="381"/>
                  </a:lnTo>
                  <a:lnTo>
                    <a:pt x="236" y="376"/>
                  </a:lnTo>
                  <a:lnTo>
                    <a:pt x="243" y="370"/>
                  </a:lnTo>
                  <a:lnTo>
                    <a:pt x="249" y="365"/>
                  </a:lnTo>
                  <a:lnTo>
                    <a:pt x="254" y="360"/>
                  </a:lnTo>
                  <a:lnTo>
                    <a:pt x="258" y="357"/>
                  </a:lnTo>
                  <a:lnTo>
                    <a:pt x="265" y="356"/>
                  </a:lnTo>
                  <a:lnTo>
                    <a:pt x="271" y="357"/>
                  </a:lnTo>
                  <a:lnTo>
                    <a:pt x="278" y="361"/>
                  </a:lnTo>
                  <a:lnTo>
                    <a:pt x="286" y="366"/>
                  </a:lnTo>
                  <a:lnTo>
                    <a:pt x="292" y="369"/>
                  </a:lnTo>
                  <a:lnTo>
                    <a:pt x="298" y="370"/>
                  </a:lnTo>
                  <a:lnTo>
                    <a:pt x="303" y="370"/>
                  </a:lnTo>
                  <a:lnTo>
                    <a:pt x="307" y="369"/>
                  </a:lnTo>
                  <a:lnTo>
                    <a:pt x="311" y="367"/>
                  </a:lnTo>
                  <a:lnTo>
                    <a:pt x="313" y="364"/>
                  </a:lnTo>
                  <a:lnTo>
                    <a:pt x="315" y="359"/>
                  </a:lnTo>
                  <a:lnTo>
                    <a:pt x="317" y="353"/>
                  </a:lnTo>
                  <a:lnTo>
                    <a:pt x="321" y="347"/>
                  </a:lnTo>
                  <a:lnTo>
                    <a:pt x="326" y="339"/>
                  </a:lnTo>
                  <a:lnTo>
                    <a:pt x="331" y="332"/>
                  </a:lnTo>
                  <a:lnTo>
                    <a:pt x="335" y="325"/>
                  </a:lnTo>
                  <a:lnTo>
                    <a:pt x="337" y="318"/>
                  </a:lnTo>
                  <a:lnTo>
                    <a:pt x="336" y="311"/>
                  </a:lnTo>
                  <a:lnTo>
                    <a:pt x="331" y="305"/>
                  </a:lnTo>
                  <a:lnTo>
                    <a:pt x="325" y="299"/>
                  </a:lnTo>
                  <a:lnTo>
                    <a:pt x="319" y="295"/>
                  </a:lnTo>
                  <a:lnTo>
                    <a:pt x="314" y="290"/>
                  </a:lnTo>
                  <a:lnTo>
                    <a:pt x="308" y="287"/>
                  </a:lnTo>
                  <a:lnTo>
                    <a:pt x="301" y="285"/>
                  </a:lnTo>
                  <a:lnTo>
                    <a:pt x="293" y="283"/>
                  </a:lnTo>
                  <a:lnTo>
                    <a:pt x="282" y="281"/>
                  </a:lnTo>
                  <a:lnTo>
                    <a:pt x="267" y="280"/>
                  </a:lnTo>
                  <a:lnTo>
                    <a:pt x="249" y="279"/>
                  </a:lnTo>
                  <a:lnTo>
                    <a:pt x="230" y="277"/>
                  </a:lnTo>
                  <a:lnTo>
                    <a:pt x="213" y="274"/>
                  </a:lnTo>
                  <a:lnTo>
                    <a:pt x="195" y="271"/>
                  </a:lnTo>
                  <a:lnTo>
                    <a:pt x="182" y="267"/>
                  </a:lnTo>
                  <a:lnTo>
                    <a:pt x="172" y="261"/>
                  </a:lnTo>
                  <a:lnTo>
                    <a:pt x="167" y="255"/>
                  </a:lnTo>
                  <a:lnTo>
                    <a:pt x="169" y="247"/>
                  </a:lnTo>
                  <a:lnTo>
                    <a:pt x="176" y="237"/>
                  </a:lnTo>
                  <a:lnTo>
                    <a:pt x="186" y="227"/>
                  </a:lnTo>
                  <a:lnTo>
                    <a:pt x="198" y="217"/>
                  </a:lnTo>
                  <a:lnTo>
                    <a:pt x="211" y="208"/>
                  </a:lnTo>
                  <a:lnTo>
                    <a:pt x="224" y="199"/>
                  </a:lnTo>
                  <a:lnTo>
                    <a:pt x="237" y="193"/>
                  </a:lnTo>
                  <a:lnTo>
                    <a:pt x="247" y="188"/>
                  </a:lnTo>
                  <a:lnTo>
                    <a:pt x="255" y="187"/>
                  </a:lnTo>
                  <a:lnTo>
                    <a:pt x="263" y="186"/>
                  </a:lnTo>
                  <a:lnTo>
                    <a:pt x="270" y="183"/>
                  </a:lnTo>
                  <a:lnTo>
                    <a:pt x="277" y="178"/>
                  </a:lnTo>
                  <a:lnTo>
                    <a:pt x="283" y="172"/>
                  </a:lnTo>
                  <a:lnTo>
                    <a:pt x="289" y="166"/>
                  </a:lnTo>
                  <a:lnTo>
                    <a:pt x="294" y="161"/>
                  </a:lnTo>
                  <a:lnTo>
                    <a:pt x="297" y="157"/>
                  </a:lnTo>
                  <a:lnTo>
                    <a:pt x="298" y="156"/>
                  </a:lnTo>
                  <a:lnTo>
                    <a:pt x="294" y="155"/>
                  </a:lnTo>
                  <a:lnTo>
                    <a:pt x="284" y="151"/>
                  </a:lnTo>
                  <a:lnTo>
                    <a:pt x="274" y="144"/>
                  </a:lnTo>
                  <a:lnTo>
                    <a:pt x="270" y="133"/>
                  </a:lnTo>
                  <a:lnTo>
                    <a:pt x="270" y="127"/>
                  </a:lnTo>
                  <a:lnTo>
                    <a:pt x="270" y="122"/>
                  </a:lnTo>
                  <a:lnTo>
                    <a:pt x="270" y="118"/>
                  </a:lnTo>
                  <a:lnTo>
                    <a:pt x="269" y="113"/>
                  </a:lnTo>
                  <a:lnTo>
                    <a:pt x="266" y="110"/>
                  </a:lnTo>
                  <a:lnTo>
                    <a:pt x="261" y="106"/>
                  </a:lnTo>
                  <a:lnTo>
                    <a:pt x="253" y="103"/>
                  </a:lnTo>
                  <a:lnTo>
                    <a:pt x="242" y="100"/>
                  </a:lnTo>
                  <a:lnTo>
                    <a:pt x="239" y="100"/>
                  </a:lnTo>
                  <a:lnTo>
                    <a:pt x="236" y="99"/>
                  </a:lnTo>
                  <a:lnTo>
                    <a:pt x="233" y="98"/>
                  </a:lnTo>
                  <a:lnTo>
                    <a:pt x="231" y="97"/>
                  </a:lnTo>
                  <a:lnTo>
                    <a:pt x="251" y="90"/>
                  </a:lnTo>
                  <a:lnTo>
                    <a:pt x="270" y="85"/>
                  </a:lnTo>
                  <a:lnTo>
                    <a:pt x="284" y="79"/>
                  </a:lnTo>
                  <a:lnTo>
                    <a:pt x="295" y="73"/>
                  </a:lnTo>
                  <a:lnTo>
                    <a:pt x="305" y="69"/>
                  </a:lnTo>
                  <a:lnTo>
                    <a:pt x="313" y="65"/>
                  </a:lnTo>
                  <a:lnTo>
                    <a:pt x="319" y="63"/>
                  </a:lnTo>
                  <a:lnTo>
                    <a:pt x="323" y="63"/>
                  </a:lnTo>
                  <a:lnTo>
                    <a:pt x="328" y="63"/>
                  </a:lnTo>
                  <a:lnTo>
                    <a:pt x="334" y="62"/>
                  </a:lnTo>
                  <a:lnTo>
                    <a:pt x="339" y="61"/>
                  </a:lnTo>
                  <a:lnTo>
                    <a:pt x="345" y="58"/>
                  </a:lnTo>
                  <a:lnTo>
                    <a:pt x="351" y="55"/>
                  </a:lnTo>
                  <a:lnTo>
                    <a:pt x="356" y="51"/>
                  </a:lnTo>
                  <a:lnTo>
                    <a:pt x="363" y="47"/>
                  </a:lnTo>
                  <a:lnTo>
                    <a:pt x="368" y="43"/>
                  </a:lnTo>
                  <a:lnTo>
                    <a:pt x="374" y="38"/>
                  </a:lnTo>
                  <a:lnTo>
                    <a:pt x="380" y="35"/>
                  </a:lnTo>
                  <a:lnTo>
                    <a:pt x="387" y="32"/>
                  </a:lnTo>
                  <a:lnTo>
                    <a:pt x="395" y="30"/>
                  </a:lnTo>
                  <a:lnTo>
                    <a:pt x="401" y="29"/>
                  </a:lnTo>
                  <a:lnTo>
                    <a:pt x="408" y="30"/>
                  </a:lnTo>
                  <a:lnTo>
                    <a:pt x="415" y="31"/>
                  </a:lnTo>
                  <a:lnTo>
                    <a:pt x="419" y="34"/>
                  </a:lnTo>
                  <a:lnTo>
                    <a:pt x="424" y="39"/>
                  </a:lnTo>
                  <a:lnTo>
                    <a:pt x="431" y="46"/>
                  </a:lnTo>
                  <a:lnTo>
                    <a:pt x="439" y="51"/>
                  </a:lnTo>
                  <a:lnTo>
                    <a:pt x="448" y="56"/>
                  </a:lnTo>
                  <a:lnTo>
                    <a:pt x="457" y="59"/>
                  </a:lnTo>
                  <a:lnTo>
                    <a:pt x="466" y="59"/>
                  </a:lnTo>
                  <a:lnTo>
                    <a:pt x="473" y="57"/>
                  </a:lnTo>
                  <a:lnTo>
                    <a:pt x="478" y="51"/>
                  </a:lnTo>
                  <a:lnTo>
                    <a:pt x="483" y="44"/>
                  </a:lnTo>
                  <a:lnTo>
                    <a:pt x="490" y="38"/>
                  </a:lnTo>
                  <a:lnTo>
                    <a:pt x="497" y="34"/>
                  </a:lnTo>
                  <a:lnTo>
                    <a:pt x="506" y="30"/>
                  </a:lnTo>
                  <a:lnTo>
                    <a:pt x="515" y="27"/>
                  </a:lnTo>
                  <a:lnTo>
                    <a:pt x="523" y="23"/>
                  </a:lnTo>
                  <a:lnTo>
                    <a:pt x="529" y="18"/>
                  </a:lnTo>
                  <a:lnTo>
                    <a:pt x="533" y="12"/>
                  </a:lnTo>
                  <a:lnTo>
                    <a:pt x="537" y="6"/>
                  </a:lnTo>
                  <a:lnTo>
                    <a:pt x="543" y="2"/>
                  </a:lnTo>
                  <a:lnTo>
                    <a:pt x="551" y="0"/>
                  </a:lnTo>
                  <a:lnTo>
                    <a:pt x="560" y="0"/>
                  </a:lnTo>
                  <a:lnTo>
                    <a:pt x="568" y="2"/>
                  </a:lnTo>
                  <a:lnTo>
                    <a:pt x="576" y="6"/>
                  </a:lnTo>
                  <a:lnTo>
                    <a:pt x="582" y="12"/>
                  </a:lnTo>
                  <a:lnTo>
                    <a:pt x="586" y="20"/>
                  </a:lnTo>
                  <a:lnTo>
                    <a:pt x="590" y="28"/>
                  </a:lnTo>
                  <a:lnTo>
                    <a:pt x="595" y="33"/>
                  </a:lnTo>
                  <a:lnTo>
                    <a:pt x="602" y="36"/>
                  </a:lnTo>
                  <a:lnTo>
                    <a:pt x="611" y="38"/>
                  </a:lnTo>
                  <a:lnTo>
                    <a:pt x="620" y="38"/>
                  </a:lnTo>
                  <a:lnTo>
                    <a:pt x="629" y="39"/>
                  </a:lnTo>
                  <a:lnTo>
                    <a:pt x="640" y="40"/>
                  </a:lnTo>
                  <a:lnTo>
                    <a:pt x="651" y="43"/>
                  </a:lnTo>
                  <a:lnTo>
                    <a:pt x="664" y="46"/>
                  </a:lnTo>
                  <a:lnTo>
                    <a:pt x="676" y="50"/>
                  </a:lnTo>
                  <a:lnTo>
                    <a:pt x="688" y="53"/>
                  </a:lnTo>
                  <a:lnTo>
                    <a:pt x="700" y="56"/>
                  </a:lnTo>
                  <a:lnTo>
                    <a:pt x="712" y="57"/>
                  </a:lnTo>
                  <a:lnTo>
                    <a:pt x="723" y="55"/>
                  </a:lnTo>
                  <a:lnTo>
                    <a:pt x="733" y="51"/>
                  </a:lnTo>
                  <a:lnTo>
                    <a:pt x="741" y="43"/>
                  </a:lnTo>
                  <a:lnTo>
                    <a:pt x="749" y="35"/>
                  </a:lnTo>
                  <a:lnTo>
                    <a:pt x="761" y="30"/>
                  </a:lnTo>
                  <a:lnTo>
                    <a:pt x="773" y="28"/>
                  </a:lnTo>
                  <a:lnTo>
                    <a:pt x="786" y="28"/>
                  </a:lnTo>
                  <a:lnTo>
                    <a:pt x="799" y="29"/>
                  </a:lnTo>
                  <a:lnTo>
                    <a:pt x="813" y="31"/>
                  </a:lnTo>
                  <a:lnTo>
                    <a:pt x="824" y="33"/>
                  </a:lnTo>
                  <a:lnTo>
                    <a:pt x="833" y="34"/>
                  </a:lnTo>
                  <a:lnTo>
                    <a:pt x="839" y="37"/>
                  </a:lnTo>
                  <a:lnTo>
                    <a:pt x="844" y="43"/>
                  </a:lnTo>
                  <a:lnTo>
                    <a:pt x="846" y="50"/>
                  </a:lnTo>
                  <a:lnTo>
                    <a:pt x="847" y="58"/>
                  </a:lnTo>
                  <a:lnTo>
                    <a:pt x="847" y="67"/>
                  </a:lnTo>
                  <a:lnTo>
                    <a:pt x="845" y="77"/>
                  </a:lnTo>
                  <a:lnTo>
                    <a:pt x="842" y="87"/>
                  </a:lnTo>
                  <a:lnTo>
                    <a:pt x="839" y="98"/>
                  </a:lnTo>
                  <a:lnTo>
                    <a:pt x="838" y="106"/>
                  </a:lnTo>
                  <a:lnTo>
                    <a:pt x="841" y="111"/>
                  </a:lnTo>
                  <a:lnTo>
                    <a:pt x="848" y="114"/>
                  </a:lnTo>
                  <a:lnTo>
                    <a:pt x="859" y="115"/>
                  </a:lnTo>
                  <a:lnTo>
                    <a:pt x="868" y="115"/>
                  </a:lnTo>
                  <a:lnTo>
                    <a:pt x="877" y="115"/>
                  </a:lnTo>
                  <a:lnTo>
                    <a:pt x="884" y="114"/>
                  </a:lnTo>
                  <a:lnTo>
                    <a:pt x="886" y="114"/>
                  </a:lnTo>
                  <a:lnTo>
                    <a:pt x="902" y="132"/>
                  </a:lnTo>
                  <a:lnTo>
                    <a:pt x="902" y="133"/>
                  </a:lnTo>
                  <a:lnTo>
                    <a:pt x="901" y="136"/>
                  </a:lnTo>
                  <a:lnTo>
                    <a:pt x="901" y="140"/>
                  </a:lnTo>
                  <a:lnTo>
                    <a:pt x="901" y="146"/>
                  </a:lnTo>
                  <a:lnTo>
                    <a:pt x="901" y="152"/>
                  </a:lnTo>
                  <a:lnTo>
                    <a:pt x="904" y="159"/>
                  </a:lnTo>
                  <a:lnTo>
                    <a:pt x="909" y="166"/>
                  </a:lnTo>
                  <a:lnTo>
                    <a:pt x="915" y="173"/>
                  </a:lnTo>
                  <a:lnTo>
                    <a:pt x="923" y="178"/>
                  </a:lnTo>
                  <a:lnTo>
                    <a:pt x="932" y="182"/>
                  </a:lnTo>
                  <a:lnTo>
                    <a:pt x="943" y="184"/>
                  </a:lnTo>
                  <a:lnTo>
                    <a:pt x="955" y="185"/>
                  </a:lnTo>
                  <a:lnTo>
                    <a:pt x="967" y="185"/>
                  </a:lnTo>
                  <a:lnTo>
                    <a:pt x="978" y="185"/>
                  </a:lnTo>
                  <a:lnTo>
                    <a:pt x="989" y="183"/>
                  </a:lnTo>
                  <a:lnTo>
                    <a:pt x="998" y="181"/>
                  </a:lnTo>
                  <a:lnTo>
                    <a:pt x="1008" y="180"/>
                  </a:lnTo>
                  <a:lnTo>
                    <a:pt x="1018" y="181"/>
                  </a:lnTo>
                  <a:lnTo>
                    <a:pt x="1028" y="184"/>
                  </a:lnTo>
                  <a:lnTo>
                    <a:pt x="1039" y="186"/>
                  </a:lnTo>
                  <a:lnTo>
                    <a:pt x="1049" y="188"/>
                  </a:lnTo>
                  <a:lnTo>
                    <a:pt x="1059" y="188"/>
                  </a:lnTo>
                  <a:lnTo>
                    <a:pt x="1066" y="184"/>
                  </a:lnTo>
                  <a:lnTo>
                    <a:pt x="1072" y="177"/>
                  </a:lnTo>
                  <a:lnTo>
                    <a:pt x="1076" y="168"/>
                  </a:lnTo>
                  <a:lnTo>
                    <a:pt x="1080" y="161"/>
                  </a:lnTo>
                  <a:lnTo>
                    <a:pt x="1085" y="154"/>
                  </a:lnTo>
                  <a:lnTo>
                    <a:pt x="1090" y="148"/>
                  </a:lnTo>
                  <a:lnTo>
                    <a:pt x="1095" y="143"/>
                  </a:lnTo>
                  <a:lnTo>
                    <a:pt x="1100" y="137"/>
                  </a:lnTo>
                  <a:lnTo>
                    <a:pt x="1106" y="133"/>
                  </a:lnTo>
                  <a:lnTo>
                    <a:pt x="1113" y="130"/>
                  </a:lnTo>
                  <a:lnTo>
                    <a:pt x="1117" y="126"/>
                  </a:lnTo>
                  <a:lnTo>
                    <a:pt x="1122" y="119"/>
                  </a:lnTo>
                  <a:lnTo>
                    <a:pt x="1127" y="110"/>
                  </a:lnTo>
                  <a:lnTo>
                    <a:pt x="1133" y="98"/>
                  </a:lnTo>
                  <a:lnTo>
                    <a:pt x="1138" y="85"/>
                  </a:lnTo>
                  <a:lnTo>
                    <a:pt x="1143" y="72"/>
                  </a:lnTo>
                  <a:lnTo>
                    <a:pt x="1148" y="60"/>
                  </a:lnTo>
                  <a:lnTo>
                    <a:pt x="1152" y="48"/>
                  </a:lnTo>
                  <a:lnTo>
                    <a:pt x="1159" y="52"/>
                  </a:lnTo>
                  <a:lnTo>
                    <a:pt x="1166" y="55"/>
                  </a:lnTo>
                  <a:lnTo>
                    <a:pt x="1174" y="58"/>
                  </a:lnTo>
                  <a:lnTo>
                    <a:pt x="1182" y="62"/>
                  </a:lnTo>
                  <a:lnTo>
                    <a:pt x="1191" y="64"/>
                  </a:lnTo>
                  <a:lnTo>
                    <a:pt x="1201" y="67"/>
                  </a:lnTo>
                  <a:lnTo>
                    <a:pt x="1212" y="70"/>
                  </a:lnTo>
                  <a:lnTo>
                    <a:pt x="1223" y="72"/>
                  </a:lnTo>
                  <a:lnTo>
                    <a:pt x="1234" y="75"/>
                  </a:lnTo>
                  <a:lnTo>
                    <a:pt x="1246" y="77"/>
                  </a:lnTo>
                  <a:lnTo>
                    <a:pt x="1259" y="79"/>
                  </a:lnTo>
                  <a:lnTo>
                    <a:pt x="1272" y="81"/>
                  </a:lnTo>
                  <a:lnTo>
                    <a:pt x="1285" y="83"/>
                  </a:lnTo>
                  <a:lnTo>
                    <a:pt x="1298" y="84"/>
                  </a:lnTo>
                  <a:lnTo>
                    <a:pt x="1312" y="86"/>
                  </a:lnTo>
                  <a:lnTo>
                    <a:pt x="1326" y="87"/>
                  </a:lnTo>
                  <a:lnTo>
                    <a:pt x="1338" y="88"/>
                  </a:lnTo>
                  <a:lnTo>
                    <a:pt x="1348" y="89"/>
                  </a:lnTo>
                  <a:lnTo>
                    <a:pt x="1359" y="88"/>
                  </a:lnTo>
                  <a:lnTo>
                    <a:pt x="1368" y="86"/>
                  </a:lnTo>
                  <a:lnTo>
                    <a:pt x="1377" y="84"/>
                  </a:lnTo>
                  <a:lnTo>
                    <a:pt x="1384" y="81"/>
                  </a:lnTo>
                  <a:lnTo>
                    <a:pt x="1391" y="77"/>
                  </a:lnTo>
                  <a:lnTo>
                    <a:pt x="1397" y="7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51" name="Freeform 550">
              <a:extLst>
                <a:ext uri="{FF2B5EF4-FFF2-40B4-BE49-F238E27FC236}">
                  <a16:creationId xmlns:a16="http://schemas.microsoft.com/office/drawing/2014/main" id="{CDA5E727-6ACC-2D41-13F7-CE4F4F6E32DA}"/>
                </a:ext>
              </a:extLst>
            </p:cNvPr>
            <p:cNvSpPr>
              <a:spLocks/>
            </p:cNvSpPr>
            <p:nvPr/>
          </p:nvSpPr>
          <p:spPr bwMode="auto">
            <a:xfrm>
              <a:off x="2316" y="3541"/>
              <a:ext cx="6" cy="7"/>
            </a:xfrm>
            <a:custGeom>
              <a:avLst/>
              <a:gdLst>
                <a:gd name="T0" fmla="*/ 0 w 27"/>
                <a:gd name="T1" fmla="*/ 0 h 26"/>
                <a:gd name="T2" fmla="*/ 0 w 27"/>
                <a:gd name="T3" fmla="*/ 0 h 26"/>
                <a:gd name="T4" fmla="*/ 0 w 27"/>
                <a:gd name="T5" fmla="*/ 0 h 26"/>
                <a:gd name="T6" fmla="*/ 0 w 27"/>
                <a:gd name="T7" fmla="*/ 0 h 26"/>
                <a:gd name="T8" fmla="*/ 0 w 27"/>
                <a:gd name="T9" fmla="*/ 0 h 26"/>
                <a:gd name="T10" fmla="*/ 0 w 27"/>
                <a:gd name="T11" fmla="*/ 0 h 26"/>
                <a:gd name="T12" fmla="*/ 0 w 27"/>
                <a:gd name="T13" fmla="*/ 0 h 26"/>
                <a:gd name="T14" fmla="*/ 0 w 27"/>
                <a:gd name="T15" fmla="*/ 0 h 26"/>
                <a:gd name="T16" fmla="*/ 0 w 27"/>
                <a:gd name="T17" fmla="*/ 0 h 26"/>
                <a:gd name="T18" fmla="*/ 0 w 27"/>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 h="26">
                  <a:moveTo>
                    <a:pt x="1" y="26"/>
                  </a:moveTo>
                  <a:lnTo>
                    <a:pt x="27" y="3"/>
                  </a:lnTo>
                  <a:lnTo>
                    <a:pt x="19" y="0"/>
                  </a:lnTo>
                  <a:lnTo>
                    <a:pt x="14" y="1"/>
                  </a:lnTo>
                  <a:lnTo>
                    <a:pt x="9" y="5"/>
                  </a:lnTo>
                  <a:lnTo>
                    <a:pt x="5" y="10"/>
                  </a:lnTo>
                  <a:lnTo>
                    <a:pt x="3" y="17"/>
                  </a:lnTo>
                  <a:lnTo>
                    <a:pt x="1" y="22"/>
                  </a:lnTo>
                  <a:lnTo>
                    <a:pt x="0" y="26"/>
                  </a:lnTo>
                  <a:lnTo>
                    <a:pt x="1" y="26"/>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52" name="Freeform 551">
              <a:extLst>
                <a:ext uri="{FF2B5EF4-FFF2-40B4-BE49-F238E27FC236}">
                  <a16:creationId xmlns:a16="http://schemas.microsoft.com/office/drawing/2014/main" id="{C9F0C308-6F8B-B041-7443-0874E8F9EF4D}"/>
                </a:ext>
              </a:extLst>
            </p:cNvPr>
            <p:cNvSpPr>
              <a:spLocks/>
            </p:cNvSpPr>
            <p:nvPr/>
          </p:nvSpPr>
          <p:spPr bwMode="auto">
            <a:xfrm>
              <a:off x="2316" y="3541"/>
              <a:ext cx="6" cy="7"/>
            </a:xfrm>
            <a:custGeom>
              <a:avLst/>
              <a:gdLst>
                <a:gd name="T0" fmla="*/ 0 w 27"/>
                <a:gd name="T1" fmla="*/ 0 h 26"/>
                <a:gd name="T2" fmla="*/ 0 w 27"/>
                <a:gd name="T3" fmla="*/ 0 h 26"/>
                <a:gd name="T4" fmla="*/ 0 w 27"/>
                <a:gd name="T5" fmla="*/ 0 h 26"/>
                <a:gd name="T6" fmla="*/ 0 w 27"/>
                <a:gd name="T7" fmla="*/ 0 h 26"/>
                <a:gd name="T8" fmla="*/ 0 w 27"/>
                <a:gd name="T9" fmla="*/ 0 h 26"/>
                <a:gd name="T10" fmla="*/ 0 w 27"/>
                <a:gd name="T11" fmla="*/ 0 h 26"/>
                <a:gd name="T12" fmla="*/ 0 w 27"/>
                <a:gd name="T13" fmla="*/ 0 h 26"/>
                <a:gd name="T14" fmla="*/ 0 w 27"/>
                <a:gd name="T15" fmla="*/ 0 h 26"/>
                <a:gd name="T16" fmla="*/ 0 w 27"/>
                <a:gd name="T17" fmla="*/ 0 h 26"/>
                <a:gd name="T18" fmla="*/ 0 w 27"/>
                <a:gd name="T19" fmla="*/ 0 h 26"/>
                <a:gd name="T20" fmla="*/ 0 w 27"/>
                <a:gd name="T21" fmla="*/ 0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7" h="26">
                  <a:moveTo>
                    <a:pt x="1" y="26"/>
                  </a:moveTo>
                  <a:lnTo>
                    <a:pt x="27" y="3"/>
                  </a:lnTo>
                  <a:lnTo>
                    <a:pt x="19" y="0"/>
                  </a:lnTo>
                  <a:lnTo>
                    <a:pt x="14" y="1"/>
                  </a:lnTo>
                  <a:lnTo>
                    <a:pt x="9" y="5"/>
                  </a:lnTo>
                  <a:lnTo>
                    <a:pt x="5" y="10"/>
                  </a:lnTo>
                  <a:lnTo>
                    <a:pt x="3" y="17"/>
                  </a:lnTo>
                  <a:lnTo>
                    <a:pt x="1" y="22"/>
                  </a:lnTo>
                  <a:lnTo>
                    <a:pt x="0" y="26"/>
                  </a:lnTo>
                  <a:lnTo>
                    <a:pt x="1"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53" name="Freeform 552">
              <a:extLst>
                <a:ext uri="{FF2B5EF4-FFF2-40B4-BE49-F238E27FC236}">
                  <a16:creationId xmlns:a16="http://schemas.microsoft.com/office/drawing/2014/main" id="{16E4E840-9948-C4DB-A0CD-43798888EDEC}"/>
                </a:ext>
              </a:extLst>
            </p:cNvPr>
            <p:cNvSpPr>
              <a:spLocks/>
            </p:cNvSpPr>
            <p:nvPr/>
          </p:nvSpPr>
          <p:spPr bwMode="auto">
            <a:xfrm>
              <a:off x="2296" y="3616"/>
              <a:ext cx="10" cy="12"/>
            </a:xfrm>
            <a:custGeom>
              <a:avLst/>
              <a:gdLst>
                <a:gd name="T0" fmla="*/ 0 w 38"/>
                <a:gd name="T1" fmla="*/ 0 h 46"/>
                <a:gd name="T2" fmla="*/ 0 w 38"/>
                <a:gd name="T3" fmla="*/ 0 h 46"/>
                <a:gd name="T4" fmla="*/ 0 w 38"/>
                <a:gd name="T5" fmla="*/ 0 h 46"/>
                <a:gd name="T6" fmla="*/ 0 w 38"/>
                <a:gd name="T7" fmla="*/ 0 h 46"/>
                <a:gd name="T8" fmla="*/ 0 w 38"/>
                <a:gd name="T9" fmla="*/ 0 h 46"/>
                <a:gd name="T10" fmla="*/ 0 w 38"/>
                <a:gd name="T11" fmla="*/ 0 h 46"/>
                <a:gd name="T12" fmla="*/ 0 w 38"/>
                <a:gd name="T13" fmla="*/ 0 h 46"/>
                <a:gd name="T14" fmla="*/ 0 w 38"/>
                <a:gd name="T15" fmla="*/ 0 h 46"/>
                <a:gd name="T16" fmla="*/ 0 w 38"/>
                <a:gd name="T17" fmla="*/ 0 h 46"/>
                <a:gd name="T18" fmla="*/ 0 w 38"/>
                <a:gd name="T19" fmla="*/ 0 h 46"/>
                <a:gd name="T20" fmla="*/ 0 w 38"/>
                <a:gd name="T21" fmla="*/ 0 h 46"/>
                <a:gd name="T22" fmla="*/ 0 w 38"/>
                <a:gd name="T23" fmla="*/ 0 h 46"/>
                <a:gd name="T24" fmla="*/ 0 w 38"/>
                <a:gd name="T25" fmla="*/ 0 h 46"/>
                <a:gd name="T26" fmla="*/ 0 w 38"/>
                <a:gd name="T27" fmla="*/ 0 h 46"/>
                <a:gd name="T28" fmla="*/ 0 w 38"/>
                <a:gd name="T29" fmla="*/ 0 h 46"/>
                <a:gd name="T30" fmla="*/ 0 w 38"/>
                <a:gd name="T31" fmla="*/ 0 h 46"/>
                <a:gd name="T32" fmla="*/ 0 w 38"/>
                <a:gd name="T33" fmla="*/ 0 h 46"/>
                <a:gd name="T34" fmla="*/ 0 w 38"/>
                <a:gd name="T35" fmla="*/ 0 h 46"/>
                <a:gd name="T36" fmla="*/ 0 w 38"/>
                <a:gd name="T37" fmla="*/ 0 h 46"/>
                <a:gd name="T38" fmla="*/ 0 w 38"/>
                <a:gd name="T39" fmla="*/ 0 h 46"/>
                <a:gd name="T40" fmla="*/ 0 w 38"/>
                <a:gd name="T41" fmla="*/ 0 h 4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 h="46">
                  <a:moveTo>
                    <a:pt x="34" y="1"/>
                  </a:moveTo>
                  <a:lnTo>
                    <a:pt x="36" y="3"/>
                  </a:lnTo>
                  <a:lnTo>
                    <a:pt x="38" y="6"/>
                  </a:lnTo>
                  <a:lnTo>
                    <a:pt x="38" y="9"/>
                  </a:lnTo>
                  <a:lnTo>
                    <a:pt x="38" y="13"/>
                  </a:lnTo>
                  <a:lnTo>
                    <a:pt x="37" y="18"/>
                  </a:lnTo>
                  <a:lnTo>
                    <a:pt x="36" y="22"/>
                  </a:lnTo>
                  <a:lnTo>
                    <a:pt x="34" y="27"/>
                  </a:lnTo>
                  <a:lnTo>
                    <a:pt x="31" y="32"/>
                  </a:lnTo>
                  <a:lnTo>
                    <a:pt x="26" y="39"/>
                  </a:lnTo>
                  <a:lnTo>
                    <a:pt x="19" y="44"/>
                  </a:lnTo>
                  <a:lnTo>
                    <a:pt x="12" y="46"/>
                  </a:lnTo>
                  <a:lnTo>
                    <a:pt x="6" y="45"/>
                  </a:lnTo>
                  <a:lnTo>
                    <a:pt x="2" y="40"/>
                  </a:lnTo>
                  <a:lnTo>
                    <a:pt x="0" y="32"/>
                  </a:lnTo>
                  <a:lnTo>
                    <a:pt x="3" y="24"/>
                  </a:lnTo>
                  <a:lnTo>
                    <a:pt x="7" y="16"/>
                  </a:lnTo>
                  <a:lnTo>
                    <a:pt x="14" y="8"/>
                  </a:lnTo>
                  <a:lnTo>
                    <a:pt x="21" y="2"/>
                  </a:lnTo>
                  <a:lnTo>
                    <a:pt x="28" y="0"/>
                  </a:lnTo>
                  <a:lnTo>
                    <a:pt x="34" y="1"/>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54" name="Freeform 553">
              <a:extLst>
                <a:ext uri="{FF2B5EF4-FFF2-40B4-BE49-F238E27FC236}">
                  <a16:creationId xmlns:a16="http://schemas.microsoft.com/office/drawing/2014/main" id="{911FE87C-F31C-A036-2384-C1036841CBA9}"/>
                </a:ext>
              </a:extLst>
            </p:cNvPr>
            <p:cNvSpPr>
              <a:spLocks/>
            </p:cNvSpPr>
            <p:nvPr/>
          </p:nvSpPr>
          <p:spPr bwMode="auto">
            <a:xfrm>
              <a:off x="2296" y="3616"/>
              <a:ext cx="10" cy="12"/>
            </a:xfrm>
            <a:custGeom>
              <a:avLst/>
              <a:gdLst>
                <a:gd name="T0" fmla="*/ 0 w 38"/>
                <a:gd name="T1" fmla="*/ 0 h 46"/>
                <a:gd name="T2" fmla="*/ 0 w 38"/>
                <a:gd name="T3" fmla="*/ 0 h 46"/>
                <a:gd name="T4" fmla="*/ 0 w 38"/>
                <a:gd name="T5" fmla="*/ 0 h 46"/>
                <a:gd name="T6" fmla="*/ 0 w 38"/>
                <a:gd name="T7" fmla="*/ 0 h 46"/>
                <a:gd name="T8" fmla="*/ 0 w 38"/>
                <a:gd name="T9" fmla="*/ 0 h 46"/>
                <a:gd name="T10" fmla="*/ 0 w 38"/>
                <a:gd name="T11" fmla="*/ 0 h 46"/>
                <a:gd name="T12" fmla="*/ 0 w 38"/>
                <a:gd name="T13" fmla="*/ 0 h 46"/>
                <a:gd name="T14" fmla="*/ 0 w 38"/>
                <a:gd name="T15" fmla="*/ 0 h 46"/>
                <a:gd name="T16" fmla="*/ 0 w 38"/>
                <a:gd name="T17" fmla="*/ 0 h 46"/>
                <a:gd name="T18" fmla="*/ 0 w 38"/>
                <a:gd name="T19" fmla="*/ 0 h 46"/>
                <a:gd name="T20" fmla="*/ 0 w 38"/>
                <a:gd name="T21" fmla="*/ 0 h 46"/>
                <a:gd name="T22" fmla="*/ 0 w 38"/>
                <a:gd name="T23" fmla="*/ 0 h 46"/>
                <a:gd name="T24" fmla="*/ 0 w 38"/>
                <a:gd name="T25" fmla="*/ 0 h 46"/>
                <a:gd name="T26" fmla="*/ 0 w 38"/>
                <a:gd name="T27" fmla="*/ 0 h 46"/>
                <a:gd name="T28" fmla="*/ 0 w 38"/>
                <a:gd name="T29" fmla="*/ 0 h 46"/>
                <a:gd name="T30" fmla="*/ 0 w 38"/>
                <a:gd name="T31" fmla="*/ 0 h 46"/>
                <a:gd name="T32" fmla="*/ 0 w 38"/>
                <a:gd name="T33" fmla="*/ 0 h 46"/>
                <a:gd name="T34" fmla="*/ 0 w 38"/>
                <a:gd name="T35" fmla="*/ 0 h 46"/>
                <a:gd name="T36" fmla="*/ 0 w 38"/>
                <a:gd name="T37" fmla="*/ 0 h 46"/>
                <a:gd name="T38" fmla="*/ 0 w 38"/>
                <a:gd name="T39" fmla="*/ 0 h 46"/>
                <a:gd name="T40" fmla="*/ 0 w 38"/>
                <a:gd name="T41" fmla="*/ 0 h 46"/>
                <a:gd name="T42" fmla="*/ 0 w 38"/>
                <a:gd name="T43" fmla="*/ 0 h 46"/>
                <a:gd name="T44" fmla="*/ 0 w 38"/>
                <a:gd name="T45" fmla="*/ 0 h 46"/>
                <a:gd name="T46" fmla="*/ 0 w 38"/>
                <a:gd name="T47" fmla="*/ 0 h 46"/>
                <a:gd name="T48" fmla="*/ 0 w 38"/>
                <a:gd name="T49" fmla="*/ 0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46">
                  <a:moveTo>
                    <a:pt x="34" y="1"/>
                  </a:moveTo>
                  <a:lnTo>
                    <a:pt x="34" y="1"/>
                  </a:lnTo>
                  <a:lnTo>
                    <a:pt x="36" y="3"/>
                  </a:lnTo>
                  <a:lnTo>
                    <a:pt x="38" y="6"/>
                  </a:lnTo>
                  <a:lnTo>
                    <a:pt x="38" y="9"/>
                  </a:lnTo>
                  <a:lnTo>
                    <a:pt x="38" y="13"/>
                  </a:lnTo>
                  <a:lnTo>
                    <a:pt x="37" y="18"/>
                  </a:lnTo>
                  <a:lnTo>
                    <a:pt x="36" y="22"/>
                  </a:lnTo>
                  <a:lnTo>
                    <a:pt x="34" y="27"/>
                  </a:lnTo>
                  <a:lnTo>
                    <a:pt x="31" y="32"/>
                  </a:lnTo>
                  <a:lnTo>
                    <a:pt x="26" y="39"/>
                  </a:lnTo>
                  <a:lnTo>
                    <a:pt x="19" y="44"/>
                  </a:lnTo>
                  <a:lnTo>
                    <a:pt x="12" y="46"/>
                  </a:lnTo>
                  <a:lnTo>
                    <a:pt x="6" y="45"/>
                  </a:lnTo>
                  <a:lnTo>
                    <a:pt x="2" y="40"/>
                  </a:lnTo>
                  <a:lnTo>
                    <a:pt x="0" y="32"/>
                  </a:lnTo>
                  <a:lnTo>
                    <a:pt x="3" y="24"/>
                  </a:lnTo>
                  <a:lnTo>
                    <a:pt x="7" y="16"/>
                  </a:lnTo>
                  <a:lnTo>
                    <a:pt x="14" y="8"/>
                  </a:lnTo>
                  <a:lnTo>
                    <a:pt x="21" y="2"/>
                  </a:lnTo>
                  <a:lnTo>
                    <a:pt x="28" y="0"/>
                  </a:lnTo>
                  <a:lnTo>
                    <a:pt x="34" y="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55" name="Freeform 554">
              <a:extLst>
                <a:ext uri="{FF2B5EF4-FFF2-40B4-BE49-F238E27FC236}">
                  <a16:creationId xmlns:a16="http://schemas.microsoft.com/office/drawing/2014/main" id="{C891D9DC-8685-A79D-2D37-DEAF60F07243}"/>
                </a:ext>
              </a:extLst>
            </p:cNvPr>
            <p:cNvSpPr>
              <a:spLocks/>
            </p:cNvSpPr>
            <p:nvPr/>
          </p:nvSpPr>
          <p:spPr bwMode="auto">
            <a:xfrm>
              <a:off x="2243" y="3606"/>
              <a:ext cx="9" cy="8"/>
            </a:xfrm>
            <a:custGeom>
              <a:avLst/>
              <a:gdLst>
                <a:gd name="T0" fmla="*/ 0 w 36"/>
                <a:gd name="T1" fmla="*/ 0 h 31"/>
                <a:gd name="T2" fmla="*/ 0 w 36"/>
                <a:gd name="T3" fmla="*/ 0 h 31"/>
                <a:gd name="T4" fmla="*/ 0 w 36"/>
                <a:gd name="T5" fmla="*/ 0 h 31"/>
                <a:gd name="T6" fmla="*/ 0 w 36"/>
                <a:gd name="T7" fmla="*/ 0 h 31"/>
                <a:gd name="T8" fmla="*/ 0 w 36"/>
                <a:gd name="T9" fmla="*/ 0 h 31"/>
                <a:gd name="T10" fmla="*/ 0 w 36"/>
                <a:gd name="T11" fmla="*/ 0 h 31"/>
                <a:gd name="T12" fmla="*/ 0 w 36"/>
                <a:gd name="T13" fmla="*/ 0 h 31"/>
                <a:gd name="T14" fmla="*/ 0 w 36"/>
                <a:gd name="T15" fmla="*/ 0 h 31"/>
                <a:gd name="T16" fmla="*/ 0 w 36"/>
                <a:gd name="T17" fmla="*/ 0 h 31"/>
                <a:gd name="T18" fmla="*/ 0 w 36"/>
                <a:gd name="T19" fmla="*/ 0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6" h="31">
                  <a:moveTo>
                    <a:pt x="32" y="0"/>
                  </a:moveTo>
                  <a:lnTo>
                    <a:pt x="0" y="31"/>
                  </a:lnTo>
                  <a:lnTo>
                    <a:pt x="17" y="20"/>
                  </a:lnTo>
                  <a:lnTo>
                    <a:pt x="27" y="12"/>
                  </a:lnTo>
                  <a:lnTo>
                    <a:pt x="33" y="6"/>
                  </a:lnTo>
                  <a:lnTo>
                    <a:pt x="36" y="3"/>
                  </a:lnTo>
                  <a:lnTo>
                    <a:pt x="36" y="1"/>
                  </a:lnTo>
                  <a:lnTo>
                    <a:pt x="34" y="0"/>
                  </a:lnTo>
                  <a:lnTo>
                    <a:pt x="33" y="0"/>
                  </a:lnTo>
                  <a:lnTo>
                    <a:pt x="32" y="0"/>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56" name="Freeform 555">
              <a:extLst>
                <a:ext uri="{FF2B5EF4-FFF2-40B4-BE49-F238E27FC236}">
                  <a16:creationId xmlns:a16="http://schemas.microsoft.com/office/drawing/2014/main" id="{930EB89D-38E0-47C2-368F-E84C0FCE1105}"/>
                </a:ext>
              </a:extLst>
            </p:cNvPr>
            <p:cNvSpPr>
              <a:spLocks/>
            </p:cNvSpPr>
            <p:nvPr/>
          </p:nvSpPr>
          <p:spPr bwMode="auto">
            <a:xfrm>
              <a:off x="2243" y="3606"/>
              <a:ext cx="9" cy="8"/>
            </a:xfrm>
            <a:custGeom>
              <a:avLst/>
              <a:gdLst>
                <a:gd name="T0" fmla="*/ 0 w 36"/>
                <a:gd name="T1" fmla="*/ 0 h 31"/>
                <a:gd name="T2" fmla="*/ 0 w 36"/>
                <a:gd name="T3" fmla="*/ 0 h 31"/>
                <a:gd name="T4" fmla="*/ 0 w 36"/>
                <a:gd name="T5" fmla="*/ 0 h 31"/>
                <a:gd name="T6" fmla="*/ 0 w 36"/>
                <a:gd name="T7" fmla="*/ 0 h 31"/>
                <a:gd name="T8" fmla="*/ 0 w 36"/>
                <a:gd name="T9" fmla="*/ 0 h 31"/>
                <a:gd name="T10" fmla="*/ 0 w 36"/>
                <a:gd name="T11" fmla="*/ 0 h 31"/>
                <a:gd name="T12" fmla="*/ 0 w 36"/>
                <a:gd name="T13" fmla="*/ 0 h 31"/>
                <a:gd name="T14" fmla="*/ 0 w 36"/>
                <a:gd name="T15" fmla="*/ 0 h 31"/>
                <a:gd name="T16" fmla="*/ 0 w 36"/>
                <a:gd name="T17" fmla="*/ 0 h 31"/>
                <a:gd name="T18" fmla="*/ 0 w 36"/>
                <a:gd name="T19" fmla="*/ 0 h 31"/>
                <a:gd name="T20" fmla="*/ 0 w 36"/>
                <a:gd name="T21" fmla="*/ 0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 h="31">
                  <a:moveTo>
                    <a:pt x="32" y="0"/>
                  </a:moveTo>
                  <a:lnTo>
                    <a:pt x="0" y="31"/>
                  </a:lnTo>
                  <a:lnTo>
                    <a:pt x="17" y="20"/>
                  </a:lnTo>
                  <a:lnTo>
                    <a:pt x="27" y="12"/>
                  </a:lnTo>
                  <a:lnTo>
                    <a:pt x="33" y="6"/>
                  </a:lnTo>
                  <a:lnTo>
                    <a:pt x="36" y="3"/>
                  </a:lnTo>
                  <a:lnTo>
                    <a:pt x="36" y="1"/>
                  </a:lnTo>
                  <a:lnTo>
                    <a:pt x="34" y="0"/>
                  </a:lnTo>
                  <a:lnTo>
                    <a:pt x="33" y="0"/>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57" name="Freeform 556">
              <a:extLst>
                <a:ext uri="{FF2B5EF4-FFF2-40B4-BE49-F238E27FC236}">
                  <a16:creationId xmlns:a16="http://schemas.microsoft.com/office/drawing/2014/main" id="{4332FD88-0EF0-BA27-C75A-096F12DC94AD}"/>
                </a:ext>
              </a:extLst>
            </p:cNvPr>
            <p:cNvSpPr>
              <a:spLocks/>
            </p:cNvSpPr>
            <p:nvPr/>
          </p:nvSpPr>
          <p:spPr bwMode="auto">
            <a:xfrm>
              <a:off x="2231" y="3611"/>
              <a:ext cx="8" cy="4"/>
            </a:xfrm>
            <a:custGeom>
              <a:avLst/>
              <a:gdLst>
                <a:gd name="T0" fmla="*/ 0 w 35"/>
                <a:gd name="T1" fmla="*/ 0 h 18"/>
                <a:gd name="T2" fmla="*/ 0 w 35"/>
                <a:gd name="T3" fmla="*/ 0 h 18"/>
                <a:gd name="T4" fmla="*/ 0 w 35"/>
                <a:gd name="T5" fmla="*/ 0 h 18"/>
                <a:gd name="T6" fmla="*/ 0 w 35"/>
                <a:gd name="T7" fmla="*/ 0 h 18"/>
                <a:gd name="T8" fmla="*/ 0 w 35"/>
                <a:gd name="T9" fmla="*/ 0 h 18"/>
                <a:gd name="T10" fmla="*/ 0 w 35"/>
                <a:gd name="T11" fmla="*/ 0 h 18"/>
                <a:gd name="T12" fmla="*/ 0 w 35"/>
                <a:gd name="T13" fmla="*/ 0 h 18"/>
                <a:gd name="T14" fmla="*/ 0 w 35"/>
                <a:gd name="T15" fmla="*/ 0 h 18"/>
                <a:gd name="T16" fmla="*/ 0 w 35"/>
                <a:gd name="T17" fmla="*/ 0 h 18"/>
                <a:gd name="T18" fmla="*/ 0 w 35"/>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18">
                  <a:moveTo>
                    <a:pt x="32" y="0"/>
                  </a:moveTo>
                  <a:lnTo>
                    <a:pt x="0" y="13"/>
                  </a:lnTo>
                  <a:lnTo>
                    <a:pt x="16" y="17"/>
                  </a:lnTo>
                  <a:lnTo>
                    <a:pt x="27" y="18"/>
                  </a:lnTo>
                  <a:lnTo>
                    <a:pt x="32" y="16"/>
                  </a:lnTo>
                  <a:lnTo>
                    <a:pt x="35" y="12"/>
                  </a:lnTo>
                  <a:lnTo>
                    <a:pt x="35" y="8"/>
                  </a:lnTo>
                  <a:lnTo>
                    <a:pt x="34" y="4"/>
                  </a:lnTo>
                  <a:lnTo>
                    <a:pt x="33" y="1"/>
                  </a:lnTo>
                  <a:lnTo>
                    <a:pt x="32" y="0"/>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58" name="Freeform 557">
              <a:extLst>
                <a:ext uri="{FF2B5EF4-FFF2-40B4-BE49-F238E27FC236}">
                  <a16:creationId xmlns:a16="http://schemas.microsoft.com/office/drawing/2014/main" id="{267E1952-F8A2-13F6-2C31-D6902D19CF23}"/>
                </a:ext>
              </a:extLst>
            </p:cNvPr>
            <p:cNvSpPr>
              <a:spLocks/>
            </p:cNvSpPr>
            <p:nvPr/>
          </p:nvSpPr>
          <p:spPr bwMode="auto">
            <a:xfrm>
              <a:off x="2231" y="3611"/>
              <a:ext cx="8" cy="4"/>
            </a:xfrm>
            <a:custGeom>
              <a:avLst/>
              <a:gdLst>
                <a:gd name="T0" fmla="*/ 0 w 35"/>
                <a:gd name="T1" fmla="*/ 0 h 18"/>
                <a:gd name="T2" fmla="*/ 0 w 35"/>
                <a:gd name="T3" fmla="*/ 0 h 18"/>
                <a:gd name="T4" fmla="*/ 0 w 35"/>
                <a:gd name="T5" fmla="*/ 0 h 18"/>
                <a:gd name="T6" fmla="*/ 0 w 35"/>
                <a:gd name="T7" fmla="*/ 0 h 18"/>
                <a:gd name="T8" fmla="*/ 0 w 35"/>
                <a:gd name="T9" fmla="*/ 0 h 18"/>
                <a:gd name="T10" fmla="*/ 0 w 35"/>
                <a:gd name="T11" fmla="*/ 0 h 18"/>
                <a:gd name="T12" fmla="*/ 0 w 35"/>
                <a:gd name="T13" fmla="*/ 0 h 18"/>
                <a:gd name="T14" fmla="*/ 0 w 35"/>
                <a:gd name="T15" fmla="*/ 0 h 18"/>
                <a:gd name="T16" fmla="*/ 0 w 35"/>
                <a:gd name="T17" fmla="*/ 0 h 18"/>
                <a:gd name="T18" fmla="*/ 0 w 35"/>
                <a:gd name="T19" fmla="*/ 0 h 18"/>
                <a:gd name="T20" fmla="*/ 0 w 3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 h="18">
                  <a:moveTo>
                    <a:pt x="32" y="0"/>
                  </a:moveTo>
                  <a:lnTo>
                    <a:pt x="0" y="13"/>
                  </a:lnTo>
                  <a:lnTo>
                    <a:pt x="16" y="17"/>
                  </a:lnTo>
                  <a:lnTo>
                    <a:pt x="27" y="18"/>
                  </a:lnTo>
                  <a:lnTo>
                    <a:pt x="32" y="16"/>
                  </a:lnTo>
                  <a:lnTo>
                    <a:pt x="35" y="12"/>
                  </a:lnTo>
                  <a:lnTo>
                    <a:pt x="35" y="8"/>
                  </a:lnTo>
                  <a:lnTo>
                    <a:pt x="34" y="4"/>
                  </a:lnTo>
                  <a:lnTo>
                    <a:pt x="33" y="1"/>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59" name="Freeform 558">
              <a:extLst>
                <a:ext uri="{FF2B5EF4-FFF2-40B4-BE49-F238E27FC236}">
                  <a16:creationId xmlns:a16="http://schemas.microsoft.com/office/drawing/2014/main" id="{6DC44E3A-32FA-F55C-C3B1-765A9164D911}"/>
                </a:ext>
              </a:extLst>
            </p:cNvPr>
            <p:cNvSpPr>
              <a:spLocks/>
            </p:cNvSpPr>
            <p:nvPr/>
          </p:nvSpPr>
          <p:spPr bwMode="auto">
            <a:xfrm>
              <a:off x="2607" y="3530"/>
              <a:ext cx="455" cy="330"/>
            </a:xfrm>
            <a:custGeom>
              <a:avLst/>
              <a:gdLst>
                <a:gd name="T0" fmla="*/ 0 w 1820"/>
                <a:gd name="T1" fmla="*/ 0 h 1320"/>
                <a:gd name="T2" fmla="*/ 0 w 1820"/>
                <a:gd name="T3" fmla="*/ 0 h 1320"/>
                <a:gd name="T4" fmla="*/ 0 w 1820"/>
                <a:gd name="T5" fmla="*/ 0 h 1320"/>
                <a:gd name="T6" fmla="*/ 0 w 1820"/>
                <a:gd name="T7" fmla="*/ 0 h 1320"/>
                <a:gd name="T8" fmla="*/ 0 w 1820"/>
                <a:gd name="T9" fmla="*/ 0 h 1320"/>
                <a:gd name="T10" fmla="*/ 0 w 1820"/>
                <a:gd name="T11" fmla="*/ 0 h 1320"/>
                <a:gd name="T12" fmla="*/ 0 w 1820"/>
                <a:gd name="T13" fmla="*/ 0 h 1320"/>
                <a:gd name="T14" fmla="*/ 0 w 1820"/>
                <a:gd name="T15" fmla="*/ 0 h 1320"/>
                <a:gd name="T16" fmla="*/ 0 w 1820"/>
                <a:gd name="T17" fmla="*/ 0 h 1320"/>
                <a:gd name="T18" fmla="*/ 0 w 1820"/>
                <a:gd name="T19" fmla="*/ 0 h 1320"/>
                <a:gd name="T20" fmla="*/ 0 w 1820"/>
                <a:gd name="T21" fmla="*/ 0 h 1320"/>
                <a:gd name="T22" fmla="*/ 0 w 1820"/>
                <a:gd name="T23" fmla="*/ 0 h 1320"/>
                <a:gd name="T24" fmla="*/ 0 w 1820"/>
                <a:gd name="T25" fmla="*/ 0 h 1320"/>
                <a:gd name="T26" fmla="*/ 0 w 1820"/>
                <a:gd name="T27" fmla="*/ 0 h 1320"/>
                <a:gd name="T28" fmla="*/ 0 w 1820"/>
                <a:gd name="T29" fmla="*/ 0 h 1320"/>
                <a:gd name="T30" fmla="*/ 0 w 1820"/>
                <a:gd name="T31" fmla="*/ 0 h 1320"/>
                <a:gd name="T32" fmla="*/ 0 w 1820"/>
                <a:gd name="T33" fmla="*/ 0 h 1320"/>
                <a:gd name="T34" fmla="*/ 0 w 1820"/>
                <a:gd name="T35" fmla="*/ 0 h 1320"/>
                <a:gd name="T36" fmla="*/ 0 w 1820"/>
                <a:gd name="T37" fmla="*/ 0 h 1320"/>
                <a:gd name="T38" fmla="*/ 0 w 1820"/>
                <a:gd name="T39" fmla="*/ 0 h 1320"/>
                <a:gd name="T40" fmla="*/ 0 w 1820"/>
                <a:gd name="T41" fmla="*/ 0 h 1320"/>
                <a:gd name="T42" fmla="*/ 0 w 1820"/>
                <a:gd name="T43" fmla="*/ 0 h 1320"/>
                <a:gd name="T44" fmla="*/ 0 w 1820"/>
                <a:gd name="T45" fmla="*/ 0 h 1320"/>
                <a:gd name="T46" fmla="*/ 0 w 1820"/>
                <a:gd name="T47" fmla="*/ 0 h 1320"/>
                <a:gd name="T48" fmla="*/ 0 w 1820"/>
                <a:gd name="T49" fmla="*/ 0 h 1320"/>
                <a:gd name="T50" fmla="*/ 0 w 1820"/>
                <a:gd name="T51" fmla="*/ 0 h 1320"/>
                <a:gd name="T52" fmla="*/ 0 w 1820"/>
                <a:gd name="T53" fmla="*/ 0 h 1320"/>
                <a:gd name="T54" fmla="*/ 0 w 1820"/>
                <a:gd name="T55" fmla="*/ 0 h 1320"/>
                <a:gd name="T56" fmla="*/ 0 w 1820"/>
                <a:gd name="T57" fmla="*/ 0 h 1320"/>
                <a:gd name="T58" fmla="*/ 0 w 1820"/>
                <a:gd name="T59" fmla="*/ 0 h 1320"/>
                <a:gd name="T60" fmla="*/ 0 w 1820"/>
                <a:gd name="T61" fmla="*/ 0 h 1320"/>
                <a:gd name="T62" fmla="*/ 0 w 1820"/>
                <a:gd name="T63" fmla="*/ 0 h 1320"/>
                <a:gd name="T64" fmla="*/ 0 w 1820"/>
                <a:gd name="T65" fmla="*/ 0 h 1320"/>
                <a:gd name="T66" fmla="*/ 0 w 1820"/>
                <a:gd name="T67" fmla="*/ 0 h 1320"/>
                <a:gd name="T68" fmla="*/ 0 w 1820"/>
                <a:gd name="T69" fmla="*/ 0 h 1320"/>
                <a:gd name="T70" fmla="*/ 0 w 1820"/>
                <a:gd name="T71" fmla="*/ 0 h 1320"/>
                <a:gd name="T72" fmla="*/ 0 w 1820"/>
                <a:gd name="T73" fmla="*/ 0 h 1320"/>
                <a:gd name="T74" fmla="*/ 0 w 1820"/>
                <a:gd name="T75" fmla="*/ 0 h 1320"/>
                <a:gd name="T76" fmla="*/ 0 w 1820"/>
                <a:gd name="T77" fmla="*/ 0 h 1320"/>
                <a:gd name="T78" fmla="*/ 0 w 1820"/>
                <a:gd name="T79" fmla="*/ 0 h 1320"/>
                <a:gd name="T80" fmla="*/ 0 w 1820"/>
                <a:gd name="T81" fmla="*/ 0 h 1320"/>
                <a:gd name="T82" fmla="*/ 0 w 1820"/>
                <a:gd name="T83" fmla="*/ 0 h 1320"/>
                <a:gd name="T84" fmla="*/ 0 w 1820"/>
                <a:gd name="T85" fmla="*/ 0 h 1320"/>
                <a:gd name="T86" fmla="*/ 0 w 1820"/>
                <a:gd name="T87" fmla="*/ 0 h 1320"/>
                <a:gd name="T88" fmla="*/ 0 w 1820"/>
                <a:gd name="T89" fmla="*/ 0 h 1320"/>
                <a:gd name="T90" fmla="*/ 0 w 1820"/>
                <a:gd name="T91" fmla="*/ 0 h 1320"/>
                <a:gd name="T92" fmla="*/ 0 w 1820"/>
                <a:gd name="T93" fmla="*/ 0 h 1320"/>
                <a:gd name="T94" fmla="*/ 0 w 1820"/>
                <a:gd name="T95" fmla="*/ 0 h 1320"/>
                <a:gd name="T96" fmla="*/ 0 w 1820"/>
                <a:gd name="T97" fmla="*/ 0 h 1320"/>
                <a:gd name="T98" fmla="*/ 0 w 1820"/>
                <a:gd name="T99" fmla="*/ 0 h 1320"/>
                <a:gd name="T100" fmla="*/ 0 w 1820"/>
                <a:gd name="T101" fmla="*/ 0 h 1320"/>
                <a:gd name="T102" fmla="*/ 0 w 1820"/>
                <a:gd name="T103" fmla="*/ 0 h 1320"/>
                <a:gd name="T104" fmla="*/ 0 w 1820"/>
                <a:gd name="T105" fmla="*/ 0 h 1320"/>
                <a:gd name="T106" fmla="*/ 0 w 1820"/>
                <a:gd name="T107" fmla="*/ 0 h 1320"/>
                <a:gd name="T108" fmla="*/ 0 w 1820"/>
                <a:gd name="T109" fmla="*/ 0 h 1320"/>
                <a:gd name="T110" fmla="*/ 0 w 1820"/>
                <a:gd name="T111" fmla="*/ 0 h 1320"/>
                <a:gd name="T112" fmla="*/ 0 w 1820"/>
                <a:gd name="T113" fmla="*/ 0 h 1320"/>
                <a:gd name="T114" fmla="*/ 0 w 1820"/>
                <a:gd name="T115" fmla="*/ 0 h 1320"/>
                <a:gd name="T116" fmla="*/ 0 w 1820"/>
                <a:gd name="T117" fmla="*/ 0 h 1320"/>
                <a:gd name="T118" fmla="*/ 0 w 1820"/>
                <a:gd name="T119" fmla="*/ 0 h 1320"/>
                <a:gd name="T120" fmla="*/ 0 w 1820"/>
                <a:gd name="T121" fmla="*/ 0 h 13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20" h="1320">
                  <a:moveTo>
                    <a:pt x="280" y="0"/>
                  </a:moveTo>
                  <a:lnTo>
                    <a:pt x="283" y="4"/>
                  </a:lnTo>
                  <a:lnTo>
                    <a:pt x="286" y="9"/>
                  </a:lnTo>
                  <a:lnTo>
                    <a:pt x="289" y="14"/>
                  </a:lnTo>
                  <a:lnTo>
                    <a:pt x="292" y="19"/>
                  </a:lnTo>
                  <a:lnTo>
                    <a:pt x="294" y="25"/>
                  </a:lnTo>
                  <a:lnTo>
                    <a:pt x="296" y="31"/>
                  </a:lnTo>
                  <a:lnTo>
                    <a:pt x="298" y="37"/>
                  </a:lnTo>
                  <a:lnTo>
                    <a:pt x="299" y="45"/>
                  </a:lnTo>
                  <a:lnTo>
                    <a:pt x="304" y="62"/>
                  </a:lnTo>
                  <a:lnTo>
                    <a:pt x="308" y="75"/>
                  </a:lnTo>
                  <a:lnTo>
                    <a:pt x="314" y="84"/>
                  </a:lnTo>
                  <a:lnTo>
                    <a:pt x="320" y="92"/>
                  </a:lnTo>
                  <a:lnTo>
                    <a:pt x="325" y="98"/>
                  </a:lnTo>
                  <a:lnTo>
                    <a:pt x="331" y="104"/>
                  </a:lnTo>
                  <a:lnTo>
                    <a:pt x="335" y="111"/>
                  </a:lnTo>
                  <a:lnTo>
                    <a:pt x="338" y="120"/>
                  </a:lnTo>
                  <a:lnTo>
                    <a:pt x="342" y="129"/>
                  </a:lnTo>
                  <a:lnTo>
                    <a:pt x="347" y="134"/>
                  </a:lnTo>
                  <a:lnTo>
                    <a:pt x="356" y="137"/>
                  </a:lnTo>
                  <a:lnTo>
                    <a:pt x="365" y="138"/>
                  </a:lnTo>
                  <a:lnTo>
                    <a:pt x="374" y="138"/>
                  </a:lnTo>
                  <a:lnTo>
                    <a:pt x="383" y="137"/>
                  </a:lnTo>
                  <a:lnTo>
                    <a:pt x="392" y="136"/>
                  </a:lnTo>
                  <a:lnTo>
                    <a:pt x="399" y="136"/>
                  </a:lnTo>
                  <a:lnTo>
                    <a:pt x="408" y="134"/>
                  </a:lnTo>
                  <a:lnTo>
                    <a:pt x="417" y="131"/>
                  </a:lnTo>
                  <a:lnTo>
                    <a:pt x="426" y="125"/>
                  </a:lnTo>
                  <a:lnTo>
                    <a:pt x="435" y="119"/>
                  </a:lnTo>
                  <a:lnTo>
                    <a:pt x="444" y="114"/>
                  </a:lnTo>
                  <a:lnTo>
                    <a:pt x="454" y="111"/>
                  </a:lnTo>
                  <a:lnTo>
                    <a:pt x="462" y="110"/>
                  </a:lnTo>
                  <a:lnTo>
                    <a:pt x="469" y="112"/>
                  </a:lnTo>
                  <a:lnTo>
                    <a:pt x="476" y="115"/>
                  </a:lnTo>
                  <a:lnTo>
                    <a:pt x="482" y="118"/>
                  </a:lnTo>
                  <a:lnTo>
                    <a:pt x="488" y="120"/>
                  </a:lnTo>
                  <a:lnTo>
                    <a:pt x="494" y="122"/>
                  </a:lnTo>
                  <a:lnTo>
                    <a:pt x="500" y="125"/>
                  </a:lnTo>
                  <a:lnTo>
                    <a:pt x="508" y="129"/>
                  </a:lnTo>
                  <a:lnTo>
                    <a:pt x="517" y="134"/>
                  </a:lnTo>
                  <a:lnTo>
                    <a:pt x="528" y="143"/>
                  </a:lnTo>
                  <a:lnTo>
                    <a:pt x="539" y="152"/>
                  </a:lnTo>
                  <a:lnTo>
                    <a:pt x="548" y="162"/>
                  </a:lnTo>
                  <a:lnTo>
                    <a:pt x="555" y="172"/>
                  </a:lnTo>
                  <a:lnTo>
                    <a:pt x="560" y="183"/>
                  </a:lnTo>
                  <a:lnTo>
                    <a:pt x="563" y="196"/>
                  </a:lnTo>
                  <a:lnTo>
                    <a:pt x="565" y="207"/>
                  </a:lnTo>
                  <a:lnTo>
                    <a:pt x="566" y="219"/>
                  </a:lnTo>
                  <a:lnTo>
                    <a:pt x="567" y="232"/>
                  </a:lnTo>
                  <a:lnTo>
                    <a:pt x="566" y="244"/>
                  </a:lnTo>
                  <a:lnTo>
                    <a:pt x="563" y="251"/>
                  </a:lnTo>
                  <a:lnTo>
                    <a:pt x="557" y="254"/>
                  </a:lnTo>
                  <a:lnTo>
                    <a:pt x="553" y="255"/>
                  </a:lnTo>
                  <a:lnTo>
                    <a:pt x="549" y="255"/>
                  </a:lnTo>
                  <a:lnTo>
                    <a:pt x="550" y="256"/>
                  </a:lnTo>
                  <a:lnTo>
                    <a:pt x="557" y="257"/>
                  </a:lnTo>
                  <a:lnTo>
                    <a:pt x="571" y="261"/>
                  </a:lnTo>
                  <a:lnTo>
                    <a:pt x="588" y="265"/>
                  </a:lnTo>
                  <a:lnTo>
                    <a:pt x="607" y="265"/>
                  </a:lnTo>
                  <a:lnTo>
                    <a:pt x="624" y="265"/>
                  </a:lnTo>
                  <a:lnTo>
                    <a:pt x="641" y="263"/>
                  </a:lnTo>
                  <a:lnTo>
                    <a:pt x="658" y="262"/>
                  </a:lnTo>
                  <a:lnTo>
                    <a:pt x="672" y="262"/>
                  </a:lnTo>
                  <a:lnTo>
                    <a:pt x="685" y="265"/>
                  </a:lnTo>
                  <a:lnTo>
                    <a:pt x="695" y="271"/>
                  </a:lnTo>
                  <a:lnTo>
                    <a:pt x="706" y="279"/>
                  </a:lnTo>
                  <a:lnTo>
                    <a:pt x="716" y="286"/>
                  </a:lnTo>
                  <a:lnTo>
                    <a:pt x="726" y="291"/>
                  </a:lnTo>
                  <a:lnTo>
                    <a:pt x="735" y="295"/>
                  </a:lnTo>
                  <a:lnTo>
                    <a:pt x="743" y="297"/>
                  </a:lnTo>
                  <a:lnTo>
                    <a:pt x="749" y="296"/>
                  </a:lnTo>
                  <a:lnTo>
                    <a:pt x="754" y="293"/>
                  </a:lnTo>
                  <a:lnTo>
                    <a:pt x="755" y="285"/>
                  </a:lnTo>
                  <a:lnTo>
                    <a:pt x="757" y="277"/>
                  </a:lnTo>
                  <a:lnTo>
                    <a:pt x="763" y="270"/>
                  </a:lnTo>
                  <a:lnTo>
                    <a:pt x="771" y="265"/>
                  </a:lnTo>
                  <a:lnTo>
                    <a:pt x="780" y="260"/>
                  </a:lnTo>
                  <a:lnTo>
                    <a:pt x="790" y="258"/>
                  </a:lnTo>
                  <a:lnTo>
                    <a:pt x="800" y="257"/>
                  </a:lnTo>
                  <a:lnTo>
                    <a:pt x="809" y="259"/>
                  </a:lnTo>
                  <a:lnTo>
                    <a:pt x="814" y="263"/>
                  </a:lnTo>
                  <a:lnTo>
                    <a:pt x="819" y="266"/>
                  </a:lnTo>
                  <a:lnTo>
                    <a:pt x="826" y="267"/>
                  </a:lnTo>
                  <a:lnTo>
                    <a:pt x="834" y="265"/>
                  </a:lnTo>
                  <a:lnTo>
                    <a:pt x="842" y="261"/>
                  </a:lnTo>
                  <a:lnTo>
                    <a:pt x="849" y="256"/>
                  </a:lnTo>
                  <a:lnTo>
                    <a:pt x="856" y="250"/>
                  </a:lnTo>
                  <a:lnTo>
                    <a:pt x="860" y="244"/>
                  </a:lnTo>
                  <a:lnTo>
                    <a:pt x="861" y="238"/>
                  </a:lnTo>
                  <a:lnTo>
                    <a:pt x="862" y="231"/>
                  </a:lnTo>
                  <a:lnTo>
                    <a:pt x="864" y="222"/>
                  </a:lnTo>
                  <a:lnTo>
                    <a:pt x="867" y="212"/>
                  </a:lnTo>
                  <a:lnTo>
                    <a:pt x="871" y="202"/>
                  </a:lnTo>
                  <a:lnTo>
                    <a:pt x="876" y="194"/>
                  </a:lnTo>
                  <a:lnTo>
                    <a:pt x="880" y="189"/>
                  </a:lnTo>
                  <a:lnTo>
                    <a:pt x="885" y="189"/>
                  </a:lnTo>
                  <a:lnTo>
                    <a:pt x="889" y="196"/>
                  </a:lnTo>
                  <a:lnTo>
                    <a:pt x="892" y="206"/>
                  </a:lnTo>
                  <a:lnTo>
                    <a:pt x="893" y="217"/>
                  </a:lnTo>
                  <a:lnTo>
                    <a:pt x="894" y="227"/>
                  </a:lnTo>
                  <a:lnTo>
                    <a:pt x="895" y="236"/>
                  </a:lnTo>
                  <a:lnTo>
                    <a:pt x="896" y="245"/>
                  </a:lnTo>
                  <a:lnTo>
                    <a:pt x="900" y="252"/>
                  </a:lnTo>
                  <a:lnTo>
                    <a:pt x="907" y="258"/>
                  </a:lnTo>
                  <a:lnTo>
                    <a:pt x="916" y="263"/>
                  </a:lnTo>
                  <a:lnTo>
                    <a:pt x="926" y="266"/>
                  </a:lnTo>
                  <a:lnTo>
                    <a:pt x="934" y="267"/>
                  </a:lnTo>
                  <a:lnTo>
                    <a:pt x="941" y="267"/>
                  </a:lnTo>
                  <a:lnTo>
                    <a:pt x="948" y="266"/>
                  </a:lnTo>
                  <a:lnTo>
                    <a:pt x="955" y="267"/>
                  </a:lnTo>
                  <a:lnTo>
                    <a:pt x="962" y="270"/>
                  </a:lnTo>
                  <a:lnTo>
                    <a:pt x="970" y="275"/>
                  </a:lnTo>
                  <a:lnTo>
                    <a:pt x="979" y="285"/>
                  </a:lnTo>
                  <a:lnTo>
                    <a:pt x="990" y="297"/>
                  </a:lnTo>
                  <a:lnTo>
                    <a:pt x="1002" y="305"/>
                  </a:lnTo>
                  <a:lnTo>
                    <a:pt x="1013" y="311"/>
                  </a:lnTo>
                  <a:lnTo>
                    <a:pt x="1023" y="315"/>
                  </a:lnTo>
                  <a:lnTo>
                    <a:pt x="1034" y="318"/>
                  </a:lnTo>
                  <a:lnTo>
                    <a:pt x="1045" y="318"/>
                  </a:lnTo>
                  <a:lnTo>
                    <a:pt x="1057" y="318"/>
                  </a:lnTo>
                  <a:lnTo>
                    <a:pt x="1069" y="316"/>
                  </a:lnTo>
                  <a:lnTo>
                    <a:pt x="1080" y="314"/>
                  </a:lnTo>
                  <a:lnTo>
                    <a:pt x="1091" y="310"/>
                  </a:lnTo>
                  <a:lnTo>
                    <a:pt x="1104" y="306"/>
                  </a:lnTo>
                  <a:lnTo>
                    <a:pt x="1115" y="303"/>
                  </a:lnTo>
                  <a:lnTo>
                    <a:pt x="1127" y="300"/>
                  </a:lnTo>
                  <a:lnTo>
                    <a:pt x="1140" y="299"/>
                  </a:lnTo>
                  <a:lnTo>
                    <a:pt x="1155" y="301"/>
                  </a:lnTo>
                  <a:lnTo>
                    <a:pt x="1169" y="306"/>
                  </a:lnTo>
                  <a:lnTo>
                    <a:pt x="1184" y="311"/>
                  </a:lnTo>
                  <a:lnTo>
                    <a:pt x="1197" y="315"/>
                  </a:lnTo>
                  <a:lnTo>
                    <a:pt x="1210" y="317"/>
                  </a:lnTo>
                  <a:lnTo>
                    <a:pt x="1220" y="318"/>
                  </a:lnTo>
                  <a:lnTo>
                    <a:pt x="1228" y="317"/>
                  </a:lnTo>
                  <a:lnTo>
                    <a:pt x="1235" y="315"/>
                  </a:lnTo>
                  <a:lnTo>
                    <a:pt x="1240" y="311"/>
                  </a:lnTo>
                  <a:lnTo>
                    <a:pt x="1244" y="306"/>
                  </a:lnTo>
                  <a:lnTo>
                    <a:pt x="1251" y="302"/>
                  </a:lnTo>
                  <a:lnTo>
                    <a:pt x="1260" y="299"/>
                  </a:lnTo>
                  <a:lnTo>
                    <a:pt x="1272" y="299"/>
                  </a:lnTo>
                  <a:lnTo>
                    <a:pt x="1285" y="298"/>
                  </a:lnTo>
                  <a:lnTo>
                    <a:pt x="1297" y="298"/>
                  </a:lnTo>
                  <a:lnTo>
                    <a:pt x="1310" y="295"/>
                  </a:lnTo>
                  <a:lnTo>
                    <a:pt x="1319" y="289"/>
                  </a:lnTo>
                  <a:lnTo>
                    <a:pt x="1324" y="281"/>
                  </a:lnTo>
                  <a:lnTo>
                    <a:pt x="1328" y="270"/>
                  </a:lnTo>
                  <a:lnTo>
                    <a:pt x="1335" y="257"/>
                  </a:lnTo>
                  <a:lnTo>
                    <a:pt x="1344" y="245"/>
                  </a:lnTo>
                  <a:lnTo>
                    <a:pt x="1355" y="232"/>
                  </a:lnTo>
                  <a:lnTo>
                    <a:pt x="1365" y="223"/>
                  </a:lnTo>
                  <a:lnTo>
                    <a:pt x="1377" y="216"/>
                  </a:lnTo>
                  <a:lnTo>
                    <a:pt x="1388" y="214"/>
                  </a:lnTo>
                  <a:lnTo>
                    <a:pt x="1399" y="216"/>
                  </a:lnTo>
                  <a:lnTo>
                    <a:pt x="1410" y="218"/>
                  </a:lnTo>
                  <a:lnTo>
                    <a:pt x="1421" y="216"/>
                  </a:lnTo>
                  <a:lnTo>
                    <a:pt x="1432" y="211"/>
                  </a:lnTo>
                  <a:lnTo>
                    <a:pt x="1443" y="204"/>
                  </a:lnTo>
                  <a:lnTo>
                    <a:pt x="1456" y="198"/>
                  </a:lnTo>
                  <a:lnTo>
                    <a:pt x="1469" y="194"/>
                  </a:lnTo>
                  <a:lnTo>
                    <a:pt x="1483" y="194"/>
                  </a:lnTo>
                  <a:lnTo>
                    <a:pt x="1500" y="200"/>
                  </a:lnTo>
                  <a:lnTo>
                    <a:pt x="1514" y="209"/>
                  </a:lnTo>
                  <a:lnTo>
                    <a:pt x="1523" y="219"/>
                  </a:lnTo>
                  <a:lnTo>
                    <a:pt x="1529" y="230"/>
                  </a:lnTo>
                  <a:lnTo>
                    <a:pt x="1532" y="239"/>
                  </a:lnTo>
                  <a:lnTo>
                    <a:pt x="1532" y="248"/>
                  </a:lnTo>
                  <a:lnTo>
                    <a:pt x="1532" y="255"/>
                  </a:lnTo>
                  <a:lnTo>
                    <a:pt x="1531" y="259"/>
                  </a:lnTo>
                  <a:lnTo>
                    <a:pt x="1530" y="261"/>
                  </a:lnTo>
                  <a:lnTo>
                    <a:pt x="1533" y="262"/>
                  </a:lnTo>
                  <a:lnTo>
                    <a:pt x="1540" y="265"/>
                  </a:lnTo>
                  <a:lnTo>
                    <a:pt x="1551" y="269"/>
                  </a:lnTo>
                  <a:lnTo>
                    <a:pt x="1565" y="273"/>
                  </a:lnTo>
                  <a:lnTo>
                    <a:pt x="1579" y="277"/>
                  </a:lnTo>
                  <a:lnTo>
                    <a:pt x="1593" y="279"/>
                  </a:lnTo>
                  <a:lnTo>
                    <a:pt x="1608" y="278"/>
                  </a:lnTo>
                  <a:lnTo>
                    <a:pt x="1620" y="275"/>
                  </a:lnTo>
                  <a:lnTo>
                    <a:pt x="1630" y="268"/>
                  </a:lnTo>
                  <a:lnTo>
                    <a:pt x="1641" y="260"/>
                  </a:lnTo>
                  <a:lnTo>
                    <a:pt x="1652" y="252"/>
                  </a:lnTo>
                  <a:lnTo>
                    <a:pt x="1662" y="244"/>
                  </a:lnTo>
                  <a:lnTo>
                    <a:pt x="1672" y="237"/>
                  </a:lnTo>
                  <a:lnTo>
                    <a:pt x="1681" y="235"/>
                  </a:lnTo>
                  <a:lnTo>
                    <a:pt x="1690" y="237"/>
                  </a:lnTo>
                  <a:lnTo>
                    <a:pt x="1700" y="247"/>
                  </a:lnTo>
                  <a:lnTo>
                    <a:pt x="1706" y="252"/>
                  </a:lnTo>
                  <a:lnTo>
                    <a:pt x="1715" y="257"/>
                  </a:lnTo>
                  <a:lnTo>
                    <a:pt x="1727" y="261"/>
                  </a:lnTo>
                  <a:lnTo>
                    <a:pt x="1742" y="264"/>
                  </a:lnTo>
                  <a:lnTo>
                    <a:pt x="1759" y="267"/>
                  </a:lnTo>
                  <a:lnTo>
                    <a:pt x="1776" y="270"/>
                  </a:lnTo>
                  <a:lnTo>
                    <a:pt x="1795" y="272"/>
                  </a:lnTo>
                  <a:lnTo>
                    <a:pt x="1814" y="274"/>
                  </a:lnTo>
                  <a:lnTo>
                    <a:pt x="1815" y="274"/>
                  </a:lnTo>
                  <a:lnTo>
                    <a:pt x="1816" y="274"/>
                  </a:lnTo>
                  <a:lnTo>
                    <a:pt x="1816" y="279"/>
                  </a:lnTo>
                  <a:lnTo>
                    <a:pt x="1817" y="284"/>
                  </a:lnTo>
                  <a:lnTo>
                    <a:pt x="1818" y="288"/>
                  </a:lnTo>
                  <a:lnTo>
                    <a:pt x="1819" y="293"/>
                  </a:lnTo>
                  <a:lnTo>
                    <a:pt x="1820" y="308"/>
                  </a:lnTo>
                  <a:lnTo>
                    <a:pt x="1815" y="322"/>
                  </a:lnTo>
                  <a:lnTo>
                    <a:pt x="1808" y="334"/>
                  </a:lnTo>
                  <a:lnTo>
                    <a:pt x="1797" y="347"/>
                  </a:lnTo>
                  <a:lnTo>
                    <a:pt x="1789" y="358"/>
                  </a:lnTo>
                  <a:lnTo>
                    <a:pt x="1782" y="370"/>
                  </a:lnTo>
                  <a:lnTo>
                    <a:pt x="1781" y="383"/>
                  </a:lnTo>
                  <a:lnTo>
                    <a:pt x="1785" y="399"/>
                  </a:lnTo>
                  <a:lnTo>
                    <a:pt x="1790" y="413"/>
                  </a:lnTo>
                  <a:lnTo>
                    <a:pt x="1789" y="423"/>
                  </a:lnTo>
                  <a:lnTo>
                    <a:pt x="1784" y="431"/>
                  </a:lnTo>
                  <a:lnTo>
                    <a:pt x="1777" y="437"/>
                  </a:lnTo>
                  <a:lnTo>
                    <a:pt x="1767" y="444"/>
                  </a:lnTo>
                  <a:lnTo>
                    <a:pt x="1757" y="450"/>
                  </a:lnTo>
                  <a:lnTo>
                    <a:pt x="1747" y="458"/>
                  </a:lnTo>
                  <a:lnTo>
                    <a:pt x="1740" y="469"/>
                  </a:lnTo>
                  <a:lnTo>
                    <a:pt x="1736" y="481"/>
                  </a:lnTo>
                  <a:lnTo>
                    <a:pt x="1733" y="494"/>
                  </a:lnTo>
                  <a:lnTo>
                    <a:pt x="1732" y="504"/>
                  </a:lnTo>
                  <a:lnTo>
                    <a:pt x="1729" y="514"/>
                  </a:lnTo>
                  <a:lnTo>
                    <a:pt x="1726" y="523"/>
                  </a:lnTo>
                  <a:lnTo>
                    <a:pt x="1719" y="531"/>
                  </a:lnTo>
                  <a:lnTo>
                    <a:pt x="1710" y="537"/>
                  </a:lnTo>
                  <a:lnTo>
                    <a:pt x="1695" y="542"/>
                  </a:lnTo>
                  <a:lnTo>
                    <a:pt x="1682" y="550"/>
                  </a:lnTo>
                  <a:lnTo>
                    <a:pt x="1676" y="562"/>
                  </a:lnTo>
                  <a:lnTo>
                    <a:pt x="1674" y="576"/>
                  </a:lnTo>
                  <a:lnTo>
                    <a:pt x="1673" y="592"/>
                  </a:lnTo>
                  <a:lnTo>
                    <a:pt x="1673" y="610"/>
                  </a:lnTo>
                  <a:lnTo>
                    <a:pt x="1672" y="624"/>
                  </a:lnTo>
                  <a:lnTo>
                    <a:pt x="1666" y="636"/>
                  </a:lnTo>
                  <a:lnTo>
                    <a:pt x="1654" y="643"/>
                  </a:lnTo>
                  <a:lnTo>
                    <a:pt x="1640" y="651"/>
                  </a:lnTo>
                  <a:lnTo>
                    <a:pt x="1630" y="663"/>
                  </a:lnTo>
                  <a:lnTo>
                    <a:pt x="1623" y="679"/>
                  </a:lnTo>
                  <a:lnTo>
                    <a:pt x="1618" y="697"/>
                  </a:lnTo>
                  <a:lnTo>
                    <a:pt x="1614" y="715"/>
                  </a:lnTo>
                  <a:lnTo>
                    <a:pt x="1611" y="730"/>
                  </a:lnTo>
                  <a:lnTo>
                    <a:pt x="1606" y="743"/>
                  </a:lnTo>
                  <a:lnTo>
                    <a:pt x="1601" y="751"/>
                  </a:lnTo>
                  <a:lnTo>
                    <a:pt x="1593" y="756"/>
                  </a:lnTo>
                  <a:lnTo>
                    <a:pt x="1586" y="763"/>
                  </a:lnTo>
                  <a:lnTo>
                    <a:pt x="1578" y="771"/>
                  </a:lnTo>
                  <a:lnTo>
                    <a:pt x="1571" y="781"/>
                  </a:lnTo>
                  <a:lnTo>
                    <a:pt x="1565" y="792"/>
                  </a:lnTo>
                  <a:lnTo>
                    <a:pt x="1559" y="805"/>
                  </a:lnTo>
                  <a:lnTo>
                    <a:pt x="1555" y="818"/>
                  </a:lnTo>
                  <a:lnTo>
                    <a:pt x="1553" y="831"/>
                  </a:lnTo>
                  <a:lnTo>
                    <a:pt x="1548" y="842"/>
                  </a:lnTo>
                  <a:lnTo>
                    <a:pt x="1540" y="849"/>
                  </a:lnTo>
                  <a:lnTo>
                    <a:pt x="1528" y="853"/>
                  </a:lnTo>
                  <a:lnTo>
                    <a:pt x="1515" y="856"/>
                  </a:lnTo>
                  <a:lnTo>
                    <a:pt x="1502" y="860"/>
                  </a:lnTo>
                  <a:lnTo>
                    <a:pt x="1489" y="865"/>
                  </a:lnTo>
                  <a:lnTo>
                    <a:pt x="1479" y="874"/>
                  </a:lnTo>
                  <a:lnTo>
                    <a:pt x="1474" y="888"/>
                  </a:lnTo>
                  <a:lnTo>
                    <a:pt x="1471" y="904"/>
                  </a:lnTo>
                  <a:lnTo>
                    <a:pt x="1467" y="915"/>
                  </a:lnTo>
                  <a:lnTo>
                    <a:pt x="1463" y="921"/>
                  </a:lnTo>
                  <a:lnTo>
                    <a:pt x="1459" y="925"/>
                  </a:lnTo>
                  <a:lnTo>
                    <a:pt x="1454" y="925"/>
                  </a:lnTo>
                  <a:lnTo>
                    <a:pt x="1450" y="922"/>
                  </a:lnTo>
                  <a:lnTo>
                    <a:pt x="1444" y="918"/>
                  </a:lnTo>
                  <a:lnTo>
                    <a:pt x="1440" y="911"/>
                  </a:lnTo>
                  <a:lnTo>
                    <a:pt x="1435" y="906"/>
                  </a:lnTo>
                  <a:lnTo>
                    <a:pt x="1429" y="907"/>
                  </a:lnTo>
                  <a:lnTo>
                    <a:pt x="1423" y="911"/>
                  </a:lnTo>
                  <a:lnTo>
                    <a:pt x="1415" y="918"/>
                  </a:lnTo>
                  <a:lnTo>
                    <a:pt x="1408" y="927"/>
                  </a:lnTo>
                  <a:lnTo>
                    <a:pt x="1399" y="936"/>
                  </a:lnTo>
                  <a:lnTo>
                    <a:pt x="1392" y="943"/>
                  </a:lnTo>
                  <a:lnTo>
                    <a:pt x="1385" y="950"/>
                  </a:lnTo>
                  <a:lnTo>
                    <a:pt x="1379" y="954"/>
                  </a:lnTo>
                  <a:lnTo>
                    <a:pt x="1373" y="958"/>
                  </a:lnTo>
                  <a:lnTo>
                    <a:pt x="1367" y="960"/>
                  </a:lnTo>
                  <a:lnTo>
                    <a:pt x="1362" y="961"/>
                  </a:lnTo>
                  <a:lnTo>
                    <a:pt x="1357" y="961"/>
                  </a:lnTo>
                  <a:lnTo>
                    <a:pt x="1353" y="957"/>
                  </a:lnTo>
                  <a:lnTo>
                    <a:pt x="1348" y="951"/>
                  </a:lnTo>
                  <a:lnTo>
                    <a:pt x="1345" y="941"/>
                  </a:lnTo>
                  <a:lnTo>
                    <a:pt x="1342" y="931"/>
                  </a:lnTo>
                  <a:lnTo>
                    <a:pt x="1339" y="922"/>
                  </a:lnTo>
                  <a:lnTo>
                    <a:pt x="1335" y="916"/>
                  </a:lnTo>
                  <a:lnTo>
                    <a:pt x="1331" y="913"/>
                  </a:lnTo>
                  <a:lnTo>
                    <a:pt x="1326" y="913"/>
                  </a:lnTo>
                  <a:lnTo>
                    <a:pt x="1320" y="917"/>
                  </a:lnTo>
                  <a:lnTo>
                    <a:pt x="1314" y="925"/>
                  </a:lnTo>
                  <a:lnTo>
                    <a:pt x="1307" y="938"/>
                  </a:lnTo>
                  <a:lnTo>
                    <a:pt x="1301" y="951"/>
                  </a:lnTo>
                  <a:lnTo>
                    <a:pt x="1296" y="957"/>
                  </a:lnTo>
                  <a:lnTo>
                    <a:pt x="1293" y="958"/>
                  </a:lnTo>
                  <a:lnTo>
                    <a:pt x="1290" y="954"/>
                  </a:lnTo>
                  <a:lnTo>
                    <a:pt x="1288" y="949"/>
                  </a:lnTo>
                  <a:lnTo>
                    <a:pt x="1285" y="940"/>
                  </a:lnTo>
                  <a:lnTo>
                    <a:pt x="1280" y="932"/>
                  </a:lnTo>
                  <a:lnTo>
                    <a:pt x="1273" y="924"/>
                  </a:lnTo>
                  <a:lnTo>
                    <a:pt x="1266" y="917"/>
                  </a:lnTo>
                  <a:lnTo>
                    <a:pt x="1260" y="912"/>
                  </a:lnTo>
                  <a:lnTo>
                    <a:pt x="1256" y="909"/>
                  </a:lnTo>
                  <a:lnTo>
                    <a:pt x="1253" y="908"/>
                  </a:lnTo>
                  <a:lnTo>
                    <a:pt x="1251" y="910"/>
                  </a:lnTo>
                  <a:lnTo>
                    <a:pt x="1249" y="916"/>
                  </a:lnTo>
                  <a:lnTo>
                    <a:pt x="1248" y="926"/>
                  </a:lnTo>
                  <a:lnTo>
                    <a:pt x="1247" y="941"/>
                  </a:lnTo>
                  <a:lnTo>
                    <a:pt x="1245" y="956"/>
                  </a:lnTo>
                  <a:lnTo>
                    <a:pt x="1242" y="963"/>
                  </a:lnTo>
                  <a:lnTo>
                    <a:pt x="1238" y="966"/>
                  </a:lnTo>
                  <a:lnTo>
                    <a:pt x="1234" y="966"/>
                  </a:lnTo>
                  <a:lnTo>
                    <a:pt x="1230" y="967"/>
                  </a:lnTo>
                  <a:lnTo>
                    <a:pt x="1227" y="970"/>
                  </a:lnTo>
                  <a:lnTo>
                    <a:pt x="1225" y="977"/>
                  </a:lnTo>
                  <a:lnTo>
                    <a:pt x="1225" y="991"/>
                  </a:lnTo>
                  <a:lnTo>
                    <a:pt x="1224" y="1005"/>
                  </a:lnTo>
                  <a:lnTo>
                    <a:pt x="1219" y="1010"/>
                  </a:lnTo>
                  <a:lnTo>
                    <a:pt x="1212" y="1009"/>
                  </a:lnTo>
                  <a:lnTo>
                    <a:pt x="1204" y="1004"/>
                  </a:lnTo>
                  <a:lnTo>
                    <a:pt x="1195" y="997"/>
                  </a:lnTo>
                  <a:lnTo>
                    <a:pt x="1187" y="988"/>
                  </a:lnTo>
                  <a:lnTo>
                    <a:pt x="1182" y="982"/>
                  </a:lnTo>
                  <a:lnTo>
                    <a:pt x="1180" y="980"/>
                  </a:lnTo>
                  <a:lnTo>
                    <a:pt x="1178" y="977"/>
                  </a:lnTo>
                  <a:lnTo>
                    <a:pt x="1172" y="968"/>
                  </a:lnTo>
                  <a:lnTo>
                    <a:pt x="1164" y="956"/>
                  </a:lnTo>
                  <a:lnTo>
                    <a:pt x="1154" y="943"/>
                  </a:lnTo>
                  <a:lnTo>
                    <a:pt x="1142" y="932"/>
                  </a:lnTo>
                  <a:lnTo>
                    <a:pt x="1131" y="925"/>
                  </a:lnTo>
                  <a:lnTo>
                    <a:pt x="1121" y="925"/>
                  </a:lnTo>
                  <a:lnTo>
                    <a:pt x="1113" y="933"/>
                  </a:lnTo>
                  <a:lnTo>
                    <a:pt x="1107" y="943"/>
                  </a:lnTo>
                  <a:lnTo>
                    <a:pt x="1104" y="947"/>
                  </a:lnTo>
                  <a:lnTo>
                    <a:pt x="1100" y="947"/>
                  </a:lnTo>
                  <a:lnTo>
                    <a:pt x="1099" y="942"/>
                  </a:lnTo>
                  <a:lnTo>
                    <a:pt x="1096" y="936"/>
                  </a:lnTo>
                  <a:lnTo>
                    <a:pt x="1093" y="930"/>
                  </a:lnTo>
                  <a:lnTo>
                    <a:pt x="1087" y="926"/>
                  </a:lnTo>
                  <a:lnTo>
                    <a:pt x="1079" y="924"/>
                  </a:lnTo>
                  <a:lnTo>
                    <a:pt x="1069" y="922"/>
                  </a:lnTo>
                  <a:lnTo>
                    <a:pt x="1060" y="918"/>
                  </a:lnTo>
                  <a:lnTo>
                    <a:pt x="1053" y="911"/>
                  </a:lnTo>
                  <a:lnTo>
                    <a:pt x="1045" y="903"/>
                  </a:lnTo>
                  <a:lnTo>
                    <a:pt x="1039" y="895"/>
                  </a:lnTo>
                  <a:lnTo>
                    <a:pt x="1035" y="888"/>
                  </a:lnTo>
                  <a:lnTo>
                    <a:pt x="1033" y="884"/>
                  </a:lnTo>
                  <a:lnTo>
                    <a:pt x="1032" y="882"/>
                  </a:lnTo>
                  <a:lnTo>
                    <a:pt x="1029" y="881"/>
                  </a:lnTo>
                  <a:lnTo>
                    <a:pt x="1023" y="878"/>
                  </a:lnTo>
                  <a:lnTo>
                    <a:pt x="1015" y="875"/>
                  </a:lnTo>
                  <a:lnTo>
                    <a:pt x="1006" y="872"/>
                  </a:lnTo>
                  <a:lnTo>
                    <a:pt x="998" y="872"/>
                  </a:lnTo>
                  <a:lnTo>
                    <a:pt x="995" y="875"/>
                  </a:lnTo>
                  <a:lnTo>
                    <a:pt x="997" y="883"/>
                  </a:lnTo>
                  <a:lnTo>
                    <a:pt x="1007" y="897"/>
                  </a:lnTo>
                  <a:lnTo>
                    <a:pt x="1019" y="909"/>
                  </a:lnTo>
                  <a:lnTo>
                    <a:pt x="1028" y="914"/>
                  </a:lnTo>
                  <a:lnTo>
                    <a:pt x="1035" y="913"/>
                  </a:lnTo>
                  <a:lnTo>
                    <a:pt x="1041" y="910"/>
                  </a:lnTo>
                  <a:lnTo>
                    <a:pt x="1045" y="908"/>
                  </a:lnTo>
                  <a:lnTo>
                    <a:pt x="1049" y="907"/>
                  </a:lnTo>
                  <a:lnTo>
                    <a:pt x="1053" y="912"/>
                  </a:lnTo>
                  <a:lnTo>
                    <a:pt x="1057" y="924"/>
                  </a:lnTo>
                  <a:lnTo>
                    <a:pt x="1061" y="939"/>
                  </a:lnTo>
                  <a:lnTo>
                    <a:pt x="1064" y="950"/>
                  </a:lnTo>
                  <a:lnTo>
                    <a:pt x="1066" y="958"/>
                  </a:lnTo>
                  <a:lnTo>
                    <a:pt x="1065" y="962"/>
                  </a:lnTo>
                  <a:lnTo>
                    <a:pt x="1061" y="965"/>
                  </a:lnTo>
                  <a:lnTo>
                    <a:pt x="1054" y="965"/>
                  </a:lnTo>
                  <a:lnTo>
                    <a:pt x="1041" y="964"/>
                  </a:lnTo>
                  <a:lnTo>
                    <a:pt x="1024" y="961"/>
                  </a:lnTo>
                  <a:lnTo>
                    <a:pt x="1007" y="960"/>
                  </a:lnTo>
                  <a:lnTo>
                    <a:pt x="996" y="962"/>
                  </a:lnTo>
                  <a:lnTo>
                    <a:pt x="989" y="966"/>
                  </a:lnTo>
                  <a:lnTo>
                    <a:pt x="985" y="970"/>
                  </a:lnTo>
                  <a:lnTo>
                    <a:pt x="983" y="974"/>
                  </a:lnTo>
                  <a:lnTo>
                    <a:pt x="981" y="976"/>
                  </a:lnTo>
                  <a:lnTo>
                    <a:pt x="978" y="975"/>
                  </a:lnTo>
                  <a:lnTo>
                    <a:pt x="973" y="969"/>
                  </a:lnTo>
                  <a:lnTo>
                    <a:pt x="965" y="963"/>
                  </a:lnTo>
                  <a:lnTo>
                    <a:pt x="955" y="962"/>
                  </a:lnTo>
                  <a:lnTo>
                    <a:pt x="943" y="964"/>
                  </a:lnTo>
                  <a:lnTo>
                    <a:pt x="933" y="968"/>
                  </a:lnTo>
                  <a:lnTo>
                    <a:pt x="923" y="972"/>
                  </a:lnTo>
                  <a:lnTo>
                    <a:pt x="914" y="975"/>
                  </a:lnTo>
                  <a:lnTo>
                    <a:pt x="909" y="976"/>
                  </a:lnTo>
                  <a:lnTo>
                    <a:pt x="906" y="972"/>
                  </a:lnTo>
                  <a:lnTo>
                    <a:pt x="907" y="965"/>
                  </a:lnTo>
                  <a:lnTo>
                    <a:pt x="909" y="958"/>
                  </a:lnTo>
                  <a:lnTo>
                    <a:pt x="913" y="949"/>
                  </a:lnTo>
                  <a:lnTo>
                    <a:pt x="918" y="940"/>
                  </a:lnTo>
                  <a:lnTo>
                    <a:pt x="923" y="933"/>
                  </a:lnTo>
                  <a:lnTo>
                    <a:pt x="927" y="927"/>
                  </a:lnTo>
                  <a:lnTo>
                    <a:pt x="930" y="923"/>
                  </a:lnTo>
                  <a:lnTo>
                    <a:pt x="931" y="922"/>
                  </a:lnTo>
                  <a:lnTo>
                    <a:pt x="932" y="918"/>
                  </a:lnTo>
                  <a:lnTo>
                    <a:pt x="931" y="909"/>
                  </a:lnTo>
                  <a:lnTo>
                    <a:pt x="926" y="901"/>
                  </a:lnTo>
                  <a:lnTo>
                    <a:pt x="912" y="900"/>
                  </a:lnTo>
                  <a:lnTo>
                    <a:pt x="903" y="901"/>
                  </a:lnTo>
                  <a:lnTo>
                    <a:pt x="895" y="902"/>
                  </a:lnTo>
                  <a:lnTo>
                    <a:pt x="889" y="902"/>
                  </a:lnTo>
                  <a:lnTo>
                    <a:pt x="883" y="903"/>
                  </a:lnTo>
                  <a:lnTo>
                    <a:pt x="878" y="906"/>
                  </a:lnTo>
                  <a:lnTo>
                    <a:pt x="872" y="911"/>
                  </a:lnTo>
                  <a:lnTo>
                    <a:pt x="866" y="919"/>
                  </a:lnTo>
                  <a:lnTo>
                    <a:pt x="859" y="930"/>
                  </a:lnTo>
                  <a:lnTo>
                    <a:pt x="852" y="942"/>
                  </a:lnTo>
                  <a:lnTo>
                    <a:pt x="847" y="951"/>
                  </a:lnTo>
                  <a:lnTo>
                    <a:pt x="843" y="958"/>
                  </a:lnTo>
                  <a:lnTo>
                    <a:pt x="840" y="962"/>
                  </a:lnTo>
                  <a:lnTo>
                    <a:pt x="836" y="965"/>
                  </a:lnTo>
                  <a:lnTo>
                    <a:pt x="833" y="967"/>
                  </a:lnTo>
                  <a:lnTo>
                    <a:pt x="828" y="969"/>
                  </a:lnTo>
                  <a:lnTo>
                    <a:pt x="822" y="972"/>
                  </a:lnTo>
                  <a:lnTo>
                    <a:pt x="814" y="976"/>
                  </a:lnTo>
                  <a:lnTo>
                    <a:pt x="806" y="981"/>
                  </a:lnTo>
                  <a:lnTo>
                    <a:pt x="796" y="988"/>
                  </a:lnTo>
                  <a:lnTo>
                    <a:pt x="789" y="995"/>
                  </a:lnTo>
                  <a:lnTo>
                    <a:pt x="783" y="1003"/>
                  </a:lnTo>
                  <a:lnTo>
                    <a:pt x="780" y="1009"/>
                  </a:lnTo>
                  <a:lnTo>
                    <a:pt x="779" y="1014"/>
                  </a:lnTo>
                  <a:lnTo>
                    <a:pt x="783" y="1017"/>
                  </a:lnTo>
                  <a:lnTo>
                    <a:pt x="789" y="1019"/>
                  </a:lnTo>
                  <a:lnTo>
                    <a:pt x="797" y="1019"/>
                  </a:lnTo>
                  <a:lnTo>
                    <a:pt x="805" y="1019"/>
                  </a:lnTo>
                  <a:lnTo>
                    <a:pt x="813" y="1018"/>
                  </a:lnTo>
                  <a:lnTo>
                    <a:pt x="820" y="1016"/>
                  </a:lnTo>
                  <a:lnTo>
                    <a:pt x="827" y="1013"/>
                  </a:lnTo>
                  <a:lnTo>
                    <a:pt x="833" y="1010"/>
                  </a:lnTo>
                  <a:lnTo>
                    <a:pt x="838" y="1006"/>
                  </a:lnTo>
                  <a:lnTo>
                    <a:pt x="842" y="1002"/>
                  </a:lnTo>
                  <a:lnTo>
                    <a:pt x="846" y="997"/>
                  </a:lnTo>
                  <a:lnTo>
                    <a:pt x="852" y="992"/>
                  </a:lnTo>
                  <a:lnTo>
                    <a:pt x="857" y="989"/>
                  </a:lnTo>
                  <a:lnTo>
                    <a:pt x="862" y="988"/>
                  </a:lnTo>
                  <a:lnTo>
                    <a:pt x="867" y="989"/>
                  </a:lnTo>
                  <a:lnTo>
                    <a:pt x="872" y="994"/>
                  </a:lnTo>
                  <a:lnTo>
                    <a:pt x="878" y="1004"/>
                  </a:lnTo>
                  <a:lnTo>
                    <a:pt x="884" y="1014"/>
                  </a:lnTo>
                  <a:lnTo>
                    <a:pt x="888" y="1020"/>
                  </a:lnTo>
                  <a:lnTo>
                    <a:pt x="892" y="1025"/>
                  </a:lnTo>
                  <a:lnTo>
                    <a:pt x="895" y="1028"/>
                  </a:lnTo>
                  <a:lnTo>
                    <a:pt x="897" y="1031"/>
                  </a:lnTo>
                  <a:lnTo>
                    <a:pt x="898" y="1035"/>
                  </a:lnTo>
                  <a:lnTo>
                    <a:pt x="898" y="1040"/>
                  </a:lnTo>
                  <a:lnTo>
                    <a:pt x="897" y="1049"/>
                  </a:lnTo>
                  <a:lnTo>
                    <a:pt x="895" y="1057"/>
                  </a:lnTo>
                  <a:lnTo>
                    <a:pt x="893" y="1064"/>
                  </a:lnTo>
                  <a:lnTo>
                    <a:pt x="891" y="1069"/>
                  </a:lnTo>
                  <a:lnTo>
                    <a:pt x="888" y="1072"/>
                  </a:lnTo>
                  <a:lnTo>
                    <a:pt x="885" y="1073"/>
                  </a:lnTo>
                  <a:lnTo>
                    <a:pt x="881" y="1073"/>
                  </a:lnTo>
                  <a:lnTo>
                    <a:pt x="876" y="1070"/>
                  </a:lnTo>
                  <a:lnTo>
                    <a:pt x="870" y="1065"/>
                  </a:lnTo>
                  <a:lnTo>
                    <a:pt x="864" y="1061"/>
                  </a:lnTo>
                  <a:lnTo>
                    <a:pt x="859" y="1061"/>
                  </a:lnTo>
                  <a:lnTo>
                    <a:pt x="855" y="1063"/>
                  </a:lnTo>
                  <a:lnTo>
                    <a:pt x="852" y="1068"/>
                  </a:lnTo>
                  <a:lnTo>
                    <a:pt x="849" y="1074"/>
                  </a:lnTo>
                  <a:lnTo>
                    <a:pt x="847" y="1081"/>
                  </a:lnTo>
                  <a:lnTo>
                    <a:pt x="847" y="1087"/>
                  </a:lnTo>
                  <a:lnTo>
                    <a:pt x="847" y="1093"/>
                  </a:lnTo>
                  <a:lnTo>
                    <a:pt x="848" y="1100"/>
                  </a:lnTo>
                  <a:lnTo>
                    <a:pt x="848" y="1108"/>
                  </a:lnTo>
                  <a:lnTo>
                    <a:pt x="848" y="1116"/>
                  </a:lnTo>
                  <a:lnTo>
                    <a:pt x="848" y="1125"/>
                  </a:lnTo>
                  <a:lnTo>
                    <a:pt x="848" y="1133"/>
                  </a:lnTo>
                  <a:lnTo>
                    <a:pt x="847" y="1140"/>
                  </a:lnTo>
                  <a:lnTo>
                    <a:pt x="847" y="1144"/>
                  </a:lnTo>
                  <a:lnTo>
                    <a:pt x="847" y="1146"/>
                  </a:lnTo>
                  <a:lnTo>
                    <a:pt x="856" y="1177"/>
                  </a:lnTo>
                  <a:lnTo>
                    <a:pt x="856" y="1176"/>
                  </a:lnTo>
                  <a:lnTo>
                    <a:pt x="856" y="1175"/>
                  </a:lnTo>
                  <a:lnTo>
                    <a:pt x="858" y="1173"/>
                  </a:lnTo>
                  <a:lnTo>
                    <a:pt x="860" y="1170"/>
                  </a:lnTo>
                  <a:lnTo>
                    <a:pt x="865" y="1167"/>
                  </a:lnTo>
                  <a:lnTo>
                    <a:pt x="872" y="1165"/>
                  </a:lnTo>
                  <a:lnTo>
                    <a:pt x="881" y="1163"/>
                  </a:lnTo>
                  <a:lnTo>
                    <a:pt x="894" y="1161"/>
                  </a:lnTo>
                  <a:lnTo>
                    <a:pt x="908" y="1159"/>
                  </a:lnTo>
                  <a:lnTo>
                    <a:pt x="919" y="1156"/>
                  </a:lnTo>
                  <a:lnTo>
                    <a:pt x="928" y="1153"/>
                  </a:lnTo>
                  <a:lnTo>
                    <a:pt x="936" y="1149"/>
                  </a:lnTo>
                  <a:lnTo>
                    <a:pt x="942" y="1145"/>
                  </a:lnTo>
                  <a:lnTo>
                    <a:pt x="948" y="1143"/>
                  </a:lnTo>
                  <a:lnTo>
                    <a:pt x="955" y="1142"/>
                  </a:lnTo>
                  <a:lnTo>
                    <a:pt x="962" y="1143"/>
                  </a:lnTo>
                  <a:lnTo>
                    <a:pt x="970" y="1145"/>
                  </a:lnTo>
                  <a:lnTo>
                    <a:pt x="978" y="1145"/>
                  </a:lnTo>
                  <a:lnTo>
                    <a:pt x="986" y="1145"/>
                  </a:lnTo>
                  <a:lnTo>
                    <a:pt x="994" y="1144"/>
                  </a:lnTo>
                  <a:lnTo>
                    <a:pt x="1002" y="1143"/>
                  </a:lnTo>
                  <a:lnTo>
                    <a:pt x="1008" y="1141"/>
                  </a:lnTo>
                  <a:lnTo>
                    <a:pt x="1012" y="1140"/>
                  </a:lnTo>
                  <a:lnTo>
                    <a:pt x="1013" y="1140"/>
                  </a:lnTo>
                  <a:lnTo>
                    <a:pt x="1024" y="1121"/>
                  </a:lnTo>
                  <a:lnTo>
                    <a:pt x="1023" y="1120"/>
                  </a:lnTo>
                  <a:lnTo>
                    <a:pt x="1021" y="1117"/>
                  </a:lnTo>
                  <a:lnTo>
                    <a:pt x="1019" y="1113"/>
                  </a:lnTo>
                  <a:lnTo>
                    <a:pt x="1015" y="1108"/>
                  </a:lnTo>
                  <a:lnTo>
                    <a:pt x="1012" y="1102"/>
                  </a:lnTo>
                  <a:lnTo>
                    <a:pt x="1008" y="1095"/>
                  </a:lnTo>
                  <a:lnTo>
                    <a:pt x="1005" y="1089"/>
                  </a:lnTo>
                  <a:lnTo>
                    <a:pt x="1002" y="1084"/>
                  </a:lnTo>
                  <a:lnTo>
                    <a:pt x="999" y="1078"/>
                  </a:lnTo>
                  <a:lnTo>
                    <a:pt x="997" y="1070"/>
                  </a:lnTo>
                  <a:lnTo>
                    <a:pt x="996" y="1061"/>
                  </a:lnTo>
                  <a:lnTo>
                    <a:pt x="995" y="1054"/>
                  </a:lnTo>
                  <a:lnTo>
                    <a:pt x="996" y="1049"/>
                  </a:lnTo>
                  <a:lnTo>
                    <a:pt x="999" y="1047"/>
                  </a:lnTo>
                  <a:lnTo>
                    <a:pt x="1005" y="1050"/>
                  </a:lnTo>
                  <a:lnTo>
                    <a:pt x="1013" y="1060"/>
                  </a:lnTo>
                  <a:lnTo>
                    <a:pt x="1021" y="1071"/>
                  </a:lnTo>
                  <a:lnTo>
                    <a:pt x="1026" y="1077"/>
                  </a:lnTo>
                  <a:lnTo>
                    <a:pt x="1029" y="1079"/>
                  </a:lnTo>
                  <a:lnTo>
                    <a:pt x="1031" y="1078"/>
                  </a:lnTo>
                  <a:lnTo>
                    <a:pt x="1033" y="1075"/>
                  </a:lnTo>
                  <a:lnTo>
                    <a:pt x="1035" y="1071"/>
                  </a:lnTo>
                  <a:lnTo>
                    <a:pt x="1037" y="1065"/>
                  </a:lnTo>
                  <a:lnTo>
                    <a:pt x="1040" y="1060"/>
                  </a:lnTo>
                  <a:lnTo>
                    <a:pt x="1044" y="1054"/>
                  </a:lnTo>
                  <a:lnTo>
                    <a:pt x="1048" y="1045"/>
                  </a:lnTo>
                  <a:lnTo>
                    <a:pt x="1052" y="1037"/>
                  </a:lnTo>
                  <a:lnTo>
                    <a:pt x="1055" y="1029"/>
                  </a:lnTo>
                  <a:lnTo>
                    <a:pt x="1057" y="1021"/>
                  </a:lnTo>
                  <a:lnTo>
                    <a:pt x="1059" y="1015"/>
                  </a:lnTo>
                  <a:lnTo>
                    <a:pt x="1060" y="1011"/>
                  </a:lnTo>
                  <a:lnTo>
                    <a:pt x="1060" y="1009"/>
                  </a:lnTo>
                  <a:lnTo>
                    <a:pt x="1061" y="1008"/>
                  </a:lnTo>
                  <a:lnTo>
                    <a:pt x="1065" y="1007"/>
                  </a:lnTo>
                  <a:lnTo>
                    <a:pt x="1069" y="1006"/>
                  </a:lnTo>
                  <a:lnTo>
                    <a:pt x="1075" y="1005"/>
                  </a:lnTo>
                  <a:lnTo>
                    <a:pt x="1080" y="1007"/>
                  </a:lnTo>
                  <a:lnTo>
                    <a:pt x="1084" y="1011"/>
                  </a:lnTo>
                  <a:lnTo>
                    <a:pt x="1086" y="1019"/>
                  </a:lnTo>
                  <a:lnTo>
                    <a:pt x="1085" y="1031"/>
                  </a:lnTo>
                  <a:lnTo>
                    <a:pt x="1083" y="1044"/>
                  </a:lnTo>
                  <a:lnTo>
                    <a:pt x="1082" y="1055"/>
                  </a:lnTo>
                  <a:lnTo>
                    <a:pt x="1082" y="1062"/>
                  </a:lnTo>
                  <a:lnTo>
                    <a:pt x="1083" y="1067"/>
                  </a:lnTo>
                  <a:lnTo>
                    <a:pt x="1085" y="1072"/>
                  </a:lnTo>
                  <a:lnTo>
                    <a:pt x="1088" y="1075"/>
                  </a:lnTo>
                  <a:lnTo>
                    <a:pt x="1091" y="1079"/>
                  </a:lnTo>
                  <a:lnTo>
                    <a:pt x="1096" y="1084"/>
                  </a:lnTo>
                  <a:lnTo>
                    <a:pt x="1100" y="1090"/>
                  </a:lnTo>
                  <a:lnTo>
                    <a:pt x="1104" y="1099"/>
                  </a:lnTo>
                  <a:lnTo>
                    <a:pt x="1106" y="1108"/>
                  </a:lnTo>
                  <a:lnTo>
                    <a:pt x="1107" y="1117"/>
                  </a:lnTo>
                  <a:lnTo>
                    <a:pt x="1108" y="1127"/>
                  </a:lnTo>
                  <a:lnTo>
                    <a:pt x="1109" y="1137"/>
                  </a:lnTo>
                  <a:lnTo>
                    <a:pt x="1110" y="1146"/>
                  </a:lnTo>
                  <a:lnTo>
                    <a:pt x="1113" y="1155"/>
                  </a:lnTo>
                  <a:lnTo>
                    <a:pt x="1117" y="1162"/>
                  </a:lnTo>
                  <a:lnTo>
                    <a:pt x="1120" y="1168"/>
                  </a:lnTo>
                  <a:lnTo>
                    <a:pt x="1123" y="1173"/>
                  </a:lnTo>
                  <a:lnTo>
                    <a:pt x="1126" y="1178"/>
                  </a:lnTo>
                  <a:lnTo>
                    <a:pt x="1128" y="1183"/>
                  </a:lnTo>
                  <a:lnTo>
                    <a:pt x="1128" y="1188"/>
                  </a:lnTo>
                  <a:lnTo>
                    <a:pt x="1127" y="1194"/>
                  </a:lnTo>
                  <a:lnTo>
                    <a:pt x="1124" y="1203"/>
                  </a:lnTo>
                  <a:lnTo>
                    <a:pt x="1120" y="1211"/>
                  </a:lnTo>
                  <a:lnTo>
                    <a:pt x="1117" y="1220"/>
                  </a:lnTo>
                  <a:lnTo>
                    <a:pt x="1115" y="1228"/>
                  </a:lnTo>
                  <a:lnTo>
                    <a:pt x="1113" y="1236"/>
                  </a:lnTo>
                  <a:lnTo>
                    <a:pt x="1112" y="1243"/>
                  </a:lnTo>
                  <a:lnTo>
                    <a:pt x="1111" y="1249"/>
                  </a:lnTo>
                  <a:lnTo>
                    <a:pt x="1111" y="1253"/>
                  </a:lnTo>
                  <a:lnTo>
                    <a:pt x="1111" y="1254"/>
                  </a:lnTo>
                  <a:lnTo>
                    <a:pt x="1110" y="1254"/>
                  </a:lnTo>
                  <a:lnTo>
                    <a:pt x="1106" y="1254"/>
                  </a:lnTo>
                  <a:lnTo>
                    <a:pt x="1100" y="1255"/>
                  </a:lnTo>
                  <a:lnTo>
                    <a:pt x="1094" y="1255"/>
                  </a:lnTo>
                  <a:lnTo>
                    <a:pt x="1086" y="1255"/>
                  </a:lnTo>
                  <a:lnTo>
                    <a:pt x="1078" y="1255"/>
                  </a:lnTo>
                  <a:lnTo>
                    <a:pt x="1070" y="1255"/>
                  </a:lnTo>
                  <a:lnTo>
                    <a:pt x="1063" y="1254"/>
                  </a:lnTo>
                  <a:lnTo>
                    <a:pt x="1058" y="1255"/>
                  </a:lnTo>
                  <a:lnTo>
                    <a:pt x="1056" y="1258"/>
                  </a:lnTo>
                  <a:lnTo>
                    <a:pt x="1057" y="1263"/>
                  </a:lnTo>
                  <a:lnTo>
                    <a:pt x="1060" y="1269"/>
                  </a:lnTo>
                  <a:lnTo>
                    <a:pt x="1063" y="1276"/>
                  </a:lnTo>
                  <a:lnTo>
                    <a:pt x="1067" y="1281"/>
                  </a:lnTo>
                  <a:lnTo>
                    <a:pt x="1070" y="1285"/>
                  </a:lnTo>
                  <a:lnTo>
                    <a:pt x="1071" y="1287"/>
                  </a:lnTo>
                  <a:lnTo>
                    <a:pt x="1070" y="1287"/>
                  </a:lnTo>
                  <a:lnTo>
                    <a:pt x="1067" y="1288"/>
                  </a:lnTo>
                  <a:lnTo>
                    <a:pt x="1063" y="1289"/>
                  </a:lnTo>
                  <a:lnTo>
                    <a:pt x="1058" y="1290"/>
                  </a:lnTo>
                  <a:lnTo>
                    <a:pt x="1052" y="1294"/>
                  </a:lnTo>
                  <a:lnTo>
                    <a:pt x="1046" y="1299"/>
                  </a:lnTo>
                  <a:lnTo>
                    <a:pt x="1041" y="1305"/>
                  </a:lnTo>
                  <a:lnTo>
                    <a:pt x="1037" y="1313"/>
                  </a:lnTo>
                  <a:lnTo>
                    <a:pt x="1034" y="1319"/>
                  </a:lnTo>
                  <a:lnTo>
                    <a:pt x="1030" y="1320"/>
                  </a:lnTo>
                  <a:lnTo>
                    <a:pt x="1025" y="1318"/>
                  </a:lnTo>
                  <a:lnTo>
                    <a:pt x="1020" y="1313"/>
                  </a:lnTo>
                  <a:lnTo>
                    <a:pt x="1014" y="1308"/>
                  </a:lnTo>
                  <a:lnTo>
                    <a:pt x="1008" y="1302"/>
                  </a:lnTo>
                  <a:lnTo>
                    <a:pt x="1000" y="1299"/>
                  </a:lnTo>
                  <a:lnTo>
                    <a:pt x="992" y="1299"/>
                  </a:lnTo>
                  <a:lnTo>
                    <a:pt x="986" y="1300"/>
                  </a:lnTo>
                  <a:lnTo>
                    <a:pt x="984" y="1299"/>
                  </a:lnTo>
                  <a:lnTo>
                    <a:pt x="985" y="1295"/>
                  </a:lnTo>
                  <a:lnTo>
                    <a:pt x="988" y="1290"/>
                  </a:lnTo>
                  <a:lnTo>
                    <a:pt x="991" y="1285"/>
                  </a:lnTo>
                  <a:lnTo>
                    <a:pt x="996" y="1279"/>
                  </a:lnTo>
                  <a:lnTo>
                    <a:pt x="999" y="1273"/>
                  </a:lnTo>
                  <a:lnTo>
                    <a:pt x="1002" y="1267"/>
                  </a:lnTo>
                  <a:lnTo>
                    <a:pt x="1004" y="1261"/>
                  </a:lnTo>
                  <a:lnTo>
                    <a:pt x="1006" y="1257"/>
                  </a:lnTo>
                  <a:lnTo>
                    <a:pt x="1009" y="1253"/>
                  </a:lnTo>
                  <a:lnTo>
                    <a:pt x="1010" y="1250"/>
                  </a:lnTo>
                  <a:lnTo>
                    <a:pt x="1008" y="1247"/>
                  </a:lnTo>
                  <a:lnTo>
                    <a:pt x="1000" y="1245"/>
                  </a:lnTo>
                  <a:lnTo>
                    <a:pt x="989" y="1244"/>
                  </a:lnTo>
                  <a:lnTo>
                    <a:pt x="970" y="1244"/>
                  </a:lnTo>
                  <a:lnTo>
                    <a:pt x="948" y="1243"/>
                  </a:lnTo>
                  <a:lnTo>
                    <a:pt x="931" y="1242"/>
                  </a:lnTo>
                  <a:lnTo>
                    <a:pt x="917" y="1240"/>
                  </a:lnTo>
                  <a:lnTo>
                    <a:pt x="907" y="1239"/>
                  </a:lnTo>
                  <a:lnTo>
                    <a:pt x="897" y="1238"/>
                  </a:lnTo>
                  <a:lnTo>
                    <a:pt x="892" y="1238"/>
                  </a:lnTo>
                  <a:lnTo>
                    <a:pt x="888" y="1239"/>
                  </a:lnTo>
                  <a:lnTo>
                    <a:pt x="886" y="1242"/>
                  </a:lnTo>
                  <a:lnTo>
                    <a:pt x="884" y="1244"/>
                  </a:lnTo>
                  <a:lnTo>
                    <a:pt x="881" y="1243"/>
                  </a:lnTo>
                  <a:lnTo>
                    <a:pt x="877" y="1241"/>
                  </a:lnTo>
                  <a:lnTo>
                    <a:pt x="872" y="1238"/>
                  </a:lnTo>
                  <a:lnTo>
                    <a:pt x="866" y="1235"/>
                  </a:lnTo>
                  <a:lnTo>
                    <a:pt x="859" y="1235"/>
                  </a:lnTo>
                  <a:lnTo>
                    <a:pt x="850" y="1237"/>
                  </a:lnTo>
                  <a:lnTo>
                    <a:pt x="841" y="1244"/>
                  </a:lnTo>
                  <a:lnTo>
                    <a:pt x="833" y="1253"/>
                  </a:lnTo>
                  <a:lnTo>
                    <a:pt x="826" y="1260"/>
                  </a:lnTo>
                  <a:lnTo>
                    <a:pt x="821" y="1264"/>
                  </a:lnTo>
                  <a:lnTo>
                    <a:pt x="817" y="1267"/>
                  </a:lnTo>
                  <a:lnTo>
                    <a:pt x="812" y="1267"/>
                  </a:lnTo>
                  <a:lnTo>
                    <a:pt x="807" y="1264"/>
                  </a:lnTo>
                  <a:lnTo>
                    <a:pt x="799" y="1259"/>
                  </a:lnTo>
                  <a:lnTo>
                    <a:pt x="791" y="1251"/>
                  </a:lnTo>
                  <a:lnTo>
                    <a:pt x="782" y="1243"/>
                  </a:lnTo>
                  <a:lnTo>
                    <a:pt x="774" y="1239"/>
                  </a:lnTo>
                  <a:lnTo>
                    <a:pt x="769" y="1237"/>
                  </a:lnTo>
                  <a:lnTo>
                    <a:pt x="766" y="1236"/>
                  </a:lnTo>
                  <a:lnTo>
                    <a:pt x="767" y="1236"/>
                  </a:lnTo>
                  <a:lnTo>
                    <a:pt x="772" y="1235"/>
                  </a:lnTo>
                  <a:lnTo>
                    <a:pt x="783" y="1231"/>
                  </a:lnTo>
                  <a:lnTo>
                    <a:pt x="799" y="1225"/>
                  </a:lnTo>
                  <a:lnTo>
                    <a:pt x="817" y="1217"/>
                  </a:lnTo>
                  <a:lnTo>
                    <a:pt x="829" y="1209"/>
                  </a:lnTo>
                  <a:lnTo>
                    <a:pt x="837" y="1201"/>
                  </a:lnTo>
                  <a:lnTo>
                    <a:pt x="840" y="1193"/>
                  </a:lnTo>
                  <a:lnTo>
                    <a:pt x="840" y="1187"/>
                  </a:lnTo>
                  <a:lnTo>
                    <a:pt x="838" y="1182"/>
                  </a:lnTo>
                  <a:lnTo>
                    <a:pt x="832" y="1179"/>
                  </a:lnTo>
                  <a:lnTo>
                    <a:pt x="825" y="1177"/>
                  </a:lnTo>
                  <a:lnTo>
                    <a:pt x="817" y="1176"/>
                  </a:lnTo>
                  <a:lnTo>
                    <a:pt x="811" y="1174"/>
                  </a:lnTo>
                  <a:lnTo>
                    <a:pt x="805" y="1172"/>
                  </a:lnTo>
                  <a:lnTo>
                    <a:pt x="799" y="1170"/>
                  </a:lnTo>
                  <a:lnTo>
                    <a:pt x="794" y="1169"/>
                  </a:lnTo>
                  <a:lnTo>
                    <a:pt x="790" y="1170"/>
                  </a:lnTo>
                  <a:lnTo>
                    <a:pt x="785" y="1172"/>
                  </a:lnTo>
                  <a:lnTo>
                    <a:pt x="780" y="1177"/>
                  </a:lnTo>
                  <a:lnTo>
                    <a:pt x="775" y="1181"/>
                  </a:lnTo>
                  <a:lnTo>
                    <a:pt x="769" y="1181"/>
                  </a:lnTo>
                  <a:lnTo>
                    <a:pt x="763" y="1178"/>
                  </a:lnTo>
                  <a:lnTo>
                    <a:pt x="759" y="1174"/>
                  </a:lnTo>
                  <a:lnTo>
                    <a:pt x="755" y="1170"/>
                  </a:lnTo>
                  <a:lnTo>
                    <a:pt x="751" y="1168"/>
                  </a:lnTo>
                  <a:lnTo>
                    <a:pt x="750" y="1169"/>
                  </a:lnTo>
                  <a:lnTo>
                    <a:pt x="751" y="1175"/>
                  </a:lnTo>
                  <a:lnTo>
                    <a:pt x="751" y="1180"/>
                  </a:lnTo>
                  <a:lnTo>
                    <a:pt x="748" y="1180"/>
                  </a:lnTo>
                  <a:lnTo>
                    <a:pt x="743" y="1177"/>
                  </a:lnTo>
                  <a:lnTo>
                    <a:pt x="736" y="1171"/>
                  </a:lnTo>
                  <a:lnTo>
                    <a:pt x="729" y="1164"/>
                  </a:lnTo>
                  <a:lnTo>
                    <a:pt x="722" y="1157"/>
                  </a:lnTo>
                  <a:lnTo>
                    <a:pt x="718" y="1152"/>
                  </a:lnTo>
                  <a:lnTo>
                    <a:pt x="716" y="1150"/>
                  </a:lnTo>
                  <a:lnTo>
                    <a:pt x="714" y="1149"/>
                  </a:lnTo>
                  <a:lnTo>
                    <a:pt x="710" y="1145"/>
                  </a:lnTo>
                  <a:lnTo>
                    <a:pt x="705" y="1141"/>
                  </a:lnTo>
                  <a:lnTo>
                    <a:pt x="697" y="1136"/>
                  </a:lnTo>
                  <a:lnTo>
                    <a:pt x="691" y="1133"/>
                  </a:lnTo>
                  <a:lnTo>
                    <a:pt x="686" y="1130"/>
                  </a:lnTo>
                  <a:lnTo>
                    <a:pt x="684" y="1130"/>
                  </a:lnTo>
                  <a:lnTo>
                    <a:pt x="684" y="1132"/>
                  </a:lnTo>
                  <a:lnTo>
                    <a:pt x="685" y="1141"/>
                  </a:lnTo>
                  <a:lnTo>
                    <a:pt x="682" y="1151"/>
                  </a:lnTo>
                  <a:lnTo>
                    <a:pt x="678" y="1158"/>
                  </a:lnTo>
                  <a:lnTo>
                    <a:pt x="676" y="1161"/>
                  </a:lnTo>
                  <a:lnTo>
                    <a:pt x="674" y="1161"/>
                  </a:lnTo>
                  <a:lnTo>
                    <a:pt x="670" y="1161"/>
                  </a:lnTo>
                  <a:lnTo>
                    <a:pt x="663" y="1160"/>
                  </a:lnTo>
                  <a:lnTo>
                    <a:pt x="655" y="1159"/>
                  </a:lnTo>
                  <a:lnTo>
                    <a:pt x="646" y="1158"/>
                  </a:lnTo>
                  <a:lnTo>
                    <a:pt x="637" y="1157"/>
                  </a:lnTo>
                  <a:lnTo>
                    <a:pt x="629" y="1155"/>
                  </a:lnTo>
                  <a:lnTo>
                    <a:pt x="623" y="1153"/>
                  </a:lnTo>
                  <a:lnTo>
                    <a:pt x="618" y="1150"/>
                  </a:lnTo>
                  <a:lnTo>
                    <a:pt x="612" y="1145"/>
                  </a:lnTo>
                  <a:lnTo>
                    <a:pt x="607" y="1142"/>
                  </a:lnTo>
                  <a:lnTo>
                    <a:pt x="601" y="1139"/>
                  </a:lnTo>
                  <a:lnTo>
                    <a:pt x="595" y="1137"/>
                  </a:lnTo>
                  <a:lnTo>
                    <a:pt x="590" y="1138"/>
                  </a:lnTo>
                  <a:lnTo>
                    <a:pt x="584" y="1142"/>
                  </a:lnTo>
                  <a:lnTo>
                    <a:pt x="578" y="1150"/>
                  </a:lnTo>
                  <a:lnTo>
                    <a:pt x="573" y="1158"/>
                  </a:lnTo>
                  <a:lnTo>
                    <a:pt x="568" y="1164"/>
                  </a:lnTo>
                  <a:lnTo>
                    <a:pt x="563" y="1169"/>
                  </a:lnTo>
                  <a:lnTo>
                    <a:pt x="559" y="1172"/>
                  </a:lnTo>
                  <a:lnTo>
                    <a:pt x="553" y="1174"/>
                  </a:lnTo>
                  <a:lnTo>
                    <a:pt x="546" y="1175"/>
                  </a:lnTo>
                  <a:lnTo>
                    <a:pt x="538" y="1175"/>
                  </a:lnTo>
                  <a:lnTo>
                    <a:pt x="528" y="1175"/>
                  </a:lnTo>
                  <a:lnTo>
                    <a:pt x="518" y="1174"/>
                  </a:lnTo>
                  <a:lnTo>
                    <a:pt x="510" y="1171"/>
                  </a:lnTo>
                  <a:lnTo>
                    <a:pt x="504" y="1167"/>
                  </a:lnTo>
                  <a:lnTo>
                    <a:pt x="499" y="1162"/>
                  </a:lnTo>
                  <a:lnTo>
                    <a:pt x="497" y="1158"/>
                  </a:lnTo>
                  <a:lnTo>
                    <a:pt x="495" y="1154"/>
                  </a:lnTo>
                  <a:lnTo>
                    <a:pt x="494" y="1151"/>
                  </a:lnTo>
                  <a:lnTo>
                    <a:pt x="494" y="1150"/>
                  </a:lnTo>
                  <a:lnTo>
                    <a:pt x="492" y="1148"/>
                  </a:lnTo>
                  <a:lnTo>
                    <a:pt x="487" y="1142"/>
                  </a:lnTo>
                  <a:lnTo>
                    <a:pt x="480" y="1135"/>
                  </a:lnTo>
                  <a:lnTo>
                    <a:pt x="472" y="1126"/>
                  </a:lnTo>
                  <a:lnTo>
                    <a:pt x="463" y="1117"/>
                  </a:lnTo>
                  <a:lnTo>
                    <a:pt x="456" y="1107"/>
                  </a:lnTo>
                  <a:lnTo>
                    <a:pt x="449" y="1098"/>
                  </a:lnTo>
                  <a:lnTo>
                    <a:pt x="446" y="1090"/>
                  </a:lnTo>
                  <a:lnTo>
                    <a:pt x="445" y="1082"/>
                  </a:lnTo>
                  <a:lnTo>
                    <a:pt x="446" y="1073"/>
                  </a:lnTo>
                  <a:lnTo>
                    <a:pt x="447" y="1063"/>
                  </a:lnTo>
                  <a:lnTo>
                    <a:pt x="448" y="1052"/>
                  </a:lnTo>
                  <a:lnTo>
                    <a:pt x="449" y="1041"/>
                  </a:lnTo>
                  <a:lnTo>
                    <a:pt x="451" y="1033"/>
                  </a:lnTo>
                  <a:lnTo>
                    <a:pt x="453" y="1028"/>
                  </a:lnTo>
                  <a:lnTo>
                    <a:pt x="453" y="1026"/>
                  </a:lnTo>
                  <a:lnTo>
                    <a:pt x="453" y="1024"/>
                  </a:lnTo>
                  <a:lnTo>
                    <a:pt x="454" y="1020"/>
                  </a:lnTo>
                  <a:lnTo>
                    <a:pt x="455" y="1015"/>
                  </a:lnTo>
                  <a:lnTo>
                    <a:pt x="454" y="1011"/>
                  </a:lnTo>
                  <a:lnTo>
                    <a:pt x="450" y="1009"/>
                  </a:lnTo>
                  <a:lnTo>
                    <a:pt x="444" y="1012"/>
                  </a:lnTo>
                  <a:lnTo>
                    <a:pt x="435" y="1021"/>
                  </a:lnTo>
                  <a:lnTo>
                    <a:pt x="422" y="1037"/>
                  </a:lnTo>
                  <a:lnTo>
                    <a:pt x="410" y="1055"/>
                  </a:lnTo>
                  <a:lnTo>
                    <a:pt x="402" y="1065"/>
                  </a:lnTo>
                  <a:lnTo>
                    <a:pt x="398" y="1071"/>
                  </a:lnTo>
                  <a:lnTo>
                    <a:pt x="397" y="1072"/>
                  </a:lnTo>
                  <a:lnTo>
                    <a:pt x="397" y="1070"/>
                  </a:lnTo>
                  <a:lnTo>
                    <a:pt x="394" y="1067"/>
                  </a:lnTo>
                  <a:lnTo>
                    <a:pt x="389" y="1063"/>
                  </a:lnTo>
                  <a:lnTo>
                    <a:pt x="379" y="1060"/>
                  </a:lnTo>
                  <a:lnTo>
                    <a:pt x="369" y="1059"/>
                  </a:lnTo>
                  <a:lnTo>
                    <a:pt x="364" y="1061"/>
                  </a:lnTo>
                  <a:lnTo>
                    <a:pt x="362" y="1066"/>
                  </a:lnTo>
                  <a:lnTo>
                    <a:pt x="361" y="1071"/>
                  </a:lnTo>
                  <a:lnTo>
                    <a:pt x="360" y="1077"/>
                  </a:lnTo>
                  <a:lnTo>
                    <a:pt x="358" y="1082"/>
                  </a:lnTo>
                  <a:lnTo>
                    <a:pt x="351" y="1087"/>
                  </a:lnTo>
                  <a:lnTo>
                    <a:pt x="340" y="1090"/>
                  </a:lnTo>
                  <a:lnTo>
                    <a:pt x="329" y="1093"/>
                  </a:lnTo>
                  <a:lnTo>
                    <a:pt x="325" y="1098"/>
                  </a:lnTo>
                  <a:lnTo>
                    <a:pt x="325" y="1103"/>
                  </a:lnTo>
                  <a:lnTo>
                    <a:pt x="327" y="1108"/>
                  </a:lnTo>
                  <a:lnTo>
                    <a:pt x="329" y="1112"/>
                  </a:lnTo>
                  <a:lnTo>
                    <a:pt x="330" y="1115"/>
                  </a:lnTo>
                  <a:lnTo>
                    <a:pt x="327" y="1115"/>
                  </a:lnTo>
                  <a:lnTo>
                    <a:pt x="318" y="1113"/>
                  </a:lnTo>
                  <a:lnTo>
                    <a:pt x="307" y="1111"/>
                  </a:lnTo>
                  <a:lnTo>
                    <a:pt x="298" y="1113"/>
                  </a:lnTo>
                  <a:lnTo>
                    <a:pt x="291" y="1117"/>
                  </a:lnTo>
                  <a:lnTo>
                    <a:pt x="285" y="1122"/>
                  </a:lnTo>
                  <a:lnTo>
                    <a:pt x="280" y="1127"/>
                  </a:lnTo>
                  <a:lnTo>
                    <a:pt x="274" y="1130"/>
                  </a:lnTo>
                  <a:lnTo>
                    <a:pt x="266" y="1132"/>
                  </a:lnTo>
                  <a:lnTo>
                    <a:pt x="257" y="1129"/>
                  </a:lnTo>
                  <a:lnTo>
                    <a:pt x="246" y="1123"/>
                  </a:lnTo>
                  <a:lnTo>
                    <a:pt x="236" y="1115"/>
                  </a:lnTo>
                  <a:lnTo>
                    <a:pt x="226" y="1107"/>
                  </a:lnTo>
                  <a:lnTo>
                    <a:pt x="218" y="1098"/>
                  </a:lnTo>
                  <a:lnTo>
                    <a:pt x="211" y="1089"/>
                  </a:lnTo>
                  <a:lnTo>
                    <a:pt x="206" y="1082"/>
                  </a:lnTo>
                  <a:lnTo>
                    <a:pt x="201" y="1078"/>
                  </a:lnTo>
                  <a:lnTo>
                    <a:pt x="200" y="1076"/>
                  </a:lnTo>
                  <a:lnTo>
                    <a:pt x="199" y="1077"/>
                  </a:lnTo>
                  <a:lnTo>
                    <a:pt x="197" y="1081"/>
                  </a:lnTo>
                  <a:lnTo>
                    <a:pt x="194" y="1087"/>
                  </a:lnTo>
                  <a:lnTo>
                    <a:pt x="190" y="1094"/>
                  </a:lnTo>
                  <a:lnTo>
                    <a:pt x="184" y="1087"/>
                  </a:lnTo>
                  <a:lnTo>
                    <a:pt x="179" y="1079"/>
                  </a:lnTo>
                  <a:lnTo>
                    <a:pt x="174" y="1072"/>
                  </a:lnTo>
                  <a:lnTo>
                    <a:pt x="169" y="1064"/>
                  </a:lnTo>
                  <a:lnTo>
                    <a:pt x="166" y="1058"/>
                  </a:lnTo>
                  <a:lnTo>
                    <a:pt x="163" y="1052"/>
                  </a:lnTo>
                  <a:lnTo>
                    <a:pt x="162" y="1047"/>
                  </a:lnTo>
                  <a:lnTo>
                    <a:pt x="162" y="1042"/>
                  </a:lnTo>
                  <a:lnTo>
                    <a:pt x="162" y="1035"/>
                  </a:lnTo>
                  <a:lnTo>
                    <a:pt x="161" y="1027"/>
                  </a:lnTo>
                  <a:lnTo>
                    <a:pt x="159" y="1018"/>
                  </a:lnTo>
                  <a:lnTo>
                    <a:pt x="156" y="1009"/>
                  </a:lnTo>
                  <a:lnTo>
                    <a:pt x="151" y="1000"/>
                  </a:lnTo>
                  <a:lnTo>
                    <a:pt x="148" y="990"/>
                  </a:lnTo>
                  <a:lnTo>
                    <a:pt x="146" y="982"/>
                  </a:lnTo>
                  <a:lnTo>
                    <a:pt x="145" y="975"/>
                  </a:lnTo>
                  <a:lnTo>
                    <a:pt x="144" y="969"/>
                  </a:lnTo>
                  <a:lnTo>
                    <a:pt x="142" y="964"/>
                  </a:lnTo>
                  <a:lnTo>
                    <a:pt x="139" y="960"/>
                  </a:lnTo>
                  <a:lnTo>
                    <a:pt x="135" y="957"/>
                  </a:lnTo>
                  <a:lnTo>
                    <a:pt x="130" y="952"/>
                  </a:lnTo>
                  <a:lnTo>
                    <a:pt x="125" y="945"/>
                  </a:lnTo>
                  <a:lnTo>
                    <a:pt x="120" y="936"/>
                  </a:lnTo>
                  <a:lnTo>
                    <a:pt x="115" y="924"/>
                  </a:lnTo>
                  <a:lnTo>
                    <a:pt x="111" y="911"/>
                  </a:lnTo>
                  <a:lnTo>
                    <a:pt x="108" y="900"/>
                  </a:lnTo>
                  <a:lnTo>
                    <a:pt x="106" y="891"/>
                  </a:lnTo>
                  <a:lnTo>
                    <a:pt x="105" y="886"/>
                  </a:lnTo>
                  <a:lnTo>
                    <a:pt x="103" y="882"/>
                  </a:lnTo>
                  <a:lnTo>
                    <a:pt x="105" y="880"/>
                  </a:lnTo>
                  <a:lnTo>
                    <a:pt x="105" y="879"/>
                  </a:lnTo>
                  <a:lnTo>
                    <a:pt x="43" y="834"/>
                  </a:lnTo>
                  <a:lnTo>
                    <a:pt x="43" y="832"/>
                  </a:lnTo>
                  <a:lnTo>
                    <a:pt x="43" y="827"/>
                  </a:lnTo>
                  <a:lnTo>
                    <a:pt x="42" y="818"/>
                  </a:lnTo>
                  <a:lnTo>
                    <a:pt x="42" y="808"/>
                  </a:lnTo>
                  <a:lnTo>
                    <a:pt x="41" y="796"/>
                  </a:lnTo>
                  <a:lnTo>
                    <a:pt x="40" y="782"/>
                  </a:lnTo>
                  <a:lnTo>
                    <a:pt x="40" y="768"/>
                  </a:lnTo>
                  <a:lnTo>
                    <a:pt x="39" y="755"/>
                  </a:lnTo>
                  <a:lnTo>
                    <a:pt x="38" y="748"/>
                  </a:lnTo>
                  <a:lnTo>
                    <a:pt x="35" y="740"/>
                  </a:lnTo>
                  <a:lnTo>
                    <a:pt x="31" y="731"/>
                  </a:lnTo>
                  <a:lnTo>
                    <a:pt x="26" y="723"/>
                  </a:lnTo>
                  <a:lnTo>
                    <a:pt x="21" y="714"/>
                  </a:lnTo>
                  <a:lnTo>
                    <a:pt x="14" y="705"/>
                  </a:lnTo>
                  <a:lnTo>
                    <a:pt x="8" y="696"/>
                  </a:lnTo>
                  <a:lnTo>
                    <a:pt x="0" y="686"/>
                  </a:lnTo>
                  <a:lnTo>
                    <a:pt x="3" y="684"/>
                  </a:lnTo>
                  <a:lnTo>
                    <a:pt x="6" y="682"/>
                  </a:lnTo>
                  <a:lnTo>
                    <a:pt x="6" y="679"/>
                  </a:lnTo>
                  <a:lnTo>
                    <a:pt x="5" y="676"/>
                  </a:lnTo>
                  <a:lnTo>
                    <a:pt x="1" y="671"/>
                  </a:lnTo>
                  <a:lnTo>
                    <a:pt x="1" y="665"/>
                  </a:lnTo>
                  <a:lnTo>
                    <a:pt x="2" y="658"/>
                  </a:lnTo>
                  <a:lnTo>
                    <a:pt x="3" y="651"/>
                  </a:lnTo>
                  <a:lnTo>
                    <a:pt x="6" y="642"/>
                  </a:lnTo>
                  <a:lnTo>
                    <a:pt x="9" y="632"/>
                  </a:lnTo>
                  <a:lnTo>
                    <a:pt x="10" y="620"/>
                  </a:lnTo>
                  <a:lnTo>
                    <a:pt x="11" y="607"/>
                  </a:lnTo>
                  <a:lnTo>
                    <a:pt x="11" y="592"/>
                  </a:lnTo>
                  <a:lnTo>
                    <a:pt x="13" y="579"/>
                  </a:lnTo>
                  <a:lnTo>
                    <a:pt x="15" y="568"/>
                  </a:lnTo>
                  <a:lnTo>
                    <a:pt x="18" y="558"/>
                  </a:lnTo>
                  <a:lnTo>
                    <a:pt x="22" y="549"/>
                  </a:lnTo>
                  <a:lnTo>
                    <a:pt x="27" y="540"/>
                  </a:lnTo>
                  <a:lnTo>
                    <a:pt x="33" y="533"/>
                  </a:lnTo>
                  <a:lnTo>
                    <a:pt x="39" y="527"/>
                  </a:lnTo>
                  <a:lnTo>
                    <a:pt x="44" y="519"/>
                  </a:lnTo>
                  <a:lnTo>
                    <a:pt x="47" y="508"/>
                  </a:lnTo>
                  <a:lnTo>
                    <a:pt x="48" y="494"/>
                  </a:lnTo>
                  <a:lnTo>
                    <a:pt x="47" y="477"/>
                  </a:lnTo>
                  <a:lnTo>
                    <a:pt x="44" y="461"/>
                  </a:lnTo>
                  <a:lnTo>
                    <a:pt x="40" y="444"/>
                  </a:lnTo>
                  <a:lnTo>
                    <a:pt x="35" y="427"/>
                  </a:lnTo>
                  <a:lnTo>
                    <a:pt x="29" y="413"/>
                  </a:lnTo>
                  <a:lnTo>
                    <a:pt x="25" y="400"/>
                  </a:lnTo>
                  <a:lnTo>
                    <a:pt x="23" y="386"/>
                  </a:lnTo>
                  <a:lnTo>
                    <a:pt x="24" y="373"/>
                  </a:lnTo>
                  <a:lnTo>
                    <a:pt x="28" y="361"/>
                  </a:lnTo>
                  <a:lnTo>
                    <a:pt x="33" y="350"/>
                  </a:lnTo>
                  <a:lnTo>
                    <a:pt x="39" y="339"/>
                  </a:lnTo>
                  <a:lnTo>
                    <a:pt x="47" y="330"/>
                  </a:lnTo>
                  <a:lnTo>
                    <a:pt x="56" y="323"/>
                  </a:lnTo>
                  <a:lnTo>
                    <a:pt x="64" y="315"/>
                  </a:lnTo>
                  <a:lnTo>
                    <a:pt x="70" y="304"/>
                  </a:lnTo>
                  <a:lnTo>
                    <a:pt x="75" y="291"/>
                  </a:lnTo>
                  <a:lnTo>
                    <a:pt x="79" y="278"/>
                  </a:lnTo>
                  <a:lnTo>
                    <a:pt x="80" y="264"/>
                  </a:lnTo>
                  <a:lnTo>
                    <a:pt x="80" y="248"/>
                  </a:lnTo>
                  <a:lnTo>
                    <a:pt x="78" y="231"/>
                  </a:lnTo>
                  <a:lnTo>
                    <a:pt x="74" y="215"/>
                  </a:lnTo>
                  <a:lnTo>
                    <a:pt x="71" y="200"/>
                  </a:lnTo>
                  <a:lnTo>
                    <a:pt x="71" y="185"/>
                  </a:lnTo>
                  <a:lnTo>
                    <a:pt x="75" y="174"/>
                  </a:lnTo>
                  <a:lnTo>
                    <a:pt x="81" y="164"/>
                  </a:lnTo>
                  <a:lnTo>
                    <a:pt x="88" y="157"/>
                  </a:lnTo>
                  <a:lnTo>
                    <a:pt x="97" y="152"/>
                  </a:lnTo>
                  <a:lnTo>
                    <a:pt x="106" y="149"/>
                  </a:lnTo>
                  <a:lnTo>
                    <a:pt x="115" y="148"/>
                  </a:lnTo>
                  <a:lnTo>
                    <a:pt x="122" y="147"/>
                  </a:lnTo>
                  <a:lnTo>
                    <a:pt x="128" y="145"/>
                  </a:lnTo>
                  <a:lnTo>
                    <a:pt x="133" y="140"/>
                  </a:lnTo>
                  <a:lnTo>
                    <a:pt x="136" y="135"/>
                  </a:lnTo>
                  <a:lnTo>
                    <a:pt x="138" y="129"/>
                  </a:lnTo>
                  <a:lnTo>
                    <a:pt x="138" y="123"/>
                  </a:lnTo>
                  <a:lnTo>
                    <a:pt x="138" y="115"/>
                  </a:lnTo>
                  <a:lnTo>
                    <a:pt x="137" y="107"/>
                  </a:lnTo>
                  <a:lnTo>
                    <a:pt x="136" y="98"/>
                  </a:lnTo>
                  <a:lnTo>
                    <a:pt x="138" y="88"/>
                  </a:lnTo>
                  <a:lnTo>
                    <a:pt x="142" y="78"/>
                  </a:lnTo>
                  <a:lnTo>
                    <a:pt x="149" y="67"/>
                  </a:lnTo>
                  <a:lnTo>
                    <a:pt x="158" y="55"/>
                  </a:lnTo>
                  <a:lnTo>
                    <a:pt x="168" y="44"/>
                  </a:lnTo>
                  <a:lnTo>
                    <a:pt x="180" y="31"/>
                  </a:lnTo>
                  <a:lnTo>
                    <a:pt x="194" y="19"/>
                  </a:lnTo>
                  <a:lnTo>
                    <a:pt x="209" y="9"/>
                  </a:lnTo>
                  <a:lnTo>
                    <a:pt x="224" y="4"/>
                  </a:lnTo>
                  <a:lnTo>
                    <a:pt x="238" y="3"/>
                  </a:lnTo>
                  <a:lnTo>
                    <a:pt x="251" y="3"/>
                  </a:lnTo>
                  <a:lnTo>
                    <a:pt x="263" y="5"/>
                  </a:lnTo>
                  <a:lnTo>
                    <a:pt x="272" y="5"/>
                  </a:lnTo>
                  <a:lnTo>
                    <a:pt x="278" y="4"/>
                  </a:lnTo>
                  <a:lnTo>
                    <a:pt x="280"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60" name="Freeform 559">
              <a:extLst>
                <a:ext uri="{FF2B5EF4-FFF2-40B4-BE49-F238E27FC236}">
                  <a16:creationId xmlns:a16="http://schemas.microsoft.com/office/drawing/2014/main" id="{91C45EBF-E983-F5B3-C0CE-6AAB80E286EF}"/>
                </a:ext>
              </a:extLst>
            </p:cNvPr>
            <p:cNvSpPr>
              <a:spLocks/>
            </p:cNvSpPr>
            <p:nvPr/>
          </p:nvSpPr>
          <p:spPr bwMode="auto">
            <a:xfrm>
              <a:off x="2607" y="3530"/>
              <a:ext cx="455" cy="330"/>
            </a:xfrm>
            <a:custGeom>
              <a:avLst/>
              <a:gdLst>
                <a:gd name="T0" fmla="*/ 0 w 1820"/>
                <a:gd name="T1" fmla="*/ 0 h 1320"/>
                <a:gd name="T2" fmla="*/ 0 w 1820"/>
                <a:gd name="T3" fmla="*/ 0 h 1320"/>
                <a:gd name="T4" fmla="*/ 0 w 1820"/>
                <a:gd name="T5" fmla="*/ 0 h 1320"/>
                <a:gd name="T6" fmla="*/ 0 w 1820"/>
                <a:gd name="T7" fmla="*/ 0 h 1320"/>
                <a:gd name="T8" fmla="*/ 0 w 1820"/>
                <a:gd name="T9" fmla="*/ 0 h 1320"/>
                <a:gd name="T10" fmla="*/ 0 w 1820"/>
                <a:gd name="T11" fmla="*/ 0 h 1320"/>
                <a:gd name="T12" fmla="*/ 0 w 1820"/>
                <a:gd name="T13" fmla="*/ 0 h 1320"/>
                <a:gd name="T14" fmla="*/ 0 w 1820"/>
                <a:gd name="T15" fmla="*/ 0 h 1320"/>
                <a:gd name="T16" fmla="*/ 0 w 1820"/>
                <a:gd name="T17" fmla="*/ 0 h 1320"/>
                <a:gd name="T18" fmla="*/ 0 w 1820"/>
                <a:gd name="T19" fmla="*/ 0 h 1320"/>
                <a:gd name="T20" fmla="*/ 0 w 1820"/>
                <a:gd name="T21" fmla="*/ 0 h 1320"/>
                <a:gd name="T22" fmla="*/ 0 w 1820"/>
                <a:gd name="T23" fmla="*/ 0 h 1320"/>
                <a:gd name="T24" fmla="*/ 0 w 1820"/>
                <a:gd name="T25" fmla="*/ 0 h 1320"/>
                <a:gd name="T26" fmla="*/ 0 w 1820"/>
                <a:gd name="T27" fmla="*/ 0 h 1320"/>
                <a:gd name="T28" fmla="*/ 0 w 1820"/>
                <a:gd name="T29" fmla="*/ 0 h 1320"/>
                <a:gd name="T30" fmla="*/ 0 w 1820"/>
                <a:gd name="T31" fmla="*/ 0 h 1320"/>
                <a:gd name="T32" fmla="*/ 0 w 1820"/>
                <a:gd name="T33" fmla="*/ 0 h 1320"/>
                <a:gd name="T34" fmla="*/ 0 w 1820"/>
                <a:gd name="T35" fmla="*/ 0 h 1320"/>
                <a:gd name="T36" fmla="*/ 0 w 1820"/>
                <a:gd name="T37" fmla="*/ 0 h 1320"/>
                <a:gd name="T38" fmla="*/ 0 w 1820"/>
                <a:gd name="T39" fmla="*/ 0 h 1320"/>
                <a:gd name="T40" fmla="*/ 0 w 1820"/>
                <a:gd name="T41" fmla="*/ 0 h 1320"/>
                <a:gd name="T42" fmla="*/ 0 w 1820"/>
                <a:gd name="T43" fmla="*/ 0 h 1320"/>
                <a:gd name="T44" fmla="*/ 0 w 1820"/>
                <a:gd name="T45" fmla="*/ 0 h 1320"/>
                <a:gd name="T46" fmla="*/ 0 w 1820"/>
                <a:gd name="T47" fmla="*/ 0 h 1320"/>
                <a:gd name="T48" fmla="*/ 0 w 1820"/>
                <a:gd name="T49" fmla="*/ 0 h 1320"/>
                <a:gd name="T50" fmla="*/ 0 w 1820"/>
                <a:gd name="T51" fmla="*/ 0 h 1320"/>
                <a:gd name="T52" fmla="*/ 0 w 1820"/>
                <a:gd name="T53" fmla="*/ 0 h 1320"/>
                <a:gd name="T54" fmla="*/ 0 w 1820"/>
                <a:gd name="T55" fmla="*/ 0 h 1320"/>
                <a:gd name="T56" fmla="*/ 0 w 1820"/>
                <a:gd name="T57" fmla="*/ 0 h 1320"/>
                <a:gd name="T58" fmla="*/ 0 w 1820"/>
                <a:gd name="T59" fmla="*/ 0 h 1320"/>
                <a:gd name="T60" fmla="*/ 0 w 1820"/>
                <a:gd name="T61" fmla="*/ 0 h 1320"/>
                <a:gd name="T62" fmla="*/ 0 w 1820"/>
                <a:gd name="T63" fmla="*/ 0 h 1320"/>
                <a:gd name="T64" fmla="*/ 0 w 1820"/>
                <a:gd name="T65" fmla="*/ 0 h 1320"/>
                <a:gd name="T66" fmla="*/ 0 w 1820"/>
                <a:gd name="T67" fmla="*/ 0 h 1320"/>
                <a:gd name="T68" fmla="*/ 0 w 1820"/>
                <a:gd name="T69" fmla="*/ 0 h 1320"/>
                <a:gd name="T70" fmla="*/ 0 w 1820"/>
                <a:gd name="T71" fmla="*/ 0 h 1320"/>
                <a:gd name="T72" fmla="*/ 0 w 1820"/>
                <a:gd name="T73" fmla="*/ 0 h 1320"/>
                <a:gd name="T74" fmla="*/ 0 w 1820"/>
                <a:gd name="T75" fmla="*/ 0 h 1320"/>
                <a:gd name="T76" fmla="*/ 0 w 1820"/>
                <a:gd name="T77" fmla="*/ 0 h 1320"/>
                <a:gd name="T78" fmla="*/ 0 w 1820"/>
                <a:gd name="T79" fmla="*/ 0 h 1320"/>
                <a:gd name="T80" fmla="*/ 0 w 1820"/>
                <a:gd name="T81" fmla="*/ 0 h 1320"/>
                <a:gd name="T82" fmla="*/ 0 w 1820"/>
                <a:gd name="T83" fmla="*/ 0 h 1320"/>
                <a:gd name="T84" fmla="*/ 0 w 1820"/>
                <a:gd name="T85" fmla="*/ 0 h 1320"/>
                <a:gd name="T86" fmla="*/ 0 w 1820"/>
                <a:gd name="T87" fmla="*/ 0 h 1320"/>
                <a:gd name="T88" fmla="*/ 0 w 1820"/>
                <a:gd name="T89" fmla="*/ 0 h 1320"/>
                <a:gd name="T90" fmla="*/ 0 w 1820"/>
                <a:gd name="T91" fmla="*/ 0 h 1320"/>
                <a:gd name="T92" fmla="*/ 0 w 1820"/>
                <a:gd name="T93" fmla="*/ 0 h 1320"/>
                <a:gd name="T94" fmla="*/ 0 w 1820"/>
                <a:gd name="T95" fmla="*/ 0 h 1320"/>
                <a:gd name="T96" fmla="*/ 0 w 1820"/>
                <a:gd name="T97" fmla="*/ 0 h 1320"/>
                <a:gd name="T98" fmla="*/ 0 w 1820"/>
                <a:gd name="T99" fmla="*/ 0 h 1320"/>
                <a:gd name="T100" fmla="*/ 0 w 1820"/>
                <a:gd name="T101" fmla="*/ 0 h 1320"/>
                <a:gd name="T102" fmla="*/ 0 w 1820"/>
                <a:gd name="T103" fmla="*/ 0 h 1320"/>
                <a:gd name="T104" fmla="*/ 0 w 1820"/>
                <a:gd name="T105" fmla="*/ 0 h 1320"/>
                <a:gd name="T106" fmla="*/ 0 w 1820"/>
                <a:gd name="T107" fmla="*/ 0 h 1320"/>
                <a:gd name="T108" fmla="*/ 0 w 1820"/>
                <a:gd name="T109" fmla="*/ 0 h 1320"/>
                <a:gd name="T110" fmla="*/ 0 w 1820"/>
                <a:gd name="T111" fmla="*/ 0 h 1320"/>
                <a:gd name="T112" fmla="*/ 0 w 1820"/>
                <a:gd name="T113" fmla="*/ 0 h 1320"/>
                <a:gd name="T114" fmla="*/ 0 w 1820"/>
                <a:gd name="T115" fmla="*/ 0 h 1320"/>
                <a:gd name="T116" fmla="*/ 0 w 1820"/>
                <a:gd name="T117" fmla="*/ 0 h 1320"/>
                <a:gd name="T118" fmla="*/ 0 w 1820"/>
                <a:gd name="T119" fmla="*/ 0 h 1320"/>
                <a:gd name="T120" fmla="*/ 0 w 1820"/>
                <a:gd name="T121" fmla="*/ 0 h 13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20" h="1320">
                  <a:moveTo>
                    <a:pt x="280" y="0"/>
                  </a:moveTo>
                  <a:lnTo>
                    <a:pt x="280" y="0"/>
                  </a:lnTo>
                  <a:lnTo>
                    <a:pt x="283" y="4"/>
                  </a:lnTo>
                  <a:lnTo>
                    <a:pt x="286" y="9"/>
                  </a:lnTo>
                  <a:lnTo>
                    <a:pt x="289" y="14"/>
                  </a:lnTo>
                  <a:lnTo>
                    <a:pt x="292" y="19"/>
                  </a:lnTo>
                  <a:lnTo>
                    <a:pt x="294" y="25"/>
                  </a:lnTo>
                  <a:lnTo>
                    <a:pt x="296" y="31"/>
                  </a:lnTo>
                  <a:lnTo>
                    <a:pt x="298" y="37"/>
                  </a:lnTo>
                  <a:lnTo>
                    <a:pt x="299" y="45"/>
                  </a:lnTo>
                  <a:lnTo>
                    <a:pt x="304" y="62"/>
                  </a:lnTo>
                  <a:lnTo>
                    <a:pt x="308" y="75"/>
                  </a:lnTo>
                  <a:lnTo>
                    <a:pt x="314" y="84"/>
                  </a:lnTo>
                  <a:lnTo>
                    <a:pt x="320" y="92"/>
                  </a:lnTo>
                  <a:lnTo>
                    <a:pt x="325" y="98"/>
                  </a:lnTo>
                  <a:lnTo>
                    <a:pt x="331" y="104"/>
                  </a:lnTo>
                  <a:lnTo>
                    <a:pt x="335" y="111"/>
                  </a:lnTo>
                  <a:lnTo>
                    <a:pt x="338" y="120"/>
                  </a:lnTo>
                  <a:lnTo>
                    <a:pt x="342" y="129"/>
                  </a:lnTo>
                  <a:lnTo>
                    <a:pt x="347" y="134"/>
                  </a:lnTo>
                  <a:lnTo>
                    <a:pt x="356" y="137"/>
                  </a:lnTo>
                  <a:lnTo>
                    <a:pt x="365" y="138"/>
                  </a:lnTo>
                  <a:lnTo>
                    <a:pt x="374" y="138"/>
                  </a:lnTo>
                  <a:lnTo>
                    <a:pt x="383" y="137"/>
                  </a:lnTo>
                  <a:lnTo>
                    <a:pt x="392" y="136"/>
                  </a:lnTo>
                  <a:lnTo>
                    <a:pt x="399" y="136"/>
                  </a:lnTo>
                  <a:lnTo>
                    <a:pt x="408" y="134"/>
                  </a:lnTo>
                  <a:lnTo>
                    <a:pt x="417" y="131"/>
                  </a:lnTo>
                  <a:lnTo>
                    <a:pt x="426" y="125"/>
                  </a:lnTo>
                  <a:lnTo>
                    <a:pt x="435" y="119"/>
                  </a:lnTo>
                  <a:lnTo>
                    <a:pt x="444" y="114"/>
                  </a:lnTo>
                  <a:lnTo>
                    <a:pt x="454" y="111"/>
                  </a:lnTo>
                  <a:lnTo>
                    <a:pt x="462" y="110"/>
                  </a:lnTo>
                  <a:lnTo>
                    <a:pt x="469" y="112"/>
                  </a:lnTo>
                  <a:lnTo>
                    <a:pt x="476" y="115"/>
                  </a:lnTo>
                  <a:lnTo>
                    <a:pt x="482" y="118"/>
                  </a:lnTo>
                  <a:lnTo>
                    <a:pt x="488" y="120"/>
                  </a:lnTo>
                  <a:lnTo>
                    <a:pt x="494" y="122"/>
                  </a:lnTo>
                  <a:lnTo>
                    <a:pt x="500" y="125"/>
                  </a:lnTo>
                  <a:lnTo>
                    <a:pt x="508" y="129"/>
                  </a:lnTo>
                  <a:lnTo>
                    <a:pt x="517" y="134"/>
                  </a:lnTo>
                  <a:lnTo>
                    <a:pt x="528" y="143"/>
                  </a:lnTo>
                  <a:lnTo>
                    <a:pt x="539" y="152"/>
                  </a:lnTo>
                  <a:lnTo>
                    <a:pt x="548" y="162"/>
                  </a:lnTo>
                  <a:lnTo>
                    <a:pt x="555" y="172"/>
                  </a:lnTo>
                  <a:lnTo>
                    <a:pt x="560" y="183"/>
                  </a:lnTo>
                  <a:lnTo>
                    <a:pt x="563" y="196"/>
                  </a:lnTo>
                  <a:lnTo>
                    <a:pt x="565" y="207"/>
                  </a:lnTo>
                  <a:lnTo>
                    <a:pt x="566" y="219"/>
                  </a:lnTo>
                  <a:lnTo>
                    <a:pt x="567" y="232"/>
                  </a:lnTo>
                  <a:lnTo>
                    <a:pt x="566" y="244"/>
                  </a:lnTo>
                  <a:lnTo>
                    <a:pt x="563" y="251"/>
                  </a:lnTo>
                  <a:lnTo>
                    <a:pt x="557" y="254"/>
                  </a:lnTo>
                  <a:lnTo>
                    <a:pt x="553" y="255"/>
                  </a:lnTo>
                  <a:lnTo>
                    <a:pt x="549" y="255"/>
                  </a:lnTo>
                  <a:lnTo>
                    <a:pt x="550" y="256"/>
                  </a:lnTo>
                  <a:lnTo>
                    <a:pt x="557" y="257"/>
                  </a:lnTo>
                  <a:lnTo>
                    <a:pt x="571" y="261"/>
                  </a:lnTo>
                  <a:lnTo>
                    <a:pt x="588" y="265"/>
                  </a:lnTo>
                  <a:lnTo>
                    <a:pt x="607" y="265"/>
                  </a:lnTo>
                  <a:lnTo>
                    <a:pt x="624" y="265"/>
                  </a:lnTo>
                  <a:lnTo>
                    <a:pt x="641" y="263"/>
                  </a:lnTo>
                  <a:lnTo>
                    <a:pt x="658" y="262"/>
                  </a:lnTo>
                  <a:lnTo>
                    <a:pt x="672" y="262"/>
                  </a:lnTo>
                  <a:lnTo>
                    <a:pt x="685" y="265"/>
                  </a:lnTo>
                  <a:lnTo>
                    <a:pt x="695" y="271"/>
                  </a:lnTo>
                  <a:lnTo>
                    <a:pt x="706" y="279"/>
                  </a:lnTo>
                  <a:lnTo>
                    <a:pt x="716" y="286"/>
                  </a:lnTo>
                  <a:lnTo>
                    <a:pt x="726" y="291"/>
                  </a:lnTo>
                  <a:lnTo>
                    <a:pt x="735" y="295"/>
                  </a:lnTo>
                  <a:lnTo>
                    <a:pt x="743" y="297"/>
                  </a:lnTo>
                  <a:lnTo>
                    <a:pt x="749" y="296"/>
                  </a:lnTo>
                  <a:lnTo>
                    <a:pt x="754" y="293"/>
                  </a:lnTo>
                  <a:lnTo>
                    <a:pt x="755" y="285"/>
                  </a:lnTo>
                  <a:lnTo>
                    <a:pt x="757" y="277"/>
                  </a:lnTo>
                  <a:lnTo>
                    <a:pt x="763" y="270"/>
                  </a:lnTo>
                  <a:lnTo>
                    <a:pt x="771" y="265"/>
                  </a:lnTo>
                  <a:lnTo>
                    <a:pt x="780" y="260"/>
                  </a:lnTo>
                  <a:lnTo>
                    <a:pt x="790" y="258"/>
                  </a:lnTo>
                  <a:lnTo>
                    <a:pt x="800" y="257"/>
                  </a:lnTo>
                  <a:lnTo>
                    <a:pt x="809" y="259"/>
                  </a:lnTo>
                  <a:lnTo>
                    <a:pt x="814" y="263"/>
                  </a:lnTo>
                  <a:lnTo>
                    <a:pt x="819" y="266"/>
                  </a:lnTo>
                  <a:lnTo>
                    <a:pt x="826" y="267"/>
                  </a:lnTo>
                  <a:lnTo>
                    <a:pt x="834" y="265"/>
                  </a:lnTo>
                  <a:lnTo>
                    <a:pt x="842" y="261"/>
                  </a:lnTo>
                  <a:lnTo>
                    <a:pt x="849" y="256"/>
                  </a:lnTo>
                  <a:lnTo>
                    <a:pt x="856" y="250"/>
                  </a:lnTo>
                  <a:lnTo>
                    <a:pt x="860" y="244"/>
                  </a:lnTo>
                  <a:lnTo>
                    <a:pt x="861" y="238"/>
                  </a:lnTo>
                  <a:lnTo>
                    <a:pt x="862" y="231"/>
                  </a:lnTo>
                  <a:lnTo>
                    <a:pt x="864" y="222"/>
                  </a:lnTo>
                  <a:lnTo>
                    <a:pt x="867" y="212"/>
                  </a:lnTo>
                  <a:lnTo>
                    <a:pt x="871" y="202"/>
                  </a:lnTo>
                  <a:lnTo>
                    <a:pt x="876" y="194"/>
                  </a:lnTo>
                  <a:lnTo>
                    <a:pt x="880" y="189"/>
                  </a:lnTo>
                  <a:lnTo>
                    <a:pt x="885" y="189"/>
                  </a:lnTo>
                  <a:lnTo>
                    <a:pt x="889" y="196"/>
                  </a:lnTo>
                  <a:lnTo>
                    <a:pt x="892" y="206"/>
                  </a:lnTo>
                  <a:lnTo>
                    <a:pt x="893" y="217"/>
                  </a:lnTo>
                  <a:lnTo>
                    <a:pt x="894" y="227"/>
                  </a:lnTo>
                  <a:lnTo>
                    <a:pt x="895" y="236"/>
                  </a:lnTo>
                  <a:lnTo>
                    <a:pt x="896" y="245"/>
                  </a:lnTo>
                  <a:lnTo>
                    <a:pt x="900" y="252"/>
                  </a:lnTo>
                  <a:lnTo>
                    <a:pt x="907" y="258"/>
                  </a:lnTo>
                  <a:lnTo>
                    <a:pt x="916" y="263"/>
                  </a:lnTo>
                  <a:lnTo>
                    <a:pt x="926" y="266"/>
                  </a:lnTo>
                  <a:lnTo>
                    <a:pt x="934" y="267"/>
                  </a:lnTo>
                  <a:lnTo>
                    <a:pt x="941" y="267"/>
                  </a:lnTo>
                  <a:lnTo>
                    <a:pt x="948" y="266"/>
                  </a:lnTo>
                  <a:lnTo>
                    <a:pt x="955" y="267"/>
                  </a:lnTo>
                  <a:lnTo>
                    <a:pt x="962" y="270"/>
                  </a:lnTo>
                  <a:lnTo>
                    <a:pt x="970" y="275"/>
                  </a:lnTo>
                  <a:lnTo>
                    <a:pt x="979" y="285"/>
                  </a:lnTo>
                  <a:lnTo>
                    <a:pt x="990" y="297"/>
                  </a:lnTo>
                  <a:lnTo>
                    <a:pt x="1002" y="305"/>
                  </a:lnTo>
                  <a:lnTo>
                    <a:pt x="1013" y="311"/>
                  </a:lnTo>
                  <a:lnTo>
                    <a:pt x="1023" y="315"/>
                  </a:lnTo>
                  <a:lnTo>
                    <a:pt x="1034" y="318"/>
                  </a:lnTo>
                  <a:lnTo>
                    <a:pt x="1045" y="318"/>
                  </a:lnTo>
                  <a:lnTo>
                    <a:pt x="1057" y="318"/>
                  </a:lnTo>
                  <a:lnTo>
                    <a:pt x="1069" y="316"/>
                  </a:lnTo>
                  <a:lnTo>
                    <a:pt x="1080" y="314"/>
                  </a:lnTo>
                  <a:lnTo>
                    <a:pt x="1091" y="310"/>
                  </a:lnTo>
                  <a:lnTo>
                    <a:pt x="1104" y="306"/>
                  </a:lnTo>
                  <a:lnTo>
                    <a:pt x="1115" y="303"/>
                  </a:lnTo>
                  <a:lnTo>
                    <a:pt x="1127" y="300"/>
                  </a:lnTo>
                  <a:lnTo>
                    <a:pt x="1140" y="299"/>
                  </a:lnTo>
                  <a:lnTo>
                    <a:pt x="1155" y="301"/>
                  </a:lnTo>
                  <a:lnTo>
                    <a:pt x="1169" y="306"/>
                  </a:lnTo>
                  <a:lnTo>
                    <a:pt x="1184" y="311"/>
                  </a:lnTo>
                  <a:lnTo>
                    <a:pt x="1197" y="315"/>
                  </a:lnTo>
                  <a:lnTo>
                    <a:pt x="1210" y="317"/>
                  </a:lnTo>
                  <a:lnTo>
                    <a:pt x="1220" y="318"/>
                  </a:lnTo>
                  <a:lnTo>
                    <a:pt x="1228" y="317"/>
                  </a:lnTo>
                  <a:lnTo>
                    <a:pt x="1235" y="315"/>
                  </a:lnTo>
                  <a:lnTo>
                    <a:pt x="1240" y="311"/>
                  </a:lnTo>
                  <a:lnTo>
                    <a:pt x="1244" y="306"/>
                  </a:lnTo>
                  <a:lnTo>
                    <a:pt x="1251" y="302"/>
                  </a:lnTo>
                  <a:lnTo>
                    <a:pt x="1260" y="299"/>
                  </a:lnTo>
                  <a:lnTo>
                    <a:pt x="1272" y="299"/>
                  </a:lnTo>
                  <a:lnTo>
                    <a:pt x="1285" y="298"/>
                  </a:lnTo>
                  <a:lnTo>
                    <a:pt x="1297" y="298"/>
                  </a:lnTo>
                  <a:lnTo>
                    <a:pt x="1310" y="295"/>
                  </a:lnTo>
                  <a:lnTo>
                    <a:pt x="1319" y="289"/>
                  </a:lnTo>
                  <a:lnTo>
                    <a:pt x="1324" y="281"/>
                  </a:lnTo>
                  <a:lnTo>
                    <a:pt x="1328" y="270"/>
                  </a:lnTo>
                  <a:lnTo>
                    <a:pt x="1335" y="257"/>
                  </a:lnTo>
                  <a:lnTo>
                    <a:pt x="1344" y="245"/>
                  </a:lnTo>
                  <a:lnTo>
                    <a:pt x="1355" y="232"/>
                  </a:lnTo>
                  <a:lnTo>
                    <a:pt x="1365" y="223"/>
                  </a:lnTo>
                  <a:lnTo>
                    <a:pt x="1377" y="216"/>
                  </a:lnTo>
                  <a:lnTo>
                    <a:pt x="1388" y="214"/>
                  </a:lnTo>
                  <a:lnTo>
                    <a:pt x="1399" y="216"/>
                  </a:lnTo>
                  <a:lnTo>
                    <a:pt x="1410" y="218"/>
                  </a:lnTo>
                  <a:lnTo>
                    <a:pt x="1421" y="216"/>
                  </a:lnTo>
                  <a:lnTo>
                    <a:pt x="1432" y="211"/>
                  </a:lnTo>
                  <a:lnTo>
                    <a:pt x="1443" y="204"/>
                  </a:lnTo>
                  <a:lnTo>
                    <a:pt x="1456" y="198"/>
                  </a:lnTo>
                  <a:lnTo>
                    <a:pt x="1469" y="194"/>
                  </a:lnTo>
                  <a:lnTo>
                    <a:pt x="1483" y="194"/>
                  </a:lnTo>
                  <a:lnTo>
                    <a:pt x="1500" y="200"/>
                  </a:lnTo>
                  <a:lnTo>
                    <a:pt x="1514" y="209"/>
                  </a:lnTo>
                  <a:lnTo>
                    <a:pt x="1523" y="219"/>
                  </a:lnTo>
                  <a:lnTo>
                    <a:pt x="1529" y="230"/>
                  </a:lnTo>
                  <a:lnTo>
                    <a:pt x="1532" y="239"/>
                  </a:lnTo>
                  <a:lnTo>
                    <a:pt x="1532" y="248"/>
                  </a:lnTo>
                  <a:lnTo>
                    <a:pt x="1532" y="255"/>
                  </a:lnTo>
                  <a:lnTo>
                    <a:pt x="1531" y="259"/>
                  </a:lnTo>
                  <a:lnTo>
                    <a:pt x="1530" y="261"/>
                  </a:lnTo>
                  <a:lnTo>
                    <a:pt x="1533" y="262"/>
                  </a:lnTo>
                  <a:lnTo>
                    <a:pt x="1540" y="265"/>
                  </a:lnTo>
                  <a:lnTo>
                    <a:pt x="1551" y="269"/>
                  </a:lnTo>
                  <a:lnTo>
                    <a:pt x="1565" y="273"/>
                  </a:lnTo>
                  <a:lnTo>
                    <a:pt x="1579" y="277"/>
                  </a:lnTo>
                  <a:lnTo>
                    <a:pt x="1593" y="279"/>
                  </a:lnTo>
                  <a:lnTo>
                    <a:pt x="1608" y="278"/>
                  </a:lnTo>
                  <a:lnTo>
                    <a:pt x="1620" y="275"/>
                  </a:lnTo>
                  <a:lnTo>
                    <a:pt x="1630" y="268"/>
                  </a:lnTo>
                  <a:lnTo>
                    <a:pt x="1641" y="260"/>
                  </a:lnTo>
                  <a:lnTo>
                    <a:pt x="1652" y="252"/>
                  </a:lnTo>
                  <a:lnTo>
                    <a:pt x="1662" y="244"/>
                  </a:lnTo>
                  <a:lnTo>
                    <a:pt x="1672" y="237"/>
                  </a:lnTo>
                  <a:lnTo>
                    <a:pt x="1681" y="235"/>
                  </a:lnTo>
                  <a:lnTo>
                    <a:pt x="1690" y="237"/>
                  </a:lnTo>
                  <a:lnTo>
                    <a:pt x="1700" y="247"/>
                  </a:lnTo>
                  <a:lnTo>
                    <a:pt x="1706" y="252"/>
                  </a:lnTo>
                  <a:lnTo>
                    <a:pt x="1715" y="257"/>
                  </a:lnTo>
                  <a:lnTo>
                    <a:pt x="1727" y="261"/>
                  </a:lnTo>
                  <a:lnTo>
                    <a:pt x="1742" y="264"/>
                  </a:lnTo>
                  <a:lnTo>
                    <a:pt x="1759" y="267"/>
                  </a:lnTo>
                  <a:lnTo>
                    <a:pt x="1776" y="270"/>
                  </a:lnTo>
                  <a:lnTo>
                    <a:pt x="1795" y="272"/>
                  </a:lnTo>
                  <a:lnTo>
                    <a:pt x="1814" y="274"/>
                  </a:lnTo>
                  <a:lnTo>
                    <a:pt x="1815" y="274"/>
                  </a:lnTo>
                  <a:lnTo>
                    <a:pt x="1816" y="274"/>
                  </a:lnTo>
                  <a:lnTo>
                    <a:pt x="1816" y="279"/>
                  </a:lnTo>
                  <a:lnTo>
                    <a:pt x="1817" y="284"/>
                  </a:lnTo>
                  <a:lnTo>
                    <a:pt x="1818" y="288"/>
                  </a:lnTo>
                  <a:lnTo>
                    <a:pt x="1819" y="293"/>
                  </a:lnTo>
                  <a:lnTo>
                    <a:pt x="1820" y="308"/>
                  </a:lnTo>
                  <a:lnTo>
                    <a:pt x="1815" y="322"/>
                  </a:lnTo>
                  <a:lnTo>
                    <a:pt x="1808" y="334"/>
                  </a:lnTo>
                  <a:lnTo>
                    <a:pt x="1797" y="347"/>
                  </a:lnTo>
                  <a:lnTo>
                    <a:pt x="1789" y="358"/>
                  </a:lnTo>
                  <a:lnTo>
                    <a:pt x="1782" y="370"/>
                  </a:lnTo>
                  <a:lnTo>
                    <a:pt x="1781" y="383"/>
                  </a:lnTo>
                  <a:lnTo>
                    <a:pt x="1785" y="399"/>
                  </a:lnTo>
                  <a:lnTo>
                    <a:pt x="1790" y="413"/>
                  </a:lnTo>
                  <a:lnTo>
                    <a:pt x="1789" y="423"/>
                  </a:lnTo>
                  <a:lnTo>
                    <a:pt x="1784" y="431"/>
                  </a:lnTo>
                  <a:lnTo>
                    <a:pt x="1777" y="437"/>
                  </a:lnTo>
                  <a:lnTo>
                    <a:pt x="1767" y="444"/>
                  </a:lnTo>
                  <a:lnTo>
                    <a:pt x="1757" y="450"/>
                  </a:lnTo>
                  <a:lnTo>
                    <a:pt x="1747" y="458"/>
                  </a:lnTo>
                  <a:lnTo>
                    <a:pt x="1740" y="469"/>
                  </a:lnTo>
                  <a:lnTo>
                    <a:pt x="1736" y="481"/>
                  </a:lnTo>
                  <a:lnTo>
                    <a:pt x="1733" y="494"/>
                  </a:lnTo>
                  <a:lnTo>
                    <a:pt x="1732" y="504"/>
                  </a:lnTo>
                  <a:lnTo>
                    <a:pt x="1729" y="514"/>
                  </a:lnTo>
                  <a:lnTo>
                    <a:pt x="1726" y="523"/>
                  </a:lnTo>
                  <a:lnTo>
                    <a:pt x="1719" y="531"/>
                  </a:lnTo>
                  <a:lnTo>
                    <a:pt x="1710" y="537"/>
                  </a:lnTo>
                  <a:lnTo>
                    <a:pt x="1695" y="542"/>
                  </a:lnTo>
                  <a:lnTo>
                    <a:pt x="1682" y="550"/>
                  </a:lnTo>
                  <a:lnTo>
                    <a:pt x="1676" y="562"/>
                  </a:lnTo>
                  <a:lnTo>
                    <a:pt x="1674" y="576"/>
                  </a:lnTo>
                  <a:lnTo>
                    <a:pt x="1673" y="592"/>
                  </a:lnTo>
                  <a:lnTo>
                    <a:pt x="1673" y="610"/>
                  </a:lnTo>
                  <a:lnTo>
                    <a:pt x="1672" y="624"/>
                  </a:lnTo>
                  <a:lnTo>
                    <a:pt x="1666" y="636"/>
                  </a:lnTo>
                  <a:lnTo>
                    <a:pt x="1654" y="643"/>
                  </a:lnTo>
                  <a:lnTo>
                    <a:pt x="1640" y="651"/>
                  </a:lnTo>
                  <a:lnTo>
                    <a:pt x="1630" y="663"/>
                  </a:lnTo>
                  <a:lnTo>
                    <a:pt x="1623" y="679"/>
                  </a:lnTo>
                  <a:lnTo>
                    <a:pt x="1618" y="697"/>
                  </a:lnTo>
                  <a:lnTo>
                    <a:pt x="1614" y="715"/>
                  </a:lnTo>
                  <a:lnTo>
                    <a:pt x="1611" y="730"/>
                  </a:lnTo>
                  <a:lnTo>
                    <a:pt x="1606" y="743"/>
                  </a:lnTo>
                  <a:lnTo>
                    <a:pt x="1601" y="751"/>
                  </a:lnTo>
                  <a:lnTo>
                    <a:pt x="1593" y="756"/>
                  </a:lnTo>
                  <a:lnTo>
                    <a:pt x="1586" y="763"/>
                  </a:lnTo>
                  <a:lnTo>
                    <a:pt x="1578" y="771"/>
                  </a:lnTo>
                  <a:lnTo>
                    <a:pt x="1571" y="781"/>
                  </a:lnTo>
                  <a:lnTo>
                    <a:pt x="1565" y="792"/>
                  </a:lnTo>
                  <a:lnTo>
                    <a:pt x="1559" y="805"/>
                  </a:lnTo>
                  <a:lnTo>
                    <a:pt x="1555" y="818"/>
                  </a:lnTo>
                  <a:lnTo>
                    <a:pt x="1553" y="831"/>
                  </a:lnTo>
                  <a:lnTo>
                    <a:pt x="1548" y="842"/>
                  </a:lnTo>
                  <a:lnTo>
                    <a:pt x="1540" y="849"/>
                  </a:lnTo>
                  <a:lnTo>
                    <a:pt x="1528" y="853"/>
                  </a:lnTo>
                  <a:lnTo>
                    <a:pt x="1515" y="856"/>
                  </a:lnTo>
                  <a:lnTo>
                    <a:pt x="1502" y="860"/>
                  </a:lnTo>
                  <a:lnTo>
                    <a:pt x="1489" y="865"/>
                  </a:lnTo>
                  <a:lnTo>
                    <a:pt x="1479" y="874"/>
                  </a:lnTo>
                  <a:lnTo>
                    <a:pt x="1474" y="888"/>
                  </a:lnTo>
                  <a:lnTo>
                    <a:pt x="1471" y="904"/>
                  </a:lnTo>
                  <a:lnTo>
                    <a:pt x="1467" y="915"/>
                  </a:lnTo>
                  <a:lnTo>
                    <a:pt x="1463" y="921"/>
                  </a:lnTo>
                  <a:lnTo>
                    <a:pt x="1459" y="925"/>
                  </a:lnTo>
                  <a:lnTo>
                    <a:pt x="1454" y="925"/>
                  </a:lnTo>
                  <a:lnTo>
                    <a:pt x="1450" y="922"/>
                  </a:lnTo>
                  <a:lnTo>
                    <a:pt x="1444" y="918"/>
                  </a:lnTo>
                  <a:lnTo>
                    <a:pt x="1440" y="911"/>
                  </a:lnTo>
                  <a:lnTo>
                    <a:pt x="1435" y="906"/>
                  </a:lnTo>
                  <a:lnTo>
                    <a:pt x="1429" y="907"/>
                  </a:lnTo>
                  <a:lnTo>
                    <a:pt x="1423" y="911"/>
                  </a:lnTo>
                  <a:lnTo>
                    <a:pt x="1415" y="918"/>
                  </a:lnTo>
                  <a:lnTo>
                    <a:pt x="1408" y="927"/>
                  </a:lnTo>
                  <a:lnTo>
                    <a:pt x="1399" y="936"/>
                  </a:lnTo>
                  <a:lnTo>
                    <a:pt x="1392" y="943"/>
                  </a:lnTo>
                  <a:lnTo>
                    <a:pt x="1385" y="950"/>
                  </a:lnTo>
                  <a:lnTo>
                    <a:pt x="1379" y="954"/>
                  </a:lnTo>
                  <a:lnTo>
                    <a:pt x="1373" y="958"/>
                  </a:lnTo>
                  <a:lnTo>
                    <a:pt x="1367" y="960"/>
                  </a:lnTo>
                  <a:lnTo>
                    <a:pt x="1362" y="961"/>
                  </a:lnTo>
                  <a:lnTo>
                    <a:pt x="1357" y="961"/>
                  </a:lnTo>
                  <a:lnTo>
                    <a:pt x="1353" y="957"/>
                  </a:lnTo>
                  <a:lnTo>
                    <a:pt x="1348" y="951"/>
                  </a:lnTo>
                  <a:lnTo>
                    <a:pt x="1345" y="941"/>
                  </a:lnTo>
                  <a:lnTo>
                    <a:pt x="1342" y="931"/>
                  </a:lnTo>
                  <a:lnTo>
                    <a:pt x="1339" y="922"/>
                  </a:lnTo>
                  <a:lnTo>
                    <a:pt x="1335" y="916"/>
                  </a:lnTo>
                  <a:lnTo>
                    <a:pt x="1331" y="913"/>
                  </a:lnTo>
                  <a:lnTo>
                    <a:pt x="1326" y="913"/>
                  </a:lnTo>
                  <a:lnTo>
                    <a:pt x="1320" y="917"/>
                  </a:lnTo>
                  <a:lnTo>
                    <a:pt x="1314" y="925"/>
                  </a:lnTo>
                  <a:lnTo>
                    <a:pt x="1307" y="938"/>
                  </a:lnTo>
                  <a:lnTo>
                    <a:pt x="1301" y="951"/>
                  </a:lnTo>
                  <a:lnTo>
                    <a:pt x="1296" y="957"/>
                  </a:lnTo>
                  <a:lnTo>
                    <a:pt x="1293" y="958"/>
                  </a:lnTo>
                  <a:lnTo>
                    <a:pt x="1290" y="954"/>
                  </a:lnTo>
                  <a:lnTo>
                    <a:pt x="1288" y="949"/>
                  </a:lnTo>
                  <a:lnTo>
                    <a:pt x="1285" y="940"/>
                  </a:lnTo>
                  <a:lnTo>
                    <a:pt x="1280" y="932"/>
                  </a:lnTo>
                  <a:lnTo>
                    <a:pt x="1273" y="924"/>
                  </a:lnTo>
                  <a:lnTo>
                    <a:pt x="1266" y="917"/>
                  </a:lnTo>
                  <a:lnTo>
                    <a:pt x="1260" y="912"/>
                  </a:lnTo>
                  <a:lnTo>
                    <a:pt x="1256" y="909"/>
                  </a:lnTo>
                  <a:lnTo>
                    <a:pt x="1253" y="908"/>
                  </a:lnTo>
                  <a:lnTo>
                    <a:pt x="1251" y="910"/>
                  </a:lnTo>
                  <a:lnTo>
                    <a:pt x="1249" y="916"/>
                  </a:lnTo>
                  <a:lnTo>
                    <a:pt x="1248" y="926"/>
                  </a:lnTo>
                  <a:lnTo>
                    <a:pt x="1247" y="941"/>
                  </a:lnTo>
                  <a:lnTo>
                    <a:pt x="1245" y="956"/>
                  </a:lnTo>
                  <a:lnTo>
                    <a:pt x="1242" y="963"/>
                  </a:lnTo>
                  <a:lnTo>
                    <a:pt x="1238" y="966"/>
                  </a:lnTo>
                  <a:lnTo>
                    <a:pt x="1234" y="966"/>
                  </a:lnTo>
                  <a:lnTo>
                    <a:pt x="1230" y="967"/>
                  </a:lnTo>
                  <a:lnTo>
                    <a:pt x="1227" y="970"/>
                  </a:lnTo>
                  <a:lnTo>
                    <a:pt x="1225" y="977"/>
                  </a:lnTo>
                  <a:lnTo>
                    <a:pt x="1225" y="991"/>
                  </a:lnTo>
                  <a:lnTo>
                    <a:pt x="1224" y="1005"/>
                  </a:lnTo>
                  <a:lnTo>
                    <a:pt x="1219" y="1010"/>
                  </a:lnTo>
                  <a:lnTo>
                    <a:pt x="1212" y="1009"/>
                  </a:lnTo>
                  <a:lnTo>
                    <a:pt x="1204" y="1004"/>
                  </a:lnTo>
                  <a:lnTo>
                    <a:pt x="1195" y="997"/>
                  </a:lnTo>
                  <a:lnTo>
                    <a:pt x="1187" y="988"/>
                  </a:lnTo>
                  <a:lnTo>
                    <a:pt x="1182" y="982"/>
                  </a:lnTo>
                  <a:lnTo>
                    <a:pt x="1180" y="980"/>
                  </a:lnTo>
                  <a:lnTo>
                    <a:pt x="1178" y="977"/>
                  </a:lnTo>
                  <a:lnTo>
                    <a:pt x="1172" y="968"/>
                  </a:lnTo>
                  <a:lnTo>
                    <a:pt x="1164" y="956"/>
                  </a:lnTo>
                  <a:lnTo>
                    <a:pt x="1154" y="943"/>
                  </a:lnTo>
                  <a:lnTo>
                    <a:pt x="1142" y="932"/>
                  </a:lnTo>
                  <a:lnTo>
                    <a:pt x="1131" y="925"/>
                  </a:lnTo>
                  <a:lnTo>
                    <a:pt x="1121" y="925"/>
                  </a:lnTo>
                  <a:lnTo>
                    <a:pt x="1113" y="933"/>
                  </a:lnTo>
                  <a:lnTo>
                    <a:pt x="1107" y="943"/>
                  </a:lnTo>
                  <a:lnTo>
                    <a:pt x="1104" y="947"/>
                  </a:lnTo>
                  <a:lnTo>
                    <a:pt x="1100" y="947"/>
                  </a:lnTo>
                  <a:lnTo>
                    <a:pt x="1099" y="942"/>
                  </a:lnTo>
                  <a:lnTo>
                    <a:pt x="1096" y="936"/>
                  </a:lnTo>
                  <a:lnTo>
                    <a:pt x="1093" y="930"/>
                  </a:lnTo>
                  <a:lnTo>
                    <a:pt x="1087" y="926"/>
                  </a:lnTo>
                  <a:lnTo>
                    <a:pt x="1079" y="924"/>
                  </a:lnTo>
                  <a:lnTo>
                    <a:pt x="1069" y="922"/>
                  </a:lnTo>
                  <a:lnTo>
                    <a:pt x="1060" y="918"/>
                  </a:lnTo>
                  <a:lnTo>
                    <a:pt x="1053" y="911"/>
                  </a:lnTo>
                  <a:lnTo>
                    <a:pt x="1045" y="903"/>
                  </a:lnTo>
                  <a:lnTo>
                    <a:pt x="1039" y="895"/>
                  </a:lnTo>
                  <a:lnTo>
                    <a:pt x="1035" y="888"/>
                  </a:lnTo>
                  <a:lnTo>
                    <a:pt x="1033" y="884"/>
                  </a:lnTo>
                  <a:lnTo>
                    <a:pt x="1032" y="882"/>
                  </a:lnTo>
                  <a:lnTo>
                    <a:pt x="1029" y="881"/>
                  </a:lnTo>
                  <a:lnTo>
                    <a:pt x="1023" y="878"/>
                  </a:lnTo>
                  <a:lnTo>
                    <a:pt x="1015" y="875"/>
                  </a:lnTo>
                  <a:lnTo>
                    <a:pt x="1006" y="872"/>
                  </a:lnTo>
                  <a:lnTo>
                    <a:pt x="998" y="872"/>
                  </a:lnTo>
                  <a:lnTo>
                    <a:pt x="995" y="875"/>
                  </a:lnTo>
                  <a:lnTo>
                    <a:pt x="997" y="883"/>
                  </a:lnTo>
                  <a:lnTo>
                    <a:pt x="1007" y="897"/>
                  </a:lnTo>
                  <a:lnTo>
                    <a:pt x="1019" y="909"/>
                  </a:lnTo>
                  <a:lnTo>
                    <a:pt x="1028" y="914"/>
                  </a:lnTo>
                  <a:lnTo>
                    <a:pt x="1035" y="913"/>
                  </a:lnTo>
                  <a:lnTo>
                    <a:pt x="1041" y="910"/>
                  </a:lnTo>
                  <a:lnTo>
                    <a:pt x="1045" y="908"/>
                  </a:lnTo>
                  <a:lnTo>
                    <a:pt x="1049" y="907"/>
                  </a:lnTo>
                  <a:lnTo>
                    <a:pt x="1053" y="912"/>
                  </a:lnTo>
                  <a:lnTo>
                    <a:pt x="1057" y="924"/>
                  </a:lnTo>
                  <a:lnTo>
                    <a:pt x="1061" y="939"/>
                  </a:lnTo>
                  <a:lnTo>
                    <a:pt x="1064" y="950"/>
                  </a:lnTo>
                  <a:lnTo>
                    <a:pt x="1066" y="958"/>
                  </a:lnTo>
                  <a:lnTo>
                    <a:pt x="1065" y="962"/>
                  </a:lnTo>
                  <a:lnTo>
                    <a:pt x="1061" y="965"/>
                  </a:lnTo>
                  <a:lnTo>
                    <a:pt x="1054" y="965"/>
                  </a:lnTo>
                  <a:lnTo>
                    <a:pt x="1041" y="964"/>
                  </a:lnTo>
                  <a:lnTo>
                    <a:pt x="1024" y="961"/>
                  </a:lnTo>
                  <a:lnTo>
                    <a:pt x="1007" y="960"/>
                  </a:lnTo>
                  <a:lnTo>
                    <a:pt x="996" y="962"/>
                  </a:lnTo>
                  <a:lnTo>
                    <a:pt x="989" y="966"/>
                  </a:lnTo>
                  <a:lnTo>
                    <a:pt x="985" y="970"/>
                  </a:lnTo>
                  <a:lnTo>
                    <a:pt x="983" y="974"/>
                  </a:lnTo>
                  <a:lnTo>
                    <a:pt x="981" y="976"/>
                  </a:lnTo>
                  <a:lnTo>
                    <a:pt x="978" y="975"/>
                  </a:lnTo>
                  <a:lnTo>
                    <a:pt x="973" y="969"/>
                  </a:lnTo>
                  <a:lnTo>
                    <a:pt x="965" y="963"/>
                  </a:lnTo>
                  <a:lnTo>
                    <a:pt x="955" y="962"/>
                  </a:lnTo>
                  <a:lnTo>
                    <a:pt x="943" y="964"/>
                  </a:lnTo>
                  <a:lnTo>
                    <a:pt x="933" y="968"/>
                  </a:lnTo>
                  <a:lnTo>
                    <a:pt x="923" y="972"/>
                  </a:lnTo>
                  <a:lnTo>
                    <a:pt x="914" y="975"/>
                  </a:lnTo>
                  <a:lnTo>
                    <a:pt x="909" y="976"/>
                  </a:lnTo>
                  <a:lnTo>
                    <a:pt x="906" y="972"/>
                  </a:lnTo>
                  <a:lnTo>
                    <a:pt x="907" y="965"/>
                  </a:lnTo>
                  <a:lnTo>
                    <a:pt x="909" y="958"/>
                  </a:lnTo>
                  <a:lnTo>
                    <a:pt x="913" y="949"/>
                  </a:lnTo>
                  <a:lnTo>
                    <a:pt x="918" y="940"/>
                  </a:lnTo>
                  <a:lnTo>
                    <a:pt x="923" y="933"/>
                  </a:lnTo>
                  <a:lnTo>
                    <a:pt x="927" y="927"/>
                  </a:lnTo>
                  <a:lnTo>
                    <a:pt x="930" y="923"/>
                  </a:lnTo>
                  <a:lnTo>
                    <a:pt x="931" y="922"/>
                  </a:lnTo>
                  <a:lnTo>
                    <a:pt x="932" y="918"/>
                  </a:lnTo>
                  <a:lnTo>
                    <a:pt x="931" y="909"/>
                  </a:lnTo>
                  <a:lnTo>
                    <a:pt x="926" y="901"/>
                  </a:lnTo>
                  <a:lnTo>
                    <a:pt x="912" y="900"/>
                  </a:lnTo>
                  <a:lnTo>
                    <a:pt x="903" y="901"/>
                  </a:lnTo>
                  <a:lnTo>
                    <a:pt x="895" y="902"/>
                  </a:lnTo>
                  <a:lnTo>
                    <a:pt x="889" y="902"/>
                  </a:lnTo>
                  <a:lnTo>
                    <a:pt x="883" y="903"/>
                  </a:lnTo>
                  <a:lnTo>
                    <a:pt x="878" y="906"/>
                  </a:lnTo>
                  <a:lnTo>
                    <a:pt x="872" y="911"/>
                  </a:lnTo>
                  <a:lnTo>
                    <a:pt x="866" y="919"/>
                  </a:lnTo>
                  <a:lnTo>
                    <a:pt x="859" y="930"/>
                  </a:lnTo>
                  <a:lnTo>
                    <a:pt x="852" y="942"/>
                  </a:lnTo>
                  <a:lnTo>
                    <a:pt x="847" y="951"/>
                  </a:lnTo>
                  <a:lnTo>
                    <a:pt x="843" y="958"/>
                  </a:lnTo>
                  <a:lnTo>
                    <a:pt x="840" y="962"/>
                  </a:lnTo>
                  <a:lnTo>
                    <a:pt x="836" y="965"/>
                  </a:lnTo>
                  <a:lnTo>
                    <a:pt x="833" y="967"/>
                  </a:lnTo>
                  <a:lnTo>
                    <a:pt x="828" y="969"/>
                  </a:lnTo>
                  <a:lnTo>
                    <a:pt x="822" y="972"/>
                  </a:lnTo>
                  <a:lnTo>
                    <a:pt x="814" y="976"/>
                  </a:lnTo>
                  <a:lnTo>
                    <a:pt x="806" y="981"/>
                  </a:lnTo>
                  <a:lnTo>
                    <a:pt x="796" y="988"/>
                  </a:lnTo>
                  <a:lnTo>
                    <a:pt x="789" y="995"/>
                  </a:lnTo>
                  <a:lnTo>
                    <a:pt x="783" y="1003"/>
                  </a:lnTo>
                  <a:lnTo>
                    <a:pt x="780" y="1009"/>
                  </a:lnTo>
                  <a:lnTo>
                    <a:pt x="779" y="1014"/>
                  </a:lnTo>
                  <a:lnTo>
                    <a:pt x="783" y="1017"/>
                  </a:lnTo>
                  <a:lnTo>
                    <a:pt x="789" y="1019"/>
                  </a:lnTo>
                  <a:lnTo>
                    <a:pt x="797" y="1019"/>
                  </a:lnTo>
                  <a:lnTo>
                    <a:pt x="805" y="1019"/>
                  </a:lnTo>
                  <a:lnTo>
                    <a:pt x="813" y="1018"/>
                  </a:lnTo>
                  <a:lnTo>
                    <a:pt x="820" y="1016"/>
                  </a:lnTo>
                  <a:lnTo>
                    <a:pt x="827" y="1013"/>
                  </a:lnTo>
                  <a:lnTo>
                    <a:pt x="833" y="1010"/>
                  </a:lnTo>
                  <a:lnTo>
                    <a:pt x="838" y="1006"/>
                  </a:lnTo>
                  <a:lnTo>
                    <a:pt x="842" y="1002"/>
                  </a:lnTo>
                  <a:lnTo>
                    <a:pt x="846" y="997"/>
                  </a:lnTo>
                  <a:lnTo>
                    <a:pt x="852" y="992"/>
                  </a:lnTo>
                  <a:lnTo>
                    <a:pt x="857" y="989"/>
                  </a:lnTo>
                  <a:lnTo>
                    <a:pt x="862" y="988"/>
                  </a:lnTo>
                  <a:lnTo>
                    <a:pt x="867" y="989"/>
                  </a:lnTo>
                  <a:lnTo>
                    <a:pt x="872" y="994"/>
                  </a:lnTo>
                  <a:lnTo>
                    <a:pt x="878" y="1004"/>
                  </a:lnTo>
                  <a:lnTo>
                    <a:pt x="884" y="1014"/>
                  </a:lnTo>
                  <a:lnTo>
                    <a:pt x="888" y="1020"/>
                  </a:lnTo>
                  <a:lnTo>
                    <a:pt x="892" y="1025"/>
                  </a:lnTo>
                  <a:lnTo>
                    <a:pt x="895" y="1028"/>
                  </a:lnTo>
                  <a:lnTo>
                    <a:pt x="897" y="1031"/>
                  </a:lnTo>
                  <a:lnTo>
                    <a:pt x="898" y="1035"/>
                  </a:lnTo>
                  <a:lnTo>
                    <a:pt x="898" y="1040"/>
                  </a:lnTo>
                  <a:lnTo>
                    <a:pt x="897" y="1049"/>
                  </a:lnTo>
                  <a:lnTo>
                    <a:pt x="895" y="1057"/>
                  </a:lnTo>
                  <a:lnTo>
                    <a:pt x="893" y="1064"/>
                  </a:lnTo>
                  <a:lnTo>
                    <a:pt x="891" y="1069"/>
                  </a:lnTo>
                  <a:lnTo>
                    <a:pt x="888" y="1072"/>
                  </a:lnTo>
                  <a:lnTo>
                    <a:pt x="885" y="1073"/>
                  </a:lnTo>
                  <a:lnTo>
                    <a:pt x="881" y="1073"/>
                  </a:lnTo>
                  <a:lnTo>
                    <a:pt x="876" y="1070"/>
                  </a:lnTo>
                  <a:lnTo>
                    <a:pt x="870" y="1065"/>
                  </a:lnTo>
                  <a:lnTo>
                    <a:pt x="864" y="1061"/>
                  </a:lnTo>
                  <a:lnTo>
                    <a:pt x="859" y="1061"/>
                  </a:lnTo>
                  <a:lnTo>
                    <a:pt x="855" y="1063"/>
                  </a:lnTo>
                  <a:lnTo>
                    <a:pt x="852" y="1068"/>
                  </a:lnTo>
                  <a:lnTo>
                    <a:pt x="849" y="1074"/>
                  </a:lnTo>
                  <a:lnTo>
                    <a:pt x="847" y="1081"/>
                  </a:lnTo>
                  <a:lnTo>
                    <a:pt x="847" y="1087"/>
                  </a:lnTo>
                  <a:lnTo>
                    <a:pt x="847" y="1093"/>
                  </a:lnTo>
                  <a:lnTo>
                    <a:pt x="848" y="1100"/>
                  </a:lnTo>
                  <a:lnTo>
                    <a:pt x="848" y="1108"/>
                  </a:lnTo>
                  <a:lnTo>
                    <a:pt x="848" y="1116"/>
                  </a:lnTo>
                  <a:lnTo>
                    <a:pt x="848" y="1125"/>
                  </a:lnTo>
                  <a:lnTo>
                    <a:pt x="848" y="1133"/>
                  </a:lnTo>
                  <a:lnTo>
                    <a:pt x="847" y="1140"/>
                  </a:lnTo>
                  <a:lnTo>
                    <a:pt x="847" y="1144"/>
                  </a:lnTo>
                  <a:lnTo>
                    <a:pt x="847" y="1146"/>
                  </a:lnTo>
                  <a:lnTo>
                    <a:pt x="856" y="1177"/>
                  </a:lnTo>
                  <a:lnTo>
                    <a:pt x="856" y="1176"/>
                  </a:lnTo>
                  <a:lnTo>
                    <a:pt x="856" y="1175"/>
                  </a:lnTo>
                  <a:lnTo>
                    <a:pt x="858" y="1173"/>
                  </a:lnTo>
                  <a:lnTo>
                    <a:pt x="860" y="1170"/>
                  </a:lnTo>
                  <a:lnTo>
                    <a:pt x="865" y="1167"/>
                  </a:lnTo>
                  <a:lnTo>
                    <a:pt x="872" y="1165"/>
                  </a:lnTo>
                  <a:lnTo>
                    <a:pt x="881" y="1163"/>
                  </a:lnTo>
                  <a:lnTo>
                    <a:pt x="894" y="1161"/>
                  </a:lnTo>
                  <a:lnTo>
                    <a:pt x="908" y="1159"/>
                  </a:lnTo>
                  <a:lnTo>
                    <a:pt x="919" y="1156"/>
                  </a:lnTo>
                  <a:lnTo>
                    <a:pt x="928" y="1153"/>
                  </a:lnTo>
                  <a:lnTo>
                    <a:pt x="936" y="1149"/>
                  </a:lnTo>
                  <a:lnTo>
                    <a:pt x="942" y="1145"/>
                  </a:lnTo>
                  <a:lnTo>
                    <a:pt x="948" y="1143"/>
                  </a:lnTo>
                  <a:lnTo>
                    <a:pt x="955" y="1142"/>
                  </a:lnTo>
                  <a:lnTo>
                    <a:pt x="962" y="1143"/>
                  </a:lnTo>
                  <a:lnTo>
                    <a:pt x="970" y="1145"/>
                  </a:lnTo>
                  <a:lnTo>
                    <a:pt x="978" y="1145"/>
                  </a:lnTo>
                  <a:lnTo>
                    <a:pt x="986" y="1145"/>
                  </a:lnTo>
                  <a:lnTo>
                    <a:pt x="994" y="1144"/>
                  </a:lnTo>
                  <a:lnTo>
                    <a:pt x="1002" y="1143"/>
                  </a:lnTo>
                  <a:lnTo>
                    <a:pt x="1008" y="1141"/>
                  </a:lnTo>
                  <a:lnTo>
                    <a:pt x="1012" y="1140"/>
                  </a:lnTo>
                  <a:lnTo>
                    <a:pt x="1013" y="1140"/>
                  </a:lnTo>
                  <a:lnTo>
                    <a:pt x="1024" y="1121"/>
                  </a:lnTo>
                  <a:lnTo>
                    <a:pt x="1023" y="1120"/>
                  </a:lnTo>
                  <a:lnTo>
                    <a:pt x="1021" y="1117"/>
                  </a:lnTo>
                  <a:lnTo>
                    <a:pt x="1019" y="1113"/>
                  </a:lnTo>
                  <a:lnTo>
                    <a:pt x="1015" y="1108"/>
                  </a:lnTo>
                  <a:lnTo>
                    <a:pt x="1012" y="1102"/>
                  </a:lnTo>
                  <a:lnTo>
                    <a:pt x="1008" y="1095"/>
                  </a:lnTo>
                  <a:lnTo>
                    <a:pt x="1005" y="1089"/>
                  </a:lnTo>
                  <a:lnTo>
                    <a:pt x="1002" y="1084"/>
                  </a:lnTo>
                  <a:lnTo>
                    <a:pt x="999" y="1078"/>
                  </a:lnTo>
                  <a:lnTo>
                    <a:pt x="997" y="1070"/>
                  </a:lnTo>
                  <a:lnTo>
                    <a:pt x="996" y="1061"/>
                  </a:lnTo>
                  <a:lnTo>
                    <a:pt x="995" y="1054"/>
                  </a:lnTo>
                  <a:lnTo>
                    <a:pt x="996" y="1049"/>
                  </a:lnTo>
                  <a:lnTo>
                    <a:pt x="999" y="1047"/>
                  </a:lnTo>
                  <a:lnTo>
                    <a:pt x="1005" y="1050"/>
                  </a:lnTo>
                  <a:lnTo>
                    <a:pt x="1013" y="1060"/>
                  </a:lnTo>
                  <a:lnTo>
                    <a:pt x="1021" y="1071"/>
                  </a:lnTo>
                  <a:lnTo>
                    <a:pt x="1026" y="1077"/>
                  </a:lnTo>
                  <a:lnTo>
                    <a:pt x="1029" y="1079"/>
                  </a:lnTo>
                  <a:lnTo>
                    <a:pt x="1031" y="1078"/>
                  </a:lnTo>
                  <a:lnTo>
                    <a:pt x="1033" y="1075"/>
                  </a:lnTo>
                  <a:lnTo>
                    <a:pt x="1035" y="1071"/>
                  </a:lnTo>
                  <a:lnTo>
                    <a:pt x="1037" y="1065"/>
                  </a:lnTo>
                  <a:lnTo>
                    <a:pt x="1040" y="1060"/>
                  </a:lnTo>
                  <a:lnTo>
                    <a:pt x="1044" y="1054"/>
                  </a:lnTo>
                  <a:lnTo>
                    <a:pt x="1048" y="1045"/>
                  </a:lnTo>
                  <a:lnTo>
                    <a:pt x="1052" y="1037"/>
                  </a:lnTo>
                  <a:lnTo>
                    <a:pt x="1055" y="1029"/>
                  </a:lnTo>
                  <a:lnTo>
                    <a:pt x="1057" y="1021"/>
                  </a:lnTo>
                  <a:lnTo>
                    <a:pt x="1059" y="1015"/>
                  </a:lnTo>
                  <a:lnTo>
                    <a:pt x="1060" y="1011"/>
                  </a:lnTo>
                  <a:lnTo>
                    <a:pt x="1060" y="1009"/>
                  </a:lnTo>
                  <a:lnTo>
                    <a:pt x="1061" y="1008"/>
                  </a:lnTo>
                  <a:lnTo>
                    <a:pt x="1065" y="1007"/>
                  </a:lnTo>
                  <a:lnTo>
                    <a:pt x="1069" y="1006"/>
                  </a:lnTo>
                  <a:lnTo>
                    <a:pt x="1075" y="1005"/>
                  </a:lnTo>
                  <a:lnTo>
                    <a:pt x="1080" y="1007"/>
                  </a:lnTo>
                  <a:lnTo>
                    <a:pt x="1084" y="1011"/>
                  </a:lnTo>
                  <a:lnTo>
                    <a:pt x="1086" y="1019"/>
                  </a:lnTo>
                  <a:lnTo>
                    <a:pt x="1085" y="1031"/>
                  </a:lnTo>
                  <a:lnTo>
                    <a:pt x="1083" y="1044"/>
                  </a:lnTo>
                  <a:lnTo>
                    <a:pt x="1082" y="1055"/>
                  </a:lnTo>
                  <a:lnTo>
                    <a:pt x="1082" y="1062"/>
                  </a:lnTo>
                  <a:lnTo>
                    <a:pt x="1083" y="1067"/>
                  </a:lnTo>
                  <a:lnTo>
                    <a:pt x="1085" y="1072"/>
                  </a:lnTo>
                  <a:lnTo>
                    <a:pt x="1088" y="1075"/>
                  </a:lnTo>
                  <a:lnTo>
                    <a:pt x="1091" y="1079"/>
                  </a:lnTo>
                  <a:lnTo>
                    <a:pt x="1096" y="1084"/>
                  </a:lnTo>
                  <a:lnTo>
                    <a:pt x="1100" y="1090"/>
                  </a:lnTo>
                  <a:lnTo>
                    <a:pt x="1104" y="1099"/>
                  </a:lnTo>
                  <a:lnTo>
                    <a:pt x="1106" y="1108"/>
                  </a:lnTo>
                  <a:lnTo>
                    <a:pt x="1107" y="1117"/>
                  </a:lnTo>
                  <a:lnTo>
                    <a:pt x="1108" y="1127"/>
                  </a:lnTo>
                  <a:lnTo>
                    <a:pt x="1109" y="1137"/>
                  </a:lnTo>
                  <a:lnTo>
                    <a:pt x="1110" y="1146"/>
                  </a:lnTo>
                  <a:lnTo>
                    <a:pt x="1113" y="1155"/>
                  </a:lnTo>
                  <a:lnTo>
                    <a:pt x="1117" y="1162"/>
                  </a:lnTo>
                  <a:lnTo>
                    <a:pt x="1120" y="1168"/>
                  </a:lnTo>
                  <a:lnTo>
                    <a:pt x="1123" y="1173"/>
                  </a:lnTo>
                  <a:lnTo>
                    <a:pt x="1126" y="1178"/>
                  </a:lnTo>
                  <a:lnTo>
                    <a:pt x="1128" y="1183"/>
                  </a:lnTo>
                  <a:lnTo>
                    <a:pt x="1128" y="1188"/>
                  </a:lnTo>
                  <a:lnTo>
                    <a:pt x="1127" y="1194"/>
                  </a:lnTo>
                  <a:lnTo>
                    <a:pt x="1124" y="1203"/>
                  </a:lnTo>
                  <a:lnTo>
                    <a:pt x="1120" y="1211"/>
                  </a:lnTo>
                  <a:lnTo>
                    <a:pt x="1117" y="1220"/>
                  </a:lnTo>
                  <a:lnTo>
                    <a:pt x="1115" y="1228"/>
                  </a:lnTo>
                  <a:lnTo>
                    <a:pt x="1113" y="1236"/>
                  </a:lnTo>
                  <a:lnTo>
                    <a:pt x="1112" y="1243"/>
                  </a:lnTo>
                  <a:lnTo>
                    <a:pt x="1111" y="1249"/>
                  </a:lnTo>
                  <a:lnTo>
                    <a:pt x="1111" y="1253"/>
                  </a:lnTo>
                  <a:lnTo>
                    <a:pt x="1111" y="1254"/>
                  </a:lnTo>
                  <a:lnTo>
                    <a:pt x="1110" y="1254"/>
                  </a:lnTo>
                  <a:lnTo>
                    <a:pt x="1106" y="1254"/>
                  </a:lnTo>
                  <a:lnTo>
                    <a:pt x="1100" y="1255"/>
                  </a:lnTo>
                  <a:lnTo>
                    <a:pt x="1094" y="1255"/>
                  </a:lnTo>
                  <a:lnTo>
                    <a:pt x="1086" y="1255"/>
                  </a:lnTo>
                  <a:lnTo>
                    <a:pt x="1078" y="1255"/>
                  </a:lnTo>
                  <a:lnTo>
                    <a:pt x="1070" y="1255"/>
                  </a:lnTo>
                  <a:lnTo>
                    <a:pt x="1063" y="1254"/>
                  </a:lnTo>
                  <a:lnTo>
                    <a:pt x="1058" y="1255"/>
                  </a:lnTo>
                  <a:lnTo>
                    <a:pt x="1056" y="1258"/>
                  </a:lnTo>
                  <a:lnTo>
                    <a:pt x="1057" y="1263"/>
                  </a:lnTo>
                  <a:lnTo>
                    <a:pt x="1060" y="1269"/>
                  </a:lnTo>
                  <a:lnTo>
                    <a:pt x="1063" y="1276"/>
                  </a:lnTo>
                  <a:lnTo>
                    <a:pt x="1067" y="1281"/>
                  </a:lnTo>
                  <a:lnTo>
                    <a:pt x="1070" y="1285"/>
                  </a:lnTo>
                  <a:lnTo>
                    <a:pt x="1071" y="1287"/>
                  </a:lnTo>
                  <a:lnTo>
                    <a:pt x="1070" y="1287"/>
                  </a:lnTo>
                  <a:lnTo>
                    <a:pt x="1067" y="1288"/>
                  </a:lnTo>
                  <a:lnTo>
                    <a:pt x="1063" y="1289"/>
                  </a:lnTo>
                  <a:lnTo>
                    <a:pt x="1058" y="1290"/>
                  </a:lnTo>
                  <a:lnTo>
                    <a:pt x="1052" y="1294"/>
                  </a:lnTo>
                  <a:lnTo>
                    <a:pt x="1046" y="1299"/>
                  </a:lnTo>
                  <a:lnTo>
                    <a:pt x="1041" y="1305"/>
                  </a:lnTo>
                  <a:lnTo>
                    <a:pt x="1037" y="1313"/>
                  </a:lnTo>
                  <a:lnTo>
                    <a:pt x="1034" y="1319"/>
                  </a:lnTo>
                  <a:lnTo>
                    <a:pt x="1030" y="1320"/>
                  </a:lnTo>
                  <a:lnTo>
                    <a:pt x="1025" y="1318"/>
                  </a:lnTo>
                  <a:lnTo>
                    <a:pt x="1020" y="1313"/>
                  </a:lnTo>
                  <a:lnTo>
                    <a:pt x="1014" y="1308"/>
                  </a:lnTo>
                  <a:lnTo>
                    <a:pt x="1008" y="1302"/>
                  </a:lnTo>
                  <a:lnTo>
                    <a:pt x="1000" y="1299"/>
                  </a:lnTo>
                  <a:lnTo>
                    <a:pt x="992" y="1299"/>
                  </a:lnTo>
                  <a:lnTo>
                    <a:pt x="986" y="1300"/>
                  </a:lnTo>
                  <a:lnTo>
                    <a:pt x="984" y="1299"/>
                  </a:lnTo>
                  <a:lnTo>
                    <a:pt x="985" y="1295"/>
                  </a:lnTo>
                  <a:lnTo>
                    <a:pt x="988" y="1290"/>
                  </a:lnTo>
                  <a:lnTo>
                    <a:pt x="991" y="1285"/>
                  </a:lnTo>
                  <a:lnTo>
                    <a:pt x="996" y="1279"/>
                  </a:lnTo>
                  <a:lnTo>
                    <a:pt x="999" y="1273"/>
                  </a:lnTo>
                  <a:lnTo>
                    <a:pt x="1002" y="1267"/>
                  </a:lnTo>
                  <a:lnTo>
                    <a:pt x="1004" y="1261"/>
                  </a:lnTo>
                  <a:lnTo>
                    <a:pt x="1006" y="1257"/>
                  </a:lnTo>
                  <a:lnTo>
                    <a:pt x="1009" y="1253"/>
                  </a:lnTo>
                  <a:lnTo>
                    <a:pt x="1010" y="1250"/>
                  </a:lnTo>
                  <a:lnTo>
                    <a:pt x="1008" y="1247"/>
                  </a:lnTo>
                  <a:lnTo>
                    <a:pt x="1000" y="1245"/>
                  </a:lnTo>
                  <a:lnTo>
                    <a:pt x="989" y="1244"/>
                  </a:lnTo>
                  <a:lnTo>
                    <a:pt x="970" y="1244"/>
                  </a:lnTo>
                  <a:lnTo>
                    <a:pt x="948" y="1243"/>
                  </a:lnTo>
                  <a:lnTo>
                    <a:pt x="931" y="1242"/>
                  </a:lnTo>
                  <a:lnTo>
                    <a:pt x="917" y="1240"/>
                  </a:lnTo>
                  <a:lnTo>
                    <a:pt x="907" y="1239"/>
                  </a:lnTo>
                  <a:lnTo>
                    <a:pt x="897" y="1238"/>
                  </a:lnTo>
                  <a:lnTo>
                    <a:pt x="892" y="1238"/>
                  </a:lnTo>
                  <a:lnTo>
                    <a:pt x="888" y="1239"/>
                  </a:lnTo>
                  <a:lnTo>
                    <a:pt x="886" y="1242"/>
                  </a:lnTo>
                  <a:lnTo>
                    <a:pt x="884" y="1244"/>
                  </a:lnTo>
                  <a:lnTo>
                    <a:pt x="881" y="1243"/>
                  </a:lnTo>
                  <a:lnTo>
                    <a:pt x="877" y="1241"/>
                  </a:lnTo>
                  <a:lnTo>
                    <a:pt x="872" y="1238"/>
                  </a:lnTo>
                  <a:lnTo>
                    <a:pt x="866" y="1235"/>
                  </a:lnTo>
                  <a:lnTo>
                    <a:pt x="859" y="1235"/>
                  </a:lnTo>
                  <a:lnTo>
                    <a:pt x="850" y="1237"/>
                  </a:lnTo>
                  <a:lnTo>
                    <a:pt x="841" y="1244"/>
                  </a:lnTo>
                  <a:lnTo>
                    <a:pt x="833" y="1253"/>
                  </a:lnTo>
                  <a:lnTo>
                    <a:pt x="826" y="1260"/>
                  </a:lnTo>
                  <a:lnTo>
                    <a:pt x="821" y="1264"/>
                  </a:lnTo>
                  <a:lnTo>
                    <a:pt x="817" y="1267"/>
                  </a:lnTo>
                  <a:lnTo>
                    <a:pt x="812" y="1267"/>
                  </a:lnTo>
                  <a:lnTo>
                    <a:pt x="807" y="1264"/>
                  </a:lnTo>
                  <a:lnTo>
                    <a:pt x="799" y="1259"/>
                  </a:lnTo>
                  <a:lnTo>
                    <a:pt x="791" y="1251"/>
                  </a:lnTo>
                  <a:lnTo>
                    <a:pt x="782" y="1243"/>
                  </a:lnTo>
                  <a:lnTo>
                    <a:pt x="774" y="1239"/>
                  </a:lnTo>
                  <a:lnTo>
                    <a:pt x="769" y="1237"/>
                  </a:lnTo>
                  <a:lnTo>
                    <a:pt x="766" y="1236"/>
                  </a:lnTo>
                  <a:lnTo>
                    <a:pt x="767" y="1236"/>
                  </a:lnTo>
                  <a:lnTo>
                    <a:pt x="772" y="1235"/>
                  </a:lnTo>
                  <a:lnTo>
                    <a:pt x="783" y="1231"/>
                  </a:lnTo>
                  <a:lnTo>
                    <a:pt x="799" y="1225"/>
                  </a:lnTo>
                  <a:lnTo>
                    <a:pt x="817" y="1217"/>
                  </a:lnTo>
                  <a:lnTo>
                    <a:pt x="829" y="1209"/>
                  </a:lnTo>
                  <a:lnTo>
                    <a:pt x="837" y="1201"/>
                  </a:lnTo>
                  <a:lnTo>
                    <a:pt x="840" y="1193"/>
                  </a:lnTo>
                  <a:lnTo>
                    <a:pt x="840" y="1187"/>
                  </a:lnTo>
                  <a:lnTo>
                    <a:pt x="838" y="1182"/>
                  </a:lnTo>
                  <a:lnTo>
                    <a:pt x="832" y="1179"/>
                  </a:lnTo>
                  <a:lnTo>
                    <a:pt x="825" y="1177"/>
                  </a:lnTo>
                  <a:lnTo>
                    <a:pt x="817" y="1176"/>
                  </a:lnTo>
                  <a:lnTo>
                    <a:pt x="811" y="1174"/>
                  </a:lnTo>
                  <a:lnTo>
                    <a:pt x="805" y="1172"/>
                  </a:lnTo>
                  <a:lnTo>
                    <a:pt x="799" y="1170"/>
                  </a:lnTo>
                  <a:lnTo>
                    <a:pt x="794" y="1169"/>
                  </a:lnTo>
                  <a:lnTo>
                    <a:pt x="790" y="1170"/>
                  </a:lnTo>
                  <a:lnTo>
                    <a:pt x="785" y="1172"/>
                  </a:lnTo>
                  <a:lnTo>
                    <a:pt x="780" y="1177"/>
                  </a:lnTo>
                  <a:lnTo>
                    <a:pt x="775" y="1181"/>
                  </a:lnTo>
                  <a:lnTo>
                    <a:pt x="769" y="1181"/>
                  </a:lnTo>
                  <a:lnTo>
                    <a:pt x="763" y="1178"/>
                  </a:lnTo>
                  <a:lnTo>
                    <a:pt x="759" y="1174"/>
                  </a:lnTo>
                  <a:lnTo>
                    <a:pt x="755" y="1170"/>
                  </a:lnTo>
                  <a:lnTo>
                    <a:pt x="751" y="1168"/>
                  </a:lnTo>
                  <a:lnTo>
                    <a:pt x="750" y="1169"/>
                  </a:lnTo>
                  <a:lnTo>
                    <a:pt x="751" y="1175"/>
                  </a:lnTo>
                  <a:lnTo>
                    <a:pt x="751" y="1180"/>
                  </a:lnTo>
                  <a:lnTo>
                    <a:pt x="748" y="1180"/>
                  </a:lnTo>
                  <a:lnTo>
                    <a:pt x="743" y="1177"/>
                  </a:lnTo>
                  <a:lnTo>
                    <a:pt x="736" y="1171"/>
                  </a:lnTo>
                  <a:lnTo>
                    <a:pt x="729" y="1164"/>
                  </a:lnTo>
                  <a:lnTo>
                    <a:pt x="722" y="1157"/>
                  </a:lnTo>
                  <a:lnTo>
                    <a:pt x="718" y="1152"/>
                  </a:lnTo>
                  <a:lnTo>
                    <a:pt x="716" y="1150"/>
                  </a:lnTo>
                  <a:lnTo>
                    <a:pt x="714" y="1149"/>
                  </a:lnTo>
                  <a:lnTo>
                    <a:pt x="710" y="1145"/>
                  </a:lnTo>
                  <a:lnTo>
                    <a:pt x="705" y="1141"/>
                  </a:lnTo>
                  <a:lnTo>
                    <a:pt x="697" y="1136"/>
                  </a:lnTo>
                  <a:lnTo>
                    <a:pt x="691" y="1133"/>
                  </a:lnTo>
                  <a:lnTo>
                    <a:pt x="686" y="1130"/>
                  </a:lnTo>
                  <a:lnTo>
                    <a:pt x="684" y="1130"/>
                  </a:lnTo>
                  <a:lnTo>
                    <a:pt x="684" y="1132"/>
                  </a:lnTo>
                  <a:lnTo>
                    <a:pt x="685" y="1141"/>
                  </a:lnTo>
                  <a:lnTo>
                    <a:pt x="682" y="1151"/>
                  </a:lnTo>
                  <a:lnTo>
                    <a:pt x="678" y="1158"/>
                  </a:lnTo>
                  <a:lnTo>
                    <a:pt x="676" y="1161"/>
                  </a:lnTo>
                  <a:lnTo>
                    <a:pt x="674" y="1161"/>
                  </a:lnTo>
                  <a:lnTo>
                    <a:pt x="670" y="1161"/>
                  </a:lnTo>
                  <a:lnTo>
                    <a:pt x="663" y="1160"/>
                  </a:lnTo>
                  <a:lnTo>
                    <a:pt x="655" y="1159"/>
                  </a:lnTo>
                  <a:lnTo>
                    <a:pt x="646" y="1158"/>
                  </a:lnTo>
                  <a:lnTo>
                    <a:pt x="637" y="1157"/>
                  </a:lnTo>
                  <a:lnTo>
                    <a:pt x="629" y="1155"/>
                  </a:lnTo>
                  <a:lnTo>
                    <a:pt x="623" y="1153"/>
                  </a:lnTo>
                  <a:lnTo>
                    <a:pt x="618" y="1150"/>
                  </a:lnTo>
                  <a:lnTo>
                    <a:pt x="612" y="1145"/>
                  </a:lnTo>
                  <a:lnTo>
                    <a:pt x="607" y="1142"/>
                  </a:lnTo>
                  <a:lnTo>
                    <a:pt x="601" y="1139"/>
                  </a:lnTo>
                  <a:lnTo>
                    <a:pt x="595" y="1137"/>
                  </a:lnTo>
                  <a:lnTo>
                    <a:pt x="590" y="1138"/>
                  </a:lnTo>
                  <a:lnTo>
                    <a:pt x="584" y="1142"/>
                  </a:lnTo>
                  <a:lnTo>
                    <a:pt x="578" y="1150"/>
                  </a:lnTo>
                  <a:lnTo>
                    <a:pt x="573" y="1158"/>
                  </a:lnTo>
                  <a:lnTo>
                    <a:pt x="568" y="1164"/>
                  </a:lnTo>
                  <a:lnTo>
                    <a:pt x="563" y="1169"/>
                  </a:lnTo>
                  <a:lnTo>
                    <a:pt x="559" y="1172"/>
                  </a:lnTo>
                  <a:lnTo>
                    <a:pt x="553" y="1174"/>
                  </a:lnTo>
                  <a:lnTo>
                    <a:pt x="546" y="1175"/>
                  </a:lnTo>
                  <a:lnTo>
                    <a:pt x="538" y="1175"/>
                  </a:lnTo>
                  <a:lnTo>
                    <a:pt x="528" y="1175"/>
                  </a:lnTo>
                  <a:lnTo>
                    <a:pt x="518" y="1174"/>
                  </a:lnTo>
                  <a:lnTo>
                    <a:pt x="510" y="1171"/>
                  </a:lnTo>
                  <a:lnTo>
                    <a:pt x="504" y="1167"/>
                  </a:lnTo>
                  <a:lnTo>
                    <a:pt x="499" y="1162"/>
                  </a:lnTo>
                  <a:lnTo>
                    <a:pt x="497" y="1158"/>
                  </a:lnTo>
                  <a:lnTo>
                    <a:pt x="495" y="1154"/>
                  </a:lnTo>
                  <a:lnTo>
                    <a:pt x="494" y="1151"/>
                  </a:lnTo>
                  <a:lnTo>
                    <a:pt x="494" y="1150"/>
                  </a:lnTo>
                  <a:lnTo>
                    <a:pt x="492" y="1148"/>
                  </a:lnTo>
                  <a:lnTo>
                    <a:pt x="487" y="1142"/>
                  </a:lnTo>
                  <a:lnTo>
                    <a:pt x="480" y="1135"/>
                  </a:lnTo>
                  <a:lnTo>
                    <a:pt x="472" y="1126"/>
                  </a:lnTo>
                  <a:lnTo>
                    <a:pt x="463" y="1117"/>
                  </a:lnTo>
                  <a:lnTo>
                    <a:pt x="456" y="1107"/>
                  </a:lnTo>
                  <a:lnTo>
                    <a:pt x="449" y="1098"/>
                  </a:lnTo>
                  <a:lnTo>
                    <a:pt x="446" y="1090"/>
                  </a:lnTo>
                  <a:lnTo>
                    <a:pt x="445" y="1082"/>
                  </a:lnTo>
                  <a:lnTo>
                    <a:pt x="446" y="1073"/>
                  </a:lnTo>
                  <a:lnTo>
                    <a:pt x="447" y="1063"/>
                  </a:lnTo>
                  <a:lnTo>
                    <a:pt x="448" y="1052"/>
                  </a:lnTo>
                  <a:lnTo>
                    <a:pt x="449" y="1041"/>
                  </a:lnTo>
                  <a:lnTo>
                    <a:pt x="451" y="1033"/>
                  </a:lnTo>
                  <a:lnTo>
                    <a:pt x="453" y="1028"/>
                  </a:lnTo>
                  <a:lnTo>
                    <a:pt x="453" y="1026"/>
                  </a:lnTo>
                  <a:lnTo>
                    <a:pt x="453" y="1024"/>
                  </a:lnTo>
                  <a:lnTo>
                    <a:pt x="454" y="1020"/>
                  </a:lnTo>
                  <a:lnTo>
                    <a:pt x="455" y="1015"/>
                  </a:lnTo>
                  <a:lnTo>
                    <a:pt x="454" y="1011"/>
                  </a:lnTo>
                  <a:lnTo>
                    <a:pt x="450" y="1009"/>
                  </a:lnTo>
                  <a:lnTo>
                    <a:pt x="444" y="1012"/>
                  </a:lnTo>
                  <a:lnTo>
                    <a:pt x="435" y="1021"/>
                  </a:lnTo>
                  <a:lnTo>
                    <a:pt x="422" y="1037"/>
                  </a:lnTo>
                  <a:lnTo>
                    <a:pt x="410" y="1055"/>
                  </a:lnTo>
                  <a:lnTo>
                    <a:pt x="402" y="1065"/>
                  </a:lnTo>
                  <a:lnTo>
                    <a:pt x="398" y="1071"/>
                  </a:lnTo>
                  <a:lnTo>
                    <a:pt x="397" y="1072"/>
                  </a:lnTo>
                  <a:lnTo>
                    <a:pt x="397" y="1070"/>
                  </a:lnTo>
                  <a:lnTo>
                    <a:pt x="394" y="1067"/>
                  </a:lnTo>
                  <a:lnTo>
                    <a:pt x="389" y="1063"/>
                  </a:lnTo>
                  <a:lnTo>
                    <a:pt x="379" y="1060"/>
                  </a:lnTo>
                  <a:lnTo>
                    <a:pt x="369" y="1059"/>
                  </a:lnTo>
                  <a:lnTo>
                    <a:pt x="364" y="1061"/>
                  </a:lnTo>
                  <a:lnTo>
                    <a:pt x="362" y="1066"/>
                  </a:lnTo>
                  <a:lnTo>
                    <a:pt x="361" y="1071"/>
                  </a:lnTo>
                  <a:lnTo>
                    <a:pt x="360" y="1077"/>
                  </a:lnTo>
                  <a:lnTo>
                    <a:pt x="358" y="1082"/>
                  </a:lnTo>
                  <a:lnTo>
                    <a:pt x="351" y="1087"/>
                  </a:lnTo>
                  <a:lnTo>
                    <a:pt x="340" y="1090"/>
                  </a:lnTo>
                  <a:lnTo>
                    <a:pt x="329" y="1093"/>
                  </a:lnTo>
                  <a:lnTo>
                    <a:pt x="325" y="1098"/>
                  </a:lnTo>
                  <a:lnTo>
                    <a:pt x="325" y="1103"/>
                  </a:lnTo>
                  <a:lnTo>
                    <a:pt x="327" y="1108"/>
                  </a:lnTo>
                  <a:lnTo>
                    <a:pt x="329" y="1112"/>
                  </a:lnTo>
                  <a:lnTo>
                    <a:pt x="330" y="1115"/>
                  </a:lnTo>
                  <a:lnTo>
                    <a:pt x="327" y="1115"/>
                  </a:lnTo>
                  <a:lnTo>
                    <a:pt x="318" y="1113"/>
                  </a:lnTo>
                  <a:lnTo>
                    <a:pt x="307" y="1111"/>
                  </a:lnTo>
                  <a:lnTo>
                    <a:pt x="298" y="1113"/>
                  </a:lnTo>
                  <a:lnTo>
                    <a:pt x="291" y="1117"/>
                  </a:lnTo>
                  <a:lnTo>
                    <a:pt x="285" y="1122"/>
                  </a:lnTo>
                  <a:lnTo>
                    <a:pt x="280" y="1127"/>
                  </a:lnTo>
                  <a:lnTo>
                    <a:pt x="274" y="1130"/>
                  </a:lnTo>
                  <a:lnTo>
                    <a:pt x="266" y="1132"/>
                  </a:lnTo>
                  <a:lnTo>
                    <a:pt x="257" y="1129"/>
                  </a:lnTo>
                  <a:lnTo>
                    <a:pt x="246" y="1123"/>
                  </a:lnTo>
                  <a:lnTo>
                    <a:pt x="236" y="1115"/>
                  </a:lnTo>
                  <a:lnTo>
                    <a:pt x="226" y="1107"/>
                  </a:lnTo>
                  <a:lnTo>
                    <a:pt x="218" y="1098"/>
                  </a:lnTo>
                  <a:lnTo>
                    <a:pt x="211" y="1089"/>
                  </a:lnTo>
                  <a:lnTo>
                    <a:pt x="206" y="1082"/>
                  </a:lnTo>
                  <a:lnTo>
                    <a:pt x="201" y="1078"/>
                  </a:lnTo>
                  <a:lnTo>
                    <a:pt x="200" y="1076"/>
                  </a:lnTo>
                  <a:lnTo>
                    <a:pt x="199" y="1077"/>
                  </a:lnTo>
                  <a:lnTo>
                    <a:pt x="197" y="1081"/>
                  </a:lnTo>
                  <a:lnTo>
                    <a:pt x="194" y="1087"/>
                  </a:lnTo>
                  <a:lnTo>
                    <a:pt x="190" y="1094"/>
                  </a:lnTo>
                  <a:lnTo>
                    <a:pt x="184" y="1087"/>
                  </a:lnTo>
                  <a:lnTo>
                    <a:pt x="179" y="1079"/>
                  </a:lnTo>
                  <a:lnTo>
                    <a:pt x="174" y="1072"/>
                  </a:lnTo>
                  <a:lnTo>
                    <a:pt x="169" y="1064"/>
                  </a:lnTo>
                  <a:lnTo>
                    <a:pt x="166" y="1058"/>
                  </a:lnTo>
                  <a:lnTo>
                    <a:pt x="163" y="1052"/>
                  </a:lnTo>
                  <a:lnTo>
                    <a:pt x="162" y="1047"/>
                  </a:lnTo>
                  <a:lnTo>
                    <a:pt x="162" y="1042"/>
                  </a:lnTo>
                  <a:lnTo>
                    <a:pt x="162" y="1035"/>
                  </a:lnTo>
                  <a:lnTo>
                    <a:pt x="161" y="1027"/>
                  </a:lnTo>
                  <a:lnTo>
                    <a:pt x="159" y="1018"/>
                  </a:lnTo>
                  <a:lnTo>
                    <a:pt x="156" y="1009"/>
                  </a:lnTo>
                  <a:lnTo>
                    <a:pt x="151" y="1000"/>
                  </a:lnTo>
                  <a:lnTo>
                    <a:pt x="148" y="990"/>
                  </a:lnTo>
                  <a:lnTo>
                    <a:pt x="146" y="982"/>
                  </a:lnTo>
                  <a:lnTo>
                    <a:pt x="145" y="975"/>
                  </a:lnTo>
                  <a:lnTo>
                    <a:pt x="144" y="969"/>
                  </a:lnTo>
                  <a:lnTo>
                    <a:pt x="142" y="964"/>
                  </a:lnTo>
                  <a:lnTo>
                    <a:pt x="139" y="960"/>
                  </a:lnTo>
                  <a:lnTo>
                    <a:pt x="135" y="957"/>
                  </a:lnTo>
                  <a:lnTo>
                    <a:pt x="130" y="952"/>
                  </a:lnTo>
                  <a:lnTo>
                    <a:pt x="125" y="945"/>
                  </a:lnTo>
                  <a:lnTo>
                    <a:pt x="120" y="936"/>
                  </a:lnTo>
                  <a:lnTo>
                    <a:pt x="115" y="924"/>
                  </a:lnTo>
                  <a:lnTo>
                    <a:pt x="111" y="911"/>
                  </a:lnTo>
                  <a:lnTo>
                    <a:pt x="108" y="900"/>
                  </a:lnTo>
                  <a:lnTo>
                    <a:pt x="106" y="891"/>
                  </a:lnTo>
                  <a:lnTo>
                    <a:pt x="105" y="886"/>
                  </a:lnTo>
                  <a:lnTo>
                    <a:pt x="103" y="882"/>
                  </a:lnTo>
                  <a:lnTo>
                    <a:pt x="105" y="880"/>
                  </a:lnTo>
                  <a:lnTo>
                    <a:pt x="105" y="879"/>
                  </a:lnTo>
                  <a:lnTo>
                    <a:pt x="43" y="834"/>
                  </a:lnTo>
                  <a:lnTo>
                    <a:pt x="43" y="832"/>
                  </a:lnTo>
                  <a:lnTo>
                    <a:pt x="43" y="827"/>
                  </a:lnTo>
                  <a:lnTo>
                    <a:pt x="42" y="818"/>
                  </a:lnTo>
                  <a:lnTo>
                    <a:pt x="42" y="808"/>
                  </a:lnTo>
                  <a:lnTo>
                    <a:pt x="41" y="796"/>
                  </a:lnTo>
                  <a:lnTo>
                    <a:pt x="40" y="782"/>
                  </a:lnTo>
                  <a:lnTo>
                    <a:pt x="40" y="768"/>
                  </a:lnTo>
                  <a:lnTo>
                    <a:pt x="39" y="755"/>
                  </a:lnTo>
                  <a:lnTo>
                    <a:pt x="38" y="748"/>
                  </a:lnTo>
                  <a:lnTo>
                    <a:pt x="35" y="740"/>
                  </a:lnTo>
                  <a:lnTo>
                    <a:pt x="31" y="731"/>
                  </a:lnTo>
                  <a:lnTo>
                    <a:pt x="26" y="723"/>
                  </a:lnTo>
                  <a:lnTo>
                    <a:pt x="21" y="714"/>
                  </a:lnTo>
                  <a:lnTo>
                    <a:pt x="14" y="705"/>
                  </a:lnTo>
                  <a:lnTo>
                    <a:pt x="8" y="696"/>
                  </a:lnTo>
                  <a:lnTo>
                    <a:pt x="0" y="686"/>
                  </a:lnTo>
                  <a:lnTo>
                    <a:pt x="3" y="684"/>
                  </a:lnTo>
                  <a:lnTo>
                    <a:pt x="6" y="682"/>
                  </a:lnTo>
                  <a:lnTo>
                    <a:pt x="6" y="679"/>
                  </a:lnTo>
                  <a:lnTo>
                    <a:pt x="5" y="676"/>
                  </a:lnTo>
                  <a:lnTo>
                    <a:pt x="1" y="671"/>
                  </a:lnTo>
                  <a:lnTo>
                    <a:pt x="1" y="665"/>
                  </a:lnTo>
                  <a:lnTo>
                    <a:pt x="2" y="658"/>
                  </a:lnTo>
                  <a:lnTo>
                    <a:pt x="3" y="651"/>
                  </a:lnTo>
                  <a:lnTo>
                    <a:pt x="6" y="642"/>
                  </a:lnTo>
                  <a:lnTo>
                    <a:pt x="9" y="632"/>
                  </a:lnTo>
                  <a:lnTo>
                    <a:pt x="10" y="620"/>
                  </a:lnTo>
                  <a:lnTo>
                    <a:pt x="11" y="607"/>
                  </a:lnTo>
                  <a:lnTo>
                    <a:pt x="11" y="592"/>
                  </a:lnTo>
                  <a:lnTo>
                    <a:pt x="13" y="579"/>
                  </a:lnTo>
                  <a:lnTo>
                    <a:pt x="15" y="568"/>
                  </a:lnTo>
                  <a:lnTo>
                    <a:pt x="18" y="558"/>
                  </a:lnTo>
                  <a:lnTo>
                    <a:pt x="22" y="549"/>
                  </a:lnTo>
                  <a:lnTo>
                    <a:pt x="27" y="540"/>
                  </a:lnTo>
                  <a:lnTo>
                    <a:pt x="33" y="533"/>
                  </a:lnTo>
                  <a:lnTo>
                    <a:pt x="39" y="527"/>
                  </a:lnTo>
                  <a:lnTo>
                    <a:pt x="44" y="519"/>
                  </a:lnTo>
                  <a:lnTo>
                    <a:pt x="47" y="508"/>
                  </a:lnTo>
                  <a:lnTo>
                    <a:pt x="48" y="494"/>
                  </a:lnTo>
                  <a:lnTo>
                    <a:pt x="47" y="477"/>
                  </a:lnTo>
                  <a:lnTo>
                    <a:pt x="44" y="461"/>
                  </a:lnTo>
                  <a:lnTo>
                    <a:pt x="40" y="444"/>
                  </a:lnTo>
                  <a:lnTo>
                    <a:pt x="35" y="427"/>
                  </a:lnTo>
                  <a:lnTo>
                    <a:pt x="29" y="413"/>
                  </a:lnTo>
                  <a:lnTo>
                    <a:pt x="25" y="400"/>
                  </a:lnTo>
                  <a:lnTo>
                    <a:pt x="23" y="386"/>
                  </a:lnTo>
                  <a:lnTo>
                    <a:pt x="24" y="373"/>
                  </a:lnTo>
                  <a:lnTo>
                    <a:pt x="28" y="361"/>
                  </a:lnTo>
                  <a:lnTo>
                    <a:pt x="33" y="350"/>
                  </a:lnTo>
                  <a:lnTo>
                    <a:pt x="39" y="339"/>
                  </a:lnTo>
                  <a:lnTo>
                    <a:pt x="47" y="330"/>
                  </a:lnTo>
                  <a:lnTo>
                    <a:pt x="56" y="323"/>
                  </a:lnTo>
                  <a:lnTo>
                    <a:pt x="64" y="315"/>
                  </a:lnTo>
                  <a:lnTo>
                    <a:pt x="70" y="304"/>
                  </a:lnTo>
                  <a:lnTo>
                    <a:pt x="75" y="291"/>
                  </a:lnTo>
                  <a:lnTo>
                    <a:pt x="79" y="278"/>
                  </a:lnTo>
                  <a:lnTo>
                    <a:pt x="80" y="264"/>
                  </a:lnTo>
                  <a:lnTo>
                    <a:pt x="80" y="248"/>
                  </a:lnTo>
                  <a:lnTo>
                    <a:pt x="78" y="231"/>
                  </a:lnTo>
                  <a:lnTo>
                    <a:pt x="74" y="215"/>
                  </a:lnTo>
                  <a:lnTo>
                    <a:pt x="71" y="200"/>
                  </a:lnTo>
                  <a:lnTo>
                    <a:pt x="71" y="185"/>
                  </a:lnTo>
                  <a:lnTo>
                    <a:pt x="75" y="174"/>
                  </a:lnTo>
                  <a:lnTo>
                    <a:pt x="81" y="164"/>
                  </a:lnTo>
                  <a:lnTo>
                    <a:pt x="88" y="157"/>
                  </a:lnTo>
                  <a:lnTo>
                    <a:pt x="97" y="152"/>
                  </a:lnTo>
                  <a:lnTo>
                    <a:pt x="106" y="149"/>
                  </a:lnTo>
                  <a:lnTo>
                    <a:pt x="115" y="148"/>
                  </a:lnTo>
                  <a:lnTo>
                    <a:pt x="122" y="147"/>
                  </a:lnTo>
                  <a:lnTo>
                    <a:pt x="128" y="145"/>
                  </a:lnTo>
                  <a:lnTo>
                    <a:pt x="133" y="140"/>
                  </a:lnTo>
                  <a:lnTo>
                    <a:pt x="136" y="135"/>
                  </a:lnTo>
                  <a:lnTo>
                    <a:pt x="138" y="129"/>
                  </a:lnTo>
                  <a:lnTo>
                    <a:pt x="138" y="123"/>
                  </a:lnTo>
                  <a:lnTo>
                    <a:pt x="138" y="115"/>
                  </a:lnTo>
                  <a:lnTo>
                    <a:pt x="137" y="107"/>
                  </a:lnTo>
                  <a:lnTo>
                    <a:pt x="136" y="98"/>
                  </a:lnTo>
                  <a:lnTo>
                    <a:pt x="138" y="88"/>
                  </a:lnTo>
                  <a:lnTo>
                    <a:pt x="142" y="78"/>
                  </a:lnTo>
                  <a:lnTo>
                    <a:pt x="149" y="67"/>
                  </a:lnTo>
                  <a:lnTo>
                    <a:pt x="158" y="55"/>
                  </a:lnTo>
                  <a:lnTo>
                    <a:pt x="168" y="44"/>
                  </a:lnTo>
                  <a:lnTo>
                    <a:pt x="180" y="31"/>
                  </a:lnTo>
                  <a:lnTo>
                    <a:pt x="194" y="19"/>
                  </a:lnTo>
                  <a:lnTo>
                    <a:pt x="209" y="9"/>
                  </a:lnTo>
                  <a:lnTo>
                    <a:pt x="224" y="4"/>
                  </a:lnTo>
                  <a:lnTo>
                    <a:pt x="238" y="3"/>
                  </a:lnTo>
                  <a:lnTo>
                    <a:pt x="251" y="3"/>
                  </a:lnTo>
                  <a:lnTo>
                    <a:pt x="263" y="5"/>
                  </a:lnTo>
                  <a:lnTo>
                    <a:pt x="272" y="5"/>
                  </a:lnTo>
                  <a:lnTo>
                    <a:pt x="278" y="4"/>
                  </a:lnTo>
                  <a:lnTo>
                    <a:pt x="28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61" name="Freeform 560">
              <a:extLst>
                <a:ext uri="{FF2B5EF4-FFF2-40B4-BE49-F238E27FC236}">
                  <a16:creationId xmlns:a16="http://schemas.microsoft.com/office/drawing/2014/main" id="{41A4C932-F0AB-D4CB-CAB7-28AB3D164FAF}"/>
                </a:ext>
              </a:extLst>
            </p:cNvPr>
            <p:cNvSpPr>
              <a:spLocks/>
            </p:cNvSpPr>
            <p:nvPr/>
          </p:nvSpPr>
          <p:spPr bwMode="auto">
            <a:xfrm>
              <a:off x="2669" y="3816"/>
              <a:ext cx="59" cy="63"/>
            </a:xfrm>
            <a:custGeom>
              <a:avLst/>
              <a:gdLst>
                <a:gd name="T0" fmla="*/ 0 w 238"/>
                <a:gd name="T1" fmla="*/ 0 h 253"/>
                <a:gd name="T2" fmla="*/ 0 w 238"/>
                <a:gd name="T3" fmla="*/ 0 h 253"/>
                <a:gd name="T4" fmla="*/ 0 w 238"/>
                <a:gd name="T5" fmla="*/ 0 h 253"/>
                <a:gd name="T6" fmla="*/ 0 w 238"/>
                <a:gd name="T7" fmla="*/ 0 h 253"/>
                <a:gd name="T8" fmla="*/ 0 w 238"/>
                <a:gd name="T9" fmla="*/ 0 h 253"/>
                <a:gd name="T10" fmla="*/ 0 w 238"/>
                <a:gd name="T11" fmla="*/ 0 h 253"/>
                <a:gd name="T12" fmla="*/ 0 w 238"/>
                <a:gd name="T13" fmla="*/ 0 h 253"/>
                <a:gd name="T14" fmla="*/ 0 w 238"/>
                <a:gd name="T15" fmla="*/ 0 h 253"/>
                <a:gd name="T16" fmla="*/ 0 w 238"/>
                <a:gd name="T17" fmla="*/ 0 h 253"/>
                <a:gd name="T18" fmla="*/ 0 w 238"/>
                <a:gd name="T19" fmla="*/ 0 h 253"/>
                <a:gd name="T20" fmla="*/ 0 w 238"/>
                <a:gd name="T21" fmla="*/ 0 h 253"/>
                <a:gd name="T22" fmla="*/ 0 w 238"/>
                <a:gd name="T23" fmla="*/ 0 h 253"/>
                <a:gd name="T24" fmla="*/ 0 w 238"/>
                <a:gd name="T25" fmla="*/ 0 h 253"/>
                <a:gd name="T26" fmla="*/ 0 w 238"/>
                <a:gd name="T27" fmla="*/ 0 h 253"/>
                <a:gd name="T28" fmla="*/ 0 w 238"/>
                <a:gd name="T29" fmla="*/ 0 h 253"/>
                <a:gd name="T30" fmla="*/ 0 w 238"/>
                <a:gd name="T31" fmla="*/ 0 h 253"/>
                <a:gd name="T32" fmla="*/ 0 w 238"/>
                <a:gd name="T33" fmla="*/ 0 h 253"/>
                <a:gd name="T34" fmla="*/ 0 w 238"/>
                <a:gd name="T35" fmla="*/ 0 h 253"/>
                <a:gd name="T36" fmla="*/ 0 w 238"/>
                <a:gd name="T37" fmla="*/ 0 h 253"/>
                <a:gd name="T38" fmla="*/ 0 w 238"/>
                <a:gd name="T39" fmla="*/ 0 h 253"/>
                <a:gd name="T40" fmla="*/ 0 w 238"/>
                <a:gd name="T41" fmla="*/ 0 h 253"/>
                <a:gd name="T42" fmla="*/ 0 w 238"/>
                <a:gd name="T43" fmla="*/ 0 h 253"/>
                <a:gd name="T44" fmla="*/ 0 w 238"/>
                <a:gd name="T45" fmla="*/ 0 h 253"/>
                <a:gd name="T46" fmla="*/ 0 w 238"/>
                <a:gd name="T47" fmla="*/ 0 h 253"/>
                <a:gd name="T48" fmla="*/ 0 w 238"/>
                <a:gd name="T49" fmla="*/ 0 h 253"/>
                <a:gd name="T50" fmla="*/ 0 w 238"/>
                <a:gd name="T51" fmla="*/ 0 h 253"/>
                <a:gd name="T52" fmla="*/ 0 w 238"/>
                <a:gd name="T53" fmla="*/ 0 h 253"/>
                <a:gd name="T54" fmla="*/ 0 w 238"/>
                <a:gd name="T55" fmla="*/ 0 h 253"/>
                <a:gd name="T56" fmla="*/ 0 w 238"/>
                <a:gd name="T57" fmla="*/ 0 h 253"/>
                <a:gd name="T58" fmla="*/ 0 w 238"/>
                <a:gd name="T59" fmla="*/ 0 h 253"/>
                <a:gd name="T60" fmla="*/ 0 w 238"/>
                <a:gd name="T61" fmla="*/ 0 h 253"/>
                <a:gd name="T62" fmla="*/ 0 w 238"/>
                <a:gd name="T63" fmla="*/ 0 h 253"/>
                <a:gd name="T64" fmla="*/ 0 w 238"/>
                <a:gd name="T65" fmla="*/ 0 h 253"/>
                <a:gd name="T66" fmla="*/ 0 w 238"/>
                <a:gd name="T67" fmla="*/ 0 h 253"/>
                <a:gd name="T68" fmla="*/ 0 w 238"/>
                <a:gd name="T69" fmla="*/ 0 h 253"/>
                <a:gd name="T70" fmla="*/ 0 w 238"/>
                <a:gd name="T71" fmla="*/ 0 h 253"/>
                <a:gd name="T72" fmla="*/ 0 w 238"/>
                <a:gd name="T73" fmla="*/ 0 h 253"/>
                <a:gd name="T74" fmla="*/ 0 w 238"/>
                <a:gd name="T75" fmla="*/ 0 h 253"/>
                <a:gd name="T76" fmla="*/ 0 w 238"/>
                <a:gd name="T77" fmla="*/ 0 h 253"/>
                <a:gd name="T78" fmla="*/ 0 w 238"/>
                <a:gd name="T79" fmla="*/ 0 h 253"/>
                <a:gd name="T80" fmla="*/ 0 w 238"/>
                <a:gd name="T81" fmla="*/ 0 h 253"/>
                <a:gd name="T82" fmla="*/ 0 w 238"/>
                <a:gd name="T83" fmla="*/ 0 h 253"/>
                <a:gd name="T84" fmla="*/ 0 w 238"/>
                <a:gd name="T85" fmla="*/ 0 h 253"/>
                <a:gd name="T86" fmla="*/ 0 w 238"/>
                <a:gd name="T87" fmla="*/ 0 h 253"/>
                <a:gd name="T88" fmla="*/ 0 w 238"/>
                <a:gd name="T89" fmla="*/ 0 h 253"/>
                <a:gd name="T90" fmla="*/ 0 w 238"/>
                <a:gd name="T91" fmla="*/ 0 h 253"/>
                <a:gd name="T92" fmla="*/ 0 w 238"/>
                <a:gd name="T93" fmla="*/ 0 h 253"/>
                <a:gd name="T94" fmla="*/ 0 w 238"/>
                <a:gd name="T95" fmla="*/ 0 h 253"/>
                <a:gd name="T96" fmla="*/ 0 w 238"/>
                <a:gd name="T97" fmla="*/ 0 h 253"/>
                <a:gd name="T98" fmla="*/ 0 w 238"/>
                <a:gd name="T99" fmla="*/ 0 h 253"/>
                <a:gd name="T100" fmla="*/ 0 w 238"/>
                <a:gd name="T101" fmla="*/ 0 h 2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38" h="253">
                  <a:moveTo>
                    <a:pt x="37" y="0"/>
                  </a:moveTo>
                  <a:lnTo>
                    <a:pt x="36" y="1"/>
                  </a:lnTo>
                  <a:lnTo>
                    <a:pt x="32" y="5"/>
                  </a:lnTo>
                  <a:lnTo>
                    <a:pt x="26" y="9"/>
                  </a:lnTo>
                  <a:lnTo>
                    <a:pt x="21" y="14"/>
                  </a:lnTo>
                  <a:lnTo>
                    <a:pt x="16" y="20"/>
                  </a:lnTo>
                  <a:lnTo>
                    <a:pt x="12" y="26"/>
                  </a:lnTo>
                  <a:lnTo>
                    <a:pt x="10" y="33"/>
                  </a:lnTo>
                  <a:lnTo>
                    <a:pt x="12" y="40"/>
                  </a:lnTo>
                  <a:lnTo>
                    <a:pt x="14" y="47"/>
                  </a:lnTo>
                  <a:lnTo>
                    <a:pt x="15" y="57"/>
                  </a:lnTo>
                  <a:lnTo>
                    <a:pt x="13" y="65"/>
                  </a:lnTo>
                  <a:lnTo>
                    <a:pt x="10" y="74"/>
                  </a:lnTo>
                  <a:lnTo>
                    <a:pt x="7" y="81"/>
                  </a:lnTo>
                  <a:lnTo>
                    <a:pt x="3" y="87"/>
                  </a:lnTo>
                  <a:lnTo>
                    <a:pt x="1" y="92"/>
                  </a:lnTo>
                  <a:lnTo>
                    <a:pt x="0" y="93"/>
                  </a:lnTo>
                  <a:lnTo>
                    <a:pt x="2" y="93"/>
                  </a:lnTo>
                  <a:lnTo>
                    <a:pt x="8" y="95"/>
                  </a:lnTo>
                  <a:lnTo>
                    <a:pt x="15" y="101"/>
                  </a:lnTo>
                  <a:lnTo>
                    <a:pt x="21" y="111"/>
                  </a:lnTo>
                  <a:lnTo>
                    <a:pt x="24" y="117"/>
                  </a:lnTo>
                  <a:lnTo>
                    <a:pt x="26" y="122"/>
                  </a:lnTo>
                  <a:lnTo>
                    <a:pt x="27" y="127"/>
                  </a:lnTo>
                  <a:lnTo>
                    <a:pt x="28" y="132"/>
                  </a:lnTo>
                  <a:lnTo>
                    <a:pt x="28" y="137"/>
                  </a:lnTo>
                  <a:lnTo>
                    <a:pt x="27" y="142"/>
                  </a:lnTo>
                  <a:lnTo>
                    <a:pt x="24" y="147"/>
                  </a:lnTo>
                  <a:lnTo>
                    <a:pt x="21" y="152"/>
                  </a:lnTo>
                  <a:lnTo>
                    <a:pt x="17" y="157"/>
                  </a:lnTo>
                  <a:lnTo>
                    <a:pt x="13" y="160"/>
                  </a:lnTo>
                  <a:lnTo>
                    <a:pt x="9" y="162"/>
                  </a:lnTo>
                  <a:lnTo>
                    <a:pt x="7" y="164"/>
                  </a:lnTo>
                  <a:lnTo>
                    <a:pt x="7" y="166"/>
                  </a:lnTo>
                  <a:lnTo>
                    <a:pt x="10" y="169"/>
                  </a:lnTo>
                  <a:lnTo>
                    <a:pt x="16" y="174"/>
                  </a:lnTo>
                  <a:lnTo>
                    <a:pt x="26" y="181"/>
                  </a:lnTo>
                  <a:lnTo>
                    <a:pt x="35" y="188"/>
                  </a:lnTo>
                  <a:lnTo>
                    <a:pt x="39" y="194"/>
                  </a:lnTo>
                  <a:lnTo>
                    <a:pt x="39" y="199"/>
                  </a:lnTo>
                  <a:lnTo>
                    <a:pt x="37" y="203"/>
                  </a:lnTo>
                  <a:lnTo>
                    <a:pt x="35" y="207"/>
                  </a:lnTo>
                  <a:lnTo>
                    <a:pt x="35" y="210"/>
                  </a:lnTo>
                  <a:lnTo>
                    <a:pt x="39" y="212"/>
                  </a:lnTo>
                  <a:lnTo>
                    <a:pt x="48" y="215"/>
                  </a:lnTo>
                  <a:lnTo>
                    <a:pt x="60" y="218"/>
                  </a:lnTo>
                  <a:lnTo>
                    <a:pt x="67" y="223"/>
                  </a:lnTo>
                  <a:lnTo>
                    <a:pt x="71" y="227"/>
                  </a:lnTo>
                  <a:lnTo>
                    <a:pt x="74" y="231"/>
                  </a:lnTo>
                  <a:lnTo>
                    <a:pt x="75" y="236"/>
                  </a:lnTo>
                  <a:lnTo>
                    <a:pt x="75" y="239"/>
                  </a:lnTo>
                  <a:lnTo>
                    <a:pt x="74" y="241"/>
                  </a:lnTo>
                  <a:lnTo>
                    <a:pt x="74" y="242"/>
                  </a:lnTo>
                  <a:lnTo>
                    <a:pt x="75" y="243"/>
                  </a:lnTo>
                  <a:lnTo>
                    <a:pt x="79" y="245"/>
                  </a:lnTo>
                  <a:lnTo>
                    <a:pt x="84" y="248"/>
                  </a:lnTo>
                  <a:lnTo>
                    <a:pt x="90" y="250"/>
                  </a:lnTo>
                  <a:lnTo>
                    <a:pt x="96" y="250"/>
                  </a:lnTo>
                  <a:lnTo>
                    <a:pt x="101" y="248"/>
                  </a:lnTo>
                  <a:lnTo>
                    <a:pt x="104" y="242"/>
                  </a:lnTo>
                  <a:lnTo>
                    <a:pt x="104" y="231"/>
                  </a:lnTo>
                  <a:lnTo>
                    <a:pt x="103" y="219"/>
                  </a:lnTo>
                  <a:lnTo>
                    <a:pt x="104" y="209"/>
                  </a:lnTo>
                  <a:lnTo>
                    <a:pt x="105" y="201"/>
                  </a:lnTo>
                  <a:lnTo>
                    <a:pt x="108" y="196"/>
                  </a:lnTo>
                  <a:lnTo>
                    <a:pt x="110" y="192"/>
                  </a:lnTo>
                  <a:lnTo>
                    <a:pt x="111" y="190"/>
                  </a:lnTo>
                  <a:lnTo>
                    <a:pt x="113" y="189"/>
                  </a:lnTo>
                  <a:lnTo>
                    <a:pt x="115" y="189"/>
                  </a:lnTo>
                  <a:lnTo>
                    <a:pt x="121" y="192"/>
                  </a:lnTo>
                  <a:lnTo>
                    <a:pt x="130" y="198"/>
                  </a:lnTo>
                  <a:lnTo>
                    <a:pt x="141" y="212"/>
                  </a:lnTo>
                  <a:lnTo>
                    <a:pt x="145" y="220"/>
                  </a:lnTo>
                  <a:lnTo>
                    <a:pt x="146" y="228"/>
                  </a:lnTo>
                  <a:lnTo>
                    <a:pt x="146" y="235"/>
                  </a:lnTo>
                  <a:lnTo>
                    <a:pt x="144" y="241"/>
                  </a:lnTo>
                  <a:lnTo>
                    <a:pt x="142" y="246"/>
                  </a:lnTo>
                  <a:lnTo>
                    <a:pt x="142" y="250"/>
                  </a:lnTo>
                  <a:lnTo>
                    <a:pt x="144" y="252"/>
                  </a:lnTo>
                  <a:lnTo>
                    <a:pt x="149" y="253"/>
                  </a:lnTo>
                  <a:lnTo>
                    <a:pt x="159" y="253"/>
                  </a:lnTo>
                  <a:lnTo>
                    <a:pt x="171" y="253"/>
                  </a:lnTo>
                  <a:lnTo>
                    <a:pt x="185" y="253"/>
                  </a:lnTo>
                  <a:lnTo>
                    <a:pt x="200" y="253"/>
                  </a:lnTo>
                  <a:lnTo>
                    <a:pt x="214" y="253"/>
                  </a:lnTo>
                  <a:lnTo>
                    <a:pt x="225" y="253"/>
                  </a:lnTo>
                  <a:lnTo>
                    <a:pt x="233" y="253"/>
                  </a:lnTo>
                  <a:lnTo>
                    <a:pt x="236" y="253"/>
                  </a:lnTo>
                  <a:lnTo>
                    <a:pt x="237" y="252"/>
                  </a:lnTo>
                  <a:lnTo>
                    <a:pt x="238" y="250"/>
                  </a:lnTo>
                  <a:lnTo>
                    <a:pt x="238" y="247"/>
                  </a:lnTo>
                  <a:lnTo>
                    <a:pt x="238" y="243"/>
                  </a:lnTo>
                  <a:lnTo>
                    <a:pt x="236" y="238"/>
                  </a:lnTo>
                  <a:lnTo>
                    <a:pt x="233" y="231"/>
                  </a:lnTo>
                  <a:lnTo>
                    <a:pt x="228" y="223"/>
                  </a:lnTo>
                  <a:lnTo>
                    <a:pt x="223" y="214"/>
                  </a:lnTo>
                  <a:lnTo>
                    <a:pt x="220" y="206"/>
                  </a:lnTo>
                  <a:lnTo>
                    <a:pt x="219" y="197"/>
                  </a:lnTo>
                  <a:lnTo>
                    <a:pt x="219" y="190"/>
                  </a:lnTo>
                  <a:lnTo>
                    <a:pt x="219" y="183"/>
                  </a:lnTo>
                  <a:lnTo>
                    <a:pt x="221" y="176"/>
                  </a:lnTo>
                  <a:lnTo>
                    <a:pt x="222" y="170"/>
                  </a:lnTo>
                  <a:lnTo>
                    <a:pt x="222" y="164"/>
                  </a:lnTo>
                  <a:lnTo>
                    <a:pt x="223" y="157"/>
                  </a:lnTo>
                  <a:lnTo>
                    <a:pt x="224" y="149"/>
                  </a:lnTo>
                  <a:lnTo>
                    <a:pt x="225" y="140"/>
                  </a:lnTo>
                  <a:lnTo>
                    <a:pt x="225" y="132"/>
                  </a:lnTo>
                  <a:lnTo>
                    <a:pt x="224" y="125"/>
                  </a:lnTo>
                  <a:lnTo>
                    <a:pt x="219" y="118"/>
                  </a:lnTo>
                  <a:lnTo>
                    <a:pt x="212" y="113"/>
                  </a:lnTo>
                  <a:lnTo>
                    <a:pt x="199" y="111"/>
                  </a:lnTo>
                  <a:lnTo>
                    <a:pt x="187" y="110"/>
                  </a:lnTo>
                  <a:lnTo>
                    <a:pt x="178" y="108"/>
                  </a:lnTo>
                  <a:lnTo>
                    <a:pt x="171" y="104"/>
                  </a:lnTo>
                  <a:lnTo>
                    <a:pt x="167" y="102"/>
                  </a:lnTo>
                  <a:lnTo>
                    <a:pt x="165" y="100"/>
                  </a:lnTo>
                  <a:lnTo>
                    <a:pt x="164" y="98"/>
                  </a:lnTo>
                  <a:lnTo>
                    <a:pt x="164" y="96"/>
                  </a:lnTo>
                  <a:lnTo>
                    <a:pt x="164" y="95"/>
                  </a:lnTo>
                  <a:lnTo>
                    <a:pt x="164" y="94"/>
                  </a:lnTo>
                  <a:lnTo>
                    <a:pt x="162" y="92"/>
                  </a:lnTo>
                  <a:lnTo>
                    <a:pt x="160" y="91"/>
                  </a:lnTo>
                  <a:lnTo>
                    <a:pt x="154" y="90"/>
                  </a:lnTo>
                  <a:lnTo>
                    <a:pt x="147" y="92"/>
                  </a:lnTo>
                  <a:lnTo>
                    <a:pt x="137" y="96"/>
                  </a:lnTo>
                  <a:lnTo>
                    <a:pt x="124" y="104"/>
                  </a:lnTo>
                  <a:lnTo>
                    <a:pt x="111" y="111"/>
                  </a:lnTo>
                  <a:lnTo>
                    <a:pt x="100" y="110"/>
                  </a:lnTo>
                  <a:lnTo>
                    <a:pt x="94" y="104"/>
                  </a:lnTo>
                  <a:lnTo>
                    <a:pt x="90" y="95"/>
                  </a:lnTo>
                  <a:lnTo>
                    <a:pt x="88" y="86"/>
                  </a:lnTo>
                  <a:lnTo>
                    <a:pt x="87" y="77"/>
                  </a:lnTo>
                  <a:lnTo>
                    <a:pt x="87" y="71"/>
                  </a:lnTo>
                  <a:lnTo>
                    <a:pt x="87" y="68"/>
                  </a:lnTo>
                  <a:lnTo>
                    <a:pt x="85" y="66"/>
                  </a:lnTo>
                  <a:lnTo>
                    <a:pt x="81" y="61"/>
                  </a:lnTo>
                  <a:lnTo>
                    <a:pt x="75" y="53"/>
                  </a:lnTo>
                  <a:lnTo>
                    <a:pt x="69" y="45"/>
                  </a:lnTo>
                  <a:lnTo>
                    <a:pt x="64" y="37"/>
                  </a:lnTo>
                  <a:lnTo>
                    <a:pt x="62" y="30"/>
                  </a:lnTo>
                  <a:lnTo>
                    <a:pt x="64" y="25"/>
                  </a:lnTo>
                  <a:lnTo>
                    <a:pt x="70" y="23"/>
                  </a:lnTo>
                  <a:lnTo>
                    <a:pt x="76" y="22"/>
                  </a:lnTo>
                  <a:lnTo>
                    <a:pt x="76" y="20"/>
                  </a:lnTo>
                  <a:lnTo>
                    <a:pt x="71" y="16"/>
                  </a:lnTo>
                  <a:lnTo>
                    <a:pt x="63" y="12"/>
                  </a:lnTo>
                  <a:lnTo>
                    <a:pt x="54" y="8"/>
                  </a:lnTo>
                  <a:lnTo>
                    <a:pt x="46" y="3"/>
                  </a:lnTo>
                  <a:lnTo>
                    <a:pt x="39" y="1"/>
                  </a:lnTo>
                  <a:lnTo>
                    <a:pt x="37"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62" name="Freeform 561">
              <a:extLst>
                <a:ext uri="{FF2B5EF4-FFF2-40B4-BE49-F238E27FC236}">
                  <a16:creationId xmlns:a16="http://schemas.microsoft.com/office/drawing/2014/main" id="{70A1BEC9-967F-4D1A-7C62-60BD32149C58}"/>
                </a:ext>
              </a:extLst>
            </p:cNvPr>
            <p:cNvSpPr>
              <a:spLocks/>
            </p:cNvSpPr>
            <p:nvPr/>
          </p:nvSpPr>
          <p:spPr bwMode="auto">
            <a:xfrm>
              <a:off x="2669" y="3816"/>
              <a:ext cx="59" cy="63"/>
            </a:xfrm>
            <a:custGeom>
              <a:avLst/>
              <a:gdLst>
                <a:gd name="T0" fmla="*/ 0 w 238"/>
                <a:gd name="T1" fmla="*/ 0 h 253"/>
                <a:gd name="T2" fmla="*/ 0 w 238"/>
                <a:gd name="T3" fmla="*/ 0 h 253"/>
                <a:gd name="T4" fmla="*/ 0 w 238"/>
                <a:gd name="T5" fmla="*/ 0 h 253"/>
                <a:gd name="T6" fmla="*/ 0 w 238"/>
                <a:gd name="T7" fmla="*/ 0 h 253"/>
                <a:gd name="T8" fmla="*/ 0 w 238"/>
                <a:gd name="T9" fmla="*/ 0 h 253"/>
                <a:gd name="T10" fmla="*/ 0 w 238"/>
                <a:gd name="T11" fmla="*/ 0 h 253"/>
                <a:gd name="T12" fmla="*/ 0 w 238"/>
                <a:gd name="T13" fmla="*/ 0 h 253"/>
                <a:gd name="T14" fmla="*/ 0 w 238"/>
                <a:gd name="T15" fmla="*/ 0 h 253"/>
                <a:gd name="T16" fmla="*/ 0 w 238"/>
                <a:gd name="T17" fmla="*/ 0 h 253"/>
                <a:gd name="T18" fmla="*/ 0 w 238"/>
                <a:gd name="T19" fmla="*/ 0 h 253"/>
                <a:gd name="T20" fmla="*/ 0 w 238"/>
                <a:gd name="T21" fmla="*/ 0 h 253"/>
                <a:gd name="T22" fmla="*/ 0 w 238"/>
                <a:gd name="T23" fmla="*/ 0 h 253"/>
                <a:gd name="T24" fmla="*/ 0 w 238"/>
                <a:gd name="T25" fmla="*/ 0 h 253"/>
                <a:gd name="T26" fmla="*/ 0 w 238"/>
                <a:gd name="T27" fmla="*/ 0 h 253"/>
                <a:gd name="T28" fmla="*/ 0 w 238"/>
                <a:gd name="T29" fmla="*/ 0 h 253"/>
                <a:gd name="T30" fmla="*/ 0 w 238"/>
                <a:gd name="T31" fmla="*/ 0 h 253"/>
                <a:gd name="T32" fmla="*/ 0 w 238"/>
                <a:gd name="T33" fmla="*/ 0 h 253"/>
                <a:gd name="T34" fmla="*/ 0 w 238"/>
                <a:gd name="T35" fmla="*/ 0 h 253"/>
                <a:gd name="T36" fmla="*/ 0 w 238"/>
                <a:gd name="T37" fmla="*/ 0 h 253"/>
                <a:gd name="T38" fmla="*/ 0 w 238"/>
                <a:gd name="T39" fmla="*/ 0 h 253"/>
                <a:gd name="T40" fmla="*/ 0 w 238"/>
                <a:gd name="T41" fmla="*/ 0 h 253"/>
                <a:gd name="T42" fmla="*/ 0 w 238"/>
                <a:gd name="T43" fmla="*/ 0 h 253"/>
                <a:gd name="T44" fmla="*/ 0 w 238"/>
                <a:gd name="T45" fmla="*/ 0 h 253"/>
                <a:gd name="T46" fmla="*/ 0 w 238"/>
                <a:gd name="T47" fmla="*/ 0 h 253"/>
                <a:gd name="T48" fmla="*/ 0 w 238"/>
                <a:gd name="T49" fmla="*/ 0 h 253"/>
                <a:gd name="T50" fmla="*/ 0 w 238"/>
                <a:gd name="T51" fmla="*/ 0 h 253"/>
                <a:gd name="T52" fmla="*/ 0 w 238"/>
                <a:gd name="T53" fmla="*/ 0 h 253"/>
                <a:gd name="T54" fmla="*/ 0 w 238"/>
                <a:gd name="T55" fmla="*/ 0 h 253"/>
                <a:gd name="T56" fmla="*/ 0 w 238"/>
                <a:gd name="T57" fmla="*/ 0 h 253"/>
                <a:gd name="T58" fmla="*/ 0 w 238"/>
                <a:gd name="T59" fmla="*/ 0 h 253"/>
                <a:gd name="T60" fmla="*/ 0 w 238"/>
                <a:gd name="T61" fmla="*/ 0 h 253"/>
                <a:gd name="T62" fmla="*/ 0 w 238"/>
                <a:gd name="T63" fmla="*/ 0 h 253"/>
                <a:gd name="T64" fmla="*/ 0 w 238"/>
                <a:gd name="T65" fmla="*/ 0 h 253"/>
                <a:gd name="T66" fmla="*/ 0 w 238"/>
                <a:gd name="T67" fmla="*/ 0 h 253"/>
                <a:gd name="T68" fmla="*/ 0 w 238"/>
                <a:gd name="T69" fmla="*/ 0 h 253"/>
                <a:gd name="T70" fmla="*/ 0 w 238"/>
                <a:gd name="T71" fmla="*/ 0 h 253"/>
                <a:gd name="T72" fmla="*/ 0 w 238"/>
                <a:gd name="T73" fmla="*/ 0 h 253"/>
                <a:gd name="T74" fmla="*/ 0 w 238"/>
                <a:gd name="T75" fmla="*/ 0 h 253"/>
                <a:gd name="T76" fmla="*/ 0 w 238"/>
                <a:gd name="T77" fmla="*/ 0 h 253"/>
                <a:gd name="T78" fmla="*/ 0 w 238"/>
                <a:gd name="T79" fmla="*/ 0 h 253"/>
                <a:gd name="T80" fmla="*/ 0 w 238"/>
                <a:gd name="T81" fmla="*/ 0 h 253"/>
                <a:gd name="T82" fmla="*/ 0 w 238"/>
                <a:gd name="T83" fmla="*/ 0 h 253"/>
                <a:gd name="T84" fmla="*/ 0 w 238"/>
                <a:gd name="T85" fmla="*/ 0 h 253"/>
                <a:gd name="T86" fmla="*/ 0 w 238"/>
                <a:gd name="T87" fmla="*/ 0 h 253"/>
                <a:gd name="T88" fmla="*/ 0 w 238"/>
                <a:gd name="T89" fmla="*/ 0 h 253"/>
                <a:gd name="T90" fmla="*/ 0 w 238"/>
                <a:gd name="T91" fmla="*/ 0 h 253"/>
                <a:gd name="T92" fmla="*/ 0 w 238"/>
                <a:gd name="T93" fmla="*/ 0 h 253"/>
                <a:gd name="T94" fmla="*/ 0 w 238"/>
                <a:gd name="T95" fmla="*/ 0 h 253"/>
                <a:gd name="T96" fmla="*/ 0 w 238"/>
                <a:gd name="T97" fmla="*/ 0 h 253"/>
                <a:gd name="T98" fmla="*/ 0 w 238"/>
                <a:gd name="T99" fmla="*/ 0 h 253"/>
                <a:gd name="T100" fmla="*/ 0 w 238"/>
                <a:gd name="T101" fmla="*/ 0 h 253"/>
                <a:gd name="T102" fmla="*/ 0 w 238"/>
                <a:gd name="T103" fmla="*/ 0 h 253"/>
                <a:gd name="T104" fmla="*/ 0 w 238"/>
                <a:gd name="T105" fmla="*/ 0 h 253"/>
                <a:gd name="T106" fmla="*/ 0 w 238"/>
                <a:gd name="T107" fmla="*/ 0 h 253"/>
                <a:gd name="T108" fmla="*/ 0 w 238"/>
                <a:gd name="T109" fmla="*/ 0 h 253"/>
                <a:gd name="T110" fmla="*/ 0 w 238"/>
                <a:gd name="T111" fmla="*/ 0 h 253"/>
                <a:gd name="T112" fmla="*/ 0 w 238"/>
                <a:gd name="T113" fmla="*/ 0 h 25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8" h="253">
                  <a:moveTo>
                    <a:pt x="37" y="0"/>
                  </a:moveTo>
                  <a:lnTo>
                    <a:pt x="37" y="0"/>
                  </a:lnTo>
                  <a:lnTo>
                    <a:pt x="36" y="1"/>
                  </a:lnTo>
                  <a:lnTo>
                    <a:pt x="32" y="5"/>
                  </a:lnTo>
                  <a:lnTo>
                    <a:pt x="26" y="9"/>
                  </a:lnTo>
                  <a:lnTo>
                    <a:pt x="21" y="14"/>
                  </a:lnTo>
                  <a:lnTo>
                    <a:pt x="16" y="20"/>
                  </a:lnTo>
                  <a:lnTo>
                    <a:pt x="12" y="26"/>
                  </a:lnTo>
                  <a:lnTo>
                    <a:pt x="10" y="33"/>
                  </a:lnTo>
                  <a:lnTo>
                    <a:pt x="12" y="40"/>
                  </a:lnTo>
                  <a:lnTo>
                    <a:pt x="14" y="47"/>
                  </a:lnTo>
                  <a:lnTo>
                    <a:pt x="15" y="57"/>
                  </a:lnTo>
                  <a:lnTo>
                    <a:pt x="13" y="65"/>
                  </a:lnTo>
                  <a:lnTo>
                    <a:pt x="10" y="74"/>
                  </a:lnTo>
                  <a:lnTo>
                    <a:pt x="7" y="81"/>
                  </a:lnTo>
                  <a:lnTo>
                    <a:pt x="3" y="87"/>
                  </a:lnTo>
                  <a:lnTo>
                    <a:pt x="1" y="92"/>
                  </a:lnTo>
                  <a:lnTo>
                    <a:pt x="0" y="93"/>
                  </a:lnTo>
                  <a:lnTo>
                    <a:pt x="2" y="93"/>
                  </a:lnTo>
                  <a:lnTo>
                    <a:pt x="8" y="95"/>
                  </a:lnTo>
                  <a:lnTo>
                    <a:pt x="15" y="101"/>
                  </a:lnTo>
                  <a:lnTo>
                    <a:pt x="21" y="111"/>
                  </a:lnTo>
                  <a:lnTo>
                    <a:pt x="24" y="117"/>
                  </a:lnTo>
                  <a:lnTo>
                    <a:pt x="26" y="122"/>
                  </a:lnTo>
                  <a:lnTo>
                    <a:pt x="27" y="127"/>
                  </a:lnTo>
                  <a:lnTo>
                    <a:pt x="28" y="132"/>
                  </a:lnTo>
                  <a:lnTo>
                    <a:pt x="28" y="137"/>
                  </a:lnTo>
                  <a:lnTo>
                    <a:pt x="27" y="142"/>
                  </a:lnTo>
                  <a:lnTo>
                    <a:pt x="24" y="147"/>
                  </a:lnTo>
                  <a:lnTo>
                    <a:pt x="21" y="152"/>
                  </a:lnTo>
                  <a:lnTo>
                    <a:pt x="17" y="157"/>
                  </a:lnTo>
                  <a:lnTo>
                    <a:pt x="13" y="160"/>
                  </a:lnTo>
                  <a:lnTo>
                    <a:pt x="9" y="162"/>
                  </a:lnTo>
                  <a:lnTo>
                    <a:pt x="7" y="164"/>
                  </a:lnTo>
                  <a:lnTo>
                    <a:pt x="7" y="166"/>
                  </a:lnTo>
                  <a:lnTo>
                    <a:pt x="10" y="169"/>
                  </a:lnTo>
                  <a:lnTo>
                    <a:pt x="16" y="174"/>
                  </a:lnTo>
                  <a:lnTo>
                    <a:pt x="26" y="181"/>
                  </a:lnTo>
                  <a:lnTo>
                    <a:pt x="35" y="188"/>
                  </a:lnTo>
                  <a:lnTo>
                    <a:pt x="39" y="194"/>
                  </a:lnTo>
                  <a:lnTo>
                    <a:pt x="39" y="199"/>
                  </a:lnTo>
                  <a:lnTo>
                    <a:pt x="37" y="203"/>
                  </a:lnTo>
                  <a:lnTo>
                    <a:pt x="35" y="207"/>
                  </a:lnTo>
                  <a:lnTo>
                    <a:pt x="35" y="210"/>
                  </a:lnTo>
                  <a:lnTo>
                    <a:pt x="39" y="212"/>
                  </a:lnTo>
                  <a:lnTo>
                    <a:pt x="48" y="215"/>
                  </a:lnTo>
                  <a:lnTo>
                    <a:pt x="60" y="218"/>
                  </a:lnTo>
                  <a:lnTo>
                    <a:pt x="67" y="223"/>
                  </a:lnTo>
                  <a:lnTo>
                    <a:pt x="71" y="227"/>
                  </a:lnTo>
                  <a:lnTo>
                    <a:pt x="74" y="231"/>
                  </a:lnTo>
                  <a:lnTo>
                    <a:pt x="75" y="236"/>
                  </a:lnTo>
                  <a:lnTo>
                    <a:pt x="75" y="239"/>
                  </a:lnTo>
                  <a:lnTo>
                    <a:pt x="74" y="241"/>
                  </a:lnTo>
                  <a:lnTo>
                    <a:pt x="74" y="242"/>
                  </a:lnTo>
                  <a:lnTo>
                    <a:pt x="75" y="243"/>
                  </a:lnTo>
                  <a:lnTo>
                    <a:pt x="79" y="245"/>
                  </a:lnTo>
                  <a:lnTo>
                    <a:pt x="84" y="248"/>
                  </a:lnTo>
                  <a:lnTo>
                    <a:pt x="90" y="250"/>
                  </a:lnTo>
                  <a:lnTo>
                    <a:pt x="96" y="250"/>
                  </a:lnTo>
                  <a:lnTo>
                    <a:pt x="101" y="248"/>
                  </a:lnTo>
                  <a:lnTo>
                    <a:pt x="104" y="242"/>
                  </a:lnTo>
                  <a:lnTo>
                    <a:pt x="104" y="231"/>
                  </a:lnTo>
                  <a:lnTo>
                    <a:pt x="103" y="219"/>
                  </a:lnTo>
                  <a:lnTo>
                    <a:pt x="104" y="209"/>
                  </a:lnTo>
                  <a:lnTo>
                    <a:pt x="105" y="201"/>
                  </a:lnTo>
                  <a:lnTo>
                    <a:pt x="108" y="196"/>
                  </a:lnTo>
                  <a:lnTo>
                    <a:pt x="110" y="192"/>
                  </a:lnTo>
                  <a:lnTo>
                    <a:pt x="111" y="190"/>
                  </a:lnTo>
                  <a:lnTo>
                    <a:pt x="113" y="189"/>
                  </a:lnTo>
                  <a:lnTo>
                    <a:pt x="115" y="189"/>
                  </a:lnTo>
                  <a:lnTo>
                    <a:pt x="121" y="192"/>
                  </a:lnTo>
                  <a:lnTo>
                    <a:pt x="130" y="198"/>
                  </a:lnTo>
                  <a:lnTo>
                    <a:pt x="141" y="212"/>
                  </a:lnTo>
                  <a:lnTo>
                    <a:pt x="145" y="220"/>
                  </a:lnTo>
                  <a:lnTo>
                    <a:pt x="146" y="228"/>
                  </a:lnTo>
                  <a:lnTo>
                    <a:pt x="146" y="235"/>
                  </a:lnTo>
                  <a:lnTo>
                    <a:pt x="144" y="241"/>
                  </a:lnTo>
                  <a:lnTo>
                    <a:pt x="142" y="246"/>
                  </a:lnTo>
                  <a:lnTo>
                    <a:pt x="142" y="250"/>
                  </a:lnTo>
                  <a:lnTo>
                    <a:pt x="144" y="252"/>
                  </a:lnTo>
                  <a:lnTo>
                    <a:pt x="149" y="253"/>
                  </a:lnTo>
                  <a:lnTo>
                    <a:pt x="159" y="253"/>
                  </a:lnTo>
                  <a:lnTo>
                    <a:pt x="171" y="253"/>
                  </a:lnTo>
                  <a:lnTo>
                    <a:pt x="185" y="253"/>
                  </a:lnTo>
                  <a:lnTo>
                    <a:pt x="200" y="253"/>
                  </a:lnTo>
                  <a:lnTo>
                    <a:pt x="214" y="253"/>
                  </a:lnTo>
                  <a:lnTo>
                    <a:pt x="225" y="253"/>
                  </a:lnTo>
                  <a:lnTo>
                    <a:pt x="233" y="253"/>
                  </a:lnTo>
                  <a:lnTo>
                    <a:pt x="236" y="253"/>
                  </a:lnTo>
                  <a:lnTo>
                    <a:pt x="237" y="252"/>
                  </a:lnTo>
                  <a:lnTo>
                    <a:pt x="238" y="250"/>
                  </a:lnTo>
                  <a:lnTo>
                    <a:pt x="238" y="247"/>
                  </a:lnTo>
                  <a:lnTo>
                    <a:pt x="238" y="243"/>
                  </a:lnTo>
                  <a:lnTo>
                    <a:pt x="236" y="238"/>
                  </a:lnTo>
                  <a:lnTo>
                    <a:pt x="233" y="231"/>
                  </a:lnTo>
                  <a:lnTo>
                    <a:pt x="228" y="223"/>
                  </a:lnTo>
                  <a:lnTo>
                    <a:pt x="223" y="214"/>
                  </a:lnTo>
                  <a:lnTo>
                    <a:pt x="220" y="206"/>
                  </a:lnTo>
                  <a:lnTo>
                    <a:pt x="219" y="197"/>
                  </a:lnTo>
                  <a:lnTo>
                    <a:pt x="219" y="190"/>
                  </a:lnTo>
                  <a:lnTo>
                    <a:pt x="219" y="183"/>
                  </a:lnTo>
                  <a:lnTo>
                    <a:pt x="221" y="176"/>
                  </a:lnTo>
                  <a:lnTo>
                    <a:pt x="222" y="170"/>
                  </a:lnTo>
                  <a:lnTo>
                    <a:pt x="222" y="164"/>
                  </a:lnTo>
                  <a:lnTo>
                    <a:pt x="223" y="157"/>
                  </a:lnTo>
                  <a:lnTo>
                    <a:pt x="224" y="149"/>
                  </a:lnTo>
                  <a:lnTo>
                    <a:pt x="225" y="140"/>
                  </a:lnTo>
                  <a:lnTo>
                    <a:pt x="225" y="132"/>
                  </a:lnTo>
                  <a:lnTo>
                    <a:pt x="224" y="125"/>
                  </a:lnTo>
                  <a:lnTo>
                    <a:pt x="219" y="118"/>
                  </a:lnTo>
                  <a:lnTo>
                    <a:pt x="212" y="113"/>
                  </a:lnTo>
                  <a:lnTo>
                    <a:pt x="199" y="111"/>
                  </a:lnTo>
                  <a:lnTo>
                    <a:pt x="187" y="110"/>
                  </a:lnTo>
                  <a:lnTo>
                    <a:pt x="178" y="108"/>
                  </a:lnTo>
                  <a:lnTo>
                    <a:pt x="171" y="104"/>
                  </a:lnTo>
                  <a:lnTo>
                    <a:pt x="167" y="102"/>
                  </a:lnTo>
                  <a:lnTo>
                    <a:pt x="165" y="100"/>
                  </a:lnTo>
                  <a:lnTo>
                    <a:pt x="164" y="98"/>
                  </a:lnTo>
                  <a:lnTo>
                    <a:pt x="164" y="96"/>
                  </a:lnTo>
                  <a:lnTo>
                    <a:pt x="164" y="95"/>
                  </a:lnTo>
                  <a:lnTo>
                    <a:pt x="164" y="94"/>
                  </a:lnTo>
                  <a:lnTo>
                    <a:pt x="162" y="92"/>
                  </a:lnTo>
                  <a:lnTo>
                    <a:pt x="160" y="91"/>
                  </a:lnTo>
                  <a:lnTo>
                    <a:pt x="154" y="90"/>
                  </a:lnTo>
                  <a:lnTo>
                    <a:pt x="147" y="92"/>
                  </a:lnTo>
                  <a:lnTo>
                    <a:pt x="137" y="96"/>
                  </a:lnTo>
                  <a:lnTo>
                    <a:pt x="124" y="104"/>
                  </a:lnTo>
                  <a:lnTo>
                    <a:pt x="111" y="111"/>
                  </a:lnTo>
                  <a:lnTo>
                    <a:pt x="100" y="110"/>
                  </a:lnTo>
                  <a:lnTo>
                    <a:pt x="94" y="104"/>
                  </a:lnTo>
                  <a:lnTo>
                    <a:pt x="90" y="95"/>
                  </a:lnTo>
                  <a:lnTo>
                    <a:pt x="88" y="86"/>
                  </a:lnTo>
                  <a:lnTo>
                    <a:pt x="87" y="77"/>
                  </a:lnTo>
                  <a:lnTo>
                    <a:pt x="87" y="71"/>
                  </a:lnTo>
                  <a:lnTo>
                    <a:pt x="87" y="68"/>
                  </a:lnTo>
                  <a:lnTo>
                    <a:pt x="85" y="66"/>
                  </a:lnTo>
                  <a:lnTo>
                    <a:pt x="81" y="61"/>
                  </a:lnTo>
                  <a:lnTo>
                    <a:pt x="75" y="53"/>
                  </a:lnTo>
                  <a:lnTo>
                    <a:pt x="69" y="45"/>
                  </a:lnTo>
                  <a:lnTo>
                    <a:pt x="64" y="37"/>
                  </a:lnTo>
                  <a:lnTo>
                    <a:pt x="62" y="30"/>
                  </a:lnTo>
                  <a:lnTo>
                    <a:pt x="64" y="25"/>
                  </a:lnTo>
                  <a:lnTo>
                    <a:pt x="70" y="23"/>
                  </a:lnTo>
                  <a:lnTo>
                    <a:pt x="76" y="22"/>
                  </a:lnTo>
                  <a:lnTo>
                    <a:pt x="76" y="20"/>
                  </a:lnTo>
                  <a:lnTo>
                    <a:pt x="71" y="16"/>
                  </a:lnTo>
                  <a:lnTo>
                    <a:pt x="63" y="12"/>
                  </a:lnTo>
                  <a:lnTo>
                    <a:pt x="54" y="8"/>
                  </a:lnTo>
                  <a:lnTo>
                    <a:pt x="46" y="3"/>
                  </a:lnTo>
                  <a:lnTo>
                    <a:pt x="39" y="1"/>
                  </a:lnTo>
                  <a:lnTo>
                    <a:pt x="3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63" name="Freeform 562">
              <a:extLst>
                <a:ext uri="{FF2B5EF4-FFF2-40B4-BE49-F238E27FC236}">
                  <a16:creationId xmlns:a16="http://schemas.microsoft.com/office/drawing/2014/main" id="{83141D0B-AF26-0FCA-788D-D07F9BAC2BFB}"/>
                </a:ext>
              </a:extLst>
            </p:cNvPr>
            <p:cNvSpPr>
              <a:spLocks/>
            </p:cNvSpPr>
            <p:nvPr/>
          </p:nvSpPr>
          <p:spPr bwMode="auto">
            <a:xfrm>
              <a:off x="2707" y="3818"/>
              <a:ext cx="22" cy="21"/>
            </a:xfrm>
            <a:custGeom>
              <a:avLst/>
              <a:gdLst>
                <a:gd name="T0" fmla="*/ 0 w 89"/>
                <a:gd name="T1" fmla="*/ 0 h 83"/>
                <a:gd name="T2" fmla="*/ 0 w 89"/>
                <a:gd name="T3" fmla="*/ 0 h 83"/>
                <a:gd name="T4" fmla="*/ 0 w 89"/>
                <a:gd name="T5" fmla="*/ 0 h 83"/>
                <a:gd name="T6" fmla="*/ 0 w 89"/>
                <a:gd name="T7" fmla="*/ 0 h 83"/>
                <a:gd name="T8" fmla="*/ 0 w 89"/>
                <a:gd name="T9" fmla="*/ 0 h 83"/>
                <a:gd name="T10" fmla="*/ 0 w 89"/>
                <a:gd name="T11" fmla="*/ 0 h 83"/>
                <a:gd name="T12" fmla="*/ 0 w 89"/>
                <a:gd name="T13" fmla="*/ 0 h 83"/>
                <a:gd name="T14" fmla="*/ 0 w 89"/>
                <a:gd name="T15" fmla="*/ 0 h 83"/>
                <a:gd name="T16" fmla="*/ 0 w 89"/>
                <a:gd name="T17" fmla="*/ 0 h 83"/>
                <a:gd name="T18" fmla="*/ 0 w 89"/>
                <a:gd name="T19" fmla="*/ 0 h 83"/>
                <a:gd name="T20" fmla="*/ 0 w 89"/>
                <a:gd name="T21" fmla="*/ 0 h 83"/>
                <a:gd name="T22" fmla="*/ 0 w 89"/>
                <a:gd name="T23" fmla="*/ 0 h 83"/>
                <a:gd name="T24" fmla="*/ 0 w 89"/>
                <a:gd name="T25" fmla="*/ 0 h 83"/>
                <a:gd name="T26" fmla="*/ 0 w 89"/>
                <a:gd name="T27" fmla="*/ 0 h 83"/>
                <a:gd name="T28" fmla="*/ 0 w 89"/>
                <a:gd name="T29" fmla="*/ 0 h 83"/>
                <a:gd name="T30" fmla="*/ 0 w 89"/>
                <a:gd name="T31" fmla="*/ 0 h 83"/>
                <a:gd name="T32" fmla="*/ 0 w 89"/>
                <a:gd name="T33" fmla="*/ 0 h 83"/>
                <a:gd name="T34" fmla="*/ 0 w 89"/>
                <a:gd name="T35" fmla="*/ 0 h 83"/>
                <a:gd name="T36" fmla="*/ 0 w 89"/>
                <a:gd name="T37" fmla="*/ 0 h 83"/>
                <a:gd name="T38" fmla="*/ 0 w 89"/>
                <a:gd name="T39" fmla="*/ 0 h 83"/>
                <a:gd name="T40" fmla="*/ 0 w 89"/>
                <a:gd name="T41" fmla="*/ 0 h 83"/>
                <a:gd name="T42" fmla="*/ 0 w 89"/>
                <a:gd name="T43" fmla="*/ 0 h 83"/>
                <a:gd name="T44" fmla="*/ 0 w 89"/>
                <a:gd name="T45" fmla="*/ 0 h 83"/>
                <a:gd name="T46" fmla="*/ 0 w 89"/>
                <a:gd name="T47" fmla="*/ 0 h 83"/>
                <a:gd name="T48" fmla="*/ 0 w 89"/>
                <a:gd name="T49" fmla="*/ 0 h 83"/>
                <a:gd name="T50" fmla="*/ 0 w 89"/>
                <a:gd name="T51" fmla="*/ 0 h 83"/>
                <a:gd name="T52" fmla="*/ 0 w 89"/>
                <a:gd name="T53" fmla="*/ 0 h 83"/>
                <a:gd name="T54" fmla="*/ 0 w 89"/>
                <a:gd name="T55" fmla="*/ 0 h 83"/>
                <a:gd name="T56" fmla="*/ 0 w 89"/>
                <a:gd name="T57" fmla="*/ 0 h 83"/>
                <a:gd name="T58" fmla="*/ 0 w 89"/>
                <a:gd name="T59" fmla="*/ 0 h 83"/>
                <a:gd name="T60" fmla="*/ 0 w 89"/>
                <a:gd name="T61" fmla="*/ 0 h 83"/>
                <a:gd name="T62" fmla="*/ 0 w 89"/>
                <a:gd name="T63" fmla="*/ 0 h 83"/>
                <a:gd name="T64" fmla="*/ 0 w 89"/>
                <a:gd name="T65" fmla="*/ 0 h 83"/>
                <a:gd name="T66" fmla="*/ 0 w 89"/>
                <a:gd name="T67" fmla="*/ 0 h 83"/>
                <a:gd name="T68" fmla="*/ 0 w 89"/>
                <a:gd name="T69" fmla="*/ 0 h 83"/>
                <a:gd name="T70" fmla="*/ 0 w 89"/>
                <a:gd name="T71" fmla="*/ 0 h 83"/>
                <a:gd name="T72" fmla="*/ 0 w 89"/>
                <a:gd name="T73" fmla="*/ 0 h 83"/>
                <a:gd name="T74" fmla="*/ 0 w 89"/>
                <a:gd name="T75" fmla="*/ 0 h 83"/>
                <a:gd name="T76" fmla="*/ 0 w 89"/>
                <a:gd name="T77" fmla="*/ 0 h 83"/>
                <a:gd name="T78" fmla="*/ 0 w 89"/>
                <a:gd name="T79" fmla="*/ 0 h 83"/>
                <a:gd name="T80" fmla="*/ 0 w 89"/>
                <a:gd name="T81" fmla="*/ 0 h 83"/>
                <a:gd name="T82" fmla="*/ 0 w 89"/>
                <a:gd name="T83" fmla="*/ 0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9" h="83">
                  <a:moveTo>
                    <a:pt x="89" y="72"/>
                  </a:moveTo>
                  <a:lnTo>
                    <a:pt x="88" y="71"/>
                  </a:lnTo>
                  <a:lnTo>
                    <a:pt x="86" y="69"/>
                  </a:lnTo>
                  <a:lnTo>
                    <a:pt x="83" y="66"/>
                  </a:lnTo>
                  <a:lnTo>
                    <a:pt x="80" y="62"/>
                  </a:lnTo>
                  <a:lnTo>
                    <a:pt x="76" y="58"/>
                  </a:lnTo>
                  <a:lnTo>
                    <a:pt x="73" y="53"/>
                  </a:lnTo>
                  <a:lnTo>
                    <a:pt x="71" y="47"/>
                  </a:lnTo>
                  <a:lnTo>
                    <a:pt x="70" y="41"/>
                  </a:lnTo>
                  <a:lnTo>
                    <a:pt x="69" y="35"/>
                  </a:lnTo>
                  <a:lnTo>
                    <a:pt x="67" y="28"/>
                  </a:lnTo>
                  <a:lnTo>
                    <a:pt x="63" y="21"/>
                  </a:lnTo>
                  <a:lnTo>
                    <a:pt x="58" y="13"/>
                  </a:lnTo>
                  <a:lnTo>
                    <a:pt x="52" y="7"/>
                  </a:lnTo>
                  <a:lnTo>
                    <a:pt x="47" y="2"/>
                  </a:lnTo>
                  <a:lnTo>
                    <a:pt x="41" y="0"/>
                  </a:lnTo>
                  <a:lnTo>
                    <a:pt x="36" y="0"/>
                  </a:lnTo>
                  <a:lnTo>
                    <a:pt x="31" y="3"/>
                  </a:lnTo>
                  <a:lnTo>
                    <a:pt x="25" y="6"/>
                  </a:lnTo>
                  <a:lnTo>
                    <a:pt x="20" y="11"/>
                  </a:lnTo>
                  <a:lnTo>
                    <a:pt x="15" y="15"/>
                  </a:lnTo>
                  <a:lnTo>
                    <a:pt x="10" y="20"/>
                  </a:lnTo>
                  <a:lnTo>
                    <a:pt x="6" y="23"/>
                  </a:lnTo>
                  <a:lnTo>
                    <a:pt x="3" y="26"/>
                  </a:lnTo>
                  <a:lnTo>
                    <a:pt x="2" y="27"/>
                  </a:lnTo>
                  <a:lnTo>
                    <a:pt x="0" y="56"/>
                  </a:lnTo>
                  <a:lnTo>
                    <a:pt x="0" y="57"/>
                  </a:lnTo>
                  <a:lnTo>
                    <a:pt x="1" y="61"/>
                  </a:lnTo>
                  <a:lnTo>
                    <a:pt x="2" y="65"/>
                  </a:lnTo>
                  <a:lnTo>
                    <a:pt x="6" y="71"/>
                  </a:lnTo>
                  <a:lnTo>
                    <a:pt x="10" y="76"/>
                  </a:lnTo>
                  <a:lnTo>
                    <a:pt x="17" y="80"/>
                  </a:lnTo>
                  <a:lnTo>
                    <a:pt x="26" y="83"/>
                  </a:lnTo>
                  <a:lnTo>
                    <a:pt x="39" y="83"/>
                  </a:lnTo>
                  <a:lnTo>
                    <a:pt x="52" y="81"/>
                  </a:lnTo>
                  <a:lnTo>
                    <a:pt x="64" y="79"/>
                  </a:lnTo>
                  <a:lnTo>
                    <a:pt x="73" y="77"/>
                  </a:lnTo>
                  <a:lnTo>
                    <a:pt x="80" y="74"/>
                  </a:lnTo>
                  <a:lnTo>
                    <a:pt x="84" y="72"/>
                  </a:lnTo>
                  <a:lnTo>
                    <a:pt x="88" y="71"/>
                  </a:lnTo>
                  <a:lnTo>
                    <a:pt x="89" y="71"/>
                  </a:lnTo>
                  <a:lnTo>
                    <a:pt x="89" y="72"/>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64" name="Freeform 563">
              <a:extLst>
                <a:ext uri="{FF2B5EF4-FFF2-40B4-BE49-F238E27FC236}">
                  <a16:creationId xmlns:a16="http://schemas.microsoft.com/office/drawing/2014/main" id="{6B58A918-3BC7-5EAC-7016-061B668435FD}"/>
                </a:ext>
              </a:extLst>
            </p:cNvPr>
            <p:cNvSpPr>
              <a:spLocks/>
            </p:cNvSpPr>
            <p:nvPr/>
          </p:nvSpPr>
          <p:spPr bwMode="auto">
            <a:xfrm>
              <a:off x="2707" y="3818"/>
              <a:ext cx="22" cy="21"/>
            </a:xfrm>
            <a:custGeom>
              <a:avLst/>
              <a:gdLst>
                <a:gd name="T0" fmla="*/ 0 w 89"/>
                <a:gd name="T1" fmla="*/ 0 h 83"/>
                <a:gd name="T2" fmla="*/ 0 w 89"/>
                <a:gd name="T3" fmla="*/ 0 h 83"/>
                <a:gd name="T4" fmla="*/ 0 w 89"/>
                <a:gd name="T5" fmla="*/ 0 h 83"/>
                <a:gd name="T6" fmla="*/ 0 w 89"/>
                <a:gd name="T7" fmla="*/ 0 h 83"/>
                <a:gd name="T8" fmla="*/ 0 w 89"/>
                <a:gd name="T9" fmla="*/ 0 h 83"/>
                <a:gd name="T10" fmla="*/ 0 w 89"/>
                <a:gd name="T11" fmla="*/ 0 h 83"/>
                <a:gd name="T12" fmla="*/ 0 w 89"/>
                <a:gd name="T13" fmla="*/ 0 h 83"/>
                <a:gd name="T14" fmla="*/ 0 w 89"/>
                <a:gd name="T15" fmla="*/ 0 h 83"/>
                <a:gd name="T16" fmla="*/ 0 w 89"/>
                <a:gd name="T17" fmla="*/ 0 h 83"/>
                <a:gd name="T18" fmla="*/ 0 w 89"/>
                <a:gd name="T19" fmla="*/ 0 h 83"/>
                <a:gd name="T20" fmla="*/ 0 w 89"/>
                <a:gd name="T21" fmla="*/ 0 h 83"/>
                <a:gd name="T22" fmla="*/ 0 w 89"/>
                <a:gd name="T23" fmla="*/ 0 h 83"/>
                <a:gd name="T24" fmla="*/ 0 w 89"/>
                <a:gd name="T25" fmla="*/ 0 h 83"/>
                <a:gd name="T26" fmla="*/ 0 w 89"/>
                <a:gd name="T27" fmla="*/ 0 h 83"/>
                <a:gd name="T28" fmla="*/ 0 w 89"/>
                <a:gd name="T29" fmla="*/ 0 h 83"/>
                <a:gd name="T30" fmla="*/ 0 w 89"/>
                <a:gd name="T31" fmla="*/ 0 h 83"/>
                <a:gd name="T32" fmla="*/ 0 w 89"/>
                <a:gd name="T33" fmla="*/ 0 h 83"/>
                <a:gd name="T34" fmla="*/ 0 w 89"/>
                <a:gd name="T35" fmla="*/ 0 h 83"/>
                <a:gd name="T36" fmla="*/ 0 w 89"/>
                <a:gd name="T37" fmla="*/ 0 h 83"/>
                <a:gd name="T38" fmla="*/ 0 w 89"/>
                <a:gd name="T39" fmla="*/ 0 h 83"/>
                <a:gd name="T40" fmla="*/ 0 w 89"/>
                <a:gd name="T41" fmla="*/ 0 h 83"/>
                <a:gd name="T42" fmla="*/ 0 w 89"/>
                <a:gd name="T43" fmla="*/ 0 h 83"/>
                <a:gd name="T44" fmla="*/ 0 w 89"/>
                <a:gd name="T45" fmla="*/ 0 h 83"/>
                <a:gd name="T46" fmla="*/ 0 w 89"/>
                <a:gd name="T47" fmla="*/ 0 h 83"/>
                <a:gd name="T48" fmla="*/ 0 w 89"/>
                <a:gd name="T49" fmla="*/ 0 h 83"/>
                <a:gd name="T50" fmla="*/ 0 w 89"/>
                <a:gd name="T51" fmla="*/ 0 h 83"/>
                <a:gd name="T52" fmla="*/ 0 w 89"/>
                <a:gd name="T53" fmla="*/ 0 h 83"/>
                <a:gd name="T54" fmla="*/ 0 w 89"/>
                <a:gd name="T55" fmla="*/ 0 h 83"/>
                <a:gd name="T56" fmla="*/ 0 w 89"/>
                <a:gd name="T57" fmla="*/ 0 h 83"/>
                <a:gd name="T58" fmla="*/ 0 w 89"/>
                <a:gd name="T59" fmla="*/ 0 h 83"/>
                <a:gd name="T60" fmla="*/ 0 w 89"/>
                <a:gd name="T61" fmla="*/ 0 h 83"/>
                <a:gd name="T62" fmla="*/ 0 w 89"/>
                <a:gd name="T63" fmla="*/ 0 h 83"/>
                <a:gd name="T64" fmla="*/ 0 w 89"/>
                <a:gd name="T65" fmla="*/ 0 h 83"/>
                <a:gd name="T66" fmla="*/ 0 w 89"/>
                <a:gd name="T67" fmla="*/ 0 h 83"/>
                <a:gd name="T68" fmla="*/ 0 w 89"/>
                <a:gd name="T69" fmla="*/ 0 h 83"/>
                <a:gd name="T70" fmla="*/ 0 w 89"/>
                <a:gd name="T71" fmla="*/ 0 h 83"/>
                <a:gd name="T72" fmla="*/ 0 w 89"/>
                <a:gd name="T73" fmla="*/ 0 h 83"/>
                <a:gd name="T74" fmla="*/ 0 w 89"/>
                <a:gd name="T75" fmla="*/ 0 h 83"/>
                <a:gd name="T76" fmla="*/ 0 w 89"/>
                <a:gd name="T77" fmla="*/ 0 h 83"/>
                <a:gd name="T78" fmla="*/ 0 w 89"/>
                <a:gd name="T79" fmla="*/ 0 h 83"/>
                <a:gd name="T80" fmla="*/ 0 w 89"/>
                <a:gd name="T81" fmla="*/ 0 h 83"/>
                <a:gd name="T82" fmla="*/ 0 w 89"/>
                <a:gd name="T83" fmla="*/ 0 h 83"/>
                <a:gd name="T84" fmla="*/ 0 w 89"/>
                <a:gd name="T85" fmla="*/ 0 h 83"/>
                <a:gd name="T86" fmla="*/ 0 w 89"/>
                <a:gd name="T87" fmla="*/ 0 h 83"/>
                <a:gd name="T88" fmla="*/ 0 w 89"/>
                <a:gd name="T89" fmla="*/ 0 h 83"/>
                <a:gd name="T90" fmla="*/ 0 w 89"/>
                <a:gd name="T91" fmla="*/ 0 h 83"/>
                <a:gd name="T92" fmla="*/ 0 w 89"/>
                <a:gd name="T93" fmla="*/ 0 h 8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9" h="83">
                  <a:moveTo>
                    <a:pt x="89" y="72"/>
                  </a:moveTo>
                  <a:lnTo>
                    <a:pt x="89" y="72"/>
                  </a:lnTo>
                  <a:lnTo>
                    <a:pt x="88" y="71"/>
                  </a:lnTo>
                  <a:lnTo>
                    <a:pt x="86" y="69"/>
                  </a:lnTo>
                  <a:lnTo>
                    <a:pt x="83" y="66"/>
                  </a:lnTo>
                  <a:lnTo>
                    <a:pt x="80" y="62"/>
                  </a:lnTo>
                  <a:lnTo>
                    <a:pt x="76" y="58"/>
                  </a:lnTo>
                  <a:lnTo>
                    <a:pt x="73" y="53"/>
                  </a:lnTo>
                  <a:lnTo>
                    <a:pt x="71" y="47"/>
                  </a:lnTo>
                  <a:lnTo>
                    <a:pt x="70" y="41"/>
                  </a:lnTo>
                  <a:lnTo>
                    <a:pt x="69" y="35"/>
                  </a:lnTo>
                  <a:lnTo>
                    <a:pt x="67" y="28"/>
                  </a:lnTo>
                  <a:lnTo>
                    <a:pt x="63" y="21"/>
                  </a:lnTo>
                  <a:lnTo>
                    <a:pt x="58" y="13"/>
                  </a:lnTo>
                  <a:lnTo>
                    <a:pt x="52" y="7"/>
                  </a:lnTo>
                  <a:lnTo>
                    <a:pt x="47" y="2"/>
                  </a:lnTo>
                  <a:lnTo>
                    <a:pt x="41" y="0"/>
                  </a:lnTo>
                  <a:lnTo>
                    <a:pt x="36" y="0"/>
                  </a:lnTo>
                  <a:lnTo>
                    <a:pt x="31" y="3"/>
                  </a:lnTo>
                  <a:lnTo>
                    <a:pt x="25" y="6"/>
                  </a:lnTo>
                  <a:lnTo>
                    <a:pt x="20" y="11"/>
                  </a:lnTo>
                  <a:lnTo>
                    <a:pt x="15" y="15"/>
                  </a:lnTo>
                  <a:lnTo>
                    <a:pt x="10" y="20"/>
                  </a:lnTo>
                  <a:lnTo>
                    <a:pt x="6" y="23"/>
                  </a:lnTo>
                  <a:lnTo>
                    <a:pt x="3" y="26"/>
                  </a:lnTo>
                  <a:lnTo>
                    <a:pt x="2" y="27"/>
                  </a:lnTo>
                  <a:lnTo>
                    <a:pt x="0" y="56"/>
                  </a:lnTo>
                  <a:lnTo>
                    <a:pt x="0" y="57"/>
                  </a:lnTo>
                  <a:lnTo>
                    <a:pt x="1" y="61"/>
                  </a:lnTo>
                  <a:lnTo>
                    <a:pt x="2" y="65"/>
                  </a:lnTo>
                  <a:lnTo>
                    <a:pt x="6" y="71"/>
                  </a:lnTo>
                  <a:lnTo>
                    <a:pt x="10" y="76"/>
                  </a:lnTo>
                  <a:lnTo>
                    <a:pt x="17" y="80"/>
                  </a:lnTo>
                  <a:lnTo>
                    <a:pt x="26" y="83"/>
                  </a:lnTo>
                  <a:lnTo>
                    <a:pt x="39" y="83"/>
                  </a:lnTo>
                  <a:lnTo>
                    <a:pt x="52" y="81"/>
                  </a:lnTo>
                  <a:lnTo>
                    <a:pt x="64" y="79"/>
                  </a:lnTo>
                  <a:lnTo>
                    <a:pt x="73" y="77"/>
                  </a:lnTo>
                  <a:lnTo>
                    <a:pt x="80" y="74"/>
                  </a:lnTo>
                  <a:lnTo>
                    <a:pt x="84" y="72"/>
                  </a:lnTo>
                  <a:lnTo>
                    <a:pt x="88" y="71"/>
                  </a:lnTo>
                  <a:lnTo>
                    <a:pt x="89" y="71"/>
                  </a:lnTo>
                  <a:lnTo>
                    <a:pt x="89" y="7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65" name="Freeform 564">
              <a:extLst>
                <a:ext uri="{FF2B5EF4-FFF2-40B4-BE49-F238E27FC236}">
                  <a16:creationId xmlns:a16="http://schemas.microsoft.com/office/drawing/2014/main" id="{E2C59414-EE89-1989-E030-49934BFF752F}"/>
                </a:ext>
              </a:extLst>
            </p:cNvPr>
            <p:cNvSpPr>
              <a:spLocks/>
            </p:cNvSpPr>
            <p:nvPr/>
          </p:nvSpPr>
          <p:spPr bwMode="auto">
            <a:xfrm>
              <a:off x="2763" y="3839"/>
              <a:ext cx="11" cy="9"/>
            </a:xfrm>
            <a:custGeom>
              <a:avLst/>
              <a:gdLst>
                <a:gd name="T0" fmla="*/ 0 w 41"/>
                <a:gd name="T1" fmla="*/ 0 h 38"/>
                <a:gd name="T2" fmla="*/ 0 w 41"/>
                <a:gd name="T3" fmla="*/ 0 h 38"/>
                <a:gd name="T4" fmla="*/ 0 w 41"/>
                <a:gd name="T5" fmla="*/ 0 h 38"/>
                <a:gd name="T6" fmla="*/ 0 w 41"/>
                <a:gd name="T7" fmla="*/ 0 h 38"/>
                <a:gd name="T8" fmla="*/ 0 w 41"/>
                <a:gd name="T9" fmla="*/ 0 h 38"/>
                <a:gd name="T10" fmla="*/ 0 w 41"/>
                <a:gd name="T11" fmla="*/ 0 h 38"/>
                <a:gd name="T12" fmla="*/ 0 w 41"/>
                <a:gd name="T13" fmla="*/ 0 h 38"/>
                <a:gd name="T14" fmla="*/ 0 w 41"/>
                <a:gd name="T15" fmla="*/ 0 h 38"/>
                <a:gd name="T16" fmla="*/ 0 w 41"/>
                <a:gd name="T17" fmla="*/ 0 h 38"/>
                <a:gd name="T18" fmla="*/ 0 w 41"/>
                <a:gd name="T19" fmla="*/ 0 h 38"/>
                <a:gd name="T20" fmla="*/ 0 w 41"/>
                <a:gd name="T21" fmla="*/ 0 h 38"/>
                <a:gd name="T22" fmla="*/ 0 w 41"/>
                <a:gd name="T23" fmla="*/ 0 h 38"/>
                <a:gd name="T24" fmla="*/ 0 w 41"/>
                <a:gd name="T25" fmla="*/ 0 h 38"/>
                <a:gd name="T26" fmla="*/ 0 w 41"/>
                <a:gd name="T27" fmla="*/ 0 h 38"/>
                <a:gd name="T28" fmla="*/ 0 w 41"/>
                <a:gd name="T29" fmla="*/ 0 h 38"/>
                <a:gd name="T30" fmla="*/ 0 w 41"/>
                <a:gd name="T31" fmla="*/ 0 h 38"/>
                <a:gd name="T32" fmla="*/ 0 w 41"/>
                <a:gd name="T33" fmla="*/ 0 h 38"/>
                <a:gd name="T34" fmla="*/ 0 w 41"/>
                <a:gd name="T35" fmla="*/ 0 h 38"/>
                <a:gd name="T36" fmla="*/ 0 w 41"/>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1" h="38">
                  <a:moveTo>
                    <a:pt x="31" y="0"/>
                  </a:moveTo>
                  <a:lnTo>
                    <a:pt x="11" y="21"/>
                  </a:lnTo>
                  <a:lnTo>
                    <a:pt x="10" y="22"/>
                  </a:lnTo>
                  <a:lnTo>
                    <a:pt x="7" y="24"/>
                  </a:lnTo>
                  <a:lnTo>
                    <a:pt x="4" y="27"/>
                  </a:lnTo>
                  <a:lnTo>
                    <a:pt x="1" y="31"/>
                  </a:lnTo>
                  <a:lnTo>
                    <a:pt x="0" y="34"/>
                  </a:lnTo>
                  <a:lnTo>
                    <a:pt x="1" y="37"/>
                  </a:lnTo>
                  <a:lnTo>
                    <a:pt x="6" y="38"/>
                  </a:lnTo>
                  <a:lnTo>
                    <a:pt x="16" y="37"/>
                  </a:lnTo>
                  <a:lnTo>
                    <a:pt x="27" y="34"/>
                  </a:lnTo>
                  <a:lnTo>
                    <a:pt x="34" y="31"/>
                  </a:lnTo>
                  <a:lnTo>
                    <a:pt x="38" y="27"/>
                  </a:lnTo>
                  <a:lnTo>
                    <a:pt x="40" y="23"/>
                  </a:lnTo>
                  <a:lnTo>
                    <a:pt x="41" y="19"/>
                  </a:lnTo>
                  <a:lnTo>
                    <a:pt x="40" y="14"/>
                  </a:lnTo>
                  <a:lnTo>
                    <a:pt x="39" y="12"/>
                  </a:lnTo>
                  <a:lnTo>
                    <a:pt x="39" y="11"/>
                  </a:lnTo>
                  <a:lnTo>
                    <a:pt x="31"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66" name="Freeform 565">
              <a:extLst>
                <a:ext uri="{FF2B5EF4-FFF2-40B4-BE49-F238E27FC236}">
                  <a16:creationId xmlns:a16="http://schemas.microsoft.com/office/drawing/2014/main" id="{6BDC1B5E-909A-A453-C10D-532B2EC15755}"/>
                </a:ext>
              </a:extLst>
            </p:cNvPr>
            <p:cNvSpPr>
              <a:spLocks/>
            </p:cNvSpPr>
            <p:nvPr/>
          </p:nvSpPr>
          <p:spPr bwMode="auto">
            <a:xfrm>
              <a:off x="2763" y="3839"/>
              <a:ext cx="11" cy="9"/>
            </a:xfrm>
            <a:custGeom>
              <a:avLst/>
              <a:gdLst>
                <a:gd name="T0" fmla="*/ 0 w 41"/>
                <a:gd name="T1" fmla="*/ 0 h 38"/>
                <a:gd name="T2" fmla="*/ 0 w 41"/>
                <a:gd name="T3" fmla="*/ 0 h 38"/>
                <a:gd name="T4" fmla="*/ 0 w 41"/>
                <a:gd name="T5" fmla="*/ 0 h 38"/>
                <a:gd name="T6" fmla="*/ 0 w 41"/>
                <a:gd name="T7" fmla="*/ 0 h 38"/>
                <a:gd name="T8" fmla="*/ 0 w 41"/>
                <a:gd name="T9" fmla="*/ 0 h 38"/>
                <a:gd name="T10" fmla="*/ 0 w 41"/>
                <a:gd name="T11" fmla="*/ 0 h 38"/>
                <a:gd name="T12" fmla="*/ 0 w 41"/>
                <a:gd name="T13" fmla="*/ 0 h 38"/>
                <a:gd name="T14" fmla="*/ 0 w 41"/>
                <a:gd name="T15" fmla="*/ 0 h 38"/>
                <a:gd name="T16" fmla="*/ 0 w 41"/>
                <a:gd name="T17" fmla="*/ 0 h 38"/>
                <a:gd name="T18" fmla="*/ 0 w 41"/>
                <a:gd name="T19" fmla="*/ 0 h 38"/>
                <a:gd name="T20" fmla="*/ 0 w 41"/>
                <a:gd name="T21" fmla="*/ 0 h 38"/>
                <a:gd name="T22" fmla="*/ 0 w 41"/>
                <a:gd name="T23" fmla="*/ 0 h 38"/>
                <a:gd name="T24" fmla="*/ 0 w 41"/>
                <a:gd name="T25" fmla="*/ 0 h 38"/>
                <a:gd name="T26" fmla="*/ 0 w 41"/>
                <a:gd name="T27" fmla="*/ 0 h 38"/>
                <a:gd name="T28" fmla="*/ 0 w 41"/>
                <a:gd name="T29" fmla="*/ 0 h 38"/>
                <a:gd name="T30" fmla="*/ 0 w 41"/>
                <a:gd name="T31" fmla="*/ 0 h 38"/>
                <a:gd name="T32" fmla="*/ 0 w 41"/>
                <a:gd name="T33" fmla="*/ 0 h 38"/>
                <a:gd name="T34" fmla="*/ 0 w 41"/>
                <a:gd name="T35" fmla="*/ 0 h 38"/>
                <a:gd name="T36" fmla="*/ 0 w 41"/>
                <a:gd name="T37" fmla="*/ 0 h 38"/>
                <a:gd name="T38" fmla="*/ 0 w 41"/>
                <a:gd name="T39" fmla="*/ 0 h 38"/>
                <a:gd name="T40" fmla="*/ 0 w 41"/>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38">
                  <a:moveTo>
                    <a:pt x="31" y="0"/>
                  </a:moveTo>
                  <a:lnTo>
                    <a:pt x="11" y="21"/>
                  </a:lnTo>
                  <a:lnTo>
                    <a:pt x="10" y="22"/>
                  </a:lnTo>
                  <a:lnTo>
                    <a:pt x="7" y="24"/>
                  </a:lnTo>
                  <a:lnTo>
                    <a:pt x="4" y="27"/>
                  </a:lnTo>
                  <a:lnTo>
                    <a:pt x="1" y="31"/>
                  </a:lnTo>
                  <a:lnTo>
                    <a:pt x="0" y="34"/>
                  </a:lnTo>
                  <a:lnTo>
                    <a:pt x="1" y="37"/>
                  </a:lnTo>
                  <a:lnTo>
                    <a:pt x="6" y="38"/>
                  </a:lnTo>
                  <a:lnTo>
                    <a:pt x="16" y="37"/>
                  </a:lnTo>
                  <a:lnTo>
                    <a:pt x="27" y="34"/>
                  </a:lnTo>
                  <a:lnTo>
                    <a:pt x="34" y="31"/>
                  </a:lnTo>
                  <a:lnTo>
                    <a:pt x="38" y="27"/>
                  </a:lnTo>
                  <a:lnTo>
                    <a:pt x="40" y="23"/>
                  </a:lnTo>
                  <a:lnTo>
                    <a:pt x="41" y="19"/>
                  </a:lnTo>
                  <a:lnTo>
                    <a:pt x="40" y="14"/>
                  </a:lnTo>
                  <a:lnTo>
                    <a:pt x="39" y="12"/>
                  </a:lnTo>
                  <a:lnTo>
                    <a:pt x="39" y="11"/>
                  </a:lnTo>
                  <a:lnTo>
                    <a:pt x="31"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67" name="Freeform 566">
              <a:extLst>
                <a:ext uri="{FF2B5EF4-FFF2-40B4-BE49-F238E27FC236}">
                  <a16:creationId xmlns:a16="http://schemas.microsoft.com/office/drawing/2014/main" id="{05B4021B-7C4B-9922-E307-9AFC59B5B46B}"/>
                </a:ext>
              </a:extLst>
            </p:cNvPr>
            <p:cNvSpPr>
              <a:spLocks/>
            </p:cNvSpPr>
            <p:nvPr/>
          </p:nvSpPr>
          <p:spPr bwMode="auto">
            <a:xfrm>
              <a:off x="2757" y="3831"/>
              <a:ext cx="7" cy="6"/>
            </a:xfrm>
            <a:custGeom>
              <a:avLst/>
              <a:gdLst>
                <a:gd name="T0" fmla="*/ 0 w 26"/>
                <a:gd name="T1" fmla="*/ 0 h 24"/>
                <a:gd name="T2" fmla="*/ 0 w 26"/>
                <a:gd name="T3" fmla="*/ 0 h 24"/>
                <a:gd name="T4" fmla="*/ 0 w 26"/>
                <a:gd name="T5" fmla="*/ 0 h 24"/>
                <a:gd name="T6" fmla="*/ 0 w 26"/>
                <a:gd name="T7" fmla="*/ 0 h 24"/>
                <a:gd name="T8" fmla="*/ 0 w 26"/>
                <a:gd name="T9" fmla="*/ 0 h 24"/>
                <a:gd name="T10" fmla="*/ 0 w 26"/>
                <a:gd name="T11" fmla="*/ 0 h 24"/>
                <a:gd name="T12" fmla="*/ 0 w 26"/>
                <a:gd name="T13" fmla="*/ 0 h 24"/>
                <a:gd name="T14" fmla="*/ 0 w 26"/>
                <a:gd name="T15" fmla="*/ 0 h 24"/>
                <a:gd name="T16" fmla="*/ 0 w 26"/>
                <a:gd name="T17" fmla="*/ 0 h 24"/>
                <a:gd name="T18" fmla="*/ 0 w 26"/>
                <a:gd name="T19" fmla="*/ 0 h 24"/>
                <a:gd name="T20" fmla="*/ 0 w 26"/>
                <a:gd name="T21" fmla="*/ 0 h 24"/>
                <a:gd name="T22" fmla="*/ 0 w 26"/>
                <a:gd name="T23" fmla="*/ 0 h 24"/>
                <a:gd name="T24" fmla="*/ 0 w 26"/>
                <a:gd name="T25" fmla="*/ 0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4">
                  <a:moveTo>
                    <a:pt x="14" y="24"/>
                  </a:moveTo>
                  <a:lnTo>
                    <a:pt x="10" y="22"/>
                  </a:lnTo>
                  <a:lnTo>
                    <a:pt x="4" y="17"/>
                  </a:lnTo>
                  <a:lnTo>
                    <a:pt x="0" y="10"/>
                  </a:lnTo>
                  <a:lnTo>
                    <a:pt x="8" y="2"/>
                  </a:lnTo>
                  <a:lnTo>
                    <a:pt x="15" y="0"/>
                  </a:lnTo>
                  <a:lnTo>
                    <a:pt x="20" y="0"/>
                  </a:lnTo>
                  <a:lnTo>
                    <a:pt x="24" y="3"/>
                  </a:lnTo>
                  <a:lnTo>
                    <a:pt x="26" y="8"/>
                  </a:lnTo>
                  <a:lnTo>
                    <a:pt x="26" y="13"/>
                  </a:lnTo>
                  <a:lnTo>
                    <a:pt x="24" y="18"/>
                  </a:lnTo>
                  <a:lnTo>
                    <a:pt x="20" y="22"/>
                  </a:lnTo>
                  <a:lnTo>
                    <a:pt x="14" y="24"/>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68" name="Freeform 567">
              <a:extLst>
                <a:ext uri="{FF2B5EF4-FFF2-40B4-BE49-F238E27FC236}">
                  <a16:creationId xmlns:a16="http://schemas.microsoft.com/office/drawing/2014/main" id="{D8BE4A8F-82A5-7293-E13C-E28D458B9E65}"/>
                </a:ext>
              </a:extLst>
            </p:cNvPr>
            <p:cNvSpPr>
              <a:spLocks/>
            </p:cNvSpPr>
            <p:nvPr/>
          </p:nvSpPr>
          <p:spPr bwMode="auto">
            <a:xfrm>
              <a:off x="2757" y="3831"/>
              <a:ext cx="7" cy="6"/>
            </a:xfrm>
            <a:custGeom>
              <a:avLst/>
              <a:gdLst>
                <a:gd name="T0" fmla="*/ 0 w 26"/>
                <a:gd name="T1" fmla="*/ 0 h 24"/>
                <a:gd name="T2" fmla="*/ 0 w 26"/>
                <a:gd name="T3" fmla="*/ 0 h 24"/>
                <a:gd name="T4" fmla="*/ 0 w 26"/>
                <a:gd name="T5" fmla="*/ 0 h 24"/>
                <a:gd name="T6" fmla="*/ 0 w 26"/>
                <a:gd name="T7" fmla="*/ 0 h 24"/>
                <a:gd name="T8" fmla="*/ 0 w 26"/>
                <a:gd name="T9" fmla="*/ 0 h 24"/>
                <a:gd name="T10" fmla="*/ 0 w 26"/>
                <a:gd name="T11" fmla="*/ 0 h 24"/>
                <a:gd name="T12" fmla="*/ 0 w 26"/>
                <a:gd name="T13" fmla="*/ 0 h 24"/>
                <a:gd name="T14" fmla="*/ 0 w 26"/>
                <a:gd name="T15" fmla="*/ 0 h 24"/>
                <a:gd name="T16" fmla="*/ 0 w 26"/>
                <a:gd name="T17" fmla="*/ 0 h 24"/>
                <a:gd name="T18" fmla="*/ 0 w 26"/>
                <a:gd name="T19" fmla="*/ 0 h 24"/>
                <a:gd name="T20" fmla="*/ 0 w 26"/>
                <a:gd name="T21" fmla="*/ 0 h 24"/>
                <a:gd name="T22" fmla="*/ 0 w 26"/>
                <a:gd name="T23" fmla="*/ 0 h 24"/>
                <a:gd name="T24" fmla="*/ 0 w 26"/>
                <a:gd name="T25" fmla="*/ 0 h 24"/>
                <a:gd name="T26" fmla="*/ 0 w 26"/>
                <a:gd name="T27" fmla="*/ 0 h 24"/>
                <a:gd name="T28" fmla="*/ 0 w 26"/>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 h="24">
                  <a:moveTo>
                    <a:pt x="14" y="24"/>
                  </a:moveTo>
                  <a:lnTo>
                    <a:pt x="14" y="24"/>
                  </a:lnTo>
                  <a:lnTo>
                    <a:pt x="10" y="22"/>
                  </a:lnTo>
                  <a:lnTo>
                    <a:pt x="4" y="17"/>
                  </a:lnTo>
                  <a:lnTo>
                    <a:pt x="0" y="10"/>
                  </a:lnTo>
                  <a:lnTo>
                    <a:pt x="8" y="2"/>
                  </a:lnTo>
                  <a:lnTo>
                    <a:pt x="15" y="0"/>
                  </a:lnTo>
                  <a:lnTo>
                    <a:pt x="20" y="0"/>
                  </a:lnTo>
                  <a:lnTo>
                    <a:pt x="24" y="3"/>
                  </a:lnTo>
                  <a:lnTo>
                    <a:pt x="26" y="8"/>
                  </a:lnTo>
                  <a:lnTo>
                    <a:pt x="26" y="13"/>
                  </a:lnTo>
                  <a:lnTo>
                    <a:pt x="24" y="18"/>
                  </a:lnTo>
                  <a:lnTo>
                    <a:pt x="20" y="22"/>
                  </a:lnTo>
                  <a:lnTo>
                    <a:pt x="14" y="2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69" name="Freeform 568">
              <a:extLst>
                <a:ext uri="{FF2B5EF4-FFF2-40B4-BE49-F238E27FC236}">
                  <a16:creationId xmlns:a16="http://schemas.microsoft.com/office/drawing/2014/main" id="{B5305C76-DA85-4A08-C2C2-A68F1462B4EC}"/>
                </a:ext>
              </a:extLst>
            </p:cNvPr>
            <p:cNvSpPr>
              <a:spLocks/>
            </p:cNvSpPr>
            <p:nvPr/>
          </p:nvSpPr>
          <p:spPr bwMode="auto">
            <a:xfrm>
              <a:off x="2774" y="3880"/>
              <a:ext cx="16" cy="8"/>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w 65"/>
                <a:gd name="T11" fmla="*/ 0 h 35"/>
                <a:gd name="T12" fmla="*/ 0 w 65"/>
                <a:gd name="T13" fmla="*/ 0 h 35"/>
                <a:gd name="T14" fmla="*/ 0 w 65"/>
                <a:gd name="T15" fmla="*/ 0 h 35"/>
                <a:gd name="T16" fmla="*/ 0 w 65"/>
                <a:gd name="T17" fmla="*/ 0 h 35"/>
                <a:gd name="T18" fmla="*/ 0 w 65"/>
                <a:gd name="T19" fmla="*/ 0 h 35"/>
                <a:gd name="T20" fmla="*/ 0 w 65"/>
                <a:gd name="T21" fmla="*/ 0 h 35"/>
                <a:gd name="T22" fmla="*/ 0 w 65"/>
                <a:gd name="T23" fmla="*/ 0 h 35"/>
                <a:gd name="T24" fmla="*/ 0 w 65"/>
                <a:gd name="T25" fmla="*/ 0 h 35"/>
                <a:gd name="T26" fmla="*/ 0 w 65"/>
                <a:gd name="T27" fmla="*/ 0 h 35"/>
                <a:gd name="T28" fmla="*/ 0 w 65"/>
                <a:gd name="T29" fmla="*/ 0 h 35"/>
                <a:gd name="T30" fmla="*/ 0 w 65"/>
                <a:gd name="T31" fmla="*/ 0 h 35"/>
                <a:gd name="T32" fmla="*/ 0 w 65"/>
                <a:gd name="T33" fmla="*/ 0 h 35"/>
                <a:gd name="T34" fmla="*/ 0 w 65"/>
                <a:gd name="T35" fmla="*/ 0 h 35"/>
                <a:gd name="T36" fmla="*/ 0 w 65"/>
                <a:gd name="T37" fmla="*/ 0 h 35"/>
                <a:gd name="T38" fmla="*/ 0 w 65"/>
                <a:gd name="T39" fmla="*/ 0 h 35"/>
                <a:gd name="T40" fmla="*/ 0 w 65"/>
                <a:gd name="T41" fmla="*/ 0 h 35"/>
                <a:gd name="T42" fmla="*/ 0 w 65"/>
                <a:gd name="T43" fmla="*/ 0 h 35"/>
                <a:gd name="T44" fmla="*/ 0 w 65"/>
                <a:gd name="T45" fmla="*/ 0 h 35"/>
                <a:gd name="T46" fmla="*/ 0 w 65"/>
                <a:gd name="T47" fmla="*/ 0 h 35"/>
                <a:gd name="T48" fmla="*/ 0 w 65"/>
                <a:gd name="T49" fmla="*/ 0 h 35"/>
                <a:gd name="T50" fmla="*/ 0 w 65"/>
                <a:gd name="T51" fmla="*/ 0 h 35"/>
                <a:gd name="T52" fmla="*/ 0 w 65"/>
                <a:gd name="T53" fmla="*/ 0 h 35"/>
                <a:gd name="T54" fmla="*/ 0 w 65"/>
                <a:gd name="T55" fmla="*/ 0 h 35"/>
                <a:gd name="T56" fmla="*/ 0 w 65"/>
                <a:gd name="T57" fmla="*/ 0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5" h="35">
                  <a:moveTo>
                    <a:pt x="29" y="3"/>
                  </a:moveTo>
                  <a:lnTo>
                    <a:pt x="30" y="3"/>
                  </a:lnTo>
                  <a:lnTo>
                    <a:pt x="33" y="2"/>
                  </a:lnTo>
                  <a:lnTo>
                    <a:pt x="38" y="0"/>
                  </a:lnTo>
                  <a:lnTo>
                    <a:pt x="44" y="0"/>
                  </a:lnTo>
                  <a:lnTo>
                    <a:pt x="49" y="2"/>
                  </a:lnTo>
                  <a:lnTo>
                    <a:pt x="54" y="4"/>
                  </a:lnTo>
                  <a:lnTo>
                    <a:pt x="59" y="9"/>
                  </a:lnTo>
                  <a:lnTo>
                    <a:pt x="63" y="17"/>
                  </a:lnTo>
                  <a:lnTo>
                    <a:pt x="65" y="25"/>
                  </a:lnTo>
                  <a:lnTo>
                    <a:pt x="65" y="29"/>
                  </a:lnTo>
                  <a:lnTo>
                    <a:pt x="63" y="31"/>
                  </a:lnTo>
                  <a:lnTo>
                    <a:pt x="60" y="31"/>
                  </a:lnTo>
                  <a:lnTo>
                    <a:pt x="56" y="31"/>
                  </a:lnTo>
                  <a:lnTo>
                    <a:pt x="51" y="30"/>
                  </a:lnTo>
                  <a:lnTo>
                    <a:pt x="46" y="30"/>
                  </a:lnTo>
                  <a:lnTo>
                    <a:pt x="41" y="31"/>
                  </a:lnTo>
                  <a:lnTo>
                    <a:pt x="34" y="33"/>
                  </a:lnTo>
                  <a:lnTo>
                    <a:pt x="27" y="34"/>
                  </a:lnTo>
                  <a:lnTo>
                    <a:pt x="19" y="35"/>
                  </a:lnTo>
                  <a:lnTo>
                    <a:pt x="12" y="35"/>
                  </a:lnTo>
                  <a:lnTo>
                    <a:pt x="5" y="35"/>
                  </a:lnTo>
                  <a:lnTo>
                    <a:pt x="1" y="32"/>
                  </a:lnTo>
                  <a:lnTo>
                    <a:pt x="0" y="28"/>
                  </a:lnTo>
                  <a:lnTo>
                    <a:pt x="2" y="22"/>
                  </a:lnTo>
                  <a:lnTo>
                    <a:pt x="11" y="11"/>
                  </a:lnTo>
                  <a:lnTo>
                    <a:pt x="20" y="5"/>
                  </a:lnTo>
                  <a:lnTo>
                    <a:pt x="26" y="3"/>
                  </a:lnTo>
                  <a:lnTo>
                    <a:pt x="29" y="3"/>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70" name="Freeform 569">
              <a:extLst>
                <a:ext uri="{FF2B5EF4-FFF2-40B4-BE49-F238E27FC236}">
                  <a16:creationId xmlns:a16="http://schemas.microsoft.com/office/drawing/2014/main" id="{F8AA1A18-01F8-7114-8360-A5D81555EE25}"/>
                </a:ext>
              </a:extLst>
            </p:cNvPr>
            <p:cNvSpPr>
              <a:spLocks/>
            </p:cNvSpPr>
            <p:nvPr/>
          </p:nvSpPr>
          <p:spPr bwMode="auto">
            <a:xfrm>
              <a:off x="2774" y="3880"/>
              <a:ext cx="16" cy="8"/>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w 65"/>
                <a:gd name="T11" fmla="*/ 0 h 35"/>
                <a:gd name="T12" fmla="*/ 0 w 65"/>
                <a:gd name="T13" fmla="*/ 0 h 35"/>
                <a:gd name="T14" fmla="*/ 0 w 65"/>
                <a:gd name="T15" fmla="*/ 0 h 35"/>
                <a:gd name="T16" fmla="*/ 0 w 65"/>
                <a:gd name="T17" fmla="*/ 0 h 35"/>
                <a:gd name="T18" fmla="*/ 0 w 65"/>
                <a:gd name="T19" fmla="*/ 0 h 35"/>
                <a:gd name="T20" fmla="*/ 0 w 65"/>
                <a:gd name="T21" fmla="*/ 0 h 35"/>
                <a:gd name="T22" fmla="*/ 0 w 65"/>
                <a:gd name="T23" fmla="*/ 0 h 35"/>
                <a:gd name="T24" fmla="*/ 0 w 65"/>
                <a:gd name="T25" fmla="*/ 0 h 35"/>
                <a:gd name="T26" fmla="*/ 0 w 65"/>
                <a:gd name="T27" fmla="*/ 0 h 35"/>
                <a:gd name="T28" fmla="*/ 0 w 65"/>
                <a:gd name="T29" fmla="*/ 0 h 35"/>
                <a:gd name="T30" fmla="*/ 0 w 65"/>
                <a:gd name="T31" fmla="*/ 0 h 35"/>
                <a:gd name="T32" fmla="*/ 0 w 65"/>
                <a:gd name="T33" fmla="*/ 0 h 35"/>
                <a:gd name="T34" fmla="*/ 0 w 65"/>
                <a:gd name="T35" fmla="*/ 0 h 35"/>
                <a:gd name="T36" fmla="*/ 0 w 65"/>
                <a:gd name="T37" fmla="*/ 0 h 35"/>
                <a:gd name="T38" fmla="*/ 0 w 65"/>
                <a:gd name="T39" fmla="*/ 0 h 35"/>
                <a:gd name="T40" fmla="*/ 0 w 65"/>
                <a:gd name="T41" fmla="*/ 0 h 35"/>
                <a:gd name="T42" fmla="*/ 0 w 65"/>
                <a:gd name="T43" fmla="*/ 0 h 35"/>
                <a:gd name="T44" fmla="*/ 0 w 65"/>
                <a:gd name="T45" fmla="*/ 0 h 35"/>
                <a:gd name="T46" fmla="*/ 0 w 65"/>
                <a:gd name="T47" fmla="*/ 0 h 35"/>
                <a:gd name="T48" fmla="*/ 0 w 65"/>
                <a:gd name="T49" fmla="*/ 0 h 35"/>
                <a:gd name="T50" fmla="*/ 0 w 65"/>
                <a:gd name="T51" fmla="*/ 0 h 35"/>
                <a:gd name="T52" fmla="*/ 0 w 65"/>
                <a:gd name="T53" fmla="*/ 0 h 35"/>
                <a:gd name="T54" fmla="*/ 0 w 65"/>
                <a:gd name="T55" fmla="*/ 0 h 35"/>
                <a:gd name="T56" fmla="*/ 0 w 65"/>
                <a:gd name="T57" fmla="*/ 0 h 35"/>
                <a:gd name="T58" fmla="*/ 0 w 65"/>
                <a:gd name="T59" fmla="*/ 0 h 35"/>
                <a:gd name="T60" fmla="*/ 0 w 65"/>
                <a:gd name="T61" fmla="*/ 0 h 35"/>
                <a:gd name="T62" fmla="*/ 0 w 65"/>
                <a:gd name="T63" fmla="*/ 0 h 35"/>
                <a:gd name="T64" fmla="*/ 0 w 65"/>
                <a:gd name="T65" fmla="*/ 0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5" h="35">
                  <a:moveTo>
                    <a:pt x="29" y="3"/>
                  </a:moveTo>
                  <a:lnTo>
                    <a:pt x="29" y="3"/>
                  </a:lnTo>
                  <a:lnTo>
                    <a:pt x="30" y="3"/>
                  </a:lnTo>
                  <a:lnTo>
                    <a:pt x="33" y="2"/>
                  </a:lnTo>
                  <a:lnTo>
                    <a:pt x="38" y="0"/>
                  </a:lnTo>
                  <a:lnTo>
                    <a:pt x="44" y="0"/>
                  </a:lnTo>
                  <a:lnTo>
                    <a:pt x="49" y="2"/>
                  </a:lnTo>
                  <a:lnTo>
                    <a:pt x="54" y="4"/>
                  </a:lnTo>
                  <a:lnTo>
                    <a:pt x="59" y="9"/>
                  </a:lnTo>
                  <a:lnTo>
                    <a:pt x="63" y="17"/>
                  </a:lnTo>
                  <a:lnTo>
                    <a:pt x="65" y="25"/>
                  </a:lnTo>
                  <a:lnTo>
                    <a:pt x="65" y="29"/>
                  </a:lnTo>
                  <a:lnTo>
                    <a:pt x="63" y="31"/>
                  </a:lnTo>
                  <a:lnTo>
                    <a:pt x="60" y="31"/>
                  </a:lnTo>
                  <a:lnTo>
                    <a:pt x="56" y="31"/>
                  </a:lnTo>
                  <a:lnTo>
                    <a:pt x="51" y="30"/>
                  </a:lnTo>
                  <a:lnTo>
                    <a:pt x="46" y="30"/>
                  </a:lnTo>
                  <a:lnTo>
                    <a:pt x="41" y="31"/>
                  </a:lnTo>
                  <a:lnTo>
                    <a:pt x="34" y="33"/>
                  </a:lnTo>
                  <a:lnTo>
                    <a:pt x="27" y="34"/>
                  </a:lnTo>
                  <a:lnTo>
                    <a:pt x="19" y="35"/>
                  </a:lnTo>
                  <a:lnTo>
                    <a:pt x="12" y="35"/>
                  </a:lnTo>
                  <a:lnTo>
                    <a:pt x="5" y="35"/>
                  </a:lnTo>
                  <a:lnTo>
                    <a:pt x="1" y="32"/>
                  </a:lnTo>
                  <a:lnTo>
                    <a:pt x="0" y="28"/>
                  </a:lnTo>
                  <a:lnTo>
                    <a:pt x="2" y="22"/>
                  </a:lnTo>
                  <a:lnTo>
                    <a:pt x="11" y="11"/>
                  </a:lnTo>
                  <a:lnTo>
                    <a:pt x="20" y="5"/>
                  </a:lnTo>
                  <a:lnTo>
                    <a:pt x="26" y="3"/>
                  </a:lnTo>
                  <a:lnTo>
                    <a:pt x="29" y="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71" name="Freeform 570">
              <a:extLst>
                <a:ext uri="{FF2B5EF4-FFF2-40B4-BE49-F238E27FC236}">
                  <a16:creationId xmlns:a16="http://schemas.microsoft.com/office/drawing/2014/main" id="{EDB7D31A-1D25-1218-0929-B2292EADB8BF}"/>
                </a:ext>
              </a:extLst>
            </p:cNvPr>
            <p:cNvSpPr>
              <a:spLocks/>
            </p:cNvSpPr>
            <p:nvPr/>
          </p:nvSpPr>
          <p:spPr bwMode="auto">
            <a:xfrm>
              <a:off x="2907" y="3788"/>
              <a:ext cx="9" cy="16"/>
            </a:xfrm>
            <a:custGeom>
              <a:avLst/>
              <a:gdLst>
                <a:gd name="T0" fmla="*/ 0 w 36"/>
                <a:gd name="T1" fmla="*/ 0 h 64"/>
                <a:gd name="T2" fmla="*/ 0 w 36"/>
                <a:gd name="T3" fmla="*/ 0 h 64"/>
                <a:gd name="T4" fmla="*/ 0 w 36"/>
                <a:gd name="T5" fmla="*/ 0 h 64"/>
                <a:gd name="T6" fmla="*/ 0 w 36"/>
                <a:gd name="T7" fmla="*/ 0 h 64"/>
                <a:gd name="T8" fmla="*/ 0 w 36"/>
                <a:gd name="T9" fmla="*/ 0 h 64"/>
                <a:gd name="T10" fmla="*/ 0 w 36"/>
                <a:gd name="T11" fmla="*/ 0 h 64"/>
                <a:gd name="T12" fmla="*/ 0 w 36"/>
                <a:gd name="T13" fmla="*/ 0 h 64"/>
                <a:gd name="T14" fmla="*/ 0 w 36"/>
                <a:gd name="T15" fmla="*/ 0 h 64"/>
                <a:gd name="T16" fmla="*/ 0 w 36"/>
                <a:gd name="T17" fmla="*/ 0 h 64"/>
                <a:gd name="T18" fmla="*/ 0 w 36"/>
                <a:gd name="T19" fmla="*/ 0 h 64"/>
                <a:gd name="T20" fmla="*/ 0 w 36"/>
                <a:gd name="T21" fmla="*/ 0 h 64"/>
                <a:gd name="T22" fmla="*/ 0 w 36"/>
                <a:gd name="T23" fmla="*/ 0 h 64"/>
                <a:gd name="T24" fmla="*/ 0 w 36"/>
                <a:gd name="T25" fmla="*/ 0 h 64"/>
                <a:gd name="T26" fmla="*/ 0 w 36"/>
                <a:gd name="T27" fmla="*/ 0 h 64"/>
                <a:gd name="T28" fmla="*/ 0 w 36"/>
                <a:gd name="T29" fmla="*/ 0 h 64"/>
                <a:gd name="T30" fmla="*/ 0 w 36"/>
                <a:gd name="T31" fmla="*/ 0 h 64"/>
                <a:gd name="T32" fmla="*/ 0 w 36"/>
                <a:gd name="T33" fmla="*/ 0 h 64"/>
                <a:gd name="T34" fmla="*/ 0 w 36"/>
                <a:gd name="T35" fmla="*/ 0 h 64"/>
                <a:gd name="T36" fmla="*/ 0 w 36"/>
                <a:gd name="T37" fmla="*/ 0 h 64"/>
                <a:gd name="T38" fmla="*/ 0 w 36"/>
                <a:gd name="T39" fmla="*/ 0 h 64"/>
                <a:gd name="T40" fmla="*/ 0 w 36"/>
                <a:gd name="T41" fmla="*/ 0 h 64"/>
                <a:gd name="T42" fmla="*/ 0 w 36"/>
                <a:gd name="T43" fmla="*/ 0 h 64"/>
                <a:gd name="T44" fmla="*/ 0 w 36"/>
                <a:gd name="T45" fmla="*/ 0 h 64"/>
                <a:gd name="T46" fmla="*/ 0 w 36"/>
                <a:gd name="T47" fmla="*/ 0 h 64"/>
                <a:gd name="T48" fmla="*/ 0 w 36"/>
                <a:gd name="T49" fmla="*/ 0 h 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64">
                  <a:moveTo>
                    <a:pt x="0" y="30"/>
                  </a:moveTo>
                  <a:lnTo>
                    <a:pt x="0" y="26"/>
                  </a:lnTo>
                  <a:lnTo>
                    <a:pt x="1" y="16"/>
                  </a:lnTo>
                  <a:lnTo>
                    <a:pt x="8" y="5"/>
                  </a:lnTo>
                  <a:lnTo>
                    <a:pt x="22" y="0"/>
                  </a:lnTo>
                  <a:lnTo>
                    <a:pt x="34" y="1"/>
                  </a:lnTo>
                  <a:lnTo>
                    <a:pt x="36" y="6"/>
                  </a:lnTo>
                  <a:lnTo>
                    <a:pt x="32" y="16"/>
                  </a:lnTo>
                  <a:lnTo>
                    <a:pt x="31" y="26"/>
                  </a:lnTo>
                  <a:lnTo>
                    <a:pt x="31" y="32"/>
                  </a:lnTo>
                  <a:lnTo>
                    <a:pt x="31" y="40"/>
                  </a:lnTo>
                  <a:lnTo>
                    <a:pt x="30" y="48"/>
                  </a:lnTo>
                  <a:lnTo>
                    <a:pt x="28" y="55"/>
                  </a:lnTo>
                  <a:lnTo>
                    <a:pt x="26" y="60"/>
                  </a:lnTo>
                  <a:lnTo>
                    <a:pt x="23" y="64"/>
                  </a:lnTo>
                  <a:lnTo>
                    <a:pt x="18" y="64"/>
                  </a:lnTo>
                  <a:lnTo>
                    <a:pt x="13" y="61"/>
                  </a:lnTo>
                  <a:lnTo>
                    <a:pt x="8" y="55"/>
                  </a:lnTo>
                  <a:lnTo>
                    <a:pt x="4" y="50"/>
                  </a:lnTo>
                  <a:lnTo>
                    <a:pt x="1" y="45"/>
                  </a:lnTo>
                  <a:lnTo>
                    <a:pt x="0" y="40"/>
                  </a:lnTo>
                  <a:lnTo>
                    <a:pt x="0" y="36"/>
                  </a:lnTo>
                  <a:lnTo>
                    <a:pt x="0" y="33"/>
                  </a:lnTo>
                  <a:lnTo>
                    <a:pt x="0" y="31"/>
                  </a:lnTo>
                  <a:lnTo>
                    <a:pt x="0" y="3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72" name="Freeform 571">
              <a:extLst>
                <a:ext uri="{FF2B5EF4-FFF2-40B4-BE49-F238E27FC236}">
                  <a16:creationId xmlns:a16="http://schemas.microsoft.com/office/drawing/2014/main" id="{B80C12DB-C1BC-233B-B00B-7B5DD9B821C6}"/>
                </a:ext>
              </a:extLst>
            </p:cNvPr>
            <p:cNvSpPr>
              <a:spLocks/>
            </p:cNvSpPr>
            <p:nvPr/>
          </p:nvSpPr>
          <p:spPr bwMode="auto">
            <a:xfrm>
              <a:off x="2907" y="3788"/>
              <a:ext cx="9" cy="16"/>
            </a:xfrm>
            <a:custGeom>
              <a:avLst/>
              <a:gdLst>
                <a:gd name="T0" fmla="*/ 0 w 36"/>
                <a:gd name="T1" fmla="*/ 0 h 64"/>
                <a:gd name="T2" fmla="*/ 0 w 36"/>
                <a:gd name="T3" fmla="*/ 0 h 64"/>
                <a:gd name="T4" fmla="*/ 0 w 36"/>
                <a:gd name="T5" fmla="*/ 0 h 64"/>
                <a:gd name="T6" fmla="*/ 0 w 36"/>
                <a:gd name="T7" fmla="*/ 0 h 64"/>
                <a:gd name="T8" fmla="*/ 0 w 36"/>
                <a:gd name="T9" fmla="*/ 0 h 64"/>
                <a:gd name="T10" fmla="*/ 0 w 36"/>
                <a:gd name="T11" fmla="*/ 0 h 64"/>
                <a:gd name="T12" fmla="*/ 0 w 36"/>
                <a:gd name="T13" fmla="*/ 0 h 64"/>
                <a:gd name="T14" fmla="*/ 0 w 36"/>
                <a:gd name="T15" fmla="*/ 0 h 64"/>
                <a:gd name="T16" fmla="*/ 0 w 36"/>
                <a:gd name="T17" fmla="*/ 0 h 64"/>
                <a:gd name="T18" fmla="*/ 0 w 36"/>
                <a:gd name="T19" fmla="*/ 0 h 64"/>
                <a:gd name="T20" fmla="*/ 0 w 36"/>
                <a:gd name="T21" fmla="*/ 0 h 64"/>
                <a:gd name="T22" fmla="*/ 0 w 36"/>
                <a:gd name="T23" fmla="*/ 0 h 64"/>
                <a:gd name="T24" fmla="*/ 0 w 36"/>
                <a:gd name="T25" fmla="*/ 0 h 64"/>
                <a:gd name="T26" fmla="*/ 0 w 36"/>
                <a:gd name="T27" fmla="*/ 0 h 64"/>
                <a:gd name="T28" fmla="*/ 0 w 36"/>
                <a:gd name="T29" fmla="*/ 0 h 64"/>
                <a:gd name="T30" fmla="*/ 0 w 36"/>
                <a:gd name="T31" fmla="*/ 0 h 64"/>
                <a:gd name="T32" fmla="*/ 0 w 36"/>
                <a:gd name="T33" fmla="*/ 0 h 64"/>
                <a:gd name="T34" fmla="*/ 0 w 36"/>
                <a:gd name="T35" fmla="*/ 0 h 64"/>
                <a:gd name="T36" fmla="*/ 0 w 36"/>
                <a:gd name="T37" fmla="*/ 0 h 64"/>
                <a:gd name="T38" fmla="*/ 0 w 36"/>
                <a:gd name="T39" fmla="*/ 0 h 64"/>
                <a:gd name="T40" fmla="*/ 0 w 36"/>
                <a:gd name="T41" fmla="*/ 0 h 64"/>
                <a:gd name="T42" fmla="*/ 0 w 36"/>
                <a:gd name="T43" fmla="*/ 0 h 64"/>
                <a:gd name="T44" fmla="*/ 0 w 36"/>
                <a:gd name="T45" fmla="*/ 0 h 64"/>
                <a:gd name="T46" fmla="*/ 0 w 36"/>
                <a:gd name="T47" fmla="*/ 0 h 64"/>
                <a:gd name="T48" fmla="*/ 0 w 36"/>
                <a:gd name="T49" fmla="*/ 0 h 64"/>
                <a:gd name="T50" fmla="*/ 0 w 36"/>
                <a:gd name="T51" fmla="*/ 0 h 64"/>
                <a:gd name="T52" fmla="*/ 0 w 36"/>
                <a:gd name="T53" fmla="*/ 0 h 64"/>
                <a:gd name="T54" fmla="*/ 0 w 36"/>
                <a:gd name="T55" fmla="*/ 0 h 64"/>
                <a:gd name="T56" fmla="*/ 0 w 36"/>
                <a:gd name="T57" fmla="*/ 0 h 6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6" h="64">
                  <a:moveTo>
                    <a:pt x="0" y="30"/>
                  </a:moveTo>
                  <a:lnTo>
                    <a:pt x="0" y="30"/>
                  </a:lnTo>
                  <a:lnTo>
                    <a:pt x="0" y="26"/>
                  </a:lnTo>
                  <a:lnTo>
                    <a:pt x="1" y="16"/>
                  </a:lnTo>
                  <a:lnTo>
                    <a:pt x="8" y="5"/>
                  </a:lnTo>
                  <a:lnTo>
                    <a:pt x="22" y="0"/>
                  </a:lnTo>
                  <a:lnTo>
                    <a:pt x="34" y="1"/>
                  </a:lnTo>
                  <a:lnTo>
                    <a:pt x="36" y="6"/>
                  </a:lnTo>
                  <a:lnTo>
                    <a:pt x="32" y="16"/>
                  </a:lnTo>
                  <a:lnTo>
                    <a:pt x="31" y="26"/>
                  </a:lnTo>
                  <a:lnTo>
                    <a:pt x="31" y="32"/>
                  </a:lnTo>
                  <a:lnTo>
                    <a:pt x="31" y="40"/>
                  </a:lnTo>
                  <a:lnTo>
                    <a:pt x="30" y="48"/>
                  </a:lnTo>
                  <a:lnTo>
                    <a:pt x="28" y="55"/>
                  </a:lnTo>
                  <a:lnTo>
                    <a:pt x="26" y="60"/>
                  </a:lnTo>
                  <a:lnTo>
                    <a:pt x="23" y="64"/>
                  </a:lnTo>
                  <a:lnTo>
                    <a:pt x="18" y="64"/>
                  </a:lnTo>
                  <a:lnTo>
                    <a:pt x="13" y="61"/>
                  </a:lnTo>
                  <a:lnTo>
                    <a:pt x="8" y="55"/>
                  </a:lnTo>
                  <a:lnTo>
                    <a:pt x="4" y="50"/>
                  </a:lnTo>
                  <a:lnTo>
                    <a:pt x="1" y="45"/>
                  </a:lnTo>
                  <a:lnTo>
                    <a:pt x="0" y="40"/>
                  </a:lnTo>
                  <a:lnTo>
                    <a:pt x="0" y="36"/>
                  </a:lnTo>
                  <a:lnTo>
                    <a:pt x="0" y="33"/>
                  </a:lnTo>
                  <a:lnTo>
                    <a:pt x="0" y="31"/>
                  </a:lnTo>
                  <a:lnTo>
                    <a:pt x="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73" name="Freeform 572">
              <a:extLst>
                <a:ext uri="{FF2B5EF4-FFF2-40B4-BE49-F238E27FC236}">
                  <a16:creationId xmlns:a16="http://schemas.microsoft.com/office/drawing/2014/main" id="{F7EB36FA-6813-5501-B599-C41C7DC1B3A1}"/>
                </a:ext>
              </a:extLst>
            </p:cNvPr>
            <p:cNvSpPr>
              <a:spLocks/>
            </p:cNvSpPr>
            <p:nvPr/>
          </p:nvSpPr>
          <p:spPr bwMode="auto">
            <a:xfrm>
              <a:off x="1874" y="1851"/>
              <a:ext cx="756" cy="636"/>
            </a:xfrm>
            <a:custGeom>
              <a:avLst/>
              <a:gdLst>
                <a:gd name="T0" fmla="*/ 0 w 3021"/>
                <a:gd name="T1" fmla="*/ 0 h 2545"/>
                <a:gd name="T2" fmla="*/ 0 w 3021"/>
                <a:gd name="T3" fmla="*/ 0 h 2545"/>
                <a:gd name="T4" fmla="*/ 0 w 3021"/>
                <a:gd name="T5" fmla="*/ 0 h 2545"/>
                <a:gd name="T6" fmla="*/ 0 w 3021"/>
                <a:gd name="T7" fmla="*/ 0 h 2545"/>
                <a:gd name="T8" fmla="*/ 0 w 3021"/>
                <a:gd name="T9" fmla="*/ 0 h 2545"/>
                <a:gd name="T10" fmla="*/ 0 w 3021"/>
                <a:gd name="T11" fmla="*/ 0 h 2545"/>
                <a:gd name="T12" fmla="*/ 0 w 3021"/>
                <a:gd name="T13" fmla="*/ 0 h 2545"/>
                <a:gd name="T14" fmla="*/ 0 w 3021"/>
                <a:gd name="T15" fmla="*/ 0 h 2545"/>
                <a:gd name="T16" fmla="*/ 0 w 3021"/>
                <a:gd name="T17" fmla="*/ 0 h 2545"/>
                <a:gd name="T18" fmla="*/ 0 w 3021"/>
                <a:gd name="T19" fmla="*/ 0 h 2545"/>
                <a:gd name="T20" fmla="*/ 0 w 3021"/>
                <a:gd name="T21" fmla="*/ 0 h 2545"/>
                <a:gd name="T22" fmla="*/ 0 w 3021"/>
                <a:gd name="T23" fmla="*/ 0 h 2545"/>
                <a:gd name="T24" fmla="*/ 0 w 3021"/>
                <a:gd name="T25" fmla="*/ 0 h 2545"/>
                <a:gd name="T26" fmla="*/ 0 w 3021"/>
                <a:gd name="T27" fmla="*/ 0 h 2545"/>
                <a:gd name="T28" fmla="*/ 0 w 3021"/>
                <a:gd name="T29" fmla="*/ 0 h 2545"/>
                <a:gd name="T30" fmla="*/ 0 w 3021"/>
                <a:gd name="T31" fmla="*/ 0 h 2545"/>
                <a:gd name="T32" fmla="*/ 0 w 3021"/>
                <a:gd name="T33" fmla="*/ 0 h 2545"/>
                <a:gd name="T34" fmla="*/ 0 w 3021"/>
                <a:gd name="T35" fmla="*/ 0 h 2545"/>
                <a:gd name="T36" fmla="*/ 0 w 3021"/>
                <a:gd name="T37" fmla="*/ 0 h 2545"/>
                <a:gd name="T38" fmla="*/ 0 w 3021"/>
                <a:gd name="T39" fmla="*/ 0 h 2545"/>
                <a:gd name="T40" fmla="*/ 0 w 3021"/>
                <a:gd name="T41" fmla="*/ 0 h 2545"/>
                <a:gd name="T42" fmla="*/ 0 w 3021"/>
                <a:gd name="T43" fmla="*/ 0 h 2545"/>
                <a:gd name="T44" fmla="*/ 0 w 3021"/>
                <a:gd name="T45" fmla="*/ 0 h 2545"/>
                <a:gd name="T46" fmla="*/ 0 w 3021"/>
                <a:gd name="T47" fmla="*/ 0 h 2545"/>
                <a:gd name="T48" fmla="*/ 0 w 3021"/>
                <a:gd name="T49" fmla="*/ 0 h 2545"/>
                <a:gd name="T50" fmla="*/ 0 w 3021"/>
                <a:gd name="T51" fmla="*/ 0 h 2545"/>
                <a:gd name="T52" fmla="*/ 0 w 3021"/>
                <a:gd name="T53" fmla="*/ 0 h 2545"/>
                <a:gd name="T54" fmla="*/ 0 w 3021"/>
                <a:gd name="T55" fmla="*/ 0 h 2545"/>
                <a:gd name="T56" fmla="*/ 0 w 3021"/>
                <a:gd name="T57" fmla="*/ 0 h 2545"/>
                <a:gd name="T58" fmla="*/ 0 w 3021"/>
                <a:gd name="T59" fmla="*/ 0 h 2545"/>
                <a:gd name="T60" fmla="*/ 0 w 3021"/>
                <a:gd name="T61" fmla="*/ 0 h 2545"/>
                <a:gd name="T62" fmla="*/ 0 w 3021"/>
                <a:gd name="T63" fmla="*/ 0 h 2545"/>
                <a:gd name="T64" fmla="*/ 0 w 3021"/>
                <a:gd name="T65" fmla="*/ 0 h 2545"/>
                <a:gd name="T66" fmla="*/ 0 w 3021"/>
                <a:gd name="T67" fmla="*/ 0 h 2545"/>
                <a:gd name="T68" fmla="*/ 0 w 3021"/>
                <a:gd name="T69" fmla="*/ 0 h 2545"/>
                <a:gd name="T70" fmla="*/ 0 w 3021"/>
                <a:gd name="T71" fmla="*/ 0 h 2545"/>
                <a:gd name="T72" fmla="*/ 0 w 3021"/>
                <a:gd name="T73" fmla="*/ 0 h 2545"/>
                <a:gd name="T74" fmla="*/ 0 w 3021"/>
                <a:gd name="T75" fmla="*/ 0 h 2545"/>
                <a:gd name="T76" fmla="*/ 0 w 3021"/>
                <a:gd name="T77" fmla="*/ 0 h 2545"/>
                <a:gd name="T78" fmla="*/ 0 w 3021"/>
                <a:gd name="T79" fmla="*/ 0 h 2545"/>
                <a:gd name="T80" fmla="*/ 0 w 3021"/>
                <a:gd name="T81" fmla="*/ 0 h 2545"/>
                <a:gd name="T82" fmla="*/ 0 w 3021"/>
                <a:gd name="T83" fmla="*/ 0 h 2545"/>
                <a:gd name="T84" fmla="*/ 0 w 3021"/>
                <a:gd name="T85" fmla="*/ 0 h 2545"/>
                <a:gd name="T86" fmla="*/ 0 w 3021"/>
                <a:gd name="T87" fmla="*/ 0 h 2545"/>
                <a:gd name="T88" fmla="*/ 0 w 3021"/>
                <a:gd name="T89" fmla="*/ 0 h 2545"/>
                <a:gd name="T90" fmla="*/ 0 w 3021"/>
                <a:gd name="T91" fmla="*/ 0 h 2545"/>
                <a:gd name="T92" fmla="*/ 0 w 3021"/>
                <a:gd name="T93" fmla="*/ 0 h 2545"/>
                <a:gd name="T94" fmla="*/ 0 w 3021"/>
                <a:gd name="T95" fmla="*/ 0 h 2545"/>
                <a:gd name="T96" fmla="*/ 0 w 3021"/>
                <a:gd name="T97" fmla="*/ 0 h 2545"/>
                <a:gd name="T98" fmla="*/ 0 w 3021"/>
                <a:gd name="T99" fmla="*/ 0 h 2545"/>
                <a:gd name="T100" fmla="*/ 0 w 3021"/>
                <a:gd name="T101" fmla="*/ 0 h 2545"/>
                <a:gd name="T102" fmla="*/ 0 w 3021"/>
                <a:gd name="T103" fmla="*/ 0 h 2545"/>
                <a:gd name="T104" fmla="*/ 0 w 3021"/>
                <a:gd name="T105" fmla="*/ 0 h 2545"/>
                <a:gd name="T106" fmla="*/ 0 w 3021"/>
                <a:gd name="T107" fmla="*/ 0 h 2545"/>
                <a:gd name="T108" fmla="*/ 0 w 3021"/>
                <a:gd name="T109" fmla="*/ 0 h 2545"/>
                <a:gd name="T110" fmla="*/ 0 w 3021"/>
                <a:gd name="T111" fmla="*/ 0 h 2545"/>
                <a:gd name="T112" fmla="*/ 0 w 3021"/>
                <a:gd name="T113" fmla="*/ 0 h 2545"/>
                <a:gd name="T114" fmla="*/ 0 w 3021"/>
                <a:gd name="T115" fmla="*/ 0 h 2545"/>
                <a:gd name="T116" fmla="*/ 0 w 3021"/>
                <a:gd name="T117" fmla="*/ 0 h 2545"/>
                <a:gd name="T118" fmla="*/ 0 w 3021"/>
                <a:gd name="T119" fmla="*/ 0 h 2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21" h="2545">
                  <a:moveTo>
                    <a:pt x="3001" y="368"/>
                  </a:moveTo>
                  <a:lnTo>
                    <a:pt x="3007" y="388"/>
                  </a:lnTo>
                  <a:lnTo>
                    <a:pt x="3009" y="391"/>
                  </a:lnTo>
                  <a:lnTo>
                    <a:pt x="3012" y="400"/>
                  </a:lnTo>
                  <a:lnTo>
                    <a:pt x="3017" y="413"/>
                  </a:lnTo>
                  <a:lnTo>
                    <a:pt x="3020" y="430"/>
                  </a:lnTo>
                  <a:lnTo>
                    <a:pt x="3021" y="446"/>
                  </a:lnTo>
                  <a:lnTo>
                    <a:pt x="3017" y="462"/>
                  </a:lnTo>
                  <a:lnTo>
                    <a:pt x="3008" y="477"/>
                  </a:lnTo>
                  <a:lnTo>
                    <a:pt x="2991" y="488"/>
                  </a:lnTo>
                  <a:lnTo>
                    <a:pt x="2979" y="492"/>
                  </a:lnTo>
                  <a:lnTo>
                    <a:pt x="2968" y="496"/>
                  </a:lnTo>
                  <a:lnTo>
                    <a:pt x="2956" y="500"/>
                  </a:lnTo>
                  <a:lnTo>
                    <a:pt x="2944" y="503"/>
                  </a:lnTo>
                  <a:lnTo>
                    <a:pt x="2931" y="507"/>
                  </a:lnTo>
                  <a:lnTo>
                    <a:pt x="2918" y="510"/>
                  </a:lnTo>
                  <a:lnTo>
                    <a:pt x="2905" y="513"/>
                  </a:lnTo>
                  <a:lnTo>
                    <a:pt x="2892" y="516"/>
                  </a:lnTo>
                  <a:lnTo>
                    <a:pt x="2878" y="518"/>
                  </a:lnTo>
                  <a:lnTo>
                    <a:pt x="2866" y="522"/>
                  </a:lnTo>
                  <a:lnTo>
                    <a:pt x="2854" y="524"/>
                  </a:lnTo>
                  <a:lnTo>
                    <a:pt x="2843" y="525"/>
                  </a:lnTo>
                  <a:lnTo>
                    <a:pt x="2831" y="526"/>
                  </a:lnTo>
                  <a:lnTo>
                    <a:pt x="2822" y="527"/>
                  </a:lnTo>
                  <a:lnTo>
                    <a:pt x="2813" y="527"/>
                  </a:lnTo>
                  <a:lnTo>
                    <a:pt x="2805" y="527"/>
                  </a:lnTo>
                  <a:lnTo>
                    <a:pt x="2797" y="528"/>
                  </a:lnTo>
                  <a:lnTo>
                    <a:pt x="2789" y="531"/>
                  </a:lnTo>
                  <a:lnTo>
                    <a:pt x="2779" y="537"/>
                  </a:lnTo>
                  <a:lnTo>
                    <a:pt x="2769" y="545"/>
                  </a:lnTo>
                  <a:lnTo>
                    <a:pt x="2758" y="555"/>
                  </a:lnTo>
                  <a:lnTo>
                    <a:pt x="2747" y="566"/>
                  </a:lnTo>
                  <a:lnTo>
                    <a:pt x="2736" y="579"/>
                  </a:lnTo>
                  <a:lnTo>
                    <a:pt x="2723" y="592"/>
                  </a:lnTo>
                  <a:lnTo>
                    <a:pt x="2711" y="606"/>
                  </a:lnTo>
                  <a:lnTo>
                    <a:pt x="2700" y="621"/>
                  </a:lnTo>
                  <a:lnTo>
                    <a:pt x="2688" y="636"/>
                  </a:lnTo>
                  <a:lnTo>
                    <a:pt x="2676" y="650"/>
                  </a:lnTo>
                  <a:lnTo>
                    <a:pt x="2665" y="663"/>
                  </a:lnTo>
                  <a:lnTo>
                    <a:pt x="2655" y="677"/>
                  </a:lnTo>
                  <a:lnTo>
                    <a:pt x="2645" y="688"/>
                  </a:lnTo>
                  <a:lnTo>
                    <a:pt x="2636" y="698"/>
                  </a:lnTo>
                  <a:lnTo>
                    <a:pt x="2625" y="707"/>
                  </a:lnTo>
                  <a:lnTo>
                    <a:pt x="2614" y="718"/>
                  </a:lnTo>
                  <a:lnTo>
                    <a:pt x="2601" y="730"/>
                  </a:lnTo>
                  <a:lnTo>
                    <a:pt x="2587" y="742"/>
                  </a:lnTo>
                  <a:lnTo>
                    <a:pt x="2571" y="754"/>
                  </a:lnTo>
                  <a:lnTo>
                    <a:pt x="2557" y="766"/>
                  </a:lnTo>
                  <a:lnTo>
                    <a:pt x="2542" y="779"/>
                  </a:lnTo>
                  <a:lnTo>
                    <a:pt x="2526" y="791"/>
                  </a:lnTo>
                  <a:lnTo>
                    <a:pt x="2512" y="803"/>
                  </a:lnTo>
                  <a:lnTo>
                    <a:pt x="2499" y="813"/>
                  </a:lnTo>
                  <a:lnTo>
                    <a:pt x="2487" y="824"/>
                  </a:lnTo>
                  <a:lnTo>
                    <a:pt x="2475" y="832"/>
                  </a:lnTo>
                  <a:lnTo>
                    <a:pt x="2466" y="839"/>
                  </a:lnTo>
                  <a:lnTo>
                    <a:pt x="2460" y="845"/>
                  </a:lnTo>
                  <a:lnTo>
                    <a:pt x="2455" y="848"/>
                  </a:lnTo>
                  <a:lnTo>
                    <a:pt x="2454" y="849"/>
                  </a:lnTo>
                  <a:lnTo>
                    <a:pt x="2450" y="851"/>
                  </a:lnTo>
                  <a:lnTo>
                    <a:pt x="2440" y="856"/>
                  </a:lnTo>
                  <a:lnTo>
                    <a:pt x="2424" y="864"/>
                  </a:lnTo>
                  <a:lnTo>
                    <a:pt x="2407" y="875"/>
                  </a:lnTo>
                  <a:lnTo>
                    <a:pt x="2390" y="887"/>
                  </a:lnTo>
                  <a:lnTo>
                    <a:pt x="2374" y="899"/>
                  </a:lnTo>
                  <a:lnTo>
                    <a:pt x="2364" y="912"/>
                  </a:lnTo>
                  <a:lnTo>
                    <a:pt x="2360" y="925"/>
                  </a:lnTo>
                  <a:lnTo>
                    <a:pt x="2360" y="938"/>
                  </a:lnTo>
                  <a:lnTo>
                    <a:pt x="2360" y="950"/>
                  </a:lnTo>
                  <a:lnTo>
                    <a:pt x="2359" y="963"/>
                  </a:lnTo>
                  <a:lnTo>
                    <a:pt x="2358" y="977"/>
                  </a:lnTo>
                  <a:lnTo>
                    <a:pt x="2356" y="989"/>
                  </a:lnTo>
                  <a:lnTo>
                    <a:pt x="2352" y="1002"/>
                  </a:lnTo>
                  <a:lnTo>
                    <a:pt x="2348" y="1014"/>
                  </a:lnTo>
                  <a:lnTo>
                    <a:pt x="2342" y="1027"/>
                  </a:lnTo>
                  <a:lnTo>
                    <a:pt x="2334" y="1039"/>
                  </a:lnTo>
                  <a:lnTo>
                    <a:pt x="2329" y="1051"/>
                  </a:lnTo>
                  <a:lnTo>
                    <a:pt x="2326" y="1063"/>
                  </a:lnTo>
                  <a:lnTo>
                    <a:pt x="2324" y="1077"/>
                  </a:lnTo>
                  <a:lnTo>
                    <a:pt x="2323" y="1090"/>
                  </a:lnTo>
                  <a:lnTo>
                    <a:pt x="2323" y="1103"/>
                  </a:lnTo>
                  <a:lnTo>
                    <a:pt x="2324" y="1117"/>
                  </a:lnTo>
                  <a:lnTo>
                    <a:pt x="2327" y="1131"/>
                  </a:lnTo>
                  <a:lnTo>
                    <a:pt x="2331" y="1144"/>
                  </a:lnTo>
                  <a:lnTo>
                    <a:pt x="2338" y="1158"/>
                  </a:lnTo>
                  <a:lnTo>
                    <a:pt x="2344" y="1172"/>
                  </a:lnTo>
                  <a:lnTo>
                    <a:pt x="2350" y="1188"/>
                  </a:lnTo>
                  <a:lnTo>
                    <a:pt x="2354" y="1205"/>
                  </a:lnTo>
                  <a:lnTo>
                    <a:pt x="2354" y="1223"/>
                  </a:lnTo>
                  <a:lnTo>
                    <a:pt x="2351" y="1244"/>
                  </a:lnTo>
                  <a:lnTo>
                    <a:pt x="2342" y="1267"/>
                  </a:lnTo>
                  <a:lnTo>
                    <a:pt x="2331" y="1289"/>
                  </a:lnTo>
                  <a:lnTo>
                    <a:pt x="2327" y="1306"/>
                  </a:lnTo>
                  <a:lnTo>
                    <a:pt x="2327" y="1320"/>
                  </a:lnTo>
                  <a:lnTo>
                    <a:pt x="2331" y="1330"/>
                  </a:lnTo>
                  <a:lnTo>
                    <a:pt x="2337" y="1338"/>
                  </a:lnTo>
                  <a:lnTo>
                    <a:pt x="2344" y="1344"/>
                  </a:lnTo>
                  <a:lnTo>
                    <a:pt x="2351" y="1349"/>
                  </a:lnTo>
                  <a:lnTo>
                    <a:pt x="2356" y="1353"/>
                  </a:lnTo>
                  <a:lnTo>
                    <a:pt x="2362" y="1357"/>
                  </a:lnTo>
                  <a:lnTo>
                    <a:pt x="2372" y="1360"/>
                  </a:lnTo>
                  <a:lnTo>
                    <a:pt x="2384" y="1365"/>
                  </a:lnTo>
                  <a:lnTo>
                    <a:pt x="2397" y="1371"/>
                  </a:lnTo>
                  <a:lnTo>
                    <a:pt x="2407" y="1380"/>
                  </a:lnTo>
                  <a:lnTo>
                    <a:pt x="2414" y="1391"/>
                  </a:lnTo>
                  <a:lnTo>
                    <a:pt x="2416" y="1405"/>
                  </a:lnTo>
                  <a:lnTo>
                    <a:pt x="2411" y="1424"/>
                  </a:lnTo>
                  <a:lnTo>
                    <a:pt x="2401" y="1446"/>
                  </a:lnTo>
                  <a:lnTo>
                    <a:pt x="2390" y="1468"/>
                  </a:lnTo>
                  <a:lnTo>
                    <a:pt x="2378" y="1490"/>
                  </a:lnTo>
                  <a:lnTo>
                    <a:pt x="2368" y="1509"/>
                  </a:lnTo>
                  <a:lnTo>
                    <a:pt x="2360" y="1528"/>
                  </a:lnTo>
                  <a:lnTo>
                    <a:pt x="2357" y="1544"/>
                  </a:lnTo>
                  <a:lnTo>
                    <a:pt x="2358" y="1556"/>
                  </a:lnTo>
                  <a:lnTo>
                    <a:pt x="2366" y="1565"/>
                  </a:lnTo>
                  <a:lnTo>
                    <a:pt x="2375" y="1572"/>
                  </a:lnTo>
                  <a:lnTo>
                    <a:pt x="2382" y="1578"/>
                  </a:lnTo>
                  <a:lnTo>
                    <a:pt x="2387" y="1582"/>
                  </a:lnTo>
                  <a:lnTo>
                    <a:pt x="2388" y="1584"/>
                  </a:lnTo>
                  <a:lnTo>
                    <a:pt x="2389" y="1586"/>
                  </a:lnTo>
                  <a:lnTo>
                    <a:pt x="2388" y="1587"/>
                  </a:lnTo>
                  <a:lnTo>
                    <a:pt x="2387" y="1588"/>
                  </a:lnTo>
                  <a:lnTo>
                    <a:pt x="2382" y="1590"/>
                  </a:lnTo>
                  <a:lnTo>
                    <a:pt x="2372" y="1597"/>
                  </a:lnTo>
                  <a:lnTo>
                    <a:pt x="2358" y="1607"/>
                  </a:lnTo>
                  <a:lnTo>
                    <a:pt x="2342" y="1618"/>
                  </a:lnTo>
                  <a:lnTo>
                    <a:pt x="2325" y="1631"/>
                  </a:lnTo>
                  <a:lnTo>
                    <a:pt x="2310" y="1643"/>
                  </a:lnTo>
                  <a:lnTo>
                    <a:pt x="2299" y="1653"/>
                  </a:lnTo>
                  <a:lnTo>
                    <a:pt x="2293" y="1661"/>
                  </a:lnTo>
                  <a:lnTo>
                    <a:pt x="2290" y="1669"/>
                  </a:lnTo>
                  <a:lnTo>
                    <a:pt x="2284" y="1681"/>
                  </a:lnTo>
                  <a:lnTo>
                    <a:pt x="2276" y="1696"/>
                  </a:lnTo>
                  <a:lnTo>
                    <a:pt x="2268" y="1713"/>
                  </a:lnTo>
                  <a:lnTo>
                    <a:pt x="2259" y="1734"/>
                  </a:lnTo>
                  <a:lnTo>
                    <a:pt x="2250" y="1756"/>
                  </a:lnTo>
                  <a:lnTo>
                    <a:pt x="2242" y="1780"/>
                  </a:lnTo>
                  <a:lnTo>
                    <a:pt x="2235" y="1804"/>
                  </a:lnTo>
                  <a:lnTo>
                    <a:pt x="2229" y="1827"/>
                  </a:lnTo>
                  <a:lnTo>
                    <a:pt x="2220" y="1846"/>
                  </a:lnTo>
                  <a:lnTo>
                    <a:pt x="2209" y="1861"/>
                  </a:lnTo>
                  <a:lnTo>
                    <a:pt x="2196" y="1873"/>
                  </a:lnTo>
                  <a:lnTo>
                    <a:pt x="2181" y="1883"/>
                  </a:lnTo>
                  <a:lnTo>
                    <a:pt x="2165" y="1891"/>
                  </a:lnTo>
                  <a:lnTo>
                    <a:pt x="2147" y="1898"/>
                  </a:lnTo>
                  <a:lnTo>
                    <a:pt x="2127" y="1904"/>
                  </a:lnTo>
                  <a:lnTo>
                    <a:pt x="2117" y="1907"/>
                  </a:lnTo>
                  <a:lnTo>
                    <a:pt x="2107" y="1909"/>
                  </a:lnTo>
                  <a:lnTo>
                    <a:pt x="2097" y="1910"/>
                  </a:lnTo>
                  <a:lnTo>
                    <a:pt x="2085" y="1912"/>
                  </a:lnTo>
                  <a:lnTo>
                    <a:pt x="2075" y="1914"/>
                  </a:lnTo>
                  <a:lnTo>
                    <a:pt x="2064" y="1915"/>
                  </a:lnTo>
                  <a:lnTo>
                    <a:pt x="2053" y="1917"/>
                  </a:lnTo>
                  <a:lnTo>
                    <a:pt x="2043" y="1920"/>
                  </a:lnTo>
                  <a:lnTo>
                    <a:pt x="2031" y="1923"/>
                  </a:lnTo>
                  <a:lnTo>
                    <a:pt x="2020" y="1928"/>
                  </a:lnTo>
                  <a:lnTo>
                    <a:pt x="2010" y="1934"/>
                  </a:lnTo>
                  <a:lnTo>
                    <a:pt x="2000" y="1941"/>
                  </a:lnTo>
                  <a:lnTo>
                    <a:pt x="1990" y="1949"/>
                  </a:lnTo>
                  <a:lnTo>
                    <a:pt x="1979" y="1959"/>
                  </a:lnTo>
                  <a:lnTo>
                    <a:pt x="1969" y="1971"/>
                  </a:lnTo>
                  <a:lnTo>
                    <a:pt x="1960" y="1986"/>
                  </a:lnTo>
                  <a:lnTo>
                    <a:pt x="1943" y="2010"/>
                  </a:lnTo>
                  <a:lnTo>
                    <a:pt x="1927" y="2026"/>
                  </a:lnTo>
                  <a:lnTo>
                    <a:pt x="1912" y="2035"/>
                  </a:lnTo>
                  <a:lnTo>
                    <a:pt x="1898" y="2038"/>
                  </a:lnTo>
                  <a:lnTo>
                    <a:pt x="1882" y="2040"/>
                  </a:lnTo>
                  <a:lnTo>
                    <a:pt x="1867" y="2041"/>
                  </a:lnTo>
                  <a:lnTo>
                    <a:pt x="1851" y="2046"/>
                  </a:lnTo>
                  <a:lnTo>
                    <a:pt x="1833" y="2055"/>
                  </a:lnTo>
                  <a:lnTo>
                    <a:pt x="1815" y="2070"/>
                  </a:lnTo>
                  <a:lnTo>
                    <a:pt x="1797" y="2090"/>
                  </a:lnTo>
                  <a:lnTo>
                    <a:pt x="1778" y="2110"/>
                  </a:lnTo>
                  <a:lnTo>
                    <a:pt x="1761" y="2131"/>
                  </a:lnTo>
                  <a:lnTo>
                    <a:pt x="1745" y="2151"/>
                  </a:lnTo>
                  <a:lnTo>
                    <a:pt x="1730" y="2168"/>
                  </a:lnTo>
                  <a:lnTo>
                    <a:pt x="1719" y="2183"/>
                  </a:lnTo>
                  <a:lnTo>
                    <a:pt x="1711" y="2192"/>
                  </a:lnTo>
                  <a:lnTo>
                    <a:pt x="1702" y="2200"/>
                  </a:lnTo>
                  <a:lnTo>
                    <a:pt x="1686" y="2211"/>
                  </a:lnTo>
                  <a:lnTo>
                    <a:pt x="1669" y="2222"/>
                  </a:lnTo>
                  <a:lnTo>
                    <a:pt x="1650" y="2235"/>
                  </a:lnTo>
                  <a:lnTo>
                    <a:pt x="1631" y="2246"/>
                  </a:lnTo>
                  <a:lnTo>
                    <a:pt x="1616" y="2255"/>
                  </a:lnTo>
                  <a:lnTo>
                    <a:pt x="1605" y="2261"/>
                  </a:lnTo>
                  <a:lnTo>
                    <a:pt x="1601" y="2263"/>
                  </a:lnTo>
                  <a:lnTo>
                    <a:pt x="1599" y="2262"/>
                  </a:lnTo>
                  <a:lnTo>
                    <a:pt x="1594" y="2261"/>
                  </a:lnTo>
                  <a:lnTo>
                    <a:pt x="1585" y="2258"/>
                  </a:lnTo>
                  <a:lnTo>
                    <a:pt x="1576" y="2254"/>
                  </a:lnTo>
                  <a:lnTo>
                    <a:pt x="1565" y="2249"/>
                  </a:lnTo>
                  <a:lnTo>
                    <a:pt x="1554" y="2244"/>
                  </a:lnTo>
                  <a:lnTo>
                    <a:pt x="1542" y="2237"/>
                  </a:lnTo>
                  <a:lnTo>
                    <a:pt x="1531" y="2228"/>
                  </a:lnTo>
                  <a:lnTo>
                    <a:pt x="1522" y="2222"/>
                  </a:lnTo>
                  <a:lnTo>
                    <a:pt x="1514" y="2220"/>
                  </a:lnTo>
                  <a:lnTo>
                    <a:pt x="1506" y="2222"/>
                  </a:lnTo>
                  <a:lnTo>
                    <a:pt x="1498" y="2227"/>
                  </a:lnTo>
                  <a:lnTo>
                    <a:pt x="1491" y="2235"/>
                  </a:lnTo>
                  <a:lnTo>
                    <a:pt x="1483" y="2243"/>
                  </a:lnTo>
                  <a:lnTo>
                    <a:pt x="1476" y="2252"/>
                  </a:lnTo>
                  <a:lnTo>
                    <a:pt x="1470" y="2261"/>
                  </a:lnTo>
                  <a:lnTo>
                    <a:pt x="1459" y="2271"/>
                  </a:lnTo>
                  <a:lnTo>
                    <a:pt x="1441" y="2283"/>
                  </a:lnTo>
                  <a:lnTo>
                    <a:pt x="1418" y="2295"/>
                  </a:lnTo>
                  <a:lnTo>
                    <a:pt x="1392" y="2307"/>
                  </a:lnTo>
                  <a:lnTo>
                    <a:pt x="1366" y="2319"/>
                  </a:lnTo>
                  <a:lnTo>
                    <a:pt x="1343" y="2330"/>
                  </a:lnTo>
                  <a:lnTo>
                    <a:pt x="1325" y="2342"/>
                  </a:lnTo>
                  <a:lnTo>
                    <a:pt x="1315" y="2351"/>
                  </a:lnTo>
                  <a:lnTo>
                    <a:pt x="1312" y="2355"/>
                  </a:lnTo>
                  <a:lnTo>
                    <a:pt x="1309" y="2360"/>
                  </a:lnTo>
                  <a:lnTo>
                    <a:pt x="1305" y="2366"/>
                  </a:lnTo>
                  <a:lnTo>
                    <a:pt x="1301" y="2372"/>
                  </a:lnTo>
                  <a:lnTo>
                    <a:pt x="1295" y="2378"/>
                  </a:lnTo>
                  <a:lnTo>
                    <a:pt x="1287" y="2385"/>
                  </a:lnTo>
                  <a:lnTo>
                    <a:pt x="1280" y="2392"/>
                  </a:lnTo>
                  <a:lnTo>
                    <a:pt x="1271" y="2398"/>
                  </a:lnTo>
                  <a:lnTo>
                    <a:pt x="1261" y="2405"/>
                  </a:lnTo>
                  <a:lnTo>
                    <a:pt x="1250" y="2411"/>
                  </a:lnTo>
                  <a:lnTo>
                    <a:pt x="1236" y="2418"/>
                  </a:lnTo>
                  <a:lnTo>
                    <a:pt x="1222" y="2423"/>
                  </a:lnTo>
                  <a:lnTo>
                    <a:pt x="1206" y="2429"/>
                  </a:lnTo>
                  <a:lnTo>
                    <a:pt x="1188" y="2435"/>
                  </a:lnTo>
                  <a:lnTo>
                    <a:pt x="1169" y="2439"/>
                  </a:lnTo>
                  <a:lnTo>
                    <a:pt x="1148" y="2443"/>
                  </a:lnTo>
                  <a:lnTo>
                    <a:pt x="1130" y="2446"/>
                  </a:lnTo>
                  <a:lnTo>
                    <a:pt x="1114" y="2451"/>
                  </a:lnTo>
                  <a:lnTo>
                    <a:pt x="1100" y="2456"/>
                  </a:lnTo>
                  <a:lnTo>
                    <a:pt x="1085" y="2461"/>
                  </a:lnTo>
                  <a:lnTo>
                    <a:pt x="1073" y="2467"/>
                  </a:lnTo>
                  <a:lnTo>
                    <a:pt x="1061" y="2474"/>
                  </a:lnTo>
                  <a:lnTo>
                    <a:pt x="1050" y="2481"/>
                  </a:lnTo>
                  <a:lnTo>
                    <a:pt x="1039" y="2490"/>
                  </a:lnTo>
                  <a:lnTo>
                    <a:pt x="1033" y="2491"/>
                  </a:lnTo>
                  <a:lnTo>
                    <a:pt x="1030" y="2491"/>
                  </a:lnTo>
                  <a:lnTo>
                    <a:pt x="1027" y="2490"/>
                  </a:lnTo>
                  <a:lnTo>
                    <a:pt x="1027" y="2487"/>
                  </a:lnTo>
                  <a:lnTo>
                    <a:pt x="1029" y="2483"/>
                  </a:lnTo>
                  <a:lnTo>
                    <a:pt x="1032" y="2475"/>
                  </a:lnTo>
                  <a:lnTo>
                    <a:pt x="1038" y="2467"/>
                  </a:lnTo>
                  <a:lnTo>
                    <a:pt x="1047" y="2457"/>
                  </a:lnTo>
                  <a:lnTo>
                    <a:pt x="1058" y="2444"/>
                  </a:lnTo>
                  <a:lnTo>
                    <a:pt x="1069" y="2431"/>
                  </a:lnTo>
                  <a:lnTo>
                    <a:pt x="1079" y="2422"/>
                  </a:lnTo>
                  <a:lnTo>
                    <a:pt x="1087" y="2414"/>
                  </a:lnTo>
                  <a:lnTo>
                    <a:pt x="1096" y="2408"/>
                  </a:lnTo>
                  <a:lnTo>
                    <a:pt x="1101" y="2404"/>
                  </a:lnTo>
                  <a:lnTo>
                    <a:pt x="1105" y="2402"/>
                  </a:lnTo>
                  <a:lnTo>
                    <a:pt x="1106" y="2401"/>
                  </a:lnTo>
                  <a:lnTo>
                    <a:pt x="1103" y="2402"/>
                  </a:lnTo>
                  <a:lnTo>
                    <a:pt x="1097" y="2405"/>
                  </a:lnTo>
                  <a:lnTo>
                    <a:pt x="1086" y="2409"/>
                  </a:lnTo>
                  <a:lnTo>
                    <a:pt x="1074" y="2415"/>
                  </a:lnTo>
                  <a:lnTo>
                    <a:pt x="1061" y="2421"/>
                  </a:lnTo>
                  <a:lnTo>
                    <a:pt x="1050" y="2428"/>
                  </a:lnTo>
                  <a:lnTo>
                    <a:pt x="1039" y="2437"/>
                  </a:lnTo>
                  <a:lnTo>
                    <a:pt x="1032" y="2444"/>
                  </a:lnTo>
                  <a:lnTo>
                    <a:pt x="1026" y="2451"/>
                  </a:lnTo>
                  <a:lnTo>
                    <a:pt x="1017" y="2459"/>
                  </a:lnTo>
                  <a:lnTo>
                    <a:pt x="1007" y="2466"/>
                  </a:lnTo>
                  <a:lnTo>
                    <a:pt x="996" y="2473"/>
                  </a:lnTo>
                  <a:lnTo>
                    <a:pt x="983" y="2479"/>
                  </a:lnTo>
                  <a:lnTo>
                    <a:pt x="972" y="2485"/>
                  </a:lnTo>
                  <a:lnTo>
                    <a:pt x="962" y="2488"/>
                  </a:lnTo>
                  <a:lnTo>
                    <a:pt x="954" y="2489"/>
                  </a:lnTo>
                  <a:lnTo>
                    <a:pt x="947" y="2489"/>
                  </a:lnTo>
                  <a:lnTo>
                    <a:pt x="941" y="2490"/>
                  </a:lnTo>
                  <a:lnTo>
                    <a:pt x="934" y="2492"/>
                  </a:lnTo>
                  <a:lnTo>
                    <a:pt x="929" y="2494"/>
                  </a:lnTo>
                  <a:lnTo>
                    <a:pt x="925" y="2498"/>
                  </a:lnTo>
                  <a:lnTo>
                    <a:pt x="921" y="2502"/>
                  </a:lnTo>
                  <a:lnTo>
                    <a:pt x="918" y="2509"/>
                  </a:lnTo>
                  <a:lnTo>
                    <a:pt x="915" y="2516"/>
                  </a:lnTo>
                  <a:lnTo>
                    <a:pt x="912" y="2524"/>
                  </a:lnTo>
                  <a:lnTo>
                    <a:pt x="908" y="2531"/>
                  </a:lnTo>
                  <a:lnTo>
                    <a:pt x="903" y="2538"/>
                  </a:lnTo>
                  <a:lnTo>
                    <a:pt x="897" y="2543"/>
                  </a:lnTo>
                  <a:lnTo>
                    <a:pt x="888" y="2545"/>
                  </a:lnTo>
                  <a:lnTo>
                    <a:pt x="879" y="2545"/>
                  </a:lnTo>
                  <a:lnTo>
                    <a:pt x="868" y="2543"/>
                  </a:lnTo>
                  <a:lnTo>
                    <a:pt x="856" y="2537"/>
                  </a:lnTo>
                  <a:lnTo>
                    <a:pt x="845" y="2528"/>
                  </a:lnTo>
                  <a:lnTo>
                    <a:pt x="836" y="2520"/>
                  </a:lnTo>
                  <a:lnTo>
                    <a:pt x="831" y="2511"/>
                  </a:lnTo>
                  <a:lnTo>
                    <a:pt x="828" y="2503"/>
                  </a:lnTo>
                  <a:lnTo>
                    <a:pt x="828" y="2496"/>
                  </a:lnTo>
                  <a:lnTo>
                    <a:pt x="829" y="2490"/>
                  </a:lnTo>
                  <a:lnTo>
                    <a:pt x="832" y="2485"/>
                  </a:lnTo>
                  <a:lnTo>
                    <a:pt x="836" y="2483"/>
                  </a:lnTo>
                  <a:lnTo>
                    <a:pt x="837" y="2481"/>
                  </a:lnTo>
                  <a:lnTo>
                    <a:pt x="831" y="2480"/>
                  </a:lnTo>
                  <a:lnTo>
                    <a:pt x="822" y="2479"/>
                  </a:lnTo>
                  <a:lnTo>
                    <a:pt x="810" y="2480"/>
                  </a:lnTo>
                  <a:lnTo>
                    <a:pt x="796" y="2481"/>
                  </a:lnTo>
                  <a:lnTo>
                    <a:pt x="783" y="2485"/>
                  </a:lnTo>
                  <a:lnTo>
                    <a:pt x="773" y="2490"/>
                  </a:lnTo>
                  <a:lnTo>
                    <a:pt x="767" y="2497"/>
                  </a:lnTo>
                  <a:lnTo>
                    <a:pt x="764" y="2503"/>
                  </a:lnTo>
                  <a:lnTo>
                    <a:pt x="761" y="2505"/>
                  </a:lnTo>
                  <a:lnTo>
                    <a:pt x="758" y="2505"/>
                  </a:lnTo>
                  <a:lnTo>
                    <a:pt x="755" y="2502"/>
                  </a:lnTo>
                  <a:lnTo>
                    <a:pt x="751" y="2499"/>
                  </a:lnTo>
                  <a:lnTo>
                    <a:pt x="746" y="2495"/>
                  </a:lnTo>
                  <a:lnTo>
                    <a:pt x="740" y="2491"/>
                  </a:lnTo>
                  <a:lnTo>
                    <a:pt x="733" y="2489"/>
                  </a:lnTo>
                  <a:lnTo>
                    <a:pt x="724" y="2485"/>
                  </a:lnTo>
                  <a:lnTo>
                    <a:pt x="711" y="2475"/>
                  </a:lnTo>
                  <a:lnTo>
                    <a:pt x="696" y="2464"/>
                  </a:lnTo>
                  <a:lnTo>
                    <a:pt x="679" y="2452"/>
                  </a:lnTo>
                  <a:lnTo>
                    <a:pt x="663" y="2441"/>
                  </a:lnTo>
                  <a:lnTo>
                    <a:pt x="648" y="2431"/>
                  </a:lnTo>
                  <a:lnTo>
                    <a:pt x="634" y="2427"/>
                  </a:lnTo>
                  <a:lnTo>
                    <a:pt x="624" y="2429"/>
                  </a:lnTo>
                  <a:lnTo>
                    <a:pt x="615" y="2435"/>
                  </a:lnTo>
                  <a:lnTo>
                    <a:pt x="606" y="2437"/>
                  </a:lnTo>
                  <a:lnTo>
                    <a:pt x="596" y="2438"/>
                  </a:lnTo>
                  <a:lnTo>
                    <a:pt x="585" y="2436"/>
                  </a:lnTo>
                  <a:lnTo>
                    <a:pt x="576" y="2433"/>
                  </a:lnTo>
                  <a:lnTo>
                    <a:pt x="568" y="2427"/>
                  </a:lnTo>
                  <a:lnTo>
                    <a:pt x="562" y="2420"/>
                  </a:lnTo>
                  <a:lnTo>
                    <a:pt x="557" y="2412"/>
                  </a:lnTo>
                  <a:lnTo>
                    <a:pt x="552" y="2401"/>
                  </a:lnTo>
                  <a:lnTo>
                    <a:pt x="543" y="2387"/>
                  </a:lnTo>
                  <a:lnTo>
                    <a:pt x="530" y="2372"/>
                  </a:lnTo>
                  <a:lnTo>
                    <a:pt x="518" y="2357"/>
                  </a:lnTo>
                  <a:lnTo>
                    <a:pt x="504" y="2345"/>
                  </a:lnTo>
                  <a:lnTo>
                    <a:pt x="490" y="2335"/>
                  </a:lnTo>
                  <a:lnTo>
                    <a:pt x="479" y="2330"/>
                  </a:lnTo>
                  <a:lnTo>
                    <a:pt x="470" y="2334"/>
                  </a:lnTo>
                  <a:lnTo>
                    <a:pt x="462" y="2339"/>
                  </a:lnTo>
                  <a:lnTo>
                    <a:pt x="453" y="2340"/>
                  </a:lnTo>
                  <a:lnTo>
                    <a:pt x="443" y="2339"/>
                  </a:lnTo>
                  <a:lnTo>
                    <a:pt x="433" y="2336"/>
                  </a:lnTo>
                  <a:lnTo>
                    <a:pt x="424" y="2330"/>
                  </a:lnTo>
                  <a:lnTo>
                    <a:pt x="417" y="2324"/>
                  </a:lnTo>
                  <a:lnTo>
                    <a:pt x="413" y="2316"/>
                  </a:lnTo>
                  <a:lnTo>
                    <a:pt x="411" y="2308"/>
                  </a:lnTo>
                  <a:lnTo>
                    <a:pt x="409" y="2303"/>
                  </a:lnTo>
                  <a:lnTo>
                    <a:pt x="404" y="2304"/>
                  </a:lnTo>
                  <a:lnTo>
                    <a:pt x="397" y="2310"/>
                  </a:lnTo>
                  <a:lnTo>
                    <a:pt x="389" y="2320"/>
                  </a:lnTo>
                  <a:lnTo>
                    <a:pt x="381" y="2333"/>
                  </a:lnTo>
                  <a:lnTo>
                    <a:pt x="376" y="2346"/>
                  </a:lnTo>
                  <a:lnTo>
                    <a:pt x="373" y="2358"/>
                  </a:lnTo>
                  <a:lnTo>
                    <a:pt x="374" y="2370"/>
                  </a:lnTo>
                  <a:lnTo>
                    <a:pt x="376" y="2379"/>
                  </a:lnTo>
                  <a:lnTo>
                    <a:pt x="376" y="2386"/>
                  </a:lnTo>
                  <a:lnTo>
                    <a:pt x="373" y="2390"/>
                  </a:lnTo>
                  <a:lnTo>
                    <a:pt x="369" y="2392"/>
                  </a:lnTo>
                  <a:lnTo>
                    <a:pt x="363" y="2393"/>
                  </a:lnTo>
                  <a:lnTo>
                    <a:pt x="356" y="2393"/>
                  </a:lnTo>
                  <a:lnTo>
                    <a:pt x="348" y="2393"/>
                  </a:lnTo>
                  <a:lnTo>
                    <a:pt x="338" y="2393"/>
                  </a:lnTo>
                  <a:lnTo>
                    <a:pt x="330" y="2395"/>
                  </a:lnTo>
                  <a:lnTo>
                    <a:pt x="325" y="2399"/>
                  </a:lnTo>
                  <a:lnTo>
                    <a:pt x="322" y="2405"/>
                  </a:lnTo>
                  <a:lnTo>
                    <a:pt x="319" y="2412"/>
                  </a:lnTo>
                  <a:lnTo>
                    <a:pt x="316" y="2419"/>
                  </a:lnTo>
                  <a:lnTo>
                    <a:pt x="311" y="2425"/>
                  </a:lnTo>
                  <a:lnTo>
                    <a:pt x="304" y="2428"/>
                  </a:lnTo>
                  <a:lnTo>
                    <a:pt x="294" y="2429"/>
                  </a:lnTo>
                  <a:lnTo>
                    <a:pt x="286" y="2430"/>
                  </a:lnTo>
                  <a:lnTo>
                    <a:pt x="282" y="2435"/>
                  </a:lnTo>
                  <a:lnTo>
                    <a:pt x="278" y="2439"/>
                  </a:lnTo>
                  <a:lnTo>
                    <a:pt x="276" y="2442"/>
                  </a:lnTo>
                  <a:lnTo>
                    <a:pt x="274" y="2442"/>
                  </a:lnTo>
                  <a:lnTo>
                    <a:pt x="272" y="2438"/>
                  </a:lnTo>
                  <a:lnTo>
                    <a:pt x="270" y="2426"/>
                  </a:lnTo>
                  <a:lnTo>
                    <a:pt x="268" y="2407"/>
                  </a:lnTo>
                  <a:lnTo>
                    <a:pt x="267" y="2397"/>
                  </a:lnTo>
                  <a:lnTo>
                    <a:pt x="267" y="2385"/>
                  </a:lnTo>
                  <a:lnTo>
                    <a:pt x="267" y="2373"/>
                  </a:lnTo>
                  <a:lnTo>
                    <a:pt x="267" y="2361"/>
                  </a:lnTo>
                  <a:lnTo>
                    <a:pt x="266" y="2350"/>
                  </a:lnTo>
                  <a:lnTo>
                    <a:pt x="263" y="2341"/>
                  </a:lnTo>
                  <a:lnTo>
                    <a:pt x="259" y="2335"/>
                  </a:lnTo>
                  <a:lnTo>
                    <a:pt x="252" y="2330"/>
                  </a:lnTo>
                  <a:lnTo>
                    <a:pt x="237" y="2324"/>
                  </a:lnTo>
                  <a:lnTo>
                    <a:pt x="229" y="2316"/>
                  </a:lnTo>
                  <a:lnTo>
                    <a:pt x="224" y="2309"/>
                  </a:lnTo>
                  <a:lnTo>
                    <a:pt x="223" y="2306"/>
                  </a:lnTo>
                  <a:lnTo>
                    <a:pt x="243" y="2284"/>
                  </a:lnTo>
                  <a:lnTo>
                    <a:pt x="223" y="2239"/>
                  </a:lnTo>
                  <a:lnTo>
                    <a:pt x="222" y="2238"/>
                  </a:lnTo>
                  <a:lnTo>
                    <a:pt x="220" y="2234"/>
                  </a:lnTo>
                  <a:lnTo>
                    <a:pt x="217" y="2228"/>
                  </a:lnTo>
                  <a:lnTo>
                    <a:pt x="211" y="2223"/>
                  </a:lnTo>
                  <a:lnTo>
                    <a:pt x="204" y="2218"/>
                  </a:lnTo>
                  <a:lnTo>
                    <a:pt x="195" y="2213"/>
                  </a:lnTo>
                  <a:lnTo>
                    <a:pt x="183" y="2210"/>
                  </a:lnTo>
                  <a:lnTo>
                    <a:pt x="170" y="2210"/>
                  </a:lnTo>
                  <a:lnTo>
                    <a:pt x="158" y="2209"/>
                  </a:lnTo>
                  <a:lnTo>
                    <a:pt x="148" y="2206"/>
                  </a:lnTo>
                  <a:lnTo>
                    <a:pt x="140" y="2201"/>
                  </a:lnTo>
                  <a:lnTo>
                    <a:pt x="133" y="2196"/>
                  </a:lnTo>
                  <a:lnTo>
                    <a:pt x="126" y="2192"/>
                  </a:lnTo>
                  <a:lnTo>
                    <a:pt x="119" y="2189"/>
                  </a:lnTo>
                  <a:lnTo>
                    <a:pt x="108" y="2189"/>
                  </a:lnTo>
                  <a:lnTo>
                    <a:pt x="95" y="2193"/>
                  </a:lnTo>
                  <a:lnTo>
                    <a:pt x="82" y="2197"/>
                  </a:lnTo>
                  <a:lnTo>
                    <a:pt x="77" y="2196"/>
                  </a:lnTo>
                  <a:lnTo>
                    <a:pt x="76" y="2191"/>
                  </a:lnTo>
                  <a:lnTo>
                    <a:pt x="78" y="2184"/>
                  </a:lnTo>
                  <a:lnTo>
                    <a:pt x="82" y="2175"/>
                  </a:lnTo>
                  <a:lnTo>
                    <a:pt x="85" y="2167"/>
                  </a:lnTo>
                  <a:lnTo>
                    <a:pt x="86" y="2159"/>
                  </a:lnTo>
                  <a:lnTo>
                    <a:pt x="83" y="2154"/>
                  </a:lnTo>
                  <a:lnTo>
                    <a:pt x="77" y="2150"/>
                  </a:lnTo>
                  <a:lnTo>
                    <a:pt x="70" y="2147"/>
                  </a:lnTo>
                  <a:lnTo>
                    <a:pt x="62" y="2144"/>
                  </a:lnTo>
                  <a:lnTo>
                    <a:pt x="54" y="2141"/>
                  </a:lnTo>
                  <a:lnTo>
                    <a:pt x="45" y="2139"/>
                  </a:lnTo>
                  <a:lnTo>
                    <a:pt x="37" y="2138"/>
                  </a:lnTo>
                  <a:lnTo>
                    <a:pt x="30" y="2136"/>
                  </a:lnTo>
                  <a:lnTo>
                    <a:pt x="24" y="2135"/>
                  </a:lnTo>
                  <a:lnTo>
                    <a:pt x="15" y="2129"/>
                  </a:lnTo>
                  <a:lnTo>
                    <a:pt x="7" y="2120"/>
                  </a:lnTo>
                  <a:lnTo>
                    <a:pt x="2" y="2112"/>
                  </a:lnTo>
                  <a:lnTo>
                    <a:pt x="0" y="2109"/>
                  </a:lnTo>
                  <a:lnTo>
                    <a:pt x="1" y="2108"/>
                  </a:lnTo>
                  <a:lnTo>
                    <a:pt x="3" y="2106"/>
                  </a:lnTo>
                  <a:lnTo>
                    <a:pt x="6" y="2102"/>
                  </a:lnTo>
                  <a:lnTo>
                    <a:pt x="9" y="2098"/>
                  </a:lnTo>
                  <a:lnTo>
                    <a:pt x="12" y="2093"/>
                  </a:lnTo>
                  <a:lnTo>
                    <a:pt x="15" y="2087"/>
                  </a:lnTo>
                  <a:lnTo>
                    <a:pt x="16" y="2081"/>
                  </a:lnTo>
                  <a:lnTo>
                    <a:pt x="16" y="2075"/>
                  </a:lnTo>
                  <a:lnTo>
                    <a:pt x="15" y="2069"/>
                  </a:lnTo>
                  <a:lnTo>
                    <a:pt x="16" y="2063"/>
                  </a:lnTo>
                  <a:lnTo>
                    <a:pt x="17" y="2057"/>
                  </a:lnTo>
                  <a:lnTo>
                    <a:pt x="19" y="2050"/>
                  </a:lnTo>
                  <a:lnTo>
                    <a:pt x="21" y="2045"/>
                  </a:lnTo>
                  <a:lnTo>
                    <a:pt x="22" y="2040"/>
                  </a:lnTo>
                  <a:lnTo>
                    <a:pt x="24" y="2037"/>
                  </a:lnTo>
                  <a:lnTo>
                    <a:pt x="24" y="2036"/>
                  </a:lnTo>
                  <a:lnTo>
                    <a:pt x="25" y="2034"/>
                  </a:lnTo>
                  <a:lnTo>
                    <a:pt x="27" y="2029"/>
                  </a:lnTo>
                  <a:lnTo>
                    <a:pt x="29" y="2022"/>
                  </a:lnTo>
                  <a:lnTo>
                    <a:pt x="32" y="2014"/>
                  </a:lnTo>
                  <a:lnTo>
                    <a:pt x="35" y="2005"/>
                  </a:lnTo>
                  <a:lnTo>
                    <a:pt x="37" y="1995"/>
                  </a:lnTo>
                  <a:lnTo>
                    <a:pt x="38" y="1986"/>
                  </a:lnTo>
                  <a:lnTo>
                    <a:pt x="38" y="1976"/>
                  </a:lnTo>
                  <a:lnTo>
                    <a:pt x="40" y="1968"/>
                  </a:lnTo>
                  <a:lnTo>
                    <a:pt x="47" y="1962"/>
                  </a:lnTo>
                  <a:lnTo>
                    <a:pt x="57" y="1955"/>
                  </a:lnTo>
                  <a:lnTo>
                    <a:pt x="68" y="1949"/>
                  </a:lnTo>
                  <a:lnTo>
                    <a:pt x="80" y="1942"/>
                  </a:lnTo>
                  <a:lnTo>
                    <a:pt x="90" y="1934"/>
                  </a:lnTo>
                  <a:lnTo>
                    <a:pt x="99" y="1923"/>
                  </a:lnTo>
                  <a:lnTo>
                    <a:pt x="103" y="1912"/>
                  </a:lnTo>
                  <a:lnTo>
                    <a:pt x="103" y="1901"/>
                  </a:lnTo>
                  <a:lnTo>
                    <a:pt x="101" y="1894"/>
                  </a:lnTo>
                  <a:lnTo>
                    <a:pt x="97" y="1888"/>
                  </a:lnTo>
                  <a:lnTo>
                    <a:pt x="94" y="1883"/>
                  </a:lnTo>
                  <a:lnTo>
                    <a:pt x="93" y="1877"/>
                  </a:lnTo>
                  <a:lnTo>
                    <a:pt x="93" y="1869"/>
                  </a:lnTo>
                  <a:lnTo>
                    <a:pt x="97" y="1859"/>
                  </a:lnTo>
                  <a:lnTo>
                    <a:pt x="106" y="1845"/>
                  </a:lnTo>
                  <a:lnTo>
                    <a:pt x="115" y="1830"/>
                  </a:lnTo>
                  <a:lnTo>
                    <a:pt x="120" y="1815"/>
                  </a:lnTo>
                  <a:lnTo>
                    <a:pt x="124" y="1803"/>
                  </a:lnTo>
                  <a:lnTo>
                    <a:pt x="127" y="1793"/>
                  </a:lnTo>
                  <a:lnTo>
                    <a:pt x="131" y="1783"/>
                  </a:lnTo>
                  <a:lnTo>
                    <a:pt x="139" y="1773"/>
                  </a:lnTo>
                  <a:lnTo>
                    <a:pt x="152" y="1764"/>
                  </a:lnTo>
                  <a:lnTo>
                    <a:pt x="170" y="1755"/>
                  </a:lnTo>
                  <a:lnTo>
                    <a:pt x="190" y="1746"/>
                  </a:lnTo>
                  <a:lnTo>
                    <a:pt x="206" y="1737"/>
                  </a:lnTo>
                  <a:lnTo>
                    <a:pt x="219" y="1729"/>
                  </a:lnTo>
                  <a:lnTo>
                    <a:pt x="230" y="1720"/>
                  </a:lnTo>
                  <a:lnTo>
                    <a:pt x="239" y="1712"/>
                  </a:lnTo>
                  <a:lnTo>
                    <a:pt x="248" y="1704"/>
                  </a:lnTo>
                  <a:lnTo>
                    <a:pt x="256" y="1697"/>
                  </a:lnTo>
                  <a:lnTo>
                    <a:pt x="265" y="1690"/>
                  </a:lnTo>
                  <a:lnTo>
                    <a:pt x="276" y="1683"/>
                  </a:lnTo>
                  <a:lnTo>
                    <a:pt x="289" y="1676"/>
                  </a:lnTo>
                  <a:lnTo>
                    <a:pt x="304" y="1671"/>
                  </a:lnTo>
                  <a:lnTo>
                    <a:pt x="319" y="1665"/>
                  </a:lnTo>
                  <a:lnTo>
                    <a:pt x="333" y="1659"/>
                  </a:lnTo>
                  <a:lnTo>
                    <a:pt x="347" y="1651"/>
                  </a:lnTo>
                  <a:lnTo>
                    <a:pt x="358" y="1643"/>
                  </a:lnTo>
                  <a:lnTo>
                    <a:pt x="366" y="1632"/>
                  </a:lnTo>
                  <a:lnTo>
                    <a:pt x="373" y="1620"/>
                  </a:lnTo>
                  <a:lnTo>
                    <a:pt x="380" y="1609"/>
                  </a:lnTo>
                  <a:lnTo>
                    <a:pt x="388" y="1600"/>
                  </a:lnTo>
                  <a:lnTo>
                    <a:pt x="398" y="1592"/>
                  </a:lnTo>
                  <a:lnTo>
                    <a:pt x="406" y="1585"/>
                  </a:lnTo>
                  <a:lnTo>
                    <a:pt x="415" y="1580"/>
                  </a:lnTo>
                  <a:lnTo>
                    <a:pt x="423" y="1576"/>
                  </a:lnTo>
                  <a:lnTo>
                    <a:pt x="430" y="1574"/>
                  </a:lnTo>
                  <a:lnTo>
                    <a:pt x="438" y="1572"/>
                  </a:lnTo>
                  <a:lnTo>
                    <a:pt x="450" y="1567"/>
                  </a:lnTo>
                  <a:lnTo>
                    <a:pt x="463" y="1560"/>
                  </a:lnTo>
                  <a:lnTo>
                    <a:pt x="477" y="1552"/>
                  </a:lnTo>
                  <a:lnTo>
                    <a:pt x="493" y="1543"/>
                  </a:lnTo>
                  <a:lnTo>
                    <a:pt x="509" y="1536"/>
                  </a:lnTo>
                  <a:lnTo>
                    <a:pt x="524" y="1529"/>
                  </a:lnTo>
                  <a:lnTo>
                    <a:pt x="539" y="1524"/>
                  </a:lnTo>
                  <a:lnTo>
                    <a:pt x="554" y="1520"/>
                  </a:lnTo>
                  <a:lnTo>
                    <a:pt x="566" y="1514"/>
                  </a:lnTo>
                  <a:lnTo>
                    <a:pt x="577" y="1507"/>
                  </a:lnTo>
                  <a:lnTo>
                    <a:pt x="586" y="1499"/>
                  </a:lnTo>
                  <a:lnTo>
                    <a:pt x="594" y="1492"/>
                  </a:lnTo>
                  <a:lnTo>
                    <a:pt x="600" y="1486"/>
                  </a:lnTo>
                  <a:lnTo>
                    <a:pt x="603" y="1482"/>
                  </a:lnTo>
                  <a:lnTo>
                    <a:pt x="604" y="1480"/>
                  </a:lnTo>
                  <a:lnTo>
                    <a:pt x="605" y="1480"/>
                  </a:lnTo>
                  <a:lnTo>
                    <a:pt x="609" y="1479"/>
                  </a:lnTo>
                  <a:lnTo>
                    <a:pt x="614" y="1478"/>
                  </a:lnTo>
                  <a:lnTo>
                    <a:pt x="621" y="1473"/>
                  </a:lnTo>
                  <a:lnTo>
                    <a:pt x="628" y="1467"/>
                  </a:lnTo>
                  <a:lnTo>
                    <a:pt x="635" y="1457"/>
                  </a:lnTo>
                  <a:lnTo>
                    <a:pt x="642" y="1444"/>
                  </a:lnTo>
                  <a:lnTo>
                    <a:pt x="647" y="1425"/>
                  </a:lnTo>
                  <a:lnTo>
                    <a:pt x="653" y="1407"/>
                  </a:lnTo>
                  <a:lnTo>
                    <a:pt x="662" y="1392"/>
                  </a:lnTo>
                  <a:lnTo>
                    <a:pt x="674" y="1382"/>
                  </a:lnTo>
                  <a:lnTo>
                    <a:pt x="687" y="1373"/>
                  </a:lnTo>
                  <a:lnTo>
                    <a:pt x="702" y="1367"/>
                  </a:lnTo>
                  <a:lnTo>
                    <a:pt x="717" y="1363"/>
                  </a:lnTo>
                  <a:lnTo>
                    <a:pt x="731" y="1359"/>
                  </a:lnTo>
                  <a:lnTo>
                    <a:pt x="745" y="1356"/>
                  </a:lnTo>
                  <a:lnTo>
                    <a:pt x="757" y="1353"/>
                  </a:lnTo>
                  <a:lnTo>
                    <a:pt x="768" y="1351"/>
                  </a:lnTo>
                  <a:lnTo>
                    <a:pt x="779" y="1349"/>
                  </a:lnTo>
                  <a:lnTo>
                    <a:pt x="788" y="1347"/>
                  </a:lnTo>
                  <a:lnTo>
                    <a:pt x="798" y="1345"/>
                  </a:lnTo>
                  <a:lnTo>
                    <a:pt x="805" y="1342"/>
                  </a:lnTo>
                  <a:lnTo>
                    <a:pt x="810" y="1339"/>
                  </a:lnTo>
                  <a:lnTo>
                    <a:pt x="814" y="1334"/>
                  </a:lnTo>
                  <a:lnTo>
                    <a:pt x="819" y="1329"/>
                  </a:lnTo>
                  <a:lnTo>
                    <a:pt x="826" y="1324"/>
                  </a:lnTo>
                  <a:lnTo>
                    <a:pt x="835" y="1321"/>
                  </a:lnTo>
                  <a:lnTo>
                    <a:pt x="846" y="1318"/>
                  </a:lnTo>
                  <a:lnTo>
                    <a:pt x="856" y="1315"/>
                  </a:lnTo>
                  <a:lnTo>
                    <a:pt x="866" y="1312"/>
                  </a:lnTo>
                  <a:lnTo>
                    <a:pt x="874" y="1309"/>
                  </a:lnTo>
                  <a:lnTo>
                    <a:pt x="881" y="1305"/>
                  </a:lnTo>
                  <a:lnTo>
                    <a:pt x="888" y="1301"/>
                  </a:lnTo>
                  <a:lnTo>
                    <a:pt x="901" y="1297"/>
                  </a:lnTo>
                  <a:lnTo>
                    <a:pt x="914" y="1294"/>
                  </a:lnTo>
                  <a:lnTo>
                    <a:pt x="930" y="1291"/>
                  </a:lnTo>
                  <a:lnTo>
                    <a:pt x="947" y="1289"/>
                  </a:lnTo>
                  <a:lnTo>
                    <a:pt x="962" y="1288"/>
                  </a:lnTo>
                  <a:lnTo>
                    <a:pt x="976" y="1287"/>
                  </a:lnTo>
                  <a:lnTo>
                    <a:pt x="987" y="1288"/>
                  </a:lnTo>
                  <a:lnTo>
                    <a:pt x="996" y="1287"/>
                  </a:lnTo>
                  <a:lnTo>
                    <a:pt x="1002" y="1284"/>
                  </a:lnTo>
                  <a:lnTo>
                    <a:pt x="1006" y="1277"/>
                  </a:lnTo>
                  <a:lnTo>
                    <a:pt x="1010" y="1268"/>
                  </a:lnTo>
                  <a:lnTo>
                    <a:pt x="1013" y="1258"/>
                  </a:lnTo>
                  <a:lnTo>
                    <a:pt x="1017" y="1247"/>
                  </a:lnTo>
                  <a:lnTo>
                    <a:pt x="1022" y="1235"/>
                  </a:lnTo>
                  <a:lnTo>
                    <a:pt x="1029" y="1223"/>
                  </a:lnTo>
                  <a:lnTo>
                    <a:pt x="1039" y="1212"/>
                  </a:lnTo>
                  <a:lnTo>
                    <a:pt x="1051" y="1202"/>
                  </a:lnTo>
                  <a:lnTo>
                    <a:pt x="1064" y="1193"/>
                  </a:lnTo>
                  <a:lnTo>
                    <a:pt x="1078" y="1185"/>
                  </a:lnTo>
                  <a:lnTo>
                    <a:pt x="1093" y="1179"/>
                  </a:lnTo>
                  <a:lnTo>
                    <a:pt x="1106" y="1173"/>
                  </a:lnTo>
                  <a:lnTo>
                    <a:pt x="1118" y="1169"/>
                  </a:lnTo>
                  <a:lnTo>
                    <a:pt x="1128" y="1167"/>
                  </a:lnTo>
                  <a:lnTo>
                    <a:pt x="1137" y="1165"/>
                  </a:lnTo>
                  <a:lnTo>
                    <a:pt x="1149" y="1161"/>
                  </a:lnTo>
                  <a:lnTo>
                    <a:pt x="1159" y="1155"/>
                  </a:lnTo>
                  <a:lnTo>
                    <a:pt x="1168" y="1149"/>
                  </a:lnTo>
                  <a:lnTo>
                    <a:pt x="1176" y="1142"/>
                  </a:lnTo>
                  <a:lnTo>
                    <a:pt x="1183" y="1135"/>
                  </a:lnTo>
                  <a:lnTo>
                    <a:pt x="1187" y="1129"/>
                  </a:lnTo>
                  <a:lnTo>
                    <a:pt x="1190" y="1122"/>
                  </a:lnTo>
                  <a:lnTo>
                    <a:pt x="1190" y="1116"/>
                  </a:lnTo>
                  <a:lnTo>
                    <a:pt x="1188" y="1107"/>
                  </a:lnTo>
                  <a:lnTo>
                    <a:pt x="1188" y="1097"/>
                  </a:lnTo>
                  <a:lnTo>
                    <a:pt x="1190" y="1086"/>
                  </a:lnTo>
                  <a:lnTo>
                    <a:pt x="1192" y="1075"/>
                  </a:lnTo>
                  <a:lnTo>
                    <a:pt x="1195" y="1063"/>
                  </a:lnTo>
                  <a:lnTo>
                    <a:pt x="1201" y="1053"/>
                  </a:lnTo>
                  <a:lnTo>
                    <a:pt x="1209" y="1044"/>
                  </a:lnTo>
                  <a:lnTo>
                    <a:pt x="1217" y="1038"/>
                  </a:lnTo>
                  <a:lnTo>
                    <a:pt x="1223" y="1036"/>
                  </a:lnTo>
                  <a:lnTo>
                    <a:pt x="1228" y="1036"/>
                  </a:lnTo>
                  <a:lnTo>
                    <a:pt x="1235" y="1038"/>
                  </a:lnTo>
                  <a:lnTo>
                    <a:pt x="1244" y="1041"/>
                  </a:lnTo>
                  <a:lnTo>
                    <a:pt x="1257" y="1043"/>
                  </a:lnTo>
                  <a:lnTo>
                    <a:pt x="1274" y="1043"/>
                  </a:lnTo>
                  <a:lnTo>
                    <a:pt x="1299" y="1041"/>
                  </a:lnTo>
                  <a:lnTo>
                    <a:pt x="1313" y="1039"/>
                  </a:lnTo>
                  <a:lnTo>
                    <a:pt x="1327" y="1037"/>
                  </a:lnTo>
                  <a:lnTo>
                    <a:pt x="1343" y="1035"/>
                  </a:lnTo>
                  <a:lnTo>
                    <a:pt x="1357" y="1033"/>
                  </a:lnTo>
                  <a:lnTo>
                    <a:pt x="1371" y="1030"/>
                  </a:lnTo>
                  <a:lnTo>
                    <a:pt x="1384" y="1028"/>
                  </a:lnTo>
                  <a:lnTo>
                    <a:pt x="1399" y="1025"/>
                  </a:lnTo>
                  <a:lnTo>
                    <a:pt x="1411" y="1022"/>
                  </a:lnTo>
                  <a:lnTo>
                    <a:pt x="1423" y="1019"/>
                  </a:lnTo>
                  <a:lnTo>
                    <a:pt x="1434" y="1016"/>
                  </a:lnTo>
                  <a:lnTo>
                    <a:pt x="1445" y="1013"/>
                  </a:lnTo>
                  <a:lnTo>
                    <a:pt x="1454" y="1009"/>
                  </a:lnTo>
                  <a:lnTo>
                    <a:pt x="1461" y="1006"/>
                  </a:lnTo>
                  <a:lnTo>
                    <a:pt x="1467" y="1002"/>
                  </a:lnTo>
                  <a:lnTo>
                    <a:pt x="1472" y="998"/>
                  </a:lnTo>
                  <a:lnTo>
                    <a:pt x="1475" y="993"/>
                  </a:lnTo>
                  <a:lnTo>
                    <a:pt x="1483" y="982"/>
                  </a:lnTo>
                  <a:lnTo>
                    <a:pt x="1497" y="966"/>
                  </a:lnTo>
                  <a:lnTo>
                    <a:pt x="1514" y="950"/>
                  </a:lnTo>
                  <a:lnTo>
                    <a:pt x="1533" y="933"/>
                  </a:lnTo>
                  <a:lnTo>
                    <a:pt x="1554" y="915"/>
                  </a:lnTo>
                  <a:lnTo>
                    <a:pt x="1573" y="899"/>
                  </a:lnTo>
                  <a:lnTo>
                    <a:pt x="1590" y="885"/>
                  </a:lnTo>
                  <a:lnTo>
                    <a:pt x="1601" y="875"/>
                  </a:lnTo>
                  <a:lnTo>
                    <a:pt x="1610" y="863"/>
                  </a:lnTo>
                  <a:lnTo>
                    <a:pt x="1621" y="846"/>
                  </a:lnTo>
                  <a:lnTo>
                    <a:pt x="1632" y="827"/>
                  </a:lnTo>
                  <a:lnTo>
                    <a:pt x="1645" y="805"/>
                  </a:lnTo>
                  <a:lnTo>
                    <a:pt x="1657" y="785"/>
                  </a:lnTo>
                  <a:lnTo>
                    <a:pt x="1669" y="766"/>
                  </a:lnTo>
                  <a:lnTo>
                    <a:pt x="1680" y="753"/>
                  </a:lnTo>
                  <a:lnTo>
                    <a:pt x="1691" y="746"/>
                  </a:lnTo>
                  <a:lnTo>
                    <a:pt x="1699" y="742"/>
                  </a:lnTo>
                  <a:lnTo>
                    <a:pt x="1705" y="736"/>
                  </a:lnTo>
                  <a:lnTo>
                    <a:pt x="1710" y="729"/>
                  </a:lnTo>
                  <a:lnTo>
                    <a:pt x="1714" y="720"/>
                  </a:lnTo>
                  <a:lnTo>
                    <a:pt x="1719" y="712"/>
                  </a:lnTo>
                  <a:lnTo>
                    <a:pt x="1726" y="704"/>
                  </a:lnTo>
                  <a:lnTo>
                    <a:pt x="1736" y="698"/>
                  </a:lnTo>
                  <a:lnTo>
                    <a:pt x="1750" y="692"/>
                  </a:lnTo>
                  <a:lnTo>
                    <a:pt x="1764" y="687"/>
                  </a:lnTo>
                  <a:lnTo>
                    <a:pt x="1774" y="681"/>
                  </a:lnTo>
                  <a:lnTo>
                    <a:pt x="1781" y="675"/>
                  </a:lnTo>
                  <a:lnTo>
                    <a:pt x="1786" y="668"/>
                  </a:lnTo>
                  <a:lnTo>
                    <a:pt x="1790" y="662"/>
                  </a:lnTo>
                  <a:lnTo>
                    <a:pt x="1791" y="656"/>
                  </a:lnTo>
                  <a:lnTo>
                    <a:pt x="1792" y="650"/>
                  </a:lnTo>
                  <a:lnTo>
                    <a:pt x="1792" y="645"/>
                  </a:lnTo>
                  <a:lnTo>
                    <a:pt x="1792" y="640"/>
                  </a:lnTo>
                  <a:lnTo>
                    <a:pt x="1791" y="636"/>
                  </a:lnTo>
                  <a:lnTo>
                    <a:pt x="1791" y="632"/>
                  </a:lnTo>
                  <a:lnTo>
                    <a:pt x="1792" y="627"/>
                  </a:lnTo>
                  <a:lnTo>
                    <a:pt x="1795" y="623"/>
                  </a:lnTo>
                  <a:lnTo>
                    <a:pt x="1801" y="617"/>
                  </a:lnTo>
                  <a:lnTo>
                    <a:pt x="1811" y="612"/>
                  </a:lnTo>
                  <a:lnTo>
                    <a:pt x="1825" y="605"/>
                  </a:lnTo>
                  <a:lnTo>
                    <a:pt x="1841" y="596"/>
                  </a:lnTo>
                  <a:lnTo>
                    <a:pt x="1852" y="582"/>
                  </a:lnTo>
                  <a:lnTo>
                    <a:pt x="1861" y="566"/>
                  </a:lnTo>
                  <a:lnTo>
                    <a:pt x="1868" y="550"/>
                  </a:lnTo>
                  <a:lnTo>
                    <a:pt x="1874" y="534"/>
                  </a:lnTo>
                  <a:lnTo>
                    <a:pt x="1880" y="519"/>
                  </a:lnTo>
                  <a:lnTo>
                    <a:pt x="1888" y="509"/>
                  </a:lnTo>
                  <a:lnTo>
                    <a:pt x="1895" y="504"/>
                  </a:lnTo>
                  <a:lnTo>
                    <a:pt x="1903" y="500"/>
                  </a:lnTo>
                  <a:lnTo>
                    <a:pt x="1911" y="494"/>
                  </a:lnTo>
                  <a:lnTo>
                    <a:pt x="1919" y="486"/>
                  </a:lnTo>
                  <a:lnTo>
                    <a:pt x="1927" y="477"/>
                  </a:lnTo>
                  <a:lnTo>
                    <a:pt x="1934" y="466"/>
                  </a:lnTo>
                  <a:lnTo>
                    <a:pt x="1940" y="456"/>
                  </a:lnTo>
                  <a:lnTo>
                    <a:pt x="1945" y="447"/>
                  </a:lnTo>
                  <a:lnTo>
                    <a:pt x="1949" y="439"/>
                  </a:lnTo>
                  <a:lnTo>
                    <a:pt x="1952" y="431"/>
                  </a:lnTo>
                  <a:lnTo>
                    <a:pt x="1956" y="420"/>
                  </a:lnTo>
                  <a:lnTo>
                    <a:pt x="1960" y="409"/>
                  </a:lnTo>
                  <a:lnTo>
                    <a:pt x="1964" y="397"/>
                  </a:lnTo>
                  <a:lnTo>
                    <a:pt x="1968" y="385"/>
                  </a:lnTo>
                  <a:lnTo>
                    <a:pt x="1970" y="374"/>
                  </a:lnTo>
                  <a:lnTo>
                    <a:pt x="1972" y="363"/>
                  </a:lnTo>
                  <a:lnTo>
                    <a:pt x="1973" y="355"/>
                  </a:lnTo>
                  <a:lnTo>
                    <a:pt x="1972" y="347"/>
                  </a:lnTo>
                  <a:lnTo>
                    <a:pt x="1969" y="337"/>
                  </a:lnTo>
                  <a:lnTo>
                    <a:pt x="1966" y="327"/>
                  </a:lnTo>
                  <a:lnTo>
                    <a:pt x="1963" y="315"/>
                  </a:lnTo>
                  <a:lnTo>
                    <a:pt x="1962" y="305"/>
                  </a:lnTo>
                  <a:lnTo>
                    <a:pt x="1965" y="295"/>
                  </a:lnTo>
                  <a:lnTo>
                    <a:pt x="1971" y="287"/>
                  </a:lnTo>
                  <a:lnTo>
                    <a:pt x="1982" y="282"/>
                  </a:lnTo>
                  <a:lnTo>
                    <a:pt x="1996" y="277"/>
                  </a:lnTo>
                  <a:lnTo>
                    <a:pt x="2006" y="272"/>
                  </a:lnTo>
                  <a:lnTo>
                    <a:pt x="2014" y="265"/>
                  </a:lnTo>
                  <a:lnTo>
                    <a:pt x="2019" y="257"/>
                  </a:lnTo>
                  <a:lnTo>
                    <a:pt x="2023" y="249"/>
                  </a:lnTo>
                  <a:lnTo>
                    <a:pt x="2024" y="241"/>
                  </a:lnTo>
                  <a:lnTo>
                    <a:pt x="2023" y="231"/>
                  </a:lnTo>
                  <a:lnTo>
                    <a:pt x="2021" y="221"/>
                  </a:lnTo>
                  <a:lnTo>
                    <a:pt x="2018" y="209"/>
                  </a:lnTo>
                  <a:lnTo>
                    <a:pt x="2015" y="197"/>
                  </a:lnTo>
                  <a:lnTo>
                    <a:pt x="2012" y="185"/>
                  </a:lnTo>
                  <a:lnTo>
                    <a:pt x="2012" y="173"/>
                  </a:lnTo>
                  <a:lnTo>
                    <a:pt x="2014" y="161"/>
                  </a:lnTo>
                  <a:lnTo>
                    <a:pt x="2020" y="151"/>
                  </a:lnTo>
                  <a:lnTo>
                    <a:pt x="2031" y="142"/>
                  </a:lnTo>
                  <a:lnTo>
                    <a:pt x="2047" y="136"/>
                  </a:lnTo>
                  <a:lnTo>
                    <a:pt x="2064" y="130"/>
                  </a:lnTo>
                  <a:lnTo>
                    <a:pt x="2079" y="122"/>
                  </a:lnTo>
                  <a:lnTo>
                    <a:pt x="2093" y="113"/>
                  </a:lnTo>
                  <a:lnTo>
                    <a:pt x="2103" y="105"/>
                  </a:lnTo>
                  <a:lnTo>
                    <a:pt x="2112" y="97"/>
                  </a:lnTo>
                  <a:lnTo>
                    <a:pt x="2117" y="91"/>
                  </a:lnTo>
                  <a:lnTo>
                    <a:pt x="2121" y="87"/>
                  </a:lnTo>
                  <a:lnTo>
                    <a:pt x="2122" y="85"/>
                  </a:lnTo>
                  <a:lnTo>
                    <a:pt x="2122" y="83"/>
                  </a:lnTo>
                  <a:lnTo>
                    <a:pt x="2121" y="78"/>
                  </a:lnTo>
                  <a:lnTo>
                    <a:pt x="2120" y="70"/>
                  </a:lnTo>
                  <a:lnTo>
                    <a:pt x="2121" y="60"/>
                  </a:lnTo>
                  <a:lnTo>
                    <a:pt x="2123" y="52"/>
                  </a:lnTo>
                  <a:lnTo>
                    <a:pt x="2128" y="44"/>
                  </a:lnTo>
                  <a:lnTo>
                    <a:pt x="2138" y="39"/>
                  </a:lnTo>
                  <a:lnTo>
                    <a:pt x="2150" y="38"/>
                  </a:lnTo>
                  <a:lnTo>
                    <a:pt x="2163" y="38"/>
                  </a:lnTo>
                  <a:lnTo>
                    <a:pt x="2172" y="37"/>
                  </a:lnTo>
                  <a:lnTo>
                    <a:pt x="2179" y="35"/>
                  </a:lnTo>
                  <a:lnTo>
                    <a:pt x="2187" y="33"/>
                  </a:lnTo>
                  <a:lnTo>
                    <a:pt x="2195" y="31"/>
                  </a:lnTo>
                  <a:lnTo>
                    <a:pt x="2205" y="32"/>
                  </a:lnTo>
                  <a:lnTo>
                    <a:pt x="2220" y="33"/>
                  </a:lnTo>
                  <a:lnTo>
                    <a:pt x="2240" y="38"/>
                  </a:lnTo>
                  <a:lnTo>
                    <a:pt x="2258" y="41"/>
                  </a:lnTo>
                  <a:lnTo>
                    <a:pt x="2268" y="37"/>
                  </a:lnTo>
                  <a:lnTo>
                    <a:pt x="2273" y="31"/>
                  </a:lnTo>
                  <a:lnTo>
                    <a:pt x="2276" y="22"/>
                  </a:lnTo>
                  <a:lnTo>
                    <a:pt x="2278" y="12"/>
                  </a:lnTo>
                  <a:lnTo>
                    <a:pt x="2283" y="5"/>
                  </a:lnTo>
                  <a:lnTo>
                    <a:pt x="2293" y="1"/>
                  </a:lnTo>
                  <a:lnTo>
                    <a:pt x="2310" y="3"/>
                  </a:lnTo>
                  <a:lnTo>
                    <a:pt x="2329" y="6"/>
                  </a:lnTo>
                  <a:lnTo>
                    <a:pt x="2345" y="5"/>
                  </a:lnTo>
                  <a:lnTo>
                    <a:pt x="2357" y="3"/>
                  </a:lnTo>
                  <a:lnTo>
                    <a:pt x="2367" y="0"/>
                  </a:lnTo>
                  <a:lnTo>
                    <a:pt x="2374" y="0"/>
                  </a:lnTo>
                  <a:lnTo>
                    <a:pt x="2381" y="2"/>
                  </a:lnTo>
                  <a:lnTo>
                    <a:pt x="2389" y="11"/>
                  </a:lnTo>
                  <a:lnTo>
                    <a:pt x="2397" y="27"/>
                  </a:lnTo>
                  <a:lnTo>
                    <a:pt x="2402" y="37"/>
                  </a:lnTo>
                  <a:lnTo>
                    <a:pt x="2407" y="49"/>
                  </a:lnTo>
                  <a:lnTo>
                    <a:pt x="2413" y="61"/>
                  </a:lnTo>
                  <a:lnTo>
                    <a:pt x="2420" y="75"/>
                  </a:lnTo>
                  <a:lnTo>
                    <a:pt x="2428" y="88"/>
                  </a:lnTo>
                  <a:lnTo>
                    <a:pt x="2437" y="101"/>
                  </a:lnTo>
                  <a:lnTo>
                    <a:pt x="2445" y="114"/>
                  </a:lnTo>
                  <a:lnTo>
                    <a:pt x="2453" y="128"/>
                  </a:lnTo>
                  <a:lnTo>
                    <a:pt x="2461" y="141"/>
                  </a:lnTo>
                  <a:lnTo>
                    <a:pt x="2469" y="153"/>
                  </a:lnTo>
                  <a:lnTo>
                    <a:pt x="2477" y="164"/>
                  </a:lnTo>
                  <a:lnTo>
                    <a:pt x="2486" y="174"/>
                  </a:lnTo>
                  <a:lnTo>
                    <a:pt x="2493" y="183"/>
                  </a:lnTo>
                  <a:lnTo>
                    <a:pt x="2500" y="190"/>
                  </a:lnTo>
                  <a:lnTo>
                    <a:pt x="2506" y="195"/>
                  </a:lnTo>
                  <a:lnTo>
                    <a:pt x="2511" y="198"/>
                  </a:lnTo>
                  <a:lnTo>
                    <a:pt x="2522" y="204"/>
                  </a:lnTo>
                  <a:lnTo>
                    <a:pt x="2538" y="214"/>
                  </a:lnTo>
                  <a:lnTo>
                    <a:pt x="2555" y="227"/>
                  </a:lnTo>
                  <a:lnTo>
                    <a:pt x="2573" y="242"/>
                  </a:lnTo>
                  <a:lnTo>
                    <a:pt x="2591" y="258"/>
                  </a:lnTo>
                  <a:lnTo>
                    <a:pt x="2608" y="275"/>
                  </a:lnTo>
                  <a:lnTo>
                    <a:pt x="2623" y="292"/>
                  </a:lnTo>
                  <a:lnTo>
                    <a:pt x="2634" y="307"/>
                  </a:lnTo>
                  <a:lnTo>
                    <a:pt x="2640" y="314"/>
                  </a:lnTo>
                  <a:lnTo>
                    <a:pt x="2647" y="321"/>
                  </a:lnTo>
                  <a:lnTo>
                    <a:pt x="2654" y="326"/>
                  </a:lnTo>
                  <a:lnTo>
                    <a:pt x="2662" y="330"/>
                  </a:lnTo>
                  <a:lnTo>
                    <a:pt x="2671" y="333"/>
                  </a:lnTo>
                  <a:lnTo>
                    <a:pt x="2681" y="336"/>
                  </a:lnTo>
                  <a:lnTo>
                    <a:pt x="2692" y="338"/>
                  </a:lnTo>
                  <a:lnTo>
                    <a:pt x="2704" y="339"/>
                  </a:lnTo>
                  <a:lnTo>
                    <a:pt x="2715" y="341"/>
                  </a:lnTo>
                  <a:lnTo>
                    <a:pt x="2727" y="342"/>
                  </a:lnTo>
                  <a:lnTo>
                    <a:pt x="2740" y="342"/>
                  </a:lnTo>
                  <a:lnTo>
                    <a:pt x="2752" y="343"/>
                  </a:lnTo>
                  <a:lnTo>
                    <a:pt x="2765" y="343"/>
                  </a:lnTo>
                  <a:lnTo>
                    <a:pt x="2777" y="343"/>
                  </a:lnTo>
                  <a:lnTo>
                    <a:pt x="2791" y="344"/>
                  </a:lnTo>
                  <a:lnTo>
                    <a:pt x="2803" y="344"/>
                  </a:lnTo>
                  <a:lnTo>
                    <a:pt x="2825" y="344"/>
                  </a:lnTo>
                  <a:lnTo>
                    <a:pt x="2843" y="342"/>
                  </a:lnTo>
                  <a:lnTo>
                    <a:pt x="2858" y="340"/>
                  </a:lnTo>
                  <a:lnTo>
                    <a:pt x="2870" y="338"/>
                  </a:lnTo>
                  <a:lnTo>
                    <a:pt x="2881" y="338"/>
                  </a:lnTo>
                  <a:lnTo>
                    <a:pt x="2892" y="340"/>
                  </a:lnTo>
                  <a:lnTo>
                    <a:pt x="2904" y="345"/>
                  </a:lnTo>
                  <a:lnTo>
                    <a:pt x="2917" y="355"/>
                  </a:lnTo>
                  <a:lnTo>
                    <a:pt x="2924" y="360"/>
                  </a:lnTo>
                  <a:lnTo>
                    <a:pt x="2933" y="364"/>
                  </a:lnTo>
                  <a:lnTo>
                    <a:pt x="2943" y="367"/>
                  </a:lnTo>
                  <a:lnTo>
                    <a:pt x="2954" y="369"/>
                  </a:lnTo>
                  <a:lnTo>
                    <a:pt x="2965" y="369"/>
                  </a:lnTo>
                  <a:lnTo>
                    <a:pt x="2976" y="369"/>
                  </a:lnTo>
                  <a:lnTo>
                    <a:pt x="2989" y="369"/>
                  </a:lnTo>
                  <a:lnTo>
                    <a:pt x="3001" y="368"/>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74" name="Freeform 573">
              <a:extLst>
                <a:ext uri="{FF2B5EF4-FFF2-40B4-BE49-F238E27FC236}">
                  <a16:creationId xmlns:a16="http://schemas.microsoft.com/office/drawing/2014/main" id="{55D1F4AB-E251-B765-A207-970A480B680E}"/>
                </a:ext>
              </a:extLst>
            </p:cNvPr>
            <p:cNvSpPr>
              <a:spLocks/>
            </p:cNvSpPr>
            <p:nvPr/>
          </p:nvSpPr>
          <p:spPr bwMode="auto">
            <a:xfrm>
              <a:off x="1874" y="1851"/>
              <a:ext cx="756" cy="636"/>
            </a:xfrm>
            <a:custGeom>
              <a:avLst/>
              <a:gdLst>
                <a:gd name="T0" fmla="*/ 0 w 3021"/>
                <a:gd name="T1" fmla="*/ 0 h 2545"/>
                <a:gd name="T2" fmla="*/ 0 w 3021"/>
                <a:gd name="T3" fmla="*/ 0 h 2545"/>
                <a:gd name="T4" fmla="*/ 0 w 3021"/>
                <a:gd name="T5" fmla="*/ 0 h 2545"/>
                <a:gd name="T6" fmla="*/ 0 w 3021"/>
                <a:gd name="T7" fmla="*/ 0 h 2545"/>
                <a:gd name="T8" fmla="*/ 0 w 3021"/>
                <a:gd name="T9" fmla="*/ 0 h 2545"/>
                <a:gd name="T10" fmla="*/ 0 w 3021"/>
                <a:gd name="T11" fmla="*/ 0 h 2545"/>
                <a:gd name="T12" fmla="*/ 0 w 3021"/>
                <a:gd name="T13" fmla="*/ 0 h 2545"/>
                <a:gd name="T14" fmla="*/ 0 w 3021"/>
                <a:gd name="T15" fmla="*/ 0 h 2545"/>
                <a:gd name="T16" fmla="*/ 0 w 3021"/>
                <a:gd name="T17" fmla="*/ 0 h 2545"/>
                <a:gd name="T18" fmla="*/ 0 w 3021"/>
                <a:gd name="T19" fmla="*/ 0 h 2545"/>
                <a:gd name="T20" fmla="*/ 0 w 3021"/>
                <a:gd name="T21" fmla="*/ 0 h 2545"/>
                <a:gd name="T22" fmla="*/ 0 w 3021"/>
                <a:gd name="T23" fmla="*/ 0 h 2545"/>
                <a:gd name="T24" fmla="*/ 0 w 3021"/>
                <a:gd name="T25" fmla="*/ 0 h 2545"/>
                <a:gd name="T26" fmla="*/ 0 w 3021"/>
                <a:gd name="T27" fmla="*/ 0 h 2545"/>
                <a:gd name="T28" fmla="*/ 0 w 3021"/>
                <a:gd name="T29" fmla="*/ 0 h 2545"/>
                <a:gd name="T30" fmla="*/ 0 w 3021"/>
                <a:gd name="T31" fmla="*/ 0 h 2545"/>
                <a:gd name="T32" fmla="*/ 0 w 3021"/>
                <a:gd name="T33" fmla="*/ 0 h 2545"/>
                <a:gd name="T34" fmla="*/ 0 w 3021"/>
                <a:gd name="T35" fmla="*/ 0 h 2545"/>
                <a:gd name="T36" fmla="*/ 0 w 3021"/>
                <a:gd name="T37" fmla="*/ 0 h 2545"/>
                <a:gd name="T38" fmla="*/ 0 w 3021"/>
                <a:gd name="T39" fmla="*/ 0 h 2545"/>
                <a:gd name="T40" fmla="*/ 0 w 3021"/>
                <a:gd name="T41" fmla="*/ 0 h 2545"/>
                <a:gd name="T42" fmla="*/ 0 w 3021"/>
                <a:gd name="T43" fmla="*/ 0 h 2545"/>
                <a:gd name="T44" fmla="*/ 0 w 3021"/>
                <a:gd name="T45" fmla="*/ 0 h 2545"/>
                <a:gd name="T46" fmla="*/ 0 w 3021"/>
                <a:gd name="T47" fmla="*/ 0 h 2545"/>
                <a:gd name="T48" fmla="*/ 0 w 3021"/>
                <a:gd name="T49" fmla="*/ 0 h 2545"/>
                <a:gd name="T50" fmla="*/ 0 w 3021"/>
                <a:gd name="T51" fmla="*/ 0 h 2545"/>
                <a:gd name="T52" fmla="*/ 0 w 3021"/>
                <a:gd name="T53" fmla="*/ 0 h 2545"/>
                <a:gd name="T54" fmla="*/ 0 w 3021"/>
                <a:gd name="T55" fmla="*/ 0 h 2545"/>
                <a:gd name="T56" fmla="*/ 0 w 3021"/>
                <a:gd name="T57" fmla="*/ 0 h 2545"/>
                <a:gd name="T58" fmla="*/ 0 w 3021"/>
                <a:gd name="T59" fmla="*/ 0 h 2545"/>
                <a:gd name="T60" fmla="*/ 0 w 3021"/>
                <a:gd name="T61" fmla="*/ 0 h 2545"/>
                <a:gd name="T62" fmla="*/ 0 w 3021"/>
                <a:gd name="T63" fmla="*/ 0 h 2545"/>
                <a:gd name="T64" fmla="*/ 0 w 3021"/>
                <a:gd name="T65" fmla="*/ 0 h 2545"/>
                <a:gd name="T66" fmla="*/ 0 w 3021"/>
                <a:gd name="T67" fmla="*/ 0 h 2545"/>
                <a:gd name="T68" fmla="*/ 0 w 3021"/>
                <a:gd name="T69" fmla="*/ 0 h 2545"/>
                <a:gd name="T70" fmla="*/ 0 w 3021"/>
                <a:gd name="T71" fmla="*/ 0 h 2545"/>
                <a:gd name="T72" fmla="*/ 0 w 3021"/>
                <a:gd name="T73" fmla="*/ 0 h 2545"/>
                <a:gd name="T74" fmla="*/ 0 w 3021"/>
                <a:gd name="T75" fmla="*/ 0 h 2545"/>
                <a:gd name="T76" fmla="*/ 0 w 3021"/>
                <a:gd name="T77" fmla="*/ 0 h 2545"/>
                <a:gd name="T78" fmla="*/ 0 w 3021"/>
                <a:gd name="T79" fmla="*/ 0 h 2545"/>
                <a:gd name="T80" fmla="*/ 0 w 3021"/>
                <a:gd name="T81" fmla="*/ 0 h 2545"/>
                <a:gd name="T82" fmla="*/ 0 w 3021"/>
                <a:gd name="T83" fmla="*/ 0 h 2545"/>
                <a:gd name="T84" fmla="*/ 0 w 3021"/>
                <a:gd name="T85" fmla="*/ 0 h 2545"/>
                <a:gd name="T86" fmla="*/ 0 w 3021"/>
                <a:gd name="T87" fmla="*/ 0 h 2545"/>
                <a:gd name="T88" fmla="*/ 0 w 3021"/>
                <a:gd name="T89" fmla="*/ 0 h 2545"/>
                <a:gd name="T90" fmla="*/ 0 w 3021"/>
                <a:gd name="T91" fmla="*/ 0 h 2545"/>
                <a:gd name="T92" fmla="*/ 0 w 3021"/>
                <a:gd name="T93" fmla="*/ 0 h 2545"/>
                <a:gd name="T94" fmla="*/ 0 w 3021"/>
                <a:gd name="T95" fmla="*/ 0 h 2545"/>
                <a:gd name="T96" fmla="*/ 0 w 3021"/>
                <a:gd name="T97" fmla="*/ 0 h 2545"/>
                <a:gd name="T98" fmla="*/ 0 w 3021"/>
                <a:gd name="T99" fmla="*/ 0 h 2545"/>
                <a:gd name="T100" fmla="*/ 0 w 3021"/>
                <a:gd name="T101" fmla="*/ 0 h 2545"/>
                <a:gd name="T102" fmla="*/ 0 w 3021"/>
                <a:gd name="T103" fmla="*/ 0 h 2545"/>
                <a:gd name="T104" fmla="*/ 0 w 3021"/>
                <a:gd name="T105" fmla="*/ 0 h 2545"/>
                <a:gd name="T106" fmla="*/ 0 w 3021"/>
                <a:gd name="T107" fmla="*/ 0 h 2545"/>
                <a:gd name="T108" fmla="*/ 0 w 3021"/>
                <a:gd name="T109" fmla="*/ 0 h 2545"/>
                <a:gd name="T110" fmla="*/ 0 w 3021"/>
                <a:gd name="T111" fmla="*/ 0 h 2545"/>
                <a:gd name="T112" fmla="*/ 0 w 3021"/>
                <a:gd name="T113" fmla="*/ 0 h 2545"/>
                <a:gd name="T114" fmla="*/ 0 w 3021"/>
                <a:gd name="T115" fmla="*/ 0 h 2545"/>
                <a:gd name="T116" fmla="*/ 0 w 3021"/>
                <a:gd name="T117" fmla="*/ 0 h 2545"/>
                <a:gd name="T118" fmla="*/ 0 w 3021"/>
                <a:gd name="T119" fmla="*/ 0 h 2545"/>
                <a:gd name="T120" fmla="*/ 0 w 3021"/>
                <a:gd name="T121" fmla="*/ 0 h 2545"/>
                <a:gd name="T122" fmla="*/ 0 w 3021"/>
                <a:gd name="T123" fmla="*/ 0 h 254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021" h="2545">
                  <a:moveTo>
                    <a:pt x="3001" y="368"/>
                  </a:moveTo>
                  <a:lnTo>
                    <a:pt x="3007" y="388"/>
                  </a:lnTo>
                  <a:lnTo>
                    <a:pt x="3009" y="391"/>
                  </a:lnTo>
                  <a:lnTo>
                    <a:pt x="3012" y="400"/>
                  </a:lnTo>
                  <a:lnTo>
                    <a:pt x="3017" y="413"/>
                  </a:lnTo>
                  <a:lnTo>
                    <a:pt x="3020" y="430"/>
                  </a:lnTo>
                  <a:lnTo>
                    <a:pt x="3021" y="446"/>
                  </a:lnTo>
                  <a:lnTo>
                    <a:pt x="3017" y="462"/>
                  </a:lnTo>
                  <a:lnTo>
                    <a:pt x="3008" y="477"/>
                  </a:lnTo>
                  <a:lnTo>
                    <a:pt x="2991" y="488"/>
                  </a:lnTo>
                  <a:lnTo>
                    <a:pt x="2979" y="492"/>
                  </a:lnTo>
                  <a:lnTo>
                    <a:pt x="2968" y="496"/>
                  </a:lnTo>
                  <a:lnTo>
                    <a:pt x="2956" y="500"/>
                  </a:lnTo>
                  <a:lnTo>
                    <a:pt x="2944" y="503"/>
                  </a:lnTo>
                  <a:lnTo>
                    <a:pt x="2931" y="507"/>
                  </a:lnTo>
                  <a:lnTo>
                    <a:pt x="2918" y="510"/>
                  </a:lnTo>
                  <a:lnTo>
                    <a:pt x="2905" y="513"/>
                  </a:lnTo>
                  <a:lnTo>
                    <a:pt x="2892" y="516"/>
                  </a:lnTo>
                  <a:lnTo>
                    <a:pt x="2878" y="518"/>
                  </a:lnTo>
                  <a:lnTo>
                    <a:pt x="2866" y="522"/>
                  </a:lnTo>
                  <a:lnTo>
                    <a:pt x="2854" y="524"/>
                  </a:lnTo>
                  <a:lnTo>
                    <a:pt x="2843" y="525"/>
                  </a:lnTo>
                  <a:lnTo>
                    <a:pt x="2831" y="526"/>
                  </a:lnTo>
                  <a:lnTo>
                    <a:pt x="2822" y="527"/>
                  </a:lnTo>
                  <a:lnTo>
                    <a:pt x="2813" y="527"/>
                  </a:lnTo>
                  <a:lnTo>
                    <a:pt x="2805" y="527"/>
                  </a:lnTo>
                  <a:lnTo>
                    <a:pt x="2797" y="528"/>
                  </a:lnTo>
                  <a:lnTo>
                    <a:pt x="2789" y="531"/>
                  </a:lnTo>
                  <a:lnTo>
                    <a:pt x="2779" y="537"/>
                  </a:lnTo>
                  <a:lnTo>
                    <a:pt x="2769" y="545"/>
                  </a:lnTo>
                  <a:lnTo>
                    <a:pt x="2758" y="555"/>
                  </a:lnTo>
                  <a:lnTo>
                    <a:pt x="2747" y="566"/>
                  </a:lnTo>
                  <a:lnTo>
                    <a:pt x="2736" y="579"/>
                  </a:lnTo>
                  <a:lnTo>
                    <a:pt x="2723" y="592"/>
                  </a:lnTo>
                  <a:lnTo>
                    <a:pt x="2711" y="606"/>
                  </a:lnTo>
                  <a:lnTo>
                    <a:pt x="2700" y="621"/>
                  </a:lnTo>
                  <a:lnTo>
                    <a:pt x="2688" y="636"/>
                  </a:lnTo>
                  <a:lnTo>
                    <a:pt x="2676" y="650"/>
                  </a:lnTo>
                  <a:lnTo>
                    <a:pt x="2665" y="663"/>
                  </a:lnTo>
                  <a:lnTo>
                    <a:pt x="2655" y="677"/>
                  </a:lnTo>
                  <a:lnTo>
                    <a:pt x="2645" y="688"/>
                  </a:lnTo>
                  <a:lnTo>
                    <a:pt x="2636" y="698"/>
                  </a:lnTo>
                  <a:lnTo>
                    <a:pt x="2625" y="707"/>
                  </a:lnTo>
                  <a:lnTo>
                    <a:pt x="2614" y="718"/>
                  </a:lnTo>
                  <a:lnTo>
                    <a:pt x="2601" y="730"/>
                  </a:lnTo>
                  <a:lnTo>
                    <a:pt x="2587" y="742"/>
                  </a:lnTo>
                  <a:lnTo>
                    <a:pt x="2571" y="754"/>
                  </a:lnTo>
                  <a:lnTo>
                    <a:pt x="2557" y="766"/>
                  </a:lnTo>
                  <a:lnTo>
                    <a:pt x="2542" y="779"/>
                  </a:lnTo>
                  <a:lnTo>
                    <a:pt x="2526" y="791"/>
                  </a:lnTo>
                  <a:lnTo>
                    <a:pt x="2512" y="803"/>
                  </a:lnTo>
                  <a:lnTo>
                    <a:pt x="2499" y="813"/>
                  </a:lnTo>
                  <a:lnTo>
                    <a:pt x="2487" y="824"/>
                  </a:lnTo>
                  <a:lnTo>
                    <a:pt x="2475" y="832"/>
                  </a:lnTo>
                  <a:lnTo>
                    <a:pt x="2466" y="839"/>
                  </a:lnTo>
                  <a:lnTo>
                    <a:pt x="2460" y="845"/>
                  </a:lnTo>
                  <a:lnTo>
                    <a:pt x="2455" y="848"/>
                  </a:lnTo>
                  <a:lnTo>
                    <a:pt x="2454" y="849"/>
                  </a:lnTo>
                  <a:lnTo>
                    <a:pt x="2450" y="851"/>
                  </a:lnTo>
                  <a:lnTo>
                    <a:pt x="2440" y="856"/>
                  </a:lnTo>
                  <a:lnTo>
                    <a:pt x="2424" y="864"/>
                  </a:lnTo>
                  <a:lnTo>
                    <a:pt x="2407" y="875"/>
                  </a:lnTo>
                  <a:lnTo>
                    <a:pt x="2390" y="887"/>
                  </a:lnTo>
                  <a:lnTo>
                    <a:pt x="2374" y="899"/>
                  </a:lnTo>
                  <a:lnTo>
                    <a:pt x="2364" y="912"/>
                  </a:lnTo>
                  <a:lnTo>
                    <a:pt x="2360" y="925"/>
                  </a:lnTo>
                  <a:lnTo>
                    <a:pt x="2360" y="938"/>
                  </a:lnTo>
                  <a:lnTo>
                    <a:pt x="2360" y="950"/>
                  </a:lnTo>
                  <a:lnTo>
                    <a:pt x="2359" y="963"/>
                  </a:lnTo>
                  <a:lnTo>
                    <a:pt x="2358" y="977"/>
                  </a:lnTo>
                  <a:lnTo>
                    <a:pt x="2356" y="989"/>
                  </a:lnTo>
                  <a:lnTo>
                    <a:pt x="2352" y="1002"/>
                  </a:lnTo>
                  <a:lnTo>
                    <a:pt x="2348" y="1014"/>
                  </a:lnTo>
                  <a:lnTo>
                    <a:pt x="2342" y="1027"/>
                  </a:lnTo>
                  <a:lnTo>
                    <a:pt x="2334" y="1039"/>
                  </a:lnTo>
                  <a:lnTo>
                    <a:pt x="2329" y="1051"/>
                  </a:lnTo>
                  <a:lnTo>
                    <a:pt x="2326" y="1063"/>
                  </a:lnTo>
                  <a:lnTo>
                    <a:pt x="2324" y="1077"/>
                  </a:lnTo>
                  <a:lnTo>
                    <a:pt x="2323" y="1090"/>
                  </a:lnTo>
                  <a:lnTo>
                    <a:pt x="2323" y="1103"/>
                  </a:lnTo>
                  <a:lnTo>
                    <a:pt x="2324" y="1117"/>
                  </a:lnTo>
                  <a:lnTo>
                    <a:pt x="2327" y="1131"/>
                  </a:lnTo>
                  <a:lnTo>
                    <a:pt x="2331" y="1144"/>
                  </a:lnTo>
                  <a:lnTo>
                    <a:pt x="2338" y="1158"/>
                  </a:lnTo>
                  <a:lnTo>
                    <a:pt x="2344" y="1172"/>
                  </a:lnTo>
                  <a:lnTo>
                    <a:pt x="2350" y="1188"/>
                  </a:lnTo>
                  <a:lnTo>
                    <a:pt x="2354" y="1205"/>
                  </a:lnTo>
                  <a:lnTo>
                    <a:pt x="2354" y="1223"/>
                  </a:lnTo>
                  <a:lnTo>
                    <a:pt x="2351" y="1244"/>
                  </a:lnTo>
                  <a:lnTo>
                    <a:pt x="2342" y="1267"/>
                  </a:lnTo>
                  <a:lnTo>
                    <a:pt x="2331" y="1289"/>
                  </a:lnTo>
                  <a:lnTo>
                    <a:pt x="2327" y="1306"/>
                  </a:lnTo>
                  <a:lnTo>
                    <a:pt x="2327" y="1320"/>
                  </a:lnTo>
                  <a:lnTo>
                    <a:pt x="2331" y="1330"/>
                  </a:lnTo>
                  <a:lnTo>
                    <a:pt x="2337" y="1338"/>
                  </a:lnTo>
                  <a:lnTo>
                    <a:pt x="2344" y="1344"/>
                  </a:lnTo>
                  <a:lnTo>
                    <a:pt x="2351" y="1349"/>
                  </a:lnTo>
                  <a:lnTo>
                    <a:pt x="2356" y="1353"/>
                  </a:lnTo>
                  <a:lnTo>
                    <a:pt x="2362" y="1357"/>
                  </a:lnTo>
                  <a:lnTo>
                    <a:pt x="2372" y="1360"/>
                  </a:lnTo>
                  <a:lnTo>
                    <a:pt x="2384" y="1365"/>
                  </a:lnTo>
                  <a:lnTo>
                    <a:pt x="2397" y="1371"/>
                  </a:lnTo>
                  <a:lnTo>
                    <a:pt x="2407" y="1380"/>
                  </a:lnTo>
                  <a:lnTo>
                    <a:pt x="2414" y="1391"/>
                  </a:lnTo>
                  <a:lnTo>
                    <a:pt x="2416" y="1405"/>
                  </a:lnTo>
                  <a:lnTo>
                    <a:pt x="2411" y="1424"/>
                  </a:lnTo>
                  <a:lnTo>
                    <a:pt x="2401" y="1446"/>
                  </a:lnTo>
                  <a:lnTo>
                    <a:pt x="2390" y="1468"/>
                  </a:lnTo>
                  <a:lnTo>
                    <a:pt x="2378" y="1490"/>
                  </a:lnTo>
                  <a:lnTo>
                    <a:pt x="2368" y="1509"/>
                  </a:lnTo>
                  <a:lnTo>
                    <a:pt x="2360" y="1528"/>
                  </a:lnTo>
                  <a:lnTo>
                    <a:pt x="2357" y="1544"/>
                  </a:lnTo>
                  <a:lnTo>
                    <a:pt x="2358" y="1556"/>
                  </a:lnTo>
                  <a:lnTo>
                    <a:pt x="2366" y="1565"/>
                  </a:lnTo>
                  <a:lnTo>
                    <a:pt x="2375" y="1572"/>
                  </a:lnTo>
                  <a:lnTo>
                    <a:pt x="2382" y="1578"/>
                  </a:lnTo>
                  <a:lnTo>
                    <a:pt x="2387" y="1582"/>
                  </a:lnTo>
                  <a:lnTo>
                    <a:pt x="2388" y="1584"/>
                  </a:lnTo>
                  <a:lnTo>
                    <a:pt x="2389" y="1586"/>
                  </a:lnTo>
                  <a:lnTo>
                    <a:pt x="2388" y="1587"/>
                  </a:lnTo>
                  <a:lnTo>
                    <a:pt x="2387" y="1588"/>
                  </a:lnTo>
                  <a:lnTo>
                    <a:pt x="2382" y="1590"/>
                  </a:lnTo>
                  <a:lnTo>
                    <a:pt x="2372" y="1597"/>
                  </a:lnTo>
                  <a:lnTo>
                    <a:pt x="2358" y="1607"/>
                  </a:lnTo>
                  <a:lnTo>
                    <a:pt x="2342" y="1618"/>
                  </a:lnTo>
                  <a:lnTo>
                    <a:pt x="2325" y="1631"/>
                  </a:lnTo>
                  <a:lnTo>
                    <a:pt x="2310" y="1643"/>
                  </a:lnTo>
                  <a:lnTo>
                    <a:pt x="2299" y="1653"/>
                  </a:lnTo>
                  <a:lnTo>
                    <a:pt x="2293" y="1661"/>
                  </a:lnTo>
                  <a:lnTo>
                    <a:pt x="2290" y="1669"/>
                  </a:lnTo>
                  <a:lnTo>
                    <a:pt x="2284" y="1681"/>
                  </a:lnTo>
                  <a:lnTo>
                    <a:pt x="2276" y="1696"/>
                  </a:lnTo>
                  <a:lnTo>
                    <a:pt x="2268" y="1713"/>
                  </a:lnTo>
                  <a:lnTo>
                    <a:pt x="2259" y="1734"/>
                  </a:lnTo>
                  <a:lnTo>
                    <a:pt x="2250" y="1756"/>
                  </a:lnTo>
                  <a:lnTo>
                    <a:pt x="2242" y="1780"/>
                  </a:lnTo>
                  <a:lnTo>
                    <a:pt x="2235" y="1804"/>
                  </a:lnTo>
                  <a:lnTo>
                    <a:pt x="2229" y="1827"/>
                  </a:lnTo>
                  <a:lnTo>
                    <a:pt x="2220" y="1846"/>
                  </a:lnTo>
                  <a:lnTo>
                    <a:pt x="2209" y="1861"/>
                  </a:lnTo>
                  <a:lnTo>
                    <a:pt x="2196" y="1873"/>
                  </a:lnTo>
                  <a:lnTo>
                    <a:pt x="2181" y="1883"/>
                  </a:lnTo>
                  <a:lnTo>
                    <a:pt x="2165" y="1891"/>
                  </a:lnTo>
                  <a:lnTo>
                    <a:pt x="2147" y="1898"/>
                  </a:lnTo>
                  <a:lnTo>
                    <a:pt x="2127" y="1904"/>
                  </a:lnTo>
                  <a:lnTo>
                    <a:pt x="2117" y="1907"/>
                  </a:lnTo>
                  <a:lnTo>
                    <a:pt x="2107" y="1909"/>
                  </a:lnTo>
                  <a:lnTo>
                    <a:pt x="2097" y="1910"/>
                  </a:lnTo>
                  <a:lnTo>
                    <a:pt x="2085" y="1912"/>
                  </a:lnTo>
                  <a:lnTo>
                    <a:pt x="2075" y="1914"/>
                  </a:lnTo>
                  <a:lnTo>
                    <a:pt x="2064" y="1915"/>
                  </a:lnTo>
                  <a:lnTo>
                    <a:pt x="2053" y="1917"/>
                  </a:lnTo>
                  <a:lnTo>
                    <a:pt x="2043" y="1920"/>
                  </a:lnTo>
                  <a:lnTo>
                    <a:pt x="2031" y="1923"/>
                  </a:lnTo>
                  <a:lnTo>
                    <a:pt x="2020" y="1928"/>
                  </a:lnTo>
                  <a:lnTo>
                    <a:pt x="2010" y="1934"/>
                  </a:lnTo>
                  <a:lnTo>
                    <a:pt x="2000" y="1941"/>
                  </a:lnTo>
                  <a:lnTo>
                    <a:pt x="1990" y="1949"/>
                  </a:lnTo>
                  <a:lnTo>
                    <a:pt x="1979" y="1959"/>
                  </a:lnTo>
                  <a:lnTo>
                    <a:pt x="1969" y="1971"/>
                  </a:lnTo>
                  <a:lnTo>
                    <a:pt x="1960" y="1986"/>
                  </a:lnTo>
                  <a:lnTo>
                    <a:pt x="1943" y="2010"/>
                  </a:lnTo>
                  <a:lnTo>
                    <a:pt x="1927" y="2026"/>
                  </a:lnTo>
                  <a:lnTo>
                    <a:pt x="1912" y="2035"/>
                  </a:lnTo>
                  <a:lnTo>
                    <a:pt x="1898" y="2038"/>
                  </a:lnTo>
                  <a:lnTo>
                    <a:pt x="1882" y="2040"/>
                  </a:lnTo>
                  <a:lnTo>
                    <a:pt x="1867" y="2041"/>
                  </a:lnTo>
                  <a:lnTo>
                    <a:pt x="1851" y="2046"/>
                  </a:lnTo>
                  <a:lnTo>
                    <a:pt x="1833" y="2055"/>
                  </a:lnTo>
                  <a:lnTo>
                    <a:pt x="1815" y="2070"/>
                  </a:lnTo>
                  <a:lnTo>
                    <a:pt x="1797" y="2090"/>
                  </a:lnTo>
                  <a:lnTo>
                    <a:pt x="1778" y="2110"/>
                  </a:lnTo>
                  <a:lnTo>
                    <a:pt x="1761" y="2131"/>
                  </a:lnTo>
                  <a:lnTo>
                    <a:pt x="1745" y="2151"/>
                  </a:lnTo>
                  <a:lnTo>
                    <a:pt x="1730" y="2168"/>
                  </a:lnTo>
                  <a:lnTo>
                    <a:pt x="1719" y="2183"/>
                  </a:lnTo>
                  <a:lnTo>
                    <a:pt x="1711" y="2192"/>
                  </a:lnTo>
                  <a:lnTo>
                    <a:pt x="1702" y="2200"/>
                  </a:lnTo>
                  <a:lnTo>
                    <a:pt x="1686" y="2211"/>
                  </a:lnTo>
                  <a:lnTo>
                    <a:pt x="1669" y="2222"/>
                  </a:lnTo>
                  <a:lnTo>
                    <a:pt x="1650" y="2235"/>
                  </a:lnTo>
                  <a:lnTo>
                    <a:pt x="1631" y="2246"/>
                  </a:lnTo>
                  <a:lnTo>
                    <a:pt x="1616" y="2255"/>
                  </a:lnTo>
                  <a:lnTo>
                    <a:pt x="1605" y="2261"/>
                  </a:lnTo>
                  <a:lnTo>
                    <a:pt x="1601" y="2263"/>
                  </a:lnTo>
                  <a:lnTo>
                    <a:pt x="1599" y="2262"/>
                  </a:lnTo>
                  <a:lnTo>
                    <a:pt x="1594" y="2261"/>
                  </a:lnTo>
                  <a:lnTo>
                    <a:pt x="1585" y="2258"/>
                  </a:lnTo>
                  <a:lnTo>
                    <a:pt x="1576" y="2254"/>
                  </a:lnTo>
                  <a:lnTo>
                    <a:pt x="1565" y="2249"/>
                  </a:lnTo>
                  <a:lnTo>
                    <a:pt x="1554" y="2244"/>
                  </a:lnTo>
                  <a:lnTo>
                    <a:pt x="1542" y="2237"/>
                  </a:lnTo>
                  <a:lnTo>
                    <a:pt x="1531" y="2228"/>
                  </a:lnTo>
                  <a:lnTo>
                    <a:pt x="1522" y="2222"/>
                  </a:lnTo>
                  <a:lnTo>
                    <a:pt x="1514" y="2220"/>
                  </a:lnTo>
                  <a:lnTo>
                    <a:pt x="1506" y="2222"/>
                  </a:lnTo>
                  <a:lnTo>
                    <a:pt x="1498" y="2227"/>
                  </a:lnTo>
                  <a:lnTo>
                    <a:pt x="1491" y="2235"/>
                  </a:lnTo>
                  <a:lnTo>
                    <a:pt x="1483" y="2243"/>
                  </a:lnTo>
                  <a:lnTo>
                    <a:pt x="1476" y="2252"/>
                  </a:lnTo>
                  <a:lnTo>
                    <a:pt x="1470" y="2261"/>
                  </a:lnTo>
                  <a:lnTo>
                    <a:pt x="1459" y="2271"/>
                  </a:lnTo>
                  <a:lnTo>
                    <a:pt x="1441" y="2283"/>
                  </a:lnTo>
                  <a:lnTo>
                    <a:pt x="1418" y="2295"/>
                  </a:lnTo>
                  <a:lnTo>
                    <a:pt x="1392" y="2307"/>
                  </a:lnTo>
                  <a:lnTo>
                    <a:pt x="1366" y="2319"/>
                  </a:lnTo>
                  <a:lnTo>
                    <a:pt x="1343" y="2330"/>
                  </a:lnTo>
                  <a:lnTo>
                    <a:pt x="1325" y="2342"/>
                  </a:lnTo>
                  <a:lnTo>
                    <a:pt x="1315" y="2351"/>
                  </a:lnTo>
                  <a:lnTo>
                    <a:pt x="1312" y="2355"/>
                  </a:lnTo>
                  <a:lnTo>
                    <a:pt x="1309" y="2360"/>
                  </a:lnTo>
                  <a:lnTo>
                    <a:pt x="1305" y="2366"/>
                  </a:lnTo>
                  <a:lnTo>
                    <a:pt x="1301" y="2372"/>
                  </a:lnTo>
                  <a:lnTo>
                    <a:pt x="1295" y="2378"/>
                  </a:lnTo>
                  <a:lnTo>
                    <a:pt x="1287" y="2385"/>
                  </a:lnTo>
                  <a:lnTo>
                    <a:pt x="1280" y="2392"/>
                  </a:lnTo>
                  <a:lnTo>
                    <a:pt x="1271" y="2398"/>
                  </a:lnTo>
                  <a:lnTo>
                    <a:pt x="1261" y="2405"/>
                  </a:lnTo>
                  <a:lnTo>
                    <a:pt x="1250" y="2411"/>
                  </a:lnTo>
                  <a:lnTo>
                    <a:pt x="1236" y="2418"/>
                  </a:lnTo>
                  <a:lnTo>
                    <a:pt x="1222" y="2423"/>
                  </a:lnTo>
                  <a:lnTo>
                    <a:pt x="1206" y="2429"/>
                  </a:lnTo>
                  <a:lnTo>
                    <a:pt x="1188" y="2435"/>
                  </a:lnTo>
                  <a:lnTo>
                    <a:pt x="1169" y="2439"/>
                  </a:lnTo>
                  <a:lnTo>
                    <a:pt x="1148" y="2443"/>
                  </a:lnTo>
                  <a:lnTo>
                    <a:pt x="1130" y="2446"/>
                  </a:lnTo>
                  <a:lnTo>
                    <a:pt x="1114" y="2451"/>
                  </a:lnTo>
                  <a:lnTo>
                    <a:pt x="1100" y="2456"/>
                  </a:lnTo>
                  <a:lnTo>
                    <a:pt x="1085" y="2461"/>
                  </a:lnTo>
                  <a:lnTo>
                    <a:pt x="1073" y="2467"/>
                  </a:lnTo>
                  <a:lnTo>
                    <a:pt x="1061" y="2474"/>
                  </a:lnTo>
                  <a:lnTo>
                    <a:pt x="1050" y="2481"/>
                  </a:lnTo>
                  <a:lnTo>
                    <a:pt x="1039" y="2490"/>
                  </a:lnTo>
                  <a:lnTo>
                    <a:pt x="1033" y="2491"/>
                  </a:lnTo>
                  <a:lnTo>
                    <a:pt x="1030" y="2491"/>
                  </a:lnTo>
                  <a:lnTo>
                    <a:pt x="1027" y="2490"/>
                  </a:lnTo>
                  <a:lnTo>
                    <a:pt x="1027" y="2487"/>
                  </a:lnTo>
                  <a:lnTo>
                    <a:pt x="1029" y="2483"/>
                  </a:lnTo>
                  <a:lnTo>
                    <a:pt x="1032" y="2475"/>
                  </a:lnTo>
                  <a:lnTo>
                    <a:pt x="1038" y="2467"/>
                  </a:lnTo>
                  <a:lnTo>
                    <a:pt x="1047" y="2457"/>
                  </a:lnTo>
                  <a:lnTo>
                    <a:pt x="1058" y="2444"/>
                  </a:lnTo>
                  <a:lnTo>
                    <a:pt x="1069" y="2431"/>
                  </a:lnTo>
                  <a:lnTo>
                    <a:pt x="1079" y="2422"/>
                  </a:lnTo>
                  <a:lnTo>
                    <a:pt x="1087" y="2414"/>
                  </a:lnTo>
                  <a:lnTo>
                    <a:pt x="1096" y="2408"/>
                  </a:lnTo>
                  <a:lnTo>
                    <a:pt x="1101" y="2404"/>
                  </a:lnTo>
                  <a:lnTo>
                    <a:pt x="1105" y="2402"/>
                  </a:lnTo>
                  <a:lnTo>
                    <a:pt x="1106" y="2401"/>
                  </a:lnTo>
                  <a:lnTo>
                    <a:pt x="1103" y="2402"/>
                  </a:lnTo>
                  <a:lnTo>
                    <a:pt x="1097" y="2405"/>
                  </a:lnTo>
                  <a:lnTo>
                    <a:pt x="1086" y="2409"/>
                  </a:lnTo>
                  <a:lnTo>
                    <a:pt x="1074" y="2415"/>
                  </a:lnTo>
                  <a:lnTo>
                    <a:pt x="1061" y="2421"/>
                  </a:lnTo>
                  <a:lnTo>
                    <a:pt x="1050" y="2428"/>
                  </a:lnTo>
                  <a:lnTo>
                    <a:pt x="1039" y="2437"/>
                  </a:lnTo>
                  <a:lnTo>
                    <a:pt x="1032" y="2444"/>
                  </a:lnTo>
                  <a:lnTo>
                    <a:pt x="1026" y="2451"/>
                  </a:lnTo>
                  <a:lnTo>
                    <a:pt x="1017" y="2459"/>
                  </a:lnTo>
                  <a:lnTo>
                    <a:pt x="1007" y="2466"/>
                  </a:lnTo>
                  <a:lnTo>
                    <a:pt x="996" y="2473"/>
                  </a:lnTo>
                  <a:lnTo>
                    <a:pt x="983" y="2479"/>
                  </a:lnTo>
                  <a:lnTo>
                    <a:pt x="972" y="2485"/>
                  </a:lnTo>
                  <a:lnTo>
                    <a:pt x="962" y="2488"/>
                  </a:lnTo>
                  <a:lnTo>
                    <a:pt x="954" y="2489"/>
                  </a:lnTo>
                  <a:lnTo>
                    <a:pt x="947" y="2489"/>
                  </a:lnTo>
                  <a:lnTo>
                    <a:pt x="941" y="2490"/>
                  </a:lnTo>
                  <a:lnTo>
                    <a:pt x="934" y="2492"/>
                  </a:lnTo>
                  <a:lnTo>
                    <a:pt x="929" y="2494"/>
                  </a:lnTo>
                  <a:lnTo>
                    <a:pt x="925" y="2498"/>
                  </a:lnTo>
                  <a:lnTo>
                    <a:pt x="921" y="2502"/>
                  </a:lnTo>
                  <a:lnTo>
                    <a:pt x="918" y="2509"/>
                  </a:lnTo>
                  <a:lnTo>
                    <a:pt x="915" y="2516"/>
                  </a:lnTo>
                  <a:lnTo>
                    <a:pt x="912" y="2524"/>
                  </a:lnTo>
                  <a:lnTo>
                    <a:pt x="908" y="2531"/>
                  </a:lnTo>
                  <a:lnTo>
                    <a:pt x="903" y="2538"/>
                  </a:lnTo>
                  <a:lnTo>
                    <a:pt x="897" y="2543"/>
                  </a:lnTo>
                  <a:lnTo>
                    <a:pt x="888" y="2545"/>
                  </a:lnTo>
                  <a:lnTo>
                    <a:pt x="879" y="2545"/>
                  </a:lnTo>
                  <a:lnTo>
                    <a:pt x="868" y="2543"/>
                  </a:lnTo>
                  <a:lnTo>
                    <a:pt x="856" y="2537"/>
                  </a:lnTo>
                  <a:lnTo>
                    <a:pt x="845" y="2528"/>
                  </a:lnTo>
                  <a:lnTo>
                    <a:pt x="836" y="2520"/>
                  </a:lnTo>
                  <a:lnTo>
                    <a:pt x="831" y="2511"/>
                  </a:lnTo>
                  <a:lnTo>
                    <a:pt x="828" y="2503"/>
                  </a:lnTo>
                  <a:lnTo>
                    <a:pt x="828" y="2496"/>
                  </a:lnTo>
                  <a:lnTo>
                    <a:pt x="829" y="2490"/>
                  </a:lnTo>
                  <a:lnTo>
                    <a:pt x="832" y="2485"/>
                  </a:lnTo>
                  <a:lnTo>
                    <a:pt x="836" y="2483"/>
                  </a:lnTo>
                  <a:lnTo>
                    <a:pt x="837" y="2481"/>
                  </a:lnTo>
                  <a:lnTo>
                    <a:pt x="831" y="2480"/>
                  </a:lnTo>
                  <a:lnTo>
                    <a:pt x="822" y="2479"/>
                  </a:lnTo>
                  <a:lnTo>
                    <a:pt x="810" y="2480"/>
                  </a:lnTo>
                  <a:lnTo>
                    <a:pt x="796" y="2481"/>
                  </a:lnTo>
                  <a:lnTo>
                    <a:pt x="783" y="2485"/>
                  </a:lnTo>
                  <a:lnTo>
                    <a:pt x="773" y="2490"/>
                  </a:lnTo>
                  <a:lnTo>
                    <a:pt x="767" y="2497"/>
                  </a:lnTo>
                  <a:lnTo>
                    <a:pt x="764" y="2503"/>
                  </a:lnTo>
                  <a:lnTo>
                    <a:pt x="761" y="2505"/>
                  </a:lnTo>
                  <a:lnTo>
                    <a:pt x="758" y="2505"/>
                  </a:lnTo>
                  <a:lnTo>
                    <a:pt x="755" y="2502"/>
                  </a:lnTo>
                  <a:lnTo>
                    <a:pt x="751" y="2499"/>
                  </a:lnTo>
                  <a:lnTo>
                    <a:pt x="746" y="2495"/>
                  </a:lnTo>
                  <a:lnTo>
                    <a:pt x="740" y="2491"/>
                  </a:lnTo>
                  <a:lnTo>
                    <a:pt x="733" y="2489"/>
                  </a:lnTo>
                  <a:lnTo>
                    <a:pt x="724" y="2485"/>
                  </a:lnTo>
                  <a:lnTo>
                    <a:pt x="711" y="2475"/>
                  </a:lnTo>
                  <a:lnTo>
                    <a:pt x="696" y="2464"/>
                  </a:lnTo>
                  <a:lnTo>
                    <a:pt x="679" y="2452"/>
                  </a:lnTo>
                  <a:lnTo>
                    <a:pt x="663" y="2441"/>
                  </a:lnTo>
                  <a:lnTo>
                    <a:pt x="648" y="2431"/>
                  </a:lnTo>
                  <a:lnTo>
                    <a:pt x="634" y="2427"/>
                  </a:lnTo>
                  <a:lnTo>
                    <a:pt x="624" y="2429"/>
                  </a:lnTo>
                  <a:lnTo>
                    <a:pt x="615" y="2435"/>
                  </a:lnTo>
                  <a:lnTo>
                    <a:pt x="606" y="2437"/>
                  </a:lnTo>
                  <a:lnTo>
                    <a:pt x="596" y="2438"/>
                  </a:lnTo>
                  <a:lnTo>
                    <a:pt x="585" y="2436"/>
                  </a:lnTo>
                  <a:lnTo>
                    <a:pt x="576" y="2433"/>
                  </a:lnTo>
                  <a:lnTo>
                    <a:pt x="568" y="2427"/>
                  </a:lnTo>
                  <a:lnTo>
                    <a:pt x="562" y="2420"/>
                  </a:lnTo>
                  <a:lnTo>
                    <a:pt x="557" y="2412"/>
                  </a:lnTo>
                  <a:lnTo>
                    <a:pt x="552" y="2401"/>
                  </a:lnTo>
                  <a:lnTo>
                    <a:pt x="543" y="2387"/>
                  </a:lnTo>
                  <a:lnTo>
                    <a:pt x="530" y="2372"/>
                  </a:lnTo>
                  <a:lnTo>
                    <a:pt x="518" y="2357"/>
                  </a:lnTo>
                  <a:lnTo>
                    <a:pt x="504" y="2345"/>
                  </a:lnTo>
                  <a:lnTo>
                    <a:pt x="490" y="2335"/>
                  </a:lnTo>
                  <a:lnTo>
                    <a:pt x="479" y="2330"/>
                  </a:lnTo>
                  <a:lnTo>
                    <a:pt x="470" y="2334"/>
                  </a:lnTo>
                  <a:lnTo>
                    <a:pt x="462" y="2339"/>
                  </a:lnTo>
                  <a:lnTo>
                    <a:pt x="453" y="2340"/>
                  </a:lnTo>
                  <a:lnTo>
                    <a:pt x="443" y="2339"/>
                  </a:lnTo>
                  <a:lnTo>
                    <a:pt x="433" y="2336"/>
                  </a:lnTo>
                  <a:lnTo>
                    <a:pt x="424" y="2330"/>
                  </a:lnTo>
                  <a:lnTo>
                    <a:pt x="417" y="2324"/>
                  </a:lnTo>
                  <a:lnTo>
                    <a:pt x="413" y="2316"/>
                  </a:lnTo>
                  <a:lnTo>
                    <a:pt x="411" y="2308"/>
                  </a:lnTo>
                  <a:lnTo>
                    <a:pt x="409" y="2303"/>
                  </a:lnTo>
                  <a:lnTo>
                    <a:pt x="404" y="2304"/>
                  </a:lnTo>
                  <a:lnTo>
                    <a:pt x="397" y="2310"/>
                  </a:lnTo>
                  <a:lnTo>
                    <a:pt x="389" y="2320"/>
                  </a:lnTo>
                  <a:lnTo>
                    <a:pt x="381" y="2333"/>
                  </a:lnTo>
                  <a:lnTo>
                    <a:pt x="376" y="2346"/>
                  </a:lnTo>
                  <a:lnTo>
                    <a:pt x="373" y="2358"/>
                  </a:lnTo>
                  <a:lnTo>
                    <a:pt x="374" y="2370"/>
                  </a:lnTo>
                  <a:lnTo>
                    <a:pt x="376" y="2379"/>
                  </a:lnTo>
                  <a:lnTo>
                    <a:pt x="376" y="2386"/>
                  </a:lnTo>
                  <a:lnTo>
                    <a:pt x="373" y="2390"/>
                  </a:lnTo>
                  <a:lnTo>
                    <a:pt x="369" y="2392"/>
                  </a:lnTo>
                  <a:lnTo>
                    <a:pt x="363" y="2393"/>
                  </a:lnTo>
                  <a:lnTo>
                    <a:pt x="356" y="2393"/>
                  </a:lnTo>
                  <a:lnTo>
                    <a:pt x="348" y="2393"/>
                  </a:lnTo>
                  <a:lnTo>
                    <a:pt x="338" y="2393"/>
                  </a:lnTo>
                  <a:lnTo>
                    <a:pt x="330" y="2395"/>
                  </a:lnTo>
                  <a:lnTo>
                    <a:pt x="325" y="2399"/>
                  </a:lnTo>
                  <a:lnTo>
                    <a:pt x="322" y="2405"/>
                  </a:lnTo>
                  <a:lnTo>
                    <a:pt x="319" y="2412"/>
                  </a:lnTo>
                  <a:lnTo>
                    <a:pt x="316" y="2419"/>
                  </a:lnTo>
                  <a:lnTo>
                    <a:pt x="311" y="2425"/>
                  </a:lnTo>
                  <a:lnTo>
                    <a:pt x="304" y="2428"/>
                  </a:lnTo>
                  <a:lnTo>
                    <a:pt x="294" y="2429"/>
                  </a:lnTo>
                  <a:lnTo>
                    <a:pt x="286" y="2430"/>
                  </a:lnTo>
                  <a:lnTo>
                    <a:pt x="282" y="2435"/>
                  </a:lnTo>
                  <a:lnTo>
                    <a:pt x="278" y="2439"/>
                  </a:lnTo>
                  <a:lnTo>
                    <a:pt x="276" y="2442"/>
                  </a:lnTo>
                  <a:lnTo>
                    <a:pt x="274" y="2442"/>
                  </a:lnTo>
                  <a:lnTo>
                    <a:pt x="272" y="2438"/>
                  </a:lnTo>
                  <a:lnTo>
                    <a:pt x="270" y="2426"/>
                  </a:lnTo>
                  <a:lnTo>
                    <a:pt x="268" y="2407"/>
                  </a:lnTo>
                  <a:lnTo>
                    <a:pt x="267" y="2397"/>
                  </a:lnTo>
                  <a:lnTo>
                    <a:pt x="267" y="2385"/>
                  </a:lnTo>
                  <a:lnTo>
                    <a:pt x="267" y="2373"/>
                  </a:lnTo>
                  <a:lnTo>
                    <a:pt x="267" y="2361"/>
                  </a:lnTo>
                  <a:lnTo>
                    <a:pt x="266" y="2350"/>
                  </a:lnTo>
                  <a:lnTo>
                    <a:pt x="263" y="2341"/>
                  </a:lnTo>
                  <a:lnTo>
                    <a:pt x="259" y="2335"/>
                  </a:lnTo>
                  <a:lnTo>
                    <a:pt x="252" y="2330"/>
                  </a:lnTo>
                  <a:lnTo>
                    <a:pt x="237" y="2324"/>
                  </a:lnTo>
                  <a:lnTo>
                    <a:pt x="229" y="2316"/>
                  </a:lnTo>
                  <a:lnTo>
                    <a:pt x="224" y="2309"/>
                  </a:lnTo>
                  <a:lnTo>
                    <a:pt x="223" y="2306"/>
                  </a:lnTo>
                  <a:lnTo>
                    <a:pt x="243" y="2284"/>
                  </a:lnTo>
                  <a:lnTo>
                    <a:pt x="223" y="2239"/>
                  </a:lnTo>
                  <a:lnTo>
                    <a:pt x="222" y="2238"/>
                  </a:lnTo>
                  <a:lnTo>
                    <a:pt x="220" y="2234"/>
                  </a:lnTo>
                  <a:lnTo>
                    <a:pt x="217" y="2228"/>
                  </a:lnTo>
                  <a:lnTo>
                    <a:pt x="211" y="2223"/>
                  </a:lnTo>
                  <a:lnTo>
                    <a:pt x="204" y="2218"/>
                  </a:lnTo>
                  <a:lnTo>
                    <a:pt x="195" y="2213"/>
                  </a:lnTo>
                  <a:lnTo>
                    <a:pt x="183" y="2210"/>
                  </a:lnTo>
                  <a:lnTo>
                    <a:pt x="170" y="2210"/>
                  </a:lnTo>
                  <a:lnTo>
                    <a:pt x="158" y="2209"/>
                  </a:lnTo>
                  <a:lnTo>
                    <a:pt x="148" y="2206"/>
                  </a:lnTo>
                  <a:lnTo>
                    <a:pt x="140" y="2201"/>
                  </a:lnTo>
                  <a:lnTo>
                    <a:pt x="133" y="2196"/>
                  </a:lnTo>
                  <a:lnTo>
                    <a:pt x="126" y="2192"/>
                  </a:lnTo>
                  <a:lnTo>
                    <a:pt x="119" y="2189"/>
                  </a:lnTo>
                  <a:lnTo>
                    <a:pt x="108" y="2189"/>
                  </a:lnTo>
                  <a:lnTo>
                    <a:pt x="95" y="2193"/>
                  </a:lnTo>
                  <a:lnTo>
                    <a:pt x="82" y="2197"/>
                  </a:lnTo>
                  <a:lnTo>
                    <a:pt x="77" y="2196"/>
                  </a:lnTo>
                  <a:lnTo>
                    <a:pt x="76" y="2191"/>
                  </a:lnTo>
                  <a:lnTo>
                    <a:pt x="78" y="2184"/>
                  </a:lnTo>
                  <a:lnTo>
                    <a:pt x="82" y="2175"/>
                  </a:lnTo>
                  <a:lnTo>
                    <a:pt x="85" y="2167"/>
                  </a:lnTo>
                  <a:lnTo>
                    <a:pt x="86" y="2159"/>
                  </a:lnTo>
                  <a:lnTo>
                    <a:pt x="83" y="2154"/>
                  </a:lnTo>
                  <a:lnTo>
                    <a:pt x="77" y="2150"/>
                  </a:lnTo>
                  <a:lnTo>
                    <a:pt x="70" y="2147"/>
                  </a:lnTo>
                  <a:lnTo>
                    <a:pt x="62" y="2144"/>
                  </a:lnTo>
                  <a:lnTo>
                    <a:pt x="54" y="2141"/>
                  </a:lnTo>
                  <a:lnTo>
                    <a:pt x="45" y="2139"/>
                  </a:lnTo>
                  <a:lnTo>
                    <a:pt x="37" y="2138"/>
                  </a:lnTo>
                  <a:lnTo>
                    <a:pt x="30" y="2136"/>
                  </a:lnTo>
                  <a:lnTo>
                    <a:pt x="24" y="2135"/>
                  </a:lnTo>
                  <a:lnTo>
                    <a:pt x="15" y="2129"/>
                  </a:lnTo>
                  <a:lnTo>
                    <a:pt x="7" y="2120"/>
                  </a:lnTo>
                  <a:lnTo>
                    <a:pt x="2" y="2112"/>
                  </a:lnTo>
                  <a:lnTo>
                    <a:pt x="0" y="2109"/>
                  </a:lnTo>
                  <a:lnTo>
                    <a:pt x="1" y="2108"/>
                  </a:lnTo>
                  <a:lnTo>
                    <a:pt x="3" y="2106"/>
                  </a:lnTo>
                  <a:lnTo>
                    <a:pt x="6" y="2102"/>
                  </a:lnTo>
                  <a:lnTo>
                    <a:pt x="9" y="2098"/>
                  </a:lnTo>
                  <a:lnTo>
                    <a:pt x="12" y="2093"/>
                  </a:lnTo>
                  <a:lnTo>
                    <a:pt x="15" y="2087"/>
                  </a:lnTo>
                  <a:lnTo>
                    <a:pt x="16" y="2081"/>
                  </a:lnTo>
                  <a:lnTo>
                    <a:pt x="16" y="2075"/>
                  </a:lnTo>
                  <a:lnTo>
                    <a:pt x="15" y="2069"/>
                  </a:lnTo>
                  <a:lnTo>
                    <a:pt x="16" y="2063"/>
                  </a:lnTo>
                  <a:lnTo>
                    <a:pt x="17" y="2057"/>
                  </a:lnTo>
                  <a:lnTo>
                    <a:pt x="19" y="2050"/>
                  </a:lnTo>
                  <a:lnTo>
                    <a:pt x="21" y="2045"/>
                  </a:lnTo>
                  <a:lnTo>
                    <a:pt x="22" y="2040"/>
                  </a:lnTo>
                  <a:lnTo>
                    <a:pt x="24" y="2037"/>
                  </a:lnTo>
                  <a:lnTo>
                    <a:pt x="24" y="2036"/>
                  </a:lnTo>
                  <a:lnTo>
                    <a:pt x="25" y="2034"/>
                  </a:lnTo>
                  <a:lnTo>
                    <a:pt x="27" y="2029"/>
                  </a:lnTo>
                  <a:lnTo>
                    <a:pt x="29" y="2022"/>
                  </a:lnTo>
                  <a:lnTo>
                    <a:pt x="32" y="2014"/>
                  </a:lnTo>
                  <a:lnTo>
                    <a:pt x="35" y="2005"/>
                  </a:lnTo>
                  <a:lnTo>
                    <a:pt x="37" y="1995"/>
                  </a:lnTo>
                  <a:lnTo>
                    <a:pt x="38" y="1986"/>
                  </a:lnTo>
                  <a:lnTo>
                    <a:pt x="38" y="1976"/>
                  </a:lnTo>
                  <a:lnTo>
                    <a:pt x="40" y="1968"/>
                  </a:lnTo>
                  <a:lnTo>
                    <a:pt x="47" y="1962"/>
                  </a:lnTo>
                  <a:lnTo>
                    <a:pt x="57" y="1955"/>
                  </a:lnTo>
                  <a:lnTo>
                    <a:pt x="68" y="1949"/>
                  </a:lnTo>
                  <a:lnTo>
                    <a:pt x="80" y="1942"/>
                  </a:lnTo>
                  <a:lnTo>
                    <a:pt x="90" y="1934"/>
                  </a:lnTo>
                  <a:lnTo>
                    <a:pt x="99" y="1923"/>
                  </a:lnTo>
                  <a:lnTo>
                    <a:pt x="103" y="1912"/>
                  </a:lnTo>
                  <a:lnTo>
                    <a:pt x="103" y="1901"/>
                  </a:lnTo>
                  <a:lnTo>
                    <a:pt x="101" y="1894"/>
                  </a:lnTo>
                  <a:lnTo>
                    <a:pt x="97" y="1888"/>
                  </a:lnTo>
                  <a:lnTo>
                    <a:pt x="94" y="1883"/>
                  </a:lnTo>
                  <a:lnTo>
                    <a:pt x="93" y="1877"/>
                  </a:lnTo>
                  <a:lnTo>
                    <a:pt x="93" y="1869"/>
                  </a:lnTo>
                  <a:lnTo>
                    <a:pt x="97" y="1859"/>
                  </a:lnTo>
                  <a:lnTo>
                    <a:pt x="106" y="1845"/>
                  </a:lnTo>
                  <a:lnTo>
                    <a:pt x="115" y="1830"/>
                  </a:lnTo>
                  <a:lnTo>
                    <a:pt x="120" y="1815"/>
                  </a:lnTo>
                  <a:lnTo>
                    <a:pt x="124" y="1803"/>
                  </a:lnTo>
                  <a:lnTo>
                    <a:pt x="127" y="1793"/>
                  </a:lnTo>
                  <a:lnTo>
                    <a:pt x="131" y="1783"/>
                  </a:lnTo>
                  <a:lnTo>
                    <a:pt x="139" y="1773"/>
                  </a:lnTo>
                  <a:lnTo>
                    <a:pt x="152" y="1764"/>
                  </a:lnTo>
                  <a:lnTo>
                    <a:pt x="170" y="1755"/>
                  </a:lnTo>
                  <a:lnTo>
                    <a:pt x="190" y="1746"/>
                  </a:lnTo>
                  <a:lnTo>
                    <a:pt x="206" y="1737"/>
                  </a:lnTo>
                  <a:lnTo>
                    <a:pt x="219" y="1729"/>
                  </a:lnTo>
                  <a:lnTo>
                    <a:pt x="230" y="1720"/>
                  </a:lnTo>
                  <a:lnTo>
                    <a:pt x="239" y="1712"/>
                  </a:lnTo>
                  <a:lnTo>
                    <a:pt x="248" y="1704"/>
                  </a:lnTo>
                  <a:lnTo>
                    <a:pt x="256" y="1697"/>
                  </a:lnTo>
                  <a:lnTo>
                    <a:pt x="265" y="1690"/>
                  </a:lnTo>
                  <a:lnTo>
                    <a:pt x="276" y="1683"/>
                  </a:lnTo>
                  <a:lnTo>
                    <a:pt x="289" y="1676"/>
                  </a:lnTo>
                  <a:lnTo>
                    <a:pt x="304" y="1671"/>
                  </a:lnTo>
                  <a:lnTo>
                    <a:pt x="319" y="1665"/>
                  </a:lnTo>
                  <a:lnTo>
                    <a:pt x="333" y="1659"/>
                  </a:lnTo>
                  <a:lnTo>
                    <a:pt x="347" y="1651"/>
                  </a:lnTo>
                  <a:lnTo>
                    <a:pt x="358" y="1643"/>
                  </a:lnTo>
                  <a:lnTo>
                    <a:pt x="366" y="1632"/>
                  </a:lnTo>
                  <a:lnTo>
                    <a:pt x="373" y="1620"/>
                  </a:lnTo>
                  <a:lnTo>
                    <a:pt x="380" y="1609"/>
                  </a:lnTo>
                  <a:lnTo>
                    <a:pt x="388" y="1600"/>
                  </a:lnTo>
                  <a:lnTo>
                    <a:pt x="398" y="1592"/>
                  </a:lnTo>
                  <a:lnTo>
                    <a:pt x="406" y="1585"/>
                  </a:lnTo>
                  <a:lnTo>
                    <a:pt x="415" y="1580"/>
                  </a:lnTo>
                  <a:lnTo>
                    <a:pt x="423" y="1576"/>
                  </a:lnTo>
                  <a:lnTo>
                    <a:pt x="430" y="1574"/>
                  </a:lnTo>
                  <a:lnTo>
                    <a:pt x="438" y="1572"/>
                  </a:lnTo>
                  <a:lnTo>
                    <a:pt x="450" y="1567"/>
                  </a:lnTo>
                  <a:lnTo>
                    <a:pt x="463" y="1560"/>
                  </a:lnTo>
                  <a:lnTo>
                    <a:pt x="477" y="1552"/>
                  </a:lnTo>
                  <a:lnTo>
                    <a:pt x="493" y="1543"/>
                  </a:lnTo>
                  <a:lnTo>
                    <a:pt x="509" y="1536"/>
                  </a:lnTo>
                  <a:lnTo>
                    <a:pt x="524" y="1529"/>
                  </a:lnTo>
                  <a:lnTo>
                    <a:pt x="539" y="1524"/>
                  </a:lnTo>
                  <a:lnTo>
                    <a:pt x="554" y="1520"/>
                  </a:lnTo>
                  <a:lnTo>
                    <a:pt x="566" y="1514"/>
                  </a:lnTo>
                  <a:lnTo>
                    <a:pt x="577" y="1507"/>
                  </a:lnTo>
                  <a:lnTo>
                    <a:pt x="586" y="1499"/>
                  </a:lnTo>
                  <a:lnTo>
                    <a:pt x="594" y="1492"/>
                  </a:lnTo>
                  <a:lnTo>
                    <a:pt x="600" y="1486"/>
                  </a:lnTo>
                  <a:lnTo>
                    <a:pt x="603" y="1482"/>
                  </a:lnTo>
                  <a:lnTo>
                    <a:pt x="604" y="1480"/>
                  </a:lnTo>
                  <a:lnTo>
                    <a:pt x="605" y="1480"/>
                  </a:lnTo>
                  <a:lnTo>
                    <a:pt x="609" y="1479"/>
                  </a:lnTo>
                  <a:lnTo>
                    <a:pt x="614" y="1478"/>
                  </a:lnTo>
                  <a:lnTo>
                    <a:pt x="621" y="1473"/>
                  </a:lnTo>
                  <a:lnTo>
                    <a:pt x="628" y="1467"/>
                  </a:lnTo>
                  <a:lnTo>
                    <a:pt x="635" y="1457"/>
                  </a:lnTo>
                  <a:lnTo>
                    <a:pt x="642" y="1444"/>
                  </a:lnTo>
                  <a:lnTo>
                    <a:pt x="647" y="1425"/>
                  </a:lnTo>
                  <a:lnTo>
                    <a:pt x="653" y="1407"/>
                  </a:lnTo>
                  <a:lnTo>
                    <a:pt x="662" y="1392"/>
                  </a:lnTo>
                  <a:lnTo>
                    <a:pt x="674" y="1382"/>
                  </a:lnTo>
                  <a:lnTo>
                    <a:pt x="687" y="1373"/>
                  </a:lnTo>
                  <a:lnTo>
                    <a:pt x="702" y="1367"/>
                  </a:lnTo>
                  <a:lnTo>
                    <a:pt x="717" y="1363"/>
                  </a:lnTo>
                  <a:lnTo>
                    <a:pt x="731" y="1359"/>
                  </a:lnTo>
                  <a:lnTo>
                    <a:pt x="745" y="1356"/>
                  </a:lnTo>
                  <a:lnTo>
                    <a:pt x="757" y="1353"/>
                  </a:lnTo>
                  <a:lnTo>
                    <a:pt x="768" y="1351"/>
                  </a:lnTo>
                  <a:lnTo>
                    <a:pt x="779" y="1349"/>
                  </a:lnTo>
                  <a:lnTo>
                    <a:pt x="788" y="1347"/>
                  </a:lnTo>
                  <a:lnTo>
                    <a:pt x="798" y="1345"/>
                  </a:lnTo>
                  <a:lnTo>
                    <a:pt x="805" y="1342"/>
                  </a:lnTo>
                  <a:lnTo>
                    <a:pt x="810" y="1339"/>
                  </a:lnTo>
                  <a:lnTo>
                    <a:pt x="814" y="1334"/>
                  </a:lnTo>
                  <a:lnTo>
                    <a:pt x="819" y="1329"/>
                  </a:lnTo>
                  <a:lnTo>
                    <a:pt x="826" y="1324"/>
                  </a:lnTo>
                  <a:lnTo>
                    <a:pt x="835" y="1321"/>
                  </a:lnTo>
                  <a:lnTo>
                    <a:pt x="846" y="1318"/>
                  </a:lnTo>
                  <a:lnTo>
                    <a:pt x="856" y="1315"/>
                  </a:lnTo>
                  <a:lnTo>
                    <a:pt x="866" y="1312"/>
                  </a:lnTo>
                  <a:lnTo>
                    <a:pt x="874" y="1309"/>
                  </a:lnTo>
                  <a:lnTo>
                    <a:pt x="881" y="1305"/>
                  </a:lnTo>
                  <a:lnTo>
                    <a:pt x="888" y="1301"/>
                  </a:lnTo>
                  <a:lnTo>
                    <a:pt x="901" y="1297"/>
                  </a:lnTo>
                  <a:lnTo>
                    <a:pt x="914" y="1294"/>
                  </a:lnTo>
                  <a:lnTo>
                    <a:pt x="930" y="1291"/>
                  </a:lnTo>
                  <a:lnTo>
                    <a:pt x="947" y="1289"/>
                  </a:lnTo>
                  <a:lnTo>
                    <a:pt x="962" y="1288"/>
                  </a:lnTo>
                  <a:lnTo>
                    <a:pt x="976" y="1287"/>
                  </a:lnTo>
                  <a:lnTo>
                    <a:pt x="987" y="1288"/>
                  </a:lnTo>
                  <a:lnTo>
                    <a:pt x="996" y="1287"/>
                  </a:lnTo>
                  <a:lnTo>
                    <a:pt x="1002" y="1284"/>
                  </a:lnTo>
                  <a:lnTo>
                    <a:pt x="1006" y="1277"/>
                  </a:lnTo>
                  <a:lnTo>
                    <a:pt x="1010" y="1268"/>
                  </a:lnTo>
                  <a:lnTo>
                    <a:pt x="1013" y="1258"/>
                  </a:lnTo>
                  <a:lnTo>
                    <a:pt x="1017" y="1247"/>
                  </a:lnTo>
                  <a:lnTo>
                    <a:pt x="1022" y="1235"/>
                  </a:lnTo>
                  <a:lnTo>
                    <a:pt x="1029" y="1223"/>
                  </a:lnTo>
                  <a:lnTo>
                    <a:pt x="1039" y="1212"/>
                  </a:lnTo>
                  <a:lnTo>
                    <a:pt x="1051" y="1202"/>
                  </a:lnTo>
                  <a:lnTo>
                    <a:pt x="1064" y="1193"/>
                  </a:lnTo>
                  <a:lnTo>
                    <a:pt x="1078" y="1185"/>
                  </a:lnTo>
                  <a:lnTo>
                    <a:pt x="1093" y="1179"/>
                  </a:lnTo>
                  <a:lnTo>
                    <a:pt x="1106" y="1173"/>
                  </a:lnTo>
                  <a:lnTo>
                    <a:pt x="1118" y="1169"/>
                  </a:lnTo>
                  <a:lnTo>
                    <a:pt x="1128" y="1167"/>
                  </a:lnTo>
                  <a:lnTo>
                    <a:pt x="1137" y="1165"/>
                  </a:lnTo>
                  <a:lnTo>
                    <a:pt x="1149" y="1161"/>
                  </a:lnTo>
                  <a:lnTo>
                    <a:pt x="1159" y="1155"/>
                  </a:lnTo>
                  <a:lnTo>
                    <a:pt x="1168" y="1149"/>
                  </a:lnTo>
                  <a:lnTo>
                    <a:pt x="1176" y="1142"/>
                  </a:lnTo>
                  <a:lnTo>
                    <a:pt x="1183" y="1135"/>
                  </a:lnTo>
                  <a:lnTo>
                    <a:pt x="1187" y="1129"/>
                  </a:lnTo>
                  <a:lnTo>
                    <a:pt x="1190" y="1122"/>
                  </a:lnTo>
                  <a:lnTo>
                    <a:pt x="1190" y="1116"/>
                  </a:lnTo>
                  <a:lnTo>
                    <a:pt x="1188" y="1107"/>
                  </a:lnTo>
                  <a:lnTo>
                    <a:pt x="1188" y="1097"/>
                  </a:lnTo>
                  <a:lnTo>
                    <a:pt x="1190" y="1086"/>
                  </a:lnTo>
                  <a:lnTo>
                    <a:pt x="1192" y="1075"/>
                  </a:lnTo>
                  <a:lnTo>
                    <a:pt x="1195" y="1063"/>
                  </a:lnTo>
                  <a:lnTo>
                    <a:pt x="1201" y="1053"/>
                  </a:lnTo>
                  <a:lnTo>
                    <a:pt x="1209" y="1044"/>
                  </a:lnTo>
                  <a:lnTo>
                    <a:pt x="1217" y="1038"/>
                  </a:lnTo>
                  <a:lnTo>
                    <a:pt x="1223" y="1036"/>
                  </a:lnTo>
                  <a:lnTo>
                    <a:pt x="1228" y="1036"/>
                  </a:lnTo>
                  <a:lnTo>
                    <a:pt x="1235" y="1038"/>
                  </a:lnTo>
                  <a:lnTo>
                    <a:pt x="1244" y="1041"/>
                  </a:lnTo>
                  <a:lnTo>
                    <a:pt x="1257" y="1043"/>
                  </a:lnTo>
                  <a:lnTo>
                    <a:pt x="1274" y="1043"/>
                  </a:lnTo>
                  <a:lnTo>
                    <a:pt x="1299" y="1041"/>
                  </a:lnTo>
                  <a:lnTo>
                    <a:pt x="1313" y="1039"/>
                  </a:lnTo>
                  <a:lnTo>
                    <a:pt x="1327" y="1037"/>
                  </a:lnTo>
                  <a:lnTo>
                    <a:pt x="1343" y="1035"/>
                  </a:lnTo>
                  <a:lnTo>
                    <a:pt x="1357" y="1033"/>
                  </a:lnTo>
                  <a:lnTo>
                    <a:pt x="1371" y="1030"/>
                  </a:lnTo>
                  <a:lnTo>
                    <a:pt x="1384" y="1028"/>
                  </a:lnTo>
                  <a:lnTo>
                    <a:pt x="1399" y="1025"/>
                  </a:lnTo>
                  <a:lnTo>
                    <a:pt x="1411" y="1022"/>
                  </a:lnTo>
                  <a:lnTo>
                    <a:pt x="1423" y="1019"/>
                  </a:lnTo>
                  <a:lnTo>
                    <a:pt x="1434" y="1016"/>
                  </a:lnTo>
                  <a:lnTo>
                    <a:pt x="1445" y="1013"/>
                  </a:lnTo>
                  <a:lnTo>
                    <a:pt x="1454" y="1009"/>
                  </a:lnTo>
                  <a:lnTo>
                    <a:pt x="1461" y="1006"/>
                  </a:lnTo>
                  <a:lnTo>
                    <a:pt x="1467" y="1002"/>
                  </a:lnTo>
                  <a:lnTo>
                    <a:pt x="1472" y="998"/>
                  </a:lnTo>
                  <a:lnTo>
                    <a:pt x="1475" y="993"/>
                  </a:lnTo>
                  <a:lnTo>
                    <a:pt x="1483" y="982"/>
                  </a:lnTo>
                  <a:lnTo>
                    <a:pt x="1497" y="966"/>
                  </a:lnTo>
                  <a:lnTo>
                    <a:pt x="1514" y="950"/>
                  </a:lnTo>
                  <a:lnTo>
                    <a:pt x="1533" y="933"/>
                  </a:lnTo>
                  <a:lnTo>
                    <a:pt x="1554" y="915"/>
                  </a:lnTo>
                  <a:lnTo>
                    <a:pt x="1573" y="899"/>
                  </a:lnTo>
                  <a:lnTo>
                    <a:pt x="1590" y="885"/>
                  </a:lnTo>
                  <a:lnTo>
                    <a:pt x="1601" y="875"/>
                  </a:lnTo>
                  <a:lnTo>
                    <a:pt x="1610" y="863"/>
                  </a:lnTo>
                  <a:lnTo>
                    <a:pt x="1621" y="846"/>
                  </a:lnTo>
                  <a:lnTo>
                    <a:pt x="1632" y="827"/>
                  </a:lnTo>
                  <a:lnTo>
                    <a:pt x="1645" y="805"/>
                  </a:lnTo>
                  <a:lnTo>
                    <a:pt x="1657" y="785"/>
                  </a:lnTo>
                  <a:lnTo>
                    <a:pt x="1669" y="766"/>
                  </a:lnTo>
                  <a:lnTo>
                    <a:pt x="1680" y="753"/>
                  </a:lnTo>
                  <a:lnTo>
                    <a:pt x="1691" y="746"/>
                  </a:lnTo>
                  <a:lnTo>
                    <a:pt x="1699" y="742"/>
                  </a:lnTo>
                  <a:lnTo>
                    <a:pt x="1705" y="736"/>
                  </a:lnTo>
                  <a:lnTo>
                    <a:pt x="1710" y="729"/>
                  </a:lnTo>
                  <a:lnTo>
                    <a:pt x="1714" y="720"/>
                  </a:lnTo>
                  <a:lnTo>
                    <a:pt x="1719" y="712"/>
                  </a:lnTo>
                  <a:lnTo>
                    <a:pt x="1726" y="704"/>
                  </a:lnTo>
                  <a:lnTo>
                    <a:pt x="1736" y="698"/>
                  </a:lnTo>
                  <a:lnTo>
                    <a:pt x="1750" y="692"/>
                  </a:lnTo>
                  <a:lnTo>
                    <a:pt x="1764" y="687"/>
                  </a:lnTo>
                  <a:lnTo>
                    <a:pt x="1774" y="681"/>
                  </a:lnTo>
                  <a:lnTo>
                    <a:pt x="1781" y="675"/>
                  </a:lnTo>
                  <a:lnTo>
                    <a:pt x="1786" y="668"/>
                  </a:lnTo>
                  <a:lnTo>
                    <a:pt x="1790" y="662"/>
                  </a:lnTo>
                  <a:lnTo>
                    <a:pt x="1791" y="656"/>
                  </a:lnTo>
                  <a:lnTo>
                    <a:pt x="1792" y="650"/>
                  </a:lnTo>
                  <a:lnTo>
                    <a:pt x="1792" y="645"/>
                  </a:lnTo>
                  <a:lnTo>
                    <a:pt x="1792" y="640"/>
                  </a:lnTo>
                  <a:lnTo>
                    <a:pt x="1791" y="636"/>
                  </a:lnTo>
                  <a:lnTo>
                    <a:pt x="1791" y="632"/>
                  </a:lnTo>
                  <a:lnTo>
                    <a:pt x="1792" y="627"/>
                  </a:lnTo>
                  <a:lnTo>
                    <a:pt x="1795" y="623"/>
                  </a:lnTo>
                  <a:lnTo>
                    <a:pt x="1801" y="617"/>
                  </a:lnTo>
                  <a:lnTo>
                    <a:pt x="1811" y="612"/>
                  </a:lnTo>
                  <a:lnTo>
                    <a:pt x="1825" y="605"/>
                  </a:lnTo>
                  <a:lnTo>
                    <a:pt x="1841" y="596"/>
                  </a:lnTo>
                  <a:lnTo>
                    <a:pt x="1852" y="582"/>
                  </a:lnTo>
                  <a:lnTo>
                    <a:pt x="1861" y="566"/>
                  </a:lnTo>
                  <a:lnTo>
                    <a:pt x="1868" y="550"/>
                  </a:lnTo>
                  <a:lnTo>
                    <a:pt x="1874" y="534"/>
                  </a:lnTo>
                  <a:lnTo>
                    <a:pt x="1880" y="519"/>
                  </a:lnTo>
                  <a:lnTo>
                    <a:pt x="1888" y="509"/>
                  </a:lnTo>
                  <a:lnTo>
                    <a:pt x="1895" y="504"/>
                  </a:lnTo>
                  <a:lnTo>
                    <a:pt x="1903" y="500"/>
                  </a:lnTo>
                  <a:lnTo>
                    <a:pt x="1911" y="494"/>
                  </a:lnTo>
                  <a:lnTo>
                    <a:pt x="1919" y="486"/>
                  </a:lnTo>
                  <a:lnTo>
                    <a:pt x="1927" y="477"/>
                  </a:lnTo>
                  <a:lnTo>
                    <a:pt x="1934" y="466"/>
                  </a:lnTo>
                  <a:lnTo>
                    <a:pt x="1940" y="456"/>
                  </a:lnTo>
                  <a:lnTo>
                    <a:pt x="1945" y="447"/>
                  </a:lnTo>
                  <a:lnTo>
                    <a:pt x="1949" y="439"/>
                  </a:lnTo>
                  <a:lnTo>
                    <a:pt x="1952" y="431"/>
                  </a:lnTo>
                  <a:lnTo>
                    <a:pt x="1956" y="420"/>
                  </a:lnTo>
                  <a:lnTo>
                    <a:pt x="1960" y="409"/>
                  </a:lnTo>
                  <a:lnTo>
                    <a:pt x="1964" y="397"/>
                  </a:lnTo>
                  <a:lnTo>
                    <a:pt x="1968" y="385"/>
                  </a:lnTo>
                  <a:lnTo>
                    <a:pt x="1970" y="374"/>
                  </a:lnTo>
                  <a:lnTo>
                    <a:pt x="1972" y="363"/>
                  </a:lnTo>
                  <a:lnTo>
                    <a:pt x="1973" y="355"/>
                  </a:lnTo>
                  <a:lnTo>
                    <a:pt x="1972" y="347"/>
                  </a:lnTo>
                  <a:lnTo>
                    <a:pt x="1969" y="337"/>
                  </a:lnTo>
                  <a:lnTo>
                    <a:pt x="1966" y="327"/>
                  </a:lnTo>
                  <a:lnTo>
                    <a:pt x="1963" y="315"/>
                  </a:lnTo>
                  <a:lnTo>
                    <a:pt x="1962" y="305"/>
                  </a:lnTo>
                  <a:lnTo>
                    <a:pt x="1965" y="295"/>
                  </a:lnTo>
                  <a:lnTo>
                    <a:pt x="1971" y="287"/>
                  </a:lnTo>
                  <a:lnTo>
                    <a:pt x="1982" y="282"/>
                  </a:lnTo>
                  <a:lnTo>
                    <a:pt x="1996" y="277"/>
                  </a:lnTo>
                  <a:lnTo>
                    <a:pt x="2006" y="272"/>
                  </a:lnTo>
                  <a:lnTo>
                    <a:pt x="2014" y="265"/>
                  </a:lnTo>
                  <a:lnTo>
                    <a:pt x="2019" y="257"/>
                  </a:lnTo>
                  <a:lnTo>
                    <a:pt x="2023" y="249"/>
                  </a:lnTo>
                  <a:lnTo>
                    <a:pt x="2024" y="241"/>
                  </a:lnTo>
                  <a:lnTo>
                    <a:pt x="2023" y="231"/>
                  </a:lnTo>
                  <a:lnTo>
                    <a:pt x="2021" y="221"/>
                  </a:lnTo>
                  <a:lnTo>
                    <a:pt x="2018" y="209"/>
                  </a:lnTo>
                  <a:lnTo>
                    <a:pt x="2015" y="197"/>
                  </a:lnTo>
                  <a:lnTo>
                    <a:pt x="2012" y="185"/>
                  </a:lnTo>
                  <a:lnTo>
                    <a:pt x="2012" y="173"/>
                  </a:lnTo>
                  <a:lnTo>
                    <a:pt x="2014" y="161"/>
                  </a:lnTo>
                  <a:lnTo>
                    <a:pt x="2020" y="151"/>
                  </a:lnTo>
                  <a:lnTo>
                    <a:pt x="2031" y="142"/>
                  </a:lnTo>
                  <a:lnTo>
                    <a:pt x="2047" y="136"/>
                  </a:lnTo>
                  <a:lnTo>
                    <a:pt x="2064" y="130"/>
                  </a:lnTo>
                  <a:lnTo>
                    <a:pt x="2079" y="122"/>
                  </a:lnTo>
                  <a:lnTo>
                    <a:pt x="2093" y="113"/>
                  </a:lnTo>
                  <a:lnTo>
                    <a:pt x="2103" y="105"/>
                  </a:lnTo>
                  <a:lnTo>
                    <a:pt x="2112" y="97"/>
                  </a:lnTo>
                  <a:lnTo>
                    <a:pt x="2117" y="91"/>
                  </a:lnTo>
                  <a:lnTo>
                    <a:pt x="2121" y="87"/>
                  </a:lnTo>
                  <a:lnTo>
                    <a:pt x="2122" y="85"/>
                  </a:lnTo>
                  <a:lnTo>
                    <a:pt x="2122" y="83"/>
                  </a:lnTo>
                  <a:lnTo>
                    <a:pt x="2121" y="78"/>
                  </a:lnTo>
                  <a:lnTo>
                    <a:pt x="2120" y="70"/>
                  </a:lnTo>
                  <a:lnTo>
                    <a:pt x="2121" y="60"/>
                  </a:lnTo>
                  <a:lnTo>
                    <a:pt x="2123" y="52"/>
                  </a:lnTo>
                  <a:lnTo>
                    <a:pt x="2128" y="44"/>
                  </a:lnTo>
                  <a:lnTo>
                    <a:pt x="2138" y="39"/>
                  </a:lnTo>
                  <a:lnTo>
                    <a:pt x="2150" y="38"/>
                  </a:lnTo>
                  <a:lnTo>
                    <a:pt x="2163" y="38"/>
                  </a:lnTo>
                  <a:lnTo>
                    <a:pt x="2172" y="37"/>
                  </a:lnTo>
                  <a:lnTo>
                    <a:pt x="2179" y="35"/>
                  </a:lnTo>
                  <a:lnTo>
                    <a:pt x="2187" y="33"/>
                  </a:lnTo>
                  <a:lnTo>
                    <a:pt x="2195" y="31"/>
                  </a:lnTo>
                  <a:lnTo>
                    <a:pt x="2205" y="32"/>
                  </a:lnTo>
                  <a:lnTo>
                    <a:pt x="2220" y="33"/>
                  </a:lnTo>
                  <a:lnTo>
                    <a:pt x="2240" y="38"/>
                  </a:lnTo>
                  <a:lnTo>
                    <a:pt x="2258" y="41"/>
                  </a:lnTo>
                  <a:lnTo>
                    <a:pt x="2268" y="37"/>
                  </a:lnTo>
                  <a:lnTo>
                    <a:pt x="2273" y="31"/>
                  </a:lnTo>
                  <a:lnTo>
                    <a:pt x="2276" y="22"/>
                  </a:lnTo>
                  <a:lnTo>
                    <a:pt x="2278" y="12"/>
                  </a:lnTo>
                  <a:lnTo>
                    <a:pt x="2283" y="5"/>
                  </a:lnTo>
                  <a:lnTo>
                    <a:pt x="2293" y="1"/>
                  </a:lnTo>
                  <a:lnTo>
                    <a:pt x="2310" y="3"/>
                  </a:lnTo>
                  <a:lnTo>
                    <a:pt x="2329" y="6"/>
                  </a:lnTo>
                  <a:lnTo>
                    <a:pt x="2345" y="5"/>
                  </a:lnTo>
                  <a:lnTo>
                    <a:pt x="2357" y="3"/>
                  </a:lnTo>
                  <a:lnTo>
                    <a:pt x="2367" y="0"/>
                  </a:lnTo>
                  <a:lnTo>
                    <a:pt x="2374" y="0"/>
                  </a:lnTo>
                  <a:lnTo>
                    <a:pt x="2381" y="2"/>
                  </a:lnTo>
                  <a:lnTo>
                    <a:pt x="2389" y="11"/>
                  </a:lnTo>
                  <a:lnTo>
                    <a:pt x="2397" y="27"/>
                  </a:lnTo>
                  <a:lnTo>
                    <a:pt x="2402" y="37"/>
                  </a:lnTo>
                  <a:lnTo>
                    <a:pt x="2407" y="49"/>
                  </a:lnTo>
                  <a:lnTo>
                    <a:pt x="2413" y="61"/>
                  </a:lnTo>
                  <a:lnTo>
                    <a:pt x="2420" y="75"/>
                  </a:lnTo>
                  <a:lnTo>
                    <a:pt x="2428" y="88"/>
                  </a:lnTo>
                  <a:lnTo>
                    <a:pt x="2437" y="101"/>
                  </a:lnTo>
                  <a:lnTo>
                    <a:pt x="2445" y="114"/>
                  </a:lnTo>
                  <a:lnTo>
                    <a:pt x="2453" y="128"/>
                  </a:lnTo>
                  <a:lnTo>
                    <a:pt x="2461" y="141"/>
                  </a:lnTo>
                  <a:lnTo>
                    <a:pt x="2469" y="153"/>
                  </a:lnTo>
                  <a:lnTo>
                    <a:pt x="2477" y="164"/>
                  </a:lnTo>
                  <a:lnTo>
                    <a:pt x="2486" y="174"/>
                  </a:lnTo>
                  <a:lnTo>
                    <a:pt x="2493" y="183"/>
                  </a:lnTo>
                  <a:lnTo>
                    <a:pt x="2500" y="190"/>
                  </a:lnTo>
                  <a:lnTo>
                    <a:pt x="2506" y="195"/>
                  </a:lnTo>
                  <a:lnTo>
                    <a:pt x="2511" y="198"/>
                  </a:lnTo>
                  <a:lnTo>
                    <a:pt x="2522" y="204"/>
                  </a:lnTo>
                  <a:lnTo>
                    <a:pt x="2538" y="214"/>
                  </a:lnTo>
                  <a:lnTo>
                    <a:pt x="2555" y="227"/>
                  </a:lnTo>
                  <a:lnTo>
                    <a:pt x="2573" y="242"/>
                  </a:lnTo>
                  <a:lnTo>
                    <a:pt x="2591" y="258"/>
                  </a:lnTo>
                  <a:lnTo>
                    <a:pt x="2608" y="275"/>
                  </a:lnTo>
                  <a:lnTo>
                    <a:pt x="2623" y="292"/>
                  </a:lnTo>
                  <a:lnTo>
                    <a:pt x="2634" y="307"/>
                  </a:lnTo>
                  <a:lnTo>
                    <a:pt x="2640" y="314"/>
                  </a:lnTo>
                  <a:lnTo>
                    <a:pt x="2647" y="321"/>
                  </a:lnTo>
                  <a:lnTo>
                    <a:pt x="2654" y="326"/>
                  </a:lnTo>
                  <a:lnTo>
                    <a:pt x="2662" y="330"/>
                  </a:lnTo>
                  <a:lnTo>
                    <a:pt x="2671" y="333"/>
                  </a:lnTo>
                  <a:lnTo>
                    <a:pt x="2681" y="336"/>
                  </a:lnTo>
                  <a:lnTo>
                    <a:pt x="2692" y="338"/>
                  </a:lnTo>
                  <a:lnTo>
                    <a:pt x="2704" y="339"/>
                  </a:lnTo>
                  <a:lnTo>
                    <a:pt x="2715" y="341"/>
                  </a:lnTo>
                  <a:lnTo>
                    <a:pt x="2727" y="342"/>
                  </a:lnTo>
                  <a:lnTo>
                    <a:pt x="2740" y="342"/>
                  </a:lnTo>
                  <a:lnTo>
                    <a:pt x="2752" y="343"/>
                  </a:lnTo>
                  <a:lnTo>
                    <a:pt x="2765" y="343"/>
                  </a:lnTo>
                  <a:lnTo>
                    <a:pt x="2777" y="343"/>
                  </a:lnTo>
                  <a:lnTo>
                    <a:pt x="2791" y="344"/>
                  </a:lnTo>
                  <a:lnTo>
                    <a:pt x="2803" y="344"/>
                  </a:lnTo>
                  <a:lnTo>
                    <a:pt x="2825" y="344"/>
                  </a:lnTo>
                  <a:lnTo>
                    <a:pt x="2843" y="342"/>
                  </a:lnTo>
                  <a:lnTo>
                    <a:pt x="2858" y="340"/>
                  </a:lnTo>
                  <a:lnTo>
                    <a:pt x="2870" y="338"/>
                  </a:lnTo>
                  <a:lnTo>
                    <a:pt x="2881" y="338"/>
                  </a:lnTo>
                  <a:lnTo>
                    <a:pt x="2892" y="340"/>
                  </a:lnTo>
                  <a:lnTo>
                    <a:pt x="2904" y="345"/>
                  </a:lnTo>
                  <a:lnTo>
                    <a:pt x="2917" y="355"/>
                  </a:lnTo>
                  <a:lnTo>
                    <a:pt x="2924" y="360"/>
                  </a:lnTo>
                  <a:lnTo>
                    <a:pt x="2933" y="364"/>
                  </a:lnTo>
                  <a:lnTo>
                    <a:pt x="2943" y="367"/>
                  </a:lnTo>
                  <a:lnTo>
                    <a:pt x="2954" y="369"/>
                  </a:lnTo>
                  <a:lnTo>
                    <a:pt x="2965" y="369"/>
                  </a:lnTo>
                  <a:lnTo>
                    <a:pt x="2976" y="369"/>
                  </a:lnTo>
                  <a:lnTo>
                    <a:pt x="2989" y="369"/>
                  </a:lnTo>
                  <a:lnTo>
                    <a:pt x="3001" y="3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75" name="Freeform 574">
              <a:extLst>
                <a:ext uri="{FF2B5EF4-FFF2-40B4-BE49-F238E27FC236}">
                  <a16:creationId xmlns:a16="http://schemas.microsoft.com/office/drawing/2014/main" id="{5713F3CB-67B5-C820-2BD0-52C0D7A10D93}"/>
                </a:ext>
              </a:extLst>
            </p:cNvPr>
            <p:cNvSpPr>
              <a:spLocks/>
            </p:cNvSpPr>
            <p:nvPr/>
          </p:nvSpPr>
          <p:spPr bwMode="auto">
            <a:xfrm>
              <a:off x="1988" y="2470"/>
              <a:ext cx="14" cy="22"/>
            </a:xfrm>
            <a:custGeom>
              <a:avLst/>
              <a:gdLst>
                <a:gd name="T0" fmla="*/ 0 w 56"/>
                <a:gd name="T1" fmla="*/ 0 h 88"/>
                <a:gd name="T2" fmla="*/ 0 w 56"/>
                <a:gd name="T3" fmla="*/ 0 h 88"/>
                <a:gd name="T4" fmla="*/ 0 w 56"/>
                <a:gd name="T5" fmla="*/ 0 h 88"/>
                <a:gd name="T6" fmla="*/ 0 w 56"/>
                <a:gd name="T7" fmla="*/ 0 h 88"/>
                <a:gd name="T8" fmla="*/ 0 w 56"/>
                <a:gd name="T9" fmla="*/ 0 h 88"/>
                <a:gd name="T10" fmla="*/ 0 w 56"/>
                <a:gd name="T11" fmla="*/ 0 h 88"/>
                <a:gd name="T12" fmla="*/ 0 w 56"/>
                <a:gd name="T13" fmla="*/ 0 h 88"/>
                <a:gd name="T14" fmla="*/ 0 w 56"/>
                <a:gd name="T15" fmla="*/ 0 h 88"/>
                <a:gd name="T16" fmla="*/ 0 w 56"/>
                <a:gd name="T17" fmla="*/ 0 h 88"/>
                <a:gd name="T18" fmla="*/ 0 w 56"/>
                <a:gd name="T19" fmla="*/ 0 h 88"/>
                <a:gd name="T20" fmla="*/ 0 w 56"/>
                <a:gd name="T21" fmla="*/ 0 h 88"/>
                <a:gd name="T22" fmla="*/ 0 w 56"/>
                <a:gd name="T23" fmla="*/ 0 h 88"/>
                <a:gd name="T24" fmla="*/ 0 w 56"/>
                <a:gd name="T25" fmla="*/ 0 h 88"/>
                <a:gd name="T26" fmla="*/ 0 w 56"/>
                <a:gd name="T27" fmla="*/ 0 h 88"/>
                <a:gd name="T28" fmla="*/ 0 w 56"/>
                <a:gd name="T29" fmla="*/ 0 h 88"/>
                <a:gd name="T30" fmla="*/ 0 w 56"/>
                <a:gd name="T31" fmla="*/ 0 h 88"/>
                <a:gd name="T32" fmla="*/ 0 w 56"/>
                <a:gd name="T33" fmla="*/ 0 h 88"/>
                <a:gd name="T34" fmla="*/ 0 w 56"/>
                <a:gd name="T35" fmla="*/ 0 h 88"/>
                <a:gd name="T36" fmla="*/ 0 w 56"/>
                <a:gd name="T37" fmla="*/ 0 h 88"/>
                <a:gd name="T38" fmla="*/ 0 w 56"/>
                <a:gd name="T39" fmla="*/ 0 h 88"/>
                <a:gd name="T40" fmla="*/ 0 w 56"/>
                <a:gd name="T41" fmla="*/ 0 h 88"/>
                <a:gd name="T42" fmla="*/ 0 w 56"/>
                <a:gd name="T43" fmla="*/ 0 h 88"/>
                <a:gd name="T44" fmla="*/ 0 w 56"/>
                <a:gd name="T45" fmla="*/ 0 h 88"/>
                <a:gd name="T46" fmla="*/ 0 w 56"/>
                <a:gd name="T47" fmla="*/ 0 h 88"/>
                <a:gd name="T48" fmla="*/ 0 w 56"/>
                <a:gd name="T49" fmla="*/ 0 h 88"/>
                <a:gd name="T50" fmla="*/ 0 w 56"/>
                <a:gd name="T51" fmla="*/ 0 h 88"/>
                <a:gd name="T52" fmla="*/ 0 w 56"/>
                <a:gd name="T53" fmla="*/ 0 h 88"/>
                <a:gd name="T54" fmla="*/ 0 w 56"/>
                <a:gd name="T55" fmla="*/ 0 h 88"/>
                <a:gd name="T56" fmla="*/ 0 w 56"/>
                <a:gd name="T57" fmla="*/ 0 h 88"/>
                <a:gd name="T58" fmla="*/ 0 w 56"/>
                <a:gd name="T59" fmla="*/ 0 h 88"/>
                <a:gd name="T60" fmla="*/ 0 w 56"/>
                <a:gd name="T61" fmla="*/ 0 h 88"/>
                <a:gd name="T62" fmla="*/ 0 w 56"/>
                <a:gd name="T63" fmla="*/ 0 h 88"/>
                <a:gd name="T64" fmla="*/ 0 w 56"/>
                <a:gd name="T65" fmla="*/ 0 h 88"/>
                <a:gd name="T66" fmla="*/ 0 w 56"/>
                <a:gd name="T67" fmla="*/ 0 h 88"/>
                <a:gd name="T68" fmla="*/ 0 w 56"/>
                <a:gd name="T69" fmla="*/ 0 h 88"/>
                <a:gd name="T70" fmla="*/ 0 w 56"/>
                <a:gd name="T71" fmla="*/ 0 h 88"/>
                <a:gd name="T72" fmla="*/ 0 w 56"/>
                <a:gd name="T73" fmla="*/ 0 h 88"/>
                <a:gd name="T74" fmla="*/ 0 w 56"/>
                <a:gd name="T75" fmla="*/ 0 h 88"/>
                <a:gd name="T76" fmla="*/ 0 w 56"/>
                <a:gd name="T77" fmla="*/ 0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88">
                  <a:moveTo>
                    <a:pt x="45" y="3"/>
                  </a:moveTo>
                  <a:lnTo>
                    <a:pt x="30" y="27"/>
                  </a:lnTo>
                  <a:lnTo>
                    <a:pt x="29" y="26"/>
                  </a:lnTo>
                  <a:lnTo>
                    <a:pt x="25" y="24"/>
                  </a:lnTo>
                  <a:lnTo>
                    <a:pt x="20" y="21"/>
                  </a:lnTo>
                  <a:lnTo>
                    <a:pt x="14" y="19"/>
                  </a:lnTo>
                  <a:lnTo>
                    <a:pt x="8" y="17"/>
                  </a:lnTo>
                  <a:lnTo>
                    <a:pt x="3" y="18"/>
                  </a:lnTo>
                  <a:lnTo>
                    <a:pt x="0" y="22"/>
                  </a:lnTo>
                  <a:lnTo>
                    <a:pt x="0" y="29"/>
                  </a:lnTo>
                  <a:lnTo>
                    <a:pt x="1" y="38"/>
                  </a:lnTo>
                  <a:lnTo>
                    <a:pt x="2" y="45"/>
                  </a:lnTo>
                  <a:lnTo>
                    <a:pt x="2" y="51"/>
                  </a:lnTo>
                  <a:lnTo>
                    <a:pt x="3" y="56"/>
                  </a:lnTo>
                  <a:lnTo>
                    <a:pt x="3" y="61"/>
                  </a:lnTo>
                  <a:lnTo>
                    <a:pt x="3" y="64"/>
                  </a:lnTo>
                  <a:lnTo>
                    <a:pt x="3" y="65"/>
                  </a:lnTo>
                  <a:lnTo>
                    <a:pt x="3" y="66"/>
                  </a:lnTo>
                  <a:lnTo>
                    <a:pt x="5" y="88"/>
                  </a:lnTo>
                  <a:lnTo>
                    <a:pt x="7" y="87"/>
                  </a:lnTo>
                  <a:lnTo>
                    <a:pt x="12" y="82"/>
                  </a:lnTo>
                  <a:lnTo>
                    <a:pt x="20" y="75"/>
                  </a:lnTo>
                  <a:lnTo>
                    <a:pt x="30" y="66"/>
                  </a:lnTo>
                  <a:lnTo>
                    <a:pt x="36" y="60"/>
                  </a:lnTo>
                  <a:lnTo>
                    <a:pt x="41" y="53"/>
                  </a:lnTo>
                  <a:lnTo>
                    <a:pt x="45" y="47"/>
                  </a:lnTo>
                  <a:lnTo>
                    <a:pt x="49" y="41"/>
                  </a:lnTo>
                  <a:lnTo>
                    <a:pt x="52" y="35"/>
                  </a:lnTo>
                  <a:lnTo>
                    <a:pt x="54" y="31"/>
                  </a:lnTo>
                  <a:lnTo>
                    <a:pt x="56" y="28"/>
                  </a:lnTo>
                  <a:lnTo>
                    <a:pt x="56" y="27"/>
                  </a:lnTo>
                  <a:lnTo>
                    <a:pt x="56" y="25"/>
                  </a:lnTo>
                  <a:lnTo>
                    <a:pt x="56" y="21"/>
                  </a:lnTo>
                  <a:lnTo>
                    <a:pt x="55" y="16"/>
                  </a:lnTo>
                  <a:lnTo>
                    <a:pt x="55" y="10"/>
                  </a:lnTo>
                  <a:lnTo>
                    <a:pt x="53" y="4"/>
                  </a:lnTo>
                  <a:lnTo>
                    <a:pt x="51" y="1"/>
                  </a:lnTo>
                  <a:lnTo>
                    <a:pt x="49" y="0"/>
                  </a:lnTo>
                  <a:lnTo>
                    <a:pt x="45" y="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76" name="Freeform 575">
              <a:extLst>
                <a:ext uri="{FF2B5EF4-FFF2-40B4-BE49-F238E27FC236}">
                  <a16:creationId xmlns:a16="http://schemas.microsoft.com/office/drawing/2014/main" id="{BD6213ED-7370-398D-8D4F-E78A05889762}"/>
                </a:ext>
              </a:extLst>
            </p:cNvPr>
            <p:cNvSpPr>
              <a:spLocks/>
            </p:cNvSpPr>
            <p:nvPr/>
          </p:nvSpPr>
          <p:spPr bwMode="auto">
            <a:xfrm>
              <a:off x="1988" y="2470"/>
              <a:ext cx="14" cy="22"/>
            </a:xfrm>
            <a:custGeom>
              <a:avLst/>
              <a:gdLst>
                <a:gd name="T0" fmla="*/ 0 w 56"/>
                <a:gd name="T1" fmla="*/ 0 h 88"/>
                <a:gd name="T2" fmla="*/ 0 w 56"/>
                <a:gd name="T3" fmla="*/ 0 h 88"/>
                <a:gd name="T4" fmla="*/ 0 w 56"/>
                <a:gd name="T5" fmla="*/ 0 h 88"/>
                <a:gd name="T6" fmla="*/ 0 w 56"/>
                <a:gd name="T7" fmla="*/ 0 h 88"/>
                <a:gd name="T8" fmla="*/ 0 w 56"/>
                <a:gd name="T9" fmla="*/ 0 h 88"/>
                <a:gd name="T10" fmla="*/ 0 w 56"/>
                <a:gd name="T11" fmla="*/ 0 h 88"/>
                <a:gd name="T12" fmla="*/ 0 w 56"/>
                <a:gd name="T13" fmla="*/ 0 h 88"/>
                <a:gd name="T14" fmla="*/ 0 w 56"/>
                <a:gd name="T15" fmla="*/ 0 h 88"/>
                <a:gd name="T16" fmla="*/ 0 w 56"/>
                <a:gd name="T17" fmla="*/ 0 h 88"/>
                <a:gd name="T18" fmla="*/ 0 w 56"/>
                <a:gd name="T19" fmla="*/ 0 h 88"/>
                <a:gd name="T20" fmla="*/ 0 w 56"/>
                <a:gd name="T21" fmla="*/ 0 h 88"/>
                <a:gd name="T22" fmla="*/ 0 w 56"/>
                <a:gd name="T23" fmla="*/ 0 h 88"/>
                <a:gd name="T24" fmla="*/ 0 w 56"/>
                <a:gd name="T25" fmla="*/ 0 h 88"/>
                <a:gd name="T26" fmla="*/ 0 w 56"/>
                <a:gd name="T27" fmla="*/ 0 h 88"/>
                <a:gd name="T28" fmla="*/ 0 w 56"/>
                <a:gd name="T29" fmla="*/ 0 h 88"/>
                <a:gd name="T30" fmla="*/ 0 w 56"/>
                <a:gd name="T31" fmla="*/ 0 h 88"/>
                <a:gd name="T32" fmla="*/ 0 w 56"/>
                <a:gd name="T33" fmla="*/ 0 h 88"/>
                <a:gd name="T34" fmla="*/ 0 w 56"/>
                <a:gd name="T35" fmla="*/ 0 h 88"/>
                <a:gd name="T36" fmla="*/ 0 w 56"/>
                <a:gd name="T37" fmla="*/ 0 h 88"/>
                <a:gd name="T38" fmla="*/ 0 w 56"/>
                <a:gd name="T39" fmla="*/ 0 h 88"/>
                <a:gd name="T40" fmla="*/ 0 w 56"/>
                <a:gd name="T41" fmla="*/ 0 h 88"/>
                <a:gd name="T42" fmla="*/ 0 w 56"/>
                <a:gd name="T43" fmla="*/ 0 h 88"/>
                <a:gd name="T44" fmla="*/ 0 w 56"/>
                <a:gd name="T45" fmla="*/ 0 h 88"/>
                <a:gd name="T46" fmla="*/ 0 w 56"/>
                <a:gd name="T47" fmla="*/ 0 h 88"/>
                <a:gd name="T48" fmla="*/ 0 w 56"/>
                <a:gd name="T49" fmla="*/ 0 h 88"/>
                <a:gd name="T50" fmla="*/ 0 w 56"/>
                <a:gd name="T51" fmla="*/ 0 h 88"/>
                <a:gd name="T52" fmla="*/ 0 w 56"/>
                <a:gd name="T53" fmla="*/ 0 h 88"/>
                <a:gd name="T54" fmla="*/ 0 w 56"/>
                <a:gd name="T55" fmla="*/ 0 h 88"/>
                <a:gd name="T56" fmla="*/ 0 w 56"/>
                <a:gd name="T57" fmla="*/ 0 h 88"/>
                <a:gd name="T58" fmla="*/ 0 w 56"/>
                <a:gd name="T59" fmla="*/ 0 h 88"/>
                <a:gd name="T60" fmla="*/ 0 w 56"/>
                <a:gd name="T61" fmla="*/ 0 h 88"/>
                <a:gd name="T62" fmla="*/ 0 w 56"/>
                <a:gd name="T63" fmla="*/ 0 h 88"/>
                <a:gd name="T64" fmla="*/ 0 w 56"/>
                <a:gd name="T65" fmla="*/ 0 h 88"/>
                <a:gd name="T66" fmla="*/ 0 w 56"/>
                <a:gd name="T67" fmla="*/ 0 h 88"/>
                <a:gd name="T68" fmla="*/ 0 w 56"/>
                <a:gd name="T69" fmla="*/ 0 h 88"/>
                <a:gd name="T70" fmla="*/ 0 w 56"/>
                <a:gd name="T71" fmla="*/ 0 h 88"/>
                <a:gd name="T72" fmla="*/ 0 w 56"/>
                <a:gd name="T73" fmla="*/ 0 h 88"/>
                <a:gd name="T74" fmla="*/ 0 w 56"/>
                <a:gd name="T75" fmla="*/ 0 h 88"/>
                <a:gd name="T76" fmla="*/ 0 w 56"/>
                <a:gd name="T77" fmla="*/ 0 h 88"/>
                <a:gd name="T78" fmla="*/ 0 w 56"/>
                <a:gd name="T79" fmla="*/ 0 h 88"/>
                <a:gd name="T80" fmla="*/ 0 w 56"/>
                <a:gd name="T81" fmla="*/ 0 h 88"/>
                <a:gd name="T82" fmla="*/ 0 w 56"/>
                <a:gd name="T83" fmla="*/ 0 h 88"/>
                <a:gd name="T84" fmla="*/ 0 w 56"/>
                <a:gd name="T85" fmla="*/ 0 h 88"/>
                <a:gd name="T86" fmla="*/ 0 w 56"/>
                <a:gd name="T87" fmla="*/ 0 h 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6" h="88">
                  <a:moveTo>
                    <a:pt x="45" y="3"/>
                  </a:moveTo>
                  <a:lnTo>
                    <a:pt x="30" y="27"/>
                  </a:lnTo>
                  <a:lnTo>
                    <a:pt x="29" y="26"/>
                  </a:lnTo>
                  <a:lnTo>
                    <a:pt x="25" y="24"/>
                  </a:lnTo>
                  <a:lnTo>
                    <a:pt x="20" y="21"/>
                  </a:lnTo>
                  <a:lnTo>
                    <a:pt x="14" y="19"/>
                  </a:lnTo>
                  <a:lnTo>
                    <a:pt x="8" y="17"/>
                  </a:lnTo>
                  <a:lnTo>
                    <a:pt x="3" y="18"/>
                  </a:lnTo>
                  <a:lnTo>
                    <a:pt x="0" y="22"/>
                  </a:lnTo>
                  <a:lnTo>
                    <a:pt x="0" y="29"/>
                  </a:lnTo>
                  <a:lnTo>
                    <a:pt x="1" y="38"/>
                  </a:lnTo>
                  <a:lnTo>
                    <a:pt x="2" y="45"/>
                  </a:lnTo>
                  <a:lnTo>
                    <a:pt x="2" y="51"/>
                  </a:lnTo>
                  <a:lnTo>
                    <a:pt x="3" y="56"/>
                  </a:lnTo>
                  <a:lnTo>
                    <a:pt x="3" y="61"/>
                  </a:lnTo>
                  <a:lnTo>
                    <a:pt x="3" y="64"/>
                  </a:lnTo>
                  <a:lnTo>
                    <a:pt x="3" y="65"/>
                  </a:lnTo>
                  <a:lnTo>
                    <a:pt x="3" y="66"/>
                  </a:lnTo>
                  <a:lnTo>
                    <a:pt x="5" y="88"/>
                  </a:lnTo>
                  <a:lnTo>
                    <a:pt x="7" y="87"/>
                  </a:lnTo>
                  <a:lnTo>
                    <a:pt x="12" y="82"/>
                  </a:lnTo>
                  <a:lnTo>
                    <a:pt x="20" y="75"/>
                  </a:lnTo>
                  <a:lnTo>
                    <a:pt x="30" y="66"/>
                  </a:lnTo>
                  <a:lnTo>
                    <a:pt x="36" y="60"/>
                  </a:lnTo>
                  <a:lnTo>
                    <a:pt x="41" y="53"/>
                  </a:lnTo>
                  <a:lnTo>
                    <a:pt x="45" y="47"/>
                  </a:lnTo>
                  <a:lnTo>
                    <a:pt x="49" y="41"/>
                  </a:lnTo>
                  <a:lnTo>
                    <a:pt x="52" y="35"/>
                  </a:lnTo>
                  <a:lnTo>
                    <a:pt x="54" y="31"/>
                  </a:lnTo>
                  <a:lnTo>
                    <a:pt x="56" y="28"/>
                  </a:lnTo>
                  <a:lnTo>
                    <a:pt x="56" y="27"/>
                  </a:lnTo>
                  <a:lnTo>
                    <a:pt x="56" y="25"/>
                  </a:lnTo>
                  <a:lnTo>
                    <a:pt x="56" y="21"/>
                  </a:lnTo>
                  <a:lnTo>
                    <a:pt x="55" y="16"/>
                  </a:lnTo>
                  <a:lnTo>
                    <a:pt x="55" y="10"/>
                  </a:lnTo>
                  <a:lnTo>
                    <a:pt x="53" y="4"/>
                  </a:lnTo>
                  <a:lnTo>
                    <a:pt x="51" y="1"/>
                  </a:lnTo>
                  <a:lnTo>
                    <a:pt x="49" y="0"/>
                  </a:lnTo>
                  <a:lnTo>
                    <a:pt x="45" y="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77" name="Freeform 576">
              <a:extLst>
                <a:ext uri="{FF2B5EF4-FFF2-40B4-BE49-F238E27FC236}">
                  <a16:creationId xmlns:a16="http://schemas.microsoft.com/office/drawing/2014/main" id="{4A6255D8-CD0F-97D6-9E4C-A64956286805}"/>
                </a:ext>
              </a:extLst>
            </p:cNvPr>
            <p:cNvSpPr>
              <a:spLocks/>
            </p:cNvSpPr>
            <p:nvPr/>
          </p:nvSpPr>
          <p:spPr bwMode="auto">
            <a:xfrm>
              <a:off x="1939" y="2472"/>
              <a:ext cx="13" cy="13"/>
            </a:xfrm>
            <a:custGeom>
              <a:avLst/>
              <a:gdLst>
                <a:gd name="T0" fmla="*/ 0 w 51"/>
                <a:gd name="T1" fmla="*/ 0 h 51"/>
                <a:gd name="T2" fmla="*/ 0 w 51"/>
                <a:gd name="T3" fmla="*/ 0 h 51"/>
                <a:gd name="T4" fmla="*/ 0 w 51"/>
                <a:gd name="T5" fmla="*/ 0 h 51"/>
                <a:gd name="T6" fmla="*/ 0 w 51"/>
                <a:gd name="T7" fmla="*/ 0 h 51"/>
                <a:gd name="T8" fmla="*/ 0 w 51"/>
                <a:gd name="T9" fmla="*/ 0 h 51"/>
                <a:gd name="T10" fmla="*/ 0 w 51"/>
                <a:gd name="T11" fmla="*/ 0 h 51"/>
                <a:gd name="T12" fmla="*/ 0 w 51"/>
                <a:gd name="T13" fmla="*/ 0 h 51"/>
                <a:gd name="T14" fmla="*/ 0 w 51"/>
                <a:gd name="T15" fmla="*/ 0 h 51"/>
                <a:gd name="T16" fmla="*/ 0 w 51"/>
                <a:gd name="T17" fmla="*/ 0 h 51"/>
                <a:gd name="T18" fmla="*/ 0 w 51"/>
                <a:gd name="T19" fmla="*/ 0 h 51"/>
                <a:gd name="T20" fmla="*/ 0 w 51"/>
                <a:gd name="T21" fmla="*/ 0 h 51"/>
                <a:gd name="T22" fmla="*/ 0 w 51"/>
                <a:gd name="T23" fmla="*/ 0 h 51"/>
                <a:gd name="T24" fmla="*/ 0 w 51"/>
                <a:gd name="T25" fmla="*/ 0 h 51"/>
                <a:gd name="T26" fmla="*/ 0 w 51"/>
                <a:gd name="T27" fmla="*/ 0 h 51"/>
                <a:gd name="T28" fmla="*/ 0 w 51"/>
                <a:gd name="T29" fmla="*/ 0 h 51"/>
                <a:gd name="T30" fmla="*/ 0 w 51"/>
                <a:gd name="T31" fmla="*/ 0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1" h="51">
                  <a:moveTo>
                    <a:pt x="28" y="42"/>
                  </a:moveTo>
                  <a:lnTo>
                    <a:pt x="51" y="25"/>
                  </a:lnTo>
                  <a:lnTo>
                    <a:pt x="43" y="0"/>
                  </a:lnTo>
                  <a:lnTo>
                    <a:pt x="1" y="22"/>
                  </a:lnTo>
                  <a:lnTo>
                    <a:pt x="1" y="23"/>
                  </a:lnTo>
                  <a:lnTo>
                    <a:pt x="0" y="27"/>
                  </a:lnTo>
                  <a:lnTo>
                    <a:pt x="0" y="32"/>
                  </a:lnTo>
                  <a:lnTo>
                    <a:pt x="0" y="37"/>
                  </a:lnTo>
                  <a:lnTo>
                    <a:pt x="0" y="42"/>
                  </a:lnTo>
                  <a:lnTo>
                    <a:pt x="2" y="47"/>
                  </a:lnTo>
                  <a:lnTo>
                    <a:pt x="5" y="51"/>
                  </a:lnTo>
                  <a:lnTo>
                    <a:pt x="9" y="51"/>
                  </a:lnTo>
                  <a:lnTo>
                    <a:pt x="18" y="47"/>
                  </a:lnTo>
                  <a:lnTo>
                    <a:pt x="24" y="45"/>
                  </a:lnTo>
                  <a:lnTo>
                    <a:pt x="27" y="43"/>
                  </a:lnTo>
                  <a:lnTo>
                    <a:pt x="28" y="4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78" name="Freeform 577">
              <a:extLst>
                <a:ext uri="{FF2B5EF4-FFF2-40B4-BE49-F238E27FC236}">
                  <a16:creationId xmlns:a16="http://schemas.microsoft.com/office/drawing/2014/main" id="{A0FA9D3A-11F3-BCA1-651F-45D7EB27AEB0}"/>
                </a:ext>
              </a:extLst>
            </p:cNvPr>
            <p:cNvSpPr>
              <a:spLocks/>
            </p:cNvSpPr>
            <p:nvPr/>
          </p:nvSpPr>
          <p:spPr bwMode="auto">
            <a:xfrm>
              <a:off x="1939" y="2472"/>
              <a:ext cx="13" cy="13"/>
            </a:xfrm>
            <a:custGeom>
              <a:avLst/>
              <a:gdLst>
                <a:gd name="T0" fmla="*/ 0 w 51"/>
                <a:gd name="T1" fmla="*/ 0 h 51"/>
                <a:gd name="T2" fmla="*/ 0 w 51"/>
                <a:gd name="T3" fmla="*/ 0 h 51"/>
                <a:gd name="T4" fmla="*/ 0 w 51"/>
                <a:gd name="T5" fmla="*/ 0 h 51"/>
                <a:gd name="T6" fmla="*/ 0 w 51"/>
                <a:gd name="T7" fmla="*/ 0 h 51"/>
                <a:gd name="T8" fmla="*/ 0 w 51"/>
                <a:gd name="T9" fmla="*/ 0 h 51"/>
                <a:gd name="T10" fmla="*/ 0 w 51"/>
                <a:gd name="T11" fmla="*/ 0 h 51"/>
                <a:gd name="T12" fmla="*/ 0 w 51"/>
                <a:gd name="T13" fmla="*/ 0 h 51"/>
                <a:gd name="T14" fmla="*/ 0 w 51"/>
                <a:gd name="T15" fmla="*/ 0 h 51"/>
                <a:gd name="T16" fmla="*/ 0 w 51"/>
                <a:gd name="T17" fmla="*/ 0 h 51"/>
                <a:gd name="T18" fmla="*/ 0 w 51"/>
                <a:gd name="T19" fmla="*/ 0 h 51"/>
                <a:gd name="T20" fmla="*/ 0 w 51"/>
                <a:gd name="T21" fmla="*/ 0 h 51"/>
                <a:gd name="T22" fmla="*/ 0 w 51"/>
                <a:gd name="T23" fmla="*/ 0 h 51"/>
                <a:gd name="T24" fmla="*/ 0 w 51"/>
                <a:gd name="T25" fmla="*/ 0 h 51"/>
                <a:gd name="T26" fmla="*/ 0 w 51"/>
                <a:gd name="T27" fmla="*/ 0 h 51"/>
                <a:gd name="T28" fmla="*/ 0 w 51"/>
                <a:gd name="T29" fmla="*/ 0 h 51"/>
                <a:gd name="T30" fmla="*/ 0 w 51"/>
                <a:gd name="T31" fmla="*/ 0 h 51"/>
                <a:gd name="T32" fmla="*/ 0 w 51"/>
                <a:gd name="T33" fmla="*/ 0 h 51"/>
                <a:gd name="T34" fmla="*/ 0 w 51"/>
                <a:gd name="T35" fmla="*/ 0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1" h="51">
                  <a:moveTo>
                    <a:pt x="28" y="42"/>
                  </a:moveTo>
                  <a:lnTo>
                    <a:pt x="51" y="25"/>
                  </a:lnTo>
                  <a:lnTo>
                    <a:pt x="43" y="0"/>
                  </a:lnTo>
                  <a:lnTo>
                    <a:pt x="1" y="22"/>
                  </a:lnTo>
                  <a:lnTo>
                    <a:pt x="1" y="23"/>
                  </a:lnTo>
                  <a:lnTo>
                    <a:pt x="0" y="27"/>
                  </a:lnTo>
                  <a:lnTo>
                    <a:pt x="0" y="32"/>
                  </a:lnTo>
                  <a:lnTo>
                    <a:pt x="0" y="37"/>
                  </a:lnTo>
                  <a:lnTo>
                    <a:pt x="0" y="42"/>
                  </a:lnTo>
                  <a:lnTo>
                    <a:pt x="2" y="47"/>
                  </a:lnTo>
                  <a:lnTo>
                    <a:pt x="5" y="51"/>
                  </a:lnTo>
                  <a:lnTo>
                    <a:pt x="9" y="51"/>
                  </a:lnTo>
                  <a:lnTo>
                    <a:pt x="18" y="47"/>
                  </a:lnTo>
                  <a:lnTo>
                    <a:pt x="24" y="45"/>
                  </a:lnTo>
                  <a:lnTo>
                    <a:pt x="27" y="43"/>
                  </a:lnTo>
                  <a:lnTo>
                    <a:pt x="28"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79" name="Freeform 578">
              <a:extLst>
                <a:ext uri="{FF2B5EF4-FFF2-40B4-BE49-F238E27FC236}">
                  <a16:creationId xmlns:a16="http://schemas.microsoft.com/office/drawing/2014/main" id="{74C7F4AB-54D4-10A9-00A6-282F5A7A244C}"/>
                </a:ext>
              </a:extLst>
            </p:cNvPr>
            <p:cNvSpPr>
              <a:spLocks/>
            </p:cNvSpPr>
            <p:nvPr/>
          </p:nvSpPr>
          <p:spPr bwMode="auto">
            <a:xfrm>
              <a:off x="1951" y="2485"/>
              <a:ext cx="7" cy="11"/>
            </a:xfrm>
            <a:custGeom>
              <a:avLst/>
              <a:gdLst>
                <a:gd name="T0" fmla="*/ 0 w 27"/>
                <a:gd name="T1" fmla="*/ 0 h 41"/>
                <a:gd name="T2" fmla="*/ 0 w 27"/>
                <a:gd name="T3" fmla="*/ 0 h 41"/>
                <a:gd name="T4" fmla="*/ 0 w 27"/>
                <a:gd name="T5" fmla="*/ 0 h 41"/>
                <a:gd name="T6" fmla="*/ 0 w 27"/>
                <a:gd name="T7" fmla="*/ 0 h 41"/>
                <a:gd name="T8" fmla="*/ 0 w 27"/>
                <a:gd name="T9" fmla="*/ 0 h 41"/>
                <a:gd name="T10" fmla="*/ 0 w 27"/>
                <a:gd name="T11" fmla="*/ 0 h 41"/>
                <a:gd name="T12" fmla="*/ 0 w 27"/>
                <a:gd name="T13" fmla="*/ 0 h 41"/>
                <a:gd name="T14" fmla="*/ 0 w 27"/>
                <a:gd name="T15" fmla="*/ 0 h 41"/>
                <a:gd name="T16" fmla="*/ 0 w 27"/>
                <a:gd name="T17" fmla="*/ 0 h 41"/>
                <a:gd name="T18" fmla="*/ 0 w 27"/>
                <a:gd name="T19" fmla="*/ 0 h 41"/>
                <a:gd name="T20" fmla="*/ 0 w 2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7" h="41">
                  <a:moveTo>
                    <a:pt x="27" y="22"/>
                  </a:moveTo>
                  <a:lnTo>
                    <a:pt x="27" y="25"/>
                  </a:lnTo>
                  <a:lnTo>
                    <a:pt x="27" y="30"/>
                  </a:lnTo>
                  <a:lnTo>
                    <a:pt x="24" y="37"/>
                  </a:lnTo>
                  <a:lnTo>
                    <a:pt x="16" y="41"/>
                  </a:lnTo>
                  <a:lnTo>
                    <a:pt x="8" y="40"/>
                  </a:lnTo>
                  <a:lnTo>
                    <a:pt x="3" y="34"/>
                  </a:lnTo>
                  <a:lnTo>
                    <a:pt x="1" y="27"/>
                  </a:lnTo>
                  <a:lnTo>
                    <a:pt x="0" y="24"/>
                  </a:lnTo>
                  <a:lnTo>
                    <a:pt x="16" y="0"/>
                  </a:lnTo>
                  <a:lnTo>
                    <a:pt x="27" y="2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80" name="Freeform 579">
              <a:extLst>
                <a:ext uri="{FF2B5EF4-FFF2-40B4-BE49-F238E27FC236}">
                  <a16:creationId xmlns:a16="http://schemas.microsoft.com/office/drawing/2014/main" id="{5BB6D392-14A0-291B-4E22-BA55B1066607}"/>
                </a:ext>
              </a:extLst>
            </p:cNvPr>
            <p:cNvSpPr>
              <a:spLocks/>
            </p:cNvSpPr>
            <p:nvPr/>
          </p:nvSpPr>
          <p:spPr bwMode="auto">
            <a:xfrm>
              <a:off x="1951" y="2485"/>
              <a:ext cx="7" cy="11"/>
            </a:xfrm>
            <a:custGeom>
              <a:avLst/>
              <a:gdLst>
                <a:gd name="T0" fmla="*/ 0 w 27"/>
                <a:gd name="T1" fmla="*/ 0 h 41"/>
                <a:gd name="T2" fmla="*/ 0 w 27"/>
                <a:gd name="T3" fmla="*/ 0 h 41"/>
                <a:gd name="T4" fmla="*/ 0 w 27"/>
                <a:gd name="T5" fmla="*/ 0 h 41"/>
                <a:gd name="T6" fmla="*/ 0 w 27"/>
                <a:gd name="T7" fmla="*/ 0 h 41"/>
                <a:gd name="T8" fmla="*/ 0 w 27"/>
                <a:gd name="T9" fmla="*/ 0 h 41"/>
                <a:gd name="T10" fmla="*/ 0 w 27"/>
                <a:gd name="T11" fmla="*/ 0 h 41"/>
                <a:gd name="T12" fmla="*/ 0 w 27"/>
                <a:gd name="T13" fmla="*/ 0 h 41"/>
                <a:gd name="T14" fmla="*/ 0 w 27"/>
                <a:gd name="T15" fmla="*/ 0 h 41"/>
                <a:gd name="T16" fmla="*/ 0 w 27"/>
                <a:gd name="T17" fmla="*/ 0 h 41"/>
                <a:gd name="T18" fmla="*/ 0 w 27"/>
                <a:gd name="T19" fmla="*/ 0 h 41"/>
                <a:gd name="T20" fmla="*/ 0 w 27"/>
                <a:gd name="T21" fmla="*/ 0 h 41"/>
                <a:gd name="T22" fmla="*/ 0 w 27"/>
                <a:gd name="T23" fmla="*/ 0 h 41"/>
                <a:gd name="T24" fmla="*/ 0 w 27"/>
                <a:gd name="T25" fmla="*/ 0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 h="41">
                  <a:moveTo>
                    <a:pt x="27" y="22"/>
                  </a:moveTo>
                  <a:lnTo>
                    <a:pt x="27" y="22"/>
                  </a:lnTo>
                  <a:lnTo>
                    <a:pt x="27" y="25"/>
                  </a:lnTo>
                  <a:lnTo>
                    <a:pt x="27" y="30"/>
                  </a:lnTo>
                  <a:lnTo>
                    <a:pt x="24" y="37"/>
                  </a:lnTo>
                  <a:lnTo>
                    <a:pt x="16" y="41"/>
                  </a:lnTo>
                  <a:lnTo>
                    <a:pt x="8" y="40"/>
                  </a:lnTo>
                  <a:lnTo>
                    <a:pt x="3" y="34"/>
                  </a:lnTo>
                  <a:lnTo>
                    <a:pt x="1" y="27"/>
                  </a:lnTo>
                  <a:lnTo>
                    <a:pt x="0" y="24"/>
                  </a:lnTo>
                  <a:lnTo>
                    <a:pt x="16" y="0"/>
                  </a:lnTo>
                  <a:lnTo>
                    <a:pt x="27"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81" name="Freeform 580">
              <a:extLst>
                <a:ext uri="{FF2B5EF4-FFF2-40B4-BE49-F238E27FC236}">
                  <a16:creationId xmlns:a16="http://schemas.microsoft.com/office/drawing/2014/main" id="{A285031A-DD4B-9526-346D-0280F872FB79}"/>
                </a:ext>
              </a:extLst>
            </p:cNvPr>
            <p:cNvSpPr>
              <a:spLocks/>
            </p:cNvSpPr>
            <p:nvPr/>
          </p:nvSpPr>
          <p:spPr bwMode="auto">
            <a:xfrm>
              <a:off x="1970" y="2508"/>
              <a:ext cx="6" cy="4"/>
            </a:xfrm>
            <a:custGeom>
              <a:avLst/>
              <a:gdLst>
                <a:gd name="T0" fmla="*/ 0 w 28"/>
                <a:gd name="T1" fmla="*/ 0 h 15"/>
                <a:gd name="T2" fmla="*/ 0 w 28"/>
                <a:gd name="T3" fmla="*/ 0 h 15"/>
                <a:gd name="T4" fmla="*/ 0 w 28"/>
                <a:gd name="T5" fmla="*/ 0 h 15"/>
                <a:gd name="T6" fmla="*/ 0 w 28"/>
                <a:gd name="T7" fmla="*/ 0 h 15"/>
                <a:gd name="T8" fmla="*/ 0 w 28"/>
                <a:gd name="T9" fmla="*/ 0 h 15"/>
                <a:gd name="T10" fmla="*/ 0 w 28"/>
                <a:gd name="T11" fmla="*/ 0 h 15"/>
                <a:gd name="T12" fmla="*/ 0 w 28"/>
                <a:gd name="T13" fmla="*/ 0 h 15"/>
                <a:gd name="T14" fmla="*/ 0 w 28"/>
                <a:gd name="T15" fmla="*/ 0 h 15"/>
                <a:gd name="T16" fmla="*/ 0 w 28"/>
                <a:gd name="T17" fmla="*/ 0 h 15"/>
                <a:gd name="T18" fmla="*/ 0 w 28"/>
                <a:gd name="T19" fmla="*/ 0 h 15"/>
                <a:gd name="T20" fmla="*/ 0 w 28"/>
                <a:gd name="T21" fmla="*/ 0 h 15"/>
                <a:gd name="T22" fmla="*/ 0 w 28"/>
                <a:gd name="T23" fmla="*/ 0 h 15"/>
                <a:gd name="T24" fmla="*/ 0 w 28"/>
                <a:gd name="T25" fmla="*/ 0 h 15"/>
                <a:gd name="T26" fmla="*/ 0 w 28"/>
                <a:gd name="T27" fmla="*/ 0 h 15"/>
                <a:gd name="T28" fmla="*/ 0 w 28"/>
                <a:gd name="T29" fmla="*/ 0 h 15"/>
                <a:gd name="T30" fmla="*/ 0 w 28"/>
                <a:gd name="T31" fmla="*/ 0 h 15"/>
                <a:gd name="T32" fmla="*/ 0 w 28"/>
                <a:gd name="T33" fmla="*/ 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15">
                  <a:moveTo>
                    <a:pt x="15" y="0"/>
                  </a:moveTo>
                  <a:lnTo>
                    <a:pt x="20" y="1"/>
                  </a:lnTo>
                  <a:lnTo>
                    <a:pt x="24" y="2"/>
                  </a:lnTo>
                  <a:lnTo>
                    <a:pt x="27" y="4"/>
                  </a:lnTo>
                  <a:lnTo>
                    <a:pt x="28" y="8"/>
                  </a:lnTo>
                  <a:lnTo>
                    <a:pt x="27" y="11"/>
                  </a:lnTo>
                  <a:lnTo>
                    <a:pt x="24" y="13"/>
                  </a:lnTo>
                  <a:lnTo>
                    <a:pt x="20" y="14"/>
                  </a:lnTo>
                  <a:lnTo>
                    <a:pt x="15" y="15"/>
                  </a:lnTo>
                  <a:lnTo>
                    <a:pt x="8" y="14"/>
                  </a:lnTo>
                  <a:lnTo>
                    <a:pt x="4" y="13"/>
                  </a:lnTo>
                  <a:lnTo>
                    <a:pt x="1" y="11"/>
                  </a:lnTo>
                  <a:lnTo>
                    <a:pt x="0" y="8"/>
                  </a:lnTo>
                  <a:lnTo>
                    <a:pt x="1" y="4"/>
                  </a:lnTo>
                  <a:lnTo>
                    <a:pt x="4" y="2"/>
                  </a:lnTo>
                  <a:lnTo>
                    <a:pt x="8" y="1"/>
                  </a:lnTo>
                  <a:lnTo>
                    <a:pt x="15"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82" name="Freeform 581">
              <a:extLst>
                <a:ext uri="{FF2B5EF4-FFF2-40B4-BE49-F238E27FC236}">
                  <a16:creationId xmlns:a16="http://schemas.microsoft.com/office/drawing/2014/main" id="{09669A69-F4B1-C9D1-9E43-1D52A7CD0451}"/>
                </a:ext>
              </a:extLst>
            </p:cNvPr>
            <p:cNvSpPr>
              <a:spLocks/>
            </p:cNvSpPr>
            <p:nvPr/>
          </p:nvSpPr>
          <p:spPr bwMode="auto">
            <a:xfrm>
              <a:off x="1970" y="2508"/>
              <a:ext cx="6" cy="4"/>
            </a:xfrm>
            <a:custGeom>
              <a:avLst/>
              <a:gdLst>
                <a:gd name="T0" fmla="*/ 0 w 28"/>
                <a:gd name="T1" fmla="*/ 0 h 15"/>
                <a:gd name="T2" fmla="*/ 0 w 28"/>
                <a:gd name="T3" fmla="*/ 0 h 15"/>
                <a:gd name="T4" fmla="*/ 0 w 28"/>
                <a:gd name="T5" fmla="*/ 0 h 15"/>
                <a:gd name="T6" fmla="*/ 0 w 28"/>
                <a:gd name="T7" fmla="*/ 0 h 15"/>
                <a:gd name="T8" fmla="*/ 0 w 28"/>
                <a:gd name="T9" fmla="*/ 0 h 15"/>
                <a:gd name="T10" fmla="*/ 0 w 28"/>
                <a:gd name="T11" fmla="*/ 0 h 15"/>
                <a:gd name="T12" fmla="*/ 0 w 28"/>
                <a:gd name="T13" fmla="*/ 0 h 15"/>
                <a:gd name="T14" fmla="*/ 0 w 28"/>
                <a:gd name="T15" fmla="*/ 0 h 15"/>
                <a:gd name="T16" fmla="*/ 0 w 28"/>
                <a:gd name="T17" fmla="*/ 0 h 15"/>
                <a:gd name="T18" fmla="*/ 0 w 28"/>
                <a:gd name="T19" fmla="*/ 0 h 15"/>
                <a:gd name="T20" fmla="*/ 0 w 28"/>
                <a:gd name="T21" fmla="*/ 0 h 15"/>
                <a:gd name="T22" fmla="*/ 0 w 28"/>
                <a:gd name="T23" fmla="*/ 0 h 15"/>
                <a:gd name="T24" fmla="*/ 0 w 28"/>
                <a:gd name="T25" fmla="*/ 0 h 15"/>
                <a:gd name="T26" fmla="*/ 0 w 28"/>
                <a:gd name="T27" fmla="*/ 0 h 15"/>
                <a:gd name="T28" fmla="*/ 0 w 28"/>
                <a:gd name="T29" fmla="*/ 0 h 15"/>
                <a:gd name="T30" fmla="*/ 0 w 28"/>
                <a:gd name="T31" fmla="*/ 0 h 15"/>
                <a:gd name="T32" fmla="*/ 0 w 28"/>
                <a:gd name="T33" fmla="*/ 0 h 15"/>
                <a:gd name="T34" fmla="*/ 0 w 28"/>
                <a:gd name="T35" fmla="*/ 0 h 15"/>
                <a:gd name="T36" fmla="*/ 0 w 28"/>
                <a:gd name="T37" fmla="*/ 0 h 15"/>
                <a:gd name="T38" fmla="*/ 0 w 28"/>
                <a:gd name="T39" fmla="*/ 0 h 15"/>
                <a:gd name="T40" fmla="*/ 0 w 28"/>
                <a:gd name="T41" fmla="*/ 0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 h="15">
                  <a:moveTo>
                    <a:pt x="15" y="0"/>
                  </a:moveTo>
                  <a:lnTo>
                    <a:pt x="15" y="0"/>
                  </a:lnTo>
                  <a:lnTo>
                    <a:pt x="20" y="1"/>
                  </a:lnTo>
                  <a:lnTo>
                    <a:pt x="24" y="2"/>
                  </a:lnTo>
                  <a:lnTo>
                    <a:pt x="27" y="4"/>
                  </a:lnTo>
                  <a:lnTo>
                    <a:pt x="28" y="8"/>
                  </a:lnTo>
                  <a:lnTo>
                    <a:pt x="27" y="11"/>
                  </a:lnTo>
                  <a:lnTo>
                    <a:pt x="24" y="13"/>
                  </a:lnTo>
                  <a:lnTo>
                    <a:pt x="20" y="14"/>
                  </a:lnTo>
                  <a:lnTo>
                    <a:pt x="15" y="15"/>
                  </a:lnTo>
                  <a:lnTo>
                    <a:pt x="8" y="14"/>
                  </a:lnTo>
                  <a:lnTo>
                    <a:pt x="4" y="13"/>
                  </a:lnTo>
                  <a:lnTo>
                    <a:pt x="1" y="11"/>
                  </a:lnTo>
                  <a:lnTo>
                    <a:pt x="0" y="8"/>
                  </a:lnTo>
                  <a:lnTo>
                    <a:pt x="1" y="4"/>
                  </a:lnTo>
                  <a:lnTo>
                    <a:pt x="4" y="2"/>
                  </a:lnTo>
                  <a:lnTo>
                    <a:pt x="8" y="1"/>
                  </a:lnTo>
                  <a:lnTo>
                    <a:pt x="1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83" name="Freeform 582">
              <a:extLst>
                <a:ext uri="{FF2B5EF4-FFF2-40B4-BE49-F238E27FC236}">
                  <a16:creationId xmlns:a16="http://schemas.microsoft.com/office/drawing/2014/main" id="{B5D7C224-A61C-CADB-94BD-4BCB0ECD382C}"/>
                </a:ext>
              </a:extLst>
            </p:cNvPr>
            <p:cNvSpPr>
              <a:spLocks/>
            </p:cNvSpPr>
            <p:nvPr/>
          </p:nvSpPr>
          <p:spPr bwMode="auto">
            <a:xfrm>
              <a:off x="1905" y="2436"/>
              <a:ext cx="5" cy="4"/>
            </a:xfrm>
            <a:custGeom>
              <a:avLst/>
              <a:gdLst>
                <a:gd name="T0" fmla="*/ 0 w 21"/>
                <a:gd name="T1" fmla="*/ 0 h 16"/>
                <a:gd name="T2" fmla="*/ 0 w 21"/>
                <a:gd name="T3" fmla="*/ 0 h 16"/>
                <a:gd name="T4" fmla="*/ 0 w 21"/>
                <a:gd name="T5" fmla="*/ 0 h 16"/>
                <a:gd name="T6" fmla="*/ 0 w 21"/>
                <a:gd name="T7" fmla="*/ 0 h 16"/>
                <a:gd name="T8" fmla="*/ 0 w 21"/>
                <a:gd name="T9" fmla="*/ 0 h 16"/>
                <a:gd name="T10" fmla="*/ 0 w 21"/>
                <a:gd name="T11" fmla="*/ 0 h 16"/>
                <a:gd name="T12" fmla="*/ 0 w 21"/>
                <a:gd name="T13" fmla="*/ 0 h 16"/>
                <a:gd name="T14" fmla="*/ 0 w 21"/>
                <a:gd name="T15" fmla="*/ 0 h 16"/>
                <a:gd name="T16" fmla="*/ 0 w 21"/>
                <a:gd name="T17" fmla="*/ 0 h 16"/>
                <a:gd name="T18" fmla="*/ 0 w 21"/>
                <a:gd name="T19" fmla="*/ 0 h 16"/>
                <a:gd name="T20" fmla="*/ 0 w 21"/>
                <a:gd name="T21" fmla="*/ 0 h 16"/>
                <a:gd name="T22" fmla="*/ 0 w 21"/>
                <a:gd name="T23" fmla="*/ 0 h 16"/>
                <a:gd name="T24" fmla="*/ 0 w 21"/>
                <a:gd name="T25" fmla="*/ 0 h 16"/>
                <a:gd name="T26" fmla="*/ 0 w 21"/>
                <a:gd name="T27" fmla="*/ 0 h 16"/>
                <a:gd name="T28" fmla="*/ 0 w 21"/>
                <a:gd name="T29" fmla="*/ 0 h 16"/>
                <a:gd name="T30" fmla="*/ 0 w 21"/>
                <a:gd name="T31" fmla="*/ 0 h 16"/>
                <a:gd name="T32" fmla="*/ 0 w 21"/>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16">
                  <a:moveTo>
                    <a:pt x="10" y="0"/>
                  </a:moveTo>
                  <a:lnTo>
                    <a:pt x="14" y="1"/>
                  </a:lnTo>
                  <a:lnTo>
                    <a:pt x="17" y="2"/>
                  </a:lnTo>
                  <a:lnTo>
                    <a:pt x="19" y="5"/>
                  </a:lnTo>
                  <a:lnTo>
                    <a:pt x="21" y="8"/>
                  </a:lnTo>
                  <a:lnTo>
                    <a:pt x="19" y="11"/>
                  </a:lnTo>
                  <a:lnTo>
                    <a:pt x="17" y="13"/>
                  </a:lnTo>
                  <a:lnTo>
                    <a:pt x="14" y="15"/>
                  </a:lnTo>
                  <a:lnTo>
                    <a:pt x="10" y="16"/>
                  </a:lnTo>
                  <a:lnTo>
                    <a:pt x="6" y="15"/>
                  </a:lnTo>
                  <a:lnTo>
                    <a:pt x="3" y="13"/>
                  </a:lnTo>
                  <a:lnTo>
                    <a:pt x="1" y="11"/>
                  </a:lnTo>
                  <a:lnTo>
                    <a:pt x="0" y="8"/>
                  </a:lnTo>
                  <a:lnTo>
                    <a:pt x="1" y="5"/>
                  </a:lnTo>
                  <a:lnTo>
                    <a:pt x="3" y="2"/>
                  </a:lnTo>
                  <a:lnTo>
                    <a:pt x="6" y="1"/>
                  </a:lnTo>
                  <a:lnTo>
                    <a:pt x="10"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84" name="Freeform 583">
              <a:extLst>
                <a:ext uri="{FF2B5EF4-FFF2-40B4-BE49-F238E27FC236}">
                  <a16:creationId xmlns:a16="http://schemas.microsoft.com/office/drawing/2014/main" id="{D43A1712-BEB8-BEFD-DAD7-052C5C3A4D58}"/>
                </a:ext>
              </a:extLst>
            </p:cNvPr>
            <p:cNvSpPr>
              <a:spLocks/>
            </p:cNvSpPr>
            <p:nvPr/>
          </p:nvSpPr>
          <p:spPr bwMode="auto">
            <a:xfrm>
              <a:off x="1905" y="2436"/>
              <a:ext cx="5" cy="4"/>
            </a:xfrm>
            <a:custGeom>
              <a:avLst/>
              <a:gdLst>
                <a:gd name="T0" fmla="*/ 0 w 21"/>
                <a:gd name="T1" fmla="*/ 0 h 16"/>
                <a:gd name="T2" fmla="*/ 0 w 21"/>
                <a:gd name="T3" fmla="*/ 0 h 16"/>
                <a:gd name="T4" fmla="*/ 0 w 21"/>
                <a:gd name="T5" fmla="*/ 0 h 16"/>
                <a:gd name="T6" fmla="*/ 0 w 21"/>
                <a:gd name="T7" fmla="*/ 0 h 16"/>
                <a:gd name="T8" fmla="*/ 0 w 21"/>
                <a:gd name="T9" fmla="*/ 0 h 16"/>
                <a:gd name="T10" fmla="*/ 0 w 21"/>
                <a:gd name="T11" fmla="*/ 0 h 16"/>
                <a:gd name="T12" fmla="*/ 0 w 21"/>
                <a:gd name="T13" fmla="*/ 0 h 16"/>
                <a:gd name="T14" fmla="*/ 0 w 21"/>
                <a:gd name="T15" fmla="*/ 0 h 16"/>
                <a:gd name="T16" fmla="*/ 0 w 21"/>
                <a:gd name="T17" fmla="*/ 0 h 16"/>
                <a:gd name="T18" fmla="*/ 0 w 21"/>
                <a:gd name="T19" fmla="*/ 0 h 16"/>
                <a:gd name="T20" fmla="*/ 0 w 21"/>
                <a:gd name="T21" fmla="*/ 0 h 16"/>
                <a:gd name="T22" fmla="*/ 0 w 21"/>
                <a:gd name="T23" fmla="*/ 0 h 16"/>
                <a:gd name="T24" fmla="*/ 0 w 21"/>
                <a:gd name="T25" fmla="*/ 0 h 16"/>
                <a:gd name="T26" fmla="*/ 0 w 21"/>
                <a:gd name="T27" fmla="*/ 0 h 16"/>
                <a:gd name="T28" fmla="*/ 0 w 21"/>
                <a:gd name="T29" fmla="*/ 0 h 16"/>
                <a:gd name="T30" fmla="*/ 0 w 21"/>
                <a:gd name="T31" fmla="*/ 0 h 16"/>
                <a:gd name="T32" fmla="*/ 0 w 21"/>
                <a:gd name="T33" fmla="*/ 0 h 16"/>
                <a:gd name="T34" fmla="*/ 0 w 21"/>
                <a:gd name="T35" fmla="*/ 0 h 16"/>
                <a:gd name="T36" fmla="*/ 0 w 21"/>
                <a:gd name="T37" fmla="*/ 0 h 16"/>
                <a:gd name="T38" fmla="*/ 0 w 21"/>
                <a:gd name="T39" fmla="*/ 0 h 16"/>
                <a:gd name="T40" fmla="*/ 0 w 21"/>
                <a:gd name="T41" fmla="*/ 0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 h="16">
                  <a:moveTo>
                    <a:pt x="10" y="0"/>
                  </a:moveTo>
                  <a:lnTo>
                    <a:pt x="10" y="0"/>
                  </a:lnTo>
                  <a:lnTo>
                    <a:pt x="14" y="1"/>
                  </a:lnTo>
                  <a:lnTo>
                    <a:pt x="17" y="2"/>
                  </a:lnTo>
                  <a:lnTo>
                    <a:pt x="19" y="5"/>
                  </a:lnTo>
                  <a:lnTo>
                    <a:pt x="21" y="8"/>
                  </a:lnTo>
                  <a:lnTo>
                    <a:pt x="19" y="11"/>
                  </a:lnTo>
                  <a:lnTo>
                    <a:pt x="17" y="13"/>
                  </a:lnTo>
                  <a:lnTo>
                    <a:pt x="14" y="15"/>
                  </a:lnTo>
                  <a:lnTo>
                    <a:pt x="10" y="16"/>
                  </a:lnTo>
                  <a:lnTo>
                    <a:pt x="6" y="15"/>
                  </a:lnTo>
                  <a:lnTo>
                    <a:pt x="3" y="13"/>
                  </a:lnTo>
                  <a:lnTo>
                    <a:pt x="1" y="11"/>
                  </a:lnTo>
                  <a:lnTo>
                    <a:pt x="0" y="8"/>
                  </a:lnTo>
                  <a:lnTo>
                    <a:pt x="1" y="5"/>
                  </a:lnTo>
                  <a:lnTo>
                    <a:pt x="3" y="2"/>
                  </a:lnTo>
                  <a:lnTo>
                    <a:pt x="6" y="1"/>
                  </a:lnTo>
                  <a:lnTo>
                    <a:pt x="1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85" name="Freeform 584">
              <a:extLst>
                <a:ext uri="{FF2B5EF4-FFF2-40B4-BE49-F238E27FC236}">
                  <a16:creationId xmlns:a16="http://schemas.microsoft.com/office/drawing/2014/main" id="{6B5D55BB-51EA-2BCC-C787-98470F4B41CF}"/>
                </a:ext>
              </a:extLst>
            </p:cNvPr>
            <p:cNvSpPr>
              <a:spLocks/>
            </p:cNvSpPr>
            <p:nvPr/>
          </p:nvSpPr>
          <p:spPr bwMode="auto">
            <a:xfrm>
              <a:off x="1868" y="2400"/>
              <a:ext cx="4" cy="4"/>
            </a:xfrm>
            <a:custGeom>
              <a:avLst/>
              <a:gdLst>
                <a:gd name="T0" fmla="*/ 0 w 16"/>
                <a:gd name="T1" fmla="*/ 0 h 14"/>
                <a:gd name="T2" fmla="*/ 0 w 16"/>
                <a:gd name="T3" fmla="*/ 0 h 14"/>
                <a:gd name="T4" fmla="*/ 0 w 16"/>
                <a:gd name="T5" fmla="*/ 0 h 14"/>
                <a:gd name="T6" fmla="*/ 0 w 16"/>
                <a:gd name="T7" fmla="*/ 0 h 14"/>
                <a:gd name="T8" fmla="*/ 0 w 16"/>
                <a:gd name="T9" fmla="*/ 0 h 14"/>
                <a:gd name="T10" fmla="*/ 0 w 16"/>
                <a:gd name="T11" fmla="*/ 0 h 14"/>
                <a:gd name="T12" fmla="*/ 0 w 16"/>
                <a:gd name="T13" fmla="*/ 0 h 14"/>
                <a:gd name="T14" fmla="*/ 0 w 16"/>
                <a:gd name="T15" fmla="*/ 0 h 14"/>
                <a:gd name="T16" fmla="*/ 0 w 16"/>
                <a:gd name="T17" fmla="*/ 0 h 14"/>
                <a:gd name="T18" fmla="*/ 0 w 16"/>
                <a:gd name="T19" fmla="*/ 0 h 14"/>
                <a:gd name="T20" fmla="*/ 0 w 16"/>
                <a:gd name="T21" fmla="*/ 0 h 14"/>
                <a:gd name="T22" fmla="*/ 0 w 16"/>
                <a:gd name="T23" fmla="*/ 0 h 14"/>
                <a:gd name="T24" fmla="*/ 0 w 16"/>
                <a:gd name="T25" fmla="*/ 0 h 14"/>
                <a:gd name="T26" fmla="*/ 0 w 16"/>
                <a:gd name="T27" fmla="*/ 0 h 14"/>
                <a:gd name="T28" fmla="*/ 0 w 16"/>
                <a:gd name="T29" fmla="*/ 0 h 14"/>
                <a:gd name="T30" fmla="*/ 0 w 16"/>
                <a:gd name="T31" fmla="*/ 0 h 14"/>
                <a:gd name="T32" fmla="*/ 0 w 16"/>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4">
                  <a:moveTo>
                    <a:pt x="8" y="0"/>
                  </a:moveTo>
                  <a:lnTo>
                    <a:pt x="11" y="1"/>
                  </a:lnTo>
                  <a:lnTo>
                    <a:pt x="14" y="2"/>
                  </a:lnTo>
                  <a:lnTo>
                    <a:pt x="15" y="4"/>
                  </a:lnTo>
                  <a:lnTo>
                    <a:pt x="16" y="7"/>
                  </a:lnTo>
                  <a:lnTo>
                    <a:pt x="15" y="10"/>
                  </a:lnTo>
                  <a:lnTo>
                    <a:pt x="14" y="12"/>
                  </a:lnTo>
                  <a:lnTo>
                    <a:pt x="11" y="13"/>
                  </a:lnTo>
                  <a:lnTo>
                    <a:pt x="8" y="14"/>
                  </a:lnTo>
                  <a:lnTo>
                    <a:pt x="5" y="13"/>
                  </a:lnTo>
                  <a:lnTo>
                    <a:pt x="3" y="12"/>
                  </a:lnTo>
                  <a:lnTo>
                    <a:pt x="1" y="10"/>
                  </a:lnTo>
                  <a:lnTo>
                    <a:pt x="0" y="7"/>
                  </a:lnTo>
                  <a:lnTo>
                    <a:pt x="1" y="4"/>
                  </a:lnTo>
                  <a:lnTo>
                    <a:pt x="3" y="2"/>
                  </a:lnTo>
                  <a:lnTo>
                    <a:pt x="5" y="1"/>
                  </a:lnTo>
                  <a:lnTo>
                    <a:pt x="8"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86" name="Freeform 585">
              <a:extLst>
                <a:ext uri="{FF2B5EF4-FFF2-40B4-BE49-F238E27FC236}">
                  <a16:creationId xmlns:a16="http://schemas.microsoft.com/office/drawing/2014/main" id="{30827D6E-3487-45B8-88E9-F2968929232D}"/>
                </a:ext>
              </a:extLst>
            </p:cNvPr>
            <p:cNvSpPr>
              <a:spLocks/>
            </p:cNvSpPr>
            <p:nvPr/>
          </p:nvSpPr>
          <p:spPr bwMode="auto">
            <a:xfrm>
              <a:off x="1868" y="2400"/>
              <a:ext cx="4" cy="4"/>
            </a:xfrm>
            <a:custGeom>
              <a:avLst/>
              <a:gdLst>
                <a:gd name="T0" fmla="*/ 0 w 16"/>
                <a:gd name="T1" fmla="*/ 0 h 14"/>
                <a:gd name="T2" fmla="*/ 0 w 16"/>
                <a:gd name="T3" fmla="*/ 0 h 14"/>
                <a:gd name="T4" fmla="*/ 0 w 16"/>
                <a:gd name="T5" fmla="*/ 0 h 14"/>
                <a:gd name="T6" fmla="*/ 0 w 16"/>
                <a:gd name="T7" fmla="*/ 0 h 14"/>
                <a:gd name="T8" fmla="*/ 0 w 16"/>
                <a:gd name="T9" fmla="*/ 0 h 14"/>
                <a:gd name="T10" fmla="*/ 0 w 16"/>
                <a:gd name="T11" fmla="*/ 0 h 14"/>
                <a:gd name="T12" fmla="*/ 0 w 16"/>
                <a:gd name="T13" fmla="*/ 0 h 14"/>
                <a:gd name="T14" fmla="*/ 0 w 16"/>
                <a:gd name="T15" fmla="*/ 0 h 14"/>
                <a:gd name="T16" fmla="*/ 0 w 16"/>
                <a:gd name="T17" fmla="*/ 0 h 14"/>
                <a:gd name="T18" fmla="*/ 0 w 16"/>
                <a:gd name="T19" fmla="*/ 0 h 14"/>
                <a:gd name="T20" fmla="*/ 0 w 16"/>
                <a:gd name="T21" fmla="*/ 0 h 14"/>
                <a:gd name="T22" fmla="*/ 0 w 16"/>
                <a:gd name="T23" fmla="*/ 0 h 14"/>
                <a:gd name="T24" fmla="*/ 0 w 16"/>
                <a:gd name="T25" fmla="*/ 0 h 14"/>
                <a:gd name="T26" fmla="*/ 0 w 16"/>
                <a:gd name="T27" fmla="*/ 0 h 14"/>
                <a:gd name="T28" fmla="*/ 0 w 16"/>
                <a:gd name="T29" fmla="*/ 0 h 14"/>
                <a:gd name="T30" fmla="*/ 0 w 16"/>
                <a:gd name="T31" fmla="*/ 0 h 14"/>
                <a:gd name="T32" fmla="*/ 0 w 16"/>
                <a:gd name="T33" fmla="*/ 0 h 14"/>
                <a:gd name="T34" fmla="*/ 0 w 16"/>
                <a:gd name="T35" fmla="*/ 0 h 14"/>
                <a:gd name="T36" fmla="*/ 0 w 16"/>
                <a:gd name="T37" fmla="*/ 0 h 14"/>
                <a:gd name="T38" fmla="*/ 0 w 16"/>
                <a:gd name="T39" fmla="*/ 0 h 14"/>
                <a:gd name="T40" fmla="*/ 0 w 16"/>
                <a:gd name="T41" fmla="*/ 0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14">
                  <a:moveTo>
                    <a:pt x="8" y="0"/>
                  </a:moveTo>
                  <a:lnTo>
                    <a:pt x="8" y="0"/>
                  </a:lnTo>
                  <a:lnTo>
                    <a:pt x="11" y="1"/>
                  </a:lnTo>
                  <a:lnTo>
                    <a:pt x="14" y="2"/>
                  </a:lnTo>
                  <a:lnTo>
                    <a:pt x="15" y="4"/>
                  </a:lnTo>
                  <a:lnTo>
                    <a:pt x="16" y="7"/>
                  </a:lnTo>
                  <a:lnTo>
                    <a:pt x="15" y="10"/>
                  </a:lnTo>
                  <a:lnTo>
                    <a:pt x="14" y="12"/>
                  </a:lnTo>
                  <a:lnTo>
                    <a:pt x="11" y="13"/>
                  </a:lnTo>
                  <a:lnTo>
                    <a:pt x="8" y="14"/>
                  </a:lnTo>
                  <a:lnTo>
                    <a:pt x="5" y="13"/>
                  </a:lnTo>
                  <a:lnTo>
                    <a:pt x="3" y="12"/>
                  </a:lnTo>
                  <a:lnTo>
                    <a:pt x="1" y="10"/>
                  </a:lnTo>
                  <a:lnTo>
                    <a:pt x="0" y="7"/>
                  </a:lnTo>
                  <a:lnTo>
                    <a:pt x="1" y="4"/>
                  </a:lnTo>
                  <a:lnTo>
                    <a:pt x="3" y="2"/>
                  </a:lnTo>
                  <a:lnTo>
                    <a:pt x="5" y="1"/>
                  </a:lnTo>
                  <a:lnTo>
                    <a:pt x="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87" name="Freeform 586">
              <a:extLst>
                <a:ext uri="{FF2B5EF4-FFF2-40B4-BE49-F238E27FC236}">
                  <a16:creationId xmlns:a16="http://schemas.microsoft.com/office/drawing/2014/main" id="{0C35A892-6ACE-6EF0-6CB3-D59B0351A5D2}"/>
                </a:ext>
              </a:extLst>
            </p:cNvPr>
            <p:cNvSpPr>
              <a:spLocks/>
            </p:cNvSpPr>
            <p:nvPr/>
          </p:nvSpPr>
          <p:spPr bwMode="auto">
            <a:xfrm>
              <a:off x="1854" y="2394"/>
              <a:ext cx="5" cy="10"/>
            </a:xfrm>
            <a:custGeom>
              <a:avLst/>
              <a:gdLst>
                <a:gd name="T0" fmla="*/ 0 w 19"/>
                <a:gd name="T1" fmla="*/ 0 h 39"/>
                <a:gd name="T2" fmla="*/ 0 w 19"/>
                <a:gd name="T3" fmla="*/ 0 h 39"/>
                <a:gd name="T4" fmla="*/ 0 w 19"/>
                <a:gd name="T5" fmla="*/ 0 h 39"/>
                <a:gd name="T6" fmla="*/ 0 w 19"/>
                <a:gd name="T7" fmla="*/ 0 h 39"/>
                <a:gd name="T8" fmla="*/ 0 w 19"/>
                <a:gd name="T9" fmla="*/ 0 h 39"/>
                <a:gd name="T10" fmla="*/ 0 w 19"/>
                <a:gd name="T11" fmla="*/ 0 h 39"/>
                <a:gd name="T12" fmla="*/ 0 w 19"/>
                <a:gd name="T13" fmla="*/ 0 h 39"/>
                <a:gd name="T14" fmla="*/ 0 w 19"/>
                <a:gd name="T15" fmla="*/ 0 h 39"/>
                <a:gd name="T16" fmla="*/ 0 w 19"/>
                <a:gd name="T17" fmla="*/ 0 h 39"/>
                <a:gd name="T18" fmla="*/ 0 w 19"/>
                <a:gd name="T19" fmla="*/ 0 h 39"/>
                <a:gd name="T20" fmla="*/ 0 w 19"/>
                <a:gd name="T21" fmla="*/ 0 h 39"/>
                <a:gd name="T22" fmla="*/ 0 w 19"/>
                <a:gd name="T23" fmla="*/ 0 h 39"/>
                <a:gd name="T24" fmla="*/ 0 w 19"/>
                <a:gd name="T25" fmla="*/ 0 h 39"/>
                <a:gd name="T26" fmla="*/ 0 w 19"/>
                <a:gd name="T27" fmla="*/ 0 h 39"/>
                <a:gd name="T28" fmla="*/ 0 w 19"/>
                <a:gd name="T29" fmla="*/ 0 h 39"/>
                <a:gd name="T30" fmla="*/ 0 w 19"/>
                <a:gd name="T31" fmla="*/ 0 h 39"/>
                <a:gd name="T32" fmla="*/ 0 w 1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 h="39">
                  <a:moveTo>
                    <a:pt x="19" y="0"/>
                  </a:moveTo>
                  <a:lnTo>
                    <a:pt x="18" y="1"/>
                  </a:lnTo>
                  <a:lnTo>
                    <a:pt x="16" y="2"/>
                  </a:lnTo>
                  <a:lnTo>
                    <a:pt x="13" y="5"/>
                  </a:lnTo>
                  <a:lnTo>
                    <a:pt x="10" y="8"/>
                  </a:lnTo>
                  <a:lnTo>
                    <a:pt x="6" y="14"/>
                  </a:lnTo>
                  <a:lnTo>
                    <a:pt x="3" y="19"/>
                  </a:lnTo>
                  <a:lnTo>
                    <a:pt x="1" y="25"/>
                  </a:lnTo>
                  <a:lnTo>
                    <a:pt x="0" y="32"/>
                  </a:lnTo>
                  <a:lnTo>
                    <a:pt x="1" y="37"/>
                  </a:lnTo>
                  <a:lnTo>
                    <a:pt x="3" y="39"/>
                  </a:lnTo>
                  <a:lnTo>
                    <a:pt x="5" y="38"/>
                  </a:lnTo>
                  <a:lnTo>
                    <a:pt x="8" y="35"/>
                  </a:lnTo>
                  <a:lnTo>
                    <a:pt x="12" y="29"/>
                  </a:lnTo>
                  <a:lnTo>
                    <a:pt x="15" y="21"/>
                  </a:lnTo>
                  <a:lnTo>
                    <a:pt x="17" y="12"/>
                  </a:lnTo>
                  <a:lnTo>
                    <a:pt x="19"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88" name="Freeform 587">
              <a:extLst>
                <a:ext uri="{FF2B5EF4-FFF2-40B4-BE49-F238E27FC236}">
                  <a16:creationId xmlns:a16="http://schemas.microsoft.com/office/drawing/2014/main" id="{6C31181B-02BA-FC2F-88DC-7CFB793331F4}"/>
                </a:ext>
              </a:extLst>
            </p:cNvPr>
            <p:cNvSpPr>
              <a:spLocks/>
            </p:cNvSpPr>
            <p:nvPr/>
          </p:nvSpPr>
          <p:spPr bwMode="auto">
            <a:xfrm>
              <a:off x="1854" y="2394"/>
              <a:ext cx="5" cy="10"/>
            </a:xfrm>
            <a:custGeom>
              <a:avLst/>
              <a:gdLst>
                <a:gd name="T0" fmla="*/ 0 w 19"/>
                <a:gd name="T1" fmla="*/ 0 h 39"/>
                <a:gd name="T2" fmla="*/ 0 w 19"/>
                <a:gd name="T3" fmla="*/ 0 h 39"/>
                <a:gd name="T4" fmla="*/ 0 w 19"/>
                <a:gd name="T5" fmla="*/ 0 h 39"/>
                <a:gd name="T6" fmla="*/ 0 w 19"/>
                <a:gd name="T7" fmla="*/ 0 h 39"/>
                <a:gd name="T8" fmla="*/ 0 w 19"/>
                <a:gd name="T9" fmla="*/ 0 h 39"/>
                <a:gd name="T10" fmla="*/ 0 w 19"/>
                <a:gd name="T11" fmla="*/ 0 h 39"/>
                <a:gd name="T12" fmla="*/ 0 w 19"/>
                <a:gd name="T13" fmla="*/ 0 h 39"/>
                <a:gd name="T14" fmla="*/ 0 w 19"/>
                <a:gd name="T15" fmla="*/ 0 h 39"/>
                <a:gd name="T16" fmla="*/ 0 w 19"/>
                <a:gd name="T17" fmla="*/ 0 h 39"/>
                <a:gd name="T18" fmla="*/ 0 w 19"/>
                <a:gd name="T19" fmla="*/ 0 h 39"/>
                <a:gd name="T20" fmla="*/ 0 w 19"/>
                <a:gd name="T21" fmla="*/ 0 h 39"/>
                <a:gd name="T22" fmla="*/ 0 w 19"/>
                <a:gd name="T23" fmla="*/ 0 h 39"/>
                <a:gd name="T24" fmla="*/ 0 w 19"/>
                <a:gd name="T25" fmla="*/ 0 h 39"/>
                <a:gd name="T26" fmla="*/ 0 w 19"/>
                <a:gd name="T27" fmla="*/ 0 h 39"/>
                <a:gd name="T28" fmla="*/ 0 w 19"/>
                <a:gd name="T29" fmla="*/ 0 h 39"/>
                <a:gd name="T30" fmla="*/ 0 w 19"/>
                <a:gd name="T31" fmla="*/ 0 h 39"/>
                <a:gd name="T32" fmla="*/ 0 w 19"/>
                <a:gd name="T33" fmla="*/ 0 h 39"/>
                <a:gd name="T34" fmla="*/ 0 w 19"/>
                <a:gd name="T35" fmla="*/ 0 h 39"/>
                <a:gd name="T36" fmla="*/ 0 w 19"/>
                <a:gd name="T37" fmla="*/ 0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 h="39">
                  <a:moveTo>
                    <a:pt x="19" y="0"/>
                  </a:moveTo>
                  <a:lnTo>
                    <a:pt x="19" y="0"/>
                  </a:lnTo>
                  <a:lnTo>
                    <a:pt x="18" y="1"/>
                  </a:lnTo>
                  <a:lnTo>
                    <a:pt x="16" y="2"/>
                  </a:lnTo>
                  <a:lnTo>
                    <a:pt x="13" y="5"/>
                  </a:lnTo>
                  <a:lnTo>
                    <a:pt x="10" y="8"/>
                  </a:lnTo>
                  <a:lnTo>
                    <a:pt x="6" y="14"/>
                  </a:lnTo>
                  <a:lnTo>
                    <a:pt x="3" y="19"/>
                  </a:lnTo>
                  <a:lnTo>
                    <a:pt x="1" y="25"/>
                  </a:lnTo>
                  <a:lnTo>
                    <a:pt x="0" y="32"/>
                  </a:lnTo>
                  <a:lnTo>
                    <a:pt x="1" y="37"/>
                  </a:lnTo>
                  <a:lnTo>
                    <a:pt x="3" y="39"/>
                  </a:lnTo>
                  <a:lnTo>
                    <a:pt x="5" y="38"/>
                  </a:lnTo>
                  <a:lnTo>
                    <a:pt x="8" y="35"/>
                  </a:lnTo>
                  <a:lnTo>
                    <a:pt x="12" y="29"/>
                  </a:lnTo>
                  <a:lnTo>
                    <a:pt x="15" y="21"/>
                  </a:lnTo>
                  <a:lnTo>
                    <a:pt x="17" y="12"/>
                  </a:lnTo>
                  <a:lnTo>
                    <a:pt x="1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89" name="Freeform 588">
              <a:extLst>
                <a:ext uri="{FF2B5EF4-FFF2-40B4-BE49-F238E27FC236}">
                  <a16:creationId xmlns:a16="http://schemas.microsoft.com/office/drawing/2014/main" id="{99C9B643-0125-7AD2-41D1-24AFA7EBF34B}"/>
                </a:ext>
              </a:extLst>
            </p:cNvPr>
            <p:cNvSpPr>
              <a:spLocks/>
            </p:cNvSpPr>
            <p:nvPr/>
          </p:nvSpPr>
          <p:spPr bwMode="auto">
            <a:xfrm>
              <a:off x="1940" y="2601"/>
              <a:ext cx="527" cy="410"/>
            </a:xfrm>
            <a:custGeom>
              <a:avLst/>
              <a:gdLst>
                <a:gd name="T0" fmla="*/ 0 w 2109"/>
                <a:gd name="T1" fmla="*/ 0 h 1640"/>
                <a:gd name="T2" fmla="*/ 0 w 2109"/>
                <a:gd name="T3" fmla="*/ 0 h 1640"/>
                <a:gd name="T4" fmla="*/ 0 w 2109"/>
                <a:gd name="T5" fmla="*/ 0 h 1640"/>
                <a:gd name="T6" fmla="*/ 0 w 2109"/>
                <a:gd name="T7" fmla="*/ 0 h 1640"/>
                <a:gd name="T8" fmla="*/ 0 w 2109"/>
                <a:gd name="T9" fmla="*/ 0 h 1640"/>
                <a:gd name="T10" fmla="*/ 0 w 2109"/>
                <a:gd name="T11" fmla="*/ 0 h 1640"/>
                <a:gd name="T12" fmla="*/ 0 w 2109"/>
                <a:gd name="T13" fmla="*/ 0 h 1640"/>
                <a:gd name="T14" fmla="*/ 0 w 2109"/>
                <a:gd name="T15" fmla="*/ 0 h 1640"/>
                <a:gd name="T16" fmla="*/ 0 w 2109"/>
                <a:gd name="T17" fmla="*/ 0 h 1640"/>
                <a:gd name="T18" fmla="*/ 0 w 2109"/>
                <a:gd name="T19" fmla="*/ 0 h 1640"/>
                <a:gd name="T20" fmla="*/ 0 w 2109"/>
                <a:gd name="T21" fmla="*/ 0 h 1640"/>
                <a:gd name="T22" fmla="*/ 0 w 2109"/>
                <a:gd name="T23" fmla="*/ 0 h 1640"/>
                <a:gd name="T24" fmla="*/ 0 w 2109"/>
                <a:gd name="T25" fmla="*/ 0 h 1640"/>
                <a:gd name="T26" fmla="*/ 0 w 2109"/>
                <a:gd name="T27" fmla="*/ 0 h 1640"/>
                <a:gd name="T28" fmla="*/ 0 w 2109"/>
                <a:gd name="T29" fmla="*/ 0 h 1640"/>
                <a:gd name="T30" fmla="*/ 0 w 2109"/>
                <a:gd name="T31" fmla="*/ 0 h 1640"/>
                <a:gd name="T32" fmla="*/ 0 w 2109"/>
                <a:gd name="T33" fmla="*/ 0 h 1640"/>
                <a:gd name="T34" fmla="*/ 0 w 2109"/>
                <a:gd name="T35" fmla="*/ 0 h 1640"/>
                <a:gd name="T36" fmla="*/ 0 w 2109"/>
                <a:gd name="T37" fmla="*/ 0 h 1640"/>
                <a:gd name="T38" fmla="*/ 0 w 2109"/>
                <a:gd name="T39" fmla="*/ 0 h 1640"/>
                <a:gd name="T40" fmla="*/ 0 w 2109"/>
                <a:gd name="T41" fmla="*/ 0 h 1640"/>
                <a:gd name="T42" fmla="*/ 0 w 2109"/>
                <a:gd name="T43" fmla="*/ 0 h 1640"/>
                <a:gd name="T44" fmla="*/ 0 w 2109"/>
                <a:gd name="T45" fmla="*/ 0 h 1640"/>
                <a:gd name="T46" fmla="*/ 0 w 2109"/>
                <a:gd name="T47" fmla="*/ 0 h 1640"/>
                <a:gd name="T48" fmla="*/ 0 w 2109"/>
                <a:gd name="T49" fmla="*/ 0 h 1640"/>
                <a:gd name="T50" fmla="*/ 0 w 2109"/>
                <a:gd name="T51" fmla="*/ 0 h 1640"/>
                <a:gd name="T52" fmla="*/ 0 w 2109"/>
                <a:gd name="T53" fmla="*/ 0 h 1640"/>
                <a:gd name="T54" fmla="*/ 0 w 2109"/>
                <a:gd name="T55" fmla="*/ 0 h 1640"/>
                <a:gd name="T56" fmla="*/ 0 w 2109"/>
                <a:gd name="T57" fmla="*/ 0 h 1640"/>
                <a:gd name="T58" fmla="*/ 0 w 2109"/>
                <a:gd name="T59" fmla="*/ 0 h 1640"/>
                <a:gd name="T60" fmla="*/ 0 w 2109"/>
                <a:gd name="T61" fmla="*/ 0 h 1640"/>
                <a:gd name="T62" fmla="*/ 0 w 2109"/>
                <a:gd name="T63" fmla="*/ 0 h 1640"/>
                <a:gd name="T64" fmla="*/ 0 w 2109"/>
                <a:gd name="T65" fmla="*/ 0 h 1640"/>
                <a:gd name="T66" fmla="*/ 0 w 2109"/>
                <a:gd name="T67" fmla="*/ 0 h 1640"/>
                <a:gd name="T68" fmla="*/ 0 w 2109"/>
                <a:gd name="T69" fmla="*/ 0 h 1640"/>
                <a:gd name="T70" fmla="*/ 0 w 2109"/>
                <a:gd name="T71" fmla="*/ 0 h 1640"/>
                <a:gd name="T72" fmla="*/ 0 w 2109"/>
                <a:gd name="T73" fmla="*/ 0 h 1640"/>
                <a:gd name="T74" fmla="*/ 0 w 2109"/>
                <a:gd name="T75" fmla="*/ 0 h 1640"/>
                <a:gd name="T76" fmla="*/ 0 w 2109"/>
                <a:gd name="T77" fmla="*/ 0 h 1640"/>
                <a:gd name="T78" fmla="*/ 0 w 2109"/>
                <a:gd name="T79" fmla="*/ 0 h 1640"/>
                <a:gd name="T80" fmla="*/ 0 w 2109"/>
                <a:gd name="T81" fmla="*/ 0 h 1640"/>
                <a:gd name="T82" fmla="*/ 0 w 2109"/>
                <a:gd name="T83" fmla="*/ 0 h 1640"/>
                <a:gd name="T84" fmla="*/ 0 w 2109"/>
                <a:gd name="T85" fmla="*/ 0 h 1640"/>
                <a:gd name="T86" fmla="*/ 0 w 2109"/>
                <a:gd name="T87" fmla="*/ 0 h 1640"/>
                <a:gd name="T88" fmla="*/ 0 w 2109"/>
                <a:gd name="T89" fmla="*/ 0 h 1640"/>
                <a:gd name="T90" fmla="*/ 0 w 2109"/>
                <a:gd name="T91" fmla="*/ 0 h 1640"/>
                <a:gd name="T92" fmla="*/ 0 w 2109"/>
                <a:gd name="T93" fmla="*/ 0 h 1640"/>
                <a:gd name="T94" fmla="*/ 0 w 2109"/>
                <a:gd name="T95" fmla="*/ 0 h 1640"/>
                <a:gd name="T96" fmla="*/ 0 w 2109"/>
                <a:gd name="T97" fmla="*/ 0 h 1640"/>
                <a:gd name="T98" fmla="*/ 0 w 2109"/>
                <a:gd name="T99" fmla="*/ 0 h 1640"/>
                <a:gd name="T100" fmla="*/ 0 w 2109"/>
                <a:gd name="T101" fmla="*/ 0 h 1640"/>
                <a:gd name="T102" fmla="*/ 0 w 2109"/>
                <a:gd name="T103" fmla="*/ 0 h 1640"/>
                <a:gd name="T104" fmla="*/ 0 w 2109"/>
                <a:gd name="T105" fmla="*/ 0 h 1640"/>
                <a:gd name="T106" fmla="*/ 0 w 2109"/>
                <a:gd name="T107" fmla="*/ 0 h 1640"/>
                <a:gd name="T108" fmla="*/ 0 w 2109"/>
                <a:gd name="T109" fmla="*/ 0 h 1640"/>
                <a:gd name="T110" fmla="*/ 0 w 2109"/>
                <a:gd name="T111" fmla="*/ 0 h 1640"/>
                <a:gd name="T112" fmla="*/ 0 w 2109"/>
                <a:gd name="T113" fmla="*/ 0 h 1640"/>
                <a:gd name="T114" fmla="*/ 0 w 2109"/>
                <a:gd name="T115" fmla="*/ 0 h 1640"/>
                <a:gd name="T116" fmla="*/ 0 w 2109"/>
                <a:gd name="T117" fmla="*/ 0 h 1640"/>
                <a:gd name="T118" fmla="*/ 0 w 2109"/>
                <a:gd name="T119" fmla="*/ 0 h 1640"/>
                <a:gd name="T120" fmla="*/ 0 w 2109"/>
                <a:gd name="T121" fmla="*/ 0 h 1640"/>
                <a:gd name="T122" fmla="*/ 0 w 2109"/>
                <a:gd name="T123" fmla="*/ 0 h 1640"/>
                <a:gd name="T124" fmla="*/ 0 w 2109"/>
                <a:gd name="T125" fmla="*/ 0 h 16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09" h="1640">
                  <a:moveTo>
                    <a:pt x="2028" y="1026"/>
                  </a:moveTo>
                  <a:lnTo>
                    <a:pt x="2022" y="1035"/>
                  </a:lnTo>
                  <a:lnTo>
                    <a:pt x="2018" y="1044"/>
                  </a:lnTo>
                  <a:lnTo>
                    <a:pt x="2014" y="1052"/>
                  </a:lnTo>
                  <a:lnTo>
                    <a:pt x="2009" y="1059"/>
                  </a:lnTo>
                  <a:lnTo>
                    <a:pt x="2005" y="1065"/>
                  </a:lnTo>
                  <a:lnTo>
                    <a:pt x="2002" y="1070"/>
                  </a:lnTo>
                  <a:lnTo>
                    <a:pt x="1999" y="1074"/>
                  </a:lnTo>
                  <a:lnTo>
                    <a:pt x="1996" y="1076"/>
                  </a:lnTo>
                  <a:lnTo>
                    <a:pt x="1990" y="1078"/>
                  </a:lnTo>
                  <a:lnTo>
                    <a:pt x="1983" y="1081"/>
                  </a:lnTo>
                  <a:lnTo>
                    <a:pt x="1974" y="1083"/>
                  </a:lnTo>
                  <a:lnTo>
                    <a:pt x="1965" y="1085"/>
                  </a:lnTo>
                  <a:lnTo>
                    <a:pt x="1956" y="1086"/>
                  </a:lnTo>
                  <a:lnTo>
                    <a:pt x="1947" y="1086"/>
                  </a:lnTo>
                  <a:lnTo>
                    <a:pt x="1939" y="1085"/>
                  </a:lnTo>
                  <a:lnTo>
                    <a:pt x="1931" y="1082"/>
                  </a:lnTo>
                  <a:lnTo>
                    <a:pt x="1923" y="1078"/>
                  </a:lnTo>
                  <a:lnTo>
                    <a:pt x="1915" y="1076"/>
                  </a:lnTo>
                  <a:lnTo>
                    <a:pt x="1906" y="1075"/>
                  </a:lnTo>
                  <a:lnTo>
                    <a:pt x="1897" y="1076"/>
                  </a:lnTo>
                  <a:lnTo>
                    <a:pt x="1889" y="1079"/>
                  </a:lnTo>
                  <a:lnTo>
                    <a:pt x="1880" y="1083"/>
                  </a:lnTo>
                  <a:lnTo>
                    <a:pt x="1872" y="1089"/>
                  </a:lnTo>
                  <a:lnTo>
                    <a:pt x="1865" y="1097"/>
                  </a:lnTo>
                  <a:lnTo>
                    <a:pt x="1858" y="1104"/>
                  </a:lnTo>
                  <a:lnTo>
                    <a:pt x="1850" y="1109"/>
                  </a:lnTo>
                  <a:lnTo>
                    <a:pt x="1842" y="1111"/>
                  </a:lnTo>
                  <a:lnTo>
                    <a:pt x="1833" y="1112"/>
                  </a:lnTo>
                  <a:lnTo>
                    <a:pt x="1823" y="1112"/>
                  </a:lnTo>
                  <a:lnTo>
                    <a:pt x="1815" y="1111"/>
                  </a:lnTo>
                  <a:lnTo>
                    <a:pt x="1807" y="1109"/>
                  </a:lnTo>
                  <a:lnTo>
                    <a:pt x="1800" y="1107"/>
                  </a:lnTo>
                  <a:lnTo>
                    <a:pt x="1792" y="1106"/>
                  </a:lnTo>
                  <a:lnTo>
                    <a:pt x="1785" y="1108"/>
                  </a:lnTo>
                  <a:lnTo>
                    <a:pt x="1777" y="1111"/>
                  </a:lnTo>
                  <a:lnTo>
                    <a:pt x="1768" y="1116"/>
                  </a:lnTo>
                  <a:lnTo>
                    <a:pt x="1761" y="1122"/>
                  </a:lnTo>
                  <a:lnTo>
                    <a:pt x="1755" y="1128"/>
                  </a:lnTo>
                  <a:lnTo>
                    <a:pt x="1749" y="1135"/>
                  </a:lnTo>
                  <a:lnTo>
                    <a:pt x="1745" y="1141"/>
                  </a:lnTo>
                  <a:lnTo>
                    <a:pt x="1740" y="1147"/>
                  </a:lnTo>
                  <a:lnTo>
                    <a:pt x="1734" y="1151"/>
                  </a:lnTo>
                  <a:lnTo>
                    <a:pt x="1727" y="1153"/>
                  </a:lnTo>
                  <a:lnTo>
                    <a:pt x="1719" y="1155"/>
                  </a:lnTo>
                  <a:lnTo>
                    <a:pt x="1711" y="1156"/>
                  </a:lnTo>
                  <a:lnTo>
                    <a:pt x="1704" y="1159"/>
                  </a:lnTo>
                  <a:lnTo>
                    <a:pt x="1696" y="1162"/>
                  </a:lnTo>
                  <a:lnTo>
                    <a:pt x="1690" y="1166"/>
                  </a:lnTo>
                  <a:lnTo>
                    <a:pt x="1685" y="1173"/>
                  </a:lnTo>
                  <a:lnTo>
                    <a:pt x="1681" y="1182"/>
                  </a:lnTo>
                  <a:lnTo>
                    <a:pt x="1678" y="1194"/>
                  </a:lnTo>
                  <a:lnTo>
                    <a:pt x="1674" y="1205"/>
                  </a:lnTo>
                  <a:lnTo>
                    <a:pt x="1671" y="1217"/>
                  </a:lnTo>
                  <a:lnTo>
                    <a:pt x="1667" y="1229"/>
                  </a:lnTo>
                  <a:lnTo>
                    <a:pt x="1663" y="1239"/>
                  </a:lnTo>
                  <a:lnTo>
                    <a:pt x="1657" y="1248"/>
                  </a:lnTo>
                  <a:lnTo>
                    <a:pt x="1648" y="1254"/>
                  </a:lnTo>
                  <a:lnTo>
                    <a:pt x="1638" y="1261"/>
                  </a:lnTo>
                  <a:lnTo>
                    <a:pt x="1627" y="1268"/>
                  </a:lnTo>
                  <a:lnTo>
                    <a:pt x="1616" y="1275"/>
                  </a:lnTo>
                  <a:lnTo>
                    <a:pt x="1606" y="1281"/>
                  </a:lnTo>
                  <a:lnTo>
                    <a:pt x="1598" y="1286"/>
                  </a:lnTo>
                  <a:lnTo>
                    <a:pt x="1592" y="1289"/>
                  </a:lnTo>
                  <a:lnTo>
                    <a:pt x="1590" y="1290"/>
                  </a:lnTo>
                  <a:lnTo>
                    <a:pt x="1589" y="1294"/>
                  </a:lnTo>
                  <a:lnTo>
                    <a:pt x="1585" y="1301"/>
                  </a:lnTo>
                  <a:lnTo>
                    <a:pt x="1581" y="1311"/>
                  </a:lnTo>
                  <a:lnTo>
                    <a:pt x="1574" y="1324"/>
                  </a:lnTo>
                  <a:lnTo>
                    <a:pt x="1568" y="1337"/>
                  </a:lnTo>
                  <a:lnTo>
                    <a:pt x="1564" y="1350"/>
                  </a:lnTo>
                  <a:lnTo>
                    <a:pt x="1560" y="1361"/>
                  </a:lnTo>
                  <a:lnTo>
                    <a:pt x="1559" y="1368"/>
                  </a:lnTo>
                  <a:lnTo>
                    <a:pt x="1558" y="1375"/>
                  </a:lnTo>
                  <a:lnTo>
                    <a:pt x="1555" y="1383"/>
                  </a:lnTo>
                  <a:lnTo>
                    <a:pt x="1552" y="1394"/>
                  </a:lnTo>
                  <a:lnTo>
                    <a:pt x="1547" y="1405"/>
                  </a:lnTo>
                  <a:lnTo>
                    <a:pt x="1542" y="1415"/>
                  </a:lnTo>
                  <a:lnTo>
                    <a:pt x="1536" y="1423"/>
                  </a:lnTo>
                  <a:lnTo>
                    <a:pt x="1531" y="1430"/>
                  </a:lnTo>
                  <a:lnTo>
                    <a:pt x="1527" y="1433"/>
                  </a:lnTo>
                  <a:lnTo>
                    <a:pt x="1524" y="1434"/>
                  </a:lnTo>
                  <a:lnTo>
                    <a:pt x="1523" y="1436"/>
                  </a:lnTo>
                  <a:lnTo>
                    <a:pt x="1523" y="1439"/>
                  </a:lnTo>
                  <a:lnTo>
                    <a:pt x="1524" y="1443"/>
                  </a:lnTo>
                  <a:lnTo>
                    <a:pt x="1524" y="1450"/>
                  </a:lnTo>
                  <a:lnTo>
                    <a:pt x="1524" y="1458"/>
                  </a:lnTo>
                  <a:lnTo>
                    <a:pt x="1522" y="1468"/>
                  </a:lnTo>
                  <a:lnTo>
                    <a:pt x="1519" y="1481"/>
                  </a:lnTo>
                  <a:lnTo>
                    <a:pt x="1508" y="1493"/>
                  </a:lnTo>
                  <a:lnTo>
                    <a:pt x="1499" y="1502"/>
                  </a:lnTo>
                  <a:lnTo>
                    <a:pt x="1490" y="1508"/>
                  </a:lnTo>
                  <a:lnTo>
                    <a:pt x="1482" y="1511"/>
                  </a:lnTo>
                  <a:lnTo>
                    <a:pt x="1473" y="1513"/>
                  </a:lnTo>
                  <a:lnTo>
                    <a:pt x="1465" y="1512"/>
                  </a:lnTo>
                  <a:lnTo>
                    <a:pt x="1457" y="1510"/>
                  </a:lnTo>
                  <a:lnTo>
                    <a:pt x="1449" y="1507"/>
                  </a:lnTo>
                  <a:lnTo>
                    <a:pt x="1440" y="1503"/>
                  </a:lnTo>
                  <a:lnTo>
                    <a:pt x="1430" y="1498"/>
                  </a:lnTo>
                  <a:lnTo>
                    <a:pt x="1419" y="1493"/>
                  </a:lnTo>
                  <a:lnTo>
                    <a:pt x="1409" y="1489"/>
                  </a:lnTo>
                  <a:lnTo>
                    <a:pt x="1400" y="1486"/>
                  </a:lnTo>
                  <a:lnTo>
                    <a:pt x="1393" y="1487"/>
                  </a:lnTo>
                  <a:lnTo>
                    <a:pt x="1389" y="1490"/>
                  </a:lnTo>
                  <a:lnTo>
                    <a:pt x="1388" y="1498"/>
                  </a:lnTo>
                  <a:lnTo>
                    <a:pt x="1387" y="1508"/>
                  </a:lnTo>
                  <a:lnTo>
                    <a:pt x="1383" y="1518"/>
                  </a:lnTo>
                  <a:lnTo>
                    <a:pt x="1376" y="1528"/>
                  </a:lnTo>
                  <a:lnTo>
                    <a:pt x="1369" y="1538"/>
                  </a:lnTo>
                  <a:lnTo>
                    <a:pt x="1362" y="1547"/>
                  </a:lnTo>
                  <a:lnTo>
                    <a:pt x="1355" y="1554"/>
                  </a:lnTo>
                  <a:lnTo>
                    <a:pt x="1351" y="1558"/>
                  </a:lnTo>
                  <a:lnTo>
                    <a:pt x="1349" y="1560"/>
                  </a:lnTo>
                  <a:lnTo>
                    <a:pt x="1348" y="1563"/>
                  </a:lnTo>
                  <a:lnTo>
                    <a:pt x="1346" y="1569"/>
                  </a:lnTo>
                  <a:lnTo>
                    <a:pt x="1346" y="1576"/>
                  </a:lnTo>
                  <a:lnTo>
                    <a:pt x="1349" y="1582"/>
                  </a:lnTo>
                  <a:lnTo>
                    <a:pt x="1350" y="1585"/>
                  </a:lnTo>
                  <a:lnTo>
                    <a:pt x="1346" y="1590"/>
                  </a:lnTo>
                  <a:lnTo>
                    <a:pt x="1340" y="1597"/>
                  </a:lnTo>
                  <a:lnTo>
                    <a:pt x="1332" y="1602"/>
                  </a:lnTo>
                  <a:lnTo>
                    <a:pt x="1323" y="1605"/>
                  </a:lnTo>
                  <a:lnTo>
                    <a:pt x="1315" y="1606"/>
                  </a:lnTo>
                  <a:lnTo>
                    <a:pt x="1308" y="1602"/>
                  </a:lnTo>
                  <a:lnTo>
                    <a:pt x="1304" y="1593"/>
                  </a:lnTo>
                  <a:lnTo>
                    <a:pt x="1303" y="1584"/>
                  </a:lnTo>
                  <a:lnTo>
                    <a:pt x="1302" y="1580"/>
                  </a:lnTo>
                  <a:lnTo>
                    <a:pt x="1303" y="1578"/>
                  </a:lnTo>
                  <a:lnTo>
                    <a:pt x="1302" y="1578"/>
                  </a:lnTo>
                  <a:lnTo>
                    <a:pt x="1300" y="1577"/>
                  </a:lnTo>
                  <a:lnTo>
                    <a:pt x="1296" y="1574"/>
                  </a:lnTo>
                  <a:lnTo>
                    <a:pt x="1288" y="1568"/>
                  </a:lnTo>
                  <a:lnTo>
                    <a:pt x="1275" y="1557"/>
                  </a:lnTo>
                  <a:lnTo>
                    <a:pt x="1262" y="1542"/>
                  </a:lnTo>
                  <a:lnTo>
                    <a:pt x="1252" y="1529"/>
                  </a:lnTo>
                  <a:lnTo>
                    <a:pt x="1245" y="1517"/>
                  </a:lnTo>
                  <a:lnTo>
                    <a:pt x="1239" y="1507"/>
                  </a:lnTo>
                  <a:lnTo>
                    <a:pt x="1235" y="1497"/>
                  </a:lnTo>
                  <a:lnTo>
                    <a:pt x="1232" y="1488"/>
                  </a:lnTo>
                  <a:lnTo>
                    <a:pt x="1229" y="1481"/>
                  </a:lnTo>
                  <a:lnTo>
                    <a:pt x="1225" y="1475"/>
                  </a:lnTo>
                  <a:lnTo>
                    <a:pt x="1221" y="1468"/>
                  </a:lnTo>
                  <a:lnTo>
                    <a:pt x="1214" y="1458"/>
                  </a:lnTo>
                  <a:lnTo>
                    <a:pt x="1207" y="1448"/>
                  </a:lnTo>
                  <a:lnTo>
                    <a:pt x="1200" y="1438"/>
                  </a:lnTo>
                  <a:lnTo>
                    <a:pt x="1193" y="1433"/>
                  </a:lnTo>
                  <a:lnTo>
                    <a:pt x="1189" y="1433"/>
                  </a:lnTo>
                  <a:lnTo>
                    <a:pt x="1187" y="1442"/>
                  </a:lnTo>
                  <a:lnTo>
                    <a:pt x="1189" y="1462"/>
                  </a:lnTo>
                  <a:lnTo>
                    <a:pt x="1192" y="1482"/>
                  </a:lnTo>
                  <a:lnTo>
                    <a:pt x="1192" y="1492"/>
                  </a:lnTo>
                  <a:lnTo>
                    <a:pt x="1190" y="1497"/>
                  </a:lnTo>
                  <a:lnTo>
                    <a:pt x="1187" y="1495"/>
                  </a:lnTo>
                  <a:lnTo>
                    <a:pt x="1182" y="1488"/>
                  </a:lnTo>
                  <a:lnTo>
                    <a:pt x="1175" y="1481"/>
                  </a:lnTo>
                  <a:lnTo>
                    <a:pt x="1169" y="1475"/>
                  </a:lnTo>
                  <a:lnTo>
                    <a:pt x="1163" y="1470"/>
                  </a:lnTo>
                  <a:lnTo>
                    <a:pt x="1157" y="1468"/>
                  </a:lnTo>
                  <a:lnTo>
                    <a:pt x="1151" y="1467"/>
                  </a:lnTo>
                  <a:lnTo>
                    <a:pt x="1145" y="1467"/>
                  </a:lnTo>
                  <a:lnTo>
                    <a:pt x="1140" y="1469"/>
                  </a:lnTo>
                  <a:lnTo>
                    <a:pt x="1136" y="1471"/>
                  </a:lnTo>
                  <a:lnTo>
                    <a:pt x="1133" y="1475"/>
                  </a:lnTo>
                  <a:lnTo>
                    <a:pt x="1131" y="1480"/>
                  </a:lnTo>
                  <a:lnTo>
                    <a:pt x="1131" y="1486"/>
                  </a:lnTo>
                  <a:lnTo>
                    <a:pt x="1131" y="1491"/>
                  </a:lnTo>
                  <a:lnTo>
                    <a:pt x="1130" y="1492"/>
                  </a:lnTo>
                  <a:lnTo>
                    <a:pt x="1126" y="1490"/>
                  </a:lnTo>
                  <a:lnTo>
                    <a:pt x="1122" y="1487"/>
                  </a:lnTo>
                  <a:lnTo>
                    <a:pt x="1118" y="1482"/>
                  </a:lnTo>
                  <a:lnTo>
                    <a:pt x="1112" y="1475"/>
                  </a:lnTo>
                  <a:lnTo>
                    <a:pt x="1106" y="1469"/>
                  </a:lnTo>
                  <a:lnTo>
                    <a:pt x="1099" y="1462"/>
                  </a:lnTo>
                  <a:lnTo>
                    <a:pt x="1092" y="1456"/>
                  </a:lnTo>
                  <a:lnTo>
                    <a:pt x="1085" y="1450"/>
                  </a:lnTo>
                  <a:lnTo>
                    <a:pt x="1079" y="1442"/>
                  </a:lnTo>
                  <a:lnTo>
                    <a:pt x="1072" y="1435"/>
                  </a:lnTo>
                  <a:lnTo>
                    <a:pt x="1068" y="1428"/>
                  </a:lnTo>
                  <a:lnTo>
                    <a:pt x="1065" y="1420"/>
                  </a:lnTo>
                  <a:lnTo>
                    <a:pt x="1064" y="1411"/>
                  </a:lnTo>
                  <a:lnTo>
                    <a:pt x="1065" y="1400"/>
                  </a:lnTo>
                  <a:lnTo>
                    <a:pt x="1067" y="1389"/>
                  </a:lnTo>
                  <a:lnTo>
                    <a:pt x="1067" y="1382"/>
                  </a:lnTo>
                  <a:lnTo>
                    <a:pt x="1066" y="1377"/>
                  </a:lnTo>
                  <a:lnTo>
                    <a:pt x="1063" y="1374"/>
                  </a:lnTo>
                  <a:lnTo>
                    <a:pt x="1058" y="1371"/>
                  </a:lnTo>
                  <a:lnTo>
                    <a:pt x="1052" y="1369"/>
                  </a:lnTo>
                  <a:lnTo>
                    <a:pt x="1043" y="1366"/>
                  </a:lnTo>
                  <a:lnTo>
                    <a:pt x="1032" y="1363"/>
                  </a:lnTo>
                  <a:lnTo>
                    <a:pt x="1022" y="1357"/>
                  </a:lnTo>
                  <a:lnTo>
                    <a:pt x="1018" y="1348"/>
                  </a:lnTo>
                  <a:lnTo>
                    <a:pt x="1017" y="1338"/>
                  </a:lnTo>
                  <a:lnTo>
                    <a:pt x="1018" y="1329"/>
                  </a:lnTo>
                  <a:lnTo>
                    <a:pt x="1019" y="1322"/>
                  </a:lnTo>
                  <a:lnTo>
                    <a:pt x="1018" y="1319"/>
                  </a:lnTo>
                  <a:lnTo>
                    <a:pt x="1013" y="1322"/>
                  </a:lnTo>
                  <a:lnTo>
                    <a:pt x="1004" y="1332"/>
                  </a:lnTo>
                  <a:lnTo>
                    <a:pt x="992" y="1342"/>
                  </a:lnTo>
                  <a:lnTo>
                    <a:pt x="982" y="1345"/>
                  </a:lnTo>
                  <a:lnTo>
                    <a:pt x="973" y="1341"/>
                  </a:lnTo>
                  <a:lnTo>
                    <a:pt x="966" y="1334"/>
                  </a:lnTo>
                  <a:lnTo>
                    <a:pt x="961" y="1325"/>
                  </a:lnTo>
                  <a:lnTo>
                    <a:pt x="957" y="1316"/>
                  </a:lnTo>
                  <a:lnTo>
                    <a:pt x="955" y="1310"/>
                  </a:lnTo>
                  <a:lnTo>
                    <a:pt x="954" y="1307"/>
                  </a:lnTo>
                  <a:lnTo>
                    <a:pt x="953" y="1307"/>
                  </a:lnTo>
                  <a:lnTo>
                    <a:pt x="951" y="1308"/>
                  </a:lnTo>
                  <a:lnTo>
                    <a:pt x="948" y="1308"/>
                  </a:lnTo>
                  <a:lnTo>
                    <a:pt x="944" y="1307"/>
                  </a:lnTo>
                  <a:lnTo>
                    <a:pt x="939" y="1304"/>
                  </a:lnTo>
                  <a:lnTo>
                    <a:pt x="933" y="1300"/>
                  </a:lnTo>
                  <a:lnTo>
                    <a:pt x="926" y="1292"/>
                  </a:lnTo>
                  <a:lnTo>
                    <a:pt x="920" y="1281"/>
                  </a:lnTo>
                  <a:lnTo>
                    <a:pt x="914" y="1272"/>
                  </a:lnTo>
                  <a:lnTo>
                    <a:pt x="907" y="1269"/>
                  </a:lnTo>
                  <a:lnTo>
                    <a:pt x="901" y="1271"/>
                  </a:lnTo>
                  <a:lnTo>
                    <a:pt x="896" y="1276"/>
                  </a:lnTo>
                  <a:lnTo>
                    <a:pt x="891" y="1282"/>
                  </a:lnTo>
                  <a:lnTo>
                    <a:pt x="887" y="1288"/>
                  </a:lnTo>
                  <a:lnTo>
                    <a:pt x="885" y="1294"/>
                  </a:lnTo>
                  <a:lnTo>
                    <a:pt x="884" y="1296"/>
                  </a:lnTo>
                  <a:lnTo>
                    <a:pt x="885" y="1297"/>
                  </a:lnTo>
                  <a:lnTo>
                    <a:pt x="887" y="1301"/>
                  </a:lnTo>
                  <a:lnTo>
                    <a:pt x="891" y="1306"/>
                  </a:lnTo>
                  <a:lnTo>
                    <a:pt x="896" y="1312"/>
                  </a:lnTo>
                  <a:lnTo>
                    <a:pt x="902" y="1318"/>
                  </a:lnTo>
                  <a:lnTo>
                    <a:pt x="909" y="1324"/>
                  </a:lnTo>
                  <a:lnTo>
                    <a:pt x="917" y="1329"/>
                  </a:lnTo>
                  <a:lnTo>
                    <a:pt x="925" y="1332"/>
                  </a:lnTo>
                  <a:lnTo>
                    <a:pt x="934" y="1333"/>
                  </a:lnTo>
                  <a:lnTo>
                    <a:pt x="941" y="1334"/>
                  </a:lnTo>
                  <a:lnTo>
                    <a:pt x="947" y="1335"/>
                  </a:lnTo>
                  <a:lnTo>
                    <a:pt x="952" y="1335"/>
                  </a:lnTo>
                  <a:lnTo>
                    <a:pt x="956" y="1337"/>
                  </a:lnTo>
                  <a:lnTo>
                    <a:pt x="958" y="1341"/>
                  </a:lnTo>
                  <a:lnTo>
                    <a:pt x="959" y="1347"/>
                  </a:lnTo>
                  <a:lnTo>
                    <a:pt x="959" y="1355"/>
                  </a:lnTo>
                  <a:lnTo>
                    <a:pt x="957" y="1365"/>
                  </a:lnTo>
                  <a:lnTo>
                    <a:pt x="955" y="1374"/>
                  </a:lnTo>
                  <a:lnTo>
                    <a:pt x="953" y="1384"/>
                  </a:lnTo>
                  <a:lnTo>
                    <a:pt x="951" y="1392"/>
                  </a:lnTo>
                  <a:lnTo>
                    <a:pt x="951" y="1400"/>
                  </a:lnTo>
                  <a:lnTo>
                    <a:pt x="954" y="1405"/>
                  </a:lnTo>
                  <a:lnTo>
                    <a:pt x="958" y="1408"/>
                  </a:lnTo>
                  <a:lnTo>
                    <a:pt x="967" y="1408"/>
                  </a:lnTo>
                  <a:lnTo>
                    <a:pt x="974" y="1408"/>
                  </a:lnTo>
                  <a:lnTo>
                    <a:pt x="977" y="1411"/>
                  </a:lnTo>
                  <a:lnTo>
                    <a:pt x="975" y="1416"/>
                  </a:lnTo>
                  <a:lnTo>
                    <a:pt x="971" y="1423"/>
                  </a:lnTo>
                  <a:lnTo>
                    <a:pt x="965" y="1429"/>
                  </a:lnTo>
                  <a:lnTo>
                    <a:pt x="960" y="1435"/>
                  </a:lnTo>
                  <a:lnTo>
                    <a:pt x="956" y="1439"/>
                  </a:lnTo>
                  <a:lnTo>
                    <a:pt x="954" y="1441"/>
                  </a:lnTo>
                  <a:lnTo>
                    <a:pt x="953" y="1441"/>
                  </a:lnTo>
                  <a:lnTo>
                    <a:pt x="949" y="1439"/>
                  </a:lnTo>
                  <a:lnTo>
                    <a:pt x="944" y="1437"/>
                  </a:lnTo>
                  <a:lnTo>
                    <a:pt x="938" y="1435"/>
                  </a:lnTo>
                  <a:lnTo>
                    <a:pt x="931" y="1432"/>
                  </a:lnTo>
                  <a:lnTo>
                    <a:pt x="923" y="1428"/>
                  </a:lnTo>
                  <a:lnTo>
                    <a:pt x="917" y="1424"/>
                  </a:lnTo>
                  <a:lnTo>
                    <a:pt x="911" y="1419"/>
                  </a:lnTo>
                  <a:lnTo>
                    <a:pt x="906" y="1415"/>
                  </a:lnTo>
                  <a:lnTo>
                    <a:pt x="901" y="1412"/>
                  </a:lnTo>
                  <a:lnTo>
                    <a:pt x="897" y="1412"/>
                  </a:lnTo>
                  <a:lnTo>
                    <a:pt x="893" y="1414"/>
                  </a:lnTo>
                  <a:lnTo>
                    <a:pt x="889" y="1419"/>
                  </a:lnTo>
                  <a:lnTo>
                    <a:pt x="886" y="1426"/>
                  </a:lnTo>
                  <a:lnTo>
                    <a:pt x="885" y="1437"/>
                  </a:lnTo>
                  <a:lnTo>
                    <a:pt x="884" y="1453"/>
                  </a:lnTo>
                  <a:lnTo>
                    <a:pt x="882" y="1467"/>
                  </a:lnTo>
                  <a:lnTo>
                    <a:pt x="877" y="1476"/>
                  </a:lnTo>
                  <a:lnTo>
                    <a:pt x="872" y="1482"/>
                  </a:lnTo>
                  <a:lnTo>
                    <a:pt x="867" y="1485"/>
                  </a:lnTo>
                  <a:lnTo>
                    <a:pt x="862" y="1487"/>
                  </a:lnTo>
                  <a:lnTo>
                    <a:pt x="861" y="1487"/>
                  </a:lnTo>
                  <a:lnTo>
                    <a:pt x="862" y="1488"/>
                  </a:lnTo>
                  <a:lnTo>
                    <a:pt x="869" y="1489"/>
                  </a:lnTo>
                  <a:lnTo>
                    <a:pt x="875" y="1492"/>
                  </a:lnTo>
                  <a:lnTo>
                    <a:pt x="877" y="1498"/>
                  </a:lnTo>
                  <a:lnTo>
                    <a:pt x="875" y="1504"/>
                  </a:lnTo>
                  <a:lnTo>
                    <a:pt x="871" y="1510"/>
                  </a:lnTo>
                  <a:lnTo>
                    <a:pt x="865" y="1518"/>
                  </a:lnTo>
                  <a:lnTo>
                    <a:pt x="861" y="1525"/>
                  </a:lnTo>
                  <a:lnTo>
                    <a:pt x="858" y="1531"/>
                  </a:lnTo>
                  <a:lnTo>
                    <a:pt x="858" y="1537"/>
                  </a:lnTo>
                  <a:lnTo>
                    <a:pt x="860" y="1545"/>
                  </a:lnTo>
                  <a:lnTo>
                    <a:pt x="862" y="1553"/>
                  </a:lnTo>
                  <a:lnTo>
                    <a:pt x="862" y="1563"/>
                  </a:lnTo>
                  <a:lnTo>
                    <a:pt x="862" y="1571"/>
                  </a:lnTo>
                  <a:lnTo>
                    <a:pt x="860" y="1577"/>
                  </a:lnTo>
                  <a:lnTo>
                    <a:pt x="856" y="1580"/>
                  </a:lnTo>
                  <a:lnTo>
                    <a:pt x="850" y="1579"/>
                  </a:lnTo>
                  <a:lnTo>
                    <a:pt x="842" y="1571"/>
                  </a:lnTo>
                  <a:lnTo>
                    <a:pt x="833" y="1562"/>
                  </a:lnTo>
                  <a:lnTo>
                    <a:pt x="825" y="1556"/>
                  </a:lnTo>
                  <a:lnTo>
                    <a:pt x="819" y="1554"/>
                  </a:lnTo>
                  <a:lnTo>
                    <a:pt x="814" y="1554"/>
                  </a:lnTo>
                  <a:lnTo>
                    <a:pt x="810" y="1557"/>
                  </a:lnTo>
                  <a:lnTo>
                    <a:pt x="807" y="1561"/>
                  </a:lnTo>
                  <a:lnTo>
                    <a:pt x="804" y="1567"/>
                  </a:lnTo>
                  <a:lnTo>
                    <a:pt x="802" y="1574"/>
                  </a:lnTo>
                  <a:lnTo>
                    <a:pt x="800" y="1579"/>
                  </a:lnTo>
                  <a:lnTo>
                    <a:pt x="799" y="1580"/>
                  </a:lnTo>
                  <a:lnTo>
                    <a:pt x="797" y="1578"/>
                  </a:lnTo>
                  <a:lnTo>
                    <a:pt x="795" y="1574"/>
                  </a:lnTo>
                  <a:lnTo>
                    <a:pt x="793" y="1568"/>
                  </a:lnTo>
                  <a:lnTo>
                    <a:pt x="791" y="1561"/>
                  </a:lnTo>
                  <a:lnTo>
                    <a:pt x="789" y="1555"/>
                  </a:lnTo>
                  <a:lnTo>
                    <a:pt x="786" y="1549"/>
                  </a:lnTo>
                  <a:lnTo>
                    <a:pt x="783" y="1542"/>
                  </a:lnTo>
                  <a:lnTo>
                    <a:pt x="781" y="1537"/>
                  </a:lnTo>
                  <a:lnTo>
                    <a:pt x="777" y="1532"/>
                  </a:lnTo>
                  <a:lnTo>
                    <a:pt x="774" y="1529"/>
                  </a:lnTo>
                  <a:lnTo>
                    <a:pt x="769" y="1529"/>
                  </a:lnTo>
                  <a:lnTo>
                    <a:pt x="763" y="1533"/>
                  </a:lnTo>
                  <a:lnTo>
                    <a:pt x="755" y="1542"/>
                  </a:lnTo>
                  <a:lnTo>
                    <a:pt x="744" y="1557"/>
                  </a:lnTo>
                  <a:lnTo>
                    <a:pt x="735" y="1572"/>
                  </a:lnTo>
                  <a:lnTo>
                    <a:pt x="732" y="1582"/>
                  </a:lnTo>
                  <a:lnTo>
                    <a:pt x="732" y="1587"/>
                  </a:lnTo>
                  <a:lnTo>
                    <a:pt x="734" y="1590"/>
                  </a:lnTo>
                  <a:lnTo>
                    <a:pt x="734" y="1591"/>
                  </a:lnTo>
                  <a:lnTo>
                    <a:pt x="731" y="1590"/>
                  </a:lnTo>
                  <a:lnTo>
                    <a:pt x="721" y="1590"/>
                  </a:lnTo>
                  <a:lnTo>
                    <a:pt x="704" y="1590"/>
                  </a:lnTo>
                  <a:lnTo>
                    <a:pt x="686" y="1591"/>
                  </a:lnTo>
                  <a:lnTo>
                    <a:pt x="672" y="1592"/>
                  </a:lnTo>
                  <a:lnTo>
                    <a:pt x="664" y="1595"/>
                  </a:lnTo>
                  <a:lnTo>
                    <a:pt x="659" y="1597"/>
                  </a:lnTo>
                  <a:lnTo>
                    <a:pt x="655" y="1601"/>
                  </a:lnTo>
                  <a:lnTo>
                    <a:pt x="652" y="1606"/>
                  </a:lnTo>
                  <a:lnTo>
                    <a:pt x="647" y="1613"/>
                  </a:lnTo>
                  <a:lnTo>
                    <a:pt x="640" y="1622"/>
                  </a:lnTo>
                  <a:lnTo>
                    <a:pt x="631" y="1631"/>
                  </a:lnTo>
                  <a:lnTo>
                    <a:pt x="622" y="1636"/>
                  </a:lnTo>
                  <a:lnTo>
                    <a:pt x="615" y="1639"/>
                  </a:lnTo>
                  <a:lnTo>
                    <a:pt x="609" y="1640"/>
                  </a:lnTo>
                  <a:lnTo>
                    <a:pt x="604" y="1638"/>
                  </a:lnTo>
                  <a:lnTo>
                    <a:pt x="601" y="1634"/>
                  </a:lnTo>
                  <a:lnTo>
                    <a:pt x="600" y="1629"/>
                  </a:lnTo>
                  <a:lnTo>
                    <a:pt x="601" y="1622"/>
                  </a:lnTo>
                  <a:lnTo>
                    <a:pt x="601" y="1614"/>
                  </a:lnTo>
                  <a:lnTo>
                    <a:pt x="598" y="1605"/>
                  </a:lnTo>
                  <a:lnTo>
                    <a:pt x="594" y="1596"/>
                  </a:lnTo>
                  <a:lnTo>
                    <a:pt x="590" y="1586"/>
                  </a:lnTo>
                  <a:lnTo>
                    <a:pt x="588" y="1579"/>
                  </a:lnTo>
                  <a:lnTo>
                    <a:pt x="589" y="1573"/>
                  </a:lnTo>
                  <a:lnTo>
                    <a:pt x="594" y="1571"/>
                  </a:lnTo>
                  <a:lnTo>
                    <a:pt x="606" y="1571"/>
                  </a:lnTo>
                  <a:lnTo>
                    <a:pt x="620" y="1573"/>
                  </a:lnTo>
                  <a:lnTo>
                    <a:pt x="634" y="1574"/>
                  </a:lnTo>
                  <a:lnTo>
                    <a:pt x="644" y="1575"/>
                  </a:lnTo>
                  <a:lnTo>
                    <a:pt x="653" y="1574"/>
                  </a:lnTo>
                  <a:lnTo>
                    <a:pt x="659" y="1573"/>
                  </a:lnTo>
                  <a:lnTo>
                    <a:pt x="663" y="1569"/>
                  </a:lnTo>
                  <a:lnTo>
                    <a:pt x="665" y="1564"/>
                  </a:lnTo>
                  <a:lnTo>
                    <a:pt x="665" y="1557"/>
                  </a:lnTo>
                  <a:lnTo>
                    <a:pt x="663" y="1549"/>
                  </a:lnTo>
                  <a:lnTo>
                    <a:pt x="658" y="1542"/>
                  </a:lnTo>
                  <a:lnTo>
                    <a:pt x="652" y="1537"/>
                  </a:lnTo>
                  <a:lnTo>
                    <a:pt x="645" y="1533"/>
                  </a:lnTo>
                  <a:lnTo>
                    <a:pt x="638" y="1530"/>
                  </a:lnTo>
                  <a:lnTo>
                    <a:pt x="633" y="1528"/>
                  </a:lnTo>
                  <a:lnTo>
                    <a:pt x="628" y="1527"/>
                  </a:lnTo>
                  <a:lnTo>
                    <a:pt x="626" y="1527"/>
                  </a:lnTo>
                  <a:lnTo>
                    <a:pt x="626" y="1526"/>
                  </a:lnTo>
                  <a:lnTo>
                    <a:pt x="627" y="1522"/>
                  </a:lnTo>
                  <a:lnTo>
                    <a:pt x="630" y="1517"/>
                  </a:lnTo>
                  <a:lnTo>
                    <a:pt x="633" y="1512"/>
                  </a:lnTo>
                  <a:lnTo>
                    <a:pt x="637" y="1507"/>
                  </a:lnTo>
                  <a:lnTo>
                    <a:pt x="642" y="1503"/>
                  </a:lnTo>
                  <a:lnTo>
                    <a:pt x="650" y="1500"/>
                  </a:lnTo>
                  <a:lnTo>
                    <a:pt x="659" y="1501"/>
                  </a:lnTo>
                  <a:lnTo>
                    <a:pt x="668" y="1502"/>
                  </a:lnTo>
                  <a:lnTo>
                    <a:pt x="675" y="1500"/>
                  </a:lnTo>
                  <a:lnTo>
                    <a:pt x="681" y="1496"/>
                  </a:lnTo>
                  <a:lnTo>
                    <a:pt x="685" y="1490"/>
                  </a:lnTo>
                  <a:lnTo>
                    <a:pt x="687" y="1484"/>
                  </a:lnTo>
                  <a:lnTo>
                    <a:pt x="688" y="1480"/>
                  </a:lnTo>
                  <a:lnTo>
                    <a:pt x="688" y="1476"/>
                  </a:lnTo>
                  <a:lnTo>
                    <a:pt x="688" y="1475"/>
                  </a:lnTo>
                  <a:lnTo>
                    <a:pt x="689" y="1476"/>
                  </a:lnTo>
                  <a:lnTo>
                    <a:pt x="691" y="1478"/>
                  </a:lnTo>
                  <a:lnTo>
                    <a:pt x="694" y="1481"/>
                  </a:lnTo>
                  <a:lnTo>
                    <a:pt x="698" y="1485"/>
                  </a:lnTo>
                  <a:lnTo>
                    <a:pt x="702" y="1490"/>
                  </a:lnTo>
                  <a:lnTo>
                    <a:pt x="707" y="1497"/>
                  </a:lnTo>
                  <a:lnTo>
                    <a:pt x="713" y="1503"/>
                  </a:lnTo>
                  <a:lnTo>
                    <a:pt x="718" y="1509"/>
                  </a:lnTo>
                  <a:lnTo>
                    <a:pt x="724" y="1514"/>
                  </a:lnTo>
                  <a:lnTo>
                    <a:pt x="730" y="1515"/>
                  </a:lnTo>
                  <a:lnTo>
                    <a:pt x="735" y="1513"/>
                  </a:lnTo>
                  <a:lnTo>
                    <a:pt x="740" y="1510"/>
                  </a:lnTo>
                  <a:lnTo>
                    <a:pt x="742" y="1505"/>
                  </a:lnTo>
                  <a:lnTo>
                    <a:pt x="742" y="1500"/>
                  </a:lnTo>
                  <a:lnTo>
                    <a:pt x="739" y="1495"/>
                  </a:lnTo>
                  <a:lnTo>
                    <a:pt x="733" y="1489"/>
                  </a:lnTo>
                  <a:lnTo>
                    <a:pt x="725" y="1483"/>
                  </a:lnTo>
                  <a:lnTo>
                    <a:pt x="719" y="1475"/>
                  </a:lnTo>
                  <a:lnTo>
                    <a:pt x="715" y="1466"/>
                  </a:lnTo>
                  <a:lnTo>
                    <a:pt x="713" y="1456"/>
                  </a:lnTo>
                  <a:lnTo>
                    <a:pt x="711" y="1446"/>
                  </a:lnTo>
                  <a:lnTo>
                    <a:pt x="710" y="1438"/>
                  </a:lnTo>
                  <a:lnTo>
                    <a:pt x="710" y="1432"/>
                  </a:lnTo>
                  <a:lnTo>
                    <a:pt x="710" y="1430"/>
                  </a:lnTo>
                  <a:lnTo>
                    <a:pt x="711" y="1428"/>
                  </a:lnTo>
                  <a:lnTo>
                    <a:pt x="713" y="1424"/>
                  </a:lnTo>
                  <a:lnTo>
                    <a:pt x="716" y="1418"/>
                  </a:lnTo>
                  <a:lnTo>
                    <a:pt x="717" y="1412"/>
                  </a:lnTo>
                  <a:lnTo>
                    <a:pt x="716" y="1409"/>
                  </a:lnTo>
                  <a:lnTo>
                    <a:pt x="712" y="1408"/>
                  </a:lnTo>
                  <a:lnTo>
                    <a:pt x="703" y="1412"/>
                  </a:lnTo>
                  <a:lnTo>
                    <a:pt x="688" y="1422"/>
                  </a:lnTo>
                  <a:lnTo>
                    <a:pt x="670" y="1432"/>
                  </a:lnTo>
                  <a:lnTo>
                    <a:pt x="657" y="1437"/>
                  </a:lnTo>
                  <a:lnTo>
                    <a:pt x="647" y="1438"/>
                  </a:lnTo>
                  <a:lnTo>
                    <a:pt x="640" y="1435"/>
                  </a:lnTo>
                  <a:lnTo>
                    <a:pt x="634" y="1431"/>
                  </a:lnTo>
                  <a:lnTo>
                    <a:pt x="631" y="1427"/>
                  </a:lnTo>
                  <a:lnTo>
                    <a:pt x="628" y="1423"/>
                  </a:lnTo>
                  <a:lnTo>
                    <a:pt x="628" y="1422"/>
                  </a:lnTo>
                  <a:lnTo>
                    <a:pt x="643" y="1459"/>
                  </a:lnTo>
                  <a:lnTo>
                    <a:pt x="645" y="1463"/>
                  </a:lnTo>
                  <a:lnTo>
                    <a:pt x="646" y="1468"/>
                  </a:lnTo>
                  <a:lnTo>
                    <a:pt x="646" y="1473"/>
                  </a:lnTo>
                  <a:lnTo>
                    <a:pt x="645" y="1479"/>
                  </a:lnTo>
                  <a:lnTo>
                    <a:pt x="641" y="1486"/>
                  </a:lnTo>
                  <a:lnTo>
                    <a:pt x="635" y="1493"/>
                  </a:lnTo>
                  <a:lnTo>
                    <a:pt x="625" y="1502"/>
                  </a:lnTo>
                  <a:lnTo>
                    <a:pt x="612" y="1510"/>
                  </a:lnTo>
                  <a:lnTo>
                    <a:pt x="599" y="1518"/>
                  </a:lnTo>
                  <a:lnTo>
                    <a:pt x="589" y="1524"/>
                  </a:lnTo>
                  <a:lnTo>
                    <a:pt x="581" y="1529"/>
                  </a:lnTo>
                  <a:lnTo>
                    <a:pt x="574" y="1533"/>
                  </a:lnTo>
                  <a:lnTo>
                    <a:pt x="567" y="1535"/>
                  </a:lnTo>
                  <a:lnTo>
                    <a:pt x="561" y="1536"/>
                  </a:lnTo>
                  <a:lnTo>
                    <a:pt x="553" y="1535"/>
                  </a:lnTo>
                  <a:lnTo>
                    <a:pt x="542" y="1532"/>
                  </a:lnTo>
                  <a:lnTo>
                    <a:pt x="532" y="1528"/>
                  </a:lnTo>
                  <a:lnTo>
                    <a:pt x="524" y="1525"/>
                  </a:lnTo>
                  <a:lnTo>
                    <a:pt x="519" y="1522"/>
                  </a:lnTo>
                  <a:lnTo>
                    <a:pt x="517" y="1518"/>
                  </a:lnTo>
                  <a:lnTo>
                    <a:pt x="515" y="1514"/>
                  </a:lnTo>
                  <a:lnTo>
                    <a:pt x="513" y="1508"/>
                  </a:lnTo>
                  <a:lnTo>
                    <a:pt x="511" y="1501"/>
                  </a:lnTo>
                  <a:lnTo>
                    <a:pt x="508" y="1492"/>
                  </a:lnTo>
                  <a:lnTo>
                    <a:pt x="505" y="1484"/>
                  </a:lnTo>
                  <a:lnTo>
                    <a:pt x="503" y="1478"/>
                  </a:lnTo>
                  <a:lnTo>
                    <a:pt x="503" y="1473"/>
                  </a:lnTo>
                  <a:lnTo>
                    <a:pt x="504" y="1470"/>
                  </a:lnTo>
                  <a:lnTo>
                    <a:pt x="506" y="1466"/>
                  </a:lnTo>
                  <a:lnTo>
                    <a:pt x="510" y="1462"/>
                  </a:lnTo>
                  <a:lnTo>
                    <a:pt x="515" y="1457"/>
                  </a:lnTo>
                  <a:lnTo>
                    <a:pt x="522" y="1451"/>
                  </a:lnTo>
                  <a:lnTo>
                    <a:pt x="528" y="1441"/>
                  </a:lnTo>
                  <a:lnTo>
                    <a:pt x="533" y="1430"/>
                  </a:lnTo>
                  <a:lnTo>
                    <a:pt x="535" y="1418"/>
                  </a:lnTo>
                  <a:lnTo>
                    <a:pt x="535" y="1407"/>
                  </a:lnTo>
                  <a:lnTo>
                    <a:pt x="531" y="1397"/>
                  </a:lnTo>
                  <a:lnTo>
                    <a:pt x="523" y="1390"/>
                  </a:lnTo>
                  <a:lnTo>
                    <a:pt x="513" y="1389"/>
                  </a:lnTo>
                  <a:lnTo>
                    <a:pt x="500" y="1395"/>
                  </a:lnTo>
                  <a:lnTo>
                    <a:pt x="485" y="1402"/>
                  </a:lnTo>
                  <a:lnTo>
                    <a:pt x="471" y="1408"/>
                  </a:lnTo>
                  <a:lnTo>
                    <a:pt x="459" y="1413"/>
                  </a:lnTo>
                  <a:lnTo>
                    <a:pt x="449" y="1418"/>
                  </a:lnTo>
                  <a:lnTo>
                    <a:pt x="440" y="1422"/>
                  </a:lnTo>
                  <a:lnTo>
                    <a:pt x="433" y="1426"/>
                  </a:lnTo>
                  <a:lnTo>
                    <a:pt x="427" y="1431"/>
                  </a:lnTo>
                  <a:lnTo>
                    <a:pt x="424" y="1436"/>
                  </a:lnTo>
                  <a:lnTo>
                    <a:pt x="422" y="1440"/>
                  </a:lnTo>
                  <a:lnTo>
                    <a:pt x="419" y="1442"/>
                  </a:lnTo>
                  <a:lnTo>
                    <a:pt x="416" y="1441"/>
                  </a:lnTo>
                  <a:lnTo>
                    <a:pt x="413" y="1438"/>
                  </a:lnTo>
                  <a:lnTo>
                    <a:pt x="410" y="1434"/>
                  </a:lnTo>
                  <a:lnTo>
                    <a:pt x="407" y="1429"/>
                  </a:lnTo>
                  <a:lnTo>
                    <a:pt x="403" y="1424"/>
                  </a:lnTo>
                  <a:lnTo>
                    <a:pt x="399" y="1419"/>
                  </a:lnTo>
                  <a:lnTo>
                    <a:pt x="394" y="1416"/>
                  </a:lnTo>
                  <a:lnTo>
                    <a:pt x="389" y="1417"/>
                  </a:lnTo>
                  <a:lnTo>
                    <a:pt x="383" y="1419"/>
                  </a:lnTo>
                  <a:lnTo>
                    <a:pt x="375" y="1422"/>
                  </a:lnTo>
                  <a:lnTo>
                    <a:pt x="367" y="1425"/>
                  </a:lnTo>
                  <a:lnTo>
                    <a:pt x="359" y="1424"/>
                  </a:lnTo>
                  <a:lnTo>
                    <a:pt x="350" y="1420"/>
                  </a:lnTo>
                  <a:lnTo>
                    <a:pt x="341" y="1411"/>
                  </a:lnTo>
                  <a:lnTo>
                    <a:pt x="333" y="1400"/>
                  </a:lnTo>
                  <a:lnTo>
                    <a:pt x="326" y="1389"/>
                  </a:lnTo>
                  <a:lnTo>
                    <a:pt x="321" y="1381"/>
                  </a:lnTo>
                  <a:lnTo>
                    <a:pt x="316" y="1374"/>
                  </a:lnTo>
                  <a:lnTo>
                    <a:pt x="310" y="1368"/>
                  </a:lnTo>
                  <a:lnTo>
                    <a:pt x="302" y="1364"/>
                  </a:lnTo>
                  <a:lnTo>
                    <a:pt x="292" y="1361"/>
                  </a:lnTo>
                  <a:lnTo>
                    <a:pt x="278" y="1358"/>
                  </a:lnTo>
                  <a:lnTo>
                    <a:pt x="267" y="1356"/>
                  </a:lnTo>
                  <a:lnTo>
                    <a:pt x="262" y="1353"/>
                  </a:lnTo>
                  <a:lnTo>
                    <a:pt x="263" y="1351"/>
                  </a:lnTo>
                  <a:lnTo>
                    <a:pt x="268" y="1347"/>
                  </a:lnTo>
                  <a:lnTo>
                    <a:pt x="277" y="1344"/>
                  </a:lnTo>
                  <a:lnTo>
                    <a:pt x="288" y="1338"/>
                  </a:lnTo>
                  <a:lnTo>
                    <a:pt x="298" y="1331"/>
                  </a:lnTo>
                  <a:lnTo>
                    <a:pt x="307" y="1324"/>
                  </a:lnTo>
                  <a:lnTo>
                    <a:pt x="315" y="1316"/>
                  </a:lnTo>
                  <a:lnTo>
                    <a:pt x="323" y="1307"/>
                  </a:lnTo>
                  <a:lnTo>
                    <a:pt x="331" y="1299"/>
                  </a:lnTo>
                  <a:lnTo>
                    <a:pt x="338" y="1291"/>
                  </a:lnTo>
                  <a:lnTo>
                    <a:pt x="345" y="1286"/>
                  </a:lnTo>
                  <a:lnTo>
                    <a:pt x="350" y="1284"/>
                  </a:lnTo>
                  <a:lnTo>
                    <a:pt x="356" y="1284"/>
                  </a:lnTo>
                  <a:lnTo>
                    <a:pt x="360" y="1287"/>
                  </a:lnTo>
                  <a:lnTo>
                    <a:pt x="364" y="1294"/>
                  </a:lnTo>
                  <a:lnTo>
                    <a:pt x="366" y="1300"/>
                  </a:lnTo>
                  <a:lnTo>
                    <a:pt x="367" y="1306"/>
                  </a:lnTo>
                  <a:lnTo>
                    <a:pt x="368" y="1311"/>
                  </a:lnTo>
                  <a:lnTo>
                    <a:pt x="368" y="1316"/>
                  </a:lnTo>
                  <a:lnTo>
                    <a:pt x="368" y="1320"/>
                  </a:lnTo>
                  <a:lnTo>
                    <a:pt x="368" y="1323"/>
                  </a:lnTo>
                  <a:lnTo>
                    <a:pt x="368" y="1324"/>
                  </a:lnTo>
                  <a:lnTo>
                    <a:pt x="394" y="1313"/>
                  </a:lnTo>
                  <a:lnTo>
                    <a:pt x="393" y="1311"/>
                  </a:lnTo>
                  <a:lnTo>
                    <a:pt x="391" y="1306"/>
                  </a:lnTo>
                  <a:lnTo>
                    <a:pt x="389" y="1300"/>
                  </a:lnTo>
                  <a:lnTo>
                    <a:pt x="387" y="1291"/>
                  </a:lnTo>
                  <a:lnTo>
                    <a:pt x="386" y="1283"/>
                  </a:lnTo>
                  <a:lnTo>
                    <a:pt x="386" y="1277"/>
                  </a:lnTo>
                  <a:lnTo>
                    <a:pt x="390" y="1272"/>
                  </a:lnTo>
                  <a:lnTo>
                    <a:pt x="397" y="1270"/>
                  </a:lnTo>
                  <a:lnTo>
                    <a:pt x="404" y="1268"/>
                  </a:lnTo>
                  <a:lnTo>
                    <a:pt x="409" y="1264"/>
                  </a:lnTo>
                  <a:lnTo>
                    <a:pt x="412" y="1258"/>
                  </a:lnTo>
                  <a:lnTo>
                    <a:pt x="414" y="1251"/>
                  </a:lnTo>
                  <a:lnTo>
                    <a:pt x="416" y="1245"/>
                  </a:lnTo>
                  <a:lnTo>
                    <a:pt x="417" y="1240"/>
                  </a:lnTo>
                  <a:lnTo>
                    <a:pt x="420" y="1239"/>
                  </a:lnTo>
                  <a:lnTo>
                    <a:pt x="424" y="1243"/>
                  </a:lnTo>
                  <a:lnTo>
                    <a:pt x="429" y="1248"/>
                  </a:lnTo>
                  <a:lnTo>
                    <a:pt x="435" y="1254"/>
                  </a:lnTo>
                  <a:lnTo>
                    <a:pt x="439" y="1259"/>
                  </a:lnTo>
                  <a:lnTo>
                    <a:pt x="443" y="1263"/>
                  </a:lnTo>
                  <a:lnTo>
                    <a:pt x="446" y="1266"/>
                  </a:lnTo>
                  <a:lnTo>
                    <a:pt x="450" y="1269"/>
                  </a:lnTo>
                  <a:lnTo>
                    <a:pt x="454" y="1269"/>
                  </a:lnTo>
                  <a:lnTo>
                    <a:pt x="458" y="1268"/>
                  </a:lnTo>
                  <a:lnTo>
                    <a:pt x="462" y="1265"/>
                  </a:lnTo>
                  <a:lnTo>
                    <a:pt x="466" y="1262"/>
                  </a:lnTo>
                  <a:lnTo>
                    <a:pt x="470" y="1258"/>
                  </a:lnTo>
                  <a:lnTo>
                    <a:pt x="474" y="1253"/>
                  </a:lnTo>
                  <a:lnTo>
                    <a:pt x="476" y="1248"/>
                  </a:lnTo>
                  <a:lnTo>
                    <a:pt x="478" y="1243"/>
                  </a:lnTo>
                  <a:lnTo>
                    <a:pt x="478" y="1236"/>
                  </a:lnTo>
                  <a:lnTo>
                    <a:pt x="477" y="1231"/>
                  </a:lnTo>
                  <a:lnTo>
                    <a:pt x="476" y="1225"/>
                  </a:lnTo>
                  <a:lnTo>
                    <a:pt x="477" y="1219"/>
                  </a:lnTo>
                  <a:lnTo>
                    <a:pt x="481" y="1213"/>
                  </a:lnTo>
                  <a:lnTo>
                    <a:pt x="485" y="1207"/>
                  </a:lnTo>
                  <a:lnTo>
                    <a:pt x="490" y="1202"/>
                  </a:lnTo>
                  <a:lnTo>
                    <a:pt x="495" y="1197"/>
                  </a:lnTo>
                  <a:lnTo>
                    <a:pt x="501" y="1194"/>
                  </a:lnTo>
                  <a:lnTo>
                    <a:pt x="506" y="1191"/>
                  </a:lnTo>
                  <a:lnTo>
                    <a:pt x="508" y="1190"/>
                  </a:lnTo>
                  <a:lnTo>
                    <a:pt x="503" y="1190"/>
                  </a:lnTo>
                  <a:lnTo>
                    <a:pt x="495" y="1191"/>
                  </a:lnTo>
                  <a:lnTo>
                    <a:pt x="483" y="1194"/>
                  </a:lnTo>
                  <a:lnTo>
                    <a:pt x="467" y="1197"/>
                  </a:lnTo>
                  <a:lnTo>
                    <a:pt x="452" y="1201"/>
                  </a:lnTo>
                  <a:lnTo>
                    <a:pt x="436" y="1207"/>
                  </a:lnTo>
                  <a:lnTo>
                    <a:pt x="421" y="1214"/>
                  </a:lnTo>
                  <a:lnTo>
                    <a:pt x="409" y="1220"/>
                  </a:lnTo>
                  <a:lnTo>
                    <a:pt x="398" y="1221"/>
                  </a:lnTo>
                  <a:lnTo>
                    <a:pt x="389" y="1220"/>
                  </a:lnTo>
                  <a:lnTo>
                    <a:pt x="381" y="1218"/>
                  </a:lnTo>
                  <a:lnTo>
                    <a:pt x="371" y="1217"/>
                  </a:lnTo>
                  <a:lnTo>
                    <a:pt x="363" y="1218"/>
                  </a:lnTo>
                  <a:lnTo>
                    <a:pt x="353" y="1222"/>
                  </a:lnTo>
                  <a:lnTo>
                    <a:pt x="343" y="1231"/>
                  </a:lnTo>
                  <a:lnTo>
                    <a:pt x="333" y="1240"/>
                  </a:lnTo>
                  <a:lnTo>
                    <a:pt x="325" y="1244"/>
                  </a:lnTo>
                  <a:lnTo>
                    <a:pt x="320" y="1241"/>
                  </a:lnTo>
                  <a:lnTo>
                    <a:pt x="316" y="1236"/>
                  </a:lnTo>
                  <a:lnTo>
                    <a:pt x="312" y="1229"/>
                  </a:lnTo>
                  <a:lnTo>
                    <a:pt x="308" y="1221"/>
                  </a:lnTo>
                  <a:lnTo>
                    <a:pt x="302" y="1214"/>
                  </a:lnTo>
                  <a:lnTo>
                    <a:pt x="293" y="1209"/>
                  </a:lnTo>
                  <a:lnTo>
                    <a:pt x="283" y="1208"/>
                  </a:lnTo>
                  <a:lnTo>
                    <a:pt x="274" y="1209"/>
                  </a:lnTo>
                  <a:lnTo>
                    <a:pt x="265" y="1212"/>
                  </a:lnTo>
                  <a:lnTo>
                    <a:pt x="257" y="1213"/>
                  </a:lnTo>
                  <a:lnTo>
                    <a:pt x="248" y="1212"/>
                  </a:lnTo>
                  <a:lnTo>
                    <a:pt x="238" y="1206"/>
                  </a:lnTo>
                  <a:lnTo>
                    <a:pt x="227" y="1194"/>
                  </a:lnTo>
                  <a:lnTo>
                    <a:pt x="214" y="1172"/>
                  </a:lnTo>
                  <a:lnTo>
                    <a:pt x="203" y="1153"/>
                  </a:lnTo>
                  <a:lnTo>
                    <a:pt x="196" y="1146"/>
                  </a:lnTo>
                  <a:lnTo>
                    <a:pt x="190" y="1147"/>
                  </a:lnTo>
                  <a:lnTo>
                    <a:pt x="183" y="1153"/>
                  </a:lnTo>
                  <a:lnTo>
                    <a:pt x="170" y="1161"/>
                  </a:lnTo>
                  <a:lnTo>
                    <a:pt x="153" y="1167"/>
                  </a:lnTo>
                  <a:lnTo>
                    <a:pt x="126" y="1168"/>
                  </a:lnTo>
                  <a:lnTo>
                    <a:pt x="89" y="1161"/>
                  </a:lnTo>
                  <a:lnTo>
                    <a:pt x="51" y="1151"/>
                  </a:lnTo>
                  <a:lnTo>
                    <a:pt x="25" y="1144"/>
                  </a:lnTo>
                  <a:lnTo>
                    <a:pt x="10" y="1140"/>
                  </a:lnTo>
                  <a:lnTo>
                    <a:pt x="2" y="1138"/>
                  </a:lnTo>
                  <a:lnTo>
                    <a:pt x="0" y="1137"/>
                  </a:lnTo>
                  <a:lnTo>
                    <a:pt x="2" y="1136"/>
                  </a:lnTo>
                  <a:lnTo>
                    <a:pt x="5" y="1135"/>
                  </a:lnTo>
                  <a:lnTo>
                    <a:pt x="7" y="1132"/>
                  </a:lnTo>
                  <a:lnTo>
                    <a:pt x="8" y="1129"/>
                  </a:lnTo>
                  <a:lnTo>
                    <a:pt x="8" y="1126"/>
                  </a:lnTo>
                  <a:lnTo>
                    <a:pt x="10" y="1124"/>
                  </a:lnTo>
                  <a:lnTo>
                    <a:pt x="14" y="1123"/>
                  </a:lnTo>
                  <a:lnTo>
                    <a:pt x="21" y="1120"/>
                  </a:lnTo>
                  <a:lnTo>
                    <a:pt x="34" y="1117"/>
                  </a:lnTo>
                  <a:lnTo>
                    <a:pt x="52" y="1112"/>
                  </a:lnTo>
                  <a:lnTo>
                    <a:pt x="77" y="1105"/>
                  </a:lnTo>
                  <a:lnTo>
                    <a:pt x="105" y="1096"/>
                  </a:lnTo>
                  <a:lnTo>
                    <a:pt x="128" y="1086"/>
                  </a:lnTo>
                  <a:lnTo>
                    <a:pt x="148" y="1076"/>
                  </a:lnTo>
                  <a:lnTo>
                    <a:pt x="164" y="1066"/>
                  </a:lnTo>
                  <a:lnTo>
                    <a:pt x="176" y="1056"/>
                  </a:lnTo>
                  <a:lnTo>
                    <a:pt x="185" y="1047"/>
                  </a:lnTo>
                  <a:lnTo>
                    <a:pt x="190" y="1038"/>
                  </a:lnTo>
                  <a:lnTo>
                    <a:pt x="192" y="1031"/>
                  </a:lnTo>
                  <a:lnTo>
                    <a:pt x="192" y="1025"/>
                  </a:lnTo>
                  <a:lnTo>
                    <a:pt x="193" y="1018"/>
                  </a:lnTo>
                  <a:lnTo>
                    <a:pt x="194" y="1012"/>
                  </a:lnTo>
                  <a:lnTo>
                    <a:pt x="195" y="1005"/>
                  </a:lnTo>
                  <a:lnTo>
                    <a:pt x="196" y="998"/>
                  </a:lnTo>
                  <a:lnTo>
                    <a:pt x="197" y="989"/>
                  </a:lnTo>
                  <a:lnTo>
                    <a:pt x="198" y="982"/>
                  </a:lnTo>
                  <a:lnTo>
                    <a:pt x="198" y="975"/>
                  </a:lnTo>
                  <a:lnTo>
                    <a:pt x="199" y="967"/>
                  </a:lnTo>
                  <a:lnTo>
                    <a:pt x="200" y="959"/>
                  </a:lnTo>
                  <a:lnTo>
                    <a:pt x="202" y="950"/>
                  </a:lnTo>
                  <a:lnTo>
                    <a:pt x="202" y="942"/>
                  </a:lnTo>
                  <a:lnTo>
                    <a:pt x="201" y="932"/>
                  </a:lnTo>
                  <a:lnTo>
                    <a:pt x="197" y="924"/>
                  </a:lnTo>
                  <a:lnTo>
                    <a:pt x="190" y="917"/>
                  </a:lnTo>
                  <a:lnTo>
                    <a:pt x="177" y="911"/>
                  </a:lnTo>
                  <a:lnTo>
                    <a:pt x="166" y="906"/>
                  </a:lnTo>
                  <a:lnTo>
                    <a:pt x="162" y="903"/>
                  </a:lnTo>
                  <a:lnTo>
                    <a:pt x="162" y="900"/>
                  </a:lnTo>
                  <a:lnTo>
                    <a:pt x="167" y="897"/>
                  </a:lnTo>
                  <a:lnTo>
                    <a:pt x="174" y="894"/>
                  </a:lnTo>
                  <a:lnTo>
                    <a:pt x="183" y="889"/>
                  </a:lnTo>
                  <a:lnTo>
                    <a:pt x="191" y="884"/>
                  </a:lnTo>
                  <a:lnTo>
                    <a:pt x="198" y="877"/>
                  </a:lnTo>
                  <a:lnTo>
                    <a:pt x="203" y="870"/>
                  </a:lnTo>
                  <a:lnTo>
                    <a:pt x="206" y="864"/>
                  </a:lnTo>
                  <a:lnTo>
                    <a:pt x="207" y="859"/>
                  </a:lnTo>
                  <a:lnTo>
                    <a:pt x="208" y="855"/>
                  </a:lnTo>
                  <a:lnTo>
                    <a:pt x="209" y="852"/>
                  </a:lnTo>
                  <a:lnTo>
                    <a:pt x="210" y="848"/>
                  </a:lnTo>
                  <a:lnTo>
                    <a:pt x="213" y="843"/>
                  </a:lnTo>
                  <a:lnTo>
                    <a:pt x="217" y="837"/>
                  </a:lnTo>
                  <a:lnTo>
                    <a:pt x="221" y="830"/>
                  </a:lnTo>
                  <a:lnTo>
                    <a:pt x="223" y="823"/>
                  </a:lnTo>
                  <a:lnTo>
                    <a:pt x="225" y="815"/>
                  </a:lnTo>
                  <a:lnTo>
                    <a:pt x="226" y="807"/>
                  </a:lnTo>
                  <a:lnTo>
                    <a:pt x="228" y="801"/>
                  </a:lnTo>
                  <a:lnTo>
                    <a:pt x="233" y="795"/>
                  </a:lnTo>
                  <a:lnTo>
                    <a:pt x="239" y="791"/>
                  </a:lnTo>
                  <a:lnTo>
                    <a:pt x="248" y="789"/>
                  </a:lnTo>
                  <a:lnTo>
                    <a:pt x="257" y="788"/>
                  </a:lnTo>
                  <a:lnTo>
                    <a:pt x="263" y="785"/>
                  </a:lnTo>
                  <a:lnTo>
                    <a:pt x="266" y="781"/>
                  </a:lnTo>
                  <a:lnTo>
                    <a:pt x="267" y="775"/>
                  </a:lnTo>
                  <a:lnTo>
                    <a:pt x="268" y="769"/>
                  </a:lnTo>
                  <a:lnTo>
                    <a:pt x="270" y="763"/>
                  </a:lnTo>
                  <a:lnTo>
                    <a:pt x="272" y="757"/>
                  </a:lnTo>
                  <a:lnTo>
                    <a:pt x="278" y="751"/>
                  </a:lnTo>
                  <a:lnTo>
                    <a:pt x="286" y="747"/>
                  </a:lnTo>
                  <a:lnTo>
                    <a:pt x="291" y="744"/>
                  </a:lnTo>
                  <a:lnTo>
                    <a:pt x="296" y="741"/>
                  </a:lnTo>
                  <a:lnTo>
                    <a:pt x="300" y="738"/>
                  </a:lnTo>
                  <a:lnTo>
                    <a:pt x="303" y="736"/>
                  </a:lnTo>
                  <a:lnTo>
                    <a:pt x="305" y="732"/>
                  </a:lnTo>
                  <a:lnTo>
                    <a:pt x="307" y="727"/>
                  </a:lnTo>
                  <a:lnTo>
                    <a:pt x="307" y="719"/>
                  </a:lnTo>
                  <a:lnTo>
                    <a:pt x="305" y="712"/>
                  </a:lnTo>
                  <a:lnTo>
                    <a:pt x="302" y="706"/>
                  </a:lnTo>
                  <a:lnTo>
                    <a:pt x="297" y="702"/>
                  </a:lnTo>
                  <a:lnTo>
                    <a:pt x="292" y="698"/>
                  </a:lnTo>
                  <a:lnTo>
                    <a:pt x="289" y="692"/>
                  </a:lnTo>
                  <a:lnTo>
                    <a:pt x="288" y="683"/>
                  </a:lnTo>
                  <a:lnTo>
                    <a:pt x="290" y="672"/>
                  </a:lnTo>
                  <a:lnTo>
                    <a:pt x="298" y="655"/>
                  </a:lnTo>
                  <a:lnTo>
                    <a:pt x="307" y="635"/>
                  </a:lnTo>
                  <a:lnTo>
                    <a:pt x="312" y="618"/>
                  </a:lnTo>
                  <a:lnTo>
                    <a:pt x="315" y="603"/>
                  </a:lnTo>
                  <a:lnTo>
                    <a:pt x="316" y="590"/>
                  </a:lnTo>
                  <a:lnTo>
                    <a:pt x="316" y="580"/>
                  </a:lnTo>
                  <a:lnTo>
                    <a:pt x="317" y="575"/>
                  </a:lnTo>
                  <a:lnTo>
                    <a:pt x="319" y="575"/>
                  </a:lnTo>
                  <a:lnTo>
                    <a:pt x="323" y="579"/>
                  </a:lnTo>
                  <a:lnTo>
                    <a:pt x="328" y="586"/>
                  </a:lnTo>
                  <a:lnTo>
                    <a:pt x="334" y="595"/>
                  </a:lnTo>
                  <a:lnTo>
                    <a:pt x="339" y="603"/>
                  </a:lnTo>
                  <a:lnTo>
                    <a:pt x="344" y="610"/>
                  </a:lnTo>
                  <a:lnTo>
                    <a:pt x="348" y="618"/>
                  </a:lnTo>
                  <a:lnTo>
                    <a:pt x="351" y="625"/>
                  </a:lnTo>
                  <a:lnTo>
                    <a:pt x="354" y="631"/>
                  </a:lnTo>
                  <a:lnTo>
                    <a:pt x="357" y="637"/>
                  </a:lnTo>
                  <a:lnTo>
                    <a:pt x="360" y="641"/>
                  </a:lnTo>
                  <a:lnTo>
                    <a:pt x="366" y="642"/>
                  </a:lnTo>
                  <a:lnTo>
                    <a:pt x="372" y="640"/>
                  </a:lnTo>
                  <a:lnTo>
                    <a:pt x="379" y="636"/>
                  </a:lnTo>
                  <a:lnTo>
                    <a:pt x="386" y="632"/>
                  </a:lnTo>
                  <a:lnTo>
                    <a:pt x="392" y="628"/>
                  </a:lnTo>
                  <a:lnTo>
                    <a:pt x="396" y="625"/>
                  </a:lnTo>
                  <a:lnTo>
                    <a:pt x="397" y="624"/>
                  </a:lnTo>
                  <a:lnTo>
                    <a:pt x="399" y="623"/>
                  </a:lnTo>
                  <a:lnTo>
                    <a:pt x="405" y="620"/>
                  </a:lnTo>
                  <a:lnTo>
                    <a:pt x="412" y="616"/>
                  </a:lnTo>
                  <a:lnTo>
                    <a:pt x="420" y="610"/>
                  </a:lnTo>
                  <a:lnTo>
                    <a:pt x="427" y="604"/>
                  </a:lnTo>
                  <a:lnTo>
                    <a:pt x="433" y="598"/>
                  </a:lnTo>
                  <a:lnTo>
                    <a:pt x="434" y="591"/>
                  </a:lnTo>
                  <a:lnTo>
                    <a:pt x="429" y="584"/>
                  </a:lnTo>
                  <a:lnTo>
                    <a:pt x="423" y="578"/>
                  </a:lnTo>
                  <a:lnTo>
                    <a:pt x="419" y="573"/>
                  </a:lnTo>
                  <a:lnTo>
                    <a:pt x="418" y="569"/>
                  </a:lnTo>
                  <a:lnTo>
                    <a:pt x="420" y="566"/>
                  </a:lnTo>
                  <a:lnTo>
                    <a:pt x="425" y="564"/>
                  </a:lnTo>
                  <a:lnTo>
                    <a:pt x="434" y="564"/>
                  </a:lnTo>
                  <a:lnTo>
                    <a:pt x="446" y="565"/>
                  </a:lnTo>
                  <a:lnTo>
                    <a:pt x="463" y="568"/>
                  </a:lnTo>
                  <a:lnTo>
                    <a:pt x="478" y="570"/>
                  </a:lnTo>
                  <a:lnTo>
                    <a:pt x="489" y="570"/>
                  </a:lnTo>
                  <a:lnTo>
                    <a:pt x="495" y="566"/>
                  </a:lnTo>
                  <a:lnTo>
                    <a:pt x="498" y="561"/>
                  </a:lnTo>
                  <a:lnTo>
                    <a:pt x="499" y="555"/>
                  </a:lnTo>
                  <a:lnTo>
                    <a:pt x="502" y="549"/>
                  </a:lnTo>
                  <a:lnTo>
                    <a:pt x="506" y="543"/>
                  </a:lnTo>
                  <a:lnTo>
                    <a:pt x="514" y="536"/>
                  </a:lnTo>
                  <a:lnTo>
                    <a:pt x="523" y="533"/>
                  </a:lnTo>
                  <a:lnTo>
                    <a:pt x="532" y="533"/>
                  </a:lnTo>
                  <a:lnTo>
                    <a:pt x="540" y="535"/>
                  </a:lnTo>
                  <a:lnTo>
                    <a:pt x="547" y="539"/>
                  </a:lnTo>
                  <a:lnTo>
                    <a:pt x="553" y="542"/>
                  </a:lnTo>
                  <a:lnTo>
                    <a:pt x="561" y="544"/>
                  </a:lnTo>
                  <a:lnTo>
                    <a:pt x="569" y="543"/>
                  </a:lnTo>
                  <a:lnTo>
                    <a:pt x="578" y="540"/>
                  </a:lnTo>
                  <a:lnTo>
                    <a:pt x="586" y="534"/>
                  </a:lnTo>
                  <a:lnTo>
                    <a:pt x="589" y="531"/>
                  </a:lnTo>
                  <a:lnTo>
                    <a:pt x="588" y="528"/>
                  </a:lnTo>
                  <a:lnTo>
                    <a:pt x="584" y="525"/>
                  </a:lnTo>
                  <a:lnTo>
                    <a:pt x="577" y="522"/>
                  </a:lnTo>
                  <a:lnTo>
                    <a:pt x="571" y="518"/>
                  </a:lnTo>
                  <a:lnTo>
                    <a:pt x="565" y="513"/>
                  </a:lnTo>
                  <a:lnTo>
                    <a:pt x="561" y="506"/>
                  </a:lnTo>
                  <a:lnTo>
                    <a:pt x="560" y="504"/>
                  </a:lnTo>
                  <a:lnTo>
                    <a:pt x="559" y="503"/>
                  </a:lnTo>
                  <a:lnTo>
                    <a:pt x="558" y="501"/>
                  </a:lnTo>
                  <a:lnTo>
                    <a:pt x="557" y="500"/>
                  </a:lnTo>
                  <a:lnTo>
                    <a:pt x="556" y="500"/>
                  </a:lnTo>
                  <a:lnTo>
                    <a:pt x="557" y="499"/>
                  </a:lnTo>
                  <a:lnTo>
                    <a:pt x="558" y="499"/>
                  </a:lnTo>
                  <a:lnTo>
                    <a:pt x="559" y="499"/>
                  </a:lnTo>
                  <a:lnTo>
                    <a:pt x="571" y="495"/>
                  </a:lnTo>
                  <a:lnTo>
                    <a:pt x="589" y="494"/>
                  </a:lnTo>
                  <a:lnTo>
                    <a:pt x="608" y="494"/>
                  </a:lnTo>
                  <a:lnTo>
                    <a:pt x="628" y="496"/>
                  </a:lnTo>
                  <a:lnTo>
                    <a:pt x="649" y="498"/>
                  </a:lnTo>
                  <a:lnTo>
                    <a:pt x="668" y="500"/>
                  </a:lnTo>
                  <a:lnTo>
                    <a:pt x="684" y="502"/>
                  </a:lnTo>
                  <a:lnTo>
                    <a:pt x="695" y="503"/>
                  </a:lnTo>
                  <a:lnTo>
                    <a:pt x="705" y="503"/>
                  </a:lnTo>
                  <a:lnTo>
                    <a:pt x="717" y="503"/>
                  </a:lnTo>
                  <a:lnTo>
                    <a:pt x="732" y="504"/>
                  </a:lnTo>
                  <a:lnTo>
                    <a:pt x="747" y="505"/>
                  </a:lnTo>
                  <a:lnTo>
                    <a:pt x="764" y="507"/>
                  </a:lnTo>
                  <a:lnTo>
                    <a:pt x="781" y="510"/>
                  </a:lnTo>
                  <a:lnTo>
                    <a:pt x="797" y="513"/>
                  </a:lnTo>
                  <a:lnTo>
                    <a:pt x="813" y="518"/>
                  </a:lnTo>
                  <a:lnTo>
                    <a:pt x="826" y="518"/>
                  </a:lnTo>
                  <a:lnTo>
                    <a:pt x="836" y="510"/>
                  </a:lnTo>
                  <a:lnTo>
                    <a:pt x="841" y="496"/>
                  </a:lnTo>
                  <a:lnTo>
                    <a:pt x="844" y="477"/>
                  </a:lnTo>
                  <a:lnTo>
                    <a:pt x="843" y="457"/>
                  </a:lnTo>
                  <a:lnTo>
                    <a:pt x="842" y="437"/>
                  </a:lnTo>
                  <a:lnTo>
                    <a:pt x="839" y="420"/>
                  </a:lnTo>
                  <a:lnTo>
                    <a:pt x="837" y="409"/>
                  </a:lnTo>
                  <a:lnTo>
                    <a:pt x="836" y="402"/>
                  </a:lnTo>
                  <a:lnTo>
                    <a:pt x="837" y="396"/>
                  </a:lnTo>
                  <a:lnTo>
                    <a:pt x="841" y="391"/>
                  </a:lnTo>
                  <a:lnTo>
                    <a:pt x="847" y="385"/>
                  </a:lnTo>
                  <a:lnTo>
                    <a:pt x="856" y="379"/>
                  </a:lnTo>
                  <a:lnTo>
                    <a:pt x="869" y="373"/>
                  </a:lnTo>
                  <a:lnTo>
                    <a:pt x="886" y="365"/>
                  </a:lnTo>
                  <a:lnTo>
                    <a:pt x="906" y="354"/>
                  </a:lnTo>
                  <a:lnTo>
                    <a:pt x="926" y="344"/>
                  </a:lnTo>
                  <a:lnTo>
                    <a:pt x="942" y="339"/>
                  </a:lnTo>
                  <a:lnTo>
                    <a:pt x="954" y="338"/>
                  </a:lnTo>
                  <a:lnTo>
                    <a:pt x="963" y="341"/>
                  </a:lnTo>
                  <a:lnTo>
                    <a:pt x="970" y="347"/>
                  </a:lnTo>
                  <a:lnTo>
                    <a:pt x="976" y="355"/>
                  </a:lnTo>
                  <a:lnTo>
                    <a:pt x="982" y="365"/>
                  </a:lnTo>
                  <a:lnTo>
                    <a:pt x="986" y="376"/>
                  </a:lnTo>
                  <a:lnTo>
                    <a:pt x="992" y="385"/>
                  </a:lnTo>
                  <a:lnTo>
                    <a:pt x="1000" y="391"/>
                  </a:lnTo>
                  <a:lnTo>
                    <a:pt x="1011" y="394"/>
                  </a:lnTo>
                  <a:lnTo>
                    <a:pt x="1023" y="394"/>
                  </a:lnTo>
                  <a:lnTo>
                    <a:pt x="1037" y="394"/>
                  </a:lnTo>
                  <a:lnTo>
                    <a:pt x="1051" y="394"/>
                  </a:lnTo>
                  <a:lnTo>
                    <a:pt x="1064" y="394"/>
                  </a:lnTo>
                  <a:lnTo>
                    <a:pt x="1075" y="397"/>
                  </a:lnTo>
                  <a:lnTo>
                    <a:pt x="1087" y="403"/>
                  </a:lnTo>
                  <a:lnTo>
                    <a:pt x="1100" y="412"/>
                  </a:lnTo>
                  <a:lnTo>
                    <a:pt x="1114" y="425"/>
                  </a:lnTo>
                  <a:lnTo>
                    <a:pt x="1127" y="440"/>
                  </a:lnTo>
                  <a:lnTo>
                    <a:pt x="1142" y="455"/>
                  </a:lnTo>
                  <a:lnTo>
                    <a:pt x="1154" y="469"/>
                  </a:lnTo>
                  <a:lnTo>
                    <a:pt x="1166" y="481"/>
                  </a:lnTo>
                  <a:lnTo>
                    <a:pt x="1175" y="491"/>
                  </a:lnTo>
                  <a:lnTo>
                    <a:pt x="1185" y="496"/>
                  </a:lnTo>
                  <a:lnTo>
                    <a:pt x="1195" y="496"/>
                  </a:lnTo>
                  <a:lnTo>
                    <a:pt x="1206" y="492"/>
                  </a:lnTo>
                  <a:lnTo>
                    <a:pt x="1217" y="486"/>
                  </a:lnTo>
                  <a:lnTo>
                    <a:pt x="1229" y="480"/>
                  </a:lnTo>
                  <a:lnTo>
                    <a:pt x="1237" y="476"/>
                  </a:lnTo>
                  <a:lnTo>
                    <a:pt x="1245" y="474"/>
                  </a:lnTo>
                  <a:lnTo>
                    <a:pt x="1249" y="476"/>
                  </a:lnTo>
                  <a:lnTo>
                    <a:pt x="1253" y="481"/>
                  </a:lnTo>
                  <a:lnTo>
                    <a:pt x="1257" y="485"/>
                  </a:lnTo>
                  <a:lnTo>
                    <a:pt x="1264" y="489"/>
                  </a:lnTo>
                  <a:lnTo>
                    <a:pt x="1273" y="490"/>
                  </a:lnTo>
                  <a:lnTo>
                    <a:pt x="1285" y="489"/>
                  </a:lnTo>
                  <a:lnTo>
                    <a:pt x="1299" y="486"/>
                  </a:lnTo>
                  <a:lnTo>
                    <a:pt x="1317" y="480"/>
                  </a:lnTo>
                  <a:lnTo>
                    <a:pt x="1339" y="472"/>
                  </a:lnTo>
                  <a:lnTo>
                    <a:pt x="1359" y="461"/>
                  </a:lnTo>
                  <a:lnTo>
                    <a:pt x="1374" y="448"/>
                  </a:lnTo>
                  <a:lnTo>
                    <a:pt x="1386" y="433"/>
                  </a:lnTo>
                  <a:lnTo>
                    <a:pt x="1394" y="419"/>
                  </a:lnTo>
                  <a:lnTo>
                    <a:pt x="1399" y="406"/>
                  </a:lnTo>
                  <a:lnTo>
                    <a:pt x="1402" y="394"/>
                  </a:lnTo>
                  <a:lnTo>
                    <a:pt x="1405" y="383"/>
                  </a:lnTo>
                  <a:lnTo>
                    <a:pt x="1408" y="376"/>
                  </a:lnTo>
                  <a:lnTo>
                    <a:pt x="1408" y="369"/>
                  </a:lnTo>
                  <a:lnTo>
                    <a:pt x="1402" y="361"/>
                  </a:lnTo>
                  <a:lnTo>
                    <a:pt x="1393" y="352"/>
                  </a:lnTo>
                  <a:lnTo>
                    <a:pt x="1380" y="341"/>
                  </a:lnTo>
                  <a:lnTo>
                    <a:pt x="1365" y="326"/>
                  </a:lnTo>
                  <a:lnTo>
                    <a:pt x="1352" y="308"/>
                  </a:lnTo>
                  <a:lnTo>
                    <a:pt x="1339" y="286"/>
                  </a:lnTo>
                  <a:lnTo>
                    <a:pt x="1329" y="260"/>
                  </a:lnTo>
                  <a:lnTo>
                    <a:pt x="1324" y="236"/>
                  </a:lnTo>
                  <a:lnTo>
                    <a:pt x="1330" y="221"/>
                  </a:lnTo>
                  <a:lnTo>
                    <a:pt x="1340" y="213"/>
                  </a:lnTo>
                  <a:lnTo>
                    <a:pt x="1353" y="209"/>
                  </a:lnTo>
                  <a:lnTo>
                    <a:pt x="1367" y="209"/>
                  </a:lnTo>
                  <a:lnTo>
                    <a:pt x="1381" y="211"/>
                  </a:lnTo>
                  <a:lnTo>
                    <a:pt x="1390" y="214"/>
                  </a:lnTo>
                  <a:lnTo>
                    <a:pt x="1394" y="215"/>
                  </a:lnTo>
                  <a:lnTo>
                    <a:pt x="1439" y="248"/>
                  </a:lnTo>
                  <a:lnTo>
                    <a:pt x="1486" y="215"/>
                  </a:lnTo>
                  <a:lnTo>
                    <a:pt x="1488" y="216"/>
                  </a:lnTo>
                  <a:lnTo>
                    <a:pt x="1492" y="219"/>
                  </a:lnTo>
                  <a:lnTo>
                    <a:pt x="1499" y="223"/>
                  </a:lnTo>
                  <a:lnTo>
                    <a:pt x="1507" y="227"/>
                  </a:lnTo>
                  <a:lnTo>
                    <a:pt x="1516" y="230"/>
                  </a:lnTo>
                  <a:lnTo>
                    <a:pt x="1527" y="232"/>
                  </a:lnTo>
                  <a:lnTo>
                    <a:pt x="1536" y="231"/>
                  </a:lnTo>
                  <a:lnTo>
                    <a:pt x="1545" y="227"/>
                  </a:lnTo>
                  <a:lnTo>
                    <a:pt x="1554" y="221"/>
                  </a:lnTo>
                  <a:lnTo>
                    <a:pt x="1563" y="217"/>
                  </a:lnTo>
                  <a:lnTo>
                    <a:pt x="1574" y="215"/>
                  </a:lnTo>
                  <a:lnTo>
                    <a:pt x="1585" y="214"/>
                  </a:lnTo>
                  <a:lnTo>
                    <a:pt x="1596" y="214"/>
                  </a:lnTo>
                  <a:lnTo>
                    <a:pt x="1606" y="213"/>
                  </a:lnTo>
                  <a:lnTo>
                    <a:pt x="1617" y="213"/>
                  </a:lnTo>
                  <a:lnTo>
                    <a:pt x="1627" y="213"/>
                  </a:lnTo>
                  <a:lnTo>
                    <a:pt x="1635" y="211"/>
                  </a:lnTo>
                  <a:lnTo>
                    <a:pt x="1642" y="206"/>
                  </a:lnTo>
                  <a:lnTo>
                    <a:pt x="1647" y="198"/>
                  </a:lnTo>
                  <a:lnTo>
                    <a:pt x="1650" y="189"/>
                  </a:lnTo>
                  <a:lnTo>
                    <a:pt x="1652" y="177"/>
                  </a:lnTo>
                  <a:lnTo>
                    <a:pt x="1652" y="165"/>
                  </a:lnTo>
                  <a:lnTo>
                    <a:pt x="1651" y="153"/>
                  </a:lnTo>
                  <a:lnTo>
                    <a:pt x="1649" y="140"/>
                  </a:lnTo>
                  <a:lnTo>
                    <a:pt x="1648" y="128"/>
                  </a:lnTo>
                  <a:lnTo>
                    <a:pt x="1649" y="119"/>
                  </a:lnTo>
                  <a:lnTo>
                    <a:pt x="1653" y="111"/>
                  </a:lnTo>
                  <a:lnTo>
                    <a:pt x="1659" y="106"/>
                  </a:lnTo>
                  <a:lnTo>
                    <a:pt x="1667" y="102"/>
                  </a:lnTo>
                  <a:lnTo>
                    <a:pt x="1678" y="100"/>
                  </a:lnTo>
                  <a:lnTo>
                    <a:pt x="1690" y="100"/>
                  </a:lnTo>
                  <a:lnTo>
                    <a:pt x="1702" y="101"/>
                  </a:lnTo>
                  <a:lnTo>
                    <a:pt x="1713" y="101"/>
                  </a:lnTo>
                  <a:lnTo>
                    <a:pt x="1720" y="99"/>
                  </a:lnTo>
                  <a:lnTo>
                    <a:pt x="1727" y="94"/>
                  </a:lnTo>
                  <a:lnTo>
                    <a:pt x="1731" y="85"/>
                  </a:lnTo>
                  <a:lnTo>
                    <a:pt x="1732" y="75"/>
                  </a:lnTo>
                  <a:lnTo>
                    <a:pt x="1733" y="62"/>
                  </a:lnTo>
                  <a:lnTo>
                    <a:pt x="1732" y="46"/>
                  </a:lnTo>
                  <a:lnTo>
                    <a:pt x="1731" y="27"/>
                  </a:lnTo>
                  <a:lnTo>
                    <a:pt x="1731" y="11"/>
                  </a:lnTo>
                  <a:lnTo>
                    <a:pt x="1734" y="3"/>
                  </a:lnTo>
                  <a:lnTo>
                    <a:pt x="1739" y="0"/>
                  </a:lnTo>
                  <a:lnTo>
                    <a:pt x="1746" y="0"/>
                  </a:lnTo>
                  <a:lnTo>
                    <a:pt x="1753" y="4"/>
                  </a:lnTo>
                  <a:lnTo>
                    <a:pt x="1759" y="8"/>
                  </a:lnTo>
                  <a:lnTo>
                    <a:pt x="1763" y="11"/>
                  </a:lnTo>
                  <a:lnTo>
                    <a:pt x="1765" y="13"/>
                  </a:lnTo>
                  <a:lnTo>
                    <a:pt x="1766" y="14"/>
                  </a:lnTo>
                  <a:lnTo>
                    <a:pt x="1769" y="17"/>
                  </a:lnTo>
                  <a:lnTo>
                    <a:pt x="1773" y="22"/>
                  </a:lnTo>
                  <a:lnTo>
                    <a:pt x="1780" y="27"/>
                  </a:lnTo>
                  <a:lnTo>
                    <a:pt x="1786" y="32"/>
                  </a:lnTo>
                  <a:lnTo>
                    <a:pt x="1793" y="37"/>
                  </a:lnTo>
                  <a:lnTo>
                    <a:pt x="1800" y="39"/>
                  </a:lnTo>
                  <a:lnTo>
                    <a:pt x="1808" y="40"/>
                  </a:lnTo>
                  <a:lnTo>
                    <a:pt x="1816" y="39"/>
                  </a:lnTo>
                  <a:lnTo>
                    <a:pt x="1826" y="35"/>
                  </a:lnTo>
                  <a:lnTo>
                    <a:pt x="1836" y="32"/>
                  </a:lnTo>
                  <a:lnTo>
                    <a:pt x="1845" y="30"/>
                  </a:lnTo>
                  <a:lnTo>
                    <a:pt x="1853" y="29"/>
                  </a:lnTo>
                  <a:lnTo>
                    <a:pt x="1860" y="29"/>
                  </a:lnTo>
                  <a:lnTo>
                    <a:pt x="1865" y="33"/>
                  </a:lnTo>
                  <a:lnTo>
                    <a:pt x="1867" y="40"/>
                  </a:lnTo>
                  <a:lnTo>
                    <a:pt x="1870" y="48"/>
                  </a:lnTo>
                  <a:lnTo>
                    <a:pt x="1877" y="54"/>
                  </a:lnTo>
                  <a:lnTo>
                    <a:pt x="1885" y="59"/>
                  </a:lnTo>
                  <a:lnTo>
                    <a:pt x="1895" y="63"/>
                  </a:lnTo>
                  <a:lnTo>
                    <a:pt x="1904" y="66"/>
                  </a:lnTo>
                  <a:lnTo>
                    <a:pt x="1912" y="68"/>
                  </a:lnTo>
                  <a:lnTo>
                    <a:pt x="1918" y="70"/>
                  </a:lnTo>
                  <a:lnTo>
                    <a:pt x="1920" y="70"/>
                  </a:lnTo>
                  <a:lnTo>
                    <a:pt x="1921" y="68"/>
                  </a:lnTo>
                  <a:lnTo>
                    <a:pt x="1923" y="62"/>
                  </a:lnTo>
                  <a:lnTo>
                    <a:pt x="1928" y="56"/>
                  </a:lnTo>
                  <a:lnTo>
                    <a:pt x="1935" y="50"/>
                  </a:lnTo>
                  <a:lnTo>
                    <a:pt x="1943" y="47"/>
                  </a:lnTo>
                  <a:lnTo>
                    <a:pt x="1953" y="50"/>
                  </a:lnTo>
                  <a:lnTo>
                    <a:pt x="1966" y="59"/>
                  </a:lnTo>
                  <a:lnTo>
                    <a:pt x="1982" y="78"/>
                  </a:lnTo>
                  <a:lnTo>
                    <a:pt x="1997" y="97"/>
                  </a:lnTo>
                  <a:lnTo>
                    <a:pt x="2013" y="111"/>
                  </a:lnTo>
                  <a:lnTo>
                    <a:pt x="2032" y="121"/>
                  </a:lnTo>
                  <a:lnTo>
                    <a:pt x="2049" y="129"/>
                  </a:lnTo>
                  <a:lnTo>
                    <a:pt x="2065" y="134"/>
                  </a:lnTo>
                  <a:lnTo>
                    <a:pt x="2080" y="138"/>
                  </a:lnTo>
                  <a:lnTo>
                    <a:pt x="2092" y="140"/>
                  </a:lnTo>
                  <a:lnTo>
                    <a:pt x="2101" y="140"/>
                  </a:lnTo>
                  <a:lnTo>
                    <a:pt x="2101" y="141"/>
                  </a:lnTo>
                  <a:lnTo>
                    <a:pt x="2100" y="155"/>
                  </a:lnTo>
                  <a:lnTo>
                    <a:pt x="2100" y="172"/>
                  </a:lnTo>
                  <a:lnTo>
                    <a:pt x="2099" y="190"/>
                  </a:lnTo>
                  <a:lnTo>
                    <a:pt x="2100" y="208"/>
                  </a:lnTo>
                  <a:lnTo>
                    <a:pt x="2100" y="225"/>
                  </a:lnTo>
                  <a:lnTo>
                    <a:pt x="2102" y="242"/>
                  </a:lnTo>
                  <a:lnTo>
                    <a:pt x="2104" y="255"/>
                  </a:lnTo>
                  <a:lnTo>
                    <a:pt x="2108" y="266"/>
                  </a:lnTo>
                  <a:lnTo>
                    <a:pt x="2108" y="267"/>
                  </a:lnTo>
                  <a:lnTo>
                    <a:pt x="2108" y="268"/>
                  </a:lnTo>
                  <a:lnTo>
                    <a:pt x="2109" y="269"/>
                  </a:lnTo>
                  <a:lnTo>
                    <a:pt x="2101" y="275"/>
                  </a:lnTo>
                  <a:lnTo>
                    <a:pt x="2093" y="281"/>
                  </a:lnTo>
                  <a:lnTo>
                    <a:pt x="2085" y="288"/>
                  </a:lnTo>
                  <a:lnTo>
                    <a:pt x="2077" y="295"/>
                  </a:lnTo>
                  <a:lnTo>
                    <a:pt x="2069" y="301"/>
                  </a:lnTo>
                  <a:lnTo>
                    <a:pt x="2063" y="307"/>
                  </a:lnTo>
                  <a:lnTo>
                    <a:pt x="2058" y="312"/>
                  </a:lnTo>
                  <a:lnTo>
                    <a:pt x="2055" y="317"/>
                  </a:lnTo>
                  <a:lnTo>
                    <a:pt x="2050" y="324"/>
                  </a:lnTo>
                  <a:lnTo>
                    <a:pt x="2043" y="332"/>
                  </a:lnTo>
                  <a:lnTo>
                    <a:pt x="2036" y="342"/>
                  </a:lnTo>
                  <a:lnTo>
                    <a:pt x="2029" y="351"/>
                  </a:lnTo>
                  <a:lnTo>
                    <a:pt x="2023" y="359"/>
                  </a:lnTo>
                  <a:lnTo>
                    <a:pt x="2021" y="368"/>
                  </a:lnTo>
                  <a:lnTo>
                    <a:pt x="2022" y="375"/>
                  </a:lnTo>
                  <a:lnTo>
                    <a:pt x="2029" y="382"/>
                  </a:lnTo>
                  <a:lnTo>
                    <a:pt x="2038" y="390"/>
                  </a:lnTo>
                  <a:lnTo>
                    <a:pt x="2044" y="399"/>
                  </a:lnTo>
                  <a:lnTo>
                    <a:pt x="2048" y="410"/>
                  </a:lnTo>
                  <a:lnTo>
                    <a:pt x="2050" y="420"/>
                  </a:lnTo>
                  <a:lnTo>
                    <a:pt x="2050" y="430"/>
                  </a:lnTo>
                  <a:lnTo>
                    <a:pt x="2048" y="439"/>
                  </a:lnTo>
                  <a:lnTo>
                    <a:pt x="2044" y="444"/>
                  </a:lnTo>
                  <a:lnTo>
                    <a:pt x="2039" y="446"/>
                  </a:lnTo>
                  <a:lnTo>
                    <a:pt x="2031" y="446"/>
                  </a:lnTo>
                  <a:lnTo>
                    <a:pt x="2019" y="447"/>
                  </a:lnTo>
                  <a:lnTo>
                    <a:pt x="2007" y="449"/>
                  </a:lnTo>
                  <a:lnTo>
                    <a:pt x="1995" y="451"/>
                  </a:lnTo>
                  <a:lnTo>
                    <a:pt x="1983" y="454"/>
                  </a:lnTo>
                  <a:lnTo>
                    <a:pt x="1971" y="458"/>
                  </a:lnTo>
                  <a:lnTo>
                    <a:pt x="1963" y="462"/>
                  </a:lnTo>
                  <a:lnTo>
                    <a:pt x="1957" y="468"/>
                  </a:lnTo>
                  <a:lnTo>
                    <a:pt x="1953" y="474"/>
                  </a:lnTo>
                  <a:lnTo>
                    <a:pt x="1951" y="480"/>
                  </a:lnTo>
                  <a:lnTo>
                    <a:pt x="1950" y="485"/>
                  </a:lnTo>
                  <a:lnTo>
                    <a:pt x="1949" y="491"/>
                  </a:lnTo>
                  <a:lnTo>
                    <a:pt x="1949" y="497"/>
                  </a:lnTo>
                  <a:lnTo>
                    <a:pt x="1949" y="503"/>
                  </a:lnTo>
                  <a:lnTo>
                    <a:pt x="1949" y="509"/>
                  </a:lnTo>
                  <a:lnTo>
                    <a:pt x="1949" y="517"/>
                  </a:lnTo>
                  <a:lnTo>
                    <a:pt x="1947" y="526"/>
                  </a:lnTo>
                  <a:lnTo>
                    <a:pt x="1943" y="534"/>
                  </a:lnTo>
                  <a:lnTo>
                    <a:pt x="1938" y="544"/>
                  </a:lnTo>
                  <a:lnTo>
                    <a:pt x="1932" y="552"/>
                  </a:lnTo>
                  <a:lnTo>
                    <a:pt x="1924" y="560"/>
                  </a:lnTo>
                  <a:lnTo>
                    <a:pt x="1916" y="566"/>
                  </a:lnTo>
                  <a:lnTo>
                    <a:pt x="1908" y="570"/>
                  </a:lnTo>
                  <a:lnTo>
                    <a:pt x="1900" y="572"/>
                  </a:lnTo>
                  <a:lnTo>
                    <a:pt x="1892" y="573"/>
                  </a:lnTo>
                  <a:lnTo>
                    <a:pt x="1884" y="573"/>
                  </a:lnTo>
                  <a:lnTo>
                    <a:pt x="1876" y="574"/>
                  </a:lnTo>
                  <a:lnTo>
                    <a:pt x="1869" y="575"/>
                  </a:lnTo>
                  <a:lnTo>
                    <a:pt x="1863" y="578"/>
                  </a:lnTo>
                  <a:lnTo>
                    <a:pt x="1859" y="583"/>
                  </a:lnTo>
                  <a:lnTo>
                    <a:pt x="1856" y="592"/>
                  </a:lnTo>
                  <a:lnTo>
                    <a:pt x="1855" y="603"/>
                  </a:lnTo>
                  <a:lnTo>
                    <a:pt x="1853" y="615"/>
                  </a:lnTo>
                  <a:lnTo>
                    <a:pt x="1850" y="624"/>
                  </a:lnTo>
                  <a:lnTo>
                    <a:pt x="1845" y="631"/>
                  </a:lnTo>
                  <a:lnTo>
                    <a:pt x="1840" y="638"/>
                  </a:lnTo>
                  <a:lnTo>
                    <a:pt x="1837" y="645"/>
                  </a:lnTo>
                  <a:lnTo>
                    <a:pt x="1837" y="652"/>
                  </a:lnTo>
                  <a:lnTo>
                    <a:pt x="1841" y="661"/>
                  </a:lnTo>
                  <a:lnTo>
                    <a:pt x="1851" y="672"/>
                  </a:lnTo>
                  <a:lnTo>
                    <a:pt x="1861" y="685"/>
                  </a:lnTo>
                  <a:lnTo>
                    <a:pt x="1869" y="699"/>
                  </a:lnTo>
                  <a:lnTo>
                    <a:pt x="1874" y="713"/>
                  </a:lnTo>
                  <a:lnTo>
                    <a:pt x="1877" y="726"/>
                  </a:lnTo>
                  <a:lnTo>
                    <a:pt x="1877" y="739"/>
                  </a:lnTo>
                  <a:lnTo>
                    <a:pt x="1874" y="750"/>
                  </a:lnTo>
                  <a:lnTo>
                    <a:pt x="1870" y="759"/>
                  </a:lnTo>
                  <a:lnTo>
                    <a:pt x="1865" y="764"/>
                  </a:lnTo>
                  <a:lnTo>
                    <a:pt x="1858" y="768"/>
                  </a:lnTo>
                  <a:lnTo>
                    <a:pt x="1851" y="773"/>
                  </a:lnTo>
                  <a:lnTo>
                    <a:pt x="1844" y="780"/>
                  </a:lnTo>
                  <a:lnTo>
                    <a:pt x="1839" y="788"/>
                  </a:lnTo>
                  <a:lnTo>
                    <a:pt x="1837" y="797"/>
                  </a:lnTo>
                  <a:lnTo>
                    <a:pt x="1838" y="806"/>
                  </a:lnTo>
                  <a:lnTo>
                    <a:pt x="1844" y="815"/>
                  </a:lnTo>
                  <a:lnTo>
                    <a:pt x="1855" y="823"/>
                  </a:lnTo>
                  <a:lnTo>
                    <a:pt x="1867" y="832"/>
                  </a:lnTo>
                  <a:lnTo>
                    <a:pt x="1876" y="844"/>
                  </a:lnTo>
                  <a:lnTo>
                    <a:pt x="1880" y="855"/>
                  </a:lnTo>
                  <a:lnTo>
                    <a:pt x="1882" y="867"/>
                  </a:lnTo>
                  <a:lnTo>
                    <a:pt x="1884" y="878"/>
                  </a:lnTo>
                  <a:lnTo>
                    <a:pt x="1888" y="889"/>
                  </a:lnTo>
                  <a:lnTo>
                    <a:pt x="1894" y="898"/>
                  </a:lnTo>
                  <a:lnTo>
                    <a:pt x="1904" y="905"/>
                  </a:lnTo>
                  <a:lnTo>
                    <a:pt x="1917" y="909"/>
                  </a:lnTo>
                  <a:lnTo>
                    <a:pt x="1932" y="910"/>
                  </a:lnTo>
                  <a:lnTo>
                    <a:pt x="1947" y="909"/>
                  </a:lnTo>
                  <a:lnTo>
                    <a:pt x="1962" y="909"/>
                  </a:lnTo>
                  <a:lnTo>
                    <a:pt x="1978" y="909"/>
                  </a:lnTo>
                  <a:lnTo>
                    <a:pt x="1991" y="912"/>
                  </a:lnTo>
                  <a:lnTo>
                    <a:pt x="2002" y="918"/>
                  </a:lnTo>
                  <a:lnTo>
                    <a:pt x="2010" y="929"/>
                  </a:lnTo>
                  <a:lnTo>
                    <a:pt x="2014" y="940"/>
                  </a:lnTo>
                  <a:lnTo>
                    <a:pt x="2015" y="953"/>
                  </a:lnTo>
                  <a:lnTo>
                    <a:pt x="2016" y="966"/>
                  </a:lnTo>
                  <a:lnTo>
                    <a:pt x="2017" y="979"/>
                  </a:lnTo>
                  <a:lnTo>
                    <a:pt x="2018" y="992"/>
                  </a:lnTo>
                  <a:lnTo>
                    <a:pt x="2019" y="1004"/>
                  </a:lnTo>
                  <a:lnTo>
                    <a:pt x="2022" y="1016"/>
                  </a:lnTo>
                  <a:lnTo>
                    <a:pt x="2028" y="1026"/>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90" name="Freeform 589">
              <a:extLst>
                <a:ext uri="{FF2B5EF4-FFF2-40B4-BE49-F238E27FC236}">
                  <a16:creationId xmlns:a16="http://schemas.microsoft.com/office/drawing/2014/main" id="{67786BB2-E77B-F30C-17F7-661C5575A0D5}"/>
                </a:ext>
              </a:extLst>
            </p:cNvPr>
            <p:cNvSpPr>
              <a:spLocks/>
            </p:cNvSpPr>
            <p:nvPr/>
          </p:nvSpPr>
          <p:spPr bwMode="auto">
            <a:xfrm>
              <a:off x="1940" y="2601"/>
              <a:ext cx="527" cy="410"/>
            </a:xfrm>
            <a:custGeom>
              <a:avLst/>
              <a:gdLst>
                <a:gd name="T0" fmla="*/ 0 w 2109"/>
                <a:gd name="T1" fmla="*/ 0 h 1640"/>
                <a:gd name="T2" fmla="*/ 0 w 2109"/>
                <a:gd name="T3" fmla="*/ 0 h 1640"/>
                <a:gd name="T4" fmla="*/ 0 w 2109"/>
                <a:gd name="T5" fmla="*/ 0 h 1640"/>
                <a:gd name="T6" fmla="*/ 0 w 2109"/>
                <a:gd name="T7" fmla="*/ 0 h 1640"/>
                <a:gd name="T8" fmla="*/ 0 w 2109"/>
                <a:gd name="T9" fmla="*/ 0 h 1640"/>
                <a:gd name="T10" fmla="*/ 0 w 2109"/>
                <a:gd name="T11" fmla="*/ 0 h 1640"/>
                <a:gd name="T12" fmla="*/ 0 w 2109"/>
                <a:gd name="T13" fmla="*/ 0 h 1640"/>
                <a:gd name="T14" fmla="*/ 0 w 2109"/>
                <a:gd name="T15" fmla="*/ 0 h 1640"/>
                <a:gd name="T16" fmla="*/ 0 w 2109"/>
                <a:gd name="T17" fmla="*/ 0 h 1640"/>
                <a:gd name="T18" fmla="*/ 0 w 2109"/>
                <a:gd name="T19" fmla="*/ 0 h 1640"/>
                <a:gd name="T20" fmla="*/ 0 w 2109"/>
                <a:gd name="T21" fmla="*/ 0 h 1640"/>
                <a:gd name="T22" fmla="*/ 0 w 2109"/>
                <a:gd name="T23" fmla="*/ 0 h 1640"/>
                <a:gd name="T24" fmla="*/ 0 w 2109"/>
                <a:gd name="T25" fmla="*/ 0 h 1640"/>
                <a:gd name="T26" fmla="*/ 0 w 2109"/>
                <a:gd name="T27" fmla="*/ 0 h 1640"/>
                <a:gd name="T28" fmla="*/ 0 w 2109"/>
                <a:gd name="T29" fmla="*/ 0 h 1640"/>
                <a:gd name="T30" fmla="*/ 0 w 2109"/>
                <a:gd name="T31" fmla="*/ 0 h 1640"/>
                <a:gd name="T32" fmla="*/ 0 w 2109"/>
                <a:gd name="T33" fmla="*/ 0 h 1640"/>
                <a:gd name="T34" fmla="*/ 0 w 2109"/>
                <a:gd name="T35" fmla="*/ 0 h 1640"/>
                <a:gd name="T36" fmla="*/ 0 w 2109"/>
                <a:gd name="T37" fmla="*/ 0 h 1640"/>
                <a:gd name="T38" fmla="*/ 0 w 2109"/>
                <a:gd name="T39" fmla="*/ 0 h 1640"/>
                <a:gd name="T40" fmla="*/ 0 w 2109"/>
                <a:gd name="T41" fmla="*/ 0 h 1640"/>
                <a:gd name="T42" fmla="*/ 0 w 2109"/>
                <a:gd name="T43" fmla="*/ 0 h 1640"/>
                <a:gd name="T44" fmla="*/ 0 w 2109"/>
                <a:gd name="T45" fmla="*/ 0 h 1640"/>
                <a:gd name="T46" fmla="*/ 0 w 2109"/>
                <a:gd name="T47" fmla="*/ 0 h 1640"/>
                <a:gd name="T48" fmla="*/ 0 w 2109"/>
                <a:gd name="T49" fmla="*/ 0 h 1640"/>
                <a:gd name="T50" fmla="*/ 0 w 2109"/>
                <a:gd name="T51" fmla="*/ 0 h 1640"/>
                <a:gd name="T52" fmla="*/ 0 w 2109"/>
                <a:gd name="T53" fmla="*/ 0 h 1640"/>
                <a:gd name="T54" fmla="*/ 0 w 2109"/>
                <a:gd name="T55" fmla="*/ 0 h 1640"/>
                <a:gd name="T56" fmla="*/ 0 w 2109"/>
                <a:gd name="T57" fmla="*/ 0 h 1640"/>
                <a:gd name="T58" fmla="*/ 0 w 2109"/>
                <a:gd name="T59" fmla="*/ 0 h 1640"/>
                <a:gd name="T60" fmla="*/ 0 w 2109"/>
                <a:gd name="T61" fmla="*/ 0 h 1640"/>
                <a:gd name="T62" fmla="*/ 0 w 2109"/>
                <a:gd name="T63" fmla="*/ 0 h 1640"/>
                <a:gd name="T64" fmla="*/ 0 w 2109"/>
                <a:gd name="T65" fmla="*/ 0 h 1640"/>
                <a:gd name="T66" fmla="*/ 0 w 2109"/>
                <a:gd name="T67" fmla="*/ 0 h 1640"/>
                <a:gd name="T68" fmla="*/ 0 w 2109"/>
                <a:gd name="T69" fmla="*/ 0 h 1640"/>
                <a:gd name="T70" fmla="*/ 0 w 2109"/>
                <a:gd name="T71" fmla="*/ 0 h 1640"/>
                <a:gd name="T72" fmla="*/ 0 w 2109"/>
                <a:gd name="T73" fmla="*/ 0 h 1640"/>
                <a:gd name="T74" fmla="*/ 0 w 2109"/>
                <a:gd name="T75" fmla="*/ 0 h 1640"/>
                <a:gd name="T76" fmla="*/ 0 w 2109"/>
                <a:gd name="T77" fmla="*/ 0 h 1640"/>
                <a:gd name="T78" fmla="*/ 0 w 2109"/>
                <a:gd name="T79" fmla="*/ 0 h 1640"/>
                <a:gd name="T80" fmla="*/ 0 w 2109"/>
                <a:gd name="T81" fmla="*/ 0 h 1640"/>
                <a:gd name="T82" fmla="*/ 0 w 2109"/>
                <a:gd name="T83" fmla="*/ 0 h 1640"/>
                <a:gd name="T84" fmla="*/ 0 w 2109"/>
                <a:gd name="T85" fmla="*/ 0 h 1640"/>
                <a:gd name="T86" fmla="*/ 0 w 2109"/>
                <a:gd name="T87" fmla="*/ 0 h 1640"/>
                <a:gd name="T88" fmla="*/ 0 w 2109"/>
                <a:gd name="T89" fmla="*/ 0 h 1640"/>
                <a:gd name="T90" fmla="*/ 0 w 2109"/>
                <a:gd name="T91" fmla="*/ 0 h 1640"/>
                <a:gd name="T92" fmla="*/ 0 w 2109"/>
                <a:gd name="T93" fmla="*/ 0 h 1640"/>
                <a:gd name="T94" fmla="*/ 0 w 2109"/>
                <a:gd name="T95" fmla="*/ 0 h 1640"/>
                <a:gd name="T96" fmla="*/ 0 w 2109"/>
                <a:gd name="T97" fmla="*/ 0 h 1640"/>
                <a:gd name="T98" fmla="*/ 0 w 2109"/>
                <a:gd name="T99" fmla="*/ 0 h 1640"/>
                <a:gd name="T100" fmla="*/ 0 w 2109"/>
                <a:gd name="T101" fmla="*/ 0 h 1640"/>
                <a:gd name="T102" fmla="*/ 0 w 2109"/>
                <a:gd name="T103" fmla="*/ 0 h 1640"/>
                <a:gd name="T104" fmla="*/ 0 w 2109"/>
                <a:gd name="T105" fmla="*/ 0 h 1640"/>
                <a:gd name="T106" fmla="*/ 0 w 2109"/>
                <a:gd name="T107" fmla="*/ 0 h 1640"/>
                <a:gd name="T108" fmla="*/ 0 w 2109"/>
                <a:gd name="T109" fmla="*/ 0 h 1640"/>
                <a:gd name="T110" fmla="*/ 0 w 2109"/>
                <a:gd name="T111" fmla="*/ 0 h 1640"/>
                <a:gd name="T112" fmla="*/ 0 w 2109"/>
                <a:gd name="T113" fmla="*/ 0 h 1640"/>
                <a:gd name="T114" fmla="*/ 0 w 2109"/>
                <a:gd name="T115" fmla="*/ 0 h 1640"/>
                <a:gd name="T116" fmla="*/ 0 w 2109"/>
                <a:gd name="T117" fmla="*/ 0 h 1640"/>
                <a:gd name="T118" fmla="*/ 0 w 2109"/>
                <a:gd name="T119" fmla="*/ 0 h 1640"/>
                <a:gd name="T120" fmla="*/ 0 w 2109"/>
                <a:gd name="T121" fmla="*/ 0 h 1640"/>
                <a:gd name="T122" fmla="*/ 0 w 2109"/>
                <a:gd name="T123" fmla="*/ 0 h 1640"/>
                <a:gd name="T124" fmla="*/ 0 w 2109"/>
                <a:gd name="T125" fmla="*/ 0 h 16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09" h="1640">
                  <a:moveTo>
                    <a:pt x="2028" y="1026"/>
                  </a:moveTo>
                  <a:lnTo>
                    <a:pt x="2028" y="1026"/>
                  </a:lnTo>
                  <a:lnTo>
                    <a:pt x="2022" y="1035"/>
                  </a:lnTo>
                  <a:lnTo>
                    <a:pt x="2018" y="1044"/>
                  </a:lnTo>
                  <a:lnTo>
                    <a:pt x="2014" y="1052"/>
                  </a:lnTo>
                  <a:lnTo>
                    <a:pt x="2009" y="1059"/>
                  </a:lnTo>
                  <a:lnTo>
                    <a:pt x="2005" y="1065"/>
                  </a:lnTo>
                  <a:lnTo>
                    <a:pt x="2002" y="1070"/>
                  </a:lnTo>
                  <a:lnTo>
                    <a:pt x="1999" y="1074"/>
                  </a:lnTo>
                  <a:lnTo>
                    <a:pt x="1996" y="1076"/>
                  </a:lnTo>
                  <a:lnTo>
                    <a:pt x="1990" y="1078"/>
                  </a:lnTo>
                  <a:lnTo>
                    <a:pt x="1983" y="1081"/>
                  </a:lnTo>
                  <a:lnTo>
                    <a:pt x="1974" y="1083"/>
                  </a:lnTo>
                  <a:lnTo>
                    <a:pt x="1965" y="1085"/>
                  </a:lnTo>
                  <a:lnTo>
                    <a:pt x="1956" y="1086"/>
                  </a:lnTo>
                  <a:lnTo>
                    <a:pt x="1947" y="1086"/>
                  </a:lnTo>
                  <a:lnTo>
                    <a:pt x="1939" y="1085"/>
                  </a:lnTo>
                  <a:lnTo>
                    <a:pt x="1931" y="1082"/>
                  </a:lnTo>
                  <a:lnTo>
                    <a:pt x="1923" y="1078"/>
                  </a:lnTo>
                  <a:lnTo>
                    <a:pt x="1915" y="1076"/>
                  </a:lnTo>
                  <a:lnTo>
                    <a:pt x="1906" y="1075"/>
                  </a:lnTo>
                  <a:lnTo>
                    <a:pt x="1897" y="1076"/>
                  </a:lnTo>
                  <a:lnTo>
                    <a:pt x="1889" y="1079"/>
                  </a:lnTo>
                  <a:lnTo>
                    <a:pt x="1880" y="1083"/>
                  </a:lnTo>
                  <a:lnTo>
                    <a:pt x="1872" y="1089"/>
                  </a:lnTo>
                  <a:lnTo>
                    <a:pt x="1865" y="1097"/>
                  </a:lnTo>
                  <a:lnTo>
                    <a:pt x="1858" y="1104"/>
                  </a:lnTo>
                  <a:lnTo>
                    <a:pt x="1850" y="1109"/>
                  </a:lnTo>
                  <a:lnTo>
                    <a:pt x="1842" y="1111"/>
                  </a:lnTo>
                  <a:lnTo>
                    <a:pt x="1833" y="1112"/>
                  </a:lnTo>
                  <a:lnTo>
                    <a:pt x="1823" y="1112"/>
                  </a:lnTo>
                  <a:lnTo>
                    <a:pt x="1815" y="1111"/>
                  </a:lnTo>
                  <a:lnTo>
                    <a:pt x="1807" y="1109"/>
                  </a:lnTo>
                  <a:lnTo>
                    <a:pt x="1800" y="1107"/>
                  </a:lnTo>
                  <a:lnTo>
                    <a:pt x="1792" y="1106"/>
                  </a:lnTo>
                  <a:lnTo>
                    <a:pt x="1785" y="1108"/>
                  </a:lnTo>
                  <a:lnTo>
                    <a:pt x="1777" y="1111"/>
                  </a:lnTo>
                  <a:lnTo>
                    <a:pt x="1768" y="1116"/>
                  </a:lnTo>
                  <a:lnTo>
                    <a:pt x="1761" y="1122"/>
                  </a:lnTo>
                  <a:lnTo>
                    <a:pt x="1755" y="1128"/>
                  </a:lnTo>
                  <a:lnTo>
                    <a:pt x="1749" y="1135"/>
                  </a:lnTo>
                  <a:lnTo>
                    <a:pt x="1745" y="1141"/>
                  </a:lnTo>
                  <a:lnTo>
                    <a:pt x="1740" y="1147"/>
                  </a:lnTo>
                  <a:lnTo>
                    <a:pt x="1734" y="1151"/>
                  </a:lnTo>
                  <a:lnTo>
                    <a:pt x="1727" y="1153"/>
                  </a:lnTo>
                  <a:lnTo>
                    <a:pt x="1719" y="1155"/>
                  </a:lnTo>
                  <a:lnTo>
                    <a:pt x="1711" y="1156"/>
                  </a:lnTo>
                  <a:lnTo>
                    <a:pt x="1704" y="1159"/>
                  </a:lnTo>
                  <a:lnTo>
                    <a:pt x="1696" y="1162"/>
                  </a:lnTo>
                  <a:lnTo>
                    <a:pt x="1690" y="1166"/>
                  </a:lnTo>
                  <a:lnTo>
                    <a:pt x="1685" y="1173"/>
                  </a:lnTo>
                  <a:lnTo>
                    <a:pt x="1681" y="1182"/>
                  </a:lnTo>
                  <a:lnTo>
                    <a:pt x="1678" y="1194"/>
                  </a:lnTo>
                  <a:lnTo>
                    <a:pt x="1674" y="1205"/>
                  </a:lnTo>
                  <a:lnTo>
                    <a:pt x="1671" y="1217"/>
                  </a:lnTo>
                  <a:lnTo>
                    <a:pt x="1667" y="1229"/>
                  </a:lnTo>
                  <a:lnTo>
                    <a:pt x="1663" y="1239"/>
                  </a:lnTo>
                  <a:lnTo>
                    <a:pt x="1657" y="1248"/>
                  </a:lnTo>
                  <a:lnTo>
                    <a:pt x="1648" y="1254"/>
                  </a:lnTo>
                  <a:lnTo>
                    <a:pt x="1638" y="1261"/>
                  </a:lnTo>
                  <a:lnTo>
                    <a:pt x="1627" y="1268"/>
                  </a:lnTo>
                  <a:lnTo>
                    <a:pt x="1616" y="1275"/>
                  </a:lnTo>
                  <a:lnTo>
                    <a:pt x="1606" y="1281"/>
                  </a:lnTo>
                  <a:lnTo>
                    <a:pt x="1598" y="1286"/>
                  </a:lnTo>
                  <a:lnTo>
                    <a:pt x="1592" y="1289"/>
                  </a:lnTo>
                  <a:lnTo>
                    <a:pt x="1590" y="1290"/>
                  </a:lnTo>
                  <a:lnTo>
                    <a:pt x="1589" y="1294"/>
                  </a:lnTo>
                  <a:lnTo>
                    <a:pt x="1585" y="1301"/>
                  </a:lnTo>
                  <a:lnTo>
                    <a:pt x="1581" y="1311"/>
                  </a:lnTo>
                  <a:lnTo>
                    <a:pt x="1574" y="1324"/>
                  </a:lnTo>
                  <a:lnTo>
                    <a:pt x="1568" y="1337"/>
                  </a:lnTo>
                  <a:lnTo>
                    <a:pt x="1564" y="1350"/>
                  </a:lnTo>
                  <a:lnTo>
                    <a:pt x="1560" y="1361"/>
                  </a:lnTo>
                  <a:lnTo>
                    <a:pt x="1559" y="1368"/>
                  </a:lnTo>
                  <a:lnTo>
                    <a:pt x="1558" y="1375"/>
                  </a:lnTo>
                  <a:lnTo>
                    <a:pt x="1555" y="1383"/>
                  </a:lnTo>
                  <a:lnTo>
                    <a:pt x="1552" y="1394"/>
                  </a:lnTo>
                  <a:lnTo>
                    <a:pt x="1547" y="1405"/>
                  </a:lnTo>
                  <a:lnTo>
                    <a:pt x="1542" y="1415"/>
                  </a:lnTo>
                  <a:lnTo>
                    <a:pt x="1536" y="1423"/>
                  </a:lnTo>
                  <a:lnTo>
                    <a:pt x="1531" y="1430"/>
                  </a:lnTo>
                  <a:lnTo>
                    <a:pt x="1527" y="1433"/>
                  </a:lnTo>
                  <a:lnTo>
                    <a:pt x="1524" y="1434"/>
                  </a:lnTo>
                  <a:lnTo>
                    <a:pt x="1523" y="1436"/>
                  </a:lnTo>
                  <a:lnTo>
                    <a:pt x="1523" y="1439"/>
                  </a:lnTo>
                  <a:lnTo>
                    <a:pt x="1524" y="1443"/>
                  </a:lnTo>
                  <a:lnTo>
                    <a:pt x="1524" y="1450"/>
                  </a:lnTo>
                  <a:lnTo>
                    <a:pt x="1524" y="1458"/>
                  </a:lnTo>
                  <a:lnTo>
                    <a:pt x="1522" y="1468"/>
                  </a:lnTo>
                  <a:lnTo>
                    <a:pt x="1519" y="1481"/>
                  </a:lnTo>
                  <a:lnTo>
                    <a:pt x="1508" y="1493"/>
                  </a:lnTo>
                  <a:lnTo>
                    <a:pt x="1499" y="1502"/>
                  </a:lnTo>
                  <a:lnTo>
                    <a:pt x="1490" y="1508"/>
                  </a:lnTo>
                  <a:lnTo>
                    <a:pt x="1482" y="1511"/>
                  </a:lnTo>
                  <a:lnTo>
                    <a:pt x="1473" y="1513"/>
                  </a:lnTo>
                  <a:lnTo>
                    <a:pt x="1465" y="1512"/>
                  </a:lnTo>
                  <a:lnTo>
                    <a:pt x="1457" y="1510"/>
                  </a:lnTo>
                  <a:lnTo>
                    <a:pt x="1449" y="1507"/>
                  </a:lnTo>
                  <a:lnTo>
                    <a:pt x="1440" y="1503"/>
                  </a:lnTo>
                  <a:lnTo>
                    <a:pt x="1430" y="1498"/>
                  </a:lnTo>
                  <a:lnTo>
                    <a:pt x="1419" y="1493"/>
                  </a:lnTo>
                  <a:lnTo>
                    <a:pt x="1409" y="1489"/>
                  </a:lnTo>
                  <a:lnTo>
                    <a:pt x="1400" y="1486"/>
                  </a:lnTo>
                  <a:lnTo>
                    <a:pt x="1393" y="1487"/>
                  </a:lnTo>
                  <a:lnTo>
                    <a:pt x="1389" y="1490"/>
                  </a:lnTo>
                  <a:lnTo>
                    <a:pt x="1388" y="1498"/>
                  </a:lnTo>
                  <a:lnTo>
                    <a:pt x="1387" y="1508"/>
                  </a:lnTo>
                  <a:lnTo>
                    <a:pt x="1383" y="1518"/>
                  </a:lnTo>
                  <a:lnTo>
                    <a:pt x="1376" y="1528"/>
                  </a:lnTo>
                  <a:lnTo>
                    <a:pt x="1369" y="1538"/>
                  </a:lnTo>
                  <a:lnTo>
                    <a:pt x="1362" y="1547"/>
                  </a:lnTo>
                  <a:lnTo>
                    <a:pt x="1355" y="1554"/>
                  </a:lnTo>
                  <a:lnTo>
                    <a:pt x="1351" y="1558"/>
                  </a:lnTo>
                  <a:lnTo>
                    <a:pt x="1349" y="1560"/>
                  </a:lnTo>
                  <a:lnTo>
                    <a:pt x="1348" y="1563"/>
                  </a:lnTo>
                  <a:lnTo>
                    <a:pt x="1346" y="1569"/>
                  </a:lnTo>
                  <a:lnTo>
                    <a:pt x="1346" y="1576"/>
                  </a:lnTo>
                  <a:lnTo>
                    <a:pt x="1349" y="1582"/>
                  </a:lnTo>
                  <a:lnTo>
                    <a:pt x="1350" y="1585"/>
                  </a:lnTo>
                  <a:lnTo>
                    <a:pt x="1346" y="1590"/>
                  </a:lnTo>
                  <a:lnTo>
                    <a:pt x="1340" y="1597"/>
                  </a:lnTo>
                  <a:lnTo>
                    <a:pt x="1332" y="1602"/>
                  </a:lnTo>
                  <a:lnTo>
                    <a:pt x="1323" y="1605"/>
                  </a:lnTo>
                  <a:lnTo>
                    <a:pt x="1315" y="1606"/>
                  </a:lnTo>
                  <a:lnTo>
                    <a:pt x="1308" y="1602"/>
                  </a:lnTo>
                  <a:lnTo>
                    <a:pt x="1304" y="1593"/>
                  </a:lnTo>
                  <a:lnTo>
                    <a:pt x="1303" y="1584"/>
                  </a:lnTo>
                  <a:lnTo>
                    <a:pt x="1302" y="1580"/>
                  </a:lnTo>
                  <a:lnTo>
                    <a:pt x="1303" y="1578"/>
                  </a:lnTo>
                  <a:lnTo>
                    <a:pt x="1302" y="1578"/>
                  </a:lnTo>
                  <a:lnTo>
                    <a:pt x="1300" y="1577"/>
                  </a:lnTo>
                  <a:lnTo>
                    <a:pt x="1296" y="1574"/>
                  </a:lnTo>
                  <a:lnTo>
                    <a:pt x="1288" y="1568"/>
                  </a:lnTo>
                  <a:lnTo>
                    <a:pt x="1275" y="1557"/>
                  </a:lnTo>
                  <a:lnTo>
                    <a:pt x="1262" y="1542"/>
                  </a:lnTo>
                  <a:lnTo>
                    <a:pt x="1252" y="1529"/>
                  </a:lnTo>
                  <a:lnTo>
                    <a:pt x="1245" y="1517"/>
                  </a:lnTo>
                  <a:lnTo>
                    <a:pt x="1239" y="1507"/>
                  </a:lnTo>
                  <a:lnTo>
                    <a:pt x="1235" y="1497"/>
                  </a:lnTo>
                  <a:lnTo>
                    <a:pt x="1232" y="1488"/>
                  </a:lnTo>
                  <a:lnTo>
                    <a:pt x="1229" y="1481"/>
                  </a:lnTo>
                  <a:lnTo>
                    <a:pt x="1225" y="1475"/>
                  </a:lnTo>
                  <a:lnTo>
                    <a:pt x="1221" y="1468"/>
                  </a:lnTo>
                  <a:lnTo>
                    <a:pt x="1214" y="1458"/>
                  </a:lnTo>
                  <a:lnTo>
                    <a:pt x="1207" y="1448"/>
                  </a:lnTo>
                  <a:lnTo>
                    <a:pt x="1200" y="1438"/>
                  </a:lnTo>
                  <a:lnTo>
                    <a:pt x="1193" y="1433"/>
                  </a:lnTo>
                  <a:lnTo>
                    <a:pt x="1189" y="1433"/>
                  </a:lnTo>
                  <a:lnTo>
                    <a:pt x="1187" y="1442"/>
                  </a:lnTo>
                  <a:lnTo>
                    <a:pt x="1189" y="1462"/>
                  </a:lnTo>
                  <a:lnTo>
                    <a:pt x="1192" y="1482"/>
                  </a:lnTo>
                  <a:lnTo>
                    <a:pt x="1192" y="1492"/>
                  </a:lnTo>
                  <a:lnTo>
                    <a:pt x="1190" y="1497"/>
                  </a:lnTo>
                  <a:lnTo>
                    <a:pt x="1187" y="1495"/>
                  </a:lnTo>
                  <a:lnTo>
                    <a:pt x="1182" y="1488"/>
                  </a:lnTo>
                  <a:lnTo>
                    <a:pt x="1175" y="1481"/>
                  </a:lnTo>
                  <a:lnTo>
                    <a:pt x="1169" y="1475"/>
                  </a:lnTo>
                  <a:lnTo>
                    <a:pt x="1163" y="1470"/>
                  </a:lnTo>
                  <a:lnTo>
                    <a:pt x="1157" y="1468"/>
                  </a:lnTo>
                  <a:lnTo>
                    <a:pt x="1151" y="1467"/>
                  </a:lnTo>
                  <a:lnTo>
                    <a:pt x="1145" y="1467"/>
                  </a:lnTo>
                  <a:lnTo>
                    <a:pt x="1140" y="1469"/>
                  </a:lnTo>
                  <a:lnTo>
                    <a:pt x="1136" y="1471"/>
                  </a:lnTo>
                  <a:lnTo>
                    <a:pt x="1133" y="1475"/>
                  </a:lnTo>
                  <a:lnTo>
                    <a:pt x="1131" y="1480"/>
                  </a:lnTo>
                  <a:lnTo>
                    <a:pt x="1131" y="1486"/>
                  </a:lnTo>
                  <a:lnTo>
                    <a:pt x="1131" y="1491"/>
                  </a:lnTo>
                  <a:lnTo>
                    <a:pt x="1130" y="1492"/>
                  </a:lnTo>
                  <a:lnTo>
                    <a:pt x="1126" y="1490"/>
                  </a:lnTo>
                  <a:lnTo>
                    <a:pt x="1122" y="1487"/>
                  </a:lnTo>
                  <a:lnTo>
                    <a:pt x="1118" y="1482"/>
                  </a:lnTo>
                  <a:lnTo>
                    <a:pt x="1112" y="1475"/>
                  </a:lnTo>
                  <a:lnTo>
                    <a:pt x="1106" y="1469"/>
                  </a:lnTo>
                  <a:lnTo>
                    <a:pt x="1099" y="1462"/>
                  </a:lnTo>
                  <a:lnTo>
                    <a:pt x="1092" y="1456"/>
                  </a:lnTo>
                  <a:lnTo>
                    <a:pt x="1085" y="1450"/>
                  </a:lnTo>
                  <a:lnTo>
                    <a:pt x="1079" y="1442"/>
                  </a:lnTo>
                  <a:lnTo>
                    <a:pt x="1072" y="1435"/>
                  </a:lnTo>
                  <a:lnTo>
                    <a:pt x="1068" y="1428"/>
                  </a:lnTo>
                  <a:lnTo>
                    <a:pt x="1065" y="1420"/>
                  </a:lnTo>
                  <a:lnTo>
                    <a:pt x="1064" y="1411"/>
                  </a:lnTo>
                  <a:lnTo>
                    <a:pt x="1065" y="1400"/>
                  </a:lnTo>
                  <a:lnTo>
                    <a:pt x="1067" y="1389"/>
                  </a:lnTo>
                  <a:lnTo>
                    <a:pt x="1067" y="1382"/>
                  </a:lnTo>
                  <a:lnTo>
                    <a:pt x="1066" y="1377"/>
                  </a:lnTo>
                  <a:lnTo>
                    <a:pt x="1063" y="1374"/>
                  </a:lnTo>
                  <a:lnTo>
                    <a:pt x="1058" y="1371"/>
                  </a:lnTo>
                  <a:lnTo>
                    <a:pt x="1052" y="1369"/>
                  </a:lnTo>
                  <a:lnTo>
                    <a:pt x="1043" y="1366"/>
                  </a:lnTo>
                  <a:lnTo>
                    <a:pt x="1032" y="1363"/>
                  </a:lnTo>
                  <a:lnTo>
                    <a:pt x="1022" y="1357"/>
                  </a:lnTo>
                  <a:lnTo>
                    <a:pt x="1018" y="1348"/>
                  </a:lnTo>
                  <a:lnTo>
                    <a:pt x="1017" y="1338"/>
                  </a:lnTo>
                  <a:lnTo>
                    <a:pt x="1018" y="1329"/>
                  </a:lnTo>
                  <a:lnTo>
                    <a:pt x="1019" y="1322"/>
                  </a:lnTo>
                  <a:lnTo>
                    <a:pt x="1018" y="1319"/>
                  </a:lnTo>
                  <a:lnTo>
                    <a:pt x="1013" y="1322"/>
                  </a:lnTo>
                  <a:lnTo>
                    <a:pt x="1004" y="1332"/>
                  </a:lnTo>
                  <a:lnTo>
                    <a:pt x="992" y="1342"/>
                  </a:lnTo>
                  <a:lnTo>
                    <a:pt x="982" y="1345"/>
                  </a:lnTo>
                  <a:lnTo>
                    <a:pt x="973" y="1341"/>
                  </a:lnTo>
                  <a:lnTo>
                    <a:pt x="966" y="1334"/>
                  </a:lnTo>
                  <a:lnTo>
                    <a:pt x="961" y="1325"/>
                  </a:lnTo>
                  <a:lnTo>
                    <a:pt x="957" y="1316"/>
                  </a:lnTo>
                  <a:lnTo>
                    <a:pt x="955" y="1310"/>
                  </a:lnTo>
                  <a:lnTo>
                    <a:pt x="954" y="1307"/>
                  </a:lnTo>
                  <a:lnTo>
                    <a:pt x="953" y="1307"/>
                  </a:lnTo>
                  <a:lnTo>
                    <a:pt x="951" y="1308"/>
                  </a:lnTo>
                  <a:lnTo>
                    <a:pt x="948" y="1308"/>
                  </a:lnTo>
                  <a:lnTo>
                    <a:pt x="944" y="1307"/>
                  </a:lnTo>
                  <a:lnTo>
                    <a:pt x="939" y="1304"/>
                  </a:lnTo>
                  <a:lnTo>
                    <a:pt x="933" y="1300"/>
                  </a:lnTo>
                  <a:lnTo>
                    <a:pt x="926" y="1292"/>
                  </a:lnTo>
                  <a:lnTo>
                    <a:pt x="920" y="1281"/>
                  </a:lnTo>
                  <a:lnTo>
                    <a:pt x="914" y="1272"/>
                  </a:lnTo>
                  <a:lnTo>
                    <a:pt x="907" y="1269"/>
                  </a:lnTo>
                  <a:lnTo>
                    <a:pt x="901" y="1271"/>
                  </a:lnTo>
                  <a:lnTo>
                    <a:pt x="896" y="1276"/>
                  </a:lnTo>
                  <a:lnTo>
                    <a:pt x="891" y="1282"/>
                  </a:lnTo>
                  <a:lnTo>
                    <a:pt x="887" y="1288"/>
                  </a:lnTo>
                  <a:lnTo>
                    <a:pt x="885" y="1294"/>
                  </a:lnTo>
                  <a:lnTo>
                    <a:pt x="884" y="1296"/>
                  </a:lnTo>
                  <a:lnTo>
                    <a:pt x="885" y="1297"/>
                  </a:lnTo>
                  <a:lnTo>
                    <a:pt x="887" y="1301"/>
                  </a:lnTo>
                  <a:lnTo>
                    <a:pt x="891" y="1306"/>
                  </a:lnTo>
                  <a:lnTo>
                    <a:pt x="896" y="1312"/>
                  </a:lnTo>
                  <a:lnTo>
                    <a:pt x="902" y="1318"/>
                  </a:lnTo>
                  <a:lnTo>
                    <a:pt x="909" y="1324"/>
                  </a:lnTo>
                  <a:lnTo>
                    <a:pt x="917" y="1329"/>
                  </a:lnTo>
                  <a:lnTo>
                    <a:pt x="925" y="1332"/>
                  </a:lnTo>
                  <a:lnTo>
                    <a:pt x="934" y="1333"/>
                  </a:lnTo>
                  <a:lnTo>
                    <a:pt x="941" y="1334"/>
                  </a:lnTo>
                  <a:lnTo>
                    <a:pt x="947" y="1335"/>
                  </a:lnTo>
                  <a:lnTo>
                    <a:pt x="952" y="1335"/>
                  </a:lnTo>
                  <a:lnTo>
                    <a:pt x="956" y="1337"/>
                  </a:lnTo>
                  <a:lnTo>
                    <a:pt x="958" y="1341"/>
                  </a:lnTo>
                  <a:lnTo>
                    <a:pt x="959" y="1347"/>
                  </a:lnTo>
                  <a:lnTo>
                    <a:pt x="959" y="1355"/>
                  </a:lnTo>
                  <a:lnTo>
                    <a:pt x="957" y="1365"/>
                  </a:lnTo>
                  <a:lnTo>
                    <a:pt x="955" y="1374"/>
                  </a:lnTo>
                  <a:lnTo>
                    <a:pt x="953" y="1384"/>
                  </a:lnTo>
                  <a:lnTo>
                    <a:pt x="951" y="1392"/>
                  </a:lnTo>
                  <a:lnTo>
                    <a:pt x="951" y="1400"/>
                  </a:lnTo>
                  <a:lnTo>
                    <a:pt x="954" y="1405"/>
                  </a:lnTo>
                  <a:lnTo>
                    <a:pt x="958" y="1408"/>
                  </a:lnTo>
                  <a:lnTo>
                    <a:pt x="967" y="1408"/>
                  </a:lnTo>
                  <a:lnTo>
                    <a:pt x="974" y="1408"/>
                  </a:lnTo>
                  <a:lnTo>
                    <a:pt x="977" y="1411"/>
                  </a:lnTo>
                  <a:lnTo>
                    <a:pt x="975" y="1416"/>
                  </a:lnTo>
                  <a:lnTo>
                    <a:pt x="971" y="1423"/>
                  </a:lnTo>
                  <a:lnTo>
                    <a:pt x="965" y="1429"/>
                  </a:lnTo>
                  <a:lnTo>
                    <a:pt x="960" y="1435"/>
                  </a:lnTo>
                  <a:lnTo>
                    <a:pt x="956" y="1439"/>
                  </a:lnTo>
                  <a:lnTo>
                    <a:pt x="954" y="1441"/>
                  </a:lnTo>
                  <a:lnTo>
                    <a:pt x="953" y="1441"/>
                  </a:lnTo>
                  <a:lnTo>
                    <a:pt x="949" y="1439"/>
                  </a:lnTo>
                  <a:lnTo>
                    <a:pt x="944" y="1437"/>
                  </a:lnTo>
                  <a:lnTo>
                    <a:pt x="938" y="1435"/>
                  </a:lnTo>
                  <a:lnTo>
                    <a:pt x="931" y="1432"/>
                  </a:lnTo>
                  <a:lnTo>
                    <a:pt x="923" y="1428"/>
                  </a:lnTo>
                  <a:lnTo>
                    <a:pt x="917" y="1424"/>
                  </a:lnTo>
                  <a:lnTo>
                    <a:pt x="911" y="1419"/>
                  </a:lnTo>
                  <a:lnTo>
                    <a:pt x="906" y="1415"/>
                  </a:lnTo>
                  <a:lnTo>
                    <a:pt x="901" y="1412"/>
                  </a:lnTo>
                  <a:lnTo>
                    <a:pt x="897" y="1412"/>
                  </a:lnTo>
                  <a:lnTo>
                    <a:pt x="893" y="1414"/>
                  </a:lnTo>
                  <a:lnTo>
                    <a:pt x="889" y="1419"/>
                  </a:lnTo>
                  <a:lnTo>
                    <a:pt x="886" y="1426"/>
                  </a:lnTo>
                  <a:lnTo>
                    <a:pt x="885" y="1437"/>
                  </a:lnTo>
                  <a:lnTo>
                    <a:pt x="884" y="1453"/>
                  </a:lnTo>
                  <a:lnTo>
                    <a:pt x="882" y="1467"/>
                  </a:lnTo>
                  <a:lnTo>
                    <a:pt x="877" y="1476"/>
                  </a:lnTo>
                  <a:lnTo>
                    <a:pt x="872" y="1482"/>
                  </a:lnTo>
                  <a:lnTo>
                    <a:pt x="867" y="1485"/>
                  </a:lnTo>
                  <a:lnTo>
                    <a:pt x="862" y="1487"/>
                  </a:lnTo>
                  <a:lnTo>
                    <a:pt x="861" y="1487"/>
                  </a:lnTo>
                  <a:lnTo>
                    <a:pt x="862" y="1488"/>
                  </a:lnTo>
                  <a:lnTo>
                    <a:pt x="869" y="1489"/>
                  </a:lnTo>
                  <a:lnTo>
                    <a:pt x="875" y="1492"/>
                  </a:lnTo>
                  <a:lnTo>
                    <a:pt x="877" y="1498"/>
                  </a:lnTo>
                  <a:lnTo>
                    <a:pt x="875" y="1504"/>
                  </a:lnTo>
                  <a:lnTo>
                    <a:pt x="871" y="1510"/>
                  </a:lnTo>
                  <a:lnTo>
                    <a:pt x="865" y="1518"/>
                  </a:lnTo>
                  <a:lnTo>
                    <a:pt x="861" y="1525"/>
                  </a:lnTo>
                  <a:lnTo>
                    <a:pt x="858" y="1531"/>
                  </a:lnTo>
                  <a:lnTo>
                    <a:pt x="858" y="1537"/>
                  </a:lnTo>
                  <a:lnTo>
                    <a:pt x="860" y="1545"/>
                  </a:lnTo>
                  <a:lnTo>
                    <a:pt x="862" y="1553"/>
                  </a:lnTo>
                  <a:lnTo>
                    <a:pt x="862" y="1563"/>
                  </a:lnTo>
                  <a:lnTo>
                    <a:pt x="862" y="1571"/>
                  </a:lnTo>
                  <a:lnTo>
                    <a:pt x="860" y="1577"/>
                  </a:lnTo>
                  <a:lnTo>
                    <a:pt x="856" y="1580"/>
                  </a:lnTo>
                  <a:lnTo>
                    <a:pt x="850" y="1579"/>
                  </a:lnTo>
                  <a:lnTo>
                    <a:pt x="842" y="1571"/>
                  </a:lnTo>
                  <a:lnTo>
                    <a:pt x="833" y="1562"/>
                  </a:lnTo>
                  <a:lnTo>
                    <a:pt x="825" y="1556"/>
                  </a:lnTo>
                  <a:lnTo>
                    <a:pt x="819" y="1554"/>
                  </a:lnTo>
                  <a:lnTo>
                    <a:pt x="814" y="1554"/>
                  </a:lnTo>
                  <a:lnTo>
                    <a:pt x="810" y="1557"/>
                  </a:lnTo>
                  <a:lnTo>
                    <a:pt x="807" y="1561"/>
                  </a:lnTo>
                  <a:lnTo>
                    <a:pt x="804" y="1567"/>
                  </a:lnTo>
                  <a:lnTo>
                    <a:pt x="802" y="1574"/>
                  </a:lnTo>
                  <a:lnTo>
                    <a:pt x="800" y="1579"/>
                  </a:lnTo>
                  <a:lnTo>
                    <a:pt x="799" y="1580"/>
                  </a:lnTo>
                  <a:lnTo>
                    <a:pt x="797" y="1578"/>
                  </a:lnTo>
                  <a:lnTo>
                    <a:pt x="795" y="1574"/>
                  </a:lnTo>
                  <a:lnTo>
                    <a:pt x="793" y="1568"/>
                  </a:lnTo>
                  <a:lnTo>
                    <a:pt x="791" y="1561"/>
                  </a:lnTo>
                  <a:lnTo>
                    <a:pt x="789" y="1555"/>
                  </a:lnTo>
                  <a:lnTo>
                    <a:pt x="786" y="1549"/>
                  </a:lnTo>
                  <a:lnTo>
                    <a:pt x="783" y="1542"/>
                  </a:lnTo>
                  <a:lnTo>
                    <a:pt x="781" y="1537"/>
                  </a:lnTo>
                  <a:lnTo>
                    <a:pt x="777" y="1532"/>
                  </a:lnTo>
                  <a:lnTo>
                    <a:pt x="774" y="1529"/>
                  </a:lnTo>
                  <a:lnTo>
                    <a:pt x="769" y="1529"/>
                  </a:lnTo>
                  <a:lnTo>
                    <a:pt x="763" y="1533"/>
                  </a:lnTo>
                  <a:lnTo>
                    <a:pt x="755" y="1542"/>
                  </a:lnTo>
                  <a:lnTo>
                    <a:pt x="744" y="1557"/>
                  </a:lnTo>
                  <a:lnTo>
                    <a:pt x="735" y="1572"/>
                  </a:lnTo>
                  <a:lnTo>
                    <a:pt x="732" y="1582"/>
                  </a:lnTo>
                  <a:lnTo>
                    <a:pt x="732" y="1587"/>
                  </a:lnTo>
                  <a:lnTo>
                    <a:pt x="734" y="1590"/>
                  </a:lnTo>
                  <a:lnTo>
                    <a:pt x="734" y="1591"/>
                  </a:lnTo>
                  <a:lnTo>
                    <a:pt x="731" y="1590"/>
                  </a:lnTo>
                  <a:lnTo>
                    <a:pt x="721" y="1590"/>
                  </a:lnTo>
                  <a:lnTo>
                    <a:pt x="704" y="1590"/>
                  </a:lnTo>
                  <a:lnTo>
                    <a:pt x="686" y="1591"/>
                  </a:lnTo>
                  <a:lnTo>
                    <a:pt x="672" y="1592"/>
                  </a:lnTo>
                  <a:lnTo>
                    <a:pt x="664" y="1595"/>
                  </a:lnTo>
                  <a:lnTo>
                    <a:pt x="659" y="1597"/>
                  </a:lnTo>
                  <a:lnTo>
                    <a:pt x="655" y="1601"/>
                  </a:lnTo>
                  <a:lnTo>
                    <a:pt x="652" y="1606"/>
                  </a:lnTo>
                  <a:lnTo>
                    <a:pt x="647" y="1613"/>
                  </a:lnTo>
                  <a:lnTo>
                    <a:pt x="640" y="1622"/>
                  </a:lnTo>
                  <a:lnTo>
                    <a:pt x="631" y="1631"/>
                  </a:lnTo>
                  <a:lnTo>
                    <a:pt x="622" y="1636"/>
                  </a:lnTo>
                  <a:lnTo>
                    <a:pt x="615" y="1639"/>
                  </a:lnTo>
                  <a:lnTo>
                    <a:pt x="609" y="1640"/>
                  </a:lnTo>
                  <a:lnTo>
                    <a:pt x="604" y="1638"/>
                  </a:lnTo>
                  <a:lnTo>
                    <a:pt x="601" y="1634"/>
                  </a:lnTo>
                  <a:lnTo>
                    <a:pt x="600" y="1629"/>
                  </a:lnTo>
                  <a:lnTo>
                    <a:pt x="601" y="1622"/>
                  </a:lnTo>
                  <a:lnTo>
                    <a:pt x="601" y="1614"/>
                  </a:lnTo>
                  <a:lnTo>
                    <a:pt x="598" y="1605"/>
                  </a:lnTo>
                  <a:lnTo>
                    <a:pt x="594" y="1596"/>
                  </a:lnTo>
                  <a:lnTo>
                    <a:pt x="590" y="1586"/>
                  </a:lnTo>
                  <a:lnTo>
                    <a:pt x="588" y="1579"/>
                  </a:lnTo>
                  <a:lnTo>
                    <a:pt x="589" y="1573"/>
                  </a:lnTo>
                  <a:lnTo>
                    <a:pt x="594" y="1571"/>
                  </a:lnTo>
                  <a:lnTo>
                    <a:pt x="606" y="1571"/>
                  </a:lnTo>
                  <a:lnTo>
                    <a:pt x="620" y="1573"/>
                  </a:lnTo>
                  <a:lnTo>
                    <a:pt x="634" y="1574"/>
                  </a:lnTo>
                  <a:lnTo>
                    <a:pt x="644" y="1575"/>
                  </a:lnTo>
                  <a:lnTo>
                    <a:pt x="653" y="1574"/>
                  </a:lnTo>
                  <a:lnTo>
                    <a:pt x="659" y="1573"/>
                  </a:lnTo>
                  <a:lnTo>
                    <a:pt x="663" y="1569"/>
                  </a:lnTo>
                  <a:lnTo>
                    <a:pt x="665" y="1564"/>
                  </a:lnTo>
                  <a:lnTo>
                    <a:pt x="665" y="1557"/>
                  </a:lnTo>
                  <a:lnTo>
                    <a:pt x="663" y="1549"/>
                  </a:lnTo>
                  <a:lnTo>
                    <a:pt x="658" y="1542"/>
                  </a:lnTo>
                  <a:lnTo>
                    <a:pt x="652" y="1537"/>
                  </a:lnTo>
                  <a:lnTo>
                    <a:pt x="645" y="1533"/>
                  </a:lnTo>
                  <a:lnTo>
                    <a:pt x="638" y="1530"/>
                  </a:lnTo>
                  <a:lnTo>
                    <a:pt x="633" y="1528"/>
                  </a:lnTo>
                  <a:lnTo>
                    <a:pt x="628" y="1527"/>
                  </a:lnTo>
                  <a:lnTo>
                    <a:pt x="626" y="1527"/>
                  </a:lnTo>
                  <a:lnTo>
                    <a:pt x="626" y="1526"/>
                  </a:lnTo>
                  <a:lnTo>
                    <a:pt x="627" y="1522"/>
                  </a:lnTo>
                  <a:lnTo>
                    <a:pt x="630" y="1517"/>
                  </a:lnTo>
                  <a:lnTo>
                    <a:pt x="633" y="1512"/>
                  </a:lnTo>
                  <a:lnTo>
                    <a:pt x="637" y="1507"/>
                  </a:lnTo>
                  <a:lnTo>
                    <a:pt x="642" y="1503"/>
                  </a:lnTo>
                  <a:lnTo>
                    <a:pt x="650" y="1500"/>
                  </a:lnTo>
                  <a:lnTo>
                    <a:pt x="659" y="1501"/>
                  </a:lnTo>
                  <a:lnTo>
                    <a:pt x="668" y="1502"/>
                  </a:lnTo>
                  <a:lnTo>
                    <a:pt x="675" y="1500"/>
                  </a:lnTo>
                  <a:lnTo>
                    <a:pt x="681" y="1496"/>
                  </a:lnTo>
                  <a:lnTo>
                    <a:pt x="685" y="1490"/>
                  </a:lnTo>
                  <a:lnTo>
                    <a:pt x="687" y="1484"/>
                  </a:lnTo>
                  <a:lnTo>
                    <a:pt x="688" y="1480"/>
                  </a:lnTo>
                  <a:lnTo>
                    <a:pt x="688" y="1476"/>
                  </a:lnTo>
                  <a:lnTo>
                    <a:pt x="688" y="1475"/>
                  </a:lnTo>
                  <a:lnTo>
                    <a:pt x="689" y="1476"/>
                  </a:lnTo>
                  <a:lnTo>
                    <a:pt x="691" y="1478"/>
                  </a:lnTo>
                  <a:lnTo>
                    <a:pt x="694" y="1481"/>
                  </a:lnTo>
                  <a:lnTo>
                    <a:pt x="698" y="1485"/>
                  </a:lnTo>
                  <a:lnTo>
                    <a:pt x="702" y="1490"/>
                  </a:lnTo>
                  <a:lnTo>
                    <a:pt x="707" y="1497"/>
                  </a:lnTo>
                  <a:lnTo>
                    <a:pt x="713" y="1503"/>
                  </a:lnTo>
                  <a:lnTo>
                    <a:pt x="718" y="1509"/>
                  </a:lnTo>
                  <a:lnTo>
                    <a:pt x="724" y="1514"/>
                  </a:lnTo>
                  <a:lnTo>
                    <a:pt x="730" y="1515"/>
                  </a:lnTo>
                  <a:lnTo>
                    <a:pt x="735" y="1513"/>
                  </a:lnTo>
                  <a:lnTo>
                    <a:pt x="740" y="1510"/>
                  </a:lnTo>
                  <a:lnTo>
                    <a:pt x="742" y="1505"/>
                  </a:lnTo>
                  <a:lnTo>
                    <a:pt x="742" y="1500"/>
                  </a:lnTo>
                  <a:lnTo>
                    <a:pt x="739" y="1495"/>
                  </a:lnTo>
                  <a:lnTo>
                    <a:pt x="733" y="1489"/>
                  </a:lnTo>
                  <a:lnTo>
                    <a:pt x="725" y="1483"/>
                  </a:lnTo>
                  <a:lnTo>
                    <a:pt x="719" y="1475"/>
                  </a:lnTo>
                  <a:lnTo>
                    <a:pt x="715" y="1466"/>
                  </a:lnTo>
                  <a:lnTo>
                    <a:pt x="713" y="1456"/>
                  </a:lnTo>
                  <a:lnTo>
                    <a:pt x="711" y="1446"/>
                  </a:lnTo>
                  <a:lnTo>
                    <a:pt x="710" y="1438"/>
                  </a:lnTo>
                  <a:lnTo>
                    <a:pt x="710" y="1432"/>
                  </a:lnTo>
                  <a:lnTo>
                    <a:pt x="710" y="1430"/>
                  </a:lnTo>
                  <a:lnTo>
                    <a:pt x="711" y="1428"/>
                  </a:lnTo>
                  <a:lnTo>
                    <a:pt x="713" y="1424"/>
                  </a:lnTo>
                  <a:lnTo>
                    <a:pt x="716" y="1418"/>
                  </a:lnTo>
                  <a:lnTo>
                    <a:pt x="717" y="1412"/>
                  </a:lnTo>
                  <a:lnTo>
                    <a:pt x="716" y="1409"/>
                  </a:lnTo>
                  <a:lnTo>
                    <a:pt x="712" y="1408"/>
                  </a:lnTo>
                  <a:lnTo>
                    <a:pt x="703" y="1412"/>
                  </a:lnTo>
                  <a:lnTo>
                    <a:pt x="688" y="1422"/>
                  </a:lnTo>
                  <a:lnTo>
                    <a:pt x="670" y="1432"/>
                  </a:lnTo>
                  <a:lnTo>
                    <a:pt x="657" y="1437"/>
                  </a:lnTo>
                  <a:lnTo>
                    <a:pt x="647" y="1438"/>
                  </a:lnTo>
                  <a:lnTo>
                    <a:pt x="640" y="1435"/>
                  </a:lnTo>
                  <a:lnTo>
                    <a:pt x="634" y="1431"/>
                  </a:lnTo>
                  <a:lnTo>
                    <a:pt x="631" y="1427"/>
                  </a:lnTo>
                  <a:lnTo>
                    <a:pt x="628" y="1423"/>
                  </a:lnTo>
                  <a:lnTo>
                    <a:pt x="628" y="1422"/>
                  </a:lnTo>
                  <a:lnTo>
                    <a:pt x="643" y="1459"/>
                  </a:lnTo>
                  <a:lnTo>
                    <a:pt x="645" y="1463"/>
                  </a:lnTo>
                  <a:lnTo>
                    <a:pt x="646" y="1468"/>
                  </a:lnTo>
                  <a:lnTo>
                    <a:pt x="646" y="1473"/>
                  </a:lnTo>
                  <a:lnTo>
                    <a:pt x="645" y="1479"/>
                  </a:lnTo>
                  <a:lnTo>
                    <a:pt x="641" y="1486"/>
                  </a:lnTo>
                  <a:lnTo>
                    <a:pt x="635" y="1493"/>
                  </a:lnTo>
                  <a:lnTo>
                    <a:pt x="625" y="1502"/>
                  </a:lnTo>
                  <a:lnTo>
                    <a:pt x="612" y="1510"/>
                  </a:lnTo>
                  <a:lnTo>
                    <a:pt x="599" y="1518"/>
                  </a:lnTo>
                  <a:lnTo>
                    <a:pt x="589" y="1524"/>
                  </a:lnTo>
                  <a:lnTo>
                    <a:pt x="581" y="1529"/>
                  </a:lnTo>
                  <a:lnTo>
                    <a:pt x="574" y="1533"/>
                  </a:lnTo>
                  <a:lnTo>
                    <a:pt x="567" y="1535"/>
                  </a:lnTo>
                  <a:lnTo>
                    <a:pt x="561" y="1536"/>
                  </a:lnTo>
                  <a:lnTo>
                    <a:pt x="553" y="1535"/>
                  </a:lnTo>
                  <a:lnTo>
                    <a:pt x="542" y="1532"/>
                  </a:lnTo>
                  <a:lnTo>
                    <a:pt x="532" y="1528"/>
                  </a:lnTo>
                  <a:lnTo>
                    <a:pt x="524" y="1525"/>
                  </a:lnTo>
                  <a:lnTo>
                    <a:pt x="519" y="1522"/>
                  </a:lnTo>
                  <a:lnTo>
                    <a:pt x="517" y="1518"/>
                  </a:lnTo>
                  <a:lnTo>
                    <a:pt x="515" y="1514"/>
                  </a:lnTo>
                  <a:lnTo>
                    <a:pt x="513" y="1508"/>
                  </a:lnTo>
                  <a:lnTo>
                    <a:pt x="511" y="1501"/>
                  </a:lnTo>
                  <a:lnTo>
                    <a:pt x="508" y="1492"/>
                  </a:lnTo>
                  <a:lnTo>
                    <a:pt x="505" y="1484"/>
                  </a:lnTo>
                  <a:lnTo>
                    <a:pt x="503" y="1478"/>
                  </a:lnTo>
                  <a:lnTo>
                    <a:pt x="503" y="1473"/>
                  </a:lnTo>
                  <a:lnTo>
                    <a:pt x="504" y="1470"/>
                  </a:lnTo>
                  <a:lnTo>
                    <a:pt x="506" y="1466"/>
                  </a:lnTo>
                  <a:lnTo>
                    <a:pt x="510" y="1462"/>
                  </a:lnTo>
                  <a:lnTo>
                    <a:pt x="515" y="1457"/>
                  </a:lnTo>
                  <a:lnTo>
                    <a:pt x="522" y="1451"/>
                  </a:lnTo>
                  <a:lnTo>
                    <a:pt x="528" y="1441"/>
                  </a:lnTo>
                  <a:lnTo>
                    <a:pt x="533" y="1430"/>
                  </a:lnTo>
                  <a:lnTo>
                    <a:pt x="535" y="1418"/>
                  </a:lnTo>
                  <a:lnTo>
                    <a:pt x="535" y="1407"/>
                  </a:lnTo>
                  <a:lnTo>
                    <a:pt x="531" y="1397"/>
                  </a:lnTo>
                  <a:lnTo>
                    <a:pt x="523" y="1390"/>
                  </a:lnTo>
                  <a:lnTo>
                    <a:pt x="513" y="1389"/>
                  </a:lnTo>
                  <a:lnTo>
                    <a:pt x="500" y="1395"/>
                  </a:lnTo>
                  <a:lnTo>
                    <a:pt x="485" y="1402"/>
                  </a:lnTo>
                  <a:lnTo>
                    <a:pt x="471" y="1408"/>
                  </a:lnTo>
                  <a:lnTo>
                    <a:pt x="459" y="1413"/>
                  </a:lnTo>
                  <a:lnTo>
                    <a:pt x="449" y="1418"/>
                  </a:lnTo>
                  <a:lnTo>
                    <a:pt x="440" y="1422"/>
                  </a:lnTo>
                  <a:lnTo>
                    <a:pt x="433" y="1426"/>
                  </a:lnTo>
                  <a:lnTo>
                    <a:pt x="427" y="1431"/>
                  </a:lnTo>
                  <a:lnTo>
                    <a:pt x="424" y="1436"/>
                  </a:lnTo>
                  <a:lnTo>
                    <a:pt x="422" y="1440"/>
                  </a:lnTo>
                  <a:lnTo>
                    <a:pt x="419" y="1442"/>
                  </a:lnTo>
                  <a:lnTo>
                    <a:pt x="416" y="1441"/>
                  </a:lnTo>
                  <a:lnTo>
                    <a:pt x="413" y="1438"/>
                  </a:lnTo>
                  <a:lnTo>
                    <a:pt x="410" y="1434"/>
                  </a:lnTo>
                  <a:lnTo>
                    <a:pt x="407" y="1429"/>
                  </a:lnTo>
                  <a:lnTo>
                    <a:pt x="403" y="1424"/>
                  </a:lnTo>
                  <a:lnTo>
                    <a:pt x="399" y="1419"/>
                  </a:lnTo>
                  <a:lnTo>
                    <a:pt x="394" y="1416"/>
                  </a:lnTo>
                  <a:lnTo>
                    <a:pt x="389" y="1417"/>
                  </a:lnTo>
                  <a:lnTo>
                    <a:pt x="383" y="1419"/>
                  </a:lnTo>
                  <a:lnTo>
                    <a:pt x="375" y="1422"/>
                  </a:lnTo>
                  <a:lnTo>
                    <a:pt x="367" y="1425"/>
                  </a:lnTo>
                  <a:lnTo>
                    <a:pt x="359" y="1424"/>
                  </a:lnTo>
                  <a:lnTo>
                    <a:pt x="350" y="1420"/>
                  </a:lnTo>
                  <a:lnTo>
                    <a:pt x="341" y="1411"/>
                  </a:lnTo>
                  <a:lnTo>
                    <a:pt x="333" y="1400"/>
                  </a:lnTo>
                  <a:lnTo>
                    <a:pt x="326" y="1389"/>
                  </a:lnTo>
                  <a:lnTo>
                    <a:pt x="321" y="1381"/>
                  </a:lnTo>
                  <a:lnTo>
                    <a:pt x="316" y="1374"/>
                  </a:lnTo>
                  <a:lnTo>
                    <a:pt x="310" y="1368"/>
                  </a:lnTo>
                  <a:lnTo>
                    <a:pt x="302" y="1364"/>
                  </a:lnTo>
                  <a:lnTo>
                    <a:pt x="292" y="1361"/>
                  </a:lnTo>
                  <a:lnTo>
                    <a:pt x="278" y="1358"/>
                  </a:lnTo>
                  <a:lnTo>
                    <a:pt x="267" y="1356"/>
                  </a:lnTo>
                  <a:lnTo>
                    <a:pt x="262" y="1353"/>
                  </a:lnTo>
                  <a:lnTo>
                    <a:pt x="263" y="1351"/>
                  </a:lnTo>
                  <a:lnTo>
                    <a:pt x="268" y="1347"/>
                  </a:lnTo>
                  <a:lnTo>
                    <a:pt x="277" y="1344"/>
                  </a:lnTo>
                  <a:lnTo>
                    <a:pt x="288" y="1338"/>
                  </a:lnTo>
                  <a:lnTo>
                    <a:pt x="298" y="1331"/>
                  </a:lnTo>
                  <a:lnTo>
                    <a:pt x="307" y="1324"/>
                  </a:lnTo>
                  <a:lnTo>
                    <a:pt x="315" y="1316"/>
                  </a:lnTo>
                  <a:lnTo>
                    <a:pt x="323" y="1307"/>
                  </a:lnTo>
                  <a:lnTo>
                    <a:pt x="331" y="1299"/>
                  </a:lnTo>
                  <a:lnTo>
                    <a:pt x="338" y="1291"/>
                  </a:lnTo>
                  <a:lnTo>
                    <a:pt x="345" y="1286"/>
                  </a:lnTo>
                  <a:lnTo>
                    <a:pt x="350" y="1284"/>
                  </a:lnTo>
                  <a:lnTo>
                    <a:pt x="356" y="1284"/>
                  </a:lnTo>
                  <a:lnTo>
                    <a:pt x="360" y="1287"/>
                  </a:lnTo>
                  <a:lnTo>
                    <a:pt x="364" y="1294"/>
                  </a:lnTo>
                  <a:lnTo>
                    <a:pt x="366" y="1300"/>
                  </a:lnTo>
                  <a:lnTo>
                    <a:pt x="367" y="1306"/>
                  </a:lnTo>
                  <a:lnTo>
                    <a:pt x="368" y="1311"/>
                  </a:lnTo>
                  <a:lnTo>
                    <a:pt x="368" y="1316"/>
                  </a:lnTo>
                  <a:lnTo>
                    <a:pt x="368" y="1320"/>
                  </a:lnTo>
                  <a:lnTo>
                    <a:pt x="368" y="1323"/>
                  </a:lnTo>
                  <a:lnTo>
                    <a:pt x="368" y="1324"/>
                  </a:lnTo>
                  <a:lnTo>
                    <a:pt x="394" y="1313"/>
                  </a:lnTo>
                  <a:lnTo>
                    <a:pt x="393" y="1311"/>
                  </a:lnTo>
                  <a:lnTo>
                    <a:pt x="391" y="1306"/>
                  </a:lnTo>
                  <a:lnTo>
                    <a:pt x="389" y="1300"/>
                  </a:lnTo>
                  <a:lnTo>
                    <a:pt x="387" y="1291"/>
                  </a:lnTo>
                  <a:lnTo>
                    <a:pt x="386" y="1283"/>
                  </a:lnTo>
                  <a:lnTo>
                    <a:pt x="386" y="1277"/>
                  </a:lnTo>
                  <a:lnTo>
                    <a:pt x="390" y="1272"/>
                  </a:lnTo>
                  <a:lnTo>
                    <a:pt x="397" y="1270"/>
                  </a:lnTo>
                  <a:lnTo>
                    <a:pt x="404" y="1268"/>
                  </a:lnTo>
                  <a:lnTo>
                    <a:pt x="409" y="1264"/>
                  </a:lnTo>
                  <a:lnTo>
                    <a:pt x="412" y="1258"/>
                  </a:lnTo>
                  <a:lnTo>
                    <a:pt x="414" y="1251"/>
                  </a:lnTo>
                  <a:lnTo>
                    <a:pt x="416" y="1245"/>
                  </a:lnTo>
                  <a:lnTo>
                    <a:pt x="417" y="1240"/>
                  </a:lnTo>
                  <a:lnTo>
                    <a:pt x="420" y="1239"/>
                  </a:lnTo>
                  <a:lnTo>
                    <a:pt x="424" y="1243"/>
                  </a:lnTo>
                  <a:lnTo>
                    <a:pt x="429" y="1248"/>
                  </a:lnTo>
                  <a:lnTo>
                    <a:pt x="435" y="1254"/>
                  </a:lnTo>
                  <a:lnTo>
                    <a:pt x="439" y="1259"/>
                  </a:lnTo>
                  <a:lnTo>
                    <a:pt x="443" y="1263"/>
                  </a:lnTo>
                  <a:lnTo>
                    <a:pt x="446" y="1266"/>
                  </a:lnTo>
                  <a:lnTo>
                    <a:pt x="450" y="1269"/>
                  </a:lnTo>
                  <a:lnTo>
                    <a:pt x="454" y="1269"/>
                  </a:lnTo>
                  <a:lnTo>
                    <a:pt x="458" y="1268"/>
                  </a:lnTo>
                  <a:lnTo>
                    <a:pt x="462" y="1265"/>
                  </a:lnTo>
                  <a:lnTo>
                    <a:pt x="466" y="1262"/>
                  </a:lnTo>
                  <a:lnTo>
                    <a:pt x="470" y="1258"/>
                  </a:lnTo>
                  <a:lnTo>
                    <a:pt x="474" y="1253"/>
                  </a:lnTo>
                  <a:lnTo>
                    <a:pt x="476" y="1248"/>
                  </a:lnTo>
                  <a:lnTo>
                    <a:pt x="478" y="1243"/>
                  </a:lnTo>
                  <a:lnTo>
                    <a:pt x="478" y="1236"/>
                  </a:lnTo>
                  <a:lnTo>
                    <a:pt x="477" y="1231"/>
                  </a:lnTo>
                  <a:lnTo>
                    <a:pt x="476" y="1225"/>
                  </a:lnTo>
                  <a:lnTo>
                    <a:pt x="477" y="1219"/>
                  </a:lnTo>
                  <a:lnTo>
                    <a:pt x="481" y="1213"/>
                  </a:lnTo>
                  <a:lnTo>
                    <a:pt x="485" y="1207"/>
                  </a:lnTo>
                  <a:lnTo>
                    <a:pt x="490" y="1202"/>
                  </a:lnTo>
                  <a:lnTo>
                    <a:pt x="495" y="1197"/>
                  </a:lnTo>
                  <a:lnTo>
                    <a:pt x="501" y="1194"/>
                  </a:lnTo>
                  <a:lnTo>
                    <a:pt x="506" y="1191"/>
                  </a:lnTo>
                  <a:lnTo>
                    <a:pt x="508" y="1190"/>
                  </a:lnTo>
                  <a:lnTo>
                    <a:pt x="503" y="1190"/>
                  </a:lnTo>
                  <a:lnTo>
                    <a:pt x="495" y="1191"/>
                  </a:lnTo>
                  <a:lnTo>
                    <a:pt x="483" y="1194"/>
                  </a:lnTo>
                  <a:lnTo>
                    <a:pt x="467" y="1197"/>
                  </a:lnTo>
                  <a:lnTo>
                    <a:pt x="452" y="1201"/>
                  </a:lnTo>
                  <a:lnTo>
                    <a:pt x="436" y="1207"/>
                  </a:lnTo>
                  <a:lnTo>
                    <a:pt x="421" y="1214"/>
                  </a:lnTo>
                  <a:lnTo>
                    <a:pt x="409" y="1220"/>
                  </a:lnTo>
                  <a:lnTo>
                    <a:pt x="398" y="1221"/>
                  </a:lnTo>
                  <a:lnTo>
                    <a:pt x="389" y="1220"/>
                  </a:lnTo>
                  <a:lnTo>
                    <a:pt x="381" y="1218"/>
                  </a:lnTo>
                  <a:lnTo>
                    <a:pt x="371" y="1217"/>
                  </a:lnTo>
                  <a:lnTo>
                    <a:pt x="363" y="1218"/>
                  </a:lnTo>
                  <a:lnTo>
                    <a:pt x="353" y="1222"/>
                  </a:lnTo>
                  <a:lnTo>
                    <a:pt x="343" y="1231"/>
                  </a:lnTo>
                  <a:lnTo>
                    <a:pt x="333" y="1240"/>
                  </a:lnTo>
                  <a:lnTo>
                    <a:pt x="325" y="1244"/>
                  </a:lnTo>
                  <a:lnTo>
                    <a:pt x="320" y="1241"/>
                  </a:lnTo>
                  <a:lnTo>
                    <a:pt x="316" y="1236"/>
                  </a:lnTo>
                  <a:lnTo>
                    <a:pt x="312" y="1229"/>
                  </a:lnTo>
                  <a:lnTo>
                    <a:pt x="308" y="1221"/>
                  </a:lnTo>
                  <a:lnTo>
                    <a:pt x="302" y="1214"/>
                  </a:lnTo>
                  <a:lnTo>
                    <a:pt x="293" y="1209"/>
                  </a:lnTo>
                  <a:lnTo>
                    <a:pt x="283" y="1208"/>
                  </a:lnTo>
                  <a:lnTo>
                    <a:pt x="274" y="1209"/>
                  </a:lnTo>
                  <a:lnTo>
                    <a:pt x="265" y="1212"/>
                  </a:lnTo>
                  <a:lnTo>
                    <a:pt x="257" y="1213"/>
                  </a:lnTo>
                  <a:lnTo>
                    <a:pt x="248" y="1212"/>
                  </a:lnTo>
                  <a:lnTo>
                    <a:pt x="238" y="1206"/>
                  </a:lnTo>
                  <a:lnTo>
                    <a:pt x="227" y="1194"/>
                  </a:lnTo>
                  <a:lnTo>
                    <a:pt x="214" y="1172"/>
                  </a:lnTo>
                  <a:lnTo>
                    <a:pt x="203" y="1153"/>
                  </a:lnTo>
                  <a:lnTo>
                    <a:pt x="196" y="1146"/>
                  </a:lnTo>
                  <a:lnTo>
                    <a:pt x="190" y="1147"/>
                  </a:lnTo>
                  <a:lnTo>
                    <a:pt x="183" y="1153"/>
                  </a:lnTo>
                  <a:lnTo>
                    <a:pt x="170" y="1161"/>
                  </a:lnTo>
                  <a:lnTo>
                    <a:pt x="153" y="1167"/>
                  </a:lnTo>
                  <a:lnTo>
                    <a:pt x="126" y="1168"/>
                  </a:lnTo>
                  <a:lnTo>
                    <a:pt x="89" y="1161"/>
                  </a:lnTo>
                  <a:lnTo>
                    <a:pt x="51" y="1151"/>
                  </a:lnTo>
                  <a:lnTo>
                    <a:pt x="25" y="1144"/>
                  </a:lnTo>
                  <a:lnTo>
                    <a:pt x="10" y="1140"/>
                  </a:lnTo>
                  <a:lnTo>
                    <a:pt x="2" y="1138"/>
                  </a:lnTo>
                  <a:lnTo>
                    <a:pt x="0" y="1137"/>
                  </a:lnTo>
                  <a:lnTo>
                    <a:pt x="2" y="1136"/>
                  </a:lnTo>
                  <a:lnTo>
                    <a:pt x="5" y="1135"/>
                  </a:lnTo>
                  <a:lnTo>
                    <a:pt x="7" y="1132"/>
                  </a:lnTo>
                  <a:lnTo>
                    <a:pt x="8" y="1129"/>
                  </a:lnTo>
                  <a:lnTo>
                    <a:pt x="8" y="1126"/>
                  </a:lnTo>
                  <a:lnTo>
                    <a:pt x="10" y="1124"/>
                  </a:lnTo>
                  <a:lnTo>
                    <a:pt x="14" y="1123"/>
                  </a:lnTo>
                  <a:lnTo>
                    <a:pt x="21" y="1120"/>
                  </a:lnTo>
                  <a:lnTo>
                    <a:pt x="34" y="1117"/>
                  </a:lnTo>
                  <a:lnTo>
                    <a:pt x="52" y="1112"/>
                  </a:lnTo>
                  <a:lnTo>
                    <a:pt x="77" y="1105"/>
                  </a:lnTo>
                  <a:lnTo>
                    <a:pt x="105" y="1096"/>
                  </a:lnTo>
                  <a:lnTo>
                    <a:pt x="128" y="1086"/>
                  </a:lnTo>
                  <a:lnTo>
                    <a:pt x="148" y="1076"/>
                  </a:lnTo>
                  <a:lnTo>
                    <a:pt x="164" y="1066"/>
                  </a:lnTo>
                  <a:lnTo>
                    <a:pt x="176" y="1056"/>
                  </a:lnTo>
                  <a:lnTo>
                    <a:pt x="185" y="1047"/>
                  </a:lnTo>
                  <a:lnTo>
                    <a:pt x="190" y="1038"/>
                  </a:lnTo>
                  <a:lnTo>
                    <a:pt x="192" y="1031"/>
                  </a:lnTo>
                  <a:lnTo>
                    <a:pt x="192" y="1025"/>
                  </a:lnTo>
                  <a:lnTo>
                    <a:pt x="193" y="1018"/>
                  </a:lnTo>
                  <a:lnTo>
                    <a:pt x="194" y="1012"/>
                  </a:lnTo>
                  <a:lnTo>
                    <a:pt x="195" y="1005"/>
                  </a:lnTo>
                  <a:lnTo>
                    <a:pt x="196" y="998"/>
                  </a:lnTo>
                  <a:lnTo>
                    <a:pt x="197" y="989"/>
                  </a:lnTo>
                  <a:lnTo>
                    <a:pt x="198" y="982"/>
                  </a:lnTo>
                  <a:lnTo>
                    <a:pt x="198" y="975"/>
                  </a:lnTo>
                  <a:lnTo>
                    <a:pt x="199" y="967"/>
                  </a:lnTo>
                  <a:lnTo>
                    <a:pt x="200" y="959"/>
                  </a:lnTo>
                  <a:lnTo>
                    <a:pt x="202" y="950"/>
                  </a:lnTo>
                  <a:lnTo>
                    <a:pt x="202" y="942"/>
                  </a:lnTo>
                  <a:lnTo>
                    <a:pt x="201" y="932"/>
                  </a:lnTo>
                  <a:lnTo>
                    <a:pt x="197" y="924"/>
                  </a:lnTo>
                  <a:lnTo>
                    <a:pt x="190" y="917"/>
                  </a:lnTo>
                  <a:lnTo>
                    <a:pt x="177" y="911"/>
                  </a:lnTo>
                  <a:lnTo>
                    <a:pt x="166" y="906"/>
                  </a:lnTo>
                  <a:lnTo>
                    <a:pt x="162" y="903"/>
                  </a:lnTo>
                  <a:lnTo>
                    <a:pt x="162" y="900"/>
                  </a:lnTo>
                  <a:lnTo>
                    <a:pt x="167" y="897"/>
                  </a:lnTo>
                  <a:lnTo>
                    <a:pt x="174" y="894"/>
                  </a:lnTo>
                  <a:lnTo>
                    <a:pt x="183" y="889"/>
                  </a:lnTo>
                  <a:lnTo>
                    <a:pt x="191" y="884"/>
                  </a:lnTo>
                  <a:lnTo>
                    <a:pt x="198" y="877"/>
                  </a:lnTo>
                  <a:lnTo>
                    <a:pt x="203" y="870"/>
                  </a:lnTo>
                  <a:lnTo>
                    <a:pt x="206" y="864"/>
                  </a:lnTo>
                  <a:lnTo>
                    <a:pt x="207" y="859"/>
                  </a:lnTo>
                  <a:lnTo>
                    <a:pt x="208" y="855"/>
                  </a:lnTo>
                  <a:lnTo>
                    <a:pt x="209" y="852"/>
                  </a:lnTo>
                  <a:lnTo>
                    <a:pt x="210" y="848"/>
                  </a:lnTo>
                  <a:lnTo>
                    <a:pt x="213" y="843"/>
                  </a:lnTo>
                  <a:lnTo>
                    <a:pt x="217" y="837"/>
                  </a:lnTo>
                  <a:lnTo>
                    <a:pt x="221" y="830"/>
                  </a:lnTo>
                  <a:lnTo>
                    <a:pt x="223" y="823"/>
                  </a:lnTo>
                  <a:lnTo>
                    <a:pt x="225" y="815"/>
                  </a:lnTo>
                  <a:lnTo>
                    <a:pt x="226" y="807"/>
                  </a:lnTo>
                  <a:lnTo>
                    <a:pt x="228" y="801"/>
                  </a:lnTo>
                  <a:lnTo>
                    <a:pt x="233" y="795"/>
                  </a:lnTo>
                  <a:lnTo>
                    <a:pt x="239" y="791"/>
                  </a:lnTo>
                  <a:lnTo>
                    <a:pt x="248" y="789"/>
                  </a:lnTo>
                  <a:lnTo>
                    <a:pt x="257" y="788"/>
                  </a:lnTo>
                  <a:lnTo>
                    <a:pt x="263" y="785"/>
                  </a:lnTo>
                  <a:lnTo>
                    <a:pt x="266" y="781"/>
                  </a:lnTo>
                  <a:lnTo>
                    <a:pt x="267" y="775"/>
                  </a:lnTo>
                  <a:lnTo>
                    <a:pt x="268" y="769"/>
                  </a:lnTo>
                  <a:lnTo>
                    <a:pt x="270" y="763"/>
                  </a:lnTo>
                  <a:lnTo>
                    <a:pt x="272" y="757"/>
                  </a:lnTo>
                  <a:lnTo>
                    <a:pt x="278" y="751"/>
                  </a:lnTo>
                  <a:lnTo>
                    <a:pt x="286" y="747"/>
                  </a:lnTo>
                  <a:lnTo>
                    <a:pt x="291" y="744"/>
                  </a:lnTo>
                  <a:lnTo>
                    <a:pt x="296" y="741"/>
                  </a:lnTo>
                  <a:lnTo>
                    <a:pt x="300" y="738"/>
                  </a:lnTo>
                  <a:lnTo>
                    <a:pt x="303" y="736"/>
                  </a:lnTo>
                  <a:lnTo>
                    <a:pt x="305" y="732"/>
                  </a:lnTo>
                  <a:lnTo>
                    <a:pt x="307" y="727"/>
                  </a:lnTo>
                  <a:lnTo>
                    <a:pt x="307" y="719"/>
                  </a:lnTo>
                  <a:lnTo>
                    <a:pt x="305" y="712"/>
                  </a:lnTo>
                  <a:lnTo>
                    <a:pt x="302" y="706"/>
                  </a:lnTo>
                  <a:lnTo>
                    <a:pt x="297" y="702"/>
                  </a:lnTo>
                  <a:lnTo>
                    <a:pt x="292" y="698"/>
                  </a:lnTo>
                  <a:lnTo>
                    <a:pt x="289" y="692"/>
                  </a:lnTo>
                  <a:lnTo>
                    <a:pt x="288" y="683"/>
                  </a:lnTo>
                  <a:lnTo>
                    <a:pt x="290" y="672"/>
                  </a:lnTo>
                  <a:lnTo>
                    <a:pt x="298" y="655"/>
                  </a:lnTo>
                  <a:lnTo>
                    <a:pt x="307" y="635"/>
                  </a:lnTo>
                  <a:lnTo>
                    <a:pt x="312" y="618"/>
                  </a:lnTo>
                  <a:lnTo>
                    <a:pt x="315" y="603"/>
                  </a:lnTo>
                  <a:lnTo>
                    <a:pt x="316" y="590"/>
                  </a:lnTo>
                  <a:lnTo>
                    <a:pt x="316" y="580"/>
                  </a:lnTo>
                  <a:lnTo>
                    <a:pt x="317" y="575"/>
                  </a:lnTo>
                  <a:lnTo>
                    <a:pt x="319" y="575"/>
                  </a:lnTo>
                  <a:lnTo>
                    <a:pt x="323" y="579"/>
                  </a:lnTo>
                  <a:lnTo>
                    <a:pt x="328" y="586"/>
                  </a:lnTo>
                  <a:lnTo>
                    <a:pt x="334" y="595"/>
                  </a:lnTo>
                  <a:lnTo>
                    <a:pt x="339" y="603"/>
                  </a:lnTo>
                  <a:lnTo>
                    <a:pt x="344" y="610"/>
                  </a:lnTo>
                  <a:lnTo>
                    <a:pt x="348" y="618"/>
                  </a:lnTo>
                  <a:lnTo>
                    <a:pt x="351" y="625"/>
                  </a:lnTo>
                  <a:lnTo>
                    <a:pt x="354" y="631"/>
                  </a:lnTo>
                  <a:lnTo>
                    <a:pt x="357" y="637"/>
                  </a:lnTo>
                  <a:lnTo>
                    <a:pt x="360" y="641"/>
                  </a:lnTo>
                  <a:lnTo>
                    <a:pt x="366" y="642"/>
                  </a:lnTo>
                  <a:lnTo>
                    <a:pt x="372" y="640"/>
                  </a:lnTo>
                  <a:lnTo>
                    <a:pt x="379" y="636"/>
                  </a:lnTo>
                  <a:lnTo>
                    <a:pt x="386" y="632"/>
                  </a:lnTo>
                  <a:lnTo>
                    <a:pt x="392" y="628"/>
                  </a:lnTo>
                  <a:lnTo>
                    <a:pt x="396" y="625"/>
                  </a:lnTo>
                  <a:lnTo>
                    <a:pt x="397" y="624"/>
                  </a:lnTo>
                  <a:lnTo>
                    <a:pt x="399" y="623"/>
                  </a:lnTo>
                  <a:lnTo>
                    <a:pt x="405" y="620"/>
                  </a:lnTo>
                  <a:lnTo>
                    <a:pt x="412" y="616"/>
                  </a:lnTo>
                  <a:lnTo>
                    <a:pt x="420" y="610"/>
                  </a:lnTo>
                  <a:lnTo>
                    <a:pt x="427" y="604"/>
                  </a:lnTo>
                  <a:lnTo>
                    <a:pt x="433" y="598"/>
                  </a:lnTo>
                  <a:lnTo>
                    <a:pt x="434" y="591"/>
                  </a:lnTo>
                  <a:lnTo>
                    <a:pt x="429" y="584"/>
                  </a:lnTo>
                  <a:lnTo>
                    <a:pt x="423" y="578"/>
                  </a:lnTo>
                  <a:lnTo>
                    <a:pt x="419" y="573"/>
                  </a:lnTo>
                  <a:lnTo>
                    <a:pt x="418" y="569"/>
                  </a:lnTo>
                  <a:lnTo>
                    <a:pt x="420" y="566"/>
                  </a:lnTo>
                  <a:lnTo>
                    <a:pt x="425" y="564"/>
                  </a:lnTo>
                  <a:lnTo>
                    <a:pt x="434" y="564"/>
                  </a:lnTo>
                  <a:lnTo>
                    <a:pt x="446" y="565"/>
                  </a:lnTo>
                  <a:lnTo>
                    <a:pt x="463" y="568"/>
                  </a:lnTo>
                  <a:lnTo>
                    <a:pt x="478" y="570"/>
                  </a:lnTo>
                  <a:lnTo>
                    <a:pt x="489" y="570"/>
                  </a:lnTo>
                  <a:lnTo>
                    <a:pt x="495" y="566"/>
                  </a:lnTo>
                  <a:lnTo>
                    <a:pt x="498" y="561"/>
                  </a:lnTo>
                  <a:lnTo>
                    <a:pt x="499" y="555"/>
                  </a:lnTo>
                  <a:lnTo>
                    <a:pt x="502" y="549"/>
                  </a:lnTo>
                  <a:lnTo>
                    <a:pt x="506" y="543"/>
                  </a:lnTo>
                  <a:lnTo>
                    <a:pt x="514" y="536"/>
                  </a:lnTo>
                  <a:lnTo>
                    <a:pt x="523" y="533"/>
                  </a:lnTo>
                  <a:lnTo>
                    <a:pt x="532" y="533"/>
                  </a:lnTo>
                  <a:lnTo>
                    <a:pt x="540" y="535"/>
                  </a:lnTo>
                  <a:lnTo>
                    <a:pt x="547" y="539"/>
                  </a:lnTo>
                  <a:lnTo>
                    <a:pt x="553" y="542"/>
                  </a:lnTo>
                  <a:lnTo>
                    <a:pt x="561" y="544"/>
                  </a:lnTo>
                  <a:lnTo>
                    <a:pt x="569" y="543"/>
                  </a:lnTo>
                  <a:lnTo>
                    <a:pt x="578" y="540"/>
                  </a:lnTo>
                  <a:lnTo>
                    <a:pt x="586" y="534"/>
                  </a:lnTo>
                  <a:lnTo>
                    <a:pt x="589" y="531"/>
                  </a:lnTo>
                  <a:lnTo>
                    <a:pt x="588" y="528"/>
                  </a:lnTo>
                  <a:lnTo>
                    <a:pt x="584" y="525"/>
                  </a:lnTo>
                  <a:lnTo>
                    <a:pt x="577" y="522"/>
                  </a:lnTo>
                  <a:lnTo>
                    <a:pt x="571" y="518"/>
                  </a:lnTo>
                  <a:lnTo>
                    <a:pt x="565" y="513"/>
                  </a:lnTo>
                  <a:lnTo>
                    <a:pt x="561" y="506"/>
                  </a:lnTo>
                  <a:lnTo>
                    <a:pt x="560" y="504"/>
                  </a:lnTo>
                  <a:lnTo>
                    <a:pt x="559" y="503"/>
                  </a:lnTo>
                  <a:lnTo>
                    <a:pt x="558" y="501"/>
                  </a:lnTo>
                  <a:lnTo>
                    <a:pt x="557" y="500"/>
                  </a:lnTo>
                  <a:lnTo>
                    <a:pt x="556" y="500"/>
                  </a:lnTo>
                  <a:lnTo>
                    <a:pt x="557" y="499"/>
                  </a:lnTo>
                  <a:lnTo>
                    <a:pt x="558" y="499"/>
                  </a:lnTo>
                  <a:lnTo>
                    <a:pt x="559" y="499"/>
                  </a:lnTo>
                  <a:lnTo>
                    <a:pt x="571" y="495"/>
                  </a:lnTo>
                  <a:lnTo>
                    <a:pt x="589" y="494"/>
                  </a:lnTo>
                  <a:lnTo>
                    <a:pt x="608" y="494"/>
                  </a:lnTo>
                  <a:lnTo>
                    <a:pt x="628" y="496"/>
                  </a:lnTo>
                  <a:lnTo>
                    <a:pt x="649" y="498"/>
                  </a:lnTo>
                  <a:lnTo>
                    <a:pt x="668" y="500"/>
                  </a:lnTo>
                  <a:lnTo>
                    <a:pt x="684" y="502"/>
                  </a:lnTo>
                  <a:lnTo>
                    <a:pt x="695" y="503"/>
                  </a:lnTo>
                  <a:lnTo>
                    <a:pt x="705" y="503"/>
                  </a:lnTo>
                  <a:lnTo>
                    <a:pt x="717" y="503"/>
                  </a:lnTo>
                  <a:lnTo>
                    <a:pt x="732" y="504"/>
                  </a:lnTo>
                  <a:lnTo>
                    <a:pt x="747" y="505"/>
                  </a:lnTo>
                  <a:lnTo>
                    <a:pt x="764" y="507"/>
                  </a:lnTo>
                  <a:lnTo>
                    <a:pt x="781" y="510"/>
                  </a:lnTo>
                  <a:lnTo>
                    <a:pt x="797" y="513"/>
                  </a:lnTo>
                  <a:lnTo>
                    <a:pt x="813" y="518"/>
                  </a:lnTo>
                  <a:lnTo>
                    <a:pt x="826" y="518"/>
                  </a:lnTo>
                  <a:lnTo>
                    <a:pt x="836" y="510"/>
                  </a:lnTo>
                  <a:lnTo>
                    <a:pt x="841" y="496"/>
                  </a:lnTo>
                  <a:lnTo>
                    <a:pt x="844" y="477"/>
                  </a:lnTo>
                  <a:lnTo>
                    <a:pt x="843" y="457"/>
                  </a:lnTo>
                  <a:lnTo>
                    <a:pt x="842" y="437"/>
                  </a:lnTo>
                  <a:lnTo>
                    <a:pt x="839" y="420"/>
                  </a:lnTo>
                  <a:lnTo>
                    <a:pt x="837" y="409"/>
                  </a:lnTo>
                  <a:lnTo>
                    <a:pt x="836" y="402"/>
                  </a:lnTo>
                  <a:lnTo>
                    <a:pt x="837" y="396"/>
                  </a:lnTo>
                  <a:lnTo>
                    <a:pt x="841" y="391"/>
                  </a:lnTo>
                  <a:lnTo>
                    <a:pt x="847" y="385"/>
                  </a:lnTo>
                  <a:lnTo>
                    <a:pt x="856" y="379"/>
                  </a:lnTo>
                  <a:lnTo>
                    <a:pt x="869" y="373"/>
                  </a:lnTo>
                  <a:lnTo>
                    <a:pt x="886" y="365"/>
                  </a:lnTo>
                  <a:lnTo>
                    <a:pt x="906" y="354"/>
                  </a:lnTo>
                  <a:lnTo>
                    <a:pt x="926" y="344"/>
                  </a:lnTo>
                  <a:lnTo>
                    <a:pt x="942" y="339"/>
                  </a:lnTo>
                  <a:lnTo>
                    <a:pt x="954" y="338"/>
                  </a:lnTo>
                  <a:lnTo>
                    <a:pt x="963" y="341"/>
                  </a:lnTo>
                  <a:lnTo>
                    <a:pt x="970" y="347"/>
                  </a:lnTo>
                  <a:lnTo>
                    <a:pt x="976" y="355"/>
                  </a:lnTo>
                  <a:lnTo>
                    <a:pt x="982" y="365"/>
                  </a:lnTo>
                  <a:lnTo>
                    <a:pt x="986" y="376"/>
                  </a:lnTo>
                  <a:lnTo>
                    <a:pt x="992" y="385"/>
                  </a:lnTo>
                  <a:lnTo>
                    <a:pt x="1000" y="391"/>
                  </a:lnTo>
                  <a:lnTo>
                    <a:pt x="1011" y="394"/>
                  </a:lnTo>
                  <a:lnTo>
                    <a:pt x="1023" y="394"/>
                  </a:lnTo>
                  <a:lnTo>
                    <a:pt x="1037" y="394"/>
                  </a:lnTo>
                  <a:lnTo>
                    <a:pt x="1051" y="394"/>
                  </a:lnTo>
                  <a:lnTo>
                    <a:pt x="1064" y="394"/>
                  </a:lnTo>
                  <a:lnTo>
                    <a:pt x="1075" y="397"/>
                  </a:lnTo>
                  <a:lnTo>
                    <a:pt x="1087" y="403"/>
                  </a:lnTo>
                  <a:lnTo>
                    <a:pt x="1100" y="412"/>
                  </a:lnTo>
                  <a:lnTo>
                    <a:pt x="1114" y="425"/>
                  </a:lnTo>
                  <a:lnTo>
                    <a:pt x="1127" y="440"/>
                  </a:lnTo>
                  <a:lnTo>
                    <a:pt x="1142" y="455"/>
                  </a:lnTo>
                  <a:lnTo>
                    <a:pt x="1154" y="469"/>
                  </a:lnTo>
                  <a:lnTo>
                    <a:pt x="1166" y="481"/>
                  </a:lnTo>
                  <a:lnTo>
                    <a:pt x="1175" y="491"/>
                  </a:lnTo>
                  <a:lnTo>
                    <a:pt x="1185" y="496"/>
                  </a:lnTo>
                  <a:lnTo>
                    <a:pt x="1195" y="496"/>
                  </a:lnTo>
                  <a:lnTo>
                    <a:pt x="1206" y="492"/>
                  </a:lnTo>
                  <a:lnTo>
                    <a:pt x="1217" y="486"/>
                  </a:lnTo>
                  <a:lnTo>
                    <a:pt x="1229" y="480"/>
                  </a:lnTo>
                  <a:lnTo>
                    <a:pt x="1237" y="476"/>
                  </a:lnTo>
                  <a:lnTo>
                    <a:pt x="1245" y="474"/>
                  </a:lnTo>
                  <a:lnTo>
                    <a:pt x="1249" y="476"/>
                  </a:lnTo>
                  <a:lnTo>
                    <a:pt x="1253" y="481"/>
                  </a:lnTo>
                  <a:lnTo>
                    <a:pt x="1257" y="485"/>
                  </a:lnTo>
                  <a:lnTo>
                    <a:pt x="1264" y="489"/>
                  </a:lnTo>
                  <a:lnTo>
                    <a:pt x="1273" y="490"/>
                  </a:lnTo>
                  <a:lnTo>
                    <a:pt x="1285" y="489"/>
                  </a:lnTo>
                  <a:lnTo>
                    <a:pt x="1299" y="486"/>
                  </a:lnTo>
                  <a:lnTo>
                    <a:pt x="1317" y="480"/>
                  </a:lnTo>
                  <a:lnTo>
                    <a:pt x="1339" y="472"/>
                  </a:lnTo>
                  <a:lnTo>
                    <a:pt x="1359" y="461"/>
                  </a:lnTo>
                  <a:lnTo>
                    <a:pt x="1374" y="448"/>
                  </a:lnTo>
                  <a:lnTo>
                    <a:pt x="1386" y="433"/>
                  </a:lnTo>
                  <a:lnTo>
                    <a:pt x="1394" y="419"/>
                  </a:lnTo>
                  <a:lnTo>
                    <a:pt x="1399" y="406"/>
                  </a:lnTo>
                  <a:lnTo>
                    <a:pt x="1402" y="394"/>
                  </a:lnTo>
                  <a:lnTo>
                    <a:pt x="1405" y="383"/>
                  </a:lnTo>
                  <a:lnTo>
                    <a:pt x="1408" y="376"/>
                  </a:lnTo>
                  <a:lnTo>
                    <a:pt x="1408" y="369"/>
                  </a:lnTo>
                  <a:lnTo>
                    <a:pt x="1402" y="361"/>
                  </a:lnTo>
                  <a:lnTo>
                    <a:pt x="1393" y="352"/>
                  </a:lnTo>
                  <a:lnTo>
                    <a:pt x="1380" y="341"/>
                  </a:lnTo>
                  <a:lnTo>
                    <a:pt x="1365" y="326"/>
                  </a:lnTo>
                  <a:lnTo>
                    <a:pt x="1352" y="308"/>
                  </a:lnTo>
                  <a:lnTo>
                    <a:pt x="1339" y="286"/>
                  </a:lnTo>
                  <a:lnTo>
                    <a:pt x="1329" y="260"/>
                  </a:lnTo>
                  <a:lnTo>
                    <a:pt x="1324" y="236"/>
                  </a:lnTo>
                  <a:lnTo>
                    <a:pt x="1330" y="221"/>
                  </a:lnTo>
                  <a:lnTo>
                    <a:pt x="1340" y="213"/>
                  </a:lnTo>
                  <a:lnTo>
                    <a:pt x="1353" y="209"/>
                  </a:lnTo>
                  <a:lnTo>
                    <a:pt x="1367" y="209"/>
                  </a:lnTo>
                  <a:lnTo>
                    <a:pt x="1381" y="211"/>
                  </a:lnTo>
                  <a:lnTo>
                    <a:pt x="1390" y="214"/>
                  </a:lnTo>
                  <a:lnTo>
                    <a:pt x="1394" y="215"/>
                  </a:lnTo>
                  <a:lnTo>
                    <a:pt x="1439" y="248"/>
                  </a:lnTo>
                  <a:lnTo>
                    <a:pt x="1486" y="215"/>
                  </a:lnTo>
                  <a:lnTo>
                    <a:pt x="1488" y="216"/>
                  </a:lnTo>
                  <a:lnTo>
                    <a:pt x="1492" y="219"/>
                  </a:lnTo>
                  <a:lnTo>
                    <a:pt x="1499" y="223"/>
                  </a:lnTo>
                  <a:lnTo>
                    <a:pt x="1507" y="227"/>
                  </a:lnTo>
                  <a:lnTo>
                    <a:pt x="1516" y="230"/>
                  </a:lnTo>
                  <a:lnTo>
                    <a:pt x="1527" y="232"/>
                  </a:lnTo>
                  <a:lnTo>
                    <a:pt x="1536" y="231"/>
                  </a:lnTo>
                  <a:lnTo>
                    <a:pt x="1545" y="227"/>
                  </a:lnTo>
                  <a:lnTo>
                    <a:pt x="1554" y="221"/>
                  </a:lnTo>
                  <a:lnTo>
                    <a:pt x="1563" y="217"/>
                  </a:lnTo>
                  <a:lnTo>
                    <a:pt x="1574" y="215"/>
                  </a:lnTo>
                  <a:lnTo>
                    <a:pt x="1585" y="214"/>
                  </a:lnTo>
                  <a:lnTo>
                    <a:pt x="1596" y="214"/>
                  </a:lnTo>
                  <a:lnTo>
                    <a:pt x="1606" y="213"/>
                  </a:lnTo>
                  <a:lnTo>
                    <a:pt x="1617" y="213"/>
                  </a:lnTo>
                  <a:lnTo>
                    <a:pt x="1627" y="213"/>
                  </a:lnTo>
                  <a:lnTo>
                    <a:pt x="1635" y="211"/>
                  </a:lnTo>
                  <a:lnTo>
                    <a:pt x="1642" y="206"/>
                  </a:lnTo>
                  <a:lnTo>
                    <a:pt x="1647" y="198"/>
                  </a:lnTo>
                  <a:lnTo>
                    <a:pt x="1650" y="189"/>
                  </a:lnTo>
                  <a:lnTo>
                    <a:pt x="1652" y="177"/>
                  </a:lnTo>
                  <a:lnTo>
                    <a:pt x="1652" y="165"/>
                  </a:lnTo>
                  <a:lnTo>
                    <a:pt x="1651" y="153"/>
                  </a:lnTo>
                  <a:lnTo>
                    <a:pt x="1649" y="140"/>
                  </a:lnTo>
                  <a:lnTo>
                    <a:pt x="1648" y="128"/>
                  </a:lnTo>
                  <a:lnTo>
                    <a:pt x="1649" y="119"/>
                  </a:lnTo>
                  <a:lnTo>
                    <a:pt x="1653" y="111"/>
                  </a:lnTo>
                  <a:lnTo>
                    <a:pt x="1659" y="106"/>
                  </a:lnTo>
                  <a:lnTo>
                    <a:pt x="1667" y="102"/>
                  </a:lnTo>
                  <a:lnTo>
                    <a:pt x="1678" y="100"/>
                  </a:lnTo>
                  <a:lnTo>
                    <a:pt x="1690" y="100"/>
                  </a:lnTo>
                  <a:lnTo>
                    <a:pt x="1702" y="101"/>
                  </a:lnTo>
                  <a:lnTo>
                    <a:pt x="1713" y="101"/>
                  </a:lnTo>
                  <a:lnTo>
                    <a:pt x="1720" y="99"/>
                  </a:lnTo>
                  <a:lnTo>
                    <a:pt x="1727" y="94"/>
                  </a:lnTo>
                  <a:lnTo>
                    <a:pt x="1731" y="85"/>
                  </a:lnTo>
                  <a:lnTo>
                    <a:pt x="1732" y="75"/>
                  </a:lnTo>
                  <a:lnTo>
                    <a:pt x="1733" y="62"/>
                  </a:lnTo>
                  <a:lnTo>
                    <a:pt x="1732" y="46"/>
                  </a:lnTo>
                  <a:lnTo>
                    <a:pt x="1731" y="27"/>
                  </a:lnTo>
                  <a:lnTo>
                    <a:pt x="1731" y="11"/>
                  </a:lnTo>
                  <a:lnTo>
                    <a:pt x="1734" y="3"/>
                  </a:lnTo>
                  <a:lnTo>
                    <a:pt x="1739" y="0"/>
                  </a:lnTo>
                  <a:lnTo>
                    <a:pt x="1746" y="0"/>
                  </a:lnTo>
                  <a:lnTo>
                    <a:pt x="1753" y="4"/>
                  </a:lnTo>
                  <a:lnTo>
                    <a:pt x="1759" y="8"/>
                  </a:lnTo>
                  <a:lnTo>
                    <a:pt x="1763" y="11"/>
                  </a:lnTo>
                  <a:lnTo>
                    <a:pt x="1765" y="13"/>
                  </a:lnTo>
                  <a:lnTo>
                    <a:pt x="1766" y="14"/>
                  </a:lnTo>
                  <a:lnTo>
                    <a:pt x="1769" y="17"/>
                  </a:lnTo>
                  <a:lnTo>
                    <a:pt x="1773" y="22"/>
                  </a:lnTo>
                  <a:lnTo>
                    <a:pt x="1780" y="27"/>
                  </a:lnTo>
                  <a:lnTo>
                    <a:pt x="1786" y="32"/>
                  </a:lnTo>
                  <a:lnTo>
                    <a:pt x="1793" y="37"/>
                  </a:lnTo>
                  <a:lnTo>
                    <a:pt x="1800" y="39"/>
                  </a:lnTo>
                  <a:lnTo>
                    <a:pt x="1808" y="40"/>
                  </a:lnTo>
                  <a:lnTo>
                    <a:pt x="1816" y="39"/>
                  </a:lnTo>
                  <a:lnTo>
                    <a:pt x="1826" y="35"/>
                  </a:lnTo>
                  <a:lnTo>
                    <a:pt x="1836" y="32"/>
                  </a:lnTo>
                  <a:lnTo>
                    <a:pt x="1845" y="30"/>
                  </a:lnTo>
                  <a:lnTo>
                    <a:pt x="1853" y="29"/>
                  </a:lnTo>
                  <a:lnTo>
                    <a:pt x="1860" y="29"/>
                  </a:lnTo>
                  <a:lnTo>
                    <a:pt x="1865" y="33"/>
                  </a:lnTo>
                  <a:lnTo>
                    <a:pt x="1867" y="40"/>
                  </a:lnTo>
                  <a:lnTo>
                    <a:pt x="1870" y="48"/>
                  </a:lnTo>
                  <a:lnTo>
                    <a:pt x="1877" y="54"/>
                  </a:lnTo>
                  <a:lnTo>
                    <a:pt x="1885" y="59"/>
                  </a:lnTo>
                  <a:lnTo>
                    <a:pt x="1895" y="63"/>
                  </a:lnTo>
                  <a:lnTo>
                    <a:pt x="1904" y="66"/>
                  </a:lnTo>
                  <a:lnTo>
                    <a:pt x="1912" y="68"/>
                  </a:lnTo>
                  <a:lnTo>
                    <a:pt x="1918" y="70"/>
                  </a:lnTo>
                  <a:lnTo>
                    <a:pt x="1920" y="70"/>
                  </a:lnTo>
                  <a:lnTo>
                    <a:pt x="1921" y="68"/>
                  </a:lnTo>
                  <a:lnTo>
                    <a:pt x="1923" y="62"/>
                  </a:lnTo>
                  <a:lnTo>
                    <a:pt x="1928" y="56"/>
                  </a:lnTo>
                  <a:lnTo>
                    <a:pt x="1935" y="50"/>
                  </a:lnTo>
                  <a:lnTo>
                    <a:pt x="1943" y="47"/>
                  </a:lnTo>
                  <a:lnTo>
                    <a:pt x="1953" y="50"/>
                  </a:lnTo>
                  <a:lnTo>
                    <a:pt x="1966" y="59"/>
                  </a:lnTo>
                  <a:lnTo>
                    <a:pt x="1982" y="78"/>
                  </a:lnTo>
                  <a:lnTo>
                    <a:pt x="1997" y="97"/>
                  </a:lnTo>
                  <a:lnTo>
                    <a:pt x="2013" y="111"/>
                  </a:lnTo>
                  <a:lnTo>
                    <a:pt x="2032" y="121"/>
                  </a:lnTo>
                  <a:lnTo>
                    <a:pt x="2049" y="129"/>
                  </a:lnTo>
                  <a:lnTo>
                    <a:pt x="2065" y="134"/>
                  </a:lnTo>
                  <a:lnTo>
                    <a:pt x="2080" y="138"/>
                  </a:lnTo>
                  <a:lnTo>
                    <a:pt x="2092" y="140"/>
                  </a:lnTo>
                  <a:lnTo>
                    <a:pt x="2101" y="140"/>
                  </a:lnTo>
                  <a:lnTo>
                    <a:pt x="2101" y="141"/>
                  </a:lnTo>
                  <a:lnTo>
                    <a:pt x="2100" y="155"/>
                  </a:lnTo>
                  <a:lnTo>
                    <a:pt x="2100" y="172"/>
                  </a:lnTo>
                  <a:lnTo>
                    <a:pt x="2099" y="190"/>
                  </a:lnTo>
                  <a:lnTo>
                    <a:pt x="2100" y="208"/>
                  </a:lnTo>
                  <a:lnTo>
                    <a:pt x="2100" y="225"/>
                  </a:lnTo>
                  <a:lnTo>
                    <a:pt x="2102" y="242"/>
                  </a:lnTo>
                  <a:lnTo>
                    <a:pt x="2104" y="255"/>
                  </a:lnTo>
                  <a:lnTo>
                    <a:pt x="2108" y="266"/>
                  </a:lnTo>
                  <a:lnTo>
                    <a:pt x="2108" y="267"/>
                  </a:lnTo>
                  <a:lnTo>
                    <a:pt x="2108" y="268"/>
                  </a:lnTo>
                  <a:lnTo>
                    <a:pt x="2109" y="269"/>
                  </a:lnTo>
                  <a:lnTo>
                    <a:pt x="2101" y="275"/>
                  </a:lnTo>
                  <a:lnTo>
                    <a:pt x="2093" y="281"/>
                  </a:lnTo>
                  <a:lnTo>
                    <a:pt x="2085" y="288"/>
                  </a:lnTo>
                  <a:lnTo>
                    <a:pt x="2077" y="295"/>
                  </a:lnTo>
                  <a:lnTo>
                    <a:pt x="2069" y="301"/>
                  </a:lnTo>
                  <a:lnTo>
                    <a:pt x="2063" y="307"/>
                  </a:lnTo>
                  <a:lnTo>
                    <a:pt x="2058" y="312"/>
                  </a:lnTo>
                  <a:lnTo>
                    <a:pt x="2055" y="317"/>
                  </a:lnTo>
                  <a:lnTo>
                    <a:pt x="2050" y="324"/>
                  </a:lnTo>
                  <a:lnTo>
                    <a:pt x="2043" y="332"/>
                  </a:lnTo>
                  <a:lnTo>
                    <a:pt x="2036" y="342"/>
                  </a:lnTo>
                  <a:lnTo>
                    <a:pt x="2029" y="351"/>
                  </a:lnTo>
                  <a:lnTo>
                    <a:pt x="2023" y="359"/>
                  </a:lnTo>
                  <a:lnTo>
                    <a:pt x="2021" y="368"/>
                  </a:lnTo>
                  <a:lnTo>
                    <a:pt x="2022" y="375"/>
                  </a:lnTo>
                  <a:lnTo>
                    <a:pt x="2029" y="382"/>
                  </a:lnTo>
                  <a:lnTo>
                    <a:pt x="2038" y="390"/>
                  </a:lnTo>
                  <a:lnTo>
                    <a:pt x="2044" y="399"/>
                  </a:lnTo>
                  <a:lnTo>
                    <a:pt x="2048" y="410"/>
                  </a:lnTo>
                  <a:lnTo>
                    <a:pt x="2050" y="420"/>
                  </a:lnTo>
                  <a:lnTo>
                    <a:pt x="2050" y="430"/>
                  </a:lnTo>
                  <a:lnTo>
                    <a:pt x="2048" y="439"/>
                  </a:lnTo>
                  <a:lnTo>
                    <a:pt x="2044" y="444"/>
                  </a:lnTo>
                  <a:lnTo>
                    <a:pt x="2039" y="446"/>
                  </a:lnTo>
                  <a:lnTo>
                    <a:pt x="2031" y="446"/>
                  </a:lnTo>
                  <a:lnTo>
                    <a:pt x="2019" y="447"/>
                  </a:lnTo>
                  <a:lnTo>
                    <a:pt x="2007" y="449"/>
                  </a:lnTo>
                  <a:lnTo>
                    <a:pt x="1995" y="451"/>
                  </a:lnTo>
                  <a:lnTo>
                    <a:pt x="1983" y="454"/>
                  </a:lnTo>
                  <a:lnTo>
                    <a:pt x="1971" y="458"/>
                  </a:lnTo>
                  <a:lnTo>
                    <a:pt x="1963" y="462"/>
                  </a:lnTo>
                  <a:lnTo>
                    <a:pt x="1957" y="468"/>
                  </a:lnTo>
                  <a:lnTo>
                    <a:pt x="1953" y="474"/>
                  </a:lnTo>
                  <a:lnTo>
                    <a:pt x="1951" y="480"/>
                  </a:lnTo>
                  <a:lnTo>
                    <a:pt x="1950" y="485"/>
                  </a:lnTo>
                  <a:lnTo>
                    <a:pt x="1949" y="491"/>
                  </a:lnTo>
                  <a:lnTo>
                    <a:pt x="1949" y="497"/>
                  </a:lnTo>
                  <a:lnTo>
                    <a:pt x="1949" y="503"/>
                  </a:lnTo>
                  <a:lnTo>
                    <a:pt x="1949" y="509"/>
                  </a:lnTo>
                  <a:lnTo>
                    <a:pt x="1949" y="517"/>
                  </a:lnTo>
                  <a:lnTo>
                    <a:pt x="1947" y="526"/>
                  </a:lnTo>
                  <a:lnTo>
                    <a:pt x="1943" y="534"/>
                  </a:lnTo>
                  <a:lnTo>
                    <a:pt x="1938" y="544"/>
                  </a:lnTo>
                  <a:lnTo>
                    <a:pt x="1932" y="552"/>
                  </a:lnTo>
                  <a:lnTo>
                    <a:pt x="1924" y="560"/>
                  </a:lnTo>
                  <a:lnTo>
                    <a:pt x="1916" y="566"/>
                  </a:lnTo>
                  <a:lnTo>
                    <a:pt x="1908" y="570"/>
                  </a:lnTo>
                  <a:lnTo>
                    <a:pt x="1900" y="572"/>
                  </a:lnTo>
                  <a:lnTo>
                    <a:pt x="1892" y="573"/>
                  </a:lnTo>
                  <a:lnTo>
                    <a:pt x="1884" y="573"/>
                  </a:lnTo>
                  <a:lnTo>
                    <a:pt x="1876" y="574"/>
                  </a:lnTo>
                  <a:lnTo>
                    <a:pt x="1869" y="575"/>
                  </a:lnTo>
                  <a:lnTo>
                    <a:pt x="1863" y="578"/>
                  </a:lnTo>
                  <a:lnTo>
                    <a:pt x="1859" y="583"/>
                  </a:lnTo>
                  <a:lnTo>
                    <a:pt x="1856" y="592"/>
                  </a:lnTo>
                  <a:lnTo>
                    <a:pt x="1855" y="603"/>
                  </a:lnTo>
                  <a:lnTo>
                    <a:pt x="1853" y="615"/>
                  </a:lnTo>
                  <a:lnTo>
                    <a:pt x="1850" y="624"/>
                  </a:lnTo>
                  <a:lnTo>
                    <a:pt x="1845" y="631"/>
                  </a:lnTo>
                  <a:lnTo>
                    <a:pt x="1840" y="638"/>
                  </a:lnTo>
                  <a:lnTo>
                    <a:pt x="1837" y="645"/>
                  </a:lnTo>
                  <a:lnTo>
                    <a:pt x="1837" y="652"/>
                  </a:lnTo>
                  <a:lnTo>
                    <a:pt x="1841" y="661"/>
                  </a:lnTo>
                  <a:lnTo>
                    <a:pt x="1851" y="672"/>
                  </a:lnTo>
                  <a:lnTo>
                    <a:pt x="1861" y="685"/>
                  </a:lnTo>
                  <a:lnTo>
                    <a:pt x="1869" y="699"/>
                  </a:lnTo>
                  <a:lnTo>
                    <a:pt x="1874" y="713"/>
                  </a:lnTo>
                  <a:lnTo>
                    <a:pt x="1877" y="726"/>
                  </a:lnTo>
                  <a:lnTo>
                    <a:pt x="1877" y="739"/>
                  </a:lnTo>
                  <a:lnTo>
                    <a:pt x="1874" y="750"/>
                  </a:lnTo>
                  <a:lnTo>
                    <a:pt x="1870" y="759"/>
                  </a:lnTo>
                  <a:lnTo>
                    <a:pt x="1865" y="764"/>
                  </a:lnTo>
                  <a:lnTo>
                    <a:pt x="1858" y="768"/>
                  </a:lnTo>
                  <a:lnTo>
                    <a:pt x="1851" y="773"/>
                  </a:lnTo>
                  <a:lnTo>
                    <a:pt x="1844" y="780"/>
                  </a:lnTo>
                  <a:lnTo>
                    <a:pt x="1839" y="788"/>
                  </a:lnTo>
                  <a:lnTo>
                    <a:pt x="1837" y="797"/>
                  </a:lnTo>
                  <a:lnTo>
                    <a:pt x="1838" y="806"/>
                  </a:lnTo>
                  <a:lnTo>
                    <a:pt x="1844" y="815"/>
                  </a:lnTo>
                  <a:lnTo>
                    <a:pt x="1855" y="823"/>
                  </a:lnTo>
                  <a:lnTo>
                    <a:pt x="1867" y="832"/>
                  </a:lnTo>
                  <a:lnTo>
                    <a:pt x="1876" y="844"/>
                  </a:lnTo>
                  <a:lnTo>
                    <a:pt x="1880" y="855"/>
                  </a:lnTo>
                  <a:lnTo>
                    <a:pt x="1882" y="867"/>
                  </a:lnTo>
                  <a:lnTo>
                    <a:pt x="1884" y="878"/>
                  </a:lnTo>
                  <a:lnTo>
                    <a:pt x="1888" y="889"/>
                  </a:lnTo>
                  <a:lnTo>
                    <a:pt x="1894" y="898"/>
                  </a:lnTo>
                  <a:lnTo>
                    <a:pt x="1904" y="905"/>
                  </a:lnTo>
                  <a:lnTo>
                    <a:pt x="1917" y="909"/>
                  </a:lnTo>
                  <a:lnTo>
                    <a:pt x="1932" y="910"/>
                  </a:lnTo>
                  <a:lnTo>
                    <a:pt x="1947" y="909"/>
                  </a:lnTo>
                  <a:lnTo>
                    <a:pt x="1962" y="909"/>
                  </a:lnTo>
                  <a:lnTo>
                    <a:pt x="1978" y="909"/>
                  </a:lnTo>
                  <a:lnTo>
                    <a:pt x="1991" y="912"/>
                  </a:lnTo>
                  <a:lnTo>
                    <a:pt x="2002" y="918"/>
                  </a:lnTo>
                  <a:lnTo>
                    <a:pt x="2010" y="929"/>
                  </a:lnTo>
                  <a:lnTo>
                    <a:pt x="2014" y="940"/>
                  </a:lnTo>
                  <a:lnTo>
                    <a:pt x="2015" y="953"/>
                  </a:lnTo>
                  <a:lnTo>
                    <a:pt x="2016" y="966"/>
                  </a:lnTo>
                  <a:lnTo>
                    <a:pt x="2017" y="979"/>
                  </a:lnTo>
                  <a:lnTo>
                    <a:pt x="2018" y="992"/>
                  </a:lnTo>
                  <a:lnTo>
                    <a:pt x="2019" y="1004"/>
                  </a:lnTo>
                  <a:lnTo>
                    <a:pt x="2022" y="1016"/>
                  </a:lnTo>
                  <a:lnTo>
                    <a:pt x="2028" y="10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91" name="Freeform 590">
              <a:extLst>
                <a:ext uri="{FF2B5EF4-FFF2-40B4-BE49-F238E27FC236}">
                  <a16:creationId xmlns:a16="http://schemas.microsoft.com/office/drawing/2014/main" id="{48DB9561-E346-4AB8-46E7-753E0495FB2D}"/>
                </a:ext>
              </a:extLst>
            </p:cNvPr>
            <p:cNvSpPr>
              <a:spLocks/>
            </p:cNvSpPr>
            <p:nvPr/>
          </p:nvSpPr>
          <p:spPr bwMode="auto">
            <a:xfrm>
              <a:off x="2018" y="2735"/>
              <a:ext cx="3" cy="8"/>
            </a:xfrm>
            <a:custGeom>
              <a:avLst/>
              <a:gdLst>
                <a:gd name="T0" fmla="*/ 0 w 14"/>
                <a:gd name="T1" fmla="*/ 0 h 32"/>
                <a:gd name="T2" fmla="*/ 0 w 14"/>
                <a:gd name="T3" fmla="*/ 0 h 32"/>
                <a:gd name="T4" fmla="*/ 0 w 14"/>
                <a:gd name="T5" fmla="*/ 0 h 32"/>
                <a:gd name="T6" fmla="*/ 0 w 14"/>
                <a:gd name="T7" fmla="*/ 0 h 32"/>
                <a:gd name="T8" fmla="*/ 0 w 14"/>
                <a:gd name="T9" fmla="*/ 0 h 32"/>
                <a:gd name="T10" fmla="*/ 0 w 14"/>
                <a:gd name="T11" fmla="*/ 0 h 32"/>
                <a:gd name="T12" fmla="*/ 0 w 14"/>
                <a:gd name="T13" fmla="*/ 0 h 32"/>
                <a:gd name="T14" fmla="*/ 0 w 14"/>
                <a:gd name="T15" fmla="*/ 0 h 32"/>
                <a:gd name="T16" fmla="*/ 0 w 14"/>
                <a:gd name="T17" fmla="*/ 0 h 32"/>
                <a:gd name="T18" fmla="*/ 0 w 14"/>
                <a:gd name="T19" fmla="*/ 0 h 32"/>
                <a:gd name="T20" fmla="*/ 0 w 14"/>
                <a:gd name="T21" fmla="*/ 0 h 32"/>
                <a:gd name="T22" fmla="*/ 0 w 14"/>
                <a:gd name="T23" fmla="*/ 0 h 32"/>
                <a:gd name="T24" fmla="*/ 0 w 14"/>
                <a:gd name="T25" fmla="*/ 0 h 32"/>
                <a:gd name="T26" fmla="*/ 0 w 14"/>
                <a:gd name="T27" fmla="*/ 0 h 32"/>
                <a:gd name="T28" fmla="*/ 0 w 14"/>
                <a:gd name="T29" fmla="*/ 0 h 32"/>
                <a:gd name="T30" fmla="*/ 0 w 14"/>
                <a:gd name="T31" fmla="*/ 0 h 32"/>
                <a:gd name="T32" fmla="*/ 0 w 14"/>
                <a:gd name="T33" fmla="*/ 0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32">
                  <a:moveTo>
                    <a:pt x="7" y="0"/>
                  </a:moveTo>
                  <a:lnTo>
                    <a:pt x="10" y="1"/>
                  </a:lnTo>
                  <a:lnTo>
                    <a:pt x="12" y="6"/>
                  </a:lnTo>
                  <a:lnTo>
                    <a:pt x="13" y="11"/>
                  </a:lnTo>
                  <a:lnTo>
                    <a:pt x="14" y="17"/>
                  </a:lnTo>
                  <a:lnTo>
                    <a:pt x="13" y="23"/>
                  </a:lnTo>
                  <a:lnTo>
                    <a:pt x="12" y="27"/>
                  </a:lnTo>
                  <a:lnTo>
                    <a:pt x="10" y="31"/>
                  </a:lnTo>
                  <a:lnTo>
                    <a:pt x="7" y="32"/>
                  </a:lnTo>
                  <a:lnTo>
                    <a:pt x="4" y="31"/>
                  </a:lnTo>
                  <a:lnTo>
                    <a:pt x="2" y="27"/>
                  </a:lnTo>
                  <a:lnTo>
                    <a:pt x="1" y="23"/>
                  </a:lnTo>
                  <a:lnTo>
                    <a:pt x="0" y="17"/>
                  </a:lnTo>
                  <a:lnTo>
                    <a:pt x="1" y="11"/>
                  </a:lnTo>
                  <a:lnTo>
                    <a:pt x="2" y="6"/>
                  </a:lnTo>
                  <a:lnTo>
                    <a:pt x="4" y="1"/>
                  </a:lnTo>
                  <a:lnTo>
                    <a:pt x="7"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92" name="Freeform 591">
              <a:extLst>
                <a:ext uri="{FF2B5EF4-FFF2-40B4-BE49-F238E27FC236}">
                  <a16:creationId xmlns:a16="http://schemas.microsoft.com/office/drawing/2014/main" id="{8F79DF9C-932A-CCE0-9FB8-5FC1B7FDD897}"/>
                </a:ext>
              </a:extLst>
            </p:cNvPr>
            <p:cNvSpPr>
              <a:spLocks/>
            </p:cNvSpPr>
            <p:nvPr/>
          </p:nvSpPr>
          <p:spPr bwMode="auto">
            <a:xfrm>
              <a:off x="2018" y="2735"/>
              <a:ext cx="3" cy="8"/>
            </a:xfrm>
            <a:custGeom>
              <a:avLst/>
              <a:gdLst>
                <a:gd name="T0" fmla="*/ 0 w 14"/>
                <a:gd name="T1" fmla="*/ 0 h 32"/>
                <a:gd name="T2" fmla="*/ 0 w 14"/>
                <a:gd name="T3" fmla="*/ 0 h 32"/>
                <a:gd name="T4" fmla="*/ 0 w 14"/>
                <a:gd name="T5" fmla="*/ 0 h 32"/>
                <a:gd name="T6" fmla="*/ 0 w 14"/>
                <a:gd name="T7" fmla="*/ 0 h 32"/>
                <a:gd name="T8" fmla="*/ 0 w 14"/>
                <a:gd name="T9" fmla="*/ 0 h 32"/>
                <a:gd name="T10" fmla="*/ 0 w 14"/>
                <a:gd name="T11" fmla="*/ 0 h 32"/>
                <a:gd name="T12" fmla="*/ 0 w 14"/>
                <a:gd name="T13" fmla="*/ 0 h 32"/>
                <a:gd name="T14" fmla="*/ 0 w 14"/>
                <a:gd name="T15" fmla="*/ 0 h 32"/>
                <a:gd name="T16" fmla="*/ 0 w 14"/>
                <a:gd name="T17" fmla="*/ 0 h 32"/>
                <a:gd name="T18" fmla="*/ 0 w 14"/>
                <a:gd name="T19" fmla="*/ 0 h 32"/>
                <a:gd name="T20" fmla="*/ 0 w 14"/>
                <a:gd name="T21" fmla="*/ 0 h 32"/>
                <a:gd name="T22" fmla="*/ 0 w 14"/>
                <a:gd name="T23" fmla="*/ 0 h 32"/>
                <a:gd name="T24" fmla="*/ 0 w 14"/>
                <a:gd name="T25" fmla="*/ 0 h 32"/>
                <a:gd name="T26" fmla="*/ 0 w 14"/>
                <a:gd name="T27" fmla="*/ 0 h 32"/>
                <a:gd name="T28" fmla="*/ 0 w 14"/>
                <a:gd name="T29" fmla="*/ 0 h 32"/>
                <a:gd name="T30" fmla="*/ 0 w 14"/>
                <a:gd name="T31" fmla="*/ 0 h 32"/>
                <a:gd name="T32" fmla="*/ 0 w 14"/>
                <a:gd name="T33" fmla="*/ 0 h 32"/>
                <a:gd name="T34" fmla="*/ 0 w 14"/>
                <a:gd name="T35" fmla="*/ 0 h 32"/>
                <a:gd name="T36" fmla="*/ 0 w 14"/>
                <a:gd name="T37" fmla="*/ 0 h 32"/>
                <a:gd name="T38" fmla="*/ 0 w 14"/>
                <a:gd name="T39" fmla="*/ 0 h 32"/>
                <a:gd name="T40" fmla="*/ 0 w 14"/>
                <a:gd name="T41" fmla="*/ 0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 h="32">
                  <a:moveTo>
                    <a:pt x="7" y="0"/>
                  </a:moveTo>
                  <a:lnTo>
                    <a:pt x="7" y="0"/>
                  </a:lnTo>
                  <a:lnTo>
                    <a:pt x="10" y="1"/>
                  </a:lnTo>
                  <a:lnTo>
                    <a:pt x="12" y="6"/>
                  </a:lnTo>
                  <a:lnTo>
                    <a:pt x="13" y="11"/>
                  </a:lnTo>
                  <a:lnTo>
                    <a:pt x="14" y="17"/>
                  </a:lnTo>
                  <a:lnTo>
                    <a:pt x="13" y="23"/>
                  </a:lnTo>
                  <a:lnTo>
                    <a:pt x="12" y="27"/>
                  </a:lnTo>
                  <a:lnTo>
                    <a:pt x="10" y="31"/>
                  </a:lnTo>
                  <a:lnTo>
                    <a:pt x="7" y="32"/>
                  </a:lnTo>
                  <a:lnTo>
                    <a:pt x="4" y="31"/>
                  </a:lnTo>
                  <a:lnTo>
                    <a:pt x="2" y="27"/>
                  </a:lnTo>
                  <a:lnTo>
                    <a:pt x="1" y="23"/>
                  </a:lnTo>
                  <a:lnTo>
                    <a:pt x="0" y="17"/>
                  </a:lnTo>
                  <a:lnTo>
                    <a:pt x="1" y="11"/>
                  </a:lnTo>
                  <a:lnTo>
                    <a:pt x="2" y="6"/>
                  </a:lnTo>
                  <a:lnTo>
                    <a:pt x="4" y="1"/>
                  </a:lnTo>
                  <a:lnTo>
                    <a:pt x="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93" name="Freeform 592">
              <a:extLst>
                <a:ext uri="{FF2B5EF4-FFF2-40B4-BE49-F238E27FC236}">
                  <a16:creationId xmlns:a16="http://schemas.microsoft.com/office/drawing/2014/main" id="{49C8DBEE-A8FB-A1C3-8486-5E3C442B4F68}"/>
                </a:ext>
              </a:extLst>
            </p:cNvPr>
            <p:cNvSpPr>
              <a:spLocks/>
            </p:cNvSpPr>
            <p:nvPr/>
          </p:nvSpPr>
          <p:spPr bwMode="auto">
            <a:xfrm>
              <a:off x="1976" y="2764"/>
              <a:ext cx="12" cy="16"/>
            </a:xfrm>
            <a:custGeom>
              <a:avLst/>
              <a:gdLst>
                <a:gd name="T0" fmla="*/ 0 w 49"/>
                <a:gd name="T1" fmla="*/ 0 h 62"/>
                <a:gd name="T2" fmla="*/ 0 w 49"/>
                <a:gd name="T3" fmla="*/ 0 h 62"/>
                <a:gd name="T4" fmla="*/ 0 w 49"/>
                <a:gd name="T5" fmla="*/ 0 h 62"/>
                <a:gd name="T6" fmla="*/ 0 w 49"/>
                <a:gd name="T7" fmla="*/ 0 h 62"/>
                <a:gd name="T8" fmla="*/ 0 w 49"/>
                <a:gd name="T9" fmla="*/ 0 h 62"/>
                <a:gd name="T10" fmla="*/ 0 w 49"/>
                <a:gd name="T11" fmla="*/ 0 h 62"/>
                <a:gd name="T12" fmla="*/ 0 w 49"/>
                <a:gd name="T13" fmla="*/ 0 h 62"/>
                <a:gd name="T14" fmla="*/ 0 w 49"/>
                <a:gd name="T15" fmla="*/ 0 h 62"/>
                <a:gd name="T16" fmla="*/ 0 w 49"/>
                <a:gd name="T17" fmla="*/ 0 h 62"/>
                <a:gd name="T18" fmla="*/ 0 w 49"/>
                <a:gd name="T19" fmla="*/ 0 h 62"/>
                <a:gd name="T20" fmla="*/ 0 w 49"/>
                <a:gd name="T21" fmla="*/ 0 h 62"/>
                <a:gd name="T22" fmla="*/ 0 w 49"/>
                <a:gd name="T23" fmla="*/ 0 h 62"/>
                <a:gd name="T24" fmla="*/ 0 w 49"/>
                <a:gd name="T25" fmla="*/ 0 h 62"/>
                <a:gd name="T26" fmla="*/ 0 w 49"/>
                <a:gd name="T27" fmla="*/ 0 h 62"/>
                <a:gd name="T28" fmla="*/ 0 w 49"/>
                <a:gd name="T29" fmla="*/ 0 h 62"/>
                <a:gd name="T30" fmla="*/ 0 w 49"/>
                <a:gd name="T31" fmla="*/ 0 h 62"/>
                <a:gd name="T32" fmla="*/ 0 w 49"/>
                <a:gd name="T33" fmla="*/ 0 h 62"/>
                <a:gd name="T34" fmla="*/ 0 w 49"/>
                <a:gd name="T35" fmla="*/ 0 h 62"/>
                <a:gd name="T36" fmla="*/ 0 w 49"/>
                <a:gd name="T37" fmla="*/ 0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9" h="62">
                  <a:moveTo>
                    <a:pt x="31" y="24"/>
                  </a:moveTo>
                  <a:lnTo>
                    <a:pt x="26" y="2"/>
                  </a:lnTo>
                  <a:lnTo>
                    <a:pt x="24" y="1"/>
                  </a:lnTo>
                  <a:lnTo>
                    <a:pt x="20" y="0"/>
                  </a:lnTo>
                  <a:lnTo>
                    <a:pt x="13" y="3"/>
                  </a:lnTo>
                  <a:lnTo>
                    <a:pt x="4" y="13"/>
                  </a:lnTo>
                  <a:lnTo>
                    <a:pt x="1" y="21"/>
                  </a:lnTo>
                  <a:lnTo>
                    <a:pt x="0" y="30"/>
                  </a:lnTo>
                  <a:lnTo>
                    <a:pt x="2" y="40"/>
                  </a:lnTo>
                  <a:lnTo>
                    <a:pt x="6" y="48"/>
                  </a:lnTo>
                  <a:lnTo>
                    <a:pt x="10" y="54"/>
                  </a:lnTo>
                  <a:lnTo>
                    <a:pt x="16" y="59"/>
                  </a:lnTo>
                  <a:lnTo>
                    <a:pt x="23" y="62"/>
                  </a:lnTo>
                  <a:lnTo>
                    <a:pt x="29" y="61"/>
                  </a:lnTo>
                  <a:lnTo>
                    <a:pt x="49" y="53"/>
                  </a:lnTo>
                  <a:lnTo>
                    <a:pt x="49" y="51"/>
                  </a:lnTo>
                  <a:lnTo>
                    <a:pt x="48" y="46"/>
                  </a:lnTo>
                  <a:lnTo>
                    <a:pt x="43" y="37"/>
                  </a:lnTo>
                  <a:lnTo>
                    <a:pt x="31" y="24"/>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94" name="Freeform 593">
              <a:extLst>
                <a:ext uri="{FF2B5EF4-FFF2-40B4-BE49-F238E27FC236}">
                  <a16:creationId xmlns:a16="http://schemas.microsoft.com/office/drawing/2014/main" id="{32B738FD-7356-9459-68ED-9C1BDCA87318}"/>
                </a:ext>
              </a:extLst>
            </p:cNvPr>
            <p:cNvSpPr>
              <a:spLocks/>
            </p:cNvSpPr>
            <p:nvPr/>
          </p:nvSpPr>
          <p:spPr bwMode="auto">
            <a:xfrm>
              <a:off x="1976" y="2764"/>
              <a:ext cx="12" cy="16"/>
            </a:xfrm>
            <a:custGeom>
              <a:avLst/>
              <a:gdLst>
                <a:gd name="T0" fmla="*/ 0 w 49"/>
                <a:gd name="T1" fmla="*/ 0 h 62"/>
                <a:gd name="T2" fmla="*/ 0 w 49"/>
                <a:gd name="T3" fmla="*/ 0 h 62"/>
                <a:gd name="T4" fmla="*/ 0 w 49"/>
                <a:gd name="T5" fmla="*/ 0 h 62"/>
                <a:gd name="T6" fmla="*/ 0 w 49"/>
                <a:gd name="T7" fmla="*/ 0 h 62"/>
                <a:gd name="T8" fmla="*/ 0 w 49"/>
                <a:gd name="T9" fmla="*/ 0 h 62"/>
                <a:gd name="T10" fmla="*/ 0 w 49"/>
                <a:gd name="T11" fmla="*/ 0 h 62"/>
                <a:gd name="T12" fmla="*/ 0 w 49"/>
                <a:gd name="T13" fmla="*/ 0 h 62"/>
                <a:gd name="T14" fmla="*/ 0 w 49"/>
                <a:gd name="T15" fmla="*/ 0 h 62"/>
                <a:gd name="T16" fmla="*/ 0 w 49"/>
                <a:gd name="T17" fmla="*/ 0 h 62"/>
                <a:gd name="T18" fmla="*/ 0 w 49"/>
                <a:gd name="T19" fmla="*/ 0 h 62"/>
                <a:gd name="T20" fmla="*/ 0 w 49"/>
                <a:gd name="T21" fmla="*/ 0 h 62"/>
                <a:gd name="T22" fmla="*/ 0 w 49"/>
                <a:gd name="T23" fmla="*/ 0 h 62"/>
                <a:gd name="T24" fmla="*/ 0 w 49"/>
                <a:gd name="T25" fmla="*/ 0 h 62"/>
                <a:gd name="T26" fmla="*/ 0 w 49"/>
                <a:gd name="T27" fmla="*/ 0 h 62"/>
                <a:gd name="T28" fmla="*/ 0 w 49"/>
                <a:gd name="T29" fmla="*/ 0 h 62"/>
                <a:gd name="T30" fmla="*/ 0 w 49"/>
                <a:gd name="T31" fmla="*/ 0 h 62"/>
                <a:gd name="T32" fmla="*/ 0 w 49"/>
                <a:gd name="T33" fmla="*/ 0 h 62"/>
                <a:gd name="T34" fmla="*/ 0 w 49"/>
                <a:gd name="T35" fmla="*/ 0 h 62"/>
                <a:gd name="T36" fmla="*/ 0 w 49"/>
                <a:gd name="T37" fmla="*/ 0 h 62"/>
                <a:gd name="T38" fmla="*/ 0 w 49"/>
                <a:gd name="T39" fmla="*/ 0 h 62"/>
                <a:gd name="T40" fmla="*/ 0 w 49"/>
                <a:gd name="T41" fmla="*/ 0 h 62"/>
                <a:gd name="T42" fmla="*/ 0 w 49"/>
                <a:gd name="T43" fmla="*/ 0 h 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9" h="62">
                  <a:moveTo>
                    <a:pt x="31" y="24"/>
                  </a:moveTo>
                  <a:lnTo>
                    <a:pt x="26" y="2"/>
                  </a:lnTo>
                  <a:lnTo>
                    <a:pt x="24" y="1"/>
                  </a:lnTo>
                  <a:lnTo>
                    <a:pt x="20" y="0"/>
                  </a:lnTo>
                  <a:lnTo>
                    <a:pt x="13" y="3"/>
                  </a:lnTo>
                  <a:lnTo>
                    <a:pt x="4" y="13"/>
                  </a:lnTo>
                  <a:lnTo>
                    <a:pt x="1" y="21"/>
                  </a:lnTo>
                  <a:lnTo>
                    <a:pt x="0" y="30"/>
                  </a:lnTo>
                  <a:lnTo>
                    <a:pt x="2" y="40"/>
                  </a:lnTo>
                  <a:lnTo>
                    <a:pt x="6" y="48"/>
                  </a:lnTo>
                  <a:lnTo>
                    <a:pt x="10" y="54"/>
                  </a:lnTo>
                  <a:lnTo>
                    <a:pt x="16" y="59"/>
                  </a:lnTo>
                  <a:lnTo>
                    <a:pt x="23" y="62"/>
                  </a:lnTo>
                  <a:lnTo>
                    <a:pt x="29" y="61"/>
                  </a:lnTo>
                  <a:lnTo>
                    <a:pt x="49" y="53"/>
                  </a:lnTo>
                  <a:lnTo>
                    <a:pt x="49" y="51"/>
                  </a:lnTo>
                  <a:lnTo>
                    <a:pt x="48" y="46"/>
                  </a:lnTo>
                  <a:lnTo>
                    <a:pt x="43" y="37"/>
                  </a:lnTo>
                  <a:lnTo>
                    <a:pt x="31" y="2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95" name="Freeform 594">
              <a:extLst>
                <a:ext uri="{FF2B5EF4-FFF2-40B4-BE49-F238E27FC236}">
                  <a16:creationId xmlns:a16="http://schemas.microsoft.com/office/drawing/2014/main" id="{C7D9365D-B887-2A7A-CAA3-038A38145ADC}"/>
                </a:ext>
              </a:extLst>
            </p:cNvPr>
            <p:cNvSpPr>
              <a:spLocks/>
            </p:cNvSpPr>
            <p:nvPr/>
          </p:nvSpPr>
          <p:spPr bwMode="auto">
            <a:xfrm>
              <a:off x="1930" y="2930"/>
              <a:ext cx="16" cy="14"/>
            </a:xfrm>
            <a:custGeom>
              <a:avLst/>
              <a:gdLst>
                <a:gd name="T0" fmla="*/ 0 w 64"/>
                <a:gd name="T1" fmla="*/ 0 h 57"/>
                <a:gd name="T2" fmla="*/ 0 w 64"/>
                <a:gd name="T3" fmla="*/ 0 h 57"/>
                <a:gd name="T4" fmla="*/ 0 w 64"/>
                <a:gd name="T5" fmla="*/ 0 h 57"/>
                <a:gd name="T6" fmla="*/ 0 w 64"/>
                <a:gd name="T7" fmla="*/ 0 h 57"/>
                <a:gd name="T8" fmla="*/ 0 w 64"/>
                <a:gd name="T9" fmla="*/ 0 h 57"/>
                <a:gd name="T10" fmla="*/ 0 w 64"/>
                <a:gd name="T11" fmla="*/ 0 h 57"/>
                <a:gd name="T12" fmla="*/ 0 w 64"/>
                <a:gd name="T13" fmla="*/ 0 h 57"/>
                <a:gd name="T14" fmla="*/ 0 w 64"/>
                <a:gd name="T15" fmla="*/ 0 h 57"/>
                <a:gd name="T16" fmla="*/ 0 w 64"/>
                <a:gd name="T17" fmla="*/ 0 h 57"/>
                <a:gd name="T18" fmla="*/ 0 w 64"/>
                <a:gd name="T19" fmla="*/ 0 h 57"/>
                <a:gd name="T20" fmla="*/ 0 w 64"/>
                <a:gd name="T21" fmla="*/ 0 h 57"/>
                <a:gd name="T22" fmla="*/ 0 w 64"/>
                <a:gd name="T23" fmla="*/ 0 h 57"/>
                <a:gd name="T24" fmla="*/ 0 w 64"/>
                <a:gd name="T25" fmla="*/ 0 h 57"/>
                <a:gd name="T26" fmla="*/ 0 w 64"/>
                <a:gd name="T27" fmla="*/ 0 h 57"/>
                <a:gd name="T28" fmla="*/ 0 w 64"/>
                <a:gd name="T29" fmla="*/ 0 h 57"/>
                <a:gd name="T30" fmla="*/ 0 w 64"/>
                <a:gd name="T31" fmla="*/ 0 h 57"/>
                <a:gd name="T32" fmla="*/ 0 w 64"/>
                <a:gd name="T33" fmla="*/ 0 h 57"/>
                <a:gd name="T34" fmla="*/ 0 w 64"/>
                <a:gd name="T35" fmla="*/ 0 h 57"/>
                <a:gd name="T36" fmla="*/ 0 w 64"/>
                <a:gd name="T37" fmla="*/ 0 h 57"/>
                <a:gd name="T38" fmla="*/ 0 w 64"/>
                <a:gd name="T39" fmla="*/ 0 h 57"/>
                <a:gd name="T40" fmla="*/ 0 w 64"/>
                <a:gd name="T41" fmla="*/ 0 h 57"/>
                <a:gd name="T42" fmla="*/ 0 w 64"/>
                <a:gd name="T43" fmla="*/ 0 h 57"/>
                <a:gd name="T44" fmla="*/ 0 w 64"/>
                <a:gd name="T45" fmla="*/ 0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4" h="57">
                  <a:moveTo>
                    <a:pt x="62" y="22"/>
                  </a:moveTo>
                  <a:lnTo>
                    <a:pt x="64" y="0"/>
                  </a:lnTo>
                  <a:lnTo>
                    <a:pt x="63" y="1"/>
                  </a:lnTo>
                  <a:lnTo>
                    <a:pt x="59" y="2"/>
                  </a:lnTo>
                  <a:lnTo>
                    <a:pt x="54" y="4"/>
                  </a:lnTo>
                  <a:lnTo>
                    <a:pt x="48" y="7"/>
                  </a:lnTo>
                  <a:lnTo>
                    <a:pt x="41" y="9"/>
                  </a:lnTo>
                  <a:lnTo>
                    <a:pt x="34" y="10"/>
                  </a:lnTo>
                  <a:lnTo>
                    <a:pt x="26" y="10"/>
                  </a:lnTo>
                  <a:lnTo>
                    <a:pt x="20" y="9"/>
                  </a:lnTo>
                  <a:lnTo>
                    <a:pt x="9" y="9"/>
                  </a:lnTo>
                  <a:lnTo>
                    <a:pt x="4" y="15"/>
                  </a:lnTo>
                  <a:lnTo>
                    <a:pt x="1" y="22"/>
                  </a:lnTo>
                  <a:lnTo>
                    <a:pt x="0" y="25"/>
                  </a:lnTo>
                  <a:lnTo>
                    <a:pt x="29" y="56"/>
                  </a:lnTo>
                  <a:lnTo>
                    <a:pt x="33" y="57"/>
                  </a:lnTo>
                  <a:lnTo>
                    <a:pt x="42" y="57"/>
                  </a:lnTo>
                  <a:lnTo>
                    <a:pt x="50" y="53"/>
                  </a:lnTo>
                  <a:lnTo>
                    <a:pt x="53" y="43"/>
                  </a:lnTo>
                  <a:lnTo>
                    <a:pt x="54" y="31"/>
                  </a:lnTo>
                  <a:lnTo>
                    <a:pt x="57" y="24"/>
                  </a:lnTo>
                  <a:lnTo>
                    <a:pt x="60" y="22"/>
                  </a:lnTo>
                  <a:lnTo>
                    <a:pt x="62" y="22"/>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96" name="Freeform 595">
              <a:extLst>
                <a:ext uri="{FF2B5EF4-FFF2-40B4-BE49-F238E27FC236}">
                  <a16:creationId xmlns:a16="http://schemas.microsoft.com/office/drawing/2014/main" id="{A90AEBB6-C340-DB1B-CD5A-2B2651E32989}"/>
                </a:ext>
              </a:extLst>
            </p:cNvPr>
            <p:cNvSpPr>
              <a:spLocks/>
            </p:cNvSpPr>
            <p:nvPr/>
          </p:nvSpPr>
          <p:spPr bwMode="auto">
            <a:xfrm>
              <a:off x="1930" y="2930"/>
              <a:ext cx="16" cy="14"/>
            </a:xfrm>
            <a:custGeom>
              <a:avLst/>
              <a:gdLst>
                <a:gd name="T0" fmla="*/ 0 w 64"/>
                <a:gd name="T1" fmla="*/ 0 h 57"/>
                <a:gd name="T2" fmla="*/ 0 w 64"/>
                <a:gd name="T3" fmla="*/ 0 h 57"/>
                <a:gd name="T4" fmla="*/ 0 w 64"/>
                <a:gd name="T5" fmla="*/ 0 h 57"/>
                <a:gd name="T6" fmla="*/ 0 w 64"/>
                <a:gd name="T7" fmla="*/ 0 h 57"/>
                <a:gd name="T8" fmla="*/ 0 w 64"/>
                <a:gd name="T9" fmla="*/ 0 h 57"/>
                <a:gd name="T10" fmla="*/ 0 w 64"/>
                <a:gd name="T11" fmla="*/ 0 h 57"/>
                <a:gd name="T12" fmla="*/ 0 w 64"/>
                <a:gd name="T13" fmla="*/ 0 h 57"/>
                <a:gd name="T14" fmla="*/ 0 w 64"/>
                <a:gd name="T15" fmla="*/ 0 h 57"/>
                <a:gd name="T16" fmla="*/ 0 w 64"/>
                <a:gd name="T17" fmla="*/ 0 h 57"/>
                <a:gd name="T18" fmla="*/ 0 w 64"/>
                <a:gd name="T19" fmla="*/ 0 h 57"/>
                <a:gd name="T20" fmla="*/ 0 w 64"/>
                <a:gd name="T21" fmla="*/ 0 h 57"/>
                <a:gd name="T22" fmla="*/ 0 w 64"/>
                <a:gd name="T23" fmla="*/ 0 h 57"/>
                <a:gd name="T24" fmla="*/ 0 w 64"/>
                <a:gd name="T25" fmla="*/ 0 h 57"/>
                <a:gd name="T26" fmla="*/ 0 w 64"/>
                <a:gd name="T27" fmla="*/ 0 h 57"/>
                <a:gd name="T28" fmla="*/ 0 w 64"/>
                <a:gd name="T29" fmla="*/ 0 h 57"/>
                <a:gd name="T30" fmla="*/ 0 w 64"/>
                <a:gd name="T31" fmla="*/ 0 h 57"/>
                <a:gd name="T32" fmla="*/ 0 w 64"/>
                <a:gd name="T33" fmla="*/ 0 h 57"/>
                <a:gd name="T34" fmla="*/ 0 w 64"/>
                <a:gd name="T35" fmla="*/ 0 h 57"/>
                <a:gd name="T36" fmla="*/ 0 w 64"/>
                <a:gd name="T37" fmla="*/ 0 h 57"/>
                <a:gd name="T38" fmla="*/ 0 w 64"/>
                <a:gd name="T39" fmla="*/ 0 h 57"/>
                <a:gd name="T40" fmla="*/ 0 w 64"/>
                <a:gd name="T41" fmla="*/ 0 h 57"/>
                <a:gd name="T42" fmla="*/ 0 w 64"/>
                <a:gd name="T43" fmla="*/ 0 h 57"/>
                <a:gd name="T44" fmla="*/ 0 w 64"/>
                <a:gd name="T45" fmla="*/ 0 h 57"/>
                <a:gd name="T46" fmla="*/ 0 w 64"/>
                <a:gd name="T47" fmla="*/ 0 h 57"/>
                <a:gd name="T48" fmla="*/ 0 w 64"/>
                <a:gd name="T49" fmla="*/ 0 h 57"/>
                <a:gd name="T50" fmla="*/ 0 w 64"/>
                <a:gd name="T51" fmla="*/ 0 h 57"/>
                <a:gd name="T52" fmla="*/ 0 w 64"/>
                <a:gd name="T53" fmla="*/ 0 h 5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4" h="57">
                  <a:moveTo>
                    <a:pt x="62" y="22"/>
                  </a:moveTo>
                  <a:lnTo>
                    <a:pt x="64" y="0"/>
                  </a:lnTo>
                  <a:lnTo>
                    <a:pt x="63" y="1"/>
                  </a:lnTo>
                  <a:lnTo>
                    <a:pt x="59" y="2"/>
                  </a:lnTo>
                  <a:lnTo>
                    <a:pt x="54" y="4"/>
                  </a:lnTo>
                  <a:lnTo>
                    <a:pt x="48" y="7"/>
                  </a:lnTo>
                  <a:lnTo>
                    <a:pt x="41" y="9"/>
                  </a:lnTo>
                  <a:lnTo>
                    <a:pt x="34" y="10"/>
                  </a:lnTo>
                  <a:lnTo>
                    <a:pt x="26" y="10"/>
                  </a:lnTo>
                  <a:lnTo>
                    <a:pt x="20" y="9"/>
                  </a:lnTo>
                  <a:lnTo>
                    <a:pt x="9" y="9"/>
                  </a:lnTo>
                  <a:lnTo>
                    <a:pt x="4" y="15"/>
                  </a:lnTo>
                  <a:lnTo>
                    <a:pt x="1" y="22"/>
                  </a:lnTo>
                  <a:lnTo>
                    <a:pt x="0" y="25"/>
                  </a:lnTo>
                  <a:lnTo>
                    <a:pt x="29" y="56"/>
                  </a:lnTo>
                  <a:lnTo>
                    <a:pt x="33" y="57"/>
                  </a:lnTo>
                  <a:lnTo>
                    <a:pt x="42" y="57"/>
                  </a:lnTo>
                  <a:lnTo>
                    <a:pt x="50" y="53"/>
                  </a:lnTo>
                  <a:lnTo>
                    <a:pt x="53" y="43"/>
                  </a:lnTo>
                  <a:lnTo>
                    <a:pt x="54" y="31"/>
                  </a:lnTo>
                  <a:lnTo>
                    <a:pt x="57" y="24"/>
                  </a:lnTo>
                  <a:lnTo>
                    <a:pt x="60" y="22"/>
                  </a:lnTo>
                  <a:lnTo>
                    <a:pt x="62"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97" name="Freeform 596">
              <a:extLst>
                <a:ext uri="{FF2B5EF4-FFF2-40B4-BE49-F238E27FC236}">
                  <a16:creationId xmlns:a16="http://schemas.microsoft.com/office/drawing/2014/main" id="{AC325A11-6ED9-616B-7E95-18FC1495DE01}"/>
                </a:ext>
              </a:extLst>
            </p:cNvPr>
            <p:cNvSpPr>
              <a:spLocks/>
            </p:cNvSpPr>
            <p:nvPr/>
          </p:nvSpPr>
          <p:spPr bwMode="auto">
            <a:xfrm>
              <a:off x="1938" y="2967"/>
              <a:ext cx="12" cy="10"/>
            </a:xfrm>
            <a:custGeom>
              <a:avLst/>
              <a:gdLst>
                <a:gd name="T0" fmla="*/ 0 w 50"/>
                <a:gd name="T1" fmla="*/ 0 h 41"/>
                <a:gd name="T2" fmla="*/ 0 w 50"/>
                <a:gd name="T3" fmla="*/ 0 h 41"/>
                <a:gd name="T4" fmla="*/ 0 w 50"/>
                <a:gd name="T5" fmla="*/ 0 h 41"/>
                <a:gd name="T6" fmla="*/ 0 w 50"/>
                <a:gd name="T7" fmla="*/ 0 h 41"/>
                <a:gd name="T8" fmla="*/ 0 w 50"/>
                <a:gd name="T9" fmla="*/ 0 h 41"/>
                <a:gd name="T10" fmla="*/ 0 w 50"/>
                <a:gd name="T11" fmla="*/ 0 h 41"/>
                <a:gd name="T12" fmla="*/ 0 w 50"/>
                <a:gd name="T13" fmla="*/ 0 h 41"/>
                <a:gd name="T14" fmla="*/ 0 w 50"/>
                <a:gd name="T15" fmla="*/ 0 h 41"/>
                <a:gd name="T16" fmla="*/ 0 w 50"/>
                <a:gd name="T17" fmla="*/ 0 h 41"/>
                <a:gd name="T18" fmla="*/ 0 w 50"/>
                <a:gd name="T19" fmla="*/ 0 h 41"/>
                <a:gd name="T20" fmla="*/ 0 w 50"/>
                <a:gd name="T21" fmla="*/ 0 h 41"/>
                <a:gd name="T22" fmla="*/ 0 w 50"/>
                <a:gd name="T23" fmla="*/ 0 h 41"/>
                <a:gd name="T24" fmla="*/ 0 w 50"/>
                <a:gd name="T25" fmla="*/ 0 h 41"/>
                <a:gd name="T26" fmla="*/ 0 w 50"/>
                <a:gd name="T27" fmla="*/ 0 h 41"/>
                <a:gd name="T28" fmla="*/ 0 w 50"/>
                <a:gd name="T29" fmla="*/ 0 h 41"/>
                <a:gd name="T30" fmla="*/ 0 w 50"/>
                <a:gd name="T31" fmla="*/ 0 h 41"/>
                <a:gd name="T32" fmla="*/ 0 w 50"/>
                <a:gd name="T33" fmla="*/ 0 h 41"/>
                <a:gd name="T34" fmla="*/ 0 w 50"/>
                <a:gd name="T35" fmla="*/ 0 h 41"/>
                <a:gd name="T36" fmla="*/ 0 w 50"/>
                <a:gd name="T37" fmla="*/ 0 h 41"/>
                <a:gd name="T38" fmla="*/ 0 w 50"/>
                <a:gd name="T39" fmla="*/ 0 h 41"/>
                <a:gd name="T40" fmla="*/ 0 w 50"/>
                <a:gd name="T41" fmla="*/ 0 h 41"/>
                <a:gd name="T42" fmla="*/ 0 w 50"/>
                <a:gd name="T43" fmla="*/ 0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0" h="41">
                  <a:moveTo>
                    <a:pt x="17" y="7"/>
                  </a:moveTo>
                  <a:lnTo>
                    <a:pt x="0" y="29"/>
                  </a:lnTo>
                  <a:lnTo>
                    <a:pt x="1" y="32"/>
                  </a:lnTo>
                  <a:lnTo>
                    <a:pt x="4" y="37"/>
                  </a:lnTo>
                  <a:lnTo>
                    <a:pt x="10" y="41"/>
                  </a:lnTo>
                  <a:lnTo>
                    <a:pt x="20" y="41"/>
                  </a:lnTo>
                  <a:lnTo>
                    <a:pt x="26" y="40"/>
                  </a:lnTo>
                  <a:lnTo>
                    <a:pt x="32" y="40"/>
                  </a:lnTo>
                  <a:lnTo>
                    <a:pt x="39" y="40"/>
                  </a:lnTo>
                  <a:lnTo>
                    <a:pt x="44" y="40"/>
                  </a:lnTo>
                  <a:lnTo>
                    <a:pt x="47" y="38"/>
                  </a:lnTo>
                  <a:lnTo>
                    <a:pt x="49" y="36"/>
                  </a:lnTo>
                  <a:lnTo>
                    <a:pt x="50" y="30"/>
                  </a:lnTo>
                  <a:lnTo>
                    <a:pt x="48" y="23"/>
                  </a:lnTo>
                  <a:lnTo>
                    <a:pt x="45" y="15"/>
                  </a:lnTo>
                  <a:lnTo>
                    <a:pt x="43" y="9"/>
                  </a:lnTo>
                  <a:lnTo>
                    <a:pt x="40" y="5"/>
                  </a:lnTo>
                  <a:lnTo>
                    <a:pt x="36" y="1"/>
                  </a:lnTo>
                  <a:lnTo>
                    <a:pt x="33" y="0"/>
                  </a:lnTo>
                  <a:lnTo>
                    <a:pt x="29" y="0"/>
                  </a:lnTo>
                  <a:lnTo>
                    <a:pt x="23" y="3"/>
                  </a:lnTo>
                  <a:lnTo>
                    <a:pt x="17" y="7"/>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98" name="Freeform 597">
              <a:extLst>
                <a:ext uri="{FF2B5EF4-FFF2-40B4-BE49-F238E27FC236}">
                  <a16:creationId xmlns:a16="http://schemas.microsoft.com/office/drawing/2014/main" id="{B795FE82-FD4F-06F4-CF25-380EE94F3894}"/>
                </a:ext>
              </a:extLst>
            </p:cNvPr>
            <p:cNvSpPr>
              <a:spLocks/>
            </p:cNvSpPr>
            <p:nvPr/>
          </p:nvSpPr>
          <p:spPr bwMode="auto">
            <a:xfrm>
              <a:off x="1938" y="2967"/>
              <a:ext cx="12" cy="10"/>
            </a:xfrm>
            <a:custGeom>
              <a:avLst/>
              <a:gdLst>
                <a:gd name="T0" fmla="*/ 0 w 50"/>
                <a:gd name="T1" fmla="*/ 0 h 41"/>
                <a:gd name="T2" fmla="*/ 0 w 50"/>
                <a:gd name="T3" fmla="*/ 0 h 41"/>
                <a:gd name="T4" fmla="*/ 0 w 50"/>
                <a:gd name="T5" fmla="*/ 0 h 41"/>
                <a:gd name="T6" fmla="*/ 0 w 50"/>
                <a:gd name="T7" fmla="*/ 0 h 41"/>
                <a:gd name="T8" fmla="*/ 0 w 50"/>
                <a:gd name="T9" fmla="*/ 0 h 41"/>
                <a:gd name="T10" fmla="*/ 0 w 50"/>
                <a:gd name="T11" fmla="*/ 0 h 41"/>
                <a:gd name="T12" fmla="*/ 0 w 50"/>
                <a:gd name="T13" fmla="*/ 0 h 41"/>
                <a:gd name="T14" fmla="*/ 0 w 50"/>
                <a:gd name="T15" fmla="*/ 0 h 41"/>
                <a:gd name="T16" fmla="*/ 0 w 50"/>
                <a:gd name="T17" fmla="*/ 0 h 41"/>
                <a:gd name="T18" fmla="*/ 0 w 50"/>
                <a:gd name="T19" fmla="*/ 0 h 41"/>
                <a:gd name="T20" fmla="*/ 0 w 50"/>
                <a:gd name="T21" fmla="*/ 0 h 41"/>
                <a:gd name="T22" fmla="*/ 0 w 50"/>
                <a:gd name="T23" fmla="*/ 0 h 41"/>
                <a:gd name="T24" fmla="*/ 0 w 50"/>
                <a:gd name="T25" fmla="*/ 0 h 41"/>
                <a:gd name="T26" fmla="*/ 0 w 50"/>
                <a:gd name="T27" fmla="*/ 0 h 41"/>
                <a:gd name="T28" fmla="*/ 0 w 50"/>
                <a:gd name="T29" fmla="*/ 0 h 41"/>
                <a:gd name="T30" fmla="*/ 0 w 50"/>
                <a:gd name="T31" fmla="*/ 0 h 41"/>
                <a:gd name="T32" fmla="*/ 0 w 50"/>
                <a:gd name="T33" fmla="*/ 0 h 41"/>
                <a:gd name="T34" fmla="*/ 0 w 50"/>
                <a:gd name="T35" fmla="*/ 0 h 41"/>
                <a:gd name="T36" fmla="*/ 0 w 50"/>
                <a:gd name="T37" fmla="*/ 0 h 41"/>
                <a:gd name="T38" fmla="*/ 0 w 50"/>
                <a:gd name="T39" fmla="*/ 0 h 41"/>
                <a:gd name="T40" fmla="*/ 0 w 50"/>
                <a:gd name="T41" fmla="*/ 0 h 41"/>
                <a:gd name="T42" fmla="*/ 0 w 50"/>
                <a:gd name="T43" fmla="*/ 0 h 41"/>
                <a:gd name="T44" fmla="*/ 0 w 50"/>
                <a:gd name="T45" fmla="*/ 0 h 41"/>
                <a:gd name="T46" fmla="*/ 0 w 50"/>
                <a:gd name="T47" fmla="*/ 0 h 41"/>
                <a:gd name="T48" fmla="*/ 0 w 50"/>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41">
                  <a:moveTo>
                    <a:pt x="17" y="7"/>
                  </a:moveTo>
                  <a:lnTo>
                    <a:pt x="0" y="29"/>
                  </a:lnTo>
                  <a:lnTo>
                    <a:pt x="1" y="32"/>
                  </a:lnTo>
                  <a:lnTo>
                    <a:pt x="4" y="37"/>
                  </a:lnTo>
                  <a:lnTo>
                    <a:pt x="10" y="41"/>
                  </a:lnTo>
                  <a:lnTo>
                    <a:pt x="20" y="41"/>
                  </a:lnTo>
                  <a:lnTo>
                    <a:pt x="26" y="40"/>
                  </a:lnTo>
                  <a:lnTo>
                    <a:pt x="32" y="40"/>
                  </a:lnTo>
                  <a:lnTo>
                    <a:pt x="39" y="40"/>
                  </a:lnTo>
                  <a:lnTo>
                    <a:pt x="44" y="40"/>
                  </a:lnTo>
                  <a:lnTo>
                    <a:pt x="47" y="38"/>
                  </a:lnTo>
                  <a:lnTo>
                    <a:pt x="49" y="36"/>
                  </a:lnTo>
                  <a:lnTo>
                    <a:pt x="50" y="30"/>
                  </a:lnTo>
                  <a:lnTo>
                    <a:pt x="48" y="23"/>
                  </a:lnTo>
                  <a:lnTo>
                    <a:pt x="45" y="15"/>
                  </a:lnTo>
                  <a:lnTo>
                    <a:pt x="43" y="9"/>
                  </a:lnTo>
                  <a:lnTo>
                    <a:pt x="40" y="5"/>
                  </a:lnTo>
                  <a:lnTo>
                    <a:pt x="36" y="1"/>
                  </a:lnTo>
                  <a:lnTo>
                    <a:pt x="33" y="0"/>
                  </a:lnTo>
                  <a:lnTo>
                    <a:pt x="29" y="0"/>
                  </a:lnTo>
                  <a:lnTo>
                    <a:pt x="23" y="3"/>
                  </a:lnTo>
                  <a:lnTo>
                    <a:pt x="17"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99" name="Freeform 598">
              <a:extLst>
                <a:ext uri="{FF2B5EF4-FFF2-40B4-BE49-F238E27FC236}">
                  <a16:creationId xmlns:a16="http://schemas.microsoft.com/office/drawing/2014/main" id="{DF88DBCB-030A-7A27-37E0-13E4711246EF}"/>
                </a:ext>
              </a:extLst>
            </p:cNvPr>
            <p:cNvSpPr>
              <a:spLocks/>
            </p:cNvSpPr>
            <p:nvPr/>
          </p:nvSpPr>
          <p:spPr bwMode="auto">
            <a:xfrm>
              <a:off x="1947" y="2986"/>
              <a:ext cx="7" cy="5"/>
            </a:xfrm>
            <a:custGeom>
              <a:avLst/>
              <a:gdLst>
                <a:gd name="T0" fmla="*/ 0 w 28"/>
                <a:gd name="T1" fmla="*/ 0 h 20"/>
                <a:gd name="T2" fmla="*/ 0 w 28"/>
                <a:gd name="T3" fmla="*/ 0 h 20"/>
                <a:gd name="T4" fmla="*/ 0 w 28"/>
                <a:gd name="T5" fmla="*/ 0 h 20"/>
                <a:gd name="T6" fmla="*/ 0 w 28"/>
                <a:gd name="T7" fmla="*/ 0 h 20"/>
                <a:gd name="T8" fmla="*/ 0 w 28"/>
                <a:gd name="T9" fmla="*/ 0 h 20"/>
                <a:gd name="T10" fmla="*/ 0 w 28"/>
                <a:gd name="T11" fmla="*/ 0 h 20"/>
                <a:gd name="T12" fmla="*/ 0 w 28"/>
                <a:gd name="T13" fmla="*/ 0 h 20"/>
                <a:gd name="T14" fmla="*/ 0 w 28"/>
                <a:gd name="T15" fmla="*/ 0 h 20"/>
                <a:gd name="T16" fmla="*/ 0 w 28"/>
                <a:gd name="T17" fmla="*/ 0 h 20"/>
                <a:gd name="T18" fmla="*/ 0 w 28"/>
                <a:gd name="T19" fmla="*/ 0 h 20"/>
                <a:gd name="T20" fmla="*/ 0 w 28"/>
                <a:gd name="T21" fmla="*/ 0 h 20"/>
                <a:gd name="T22" fmla="*/ 0 w 28"/>
                <a:gd name="T23" fmla="*/ 0 h 20"/>
                <a:gd name="T24" fmla="*/ 0 w 28"/>
                <a:gd name="T25" fmla="*/ 0 h 20"/>
                <a:gd name="T26" fmla="*/ 0 w 28"/>
                <a:gd name="T27" fmla="*/ 0 h 20"/>
                <a:gd name="T28" fmla="*/ 0 w 28"/>
                <a:gd name="T29" fmla="*/ 0 h 20"/>
                <a:gd name="T30" fmla="*/ 0 w 28"/>
                <a:gd name="T31" fmla="*/ 0 h 20"/>
                <a:gd name="T32" fmla="*/ 0 w 28"/>
                <a:gd name="T33" fmla="*/ 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20">
                  <a:moveTo>
                    <a:pt x="15" y="0"/>
                  </a:moveTo>
                  <a:lnTo>
                    <a:pt x="20" y="1"/>
                  </a:lnTo>
                  <a:lnTo>
                    <a:pt x="24" y="3"/>
                  </a:lnTo>
                  <a:lnTo>
                    <a:pt x="27" y="7"/>
                  </a:lnTo>
                  <a:lnTo>
                    <a:pt x="28" y="11"/>
                  </a:lnTo>
                  <a:lnTo>
                    <a:pt x="27" y="15"/>
                  </a:lnTo>
                  <a:lnTo>
                    <a:pt x="24" y="17"/>
                  </a:lnTo>
                  <a:lnTo>
                    <a:pt x="20" y="19"/>
                  </a:lnTo>
                  <a:lnTo>
                    <a:pt x="15" y="20"/>
                  </a:lnTo>
                  <a:lnTo>
                    <a:pt x="9" y="19"/>
                  </a:lnTo>
                  <a:lnTo>
                    <a:pt x="5" y="17"/>
                  </a:lnTo>
                  <a:lnTo>
                    <a:pt x="1" y="15"/>
                  </a:lnTo>
                  <a:lnTo>
                    <a:pt x="0" y="11"/>
                  </a:lnTo>
                  <a:lnTo>
                    <a:pt x="1" y="7"/>
                  </a:lnTo>
                  <a:lnTo>
                    <a:pt x="5" y="3"/>
                  </a:lnTo>
                  <a:lnTo>
                    <a:pt x="9" y="1"/>
                  </a:lnTo>
                  <a:lnTo>
                    <a:pt x="15"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00" name="Freeform 599">
              <a:extLst>
                <a:ext uri="{FF2B5EF4-FFF2-40B4-BE49-F238E27FC236}">
                  <a16:creationId xmlns:a16="http://schemas.microsoft.com/office/drawing/2014/main" id="{028D5EEC-BE61-23B8-ABA4-4084180A4D9E}"/>
                </a:ext>
              </a:extLst>
            </p:cNvPr>
            <p:cNvSpPr>
              <a:spLocks/>
            </p:cNvSpPr>
            <p:nvPr/>
          </p:nvSpPr>
          <p:spPr bwMode="auto">
            <a:xfrm>
              <a:off x="1947" y="2986"/>
              <a:ext cx="7" cy="5"/>
            </a:xfrm>
            <a:custGeom>
              <a:avLst/>
              <a:gdLst>
                <a:gd name="T0" fmla="*/ 0 w 28"/>
                <a:gd name="T1" fmla="*/ 0 h 20"/>
                <a:gd name="T2" fmla="*/ 0 w 28"/>
                <a:gd name="T3" fmla="*/ 0 h 20"/>
                <a:gd name="T4" fmla="*/ 0 w 28"/>
                <a:gd name="T5" fmla="*/ 0 h 20"/>
                <a:gd name="T6" fmla="*/ 0 w 28"/>
                <a:gd name="T7" fmla="*/ 0 h 20"/>
                <a:gd name="T8" fmla="*/ 0 w 28"/>
                <a:gd name="T9" fmla="*/ 0 h 20"/>
                <a:gd name="T10" fmla="*/ 0 w 28"/>
                <a:gd name="T11" fmla="*/ 0 h 20"/>
                <a:gd name="T12" fmla="*/ 0 w 28"/>
                <a:gd name="T13" fmla="*/ 0 h 20"/>
                <a:gd name="T14" fmla="*/ 0 w 28"/>
                <a:gd name="T15" fmla="*/ 0 h 20"/>
                <a:gd name="T16" fmla="*/ 0 w 28"/>
                <a:gd name="T17" fmla="*/ 0 h 20"/>
                <a:gd name="T18" fmla="*/ 0 w 28"/>
                <a:gd name="T19" fmla="*/ 0 h 20"/>
                <a:gd name="T20" fmla="*/ 0 w 28"/>
                <a:gd name="T21" fmla="*/ 0 h 20"/>
                <a:gd name="T22" fmla="*/ 0 w 28"/>
                <a:gd name="T23" fmla="*/ 0 h 20"/>
                <a:gd name="T24" fmla="*/ 0 w 28"/>
                <a:gd name="T25" fmla="*/ 0 h 20"/>
                <a:gd name="T26" fmla="*/ 0 w 28"/>
                <a:gd name="T27" fmla="*/ 0 h 20"/>
                <a:gd name="T28" fmla="*/ 0 w 28"/>
                <a:gd name="T29" fmla="*/ 0 h 20"/>
                <a:gd name="T30" fmla="*/ 0 w 28"/>
                <a:gd name="T31" fmla="*/ 0 h 20"/>
                <a:gd name="T32" fmla="*/ 0 w 28"/>
                <a:gd name="T33" fmla="*/ 0 h 20"/>
                <a:gd name="T34" fmla="*/ 0 w 28"/>
                <a:gd name="T35" fmla="*/ 0 h 20"/>
                <a:gd name="T36" fmla="*/ 0 w 28"/>
                <a:gd name="T37" fmla="*/ 0 h 20"/>
                <a:gd name="T38" fmla="*/ 0 w 28"/>
                <a:gd name="T39" fmla="*/ 0 h 20"/>
                <a:gd name="T40" fmla="*/ 0 w 28"/>
                <a:gd name="T41" fmla="*/ 0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 h="20">
                  <a:moveTo>
                    <a:pt x="15" y="0"/>
                  </a:moveTo>
                  <a:lnTo>
                    <a:pt x="15" y="0"/>
                  </a:lnTo>
                  <a:lnTo>
                    <a:pt x="20" y="1"/>
                  </a:lnTo>
                  <a:lnTo>
                    <a:pt x="24" y="3"/>
                  </a:lnTo>
                  <a:lnTo>
                    <a:pt x="27" y="7"/>
                  </a:lnTo>
                  <a:lnTo>
                    <a:pt x="28" y="11"/>
                  </a:lnTo>
                  <a:lnTo>
                    <a:pt x="27" y="15"/>
                  </a:lnTo>
                  <a:lnTo>
                    <a:pt x="24" y="17"/>
                  </a:lnTo>
                  <a:lnTo>
                    <a:pt x="20" y="19"/>
                  </a:lnTo>
                  <a:lnTo>
                    <a:pt x="15" y="20"/>
                  </a:lnTo>
                  <a:lnTo>
                    <a:pt x="9" y="19"/>
                  </a:lnTo>
                  <a:lnTo>
                    <a:pt x="5" y="17"/>
                  </a:lnTo>
                  <a:lnTo>
                    <a:pt x="1" y="15"/>
                  </a:lnTo>
                  <a:lnTo>
                    <a:pt x="0" y="11"/>
                  </a:lnTo>
                  <a:lnTo>
                    <a:pt x="1" y="7"/>
                  </a:lnTo>
                  <a:lnTo>
                    <a:pt x="5" y="3"/>
                  </a:lnTo>
                  <a:lnTo>
                    <a:pt x="9" y="1"/>
                  </a:lnTo>
                  <a:lnTo>
                    <a:pt x="1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01" name="Freeform 600">
              <a:extLst>
                <a:ext uri="{FF2B5EF4-FFF2-40B4-BE49-F238E27FC236}">
                  <a16:creationId xmlns:a16="http://schemas.microsoft.com/office/drawing/2014/main" id="{8AA819A8-477B-A66B-A1A7-0BF1AEBA10CF}"/>
                </a:ext>
              </a:extLst>
            </p:cNvPr>
            <p:cNvSpPr>
              <a:spLocks/>
            </p:cNvSpPr>
            <p:nvPr/>
          </p:nvSpPr>
          <p:spPr bwMode="auto">
            <a:xfrm>
              <a:off x="2161" y="3014"/>
              <a:ext cx="6" cy="5"/>
            </a:xfrm>
            <a:custGeom>
              <a:avLst/>
              <a:gdLst>
                <a:gd name="T0" fmla="*/ 0 w 22"/>
                <a:gd name="T1" fmla="*/ 0 h 19"/>
                <a:gd name="T2" fmla="*/ 0 w 22"/>
                <a:gd name="T3" fmla="*/ 0 h 19"/>
                <a:gd name="T4" fmla="*/ 0 w 22"/>
                <a:gd name="T5" fmla="*/ 0 h 19"/>
                <a:gd name="T6" fmla="*/ 0 w 22"/>
                <a:gd name="T7" fmla="*/ 0 h 19"/>
                <a:gd name="T8" fmla="*/ 0 w 22"/>
                <a:gd name="T9" fmla="*/ 0 h 19"/>
                <a:gd name="T10" fmla="*/ 0 w 22"/>
                <a:gd name="T11" fmla="*/ 0 h 19"/>
                <a:gd name="T12" fmla="*/ 0 w 22"/>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 h="19">
                  <a:moveTo>
                    <a:pt x="0" y="19"/>
                  </a:moveTo>
                  <a:lnTo>
                    <a:pt x="3" y="0"/>
                  </a:lnTo>
                  <a:lnTo>
                    <a:pt x="22" y="8"/>
                  </a:lnTo>
                  <a:lnTo>
                    <a:pt x="21" y="10"/>
                  </a:lnTo>
                  <a:lnTo>
                    <a:pt x="16" y="13"/>
                  </a:lnTo>
                  <a:lnTo>
                    <a:pt x="9" y="17"/>
                  </a:lnTo>
                  <a:lnTo>
                    <a:pt x="0" y="19"/>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02" name="Freeform 601">
              <a:extLst>
                <a:ext uri="{FF2B5EF4-FFF2-40B4-BE49-F238E27FC236}">
                  <a16:creationId xmlns:a16="http://schemas.microsoft.com/office/drawing/2014/main" id="{D51B6F36-2765-369F-B53C-7752C17E8B45}"/>
                </a:ext>
              </a:extLst>
            </p:cNvPr>
            <p:cNvSpPr>
              <a:spLocks/>
            </p:cNvSpPr>
            <p:nvPr/>
          </p:nvSpPr>
          <p:spPr bwMode="auto">
            <a:xfrm>
              <a:off x="2161" y="3014"/>
              <a:ext cx="6" cy="5"/>
            </a:xfrm>
            <a:custGeom>
              <a:avLst/>
              <a:gdLst>
                <a:gd name="T0" fmla="*/ 0 w 22"/>
                <a:gd name="T1" fmla="*/ 0 h 19"/>
                <a:gd name="T2" fmla="*/ 0 w 22"/>
                <a:gd name="T3" fmla="*/ 0 h 19"/>
                <a:gd name="T4" fmla="*/ 0 w 22"/>
                <a:gd name="T5" fmla="*/ 0 h 19"/>
                <a:gd name="T6" fmla="*/ 0 w 22"/>
                <a:gd name="T7" fmla="*/ 0 h 19"/>
                <a:gd name="T8" fmla="*/ 0 w 22"/>
                <a:gd name="T9" fmla="*/ 0 h 19"/>
                <a:gd name="T10" fmla="*/ 0 w 22"/>
                <a:gd name="T11" fmla="*/ 0 h 19"/>
                <a:gd name="T12" fmla="*/ 0 w 22"/>
                <a:gd name="T13" fmla="*/ 0 h 19"/>
                <a:gd name="T14" fmla="*/ 0 w 22"/>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 h="19">
                  <a:moveTo>
                    <a:pt x="0" y="19"/>
                  </a:moveTo>
                  <a:lnTo>
                    <a:pt x="3" y="0"/>
                  </a:lnTo>
                  <a:lnTo>
                    <a:pt x="22" y="8"/>
                  </a:lnTo>
                  <a:lnTo>
                    <a:pt x="21" y="10"/>
                  </a:lnTo>
                  <a:lnTo>
                    <a:pt x="16" y="13"/>
                  </a:lnTo>
                  <a:lnTo>
                    <a:pt x="9" y="17"/>
                  </a:lnTo>
                  <a:lnTo>
                    <a:pt x="0" y="1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03" name="Freeform 602">
              <a:extLst>
                <a:ext uri="{FF2B5EF4-FFF2-40B4-BE49-F238E27FC236}">
                  <a16:creationId xmlns:a16="http://schemas.microsoft.com/office/drawing/2014/main" id="{6354D50E-A3FF-8827-14B0-1DE7D6732614}"/>
                </a:ext>
              </a:extLst>
            </p:cNvPr>
            <p:cNvSpPr>
              <a:spLocks/>
            </p:cNvSpPr>
            <p:nvPr/>
          </p:nvSpPr>
          <p:spPr bwMode="auto">
            <a:xfrm>
              <a:off x="2222" y="2986"/>
              <a:ext cx="7" cy="7"/>
            </a:xfrm>
            <a:custGeom>
              <a:avLst/>
              <a:gdLst>
                <a:gd name="T0" fmla="*/ 0 w 28"/>
                <a:gd name="T1" fmla="*/ 0 h 31"/>
                <a:gd name="T2" fmla="*/ 0 w 28"/>
                <a:gd name="T3" fmla="*/ 0 h 31"/>
                <a:gd name="T4" fmla="*/ 0 w 28"/>
                <a:gd name="T5" fmla="*/ 0 h 31"/>
                <a:gd name="T6" fmla="*/ 0 w 28"/>
                <a:gd name="T7" fmla="*/ 0 h 31"/>
                <a:gd name="T8" fmla="*/ 0 w 28"/>
                <a:gd name="T9" fmla="*/ 0 h 31"/>
                <a:gd name="T10" fmla="*/ 0 w 28"/>
                <a:gd name="T11" fmla="*/ 0 h 31"/>
                <a:gd name="T12" fmla="*/ 0 w 28"/>
                <a:gd name="T13" fmla="*/ 0 h 31"/>
                <a:gd name="T14" fmla="*/ 0 w 28"/>
                <a:gd name="T15" fmla="*/ 0 h 31"/>
                <a:gd name="T16" fmla="*/ 0 w 28"/>
                <a:gd name="T17" fmla="*/ 0 h 31"/>
                <a:gd name="T18" fmla="*/ 0 w 28"/>
                <a:gd name="T19" fmla="*/ 0 h 31"/>
                <a:gd name="T20" fmla="*/ 0 w 28"/>
                <a:gd name="T21" fmla="*/ 0 h 31"/>
                <a:gd name="T22" fmla="*/ 0 w 28"/>
                <a:gd name="T23" fmla="*/ 0 h 31"/>
                <a:gd name="T24" fmla="*/ 0 w 28"/>
                <a:gd name="T25" fmla="*/ 0 h 31"/>
                <a:gd name="T26" fmla="*/ 0 w 28"/>
                <a:gd name="T27" fmla="*/ 0 h 31"/>
                <a:gd name="T28" fmla="*/ 0 w 28"/>
                <a:gd name="T29" fmla="*/ 0 h 31"/>
                <a:gd name="T30" fmla="*/ 0 w 28"/>
                <a:gd name="T31" fmla="*/ 0 h 31"/>
                <a:gd name="T32" fmla="*/ 0 w 28"/>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31">
                  <a:moveTo>
                    <a:pt x="28" y="5"/>
                  </a:moveTo>
                  <a:lnTo>
                    <a:pt x="28" y="10"/>
                  </a:lnTo>
                  <a:lnTo>
                    <a:pt x="25" y="14"/>
                  </a:lnTo>
                  <a:lnTo>
                    <a:pt x="20" y="18"/>
                  </a:lnTo>
                  <a:lnTo>
                    <a:pt x="14" y="22"/>
                  </a:lnTo>
                  <a:lnTo>
                    <a:pt x="8" y="25"/>
                  </a:lnTo>
                  <a:lnTo>
                    <a:pt x="4" y="28"/>
                  </a:lnTo>
                  <a:lnTo>
                    <a:pt x="3" y="30"/>
                  </a:lnTo>
                  <a:lnTo>
                    <a:pt x="6" y="31"/>
                  </a:lnTo>
                  <a:lnTo>
                    <a:pt x="1" y="27"/>
                  </a:lnTo>
                  <a:lnTo>
                    <a:pt x="0" y="22"/>
                  </a:lnTo>
                  <a:lnTo>
                    <a:pt x="2" y="16"/>
                  </a:lnTo>
                  <a:lnTo>
                    <a:pt x="6" y="9"/>
                  </a:lnTo>
                  <a:lnTo>
                    <a:pt x="12" y="3"/>
                  </a:lnTo>
                  <a:lnTo>
                    <a:pt x="18" y="0"/>
                  </a:lnTo>
                  <a:lnTo>
                    <a:pt x="23" y="1"/>
                  </a:lnTo>
                  <a:lnTo>
                    <a:pt x="28" y="5"/>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04" name="Freeform 603">
              <a:extLst>
                <a:ext uri="{FF2B5EF4-FFF2-40B4-BE49-F238E27FC236}">
                  <a16:creationId xmlns:a16="http://schemas.microsoft.com/office/drawing/2014/main" id="{2C3AA082-79D6-5F3A-1FE8-5860D4D9FBCA}"/>
                </a:ext>
              </a:extLst>
            </p:cNvPr>
            <p:cNvSpPr>
              <a:spLocks/>
            </p:cNvSpPr>
            <p:nvPr/>
          </p:nvSpPr>
          <p:spPr bwMode="auto">
            <a:xfrm>
              <a:off x="2222" y="2986"/>
              <a:ext cx="7" cy="7"/>
            </a:xfrm>
            <a:custGeom>
              <a:avLst/>
              <a:gdLst>
                <a:gd name="T0" fmla="*/ 0 w 28"/>
                <a:gd name="T1" fmla="*/ 0 h 31"/>
                <a:gd name="T2" fmla="*/ 0 w 28"/>
                <a:gd name="T3" fmla="*/ 0 h 31"/>
                <a:gd name="T4" fmla="*/ 0 w 28"/>
                <a:gd name="T5" fmla="*/ 0 h 31"/>
                <a:gd name="T6" fmla="*/ 0 w 28"/>
                <a:gd name="T7" fmla="*/ 0 h 31"/>
                <a:gd name="T8" fmla="*/ 0 w 28"/>
                <a:gd name="T9" fmla="*/ 0 h 31"/>
                <a:gd name="T10" fmla="*/ 0 w 28"/>
                <a:gd name="T11" fmla="*/ 0 h 31"/>
                <a:gd name="T12" fmla="*/ 0 w 28"/>
                <a:gd name="T13" fmla="*/ 0 h 31"/>
                <a:gd name="T14" fmla="*/ 0 w 28"/>
                <a:gd name="T15" fmla="*/ 0 h 31"/>
                <a:gd name="T16" fmla="*/ 0 w 28"/>
                <a:gd name="T17" fmla="*/ 0 h 31"/>
                <a:gd name="T18" fmla="*/ 0 w 28"/>
                <a:gd name="T19" fmla="*/ 0 h 31"/>
                <a:gd name="T20" fmla="*/ 0 w 28"/>
                <a:gd name="T21" fmla="*/ 0 h 31"/>
                <a:gd name="T22" fmla="*/ 0 w 28"/>
                <a:gd name="T23" fmla="*/ 0 h 31"/>
                <a:gd name="T24" fmla="*/ 0 w 28"/>
                <a:gd name="T25" fmla="*/ 0 h 31"/>
                <a:gd name="T26" fmla="*/ 0 w 28"/>
                <a:gd name="T27" fmla="*/ 0 h 31"/>
                <a:gd name="T28" fmla="*/ 0 w 28"/>
                <a:gd name="T29" fmla="*/ 0 h 31"/>
                <a:gd name="T30" fmla="*/ 0 w 28"/>
                <a:gd name="T31" fmla="*/ 0 h 31"/>
                <a:gd name="T32" fmla="*/ 0 w 28"/>
                <a:gd name="T33" fmla="*/ 0 h 31"/>
                <a:gd name="T34" fmla="*/ 0 w 28"/>
                <a:gd name="T35" fmla="*/ 0 h 31"/>
                <a:gd name="T36" fmla="*/ 0 w 28"/>
                <a:gd name="T37" fmla="*/ 0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8" h="31">
                  <a:moveTo>
                    <a:pt x="28" y="5"/>
                  </a:moveTo>
                  <a:lnTo>
                    <a:pt x="28" y="5"/>
                  </a:lnTo>
                  <a:lnTo>
                    <a:pt x="28" y="10"/>
                  </a:lnTo>
                  <a:lnTo>
                    <a:pt x="25" y="14"/>
                  </a:lnTo>
                  <a:lnTo>
                    <a:pt x="20" y="18"/>
                  </a:lnTo>
                  <a:lnTo>
                    <a:pt x="14" y="22"/>
                  </a:lnTo>
                  <a:lnTo>
                    <a:pt x="8" y="25"/>
                  </a:lnTo>
                  <a:lnTo>
                    <a:pt x="4" y="28"/>
                  </a:lnTo>
                  <a:lnTo>
                    <a:pt x="3" y="30"/>
                  </a:lnTo>
                  <a:lnTo>
                    <a:pt x="6" y="31"/>
                  </a:lnTo>
                  <a:lnTo>
                    <a:pt x="1" y="27"/>
                  </a:lnTo>
                  <a:lnTo>
                    <a:pt x="0" y="22"/>
                  </a:lnTo>
                  <a:lnTo>
                    <a:pt x="2" y="16"/>
                  </a:lnTo>
                  <a:lnTo>
                    <a:pt x="6" y="9"/>
                  </a:lnTo>
                  <a:lnTo>
                    <a:pt x="12" y="3"/>
                  </a:lnTo>
                  <a:lnTo>
                    <a:pt x="18" y="0"/>
                  </a:lnTo>
                  <a:lnTo>
                    <a:pt x="23" y="1"/>
                  </a:lnTo>
                  <a:lnTo>
                    <a:pt x="28" y="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05" name="Freeform 604">
              <a:extLst>
                <a:ext uri="{FF2B5EF4-FFF2-40B4-BE49-F238E27FC236}">
                  <a16:creationId xmlns:a16="http://schemas.microsoft.com/office/drawing/2014/main" id="{B48CBFD4-731A-B76D-DF39-8C58C7E8A039}"/>
                </a:ext>
              </a:extLst>
            </p:cNvPr>
            <p:cNvSpPr>
              <a:spLocks/>
            </p:cNvSpPr>
            <p:nvPr/>
          </p:nvSpPr>
          <p:spPr bwMode="auto">
            <a:xfrm>
              <a:off x="2295" y="3650"/>
              <a:ext cx="363" cy="344"/>
            </a:xfrm>
            <a:custGeom>
              <a:avLst/>
              <a:gdLst>
                <a:gd name="T0" fmla="*/ 0 w 1452"/>
                <a:gd name="T1" fmla="*/ 0 h 1377"/>
                <a:gd name="T2" fmla="*/ 0 w 1452"/>
                <a:gd name="T3" fmla="*/ 0 h 1377"/>
                <a:gd name="T4" fmla="*/ 0 w 1452"/>
                <a:gd name="T5" fmla="*/ 0 h 1377"/>
                <a:gd name="T6" fmla="*/ 0 w 1452"/>
                <a:gd name="T7" fmla="*/ 0 h 1377"/>
                <a:gd name="T8" fmla="*/ 0 w 1452"/>
                <a:gd name="T9" fmla="*/ 0 h 1377"/>
                <a:gd name="T10" fmla="*/ 0 w 1452"/>
                <a:gd name="T11" fmla="*/ 0 h 1377"/>
                <a:gd name="T12" fmla="*/ 0 w 1452"/>
                <a:gd name="T13" fmla="*/ 0 h 1377"/>
                <a:gd name="T14" fmla="*/ 0 w 1452"/>
                <a:gd name="T15" fmla="*/ 0 h 1377"/>
                <a:gd name="T16" fmla="*/ 0 w 1452"/>
                <a:gd name="T17" fmla="*/ 0 h 1377"/>
                <a:gd name="T18" fmla="*/ 0 w 1452"/>
                <a:gd name="T19" fmla="*/ 0 h 1377"/>
                <a:gd name="T20" fmla="*/ 0 w 1452"/>
                <a:gd name="T21" fmla="*/ 0 h 1377"/>
                <a:gd name="T22" fmla="*/ 0 w 1452"/>
                <a:gd name="T23" fmla="*/ 0 h 1377"/>
                <a:gd name="T24" fmla="*/ 0 w 1452"/>
                <a:gd name="T25" fmla="*/ 0 h 1377"/>
                <a:gd name="T26" fmla="*/ 0 w 1452"/>
                <a:gd name="T27" fmla="*/ 0 h 1377"/>
                <a:gd name="T28" fmla="*/ 0 w 1452"/>
                <a:gd name="T29" fmla="*/ 0 h 1377"/>
                <a:gd name="T30" fmla="*/ 0 w 1452"/>
                <a:gd name="T31" fmla="*/ 0 h 1377"/>
                <a:gd name="T32" fmla="*/ 0 w 1452"/>
                <a:gd name="T33" fmla="*/ 0 h 1377"/>
                <a:gd name="T34" fmla="*/ 0 w 1452"/>
                <a:gd name="T35" fmla="*/ 0 h 1377"/>
                <a:gd name="T36" fmla="*/ 0 w 1452"/>
                <a:gd name="T37" fmla="*/ 0 h 1377"/>
                <a:gd name="T38" fmla="*/ 0 w 1452"/>
                <a:gd name="T39" fmla="*/ 0 h 1377"/>
                <a:gd name="T40" fmla="*/ 0 w 1452"/>
                <a:gd name="T41" fmla="*/ 0 h 1377"/>
                <a:gd name="T42" fmla="*/ 0 w 1452"/>
                <a:gd name="T43" fmla="*/ 0 h 1377"/>
                <a:gd name="T44" fmla="*/ 0 w 1452"/>
                <a:gd name="T45" fmla="*/ 0 h 1377"/>
                <a:gd name="T46" fmla="*/ 0 w 1452"/>
                <a:gd name="T47" fmla="*/ 0 h 1377"/>
                <a:gd name="T48" fmla="*/ 0 w 1452"/>
                <a:gd name="T49" fmla="*/ 0 h 1377"/>
                <a:gd name="T50" fmla="*/ 0 w 1452"/>
                <a:gd name="T51" fmla="*/ 0 h 1377"/>
                <a:gd name="T52" fmla="*/ 0 w 1452"/>
                <a:gd name="T53" fmla="*/ 0 h 1377"/>
                <a:gd name="T54" fmla="*/ 0 w 1452"/>
                <a:gd name="T55" fmla="*/ 0 h 1377"/>
                <a:gd name="T56" fmla="*/ 0 w 1452"/>
                <a:gd name="T57" fmla="*/ 0 h 1377"/>
                <a:gd name="T58" fmla="*/ 0 w 1452"/>
                <a:gd name="T59" fmla="*/ 0 h 1377"/>
                <a:gd name="T60" fmla="*/ 0 w 1452"/>
                <a:gd name="T61" fmla="*/ 0 h 1377"/>
                <a:gd name="T62" fmla="*/ 0 w 1452"/>
                <a:gd name="T63" fmla="*/ 0 h 1377"/>
                <a:gd name="T64" fmla="*/ 0 w 1452"/>
                <a:gd name="T65" fmla="*/ 0 h 1377"/>
                <a:gd name="T66" fmla="*/ 0 w 1452"/>
                <a:gd name="T67" fmla="*/ 0 h 1377"/>
                <a:gd name="T68" fmla="*/ 0 w 1452"/>
                <a:gd name="T69" fmla="*/ 0 h 1377"/>
                <a:gd name="T70" fmla="*/ 0 w 1452"/>
                <a:gd name="T71" fmla="*/ 0 h 1377"/>
                <a:gd name="T72" fmla="*/ 0 w 1452"/>
                <a:gd name="T73" fmla="*/ 0 h 1377"/>
                <a:gd name="T74" fmla="*/ 0 w 1452"/>
                <a:gd name="T75" fmla="*/ 0 h 1377"/>
                <a:gd name="T76" fmla="*/ 0 w 1452"/>
                <a:gd name="T77" fmla="*/ 0 h 1377"/>
                <a:gd name="T78" fmla="*/ 0 w 1452"/>
                <a:gd name="T79" fmla="*/ 0 h 1377"/>
                <a:gd name="T80" fmla="*/ 0 w 1452"/>
                <a:gd name="T81" fmla="*/ 0 h 1377"/>
                <a:gd name="T82" fmla="*/ 0 w 1452"/>
                <a:gd name="T83" fmla="*/ 0 h 1377"/>
                <a:gd name="T84" fmla="*/ 0 w 1452"/>
                <a:gd name="T85" fmla="*/ 0 h 1377"/>
                <a:gd name="T86" fmla="*/ 0 w 1452"/>
                <a:gd name="T87" fmla="*/ 0 h 1377"/>
                <a:gd name="T88" fmla="*/ 0 w 1452"/>
                <a:gd name="T89" fmla="*/ 0 h 1377"/>
                <a:gd name="T90" fmla="*/ 0 w 1452"/>
                <a:gd name="T91" fmla="*/ 0 h 1377"/>
                <a:gd name="T92" fmla="*/ 0 w 1452"/>
                <a:gd name="T93" fmla="*/ 0 h 1377"/>
                <a:gd name="T94" fmla="*/ 0 w 1452"/>
                <a:gd name="T95" fmla="*/ 0 h 1377"/>
                <a:gd name="T96" fmla="*/ 0 w 1452"/>
                <a:gd name="T97" fmla="*/ 0 h 1377"/>
                <a:gd name="T98" fmla="*/ 0 w 1452"/>
                <a:gd name="T99" fmla="*/ 0 h 1377"/>
                <a:gd name="T100" fmla="*/ 0 w 1452"/>
                <a:gd name="T101" fmla="*/ 0 h 1377"/>
                <a:gd name="T102" fmla="*/ 0 w 1452"/>
                <a:gd name="T103" fmla="*/ 0 h 1377"/>
                <a:gd name="T104" fmla="*/ 0 w 1452"/>
                <a:gd name="T105" fmla="*/ 0 h 1377"/>
                <a:gd name="T106" fmla="*/ 0 w 1452"/>
                <a:gd name="T107" fmla="*/ 0 h 1377"/>
                <a:gd name="T108" fmla="*/ 0 w 1452"/>
                <a:gd name="T109" fmla="*/ 0 h 1377"/>
                <a:gd name="T110" fmla="*/ 0 w 1452"/>
                <a:gd name="T111" fmla="*/ 0 h 1377"/>
                <a:gd name="T112" fmla="*/ 0 w 1452"/>
                <a:gd name="T113" fmla="*/ 0 h 1377"/>
                <a:gd name="T114" fmla="*/ 0 w 1452"/>
                <a:gd name="T115" fmla="*/ 0 h 1377"/>
                <a:gd name="T116" fmla="*/ 0 w 1452"/>
                <a:gd name="T117" fmla="*/ 0 h 1377"/>
                <a:gd name="T118" fmla="*/ 0 w 1452"/>
                <a:gd name="T119" fmla="*/ 0 h 1377"/>
                <a:gd name="T120" fmla="*/ 0 w 1452"/>
                <a:gd name="T121" fmla="*/ 0 h 13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52" h="1377">
                  <a:moveTo>
                    <a:pt x="1248" y="208"/>
                  </a:moveTo>
                  <a:lnTo>
                    <a:pt x="1256" y="218"/>
                  </a:lnTo>
                  <a:lnTo>
                    <a:pt x="1262" y="227"/>
                  </a:lnTo>
                  <a:lnTo>
                    <a:pt x="1269" y="236"/>
                  </a:lnTo>
                  <a:lnTo>
                    <a:pt x="1274" y="245"/>
                  </a:lnTo>
                  <a:lnTo>
                    <a:pt x="1279" y="253"/>
                  </a:lnTo>
                  <a:lnTo>
                    <a:pt x="1283" y="262"/>
                  </a:lnTo>
                  <a:lnTo>
                    <a:pt x="1286" y="270"/>
                  </a:lnTo>
                  <a:lnTo>
                    <a:pt x="1287" y="277"/>
                  </a:lnTo>
                  <a:lnTo>
                    <a:pt x="1288" y="290"/>
                  </a:lnTo>
                  <a:lnTo>
                    <a:pt x="1288" y="304"/>
                  </a:lnTo>
                  <a:lnTo>
                    <a:pt x="1289" y="318"/>
                  </a:lnTo>
                  <a:lnTo>
                    <a:pt x="1290" y="330"/>
                  </a:lnTo>
                  <a:lnTo>
                    <a:pt x="1290" y="340"/>
                  </a:lnTo>
                  <a:lnTo>
                    <a:pt x="1291" y="349"/>
                  </a:lnTo>
                  <a:lnTo>
                    <a:pt x="1291" y="354"/>
                  </a:lnTo>
                  <a:lnTo>
                    <a:pt x="1291" y="356"/>
                  </a:lnTo>
                  <a:lnTo>
                    <a:pt x="1353" y="401"/>
                  </a:lnTo>
                  <a:lnTo>
                    <a:pt x="1353" y="402"/>
                  </a:lnTo>
                  <a:lnTo>
                    <a:pt x="1351" y="404"/>
                  </a:lnTo>
                  <a:lnTo>
                    <a:pt x="1353" y="408"/>
                  </a:lnTo>
                  <a:lnTo>
                    <a:pt x="1354" y="413"/>
                  </a:lnTo>
                  <a:lnTo>
                    <a:pt x="1356" y="422"/>
                  </a:lnTo>
                  <a:lnTo>
                    <a:pt x="1359" y="433"/>
                  </a:lnTo>
                  <a:lnTo>
                    <a:pt x="1363" y="446"/>
                  </a:lnTo>
                  <a:lnTo>
                    <a:pt x="1368" y="458"/>
                  </a:lnTo>
                  <a:lnTo>
                    <a:pt x="1373" y="467"/>
                  </a:lnTo>
                  <a:lnTo>
                    <a:pt x="1378" y="474"/>
                  </a:lnTo>
                  <a:lnTo>
                    <a:pt x="1383" y="479"/>
                  </a:lnTo>
                  <a:lnTo>
                    <a:pt x="1387" y="482"/>
                  </a:lnTo>
                  <a:lnTo>
                    <a:pt x="1390" y="486"/>
                  </a:lnTo>
                  <a:lnTo>
                    <a:pt x="1392" y="491"/>
                  </a:lnTo>
                  <a:lnTo>
                    <a:pt x="1393" y="497"/>
                  </a:lnTo>
                  <a:lnTo>
                    <a:pt x="1394" y="504"/>
                  </a:lnTo>
                  <a:lnTo>
                    <a:pt x="1396" y="512"/>
                  </a:lnTo>
                  <a:lnTo>
                    <a:pt x="1399" y="522"/>
                  </a:lnTo>
                  <a:lnTo>
                    <a:pt x="1404" y="531"/>
                  </a:lnTo>
                  <a:lnTo>
                    <a:pt x="1407" y="540"/>
                  </a:lnTo>
                  <a:lnTo>
                    <a:pt x="1409" y="549"/>
                  </a:lnTo>
                  <a:lnTo>
                    <a:pt x="1410" y="557"/>
                  </a:lnTo>
                  <a:lnTo>
                    <a:pt x="1410" y="564"/>
                  </a:lnTo>
                  <a:lnTo>
                    <a:pt x="1410" y="569"/>
                  </a:lnTo>
                  <a:lnTo>
                    <a:pt x="1411" y="574"/>
                  </a:lnTo>
                  <a:lnTo>
                    <a:pt x="1414" y="580"/>
                  </a:lnTo>
                  <a:lnTo>
                    <a:pt x="1417" y="586"/>
                  </a:lnTo>
                  <a:lnTo>
                    <a:pt x="1422" y="594"/>
                  </a:lnTo>
                  <a:lnTo>
                    <a:pt x="1427" y="601"/>
                  </a:lnTo>
                  <a:lnTo>
                    <a:pt x="1432" y="609"/>
                  </a:lnTo>
                  <a:lnTo>
                    <a:pt x="1438" y="616"/>
                  </a:lnTo>
                  <a:lnTo>
                    <a:pt x="1419" y="623"/>
                  </a:lnTo>
                  <a:lnTo>
                    <a:pt x="1396" y="633"/>
                  </a:lnTo>
                  <a:lnTo>
                    <a:pt x="1372" y="646"/>
                  </a:lnTo>
                  <a:lnTo>
                    <a:pt x="1348" y="661"/>
                  </a:lnTo>
                  <a:lnTo>
                    <a:pt x="1329" y="677"/>
                  </a:lnTo>
                  <a:lnTo>
                    <a:pt x="1317" y="693"/>
                  </a:lnTo>
                  <a:lnTo>
                    <a:pt x="1314" y="708"/>
                  </a:lnTo>
                  <a:lnTo>
                    <a:pt x="1322" y="722"/>
                  </a:lnTo>
                  <a:lnTo>
                    <a:pt x="1328" y="731"/>
                  </a:lnTo>
                  <a:lnTo>
                    <a:pt x="1335" y="741"/>
                  </a:lnTo>
                  <a:lnTo>
                    <a:pt x="1343" y="752"/>
                  </a:lnTo>
                  <a:lnTo>
                    <a:pt x="1354" y="761"/>
                  </a:lnTo>
                  <a:lnTo>
                    <a:pt x="1365" y="768"/>
                  </a:lnTo>
                  <a:lnTo>
                    <a:pt x="1378" y="773"/>
                  </a:lnTo>
                  <a:lnTo>
                    <a:pt x="1393" y="771"/>
                  </a:lnTo>
                  <a:lnTo>
                    <a:pt x="1411" y="761"/>
                  </a:lnTo>
                  <a:lnTo>
                    <a:pt x="1418" y="762"/>
                  </a:lnTo>
                  <a:lnTo>
                    <a:pt x="1427" y="767"/>
                  </a:lnTo>
                  <a:lnTo>
                    <a:pt x="1435" y="774"/>
                  </a:lnTo>
                  <a:lnTo>
                    <a:pt x="1443" y="783"/>
                  </a:lnTo>
                  <a:lnTo>
                    <a:pt x="1449" y="793"/>
                  </a:lnTo>
                  <a:lnTo>
                    <a:pt x="1452" y="805"/>
                  </a:lnTo>
                  <a:lnTo>
                    <a:pt x="1449" y="818"/>
                  </a:lnTo>
                  <a:lnTo>
                    <a:pt x="1442" y="832"/>
                  </a:lnTo>
                  <a:lnTo>
                    <a:pt x="1434" y="844"/>
                  </a:lnTo>
                  <a:lnTo>
                    <a:pt x="1431" y="855"/>
                  </a:lnTo>
                  <a:lnTo>
                    <a:pt x="1429" y="863"/>
                  </a:lnTo>
                  <a:lnTo>
                    <a:pt x="1429" y="871"/>
                  </a:lnTo>
                  <a:lnTo>
                    <a:pt x="1428" y="877"/>
                  </a:lnTo>
                  <a:lnTo>
                    <a:pt x="1425" y="881"/>
                  </a:lnTo>
                  <a:lnTo>
                    <a:pt x="1419" y="885"/>
                  </a:lnTo>
                  <a:lnTo>
                    <a:pt x="1407" y="888"/>
                  </a:lnTo>
                  <a:lnTo>
                    <a:pt x="1392" y="890"/>
                  </a:lnTo>
                  <a:lnTo>
                    <a:pt x="1379" y="889"/>
                  </a:lnTo>
                  <a:lnTo>
                    <a:pt x="1367" y="887"/>
                  </a:lnTo>
                  <a:lnTo>
                    <a:pt x="1356" y="886"/>
                  </a:lnTo>
                  <a:lnTo>
                    <a:pt x="1346" y="885"/>
                  </a:lnTo>
                  <a:lnTo>
                    <a:pt x="1338" y="885"/>
                  </a:lnTo>
                  <a:lnTo>
                    <a:pt x="1332" y="889"/>
                  </a:lnTo>
                  <a:lnTo>
                    <a:pt x="1328" y="896"/>
                  </a:lnTo>
                  <a:lnTo>
                    <a:pt x="1326" y="907"/>
                  </a:lnTo>
                  <a:lnTo>
                    <a:pt x="1327" y="921"/>
                  </a:lnTo>
                  <a:lnTo>
                    <a:pt x="1328" y="936"/>
                  </a:lnTo>
                  <a:lnTo>
                    <a:pt x="1330" y="950"/>
                  </a:lnTo>
                  <a:lnTo>
                    <a:pt x="1331" y="964"/>
                  </a:lnTo>
                  <a:lnTo>
                    <a:pt x="1330" y="975"/>
                  </a:lnTo>
                  <a:lnTo>
                    <a:pt x="1326" y="982"/>
                  </a:lnTo>
                  <a:lnTo>
                    <a:pt x="1317" y="984"/>
                  </a:lnTo>
                  <a:lnTo>
                    <a:pt x="1306" y="984"/>
                  </a:lnTo>
                  <a:lnTo>
                    <a:pt x="1294" y="984"/>
                  </a:lnTo>
                  <a:lnTo>
                    <a:pt x="1284" y="985"/>
                  </a:lnTo>
                  <a:lnTo>
                    <a:pt x="1275" y="985"/>
                  </a:lnTo>
                  <a:lnTo>
                    <a:pt x="1266" y="984"/>
                  </a:lnTo>
                  <a:lnTo>
                    <a:pt x="1258" y="981"/>
                  </a:lnTo>
                  <a:lnTo>
                    <a:pt x="1249" y="976"/>
                  </a:lnTo>
                  <a:lnTo>
                    <a:pt x="1243" y="966"/>
                  </a:lnTo>
                  <a:lnTo>
                    <a:pt x="1240" y="956"/>
                  </a:lnTo>
                  <a:lnTo>
                    <a:pt x="1240" y="946"/>
                  </a:lnTo>
                  <a:lnTo>
                    <a:pt x="1244" y="937"/>
                  </a:lnTo>
                  <a:lnTo>
                    <a:pt x="1251" y="929"/>
                  </a:lnTo>
                  <a:lnTo>
                    <a:pt x="1259" y="922"/>
                  </a:lnTo>
                  <a:lnTo>
                    <a:pt x="1266" y="914"/>
                  </a:lnTo>
                  <a:lnTo>
                    <a:pt x="1272" y="908"/>
                  </a:lnTo>
                  <a:lnTo>
                    <a:pt x="1275" y="902"/>
                  </a:lnTo>
                  <a:lnTo>
                    <a:pt x="1275" y="897"/>
                  </a:lnTo>
                  <a:lnTo>
                    <a:pt x="1273" y="892"/>
                  </a:lnTo>
                  <a:lnTo>
                    <a:pt x="1268" y="887"/>
                  </a:lnTo>
                  <a:lnTo>
                    <a:pt x="1263" y="883"/>
                  </a:lnTo>
                  <a:lnTo>
                    <a:pt x="1257" y="879"/>
                  </a:lnTo>
                  <a:lnTo>
                    <a:pt x="1251" y="876"/>
                  </a:lnTo>
                  <a:lnTo>
                    <a:pt x="1247" y="875"/>
                  </a:lnTo>
                  <a:lnTo>
                    <a:pt x="1246" y="874"/>
                  </a:lnTo>
                  <a:lnTo>
                    <a:pt x="1253" y="824"/>
                  </a:lnTo>
                  <a:lnTo>
                    <a:pt x="1254" y="823"/>
                  </a:lnTo>
                  <a:lnTo>
                    <a:pt x="1256" y="819"/>
                  </a:lnTo>
                  <a:lnTo>
                    <a:pt x="1258" y="814"/>
                  </a:lnTo>
                  <a:lnTo>
                    <a:pt x="1260" y="809"/>
                  </a:lnTo>
                  <a:lnTo>
                    <a:pt x="1260" y="803"/>
                  </a:lnTo>
                  <a:lnTo>
                    <a:pt x="1258" y="798"/>
                  </a:lnTo>
                  <a:lnTo>
                    <a:pt x="1251" y="794"/>
                  </a:lnTo>
                  <a:lnTo>
                    <a:pt x="1241" y="792"/>
                  </a:lnTo>
                  <a:lnTo>
                    <a:pt x="1231" y="790"/>
                  </a:lnTo>
                  <a:lnTo>
                    <a:pt x="1224" y="787"/>
                  </a:lnTo>
                  <a:lnTo>
                    <a:pt x="1220" y="783"/>
                  </a:lnTo>
                  <a:lnTo>
                    <a:pt x="1219" y="778"/>
                  </a:lnTo>
                  <a:lnTo>
                    <a:pt x="1219" y="774"/>
                  </a:lnTo>
                  <a:lnTo>
                    <a:pt x="1219" y="769"/>
                  </a:lnTo>
                  <a:lnTo>
                    <a:pt x="1221" y="767"/>
                  </a:lnTo>
                  <a:lnTo>
                    <a:pt x="1221" y="766"/>
                  </a:lnTo>
                  <a:lnTo>
                    <a:pt x="1220" y="764"/>
                  </a:lnTo>
                  <a:lnTo>
                    <a:pt x="1219" y="759"/>
                  </a:lnTo>
                  <a:lnTo>
                    <a:pt x="1216" y="751"/>
                  </a:lnTo>
                  <a:lnTo>
                    <a:pt x="1212" y="744"/>
                  </a:lnTo>
                  <a:lnTo>
                    <a:pt x="1208" y="737"/>
                  </a:lnTo>
                  <a:lnTo>
                    <a:pt x="1201" y="733"/>
                  </a:lnTo>
                  <a:lnTo>
                    <a:pt x="1194" y="732"/>
                  </a:lnTo>
                  <a:lnTo>
                    <a:pt x="1187" y="736"/>
                  </a:lnTo>
                  <a:lnTo>
                    <a:pt x="1179" y="744"/>
                  </a:lnTo>
                  <a:lnTo>
                    <a:pt x="1171" y="753"/>
                  </a:lnTo>
                  <a:lnTo>
                    <a:pt x="1163" y="762"/>
                  </a:lnTo>
                  <a:lnTo>
                    <a:pt x="1155" y="772"/>
                  </a:lnTo>
                  <a:lnTo>
                    <a:pt x="1144" y="780"/>
                  </a:lnTo>
                  <a:lnTo>
                    <a:pt x="1135" y="786"/>
                  </a:lnTo>
                  <a:lnTo>
                    <a:pt x="1124" y="790"/>
                  </a:lnTo>
                  <a:lnTo>
                    <a:pt x="1112" y="792"/>
                  </a:lnTo>
                  <a:lnTo>
                    <a:pt x="1100" y="794"/>
                  </a:lnTo>
                  <a:lnTo>
                    <a:pt x="1093" y="798"/>
                  </a:lnTo>
                  <a:lnTo>
                    <a:pt x="1089" y="805"/>
                  </a:lnTo>
                  <a:lnTo>
                    <a:pt x="1087" y="812"/>
                  </a:lnTo>
                  <a:lnTo>
                    <a:pt x="1087" y="822"/>
                  </a:lnTo>
                  <a:lnTo>
                    <a:pt x="1088" y="831"/>
                  </a:lnTo>
                  <a:lnTo>
                    <a:pt x="1091" y="839"/>
                  </a:lnTo>
                  <a:lnTo>
                    <a:pt x="1095" y="846"/>
                  </a:lnTo>
                  <a:lnTo>
                    <a:pt x="1098" y="852"/>
                  </a:lnTo>
                  <a:lnTo>
                    <a:pt x="1099" y="860"/>
                  </a:lnTo>
                  <a:lnTo>
                    <a:pt x="1099" y="867"/>
                  </a:lnTo>
                  <a:lnTo>
                    <a:pt x="1099" y="876"/>
                  </a:lnTo>
                  <a:lnTo>
                    <a:pt x="1098" y="883"/>
                  </a:lnTo>
                  <a:lnTo>
                    <a:pt x="1099" y="890"/>
                  </a:lnTo>
                  <a:lnTo>
                    <a:pt x="1101" y="897"/>
                  </a:lnTo>
                  <a:lnTo>
                    <a:pt x="1107" y="902"/>
                  </a:lnTo>
                  <a:lnTo>
                    <a:pt x="1112" y="908"/>
                  </a:lnTo>
                  <a:lnTo>
                    <a:pt x="1115" y="914"/>
                  </a:lnTo>
                  <a:lnTo>
                    <a:pt x="1116" y="922"/>
                  </a:lnTo>
                  <a:lnTo>
                    <a:pt x="1117" y="929"/>
                  </a:lnTo>
                  <a:lnTo>
                    <a:pt x="1118" y="936"/>
                  </a:lnTo>
                  <a:lnTo>
                    <a:pt x="1119" y="941"/>
                  </a:lnTo>
                  <a:lnTo>
                    <a:pt x="1122" y="944"/>
                  </a:lnTo>
                  <a:lnTo>
                    <a:pt x="1126" y="944"/>
                  </a:lnTo>
                  <a:lnTo>
                    <a:pt x="1130" y="944"/>
                  </a:lnTo>
                  <a:lnTo>
                    <a:pt x="1133" y="947"/>
                  </a:lnTo>
                  <a:lnTo>
                    <a:pt x="1135" y="951"/>
                  </a:lnTo>
                  <a:lnTo>
                    <a:pt x="1137" y="956"/>
                  </a:lnTo>
                  <a:lnTo>
                    <a:pt x="1139" y="962"/>
                  </a:lnTo>
                  <a:lnTo>
                    <a:pt x="1143" y="966"/>
                  </a:lnTo>
                  <a:lnTo>
                    <a:pt x="1148" y="969"/>
                  </a:lnTo>
                  <a:lnTo>
                    <a:pt x="1157" y="969"/>
                  </a:lnTo>
                  <a:lnTo>
                    <a:pt x="1164" y="970"/>
                  </a:lnTo>
                  <a:lnTo>
                    <a:pt x="1167" y="977"/>
                  </a:lnTo>
                  <a:lnTo>
                    <a:pt x="1167" y="985"/>
                  </a:lnTo>
                  <a:lnTo>
                    <a:pt x="1165" y="995"/>
                  </a:lnTo>
                  <a:lnTo>
                    <a:pt x="1163" y="1005"/>
                  </a:lnTo>
                  <a:lnTo>
                    <a:pt x="1161" y="1015"/>
                  </a:lnTo>
                  <a:lnTo>
                    <a:pt x="1162" y="1023"/>
                  </a:lnTo>
                  <a:lnTo>
                    <a:pt x="1166" y="1026"/>
                  </a:lnTo>
                  <a:lnTo>
                    <a:pt x="1168" y="1028"/>
                  </a:lnTo>
                  <a:lnTo>
                    <a:pt x="1164" y="1032"/>
                  </a:lnTo>
                  <a:lnTo>
                    <a:pt x="1155" y="1036"/>
                  </a:lnTo>
                  <a:lnTo>
                    <a:pt x="1143" y="1042"/>
                  </a:lnTo>
                  <a:lnTo>
                    <a:pt x="1131" y="1049"/>
                  </a:lnTo>
                  <a:lnTo>
                    <a:pt x="1120" y="1057"/>
                  </a:lnTo>
                  <a:lnTo>
                    <a:pt x="1111" y="1065"/>
                  </a:lnTo>
                  <a:lnTo>
                    <a:pt x="1107" y="1074"/>
                  </a:lnTo>
                  <a:lnTo>
                    <a:pt x="1106" y="1083"/>
                  </a:lnTo>
                  <a:lnTo>
                    <a:pt x="1106" y="1094"/>
                  </a:lnTo>
                  <a:lnTo>
                    <a:pt x="1105" y="1105"/>
                  </a:lnTo>
                  <a:lnTo>
                    <a:pt x="1103" y="1116"/>
                  </a:lnTo>
                  <a:lnTo>
                    <a:pt x="1099" y="1127"/>
                  </a:lnTo>
                  <a:lnTo>
                    <a:pt x="1095" y="1135"/>
                  </a:lnTo>
                  <a:lnTo>
                    <a:pt x="1088" y="1141"/>
                  </a:lnTo>
                  <a:lnTo>
                    <a:pt x="1078" y="1144"/>
                  </a:lnTo>
                  <a:lnTo>
                    <a:pt x="1067" y="1145"/>
                  </a:lnTo>
                  <a:lnTo>
                    <a:pt x="1056" y="1148"/>
                  </a:lnTo>
                  <a:lnTo>
                    <a:pt x="1045" y="1152"/>
                  </a:lnTo>
                  <a:lnTo>
                    <a:pt x="1036" y="1156"/>
                  </a:lnTo>
                  <a:lnTo>
                    <a:pt x="1029" y="1161"/>
                  </a:lnTo>
                  <a:lnTo>
                    <a:pt x="1023" y="1167"/>
                  </a:lnTo>
                  <a:lnTo>
                    <a:pt x="1020" y="1173"/>
                  </a:lnTo>
                  <a:lnTo>
                    <a:pt x="1020" y="1178"/>
                  </a:lnTo>
                  <a:lnTo>
                    <a:pt x="1021" y="1185"/>
                  </a:lnTo>
                  <a:lnTo>
                    <a:pt x="1021" y="1194"/>
                  </a:lnTo>
                  <a:lnTo>
                    <a:pt x="1021" y="1204"/>
                  </a:lnTo>
                  <a:lnTo>
                    <a:pt x="1019" y="1212"/>
                  </a:lnTo>
                  <a:lnTo>
                    <a:pt x="1015" y="1217"/>
                  </a:lnTo>
                  <a:lnTo>
                    <a:pt x="1009" y="1216"/>
                  </a:lnTo>
                  <a:lnTo>
                    <a:pt x="1000" y="1208"/>
                  </a:lnTo>
                  <a:lnTo>
                    <a:pt x="989" y="1191"/>
                  </a:lnTo>
                  <a:lnTo>
                    <a:pt x="978" y="1173"/>
                  </a:lnTo>
                  <a:lnTo>
                    <a:pt x="971" y="1161"/>
                  </a:lnTo>
                  <a:lnTo>
                    <a:pt x="966" y="1156"/>
                  </a:lnTo>
                  <a:lnTo>
                    <a:pt x="962" y="1155"/>
                  </a:lnTo>
                  <a:lnTo>
                    <a:pt x="959" y="1158"/>
                  </a:lnTo>
                  <a:lnTo>
                    <a:pt x="957" y="1161"/>
                  </a:lnTo>
                  <a:lnTo>
                    <a:pt x="954" y="1165"/>
                  </a:lnTo>
                  <a:lnTo>
                    <a:pt x="949" y="1166"/>
                  </a:lnTo>
                  <a:lnTo>
                    <a:pt x="945" y="1165"/>
                  </a:lnTo>
                  <a:lnTo>
                    <a:pt x="944" y="1161"/>
                  </a:lnTo>
                  <a:lnTo>
                    <a:pt x="944" y="1156"/>
                  </a:lnTo>
                  <a:lnTo>
                    <a:pt x="946" y="1149"/>
                  </a:lnTo>
                  <a:lnTo>
                    <a:pt x="948" y="1143"/>
                  </a:lnTo>
                  <a:lnTo>
                    <a:pt x="950" y="1138"/>
                  </a:lnTo>
                  <a:lnTo>
                    <a:pt x="951" y="1134"/>
                  </a:lnTo>
                  <a:lnTo>
                    <a:pt x="952" y="1133"/>
                  </a:lnTo>
                  <a:lnTo>
                    <a:pt x="950" y="1133"/>
                  </a:lnTo>
                  <a:lnTo>
                    <a:pt x="946" y="1133"/>
                  </a:lnTo>
                  <a:lnTo>
                    <a:pt x="940" y="1132"/>
                  </a:lnTo>
                  <a:lnTo>
                    <a:pt x="932" y="1131"/>
                  </a:lnTo>
                  <a:lnTo>
                    <a:pt x="924" y="1128"/>
                  </a:lnTo>
                  <a:lnTo>
                    <a:pt x="915" y="1124"/>
                  </a:lnTo>
                  <a:lnTo>
                    <a:pt x="907" y="1118"/>
                  </a:lnTo>
                  <a:lnTo>
                    <a:pt x="899" y="1110"/>
                  </a:lnTo>
                  <a:lnTo>
                    <a:pt x="893" y="1102"/>
                  </a:lnTo>
                  <a:lnTo>
                    <a:pt x="889" y="1096"/>
                  </a:lnTo>
                  <a:lnTo>
                    <a:pt x="885" y="1092"/>
                  </a:lnTo>
                  <a:lnTo>
                    <a:pt x="881" y="1089"/>
                  </a:lnTo>
                  <a:lnTo>
                    <a:pt x="878" y="1089"/>
                  </a:lnTo>
                  <a:lnTo>
                    <a:pt x="875" y="1091"/>
                  </a:lnTo>
                  <a:lnTo>
                    <a:pt x="871" y="1095"/>
                  </a:lnTo>
                  <a:lnTo>
                    <a:pt x="866" y="1101"/>
                  </a:lnTo>
                  <a:lnTo>
                    <a:pt x="857" y="1108"/>
                  </a:lnTo>
                  <a:lnTo>
                    <a:pt x="849" y="1104"/>
                  </a:lnTo>
                  <a:lnTo>
                    <a:pt x="844" y="1097"/>
                  </a:lnTo>
                  <a:lnTo>
                    <a:pt x="843" y="1093"/>
                  </a:lnTo>
                  <a:lnTo>
                    <a:pt x="860" y="1074"/>
                  </a:lnTo>
                  <a:lnTo>
                    <a:pt x="862" y="1073"/>
                  </a:lnTo>
                  <a:lnTo>
                    <a:pt x="866" y="1070"/>
                  </a:lnTo>
                  <a:lnTo>
                    <a:pt x="871" y="1066"/>
                  </a:lnTo>
                  <a:lnTo>
                    <a:pt x="875" y="1062"/>
                  </a:lnTo>
                  <a:lnTo>
                    <a:pt x="878" y="1057"/>
                  </a:lnTo>
                  <a:lnTo>
                    <a:pt x="877" y="1053"/>
                  </a:lnTo>
                  <a:lnTo>
                    <a:pt x="872" y="1048"/>
                  </a:lnTo>
                  <a:lnTo>
                    <a:pt x="860" y="1045"/>
                  </a:lnTo>
                  <a:lnTo>
                    <a:pt x="846" y="1042"/>
                  </a:lnTo>
                  <a:lnTo>
                    <a:pt x="838" y="1038"/>
                  </a:lnTo>
                  <a:lnTo>
                    <a:pt x="834" y="1035"/>
                  </a:lnTo>
                  <a:lnTo>
                    <a:pt x="834" y="1031"/>
                  </a:lnTo>
                  <a:lnTo>
                    <a:pt x="837" y="1028"/>
                  </a:lnTo>
                  <a:lnTo>
                    <a:pt x="843" y="1025"/>
                  </a:lnTo>
                  <a:lnTo>
                    <a:pt x="850" y="1024"/>
                  </a:lnTo>
                  <a:lnTo>
                    <a:pt x="860" y="1023"/>
                  </a:lnTo>
                  <a:lnTo>
                    <a:pt x="870" y="1023"/>
                  </a:lnTo>
                  <a:lnTo>
                    <a:pt x="879" y="1020"/>
                  </a:lnTo>
                  <a:lnTo>
                    <a:pt x="889" y="1018"/>
                  </a:lnTo>
                  <a:lnTo>
                    <a:pt x="897" y="1015"/>
                  </a:lnTo>
                  <a:lnTo>
                    <a:pt x="906" y="1011"/>
                  </a:lnTo>
                  <a:lnTo>
                    <a:pt x="912" y="1006"/>
                  </a:lnTo>
                  <a:lnTo>
                    <a:pt x="917" y="1001"/>
                  </a:lnTo>
                  <a:lnTo>
                    <a:pt x="919" y="995"/>
                  </a:lnTo>
                  <a:lnTo>
                    <a:pt x="921" y="984"/>
                  </a:lnTo>
                  <a:lnTo>
                    <a:pt x="922" y="977"/>
                  </a:lnTo>
                  <a:lnTo>
                    <a:pt x="926" y="973"/>
                  </a:lnTo>
                  <a:lnTo>
                    <a:pt x="933" y="973"/>
                  </a:lnTo>
                  <a:lnTo>
                    <a:pt x="937" y="970"/>
                  </a:lnTo>
                  <a:lnTo>
                    <a:pt x="940" y="964"/>
                  </a:lnTo>
                  <a:lnTo>
                    <a:pt x="942" y="955"/>
                  </a:lnTo>
                  <a:lnTo>
                    <a:pt x="943" y="945"/>
                  </a:lnTo>
                  <a:lnTo>
                    <a:pt x="944" y="934"/>
                  </a:lnTo>
                  <a:lnTo>
                    <a:pt x="944" y="925"/>
                  </a:lnTo>
                  <a:lnTo>
                    <a:pt x="944" y="917"/>
                  </a:lnTo>
                  <a:lnTo>
                    <a:pt x="944" y="915"/>
                  </a:lnTo>
                  <a:lnTo>
                    <a:pt x="991" y="949"/>
                  </a:lnTo>
                  <a:lnTo>
                    <a:pt x="991" y="913"/>
                  </a:lnTo>
                  <a:lnTo>
                    <a:pt x="992" y="912"/>
                  </a:lnTo>
                  <a:lnTo>
                    <a:pt x="994" y="910"/>
                  </a:lnTo>
                  <a:lnTo>
                    <a:pt x="996" y="907"/>
                  </a:lnTo>
                  <a:lnTo>
                    <a:pt x="998" y="903"/>
                  </a:lnTo>
                  <a:lnTo>
                    <a:pt x="998" y="898"/>
                  </a:lnTo>
                  <a:lnTo>
                    <a:pt x="995" y="892"/>
                  </a:lnTo>
                  <a:lnTo>
                    <a:pt x="989" y="886"/>
                  </a:lnTo>
                  <a:lnTo>
                    <a:pt x="978" y="880"/>
                  </a:lnTo>
                  <a:lnTo>
                    <a:pt x="967" y="873"/>
                  </a:lnTo>
                  <a:lnTo>
                    <a:pt x="959" y="863"/>
                  </a:lnTo>
                  <a:lnTo>
                    <a:pt x="954" y="855"/>
                  </a:lnTo>
                  <a:lnTo>
                    <a:pt x="950" y="849"/>
                  </a:lnTo>
                  <a:lnTo>
                    <a:pt x="948" y="846"/>
                  </a:lnTo>
                  <a:lnTo>
                    <a:pt x="946" y="849"/>
                  </a:lnTo>
                  <a:lnTo>
                    <a:pt x="944" y="858"/>
                  </a:lnTo>
                  <a:lnTo>
                    <a:pt x="941" y="877"/>
                  </a:lnTo>
                  <a:lnTo>
                    <a:pt x="937" y="895"/>
                  </a:lnTo>
                  <a:lnTo>
                    <a:pt x="934" y="907"/>
                  </a:lnTo>
                  <a:lnTo>
                    <a:pt x="931" y="912"/>
                  </a:lnTo>
                  <a:lnTo>
                    <a:pt x="929" y="914"/>
                  </a:lnTo>
                  <a:lnTo>
                    <a:pt x="926" y="914"/>
                  </a:lnTo>
                  <a:lnTo>
                    <a:pt x="923" y="913"/>
                  </a:lnTo>
                  <a:lnTo>
                    <a:pt x="919" y="913"/>
                  </a:lnTo>
                  <a:lnTo>
                    <a:pt x="914" y="915"/>
                  </a:lnTo>
                  <a:lnTo>
                    <a:pt x="909" y="918"/>
                  </a:lnTo>
                  <a:lnTo>
                    <a:pt x="904" y="919"/>
                  </a:lnTo>
                  <a:lnTo>
                    <a:pt x="898" y="919"/>
                  </a:lnTo>
                  <a:lnTo>
                    <a:pt x="894" y="919"/>
                  </a:lnTo>
                  <a:lnTo>
                    <a:pt x="890" y="921"/>
                  </a:lnTo>
                  <a:lnTo>
                    <a:pt x="885" y="923"/>
                  </a:lnTo>
                  <a:lnTo>
                    <a:pt x="881" y="928"/>
                  </a:lnTo>
                  <a:lnTo>
                    <a:pt x="877" y="936"/>
                  </a:lnTo>
                  <a:lnTo>
                    <a:pt x="873" y="944"/>
                  </a:lnTo>
                  <a:lnTo>
                    <a:pt x="870" y="950"/>
                  </a:lnTo>
                  <a:lnTo>
                    <a:pt x="867" y="952"/>
                  </a:lnTo>
                  <a:lnTo>
                    <a:pt x="864" y="953"/>
                  </a:lnTo>
                  <a:lnTo>
                    <a:pt x="860" y="951"/>
                  </a:lnTo>
                  <a:lnTo>
                    <a:pt x="855" y="949"/>
                  </a:lnTo>
                  <a:lnTo>
                    <a:pt x="848" y="945"/>
                  </a:lnTo>
                  <a:lnTo>
                    <a:pt x="840" y="941"/>
                  </a:lnTo>
                  <a:lnTo>
                    <a:pt x="832" y="938"/>
                  </a:lnTo>
                  <a:lnTo>
                    <a:pt x="826" y="939"/>
                  </a:lnTo>
                  <a:lnTo>
                    <a:pt x="820" y="941"/>
                  </a:lnTo>
                  <a:lnTo>
                    <a:pt x="816" y="944"/>
                  </a:lnTo>
                  <a:lnTo>
                    <a:pt x="811" y="948"/>
                  </a:lnTo>
                  <a:lnTo>
                    <a:pt x="806" y="953"/>
                  </a:lnTo>
                  <a:lnTo>
                    <a:pt x="800" y="956"/>
                  </a:lnTo>
                  <a:lnTo>
                    <a:pt x="793" y="958"/>
                  </a:lnTo>
                  <a:lnTo>
                    <a:pt x="782" y="960"/>
                  </a:lnTo>
                  <a:lnTo>
                    <a:pt x="778" y="964"/>
                  </a:lnTo>
                  <a:lnTo>
                    <a:pt x="779" y="973"/>
                  </a:lnTo>
                  <a:lnTo>
                    <a:pt x="782" y="986"/>
                  </a:lnTo>
                  <a:lnTo>
                    <a:pt x="781" y="993"/>
                  </a:lnTo>
                  <a:lnTo>
                    <a:pt x="776" y="997"/>
                  </a:lnTo>
                  <a:lnTo>
                    <a:pt x="767" y="999"/>
                  </a:lnTo>
                  <a:lnTo>
                    <a:pt x="757" y="999"/>
                  </a:lnTo>
                  <a:lnTo>
                    <a:pt x="746" y="998"/>
                  </a:lnTo>
                  <a:lnTo>
                    <a:pt x="737" y="997"/>
                  </a:lnTo>
                  <a:lnTo>
                    <a:pt x="730" y="996"/>
                  </a:lnTo>
                  <a:lnTo>
                    <a:pt x="728" y="995"/>
                  </a:lnTo>
                  <a:lnTo>
                    <a:pt x="729" y="996"/>
                  </a:lnTo>
                  <a:lnTo>
                    <a:pt x="730" y="999"/>
                  </a:lnTo>
                  <a:lnTo>
                    <a:pt x="732" y="1004"/>
                  </a:lnTo>
                  <a:lnTo>
                    <a:pt x="734" y="1010"/>
                  </a:lnTo>
                  <a:lnTo>
                    <a:pt x="736" y="1017"/>
                  </a:lnTo>
                  <a:lnTo>
                    <a:pt x="738" y="1025"/>
                  </a:lnTo>
                  <a:lnTo>
                    <a:pt x="739" y="1033"/>
                  </a:lnTo>
                  <a:lnTo>
                    <a:pt x="739" y="1040"/>
                  </a:lnTo>
                  <a:lnTo>
                    <a:pt x="738" y="1046"/>
                  </a:lnTo>
                  <a:lnTo>
                    <a:pt x="736" y="1051"/>
                  </a:lnTo>
                  <a:lnTo>
                    <a:pt x="733" y="1054"/>
                  </a:lnTo>
                  <a:lnTo>
                    <a:pt x="729" y="1055"/>
                  </a:lnTo>
                  <a:lnTo>
                    <a:pt x="725" y="1057"/>
                  </a:lnTo>
                  <a:lnTo>
                    <a:pt x="720" y="1057"/>
                  </a:lnTo>
                  <a:lnTo>
                    <a:pt x="715" y="1058"/>
                  </a:lnTo>
                  <a:lnTo>
                    <a:pt x="709" y="1059"/>
                  </a:lnTo>
                  <a:lnTo>
                    <a:pt x="702" y="1060"/>
                  </a:lnTo>
                  <a:lnTo>
                    <a:pt x="696" y="1062"/>
                  </a:lnTo>
                  <a:lnTo>
                    <a:pt x="691" y="1064"/>
                  </a:lnTo>
                  <a:lnTo>
                    <a:pt x="687" y="1067"/>
                  </a:lnTo>
                  <a:lnTo>
                    <a:pt x="685" y="1069"/>
                  </a:lnTo>
                  <a:lnTo>
                    <a:pt x="684" y="1073"/>
                  </a:lnTo>
                  <a:lnTo>
                    <a:pt x="685" y="1076"/>
                  </a:lnTo>
                  <a:lnTo>
                    <a:pt x="689" y="1079"/>
                  </a:lnTo>
                  <a:lnTo>
                    <a:pt x="695" y="1082"/>
                  </a:lnTo>
                  <a:lnTo>
                    <a:pt x="700" y="1087"/>
                  </a:lnTo>
                  <a:lnTo>
                    <a:pt x="706" y="1092"/>
                  </a:lnTo>
                  <a:lnTo>
                    <a:pt x="711" y="1097"/>
                  </a:lnTo>
                  <a:lnTo>
                    <a:pt x="713" y="1104"/>
                  </a:lnTo>
                  <a:lnTo>
                    <a:pt x="713" y="1110"/>
                  </a:lnTo>
                  <a:lnTo>
                    <a:pt x="710" y="1118"/>
                  </a:lnTo>
                  <a:lnTo>
                    <a:pt x="703" y="1127"/>
                  </a:lnTo>
                  <a:lnTo>
                    <a:pt x="696" y="1134"/>
                  </a:lnTo>
                  <a:lnTo>
                    <a:pt x="691" y="1139"/>
                  </a:lnTo>
                  <a:lnTo>
                    <a:pt x="687" y="1143"/>
                  </a:lnTo>
                  <a:lnTo>
                    <a:pt x="685" y="1146"/>
                  </a:lnTo>
                  <a:lnTo>
                    <a:pt x="684" y="1149"/>
                  </a:lnTo>
                  <a:lnTo>
                    <a:pt x="684" y="1152"/>
                  </a:lnTo>
                  <a:lnTo>
                    <a:pt x="685" y="1157"/>
                  </a:lnTo>
                  <a:lnTo>
                    <a:pt x="686" y="1163"/>
                  </a:lnTo>
                  <a:lnTo>
                    <a:pt x="685" y="1168"/>
                  </a:lnTo>
                  <a:lnTo>
                    <a:pt x="681" y="1170"/>
                  </a:lnTo>
                  <a:lnTo>
                    <a:pt x="675" y="1169"/>
                  </a:lnTo>
                  <a:lnTo>
                    <a:pt x="668" y="1167"/>
                  </a:lnTo>
                  <a:lnTo>
                    <a:pt x="659" y="1165"/>
                  </a:lnTo>
                  <a:lnTo>
                    <a:pt x="650" y="1164"/>
                  </a:lnTo>
                  <a:lnTo>
                    <a:pt x="644" y="1163"/>
                  </a:lnTo>
                  <a:lnTo>
                    <a:pt x="639" y="1166"/>
                  </a:lnTo>
                  <a:lnTo>
                    <a:pt x="634" y="1170"/>
                  </a:lnTo>
                  <a:lnTo>
                    <a:pt x="627" y="1176"/>
                  </a:lnTo>
                  <a:lnTo>
                    <a:pt x="618" y="1180"/>
                  </a:lnTo>
                  <a:lnTo>
                    <a:pt x="609" y="1184"/>
                  </a:lnTo>
                  <a:lnTo>
                    <a:pt x="599" y="1189"/>
                  </a:lnTo>
                  <a:lnTo>
                    <a:pt x="590" y="1193"/>
                  </a:lnTo>
                  <a:lnTo>
                    <a:pt x="584" y="1198"/>
                  </a:lnTo>
                  <a:lnTo>
                    <a:pt x="580" y="1202"/>
                  </a:lnTo>
                  <a:lnTo>
                    <a:pt x="578" y="1205"/>
                  </a:lnTo>
                  <a:lnTo>
                    <a:pt x="575" y="1207"/>
                  </a:lnTo>
                  <a:lnTo>
                    <a:pt x="572" y="1207"/>
                  </a:lnTo>
                  <a:lnTo>
                    <a:pt x="569" y="1206"/>
                  </a:lnTo>
                  <a:lnTo>
                    <a:pt x="565" y="1204"/>
                  </a:lnTo>
                  <a:lnTo>
                    <a:pt x="561" y="1202"/>
                  </a:lnTo>
                  <a:lnTo>
                    <a:pt x="556" y="1199"/>
                  </a:lnTo>
                  <a:lnTo>
                    <a:pt x="549" y="1197"/>
                  </a:lnTo>
                  <a:lnTo>
                    <a:pt x="542" y="1195"/>
                  </a:lnTo>
                  <a:lnTo>
                    <a:pt x="533" y="1194"/>
                  </a:lnTo>
                  <a:lnTo>
                    <a:pt x="524" y="1192"/>
                  </a:lnTo>
                  <a:lnTo>
                    <a:pt x="515" y="1191"/>
                  </a:lnTo>
                  <a:lnTo>
                    <a:pt x="508" y="1189"/>
                  </a:lnTo>
                  <a:lnTo>
                    <a:pt x="503" y="1186"/>
                  </a:lnTo>
                  <a:lnTo>
                    <a:pt x="501" y="1181"/>
                  </a:lnTo>
                  <a:lnTo>
                    <a:pt x="505" y="1175"/>
                  </a:lnTo>
                  <a:lnTo>
                    <a:pt x="509" y="1167"/>
                  </a:lnTo>
                  <a:lnTo>
                    <a:pt x="510" y="1160"/>
                  </a:lnTo>
                  <a:lnTo>
                    <a:pt x="509" y="1153"/>
                  </a:lnTo>
                  <a:lnTo>
                    <a:pt x="506" y="1146"/>
                  </a:lnTo>
                  <a:lnTo>
                    <a:pt x="502" y="1141"/>
                  </a:lnTo>
                  <a:lnTo>
                    <a:pt x="499" y="1137"/>
                  </a:lnTo>
                  <a:lnTo>
                    <a:pt x="497" y="1134"/>
                  </a:lnTo>
                  <a:lnTo>
                    <a:pt x="496" y="1133"/>
                  </a:lnTo>
                  <a:lnTo>
                    <a:pt x="497" y="1132"/>
                  </a:lnTo>
                  <a:lnTo>
                    <a:pt x="498" y="1128"/>
                  </a:lnTo>
                  <a:lnTo>
                    <a:pt x="500" y="1123"/>
                  </a:lnTo>
                  <a:lnTo>
                    <a:pt x="502" y="1115"/>
                  </a:lnTo>
                  <a:lnTo>
                    <a:pt x="502" y="1108"/>
                  </a:lnTo>
                  <a:lnTo>
                    <a:pt x="501" y="1101"/>
                  </a:lnTo>
                  <a:lnTo>
                    <a:pt x="499" y="1095"/>
                  </a:lnTo>
                  <a:lnTo>
                    <a:pt x="493" y="1090"/>
                  </a:lnTo>
                  <a:lnTo>
                    <a:pt x="483" y="1081"/>
                  </a:lnTo>
                  <a:lnTo>
                    <a:pt x="479" y="1073"/>
                  </a:lnTo>
                  <a:lnTo>
                    <a:pt x="479" y="1066"/>
                  </a:lnTo>
                  <a:lnTo>
                    <a:pt x="479" y="1064"/>
                  </a:lnTo>
                  <a:lnTo>
                    <a:pt x="479" y="1066"/>
                  </a:lnTo>
                  <a:lnTo>
                    <a:pt x="479" y="1070"/>
                  </a:lnTo>
                  <a:lnTo>
                    <a:pt x="479" y="1078"/>
                  </a:lnTo>
                  <a:lnTo>
                    <a:pt x="478" y="1086"/>
                  </a:lnTo>
                  <a:lnTo>
                    <a:pt x="476" y="1094"/>
                  </a:lnTo>
                  <a:lnTo>
                    <a:pt x="474" y="1102"/>
                  </a:lnTo>
                  <a:lnTo>
                    <a:pt x="470" y="1108"/>
                  </a:lnTo>
                  <a:lnTo>
                    <a:pt x="465" y="1112"/>
                  </a:lnTo>
                  <a:lnTo>
                    <a:pt x="459" y="1115"/>
                  </a:lnTo>
                  <a:lnTo>
                    <a:pt x="455" y="1118"/>
                  </a:lnTo>
                  <a:lnTo>
                    <a:pt x="450" y="1124"/>
                  </a:lnTo>
                  <a:lnTo>
                    <a:pt x="448" y="1129"/>
                  </a:lnTo>
                  <a:lnTo>
                    <a:pt x="448" y="1134"/>
                  </a:lnTo>
                  <a:lnTo>
                    <a:pt x="450" y="1140"/>
                  </a:lnTo>
                  <a:lnTo>
                    <a:pt x="456" y="1146"/>
                  </a:lnTo>
                  <a:lnTo>
                    <a:pt x="463" y="1152"/>
                  </a:lnTo>
                  <a:lnTo>
                    <a:pt x="469" y="1158"/>
                  </a:lnTo>
                  <a:lnTo>
                    <a:pt x="468" y="1164"/>
                  </a:lnTo>
                  <a:lnTo>
                    <a:pt x="463" y="1170"/>
                  </a:lnTo>
                  <a:lnTo>
                    <a:pt x="456" y="1178"/>
                  </a:lnTo>
                  <a:lnTo>
                    <a:pt x="446" y="1184"/>
                  </a:lnTo>
                  <a:lnTo>
                    <a:pt x="437" y="1189"/>
                  </a:lnTo>
                  <a:lnTo>
                    <a:pt x="430" y="1195"/>
                  </a:lnTo>
                  <a:lnTo>
                    <a:pt x="426" y="1200"/>
                  </a:lnTo>
                  <a:lnTo>
                    <a:pt x="423" y="1204"/>
                  </a:lnTo>
                  <a:lnTo>
                    <a:pt x="418" y="1208"/>
                  </a:lnTo>
                  <a:lnTo>
                    <a:pt x="412" y="1211"/>
                  </a:lnTo>
                  <a:lnTo>
                    <a:pt x="405" y="1213"/>
                  </a:lnTo>
                  <a:lnTo>
                    <a:pt x="398" y="1214"/>
                  </a:lnTo>
                  <a:lnTo>
                    <a:pt x="392" y="1215"/>
                  </a:lnTo>
                  <a:lnTo>
                    <a:pt x="388" y="1216"/>
                  </a:lnTo>
                  <a:lnTo>
                    <a:pt x="387" y="1216"/>
                  </a:lnTo>
                  <a:lnTo>
                    <a:pt x="356" y="1256"/>
                  </a:lnTo>
                  <a:lnTo>
                    <a:pt x="356" y="1258"/>
                  </a:lnTo>
                  <a:lnTo>
                    <a:pt x="354" y="1265"/>
                  </a:lnTo>
                  <a:lnTo>
                    <a:pt x="352" y="1275"/>
                  </a:lnTo>
                  <a:lnTo>
                    <a:pt x="350" y="1286"/>
                  </a:lnTo>
                  <a:lnTo>
                    <a:pt x="347" y="1297"/>
                  </a:lnTo>
                  <a:lnTo>
                    <a:pt x="343" y="1308"/>
                  </a:lnTo>
                  <a:lnTo>
                    <a:pt x="337" y="1317"/>
                  </a:lnTo>
                  <a:lnTo>
                    <a:pt x="331" y="1324"/>
                  </a:lnTo>
                  <a:lnTo>
                    <a:pt x="326" y="1329"/>
                  </a:lnTo>
                  <a:lnTo>
                    <a:pt x="323" y="1337"/>
                  </a:lnTo>
                  <a:lnTo>
                    <a:pt x="321" y="1345"/>
                  </a:lnTo>
                  <a:lnTo>
                    <a:pt x="321" y="1354"/>
                  </a:lnTo>
                  <a:lnTo>
                    <a:pt x="319" y="1362"/>
                  </a:lnTo>
                  <a:lnTo>
                    <a:pt x="316" y="1369"/>
                  </a:lnTo>
                  <a:lnTo>
                    <a:pt x="310" y="1375"/>
                  </a:lnTo>
                  <a:lnTo>
                    <a:pt x="300" y="1377"/>
                  </a:lnTo>
                  <a:lnTo>
                    <a:pt x="290" y="1376"/>
                  </a:lnTo>
                  <a:lnTo>
                    <a:pt x="282" y="1371"/>
                  </a:lnTo>
                  <a:lnTo>
                    <a:pt x="277" y="1367"/>
                  </a:lnTo>
                  <a:lnTo>
                    <a:pt x="273" y="1361"/>
                  </a:lnTo>
                  <a:lnTo>
                    <a:pt x="271" y="1355"/>
                  </a:lnTo>
                  <a:lnTo>
                    <a:pt x="269" y="1351"/>
                  </a:lnTo>
                  <a:lnTo>
                    <a:pt x="269" y="1347"/>
                  </a:lnTo>
                  <a:lnTo>
                    <a:pt x="269" y="1346"/>
                  </a:lnTo>
                  <a:lnTo>
                    <a:pt x="268" y="1347"/>
                  </a:lnTo>
                  <a:lnTo>
                    <a:pt x="266" y="1350"/>
                  </a:lnTo>
                  <a:lnTo>
                    <a:pt x="262" y="1354"/>
                  </a:lnTo>
                  <a:lnTo>
                    <a:pt x="258" y="1357"/>
                  </a:lnTo>
                  <a:lnTo>
                    <a:pt x="252" y="1358"/>
                  </a:lnTo>
                  <a:lnTo>
                    <a:pt x="248" y="1357"/>
                  </a:lnTo>
                  <a:lnTo>
                    <a:pt x="244" y="1353"/>
                  </a:lnTo>
                  <a:lnTo>
                    <a:pt x="241" y="1343"/>
                  </a:lnTo>
                  <a:lnTo>
                    <a:pt x="238" y="1333"/>
                  </a:lnTo>
                  <a:lnTo>
                    <a:pt x="235" y="1327"/>
                  </a:lnTo>
                  <a:lnTo>
                    <a:pt x="231" y="1324"/>
                  </a:lnTo>
                  <a:lnTo>
                    <a:pt x="226" y="1321"/>
                  </a:lnTo>
                  <a:lnTo>
                    <a:pt x="221" y="1320"/>
                  </a:lnTo>
                  <a:lnTo>
                    <a:pt x="215" y="1319"/>
                  </a:lnTo>
                  <a:lnTo>
                    <a:pt x="209" y="1315"/>
                  </a:lnTo>
                  <a:lnTo>
                    <a:pt x="202" y="1309"/>
                  </a:lnTo>
                  <a:lnTo>
                    <a:pt x="197" y="1301"/>
                  </a:lnTo>
                  <a:lnTo>
                    <a:pt x="194" y="1295"/>
                  </a:lnTo>
                  <a:lnTo>
                    <a:pt x="192" y="1290"/>
                  </a:lnTo>
                  <a:lnTo>
                    <a:pt x="193" y="1285"/>
                  </a:lnTo>
                  <a:lnTo>
                    <a:pt x="196" y="1282"/>
                  </a:lnTo>
                  <a:lnTo>
                    <a:pt x="200" y="1279"/>
                  </a:lnTo>
                  <a:lnTo>
                    <a:pt x="206" y="1277"/>
                  </a:lnTo>
                  <a:lnTo>
                    <a:pt x="213" y="1276"/>
                  </a:lnTo>
                  <a:lnTo>
                    <a:pt x="221" y="1274"/>
                  </a:lnTo>
                  <a:lnTo>
                    <a:pt x="228" y="1269"/>
                  </a:lnTo>
                  <a:lnTo>
                    <a:pt x="235" y="1263"/>
                  </a:lnTo>
                  <a:lnTo>
                    <a:pt x="240" y="1257"/>
                  </a:lnTo>
                  <a:lnTo>
                    <a:pt x="243" y="1250"/>
                  </a:lnTo>
                  <a:lnTo>
                    <a:pt x="243" y="1244"/>
                  </a:lnTo>
                  <a:lnTo>
                    <a:pt x="240" y="1238"/>
                  </a:lnTo>
                  <a:lnTo>
                    <a:pt x="233" y="1234"/>
                  </a:lnTo>
                  <a:lnTo>
                    <a:pt x="225" y="1230"/>
                  </a:lnTo>
                  <a:lnTo>
                    <a:pt x="219" y="1225"/>
                  </a:lnTo>
                  <a:lnTo>
                    <a:pt x="216" y="1218"/>
                  </a:lnTo>
                  <a:lnTo>
                    <a:pt x="214" y="1212"/>
                  </a:lnTo>
                  <a:lnTo>
                    <a:pt x="213" y="1206"/>
                  </a:lnTo>
                  <a:lnTo>
                    <a:pt x="213" y="1201"/>
                  </a:lnTo>
                  <a:lnTo>
                    <a:pt x="213" y="1198"/>
                  </a:lnTo>
                  <a:lnTo>
                    <a:pt x="213" y="1197"/>
                  </a:lnTo>
                  <a:lnTo>
                    <a:pt x="213" y="1196"/>
                  </a:lnTo>
                  <a:lnTo>
                    <a:pt x="211" y="1194"/>
                  </a:lnTo>
                  <a:lnTo>
                    <a:pt x="209" y="1190"/>
                  </a:lnTo>
                  <a:lnTo>
                    <a:pt x="207" y="1184"/>
                  </a:lnTo>
                  <a:lnTo>
                    <a:pt x="203" y="1178"/>
                  </a:lnTo>
                  <a:lnTo>
                    <a:pt x="201" y="1169"/>
                  </a:lnTo>
                  <a:lnTo>
                    <a:pt x="198" y="1161"/>
                  </a:lnTo>
                  <a:lnTo>
                    <a:pt x="196" y="1152"/>
                  </a:lnTo>
                  <a:lnTo>
                    <a:pt x="195" y="1143"/>
                  </a:lnTo>
                  <a:lnTo>
                    <a:pt x="195" y="1135"/>
                  </a:lnTo>
                  <a:lnTo>
                    <a:pt x="196" y="1128"/>
                  </a:lnTo>
                  <a:lnTo>
                    <a:pt x="197" y="1121"/>
                  </a:lnTo>
                  <a:lnTo>
                    <a:pt x="199" y="1116"/>
                  </a:lnTo>
                  <a:lnTo>
                    <a:pt x="200" y="1113"/>
                  </a:lnTo>
                  <a:lnTo>
                    <a:pt x="202" y="1111"/>
                  </a:lnTo>
                  <a:lnTo>
                    <a:pt x="202" y="1110"/>
                  </a:lnTo>
                  <a:lnTo>
                    <a:pt x="222" y="1076"/>
                  </a:lnTo>
                  <a:lnTo>
                    <a:pt x="220" y="1077"/>
                  </a:lnTo>
                  <a:lnTo>
                    <a:pt x="216" y="1079"/>
                  </a:lnTo>
                  <a:lnTo>
                    <a:pt x="209" y="1081"/>
                  </a:lnTo>
                  <a:lnTo>
                    <a:pt x="200" y="1084"/>
                  </a:lnTo>
                  <a:lnTo>
                    <a:pt x="192" y="1088"/>
                  </a:lnTo>
                  <a:lnTo>
                    <a:pt x="183" y="1090"/>
                  </a:lnTo>
                  <a:lnTo>
                    <a:pt x="175" y="1092"/>
                  </a:lnTo>
                  <a:lnTo>
                    <a:pt x="169" y="1093"/>
                  </a:lnTo>
                  <a:lnTo>
                    <a:pt x="163" y="1092"/>
                  </a:lnTo>
                  <a:lnTo>
                    <a:pt x="154" y="1091"/>
                  </a:lnTo>
                  <a:lnTo>
                    <a:pt x="145" y="1089"/>
                  </a:lnTo>
                  <a:lnTo>
                    <a:pt x="136" y="1087"/>
                  </a:lnTo>
                  <a:lnTo>
                    <a:pt x="128" y="1086"/>
                  </a:lnTo>
                  <a:lnTo>
                    <a:pt x="121" y="1086"/>
                  </a:lnTo>
                  <a:lnTo>
                    <a:pt x="116" y="1088"/>
                  </a:lnTo>
                  <a:lnTo>
                    <a:pt x="113" y="1093"/>
                  </a:lnTo>
                  <a:lnTo>
                    <a:pt x="112" y="1096"/>
                  </a:lnTo>
                  <a:lnTo>
                    <a:pt x="111" y="1095"/>
                  </a:lnTo>
                  <a:lnTo>
                    <a:pt x="110" y="1090"/>
                  </a:lnTo>
                  <a:lnTo>
                    <a:pt x="109" y="1083"/>
                  </a:lnTo>
                  <a:lnTo>
                    <a:pt x="108" y="1075"/>
                  </a:lnTo>
                  <a:lnTo>
                    <a:pt x="108" y="1067"/>
                  </a:lnTo>
                  <a:lnTo>
                    <a:pt x="107" y="1061"/>
                  </a:lnTo>
                  <a:lnTo>
                    <a:pt x="107" y="1059"/>
                  </a:lnTo>
                  <a:lnTo>
                    <a:pt x="104" y="1059"/>
                  </a:lnTo>
                  <a:lnTo>
                    <a:pt x="99" y="1061"/>
                  </a:lnTo>
                  <a:lnTo>
                    <a:pt x="92" y="1062"/>
                  </a:lnTo>
                  <a:lnTo>
                    <a:pt x="83" y="1063"/>
                  </a:lnTo>
                  <a:lnTo>
                    <a:pt x="74" y="1064"/>
                  </a:lnTo>
                  <a:lnTo>
                    <a:pt x="65" y="1064"/>
                  </a:lnTo>
                  <a:lnTo>
                    <a:pt x="57" y="1062"/>
                  </a:lnTo>
                  <a:lnTo>
                    <a:pt x="50" y="1059"/>
                  </a:lnTo>
                  <a:lnTo>
                    <a:pt x="45" y="1055"/>
                  </a:lnTo>
                  <a:lnTo>
                    <a:pt x="40" y="1052"/>
                  </a:lnTo>
                  <a:lnTo>
                    <a:pt x="36" y="1048"/>
                  </a:lnTo>
                  <a:lnTo>
                    <a:pt x="33" y="1045"/>
                  </a:lnTo>
                  <a:lnTo>
                    <a:pt x="31" y="1042"/>
                  </a:lnTo>
                  <a:lnTo>
                    <a:pt x="30" y="1038"/>
                  </a:lnTo>
                  <a:lnTo>
                    <a:pt x="32" y="1034"/>
                  </a:lnTo>
                  <a:lnTo>
                    <a:pt x="37" y="1029"/>
                  </a:lnTo>
                  <a:lnTo>
                    <a:pt x="43" y="1024"/>
                  </a:lnTo>
                  <a:lnTo>
                    <a:pt x="47" y="1017"/>
                  </a:lnTo>
                  <a:lnTo>
                    <a:pt x="50" y="1011"/>
                  </a:lnTo>
                  <a:lnTo>
                    <a:pt x="52" y="1005"/>
                  </a:lnTo>
                  <a:lnTo>
                    <a:pt x="52" y="1000"/>
                  </a:lnTo>
                  <a:lnTo>
                    <a:pt x="50" y="995"/>
                  </a:lnTo>
                  <a:lnTo>
                    <a:pt x="46" y="992"/>
                  </a:lnTo>
                  <a:lnTo>
                    <a:pt x="39" y="989"/>
                  </a:lnTo>
                  <a:lnTo>
                    <a:pt x="31" y="987"/>
                  </a:lnTo>
                  <a:lnTo>
                    <a:pt x="23" y="985"/>
                  </a:lnTo>
                  <a:lnTo>
                    <a:pt x="16" y="982"/>
                  </a:lnTo>
                  <a:lnTo>
                    <a:pt x="10" y="979"/>
                  </a:lnTo>
                  <a:lnTo>
                    <a:pt x="5" y="975"/>
                  </a:lnTo>
                  <a:lnTo>
                    <a:pt x="2" y="969"/>
                  </a:lnTo>
                  <a:lnTo>
                    <a:pt x="1" y="963"/>
                  </a:lnTo>
                  <a:lnTo>
                    <a:pt x="3" y="955"/>
                  </a:lnTo>
                  <a:lnTo>
                    <a:pt x="7" y="947"/>
                  </a:lnTo>
                  <a:lnTo>
                    <a:pt x="8" y="939"/>
                  </a:lnTo>
                  <a:lnTo>
                    <a:pt x="9" y="931"/>
                  </a:lnTo>
                  <a:lnTo>
                    <a:pt x="10" y="925"/>
                  </a:lnTo>
                  <a:lnTo>
                    <a:pt x="10" y="918"/>
                  </a:lnTo>
                  <a:lnTo>
                    <a:pt x="9" y="914"/>
                  </a:lnTo>
                  <a:lnTo>
                    <a:pt x="9" y="911"/>
                  </a:lnTo>
                  <a:lnTo>
                    <a:pt x="9" y="910"/>
                  </a:lnTo>
                  <a:lnTo>
                    <a:pt x="8" y="909"/>
                  </a:lnTo>
                  <a:lnTo>
                    <a:pt x="5" y="906"/>
                  </a:lnTo>
                  <a:lnTo>
                    <a:pt x="3" y="902"/>
                  </a:lnTo>
                  <a:lnTo>
                    <a:pt x="1" y="898"/>
                  </a:lnTo>
                  <a:lnTo>
                    <a:pt x="0" y="892"/>
                  </a:lnTo>
                  <a:lnTo>
                    <a:pt x="2" y="887"/>
                  </a:lnTo>
                  <a:lnTo>
                    <a:pt x="7" y="882"/>
                  </a:lnTo>
                  <a:lnTo>
                    <a:pt x="15" y="877"/>
                  </a:lnTo>
                  <a:lnTo>
                    <a:pt x="25" y="873"/>
                  </a:lnTo>
                  <a:lnTo>
                    <a:pt x="35" y="871"/>
                  </a:lnTo>
                  <a:lnTo>
                    <a:pt x="44" y="868"/>
                  </a:lnTo>
                  <a:lnTo>
                    <a:pt x="53" y="866"/>
                  </a:lnTo>
                  <a:lnTo>
                    <a:pt x="61" y="866"/>
                  </a:lnTo>
                  <a:lnTo>
                    <a:pt x="66" y="865"/>
                  </a:lnTo>
                  <a:lnTo>
                    <a:pt x="70" y="865"/>
                  </a:lnTo>
                  <a:lnTo>
                    <a:pt x="71" y="865"/>
                  </a:lnTo>
                  <a:lnTo>
                    <a:pt x="71" y="866"/>
                  </a:lnTo>
                  <a:lnTo>
                    <a:pt x="72" y="869"/>
                  </a:lnTo>
                  <a:lnTo>
                    <a:pt x="72" y="874"/>
                  </a:lnTo>
                  <a:lnTo>
                    <a:pt x="73" y="878"/>
                  </a:lnTo>
                  <a:lnTo>
                    <a:pt x="72" y="884"/>
                  </a:lnTo>
                  <a:lnTo>
                    <a:pt x="70" y="889"/>
                  </a:lnTo>
                  <a:lnTo>
                    <a:pt x="67" y="894"/>
                  </a:lnTo>
                  <a:lnTo>
                    <a:pt x="62" y="899"/>
                  </a:lnTo>
                  <a:lnTo>
                    <a:pt x="58" y="903"/>
                  </a:lnTo>
                  <a:lnTo>
                    <a:pt x="56" y="908"/>
                  </a:lnTo>
                  <a:lnTo>
                    <a:pt x="57" y="913"/>
                  </a:lnTo>
                  <a:lnTo>
                    <a:pt x="60" y="918"/>
                  </a:lnTo>
                  <a:lnTo>
                    <a:pt x="64" y="923"/>
                  </a:lnTo>
                  <a:lnTo>
                    <a:pt x="69" y="927"/>
                  </a:lnTo>
                  <a:lnTo>
                    <a:pt x="74" y="929"/>
                  </a:lnTo>
                  <a:lnTo>
                    <a:pt x="79" y="930"/>
                  </a:lnTo>
                  <a:lnTo>
                    <a:pt x="82" y="931"/>
                  </a:lnTo>
                  <a:lnTo>
                    <a:pt x="83" y="935"/>
                  </a:lnTo>
                  <a:lnTo>
                    <a:pt x="82" y="940"/>
                  </a:lnTo>
                  <a:lnTo>
                    <a:pt x="81" y="946"/>
                  </a:lnTo>
                  <a:lnTo>
                    <a:pt x="79" y="952"/>
                  </a:lnTo>
                  <a:lnTo>
                    <a:pt x="78" y="958"/>
                  </a:lnTo>
                  <a:lnTo>
                    <a:pt x="79" y="963"/>
                  </a:lnTo>
                  <a:lnTo>
                    <a:pt x="82" y="966"/>
                  </a:lnTo>
                  <a:lnTo>
                    <a:pt x="86" y="968"/>
                  </a:lnTo>
                  <a:lnTo>
                    <a:pt x="89" y="969"/>
                  </a:lnTo>
                  <a:lnTo>
                    <a:pt x="91" y="972"/>
                  </a:lnTo>
                  <a:lnTo>
                    <a:pt x="94" y="973"/>
                  </a:lnTo>
                  <a:lnTo>
                    <a:pt x="96" y="975"/>
                  </a:lnTo>
                  <a:lnTo>
                    <a:pt x="100" y="978"/>
                  </a:lnTo>
                  <a:lnTo>
                    <a:pt x="107" y="983"/>
                  </a:lnTo>
                  <a:lnTo>
                    <a:pt x="115" y="989"/>
                  </a:lnTo>
                  <a:lnTo>
                    <a:pt x="123" y="995"/>
                  </a:lnTo>
                  <a:lnTo>
                    <a:pt x="130" y="997"/>
                  </a:lnTo>
                  <a:lnTo>
                    <a:pt x="135" y="997"/>
                  </a:lnTo>
                  <a:lnTo>
                    <a:pt x="138" y="995"/>
                  </a:lnTo>
                  <a:lnTo>
                    <a:pt x="139" y="991"/>
                  </a:lnTo>
                  <a:lnTo>
                    <a:pt x="139" y="987"/>
                  </a:lnTo>
                  <a:lnTo>
                    <a:pt x="136" y="981"/>
                  </a:lnTo>
                  <a:lnTo>
                    <a:pt x="132" y="975"/>
                  </a:lnTo>
                  <a:lnTo>
                    <a:pt x="126" y="968"/>
                  </a:lnTo>
                  <a:lnTo>
                    <a:pt x="120" y="964"/>
                  </a:lnTo>
                  <a:lnTo>
                    <a:pt x="114" y="960"/>
                  </a:lnTo>
                  <a:lnTo>
                    <a:pt x="109" y="956"/>
                  </a:lnTo>
                  <a:lnTo>
                    <a:pt x="106" y="954"/>
                  </a:lnTo>
                  <a:lnTo>
                    <a:pt x="107" y="951"/>
                  </a:lnTo>
                  <a:lnTo>
                    <a:pt x="111" y="950"/>
                  </a:lnTo>
                  <a:lnTo>
                    <a:pt x="121" y="949"/>
                  </a:lnTo>
                  <a:lnTo>
                    <a:pt x="132" y="948"/>
                  </a:lnTo>
                  <a:lnTo>
                    <a:pt x="142" y="945"/>
                  </a:lnTo>
                  <a:lnTo>
                    <a:pt x="149" y="942"/>
                  </a:lnTo>
                  <a:lnTo>
                    <a:pt x="156" y="939"/>
                  </a:lnTo>
                  <a:lnTo>
                    <a:pt x="161" y="935"/>
                  </a:lnTo>
                  <a:lnTo>
                    <a:pt x="164" y="933"/>
                  </a:lnTo>
                  <a:lnTo>
                    <a:pt x="165" y="931"/>
                  </a:lnTo>
                  <a:lnTo>
                    <a:pt x="166" y="930"/>
                  </a:lnTo>
                  <a:lnTo>
                    <a:pt x="167" y="930"/>
                  </a:lnTo>
                  <a:lnTo>
                    <a:pt x="168" y="931"/>
                  </a:lnTo>
                  <a:lnTo>
                    <a:pt x="170" y="932"/>
                  </a:lnTo>
                  <a:lnTo>
                    <a:pt x="174" y="934"/>
                  </a:lnTo>
                  <a:lnTo>
                    <a:pt x="178" y="936"/>
                  </a:lnTo>
                  <a:lnTo>
                    <a:pt x="183" y="938"/>
                  </a:lnTo>
                  <a:lnTo>
                    <a:pt x="189" y="941"/>
                  </a:lnTo>
                  <a:lnTo>
                    <a:pt x="196" y="944"/>
                  </a:lnTo>
                  <a:lnTo>
                    <a:pt x="203" y="946"/>
                  </a:lnTo>
                  <a:lnTo>
                    <a:pt x="211" y="947"/>
                  </a:lnTo>
                  <a:lnTo>
                    <a:pt x="217" y="947"/>
                  </a:lnTo>
                  <a:lnTo>
                    <a:pt x="224" y="947"/>
                  </a:lnTo>
                  <a:lnTo>
                    <a:pt x="229" y="949"/>
                  </a:lnTo>
                  <a:lnTo>
                    <a:pt x="235" y="952"/>
                  </a:lnTo>
                  <a:lnTo>
                    <a:pt x="240" y="959"/>
                  </a:lnTo>
                  <a:lnTo>
                    <a:pt x="244" y="969"/>
                  </a:lnTo>
                  <a:lnTo>
                    <a:pt x="248" y="981"/>
                  </a:lnTo>
                  <a:lnTo>
                    <a:pt x="252" y="989"/>
                  </a:lnTo>
                  <a:lnTo>
                    <a:pt x="256" y="995"/>
                  </a:lnTo>
                  <a:lnTo>
                    <a:pt x="259" y="999"/>
                  </a:lnTo>
                  <a:lnTo>
                    <a:pt x="261" y="1001"/>
                  </a:lnTo>
                  <a:lnTo>
                    <a:pt x="263" y="1002"/>
                  </a:lnTo>
                  <a:lnTo>
                    <a:pt x="264" y="1003"/>
                  </a:lnTo>
                  <a:lnTo>
                    <a:pt x="265" y="1002"/>
                  </a:lnTo>
                  <a:lnTo>
                    <a:pt x="267" y="998"/>
                  </a:lnTo>
                  <a:lnTo>
                    <a:pt x="270" y="994"/>
                  </a:lnTo>
                  <a:lnTo>
                    <a:pt x="273" y="989"/>
                  </a:lnTo>
                  <a:lnTo>
                    <a:pt x="278" y="984"/>
                  </a:lnTo>
                  <a:lnTo>
                    <a:pt x="282" y="981"/>
                  </a:lnTo>
                  <a:lnTo>
                    <a:pt x="287" y="980"/>
                  </a:lnTo>
                  <a:lnTo>
                    <a:pt x="291" y="981"/>
                  </a:lnTo>
                  <a:lnTo>
                    <a:pt x="293" y="982"/>
                  </a:lnTo>
                  <a:lnTo>
                    <a:pt x="291" y="981"/>
                  </a:lnTo>
                  <a:lnTo>
                    <a:pt x="286" y="978"/>
                  </a:lnTo>
                  <a:lnTo>
                    <a:pt x="280" y="973"/>
                  </a:lnTo>
                  <a:lnTo>
                    <a:pt x="273" y="967"/>
                  </a:lnTo>
                  <a:lnTo>
                    <a:pt x="267" y="963"/>
                  </a:lnTo>
                  <a:lnTo>
                    <a:pt x="263" y="959"/>
                  </a:lnTo>
                  <a:lnTo>
                    <a:pt x="261" y="958"/>
                  </a:lnTo>
                  <a:lnTo>
                    <a:pt x="264" y="922"/>
                  </a:lnTo>
                  <a:lnTo>
                    <a:pt x="262" y="922"/>
                  </a:lnTo>
                  <a:lnTo>
                    <a:pt x="257" y="922"/>
                  </a:lnTo>
                  <a:lnTo>
                    <a:pt x="248" y="921"/>
                  </a:lnTo>
                  <a:lnTo>
                    <a:pt x="239" y="919"/>
                  </a:lnTo>
                  <a:lnTo>
                    <a:pt x="228" y="918"/>
                  </a:lnTo>
                  <a:lnTo>
                    <a:pt x="218" y="915"/>
                  </a:lnTo>
                  <a:lnTo>
                    <a:pt x="208" y="912"/>
                  </a:lnTo>
                  <a:lnTo>
                    <a:pt x="199" y="907"/>
                  </a:lnTo>
                  <a:lnTo>
                    <a:pt x="193" y="902"/>
                  </a:lnTo>
                  <a:lnTo>
                    <a:pt x="188" y="896"/>
                  </a:lnTo>
                  <a:lnTo>
                    <a:pt x="184" y="891"/>
                  </a:lnTo>
                  <a:lnTo>
                    <a:pt x="179" y="885"/>
                  </a:lnTo>
                  <a:lnTo>
                    <a:pt x="174" y="880"/>
                  </a:lnTo>
                  <a:lnTo>
                    <a:pt x="166" y="875"/>
                  </a:lnTo>
                  <a:lnTo>
                    <a:pt x="157" y="869"/>
                  </a:lnTo>
                  <a:lnTo>
                    <a:pt x="143" y="865"/>
                  </a:lnTo>
                  <a:lnTo>
                    <a:pt x="133" y="861"/>
                  </a:lnTo>
                  <a:lnTo>
                    <a:pt x="130" y="856"/>
                  </a:lnTo>
                  <a:lnTo>
                    <a:pt x="133" y="851"/>
                  </a:lnTo>
                  <a:lnTo>
                    <a:pt x="139" y="846"/>
                  </a:lnTo>
                  <a:lnTo>
                    <a:pt x="148" y="842"/>
                  </a:lnTo>
                  <a:lnTo>
                    <a:pt x="157" y="838"/>
                  </a:lnTo>
                  <a:lnTo>
                    <a:pt x="163" y="836"/>
                  </a:lnTo>
                  <a:lnTo>
                    <a:pt x="166" y="835"/>
                  </a:lnTo>
                  <a:lnTo>
                    <a:pt x="168" y="835"/>
                  </a:lnTo>
                  <a:lnTo>
                    <a:pt x="174" y="835"/>
                  </a:lnTo>
                  <a:lnTo>
                    <a:pt x="182" y="834"/>
                  </a:lnTo>
                  <a:lnTo>
                    <a:pt x="192" y="833"/>
                  </a:lnTo>
                  <a:lnTo>
                    <a:pt x="203" y="831"/>
                  </a:lnTo>
                  <a:lnTo>
                    <a:pt x="215" y="828"/>
                  </a:lnTo>
                  <a:lnTo>
                    <a:pt x="225" y="824"/>
                  </a:lnTo>
                  <a:lnTo>
                    <a:pt x="233" y="817"/>
                  </a:lnTo>
                  <a:lnTo>
                    <a:pt x="240" y="811"/>
                  </a:lnTo>
                  <a:lnTo>
                    <a:pt x="247" y="805"/>
                  </a:lnTo>
                  <a:lnTo>
                    <a:pt x="254" y="800"/>
                  </a:lnTo>
                  <a:lnTo>
                    <a:pt x="263" y="797"/>
                  </a:lnTo>
                  <a:lnTo>
                    <a:pt x="270" y="794"/>
                  </a:lnTo>
                  <a:lnTo>
                    <a:pt x="278" y="793"/>
                  </a:lnTo>
                  <a:lnTo>
                    <a:pt x="287" y="793"/>
                  </a:lnTo>
                  <a:lnTo>
                    <a:pt x="297" y="795"/>
                  </a:lnTo>
                  <a:lnTo>
                    <a:pt x="310" y="796"/>
                  </a:lnTo>
                  <a:lnTo>
                    <a:pt x="312" y="791"/>
                  </a:lnTo>
                  <a:lnTo>
                    <a:pt x="312" y="784"/>
                  </a:lnTo>
                  <a:lnTo>
                    <a:pt x="317" y="781"/>
                  </a:lnTo>
                  <a:lnTo>
                    <a:pt x="320" y="781"/>
                  </a:lnTo>
                  <a:lnTo>
                    <a:pt x="318" y="779"/>
                  </a:lnTo>
                  <a:lnTo>
                    <a:pt x="314" y="777"/>
                  </a:lnTo>
                  <a:lnTo>
                    <a:pt x="307" y="773"/>
                  </a:lnTo>
                  <a:lnTo>
                    <a:pt x="299" y="767"/>
                  </a:lnTo>
                  <a:lnTo>
                    <a:pt x="291" y="761"/>
                  </a:lnTo>
                  <a:lnTo>
                    <a:pt x="284" y="753"/>
                  </a:lnTo>
                  <a:lnTo>
                    <a:pt x="280" y="744"/>
                  </a:lnTo>
                  <a:lnTo>
                    <a:pt x="278" y="734"/>
                  </a:lnTo>
                  <a:lnTo>
                    <a:pt x="276" y="726"/>
                  </a:lnTo>
                  <a:lnTo>
                    <a:pt x="276" y="718"/>
                  </a:lnTo>
                  <a:lnTo>
                    <a:pt x="276" y="712"/>
                  </a:lnTo>
                  <a:lnTo>
                    <a:pt x="277" y="708"/>
                  </a:lnTo>
                  <a:lnTo>
                    <a:pt x="277" y="705"/>
                  </a:lnTo>
                  <a:lnTo>
                    <a:pt x="278" y="703"/>
                  </a:lnTo>
                  <a:lnTo>
                    <a:pt x="278" y="702"/>
                  </a:lnTo>
                  <a:lnTo>
                    <a:pt x="277" y="703"/>
                  </a:lnTo>
                  <a:lnTo>
                    <a:pt x="273" y="707"/>
                  </a:lnTo>
                  <a:lnTo>
                    <a:pt x="267" y="712"/>
                  </a:lnTo>
                  <a:lnTo>
                    <a:pt x="261" y="720"/>
                  </a:lnTo>
                  <a:lnTo>
                    <a:pt x="254" y="728"/>
                  </a:lnTo>
                  <a:lnTo>
                    <a:pt x="250" y="736"/>
                  </a:lnTo>
                  <a:lnTo>
                    <a:pt x="246" y="745"/>
                  </a:lnTo>
                  <a:lnTo>
                    <a:pt x="246" y="753"/>
                  </a:lnTo>
                  <a:lnTo>
                    <a:pt x="246" y="761"/>
                  </a:lnTo>
                  <a:lnTo>
                    <a:pt x="245" y="767"/>
                  </a:lnTo>
                  <a:lnTo>
                    <a:pt x="243" y="774"/>
                  </a:lnTo>
                  <a:lnTo>
                    <a:pt x="239" y="779"/>
                  </a:lnTo>
                  <a:lnTo>
                    <a:pt x="235" y="782"/>
                  </a:lnTo>
                  <a:lnTo>
                    <a:pt x="229" y="785"/>
                  </a:lnTo>
                  <a:lnTo>
                    <a:pt x="223" y="786"/>
                  </a:lnTo>
                  <a:lnTo>
                    <a:pt x="216" y="787"/>
                  </a:lnTo>
                  <a:lnTo>
                    <a:pt x="210" y="788"/>
                  </a:lnTo>
                  <a:lnTo>
                    <a:pt x="204" y="791"/>
                  </a:lnTo>
                  <a:lnTo>
                    <a:pt x="200" y="796"/>
                  </a:lnTo>
                  <a:lnTo>
                    <a:pt x="197" y="800"/>
                  </a:lnTo>
                  <a:lnTo>
                    <a:pt x="194" y="805"/>
                  </a:lnTo>
                  <a:lnTo>
                    <a:pt x="190" y="808"/>
                  </a:lnTo>
                  <a:lnTo>
                    <a:pt x="186" y="810"/>
                  </a:lnTo>
                  <a:lnTo>
                    <a:pt x="180" y="809"/>
                  </a:lnTo>
                  <a:lnTo>
                    <a:pt x="174" y="806"/>
                  </a:lnTo>
                  <a:lnTo>
                    <a:pt x="167" y="801"/>
                  </a:lnTo>
                  <a:lnTo>
                    <a:pt x="161" y="796"/>
                  </a:lnTo>
                  <a:lnTo>
                    <a:pt x="156" y="790"/>
                  </a:lnTo>
                  <a:lnTo>
                    <a:pt x="150" y="785"/>
                  </a:lnTo>
                  <a:lnTo>
                    <a:pt x="146" y="780"/>
                  </a:lnTo>
                  <a:lnTo>
                    <a:pt x="144" y="777"/>
                  </a:lnTo>
                  <a:lnTo>
                    <a:pt x="143" y="776"/>
                  </a:lnTo>
                  <a:lnTo>
                    <a:pt x="144" y="774"/>
                  </a:lnTo>
                  <a:lnTo>
                    <a:pt x="146" y="768"/>
                  </a:lnTo>
                  <a:lnTo>
                    <a:pt x="148" y="760"/>
                  </a:lnTo>
                  <a:lnTo>
                    <a:pt x="150" y="751"/>
                  </a:lnTo>
                  <a:lnTo>
                    <a:pt x="151" y="742"/>
                  </a:lnTo>
                  <a:lnTo>
                    <a:pt x="150" y="734"/>
                  </a:lnTo>
                  <a:lnTo>
                    <a:pt x="146" y="728"/>
                  </a:lnTo>
                  <a:lnTo>
                    <a:pt x="140" y="725"/>
                  </a:lnTo>
                  <a:lnTo>
                    <a:pt x="134" y="723"/>
                  </a:lnTo>
                  <a:lnTo>
                    <a:pt x="131" y="721"/>
                  </a:lnTo>
                  <a:lnTo>
                    <a:pt x="130" y="716"/>
                  </a:lnTo>
                  <a:lnTo>
                    <a:pt x="132" y="712"/>
                  </a:lnTo>
                  <a:lnTo>
                    <a:pt x="133" y="708"/>
                  </a:lnTo>
                  <a:lnTo>
                    <a:pt x="135" y="702"/>
                  </a:lnTo>
                  <a:lnTo>
                    <a:pt x="136" y="697"/>
                  </a:lnTo>
                  <a:lnTo>
                    <a:pt x="135" y="691"/>
                  </a:lnTo>
                  <a:lnTo>
                    <a:pt x="132" y="684"/>
                  </a:lnTo>
                  <a:lnTo>
                    <a:pt x="129" y="676"/>
                  </a:lnTo>
                  <a:lnTo>
                    <a:pt x="126" y="667"/>
                  </a:lnTo>
                  <a:lnTo>
                    <a:pt x="123" y="658"/>
                  </a:lnTo>
                  <a:lnTo>
                    <a:pt x="121" y="649"/>
                  </a:lnTo>
                  <a:lnTo>
                    <a:pt x="121" y="641"/>
                  </a:lnTo>
                  <a:lnTo>
                    <a:pt x="122" y="634"/>
                  </a:lnTo>
                  <a:lnTo>
                    <a:pt x="126" y="629"/>
                  </a:lnTo>
                  <a:lnTo>
                    <a:pt x="130" y="625"/>
                  </a:lnTo>
                  <a:lnTo>
                    <a:pt x="132" y="621"/>
                  </a:lnTo>
                  <a:lnTo>
                    <a:pt x="132" y="617"/>
                  </a:lnTo>
                  <a:lnTo>
                    <a:pt x="131" y="613"/>
                  </a:lnTo>
                  <a:lnTo>
                    <a:pt x="130" y="610"/>
                  </a:lnTo>
                  <a:lnTo>
                    <a:pt x="128" y="605"/>
                  </a:lnTo>
                  <a:lnTo>
                    <a:pt x="126" y="601"/>
                  </a:lnTo>
                  <a:lnTo>
                    <a:pt x="124" y="595"/>
                  </a:lnTo>
                  <a:lnTo>
                    <a:pt x="122" y="590"/>
                  </a:lnTo>
                  <a:lnTo>
                    <a:pt x="119" y="586"/>
                  </a:lnTo>
                  <a:lnTo>
                    <a:pt x="115" y="583"/>
                  </a:lnTo>
                  <a:lnTo>
                    <a:pt x="111" y="584"/>
                  </a:lnTo>
                  <a:lnTo>
                    <a:pt x="106" y="586"/>
                  </a:lnTo>
                  <a:lnTo>
                    <a:pt x="101" y="592"/>
                  </a:lnTo>
                  <a:lnTo>
                    <a:pt x="98" y="602"/>
                  </a:lnTo>
                  <a:lnTo>
                    <a:pt x="95" y="615"/>
                  </a:lnTo>
                  <a:lnTo>
                    <a:pt x="93" y="629"/>
                  </a:lnTo>
                  <a:lnTo>
                    <a:pt x="90" y="636"/>
                  </a:lnTo>
                  <a:lnTo>
                    <a:pt x="86" y="639"/>
                  </a:lnTo>
                  <a:lnTo>
                    <a:pt x="82" y="638"/>
                  </a:lnTo>
                  <a:lnTo>
                    <a:pt x="77" y="635"/>
                  </a:lnTo>
                  <a:lnTo>
                    <a:pt x="72" y="630"/>
                  </a:lnTo>
                  <a:lnTo>
                    <a:pt x="67" y="624"/>
                  </a:lnTo>
                  <a:lnTo>
                    <a:pt x="62" y="617"/>
                  </a:lnTo>
                  <a:lnTo>
                    <a:pt x="58" y="611"/>
                  </a:lnTo>
                  <a:lnTo>
                    <a:pt x="56" y="606"/>
                  </a:lnTo>
                  <a:lnTo>
                    <a:pt x="54" y="601"/>
                  </a:lnTo>
                  <a:lnTo>
                    <a:pt x="54" y="596"/>
                  </a:lnTo>
                  <a:lnTo>
                    <a:pt x="56" y="591"/>
                  </a:lnTo>
                  <a:lnTo>
                    <a:pt x="58" y="586"/>
                  </a:lnTo>
                  <a:lnTo>
                    <a:pt x="59" y="580"/>
                  </a:lnTo>
                  <a:lnTo>
                    <a:pt x="60" y="573"/>
                  </a:lnTo>
                  <a:lnTo>
                    <a:pt x="62" y="567"/>
                  </a:lnTo>
                  <a:lnTo>
                    <a:pt x="66" y="564"/>
                  </a:lnTo>
                  <a:lnTo>
                    <a:pt x="72" y="563"/>
                  </a:lnTo>
                  <a:lnTo>
                    <a:pt x="78" y="564"/>
                  </a:lnTo>
                  <a:lnTo>
                    <a:pt x="85" y="564"/>
                  </a:lnTo>
                  <a:lnTo>
                    <a:pt x="92" y="564"/>
                  </a:lnTo>
                  <a:lnTo>
                    <a:pt x="98" y="563"/>
                  </a:lnTo>
                  <a:lnTo>
                    <a:pt x="103" y="559"/>
                  </a:lnTo>
                  <a:lnTo>
                    <a:pt x="111" y="552"/>
                  </a:lnTo>
                  <a:lnTo>
                    <a:pt x="116" y="550"/>
                  </a:lnTo>
                  <a:lnTo>
                    <a:pt x="120" y="547"/>
                  </a:lnTo>
                  <a:lnTo>
                    <a:pt x="124" y="537"/>
                  </a:lnTo>
                  <a:lnTo>
                    <a:pt x="125" y="530"/>
                  </a:lnTo>
                  <a:lnTo>
                    <a:pt x="126" y="525"/>
                  </a:lnTo>
                  <a:lnTo>
                    <a:pt x="127" y="521"/>
                  </a:lnTo>
                  <a:lnTo>
                    <a:pt x="129" y="519"/>
                  </a:lnTo>
                  <a:lnTo>
                    <a:pt x="131" y="516"/>
                  </a:lnTo>
                  <a:lnTo>
                    <a:pt x="136" y="515"/>
                  </a:lnTo>
                  <a:lnTo>
                    <a:pt x="143" y="514"/>
                  </a:lnTo>
                  <a:lnTo>
                    <a:pt x="154" y="513"/>
                  </a:lnTo>
                  <a:lnTo>
                    <a:pt x="165" y="511"/>
                  </a:lnTo>
                  <a:lnTo>
                    <a:pt x="170" y="508"/>
                  </a:lnTo>
                  <a:lnTo>
                    <a:pt x="172" y="503"/>
                  </a:lnTo>
                  <a:lnTo>
                    <a:pt x="171" y="497"/>
                  </a:lnTo>
                  <a:lnTo>
                    <a:pt x="168" y="490"/>
                  </a:lnTo>
                  <a:lnTo>
                    <a:pt x="165" y="482"/>
                  </a:lnTo>
                  <a:lnTo>
                    <a:pt x="161" y="475"/>
                  </a:lnTo>
                  <a:lnTo>
                    <a:pt x="158" y="466"/>
                  </a:lnTo>
                  <a:lnTo>
                    <a:pt x="156" y="458"/>
                  </a:lnTo>
                  <a:lnTo>
                    <a:pt x="152" y="451"/>
                  </a:lnTo>
                  <a:lnTo>
                    <a:pt x="150" y="443"/>
                  </a:lnTo>
                  <a:lnTo>
                    <a:pt x="146" y="436"/>
                  </a:lnTo>
                  <a:lnTo>
                    <a:pt x="143" y="429"/>
                  </a:lnTo>
                  <a:lnTo>
                    <a:pt x="138" y="423"/>
                  </a:lnTo>
                  <a:lnTo>
                    <a:pt x="133" y="416"/>
                  </a:lnTo>
                  <a:lnTo>
                    <a:pt x="126" y="410"/>
                  </a:lnTo>
                  <a:lnTo>
                    <a:pt x="119" y="404"/>
                  </a:lnTo>
                  <a:lnTo>
                    <a:pt x="113" y="397"/>
                  </a:lnTo>
                  <a:lnTo>
                    <a:pt x="107" y="388"/>
                  </a:lnTo>
                  <a:lnTo>
                    <a:pt x="102" y="379"/>
                  </a:lnTo>
                  <a:lnTo>
                    <a:pt x="98" y="370"/>
                  </a:lnTo>
                  <a:lnTo>
                    <a:pt x="96" y="360"/>
                  </a:lnTo>
                  <a:lnTo>
                    <a:pt x="95" y="351"/>
                  </a:lnTo>
                  <a:lnTo>
                    <a:pt x="95" y="342"/>
                  </a:lnTo>
                  <a:lnTo>
                    <a:pt x="94" y="335"/>
                  </a:lnTo>
                  <a:lnTo>
                    <a:pt x="91" y="331"/>
                  </a:lnTo>
                  <a:lnTo>
                    <a:pt x="86" y="328"/>
                  </a:lnTo>
                  <a:lnTo>
                    <a:pt x="81" y="325"/>
                  </a:lnTo>
                  <a:lnTo>
                    <a:pt x="76" y="323"/>
                  </a:lnTo>
                  <a:lnTo>
                    <a:pt x="73" y="319"/>
                  </a:lnTo>
                  <a:lnTo>
                    <a:pt x="72" y="312"/>
                  </a:lnTo>
                  <a:lnTo>
                    <a:pt x="76" y="303"/>
                  </a:lnTo>
                  <a:lnTo>
                    <a:pt x="81" y="292"/>
                  </a:lnTo>
                  <a:lnTo>
                    <a:pt x="83" y="282"/>
                  </a:lnTo>
                  <a:lnTo>
                    <a:pt x="84" y="271"/>
                  </a:lnTo>
                  <a:lnTo>
                    <a:pt x="84" y="261"/>
                  </a:lnTo>
                  <a:lnTo>
                    <a:pt x="82" y="253"/>
                  </a:lnTo>
                  <a:lnTo>
                    <a:pt x="81" y="247"/>
                  </a:lnTo>
                  <a:lnTo>
                    <a:pt x="80" y="242"/>
                  </a:lnTo>
                  <a:lnTo>
                    <a:pt x="79" y="241"/>
                  </a:lnTo>
                  <a:lnTo>
                    <a:pt x="81" y="238"/>
                  </a:lnTo>
                  <a:lnTo>
                    <a:pt x="86" y="230"/>
                  </a:lnTo>
                  <a:lnTo>
                    <a:pt x="93" y="222"/>
                  </a:lnTo>
                  <a:lnTo>
                    <a:pt x="103" y="215"/>
                  </a:lnTo>
                  <a:lnTo>
                    <a:pt x="108" y="212"/>
                  </a:lnTo>
                  <a:lnTo>
                    <a:pt x="109" y="206"/>
                  </a:lnTo>
                  <a:lnTo>
                    <a:pt x="109" y="198"/>
                  </a:lnTo>
                  <a:lnTo>
                    <a:pt x="109" y="189"/>
                  </a:lnTo>
                  <a:lnTo>
                    <a:pt x="109" y="180"/>
                  </a:lnTo>
                  <a:lnTo>
                    <a:pt x="111" y="171"/>
                  </a:lnTo>
                  <a:lnTo>
                    <a:pt x="116" y="162"/>
                  </a:lnTo>
                  <a:lnTo>
                    <a:pt x="124" y="157"/>
                  </a:lnTo>
                  <a:lnTo>
                    <a:pt x="132" y="153"/>
                  </a:lnTo>
                  <a:lnTo>
                    <a:pt x="138" y="147"/>
                  </a:lnTo>
                  <a:lnTo>
                    <a:pt x="142" y="140"/>
                  </a:lnTo>
                  <a:lnTo>
                    <a:pt x="145" y="133"/>
                  </a:lnTo>
                  <a:lnTo>
                    <a:pt x="158" y="139"/>
                  </a:lnTo>
                  <a:lnTo>
                    <a:pt x="171" y="145"/>
                  </a:lnTo>
                  <a:lnTo>
                    <a:pt x="185" y="151"/>
                  </a:lnTo>
                  <a:lnTo>
                    <a:pt x="198" y="157"/>
                  </a:lnTo>
                  <a:lnTo>
                    <a:pt x="212" y="163"/>
                  </a:lnTo>
                  <a:lnTo>
                    <a:pt x="224" y="171"/>
                  </a:lnTo>
                  <a:lnTo>
                    <a:pt x="236" y="177"/>
                  </a:lnTo>
                  <a:lnTo>
                    <a:pt x="246" y="184"/>
                  </a:lnTo>
                  <a:lnTo>
                    <a:pt x="265" y="194"/>
                  </a:lnTo>
                  <a:lnTo>
                    <a:pt x="280" y="200"/>
                  </a:lnTo>
                  <a:lnTo>
                    <a:pt x="293" y="203"/>
                  </a:lnTo>
                  <a:lnTo>
                    <a:pt x="307" y="203"/>
                  </a:lnTo>
                  <a:lnTo>
                    <a:pt x="318" y="201"/>
                  </a:lnTo>
                  <a:lnTo>
                    <a:pt x="328" y="198"/>
                  </a:lnTo>
                  <a:lnTo>
                    <a:pt x="339" y="195"/>
                  </a:lnTo>
                  <a:lnTo>
                    <a:pt x="350" y="192"/>
                  </a:lnTo>
                  <a:lnTo>
                    <a:pt x="362" y="188"/>
                  </a:lnTo>
                  <a:lnTo>
                    <a:pt x="372" y="181"/>
                  </a:lnTo>
                  <a:lnTo>
                    <a:pt x="381" y="171"/>
                  </a:lnTo>
                  <a:lnTo>
                    <a:pt x="388" y="158"/>
                  </a:lnTo>
                  <a:lnTo>
                    <a:pt x="394" y="145"/>
                  </a:lnTo>
                  <a:lnTo>
                    <a:pt x="398" y="131"/>
                  </a:lnTo>
                  <a:lnTo>
                    <a:pt x="401" y="117"/>
                  </a:lnTo>
                  <a:lnTo>
                    <a:pt x="401" y="102"/>
                  </a:lnTo>
                  <a:lnTo>
                    <a:pt x="402" y="89"/>
                  </a:lnTo>
                  <a:lnTo>
                    <a:pt x="407" y="78"/>
                  </a:lnTo>
                  <a:lnTo>
                    <a:pt x="415" y="68"/>
                  </a:lnTo>
                  <a:lnTo>
                    <a:pt x="424" y="58"/>
                  </a:lnTo>
                  <a:lnTo>
                    <a:pt x="434" y="49"/>
                  </a:lnTo>
                  <a:lnTo>
                    <a:pt x="444" y="40"/>
                  </a:lnTo>
                  <a:lnTo>
                    <a:pt x="453" y="31"/>
                  </a:lnTo>
                  <a:lnTo>
                    <a:pt x="461" y="21"/>
                  </a:lnTo>
                  <a:lnTo>
                    <a:pt x="469" y="11"/>
                  </a:lnTo>
                  <a:lnTo>
                    <a:pt x="480" y="5"/>
                  </a:lnTo>
                  <a:lnTo>
                    <a:pt x="494" y="1"/>
                  </a:lnTo>
                  <a:lnTo>
                    <a:pt x="509" y="0"/>
                  </a:lnTo>
                  <a:lnTo>
                    <a:pt x="524" y="2"/>
                  </a:lnTo>
                  <a:lnTo>
                    <a:pt x="537" y="5"/>
                  </a:lnTo>
                  <a:lnTo>
                    <a:pt x="546" y="11"/>
                  </a:lnTo>
                  <a:lnTo>
                    <a:pt x="552" y="19"/>
                  </a:lnTo>
                  <a:lnTo>
                    <a:pt x="557" y="27"/>
                  </a:lnTo>
                  <a:lnTo>
                    <a:pt x="563" y="36"/>
                  </a:lnTo>
                  <a:lnTo>
                    <a:pt x="569" y="44"/>
                  </a:lnTo>
                  <a:lnTo>
                    <a:pt x="575" y="52"/>
                  </a:lnTo>
                  <a:lnTo>
                    <a:pt x="582" y="61"/>
                  </a:lnTo>
                  <a:lnTo>
                    <a:pt x="590" y="69"/>
                  </a:lnTo>
                  <a:lnTo>
                    <a:pt x="597" y="77"/>
                  </a:lnTo>
                  <a:lnTo>
                    <a:pt x="606" y="84"/>
                  </a:lnTo>
                  <a:lnTo>
                    <a:pt x="614" y="88"/>
                  </a:lnTo>
                  <a:lnTo>
                    <a:pt x="624" y="90"/>
                  </a:lnTo>
                  <a:lnTo>
                    <a:pt x="636" y="89"/>
                  </a:lnTo>
                  <a:lnTo>
                    <a:pt x="648" y="87"/>
                  </a:lnTo>
                  <a:lnTo>
                    <a:pt x="663" y="83"/>
                  </a:lnTo>
                  <a:lnTo>
                    <a:pt x="676" y="79"/>
                  </a:lnTo>
                  <a:lnTo>
                    <a:pt x="691" y="74"/>
                  </a:lnTo>
                  <a:lnTo>
                    <a:pt x="706" y="70"/>
                  </a:lnTo>
                  <a:lnTo>
                    <a:pt x="717" y="70"/>
                  </a:lnTo>
                  <a:lnTo>
                    <a:pt x="724" y="77"/>
                  </a:lnTo>
                  <a:lnTo>
                    <a:pt x="727" y="89"/>
                  </a:lnTo>
                  <a:lnTo>
                    <a:pt x="728" y="104"/>
                  </a:lnTo>
                  <a:lnTo>
                    <a:pt x="728" y="122"/>
                  </a:lnTo>
                  <a:lnTo>
                    <a:pt x="727" y="138"/>
                  </a:lnTo>
                  <a:lnTo>
                    <a:pt x="728" y="151"/>
                  </a:lnTo>
                  <a:lnTo>
                    <a:pt x="732" y="159"/>
                  </a:lnTo>
                  <a:lnTo>
                    <a:pt x="738" y="163"/>
                  </a:lnTo>
                  <a:lnTo>
                    <a:pt x="744" y="168"/>
                  </a:lnTo>
                  <a:lnTo>
                    <a:pt x="752" y="171"/>
                  </a:lnTo>
                  <a:lnTo>
                    <a:pt x="761" y="175"/>
                  </a:lnTo>
                  <a:lnTo>
                    <a:pt x="768" y="179"/>
                  </a:lnTo>
                  <a:lnTo>
                    <a:pt x="776" y="184"/>
                  </a:lnTo>
                  <a:lnTo>
                    <a:pt x="784" y="189"/>
                  </a:lnTo>
                  <a:lnTo>
                    <a:pt x="791" y="196"/>
                  </a:lnTo>
                  <a:lnTo>
                    <a:pt x="798" y="202"/>
                  </a:lnTo>
                  <a:lnTo>
                    <a:pt x="807" y="205"/>
                  </a:lnTo>
                  <a:lnTo>
                    <a:pt x="817" y="206"/>
                  </a:lnTo>
                  <a:lnTo>
                    <a:pt x="827" y="205"/>
                  </a:lnTo>
                  <a:lnTo>
                    <a:pt x="837" y="203"/>
                  </a:lnTo>
                  <a:lnTo>
                    <a:pt x="847" y="199"/>
                  </a:lnTo>
                  <a:lnTo>
                    <a:pt x="858" y="194"/>
                  </a:lnTo>
                  <a:lnTo>
                    <a:pt x="867" y="188"/>
                  </a:lnTo>
                  <a:lnTo>
                    <a:pt x="874" y="182"/>
                  </a:lnTo>
                  <a:lnTo>
                    <a:pt x="880" y="180"/>
                  </a:lnTo>
                  <a:lnTo>
                    <a:pt x="884" y="180"/>
                  </a:lnTo>
                  <a:lnTo>
                    <a:pt x="887" y="182"/>
                  </a:lnTo>
                  <a:lnTo>
                    <a:pt x="889" y="186"/>
                  </a:lnTo>
                  <a:lnTo>
                    <a:pt x="890" y="191"/>
                  </a:lnTo>
                  <a:lnTo>
                    <a:pt x="891" y="197"/>
                  </a:lnTo>
                  <a:lnTo>
                    <a:pt x="891" y="202"/>
                  </a:lnTo>
                  <a:lnTo>
                    <a:pt x="893" y="207"/>
                  </a:lnTo>
                  <a:lnTo>
                    <a:pt x="899" y="213"/>
                  </a:lnTo>
                  <a:lnTo>
                    <a:pt x="908" y="218"/>
                  </a:lnTo>
                  <a:lnTo>
                    <a:pt x="918" y="221"/>
                  </a:lnTo>
                  <a:lnTo>
                    <a:pt x="928" y="223"/>
                  </a:lnTo>
                  <a:lnTo>
                    <a:pt x="939" y="223"/>
                  </a:lnTo>
                  <a:lnTo>
                    <a:pt x="949" y="219"/>
                  </a:lnTo>
                  <a:lnTo>
                    <a:pt x="959" y="212"/>
                  </a:lnTo>
                  <a:lnTo>
                    <a:pt x="967" y="205"/>
                  </a:lnTo>
                  <a:lnTo>
                    <a:pt x="977" y="199"/>
                  </a:lnTo>
                  <a:lnTo>
                    <a:pt x="988" y="195"/>
                  </a:lnTo>
                  <a:lnTo>
                    <a:pt x="1000" y="192"/>
                  </a:lnTo>
                  <a:lnTo>
                    <a:pt x="1011" y="190"/>
                  </a:lnTo>
                  <a:lnTo>
                    <a:pt x="1020" y="189"/>
                  </a:lnTo>
                  <a:lnTo>
                    <a:pt x="1026" y="188"/>
                  </a:lnTo>
                  <a:lnTo>
                    <a:pt x="1028" y="188"/>
                  </a:lnTo>
                  <a:lnTo>
                    <a:pt x="1031" y="191"/>
                  </a:lnTo>
                  <a:lnTo>
                    <a:pt x="1041" y="197"/>
                  </a:lnTo>
                  <a:lnTo>
                    <a:pt x="1055" y="206"/>
                  </a:lnTo>
                  <a:lnTo>
                    <a:pt x="1071" y="217"/>
                  </a:lnTo>
                  <a:lnTo>
                    <a:pt x="1087" y="226"/>
                  </a:lnTo>
                  <a:lnTo>
                    <a:pt x="1103" y="233"/>
                  </a:lnTo>
                  <a:lnTo>
                    <a:pt x="1116" y="236"/>
                  </a:lnTo>
                  <a:lnTo>
                    <a:pt x="1124" y="233"/>
                  </a:lnTo>
                  <a:lnTo>
                    <a:pt x="1128" y="225"/>
                  </a:lnTo>
                  <a:lnTo>
                    <a:pt x="1131" y="217"/>
                  </a:lnTo>
                  <a:lnTo>
                    <a:pt x="1135" y="207"/>
                  </a:lnTo>
                  <a:lnTo>
                    <a:pt x="1139" y="199"/>
                  </a:lnTo>
                  <a:lnTo>
                    <a:pt x="1144" y="193"/>
                  </a:lnTo>
                  <a:lnTo>
                    <a:pt x="1151" y="190"/>
                  </a:lnTo>
                  <a:lnTo>
                    <a:pt x="1162" y="190"/>
                  </a:lnTo>
                  <a:lnTo>
                    <a:pt x="1175" y="196"/>
                  </a:lnTo>
                  <a:lnTo>
                    <a:pt x="1185" y="201"/>
                  </a:lnTo>
                  <a:lnTo>
                    <a:pt x="1195" y="205"/>
                  </a:lnTo>
                  <a:lnTo>
                    <a:pt x="1207" y="208"/>
                  </a:lnTo>
                  <a:lnTo>
                    <a:pt x="1217" y="210"/>
                  </a:lnTo>
                  <a:lnTo>
                    <a:pt x="1226" y="211"/>
                  </a:lnTo>
                  <a:lnTo>
                    <a:pt x="1235" y="211"/>
                  </a:lnTo>
                  <a:lnTo>
                    <a:pt x="1242" y="210"/>
                  </a:lnTo>
                  <a:lnTo>
                    <a:pt x="1248" y="20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06" name="Freeform 605">
              <a:extLst>
                <a:ext uri="{FF2B5EF4-FFF2-40B4-BE49-F238E27FC236}">
                  <a16:creationId xmlns:a16="http://schemas.microsoft.com/office/drawing/2014/main" id="{3AECBBF1-95FC-DBC6-1D3F-8A5ACB68A470}"/>
                </a:ext>
              </a:extLst>
            </p:cNvPr>
            <p:cNvSpPr>
              <a:spLocks/>
            </p:cNvSpPr>
            <p:nvPr/>
          </p:nvSpPr>
          <p:spPr bwMode="auto">
            <a:xfrm>
              <a:off x="2295" y="3650"/>
              <a:ext cx="363" cy="344"/>
            </a:xfrm>
            <a:custGeom>
              <a:avLst/>
              <a:gdLst>
                <a:gd name="T0" fmla="*/ 0 w 1452"/>
                <a:gd name="T1" fmla="*/ 0 h 1377"/>
                <a:gd name="T2" fmla="*/ 0 w 1452"/>
                <a:gd name="T3" fmla="*/ 0 h 1377"/>
                <a:gd name="T4" fmla="*/ 0 w 1452"/>
                <a:gd name="T5" fmla="*/ 0 h 1377"/>
                <a:gd name="T6" fmla="*/ 0 w 1452"/>
                <a:gd name="T7" fmla="*/ 0 h 1377"/>
                <a:gd name="T8" fmla="*/ 0 w 1452"/>
                <a:gd name="T9" fmla="*/ 0 h 1377"/>
                <a:gd name="T10" fmla="*/ 0 w 1452"/>
                <a:gd name="T11" fmla="*/ 0 h 1377"/>
                <a:gd name="T12" fmla="*/ 0 w 1452"/>
                <a:gd name="T13" fmla="*/ 0 h 1377"/>
                <a:gd name="T14" fmla="*/ 0 w 1452"/>
                <a:gd name="T15" fmla="*/ 0 h 1377"/>
                <a:gd name="T16" fmla="*/ 0 w 1452"/>
                <a:gd name="T17" fmla="*/ 0 h 1377"/>
                <a:gd name="T18" fmla="*/ 0 w 1452"/>
                <a:gd name="T19" fmla="*/ 0 h 1377"/>
                <a:gd name="T20" fmla="*/ 0 w 1452"/>
                <a:gd name="T21" fmla="*/ 0 h 1377"/>
                <a:gd name="T22" fmla="*/ 0 w 1452"/>
                <a:gd name="T23" fmla="*/ 0 h 1377"/>
                <a:gd name="T24" fmla="*/ 0 w 1452"/>
                <a:gd name="T25" fmla="*/ 0 h 1377"/>
                <a:gd name="T26" fmla="*/ 0 w 1452"/>
                <a:gd name="T27" fmla="*/ 0 h 1377"/>
                <a:gd name="T28" fmla="*/ 0 w 1452"/>
                <a:gd name="T29" fmla="*/ 0 h 1377"/>
                <a:gd name="T30" fmla="*/ 0 w 1452"/>
                <a:gd name="T31" fmla="*/ 0 h 1377"/>
                <a:gd name="T32" fmla="*/ 0 w 1452"/>
                <a:gd name="T33" fmla="*/ 0 h 1377"/>
                <a:gd name="T34" fmla="*/ 0 w 1452"/>
                <a:gd name="T35" fmla="*/ 0 h 1377"/>
                <a:gd name="T36" fmla="*/ 0 w 1452"/>
                <a:gd name="T37" fmla="*/ 0 h 1377"/>
                <a:gd name="T38" fmla="*/ 0 w 1452"/>
                <a:gd name="T39" fmla="*/ 0 h 1377"/>
                <a:gd name="T40" fmla="*/ 0 w 1452"/>
                <a:gd name="T41" fmla="*/ 0 h 1377"/>
                <a:gd name="T42" fmla="*/ 0 w 1452"/>
                <a:gd name="T43" fmla="*/ 0 h 1377"/>
                <a:gd name="T44" fmla="*/ 0 w 1452"/>
                <a:gd name="T45" fmla="*/ 0 h 1377"/>
                <a:gd name="T46" fmla="*/ 0 w 1452"/>
                <a:gd name="T47" fmla="*/ 0 h 1377"/>
                <a:gd name="T48" fmla="*/ 0 w 1452"/>
                <a:gd name="T49" fmla="*/ 0 h 1377"/>
                <a:gd name="T50" fmla="*/ 0 w 1452"/>
                <a:gd name="T51" fmla="*/ 0 h 1377"/>
                <a:gd name="T52" fmla="*/ 0 w 1452"/>
                <a:gd name="T53" fmla="*/ 0 h 1377"/>
                <a:gd name="T54" fmla="*/ 0 w 1452"/>
                <a:gd name="T55" fmla="*/ 0 h 1377"/>
                <a:gd name="T56" fmla="*/ 0 w 1452"/>
                <a:gd name="T57" fmla="*/ 0 h 1377"/>
                <a:gd name="T58" fmla="*/ 0 w 1452"/>
                <a:gd name="T59" fmla="*/ 0 h 1377"/>
                <a:gd name="T60" fmla="*/ 0 w 1452"/>
                <a:gd name="T61" fmla="*/ 0 h 1377"/>
                <a:gd name="T62" fmla="*/ 0 w 1452"/>
                <a:gd name="T63" fmla="*/ 0 h 1377"/>
                <a:gd name="T64" fmla="*/ 0 w 1452"/>
                <a:gd name="T65" fmla="*/ 0 h 1377"/>
                <a:gd name="T66" fmla="*/ 0 w 1452"/>
                <a:gd name="T67" fmla="*/ 0 h 1377"/>
                <a:gd name="T68" fmla="*/ 0 w 1452"/>
                <a:gd name="T69" fmla="*/ 0 h 1377"/>
                <a:gd name="T70" fmla="*/ 0 w 1452"/>
                <a:gd name="T71" fmla="*/ 0 h 1377"/>
                <a:gd name="T72" fmla="*/ 0 w 1452"/>
                <a:gd name="T73" fmla="*/ 0 h 1377"/>
                <a:gd name="T74" fmla="*/ 0 w 1452"/>
                <a:gd name="T75" fmla="*/ 0 h 1377"/>
                <a:gd name="T76" fmla="*/ 0 w 1452"/>
                <a:gd name="T77" fmla="*/ 0 h 1377"/>
                <a:gd name="T78" fmla="*/ 0 w 1452"/>
                <a:gd name="T79" fmla="*/ 0 h 1377"/>
                <a:gd name="T80" fmla="*/ 0 w 1452"/>
                <a:gd name="T81" fmla="*/ 0 h 1377"/>
                <a:gd name="T82" fmla="*/ 0 w 1452"/>
                <a:gd name="T83" fmla="*/ 0 h 1377"/>
                <a:gd name="T84" fmla="*/ 0 w 1452"/>
                <a:gd name="T85" fmla="*/ 0 h 1377"/>
                <a:gd name="T86" fmla="*/ 0 w 1452"/>
                <a:gd name="T87" fmla="*/ 0 h 1377"/>
                <a:gd name="T88" fmla="*/ 0 w 1452"/>
                <a:gd name="T89" fmla="*/ 0 h 1377"/>
                <a:gd name="T90" fmla="*/ 0 w 1452"/>
                <a:gd name="T91" fmla="*/ 0 h 1377"/>
                <a:gd name="T92" fmla="*/ 0 w 1452"/>
                <a:gd name="T93" fmla="*/ 0 h 1377"/>
                <a:gd name="T94" fmla="*/ 0 w 1452"/>
                <a:gd name="T95" fmla="*/ 0 h 1377"/>
                <a:gd name="T96" fmla="*/ 0 w 1452"/>
                <a:gd name="T97" fmla="*/ 0 h 1377"/>
                <a:gd name="T98" fmla="*/ 0 w 1452"/>
                <a:gd name="T99" fmla="*/ 0 h 1377"/>
                <a:gd name="T100" fmla="*/ 0 w 1452"/>
                <a:gd name="T101" fmla="*/ 0 h 1377"/>
                <a:gd name="T102" fmla="*/ 0 w 1452"/>
                <a:gd name="T103" fmla="*/ 0 h 1377"/>
                <a:gd name="T104" fmla="*/ 0 w 1452"/>
                <a:gd name="T105" fmla="*/ 0 h 1377"/>
                <a:gd name="T106" fmla="*/ 0 w 1452"/>
                <a:gd name="T107" fmla="*/ 0 h 1377"/>
                <a:gd name="T108" fmla="*/ 0 w 1452"/>
                <a:gd name="T109" fmla="*/ 0 h 1377"/>
                <a:gd name="T110" fmla="*/ 0 w 1452"/>
                <a:gd name="T111" fmla="*/ 0 h 1377"/>
                <a:gd name="T112" fmla="*/ 0 w 1452"/>
                <a:gd name="T113" fmla="*/ 0 h 1377"/>
                <a:gd name="T114" fmla="*/ 0 w 1452"/>
                <a:gd name="T115" fmla="*/ 0 h 1377"/>
                <a:gd name="T116" fmla="*/ 0 w 1452"/>
                <a:gd name="T117" fmla="*/ 0 h 1377"/>
                <a:gd name="T118" fmla="*/ 0 w 1452"/>
                <a:gd name="T119" fmla="*/ 0 h 1377"/>
                <a:gd name="T120" fmla="*/ 0 w 1452"/>
                <a:gd name="T121" fmla="*/ 0 h 1377"/>
                <a:gd name="T122" fmla="*/ 0 w 1452"/>
                <a:gd name="T123" fmla="*/ 0 h 137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52" h="1377">
                  <a:moveTo>
                    <a:pt x="1248" y="208"/>
                  </a:moveTo>
                  <a:lnTo>
                    <a:pt x="1248" y="208"/>
                  </a:lnTo>
                  <a:lnTo>
                    <a:pt x="1256" y="218"/>
                  </a:lnTo>
                  <a:lnTo>
                    <a:pt x="1262" y="227"/>
                  </a:lnTo>
                  <a:lnTo>
                    <a:pt x="1269" y="236"/>
                  </a:lnTo>
                  <a:lnTo>
                    <a:pt x="1274" y="245"/>
                  </a:lnTo>
                  <a:lnTo>
                    <a:pt x="1279" y="253"/>
                  </a:lnTo>
                  <a:lnTo>
                    <a:pt x="1283" y="262"/>
                  </a:lnTo>
                  <a:lnTo>
                    <a:pt x="1286" y="270"/>
                  </a:lnTo>
                  <a:lnTo>
                    <a:pt x="1287" y="277"/>
                  </a:lnTo>
                  <a:lnTo>
                    <a:pt x="1288" y="290"/>
                  </a:lnTo>
                  <a:lnTo>
                    <a:pt x="1288" y="304"/>
                  </a:lnTo>
                  <a:lnTo>
                    <a:pt x="1289" y="318"/>
                  </a:lnTo>
                  <a:lnTo>
                    <a:pt x="1290" y="330"/>
                  </a:lnTo>
                  <a:lnTo>
                    <a:pt x="1290" y="340"/>
                  </a:lnTo>
                  <a:lnTo>
                    <a:pt x="1291" y="349"/>
                  </a:lnTo>
                  <a:lnTo>
                    <a:pt x="1291" y="354"/>
                  </a:lnTo>
                  <a:lnTo>
                    <a:pt x="1291" y="356"/>
                  </a:lnTo>
                  <a:lnTo>
                    <a:pt x="1353" y="401"/>
                  </a:lnTo>
                  <a:lnTo>
                    <a:pt x="1353" y="402"/>
                  </a:lnTo>
                  <a:lnTo>
                    <a:pt x="1351" y="404"/>
                  </a:lnTo>
                  <a:lnTo>
                    <a:pt x="1353" y="408"/>
                  </a:lnTo>
                  <a:lnTo>
                    <a:pt x="1354" y="413"/>
                  </a:lnTo>
                  <a:lnTo>
                    <a:pt x="1356" y="422"/>
                  </a:lnTo>
                  <a:lnTo>
                    <a:pt x="1359" y="433"/>
                  </a:lnTo>
                  <a:lnTo>
                    <a:pt x="1363" y="446"/>
                  </a:lnTo>
                  <a:lnTo>
                    <a:pt x="1368" y="458"/>
                  </a:lnTo>
                  <a:lnTo>
                    <a:pt x="1373" y="467"/>
                  </a:lnTo>
                  <a:lnTo>
                    <a:pt x="1378" y="474"/>
                  </a:lnTo>
                  <a:lnTo>
                    <a:pt x="1383" y="479"/>
                  </a:lnTo>
                  <a:lnTo>
                    <a:pt x="1387" y="482"/>
                  </a:lnTo>
                  <a:lnTo>
                    <a:pt x="1390" y="486"/>
                  </a:lnTo>
                  <a:lnTo>
                    <a:pt x="1392" y="491"/>
                  </a:lnTo>
                  <a:lnTo>
                    <a:pt x="1393" y="497"/>
                  </a:lnTo>
                  <a:lnTo>
                    <a:pt x="1394" y="504"/>
                  </a:lnTo>
                  <a:lnTo>
                    <a:pt x="1396" y="512"/>
                  </a:lnTo>
                  <a:lnTo>
                    <a:pt x="1399" y="522"/>
                  </a:lnTo>
                  <a:lnTo>
                    <a:pt x="1404" y="531"/>
                  </a:lnTo>
                  <a:lnTo>
                    <a:pt x="1407" y="540"/>
                  </a:lnTo>
                  <a:lnTo>
                    <a:pt x="1409" y="549"/>
                  </a:lnTo>
                  <a:lnTo>
                    <a:pt x="1410" y="557"/>
                  </a:lnTo>
                  <a:lnTo>
                    <a:pt x="1410" y="564"/>
                  </a:lnTo>
                  <a:lnTo>
                    <a:pt x="1410" y="569"/>
                  </a:lnTo>
                  <a:lnTo>
                    <a:pt x="1411" y="574"/>
                  </a:lnTo>
                  <a:lnTo>
                    <a:pt x="1414" y="580"/>
                  </a:lnTo>
                  <a:lnTo>
                    <a:pt x="1417" y="586"/>
                  </a:lnTo>
                  <a:lnTo>
                    <a:pt x="1422" y="594"/>
                  </a:lnTo>
                  <a:lnTo>
                    <a:pt x="1427" y="601"/>
                  </a:lnTo>
                  <a:lnTo>
                    <a:pt x="1432" y="609"/>
                  </a:lnTo>
                  <a:lnTo>
                    <a:pt x="1438" y="616"/>
                  </a:lnTo>
                  <a:lnTo>
                    <a:pt x="1419" y="623"/>
                  </a:lnTo>
                  <a:lnTo>
                    <a:pt x="1396" y="633"/>
                  </a:lnTo>
                  <a:lnTo>
                    <a:pt x="1372" y="646"/>
                  </a:lnTo>
                  <a:lnTo>
                    <a:pt x="1348" y="661"/>
                  </a:lnTo>
                  <a:lnTo>
                    <a:pt x="1329" y="677"/>
                  </a:lnTo>
                  <a:lnTo>
                    <a:pt x="1317" y="693"/>
                  </a:lnTo>
                  <a:lnTo>
                    <a:pt x="1314" y="708"/>
                  </a:lnTo>
                  <a:lnTo>
                    <a:pt x="1322" y="722"/>
                  </a:lnTo>
                  <a:lnTo>
                    <a:pt x="1328" y="731"/>
                  </a:lnTo>
                  <a:lnTo>
                    <a:pt x="1335" y="741"/>
                  </a:lnTo>
                  <a:lnTo>
                    <a:pt x="1343" y="752"/>
                  </a:lnTo>
                  <a:lnTo>
                    <a:pt x="1354" y="761"/>
                  </a:lnTo>
                  <a:lnTo>
                    <a:pt x="1365" y="768"/>
                  </a:lnTo>
                  <a:lnTo>
                    <a:pt x="1378" y="773"/>
                  </a:lnTo>
                  <a:lnTo>
                    <a:pt x="1393" y="771"/>
                  </a:lnTo>
                  <a:lnTo>
                    <a:pt x="1411" y="761"/>
                  </a:lnTo>
                  <a:lnTo>
                    <a:pt x="1418" y="762"/>
                  </a:lnTo>
                  <a:lnTo>
                    <a:pt x="1427" y="767"/>
                  </a:lnTo>
                  <a:lnTo>
                    <a:pt x="1435" y="774"/>
                  </a:lnTo>
                  <a:lnTo>
                    <a:pt x="1443" y="783"/>
                  </a:lnTo>
                  <a:lnTo>
                    <a:pt x="1449" y="793"/>
                  </a:lnTo>
                  <a:lnTo>
                    <a:pt x="1452" y="805"/>
                  </a:lnTo>
                  <a:lnTo>
                    <a:pt x="1449" y="818"/>
                  </a:lnTo>
                  <a:lnTo>
                    <a:pt x="1442" y="832"/>
                  </a:lnTo>
                  <a:lnTo>
                    <a:pt x="1434" y="844"/>
                  </a:lnTo>
                  <a:lnTo>
                    <a:pt x="1431" y="855"/>
                  </a:lnTo>
                  <a:lnTo>
                    <a:pt x="1429" y="863"/>
                  </a:lnTo>
                  <a:lnTo>
                    <a:pt x="1429" y="871"/>
                  </a:lnTo>
                  <a:lnTo>
                    <a:pt x="1428" y="877"/>
                  </a:lnTo>
                  <a:lnTo>
                    <a:pt x="1425" y="881"/>
                  </a:lnTo>
                  <a:lnTo>
                    <a:pt x="1419" y="885"/>
                  </a:lnTo>
                  <a:lnTo>
                    <a:pt x="1407" y="888"/>
                  </a:lnTo>
                  <a:lnTo>
                    <a:pt x="1392" y="890"/>
                  </a:lnTo>
                  <a:lnTo>
                    <a:pt x="1379" y="889"/>
                  </a:lnTo>
                  <a:lnTo>
                    <a:pt x="1367" y="887"/>
                  </a:lnTo>
                  <a:lnTo>
                    <a:pt x="1356" y="886"/>
                  </a:lnTo>
                  <a:lnTo>
                    <a:pt x="1346" y="885"/>
                  </a:lnTo>
                  <a:lnTo>
                    <a:pt x="1338" y="885"/>
                  </a:lnTo>
                  <a:lnTo>
                    <a:pt x="1332" y="889"/>
                  </a:lnTo>
                  <a:lnTo>
                    <a:pt x="1328" y="896"/>
                  </a:lnTo>
                  <a:lnTo>
                    <a:pt x="1326" y="907"/>
                  </a:lnTo>
                  <a:lnTo>
                    <a:pt x="1327" y="921"/>
                  </a:lnTo>
                  <a:lnTo>
                    <a:pt x="1328" y="936"/>
                  </a:lnTo>
                  <a:lnTo>
                    <a:pt x="1330" y="950"/>
                  </a:lnTo>
                  <a:lnTo>
                    <a:pt x="1331" y="964"/>
                  </a:lnTo>
                  <a:lnTo>
                    <a:pt x="1330" y="975"/>
                  </a:lnTo>
                  <a:lnTo>
                    <a:pt x="1326" y="982"/>
                  </a:lnTo>
                  <a:lnTo>
                    <a:pt x="1317" y="984"/>
                  </a:lnTo>
                  <a:lnTo>
                    <a:pt x="1306" y="984"/>
                  </a:lnTo>
                  <a:lnTo>
                    <a:pt x="1294" y="984"/>
                  </a:lnTo>
                  <a:lnTo>
                    <a:pt x="1284" y="985"/>
                  </a:lnTo>
                  <a:lnTo>
                    <a:pt x="1275" y="985"/>
                  </a:lnTo>
                  <a:lnTo>
                    <a:pt x="1266" y="984"/>
                  </a:lnTo>
                  <a:lnTo>
                    <a:pt x="1258" y="981"/>
                  </a:lnTo>
                  <a:lnTo>
                    <a:pt x="1249" y="976"/>
                  </a:lnTo>
                  <a:lnTo>
                    <a:pt x="1243" y="966"/>
                  </a:lnTo>
                  <a:lnTo>
                    <a:pt x="1240" y="956"/>
                  </a:lnTo>
                  <a:lnTo>
                    <a:pt x="1240" y="946"/>
                  </a:lnTo>
                  <a:lnTo>
                    <a:pt x="1244" y="937"/>
                  </a:lnTo>
                  <a:lnTo>
                    <a:pt x="1251" y="929"/>
                  </a:lnTo>
                  <a:lnTo>
                    <a:pt x="1259" y="922"/>
                  </a:lnTo>
                  <a:lnTo>
                    <a:pt x="1266" y="914"/>
                  </a:lnTo>
                  <a:lnTo>
                    <a:pt x="1272" y="908"/>
                  </a:lnTo>
                  <a:lnTo>
                    <a:pt x="1275" y="902"/>
                  </a:lnTo>
                  <a:lnTo>
                    <a:pt x="1275" y="897"/>
                  </a:lnTo>
                  <a:lnTo>
                    <a:pt x="1273" y="892"/>
                  </a:lnTo>
                  <a:lnTo>
                    <a:pt x="1268" y="887"/>
                  </a:lnTo>
                  <a:lnTo>
                    <a:pt x="1263" y="883"/>
                  </a:lnTo>
                  <a:lnTo>
                    <a:pt x="1257" y="879"/>
                  </a:lnTo>
                  <a:lnTo>
                    <a:pt x="1251" y="876"/>
                  </a:lnTo>
                  <a:lnTo>
                    <a:pt x="1247" y="875"/>
                  </a:lnTo>
                  <a:lnTo>
                    <a:pt x="1246" y="874"/>
                  </a:lnTo>
                  <a:lnTo>
                    <a:pt x="1253" y="824"/>
                  </a:lnTo>
                  <a:lnTo>
                    <a:pt x="1254" y="823"/>
                  </a:lnTo>
                  <a:lnTo>
                    <a:pt x="1256" y="819"/>
                  </a:lnTo>
                  <a:lnTo>
                    <a:pt x="1258" y="814"/>
                  </a:lnTo>
                  <a:lnTo>
                    <a:pt x="1260" y="809"/>
                  </a:lnTo>
                  <a:lnTo>
                    <a:pt x="1260" y="803"/>
                  </a:lnTo>
                  <a:lnTo>
                    <a:pt x="1258" y="798"/>
                  </a:lnTo>
                  <a:lnTo>
                    <a:pt x="1251" y="794"/>
                  </a:lnTo>
                  <a:lnTo>
                    <a:pt x="1241" y="792"/>
                  </a:lnTo>
                  <a:lnTo>
                    <a:pt x="1231" y="790"/>
                  </a:lnTo>
                  <a:lnTo>
                    <a:pt x="1224" y="787"/>
                  </a:lnTo>
                  <a:lnTo>
                    <a:pt x="1220" y="783"/>
                  </a:lnTo>
                  <a:lnTo>
                    <a:pt x="1219" y="778"/>
                  </a:lnTo>
                  <a:lnTo>
                    <a:pt x="1219" y="774"/>
                  </a:lnTo>
                  <a:lnTo>
                    <a:pt x="1219" y="769"/>
                  </a:lnTo>
                  <a:lnTo>
                    <a:pt x="1221" y="767"/>
                  </a:lnTo>
                  <a:lnTo>
                    <a:pt x="1221" y="766"/>
                  </a:lnTo>
                  <a:lnTo>
                    <a:pt x="1220" y="764"/>
                  </a:lnTo>
                  <a:lnTo>
                    <a:pt x="1219" y="759"/>
                  </a:lnTo>
                  <a:lnTo>
                    <a:pt x="1216" y="751"/>
                  </a:lnTo>
                  <a:lnTo>
                    <a:pt x="1212" y="744"/>
                  </a:lnTo>
                  <a:lnTo>
                    <a:pt x="1208" y="737"/>
                  </a:lnTo>
                  <a:lnTo>
                    <a:pt x="1201" y="733"/>
                  </a:lnTo>
                  <a:lnTo>
                    <a:pt x="1194" y="732"/>
                  </a:lnTo>
                  <a:lnTo>
                    <a:pt x="1187" y="736"/>
                  </a:lnTo>
                  <a:lnTo>
                    <a:pt x="1179" y="744"/>
                  </a:lnTo>
                  <a:lnTo>
                    <a:pt x="1171" y="753"/>
                  </a:lnTo>
                  <a:lnTo>
                    <a:pt x="1163" y="762"/>
                  </a:lnTo>
                  <a:lnTo>
                    <a:pt x="1155" y="772"/>
                  </a:lnTo>
                  <a:lnTo>
                    <a:pt x="1144" y="780"/>
                  </a:lnTo>
                  <a:lnTo>
                    <a:pt x="1135" y="786"/>
                  </a:lnTo>
                  <a:lnTo>
                    <a:pt x="1124" y="790"/>
                  </a:lnTo>
                  <a:lnTo>
                    <a:pt x="1112" y="792"/>
                  </a:lnTo>
                  <a:lnTo>
                    <a:pt x="1100" y="794"/>
                  </a:lnTo>
                  <a:lnTo>
                    <a:pt x="1093" y="798"/>
                  </a:lnTo>
                  <a:lnTo>
                    <a:pt x="1089" y="805"/>
                  </a:lnTo>
                  <a:lnTo>
                    <a:pt x="1087" y="812"/>
                  </a:lnTo>
                  <a:lnTo>
                    <a:pt x="1087" y="822"/>
                  </a:lnTo>
                  <a:lnTo>
                    <a:pt x="1088" y="831"/>
                  </a:lnTo>
                  <a:lnTo>
                    <a:pt x="1091" y="839"/>
                  </a:lnTo>
                  <a:lnTo>
                    <a:pt x="1095" y="846"/>
                  </a:lnTo>
                  <a:lnTo>
                    <a:pt x="1098" y="852"/>
                  </a:lnTo>
                  <a:lnTo>
                    <a:pt x="1099" y="860"/>
                  </a:lnTo>
                  <a:lnTo>
                    <a:pt x="1099" y="867"/>
                  </a:lnTo>
                  <a:lnTo>
                    <a:pt x="1099" y="876"/>
                  </a:lnTo>
                  <a:lnTo>
                    <a:pt x="1098" y="883"/>
                  </a:lnTo>
                  <a:lnTo>
                    <a:pt x="1099" y="890"/>
                  </a:lnTo>
                  <a:lnTo>
                    <a:pt x="1101" y="897"/>
                  </a:lnTo>
                  <a:lnTo>
                    <a:pt x="1107" y="902"/>
                  </a:lnTo>
                  <a:lnTo>
                    <a:pt x="1112" y="908"/>
                  </a:lnTo>
                  <a:lnTo>
                    <a:pt x="1115" y="914"/>
                  </a:lnTo>
                  <a:lnTo>
                    <a:pt x="1116" y="922"/>
                  </a:lnTo>
                  <a:lnTo>
                    <a:pt x="1117" y="929"/>
                  </a:lnTo>
                  <a:lnTo>
                    <a:pt x="1118" y="936"/>
                  </a:lnTo>
                  <a:lnTo>
                    <a:pt x="1119" y="941"/>
                  </a:lnTo>
                  <a:lnTo>
                    <a:pt x="1122" y="944"/>
                  </a:lnTo>
                  <a:lnTo>
                    <a:pt x="1126" y="944"/>
                  </a:lnTo>
                  <a:lnTo>
                    <a:pt x="1130" y="944"/>
                  </a:lnTo>
                  <a:lnTo>
                    <a:pt x="1133" y="947"/>
                  </a:lnTo>
                  <a:lnTo>
                    <a:pt x="1135" y="951"/>
                  </a:lnTo>
                  <a:lnTo>
                    <a:pt x="1137" y="956"/>
                  </a:lnTo>
                  <a:lnTo>
                    <a:pt x="1139" y="962"/>
                  </a:lnTo>
                  <a:lnTo>
                    <a:pt x="1143" y="966"/>
                  </a:lnTo>
                  <a:lnTo>
                    <a:pt x="1148" y="969"/>
                  </a:lnTo>
                  <a:lnTo>
                    <a:pt x="1157" y="969"/>
                  </a:lnTo>
                  <a:lnTo>
                    <a:pt x="1164" y="970"/>
                  </a:lnTo>
                  <a:lnTo>
                    <a:pt x="1167" y="977"/>
                  </a:lnTo>
                  <a:lnTo>
                    <a:pt x="1167" y="985"/>
                  </a:lnTo>
                  <a:lnTo>
                    <a:pt x="1165" y="995"/>
                  </a:lnTo>
                  <a:lnTo>
                    <a:pt x="1163" y="1005"/>
                  </a:lnTo>
                  <a:lnTo>
                    <a:pt x="1161" y="1015"/>
                  </a:lnTo>
                  <a:lnTo>
                    <a:pt x="1162" y="1023"/>
                  </a:lnTo>
                  <a:lnTo>
                    <a:pt x="1166" y="1026"/>
                  </a:lnTo>
                  <a:lnTo>
                    <a:pt x="1168" y="1028"/>
                  </a:lnTo>
                  <a:lnTo>
                    <a:pt x="1164" y="1032"/>
                  </a:lnTo>
                  <a:lnTo>
                    <a:pt x="1155" y="1036"/>
                  </a:lnTo>
                  <a:lnTo>
                    <a:pt x="1143" y="1042"/>
                  </a:lnTo>
                  <a:lnTo>
                    <a:pt x="1131" y="1049"/>
                  </a:lnTo>
                  <a:lnTo>
                    <a:pt x="1120" y="1057"/>
                  </a:lnTo>
                  <a:lnTo>
                    <a:pt x="1111" y="1065"/>
                  </a:lnTo>
                  <a:lnTo>
                    <a:pt x="1107" y="1074"/>
                  </a:lnTo>
                  <a:lnTo>
                    <a:pt x="1106" y="1083"/>
                  </a:lnTo>
                  <a:lnTo>
                    <a:pt x="1106" y="1094"/>
                  </a:lnTo>
                  <a:lnTo>
                    <a:pt x="1105" y="1105"/>
                  </a:lnTo>
                  <a:lnTo>
                    <a:pt x="1103" y="1116"/>
                  </a:lnTo>
                  <a:lnTo>
                    <a:pt x="1099" y="1127"/>
                  </a:lnTo>
                  <a:lnTo>
                    <a:pt x="1095" y="1135"/>
                  </a:lnTo>
                  <a:lnTo>
                    <a:pt x="1088" y="1141"/>
                  </a:lnTo>
                  <a:lnTo>
                    <a:pt x="1078" y="1144"/>
                  </a:lnTo>
                  <a:lnTo>
                    <a:pt x="1067" y="1145"/>
                  </a:lnTo>
                  <a:lnTo>
                    <a:pt x="1056" y="1148"/>
                  </a:lnTo>
                  <a:lnTo>
                    <a:pt x="1045" y="1152"/>
                  </a:lnTo>
                  <a:lnTo>
                    <a:pt x="1036" y="1156"/>
                  </a:lnTo>
                  <a:lnTo>
                    <a:pt x="1029" y="1161"/>
                  </a:lnTo>
                  <a:lnTo>
                    <a:pt x="1023" y="1167"/>
                  </a:lnTo>
                  <a:lnTo>
                    <a:pt x="1020" y="1173"/>
                  </a:lnTo>
                  <a:lnTo>
                    <a:pt x="1020" y="1178"/>
                  </a:lnTo>
                  <a:lnTo>
                    <a:pt x="1021" y="1185"/>
                  </a:lnTo>
                  <a:lnTo>
                    <a:pt x="1021" y="1194"/>
                  </a:lnTo>
                  <a:lnTo>
                    <a:pt x="1021" y="1204"/>
                  </a:lnTo>
                  <a:lnTo>
                    <a:pt x="1019" y="1212"/>
                  </a:lnTo>
                  <a:lnTo>
                    <a:pt x="1015" y="1217"/>
                  </a:lnTo>
                  <a:lnTo>
                    <a:pt x="1009" y="1216"/>
                  </a:lnTo>
                  <a:lnTo>
                    <a:pt x="1000" y="1208"/>
                  </a:lnTo>
                  <a:lnTo>
                    <a:pt x="989" y="1191"/>
                  </a:lnTo>
                  <a:lnTo>
                    <a:pt x="978" y="1173"/>
                  </a:lnTo>
                  <a:lnTo>
                    <a:pt x="971" y="1161"/>
                  </a:lnTo>
                  <a:lnTo>
                    <a:pt x="966" y="1156"/>
                  </a:lnTo>
                  <a:lnTo>
                    <a:pt x="962" y="1155"/>
                  </a:lnTo>
                  <a:lnTo>
                    <a:pt x="959" y="1158"/>
                  </a:lnTo>
                  <a:lnTo>
                    <a:pt x="957" y="1161"/>
                  </a:lnTo>
                  <a:lnTo>
                    <a:pt x="954" y="1165"/>
                  </a:lnTo>
                  <a:lnTo>
                    <a:pt x="949" y="1166"/>
                  </a:lnTo>
                  <a:lnTo>
                    <a:pt x="945" y="1165"/>
                  </a:lnTo>
                  <a:lnTo>
                    <a:pt x="944" y="1161"/>
                  </a:lnTo>
                  <a:lnTo>
                    <a:pt x="944" y="1156"/>
                  </a:lnTo>
                  <a:lnTo>
                    <a:pt x="946" y="1149"/>
                  </a:lnTo>
                  <a:lnTo>
                    <a:pt x="948" y="1143"/>
                  </a:lnTo>
                  <a:lnTo>
                    <a:pt x="950" y="1138"/>
                  </a:lnTo>
                  <a:lnTo>
                    <a:pt x="951" y="1134"/>
                  </a:lnTo>
                  <a:lnTo>
                    <a:pt x="952" y="1133"/>
                  </a:lnTo>
                  <a:lnTo>
                    <a:pt x="950" y="1133"/>
                  </a:lnTo>
                  <a:lnTo>
                    <a:pt x="946" y="1133"/>
                  </a:lnTo>
                  <a:lnTo>
                    <a:pt x="940" y="1132"/>
                  </a:lnTo>
                  <a:lnTo>
                    <a:pt x="932" y="1131"/>
                  </a:lnTo>
                  <a:lnTo>
                    <a:pt x="924" y="1128"/>
                  </a:lnTo>
                  <a:lnTo>
                    <a:pt x="915" y="1124"/>
                  </a:lnTo>
                  <a:lnTo>
                    <a:pt x="907" y="1118"/>
                  </a:lnTo>
                  <a:lnTo>
                    <a:pt x="899" y="1110"/>
                  </a:lnTo>
                  <a:lnTo>
                    <a:pt x="893" y="1102"/>
                  </a:lnTo>
                  <a:lnTo>
                    <a:pt x="889" y="1096"/>
                  </a:lnTo>
                  <a:lnTo>
                    <a:pt x="885" y="1092"/>
                  </a:lnTo>
                  <a:lnTo>
                    <a:pt x="881" y="1089"/>
                  </a:lnTo>
                  <a:lnTo>
                    <a:pt x="878" y="1089"/>
                  </a:lnTo>
                  <a:lnTo>
                    <a:pt x="875" y="1091"/>
                  </a:lnTo>
                  <a:lnTo>
                    <a:pt x="871" y="1095"/>
                  </a:lnTo>
                  <a:lnTo>
                    <a:pt x="866" y="1101"/>
                  </a:lnTo>
                  <a:lnTo>
                    <a:pt x="857" y="1108"/>
                  </a:lnTo>
                  <a:lnTo>
                    <a:pt x="849" y="1104"/>
                  </a:lnTo>
                  <a:lnTo>
                    <a:pt x="844" y="1097"/>
                  </a:lnTo>
                  <a:lnTo>
                    <a:pt x="843" y="1093"/>
                  </a:lnTo>
                  <a:lnTo>
                    <a:pt x="860" y="1074"/>
                  </a:lnTo>
                  <a:lnTo>
                    <a:pt x="862" y="1073"/>
                  </a:lnTo>
                  <a:lnTo>
                    <a:pt x="866" y="1070"/>
                  </a:lnTo>
                  <a:lnTo>
                    <a:pt x="871" y="1066"/>
                  </a:lnTo>
                  <a:lnTo>
                    <a:pt x="875" y="1062"/>
                  </a:lnTo>
                  <a:lnTo>
                    <a:pt x="878" y="1057"/>
                  </a:lnTo>
                  <a:lnTo>
                    <a:pt x="877" y="1053"/>
                  </a:lnTo>
                  <a:lnTo>
                    <a:pt x="872" y="1048"/>
                  </a:lnTo>
                  <a:lnTo>
                    <a:pt x="860" y="1045"/>
                  </a:lnTo>
                  <a:lnTo>
                    <a:pt x="846" y="1042"/>
                  </a:lnTo>
                  <a:lnTo>
                    <a:pt x="838" y="1038"/>
                  </a:lnTo>
                  <a:lnTo>
                    <a:pt x="834" y="1035"/>
                  </a:lnTo>
                  <a:lnTo>
                    <a:pt x="834" y="1031"/>
                  </a:lnTo>
                  <a:lnTo>
                    <a:pt x="837" y="1028"/>
                  </a:lnTo>
                  <a:lnTo>
                    <a:pt x="843" y="1025"/>
                  </a:lnTo>
                  <a:lnTo>
                    <a:pt x="850" y="1024"/>
                  </a:lnTo>
                  <a:lnTo>
                    <a:pt x="860" y="1023"/>
                  </a:lnTo>
                  <a:lnTo>
                    <a:pt x="870" y="1023"/>
                  </a:lnTo>
                  <a:lnTo>
                    <a:pt x="879" y="1020"/>
                  </a:lnTo>
                  <a:lnTo>
                    <a:pt x="889" y="1018"/>
                  </a:lnTo>
                  <a:lnTo>
                    <a:pt x="897" y="1015"/>
                  </a:lnTo>
                  <a:lnTo>
                    <a:pt x="906" y="1011"/>
                  </a:lnTo>
                  <a:lnTo>
                    <a:pt x="912" y="1006"/>
                  </a:lnTo>
                  <a:lnTo>
                    <a:pt x="917" y="1001"/>
                  </a:lnTo>
                  <a:lnTo>
                    <a:pt x="919" y="995"/>
                  </a:lnTo>
                  <a:lnTo>
                    <a:pt x="921" y="984"/>
                  </a:lnTo>
                  <a:lnTo>
                    <a:pt x="922" y="977"/>
                  </a:lnTo>
                  <a:lnTo>
                    <a:pt x="926" y="973"/>
                  </a:lnTo>
                  <a:lnTo>
                    <a:pt x="933" y="973"/>
                  </a:lnTo>
                  <a:lnTo>
                    <a:pt x="937" y="970"/>
                  </a:lnTo>
                  <a:lnTo>
                    <a:pt x="940" y="964"/>
                  </a:lnTo>
                  <a:lnTo>
                    <a:pt x="942" y="955"/>
                  </a:lnTo>
                  <a:lnTo>
                    <a:pt x="943" y="945"/>
                  </a:lnTo>
                  <a:lnTo>
                    <a:pt x="944" y="934"/>
                  </a:lnTo>
                  <a:lnTo>
                    <a:pt x="944" y="925"/>
                  </a:lnTo>
                  <a:lnTo>
                    <a:pt x="944" y="917"/>
                  </a:lnTo>
                  <a:lnTo>
                    <a:pt x="944" y="915"/>
                  </a:lnTo>
                  <a:lnTo>
                    <a:pt x="991" y="949"/>
                  </a:lnTo>
                  <a:lnTo>
                    <a:pt x="991" y="913"/>
                  </a:lnTo>
                  <a:lnTo>
                    <a:pt x="992" y="912"/>
                  </a:lnTo>
                  <a:lnTo>
                    <a:pt x="994" y="910"/>
                  </a:lnTo>
                  <a:lnTo>
                    <a:pt x="996" y="907"/>
                  </a:lnTo>
                  <a:lnTo>
                    <a:pt x="998" y="903"/>
                  </a:lnTo>
                  <a:lnTo>
                    <a:pt x="998" y="898"/>
                  </a:lnTo>
                  <a:lnTo>
                    <a:pt x="995" y="892"/>
                  </a:lnTo>
                  <a:lnTo>
                    <a:pt x="989" y="886"/>
                  </a:lnTo>
                  <a:lnTo>
                    <a:pt x="978" y="880"/>
                  </a:lnTo>
                  <a:lnTo>
                    <a:pt x="967" y="873"/>
                  </a:lnTo>
                  <a:lnTo>
                    <a:pt x="959" y="863"/>
                  </a:lnTo>
                  <a:lnTo>
                    <a:pt x="954" y="855"/>
                  </a:lnTo>
                  <a:lnTo>
                    <a:pt x="950" y="849"/>
                  </a:lnTo>
                  <a:lnTo>
                    <a:pt x="948" y="846"/>
                  </a:lnTo>
                  <a:lnTo>
                    <a:pt x="946" y="849"/>
                  </a:lnTo>
                  <a:lnTo>
                    <a:pt x="944" y="858"/>
                  </a:lnTo>
                  <a:lnTo>
                    <a:pt x="941" y="877"/>
                  </a:lnTo>
                  <a:lnTo>
                    <a:pt x="937" y="895"/>
                  </a:lnTo>
                  <a:lnTo>
                    <a:pt x="934" y="907"/>
                  </a:lnTo>
                  <a:lnTo>
                    <a:pt x="931" y="912"/>
                  </a:lnTo>
                  <a:lnTo>
                    <a:pt x="929" y="914"/>
                  </a:lnTo>
                  <a:lnTo>
                    <a:pt x="926" y="914"/>
                  </a:lnTo>
                  <a:lnTo>
                    <a:pt x="923" y="913"/>
                  </a:lnTo>
                  <a:lnTo>
                    <a:pt x="919" y="913"/>
                  </a:lnTo>
                  <a:lnTo>
                    <a:pt x="914" y="915"/>
                  </a:lnTo>
                  <a:lnTo>
                    <a:pt x="909" y="918"/>
                  </a:lnTo>
                  <a:lnTo>
                    <a:pt x="904" y="919"/>
                  </a:lnTo>
                  <a:lnTo>
                    <a:pt x="898" y="919"/>
                  </a:lnTo>
                  <a:lnTo>
                    <a:pt x="894" y="919"/>
                  </a:lnTo>
                  <a:lnTo>
                    <a:pt x="890" y="921"/>
                  </a:lnTo>
                  <a:lnTo>
                    <a:pt x="885" y="923"/>
                  </a:lnTo>
                  <a:lnTo>
                    <a:pt x="881" y="928"/>
                  </a:lnTo>
                  <a:lnTo>
                    <a:pt x="877" y="936"/>
                  </a:lnTo>
                  <a:lnTo>
                    <a:pt x="873" y="944"/>
                  </a:lnTo>
                  <a:lnTo>
                    <a:pt x="870" y="950"/>
                  </a:lnTo>
                  <a:lnTo>
                    <a:pt x="867" y="952"/>
                  </a:lnTo>
                  <a:lnTo>
                    <a:pt x="864" y="953"/>
                  </a:lnTo>
                  <a:lnTo>
                    <a:pt x="860" y="951"/>
                  </a:lnTo>
                  <a:lnTo>
                    <a:pt x="855" y="949"/>
                  </a:lnTo>
                  <a:lnTo>
                    <a:pt x="848" y="945"/>
                  </a:lnTo>
                  <a:lnTo>
                    <a:pt x="840" y="941"/>
                  </a:lnTo>
                  <a:lnTo>
                    <a:pt x="832" y="938"/>
                  </a:lnTo>
                  <a:lnTo>
                    <a:pt x="826" y="939"/>
                  </a:lnTo>
                  <a:lnTo>
                    <a:pt x="820" y="941"/>
                  </a:lnTo>
                  <a:lnTo>
                    <a:pt x="816" y="944"/>
                  </a:lnTo>
                  <a:lnTo>
                    <a:pt x="811" y="948"/>
                  </a:lnTo>
                  <a:lnTo>
                    <a:pt x="806" y="953"/>
                  </a:lnTo>
                  <a:lnTo>
                    <a:pt x="800" y="956"/>
                  </a:lnTo>
                  <a:lnTo>
                    <a:pt x="793" y="958"/>
                  </a:lnTo>
                  <a:lnTo>
                    <a:pt x="782" y="960"/>
                  </a:lnTo>
                  <a:lnTo>
                    <a:pt x="778" y="964"/>
                  </a:lnTo>
                  <a:lnTo>
                    <a:pt x="779" y="973"/>
                  </a:lnTo>
                  <a:lnTo>
                    <a:pt x="782" y="986"/>
                  </a:lnTo>
                  <a:lnTo>
                    <a:pt x="781" y="993"/>
                  </a:lnTo>
                  <a:lnTo>
                    <a:pt x="776" y="997"/>
                  </a:lnTo>
                  <a:lnTo>
                    <a:pt x="767" y="999"/>
                  </a:lnTo>
                  <a:lnTo>
                    <a:pt x="757" y="999"/>
                  </a:lnTo>
                  <a:lnTo>
                    <a:pt x="746" y="998"/>
                  </a:lnTo>
                  <a:lnTo>
                    <a:pt x="737" y="997"/>
                  </a:lnTo>
                  <a:lnTo>
                    <a:pt x="730" y="996"/>
                  </a:lnTo>
                  <a:lnTo>
                    <a:pt x="728" y="995"/>
                  </a:lnTo>
                  <a:lnTo>
                    <a:pt x="729" y="996"/>
                  </a:lnTo>
                  <a:lnTo>
                    <a:pt x="730" y="999"/>
                  </a:lnTo>
                  <a:lnTo>
                    <a:pt x="732" y="1004"/>
                  </a:lnTo>
                  <a:lnTo>
                    <a:pt x="734" y="1010"/>
                  </a:lnTo>
                  <a:lnTo>
                    <a:pt x="736" y="1017"/>
                  </a:lnTo>
                  <a:lnTo>
                    <a:pt x="738" y="1025"/>
                  </a:lnTo>
                  <a:lnTo>
                    <a:pt x="739" y="1033"/>
                  </a:lnTo>
                  <a:lnTo>
                    <a:pt x="739" y="1040"/>
                  </a:lnTo>
                  <a:lnTo>
                    <a:pt x="738" y="1046"/>
                  </a:lnTo>
                  <a:lnTo>
                    <a:pt x="736" y="1051"/>
                  </a:lnTo>
                  <a:lnTo>
                    <a:pt x="733" y="1054"/>
                  </a:lnTo>
                  <a:lnTo>
                    <a:pt x="729" y="1055"/>
                  </a:lnTo>
                  <a:lnTo>
                    <a:pt x="725" y="1057"/>
                  </a:lnTo>
                  <a:lnTo>
                    <a:pt x="720" y="1057"/>
                  </a:lnTo>
                  <a:lnTo>
                    <a:pt x="715" y="1058"/>
                  </a:lnTo>
                  <a:lnTo>
                    <a:pt x="709" y="1059"/>
                  </a:lnTo>
                  <a:lnTo>
                    <a:pt x="702" y="1060"/>
                  </a:lnTo>
                  <a:lnTo>
                    <a:pt x="696" y="1062"/>
                  </a:lnTo>
                  <a:lnTo>
                    <a:pt x="691" y="1064"/>
                  </a:lnTo>
                  <a:lnTo>
                    <a:pt x="687" y="1067"/>
                  </a:lnTo>
                  <a:lnTo>
                    <a:pt x="685" y="1069"/>
                  </a:lnTo>
                  <a:lnTo>
                    <a:pt x="684" y="1073"/>
                  </a:lnTo>
                  <a:lnTo>
                    <a:pt x="685" y="1076"/>
                  </a:lnTo>
                  <a:lnTo>
                    <a:pt x="689" y="1079"/>
                  </a:lnTo>
                  <a:lnTo>
                    <a:pt x="695" y="1082"/>
                  </a:lnTo>
                  <a:lnTo>
                    <a:pt x="700" y="1087"/>
                  </a:lnTo>
                  <a:lnTo>
                    <a:pt x="706" y="1092"/>
                  </a:lnTo>
                  <a:lnTo>
                    <a:pt x="711" y="1097"/>
                  </a:lnTo>
                  <a:lnTo>
                    <a:pt x="713" y="1104"/>
                  </a:lnTo>
                  <a:lnTo>
                    <a:pt x="713" y="1110"/>
                  </a:lnTo>
                  <a:lnTo>
                    <a:pt x="710" y="1118"/>
                  </a:lnTo>
                  <a:lnTo>
                    <a:pt x="703" y="1127"/>
                  </a:lnTo>
                  <a:lnTo>
                    <a:pt x="696" y="1134"/>
                  </a:lnTo>
                  <a:lnTo>
                    <a:pt x="691" y="1139"/>
                  </a:lnTo>
                  <a:lnTo>
                    <a:pt x="687" y="1143"/>
                  </a:lnTo>
                  <a:lnTo>
                    <a:pt x="685" y="1146"/>
                  </a:lnTo>
                  <a:lnTo>
                    <a:pt x="684" y="1149"/>
                  </a:lnTo>
                  <a:lnTo>
                    <a:pt x="684" y="1152"/>
                  </a:lnTo>
                  <a:lnTo>
                    <a:pt x="685" y="1157"/>
                  </a:lnTo>
                  <a:lnTo>
                    <a:pt x="686" y="1163"/>
                  </a:lnTo>
                  <a:lnTo>
                    <a:pt x="685" y="1168"/>
                  </a:lnTo>
                  <a:lnTo>
                    <a:pt x="681" y="1170"/>
                  </a:lnTo>
                  <a:lnTo>
                    <a:pt x="675" y="1169"/>
                  </a:lnTo>
                  <a:lnTo>
                    <a:pt x="668" y="1167"/>
                  </a:lnTo>
                  <a:lnTo>
                    <a:pt x="659" y="1165"/>
                  </a:lnTo>
                  <a:lnTo>
                    <a:pt x="650" y="1164"/>
                  </a:lnTo>
                  <a:lnTo>
                    <a:pt x="644" y="1163"/>
                  </a:lnTo>
                  <a:lnTo>
                    <a:pt x="639" y="1166"/>
                  </a:lnTo>
                  <a:lnTo>
                    <a:pt x="634" y="1170"/>
                  </a:lnTo>
                  <a:lnTo>
                    <a:pt x="627" y="1176"/>
                  </a:lnTo>
                  <a:lnTo>
                    <a:pt x="618" y="1180"/>
                  </a:lnTo>
                  <a:lnTo>
                    <a:pt x="609" y="1184"/>
                  </a:lnTo>
                  <a:lnTo>
                    <a:pt x="599" y="1189"/>
                  </a:lnTo>
                  <a:lnTo>
                    <a:pt x="590" y="1193"/>
                  </a:lnTo>
                  <a:lnTo>
                    <a:pt x="584" y="1198"/>
                  </a:lnTo>
                  <a:lnTo>
                    <a:pt x="580" y="1202"/>
                  </a:lnTo>
                  <a:lnTo>
                    <a:pt x="578" y="1205"/>
                  </a:lnTo>
                  <a:lnTo>
                    <a:pt x="575" y="1207"/>
                  </a:lnTo>
                  <a:lnTo>
                    <a:pt x="572" y="1207"/>
                  </a:lnTo>
                  <a:lnTo>
                    <a:pt x="569" y="1206"/>
                  </a:lnTo>
                  <a:lnTo>
                    <a:pt x="565" y="1204"/>
                  </a:lnTo>
                  <a:lnTo>
                    <a:pt x="561" y="1202"/>
                  </a:lnTo>
                  <a:lnTo>
                    <a:pt x="556" y="1199"/>
                  </a:lnTo>
                  <a:lnTo>
                    <a:pt x="549" y="1197"/>
                  </a:lnTo>
                  <a:lnTo>
                    <a:pt x="542" y="1195"/>
                  </a:lnTo>
                  <a:lnTo>
                    <a:pt x="533" y="1194"/>
                  </a:lnTo>
                  <a:lnTo>
                    <a:pt x="524" y="1192"/>
                  </a:lnTo>
                  <a:lnTo>
                    <a:pt x="515" y="1191"/>
                  </a:lnTo>
                  <a:lnTo>
                    <a:pt x="508" y="1189"/>
                  </a:lnTo>
                  <a:lnTo>
                    <a:pt x="503" y="1186"/>
                  </a:lnTo>
                  <a:lnTo>
                    <a:pt x="501" y="1181"/>
                  </a:lnTo>
                  <a:lnTo>
                    <a:pt x="505" y="1175"/>
                  </a:lnTo>
                  <a:lnTo>
                    <a:pt x="509" y="1167"/>
                  </a:lnTo>
                  <a:lnTo>
                    <a:pt x="510" y="1160"/>
                  </a:lnTo>
                  <a:lnTo>
                    <a:pt x="509" y="1153"/>
                  </a:lnTo>
                  <a:lnTo>
                    <a:pt x="506" y="1146"/>
                  </a:lnTo>
                  <a:lnTo>
                    <a:pt x="502" y="1141"/>
                  </a:lnTo>
                  <a:lnTo>
                    <a:pt x="499" y="1137"/>
                  </a:lnTo>
                  <a:lnTo>
                    <a:pt x="497" y="1134"/>
                  </a:lnTo>
                  <a:lnTo>
                    <a:pt x="496" y="1133"/>
                  </a:lnTo>
                  <a:lnTo>
                    <a:pt x="497" y="1132"/>
                  </a:lnTo>
                  <a:lnTo>
                    <a:pt x="498" y="1128"/>
                  </a:lnTo>
                  <a:lnTo>
                    <a:pt x="500" y="1123"/>
                  </a:lnTo>
                  <a:lnTo>
                    <a:pt x="502" y="1115"/>
                  </a:lnTo>
                  <a:lnTo>
                    <a:pt x="502" y="1108"/>
                  </a:lnTo>
                  <a:lnTo>
                    <a:pt x="501" y="1101"/>
                  </a:lnTo>
                  <a:lnTo>
                    <a:pt x="499" y="1095"/>
                  </a:lnTo>
                  <a:lnTo>
                    <a:pt x="493" y="1090"/>
                  </a:lnTo>
                  <a:lnTo>
                    <a:pt x="483" y="1081"/>
                  </a:lnTo>
                  <a:lnTo>
                    <a:pt x="479" y="1073"/>
                  </a:lnTo>
                  <a:lnTo>
                    <a:pt x="479" y="1066"/>
                  </a:lnTo>
                  <a:lnTo>
                    <a:pt x="479" y="1064"/>
                  </a:lnTo>
                  <a:lnTo>
                    <a:pt x="479" y="1066"/>
                  </a:lnTo>
                  <a:lnTo>
                    <a:pt x="479" y="1070"/>
                  </a:lnTo>
                  <a:lnTo>
                    <a:pt x="479" y="1078"/>
                  </a:lnTo>
                  <a:lnTo>
                    <a:pt x="478" y="1086"/>
                  </a:lnTo>
                  <a:lnTo>
                    <a:pt x="476" y="1094"/>
                  </a:lnTo>
                  <a:lnTo>
                    <a:pt x="474" y="1102"/>
                  </a:lnTo>
                  <a:lnTo>
                    <a:pt x="470" y="1108"/>
                  </a:lnTo>
                  <a:lnTo>
                    <a:pt x="465" y="1112"/>
                  </a:lnTo>
                  <a:lnTo>
                    <a:pt x="459" y="1115"/>
                  </a:lnTo>
                  <a:lnTo>
                    <a:pt x="455" y="1118"/>
                  </a:lnTo>
                  <a:lnTo>
                    <a:pt x="450" y="1124"/>
                  </a:lnTo>
                  <a:lnTo>
                    <a:pt x="448" y="1129"/>
                  </a:lnTo>
                  <a:lnTo>
                    <a:pt x="448" y="1134"/>
                  </a:lnTo>
                  <a:lnTo>
                    <a:pt x="450" y="1140"/>
                  </a:lnTo>
                  <a:lnTo>
                    <a:pt x="456" y="1146"/>
                  </a:lnTo>
                  <a:lnTo>
                    <a:pt x="463" y="1152"/>
                  </a:lnTo>
                  <a:lnTo>
                    <a:pt x="469" y="1158"/>
                  </a:lnTo>
                  <a:lnTo>
                    <a:pt x="468" y="1164"/>
                  </a:lnTo>
                  <a:lnTo>
                    <a:pt x="463" y="1170"/>
                  </a:lnTo>
                  <a:lnTo>
                    <a:pt x="456" y="1178"/>
                  </a:lnTo>
                  <a:lnTo>
                    <a:pt x="446" y="1184"/>
                  </a:lnTo>
                  <a:lnTo>
                    <a:pt x="437" y="1189"/>
                  </a:lnTo>
                  <a:lnTo>
                    <a:pt x="430" y="1195"/>
                  </a:lnTo>
                  <a:lnTo>
                    <a:pt x="426" y="1200"/>
                  </a:lnTo>
                  <a:lnTo>
                    <a:pt x="423" y="1204"/>
                  </a:lnTo>
                  <a:lnTo>
                    <a:pt x="418" y="1208"/>
                  </a:lnTo>
                  <a:lnTo>
                    <a:pt x="412" y="1211"/>
                  </a:lnTo>
                  <a:lnTo>
                    <a:pt x="405" y="1213"/>
                  </a:lnTo>
                  <a:lnTo>
                    <a:pt x="398" y="1214"/>
                  </a:lnTo>
                  <a:lnTo>
                    <a:pt x="392" y="1215"/>
                  </a:lnTo>
                  <a:lnTo>
                    <a:pt x="388" y="1216"/>
                  </a:lnTo>
                  <a:lnTo>
                    <a:pt x="387" y="1216"/>
                  </a:lnTo>
                  <a:lnTo>
                    <a:pt x="356" y="1256"/>
                  </a:lnTo>
                  <a:lnTo>
                    <a:pt x="356" y="1258"/>
                  </a:lnTo>
                  <a:lnTo>
                    <a:pt x="354" y="1265"/>
                  </a:lnTo>
                  <a:lnTo>
                    <a:pt x="352" y="1275"/>
                  </a:lnTo>
                  <a:lnTo>
                    <a:pt x="350" y="1286"/>
                  </a:lnTo>
                  <a:lnTo>
                    <a:pt x="347" y="1297"/>
                  </a:lnTo>
                  <a:lnTo>
                    <a:pt x="343" y="1308"/>
                  </a:lnTo>
                  <a:lnTo>
                    <a:pt x="337" y="1317"/>
                  </a:lnTo>
                  <a:lnTo>
                    <a:pt x="331" y="1324"/>
                  </a:lnTo>
                  <a:lnTo>
                    <a:pt x="326" y="1329"/>
                  </a:lnTo>
                  <a:lnTo>
                    <a:pt x="323" y="1337"/>
                  </a:lnTo>
                  <a:lnTo>
                    <a:pt x="321" y="1345"/>
                  </a:lnTo>
                  <a:lnTo>
                    <a:pt x="321" y="1354"/>
                  </a:lnTo>
                  <a:lnTo>
                    <a:pt x="319" y="1362"/>
                  </a:lnTo>
                  <a:lnTo>
                    <a:pt x="316" y="1369"/>
                  </a:lnTo>
                  <a:lnTo>
                    <a:pt x="310" y="1375"/>
                  </a:lnTo>
                  <a:lnTo>
                    <a:pt x="300" y="1377"/>
                  </a:lnTo>
                  <a:lnTo>
                    <a:pt x="290" y="1376"/>
                  </a:lnTo>
                  <a:lnTo>
                    <a:pt x="282" y="1371"/>
                  </a:lnTo>
                  <a:lnTo>
                    <a:pt x="277" y="1367"/>
                  </a:lnTo>
                  <a:lnTo>
                    <a:pt x="273" y="1361"/>
                  </a:lnTo>
                  <a:lnTo>
                    <a:pt x="271" y="1355"/>
                  </a:lnTo>
                  <a:lnTo>
                    <a:pt x="269" y="1351"/>
                  </a:lnTo>
                  <a:lnTo>
                    <a:pt x="269" y="1347"/>
                  </a:lnTo>
                  <a:lnTo>
                    <a:pt x="269" y="1346"/>
                  </a:lnTo>
                  <a:lnTo>
                    <a:pt x="268" y="1347"/>
                  </a:lnTo>
                  <a:lnTo>
                    <a:pt x="266" y="1350"/>
                  </a:lnTo>
                  <a:lnTo>
                    <a:pt x="262" y="1354"/>
                  </a:lnTo>
                  <a:lnTo>
                    <a:pt x="258" y="1357"/>
                  </a:lnTo>
                  <a:lnTo>
                    <a:pt x="252" y="1358"/>
                  </a:lnTo>
                  <a:lnTo>
                    <a:pt x="248" y="1357"/>
                  </a:lnTo>
                  <a:lnTo>
                    <a:pt x="244" y="1353"/>
                  </a:lnTo>
                  <a:lnTo>
                    <a:pt x="241" y="1343"/>
                  </a:lnTo>
                  <a:lnTo>
                    <a:pt x="238" y="1333"/>
                  </a:lnTo>
                  <a:lnTo>
                    <a:pt x="235" y="1327"/>
                  </a:lnTo>
                  <a:lnTo>
                    <a:pt x="231" y="1324"/>
                  </a:lnTo>
                  <a:lnTo>
                    <a:pt x="226" y="1321"/>
                  </a:lnTo>
                  <a:lnTo>
                    <a:pt x="221" y="1320"/>
                  </a:lnTo>
                  <a:lnTo>
                    <a:pt x="215" y="1319"/>
                  </a:lnTo>
                  <a:lnTo>
                    <a:pt x="209" y="1315"/>
                  </a:lnTo>
                  <a:lnTo>
                    <a:pt x="202" y="1309"/>
                  </a:lnTo>
                  <a:lnTo>
                    <a:pt x="197" y="1301"/>
                  </a:lnTo>
                  <a:lnTo>
                    <a:pt x="194" y="1295"/>
                  </a:lnTo>
                  <a:lnTo>
                    <a:pt x="192" y="1290"/>
                  </a:lnTo>
                  <a:lnTo>
                    <a:pt x="193" y="1285"/>
                  </a:lnTo>
                  <a:lnTo>
                    <a:pt x="196" y="1282"/>
                  </a:lnTo>
                  <a:lnTo>
                    <a:pt x="200" y="1279"/>
                  </a:lnTo>
                  <a:lnTo>
                    <a:pt x="206" y="1277"/>
                  </a:lnTo>
                  <a:lnTo>
                    <a:pt x="213" y="1276"/>
                  </a:lnTo>
                  <a:lnTo>
                    <a:pt x="221" y="1274"/>
                  </a:lnTo>
                  <a:lnTo>
                    <a:pt x="228" y="1269"/>
                  </a:lnTo>
                  <a:lnTo>
                    <a:pt x="235" y="1263"/>
                  </a:lnTo>
                  <a:lnTo>
                    <a:pt x="240" y="1257"/>
                  </a:lnTo>
                  <a:lnTo>
                    <a:pt x="243" y="1250"/>
                  </a:lnTo>
                  <a:lnTo>
                    <a:pt x="243" y="1244"/>
                  </a:lnTo>
                  <a:lnTo>
                    <a:pt x="240" y="1238"/>
                  </a:lnTo>
                  <a:lnTo>
                    <a:pt x="233" y="1234"/>
                  </a:lnTo>
                  <a:lnTo>
                    <a:pt x="225" y="1230"/>
                  </a:lnTo>
                  <a:lnTo>
                    <a:pt x="219" y="1225"/>
                  </a:lnTo>
                  <a:lnTo>
                    <a:pt x="216" y="1218"/>
                  </a:lnTo>
                  <a:lnTo>
                    <a:pt x="214" y="1212"/>
                  </a:lnTo>
                  <a:lnTo>
                    <a:pt x="213" y="1206"/>
                  </a:lnTo>
                  <a:lnTo>
                    <a:pt x="213" y="1201"/>
                  </a:lnTo>
                  <a:lnTo>
                    <a:pt x="213" y="1198"/>
                  </a:lnTo>
                  <a:lnTo>
                    <a:pt x="213" y="1197"/>
                  </a:lnTo>
                  <a:lnTo>
                    <a:pt x="213" y="1196"/>
                  </a:lnTo>
                  <a:lnTo>
                    <a:pt x="211" y="1194"/>
                  </a:lnTo>
                  <a:lnTo>
                    <a:pt x="209" y="1190"/>
                  </a:lnTo>
                  <a:lnTo>
                    <a:pt x="207" y="1184"/>
                  </a:lnTo>
                  <a:lnTo>
                    <a:pt x="203" y="1178"/>
                  </a:lnTo>
                  <a:lnTo>
                    <a:pt x="201" y="1169"/>
                  </a:lnTo>
                  <a:lnTo>
                    <a:pt x="198" y="1161"/>
                  </a:lnTo>
                  <a:lnTo>
                    <a:pt x="196" y="1152"/>
                  </a:lnTo>
                  <a:lnTo>
                    <a:pt x="195" y="1143"/>
                  </a:lnTo>
                  <a:lnTo>
                    <a:pt x="195" y="1135"/>
                  </a:lnTo>
                  <a:lnTo>
                    <a:pt x="196" y="1128"/>
                  </a:lnTo>
                  <a:lnTo>
                    <a:pt x="197" y="1121"/>
                  </a:lnTo>
                  <a:lnTo>
                    <a:pt x="199" y="1116"/>
                  </a:lnTo>
                  <a:lnTo>
                    <a:pt x="200" y="1113"/>
                  </a:lnTo>
                  <a:lnTo>
                    <a:pt x="202" y="1111"/>
                  </a:lnTo>
                  <a:lnTo>
                    <a:pt x="202" y="1110"/>
                  </a:lnTo>
                  <a:lnTo>
                    <a:pt x="222" y="1076"/>
                  </a:lnTo>
                  <a:lnTo>
                    <a:pt x="220" y="1077"/>
                  </a:lnTo>
                  <a:lnTo>
                    <a:pt x="216" y="1079"/>
                  </a:lnTo>
                  <a:lnTo>
                    <a:pt x="209" y="1081"/>
                  </a:lnTo>
                  <a:lnTo>
                    <a:pt x="200" y="1084"/>
                  </a:lnTo>
                  <a:lnTo>
                    <a:pt x="192" y="1088"/>
                  </a:lnTo>
                  <a:lnTo>
                    <a:pt x="183" y="1090"/>
                  </a:lnTo>
                  <a:lnTo>
                    <a:pt x="175" y="1092"/>
                  </a:lnTo>
                  <a:lnTo>
                    <a:pt x="169" y="1093"/>
                  </a:lnTo>
                  <a:lnTo>
                    <a:pt x="163" y="1092"/>
                  </a:lnTo>
                  <a:lnTo>
                    <a:pt x="154" y="1091"/>
                  </a:lnTo>
                  <a:lnTo>
                    <a:pt x="145" y="1089"/>
                  </a:lnTo>
                  <a:lnTo>
                    <a:pt x="136" y="1087"/>
                  </a:lnTo>
                  <a:lnTo>
                    <a:pt x="128" y="1086"/>
                  </a:lnTo>
                  <a:lnTo>
                    <a:pt x="121" y="1086"/>
                  </a:lnTo>
                  <a:lnTo>
                    <a:pt x="116" y="1088"/>
                  </a:lnTo>
                  <a:lnTo>
                    <a:pt x="113" y="1093"/>
                  </a:lnTo>
                  <a:lnTo>
                    <a:pt x="112" y="1096"/>
                  </a:lnTo>
                  <a:lnTo>
                    <a:pt x="111" y="1095"/>
                  </a:lnTo>
                  <a:lnTo>
                    <a:pt x="110" y="1090"/>
                  </a:lnTo>
                  <a:lnTo>
                    <a:pt x="109" y="1083"/>
                  </a:lnTo>
                  <a:lnTo>
                    <a:pt x="108" y="1075"/>
                  </a:lnTo>
                  <a:lnTo>
                    <a:pt x="108" y="1067"/>
                  </a:lnTo>
                  <a:lnTo>
                    <a:pt x="107" y="1061"/>
                  </a:lnTo>
                  <a:lnTo>
                    <a:pt x="107" y="1059"/>
                  </a:lnTo>
                  <a:lnTo>
                    <a:pt x="104" y="1059"/>
                  </a:lnTo>
                  <a:lnTo>
                    <a:pt x="99" y="1061"/>
                  </a:lnTo>
                  <a:lnTo>
                    <a:pt x="92" y="1062"/>
                  </a:lnTo>
                  <a:lnTo>
                    <a:pt x="83" y="1063"/>
                  </a:lnTo>
                  <a:lnTo>
                    <a:pt x="74" y="1064"/>
                  </a:lnTo>
                  <a:lnTo>
                    <a:pt x="65" y="1064"/>
                  </a:lnTo>
                  <a:lnTo>
                    <a:pt x="57" y="1062"/>
                  </a:lnTo>
                  <a:lnTo>
                    <a:pt x="50" y="1059"/>
                  </a:lnTo>
                  <a:lnTo>
                    <a:pt x="45" y="1055"/>
                  </a:lnTo>
                  <a:lnTo>
                    <a:pt x="40" y="1052"/>
                  </a:lnTo>
                  <a:lnTo>
                    <a:pt x="36" y="1048"/>
                  </a:lnTo>
                  <a:lnTo>
                    <a:pt x="33" y="1045"/>
                  </a:lnTo>
                  <a:lnTo>
                    <a:pt x="31" y="1042"/>
                  </a:lnTo>
                  <a:lnTo>
                    <a:pt x="30" y="1038"/>
                  </a:lnTo>
                  <a:lnTo>
                    <a:pt x="32" y="1034"/>
                  </a:lnTo>
                  <a:lnTo>
                    <a:pt x="37" y="1029"/>
                  </a:lnTo>
                  <a:lnTo>
                    <a:pt x="43" y="1024"/>
                  </a:lnTo>
                  <a:lnTo>
                    <a:pt x="47" y="1017"/>
                  </a:lnTo>
                  <a:lnTo>
                    <a:pt x="50" y="1011"/>
                  </a:lnTo>
                  <a:lnTo>
                    <a:pt x="52" y="1005"/>
                  </a:lnTo>
                  <a:lnTo>
                    <a:pt x="52" y="1000"/>
                  </a:lnTo>
                  <a:lnTo>
                    <a:pt x="50" y="995"/>
                  </a:lnTo>
                  <a:lnTo>
                    <a:pt x="46" y="992"/>
                  </a:lnTo>
                  <a:lnTo>
                    <a:pt x="39" y="989"/>
                  </a:lnTo>
                  <a:lnTo>
                    <a:pt x="31" y="987"/>
                  </a:lnTo>
                  <a:lnTo>
                    <a:pt x="23" y="985"/>
                  </a:lnTo>
                  <a:lnTo>
                    <a:pt x="16" y="982"/>
                  </a:lnTo>
                  <a:lnTo>
                    <a:pt x="10" y="979"/>
                  </a:lnTo>
                  <a:lnTo>
                    <a:pt x="5" y="975"/>
                  </a:lnTo>
                  <a:lnTo>
                    <a:pt x="2" y="969"/>
                  </a:lnTo>
                  <a:lnTo>
                    <a:pt x="1" y="963"/>
                  </a:lnTo>
                  <a:lnTo>
                    <a:pt x="3" y="955"/>
                  </a:lnTo>
                  <a:lnTo>
                    <a:pt x="7" y="947"/>
                  </a:lnTo>
                  <a:lnTo>
                    <a:pt x="8" y="939"/>
                  </a:lnTo>
                  <a:lnTo>
                    <a:pt x="9" y="931"/>
                  </a:lnTo>
                  <a:lnTo>
                    <a:pt x="10" y="925"/>
                  </a:lnTo>
                  <a:lnTo>
                    <a:pt x="10" y="918"/>
                  </a:lnTo>
                  <a:lnTo>
                    <a:pt x="9" y="914"/>
                  </a:lnTo>
                  <a:lnTo>
                    <a:pt x="9" y="911"/>
                  </a:lnTo>
                  <a:lnTo>
                    <a:pt x="9" y="910"/>
                  </a:lnTo>
                  <a:lnTo>
                    <a:pt x="8" y="909"/>
                  </a:lnTo>
                  <a:lnTo>
                    <a:pt x="5" y="906"/>
                  </a:lnTo>
                  <a:lnTo>
                    <a:pt x="3" y="902"/>
                  </a:lnTo>
                  <a:lnTo>
                    <a:pt x="1" y="898"/>
                  </a:lnTo>
                  <a:lnTo>
                    <a:pt x="0" y="892"/>
                  </a:lnTo>
                  <a:lnTo>
                    <a:pt x="2" y="887"/>
                  </a:lnTo>
                  <a:lnTo>
                    <a:pt x="7" y="882"/>
                  </a:lnTo>
                  <a:lnTo>
                    <a:pt x="15" y="877"/>
                  </a:lnTo>
                  <a:lnTo>
                    <a:pt x="25" y="873"/>
                  </a:lnTo>
                  <a:lnTo>
                    <a:pt x="35" y="871"/>
                  </a:lnTo>
                  <a:lnTo>
                    <a:pt x="44" y="868"/>
                  </a:lnTo>
                  <a:lnTo>
                    <a:pt x="53" y="866"/>
                  </a:lnTo>
                  <a:lnTo>
                    <a:pt x="61" y="866"/>
                  </a:lnTo>
                  <a:lnTo>
                    <a:pt x="66" y="865"/>
                  </a:lnTo>
                  <a:lnTo>
                    <a:pt x="70" y="865"/>
                  </a:lnTo>
                  <a:lnTo>
                    <a:pt x="71" y="865"/>
                  </a:lnTo>
                  <a:lnTo>
                    <a:pt x="71" y="866"/>
                  </a:lnTo>
                  <a:lnTo>
                    <a:pt x="72" y="869"/>
                  </a:lnTo>
                  <a:lnTo>
                    <a:pt x="72" y="874"/>
                  </a:lnTo>
                  <a:lnTo>
                    <a:pt x="73" y="878"/>
                  </a:lnTo>
                  <a:lnTo>
                    <a:pt x="72" y="884"/>
                  </a:lnTo>
                  <a:lnTo>
                    <a:pt x="70" y="889"/>
                  </a:lnTo>
                  <a:lnTo>
                    <a:pt x="67" y="894"/>
                  </a:lnTo>
                  <a:lnTo>
                    <a:pt x="62" y="899"/>
                  </a:lnTo>
                  <a:lnTo>
                    <a:pt x="58" y="903"/>
                  </a:lnTo>
                  <a:lnTo>
                    <a:pt x="56" y="908"/>
                  </a:lnTo>
                  <a:lnTo>
                    <a:pt x="57" y="913"/>
                  </a:lnTo>
                  <a:lnTo>
                    <a:pt x="60" y="918"/>
                  </a:lnTo>
                  <a:lnTo>
                    <a:pt x="64" y="923"/>
                  </a:lnTo>
                  <a:lnTo>
                    <a:pt x="69" y="927"/>
                  </a:lnTo>
                  <a:lnTo>
                    <a:pt x="74" y="929"/>
                  </a:lnTo>
                  <a:lnTo>
                    <a:pt x="79" y="930"/>
                  </a:lnTo>
                  <a:lnTo>
                    <a:pt x="82" y="931"/>
                  </a:lnTo>
                  <a:lnTo>
                    <a:pt x="83" y="935"/>
                  </a:lnTo>
                  <a:lnTo>
                    <a:pt x="82" y="940"/>
                  </a:lnTo>
                  <a:lnTo>
                    <a:pt x="81" y="946"/>
                  </a:lnTo>
                  <a:lnTo>
                    <a:pt x="79" y="952"/>
                  </a:lnTo>
                  <a:lnTo>
                    <a:pt x="78" y="958"/>
                  </a:lnTo>
                  <a:lnTo>
                    <a:pt x="79" y="963"/>
                  </a:lnTo>
                  <a:lnTo>
                    <a:pt x="82" y="966"/>
                  </a:lnTo>
                  <a:lnTo>
                    <a:pt x="86" y="968"/>
                  </a:lnTo>
                  <a:lnTo>
                    <a:pt x="89" y="969"/>
                  </a:lnTo>
                  <a:lnTo>
                    <a:pt x="91" y="972"/>
                  </a:lnTo>
                  <a:lnTo>
                    <a:pt x="94" y="973"/>
                  </a:lnTo>
                  <a:lnTo>
                    <a:pt x="96" y="975"/>
                  </a:lnTo>
                  <a:lnTo>
                    <a:pt x="100" y="978"/>
                  </a:lnTo>
                  <a:lnTo>
                    <a:pt x="107" y="983"/>
                  </a:lnTo>
                  <a:lnTo>
                    <a:pt x="115" y="989"/>
                  </a:lnTo>
                  <a:lnTo>
                    <a:pt x="123" y="995"/>
                  </a:lnTo>
                  <a:lnTo>
                    <a:pt x="130" y="997"/>
                  </a:lnTo>
                  <a:lnTo>
                    <a:pt x="135" y="997"/>
                  </a:lnTo>
                  <a:lnTo>
                    <a:pt x="138" y="995"/>
                  </a:lnTo>
                  <a:lnTo>
                    <a:pt x="139" y="991"/>
                  </a:lnTo>
                  <a:lnTo>
                    <a:pt x="139" y="987"/>
                  </a:lnTo>
                  <a:lnTo>
                    <a:pt x="136" y="981"/>
                  </a:lnTo>
                  <a:lnTo>
                    <a:pt x="132" y="975"/>
                  </a:lnTo>
                  <a:lnTo>
                    <a:pt x="126" y="968"/>
                  </a:lnTo>
                  <a:lnTo>
                    <a:pt x="120" y="964"/>
                  </a:lnTo>
                  <a:lnTo>
                    <a:pt x="114" y="960"/>
                  </a:lnTo>
                  <a:lnTo>
                    <a:pt x="109" y="956"/>
                  </a:lnTo>
                  <a:lnTo>
                    <a:pt x="106" y="954"/>
                  </a:lnTo>
                  <a:lnTo>
                    <a:pt x="107" y="951"/>
                  </a:lnTo>
                  <a:lnTo>
                    <a:pt x="111" y="950"/>
                  </a:lnTo>
                  <a:lnTo>
                    <a:pt x="121" y="949"/>
                  </a:lnTo>
                  <a:lnTo>
                    <a:pt x="132" y="948"/>
                  </a:lnTo>
                  <a:lnTo>
                    <a:pt x="142" y="945"/>
                  </a:lnTo>
                  <a:lnTo>
                    <a:pt x="149" y="942"/>
                  </a:lnTo>
                  <a:lnTo>
                    <a:pt x="156" y="939"/>
                  </a:lnTo>
                  <a:lnTo>
                    <a:pt x="161" y="935"/>
                  </a:lnTo>
                  <a:lnTo>
                    <a:pt x="164" y="933"/>
                  </a:lnTo>
                  <a:lnTo>
                    <a:pt x="165" y="931"/>
                  </a:lnTo>
                  <a:lnTo>
                    <a:pt x="166" y="930"/>
                  </a:lnTo>
                  <a:lnTo>
                    <a:pt x="167" y="930"/>
                  </a:lnTo>
                  <a:lnTo>
                    <a:pt x="168" y="931"/>
                  </a:lnTo>
                  <a:lnTo>
                    <a:pt x="170" y="932"/>
                  </a:lnTo>
                  <a:lnTo>
                    <a:pt x="174" y="934"/>
                  </a:lnTo>
                  <a:lnTo>
                    <a:pt x="178" y="936"/>
                  </a:lnTo>
                  <a:lnTo>
                    <a:pt x="183" y="938"/>
                  </a:lnTo>
                  <a:lnTo>
                    <a:pt x="189" y="941"/>
                  </a:lnTo>
                  <a:lnTo>
                    <a:pt x="196" y="944"/>
                  </a:lnTo>
                  <a:lnTo>
                    <a:pt x="203" y="946"/>
                  </a:lnTo>
                  <a:lnTo>
                    <a:pt x="211" y="947"/>
                  </a:lnTo>
                  <a:lnTo>
                    <a:pt x="217" y="947"/>
                  </a:lnTo>
                  <a:lnTo>
                    <a:pt x="224" y="947"/>
                  </a:lnTo>
                  <a:lnTo>
                    <a:pt x="229" y="949"/>
                  </a:lnTo>
                  <a:lnTo>
                    <a:pt x="235" y="952"/>
                  </a:lnTo>
                  <a:lnTo>
                    <a:pt x="240" y="959"/>
                  </a:lnTo>
                  <a:lnTo>
                    <a:pt x="244" y="969"/>
                  </a:lnTo>
                  <a:lnTo>
                    <a:pt x="248" y="981"/>
                  </a:lnTo>
                  <a:lnTo>
                    <a:pt x="252" y="989"/>
                  </a:lnTo>
                  <a:lnTo>
                    <a:pt x="256" y="995"/>
                  </a:lnTo>
                  <a:lnTo>
                    <a:pt x="259" y="999"/>
                  </a:lnTo>
                  <a:lnTo>
                    <a:pt x="261" y="1001"/>
                  </a:lnTo>
                  <a:lnTo>
                    <a:pt x="263" y="1002"/>
                  </a:lnTo>
                  <a:lnTo>
                    <a:pt x="264" y="1003"/>
                  </a:lnTo>
                  <a:lnTo>
                    <a:pt x="265" y="1002"/>
                  </a:lnTo>
                  <a:lnTo>
                    <a:pt x="267" y="998"/>
                  </a:lnTo>
                  <a:lnTo>
                    <a:pt x="270" y="994"/>
                  </a:lnTo>
                  <a:lnTo>
                    <a:pt x="273" y="989"/>
                  </a:lnTo>
                  <a:lnTo>
                    <a:pt x="278" y="984"/>
                  </a:lnTo>
                  <a:lnTo>
                    <a:pt x="282" y="981"/>
                  </a:lnTo>
                  <a:lnTo>
                    <a:pt x="287" y="980"/>
                  </a:lnTo>
                  <a:lnTo>
                    <a:pt x="291" y="981"/>
                  </a:lnTo>
                  <a:lnTo>
                    <a:pt x="293" y="982"/>
                  </a:lnTo>
                  <a:lnTo>
                    <a:pt x="291" y="981"/>
                  </a:lnTo>
                  <a:lnTo>
                    <a:pt x="286" y="978"/>
                  </a:lnTo>
                  <a:lnTo>
                    <a:pt x="280" y="973"/>
                  </a:lnTo>
                  <a:lnTo>
                    <a:pt x="273" y="967"/>
                  </a:lnTo>
                  <a:lnTo>
                    <a:pt x="267" y="963"/>
                  </a:lnTo>
                  <a:lnTo>
                    <a:pt x="263" y="959"/>
                  </a:lnTo>
                  <a:lnTo>
                    <a:pt x="261" y="958"/>
                  </a:lnTo>
                  <a:lnTo>
                    <a:pt x="264" y="922"/>
                  </a:lnTo>
                  <a:lnTo>
                    <a:pt x="262" y="922"/>
                  </a:lnTo>
                  <a:lnTo>
                    <a:pt x="257" y="922"/>
                  </a:lnTo>
                  <a:lnTo>
                    <a:pt x="248" y="921"/>
                  </a:lnTo>
                  <a:lnTo>
                    <a:pt x="239" y="919"/>
                  </a:lnTo>
                  <a:lnTo>
                    <a:pt x="228" y="918"/>
                  </a:lnTo>
                  <a:lnTo>
                    <a:pt x="218" y="915"/>
                  </a:lnTo>
                  <a:lnTo>
                    <a:pt x="208" y="912"/>
                  </a:lnTo>
                  <a:lnTo>
                    <a:pt x="199" y="907"/>
                  </a:lnTo>
                  <a:lnTo>
                    <a:pt x="193" y="902"/>
                  </a:lnTo>
                  <a:lnTo>
                    <a:pt x="188" y="896"/>
                  </a:lnTo>
                  <a:lnTo>
                    <a:pt x="184" y="891"/>
                  </a:lnTo>
                  <a:lnTo>
                    <a:pt x="179" y="885"/>
                  </a:lnTo>
                  <a:lnTo>
                    <a:pt x="174" y="880"/>
                  </a:lnTo>
                  <a:lnTo>
                    <a:pt x="166" y="875"/>
                  </a:lnTo>
                  <a:lnTo>
                    <a:pt x="157" y="869"/>
                  </a:lnTo>
                  <a:lnTo>
                    <a:pt x="143" y="865"/>
                  </a:lnTo>
                  <a:lnTo>
                    <a:pt x="133" y="861"/>
                  </a:lnTo>
                  <a:lnTo>
                    <a:pt x="130" y="856"/>
                  </a:lnTo>
                  <a:lnTo>
                    <a:pt x="133" y="851"/>
                  </a:lnTo>
                  <a:lnTo>
                    <a:pt x="139" y="846"/>
                  </a:lnTo>
                  <a:lnTo>
                    <a:pt x="148" y="842"/>
                  </a:lnTo>
                  <a:lnTo>
                    <a:pt x="157" y="838"/>
                  </a:lnTo>
                  <a:lnTo>
                    <a:pt x="163" y="836"/>
                  </a:lnTo>
                  <a:lnTo>
                    <a:pt x="166" y="835"/>
                  </a:lnTo>
                  <a:lnTo>
                    <a:pt x="168" y="835"/>
                  </a:lnTo>
                  <a:lnTo>
                    <a:pt x="174" y="835"/>
                  </a:lnTo>
                  <a:lnTo>
                    <a:pt x="182" y="834"/>
                  </a:lnTo>
                  <a:lnTo>
                    <a:pt x="192" y="833"/>
                  </a:lnTo>
                  <a:lnTo>
                    <a:pt x="203" y="831"/>
                  </a:lnTo>
                  <a:lnTo>
                    <a:pt x="215" y="828"/>
                  </a:lnTo>
                  <a:lnTo>
                    <a:pt x="225" y="824"/>
                  </a:lnTo>
                  <a:lnTo>
                    <a:pt x="233" y="817"/>
                  </a:lnTo>
                  <a:lnTo>
                    <a:pt x="240" y="811"/>
                  </a:lnTo>
                  <a:lnTo>
                    <a:pt x="247" y="805"/>
                  </a:lnTo>
                  <a:lnTo>
                    <a:pt x="254" y="800"/>
                  </a:lnTo>
                  <a:lnTo>
                    <a:pt x="263" y="797"/>
                  </a:lnTo>
                  <a:lnTo>
                    <a:pt x="270" y="794"/>
                  </a:lnTo>
                  <a:lnTo>
                    <a:pt x="278" y="793"/>
                  </a:lnTo>
                  <a:lnTo>
                    <a:pt x="287" y="793"/>
                  </a:lnTo>
                  <a:lnTo>
                    <a:pt x="297" y="795"/>
                  </a:lnTo>
                  <a:lnTo>
                    <a:pt x="310" y="796"/>
                  </a:lnTo>
                  <a:lnTo>
                    <a:pt x="312" y="791"/>
                  </a:lnTo>
                  <a:lnTo>
                    <a:pt x="312" y="784"/>
                  </a:lnTo>
                  <a:lnTo>
                    <a:pt x="317" y="781"/>
                  </a:lnTo>
                  <a:lnTo>
                    <a:pt x="320" y="781"/>
                  </a:lnTo>
                  <a:lnTo>
                    <a:pt x="318" y="779"/>
                  </a:lnTo>
                  <a:lnTo>
                    <a:pt x="314" y="777"/>
                  </a:lnTo>
                  <a:lnTo>
                    <a:pt x="307" y="773"/>
                  </a:lnTo>
                  <a:lnTo>
                    <a:pt x="299" y="767"/>
                  </a:lnTo>
                  <a:lnTo>
                    <a:pt x="291" y="761"/>
                  </a:lnTo>
                  <a:lnTo>
                    <a:pt x="284" y="753"/>
                  </a:lnTo>
                  <a:lnTo>
                    <a:pt x="280" y="744"/>
                  </a:lnTo>
                  <a:lnTo>
                    <a:pt x="278" y="734"/>
                  </a:lnTo>
                  <a:lnTo>
                    <a:pt x="276" y="726"/>
                  </a:lnTo>
                  <a:lnTo>
                    <a:pt x="276" y="718"/>
                  </a:lnTo>
                  <a:lnTo>
                    <a:pt x="276" y="712"/>
                  </a:lnTo>
                  <a:lnTo>
                    <a:pt x="277" y="708"/>
                  </a:lnTo>
                  <a:lnTo>
                    <a:pt x="277" y="705"/>
                  </a:lnTo>
                  <a:lnTo>
                    <a:pt x="278" y="703"/>
                  </a:lnTo>
                  <a:lnTo>
                    <a:pt x="278" y="702"/>
                  </a:lnTo>
                  <a:lnTo>
                    <a:pt x="277" y="703"/>
                  </a:lnTo>
                  <a:lnTo>
                    <a:pt x="273" y="707"/>
                  </a:lnTo>
                  <a:lnTo>
                    <a:pt x="267" y="712"/>
                  </a:lnTo>
                  <a:lnTo>
                    <a:pt x="261" y="720"/>
                  </a:lnTo>
                  <a:lnTo>
                    <a:pt x="254" y="728"/>
                  </a:lnTo>
                  <a:lnTo>
                    <a:pt x="250" y="736"/>
                  </a:lnTo>
                  <a:lnTo>
                    <a:pt x="246" y="745"/>
                  </a:lnTo>
                  <a:lnTo>
                    <a:pt x="246" y="753"/>
                  </a:lnTo>
                  <a:lnTo>
                    <a:pt x="246" y="761"/>
                  </a:lnTo>
                  <a:lnTo>
                    <a:pt x="245" y="767"/>
                  </a:lnTo>
                  <a:lnTo>
                    <a:pt x="243" y="774"/>
                  </a:lnTo>
                  <a:lnTo>
                    <a:pt x="239" y="779"/>
                  </a:lnTo>
                  <a:lnTo>
                    <a:pt x="235" y="782"/>
                  </a:lnTo>
                  <a:lnTo>
                    <a:pt x="229" y="785"/>
                  </a:lnTo>
                  <a:lnTo>
                    <a:pt x="223" y="786"/>
                  </a:lnTo>
                  <a:lnTo>
                    <a:pt x="216" y="787"/>
                  </a:lnTo>
                  <a:lnTo>
                    <a:pt x="210" y="788"/>
                  </a:lnTo>
                  <a:lnTo>
                    <a:pt x="204" y="791"/>
                  </a:lnTo>
                  <a:lnTo>
                    <a:pt x="200" y="796"/>
                  </a:lnTo>
                  <a:lnTo>
                    <a:pt x="197" y="800"/>
                  </a:lnTo>
                  <a:lnTo>
                    <a:pt x="194" y="805"/>
                  </a:lnTo>
                  <a:lnTo>
                    <a:pt x="190" y="808"/>
                  </a:lnTo>
                  <a:lnTo>
                    <a:pt x="186" y="810"/>
                  </a:lnTo>
                  <a:lnTo>
                    <a:pt x="180" y="809"/>
                  </a:lnTo>
                  <a:lnTo>
                    <a:pt x="174" y="806"/>
                  </a:lnTo>
                  <a:lnTo>
                    <a:pt x="167" y="801"/>
                  </a:lnTo>
                  <a:lnTo>
                    <a:pt x="161" y="796"/>
                  </a:lnTo>
                  <a:lnTo>
                    <a:pt x="156" y="790"/>
                  </a:lnTo>
                  <a:lnTo>
                    <a:pt x="150" y="785"/>
                  </a:lnTo>
                  <a:lnTo>
                    <a:pt x="146" y="780"/>
                  </a:lnTo>
                  <a:lnTo>
                    <a:pt x="144" y="777"/>
                  </a:lnTo>
                  <a:lnTo>
                    <a:pt x="143" y="776"/>
                  </a:lnTo>
                  <a:lnTo>
                    <a:pt x="144" y="774"/>
                  </a:lnTo>
                  <a:lnTo>
                    <a:pt x="146" y="768"/>
                  </a:lnTo>
                  <a:lnTo>
                    <a:pt x="148" y="760"/>
                  </a:lnTo>
                  <a:lnTo>
                    <a:pt x="150" y="751"/>
                  </a:lnTo>
                  <a:lnTo>
                    <a:pt x="151" y="742"/>
                  </a:lnTo>
                  <a:lnTo>
                    <a:pt x="150" y="734"/>
                  </a:lnTo>
                  <a:lnTo>
                    <a:pt x="146" y="728"/>
                  </a:lnTo>
                  <a:lnTo>
                    <a:pt x="140" y="725"/>
                  </a:lnTo>
                  <a:lnTo>
                    <a:pt x="134" y="723"/>
                  </a:lnTo>
                  <a:lnTo>
                    <a:pt x="131" y="721"/>
                  </a:lnTo>
                  <a:lnTo>
                    <a:pt x="130" y="716"/>
                  </a:lnTo>
                  <a:lnTo>
                    <a:pt x="132" y="712"/>
                  </a:lnTo>
                  <a:lnTo>
                    <a:pt x="133" y="708"/>
                  </a:lnTo>
                  <a:lnTo>
                    <a:pt x="135" y="702"/>
                  </a:lnTo>
                  <a:lnTo>
                    <a:pt x="136" y="697"/>
                  </a:lnTo>
                  <a:lnTo>
                    <a:pt x="135" y="691"/>
                  </a:lnTo>
                  <a:lnTo>
                    <a:pt x="132" y="684"/>
                  </a:lnTo>
                  <a:lnTo>
                    <a:pt x="129" y="676"/>
                  </a:lnTo>
                  <a:lnTo>
                    <a:pt x="126" y="667"/>
                  </a:lnTo>
                  <a:lnTo>
                    <a:pt x="123" y="658"/>
                  </a:lnTo>
                  <a:lnTo>
                    <a:pt x="121" y="649"/>
                  </a:lnTo>
                  <a:lnTo>
                    <a:pt x="121" y="641"/>
                  </a:lnTo>
                  <a:lnTo>
                    <a:pt x="122" y="634"/>
                  </a:lnTo>
                  <a:lnTo>
                    <a:pt x="126" y="629"/>
                  </a:lnTo>
                  <a:lnTo>
                    <a:pt x="130" y="625"/>
                  </a:lnTo>
                  <a:lnTo>
                    <a:pt x="132" y="621"/>
                  </a:lnTo>
                  <a:lnTo>
                    <a:pt x="132" y="617"/>
                  </a:lnTo>
                  <a:lnTo>
                    <a:pt x="131" y="613"/>
                  </a:lnTo>
                  <a:lnTo>
                    <a:pt x="130" y="610"/>
                  </a:lnTo>
                  <a:lnTo>
                    <a:pt x="128" y="605"/>
                  </a:lnTo>
                  <a:lnTo>
                    <a:pt x="126" y="601"/>
                  </a:lnTo>
                  <a:lnTo>
                    <a:pt x="124" y="595"/>
                  </a:lnTo>
                  <a:lnTo>
                    <a:pt x="122" y="590"/>
                  </a:lnTo>
                  <a:lnTo>
                    <a:pt x="119" y="586"/>
                  </a:lnTo>
                  <a:lnTo>
                    <a:pt x="115" y="583"/>
                  </a:lnTo>
                  <a:lnTo>
                    <a:pt x="111" y="584"/>
                  </a:lnTo>
                  <a:lnTo>
                    <a:pt x="106" y="586"/>
                  </a:lnTo>
                  <a:lnTo>
                    <a:pt x="101" y="592"/>
                  </a:lnTo>
                  <a:lnTo>
                    <a:pt x="98" y="602"/>
                  </a:lnTo>
                  <a:lnTo>
                    <a:pt x="95" y="615"/>
                  </a:lnTo>
                  <a:lnTo>
                    <a:pt x="93" y="629"/>
                  </a:lnTo>
                  <a:lnTo>
                    <a:pt x="90" y="636"/>
                  </a:lnTo>
                  <a:lnTo>
                    <a:pt x="86" y="639"/>
                  </a:lnTo>
                  <a:lnTo>
                    <a:pt x="82" y="638"/>
                  </a:lnTo>
                  <a:lnTo>
                    <a:pt x="77" y="635"/>
                  </a:lnTo>
                  <a:lnTo>
                    <a:pt x="72" y="630"/>
                  </a:lnTo>
                  <a:lnTo>
                    <a:pt x="67" y="624"/>
                  </a:lnTo>
                  <a:lnTo>
                    <a:pt x="62" y="617"/>
                  </a:lnTo>
                  <a:lnTo>
                    <a:pt x="58" y="611"/>
                  </a:lnTo>
                  <a:lnTo>
                    <a:pt x="56" y="606"/>
                  </a:lnTo>
                  <a:lnTo>
                    <a:pt x="54" y="601"/>
                  </a:lnTo>
                  <a:lnTo>
                    <a:pt x="54" y="596"/>
                  </a:lnTo>
                  <a:lnTo>
                    <a:pt x="56" y="591"/>
                  </a:lnTo>
                  <a:lnTo>
                    <a:pt x="58" y="586"/>
                  </a:lnTo>
                  <a:lnTo>
                    <a:pt x="59" y="580"/>
                  </a:lnTo>
                  <a:lnTo>
                    <a:pt x="60" y="573"/>
                  </a:lnTo>
                  <a:lnTo>
                    <a:pt x="62" y="567"/>
                  </a:lnTo>
                  <a:lnTo>
                    <a:pt x="66" y="564"/>
                  </a:lnTo>
                  <a:lnTo>
                    <a:pt x="72" y="563"/>
                  </a:lnTo>
                  <a:lnTo>
                    <a:pt x="78" y="564"/>
                  </a:lnTo>
                  <a:lnTo>
                    <a:pt x="85" y="564"/>
                  </a:lnTo>
                  <a:lnTo>
                    <a:pt x="92" y="564"/>
                  </a:lnTo>
                  <a:lnTo>
                    <a:pt x="98" y="563"/>
                  </a:lnTo>
                  <a:lnTo>
                    <a:pt x="103" y="559"/>
                  </a:lnTo>
                  <a:lnTo>
                    <a:pt x="111" y="552"/>
                  </a:lnTo>
                  <a:lnTo>
                    <a:pt x="116" y="550"/>
                  </a:lnTo>
                  <a:lnTo>
                    <a:pt x="120" y="547"/>
                  </a:lnTo>
                  <a:lnTo>
                    <a:pt x="124" y="537"/>
                  </a:lnTo>
                  <a:lnTo>
                    <a:pt x="125" y="530"/>
                  </a:lnTo>
                  <a:lnTo>
                    <a:pt x="126" y="525"/>
                  </a:lnTo>
                  <a:lnTo>
                    <a:pt x="127" y="521"/>
                  </a:lnTo>
                  <a:lnTo>
                    <a:pt x="129" y="519"/>
                  </a:lnTo>
                  <a:lnTo>
                    <a:pt x="131" y="516"/>
                  </a:lnTo>
                  <a:lnTo>
                    <a:pt x="136" y="515"/>
                  </a:lnTo>
                  <a:lnTo>
                    <a:pt x="143" y="514"/>
                  </a:lnTo>
                  <a:lnTo>
                    <a:pt x="154" y="513"/>
                  </a:lnTo>
                  <a:lnTo>
                    <a:pt x="165" y="511"/>
                  </a:lnTo>
                  <a:lnTo>
                    <a:pt x="170" y="508"/>
                  </a:lnTo>
                  <a:lnTo>
                    <a:pt x="172" y="503"/>
                  </a:lnTo>
                  <a:lnTo>
                    <a:pt x="171" y="497"/>
                  </a:lnTo>
                  <a:lnTo>
                    <a:pt x="168" y="490"/>
                  </a:lnTo>
                  <a:lnTo>
                    <a:pt x="165" y="482"/>
                  </a:lnTo>
                  <a:lnTo>
                    <a:pt x="161" y="475"/>
                  </a:lnTo>
                  <a:lnTo>
                    <a:pt x="158" y="466"/>
                  </a:lnTo>
                  <a:lnTo>
                    <a:pt x="156" y="458"/>
                  </a:lnTo>
                  <a:lnTo>
                    <a:pt x="152" y="451"/>
                  </a:lnTo>
                  <a:lnTo>
                    <a:pt x="150" y="443"/>
                  </a:lnTo>
                  <a:lnTo>
                    <a:pt x="146" y="436"/>
                  </a:lnTo>
                  <a:lnTo>
                    <a:pt x="143" y="429"/>
                  </a:lnTo>
                  <a:lnTo>
                    <a:pt x="138" y="423"/>
                  </a:lnTo>
                  <a:lnTo>
                    <a:pt x="133" y="416"/>
                  </a:lnTo>
                  <a:lnTo>
                    <a:pt x="126" y="410"/>
                  </a:lnTo>
                  <a:lnTo>
                    <a:pt x="119" y="404"/>
                  </a:lnTo>
                  <a:lnTo>
                    <a:pt x="113" y="397"/>
                  </a:lnTo>
                  <a:lnTo>
                    <a:pt x="107" y="388"/>
                  </a:lnTo>
                  <a:lnTo>
                    <a:pt x="102" y="379"/>
                  </a:lnTo>
                  <a:lnTo>
                    <a:pt x="98" y="370"/>
                  </a:lnTo>
                  <a:lnTo>
                    <a:pt x="96" y="360"/>
                  </a:lnTo>
                  <a:lnTo>
                    <a:pt x="95" y="351"/>
                  </a:lnTo>
                  <a:lnTo>
                    <a:pt x="95" y="342"/>
                  </a:lnTo>
                  <a:lnTo>
                    <a:pt x="94" y="335"/>
                  </a:lnTo>
                  <a:lnTo>
                    <a:pt x="91" y="331"/>
                  </a:lnTo>
                  <a:lnTo>
                    <a:pt x="86" y="328"/>
                  </a:lnTo>
                  <a:lnTo>
                    <a:pt x="81" y="325"/>
                  </a:lnTo>
                  <a:lnTo>
                    <a:pt x="76" y="323"/>
                  </a:lnTo>
                  <a:lnTo>
                    <a:pt x="73" y="319"/>
                  </a:lnTo>
                  <a:lnTo>
                    <a:pt x="72" y="312"/>
                  </a:lnTo>
                  <a:lnTo>
                    <a:pt x="76" y="303"/>
                  </a:lnTo>
                  <a:lnTo>
                    <a:pt x="81" y="292"/>
                  </a:lnTo>
                  <a:lnTo>
                    <a:pt x="83" y="282"/>
                  </a:lnTo>
                  <a:lnTo>
                    <a:pt x="84" y="271"/>
                  </a:lnTo>
                  <a:lnTo>
                    <a:pt x="84" y="261"/>
                  </a:lnTo>
                  <a:lnTo>
                    <a:pt x="82" y="253"/>
                  </a:lnTo>
                  <a:lnTo>
                    <a:pt x="81" y="247"/>
                  </a:lnTo>
                  <a:lnTo>
                    <a:pt x="80" y="242"/>
                  </a:lnTo>
                  <a:lnTo>
                    <a:pt x="79" y="241"/>
                  </a:lnTo>
                  <a:lnTo>
                    <a:pt x="81" y="238"/>
                  </a:lnTo>
                  <a:lnTo>
                    <a:pt x="86" y="230"/>
                  </a:lnTo>
                  <a:lnTo>
                    <a:pt x="93" y="222"/>
                  </a:lnTo>
                  <a:lnTo>
                    <a:pt x="103" y="215"/>
                  </a:lnTo>
                  <a:lnTo>
                    <a:pt x="108" y="212"/>
                  </a:lnTo>
                  <a:lnTo>
                    <a:pt x="109" y="206"/>
                  </a:lnTo>
                  <a:lnTo>
                    <a:pt x="109" y="198"/>
                  </a:lnTo>
                  <a:lnTo>
                    <a:pt x="109" y="189"/>
                  </a:lnTo>
                  <a:lnTo>
                    <a:pt x="109" y="180"/>
                  </a:lnTo>
                  <a:lnTo>
                    <a:pt x="111" y="171"/>
                  </a:lnTo>
                  <a:lnTo>
                    <a:pt x="116" y="162"/>
                  </a:lnTo>
                  <a:lnTo>
                    <a:pt x="124" y="157"/>
                  </a:lnTo>
                  <a:lnTo>
                    <a:pt x="132" y="153"/>
                  </a:lnTo>
                  <a:lnTo>
                    <a:pt x="138" y="147"/>
                  </a:lnTo>
                  <a:lnTo>
                    <a:pt x="142" y="140"/>
                  </a:lnTo>
                  <a:lnTo>
                    <a:pt x="145" y="133"/>
                  </a:lnTo>
                  <a:lnTo>
                    <a:pt x="158" y="139"/>
                  </a:lnTo>
                  <a:lnTo>
                    <a:pt x="171" y="145"/>
                  </a:lnTo>
                  <a:lnTo>
                    <a:pt x="185" y="151"/>
                  </a:lnTo>
                  <a:lnTo>
                    <a:pt x="198" y="157"/>
                  </a:lnTo>
                  <a:lnTo>
                    <a:pt x="212" y="163"/>
                  </a:lnTo>
                  <a:lnTo>
                    <a:pt x="224" y="171"/>
                  </a:lnTo>
                  <a:lnTo>
                    <a:pt x="236" y="177"/>
                  </a:lnTo>
                  <a:lnTo>
                    <a:pt x="246" y="184"/>
                  </a:lnTo>
                  <a:lnTo>
                    <a:pt x="265" y="194"/>
                  </a:lnTo>
                  <a:lnTo>
                    <a:pt x="280" y="200"/>
                  </a:lnTo>
                  <a:lnTo>
                    <a:pt x="293" y="203"/>
                  </a:lnTo>
                  <a:lnTo>
                    <a:pt x="307" y="203"/>
                  </a:lnTo>
                  <a:lnTo>
                    <a:pt x="318" y="201"/>
                  </a:lnTo>
                  <a:lnTo>
                    <a:pt x="328" y="198"/>
                  </a:lnTo>
                  <a:lnTo>
                    <a:pt x="339" y="195"/>
                  </a:lnTo>
                  <a:lnTo>
                    <a:pt x="350" y="192"/>
                  </a:lnTo>
                  <a:lnTo>
                    <a:pt x="362" y="188"/>
                  </a:lnTo>
                  <a:lnTo>
                    <a:pt x="372" y="181"/>
                  </a:lnTo>
                  <a:lnTo>
                    <a:pt x="381" y="171"/>
                  </a:lnTo>
                  <a:lnTo>
                    <a:pt x="388" y="158"/>
                  </a:lnTo>
                  <a:lnTo>
                    <a:pt x="394" y="145"/>
                  </a:lnTo>
                  <a:lnTo>
                    <a:pt x="398" y="131"/>
                  </a:lnTo>
                  <a:lnTo>
                    <a:pt x="401" y="117"/>
                  </a:lnTo>
                  <a:lnTo>
                    <a:pt x="401" y="102"/>
                  </a:lnTo>
                  <a:lnTo>
                    <a:pt x="402" y="89"/>
                  </a:lnTo>
                  <a:lnTo>
                    <a:pt x="407" y="78"/>
                  </a:lnTo>
                  <a:lnTo>
                    <a:pt x="415" y="68"/>
                  </a:lnTo>
                  <a:lnTo>
                    <a:pt x="424" y="58"/>
                  </a:lnTo>
                  <a:lnTo>
                    <a:pt x="434" y="49"/>
                  </a:lnTo>
                  <a:lnTo>
                    <a:pt x="444" y="40"/>
                  </a:lnTo>
                  <a:lnTo>
                    <a:pt x="453" y="31"/>
                  </a:lnTo>
                  <a:lnTo>
                    <a:pt x="461" y="21"/>
                  </a:lnTo>
                  <a:lnTo>
                    <a:pt x="469" y="11"/>
                  </a:lnTo>
                  <a:lnTo>
                    <a:pt x="480" y="5"/>
                  </a:lnTo>
                  <a:lnTo>
                    <a:pt x="494" y="1"/>
                  </a:lnTo>
                  <a:lnTo>
                    <a:pt x="509" y="0"/>
                  </a:lnTo>
                  <a:lnTo>
                    <a:pt x="524" y="2"/>
                  </a:lnTo>
                  <a:lnTo>
                    <a:pt x="537" y="5"/>
                  </a:lnTo>
                  <a:lnTo>
                    <a:pt x="546" y="11"/>
                  </a:lnTo>
                  <a:lnTo>
                    <a:pt x="552" y="19"/>
                  </a:lnTo>
                  <a:lnTo>
                    <a:pt x="557" y="27"/>
                  </a:lnTo>
                  <a:lnTo>
                    <a:pt x="563" y="36"/>
                  </a:lnTo>
                  <a:lnTo>
                    <a:pt x="569" y="44"/>
                  </a:lnTo>
                  <a:lnTo>
                    <a:pt x="575" y="52"/>
                  </a:lnTo>
                  <a:lnTo>
                    <a:pt x="582" y="61"/>
                  </a:lnTo>
                  <a:lnTo>
                    <a:pt x="590" y="69"/>
                  </a:lnTo>
                  <a:lnTo>
                    <a:pt x="597" y="77"/>
                  </a:lnTo>
                  <a:lnTo>
                    <a:pt x="606" y="84"/>
                  </a:lnTo>
                  <a:lnTo>
                    <a:pt x="614" y="88"/>
                  </a:lnTo>
                  <a:lnTo>
                    <a:pt x="624" y="90"/>
                  </a:lnTo>
                  <a:lnTo>
                    <a:pt x="636" y="89"/>
                  </a:lnTo>
                  <a:lnTo>
                    <a:pt x="648" y="87"/>
                  </a:lnTo>
                  <a:lnTo>
                    <a:pt x="663" y="83"/>
                  </a:lnTo>
                  <a:lnTo>
                    <a:pt x="676" y="79"/>
                  </a:lnTo>
                  <a:lnTo>
                    <a:pt x="691" y="74"/>
                  </a:lnTo>
                  <a:lnTo>
                    <a:pt x="706" y="70"/>
                  </a:lnTo>
                  <a:lnTo>
                    <a:pt x="717" y="70"/>
                  </a:lnTo>
                  <a:lnTo>
                    <a:pt x="724" y="77"/>
                  </a:lnTo>
                  <a:lnTo>
                    <a:pt x="727" y="89"/>
                  </a:lnTo>
                  <a:lnTo>
                    <a:pt x="728" y="104"/>
                  </a:lnTo>
                  <a:lnTo>
                    <a:pt x="728" y="122"/>
                  </a:lnTo>
                  <a:lnTo>
                    <a:pt x="727" y="138"/>
                  </a:lnTo>
                  <a:lnTo>
                    <a:pt x="728" y="151"/>
                  </a:lnTo>
                  <a:lnTo>
                    <a:pt x="732" y="159"/>
                  </a:lnTo>
                  <a:lnTo>
                    <a:pt x="738" y="163"/>
                  </a:lnTo>
                  <a:lnTo>
                    <a:pt x="744" y="168"/>
                  </a:lnTo>
                  <a:lnTo>
                    <a:pt x="752" y="171"/>
                  </a:lnTo>
                  <a:lnTo>
                    <a:pt x="761" y="175"/>
                  </a:lnTo>
                  <a:lnTo>
                    <a:pt x="768" y="179"/>
                  </a:lnTo>
                  <a:lnTo>
                    <a:pt x="776" y="184"/>
                  </a:lnTo>
                  <a:lnTo>
                    <a:pt x="784" y="189"/>
                  </a:lnTo>
                  <a:lnTo>
                    <a:pt x="791" y="196"/>
                  </a:lnTo>
                  <a:lnTo>
                    <a:pt x="798" y="202"/>
                  </a:lnTo>
                  <a:lnTo>
                    <a:pt x="807" y="205"/>
                  </a:lnTo>
                  <a:lnTo>
                    <a:pt x="817" y="206"/>
                  </a:lnTo>
                  <a:lnTo>
                    <a:pt x="827" y="205"/>
                  </a:lnTo>
                  <a:lnTo>
                    <a:pt x="837" y="203"/>
                  </a:lnTo>
                  <a:lnTo>
                    <a:pt x="847" y="199"/>
                  </a:lnTo>
                  <a:lnTo>
                    <a:pt x="858" y="194"/>
                  </a:lnTo>
                  <a:lnTo>
                    <a:pt x="867" y="188"/>
                  </a:lnTo>
                  <a:lnTo>
                    <a:pt x="874" y="182"/>
                  </a:lnTo>
                  <a:lnTo>
                    <a:pt x="880" y="180"/>
                  </a:lnTo>
                  <a:lnTo>
                    <a:pt x="884" y="180"/>
                  </a:lnTo>
                  <a:lnTo>
                    <a:pt x="887" y="182"/>
                  </a:lnTo>
                  <a:lnTo>
                    <a:pt x="889" y="186"/>
                  </a:lnTo>
                  <a:lnTo>
                    <a:pt x="890" y="191"/>
                  </a:lnTo>
                  <a:lnTo>
                    <a:pt x="891" y="197"/>
                  </a:lnTo>
                  <a:lnTo>
                    <a:pt x="891" y="202"/>
                  </a:lnTo>
                  <a:lnTo>
                    <a:pt x="893" y="207"/>
                  </a:lnTo>
                  <a:lnTo>
                    <a:pt x="899" y="213"/>
                  </a:lnTo>
                  <a:lnTo>
                    <a:pt x="908" y="218"/>
                  </a:lnTo>
                  <a:lnTo>
                    <a:pt x="918" y="221"/>
                  </a:lnTo>
                  <a:lnTo>
                    <a:pt x="928" y="223"/>
                  </a:lnTo>
                  <a:lnTo>
                    <a:pt x="939" y="223"/>
                  </a:lnTo>
                  <a:lnTo>
                    <a:pt x="949" y="219"/>
                  </a:lnTo>
                  <a:lnTo>
                    <a:pt x="959" y="212"/>
                  </a:lnTo>
                  <a:lnTo>
                    <a:pt x="967" y="205"/>
                  </a:lnTo>
                  <a:lnTo>
                    <a:pt x="977" y="199"/>
                  </a:lnTo>
                  <a:lnTo>
                    <a:pt x="988" y="195"/>
                  </a:lnTo>
                  <a:lnTo>
                    <a:pt x="1000" y="192"/>
                  </a:lnTo>
                  <a:lnTo>
                    <a:pt x="1011" y="190"/>
                  </a:lnTo>
                  <a:lnTo>
                    <a:pt x="1020" y="189"/>
                  </a:lnTo>
                  <a:lnTo>
                    <a:pt x="1026" y="188"/>
                  </a:lnTo>
                  <a:lnTo>
                    <a:pt x="1028" y="188"/>
                  </a:lnTo>
                  <a:lnTo>
                    <a:pt x="1031" y="191"/>
                  </a:lnTo>
                  <a:lnTo>
                    <a:pt x="1041" y="197"/>
                  </a:lnTo>
                  <a:lnTo>
                    <a:pt x="1055" y="206"/>
                  </a:lnTo>
                  <a:lnTo>
                    <a:pt x="1071" y="217"/>
                  </a:lnTo>
                  <a:lnTo>
                    <a:pt x="1087" y="226"/>
                  </a:lnTo>
                  <a:lnTo>
                    <a:pt x="1103" y="233"/>
                  </a:lnTo>
                  <a:lnTo>
                    <a:pt x="1116" y="236"/>
                  </a:lnTo>
                  <a:lnTo>
                    <a:pt x="1124" y="233"/>
                  </a:lnTo>
                  <a:lnTo>
                    <a:pt x="1128" y="225"/>
                  </a:lnTo>
                  <a:lnTo>
                    <a:pt x="1131" y="217"/>
                  </a:lnTo>
                  <a:lnTo>
                    <a:pt x="1135" y="207"/>
                  </a:lnTo>
                  <a:lnTo>
                    <a:pt x="1139" y="199"/>
                  </a:lnTo>
                  <a:lnTo>
                    <a:pt x="1144" y="193"/>
                  </a:lnTo>
                  <a:lnTo>
                    <a:pt x="1151" y="190"/>
                  </a:lnTo>
                  <a:lnTo>
                    <a:pt x="1162" y="190"/>
                  </a:lnTo>
                  <a:lnTo>
                    <a:pt x="1175" y="196"/>
                  </a:lnTo>
                  <a:lnTo>
                    <a:pt x="1185" y="201"/>
                  </a:lnTo>
                  <a:lnTo>
                    <a:pt x="1195" y="205"/>
                  </a:lnTo>
                  <a:lnTo>
                    <a:pt x="1207" y="208"/>
                  </a:lnTo>
                  <a:lnTo>
                    <a:pt x="1217" y="210"/>
                  </a:lnTo>
                  <a:lnTo>
                    <a:pt x="1226" y="211"/>
                  </a:lnTo>
                  <a:lnTo>
                    <a:pt x="1235" y="211"/>
                  </a:lnTo>
                  <a:lnTo>
                    <a:pt x="1242" y="210"/>
                  </a:lnTo>
                  <a:lnTo>
                    <a:pt x="1248" y="20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07" name="Freeform 606">
              <a:extLst>
                <a:ext uri="{FF2B5EF4-FFF2-40B4-BE49-F238E27FC236}">
                  <a16:creationId xmlns:a16="http://schemas.microsoft.com/office/drawing/2014/main" id="{075D0E4F-9C5F-4095-74AE-671E3ABD8383}"/>
                </a:ext>
              </a:extLst>
            </p:cNvPr>
            <p:cNvSpPr>
              <a:spLocks/>
            </p:cNvSpPr>
            <p:nvPr/>
          </p:nvSpPr>
          <p:spPr bwMode="auto">
            <a:xfrm>
              <a:off x="2285" y="3753"/>
              <a:ext cx="37" cy="27"/>
            </a:xfrm>
            <a:custGeom>
              <a:avLst/>
              <a:gdLst>
                <a:gd name="T0" fmla="*/ 0 w 149"/>
                <a:gd name="T1" fmla="*/ 0 h 108"/>
                <a:gd name="T2" fmla="*/ 0 w 149"/>
                <a:gd name="T3" fmla="*/ 0 h 108"/>
                <a:gd name="T4" fmla="*/ 0 w 149"/>
                <a:gd name="T5" fmla="*/ 0 h 108"/>
                <a:gd name="T6" fmla="*/ 0 w 149"/>
                <a:gd name="T7" fmla="*/ 0 h 108"/>
                <a:gd name="T8" fmla="*/ 0 w 149"/>
                <a:gd name="T9" fmla="*/ 0 h 108"/>
                <a:gd name="T10" fmla="*/ 0 w 149"/>
                <a:gd name="T11" fmla="*/ 0 h 108"/>
                <a:gd name="T12" fmla="*/ 0 w 149"/>
                <a:gd name="T13" fmla="*/ 0 h 108"/>
                <a:gd name="T14" fmla="*/ 0 w 149"/>
                <a:gd name="T15" fmla="*/ 0 h 108"/>
                <a:gd name="T16" fmla="*/ 0 w 149"/>
                <a:gd name="T17" fmla="*/ 0 h 108"/>
                <a:gd name="T18" fmla="*/ 0 w 149"/>
                <a:gd name="T19" fmla="*/ 0 h 108"/>
                <a:gd name="T20" fmla="*/ 0 w 149"/>
                <a:gd name="T21" fmla="*/ 0 h 108"/>
                <a:gd name="T22" fmla="*/ 0 w 149"/>
                <a:gd name="T23" fmla="*/ 0 h 108"/>
                <a:gd name="T24" fmla="*/ 0 w 149"/>
                <a:gd name="T25" fmla="*/ 0 h 108"/>
                <a:gd name="T26" fmla="*/ 0 w 149"/>
                <a:gd name="T27" fmla="*/ 0 h 108"/>
                <a:gd name="T28" fmla="*/ 0 w 149"/>
                <a:gd name="T29" fmla="*/ 0 h 108"/>
                <a:gd name="T30" fmla="*/ 0 w 149"/>
                <a:gd name="T31" fmla="*/ 0 h 108"/>
                <a:gd name="T32" fmla="*/ 0 w 149"/>
                <a:gd name="T33" fmla="*/ 0 h 108"/>
                <a:gd name="T34" fmla="*/ 0 w 149"/>
                <a:gd name="T35" fmla="*/ 0 h 108"/>
                <a:gd name="T36" fmla="*/ 0 w 149"/>
                <a:gd name="T37" fmla="*/ 0 h 108"/>
                <a:gd name="T38" fmla="*/ 0 w 149"/>
                <a:gd name="T39" fmla="*/ 0 h 108"/>
                <a:gd name="T40" fmla="*/ 0 w 149"/>
                <a:gd name="T41" fmla="*/ 0 h 108"/>
                <a:gd name="T42" fmla="*/ 0 w 149"/>
                <a:gd name="T43" fmla="*/ 0 h 108"/>
                <a:gd name="T44" fmla="*/ 0 w 149"/>
                <a:gd name="T45" fmla="*/ 0 h 108"/>
                <a:gd name="T46" fmla="*/ 0 w 149"/>
                <a:gd name="T47" fmla="*/ 0 h 108"/>
                <a:gd name="T48" fmla="*/ 0 w 149"/>
                <a:gd name="T49" fmla="*/ 0 h 108"/>
                <a:gd name="T50" fmla="*/ 0 w 149"/>
                <a:gd name="T51" fmla="*/ 0 h 108"/>
                <a:gd name="T52" fmla="*/ 0 w 149"/>
                <a:gd name="T53" fmla="*/ 0 h 108"/>
                <a:gd name="T54" fmla="*/ 0 w 149"/>
                <a:gd name="T55" fmla="*/ 0 h 108"/>
                <a:gd name="T56" fmla="*/ 0 w 149"/>
                <a:gd name="T57" fmla="*/ 0 h 108"/>
                <a:gd name="T58" fmla="*/ 0 w 149"/>
                <a:gd name="T59" fmla="*/ 0 h 108"/>
                <a:gd name="T60" fmla="*/ 0 w 149"/>
                <a:gd name="T61" fmla="*/ 0 h 108"/>
                <a:gd name="T62" fmla="*/ 0 w 149"/>
                <a:gd name="T63" fmla="*/ 0 h 108"/>
                <a:gd name="T64" fmla="*/ 0 w 149"/>
                <a:gd name="T65" fmla="*/ 0 h 108"/>
                <a:gd name="T66" fmla="*/ 0 w 149"/>
                <a:gd name="T67" fmla="*/ 0 h 108"/>
                <a:gd name="T68" fmla="*/ 0 w 149"/>
                <a:gd name="T69" fmla="*/ 0 h 108"/>
                <a:gd name="T70" fmla="*/ 0 w 149"/>
                <a:gd name="T71" fmla="*/ 0 h 108"/>
                <a:gd name="T72" fmla="*/ 0 w 149"/>
                <a:gd name="T73" fmla="*/ 0 h 108"/>
                <a:gd name="T74" fmla="*/ 0 w 149"/>
                <a:gd name="T75" fmla="*/ 0 h 108"/>
                <a:gd name="T76" fmla="*/ 0 w 149"/>
                <a:gd name="T77" fmla="*/ 0 h 108"/>
                <a:gd name="T78" fmla="*/ 0 w 149"/>
                <a:gd name="T79" fmla="*/ 0 h 108"/>
                <a:gd name="T80" fmla="*/ 0 w 149"/>
                <a:gd name="T81" fmla="*/ 0 h 108"/>
                <a:gd name="T82" fmla="*/ 0 w 149"/>
                <a:gd name="T83" fmla="*/ 0 h 1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9" h="108">
                  <a:moveTo>
                    <a:pt x="149" y="60"/>
                  </a:moveTo>
                  <a:lnTo>
                    <a:pt x="146" y="108"/>
                  </a:lnTo>
                  <a:lnTo>
                    <a:pt x="112" y="93"/>
                  </a:lnTo>
                  <a:lnTo>
                    <a:pt x="70" y="51"/>
                  </a:lnTo>
                  <a:lnTo>
                    <a:pt x="69" y="51"/>
                  </a:lnTo>
                  <a:lnTo>
                    <a:pt x="67" y="49"/>
                  </a:lnTo>
                  <a:lnTo>
                    <a:pt x="63" y="48"/>
                  </a:lnTo>
                  <a:lnTo>
                    <a:pt x="59" y="46"/>
                  </a:lnTo>
                  <a:lnTo>
                    <a:pt x="54" y="45"/>
                  </a:lnTo>
                  <a:lnTo>
                    <a:pt x="48" y="43"/>
                  </a:lnTo>
                  <a:lnTo>
                    <a:pt x="41" y="43"/>
                  </a:lnTo>
                  <a:lnTo>
                    <a:pt x="36" y="43"/>
                  </a:lnTo>
                  <a:lnTo>
                    <a:pt x="30" y="42"/>
                  </a:lnTo>
                  <a:lnTo>
                    <a:pt x="24" y="38"/>
                  </a:lnTo>
                  <a:lnTo>
                    <a:pt x="18" y="32"/>
                  </a:lnTo>
                  <a:lnTo>
                    <a:pt x="13" y="26"/>
                  </a:lnTo>
                  <a:lnTo>
                    <a:pt x="8" y="19"/>
                  </a:lnTo>
                  <a:lnTo>
                    <a:pt x="4" y="13"/>
                  </a:lnTo>
                  <a:lnTo>
                    <a:pt x="1" y="9"/>
                  </a:lnTo>
                  <a:lnTo>
                    <a:pt x="0" y="7"/>
                  </a:lnTo>
                  <a:lnTo>
                    <a:pt x="22" y="0"/>
                  </a:lnTo>
                  <a:lnTo>
                    <a:pt x="62" y="23"/>
                  </a:lnTo>
                  <a:lnTo>
                    <a:pt x="63" y="23"/>
                  </a:lnTo>
                  <a:lnTo>
                    <a:pt x="67" y="23"/>
                  </a:lnTo>
                  <a:lnTo>
                    <a:pt x="72" y="22"/>
                  </a:lnTo>
                  <a:lnTo>
                    <a:pt x="77" y="23"/>
                  </a:lnTo>
                  <a:lnTo>
                    <a:pt x="83" y="23"/>
                  </a:lnTo>
                  <a:lnTo>
                    <a:pt x="89" y="25"/>
                  </a:lnTo>
                  <a:lnTo>
                    <a:pt x="93" y="28"/>
                  </a:lnTo>
                  <a:lnTo>
                    <a:pt x="96" y="32"/>
                  </a:lnTo>
                  <a:lnTo>
                    <a:pt x="100" y="38"/>
                  </a:lnTo>
                  <a:lnTo>
                    <a:pt x="106" y="41"/>
                  </a:lnTo>
                  <a:lnTo>
                    <a:pt x="113" y="44"/>
                  </a:lnTo>
                  <a:lnTo>
                    <a:pt x="121" y="51"/>
                  </a:lnTo>
                  <a:lnTo>
                    <a:pt x="125" y="57"/>
                  </a:lnTo>
                  <a:lnTo>
                    <a:pt x="129" y="62"/>
                  </a:lnTo>
                  <a:lnTo>
                    <a:pt x="134" y="66"/>
                  </a:lnTo>
                  <a:lnTo>
                    <a:pt x="138" y="69"/>
                  </a:lnTo>
                  <a:lnTo>
                    <a:pt x="142" y="71"/>
                  </a:lnTo>
                  <a:lnTo>
                    <a:pt x="146" y="70"/>
                  </a:lnTo>
                  <a:lnTo>
                    <a:pt x="148" y="67"/>
                  </a:lnTo>
                  <a:lnTo>
                    <a:pt x="149" y="6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08" name="Freeform 607">
              <a:extLst>
                <a:ext uri="{FF2B5EF4-FFF2-40B4-BE49-F238E27FC236}">
                  <a16:creationId xmlns:a16="http://schemas.microsoft.com/office/drawing/2014/main" id="{2998B834-1559-AFAB-4D3B-C317BC831A93}"/>
                </a:ext>
              </a:extLst>
            </p:cNvPr>
            <p:cNvSpPr>
              <a:spLocks/>
            </p:cNvSpPr>
            <p:nvPr/>
          </p:nvSpPr>
          <p:spPr bwMode="auto">
            <a:xfrm>
              <a:off x="2285" y="3753"/>
              <a:ext cx="37" cy="27"/>
            </a:xfrm>
            <a:custGeom>
              <a:avLst/>
              <a:gdLst>
                <a:gd name="T0" fmla="*/ 0 w 149"/>
                <a:gd name="T1" fmla="*/ 0 h 108"/>
                <a:gd name="T2" fmla="*/ 0 w 149"/>
                <a:gd name="T3" fmla="*/ 0 h 108"/>
                <a:gd name="T4" fmla="*/ 0 w 149"/>
                <a:gd name="T5" fmla="*/ 0 h 108"/>
                <a:gd name="T6" fmla="*/ 0 w 149"/>
                <a:gd name="T7" fmla="*/ 0 h 108"/>
                <a:gd name="T8" fmla="*/ 0 w 149"/>
                <a:gd name="T9" fmla="*/ 0 h 108"/>
                <a:gd name="T10" fmla="*/ 0 w 149"/>
                <a:gd name="T11" fmla="*/ 0 h 108"/>
                <a:gd name="T12" fmla="*/ 0 w 149"/>
                <a:gd name="T13" fmla="*/ 0 h 108"/>
                <a:gd name="T14" fmla="*/ 0 w 149"/>
                <a:gd name="T15" fmla="*/ 0 h 108"/>
                <a:gd name="T16" fmla="*/ 0 w 149"/>
                <a:gd name="T17" fmla="*/ 0 h 108"/>
                <a:gd name="T18" fmla="*/ 0 w 149"/>
                <a:gd name="T19" fmla="*/ 0 h 108"/>
                <a:gd name="T20" fmla="*/ 0 w 149"/>
                <a:gd name="T21" fmla="*/ 0 h 108"/>
                <a:gd name="T22" fmla="*/ 0 w 149"/>
                <a:gd name="T23" fmla="*/ 0 h 108"/>
                <a:gd name="T24" fmla="*/ 0 w 149"/>
                <a:gd name="T25" fmla="*/ 0 h 108"/>
                <a:gd name="T26" fmla="*/ 0 w 149"/>
                <a:gd name="T27" fmla="*/ 0 h 108"/>
                <a:gd name="T28" fmla="*/ 0 w 149"/>
                <a:gd name="T29" fmla="*/ 0 h 108"/>
                <a:gd name="T30" fmla="*/ 0 w 149"/>
                <a:gd name="T31" fmla="*/ 0 h 108"/>
                <a:gd name="T32" fmla="*/ 0 w 149"/>
                <a:gd name="T33" fmla="*/ 0 h 108"/>
                <a:gd name="T34" fmla="*/ 0 w 149"/>
                <a:gd name="T35" fmla="*/ 0 h 108"/>
                <a:gd name="T36" fmla="*/ 0 w 149"/>
                <a:gd name="T37" fmla="*/ 0 h 108"/>
                <a:gd name="T38" fmla="*/ 0 w 149"/>
                <a:gd name="T39" fmla="*/ 0 h 108"/>
                <a:gd name="T40" fmla="*/ 0 w 149"/>
                <a:gd name="T41" fmla="*/ 0 h 108"/>
                <a:gd name="T42" fmla="*/ 0 w 149"/>
                <a:gd name="T43" fmla="*/ 0 h 108"/>
                <a:gd name="T44" fmla="*/ 0 w 149"/>
                <a:gd name="T45" fmla="*/ 0 h 108"/>
                <a:gd name="T46" fmla="*/ 0 w 149"/>
                <a:gd name="T47" fmla="*/ 0 h 108"/>
                <a:gd name="T48" fmla="*/ 0 w 149"/>
                <a:gd name="T49" fmla="*/ 0 h 108"/>
                <a:gd name="T50" fmla="*/ 0 w 149"/>
                <a:gd name="T51" fmla="*/ 0 h 108"/>
                <a:gd name="T52" fmla="*/ 0 w 149"/>
                <a:gd name="T53" fmla="*/ 0 h 108"/>
                <a:gd name="T54" fmla="*/ 0 w 149"/>
                <a:gd name="T55" fmla="*/ 0 h 108"/>
                <a:gd name="T56" fmla="*/ 0 w 149"/>
                <a:gd name="T57" fmla="*/ 0 h 108"/>
                <a:gd name="T58" fmla="*/ 0 w 149"/>
                <a:gd name="T59" fmla="*/ 0 h 108"/>
                <a:gd name="T60" fmla="*/ 0 w 149"/>
                <a:gd name="T61" fmla="*/ 0 h 108"/>
                <a:gd name="T62" fmla="*/ 0 w 149"/>
                <a:gd name="T63" fmla="*/ 0 h 108"/>
                <a:gd name="T64" fmla="*/ 0 w 149"/>
                <a:gd name="T65" fmla="*/ 0 h 108"/>
                <a:gd name="T66" fmla="*/ 0 w 149"/>
                <a:gd name="T67" fmla="*/ 0 h 108"/>
                <a:gd name="T68" fmla="*/ 0 w 149"/>
                <a:gd name="T69" fmla="*/ 0 h 108"/>
                <a:gd name="T70" fmla="*/ 0 w 149"/>
                <a:gd name="T71" fmla="*/ 0 h 108"/>
                <a:gd name="T72" fmla="*/ 0 w 149"/>
                <a:gd name="T73" fmla="*/ 0 h 108"/>
                <a:gd name="T74" fmla="*/ 0 w 149"/>
                <a:gd name="T75" fmla="*/ 0 h 108"/>
                <a:gd name="T76" fmla="*/ 0 w 149"/>
                <a:gd name="T77" fmla="*/ 0 h 108"/>
                <a:gd name="T78" fmla="*/ 0 w 149"/>
                <a:gd name="T79" fmla="*/ 0 h 108"/>
                <a:gd name="T80" fmla="*/ 0 w 149"/>
                <a:gd name="T81" fmla="*/ 0 h 108"/>
                <a:gd name="T82" fmla="*/ 0 w 149"/>
                <a:gd name="T83" fmla="*/ 0 h 108"/>
                <a:gd name="T84" fmla="*/ 0 w 149"/>
                <a:gd name="T85" fmla="*/ 0 h 108"/>
                <a:gd name="T86" fmla="*/ 0 w 149"/>
                <a:gd name="T87" fmla="*/ 0 h 108"/>
                <a:gd name="T88" fmla="*/ 0 w 149"/>
                <a:gd name="T89" fmla="*/ 0 h 108"/>
                <a:gd name="T90" fmla="*/ 0 w 149"/>
                <a:gd name="T91" fmla="*/ 0 h 108"/>
                <a:gd name="T92" fmla="*/ 0 w 149"/>
                <a:gd name="T93" fmla="*/ 0 h 1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9" h="108">
                  <a:moveTo>
                    <a:pt x="149" y="60"/>
                  </a:moveTo>
                  <a:lnTo>
                    <a:pt x="146" y="108"/>
                  </a:lnTo>
                  <a:lnTo>
                    <a:pt x="112" y="93"/>
                  </a:lnTo>
                  <a:lnTo>
                    <a:pt x="70" y="51"/>
                  </a:lnTo>
                  <a:lnTo>
                    <a:pt x="69" y="51"/>
                  </a:lnTo>
                  <a:lnTo>
                    <a:pt x="67" y="49"/>
                  </a:lnTo>
                  <a:lnTo>
                    <a:pt x="63" y="48"/>
                  </a:lnTo>
                  <a:lnTo>
                    <a:pt x="59" y="46"/>
                  </a:lnTo>
                  <a:lnTo>
                    <a:pt x="54" y="45"/>
                  </a:lnTo>
                  <a:lnTo>
                    <a:pt x="48" y="43"/>
                  </a:lnTo>
                  <a:lnTo>
                    <a:pt x="41" y="43"/>
                  </a:lnTo>
                  <a:lnTo>
                    <a:pt x="36" y="43"/>
                  </a:lnTo>
                  <a:lnTo>
                    <a:pt x="30" y="42"/>
                  </a:lnTo>
                  <a:lnTo>
                    <a:pt x="24" y="38"/>
                  </a:lnTo>
                  <a:lnTo>
                    <a:pt x="18" y="32"/>
                  </a:lnTo>
                  <a:lnTo>
                    <a:pt x="13" y="26"/>
                  </a:lnTo>
                  <a:lnTo>
                    <a:pt x="8" y="19"/>
                  </a:lnTo>
                  <a:lnTo>
                    <a:pt x="4" y="13"/>
                  </a:lnTo>
                  <a:lnTo>
                    <a:pt x="1" y="9"/>
                  </a:lnTo>
                  <a:lnTo>
                    <a:pt x="0" y="7"/>
                  </a:lnTo>
                  <a:lnTo>
                    <a:pt x="22" y="0"/>
                  </a:lnTo>
                  <a:lnTo>
                    <a:pt x="62" y="23"/>
                  </a:lnTo>
                  <a:lnTo>
                    <a:pt x="63" y="23"/>
                  </a:lnTo>
                  <a:lnTo>
                    <a:pt x="67" y="23"/>
                  </a:lnTo>
                  <a:lnTo>
                    <a:pt x="72" y="22"/>
                  </a:lnTo>
                  <a:lnTo>
                    <a:pt x="77" y="23"/>
                  </a:lnTo>
                  <a:lnTo>
                    <a:pt x="83" y="23"/>
                  </a:lnTo>
                  <a:lnTo>
                    <a:pt x="89" y="25"/>
                  </a:lnTo>
                  <a:lnTo>
                    <a:pt x="93" y="28"/>
                  </a:lnTo>
                  <a:lnTo>
                    <a:pt x="96" y="32"/>
                  </a:lnTo>
                  <a:lnTo>
                    <a:pt x="100" y="38"/>
                  </a:lnTo>
                  <a:lnTo>
                    <a:pt x="106" y="41"/>
                  </a:lnTo>
                  <a:lnTo>
                    <a:pt x="113" y="44"/>
                  </a:lnTo>
                  <a:lnTo>
                    <a:pt x="121" y="51"/>
                  </a:lnTo>
                  <a:lnTo>
                    <a:pt x="125" y="57"/>
                  </a:lnTo>
                  <a:lnTo>
                    <a:pt x="129" y="62"/>
                  </a:lnTo>
                  <a:lnTo>
                    <a:pt x="134" y="66"/>
                  </a:lnTo>
                  <a:lnTo>
                    <a:pt x="138" y="69"/>
                  </a:lnTo>
                  <a:lnTo>
                    <a:pt x="142" y="71"/>
                  </a:lnTo>
                  <a:lnTo>
                    <a:pt x="146" y="70"/>
                  </a:lnTo>
                  <a:lnTo>
                    <a:pt x="148" y="67"/>
                  </a:lnTo>
                  <a:lnTo>
                    <a:pt x="149"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09" name="Freeform 608">
              <a:extLst>
                <a:ext uri="{FF2B5EF4-FFF2-40B4-BE49-F238E27FC236}">
                  <a16:creationId xmlns:a16="http://schemas.microsoft.com/office/drawing/2014/main" id="{B6822EA0-41F4-4177-6CE4-336CF637EDD5}"/>
                </a:ext>
              </a:extLst>
            </p:cNvPr>
            <p:cNvSpPr>
              <a:spLocks/>
            </p:cNvSpPr>
            <p:nvPr/>
          </p:nvSpPr>
          <p:spPr bwMode="auto">
            <a:xfrm>
              <a:off x="2272" y="3761"/>
              <a:ext cx="18" cy="22"/>
            </a:xfrm>
            <a:custGeom>
              <a:avLst/>
              <a:gdLst>
                <a:gd name="T0" fmla="*/ 0 w 70"/>
                <a:gd name="T1" fmla="*/ 0 h 90"/>
                <a:gd name="T2" fmla="*/ 0 w 70"/>
                <a:gd name="T3" fmla="*/ 0 h 90"/>
                <a:gd name="T4" fmla="*/ 0 w 70"/>
                <a:gd name="T5" fmla="*/ 0 h 90"/>
                <a:gd name="T6" fmla="*/ 0 w 70"/>
                <a:gd name="T7" fmla="*/ 0 h 90"/>
                <a:gd name="T8" fmla="*/ 0 w 70"/>
                <a:gd name="T9" fmla="*/ 0 h 90"/>
                <a:gd name="T10" fmla="*/ 0 w 70"/>
                <a:gd name="T11" fmla="*/ 0 h 90"/>
                <a:gd name="T12" fmla="*/ 0 w 70"/>
                <a:gd name="T13" fmla="*/ 0 h 90"/>
                <a:gd name="T14" fmla="*/ 0 w 70"/>
                <a:gd name="T15" fmla="*/ 0 h 90"/>
                <a:gd name="T16" fmla="*/ 0 w 70"/>
                <a:gd name="T17" fmla="*/ 0 h 90"/>
                <a:gd name="T18" fmla="*/ 0 w 70"/>
                <a:gd name="T19" fmla="*/ 0 h 90"/>
                <a:gd name="T20" fmla="*/ 0 w 70"/>
                <a:gd name="T21" fmla="*/ 0 h 90"/>
                <a:gd name="T22" fmla="*/ 0 w 70"/>
                <a:gd name="T23" fmla="*/ 0 h 90"/>
                <a:gd name="T24" fmla="*/ 0 w 70"/>
                <a:gd name="T25" fmla="*/ 0 h 90"/>
                <a:gd name="T26" fmla="*/ 0 w 70"/>
                <a:gd name="T27" fmla="*/ 0 h 90"/>
                <a:gd name="T28" fmla="*/ 0 w 70"/>
                <a:gd name="T29" fmla="*/ 0 h 90"/>
                <a:gd name="T30" fmla="*/ 0 w 70"/>
                <a:gd name="T31" fmla="*/ 0 h 90"/>
                <a:gd name="T32" fmla="*/ 0 w 70"/>
                <a:gd name="T33" fmla="*/ 0 h 90"/>
                <a:gd name="T34" fmla="*/ 0 w 70"/>
                <a:gd name="T35" fmla="*/ 0 h 90"/>
                <a:gd name="T36" fmla="*/ 0 w 70"/>
                <a:gd name="T37" fmla="*/ 0 h 90"/>
                <a:gd name="T38" fmla="*/ 0 w 70"/>
                <a:gd name="T39" fmla="*/ 0 h 90"/>
                <a:gd name="T40" fmla="*/ 0 w 70"/>
                <a:gd name="T41" fmla="*/ 0 h 90"/>
                <a:gd name="T42" fmla="*/ 0 w 70"/>
                <a:gd name="T43" fmla="*/ 0 h 90"/>
                <a:gd name="T44" fmla="*/ 0 w 70"/>
                <a:gd name="T45" fmla="*/ 0 h 90"/>
                <a:gd name="T46" fmla="*/ 0 w 70"/>
                <a:gd name="T47" fmla="*/ 0 h 90"/>
                <a:gd name="T48" fmla="*/ 0 w 70"/>
                <a:gd name="T49" fmla="*/ 0 h 90"/>
                <a:gd name="T50" fmla="*/ 0 w 70"/>
                <a:gd name="T51" fmla="*/ 0 h 90"/>
                <a:gd name="T52" fmla="*/ 0 w 70"/>
                <a:gd name="T53" fmla="*/ 0 h 90"/>
                <a:gd name="T54" fmla="*/ 0 w 70"/>
                <a:gd name="T55" fmla="*/ 0 h 90"/>
                <a:gd name="T56" fmla="*/ 0 w 70"/>
                <a:gd name="T57" fmla="*/ 0 h 90"/>
                <a:gd name="T58" fmla="*/ 0 w 70"/>
                <a:gd name="T59" fmla="*/ 0 h 90"/>
                <a:gd name="T60" fmla="*/ 0 w 70"/>
                <a:gd name="T61" fmla="*/ 0 h 90"/>
                <a:gd name="T62" fmla="*/ 0 w 70"/>
                <a:gd name="T63" fmla="*/ 0 h 90"/>
                <a:gd name="T64" fmla="*/ 0 w 70"/>
                <a:gd name="T65" fmla="*/ 0 h 90"/>
                <a:gd name="T66" fmla="*/ 0 w 70"/>
                <a:gd name="T67" fmla="*/ 0 h 90"/>
                <a:gd name="T68" fmla="*/ 0 w 70"/>
                <a:gd name="T69" fmla="*/ 0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0" h="90">
                  <a:moveTo>
                    <a:pt x="58" y="42"/>
                  </a:moveTo>
                  <a:lnTo>
                    <a:pt x="69" y="28"/>
                  </a:lnTo>
                  <a:lnTo>
                    <a:pt x="69" y="27"/>
                  </a:lnTo>
                  <a:lnTo>
                    <a:pt x="70" y="25"/>
                  </a:lnTo>
                  <a:lnTo>
                    <a:pt x="70" y="20"/>
                  </a:lnTo>
                  <a:lnTo>
                    <a:pt x="69" y="16"/>
                  </a:lnTo>
                  <a:lnTo>
                    <a:pt x="67" y="12"/>
                  </a:lnTo>
                  <a:lnTo>
                    <a:pt x="63" y="8"/>
                  </a:lnTo>
                  <a:lnTo>
                    <a:pt x="57" y="5"/>
                  </a:lnTo>
                  <a:lnTo>
                    <a:pt x="46" y="2"/>
                  </a:lnTo>
                  <a:lnTo>
                    <a:pt x="35" y="0"/>
                  </a:lnTo>
                  <a:lnTo>
                    <a:pt x="24" y="0"/>
                  </a:lnTo>
                  <a:lnTo>
                    <a:pt x="14" y="0"/>
                  </a:lnTo>
                  <a:lnTo>
                    <a:pt x="7" y="1"/>
                  </a:lnTo>
                  <a:lnTo>
                    <a:pt x="2" y="4"/>
                  </a:lnTo>
                  <a:lnTo>
                    <a:pt x="0" y="8"/>
                  </a:lnTo>
                  <a:lnTo>
                    <a:pt x="2" y="14"/>
                  </a:lnTo>
                  <a:lnTo>
                    <a:pt x="8" y="22"/>
                  </a:lnTo>
                  <a:lnTo>
                    <a:pt x="16" y="33"/>
                  </a:lnTo>
                  <a:lnTo>
                    <a:pt x="24" y="43"/>
                  </a:lnTo>
                  <a:lnTo>
                    <a:pt x="30" y="53"/>
                  </a:lnTo>
                  <a:lnTo>
                    <a:pt x="36" y="63"/>
                  </a:lnTo>
                  <a:lnTo>
                    <a:pt x="41" y="72"/>
                  </a:lnTo>
                  <a:lnTo>
                    <a:pt x="46" y="81"/>
                  </a:lnTo>
                  <a:lnTo>
                    <a:pt x="51" y="87"/>
                  </a:lnTo>
                  <a:lnTo>
                    <a:pt x="55" y="90"/>
                  </a:lnTo>
                  <a:lnTo>
                    <a:pt x="59" y="90"/>
                  </a:lnTo>
                  <a:lnTo>
                    <a:pt x="61" y="87"/>
                  </a:lnTo>
                  <a:lnTo>
                    <a:pt x="63" y="82"/>
                  </a:lnTo>
                  <a:lnTo>
                    <a:pt x="65" y="76"/>
                  </a:lnTo>
                  <a:lnTo>
                    <a:pt x="65" y="69"/>
                  </a:lnTo>
                  <a:lnTo>
                    <a:pt x="66" y="64"/>
                  </a:lnTo>
                  <a:lnTo>
                    <a:pt x="66" y="60"/>
                  </a:lnTo>
                  <a:lnTo>
                    <a:pt x="66" y="58"/>
                  </a:lnTo>
                  <a:lnTo>
                    <a:pt x="58" y="4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10" name="Freeform 609">
              <a:extLst>
                <a:ext uri="{FF2B5EF4-FFF2-40B4-BE49-F238E27FC236}">
                  <a16:creationId xmlns:a16="http://schemas.microsoft.com/office/drawing/2014/main" id="{9DD5FD3B-38A5-7E6B-F707-42AF3F44344E}"/>
                </a:ext>
              </a:extLst>
            </p:cNvPr>
            <p:cNvSpPr>
              <a:spLocks/>
            </p:cNvSpPr>
            <p:nvPr/>
          </p:nvSpPr>
          <p:spPr bwMode="auto">
            <a:xfrm>
              <a:off x="2272" y="3761"/>
              <a:ext cx="18" cy="22"/>
            </a:xfrm>
            <a:custGeom>
              <a:avLst/>
              <a:gdLst>
                <a:gd name="T0" fmla="*/ 0 w 70"/>
                <a:gd name="T1" fmla="*/ 0 h 90"/>
                <a:gd name="T2" fmla="*/ 0 w 70"/>
                <a:gd name="T3" fmla="*/ 0 h 90"/>
                <a:gd name="T4" fmla="*/ 0 w 70"/>
                <a:gd name="T5" fmla="*/ 0 h 90"/>
                <a:gd name="T6" fmla="*/ 0 w 70"/>
                <a:gd name="T7" fmla="*/ 0 h 90"/>
                <a:gd name="T8" fmla="*/ 0 w 70"/>
                <a:gd name="T9" fmla="*/ 0 h 90"/>
                <a:gd name="T10" fmla="*/ 0 w 70"/>
                <a:gd name="T11" fmla="*/ 0 h 90"/>
                <a:gd name="T12" fmla="*/ 0 w 70"/>
                <a:gd name="T13" fmla="*/ 0 h 90"/>
                <a:gd name="T14" fmla="*/ 0 w 70"/>
                <a:gd name="T15" fmla="*/ 0 h 90"/>
                <a:gd name="T16" fmla="*/ 0 w 70"/>
                <a:gd name="T17" fmla="*/ 0 h 90"/>
                <a:gd name="T18" fmla="*/ 0 w 70"/>
                <a:gd name="T19" fmla="*/ 0 h 90"/>
                <a:gd name="T20" fmla="*/ 0 w 70"/>
                <a:gd name="T21" fmla="*/ 0 h 90"/>
                <a:gd name="T22" fmla="*/ 0 w 70"/>
                <a:gd name="T23" fmla="*/ 0 h 90"/>
                <a:gd name="T24" fmla="*/ 0 w 70"/>
                <a:gd name="T25" fmla="*/ 0 h 90"/>
                <a:gd name="T26" fmla="*/ 0 w 70"/>
                <a:gd name="T27" fmla="*/ 0 h 90"/>
                <a:gd name="T28" fmla="*/ 0 w 70"/>
                <a:gd name="T29" fmla="*/ 0 h 90"/>
                <a:gd name="T30" fmla="*/ 0 w 70"/>
                <a:gd name="T31" fmla="*/ 0 h 90"/>
                <a:gd name="T32" fmla="*/ 0 w 70"/>
                <a:gd name="T33" fmla="*/ 0 h 90"/>
                <a:gd name="T34" fmla="*/ 0 w 70"/>
                <a:gd name="T35" fmla="*/ 0 h 90"/>
                <a:gd name="T36" fmla="*/ 0 w 70"/>
                <a:gd name="T37" fmla="*/ 0 h 90"/>
                <a:gd name="T38" fmla="*/ 0 w 70"/>
                <a:gd name="T39" fmla="*/ 0 h 90"/>
                <a:gd name="T40" fmla="*/ 0 w 70"/>
                <a:gd name="T41" fmla="*/ 0 h 90"/>
                <a:gd name="T42" fmla="*/ 0 w 70"/>
                <a:gd name="T43" fmla="*/ 0 h 90"/>
                <a:gd name="T44" fmla="*/ 0 w 70"/>
                <a:gd name="T45" fmla="*/ 0 h 90"/>
                <a:gd name="T46" fmla="*/ 0 w 70"/>
                <a:gd name="T47" fmla="*/ 0 h 90"/>
                <a:gd name="T48" fmla="*/ 0 w 70"/>
                <a:gd name="T49" fmla="*/ 0 h 90"/>
                <a:gd name="T50" fmla="*/ 0 w 70"/>
                <a:gd name="T51" fmla="*/ 0 h 90"/>
                <a:gd name="T52" fmla="*/ 0 w 70"/>
                <a:gd name="T53" fmla="*/ 0 h 90"/>
                <a:gd name="T54" fmla="*/ 0 w 70"/>
                <a:gd name="T55" fmla="*/ 0 h 90"/>
                <a:gd name="T56" fmla="*/ 0 w 70"/>
                <a:gd name="T57" fmla="*/ 0 h 90"/>
                <a:gd name="T58" fmla="*/ 0 w 70"/>
                <a:gd name="T59" fmla="*/ 0 h 90"/>
                <a:gd name="T60" fmla="*/ 0 w 70"/>
                <a:gd name="T61" fmla="*/ 0 h 90"/>
                <a:gd name="T62" fmla="*/ 0 w 70"/>
                <a:gd name="T63" fmla="*/ 0 h 90"/>
                <a:gd name="T64" fmla="*/ 0 w 70"/>
                <a:gd name="T65" fmla="*/ 0 h 90"/>
                <a:gd name="T66" fmla="*/ 0 w 70"/>
                <a:gd name="T67" fmla="*/ 0 h 90"/>
                <a:gd name="T68" fmla="*/ 0 w 70"/>
                <a:gd name="T69" fmla="*/ 0 h 90"/>
                <a:gd name="T70" fmla="*/ 0 w 70"/>
                <a:gd name="T71" fmla="*/ 0 h 90"/>
                <a:gd name="T72" fmla="*/ 0 w 70"/>
                <a:gd name="T73" fmla="*/ 0 h 90"/>
                <a:gd name="T74" fmla="*/ 0 w 70"/>
                <a:gd name="T75" fmla="*/ 0 h 90"/>
                <a:gd name="T76" fmla="*/ 0 w 70"/>
                <a:gd name="T77" fmla="*/ 0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0" h="90">
                  <a:moveTo>
                    <a:pt x="58" y="42"/>
                  </a:moveTo>
                  <a:lnTo>
                    <a:pt x="69" y="28"/>
                  </a:lnTo>
                  <a:lnTo>
                    <a:pt x="69" y="27"/>
                  </a:lnTo>
                  <a:lnTo>
                    <a:pt x="70" y="25"/>
                  </a:lnTo>
                  <a:lnTo>
                    <a:pt x="70" y="20"/>
                  </a:lnTo>
                  <a:lnTo>
                    <a:pt x="69" y="16"/>
                  </a:lnTo>
                  <a:lnTo>
                    <a:pt x="67" y="12"/>
                  </a:lnTo>
                  <a:lnTo>
                    <a:pt x="63" y="8"/>
                  </a:lnTo>
                  <a:lnTo>
                    <a:pt x="57" y="5"/>
                  </a:lnTo>
                  <a:lnTo>
                    <a:pt x="46" y="2"/>
                  </a:lnTo>
                  <a:lnTo>
                    <a:pt x="35" y="0"/>
                  </a:lnTo>
                  <a:lnTo>
                    <a:pt x="24" y="0"/>
                  </a:lnTo>
                  <a:lnTo>
                    <a:pt x="14" y="0"/>
                  </a:lnTo>
                  <a:lnTo>
                    <a:pt x="7" y="1"/>
                  </a:lnTo>
                  <a:lnTo>
                    <a:pt x="2" y="4"/>
                  </a:lnTo>
                  <a:lnTo>
                    <a:pt x="0" y="8"/>
                  </a:lnTo>
                  <a:lnTo>
                    <a:pt x="2" y="14"/>
                  </a:lnTo>
                  <a:lnTo>
                    <a:pt x="8" y="22"/>
                  </a:lnTo>
                  <a:lnTo>
                    <a:pt x="16" y="33"/>
                  </a:lnTo>
                  <a:lnTo>
                    <a:pt x="24" y="43"/>
                  </a:lnTo>
                  <a:lnTo>
                    <a:pt x="30" y="53"/>
                  </a:lnTo>
                  <a:lnTo>
                    <a:pt x="36" y="63"/>
                  </a:lnTo>
                  <a:lnTo>
                    <a:pt x="41" y="72"/>
                  </a:lnTo>
                  <a:lnTo>
                    <a:pt x="46" y="81"/>
                  </a:lnTo>
                  <a:lnTo>
                    <a:pt x="51" y="87"/>
                  </a:lnTo>
                  <a:lnTo>
                    <a:pt x="55" y="90"/>
                  </a:lnTo>
                  <a:lnTo>
                    <a:pt x="59" y="90"/>
                  </a:lnTo>
                  <a:lnTo>
                    <a:pt x="61" y="87"/>
                  </a:lnTo>
                  <a:lnTo>
                    <a:pt x="63" y="82"/>
                  </a:lnTo>
                  <a:lnTo>
                    <a:pt x="65" y="76"/>
                  </a:lnTo>
                  <a:lnTo>
                    <a:pt x="65" y="69"/>
                  </a:lnTo>
                  <a:lnTo>
                    <a:pt x="66" y="64"/>
                  </a:lnTo>
                  <a:lnTo>
                    <a:pt x="66" y="60"/>
                  </a:lnTo>
                  <a:lnTo>
                    <a:pt x="66" y="58"/>
                  </a:lnTo>
                  <a:lnTo>
                    <a:pt x="58"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11" name="Freeform 610">
              <a:extLst>
                <a:ext uri="{FF2B5EF4-FFF2-40B4-BE49-F238E27FC236}">
                  <a16:creationId xmlns:a16="http://schemas.microsoft.com/office/drawing/2014/main" id="{A32A4599-0C6A-E68F-F51F-583B06F82BF2}"/>
                </a:ext>
              </a:extLst>
            </p:cNvPr>
            <p:cNvSpPr>
              <a:spLocks/>
            </p:cNvSpPr>
            <p:nvPr/>
          </p:nvSpPr>
          <p:spPr bwMode="auto">
            <a:xfrm>
              <a:off x="2262" y="3789"/>
              <a:ext cx="12" cy="9"/>
            </a:xfrm>
            <a:custGeom>
              <a:avLst/>
              <a:gdLst>
                <a:gd name="T0" fmla="*/ 0 w 48"/>
                <a:gd name="T1" fmla="*/ 0 h 38"/>
                <a:gd name="T2" fmla="*/ 0 w 48"/>
                <a:gd name="T3" fmla="*/ 0 h 38"/>
                <a:gd name="T4" fmla="*/ 0 w 48"/>
                <a:gd name="T5" fmla="*/ 0 h 38"/>
                <a:gd name="T6" fmla="*/ 0 w 48"/>
                <a:gd name="T7" fmla="*/ 0 h 38"/>
                <a:gd name="T8" fmla="*/ 0 w 48"/>
                <a:gd name="T9" fmla="*/ 0 h 38"/>
                <a:gd name="T10" fmla="*/ 0 w 48"/>
                <a:gd name="T11" fmla="*/ 0 h 38"/>
                <a:gd name="T12" fmla="*/ 0 w 48"/>
                <a:gd name="T13" fmla="*/ 0 h 38"/>
                <a:gd name="T14" fmla="*/ 0 w 48"/>
                <a:gd name="T15" fmla="*/ 0 h 38"/>
                <a:gd name="T16" fmla="*/ 0 w 48"/>
                <a:gd name="T17" fmla="*/ 0 h 38"/>
                <a:gd name="T18" fmla="*/ 0 w 48"/>
                <a:gd name="T19" fmla="*/ 0 h 38"/>
                <a:gd name="T20" fmla="*/ 0 w 48"/>
                <a:gd name="T21" fmla="*/ 0 h 38"/>
                <a:gd name="T22" fmla="*/ 0 w 48"/>
                <a:gd name="T23" fmla="*/ 0 h 38"/>
                <a:gd name="T24" fmla="*/ 0 w 48"/>
                <a:gd name="T25" fmla="*/ 0 h 38"/>
                <a:gd name="T26" fmla="*/ 0 w 48"/>
                <a:gd name="T27" fmla="*/ 0 h 38"/>
                <a:gd name="T28" fmla="*/ 0 w 48"/>
                <a:gd name="T29" fmla="*/ 0 h 38"/>
                <a:gd name="T30" fmla="*/ 0 w 48"/>
                <a:gd name="T31" fmla="*/ 0 h 38"/>
                <a:gd name="T32" fmla="*/ 0 w 48"/>
                <a:gd name="T33" fmla="*/ 0 h 38"/>
                <a:gd name="T34" fmla="*/ 0 w 48"/>
                <a:gd name="T35" fmla="*/ 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8" h="38">
                  <a:moveTo>
                    <a:pt x="33" y="0"/>
                  </a:moveTo>
                  <a:lnTo>
                    <a:pt x="48" y="34"/>
                  </a:lnTo>
                  <a:lnTo>
                    <a:pt x="46" y="36"/>
                  </a:lnTo>
                  <a:lnTo>
                    <a:pt x="40" y="38"/>
                  </a:lnTo>
                  <a:lnTo>
                    <a:pt x="30" y="37"/>
                  </a:lnTo>
                  <a:lnTo>
                    <a:pt x="19" y="28"/>
                  </a:lnTo>
                  <a:lnTo>
                    <a:pt x="9" y="16"/>
                  </a:lnTo>
                  <a:lnTo>
                    <a:pt x="4" y="8"/>
                  </a:lnTo>
                  <a:lnTo>
                    <a:pt x="1" y="4"/>
                  </a:lnTo>
                  <a:lnTo>
                    <a:pt x="0" y="3"/>
                  </a:lnTo>
                  <a:lnTo>
                    <a:pt x="1" y="3"/>
                  </a:lnTo>
                  <a:lnTo>
                    <a:pt x="5" y="3"/>
                  </a:lnTo>
                  <a:lnTo>
                    <a:pt x="10" y="3"/>
                  </a:lnTo>
                  <a:lnTo>
                    <a:pt x="15" y="3"/>
                  </a:lnTo>
                  <a:lnTo>
                    <a:pt x="21" y="2"/>
                  </a:lnTo>
                  <a:lnTo>
                    <a:pt x="27" y="2"/>
                  </a:lnTo>
                  <a:lnTo>
                    <a:pt x="31" y="1"/>
                  </a:lnTo>
                  <a:lnTo>
                    <a:pt x="33"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12" name="Freeform 611">
              <a:extLst>
                <a:ext uri="{FF2B5EF4-FFF2-40B4-BE49-F238E27FC236}">
                  <a16:creationId xmlns:a16="http://schemas.microsoft.com/office/drawing/2014/main" id="{7DE08A63-FE10-7775-8DF3-541BC7D58BDA}"/>
                </a:ext>
              </a:extLst>
            </p:cNvPr>
            <p:cNvSpPr>
              <a:spLocks/>
            </p:cNvSpPr>
            <p:nvPr/>
          </p:nvSpPr>
          <p:spPr bwMode="auto">
            <a:xfrm>
              <a:off x="2262" y="3789"/>
              <a:ext cx="12" cy="9"/>
            </a:xfrm>
            <a:custGeom>
              <a:avLst/>
              <a:gdLst>
                <a:gd name="T0" fmla="*/ 0 w 48"/>
                <a:gd name="T1" fmla="*/ 0 h 38"/>
                <a:gd name="T2" fmla="*/ 0 w 48"/>
                <a:gd name="T3" fmla="*/ 0 h 38"/>
                <a:gd name="T4" fmla="*/ 0 w 48"/>
                <a:gd name="T5" fmla="*/ 0 h 38"/>
                <a:gd name="T6" fmla="*/ 0 w 48"/>
                <a:gd name="T7" fmla="*/ 0 h 38"/>
                <a:gd name="T8" fmla="*/ 0 w 48"/>
                <a:gd name="T9" fmla="*/ 0 h 38"/>
                <a:gd name="T10" fmla="*/ 0 w 48"/>
                <a:gd name="T11" fmla="*/ 0 h 38"/>
                <a:gd name="T12" fmla="*/ 0 w 48"/>
                <a:gd name="T13" fmla="*/ 0 h 38"/>
                <a:gd name="T14" fmla="*/ 0 w 48"/>
                <a:gd name="T15" fmla="*/ 0 h 38"/>
                <a:gd name="T16" fmla="*/ 0 w 48"/>
                <a:gd name="T17" fmla="*/ 0 h 38"/>
                <a:gd name="T18" fmla="*/ 0 w 48"/>
                <a:gd name="T19" fmla="*/ 0 h 38"/>
                <a:gd name="T20" fmla="*/ 0 w 48"/>
                <a:gd name="T21" fmla="*/ 0 h 38"/>
                <a:gd name="T22" fmla="*/ 0 w 48"/>
                <a:gd name="T23" fmla="*/ 0 h 38"/>
                <a:gd name="T24" fmla="*/ 0 w 48"/>
                <a:gd name="T25" fmla="*/ 0 h 38"/>
                <a:gd name="T26" fmla="*/ 0 w 48"/>
                <a:gd name="T27" fmla="*/ 0 h 38"/>
                <a:gd name="T28" fmla="*/ 0 w 48"/>
                <a:gd name="T29" fmla="*/ 0 h 38"/>
                <a:gd name="T30" fmla="*/ 0 w 48"/>
                <a:gd name="T31" fmla="*/ 0 h 38"/>
                <a:gd name="T32" fmla="*/ 0 w 48"/>
                <a:gd name="T33" fmla="*/ 0 h 38"/>
                <a:gd name="T34" fmla="*/ 0 w 48"/>
                <a:gd name="T35" fmla="*/ 0 h 38"/>
                <a:gd name="T36" fmla="*/ 0 w 48"/>
                <a:gd name="T37" fmla="*/ 0 h 38"/>
                <a:gd name="T38" fmla="*/ 0 w 48"/>
                <a:gd name="T39" fmla="*/ 0 h 38"/>
                <a:gd name="T40" fmla="*/ 0 w 48"/>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38">
                  <a:moveTo>
                    <a:pt x="33" y="0"/>
                  </a:moveTo>
                  <a:lnTo>
                    <a:pt x="48" y="34"/>
                  </a:lnTo>
                  <a:lnTo>
                    <a:pt x="46" y="36"/>
                  </a:lnTo>
                  <a:lnTo>
                    <a:pt x="40" y="38"/>
                  </a:lnTo>
                  <a:lnTo>
                    <a:pt x="30" y="37"/>
                  </a:lnTo>
                  <a:lnTo>
                    <a:pt x="19" y="28"/>
                  </a:lnTo>
                  <a:lnTo>
                    <a:pt x="9" y="16"/>
                  </a:lnTo>
                  <a:lnTo>
                    <a:pt x="4" y="8"/>
                  </a:lnTo>
                  <a:lnTo>
                    <a:pt x="1" y="4"/>
                  </a:lnTo>
                  <a:lnTo>
                    <a:pt x="0" y="3"/>
                  </a:lnTo>
                  <a:lnTo>
                    <a:pt x="1" y="3"/>
                  </a:lnTo>
                  <a:lnTo>
                    <a:pt x="5" y="3"/>
                  </a:lnTo>
                  <a:lnTo>
                    <a:pt x="10" y="3"/>
                  </a:lnTo>
                  <a:lnTo>
                    <a:pt x="15" y="3"/>
                  </a:lnTo>
                  <a:lnTo>
                    <a:pt x="21" y="2"/>
                  </a:lnTo>
                  <a:lnTo>
                    <a:pt x="27" y="2"/>
                  </a:lnTo>
                  <a:lnTo>
                    <a:pt x="31" y="1"/>
                  </a:lnTo>
                  <a:lnTo>
                    <a:pt x="3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13" name="Freeform 612">
              <a:extLst>
                <a:ext uri="{FF2B5EF4-FFF2-40B4-BE49-F238E27FC236}">
                  <a16:creationId xmlns:a16="http://schemas.microsoft.com/office/drawing/2014/main" id="{D5153DAC-D8A0-FB38-10AE-9FD1393935F3}"/>
                </a:ext>
              </a:extLst>
            </p:cNvPr>
            <p:cNvSpPr>
              <a:spLocks/>
            </p:cNvSpPr>
            <p:nvPr/>
          </p:nvSpPr>
          <p:spPr bwMode="auto">
            <a:xfrm>
              <a:off x="2238" y="3814"/>
              <a:ext cx="16" cy="21"/>
            </a:xfrm>
            <a:custGeom>
              <a:avLst/>
              <a:gdLst>
                <a:gd name="T0" fmla="*/ 0 w 63"/>
                <a:gd name="T1" fmla="*/ 0 h 83"/>
                <a:gd name="T2" fmla="*/ 0 w 63"/>
                <a:gd name="T3" fmla="*/ 0 h 83"/>
                <a:gd name="T4" fmla="*/ 0 w 63"/>
                <a:gd name="T5" fmla="*/ 0 h 83"/>
                <a:gd name="T6" fmla="*/ 0 w 63"/>
                <a:gd name="T7" fmla="*/ 0 h 83"/>
                <a:gd name="T8" fmla="*/ 0 w 63"/>
                <a:gd name="T9" fmla="*/ 0 h 83"/>
                <a:gd name="T10" fmla="*/ 0 w 63"/>
                <a:gd name="T11" fmla="*/ 0 h 83"/>
                <a:gd name="T12" fmla="*/ 0 w 63"/>
                <a:gd name="T13" fmla="*/ 0 h 83"/>
                <a:gd name="T14" fmla="*/ 0 w 63"/>
                <a:gd name="T15" fmla="*/ 0 h 83"/>
                <a:gd name="T16" fmla="*/ 0 w 63"/>
                <a:gd name="T17" fmla="*/ 0 h 83"/>
                <a:gd name="T18" fmla="*/ 0 w 63"/>
                <a:gd name="T19" fmla="*/ 0 h 83"/>
                <a:gd name="T20" fmla="*/ 0 w 63"/>
                <a:gd name="T21" fmla="*/ 0 h 83"/>
                <a:gd name="T22" fmla="*/ 0 w 63"/>
                <a:gd name="T23" fmla="*/ 0 h 83"/>
                <a:gd name="T24" fmla="*/ 0 w 63"/>
                <a:gd name="T25" fmla="*/ 0 h 83"/>
                <a:gd name="T26" fmla="*/ 0 w 63"/>
                <a:gd name="T27" fmla="*/ 0 h 83"/>
                <a:gd name="T28" fmla="*/ 0 w 63"/>
                <a:gd name="T29" fmla="*/ 0 h 83"/>
                <a:gd name="T30" fmla="*/ 0 w 63"/>
                <a:gd name="T31" fmla="*/ 0 h 83"/>
                <a:gd name="T32" fmla="*/ 0 w 63"/>
                <a:gd name="T33" fmla="*/ 0 h 83"/>
                <a:gd name="T34" fmla="*/ 0 w 63"/>
                <a:gd name="T35" fmla="*/ 0 h 83"/>
                <a:gd name="T36" fmla="*/ 0 w 63"/>
                <a:gd name="T37" fmla="*/ 0 h 83"/>
                <a:gd name="T38" fmla="*/ 0 w 63"/>
                <a:gd name="T39" fmla="*/ 0 h 83"/>
                <a:gd name="T40" fmla="*/ 0 w 63"/>
                <a:gd name="T41" fmla="*/ 0 h 83"/>
                <a:gd name="T42" fmla="*/ 0 w 63"/>
                <a:gd name="T43" fmla="*/ 0 h 83"/>
                <a:gd name="T44" fmla="*/ 0 w 63"/>
                <a:gd name="T45" fmla="*/ 0 h 83"/>
                <a:gd name="T46" fmla="*/ 0 w 63"/>
                <a:gd name="T47" fmla="*/ 0 h 83"/>
                <a:gd name="T48" fmla="*/ 0 w 63"/>
                <a:gd name="T49" fmla="*/ 0 h 83"/>
                <a:gd name="T50" fmla="*/ 0 w 63"/>
                <a:gd name="T51" fmla="*/ 0 h 83"/>
                <a:gd name="T52" fmla="*/ 0 w 63"/>
                <a:gd name="T53" fmla="*/ 0 h 83"/>
                <a:gd name="T54" fmla="*/ 0 w 63"/>
                <a:gd name="T55" fmla="*/ 0 h 83"/>
                <a:gd name="T56" fmla="*/ 0 w 63"/>
                <a:gd name="T57" fmla="*/ 0 h 83"/>
                <a:gd name="T58" fmla="*/ 0 w 63"/>
                <a:gd name="T59" fmla="*/ 0 h 83"/>
                <a:gd name="T60" fmla="*/ 0 w 63"/>
                <a:gd name="T61" fmla="*/ 0 h 83"/>
                <a:gd name="T62" fmla="*/ 0 w 63"/>
                <a:gd name="T63" fmla="*/ 0 h 83"/>
                <a:gd name="T64" fmla="*/ 0 w 63"/>
                <a:gd name="T65" fmla="*/ 0 h 83"/>
                <a:gd name="T66" fmla="*/ 0 w 63"/>
                <a:gd name="T67" fmla="*/ 0 h 83"/>
                <a:gd name="T68" fmla="*/ 0 w 63"/>
                <a:gd name="T69" fmla="*/ 0 h 83"/>
                <a:gd name="T70" fmla="*/ 0 w 63"/>
                <a:gd name="T71" fmla="*/ 0 h 83"/>
                <a:gd name="T72" fmla="*/ 0 w 63"/>
                <a:gd name="T73" fmla="*/ 0 h 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3" h="83">
                  <a:moveTo>
                    <a:pt x="58" y="18"/>
                  </a:moveTo>
                  <a:lnTo>
                    <a:pt x="58" y="20"/>
                  </a:lnTo>
                  <a:lnTo>
                    <a:pt x="60" y="24"/>
                  </a:lnTo>
                  <a:lnTo>
                    <a:pt x="61" y="30"/>
                  </a:lnTo>
                  <a:lnTo>
                    <a:pt x="62" y="37"/>
                  </a:lnTo>
                  <a:lnTo>
                    <a:pt x="63" y="45"/>
                  </a:lnTo>
                  <a:lnTo>
                    <a:pt x="62" y="51"/>
                  </a:lnTo>
                  <a:lnTo>
                    <a:pt x="60" y="56"/>
                  </a:lnTo>
                  <a:lnTo>
                    <a:pt x="56" y="59"/>
                  </a:lnTo>
                  <a:lnTo>
                    <a:pt x="46" y="60"/>
                  </a:lnTo>
                  <a:lnTo>
                    <a:pt x="39" y="63"/>
                  </a:lnTo>
                  <a:lnTo>
                    <a:pt x="33" y="67"/>
                  </a:lnTo>
                  <a:lnTo>
                    <a:pt x="27" y="76"/>
                  </a:lnTo>
                  <a:lnTo>
                    <a:pt x="21" y="83"/>
                  </a:lnTo>
                  <a:lnTo>
                    <a:pt x="12" y="81"/>
                  </a:lnTo>
                  <a:lnTo>
                    <a:pt x="4" y="77"/>
                  </a:lnTo>
                  <a:lnTo>
                    <a:pt x="0" y="74"/>
                  </a:lnTo>
                  <a:lnTo>
                    <a:pt x="0" y="73"/>
                  </a:lnTo>
                  <a:lnTo>
                    <a:pt x="0" y="69"/>
                  </a:lnTo>
                  <a:lnTo>
                    <a:pt x="0" y="63"/>
                  </a:lnTo>
                  <a:lnTo>
                    <a:pt x="0" y="53"/>
                  </a:lnTo>
                  <a:lnTo>
                    <a:pt x="0" y="48"/>
                  </a:lnTo>
                  <a:lnTo>
                    <a:pt x="1" y="44"/>
                  </a:lnTo>
                  <a:lnTo>
                    <a:pt x="2" y="40"/>
                  </a:lnTo>
                  <a:lnTo>
                    <a:pt x="4" y="36"/>
                  </a:lnTo>
                  <a:lnTo>
                    <a:pt x="7" y="33"/>
                  </a:lnTo>
                  <a:lnTo>
                    <a:pt x="11" y="29"/>
                  </a:lnTo>
                  <a:lnTo>
                    <a:pt x="16" y="26"/>
                  </a:lnTo>
                  <a:lnTo>
                    <a:pt x="22" y="23"/>
                  </a:lnTo>
                  <a:lnTo>
                    <a:pt x="29" y="19"/>
                  </a:lnTo>
                  <a:lnTo>
                    <a:pt x="37" y="13"/>
                  </a:lnTo>
                  <a:lnTo>
                    <a:pt x="44" y="7"/>
                  </a:lnTo>
                  <a:lnTo>
                    <a:pt x="50" y="2"/>
                  </a:lnTo>
                  <a:lnTo>
                    <a:pt x="54" y="0"/>
                  </a:lnTo>
                  <a:lnTo>
                    <a:pt x="57" y="1"/>
                  </a:lnTo>
                  <a:lnTo>
                    <a:pt x="59" y="6"/>
                  </a:lnTo>
                  <a:lnTo>
                    <a:pt x="58" y="1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14" name="Freeform 613">
              <a:extLst>
                <a:ext uri="{FF2B5EF4-FFF2-40B4-BE49-F238E27FC236}">
                  <a16:creationId xmlns:a16="http://schemas.microsoft.com/office/drawing/2014/main" id="{57294D69-861B-3D45-F1E6-04B35E2254C7}"/>
                </a:ext>
              </a:extLst>
            </p:cNvPr>
            <p:cNvSpPr>
              <a:spLocks/>
            </p:cNvSpPr>
            <p:nvPr/>
          </p:nvSpPr>
          <p:spPr bwMode="auto">
            <a:xfrm>
              <a:off x="2238" y="3814"/>
              <a:ext cx="16" cy="21"/>
            </a:xfrm>
            <a:custGeom>
              <a:avLst/>
              <a:gdLst>
                <a:gd name="T0" fmla="*/ 0 w 63"/>
                <a:gd name="T1" fmla="*/ 0 h 83"/>
                <a:gd name="T2" fmla="*/ 0 w 63"/>
                <a:gd name="T3" fmla="*/ 0 h 83"/>
                <a:gd name="T4" fmla="*/ 0 w 63"/>
                <a:gd name="T5" fmla="*/ 0 h 83"/>
                <a:gd name="T6" fmla="*/ 0 w 63"/>
                <a:gd name="T7" fmla="*/ 0 h 83"/>
                <a:gd name="T8" fmla="*/ 0 w 63"/>
                <a:gd name="T9" fmla="*/ 0 h 83"/>
                <a:gd name="T10" fmla="*/ 0 w 63"/>
                <a:gd name="T11" fmla="*/ 0 h 83"/>
                <a:gd name="T12" fmla="*/ 0 w 63"/>
                <a:gd name="T13" fmla="*/ 0 h 83"/>
                <a:gd name="T14" fmla="*/ 0 w 63"/>
                <a:gd name="T15" fmla="*/ 0 h 83"/>
                <a:gd name="T16" fmla="*/ 0 w 63"/>
                <a:gd name="T17" fmla="*/ 0 h 83"/>
                <a:gd name="T18" fmla="*/ 0 w 63"/>
                <a:gd name="T19" fmla="*/ 0 h 83"/>
                <a:gd name="T20" fmla="*/ 0 w 63"/>
                <a:gd name="T21" fmla="*/ 0 h 83"/>
                <a:gd name="T22" fmla="*/ 0 w 63"/>
                <a:gd name="T23" fmla="*/ 0 h 83"/>
                <a:gd name="T24" fmla="*/ 0 w 63"/>
                <a:gd name="T25" fmla="*/ 0 h 83"/>
                <a:gd name="T26" fmla="*/ 0 w 63"/>
                <a:gd name="T27" fmla="*/ 0 h 83"/>
                <a:gd name="T28" fmla="*/ 0 w 63"/>
                <a:gd name="T29" fmla="*/ 0 h 83"/>
                <a:gd name="T30" fmla="*/ 0 w 63"/>
                <a:gd name="T31" fmla="*/ 0 h 83"/>
                <a:gd name="T32" fmla="*/ 0 w 63"/>
                <a:gd name="T33" fmla="*/ 0 h 83"/>
                <a:gd name="T34" fmla="*/ 0 w 63"/>
                <a:gd name="T35" fmla="*/ 0 h 83"/>
                <a:gd name="T36" fmla="*/ 0 w 63"/>
                <a:gd name="T37" fmla="*/ 0 h 83"/>
                <a:gd name="T38" fmla="*/ 0 w 63"/>
                <a:gd name="T39" fmla="*/ 0 h 83"/>
                <a:gd name="T40" fmla="*/ 0 w 63"/>
                <a:gd name="T41" fmla="*/ 0 h 83"/>
                <a:gd name="T42" fmla="*/ 0 w 63"/>
                <a:gd name="T43" fmla="*/ 0 h 83"/>
                <a:gd name="T44" fmla="*/ 0 w 63"/>
                <a:gd name="T45" fmla="*/ 0 h 83"/>
                <a:gd name="T46" fmla="*/ 0 w 63"/>
                <a:gd name="T47" fmla="*/ 0 h 83"/>
                <a:gd name="T48" fmla="*/ 0 w 63"/>
                <a:gd name="T49" fmla="*/ 0 h 83"/>
                <a:gd name="T50" fmla="*/ 0 w 63"/>
                <a:gd name="T51" fmla="*/ 0 h 83"/>
                <a:gd name="T52" fmla="*/ 0 w 63"/>
                <a:gd name="T53" fmla="*/ 0 h 83"/>
                <a:gd name="T54" fmla="*/ 0 w 63"/>
                <a:gd name="T55" fmla="*/ 0 h 83"/>
                <a:gd name="T56" fmla="*/ 0 w 63"/>
                <a:gd name="T57" fmla="*/ 0 h 83"/>
                <a:gd name="T58" fmla="*/ 0 w 63"/>
                <a:gd name="T59" fmla="*/ 0 h 83"/>
                <a:gd name="T60" fmla="*/ 0 w 63"/>
                <a:gd name="T61" fmla="*/ 0 h 83"/>
                <a:gd name="T62" fmla="*/ 0 w 63"/>
                <a:gd name="T63" fmla="*/ 0 h 83"/>
                <a:gd name="T64" fmla="*/ 0 w 63"/>
                <a:gd name="T65" fmla="*/ 0 h 83"/>
                <a:gd name="T66" fmla="*/ 0 w 63"/>
                <a:gd name="T67" fmla="*/ 0 h 83"/>
                <a:gd name="T68" fmla="*/ 0 w 63"/>
                <a:gd name="T69" fmla="*/ 0 h 83"/>
                <a:gd name="T70" fmla="*/ 0 w 63"/>
                <a:gd name="T71" fmla="*/ 0 h 83"/>
                <a:gd name="T72" fmla="*/ 0 w 63"/>
                <a:gd name="T73" fmla="*/ 0 h 83"/>
                <a:gd name="T74" fmla="*/ 0 w 63"/>
                <a:gd name="T75" fmla="*/ 0 h 83"/>
                <a:gd name="T76" fmla="*/ 0 w 63"/>
                <a:gd name="T77" fmla="*/ 0 h 83"/>
                <a:gd name="T78" fmla="*/ 0 w 63"/>
                <a:gd name="T79" fmla="*/ 0 h 83"/>
                <a:gd name="T80" fmla="*/ 0 w 63"/>
                <a:gd name="T81" fmla="*/ 0 h 83"/>
                <a:gd name="T82" fmla="*/ 0 w 63"/>
                <a:gd name="T83" fmla="*/ 0 h 83"/>
                <a:gd name="T84" fmla="*/ 0 w 63"/>
                <a:gd name="T85" fmla="*/ 0 h 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3" h="83">
                  <a:moveTo>
                    <a:pt x="58" y="18"/>
                  </a:moveTo>
                  <a:lnTo>
                    <a:pt x="58" y="18"/>
                  </a:lnTo>
                  <a:lnTo>
                    <a:pt x="58" y="20"/>
                  </a:lnTo>
                  <a:lnTo>
                    <a:pt x="60" y="24"/>
                  </a:lnTo>
                  <a:lnTo>
                    <a:pt x="61" y="30"/>
                  </a:lnTo>
                  <a:lnTo>
                    <a:pt x="62" y="37"/>
                  </a:lnTo>
                  <a:lnTo>
                    <a:pt x="63" y="45"/>
                  </a:lnTo>
                  <a:lnTo>
                    <a:pt x="62" y="51"/>
                  </a:lnTo>
                  <a:lnTo>
                    <a:pt x="60" y="56"/>
                  </a:lnTo>
                  <a:lnTo>
                    <a:pt x="56" y="59"/>
                  </a:lnTo>
                  <a:lnTo>
                    <a:pt x="46" y="60"/>
                  </a:lnTo>
                  <a:lnTo>
                    <a:pt x="39" y="63"/>
                  </a:lnTo>
                  <a:lnTo>
                    <a:pt x="33" y="67"/>
                  </a:lnTo>
                  <a:lnTo>
                    <a:pt x="27" y="76"/>
                  </a:lnTo>
                  <a:lnTo>
                    <a:pt x="21" y="83"/>
                  </a:lnTo>
                  <a:lnTo>
                    <a:pt x="12" y="81"/>
                  </a:lnTo>
                  <a:lnTo>
                    <a:pt x="4" y="77"/>
                  </a:lnTo>
                  <a:lnTo>
                    <a:pt x="0" y="74"/>
                  </a:lnTo>
                  <a:lnTo>
                    <a:pt x="0" y="73"/>
                  </a:lnTo>
                  <a:lnTo>
                    <a:pt x="0" y="69"/>
                  </a:lnTo>
                  <a:lnTo>
                    <a:pt x="0" y="63"/>
                  </a:lnTo>
                  <a:lnTo>
                    <a:pt x="0" y="53"/>
                  </a:lnTo>
                  <a:lnTo>
                    <a:pt x="0" y="48"/>
                  </a:lnTo>
                  <a:lnTo>
                    <a:pt x="1" y="44"/>
                  </a:lnTo>
                  <a:lnTo>
                    <a:pt x="2" y="40"/>
                  </a:lnTo>
                  <a:lnTo>
                    <a:pt x="4" y="36"/>
                  </a:lnTo>
                  <a:lnTo>
                    <a:pt x="7" y="33"/>
                  </a:lnTo>
                  <a:lnTo>
                    <a:pt x="11" y="29"/>
                  </a:lnTo>
                  <a:lnTo>
                    <a:pt x="16" y="26"/>
                  </a:lnTo>
                  <a:lnTo>
                    <a:pt x="22" y="23"/>
                  </a:lnTo>
                  <a:lnTo>
                    <a:pt x="29" y="19"/>
                  </a:lnTo>
                  <a:lnTo>
                    <a:pt x="37" y="13"/>
                  </a:lnTo>
                  <a:lnTo>
                    <a:pt x="44" y="7"/>
                  </a:lnTo>
                  <a:lnTo>
                    <a:pt x="50" y="2"/>
                  </a:lnTo>
                  <a:lnTo>
                    <a:pt x="54" y="0"/>
                  </a:lnTo>
                  <a:lnTo>
                    <a:pt x="57" y="1"/>
                  </a:lnTo>
                  <a:lnTo>
                    <a:pt x="59" y="6"/>
                  </a:lnTo>
                  <a:lnTo>
                    <a:pt x="58" y="1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15" name="Freeform 614">
              <a:extLst>
                <a:ext uri="{FF2B5EF4-FFF2-40B4-BE49-F238E27FC236}">
                  <a16:creationId xmlns:a16="http://schemas.microsoft.com/office/drawing/2014/main" id="{7AF8BE8B-7245-8CCE-E289-AF40D07DE03F}"/>
                </a:ext>
              </a:extLst>
            </p:cNvPr>
            <p:cNvSpPr>
              <a:spLocks/>
            </p:cNvSpPr>
            <p:nvPr/>
          </p:nvSpPr>
          <p:spPr bwMode="auto">
            <a:xfrm>
              <a:off x="2257" y="3830"/>
              <a:ext cx="13" cy="17"/>
            </a:xfrm>
            <a:custGeom>
              <a:avLst/>
              <a:gdLst>
                <a:gd name="T0" fmla="*/ 0 w 52"/>
                <a:gd name="T1" fmla="*/ 0 h 69"/>
                <a:gd name="T2" fmla="*/ 0 w 52"/>
                <a:gd name="T3" fmla="*/ 0 h 69"/>
                <a:gd name="T4" fmla="*/ 0 w 52"/>
                <a:gd name="T5" fmla="*/ 0 h 69"/>
                <a:gd name="T6" fmla="*/ 0 w 52"/>
                <a:gd name="T7" fmla="*/ 0 h 69"/>
                <a:gd name="T8" fmla="*/ 0 w 52"/>
                <a:gd name="T9" fmla="*/ 0 h 69"/>
                <a:gd name="T10" fmla="*/ 0 w 52"/>
                <a:gd name="T11" fmla="*/ 0 h 69"/>
                <a:gd name="T12" fmla="*/ 0 w 52"/>
                <a:gd name="T13" fmla="*/ 0 h 69"/>
                <a:gd name="T14" fmla="*/ 0 w 52"/>
                <a:gd name="T15" fmla="*/ 0 h 69"/>
                <a:gd name="T16" fmla="*/ 0 w 52"/>
                <a:gd name="T17" fmla="*/ 0 h 69"/>
                <a:gd name="T18" fmla="*/ 0 w 52"/>
                <a:gd name="T19" fmla="*/ 0 h 69"/>
                <a:gd name="T20" fmla="*/ 0 w 52"/>
                <a:gd name="T21" fmla="*/ 0 h 69"/>
                <a:gd name="T22" fmla="*/ 0 w 52"/>
                <a:gd name="T23" fmla="*/ 0 h 69"/>
                <a:gd name="T24" fmla="*/ 0 w 52"/>
                <a:gd name="T25" fmla="*/ 0 h 69"/>
                <a:gd name="T26" fmla="*/ 0 w 52"/>
                <a:gd name="T27" fmla="*/ 0 h 69"/>
                <a:gd name="T28" fmla="*/ 0 w 52"/>
                <a:gd name="T29" fmla="*/ 0 h 69"/>
                <a:gd name="T30" fmla="*/ 0 w 52"/>
                <a:gd name="T31" fmla="*/ 0 h 69"/>
                <a:gd name="T32" fmla="*/ 0 w 52"/>
                <a:gd name="T33" fmla="*/ 0 h 69"/>
                <a:gd name="T34" fmla="*/ 0 w 52"/>
                <a:gd name="T35" fmla="*/ 0 h 69"/>
                <a:gd name="T36" fmla="*/ 0 w 52"/>
                <a:gd name="T37" fmla="*/ 0 h 69"/>
                <a:gd name="T38" fmla="*/ 0 w 52"/>
                <a:gd name="T39" fmla="*/ 0 h 69"/>
                <a:gd name="T40" fmla="*/ 0 w 52"/>
                <a:gd name="T41" fmla="*/ 0 h 69"/>
                <a:gd name="T42" fmla="*/ 0 w 52"/>
                <a:gd name="T43" fmla="*/ 0 h 69"/>
                <a:gd name="T44" fmla="*/ 0 w 52"/>
                <a:gd name="T45" fmla="*/ 0 h 69"/>
                <a:gd name="T46" fmla="*/ 0 w 52"/>
                <a:gd name="T47" fmla="*/ 0 h 6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2" h="69">
                  <a:moveTo>
                    <a:pt x="33" y="31"/>
                  </a:moveTo>
                  <a:lnTo>
                    <a:pt x="52" y="14"/>
                  </a:lnTo>
                  <a:lnTo>
                    <a:pt x="41" y="0"/>
                  </a:lnTo>
                  <a:lnTo>
                    <a:pt x="16" y="22"/>
                  </a:lnTo>
                  <a:lnTo>
                    <a:pt x="15" y="22"/>
                  </a:lnTo>
                  <a:lnTo>
                    <a:pt x="13" y="21"/>
                  </a:lnTo>
                  <a:lnTo>
                    <a:pt x="10" y="20"/>
                  </a:lnTo>
                  <a:lnTo>
                    <a:pt x="6" y="21"/>
                  </a:lnTo>
                  <a:lnTo>
                    <a:pt x="3" y="22"/>
                  </a:lnTo>
                  <a:lnTo>
                    <a:pt x="1" y="26"/>
                  </a:lnTo>
                  <a:lnTo>
                    <a:pt x="0" y="33"/>
                  </a:lnTo>
                  <a:lnTo>
                    <a:pt x="2" y="42"/>
                  </a:lnTo>
                  <a:lnTo>
                    <a:pt x="5" y="53"/>
                  </a:lnTo>
                  <a:lnTo>
                    <a:pt x="11" y="61"/>
                  </a:lnTo>
                  <a:lnTo>
                    <a:pt x="15" y="66"/>
                  </a:lnTo>
                  <a:lnTo>
                    <a:pt x="20" y="69"/>
                  </a:lnTo>
                  <a:lnTo>
                    <a:pt x="24" y="69"/>
                  </a:lnTo>
                  <a:lnTo>
                    <a:pt x="27" y="67"/>
                  </a:lnTo>
                  <a:lnTo>
                    <a:pt x="29" y="63"/>
                  </a:lnTo>
                  <a:lnTo>
                    <a:pt x="30" y="56"/>
                  </a:lnTo>
                  <a:lnTo>
                    <a:pt x="30" y="42"/>
                  </a:lnTo>
                  <a:lnTo>
                    <a:pt x="32" y="35"/>
                  </a:lnTo>
                  <a:lnTo>
                    <a:pt x="33" y="32"/>
                  </a:lnTo>
                  <a:lnTo>
                    <a:pt x="33" y="31"/>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16" name="Freeform 615">
              <a:extLst>
                <a:ext uri="{FF2B5EF4-FFF2-40B4-BE49-F238E27FC236}">
                  <a16:creationId xmlns:a16="http://schemas.microsoft.com/office/drawing/2014/main" id="{DA24321A-1C41-42FF-44F7-76DFA710DCB5}"/>
                </a:ext>
              </a:extLst>
            </p:cNvPr>
            <p:cNvSpPr>
              <a:spLocks/>
            </p:cNvSpPr>
            <p:nvPr/>
          </p:nvSpPr>
          <p:spPr bwMode="auto">
            <a:xfrm>
              <a:off x="2257" y="3830"/>
              <a:ext cx="13" cy="17"/>
            </a:xfrm>
            <a:custGeom>
              <a:avLst/>
              <a:gdLst>
                <a:gd name="T0" fmla="*/ 0 w 52"/>
                <a:gd name="T1" fmla="*/ 0 h 69"/>
                <a:gd name="T2" fmla="*/ 0 w 52"/>
                <a:gd name="T3" fmla="*/ 0 h 69"/>
                <a:gd name="T4" fmla="*/ 0 w 52"/>
                <a:gd name="T5" fmla="*/ 0 h 69"/>
                <a:gd name="T6" fmla="*/ 0 w 52"/>
                <a:gd name="T7" fmla="*/ 0 h 69"/>
                <a:gd name="T8" fmla="*/ 0 w 52"/>
                <a:gd name="T9" fmla="*/ 0 h 69"/>
                <a:gd name="T10" fmla="*/ 0 w 52"/>
                <a:gd name="T11" fmla="*/ 0 h 69"/>
                <a:gd name="T12" fmla="*/ 0 w 52"/>
                <a:gd name="T13" fmla="*/ 0 h 69"/>
                <a:gd name="T14" fmla="*/ 0 w 52"/>
                <a:gd name="T15" fmla="*/ 0 h 69"/>
                <a:gd name="T16" fmla="*/ 0 w 52"/>
                <a:gd name="T17" fmla="*/ 0 h 69"/>
                <a:gd name="T18" fmla="*/ 0 w 52"/>
                <a:gd name="T19" fmla="*/ 0 h 69"/>
                <a:gd name="T20" fmla="*/ 0 w 52"/>
                <a:gd name="T21" fmla="*/ 0 h 69"/>
                <a:gd name="T22" fmla="*/ 0 w 52"/>
                <a:gd name="T23" fmla="*/ 0 h 69"/>
                <a:gd name="T24" fmla="*/ 0 w 52"/>
                <a:gd name="T25" fmla="*/ 0 h 69"/>
                <a:gd name="T26" fmla="*/ 0 w 52"/>
                <a:gd name="T27" fmla="*/ 0 h 69"/>
                <a:gd name="T28" fmla="*/ 0 w 52"/>
                <a:gd name="T29" fmla="*/ 0 h 69"/>
                <a:gd name="T30" fmla="*/ 0 w 52"/>
                <a:gd name="T31" fmla="*/ 0 h 69"/>
                <a:gd name="T32" fmla="*/ 0 w 52"/>
                <a:gd name="T33" fmla="*/ 0 h 69"/>
                <a:gd name="T34" fmla="*/ 0 w 52"/>
                <a:gd name="T35" fmla="*/ 0 h 69"/>
                <a:gd name="T36" fmla="*/ 0 w 52"/>
                <a:gd name="T37" fmla="*/ 0 h 69"/>
                <a:gd name="T38" fmla="*/ 0 w 52"/>
                <a:gd name="T39" fmla="*/ 0 h 69"/>
                <a:gd name="T40" fmla="*/ 0 w 52"/>
                <a:gd name="T41" fmla="*/ 0 h 69"/>
                <a:gd name="T42" fmla="*/ 0 w 52"/>
                <a:gd name="T43" fmla="*/ 0 h 69"/>
                <a:gd name="T44" fmla="*/ 0 w 52"/>
                <a:gd name="T45" fmla="*/ 0 h 69"/>
                <a:gd name="T46" fmla="*/ 0 w 52"/>
                <a:gd name="T47" fmla="*/ 0 h 69"/>
                <a:gd name="T48" fmla="*/ 0 w 52"/>
                <a:gd name="T49" fmla="*/ 0 h 69"/>
                <a:gd name="T50" fmla="*/ 0 w 52"/>
                <a:gd name="T51" fmla="*/ 0 h 69"/>
                <a:gd name="T52" fmla="*/ 0 w 52"/>
                <a:gd name="T53" fmla="*/ 0 h 6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2" h="69">
                  <a:moveTo>
                    <a:pt x="33" y="31"/>
                  </a:moveTo>
                  <a:lnTo>
                    <a:pt x="52" y="14"/>
                  </a:lnTo>
                  <a:lnTo>
                    <a:pt x="41" y="0"/>
                  </a:lnTo>
                  <a:lnTo>
                    <a:pt x="16" y="22"/>
                  </a:lnTo>
                  <a:lnTo>
                    <a:pt x="15" y="22"/>
                  </a:lnTo>
                  <a:lnTo>
                    <a:pt x="13" y="21"/>
                  </a:lnTo>
                  <a:lnTo>
                    <a:pt x="10" y="20"/>
                  </a:lnTo>
                  <a:lnTo>
                    <a:pt x="6" y="21"/>
                  </a:lnTo>
                  <a:lnTo>
                    <a:pt x="3" y="22"/>
                  </a:lnTo>
                  <a:lnTo>
                    <a:pt x="1" y="26"/>
                  </a:lnTo>
                  <a:lnTo>
                    <a:pt x="0" y="33"/>
                  </a:lnTo>
                  <a:lnTo>
                    <a:pt x="2" y="42"/>
                  </a:lnTo>
                  <a:lnTo>
                    <a:pt x="5" y="53"/>
                  </a:lnTo>
                  <a:lnTo>
                    <a:pt x="11" y="61"/>
                  </a:lnTo>
                  <a:lnTo>
                    <a:pt x="15" y="66"/>
                  </a:lnTo>
                  <a:lnTo>
                    <a:pt x="20" y="69"/>
                  </a:lnTo>
                  <a:lnTo>
                    <a:pt x="24" y="69"/>
                  </a:lnTo>
                  <a:lnTo>
                    <a:pt x="27" y="67"/>
                  </a:lnTo>
                  <a:lnTo>
                    <a:pt x="29" y="63"/>
                  </a:lnTo>
                  <a:lnTo>
                    <a:pt x="30" y="56"/>
                  </a:lnTo>
                  <a:lnTo>
                    <a:pt x="30" y="42"/>
                  </a:lnTo>
                  <a:lnTo>
                    <a:pt x="32" y="35"/>
                  </a:lnTo>
                  <a:lnTo>
                    <a:pt x="33" y="32"/>
                  </a:lnTo>
                  <a:lnTo>
                    <a:pt x="33" y="3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17" name="Freeform 616">
              <a:extLst>
                <a:ext uri="{FF2B5EF4-FFF2-40B4-BE49-F238E27FC236}">
                  <a16:creationId xmlns:a16="http://schemas.microsoft.com/office/drawing/2014/main" id="{22CEEB42-4E8B-251C-920F-B97F7DB4F919}"/>
                </a:ext>
              </a:extLst>
            </p:cNvPr>
            <p:cNvSpPr>
              <a:spLocks/>
            </p:cNvSpPr>
            <p:nvPr/>
          </p:nvSpPr>
          <p:spPr bwMode="auto">
            <a:xfrm>
              <a:off x="2263" y="3851"/>
              <a:ext cx="11" cy="8"/>
            </a:xfrm>
            <a:custGeom>
              <a:avLst/>
              <a:gdLst>
                <a:gd name="T0" fmla="*/ 0 w 43"/>
                <a:gd name="T1" fmla="*/ 0 h 34"/>
                <a:gd name="T2" fmla="*/ 0 w 43"/>
                <a:gd name="T3" fmla="*/ 0 h 34"/>
                <a:gd name="T4" fmla="*/ 0 w 43"/>
                <a:gd name="T5" fmla="*/ 0 h 34"/>
                <a:gd name="T6" fmla="*/ 0 w 43"/>
                <a:gd name="T7" fmla="*/ 0 h 34"/>
                <a:gd name="T8" fmla="*/ 0 w 43"/>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34">
                  <a:moveTo>
                    <a:pt x="0" y="18"/>
                  </a:moveTo>
                  <a:lnTo>
                    <a:pt x="28" y="34"/>
                  </a:lnTo>
                  <a:lnTo>
                    <a:pt x="43" y="14"/>
                  </a:lnTo>
                  <a:lnTo>
                    <a:pt x="17" y="0"/>
                  </a:lnTo>
                  <a:lnTo>
                    <a:pt x="0" y="1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18" name="Freeform 617">
              <a:extLst>
                <a:ext uri="{FF2B5EF4-FFF2-40B4-BE49-F238E27FC236}">
                  <a16:creationId xmlns:a16="http://schemas.microsoft.com/office/drawing/2014/main" id="{4988E6E7-FCAA-8896-4B15-8777BCDDB9E8}"/>
                </a:ext>
              </a:extLst>
            </p:cNvPr>
            <p:cNvSpPr>
              <a:spLocks/>
            </p:cNvSpPr>
            <p:nvPr/>
          </p:nvSpPr>
          <p:spPr bwMode="auto">
            <a:xfrm>
              <a:off x="2263" y="3851"/>
              <a:ext cx="11" cy="8"/>
            </a:xfrm>
            <a:custGeom>
              <a:avLst/>
              <a:gdLst>
                <a:gd name="T0" fmla="*/ 0 w 43"/>
                <a:gd name="T1" fmla="*/ 0 h 34"/>
                <a:gd name="T2" fmla="*/ 0 w 43"/>
                <a:gd name="T3" fmla="*/ 0 h 34"/>
                <a:gd name="T4" fmla="*/ 0 w 43"/>
                <a:gd name="T5" fmla="*/ 0 h 34"/>
                <a:gd name="T6" fmla="*/ 0 w 43"/>
                <a:gd name="T7" fmla="*/ 0 h 34"/>
                <a:gd name="T8" fmla="*/ 0 w 43"/>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34">
                  <a:moveTo>
                    <a:pt x="0" y="18"/>
                  </a:moveTo>
                  <a:lnTo>
                    <a:pt x="28" y="34"/>
                  </a:lnTo>
                  <a:lnTo>
                    <a:pt x="43" y="14"/>
                  </a:lnTo>
                  <a:lnTo>
                    <a:pt x="17" y="0"/>
                  </a:lnTo>
                  <a:lnTo>
                    <a:pt x="0" y="1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19" name="Freeform 618">
              <a:extLst>
                <a:ext uri="{FF2B5EF4-FFF2-40B4-BE49-F238E27FC236}">
                  <a16:creationId xmlns:a16="http://schemas.microsoft.com/office/drawing/2014/main" id="{B4C4473D-42E1-8A32-F8B7-C1D98B0F0B5C}"/>
                </a:ext>
              </a:extLst>
            </p:cNvPr>
            <p:cNvSpPr>
              <a:spLocks/>
            </p:cNvSpPr>
            <p:nvPr/>
          </p:nvSpPr>
          <p:spPr bwMode="auto">
            <a:xfrm>
              <a:off x="2259" y="3863"/>
              <a:ext cx="13" cy="14"/>
            </a:xfrm>
            <a:custGeom>
              <a:avLst/>
              <a:gdLst>
                <a:gd name="T0" fmla="*/ 0 w 50"/>
                <a:gd name="T1" fmla="*/ 0 h 57"/>
                <a:gd name="T2" fmla="*/ 0 w 50"/>
                <a:gd name="T3" fmla="*/ 0 h 57"/>
                <a:gd name="T4" fmla="*/ 0 w 50"/>
                <a:gd name="T5" fmla="*/ 0 h 57"/>
                <a:gd name="T6" fmla="*/ 0 w 50"/>
                <a:gd name="T7" fmla="*/ 0 h 57"/>
                <a:gd name="T8" fmla="*/ 0 w 50"/>
                <a:gd name="T9" fmla="*/ 0 h 57"/>
                <a:gd name="T10" fmla="*/ 0 w 50"/>
                <a:gd name="T11" fmla="*/ 0 h 57"/>
                <a:gd name="T12" fmla="*/ 0 w 50"/>
                <a:gd name="T13" fmla="*/ 0 h 57"/>
                <a:gd name="T14" fmla="*/ 0 w 50"/>
                <a:gd name="T15" fmla="*/ 0 h 57"/>
                <a:gd name="T16" fmla="*/ 0 w 50"/>
                <a:gd name="T17" fmla="*/ 0 h 57"/>
                <a:gd name="T18" fmla="*/ 0 w 50"/>
                <a:gd name="T19" fmla="*/ 0 h 57"/>
                <a:gd name="T20" fmla="*/ 0 w 50"/>
                <a:gd name="T21" fmla="*/ 0 h 57"/>
                <a:gd name="T22" fmla="*/ 0 w 50"/>
                <a:gd name="T23" fmla="*/ 0 h 57"/>
                <a:gd name="T24" fmla="*/ 0 w 50"/>
                <a:gd name="T25" fmla="*/ 0 h 57"/>
                <a:gd name="T26" fmla="*/ 0 w 50"/>
                <a:gd name="T27" fmla="*/ 0 h 57"/>
                <a:gd name="T28" fmla="*/ 0 w 50"/>
                <a:gd name="T29" fmla="*/ 0 h 57"/>
                <a:gd name="T30" fmla="*/ 0 w 50"/>
                <a:gd name="T31" fmla="*/ 0 h 57"/>
                <a:gd name="T32" fmla="*/ 0 w 50"/>
                <a:gd name="T33" fmla="*/ 0 h 57"/>
                <a:gd name="T34" fmla="*/ 0 w 50"/>
                <a:gd name="T35" fmla="*/ 0 h 57"/>
                <a:gd name="T36" fmla="*/ 0 w 50"/>
                <a:gd name="T37" fmla="*/ 0 h 57"/>
                <a:gd name="T38" fmla="*/ 0 w 50"/>
                <a:gd name="T39" fmla="*/ 0 h 57"/>
                <a:gd name="T40" fmla="*/ 0 w 50"/>
                <a:gd name="T41" fmla="*/ 0 h 57"/>
                <a:gd name="T42" fmla="*/ 0 w 50"/>
                <a:gd name="T43" fmla="*/ 0 h 57"/>
                <a:gd name="T44" fmla="*/ 0 w 50"/>
                <a:gd name="T45" fmla="*/ 0 h 57"/>
                <a:gd name="T46" fmla="*/ 0 w 50"/>
                <a:gd name="T47" fmla="*/ 0 h 57"/>
                <a:gd name="T48" fmla="*/ 0 w 50"/>
                <a:gd name="T49" fmla="*/ 0 h 57"/>
                <a:gd name="T50" fmla="*/ 0 w 50"/>
                <a:gd name="T51" fmla="*/ 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0" h="57">
                  <a:moveTo>
                    <a:pt x="19" y="2"/>
                  </a:moveTo>
                  <a:lnTo>
                    <a:pt x="44" y="33"/>
                  </a:lnTo>
                  <a:lnTo>
                    <a:pt x="45" y="34"/>
                  </a:lnTo>
                  <a:lnTo>
                    <a:pt x="46" y="38"/>
                  </a:lnTo>
                  <a:lnTo>
                    <a:pt x="47" y="43"/>
                  </a:lnTo>
                  <a:lnTo>
                    <a:pt x="50" y="48"/>
                  </a:lnTo>
                  <a:lnTo>
                    <a:pt x="50" y="53"/>
                  </a:lnTo>
                  <a:lnTo>
                    <a:pt x="49" y="56"/>
                  </a:lnTo>
                  <a:lnTo>
                    <a:pt x="46" y="57"/>
                  </a:lnTo>
                  <a:lnTo>
                    <a:pt x="41" y="55"/>
                  </a:lnTo>
                  <a:lnTo>
                    <a:pt x="35" y="50"/>
                  </a:lnTo>
                  <a:lnTo>
                    <a:pt x="28" y="45"/>
                  </a:lnTo>
                  <a:lnTo>
                    <a:pt x="21" y="40"/>
                  </a:lnTo>
                  <a:lnTo>
                    <a:pt x="15" y="34"/>
                  </a:lnTo>
                  <a:lnTo>
                    <a:pt x="9" y="30"/>
                  </a:lnTo>
                  <a:lnTo>
                    <a:pt x="4" y="26"/>
                  </a:lnTo>
                  <a:lnTo>
                    <a:pt x="1" y="23"/>
                  </a:lnTo>
                  <a:lnTo>
                    <a:pt x="0" y="22"/>
                  </a:lnTo>
                  <a:lnTo>
                    <a:pt x="0" y="21"/>
                  </a:lnTo>
                  <a:lnTo>
                    <a:pt x="1" y="16"/>
                  </a:lnTo>
                  <a:lnTo>
                    <a:pt x="2" y="12"/>
                  </a:lnTo>
                  <a:lnTo>
                    <a:pt x="4" y="7"/>
                  </a:lnTo>
                  <a:lnTo>
                    <a:pt x="7" y="3"/>
                  </a:lnTo>
                  <a:lnTo>
                    <a:pt x="10" y="0"/>
                  </a:lnTo>
                  <a:lnTo>
                    <a:pt x="14" y="0"/>
                  </a:lnTo>
                  <a:lnTo>
                    <a:pt x="19" y="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20" name="Freeform 619">
              <a:extLst>
                <a:ext uri="{FF2B5EF4-FFF2-40B4-BE49-F238E27FC236}">
                  <a16:creationId xmlns:a16="http://schemas.microsoft.com/office/drawing/2014/main" id="{3FD989DA-1DBB-1494-055F-AC5A70B5AC45}"/>
                </a:ext>
              </a:extLst>
            </p:cNvPr>
            <p:cNvSpPr>
              <a:spLocks/>
            </p:cNvSpPr>
            <p:nvPr/>
          </p:nvSpPr>
          <p:spPr bwMode="auto">
            <a:xfrm>
              <a:off x="2259" y="3863"/>
              <a:ext cx="13" cy="14"/>
            </a:xfrm>
            <a:custGeom>
              <a:avLst/>
              <a:gdLst>
                <a:gd name="T0" fmla="*/ 0 w 50"/>
                <a:gd name="T1" fmla="*/ 0 h 57"/>
                <a:gd name="T2" fmla="*/ 0 w 50"/>
                <a:gd name="T3" fmla="*/ 0 h 57"/>
                <a:gd name="T4" fmla="*/ 0 w 50"/>
                <a:gd name="T5" fmla="*/ 0 h 57"/>
                <a:gd name="T6" fmla="*/ 0 w 50"/>
                <a:gd name="T7" fmla="*/ 0 h 57"/>
                <a:gd name="T8" fmla="*/ 0 w 50"/>
                <a:gd name="T9" fmla="*/ 0 h 57"/>
                <a:gd name="T10" fmla="*/ 0 w 50"/>
                <a:gd name="T11" fmla="*/ 0 h 57"/>
                <a:gd name="T12" fmla="*/ 0 w 50"/>
                <a:gd name="T13" fmla="*/ 0 h 57"/>
                <a:gd name="T14" fmla="*/ 0 w 50"/>
                <a:gd name="T15" fmla="*/ 0 h 57"/>
                <a:gd name="T16" fmla="*/ 0 w 50"/>
                <a:gd name="T17" fmla="*/ 0 h 57"/>
                <a:gd name="T18" fmla="*/ 0 w 50"/>
                <a:gd name="T19" fmla="*/ 0 h 57"/>
                <a:gd name="T20" fmla="*/ 0 w 50"/>
                <a:gd name="T21" fmla="*/ 0 h 57"/>
                <a:gd name="T22" fmla="*/ 0 w 50"/>
                <a:gd name="T23" fmla="*/ 0 h 57"/>
                <a:gd name="T24" fmla="*/ 0 w 50"/>
                <a:gd name="T25" fmla="*/ 0 h 57"/>
                <a:gd name="T26" fmla="*/ 0 w 50"/>
                <a:gd name="T27" fmla="*/ 0 h 57"/>
                <a:gd name="T28" fmla="*/ 0 w 50"/>
                <a:gd name="T29" fmla="*/ 0 h 57"/>
                <a:gd name="T30" fmla="*/ 0 w 50"/>
                <a:gd name="T31" fmla="*/ 0 h 57"/>
                <a:gd name="T32" fmla="*/ 0 w 50"/>
                <a:gd name="T33" fmla="*/ 0 h 57"/>
                <a:gd name="T34" fmla="*/ 0 w 50"/>
                <a:gd name="T35" fmla="*/ 0 h 57"/>
                <a:gd name="T36" fmla="*/ 0 w 50"/>
                <a:gd name="T37" fmla="*/ 0 h 57"/>
                <a:gd name="T38" fmla="*/ 0 w 50"/>
                <a:gd name="T39" fmla="*/ 0 h 57"/>
                <a:gd name="T40" fmla="*/ 0 w 50"/>
                <a:gd name="T41" fmla="*/ 0 h 57"/>
                <a:gd name="T42" fmla="*/ 0 w 50"/>
                <a:gd name="T43" fmla="*/ 0 h 57"/>
                <a:gd name="T44" fmla="*/ 0 w 50"/>
                <a:gd name="T45" fmla="*/ 0 h 57"/>
                <a:gd name="T46" fmla="*/ 0 w 50"/>
                <a:gd name="T47" fmla="*/ 0 h 57"/>
                <a:gd name="T48" fmla="*/ 0 w 50"/>
                <a:gd name="T49" fmla="*/ 0 h 57"/>
                <a:gd name="T50" fmla="*/ 0 w 50"/>
                <a:gd name="T51" fmla="*/ 0 h 57"/>
                <a:gd name="T52" fmla="*/ 0 w 50"/>
                <a:gd name="T53" fmla="*/ 0 h 57"/>
                <a:gd name="T54" fmla="*/ 0 w 50"/>
                <a:gd name="T55" fmla="*/ 0 h 57"/>
                <a:gd name="T56" fmla="*/ 0 w 50"/>
                <a:gd name="T57" fmla="*/ 0 h 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0" h="57">
                  <a:moveTo>
                    <a:pt x="19" y="2"/>
                  </a:moveTo>
                  <a:lnTo>
                    <a:pt x="44" y="33"/>
                  </a:lnTo>
                  <a:lnTo>
                    <a:pt x="45" y="34"/>
                  </a:lnTo>
                  <a:lnTo>
                    <a:pt x="46" y="38"/>
                  </a:lnTo>
                  <a:lnTo>
                    <a:pt x="47" y="43"/>
                  </a:lnTo>
                  <a:lnTo>
                    <a:pt x="50" y="48"/>
                  </a:lnTo>
                  <a:lnTo>
                    <a:pt x="50" y="53"/>
                  </a:lnTo>
                  <a:lnTo>
                    <a:pt x="49" y="56"/>
                  </a:lnTo>
                  <a:lnTo>
                    <a:pt x="46" y="57"/>
                  </a:lnTo>
                  <a:lnTo>
                    <a:pt x="41" y="55"/>
                  </a:lnTo>
                  <a:lnTo>
                    <a:pt x="35" y="50"/>
                  </a:lnTo>
                  <a:lnTo>
                    <a:pt x="28" y="45"/>
                  </a:lnTo>
                  <a:lnTo>
                    <a:pt x="21" y="40"/>
                  </a:lnTo>
                  <a:lnTo>
                    <a:pt x="15" y="34"/>
                  </a:lnTo>
                  <a:lnTo>
                    <a:pt x="9" y="30"/>
                  </a:lnTo>
                  <a:lnTo>
                    <a:pt x="4" y="26"/>
                  </a:lnTo>
                  <a:lnTo>
                    <a:pt x="1" y="23"/>
                  </a:lnTo>
                  <a:lnTo>
                    <a:pt x="0" y="22"/>
                  </a:lnTo>
                  <a:lnTo>
                    <a:pt x="0" y="21"/>
                  </a:lnTo>
                  <a:lnTo>
                    <a:pt x="1" y="16"/>
                  </a:lnTo>
                  <a:lnTo>
                    <a:pt x="2" y="12"/>
                  </a:lnTo>
                  <a:lnTo>
                    <a:pt x="4" y="7"/>
                  </a:lnTo>
                  <a:lnTo>
                    <a:pt x="7" y="3"/>
                  </a:lnTo>
                  <a:lnTo>
                    <a:pt x="10" y="0"/>
                  </a:lnTo>
                  <a:lnTo>
                    <a:pt x="14" y="0"/>
                  </a:lnTo>
                  <a:lnTo>
                    <a:pt x="19" y="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21" name="Freeform 620">
              <a:extLst>
                <a:ext uri="{FF2B5EF4-FFF2-40B4-BE49-F238E27FC236}">
                  <a16:creationId xmlns:a16="http://schemas.microsoft.com/office/drawing/2014/main" id="{3A2346FF-175B-969A-98C6-A4D351BBA73C}"/>
                </a:ext>
              </a:extLst>
            </p:cNvPr>
            <p:cNvSpPr>
              <a:spLocks/>
            </p:cNvSpPr>
            <p:nvPr/>
          </p:nvSpPr>
          <p:spPr bwMode="auto">
            <a:xfrm>
              <a:off x="2215" y="3852"/>
              <a:ext cx="13" cy="15"/>
            </a:xfrm>
            <a:custGeom>
              <a:avLst/>
              <a:gdLst>
                <a:gd name="T0" fmla="*/ 0 w 52"/>
                <a:gd name="T1" fmla="*/ 0 h 58"/>
                <a:gd name="T2" fmla="*/ 0 w 52"/>
                <a:gd name="T3" fmla="*/ 0 h 58"/>
                <a:gd name="T4" fmla="*/ 0 w 52"/>
                <a:gd name="T5" fmla="*/ 0 h 58"/>
                <a:gd name="T6" fmla="*/ 0 w 52"/>
                <a:gd name="T7" fmla="*/ 0 h 58"/>
                <a:gd name="T8" fmla="*/ 0 w 52"/>
                <a:gd name="T9" fmla="*/ 0 h 58"/>
                <a:gd name="T10" fmla="*/ 0 w 52"/>
                <a:gd name="T11" fmla="*/ 0 h 58"/>
                <a:gd name="T12" fmla="*/ 0 w 52"/>
                <a:gd name="T13" fmla="*/ 0 h 58"/>
                <a:gd name="T14" fmla="*/ 0 w 52"/>
                <a:gd name="T15" fmla="*/ 0 h 58"/>
                <a:gd name="T16" fmla="*/ 0 w 52"/>
                <a:gd name="T17" fmla="*/ 0 h 58"/>
                <a:gd name="T18" fmla="*/ 0 w 52"/>
                <a:gd name="T19" fmla="*/ 0 h 58"/>
                <a:gd name="T20" fmla="*/ 0 w 52"/>
                <a:gd name="T21" fmla="*/ 0 h 58"/>
                <a:gd name="T22" fmla="*/ 0 w 52"/>
                <a:gd name="T23" fmla="*/ 0 h 58"/>
                <a:gd name="T24" fmla="*/ 0 w 52"/>
                <a:gd name="T25" fmla="*/ 0 h 58"/>
                <a:gd name="T26" fmla="*/ 0 w 52"/>
                <a:gd name="T27" fmla="*/ 0 h 58"/>
                <a:gd name="T28" fmla="*/ 0 w 52"/>
                <a:gd name="T29" fmla="*/ 0 h 58"/>
                <a:gd name="T30" fmla="*/ 0 w 52"/>
                <a:gd name="T31" fmla="*/ 0 h 58"/>
                <a:gd name="T32" fmla="*/ 0 w 52"/>
                <a:gd name="T33" fmla="*/ 0 h 58"/>
                <a:gd name="T34" fmla="*/ 0 w 52"/>
                <a:gd name="T35" fmla="*/ 0 h 58"/>
                <a:gd name="T36" fmla="*/ 0 w 52"/>
                <a:gd name="T37" fmla="*/ 0 h 58"/>
                <a:gd name="T38" fmla="*/ 0 w 52"/>
                <a:gd name="T39" fmla="*/ 0 h 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58">
                  <a:moveTo>
                    <a:pt x="21" y="42"/>
                  </a:moveTo>
                  <a:lnTo>
                    <a:pt x="52" y="20"/>
                  </a:lnTo>
                  <a:lnTo>
                    <a:pt x="52" y="0"/>
                  </a:lnTo>
                  <a:lnTo>
                    <a:pt x="19" y="23"/>
                  </a:lnTo>
                  <a:lnTo>
                    <a:pt x="18" y="22"/>
                  </a:lnTo>
                  <a:lnTo>
                    <a:pt x="15" y="21"/>
                  </a:lnTo>
                  <a:lnTo>
                    <a:pt x="11" y="19"/>
                  </a:lnTo>
                  <a:lnTo>
                    <a:pt x="6" y="19"/>
                  </a:lnTo>
                  <a:lnTo>
                    <a:pt x="3" y="19"/>
                  </a:lnTo>
                  <a:lnTo>
                    <a:pt x="0" y="23"/>
                  </a:lnTo>
                  <a:lnTo>
                    <a:pt x="0" y="29"/>
                  </a:lnTo>
                  <a:lnTo>
                    <a:pt x="2" y="39"/>
                  </a:lnTo>
                  <a:lnTo>
                    <a:pt x="6" y="49"/>
                  </a:lnTo>
                  <a:lnTo>
                    <a:pt x="8" y="55"/>
                  </a:lnTo>
                  <a:lnTo>
                    <a:pt x="10" y="58"/>
                  </a:lnTo>
                  <a:lnTo>
                    <a:pt x="12" y="58"/>
                  </a:lnTo>
                  <a:lnTo>
                    <a:pt x="14" y="56"/>
                  </a:lnTo>
                  <a:lnTo>
                    <a:pt x="16" y="52"/>
                  </a:lnTo>
                  <a:lnTo>
                    <a:pt x="18" y="47"/>
                  </a:lnTo>
                  <a:lnTo>
                    <a:pt x="21" y="4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22" name="Freeform 621">
              <a:extLst>
                <a:ext uri="{FF2B5EF4-FFF2-40B4-BE49-F238E27FC236}">
                  <a16:creationId xmlns:a16="http://schemas.microsoft.com/office/drawing/2014/main" id="{862D84BE-FE85-3467-3C06-9B6D62C0B6F3}"/>
                </a:ext>
              </a:extLst>
            </p:cNvPr>
            <p:cNvSpPr>
              <a:spLocks/>
            </p:cNvSpPr>
            <p:nvPr/>
          </p:nvSpPr>
          <p:spPr bwMode="auto">
            <a:xfrm>
              <a:off x="2215" y="3852"/>
              <a:ext cx="13" cy="15"/>
            </a:xfrm>
            <a:custGeom>
              <a:avLst/>
              <a:gdLst>
                <a:gd name="T0" fmla="*/ 0 w 52"/>
                <a:gd name="T1" fmla="*/ 0 h 58"/>
                <a:gd name="T2" fmla="*/ 0 w 52"/>
                <a:gd name="T3" fmla="*/ 0 h 58"/>
                <a:gd name="T4" fmla="*/ 0 w 52"/>
                <a:gd name="T5" fmla="*/ 0 h 58"/>
                <a:gd name="T6" fmla="*/ 0 w 52"/>
                <a:gd name="T7" fmla="*/ 0 h 58"/>
                <a:gd name="T8" fmla="*/ 0 w 52"/>
                <a:gd name="T9" fmla="*/ 0 h 58"/>
                <a:gd name="T10" fmla="*/ 0 w 52"/>
                <a:gd name="T11" fmla="*/ 0 h 58"/>
                <a:gd name="T12" fmla="*/ 0 w 52"/>
                <a:gd name="T13" fmla="*/ 0 h 58"/>
                <a:gd name="T14" fmla="*/ 0 w 52"/>
                <a:gd name="T15" fmla="*/ 0 h 58"/>
                <a:gd name="T16" fmla="*/ 0 w 52"/>
                <a:gd name="T17" fmla="*/ 0 h 58"/>
                <a:gd name="T18" fmla="*/ 0 w 52"/>
                <a:gd name="T19" fmla="*/ 0 h 58"/>
                <a:gd name="T20" fmla="*/ 0 w 52"/>
                <a:gd name="T21" fmla="*/ 0 h 58"/>
                <a:gd name="T22" fmla="*/ 0 w 52"/>
                <a:gd name="T23" fmla="*/ 0 h 58"/>
                <a:gd name="T24" fmla="*/ 0 w 52"/>
                <a:gd name="T25" fmla="*/ 0 h 58"/>
                <a:gd name="T26" fmla="*/ 0 w 52"/>
                <a:gd name="T27" fmla="*/ 0 h 58"/>
                <a:gd name="T28" fmla="*/ 0 w 52"/>
                <a:gd name="T29" fmla="*/ 0 h 58"/>
                <a:gd name="T30" fmla="*/ 0 w 52"/>
                <a:gd name="T31" fmla="*/ 0 h 58"/>
                <a:gd name="T32" fmla="*/ 0 w 52"/>
                <a:gd name="T33" fmla="*/ 0 h 58"/>
                <a:gd name="T34" fmla="*/ 0 w 52"/>
                <a:gd name="T35" fmla="*/ 0 h 58"/>
                <a:gd name="T36" fmla="*/ 0 w 52"/>
                <a:gd name="T37" fmla="*/ 0 h 58"/>
                <a:gd name="T38" fmla="*/ 0 w 52"/>
                <a:gd name="T39" fmla="*/ 0 h 58"/>
                <a:gd name="T40" fmla="*/ 0 w 52"/>
                <a:gd name="T41" fmla="*/ 0 h 58"/>
                <a:gd name="T42" fmla="*/ 0 w 52"/>
                <a:gd name="T43" fmla="*/ 0 h 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2" h="58">
                  <a:moveTo>
                    <a:pt x="21" y="42"/>
                  </a:moveTo>
                  <a:lnTo>
                    <a:pt x="52" y="20"/>
                  </a:lnTo>
                  <a:lnTo>
                    <a:pt x="52" y="0"/>
                  </a:lnTo>
                  <a:lnTo>
                    <a:pt x="19" y="23"/>
                  </a:lnTo>
                  <a:lnTo>
                    <a:pt x="18" y="22"/>
                  </a:lnTo>
                  <a:lnTo>
                    <a:pt x="15" y="21"/>
                  </a:lnTo>
                  <a:lnTo>
                    <a:pt x="11" y="19"/>
                  </a:lnTo>
                  <a:lnTo>
                    <a:pt x="6" y="19"/>
                  </a:lnTo>
                  <a:lnTo>
                    <a:pt x="3" y="19"/>
                  </a:lnTo>
                  <a:lnTo>
                    <a:pt x="0" y="23"/>
                  </a:lnTo>
                  <a:lnTo>
                    <a:pt x="0" y="29"/>
                  </a:lnTo>
                  <a:lnTo>
                    <a:pt x="2" y="39"/>
                  </a:lnTo>
                  <a:lnTo>
                    <a:pt x="6" y="49"/>
                  </a:lnTo>
                  <a:lnTo>
                    <a:pt x="8" y="55"/>
                  </a:lnTo>
                  <a:lnTo>
                    <a:pt x="10" y="58"/>
                  </a:lnTo>
                  <a:lnTo>
                    <a:pt x="12" y="58"/>
                  </a:lnTo>
                  <a:lnTo>
                    <a:pt x="14" y="56"/>
                  </a:lnTo>
                  <a:lnTo>
                    <a:pt x="16" y="52"/>
                  </a:lnTo>
                  <a:lnTo>
                    <a:pt x="18" y="47"/>
                  </a:lnTo>
                  <a:lnTo>
                    <a:pt x="21"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23" name="Freeform 622">
              <a:extLst>
                <a:ext uri="{FF2B5EF4-FFF2-40B4-BE49-F238E27FC236}">
                  <a16:creationId xmlns:a16="http://schemas.microsoft.com/office/drawing/2014/main" id="{9524F47A-AAAE-7064-65FA-3790302AA0D1}"/>
                </a:ext>
              </a:extLst>
            </p:cNvPr>
            <p:cNvSpPr>
              <a:spLocks/>
            </p:cNvSpPr>
            <p:nvPr/>
          </p:nvSpPr>
          <p:spPr bwMode="auto">
            <a:xfrm>
              <a:off x="2213" y="3870"/>
              <a:ext cx="19" cy="17"/>
            </a:xfrm>
            <a:custGeom>
              <a:avLst/>
              <a:gdLst>
                <a:gd name="T0" fmla="*/ 0 w 76"/>
                <a:gd name="T1" fmla="*/ 0 h 66"/>
                <a:gd name="T2" fmla="*/ 0 w 76"/>
                <a:gd name="T3" fmla="*/ 0 h 66"/>
                <a:gd name="T4" fmla="*/ 0 w 76"/>
                <a:gd name="T5" fmla="*/ 0 h 66"/>
                <a:gd name="T6" fmla="*/ 0 w 76"/>
                <a:gd name="T7" fmla="*/ 0 h 66"/>
                <a:gd name="T8" fmla="*/ 0 w 76"/>
                <a:gd name="T9" fmla="*/ 0 h 66"/>
                <a:gd name="T10" fmla="*/ 0 w 76"/>
                <a:gd name="T11" fmla="*/ 0 h 66"/>
                <a:gd name="T12" fmla="*/ 0 w 76"/>
                <a:gd name="T13" fmla="*/ 0 h 66"/>
                <a:gd name="T14" fmla="*/ 0 w 76"/>
                <a:gd name="T15" fmla="*/ 0 h 66"/>
                <a:gd name="T16" fmla="*/ 0 w 76"/>
                <a:gd name="T17" fmla="*/ 0 h 66"/>
                <a:gd name="T18" fmla="*/ 0 w 76"/>
                <a:gd name="T19" fmla="*/ 0 h 66"/>
                <a:gd name="T20" fmla="*/ 0 w 76"/>
                <a:gd name="T21" fmla="*/ 0 h 66"/>
                <a:gd name="T22" fmla="*/ 0 w 76"/>
                <a:gd name="T23" fmla="*/ 0 h 66"/>
                <a:gd name="T24" fmla="*/ 0 w 76"/>
                <a:gd name="T25" fmla="*/ 0 h 66"/>
                <a:gd name="T26" fmla="*/ 0 w 76"/>
                <a:gd name="T27" fmla="*/ 0 h 66"/>
                <a:gd name="T28" fmla="*/ 0 w 76"/>
                <a:gd name="T29" fmla="*/ 0 h 66"/>
                <a:gd name="T30" fmla="*/ 0 w 76"/>
                <a:gd name="T31" fmla="*/ 0 h 66"/>
                <a:gd name="T32" fmla="*/ 0 w 76"/>
                <a:gd name="T33" fmla="*/ 0 h 66"/>
                <a:gd name="T34" fmla="*/ 0 w 76"/>
                <a:gd name="T35" fmla="*/ 0 h 66"/>
                <a:gd name="T36" fmla="*/ 0 w 76"/>
                <a:gd name="T37" fmla="*/ 0 h 66"/>
                <a:gd name="T38" fmla="*/ 0 w 76"/>
                <a:gd name="T39" fmla="*/ 0 h 66"/>
                <a:gd name="T40" fmla="*/ 0 w 76"/>
                <a:gd name="T41" fmla="*/ 0 h 66"/>
                <a:gd name="T42" fmla="*/ 0 w 76"/>
                <a:gd name="T43" fmla="*/ 0 h 66"/>
                <a:gd name="T44" fmla="*/ 0 w 76"/>
                <a:gd name="T45" fmla="*/ 0 h 66"/>
                <a:gd name="T46" fmla="*/ 0 w 76"/>
                <a:gd name="T47" fmla="*/ 0 h 66"/>
                <a:gd name="T48" fmla="*/ 0 w 76"/>
                <a:gd name="T49" fmla="*/ 0 h 66"/>
                <a:gd name="T50" fmla="*/ 0 w 76"/>
                <a:gd name="T51" fmla="*/ 0 h 66"/>
                <a:gd name="T52" fmla="*/ 0 w 76"/>
                <a:gd name="T53" fmla="*/ 0 h 66"/>
                <a:gd name="T54" fmla="*/ 0 w 76"/>
                <a:gd name="T55" fmla="*/ 0 h 66"/>
                <a:gd name="T56" fmla="*/ 0 w 76"/>
                <a:gd name="T57" fmla="*/ 0 h 66"/>
                <a:gd name="T58" fmla="*/ 0 w 76"/>
                <a:gd name="T59" fmla="*/ 0 h 66"/>
                <a:gd name="T60" fmla="*/ 0 w 76"/>
                <a:gd name="T61" fmla="*/ 0 h 66"/>
                <a:gd name="T62" fmla="*/ 0 w 76"/>
                <a:gd name="T63" fmla="*/ 0 h 66"/>
                <a:gd name="T64" fmla="*/ 0 w 76"/>
                <a:gd name="T65" fmla="*/ 0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66">
                  <a:moveTo>
                    <a:pt x="48" y="66"/>
                  </a:moveTo>
                  <a:lnTo>
                    <a:pt x="48" y="66"/>
                  </a:lnTo>
                  <a:lnTo>
                    <a:pt x="51" y="65"/>
                  </a:lnTo>
                  <a:lnTo>
                    <a:pt x="57" y="63"/>
                  </a:lnTo>
                  <a:lnTo>
                    <a:pt x="68" y="61"/>
                  </a:lnTo>
                  <a:lnTo>
                    <a:pt x="76" y="58"/>
                  </a:lnTo>
                  <a:lnTo>
                    <a:pt x="75" y="53"/>
                  </a:lnTo>
                  <a:lnTo>
                    <a:pt x="69" y="45"/>
                  </a:lnTo>
                  <a:lnTo>
                    <a:pt x="62" y="35"/>
                  </a:lnTo>
                  <a:lnTo>
                    <a:pt x="59" y="29"/>
                  </a:lnTo>
                  <a:lnTo>
                    <a:pt x="57" y="21"/>
                  </a:lnTo>
                  <a:lnTo>
                    <a:pt x="55" y="14"/>
                  </a:lnTo>
                  <a:lnTo>
                    <a:pt x="53" y="7"/>
                  </a:lnTo>
                  <a:lnTo>
                    <a:pt x="50" y="2"/>
                  </a:lnTo>
                  <a:lnTo>
                    <a:pt x="46" y="0"/>
                  </a:lnTo>
                  <a:lnTo>
                    <a:pt x="41" y="2"/>
                  </a:lnTo>
                  <a:lnTo>
                    <a:pt x="34" y="8"/>
                  </a:lnTo>
                  <a:lnTo>
                    <a:pt x="26" y="17"/>
                  </a:lnTo>
                  <a:lnTo>
                    <a:pt x="19" y="26"/>
                  </a:lnTo>
                  <a:lnTo>
                    <a:pt x="11" y="34"/>
                  </a:lnTo>
                  <a:lnTo>
                    <a:pt x="5" y="42"/>
                  </a:lnTo>
                  <a:lnTo>
                    <a:pt x="1" y="49"/>
                  </a:lnTo>
                  <a:lnTo>
                    <a:pt x="0" y="54"/>
                  </a:lnTo>
                  <a:lnTo>
                    <a:pt x="2" y="58"/>
                  </a:lnTo>
                  <a:lnTo>
                    <a:pt x="9" y="61"/>
                  </a:lnTo>
                  <a:lnTo>
                    <a:pt x="18" y="63"/>
                  </a:lnTo>
                  <a:lnTo>
                    <a:pt x="25" y="64"/>
                  </a:lnTo>
                  <a:lnTo>
                    <a:pt x="32" y="65"/>
                  </a:lnTo>
                  <a:lnTo>
                    <a:pt x="38" y="65"/>
                  </a:lnTo>
                  <a:lnTo>
                    <a:pt x="43" y="66"/>
                  </a:lnTo>
                  <a:lnTo>
                    <a:pt x="46" y="66"/>
                  </a:lnTo>
                  <a:lnTo>
                    <a:pt x="47" y="66"/>
                  </a:lnTo>
                  <a:lnTo>
                    <a:pt x="48" y="6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24" name="Freeform 623">
              <a:extLst>
                <a:ext uri="{FF2B5EF4-FFF2-40B4-BE49-F238E27FC236}">
                  <a16:creationId xmlns:a16="http://schemas.microsoft.com/office/drawing/2014/main" id="{83A51EC5-E81B-F32D-420F-FC1AC14BC3E4}"/>
                </a:ext>
              </a:extLst>
            </p:cNvPr>
            <p:cNvSpPr>
              <a:spLocks/>
            </p:cNvSpPr>
            <p:nvPr/>
          </p:nvSpPr>
          <p:spPr bwMode="auto">
            <a:xfrm>
              <a:off x="2213" y="3870"/>
              <a:ext cx="19" cy="17"/>
            </a:xfrm>
            <a:custGeom>
              <a:avLst/>
              <a:gdLst>
                <a:gd name="T0" fmla="*/ 0 w 76"/>
                <a:gd name="T1" fmla="*/ 0 h 66"/>
                <a:gd name="T2" fmla="*/ 0 w 76"/>
                <a:gd name="T3" fmla="*/ 0 h 66"/>
                <a:gd name="T4" fmla="*/ 0 w 76"/>
                <a:gd name="T5" fmla="*/ 0 h 66"/>
                <a:gd name="T6" fmla="*/ 0 w 76"/>
                <a:gd name="T7" fmla="*/ 0 h 66"/>
                <a:gd name="T8" fmla="*/ 0 w 76"/>
                <a:gd name="T9" fmla="*/ 0 h 66"/>
                <a:gd name="T10" fmla="*/ 0 w 76"/>
                <a:gd name="T11" fmla="*/ 0 h 66"/>
                <a:gd name="T12" fmla="*/ 0 w 76"/>
                <a:gd name="T13" fmla="*/ 0 h 66"/>
                <a:gd name="T14" fmla="*/ 0 w 76"/>
                <a:gd name="T15" fmla="*/ 0 h 66"/>
                <a:gd name="T16" fmla="*/ 0 w 76"/>
                <a:gd name="T17" fmla="*/ 0 h 66"/>
                <a:gd name="T18" fmla="*/ 0 w 76"/>
                <a:gd name="T19" fmla="*/ 0 h 66"/>
                <a:gd name="T20" fmla="*/ 0 w 76"/>
                <a:gd name="T21" fmla="*/ 0 h 66"/>
                <a:gd name="T22" fmla="*/ 0 w 76"/>
                <a:gd name="T23" fmla="*/ 0 h 66"/>
                <a:gd name="T24" fmla="*/ 0 w 76"/>
                <a:gd name="T25" fmla="*/ 0 h 66"/>
                <a:gd name="T26" fmla="*/ 0 w 76"/>
                <a:gd name="T27" fmla="*/ 0 h 66"/>
                <a:gd name="T28" fmla="*/ 0 w 76"/>
                <a:gd name="T29" fmla="*/ 0 h 66"/>
                <a:gd name="T30" fmla="*/ 0 w 76"/>
                <a:gd name="T31" fmla="*/ 0 h 66"/>
                <a:gd name="T32" fmla="*/ 0 w 76"/>
                <a:gd name="T33" fmla="*/ 0 h 66"/>
                <a:gd name="T34" fmla="*/ 0 w 76"/>
                <a:gd name="T35" fmla="*/ 0 h 66"/>
                <a:gd name="T36" fmla="*/ 0 w 76"/>
                <a:gd name="T37" fmla="*/ 0 h 66"/>
                <a:gd name="T38" fmla="*/ 0 w 76"/>
                <a:gd name="T39" fmla="*/ 0 h 66"/>
                <a:gd name="T40" fmla="*/ 0 w 76"/>
                <a:gd name="T41" fmla="*/ 0 h 66"/>
                <a:gd name="T42" fmla="*/ 0 w 76"/>
                <a:gd name="T43" fmla="*/ 0 h 66"/>
                <a:gd name="T44" fmla="*/ 0 w 76"/>
                <a:gd name="T45" fmla="*/ 0 h 66"/>
                <a:gd name="T46" fmla="*/ 0 w 76"/>
                <a:gd name="T47" fmla="*/ 0 h 66"/>
                <a:gd name="T48" fmla="*/ 0 w 76"/>
                <a:gd name="T49" fmla="*/ 0 h 66"/>
                <a:gd name="T50" fmla="*/ 0 w 76"/>
                <a:gd name="T51" fmla="*/ 0 h 66"/>
                <a:gd name="T52" fmla="*/ 0 w 76"/>
                <a:gd name="T53" fmla="*/ 0 h 66"/>
                <a:gd name="T54" fmla="*/ 0 w 76"/>
                <a:gd name="T55" fmla="*/ 0 h 66"/>
                <a:gd name="T56" fmla="*/ 0 w 76"/>
                <a:gd name="T57" fmla="*/ 0 h 66"/>
                <a:gd name="T58" fmla="*/ 0 w 76"/>
                <a:gd name="T59" fmla="*/ 0 h 66"/>
                <a:gd name="T60" fmla="*/ 0 w 76"/>
                <a:gd name="T61" fmla="*/ 0 h 66"/>
                <a:gd name="T62" fmla="*/ 0 w 76"/>
                <a:gd name="T63" fmla="*/ 0 h 66"/>
                <a:gd name="T64" fmla="*/ 0 w 76"/>
                <a:gd name="T65" fmla="*/ 0 h 66"/>
                <a:gd name="T66" fmla="*/ 0 w 76"/>
                <a:gd name="T67" fmla="*/ 0 h 66"/>
                <a:gd name="T68" fmla="*/ 0 w 76"/>
                <a:gd name="T69" fmla="*/ 0 h 66"/>
                <a:gd name="T70" fmla="*/ 0 w 76"/>
                <a:gd name="T71" fmla="*/ 0 h 66"/>
                <a:gd name="T72" fmla="*/ 0 w 76"/>
                <a:gd name="T73" fmla="*/ 0 h 66"/>
                <a:gd name="T74" fmla="*/ 0 w 76"/>
                <a:gd name="T75" fmla="*/ 0 h 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6" h="66">
                  <a:moveTo>
                    <a:pt x="48" y="66"/>
                  </a:moveTo>
                  <a:lnTo>
                    <a:pt x="48" y="66"/>
                  </a:lnTo>
                  <a:lnTo>
                    <a:pt x="51" y="65"/>
                  </a:lnTo>
                  <a:lnTo>
                    <a:pt x="57" y="63"/>
                  </a:lnTo>
                  <a:lnTo>
                    <a:pt x="68" y="61"/>
                  </a:lnTo>
                  <a:lnTo>
                    <a:pt x="76" y="58"/>
                  </a:lnTo>
                  <a:lnTo>
                    <a:pt x="75" y="53"/>
                  </a:lnTo>
                  <a:lnTo>
                    <a:pt x="69" y="45"/>
                  </a:lnTo>
                  <a:lnTo>
                    <a:pt x="62" y="35"/>
                  </a:lnTo>
                  <a:lnTo>
                    <a:pt x="59" y="29"/>
                  </a:lnTo>
                  <a:lnTo>
                    <a:pt x="57" y="21"/>
                  </a:lnTo>
                  <a:lnTo>
                    <a:pt x="55" y="14"/>
                  </a:lnTo>
                  <a:lnTo>
                    <a:pt x="53" y="7"/>
                  </a:lnTo>
                  <a:lnTo>
                    <a:pt x="50" y="2"/>
                  </a:lnTo>
                  <a:lnTo>
                    <a:pt x="46" y="0"/>
                  </a:lnTo>
                  <a:lnTo>
                    <a:pt x="41" y="2"/>
                  </a:lnTo>
                  <a:lnTo>
                    <a:pt x="34" y="8"/>
                  </a:lnTo>
                  <a:lnTo>
                    <a:pt x="26" y="17"/>
                  </a:lnTo>
                  <a:lnTo>
                    <a:pt x="19" y="26"/>
                  </a:lnTo>
                  <a:lnTo>
                    <a:pt x="11" y="34"/>
                  </a:lnTo>
                  <a:lnTo>
                    <a:pt x="5" y="42"/>
                  </a:lnTo>
                  <a:lnTo>
                    <a:pt x="1" y="49"/>
                  </a:lnTo>
                  <a:lnTo>
                    <a:pt x="0" y="54"/>
                  </a:lnTo>
                  <a:lnTo>
                    <a:pt x="2" y="58"/>
                  </a:lnTo>
                  <a:lnTo>
                    <a:pt x="9" y="61"/>
                  </a:lnTo>
                  <a:lnTo>
                    <a:pt x="18" y="63"/>
                  </a:lnTo>
                  <a:lnTo>
                    <a:pt x="25" y="64"/>
                  </a:lnTo>
                  <a:lnTo>
                    <a:pt x="32" y="65"/>
                  </a:lnTo>
                  <a:lnTo>
                    <a:pt x="38" y="65"/>
                  </a:lnTo>
                  <a:lnTo>
                    <a:pt x="43" y="66"/>
                  </a:lnTo>
                  <a:lnTo>
                    <a:pt x="46" y="66"/>
                  </a:lnTo>
                  <a:lnTo>
                    <a:pt x="47" y="66"/>
                  </a:lnTo>
                  <a:lnTo>
                    <a:pt x="48" y="6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25" name="Freeform 624">
              <a:extLst>
                <a:ext uri="{FF2B5EF4-FFF2-40B4-BE49-F238E27FC236}">
                  <a16:creationId xmlns:a16="http://schemas.microsoft.com/office/drawing/2014/main" id="{CB57AE52-66E1-CD59-9C8F-0334D22F9FC7}"/>
                </a:ext>
              </a:extLst>
            </p:cNvPr>
            <p:cNvSpPr>
              <a:spLocks/>
            </p:cNvSpPr>
            <p:nvPr/>
          </p:nvSpPr>
          <p:spPr bwMode="auto">
            <a:xfrm>
              <a:off x="2086" y="3884"/>
              <a:ext cx="11" cy="9"/>
            </a:xfrm>
            <a:custGeom>
              <a:avLst/>
              <a:gdLst>
                <a:gd name="T0" fmla="*/ 0 w 45"/>
                <a:gd name="T1" fmla="*/ 0 h 37"/>
                <a:gd name="T2" fmla="*/ 0 w 45"/>
                <a:gd name="T3" fmla="*/ 0 h 37"/>
                <a:gd name="T4" fmla="*/ 0 w 45"/>
                <a:gd name="T5" fmla="*/ 0 h 37"/>
                <a:gd name="T6" fmla="*/ 0 w 45"/>
                <a:gd name="T7" fmla="*/ 0 h 37"/>
                <a:gd name="T8" fmla="*/ 0 w 45"/>
                <a:gd name="T9" fmla="*/ 0 h 37"/>
                <a:gd name="T10" fmla="*/ 0 w 45"/>
                <a:gd name="T11" fmla="*/ 0 h 37"/>
                <a:gd name="T12" fmla="*/ 0 w 45"/>
                <a:gd name="T13" fmla="*/ 0 h 37"/>
                <a:gd name="T14" fmla="*/ 0 w 45"/>
                <a:gd name="T15" fmla="*/ 0 h 37"/>
                <a:gd name="T16" fmla="*/ 0 w 45"/>
                <a:gd name="T17" fmla="*/ 0 h 37"/>
                <a:gd name="T18" fmla="*/ 0 w 45"/>
                <a:gd name="T19" fmla="*/ 0 h 37"/>
                <a:gd name="T20" fmla="*/ 0 w 45"/>
                <a:gd name="T21" fmla="*/ 0 h 37"/>
                <a:gd name="T22" fmla="*/ 0 w 45"/>
                <a:gd name="T23" fmla="*/ 0 h 37"/>
                <a:gd name="T24" fmla="*/ 0 w 45"/>
                <a:gd name="T25" fmla="*/ 0 h 37"/>
                <a:gd name="T26" fmla="*/ 0 w 45"/>
                <a:gd name="T27" fmla="*/ 0 h 37"/>
                <a:gd name="T28" fmla="*/ 0 w 45"/>
                <a:gd name="T29" fmla="*/ 0 h 37"/>
                <a:gd name="T30" fmla="*/ 0 w 45"/>
                <a:gd name="T31" fmla="*/ 0 h 37"/>
                <a:gd name="T32" fmla="*/ 0 w 45"/>
                <a:gd name="T33" fmla="*/ 0 h 37"/>
                <a:gd name="T34" fmla="*/ 0 w 45"/>
                <a:gd name="T35" fmla="*/ 0 h 37"/>
                <a:gd name="T36" fmla="*/ 0 w 45"/>
                <a:gd name="T37" fmla="*/ 0 h 37"/>
                <a:gd name="T38" fmla="*/ 0 w 45"/>
                <a:gd name="T39" fmla="*/ 0 h 37"/>
                <a:gd name="T40" fmla="*/ 0 w 45"/>
                <a:gd name="T41" fmla="*/ 0 h 37"/>
                <a:gd name="T42" fmla="*/ 0 w 45"/>
                <a:gd name="T43" fmla="*/ 0 h 37"/>
                <a:gd name="T44" fmla="*/ 0 w 45"/>
                <a:gd name="T45" fmla="*/ 0 h 37"/>
                <a:gd name="T46" fmla="*/ 0 w 45"/>
                <a:gd name="T47" fmla="*/ 0 h 37"/>
                <a:gd name="T48" fmla="*/ 0 w 45"/>
                <a:gd name="T49" fmla="*/ 0 h 37"/>
                <a:gd name="T50" fmla="*/ 0 w 45"/>
                <a:gd name="T51" fmla="*/ 0 h 37"/>
                <a:gd name="T52" fmla="*/ 0 w 45"/>
                <a:gd name="T53" fmla="*/ 0 h 37"/>
                <a:gd name="T54" fmla="*/ 0 w 45"/>
                <a:gd name="T55" fmla="*/ 0 h 37"/>
                <a:gd name="T56" fmla="*/ 0 w 45"/>
                <a:gd name="T57" fmla="*/ 0 h 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37">
                  <a:moveTo>
                    <a:pt x="19" y="36"/>
                  </a:moveTo>
                  <a:lnTo>
                    <a:pt x="20" y="33"/>
                  </a:lnTo>
                  <a:lnTo>
                    <a:pt x="23" y="28"/>
                  </a:lnTo>
                  <a:lnTo>
                    <a:pt x="28" y="25"/>
                  </a:lnTo>
                  <a:lnTo>
                    <a:pt x="38" y="26"/>
                  </a:lnTo>
                  <a:lnTo>
                    <a:pt x="42" y="27"/>
                  </a:lnTo>
                  <a:lnTo>
                    <a:pt x="45" y="25"/>
                  </a:lnTo>
                  <a:lnTo>
                    <a:pt x="45" y="21"/>
                  </a:lnTo>
                  <a:lnTo>
                    <a:pt x="43" y="16"/>
                  </a:lnTo>
                  <a:lnTo>
                    <a:pt x="40" y="10"/>
                  </a:lnTo>
                  <a:lnTo>
                    <a:pt x="38" y="6"/>
                  </a:lnTo>
                  <a:lnTo>
                    <a:pt x="36" y="2"/>
                  </a:lnTo>
                  <a:lnTo>
                    <a:pt x="35" y="1"/>
                  </a:lnTo>
                  <a:lnTo>
                    <a:pt x="34" y="1"/>
                  </a:lnTo>
                  <a:lnTo>
                    <a:pt x="31" y="0"/>
                  </a:lnTo>
                  <a:lnTo>
                    <a:pt x="26" y="0"/>
                  </a:lnTo>
                  <a:lnTo>
                    <a:pt x="21" y="0"/>
                  </a:lnTo>
                  <a:lnTo>
                    <a:pt x="16" y="2"/>
                  </a:lnTo>
                  <a:lnTo>
                    <a:pt x="11" y="5"/>
                  </a:lnTo>
                  <a:lnTo>
                    <a:pt x="7" y="10"/>
                  </a:lnTo>
                  <a:lnTo>
                    <a:pt x="5" y="18"/>
                  </a:lnTo>
                  <a:lnTo>
                    <a:pt x="4" y="26"/>
                  </a:lnTo>
                  <a:lnTo>
                    <a:pt x="2" y="31"/>
                  </a:lnTo>
                  <a:lnTo>
                    <a:pt x="0" y="35"/>
                  </a:lnTo>
                  <a:lnTo>
                    <a:pt x="0" y="37"/>
                  </a:lnTo>
                  <a:lnTo>
                    <a:pt x="1" y="37"/>
                  </a:lnTo>
                  <a:lnTo>
                    <a:pt x="4" y="37"/>
                  </a:lnTo>
                  <a:lnTo>
                    <a:pt x="10" y="36"/>
                  </a:lnTo>
                  <a:lnTo>
                    <a:pt x="19" y="3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26" name="Freeform 625">
              <a:extLst>
                <a:ext uri="{FF2B5EF4-FFF2-40B4-BE49-F238E27FC236}">
                  <a16:creationId xmlns:a16="http://schemas.microsoft.com/office/drawing/2014/main" id="{F3DBF785-2BE8-A092-29F7-0830ED0D2AB1}"/>
                </a:ext>
              </a:extLst>
            </p:cNvPr>
            <p:cNvSpPr>
              <a:spLocks/>
            </p:cNvSpPr>
            <p:nvPr/>
          </p:nvSpPr>
          <p:spPr bwMode="auto">
            <a:xfrm>
              <a:off x="2086" y="3884"/>
              <a:ext cx="11" cy="9"/>
            </a:xfrm>
            <a:custGeom>
              <a:avLst/>
              <a:gdLst>
                <a:gd name="T0" fmla="*/ 0 w 45"/>
                <a:gd name="T1" fmla="*/ 0 h 37"/>
                <a:gd name="T2" fmla="*/ 0 w 45"/>
                <a:gd name="T3" fmla="*/ 0 h 37"/>
                <a:gd name="T4" fmla="*/ 0 w 45"/>
                <a:gd name="T5" fmla="*/ 0 h 37"/>
                <a:gd name="T6" fmla="*/ 0 w 45"/>
                <a:gd name="T7" fmla="*/ 0 h 37"/>
                <a:gd name="T8" fmla="*/ 0 w 45"/>
                <a:gd name="T9" fmla="*/ 0 h 37"/>
                <a:gd name="T10" fmla="*/ 0 w 45"/>
                <a:gd name="T11" fmla="*/ 0 h 37"/>
                <a:gd name="T12" fmla="*/ 0 w 45"/>
                <a:gd name="T13" fmla="*/ 0 h 37"/>
                <a:gd name="T14" fmla="*/ 0 w 45"/>
                <a:gd name="T15" fmla="*/ 0 h 37"/>
                <a:gd name="T16" fmla="*/ 0 w 45"/>
                <a:gd name="T17" fmla="*/ 0 h 37"/>
                <a:gd name="T18" fmla="*/ 0 w 45"/>
                <a:gd name="T19" fmla="*/ 0 h 37"/>
                <a:gd name="T20" fmla="*/ 0 w 45"/>
                <a:gd name="T21" fmla="*/ 0 h 37"/>
                <a:gd name="T22" fmla="*/ 0 w 45"/>
                <a:gd name="T23" fmla="*/ 0 h 37"/>
                <a:gd name="T24" fmla="*/ 0 w 45"/>
                <a:gd name="T25" fmla="*/ 0 h 37"/>
                <a:gd name="T26" fmla="*/ 0 w 45"/>
                <a:gd name="T27" fmla="*/ 0 h 37"/>
                <a:gd name="T28" fmla="*/ 0 w 45"/>
                <a:gd name="T29" fmla="*/ 0 h 37"/>
                <a:gd name="T30" fmla="*/ 0 w 45"/>
                <a:gd name="T31" fmla="*/ 0 h 37"/>
                <a:gd name="T32" fmla="*/ 0 w 45"/>
                <a:gd name="T33" fmla="*/ 0 h 37"/>
                <a:gd name="T34" fmla="*/ 0 w 45"/>
                <a:gd name="T35" fmla="*/ 0 h 37"/>
                <a:gd name="T36" fmla="*/ 0 w 45"/>
                <a:gd name="T37" fmla="*/ 0 h 37"/>
                <a:gd name="T38" fmla="*/ 0 w 45"/>
                <a:gd name="T39" fmla="*/ 0 h 37"/>
                <a:gd name="T40" fmla="*/ 0 w 45"/>
                <a:gd name="T41" fmla="*/ 0 h 37"/>
                <a:gd name="T42" fmla="*/ 0 w 45"/>
                <a:gd name="T43" fmla="*/ 0 h 37"/>
                <a:gd name="T44" fmla="*/ 0 w 45"/>
                <a:gd name="T45" fmla="*/ 0 h 37"/>
                <a:gd name="T46" fmla="*/ 0 w 45"/>
                <a:gd name="T47" fmla="*/ 0 h 37"/>
                <a:gd name="T48" fmla="*/ 0 w 45"/>
                <a:gd name="T49" fmla="*/ 0 h 37"/>
                <a:gd name="T50" fmla="*/ 0 w 45"/>
                <a:gd name="T51" fmla="*/ 0 h 37"/>
                <a:gd name="T52" fmla="*/ 0 w 45"/>
                <a:gd name="T53" fmla="*/ 0 h 37"/>
                <a:gd name="T54" fmla="*/ 0 w 45"/>
                <a:gd name="T55" fmla="*/ 0 h 37"/>
                <a:gd name="T56" fmla="*/ 0 w 45"/>
                <a:gd name="T57" fmla="*/ 0 h 37"/>
                <a:gd name="T58" fmla="*/ 0 w 45"/>
                <a:gd name="T59" fmla="*/ 0 h 37"/>
                <a:gd name="T60" fmla="*/ 0 w 45"/>
                <a:gd name="T61" fmla="*/ 0 h 37"/>
                <a:gd name="T62" fmla="*/ 0 w 45"/>
                <a:gd name="T63" fmla="*/ 0 h 37"/>
                <a:gd name="T64" fmla="*/ 0 w 45"/>
                <a:gd name="T65" fmla="*/ 0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37">
                  <a:moveTo>
                    <a:pt x="19" y="36"/>
                  </a:moveTo>
                  <a:lnTo>
                    <a:pt x="19" y="36"/>
                  </a:lnTo>
                  <a:lnTo>
                    <a:pt x="20" y="33"/>
                  </a:lnTo>
                  <a:lnTo>
                    <a:pt x="23" y="28"/>
                  </a:lnTo>
                  <a:lnTo>
                    <a:pt x="28" y="25"/>
                  </a:lnTo>
                  <a:lnTo>
                    <a:pt x="38" y="26"/>
                  </a:lnTo>
                  <a:lnTo>
                    <a:pt x="42" y="27"/>
                  </a:lnTo>
                  <a:lnTo>
                    <a:pt x="45" y="25"/>
                  </a:lnTo>
                  <a:lnTo>
                    <a:pt x="45" y="21"/>
                  </a:lnTo>
                  <a:lnTo>
                    <a:pt x="43" y="16"/>
                  </a:lnTo>
                  <a:lnTo>
                    <a:pt x="40" y="10"/>
                  </a:lnTo>
                  <a:lnTo>
                    <a:pt x="38" y="6"/>
                  </a:lnTo>
                  <a:lnTo>
                    <a:pt x="36" y="2"/>
                  </a:lnTo>
                  <a:lnTo>
                    <a:pt x="35" y="1"/>
                  </a:lnTo>
                  <a:lnTo>
                    <a:pt x="34" y="1"/>
                  </a:lnTo>
                  <a:lnTo>
                    <a:pt x="31" y="0"/>
                  </a:lnTo>
                  <a:lnTo>
                    <a:pt x="26" y="0"/>
                  </a:lnTo>
                  <a:lnTo>
                    <a:pt x="21" y="0"/>
                  </a:lnTo>
                  <a:lnTo>
                    <a:pt x="16" y="2"/>
                  </a:lnTo>
                  <a:lnTo>
                    <a:pt x="11" y="5"/>
                  </a:lnTo>
                  <a:lnTo>
                    <a:pt x="7" y="10"/>
                  </a:lnTo>
                  <a:lnTo>
                    <a:pt x="5" y="18"/>
                  </a:lnTo>
                  <a:lnTo>
                    <a:pt x="4" y="26"/>
                  </a:lnTo>
                  <a:lnTo>
                    <a:pt x="2" y="31"/>
                  </a:lnTo>
                  <a:lnTo>
                    <a:pt x="0" y="35"/>
                  </a:lnTo>
                  <a:lnTo>
                    <a:pt x="0" y="37"/>
                  </a:lnTo>
                  <a:lnTo>
                    <a:pt x="1" y="37"/>
                  </a:lnTo>
                  <a:lnTo>
                    <a:pt x="4" y="37"/>
                  </a:lnTo>
                  <a:lnTo>
                    <a:pt x="10" y="36"/>
                  </a:lnTo>
                  <a:lnTo>
                    <a:pt x="19" y="3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27" name="Freeform 626">
              <a:extLst>
                <a:ext uri="{FF2B5EF4-FFF2-40B4-BE49-F238E27FC236}">
                  <a16:creationId xmlns:a16="http://schemas.microsoft.com/office/drawing/2014/main" id="{2597802A-D118-E54A-FE55-8CBCBF5B3CBA}"/>
                </a:ext>
              </a:extLst>
            </p:cNvPr>
            <p:cNvSpPr>
              <a:spLocks/>
            </p:cNvSpPr>
            <p:nvPr/>
          </p:nvSpPr>
          <p:spPr bwMode="auto">
            <a:xfrm>
              <a:off x="2038" y="3871"/>
              <a:ext cx="7" cy="11"/>
            </a:xfrm>
            <a:custGeom>
              <a:avLst/>
              <a:gdLst>
                <a:gd name="T0" fmla="*/ 0 w 29"/>
                <a:gd name="T1" fmla="*/ 0 h 44"/>
                <a:gd name="T2" fmla="*/ 0 w 29"/>
                <a:gd name="T3" fmla="*/ 0 h 44"/>
                <a:gd name="T4" fmla="*/ 0 w 29"/>
                <a:gd name="T5" fmla="*/ 0 h 44"/>
                <a:gd name="T6" fmla="*/ 0 w 29"/>
                <a:gd name="T7" fmla="*/ 0 h 44"/>
                <a:gd name="T8" fmla="*/ 0 w 29"/>
                <a:gd name="T9" fmla="*/ 0 h 44"/>
                <a:gd name="T10" fmla="*/ 0 w 29"/>
                <a:gd name="T11" fmla="*/ 0 h 44"/>
                <a:gd name="T12" fmla="*/ 0 w 29"/>
                <a:gd name="T13" fmla="*/ 0 h 44"/>
                <a:gd name="T14" fmla="*/ 0 w 29"/>
                <a:gd name="T15" fmla="*/ 0 h 44"/>
                <a:gd name="T16" fmla="*/ 0 w 29"/>
                <a:gd name="T17" fmla="*/ 0 h 44"/>
                <a:gd name="T18" fmla="*/ 0 w 29"/>
                <a:gd name="T19" fmla="*/ 0 h 44"/>
                <a:gd name="T20" fmla="*/ 0 w 29"/>
                <a:gd name="T21" fmla="*/ 0 h 44"/>
                <a:gd name="T22" fmla="*/ 0 w 29"/>
                <a:gd name="T23" fmla="*/ 0 h 44"/>
                <a:gd name="T24" fmla="*/ 0 w 29"/>
                <a:gd name="T25" fmla="*/ 0 h 44"/>
                <a:gd name="T26" fmla="*/ 0 w 29"/>
                <a:gd name="T27" fmla="*/ 0 h 44"/>
                <a:gd name="T28" fmla="*/ 0 w 29"/>
                <a:gd name="T29" fmla="*/ 0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9" h="44">
                  <a:moveTo>
                    <a:pt x="15" y="42"/>
                  </a:moveTo>
                  <a:lnTo>
                    <a:pt x="29" y="22"/>
                  </a:lnTo>
                  <a:lnTo>
                    <a:pt x="29" y="0"/>
                  </a:lnTo>
                  <a:lnTo>
                    <a:pt x="27" y="1"/>
                  </a:lnTo>
                  <a:lnTo>
                    <a:pt x="21" y="4"/>
                  </a:lnTo>
                  <a:lnTo>
                    <a:pt x="13" y="10"/>
                  </a:lnTo>
                  <a:lnTo>
                    <a:pt x="5" y="19"/>
                  </a:lnTo>
                  <a:lnTo>
                    <a:pt x="2" y="24"/>
                  </a:lnTo>
                  <a:lnTo>
                    <a:pt x="0" y="29"/>
                  </a:lnTo>
                  <a:lnTo>
                    <a:pt x="0" y="34"/>
                  </a:lnTo>
                  <a:lnTo>
                    <a:pt x="2" y="39"/>
                  </a:lnTo>
                  <a:lnTo>
                    <a:pt x="4" y="42"/>
                  </a:lnTo>
                  <a:lnTo>
                    <a:pt x="7" y="44"/>
                  </a:lnTo>
                  <a:lnTo>
                    <a:pt x="11" y="44"/>
                  </a:lnTo>
                  <a:lnTo>
                    <a:pt x="15" y="4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28" name="Freeform 627">
              <a:extLst>
                <a:ext uri="{FF2B5EF4-FFF2-40B4-BE49-F238E27FC236}">
                  <a16:creationId xmlns:a16="http://schemas.microsoft.com/office/drawing/2014/main" id="{99718C87-C9DC-AD71-5986-985E47B372CF}"/>
                </a:ext>
              </a:extLst>
            </p:cNvPr>
            <p:cNvSpPr>
              <a:spLocks/>
            </p:cNvSpPr>
            <p:nvPr/>
          </p:nvSpPr>
          <p:spPr bwMode="auto">
            <a:xfrm>
              <a:off x="2038" y="3871"/>
              <a:ext cx="7" cy="11"/>
            </a:xfrm>
            <a:custGeom>
              <a:avLst/>
              <a:gdLst>
                <a:gd name="T0" fmla="*/ 0 w 29"/>
                <a:gd name="T1" fmla="*/ 0 h 44"/>
                <a:gd name="T2" fmla="*/ 0 w 29"/>
                <a:gd name="T3" fmla="*/ 0 h 44"/>
                <a:gd name="T4" fmla="*/ 0 w 29"/>
                <a:gd name="T5" fmla="*/ 0 h 44"/>
                <a:gd name="T6" fmla="*/ 0 w 29"/>
                <a:gd name="T7" fmla="*/ 0 h 44"/>
                <a:gd name="T8" fmla="*/ 0 w 29"/>
                <a:gd name="T9" fmla="*/ 0 h 44"/>
                <a:gd name="T10" fmla="*/ 0 w 29"/>
                <a:gd name="T11" fmla="*/ 0 h 44"/>
                <a:gd name="T12" fmla="*/ 0 w 29"/>
                <a:gd name="T13" fmla="*/ 0 h 44"/>
                <a:gd name="T14" fmla="*/ 0 w 29"/>
                <a:gd name="T15" fmla="*/ 0 h 44"/>
                <a:gd name="T16" fmla="*/ 0 w 29"/>
                <a:gd name="T17" fmla="*/ 0 h 44"/>
                <a:gd name="T18" fmla="*/ 0 w 29"/>
                <a:gd name="T19" fmla="*/ 0 h 44"/>
                <a:gd name="T20" fmla="*/ 0 w 29"/>
                <a:gd name="T21" fmla="*/ 0 h 44"/>
                <a:gd name="T22" fmla="*/ 0 w 29"/>
                <a:gd name="T23" fmla="*/ 0 h 44"/>
                <a:gd name="T24" fmla="*/ 0 w 29"/>
                <a:gd name="T25" fmla="*/ 0 h 44"/>
                <a:gd name="T26" fmla="*/ 0 w 29"/>
                <a:gd name="T27" fmla="*/ 0 h 44"/>
                <a:gd name="T28" fmla="*/ 0 w 29"/>
                <a:gd name="T29" fmla="*/ 0 h 44"/>
                <a:gd name="T30" fmla="*/ 0 w 29"/>
                <a:gd name="T31" fmla="*/ 0 h 44"/>
                <a:gd name="T32" fmla="*/ 0 w 29"/>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44">
                  <a:moveTo>
                    <a:pt x="15" y="42"/>
                  </a:moveTo>
                  <a:lnTo>
                    <a:pt x="29" y="22"/>
                  </a:lnTo>
                  <a:lnTo>
                    <a:pt x="29" y="0"/>
                  </a:lnTo>
                  <a:lnTo>
                    <a:pt x="27" y="1"/>
                  </a:lnTo>
                  <a:lnTo>
                    <a:pt x="21" y="4"/>
                  </a:lnTo>
                  <a:lnTo>
                    <a:pt x="13" y="10"/>
                  </a:lnTo>
                  <a:lnTo>
                    <a:pt x="5" y="19"/>
                  </a:lnTo>
                  <a:lnTo>
                    <a:pt x="2" y="24"/>
                  </a:lnTo>
                  <a:lnTo>
                    <a:pt x="0" y="29"/>
                  </a:lnTo>
                  <a:lnTo>
                    <a:pt x="0" y="34"/>
                  </a:lnTo>
                  <a:lnTo>
                    <a:pt x="2" y="39"/>
                  </a:lnTo>
                  <a:lnTo>
                    <a:pt x="4" y="42"/>
                  </a:lnTo>
                  <a:lnTo>
                    <a:pt x="7" y="44"/>
                  </a:lnTo>
                  <a:lnTo>
                    <a:pt x="11" y="44"/>
                  </a:lnTo>
                  <a:lnTo>
                    <a:pt x="15"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29" name="Freeform 628">
              <a:extLst>
                <a:ext uri="{FF2B5EF4-FFF2-40B4-BE49-F238E27FC236}">
                  <a16:creationId xmlns:a16="http://schemas.microsoft.com/office/drawing/2014/main" id="{B176778D-A7F2-DC60-C9E8-F1EA387049B8}"/>
                </a:ext>
              </a:extLst>
            </p:cNvPr>
            <p:cNvSpPr>
              <a:spLocks/>
            </p:cNvSpPr>
            <p:nvPr/>
          </p:nvSpPr>
          <p:spPr bwMode="auto">
            <a:xfrm>
              <a:off x="2060" y="3965"/>
              <a:ext cx="7" cy="8"/>
            </a:xfrm>
            <a:custGeom>
              <a:avLst/>
              <a:gdLst>
                <a:gd name="T0" fmla="*/ 0 w 26"/>
                <a:gd name="T1" fmla="*/ 0 h 34"/>
                <a:gd name="T2" fmla="*/ 0 w 26"/>
                <a:gd name="T3" fmla="*/ 0 h 34"/>
                <a:gd name="T4" fmla="*/ 0 w 26"/>
                <a:gd name="T5" fmla="*/ 0 h 34"/>
                <a:gd name="T6" fmla="*/ 0 w 26"/>
                <a:gd name="T7" fmla="*/ 0 h 34"/>
                <a:gd name="T8" fmla="*/ 0 w 26"/>
                <a:gd name="T9" fmla="*/ 0 h 34"/>
                <a:gd name="T10" fmla="*/ 0 w 26"/>
                <a:gd name="T11" fmla="*/ 0 h 34"/>
                <a:gd name="T12" fmla="*/ 0 w 26"/>
                <a:gd name="T13" fmla="*/ 0 h 34"/>
                <a:gd name="T14" fmla="*/ 0 w 26"/>
                <a:gd name="T15" fmla="*/ 0 h 34"/>
                <a:gd name="T16" fmla="*/ 0 w 26"/>
                <a:gd name="T17" fmla="*/ 0 h 34"/>
                <a:gd name="T18" fmla="*/ 0 w 26"/>
                <a:gd name="T19" fmla="*/ 0 h 34"/>
                <a:gd name="T20" fmla="*/ 0 w 26"/>
                <a:gd name="T21" fmla="*/ 0 h 34"/>
                <a:gd name="T22" fmla="*/ 0 w 26"/>
                <a:gd name="T23" fmla="*/ 0 h 34"/>
                <a:gd name="T24" fmla="*/ 0 w 26"/>
                <a:gd name="T25" fmla="*/ 0 h 34"/>
                <a:gd name="T26" fmla="*/ 0 w 26"/>
                <a:gd name="T27" fmla="*/ 0 h 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6" h="34">
                  <a:moveTo>
                    <a:pt x="26" y="25"/>
                  </a:moveTo>
                  <a:lnTo>
                    <a:pt x="21" y="0"/>
                  </a:lnTo>
                  <a:lnTo>
                    <a:pt x="20" y="1"/>
                  </a:lnTo>
                  <a:lnTo>
                    <a:pt x="17" y="4"/>
                  </a:lnTo>
                  <a:lnTo>
                    <a:pt x="11" y="10"/>
                  </a:lnTo>
                  <a:lnTo>
                    <a:pt x="4" y="20"/>
                  </a:lnTo>
                  <a:lnTo>
                    <a:pt x="1" y="25"/>
                  </a:lnTo>
                  <a:lnTo>
                    <a:pt x="0" y="29"/>
                  </a:lnTo>
                  <a:lnTo>
                    <a:pt x="0" y="32"/>
                  </a:lnTo>
                  <a:lnTo>
                    <a:pt x="3" y="34"/>
                  </a:lnTo>
                  <a:lnTo>
                    <a:pt x="6" y="34"/>
                  </a:lnTo>
                  <a:lnTo>
                    <a:pt x="12" y="33"/>
                  </a:lnTo>
                  <a:lnTo>
                    <a:pt x="18" y="30"/>
                  </a:lnTo>
                  <a:lnTo>
                    <a:pt x="26" y="25"/>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30" name="Freeform 629">
              <a:extLst>
                <a:ext uri="{FF2B5EF4-FFF2-40B4-BE49-F238E27FC236}">
                  <a16:creationId xmlns:a16="http://schemas.microsoft.com/office/drawing/2014/main" id="{27C6D86D-8EB7-BBD6-E139-5099801A409A}"/>
                </a:ext>
              </a:extLst>
            </p:cNvPr>
            <p:cNvSpPr>
              <a:spLocks/>
            </p:cNvSpPr>
            <p:nvPr/>
          </p:nvSpPr>
          <p:spPr bwMode="auto">
            <a:xfrm>
              <a:off x="2060" y="3965"/>
              <a:ext cx="7" cy="8"/>
            </a:xfrm>
            <a:custGeom>
              <a:avLst/>
              <a:gdLst>
                <a:gd name="T0" fmla="*/ 0 w 26"/>
                <a:gd name="T1" fmla="*/ 0 h 34"/>
                <a:gd name="T2" fmla="*/ 0 w 26"/>
                <a:gd name="T3" fmla="*/ 0 h 34"/>
                <a:gd name="T4" fmla="*/ 0 w 26"/>
                <a:gd name="T5" fmla="*/ 0 h 34"/>
                <a:gd name="T6" fmla="*/ 0 w 26"/>
                <a:gd name="T7" fmla="*/ 0 h 34"/>
                <a:gd name="T8" fmla="*/ 0 w 26"/>
                <a:gd name="T9" fmla="*/ 0 h 34"/>
                <a:gd name="T10" fmla="*/ 0 w 26"/>
                <a:gd name="T11" fmla="*/ 0 h 34"/>
                <a:gd name="T12" fmla="*/ 0 w 26"/>
                <a:gd name="T13" fmla="*/ 0 h 34"/>
                <a:gd name="T14" fmla="*/ 0 w 26"/>
                <a:gd name="T15" fmla="*/ 0 h 34"/>
                <a:gd name="T16" fmla="*/ 0 w 26"/>
                <a:gd name="T17" fmla="*/ 0 h 34"/>
                <a:gd name="T18" fmla="*/ 0 w 26"/>
                <a:gd name="T19" fmla="*/ 0 h 34"/>
                <a:gd name="T20" fmla="*/ 0 w 26"/>
                <a:gd name="T21" fmla="*/ 0 h 34"/>
                <a:gd name="T22" fmla="*/ 0 w 26"/>
                <a:gd name="T23" fmla="*/ 0 h 34"/>
                <a:gd name="T24" fmla="*/ 0 w 26"/>
                <a:gd name="T25" fmla="*/ 0 h 34"/>
                <a:gd name="T26" fmla="*/ 0 w 26"/>
                <a:gd name="T27" fmla="*/ 0 h 34"/>
                <a:gd name="T28" fmla="*/ 0 w 26"/>
                <a:gd name="T29" fmla="*/ 0 h 34"/>
                <a:gd name="T30" fmla="*/ 0 w 26"/>
                <a:gd name="T31" fmla="*/ 0 h 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6" h="34">
                  <a:moveTo>
                    <a:pt x="26" y="25"/>
                  </a:moveTo>
                  <a:lnTo>
                    <a:pt x="21" y="0"/>
                  </a:lnTo>
                  <a:lnTo>
                    <a:pt x="20" y="1"/>
                  </a:lnTo>
                  <a:lnTo>
                    <a:pt x="17" y="4"/>
                  </a:lnTo>
                  <a:lnTo>
                    <a:pt x="11" y="10"/>
                  </a:lnTo>
                  <a:lnTo>
                    <a:pt x="4" y="20"/>
                  </a:lnTo>
                  <a:lnTo>
                    <a:pt x="1" y="25"/>
                  </a:lnTo>
                  <a:lnTo>
                    <a:pt x="0" y="29"/>
                  </a:lnTo>
                  <a:lnTo>
                    <a:pt x="0" y="32"/>
                  </a:lnTo>
                  <a:lnTo>
                    <a:pt x="3" y="34"/>
                  </a:lnTo>
                  <a:lnTo>
                    <a:pt x="6" y="34"/>
                  </a:lnTo>
                  <a:lnTo>
                    <a:pt x="12" y="33"/>
                  </a:lnTo>
                  <a:lnTo>
                    <a:pt x="18" y="30"/>
                  </a:lnTo>
                  <a:lnTo>
                    <a:pt x="26" y="2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31" name="Freeform 630">
              <a:extLst>
                <a:ext uri="{FF2B5EF4-FFF2-40B4-BE49-F238E27FC236}">
                  <a16:creationId xmlns:a16="http://schemas.microsoft.com/office/drawing/2014/main" id="{7CFD2730-62B2-14FC-8AF8-70198B54C09E}"/>
                </a:ext>
              </a:extLst>
            </p:cNvPr>
            <p:cNvSpPr>
              <a:spLocks/>
            </p:cNvSpPr>
            <p:nvPr/>
          </p:nvSpPr>
          <p:spPr bwMode="auto">
            <a:xfrm>
              <a:off x="2017" y="4045"/>
              <a:ext cx="5" cy="15"/>
            </a:xfrm>
            <a:custGeom>
              <a:avLst/>
              <a:gdLst>
                <a:gd name="T0" fmla="*/ 0 w 24"/>
                <a:gd name="T1" fmla="*/ 0 h 59"/>
                <a:gd name="T2" fmla="*/ 0 w 24"/>
                <a:gd name="T3" fmla="*/ 0 h 59"/>
                <a:gd name="T4" fmla="*/ 0 w 24"/>
                <a:gd name="T5" fmla="*/ 0 h 59"/>
                <a:gd name="T6" fmla="*/ 0 w 24"/>
                <a:gd name="T7" fmla="*/ 0 h 59"/>
                <a:gd name="T8" fmla="*/ 0 w 24"/>
                <a:gd name="T9" fmla="*/ 0 h 59"/>
                <a:gd name="T10" fmla="*/ 0 w 24"/>
                <a:gd name="T11" fmla="*/ 0 h 59"/>
                <a:gd name="T12" fmla="*/ 0 w 24"/>
                <a:gd name="T13" fmla="*/ 0 h 59"/>
                <a:gd name="T14" fmla="*/ 0 w 24"/>
                <a:gd name="T15" fmla="*/ 0 h 59"/>
                <a:gd name="T16" fmla="*/ 0 w 24"/>
                <a:gd name="T17" fmla="*/ 0 h 59"/>
                <a:gd name="T18" fmla="*/ 0 w 24"/>
                <a:gd name="T19" fmla="*/ 0 h 59"/>
                <a:gd name="T20" fmla="*/ 0 w 24"/>
                <a:gd name="T21" fmla="*/ 0 h 59"/>
                <a:gd name="T22" fmla="*/ 0 w 24"/>
                <a:gd name="T23" fmla="*/ 0 h 59"/>
                <a:gd name="T24" fmla="*/ 0 w 24"/>
                <a:gd name="T25" fmla="*/ 0 h 59"/>
                <a:gd name="T26" fmla="*/ 0 w 24"/>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59">
                  <a:moveTo>
                    <a:pt x="22" y="39"/>
                  </a:moveTo>
                  <a:lnTo>
                    <a:pt x="5" y="0"/>
                  </a:lnTo>
                  <a:lnTo>
                    <a:pt x="5" y="2"/>
                  </a:lnTo>
                  <a:lnTo>
                    <a:pt x="4" y="6"/>
                  </a:lnTo>
                  <a:lnTo>
                    <a:pt x="2" y="14"/>
                  </a:lnTo>
                  <a:lnTo>
                    <a:pt x="0" y="25"/>
                  </a:lnTo>
                  <a:lnTo>
                    <a:pt x="0" y="32"/>
                  </a:lnTo>
                  <a:lnTo>
                    <a:pt x="3" y="41"/>
                  </a:lnTo>
                  <a:lnTo>
                    <a:pt x="7" y="50"/>
                  </a:lnTo>
                  <a:lnTo>
                    <a:pt x="12" y="56"/>
                  </a:lnTo>
                  <a:lnTo>
                    <a:pt x="17" y="59"/>
                  </a:lnTo>
                  <a:lnTo>
                    <a:pt x="21" y="59"/>
                  </a:lnTo>
                  <a:lnTo>
                    <a:pt x="24" y="53"/>
                  </a:lnTo>
                  <a:lnTo>
                    <a:pt x="22" y="39"/>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32" name="Freeform 631">
              <a:extLst>
                <a:ext uri="{FF2B5EF4-FFF2-40B4-BE49-F238E27FC236}">
                  <a16:creationId xmlns:a16="http://schemas.microsoft.com/office/drawing/2014/main" id="{366250BF-E25F-61AF-7699-7D050F104644}"/>
                </a:ext>
              </a:extLst>
            </p:cNvPr>
            <p:cNvSpPr>
              <a:spLocks/>
            </p:cNvSpPr>
            <p:nvPr/>
          </p:nvSpPr>
          <p:spPr bwMode="auto">
            <a:xfrm>
              <a:off x="2017" y="4045"/>
              <a:ext cx="5" cy="15"/>
            </a:xfrm>
            <a:custGeom>
              <a:avLst/>
              <a:gdLst>
                <a:gd name="T0" fmla="*/ 0 w 24"/>
                <a:gd name="T1" fmla="*/ 0 h 59"/>
                <a:gd name="T2" fmla="*/ 0 w 24"/>
                <a:gd name="T3" fmla="*/ 0 h 59"/>
                <a:gd name="T4" fmla="*/ 0 w 24"/>
                <a:gd name="T5" fmla="*/ 0 h 59"/>
                <a:gd name="T6" fmla="*/ 0 w 24"/>
                <a:gd name="T7" fmla="*/ 0 h 59"/>
                <a:gd name="T8" fmla="*/ 0 w 24"/>
                <a:gd name="T9" fmla="*/ 0 h 59"/>
                <a:gd name="T10" fmla="*/ 0 w 24"/>
                <a:gd name="T11" fmla="*/ 0 h 59"/>
                <a:gd name="T12" fmla="*/ 0 w 24"/>
                <a:gd name="T13" fmla="*/ 0 h 59"/>
                <a:gd name="T14" fmla="*/ 0 w 24"/>
                <a:gd name="T15" fmla="*/ 0 h 59"/>
                <a:gd name="T16" fmla="*/ 0 w 24"/>
                <a:gd name="T17" fmla="*/ 0 h 59"/>
                <a:gd name="T18" fmla="*/ 0 w 24"/>
                <a:gd name="T19" fmla="*/ 0 h 59"/>
                <a:gd name="T20" fmla="*/ 0 w 24"/>
                <a:gd name="T21" fmla="*/ 0 h 59"/>
                <a:gd name="T22" fmla="*/ 0 w 24"/>
                <a:gd name="T23" fmla="*/ 0 h 59"/>
                <a:gd name="T24" fmla="*/ 0 w 24"/>
                <a:gd name="T25" fmla="*/ 0 h 59"/>
                <a:gd name="T26" fmla="*/ 0 w 24"/>
                <a:gd name="T27" fmla="*/ 0 h 59"/>
                <a:gd name="T28" fmla="*/ 0 w 24"/>
                <a:gd name="T29" fmla="*/ 0 h 59"/>
                <a:gd name="T30" fmla="*/ 0 w 24"/>
                <a:gd name="T31" fmla="*/ 0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59">
                  <a:moveTo>
                    <a:pt x="22" y="39"/>
                  </a:moveTo>
                  <a:lnTo>
                    <a:pt x="5" y="0"/>
                  </a:lnTo>
                  <a:lnTo>
                    <a:pt x="5" y="2"/>
                  </a:lnTo>
                  <a:lnTo>
                    <a:pt x="4" y="6"/>
                  </a:lnTo>
                  <a:lnTo>
                    <a:pt x="2" y="14"/>
                  </a:lnTo>
                  <a:lnTo>
                    <a:pt x="0" y="25"/>
                  </a:lnTo>
                  <a:lnTo>
                    <a:pt x="0" y="32"/>
                  </a:lnTo>
                  <a:lnTo>
                    <a:pt x="3" y="41"/>
                  </a:lnTo>
                  <a:lnTo>
                    <a:pt x="7" y="50"/>
                  </a:lnTo>
                  <a:lnTo>
                    <a:pt x="12" y="56"/>
                  </a:lnTo>
                  <a:lnTo>
                    <a:pt x="17" y="59"/>
                  </a:lnTo>
                  <a:lnTo>
                    <a:pt x="21" y="59"/>
                  </a:lnTo>
                  <a:lnTo>
                    <a:pt x="24" y="53"/>
                  </a:lnTo>
                  <a:lnTo>
                    <a:pt x="22" y="3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33" name="Freeform 632">
              <a:extLst>
                <a:ext uri="{FF2B5EF4-FFF2-40B4-BE49-F238E27FC236}">
                  <a16:creationId xmlns:a16="http://schemas.microsoft.com/office/drawing/2014/main" id="{C29F6490-A943-166E-9640-F2D5136B5BDC}"/>
                </a:ext>
              </a:extLst>
            </p:cNvPr>
            <p:cNvSpPr>
              <a:spLocks/>
            </p:cNvSpPr>
            <p:nvPr/>
          </p:nvSpPr>
          <p:spPr bwMode="auto">
            <a:xfrm>
              <a:off x="2216" y="4028"/>
              <a:ext cx="6" cy="7"/>
            </a:xfrm>
            <a:custGeom>
              <a:avLst/>
              <a:gdLst>
                <a:gd name="T0" fmla="*/ 0 w 21"/>
                <a:gd name="T1" fmla="*/ 0 h 27"/>
                <a:gd name="T2" fmla="*/ 0 w 21"/>
                <a:gd name="T3" fmla="*/ 0 h 27"/>
                <a:gd name="T4" fmla="*/ 0 w 21"/>
                <a:gd name="T5" fmla="*/ 0 h 27"/>
                <a:gd name="T6" fmla="*/ 0 w 21"/>
                <a:gd name="T7" fmla="*/ 0 h 27"/>
                <a:gd name="T8" fmla="*/ 0 w 21"/>
                <a:gd name="T9" fmla="*/ 0 h 27"/>
                <a:gd name="T10" fmla="*/ 0 w 21"/>
                <a:gd name="T11" fmla="*/ 0 h 27"/>
                <a:gd name="T12" fmla="*/ 0 w 21"/>
                <a:gd name="T13" fmla="*/ 0 h 27"/>
                <a:gd name="T14" fmla="*/ 0 w 21"/>
                <a:gd name="T15" fmla="*/ 0 h 27"/>
                <a:gd name="T16" fmla="*/ 0 w 21"/>
                <a:gd name="T17" fmla="*/ 0 h 27"/>
                <a:gd name="T18" fmla="*/ 0 w 21"/>
                <a:gd name="T19" fmla="*/ 0 h 27"/>
                <a:gd name="T20" fmla="*/ 0 w 21"/>
                <a:gd name="T21" fmla="*/ 0 h 27"/>
                <a:gd name="T22" fmla="*/ 0 w 21"/>
                <a:gd name="T23" fmla="*/ 0 h 27"/>
                <a:gd name="T24" fmla="*/ 0 w 21"/>
                <a:gd name="T25" fmla="*/ 0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27">
                  <a:moveTo>
                    <a:pt x="7" y="27"/>
                  </a:moveTo>
                  <a:lnTo>
                    <a:pt x="4" y="24"/>
                  </a:lnTo>
                  <a:lnTo>
                    <a:pt x="0" y="17"/>
                  </a:lnTo>
                  <a:lnTo>
                    <a:pt x="0" y="8"/>
                  </a:lnTo>
                  <a:lnTo>
                    <a:pt x="10" y="1"/>
                  </a:lnTo>
                  <a:lnTo>
                    <a:pt x="17" y="0"/>
                  </a:lnTo>
                  <a:lnTo>
                    <a:pt x="20" y="2"/>
                  </a:lnTo>
                  <a:lnTo>
                    <a:pt x="21" y="5"/>
                  </a:lnTo>
                  <a:lnTo>
                    <a:pt x="20" y="10"/>
                  </a:lnTo>
                  <a:lnTo>
                    <a:pt x="17" y="17"/>
                  </a:lnTo>
                  <a:lnTo>
                    <a:pt x="14" y="22"/>
                  </a:lnTo>
                  <a:lnTo>
                    <a:pt x="10" y="26"/>
                  </a:lnTo>
                  <a:lnTo>
                    <a:pt x="7" y="2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34" name="Freeform 633">
              <a:extLst>
                <a:ext uri="{FF2B5EF4-FFF2-40B4-BE49-F238E27FC236}">
                  <a16:creationId xmlns:a16="http://schemas.microsoft.com/office/drawing/2014/main" id="{63B06E37-0123-D261-21F9-903031FBBB20}"/>
                </a:ext>
              </a:extLst>
            </p:cNvPr>
            <p:cNvSpPr>
              <a:spLocks/>
            </p:cNvSpPr>
            <p:nvPr/>
          </p:nvSpPr>
          <p:spPr bwMode="auto">
            <a:xfrm>
              <a:off x="2216" y="4028"/>
              <a:ext cx="6" cy="7"/>
            </a:xfrm>
            <a:custGeom>
              <a:avLst/>
              <a:gdLst>
                <a:gd name="T0" fmla="*/ 0 w 21"/>
                <a:gd name="T1" fmla="*/ 0 h 27"/>
                <a:gd name="T2" fmla="*/ 0 w 21"/>
                <a:gd name="T3" fmla="*/ 0 h 27"/>
                <a:gd name="T4" fmla="*/ 0 w 21"/>
                <a:gd name="T5" fmla="*/ 0 h 27"/>
                <a:gd name="T6" fmla="*/ 0 w 21"/>
                <a:gd name="T7" fmla="*/ 0 h 27"/>
                <a:gd name="T8" fmla="*/ 0 w 21"/>
                <a:gd name="T9" fmla="*/ 0 h 27"/>
                <a:gd name="T10" fmla="*/ 0 w 21"/>
                <a:gd name="T11" fmla="*/ 0 h 27"/>
                <a:gd name="T12" fmla="*/ 0 w 21"/>
                <a:gd name="T13" fmla="*/ 0 h 27"/>
                <a:gd name="T14" fmla="*/ 0 w 21"/>
                <a:gd name="T15" fmla="*/ 0 h 27"/>
                <a:gd name="T16" fmla="*/ 0 w 21"/>
                <a:gd name="T17" fmla="*/ 0 h 27"/>
                <a:gd name="T18" fmla="*/ 0 w 21"/>
                <a:gd name="T19" fmla="*/ 0 h 27"/>
                <a:gd name="T20" fmla="*/ 0 w 21"/>
                <a:gd name="T21" fmla="*/ 0 h 27"/>
                <a:gd name="T22" fmla="*/ 0 w 21"/>
                <a:gd name="T23" fmla="*/ 0 h 27"/>
                <a:gd name="T24" fmla="*/ 0 w 21"/>
                <a:gd name="T25" fmla="*/ 0 h 27"/>
                <a:gd name="T26" fmla="*/ 0 w 21"/>
                <a:gd name="T27" fmla="*/ 0 h 27"/>
                <a:gd name="T28" fmla="*/ 0 w 21"/>
                <a:gd name="T29" fmla="*/ 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27">
                  <a:moveTo>
                    <a:pt x="7" y="27"/>
                  </a:moveTo>
                  <a:lnTo>
                    <a:pt x="7" y="27"/>
                  </a:lnTo>
                  <a:lnTo>
                    <a:pt x="4" y="24"/>
                  </a:lnTo>
                  <a:lnTo>
                    <a:pt x="0" y="17"/>
                  </a:lnTo>
                  <a:lnTo>
                    <a:pt x="0" y="8"/>
                  </a:lnTo>
                  <a:lnTo>
                    <a:pt x="10" y="1"/>
                  </a:lnTo>
                  <a:lnTo>
                    <a:pt x="17" y="0"/>
                  </a:lnTo>
                  <a:lnTo>
                    <a:pt x="20" y="2"/>
                  </a:lnTo>
                  <a:lnTo>
                    <a:pt x="21" y="5"/>
                  </a:lnTo>
                  <a:lnTo>
                    <a:pt x="20" y="10"/>
                  </a:lnTo>
                  <a:lnTo>
                    <a:pt x="17" y="17"/>
                  </a:lnTo>
                  <a:lnTo>
                    <a:pt x="14" y="22"/>
                  </a:lnTo>
                  <a:lnTo>
                    <a:pt x="10" y="26"/>
                  </a:lnTo>
                  <a:lnTo>
                    <a:pt x="7" y="2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35" name="Freeform 634">
              <a:extLst>
                <a:ext uri="{FF2B5EF4-FFF2-40B4-BE49-F238E27FC236}">
                  <a16:creationId xmlns:a16="http://schemas.microsoft.com/office/drawing/2014/main" id="{C34EC3D0-0CA6-523E-8947-BC9E36D26776}"/>
                </a:ext>
              </a:extLst>
            </p:cNvPr>
            <p:cNvSpPr>
              <a:spLocks/>
            </p:cNvSpPr>
            <p:nvPr/>
          </p:nvSpPr>
          <p:spPr bwMode="auto">
            <a:xfrm>
              <a:off x="2243" y="4003"/>
              <a:ext cx="4" cy="6"/>
            </a:xfrm>
            <a:custGeom>
              <a:avLst/>
              <a:gdLst>
                <a:gd name="T0" fmla="*/ 0 w 17"/>
                <a:gd name="T1" fmla="*/ 0 h 26"/>
                <a:gd name="T2" fmla="*/ 0 w 17"/>
                <a:gd name="T3" fmla="*/ 0 h 26"/>
                <a:gd name="T4" fmla="*/ 0 w 17"/>
                <a:gd name="T5" fmla="*/ 0 h 26"/>
                <a:gd name="T6" fmla="*/ 0 w 17"/>
                <a:gd name="T7" fmla="*/ 0 h 26"/>
                <a:gd name="T8" fmla="*/ 0 w 17"/>
                <a:gd name="T9" fmla="*/ 0 h 26"/>
                <a:gd name="T10" fmla="*/ 0 w 17"/>
                <a:gd name="T11" fmla="*/ 0 h 26"/>
                <a:gd name="T12" fmla="*/ 0 w 17"/>
                <a:gd name="T13" fmla="*/ 0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26">
                  <a:moveTo>
                    <a:pt x="17" y="23"/>
                  </a:moveTo>
                  <a:lnTo>
                    <a:pt x="0" y="0"/>
                  </a:lnTo>
                  <a:lnTo>
                    <a:pt x="0" y="26"/>
                  </a:lnTo>
                  <a:lnTo>
                    <a:pt x="1" y="26"/>
                  </a:lnTo>
                  <a:lnTo>
                    <a:pt x="5" y="26"/>
                  </a:lnTo>
                  <a:lnTo>
                    <a:pt x="10" y="26"/>
                  </a:lnTo>
                  <a:lnTo>
                    <a:pt x="17" y="23"/>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36" name="Freeform 635">
              <a:extLst>
                <a:ext uri="{FF2B5EF4-FFF2-40B4-BE49-F238E27FC236}">
                  <a16:creationId xmlns:a16="http://schemas.microsoft.com/office/drawing/2014/main" id="{5E3A1645-09F6-561B-16AE-A5386F2635DA}"/>
                </a:ext>
              </a:extLst>
            </p:cNvPr>
            <p:cNvSpPr>
              <a:spLocks/>
            </p:cNvSpPr>
            <p:nvPr/>
          </p:nvSpPr>
          <p:spPr bwMode="auto">
            <a:xfrm>
              <a:off x="2243" y="4003"/>
              <a:ext cx="4" cy="6"/>
            </a:xfrm>
            <a:custGeom>
              <a:avLst/>
              <a:gdLst>
                <a:gd name="T0" fmla="*/ 0 w 17"/>
                <a:gd name="T1" fmla="*/ 0 h 26"/>
                <a:gd name="T2" fmla="*/ 0 w 17"/>
                <a:gd name="T3" fmla="*/ 0 h 26"/>
                <a:gd name="T4" fmla="*/ 0 w 17"/>
                <a:gd name="T5" fmla="*/ 0 h 26"/>
                <a:gd name="T6" fmla="*/ 0 w 17"/>
                <a:gd name="T7" fmla="*/ 0 h 26"/>
                <a:gd name="T8" fmla="*/ 0 w 17"/>
                <a:gd name="T9" fmla="*/ 0 h 26"/>
                <a:gd name="T10" fmla="*/ 0 w 17"/>
                <a:gd name="T11" fmla="*/ 0 h 26"/>
                <a:gd name="T12" fmla="*/ 0 w 17"/>
                <a:gd name="T13" fmla="*/ 0 h 26"/>
                <a:gd name="T14" fmla="*/ 0 w 17"/>
                <a:gd name="T15" fmla="*/ 0 h 2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26">
                  <a:moveTo>
                    <a:pt x="17" y="23"/>
                  </a:moveTo>
                  <a:lnTo>
                    <a:pt x="0" y="0"/>
                  </a:lnTo>
                  <a:lnTo>
                    <a:pt x="0" y="26"/>
                  </a:lnTo>
                  <a:lnTo>
                    <a:pt x="1" y="26"/>
                  </a:lnTo>
                  <a:lnTo>
                    <a:pt x="5" y="26"/>
                  </a:lnTo>
                  <a:lnTo>
                    <a:pt x="10" y="26"/>
                  </a:lnTo>
                  <a:lnTo>
                    <a:pt x="17"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37" name="Freeform 636">
              <a:extLst>
                <a:ext uri="{FF2B5EF4-FFF2-40B4-BE49-F238E27FC236}">
                  <a16:creationId xmlns:a16="http://schemas.microsoft.com/office/drawing/2014/main" id="{503CDEBF-3662-0AE6-53B3-91905DB27622}"/>
                </a:ext>
              </a:extLst>
            </p:cNvPr>
            <p:cNvSpPr>
              <a:spLocks/>
            </p:cNvSpPr>
            <p:nvPr/>
          </p:nvSpPr>
          <p:spPr bwMode="auto">
            <a:xfrm>
              <a:off x="2243" y="3991"/>
              <a:ext cx="10" cy="6"/>
            </a:xfrm>
            <a:custGeom>
              <a:avLst/>
              <a:gdLst>
                <a:gd name="T0" fmla="*/ 0 w 41"/>
                <a:gd name="T1" fmla="*/ 0 h 26"/>
                <a:gd name="T2" fmla="*/ 0 w 41"/>
                <a:gd name="T3" fmla="*/ 0 h 26"/>
                <a:gd name="T4" fmla="*/ 0 w 41"/>
                <a:gd name="T5" fmla="*/ 0 h 26"/>
                <a:gd name="T6" fmla="*/ 0 w 41"/>
                <a:gd name="T7" fmla="*/ 0 h 26"/>
                <a:gd name="T8" fmla="*/ 0 w 41"/>
                <a:gd name="T9" fmla="*/ 0 h 26"/>
                <a:gd name="T10" fmla="*/ 0 w 41"/>
                <a:gd name="T11" fmla="*/ 0 h 26"/>
                <a:gd name="T12" fmla="*/ 0 w 41"/>
                <a:gd name="T13" fmla="*/ 0 h 26"/>
                <a:gd name="T14" fmla="*/ 0 w 41"/>
                <a:gd name="T15" fmla="*/ 0 h 26"/>
                <a:gd name="T16" fmla="*/ 0 w 41"/>
                <a:gd name="T17" fmla="*/ 0 h 26"/>
                <a:gd name="T18" fmla="*/ 0 w 41"/>
                <a:gd name="T19" fmla="*/ 0 h 26"/>
                <a:gd name="T20" fmla="*/ 0 w 41"/>
                <a:gd name="T21" fmla="*/ 0 h 26"/>
                <a:gd name="T22" fmla="*/ 0 w 41"/>
                <a:gd name="T23" fmla="*/ 0 h 26"/>
                <a:gd name="T24" fmla="*/ 0 w 41"/>
                <a:gd name="T25" fmla="*/ 0 h 26"/>
                <a:gd name="T26" fmla="*/ 0 w 41"/>
                <a:gd name="T27" fmla="*/ 0 h 26"/>
                <a:gd name="T28" fmla="*/ 0 w 41"/>
                <a:gd name="T29" fmla="*/ 0 h 26"/>
                <a:gd name="T30" fmla="*/ 0 w 41"/>
                <a:gd name="T31" fmla="*/ 0 h 26"/>
                <a:gd name="T32" fmla="*/ 0 w 41"/>
                <a:gd name="T33" fmla="*/ 0 h 26"/>
                <a:gd name="T34" fmla="*/ 0 w 41"/>
                <a:gd name="T35" fmla="*/ 0 h 26"/>
                <a:gd name="T36" fmla="*/ 0 w 41"/>
                <a:gd name="T37" fmla="*/ 0 h 26"/>
                <a:gd name="T38" fmla="*/ 0 w 41"/>
                <a:gd name="T39" fmla="*/ 0 h 26"/>
                <a:gd name="T40" fmla="*/ 0 w 41"/>
                <a:gd name="T41" fmla="*/ 0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30" y="26"/>
                  </a:moveTo>
                  <a:lnTo>
                    <a:pt x="29" y="25"/>
                  </a:lnTo>
                  <a:lnTo>
                    <a:pt x="25" y="22"/>
                  </a:lnTo>
                  <a:lnTo>
                    <a:pt x="18" y="18"/>
                  </a:lnTo>
                  <a:lnTo>
                    <a:pt x="7" y="15"/>
                  </a:lnTo>
                  <a:lnTo>
                    <a:pt x="2" y="14"/>
                  </a:lnTo>
                  <a:lnTo>
                    <a:pt x="0" y="12"/>
                  </a:lnTo>
                  <a:lnTo>
                    <a:pt x="0" y="10"/>
                  </a:lnTo>
                  <a:lnTo>
                    <a:pt x="2" y="7"/>
                  </a:lnTo>
                  <a:lnTo>
                    <a:pt x="5" y="5"/>
                  </a:lnTo>
                  <a:lnTo>
                    <a:pt x="9" y="3"/>
                  </a:lnTo>
                  <a:lnTo>
                    <a:pt x="16" y="1"/>
                  </a:lnTo>
                  <a:lnTo>
                    <a:pt x="22" y="0"/>
                  </a:lnTo>
                  <a:lnTo>
                    <a:pt x="32" y="0"/>
                  </a:lnTo>
                  <a:lnTo>
                    <a:pt x="38" y="3"/>
                  </a:lnTo>
                  <a:lnTo>
                    <a:pt x="40" y="6"/>
                  </a:lnTo>
                  <a:lnTo>
                    <a:pt x="41" y="9"/>
                  </a:lnTo>
                  <a:lnTo>
                    <a:pt x="40" y="11"/>
                  </a:lnTo>
                  <a:lnTo>
                    <a:pt x="37" y="16"/>
                  </a:lnTo>
                  <a:lnTo>
                    <a:pt x="34" y="22"/>
                  </a:lnTo>
                  <a:lnTo>
                    <a:pt x="30" y="2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38" name="Freeform 637">
              <a:extLst>
                <a:ext uri="{FF2B5EF4-FFF2-40B4-BE49-F238E27FC236}">
                  <a16:creationId xmlns:a16="http://schemas.microsoft.com/office/drawing/2014/main" id="{90FAB6DC-8C55-BCCD-B1D3-CA61EA882BC2}"/>
                </a:ext>
              </a:extLst>
            </p:cNvPr>
            <p:cNvSpPr>
              <a:spLocks/>
            </p:cNvSpPr>
            <p:nvPr/>
          </p:nvSpPr>
          <p:spPr bwMode="auto">
            <a:xfrm>
              <a:off x="2243" y="3991"/>
              <a:ext cx="10" cy="6"/>
            </a:xfrm>
            <a:custGeom>
              <a:avLst/>
              <a:gdLst>
                <a:gd name="T0" fmla="*/ 0 w 41"/>
                <a:gd name="T1" fmla="*/ 0 h 26"/>
                <a:gd name="T2" fmla="*/ 0 w 41"/>
                <a:gd name="T3" fmla="*/ 0 h 26"/>
                <a:gd name="T4" fmla="*/ 0 w 41"/>
                <a:gd name="T5" fmla="*/ 0 h 26"/>
                <a:gd name="T6" fmla="*/ 0 w 41"/>
                <a:gd name="T7" fmla="*/ 0 h 26"/>
                <a:gd name="T8" fmla="*/ 0 w 41"/>
                <a:gd name="T9" fmla="*/ 0 h 26"/>
                <a:gd name="T10" fmla="*/ 0 w 41"/>
                <a:gd name="T11" fmla="*/ 0 h 26"/>
                <a:gd name="T12" fmla="*/ 0 w 41"/>
                <a:gd name="T13" fmla="*/ 0 h 26"/>
                <a:gd name="T14" fmla="*/ 0 w 41"/>
                <a:gd name="T15" fmla="*/ 0 h 26"/>
                <a:gd name="T16" fmla="*/ 0 w 41"/>
                <a:gd name="T17" fmla="*/ 0 h 26"/>
                <a:gd name="T18" fmla="*/ 0 w 41"/>
                <a:gd name="T19" fmla="*/ 0 h 26"/>
                <a:gd name="T20" fmla="*/ 0 w 41"/>
                <a:gd name="T21" fmla="*/ 0 h 26"/>
                <a:gd name="T22" fmla="*/ 0 w 41"/>
                <a:gd name="T23" fmla="*/ 0 h 26"/>
                <a:gd name="T24" fmla="*/ 0 w 41"/>
                <a:gd name="T25" fmla="*/ 0 h 26"/>
                <a:gd name="T26" fmla="*/ 0 w 41"/>
                <a:gd name="T27" fmla="*/ 0 h 26"/>
                <a:gd name="T28" fmla="*/ 0 w 41"/>
                <a:gd name="T29" fmla="*/ 0 h 26"/>
                <a:gd name="T30" fmla="*/ 0 w 41"/>
                <a:gd name="T31" fmla="*/ 0 h 26"/>
                <a:gd name="T32" fmla="*/ 0 w 41"/>
                <a:gd name="T33" fmla="*/ 0 h 26"/>
                <a:gd name="T34" fmla="*/ 0 w 41"/>
                <a:gd name="T35" fmla="*/ 0 h 26"/>
                <a:gd name="T36" fmla="*/ 0 w 41"/>
                <a:gd name="T37" fmla="*/ 0 h 26"/>
                <a:gd name="T38" fmla="*/ 0 w 41"/>
                <a:gd name="T39" fmla="*/ 0 h 26"/>
                <a:gd name="T40" fmla="*/ 0 w 41"/>
                <a:gd name="T41" fmla="*/ 0 h 26"/>
                <a:gd name="T42" fmla="*/ 0 w 41"/>
                <a:gd name="T43" fmla="*/ 0 h 26"/>
                <a:gd name="T44" fmla="*/ 0 w 41"/>
                <a:gd name="T45" fmla="*/ 0 h 26"/>
                <a:gd name="T46" fmla="*/ 0 w 41"/>
                <a:gd name="T47" fmla="*/ 0 h 26"/>
                <a:gd name="T48" fmla="*/ 0 w 41"/>
                <a:gd name="T49" fmla="*/ 0 h 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1" h="26">
                  <a:moveTo>
                    <a:pt x="30" y="26"/>
                  </a:moveTo>
                  <a:lnTo>
                    <a:pt x="30" y="26"/>
                  </a:lnTo>
                  <a:lnTo>
                    <a:pt x="29" y="25"/>
                  </a:lnTo>
                  <a:lnTo>
                    <a:pt x="25" y="22"/>
                  </a:lnTo>
                  <a:lnTo>
                    <a:pt x="18" y="18"/>
                  </a:lnTo>
                  <a:lnTo>
                    <a:pt x="7" y="15"/>
                  </a:lnTo>
                  <a:lnTo>
                    <a:pt x="2" y="14"/>
                  </a:lnTo>
                  <a:lnTo>
                    <a:pt x="0" y="12"/>
                  </a:lnTo>
                  <a:lnTo>
                    <a:pt x="0" y="10"/>
                  </a:lnTo>
                  <a:lnTo>
                    <a:pt x="2" y="7"/>
                  </a:lnTo>
                  <a:lnTo>
                    <a:pt x="5" y="5"/>
                  </a:lnTo>
                  <a:lnTo>
                    <a:pt x="9" y="3"/>
                  </a:lnTo>
                  <a:lnTo>
                    <a:pt x="16" y="1"/>
                  </a:lnTo>
                  <a:lnTo>
                    <a:pt x="22" y="0"/>
                  </a:lnTo>
                  <a:lnTo>
                    <a:pt x="32" y="0"/>
                  </a:lnTo>
                  <a:lnTo>
                    <a:pt x="38" y="3"/>
                  </a:lnTo>
                  <a:lnTo>
                    <a:pt x="40" y="6"/>
                  </a:lnTo>
                  <a:lnTo>
                    <a:pt x="41" y="9"/>
                  </a:lnTo>
                  <a:lnTo>
                    <a:pt x="40" y="11"/>
                  </a:lnTo>
                  <a:lnTo>
                    <a:pt x="37" y="16"/>
                  </a:lnTo>
                  <a:lnTo>
                    <a:pt x="34" y="22"/>
                  </a:lnTo>
                  <a:lnTo>
                    <a:pt x="30"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39" name="Freeform 638">
              <a:extLst>
                <a:ext uri="{FF2B5EF4-FFF2-40B4-BE49-F238E27FC236}">
                  <a16:creationId xmlns:a16="http://schemas.microsoft.com/office/drawing/2014/main" id="{28141541-0BAF-3650-1746-C1DB176BF250}"/>
                </a:ext>
              </a:extLst>
            </p:cNvPr>
            <p:cNvSpPr>
              <a:spLocks/>
            </p:cNvSpPr>
            <p:nvPr/>
          </p:nvSpPr>
          <p:spPr bwMode="auto">
            <a:xfrm>
              <a:off x="2265" y="4001"/>
              <a:ext cx="4" cy="8"/>
            </a:xfrm>
            <a:custGeom>
              <a:avLst/>
              <a:gdLst>
                <a:gd name="T0" fmla="*/ 0 w 14"/>
                <a:gd name="T1" fmla="*/ 0 h 34"/>
                <a:gd name="T2" fmla="*/ 0 w 14"/>
                <a:gd name="T3" fmla="*/ 0 h 34"/>
                <a:gd name="T4" fmla="*/ 0 w 14"/>
                <a:gd name="T5" fmla="*/ 0 h 34"/>
                <a:gd name="T6" fmla="*/ 0 w 14"/>
                <a:gd name="T7" fmla="*/ 0 h 34"/>
                <a:gd name="T8" fmla="*/ 0 w 14"/>
                <a:gd name="T9" fmla="*/ 0 h 34"/>
                <a:gd name="T10" fmla="*/ 0 w 14"/>
                <a:gd name="T11" fmla="*/ 0 h 34"/>
                <a:gd name="T12" fmla="*/ 0 w 14"/>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34">
                  <a:moveTo>
                    <a:pt x="0" y="11"/>
                  </a:moveTo>
                  <a:lnTo>
                    <a:pt x="8" y="34"/>
                  </a:lnTo>
                  <a:lnTo>
                    <a:pt x="14" y="0"/>
                  </a:lnTo>
                  <a:lnTo>
                    <a:pt x="13" y="1"/>
                  </a:lnTo>
                  <a:lnTo>
                    <a:pt x="9" y="4"/>
                  </a:lnTo>
                  <a:lnTo>
                    <a:pt x="5" y="7"/>
                  </a:lnTo>
                  <a:lnTo>
                    <a:pt x="0" y="11"/>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40" name="Freeform 639">
              <a:extLst>
                <a:ext uri="{FF2B5EF4-FFF2-40B4-BE49-F238E27FC236}">
                  <a16:creationId xmlns:a16="http://schemas.microsoft.com/office/drawing/2014/main" id="{E3C7CD2C-1CB4-AB22-D267-6F16CC61E4CA}"/>
                </a:ext>
              </a:extLst>
            </p:cNvPr>
            <p:cNvSpPr>
              <a:spLocks/>
            </p:cNvSpPr>
            <p:nvPr/>
          </p:nvSpPr>
          <p:spPr bwMode="auto">
            <a:xfrm>
              <a:off x="2265" y="4001"/>
              <a:ext cx="4" cy="8"/>
            </a:xfrm>
            <a:custGeom>
              <a:avLst/>
              <a:gdLst>
                <a:gd name="T0" fmla="*/ 0 w 14"/>
                <a:gd name="T1" fmla="*/ 0 h 34"/>
                <a:gd name="T2" fmla="*/ 0 w 14"/>
                <a:gd name="T3" fmla="*/ 0 h 34"/>
                <a:gd name="T4" fmla="*/ 0 w 14"/>
                <a:gd name="T5" fmla="*/ 0 h 34"/>
                <a:gd name="T6" fmla="*/ 0 w 14"/>
                <a:gd name="T7" fmla="*/ 0 h 34"/>
                <a:gd name="T8" fmla="*/ 0 w 14"/>
                <a:gd name="T9" fmla="*/ 0 h 34"/>
                <a:gd name="T10" fmla="*/ 0 w 14"/>
                <a:gd name="T11" fmla="*/ 0 h 34"/>
                <a:gd name="T12" fmla="*/ 0 w 14"/>
                <a:gd name="T13" fmla="*/ 0 h 34"/>
                <a:gd name="T14" fmla="*/ 0 w 14"/>
                <a:gd name="T15" fmla="*/ 0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34">
                  <a:moveTo>
                    <a:pt x="0" y="11"/>
                  </a:moveTo>
                  <a:lnTo>
                    <a:pt x="8" y="34"/>
                  </a:lnTo>
                  <a:lnTo>
                    <a:pt x="14" y="0"/>
                  </a:lnTo>
                  <a:lnTo>
                    <a:pt x="13" y="1"/>
                  </a:lnTo>
                  <a:lnTo>
                    <a:pt x="9" y="4"/>
                  </a:lnTo>
                  <a:lnTo>
                    <a:pt x="5" y="7"/>
                  </a:lnTo>
                  <a:lnTo>
                    <a:pt x="0" y="1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41" name="Freeform 640">
              <a:extLst>
                <a:ext uri="{FF2B5EF4-FFF2-40B4-BE49-F238E27FC236}">
                  <a16:creationId xmlns:a16="http://schemas.microsoft.com/office/drawing/2014/main" id="{2260D27C-CBA7-A2F0-6C7A-C0FA53F564A9}"/>
                </a:ext>
              </a:extLst>
            </p:cNvPr>
            <p:cNvSpPr>
              <a:spLocks/>
            </p:cNvSpPr>
            <p:nvPr/>
          </p:nvSpPr>
          <p:spPr bwMode="auto">
            <a:xfrm>
              <a:off x="2233" y="3976"/>
              <a:ext cx="6" cy="8"/>
            </a:xfrm>
            <a:custGeom>
              <a:avLst/>
              <a:gdLst>
                <a:gd name="T0" fmla="*/ 0 w 23"/>
                <a:gd name="T1" fmla="*/ 0 h 31"/>
                <a:gd name="T2" fmla="*/ 0 w 23"/>
                <a:gd name="T3" fmla="*/ 0 h 31"/>
                <a:gd name="T4" fmla="*/ 0 w 23"/>
                <a:gd name="T5" fmla="*/ 0 h 31"/>
                <a:gd name="T6" fmla="*/ 0 w 23"/>
                <a:gd name="T7" fmla="*/ 0 h 31"/>
                <a:gd name="T8" fmla="*/ 0 w 23"/>
                <a:gd name="T9" fmla="*/ 0 h 31"/>
                <a:gd name="T10" fmla="*/ 0 w 23"/>
                <a:gd name="T11" fmla="*/ 0 h 31"/>
                <a:gd name="T12" fmla="*/ 0 w 23"/>
                <a:gd name="T13" fmla="*/ 0 h 31"/>
                <a:gd name="T14" fmla="*/ 0 w 23"/>
                <a:gd name="T15" fmla="*/ 0 h 31"/>
                <a:gd name="T16" fmla="*/ 0 w 23"/>
                <a:gd name="T17" fmla="*/ 0 h 31"/>
                <a:gd name="T18" fmla="*/ 0 w 23"/>
                <a:gd name="T19" fmla="*/ 0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31">
                  <a:moveTo>
                    <a:pt x="21" y="27"/>
                  </a:moveTo>
                  <a:lnTo>
                    <a:pt x="23" y="4"/>
                  </a:lnTo>
                  <a:lnTo>
                    <a:pt x="20" y="2"/>
                  </a:lnTo>
                  <a:lnTo>
                    <a:pt x="12" y="0"/>
                  </a:lnTo>
                  <a:lnTo>
                    <a:pt x="4" y="2"/>
                  </a:lnTo>
                  <a:lnTo>
                    <a:pt x="0" y="12"/>
                  </a:lnTo>
                  <a:lnTo>
                    <a:pt x="2" y="25"/>
                  </a:lnTo>
                  <a:lnTo>
                    <a:pt x="8" y="30"/>
                  </a:lnTo>
                  <a:lnTo>
                    <a:pt x="15" y="31"/>
                  </a:lnTo>
                  <a:lnTo>
                    <a:pt x="21" y="2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42" name="Freeform 641">
              <a:extLst>
                <a:ext uri="{FF2B5EF4-FFF2-40B4-BE49-F238E27FC236}">
                  <a16:creationId xmlns:a16="http://schemas.microsoft.com/office/drawing/2014/main" id="{C3F49826-3B2D-0BD5-46D9-EBB7CFADE47E}"/>
                </a:ext>
              </a:extLst>
            </p:cNvPr>
            <p:cNvSpPr>
              <a:spLocks/>
            </p:cNvSpPr>
            <p:nvPr/>
          </p:nvSpPr>
          <p:spPr bwMode="auto">
            <a:xfrm>
              <a:off x="2233" y="3976"/>
              <a:ext cx="6" cy="8"/>
            </a:xfrm>
            <a:custGeom>
              <a:avLst/>
              <a:gdLst>
                <a:gd name="T0" fmla="*/ 0 w 23"/>
                <a:gd name="T1" fmla="*/ 0 h 31"/>
                <a:gd name="T2" fmla="*/ 0 w 23"/>
                <a:gd name="T3" fmla="*/ 0 h 31"/>
                <a:gd name="T4" fmla="*/ 0 w 23"/>
                <a:gd name="T5" fmla="*/ 0 h 31"/>
                <a:gd name="T6" fmla="*/ 0 w 23"/>
                <a:gd name="T7" fmla="*/ 0 h 31"/>
                <a:gd name="T8" fmla="*/ 0 w 23"/>
                <a:gd name="T9" fmla="*/ 0 h 31"/>
                <a:gd name="T10" fmla="*/ 0 w 23"/>
                <a:gd name="T11" fmla="*/ 0 h 31"/>
                <a:gd name="T12" fmla="*/ 0 w 23"/>
                <a:gd name="T13" fmla="*/ 0 h 31"/>
                <a:gd name="T14" fmla="*/ 0 w 23"/>
                <a:gd name="T15" fmla="*/ 0 h 31"/>
                <a:gd name="T16" fmla="*/ 0 w 23"/>
                <a:gd name="T17" fmla="*/ 0 h 31"/>
                <a:gd name="T18" fmla="*/ 0 w 23"/>
                <a:gd name="T19" fmla="*/ 0 h 31"/>
                <a:gd name="T20" fmla="*/ 0 w 23"/>
                <a:gd name="T21" fmla="*/ 0 h 31"/>
                <a:gd name="T22" fmla="*/ 0 w 23"/>
                <a:gd name="T23" fmla="*/ 0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 h="31">
                  <a:moveTo>
                    <a:pt x="21" y="27"/>
                  </a:moveTo>
                  <a:lnTo>
                    <a:pt x="23" y="4"/>
                  </a:lnTo>
                  <a:lnTo>
                    <a:pt x="20" y="2"/>
                  </a:lnTo>
                  <a:lnTo>
                    <a:pt x="12" y="0"/>
                  </a:lnTo>
                  <a:lnTo>
                    <a:pt x="4" y="2"/>
                  </a:lnTo>
                  <a:lnTo>
                    <a:pt x="0" y="12"/>
                  </a:lnTo>
                  <a:lnTo>
                    <a:pt x="2" y="25"/>
                  </a:lnTo>
                  <a:lnTo>
                    <a:pt x="8" y="30"/>
                  </a:lnTo>
                  <a:lnTo>
                    <a:pt x="15" y="31"/>
                  </a:lnTo>
                  <a:lnTo>
                    <a:pt x="21" y="2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43" name="Freeform 642">
              <a:extLst>
                <a:ext uri="{FF2B5EF4-FFF2-40B4-BE49-F238E27FC236}">
                  <a16:creationId xmlns:a16="http://schemas.microsoft.com/office/drawing/2014/main" id="{6199CE63-411E-3B29-95EE-5A6E66868798}"/>
                </a:ext>
              </a:extLst>
            </p:cNvPr>
            <p:cNvSpPr>
              <a:spLocks/>
            </p:cNvSpPr>
            <p:nvPr/>
          </p:nvSpPr>
          <p:spPr bwMode="auto">
            <a:xfrm>
              <a:off x="2245" y="3919"/>
              <a:ext cx="7" cy="10"/>
            </a:xfrm>
            <a:custGeom>
              <a:avLst/>
              <a:gdLst>
                <a:gd name="T0" fmla="*/ 0 w 32"/>
                <a:gd name="T1" fmla="*/ 0 h 39"/>
                <a:gd name="T2" fmla="*/ 0 w 32"/>
                <a:gd name="T3" fmla="*/ 0 h 39"/>
                <a:gd name="T4" fmla="*/ 0 w 32"/>
                <a:gd name="T5" fmla="*/ 0 h 39"/>
                <a:gd name="T6" fmla="*/ 0 w 32"/>
                <a:gd name="T7" fmla="*/ 0 h 39"/>
                <a:gd name="T8" fmla="*/ 0 w 32"/>
                <a:gd name="T9" fmla="*/ 0 h 39"/>
                <a:gd name="T10" fmla="*/ 0 w 32"/>
                <a:gd name="T11" fmla="*/ 0 h 39"/>
                <a:gd name="T12" fmla="*/ 0 w 32"/>
                <a:gd name="T13" fmla="*/ 0 h 39"/>
                <a:gd name="T14" fmla="*/ 0 w 32"/>
                <a:gd name="T15" fmla="*/ 0 h 39"/>
                <a:gd name="T16" fmla="*/ 0 w 32"/>
                <a:gd name="T17" fmla="*/ 0 h 39"/>
                <a:gd name="T18" fmla="*/ 0 w 32"/>
                <a:gd name="T19" fmla="*/ 0 h 39"/>
                <a:gd name="T20" fmla="*/ 0 w 32"/>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2" h="39">
                  <a:moveTo>
                    <a:pt x="32" y="28"/>
                  </a:moveTo>
                  <a:lnTo>
                    <a:pt x="32" y="0"/>
                  </a:lnTo>
                  <a:lnTo>
                    <a:pt x="6" y="20"/>
                  </a:lnTo>
                  <a:lnTo>
                    <a:pt x="4" y="24"/>
                  </a:lnTo>
                  <a:lnTo>
                    <a:pt x="0" y="32"/>
                  </a:lnTo>
                  <a:lnTo>
                    <a:pt x="1" y="39"/>
                  </a:lnTo>
                  <a:lnTo>
                    <a:pt x="12" y="39"/>
                  </a:lnTo>
                  <a:lnTo>
                    <a:pt x="23" y="35"/>
                  </a:lnTo>
                  <a:lnTo>
                    <a:pt x="27" y="33"/>
                  </a:lnTo>
                  <a:lnTo>
                    <a:pt x="29" y="32"/>
                  </a:lnTo>
                  <a:lnTo>
                    <a:pt x="32" y="2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44" name="Freeform 643">
              <a:extLst>
                <a:ext uri="{FF2B5EF4-FFF2-40B4-BE49-F238E27FC236}">
                  <a16:creationId xmlns:a16="http://schemas.microsoft.com/office/drawing/2014/main" id="{E6E4FF2C-36FC-FD76-948B-E7297573B532}"/>
                </a:ext>
              </a:extLst>
            </p:cNvPr>
            <p:cNvSpPr>
              <a:spLocks/>
            </p:cNvSpPr>
            <p:nvPr/>
          </p:nvSpPr>
          <p:spPr bwMode="auto">
            <a:xfrm>
              <a:off x="2245" y="3919"/>
              <a:ext cx="7" cy="10"/>
            </a:xfrm>
            <a:custGeom>
              <a:avLst/>
              <a:gdLst>
                <a:gd name="T0" fmla="*/ 0 w 32"/>
                <a:gd name="T1" fmla="*/ 0 h 39"/>
                <a:gd name="T2" fmla="*/ 0 w 32"/>
                <a:gd name="T3" fmla="*/ 0 h 39"/>
                <a:gd name="T4" fmla="*/ 0 w 32"/>
                <a:gd name="T5" fmla="*/ 0 h 39"/>
                <a:gd name="T6" fmla="*/ 0 w 32"/>
                <a:gd name="T7" fmla="*/ 0 h 39"/>
                <a:gd name="T8" fmla="*/ 0 w 32"/>
                <a:gd name="T9" fmla="*/ 0 h 39"/>
                <a:gd name="T10" fmla="*/ 0 w 32"/>
                <a:gd name="T11" fmla="*/ 0 h 39"/>
                <a:gd name="T12" fmla="*/ 0 w 32"/>
                <a:gd name="T13" fmla="*/ 0 h 39"/>
                <a:gd name="T14" fmla="*/ 0 w 32"/>
                <a:gd name="T15" fmla="*/ 0 h 39"/>
                <a:gd name="T16" fmla="*/ 0 w 32"/>
                <a:gd name="T17" fmla="*/ 0 h 39"/>
                <a:gd name="T18" fmla="*/ 0 w 32"/>
                <a:gd name="T19" fmla="*/ 0 h 39"/>
                <a:gd name="T20" fmla="*/ 0 w 32"/>
                <a:gd name="T21" fmla="*/ 0 h 39"/>
                <a:gd name="T22" fmla="*/ 0 w 32"/>
                <a:gd name="T23" fmla="*/ 0 h 39"/>
                <a:gd name="T24" fmla="*/ 0 w 32"/>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39">
                  <a:moveTo>
                    <a:pt x="32" y="28"/>
                  </a:moveTo>
                  <a:lnTo>
                    <a:pt x="32" y="0"/>
                  </a:lnTo>
                  <a:lnTo>
                    <a:pt x="6" y="20"/>
                  </a:lnTo>
                  <a:lnTo>
                    <a:pt x="4" y="24"/>
                  </a:lnTo>
                  <a:lnTo>
                    <a:pt x="0" y="32"/>
                  </a:lnTo>
                  <a:lnTo>
                    <a:pt x="1" y="39"/>
                  </a:lnTo>
                  <a:lnTo>
                    <a:pt x="12" y="39"/>
                  </a:lnTo>
                  <a:lnTo>
                    <a:pt x="23" y="35"/>
                  </a:lnTo>
                  <a:lnTo>
                    <a:pt x="27" y="33"/>
                  </a:lnTo>
                  <a:lnTo>
                    <a:pt x="29" y="32"/>
                  </a:lnTo>
                  <a:lnTo>
                    <a:pt x="32" y="2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45" name="Freeform 644">
              <a:extLst>
                <a:ext uri="{FF2B5EF4-FFF2-40B4-BE49-F238E27FC236}">
                  <a16:creationId xmlns:a16="http://schemas.microsoft.com/office/drawing/2014/main" id="{8B0277DE-8952-7B24-8FB0-0E6D953D99FF}"/>
                </a:ext>
              </a:extLst>
            </p:cNvPr>
            <p:cNvSpPr>
              <a:spLocks/>
            </p:cNvSpPr>
            <p:nvPr/>
          </p:nvSpPr>
          <p:spPr bwMode="auto">
            <a:xfrm>
              <a:off x="2253" y="3889"/>
              <a:ext cx="30" cy="21"/>
            </a:xfrm>
            <a:custGeom>
              <a:avLst/>
              <a:gdLst>
                <a:gd name="T0" fmla="*/ 0 w 120"/>
                <a:gd name="T1" fmla="*/ 0 h 85"/>
                <a:gd name="T2" fmla="*/ 0 w 120"/>
                <a:gd name="T3" fmla="*/ 0 h 85"/>
                <a:gd name="T4" fmla="*/ 0 w 120"/>
                <a:gd name="T5" fmla="*/ 0 h 85"/>
                <a:gd name="T6" fmla="*/ 0 w 120"/>
                <a:gd name="T7" fmla="*/ 0 h 85"/>
                <a:gd name="T8" fmla="*/ 0 w 120"/>
                <a:gd name="T9" fmla="*/ 0 h 85"/>
                <a:gd name="T10" fmla="*/ 0 w 120"/>
                <a:gd name="T11" fmla="*/ 0 h 85"/>
                <a:gd name="T12" fmla="*/ 0 w 120"/>
                <a:gd name="T13" fmla="*/ 0 h 85"/>
                <a:gd name="T14" fmla="*/ 0 w 120"/>
                <a:gd name="T15" fmla="*/ 0 h 85"/>
                <a:gd name="T16" fmla="*/ 0 w 120"/>
                <a:gd name="T17" fmla="*/ 0 h 85"/>
                <a:gd name="T18" fmla="*/ 0 w 120"/>
                <a:gd name="T19" fmla="*/ 0 h 85"/>
                <a:gd name="T20" fmla="*/ 0 w 120"/>
                <a:gd name="T21" fmla="*/ 0 h 85"/>
                <a:gd name="T22" fmla="*/ 0 w 120"/>
                <a:gd name="T23" fmla="*/ 0 h 85"/>
                <a:gd name="T24" fmla="*/ 0 w 120"/>
                <a:gd name="T25" fmla="*/ 0 h 85"/>
                <a:gd name="T26" fmla="*/ 0 w 120"/>
                <a:gd name="T27" fmla="*/ 0 h 85"/>
                <a:gd name="T28" fmla="*/ 0 w 120"/>
                <a:gd name="T29" fmla="*/ 0 h 85"/>
                <a:gd name="T30" fmla="*/ 0 w 120"/>
                <a:gd name="T31" fmla="*/ 0 h 85"/>
                <a:gd name="T32" fmla="*/ 0 w 120"/>
                <a:gd name="T33" fmla="*/ 0 h 85"/>
                <a:gd name="T34" fmla="*/ 0 w 120"/>
                <a:gd name="T35" fmla="*/ 0 h 85"/>
                <a:gd name="T36" fmla="*/ 0 w 120"/>
                <a:gd name="T37" fmla="*/ 0 h 85"/>
                <a:gd name="T38" fmla="*/ 0 w 120"/>
                <a:gd name="T39" fmla="*/ 0 h 85"/>
                <a:gd name="T40" fmla="*/ 0 w 120"/>
                <a:gd name="T41" fmla="*/ 0 h 85"/>
                <a:gd name="T42" fmla="*/ 0 w 120"/>
                <a:gd name="T43" fmla="*/ 0 h 85"/>
                <a:gd name="T44" fmla="*/ 0 w 120"/>
                <a:gd name="T45" fmla="*/ 0 h 85"/>
                <a:gd name="T46" fmla="*/ 0 w 120"/>
                <a:gd name="T47" fmla="*/ 0 h 85"/>
                <a:gd name="T48" fmla="*/ 0 w 120"/>
                <a:gd name="T49" fmla="*/ 0 h 85"/>
                <a:gd name="T50" fmla="*/ 0 w 120"/>
                <a:gd name="T51" fmla="*/ 0 h 85"/>
                <a:gd name="T52" fmla="*/ 0 w 120"/>
                <a:gd name="T53" fmla="*/ 0 h 85"/>
                <a:gd name="T54" fmla="*/ 0 w 120"/>
                <a:gd name="T55" fmla="*/ 0 h 85"/>
                <a:gd name="T56" fmla="*/ 0 w 120"/>
                <a:gd name="T57" fmla="*/ 0 h 85"/>
                <a:gd name="T58" fmla="*/ 0 w 120"/>
                <a:gd name="T59" fmla="*/ 0 h 85"/>
                <a:gd name="T60" fmla="*/ 0 w 120"/>
                <a:gd name="T61" fmla="*/ 0 h 85"/>
                <a:gd name="T62" fmla="*/ 0 w 120"/>
                <a:gd name="T63" fmla="*/ 0 h 85"/>
                <a:gd name="T64" fmla="*/ 0 w 120"/>
                <a:gd name="T65" fmla="*/ 0 h 85"/>
                <a:gd name="T66" fmla="*/ 0 w 120"/>
                <a:gd name="T67" fmla="*/ 0 h 85"/>
                <a:gd name="T68" fmla="*/ 0 w 120"/>
                <a:gd name="T69" fmla="*/ 0 h 85"/>
                <a:gd name="T70" fmla="*/ 0 w 120"/>
                <a:gd name="T71" fmla="*/ 0 h 85"/>
                <a:gd name="T72" fmla="*/ 0 w 120"/>
                <a:gd name="T73" fmla="*/ 0 h 85"/>
                <a:gd name="T74" fmla="*/ 0 w 120"/>
                <a:gd name="T75" fmla="*/ 0 h 85"/>
                <a:gd name="T76" fmla="*/ 0 w 120"/>
                <a:gd name="T77" fmla="*/ 0 h 85"/>
                <a:gd name="T78" fmla="*/ 0 w 120"/>
                <a:gd name="T79" fmla="*/ 0 h 85"/>
                <a:gd name="T80" fmla="*/ 0 w 120"/>
                <a:gd name="T81" fmla="*/ 0 h 85"/>
                <a:gd name="T82" fmla="*/ 0 w 120"/>
                <a:gd name="T83" fmla="*/ 0 h 85"/>
                <a:gd name="T84" fmla="*/ 0 w 120"/>
                <a:gd name="T85" fmla="*/ 0 h 85"/>
                <a:gd name="T86" fmla="*/ 0 w 120"/>
                <a:gd name="T87" fmla="*/ 0 h 85"/>
                <a:gd name="T88" fmla="*/ 0 w 120"/>
                <a:gd name="T89" fmla="*/ 0 h 85"/>
                <a:gd name="T90" fmla="*/ 0 w 120"/>
                <a:gd name="T91" fmla="*/ 0 h 85"/>
                <a:gd name="T92" fmla="*/ 0 w 120"/>
                <a:gd name="T93" fmla="*/ 0 h 85"/>
                <a:gd name="T94" fmla="*/ 0 w 120"/>
                <a:gd name="T95" fmla="*/ 0 h 85"/>
                <a:gd name="T96" fmla="*/ 0 w 120"/>
                <a:gd name="T97" fmla="*/ 0 h 85"/>
                <a:gd name="T98" fmla="*/ 0 w 120"/>
                <a:gd name="T99" fmla="*/ 0 h 85"/>
                <a:gd name="T100" fmla="*/ 0 w 120"/>
                <a:gd name="T101" fmla="*/ 0 h 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0" h="85">
                  <a:moveTo>
                    <a:pt x="90" y="30"/>
                  </a:moveTo>
                  <a:lnTo>
                    <a:pt x="64" y="30"/>
                  </a:lnTo>
                  <a:lnTo>
                    <a:pt x="48" y="44"/>
                  </a:lnTo>
                  <a:lnTo>
                    <a:pt x="45" y="42"/>
                  </a:lnTo>
                  <a:lnTo>
                    <a:pt x="40" y="38"/>
                  </a:lnTo>
                  <a:lnTo>
                    <a:pt x="33" y="39"/>
                  </a:lnTo>
                  <a:lnTo>
                    <a:pt x="29" y="47"/>
                  </a:lnTo>
                  <a:lnTo>
                    <a:pt x="28" y="53"/>
                  </a:lnTo>
                  <a:lnTo>
                    <a:pt x="27" y="57"/>
                  </a:lnTo>
                  <a:lnTo>
                    <a:pt x="26" y="60"/>
                  </a:lnTo>
                  <a:lnTo>
                    <a:pt x="25" y="63"/>
                  </a:lnTo>
                  <a:lnTo>
                    <a:pt x="23" y="66"/>
                  </a:lnTo>
                  <a:lnTo>
                    <a:pt x="22" y="69"/>
                  </a:lnTo>
                  <a:lnTo>
                    <a:pt x="21" y="73"/>
                  </a:lnTo>
                  <a:lnTo>
                    <a:pt x="19" y="78"/>
                  </a:lnTo>
                  <a:lnTo>
                    <a:pt x="17" y="83"/>
                  </a:lnTo>
                  <a:lnTo>
                    <a:pt x="14" y="85"/>
                  </a:lnTo>
                  <a:lnTo>
                    <a:pt x="12" y="84"/>
                  </a:lnTo>
                  <a:lnTo>
                    <a:pt x="9" y="82"/>
                  </a:lnTo>
                  <a:lnTo>
                    <a:pt x="7" y="79"/>
                  </a:lnTo>
                  <a:lnTo>
                    <a:pt x="5" y="74"/>
                  </a:lnTo>
                  <a:lnTo>
                    <a:pt x="3" y="69"/>
                  </a:lnTo>
                  <a:lnTo>
                    <a:pt x="3" y="63"/>
                  </a:lnTo>
                  <a:lnTo>
                    <a:pt x="3" y="57"/>
                  </a:lnTo>
                  <a:lnTo>
                    <a:pt x="2" y="50"/>
                  </a:lnTo>
                  <a:lnTo>
                    <a:pt x="1" y="43"/>
                  </a:lnTo>
                  <a:lnTo>
                    <a:pt x="0" y="36"/>
                  </a:lnTo>
                  <a:lnTo>
                    <a:pt x="0" y="31"/>
                  </a:lnTo>
                  <a:lnTo>
                    <a:pt x="2" y="27"/>
                  </a:lnTo>
                  <a:lnTo>
                    <a:pt x="5" y="26"/>
                  </a:lnTo>
                  <a:lnTo>
                    <a:pt x="11" y="28"/>
                  </a:lnTo>
                  <a:lnTo>
                    <a:pt x="23" y="31"/>
                  </a:lnTo>
                  <a:lnTo>
                    <a:pt x="32" y="28"/>
                  </a:lnTo>
                  <a:lnTo>
                    <a:pt x="36" y="22"/>
                  </a:lnTo>
                  <a:lnTo>
                    <a:pt x="37" y="19"/>
                  </a:lnTo>
                  <a:lnTo>
                    <a:pt x="38" y="18"/>
                  </a:lnTo>
                  <a:lnTo>
                    <a:pt x="41" y="14"/>
                  </a:lnTo>
                  <a:lnTo>
                    <a:pt x="46" y="10"/>
                  </a:lnTo>
                  <a:lnTo>
                    <a:pt x="52" y="5"/>
                  </a:lnTo>
                  <a:lnTo>
                    <a:pt x="59" y="2"/>
                  </a:lnTo>
                  <a:lnTo>
                    <a:pt x="66" y="0"/>
                  </a:lnTo>
                  <a:lnTo>
                    <a:pt x="75" y="1"/>
                  </a:lnTo>
                  <a:lnTo>
                    <a:pt x="82" y="5"/>
                  </a:lnTo>
                  <a:lnTo>
                    <a:pt x="90" y="11"/>
                  </a:lnTo>
                  <a:lnTo>
                    <a:pt x="100" y="16"/>
                  </a:lnTo>
                  <a:lnTo>
                    <a:pt x="109" y="20"/>
                  </a:lnTo>
                  <a:lnTo>
                    <a:pt x="117" y="23"/>
                  </a:lnTo>
                  <a:lnTo>
                    <a:pt x="120" y="25"/>
                  </a:lnTo>
                  <a:lnTo>
                    <a:pt x="118" y="27"/>
                  </a:lnTo>
                  <a:lnTo>
                    <a:pt x="109" y="29"/>
                  </a:lnTo>
                  <a:lnTo>
                    <a:pt x="90" y="3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46" name="Freeform 645">
              <a:extLst>
                <a:ext uri="{FF2B5EF4-FFF2-40B4-BE49-F238E27FC236}">
                  <a16:creationId xmlns:a16="http://schemas.microsoft.com/office/drawing/2014/main" id="{37A19B96-B124-34BD-6D18-526CEF5CC8A6}"/>
                </a:ext>
              </a:extLst>
            </p:cNvPr>
            <p:cNvSpPr>
              <a:spLocks/>
            </p:cNvSpPr>
            <p:nvPr/>
          </p:nvSpPr>
          <p:spPr bwMode="auto">
            <a:xfrm>
              <a:off x="2253" y="3889"/>
              <a:ext cx="30" cy="21"/>
            </a:xfrm>
            <a:custGeom>
              <a:avLst/>
              <a:gdLst>
                <a:gd name="T0" fmla="*/ 0 w 120"/>
                <a:gd name="T1" fmla="*/ 0 h 85"/>
                <a:gd name="T2" fmla="*/ 0 w 120"/>
                <a:gd name="T3" fmla="*/ 0 h 85"/>
                <a:gd name="T4" fmla="*/ 0 w 120"/>
                <a:gd name="T5" fmla="*/ 0 h 85"/>
                <a:gd name="T6" fmla="*/ 0 w 120"/>
                <a:gd name="T7" fmla="*/ 0 h 85"/>
                <a:gd name="T8" fmla="*/ 0 w 120"/>
                <a:gd name="T9" fmla="*/ 0 h 85"/>
                <a:gd name="T10" fmla="*/ 0 w 120"/>
                <a:gd name="T11" fmla="*/ 0 h 85"/>
                <a:gd name="T12" fmla="*/ 0 w 120"/>
                <a:gd name="T13" fmla="*/ 0 h 85"/>
                <a:gd name="T14" fmla="*/ 0 w 120"/>
                <a:gd name="T15" fmla="*/ 0 h 85"/>
                <a:gd name="T16" fmla="*/ 0 w 120"/>
                <a:gd name="T17" fmla="*/ 0 h 85"/>
                <a:gd name="T18" fmla="*/ 0 w 120"/>
                <a:gd name="T19" fmla="*/ 0 h 85"/>
                <a:gd name="T20" fmla="*/ 0 w 120"/>
                <a:gd name="T21" fmla="*/ 0 h 85"/>
                <a:gd name="T22" fmla="*/ 0 w 120"/>
                <a:gd name="T23" fmla="*/ 0 h 85"/>
                <a:gd name="T24" fmla="*/ 0 w 120"/>
                <a:gd name="T25" fmla="*/ 0 h 85"/>
                <a:gd name="T26" fmla="*/ 0 w 120"/>
                <a:gd name="T27" fmla="*/ 0 h 85"/>
                <a:gd name="T28" fmla="*/ 0 w 120"/>
                <a:gd name="T29" fmla="*/ 0 h 85"/>
                <a:gd name="T30" fmla="*/ 0 w 120"/>
                <a:gd name="T31" fmla="*/ 0 h 85"/>
                <a:gd name="T32" fmla="*/ 0 w 120"/>
                <a:gd name="T33" fmla="*/ 0 h 85"/>
                <a:gd name="T34" fmla="*/ 0 w 120"/>
                <a:gd name="T35" fmla="*/ 0 h 85"/>
                <a:gd name="T36" fmla="*/ 0 w 120"/>
                <a:gd name="T37" fmla="*/ 0 h 85"/>
                <a:gd name="T38" fmla="*/ 0 w 120"/>
                <a:gd name="T39" fmla="*/ 0 h 85"/>
                <a:gd name="T40" fmla="*/ 0 w 120"/>
                <a:gd name="T41" fmla="*/ 0 h 85"/>
                <a:gd name="T42" fmla="*/ 0 w 120"/>
                <a:gd name="T43" fmla="*/ 0 h 85"/>
                <a:gd name="T44" fmla="*/ 0 w 120"/>
                <a:gd name="T45" fmla="*/ 0 h 85"/>
                <a:gd name="T46" fmla="*/ 0 w 120"/>
                <a:gd name="T47" fmla="*/ 0 h 85"/>
                <a:gd name="T48" fmla="*/ 0 w 120"/>
                <a:gd name="T49" fmla="*/ 0 h 85"/>
                <a:gd name="T50" fmla="*/ 0 w 120"/>
                <a:gd name="T51" fmla="*/ 0 h 85"/>
                <a:gd name="T52" fmla="*/ 0 w 120"/>
                <a:gd name="T53" fmla="*/ 0 h 85"/>
                <a:gd name="T54" fmla="*/ 0 w 120"/>
                <a:gd name="T55" fmla="*/ 0 h 85"/>
                <a:gd name="T56" fmla="*/ 0 w 120"/>
                <a:gd name="T57" fmla="*/ 0 h 85"/>
                <a:gd name="T58" fmla="*/ 0 w 120"/>
                <a:gd name="T59" fmla="*/ 0 h 85"/>
                <a:gd name="T60" fmla="*/ 0 w 120"/>
                <a:gd name="T61" fmla="*/ 0 h 85"/>
                <a:gd name="T62" fmla="*/ 0 w 120"/>
                <a:gd name="T63" fmla="*/ 0 h 85"/>
                <a:gd name="T64" fmla="*/ 0 w 120"/>
                <a:gd name="T65" fmla="*/ 0 h 85"/>
                <a:gd name="T66" fmla="*/ 0 w 120"/>
                <a:gd name="T67" fmla="*/ 0 h 85"/>
                <a:gd name="T68" fmla="*/ 0 w 120"/>
                <a:gd name="T69" fmla="*/ 0 h 85"/>
                <a:gd name="T70" fmla="*/ 0 w 120"/>
                <a:gd name="T71" fmla="*/ 0 h 85"/>
                <a:gd name="T72" fmla="*/ 0 w 120"/>
                <a:gd name="T73" fmla="*/ 0 h 85"/>
                <a:gd name="T74" fmla="*/ 0 w 120"/>
                <a:gd name="T75" fmla="*/ 0 h 85"/>
                <a:gd name="T76" fmla="*/ 0 w 120"/>
                <a:gd name="T77" fmla="*/ 0 h 85"/>
                <a:gd name="T78" fmla="*/ 0 w 120"/>
                <a:gd name="T79" fmla="*/ 0 h 85"/>
                <a:gd name="T80" fmla="*/ 0 w 120"/>
                <a:gd name="T81" fmla="*/ 0 h 85"/>
                <a:gd name="T82" fmla="*/ 0 w 120"/>
                <a:gd name="T83" fmla="*/ 0 h 85"/>
                <a:gd name="T84" fmla="*/ 0 w 120"/>
                <a:gd name="T85" fmla="*/ 0 h 85"/>
                <a:gd name="T86" fmla="*/ 0 w 120"/>
                <a:gd name="T87" fmla="*/ 0 h 85"/>
                <a:gd name="T88" fmla="*/ 0 w 120"/>
                <a:gd name="T89" fmla="*/ 0 h 85"/>
                <a:gd name="T90" fmla="*/ 0 w 120"/>
                <a:gd name="T91" fmla="*/ 0 h 85"/>
                <a:gd name="T92" fmla="*/ 0 w 120"/>
                <a:gd name="T93" fmla="*/ 0 h 85"/>
                <a:gd name="T94" fmla="*/ 0 w 120"/>
                <a:gd name="T95" fmla="*/ 0 h 85"/>
                <a:gd name="T96" fmla="*/ 0 w 120"/>
                <a:gd name="T97" fmla="*/ 0 h 85"/>
                <a:gd name="T98" fmla="*/ 0 w 120"/>
                <a:gd name="T99" fmla="*/ 0 h 85"/>
                <a:gd name="T100" fmla="*/ 0 w 120"/>
                <a:gd name="T101" fmla="*/ 0 h 85"/>
                <a:gd name="T102" fmla="*/ 0 w 120"/>
                <a:gd name="T103" fmla="*/ 0 h 85"/>
                <a:gd name="T104" fmla="*/ 0 w 120"/>
                <a:gd name="T105" fmla="*/ 0 h 85"/>
                <a:gd name="T106" fmla="*/ 0 w 120"/>
                <a:gd name="T107" fmla="*/ 0 h 85"/>
                <a:gd name="T108" fmla="*/ 0 w 120"/>
                <a:gd name="T109" fmla="*/ 0 h 85"/>
                <a:gd name="T110" fmla="*/ 0 w 120"/>
                <a:gd name="T111" fmla="*/ 0 h 85"/>
                <a:gd name="T112" fmla="*/ 0 w 120"/>
                <a:gd name="T113" fmla="*/ 0 h 85"/>
                <a:gd name="T114" fmla="*/ 0 w 120"/>
                <a:gd name="T115" fmla="*/ 0 h 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0" h="85">
                  <a:moveTo>
                    <a:pt x="90" y="30"/>
                  </a:moveTo>
                  <a:lnTo>
                    <a:pt x="64" y="30"/>
                  </a:lnTo>
                  <a:lnTo>
                    <a:pt x="48" y="44"/>
                  </a:lnTo>
                  <a:lnTo>
                    <a:pt x="45" y="42"/>
                  </a:lnTo>
                  <a:lnTo>
                    <a:pt x="40" y="38"/>
                  </a:lnTo>
                  <a:lnTo>
                    <a:pt x="33" y="39"/>
                  </a:lnTo>
                  <a:lnTo>
                    <a:pt x="29" y="47"/>
                  </a:lnTo>
                  <a:lnTo>
                    <a:pt x="28" y="53"/>
                  </a:lnTo>
                  <a:lnTo>
                    <a:pt x="27" y="57"/>
                  </a:lnTo>
                  <a:lnTo>
                    <a:pt x="26" y="60"/>
                  </a:lnTo>
                  <a:lnTo>
                    <a:pt x="25" y="63"/>
                  </a:lnTo>
                  <a:lnTo>
                    <a:pt x="23" y="66"/>
                  </a:lnTo>
                  <a:lnTo>
                    <a:pt x="22" y="69"/>
                  </a:lnTo>
                  <a:lnTo>
                    <a:pt x="21" y="73"/>
                  </a:lnTo>
                  <a:lnTo>
                    <a:pt x="19" y="78"/>
                  </a:lnTo>
                  <a:lnTo>
                    <a:pt x="17" y="83"/>
                  </a:lnTo>
                  <a:lnTo>
                    <a:pt x="14" y="85"/>
                  </a:lnTo>
                  <a:lnTo>
                    <a:pt x="12" y="84"/>
                  </a:lnTo>
                  <a:lnTo>
                    <a:pt x="9" y="82"/>
                  </a:lnTo>
                  <a:lnTo>
                    <a:pt x="7" y="79"/>
                  </a:lnTo>
                  <a:lnTo>
                    <a:pt x="5" y="74"/>
                  </a:lnTo>
                  <a:lnTo>
                    <a:pt x="3" y="69"/>
                  </a:lnTo>
                  <a:lnTo>
                    <a:pt x="3" y="63"/>
                  </a:lnTo>
                  <a:lnTo>
                    <a:pt x="3" y="57"/>
                  </a:lnTo>
                  <a:lnTo>
                    <a:pt x="2" y="50"/>
                  </a:lnTo>
                  <a:lnTo>
                    <a:pt x="1" y="43"/>
                  </a:lnTo>
                  <a:lnTo>
                    <a:pt x="0" y="36"/>
                  </a:lnTo>
                  <a:lnTo>
                    <a:pt x="0" y="31"/>
                  </a:lnTo>
                  <a:lnTo>
                    <a:pt x="2" y="27"/>
                  </a:lnTo>
                  <a:lnTo>
                    <a:pt x="5" y="26"/>
                  </a:lnTo>
                  <a:lnTo>
                    <a:pt x="11" y="28"/>
                  </a:lnTo>
                  <a:lnTo>
                    <a:pt x="23" y="31"/>
                  </a:lnTo>
                  <a:lnTo>
                    <a:pt x="32" y="28"/>
                  </a:lnTo>
                  <a:lnTo>
                    <a:pt x="36" y="22"/>
                  </a:lnTo>
                  <a:lnTo>
                    <a:pt x="37" y="19"/>
                  </a:lnTo>
                  <a:lnTo>
                    <a:pt x="38" y="18"/>
                  </a:lnTo>
                  <a:lnTo>
                    <a:pt x="41" y="14"/>
                  </a:lnTo>
                  <a:lnTo>
                    <a:pt x="46" y="10"/>
                  </a:lnTo>
                  <a:lnTo>
                    <a:pt x="52" y="5"/>
                  </a:lnTo>
                  <a:lnTo>
                    <a:pt x="59" y="2"/>
                  </a:lnTo>
                  <a:lnTo>
                    <a:pt x="66" y="0"/>
                  </a:lnTo>
                  <a:lnTo>
                    <a:pt x="75" y="1"/>
                  </a:lnTo>
                  <a:lnTo>
                    <a:pt x="82" y="5"/>
                  </a:lnTo>
                  <a:lnTo>
                    <a:pt x="90" y="11"/>
                  </a:lnTo>
                  <a:lnTo>
                    <a:pt x="100" y="16"/>
                  </a:lnTo>
                  <a:lnTo>
                    <a:pt x="109" y="20"/>
                  </a:lnTo>
                  <a:lnTo>
                    <a:pt x="117" y="23"/>
                  </a:lnTo>
                  <a:lnTo>
                    <a:pt x="120" y="25"/>
                  </a:lnTo>
                  <a:lnTo>
                    <a:pt x="118" y="27"/>
                  </a:lnTo>
                  <a:lnTo>
                    <a:pt x="109" y="29"/>
                  </a:lnTo>
                  <a:lnTo>
                    <a:pt x="9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47" name="Freeform 646">
              <a:extLst>
                <a:ext uri="{FF2B5EF4-FFF2-40B4-BE49-F238E27FC236}">
                  <a16:creationId xmlns:a16="http://schemas.microsoft.com/office/drawing/2014/main" id="{12247C4D-B875-2C3C-3DB7-ED63A9613C3E}"/>
                </a:ext>
              </a:extLst>
            </p:cNvPr>
            <p:cNvSpPr>
              <a:spLocks/>
            </p:cNvSpPr>
            <p:nvPr/>
          </p:nvSpPr>
          <p:spPr bwMode="auto">
            <a:xfrm>
              <a:off x="2257" y="3925"/>
              <a:ext cx="63" cy="48"/>
            </a:xfrm>
            <a:custGeom>
              <a:avLst/>
              <a:gdLst>
                <a:gd name="T0" fmla="*/ 0 w 250"/>
                <a:gd name="T1" fmla="*/ 0 h 193"/>
                <a:gd name="T2" fmla="*/ 0 w 250"/>
                <a:gd name="T3" fmla="*/ 0 h 193"/>
                <a:gd name="T4" fmla="*/ 0 w 250"/>
                <a:gd name="T5" fmla="*/ 0 h 193"/>
                <a:gd name="T6" fmla="*/ 0 w 250"/>
                <a:gd name="T7" fmla="*/ 0 h 193"/>
                <a:gd name="T8" fmla="*/ 0 w 250"/>
                <a:gd name="T9" fmla="*/ 0 h 193"/>
                <a:gd name="T10" fmla="*/ 0 w 250"/>
                <a:gd name="T11" fmla="*/ 0 h 193"/>
                <a:gd name="T12" fmla="*/ 0 w 250"/>
                <a:gd name="T13" fmla="*/ 0 h 193"/>
                <a:gd name="T14" fmla="*/ 0 w 250"/>
                <a:gd name="T15" fmla="*/ 0 h 193"/>
                <a:gd name="T16" fmla="*/ 0 w 250"/>
                <a:gd name="T17" fmla="*/ 0 h 193"/>
                <a:gd name="T18" fmla="*/ 0 w 250"/>
                <a:gd name="T19" fmla="*/ 0 h 193"/>
                <a:gd name="T20" fmla="*/ 0 w 250"/>
                <a:gd name="T21" fmla="*/ 0 h 193"/>
                <a:gd name="T22" fmla="*/ 0 w 250"/>
                <a:gd name="T23" fmla="*/ 0 h 193"/>
                <a:gd name="T24" fmla="*/ 0 w 250"/>
                <a:gd name="T25" fmla="*/ 0 h 193"/>
                <a:gd name="T26" fmla="*/ 0 w 250"/>
                <a:gd name="T27" fmla="*/ 0 h 193"/>
                <a:gd name="T28" fmla="*/ 0 w 250"/>
                <a:gd name="T29" fmla="*/ 0 h 193"/>
                <a:gd name="T30" fmla="*/ 0 w 250"/>
                <a:gd name="T31" fmla="*/ 0 h 193"/>
                <a:gd name="T32" fmla="*/ 0 w 250"/>
                <a:gd name="T33" fmla="*/ 0 h 193"/>
                <a:gd name="T34" fmla="*/ 0 w 250"/>
                <a:gd name="T35" fmla="*/ 0 h 193"/>
                <a:gd name="T36" fmla="*/ 0 w 250"/>
                <a:gd name="T37" fmla="*/ 0 h 193"/>
                <a:gd name="T38" fmla="*/ 0 w 250"/>
                <a:gd name="T39" fmla="*/ 0 h 193"/>
                <a:gd name="T40" fmla="*/ 0 w 250"/>
                <a:gd name="T41" fmla="*/ 0 h 193"/>
                <a:gd name="T42" fmla="*/ 0 w 250"/>
                <a:gd name="T43" fmla="*/ 0 h 193"/>
                <a:gd name="T44" fmla="*/ 0 w 250"/>
                <a:gd name="T45" fmla="*/ 0 h 193"/>
                <a:gd name="T46" fmla="*/ 0 w 250"/>
                <a:gd name="T47" fmla="*/ 0 h 193"/>
                <a:gd name="T48" fmla="*/ 0 w 250"/>
                <a:gd name="T49" fmla="*/ 0 h 193"/>
                <a:gd name="T50" fmla="*/ 0 w 250"/>
                <a:gd name="T51" fmla="*/ 0 h 193"/>
                <a:gd name="T52" fmla="*/ 0 w 250"/>
                <a:gd name="T53" fmla="*/ 0 h 193"/>
                <a:gd name="T54" fmla="*/ 0 w 250"/>
                <a:gd name="T55" fmla="*/ 0 h 193"/>
                <a:gd name="T56" fmla="*/ 0 w 250"/>
                <a:gd name="T57" fmla="*/ 0 h 193"/>
                <a:gd name="T58" fmla="*/ 0 w 250"/>
                <a:gd name="T59" fmla="*/ 0 h 193"/>
                <a:gd name="T60" fmla="*/ 0 w 250"/>
                <a:gd name="T61" fmla="*/ 0 h 193"/>
                <a:gd name="T62" fmla="*/ 0 w 250"/>
                <a:gd name="T63" fmla="*/ 0 h 193"/>
                <a:gd name="T64" fmla="*/ 0 w 250"/>
                <a:gd name="T65" fmla="*/ 0 h 193"/>
                <a:gd name="T66" fmla="*/ 0 w 250"/>
                <a:gd name="T67" fmla="*/ 0 h 193"/>
                <a:gd name="T68" fmla="*/ 0 w 250"/>
                <a:gd name="T69" fmla="*/ 0 h 193"/>
                <a:gd name="T70" fmla="*/ 0 w 250"/>
                <a:gd name="T71" fmla="*/ 0 h 193"/>
                <a:gd name="T72" fmla="*/ 0 w 250"/>
                <a:gd name="T73" fmla="*/ 0 h 193"/>
                <a:gd name="T74" fmla="*/ 0 w 250"/>
                <a:gd name="T75" fmla="*/ 0 h 193"/>
                <a:gd name="T76" fmla="*/ 0 w 250"/>
                <a:gd name="T77" fmla="*/ 0 h 193"/>
                <a:gd name="T78" fmla="*/ 0 w 250"/>
                <a:gd name="T79" fmla="*/ 0 h 193"/>
                <a:gd name="T80" fmla="*/ 0 w 250"/>
                <a:gd name="T81" fmla="*/ 0 h 193"/>
                <a:gd name="T82" fmla="*/ 0 w 250"/>
                <a:gd name="T83" fmla="*/ 0 h 193"/>
                <a:gd name="T84" fmla="*/ 0 w 250"/>
                <a:gd name="T85" fmla="*/ 0 h 193"/>
                <a:gd name="T86" fmla="*/ 0 w 250"/>
                <a:gd name="T87" fmla="*/ 0 h 193"/>
                <a:gd name="T88" fmla="*/ 0 w 250"/>
                <a:gd name="T89" fmla="*/ 0 h 193"/>
                <a:gd name="T90" fmla="*/ 0 w 250"/>
                <a:gd name="T91" fmla="*/ 0 h 193"/>
                <a:gd name="T92" fmla="*/ 0 w 250"/>
                <a:gd name="T93" fmla="*/ 0 h 193"/>
                <a:gd name="T94" fmla="*/ 0 w 250"/>
                <a:gd name="T95" fmla="*/ 0 h 193"/>
                <a:gd name="T96" fmla="*/ 0 w 250"/>
                <a:gd name="T97" fmla="*/ 0 h 193"/>
                <a:gd name="T98" fmla="*/ 0 w 250"/>
                <a:gd name="T99" fmla="*/ 0 h 193"/>
                <a:gd name="T100" fmla="*/ 0 w 250"/>
                <a:gd name="T101" fmla="*/ 0 h 193"/>
                <a:gd name="T102" fmla="*/ 0 w 250"/>
                <a:gd name="T103" fmla="*/ 0 h 193"/>
                <a:gd name="T104" fmla="*/ 0 w 250"/>
                <a:gd name="T105" fmla="*/ 0 h 193"/>
                <a:gd name="T106" fmla="*/ 0 w 250"/>
                <a:gd name="T107" fmla="*/ 0 h 193"/>
                <a:gd name="T108" fmla="*/ 0 w 250"/>
                <a:gd name="T109" fmla="*/ 0 h 193"/>
                <a:gd name="T110" fmla="*/ 0 w 250"/>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50" h="193">
                  <a:moveTo>
                    <a:pt x="152" y="50"/>
                  </a:moveTo>
                  <a:lnTo>
                    <a:pt x="151" y="49"/>
                  </a:lnTo>
                  <a:lnTo>
                    <a:pt x="149" y="47"/>
                  </a:lnTo>
                  <a:lnTo>
                    <a:pt x="146" y="43"/>
                  </a:lnTo>
                  <a:lnTo>
                    <a:pt x="143" y="38"/>
                  </a:lnTo>
                  <a:lnTo>
                    <a:pt x="142" y="33"/>
                  </a:lnTo>
                  <a:lnTo>
                    <a:pt x="141" y="28"/>
                  </a:lnTo>
                  <a:lnTo>
                    <a:pt x="144" y="24"/>
                  </a:lnTo>
                  <a:lnTo>
                    <a:pt x="149" y="19"/>
                  </a:lnTo>
                  <a:lnTo>
                    <a:pt x="155" y="15"/>
                  </a:lnTo>
                  <a:lnTo>
                    <a:pt x="161" y="11"/>
                  </a:lnTo>
                  <a:lnTo>
                    <a:pt x="164" y="7"/>
                  </a:lnTo>
                  <a:lnTo>
                    <a:pt x="167" y="3"/>
                  </a:lnTo>
                  <a:lnTo>
                    <a:pt x="169" y="1"/>
                  </a:lnTo>
                  <a:lnTo>
                    <a:pt x="172" y="0"/>
                  </a:lnTo>
                  <a:lnTo>
                    <a:pt x="175" y="1"/>
                  </a:lnTo>
                  <a:lnTo>
                    <a:pt x="180" y="5"/>
                  </a:lnTo>
                  <a:lnTo>
                    <a:pt x="186" y="9"/>
                  </a:lnTo>
                  <a:lnTo>
                    <a:pt x="192" y="11"/>
                  </a:lnTo>
                  <a:lnTo>
                    <a:pt x="198" y="11"/>
                  </a:lnTo>
                  <a:lnTo>
                    <a:pt x="205" y="10"/>
                  </a:lnTo>
                  <a:lnTo>
                    <a:pt x="211" y="9"/>
                  </a:lnTo>
                  <a:lnTo>
                    <a:pt x="216" y="7"/>
                  </a:lnTo>
                  <a:lnTo>
                    <a:pt x="219" y="6"/>
                  </a:lnTo>
                  <a:lnTo>
                    <a:pt x="220" y="5"/>
                  </a:lnTo>
                  <a:lnTo>
                    <a:pt x="221" y="5"/>
                  </a:lnTo>
                  <a:lnTo>
                    <a:pt x="224" y="6"/>
                  </a:lnTo>
                  <a:lnTo>
                    <a:pt x="229" y="8"/>
                  </a:lnTo>
                  <a:lnTo>
                    <a:pt x="234" y="10"/>
                  </a:lnTo>
                  <a:lnTo>
                    <a:pt x="239" y="14"/>
                  </a:lnTo>
                  <a:lnTo>
                    <a:pt x="244" y="18"/>
                  </a:lnTo>
                  <a:lnTo>
                    <a:pt x="248" y="24"/>
                  </a:lnTo>
                  <a:lnTo>
                    <a:pt x="250" y="31"/>
                  </a:lnTo>
                  <a:lnTo>
                    <a:pt x="250" y="38"/>
                  </a:lnTo>
                  <a:lnTo>
                    <a:pt x="247" y="44"/>
                  </a:lnTo>
                  <a:lnTo>
                    <a:pt x="243" y="49"/>
                  </a:lnTo>
                  <a:lnTo>
                    <a:pt x="239" y="54"/>
                  </a:lnTo>
                  <a:lnTo>
                    <a:pt x="236" y="60"/>
                  </a:lnTo>
                  <a:lnTo>
                    <a:pt x="234" y="66"/>
                  </a:lnTo>
                  <a:lnTo>
                    <a:pt x="236" y="73"/>
                  </a:lnTo>
                  <a:lnTo>
                    <a:pt x="242" y="81"/>
                  </a:lnTo>
                  <a:lnTo>
                    <a:pt x="248" y="89"/>
                  </a:lnTo>
                  <a:lnTo>
                    <a:pt x="248" y="96"/>
                  </a:lnTo>
                  <a:lnTo>
                    <a:pt x="245" y="102"/>
                  </a:lnTo>
                  <a:lnTo>
                    <a:pt x="239" y="108"/>
                  </a:lnTo>
                  <a:lnTo>
                    <a:pt x="232" y="114"/>
                  </a:lnTo>
                  <a:lnTo>
                    <a:pt x="223" y="121"/>
                  </a:lnTo>
                  <a:lnTo>
                    <a:pt x="214" y="126"/>
                  </a:lnTo>
                  <a:lnTo>
                    <a:pt x="205" y="132"/>
                  </a:lnTo>
                  <a:lnTo>
                    <a:pt x="197" y="138"/>
                  </a:lnTo>
                  <a:lnTo>
                    <a:pt x="187" y="142"/>
                  </a:lnTo>
                  <a:lnTo>
                    <a:pt x="177" y="146"/>
                  </a:lnTo>
                  <a:lnTo>
                    <a:pt x="166" y="149"/>
                  </a:lnTo>
                  <a:lnTo>
                    <a:pt x="156" y="151"/>
                  </a:lnTo>
                  <a:lnTo>
                    <a:pt x="148" y="153"/>
                  </a:lnTo>
                  <a:lnTo>
                    <a:pt x="143" y="154"/>
                  </a:lnTo>
                  <a:lnTo>
                    <a:pt x="141" y="154"/>
                  </a:lnTo>
                  <a:lnTo>
                    <a:pt x="141" y="155"/>
                  </a:lnTo>
                  <a:lnTo>
                    <a:pt x="140" y="159"/>
                  </a:lnTo>
                  <a:lnTo>
                    <a:pt x="138" y="164"/>
                  </a:lnTo>
                  <a:lnTo>
                    <a:pt x="134" y="169"/>
                  </a:lnTo>
                  <a:lnTo>
                    <a:pt x="127" y="176"/>
                  </a:lnTo>
                  <a:lnTo>
                    <a:pt x="118" y="182"/>
                  </a:lnTo>
                  <a:lnTo>
                    <a:pt x="105" y="186"/>
                  </a:lnTo>
                  <a:lnTo>
                    <a:pt x="88" y="188"/>
                  </a:lnTo>
                  <a:lnTo>
                    <a:pt x="73" y="189"/>
                  </a:lnTo>
                  <a:lnTo>
                    <a:pt x="63" y="191"/>
                  </a:lnTo>
                  <a:lnTo>
                    <a:pt x="56" y="192"/>
                  </a:lnTo>
                  <a:lnTo>
                    <a:pt x="53" y="193"/>
                  </a:lnTo>
                  <a:lnTo>
                    <a:pt x="51" y="192"/>
                  </a:lnTo>
                  <a:lnTo>
                    <a:pt x="50" y="190"/>
                  </a:lnTo>
                  <a:lnTo>
                    <a:pt x="46" y="185"/>
                  </a:lnTo>
                  <a:lnTo>
                    <a:pt x="40" y="177"/>
                  </a:lnTo>
                  <a:lnTo>
                    <a:pt x="31" y="167"/>
                  </a:lnTo>
                  <a:lnTo>
                    <a:pt x="23" y="160"/>
                  </a:lnTo>
                  <a:lnTo>
                    <a:pt x="15" y="153"/>
                  </a:lnTo>
                  <a:lnTo>
                    <a:pt x="7" y="147"/>
                  </a:lnTo>
                  <a:lnTo>
                    <a:pt x="2" y="143"/>
                  </a:lnTo>
                  <a:lnTo>
                    <a:pt x="0" y="139"/>
                  </a:lnTo>
                  <a:lnTo>
                    <a:pt x="1" y="136"/>
                  </a:lnTo>
                  <a:lnTo>
                    <a:pt x="6" y="134"/>
                  </a:lnTo>
                  <a:lnTo>
                    <a:pt x="13" y="132"/>
                  </a:lnTo>
                  <a:lnTo>
                    <a:pt x="17" y="129"/>
                  </a:lnTo>
                  <a:lnTo>
                    <a:pt x="20" y="125"/>
                  </a:lnTo>
                  <a:lnTo>
                    <a:pt x="22" y="119"/>
                  </a:lnTo>
                  <a:lnTo>
                    <a:pt x="24" y="114"/>
                  </a:lnTo>
                  <a:lnTo>
                    <a:pt x="27" y="108"/>
                  </a:lnTo>
                  <a:lnTo>
                    <a:pt x="31" y="102"/>
                  </a:lnTo>
                  <a:lnTo>
                    <a:pt x="37" y="95"/>
                  </a:lnTo>
                  <a:lnTo>
                    <a:pt x="43" y="88"/>
                  </a:lnTo>
                  <a:lnTo>
                    <a:pt x="47" y="81"/>
                  </a:lnTo>
                  <a:lnTo>
                    <a:pt x="49" y="75"/>
                  </a:lnTo>
                  <a:lnTo>
                    <a:pt x="52" y="69"/>
                  </a:lnTo>
                  <a:lnTo>
                    <a:pt x="55" y="65"/>
                  </a:lnTo>
                  <a:lnTo>
                    <a:pt x="62" y="63"/>
                  </a:lnTo>
                  <a:lnTo>
                    <a:pt x="71" y="62"/>
                  </a:lnTo>
                  <a:lnTo>
                    <a:pt x="85" y="64"/>
                  </a:lnTo>
                  <a:lnTo>
                    <a:pt x="98" y="65"/>
                  </a:lnTo>
                  <a:lnTo>
                    <a:pt x="106" y="63"/>
                  </a:lnTo>
                  <a:lnTo>
                    <a:pt x="110" y="58"/>
                  </a:lnTo>
                  <a:lnTo>
                    <a:pt x="112" y="53"/>
                  </a:lnTo>
                  <a:lnTo>
                    <a:pt x="112" y="49"/>
                  </a:lnTo>
                  <a:lnTo>
                    <a:pt x="112" y="47"/>
                  </a:lnTo>
                  <a:lnTo>
                    <a:pt x="115" y="47"/>
                  </a:lnTo>
                  <a:lnTo>
                    <a:pt x="122" y="53"/>
                  </a:lnTo>
                  <a:lnTo>
                    <a:pt x="130" y="60"/>
                  </a:lnTo>
                  <a:lnTo>
                    <a:pt x="136" y="64"/>
                  </a:lnTo>
                  <a:lnTo>
                    <a:pt x="141" y="65"/>
                  </a:lnTo>
                  <a:lnTo>
                    <a:pt x="144" y="65"/>
                  </a:lnTo>
                  <a:lnTo>
                    <a:pt x="147" y="63"/>
                  </a:lnTo>
                  <a:lnTo>
                    <a:pt x="149" y="59"/>
                  </a:lnTo>
                  <a:lnTo>
                    <a:pt x="150" y="55"/>
                  </a:lnTo>
                  <a:lnTo>
                    <a:pt x="152" y="5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48" name="Freeform 647">
              <a:extLst>
                <a:ext uri="{FF2B5EF4-FFF2-40B4-BE49-F238E27FC236}">
                  <a16:creationId xmlns:a16="http://schemas.microsoft.com/office/drawing/2014/main" id="{A2FDCE94-8AAD-6C09-5444-1E67F6052BBF}"/>
                </a:ext>
              </a:extLst>
            </p:cNvPr>
            <p:cNvSpPr>
              <a:spLocks/>
            </p:cNvSpPr>
            <p:nvPr/>
          </p:nvSpPr>
          <p:spPr bwMode="auto">
            <a:xfrm>
              <a:off x="2257" y="3925"/>
              <a:ext cx="63" cy="48"/>
            </a:xfrm>
            <a:custGeom>
              <a:avLst/>
              <a:gdLst>
                <a:gd name="T0" fmla="*/ 0 w 250"/>
                <a:gd name="T1" fmla="*/ 0 h 193"/>
                <a:gd name="T2" fmla="*/ 0 w 250"/>
                <a:gd name="T3" fmla="*/ 0 h 193"/>
                <a:gd name="T4" fmla="*/ 0 w 250"/>
                <a:gd name="T5" fmla="*/ 0 h 193"/>
                <a:gd name="T6" fmla="*/ 0 w 250"/>
                <a:gd name="T7" fmla="*/ 0 h 193"/>
                <a:gd name="T8" fmla="*/ 0 w 250"/>
                <a:gd name="T9" fmla="*/ 0 h 193"/>
                <a:gd name="T10" fmla="*/ 0 w 250"/>
                <a:gd name="T11" fmla="*/ 0 h 193"/>
                <a:gd name="T12" fmla="*/ 0 w 250"/>
                <a:gd name="T13" fmla="*/ 0 h 193"/>
                <a:gd name="T14" fmla="*/ 0 w 250"/>
                <a:gd name="T15" fmla="*/ 0 h 193"/>
                <a:gd name="T16" fmla="*/ 0 w 250"/>
                <a:gd name="T17" fmla="*/ 0 h 193"/>
                <a:gd name="T18" fmla="*/ 0 w 250"/>
                <a:gd name="T19" fmla="*/ 0 h 193"/>
                <a:gd name="T20" fmla="*/ 0 w 250"/>
                <a:gd name="T21" fmla="*/ 0 h 193"/>
                <a:gd name="T22" fmla="*/ 0 w 250"/>
                <a:gd name="T23" fmla="*/ 0 h 193"/>
                <a:gd name="T24" fmla="*/ 0 w 250"/>
                <a:gd name="T25" fmla="*/ 0 h 193"/>
                <a:gd name="T26" fmla="*/ 0 w 250"/>
                <a:gd name="T27" fmla="*/ 0 h 193"/>
                <a:gd name="T28" fmla="*/ 0 w 250"/>
                <a:gd name="T29" fmla="*/ 0 h 193"/>
                <a:gd name="T30" fmla="*/ 0 w 250"/>
                <a:gd name="T31" fmla="*/ 0 h 193"/>
                <a:gd name="T32" fmla="*/ 0 w 250"/>
                <a:gd name="T33" fmla="*/ 0 h 193"/>
                <a:gd name="T34" fmla="*/ 0 w 250"/>
                <a:gd name="T35" fmla="*/ 0 h 193"/>
                <a:gd name="T36" fmla="*/ 0 w 250"/>
                <a:gd name="T37" fmla="*/ 0 h 193"/>
                <a:gd name="T38" fmla="*/ 0 w 250"/>
                <a:gd name="T39" fmla="*/ 0 h 193"/>
                <a:gd name="T40" fmla="*/ 0 w 250"/>
                <a:gd name="T41" fmla="*/ 0 h 193"/>
                <a:gd name="T42" fmla="*/ 0 w 250"/>
                <a:gd name="T43" fmla="*/ 0 h 193"/>
                <a:gd name="T44" fmla="*/ 0 w 250"/>
                <a:gd name="T45" fmla="*/ 0 h 193"/>
                <a:gd name="T46" fmla="*/ 0 w 250"/>
                <a:gd name="T47" fmla="*/ 0 h 193"/>
                <a:gd name="T48" fmla="*/ 0 w 250"/>
                <a:gd name="T49" fmla="*/ 0 h 193"/>
                <a:gd name="T50" fmla="*/ 0 w 250"/>
                <a:gd name="T51" fmla="*/ 0 h 193"/>
                <a:gd name="T52" fmla="*/ 0 w 250"/>
                <a:gd name="T53" fmla="*/ 0 h 193"/>
                <a:gd name="T54" fmla="*/ 0 w 250"/>
                <a:gd name="T55" fmla="*/ 0 h 193"/>
                <a:gd name="T56" fmla="*/ 0 w 250"/>
                <a:gd name="T57" fmla="*/ 0 h 193"/>
                <a:gd name="T58" fmla="*/ 0 w 250"/>
                <a:gd name="T59" fmla="*/ 0 h 193"/>
                <a:gd name="T60" fmla="*/ 0 w 250"/>
                <a:gd name="T61" fmla="*/ 0 h 193"/>
                <a:gd name="T62" fmla="*/ 0 w 250"/>
                <a:gd name="T63" fmla="*/ 0 h 193"/>
                <a:gd name="T64" fmla="*/ 0 w 250"/>
                <a:gd name="T65" fmla="*/ 0 h 193"/>
                <a:gd name="T66" fmla="*/ 0 w 250"/>
                <a:gd name="T67" fmla="*/ 0 h 193"/>
                <a:gd name="T68" fmla="*/ 0 w 250"/>
                <a:gd name="T69" fmla="*/ 0 h 193"/>
                <a:gd name="T70" fmla="*/ 0 w 250"/>
                <a:gd name="T71" fmla="*/ 0 h 193"/>
                <a:gd name="T72" fmla="*/ 0 w 250"/>
                <a:gd name="T73" fmla="*/ 0 h 193"/>
                <a:gd name="T74" fmla="*/ 0 w 250"/>
                <a:gd name="T75" fmla="*/ 0 h 193"/>
                <a:gd name="T76" fmla="*/ 0 w 250"/>
                <a:gd name="T77" fmla="*/ 0 h 193"/>
                <a:gd name="T78" fmla="*/ 0 w 250"/>
                <a:gd name="T79" fmla="*/ 0 h 193"/>
                <a:gd name="T80" fmla="*/ 0 w 250"/>
                <a:gd name="T81" fmla="*/ 0 h 193"/>
                <a:gd name="T82" fmla="*/ 0 w 250"/>
                <a:gd name="T83" fmla="*/ 0 h 193"/>
                <a:gd name="T84" fmla="*/ 0 w 250"/>
                <a:gd name="T85" fmla="*/ 0 h 193"/>
                <a:gd name="T86" fmla="*/ 0 w 250"/>
                <a:gd name="T87" fmla="*/ 0 h 193"/>
                <a:gd name="T88" fmla="*/ 0 w 250"/>
                <a:gd name="T89" fmla="*/ 0 h 193"/>
                <a:gd name="T90" fmla="*/ 0 w 250"/>
                <a:gd name="T91" fmla="*/ 0 h 193"/>
                <a:gd name="T92" fmla="*/ 0 w 250"/>
                <a:gd name="T93" fmla="*/ 0 h 193"/>
                <a:gd name="T94" fmla="*/ 0 w 250"/>
                <a:gd name="T95" fmla="*/ 0 h 193"/>
                <a:gd name="T96" fmla="*/ 0 w 250"/>
                <a:gd name="T97" fmla="*/ 0 h 193"/>
                <a:gd name="T98" fmla="*/ 0 w 250"/>
                <a:gd name="T99" fmla="*/ 0 h 193"/>
                <a:gd name="T100" fmla="*/ 0 w 250"/>
                <a:gd name="T101" fmla="*/ 0 h 193"/>
                <a:gd name="T102" fmla="*/ 0 w 250"/>
                <a:gd name="T103" fmla="*/ 0 h 193"/>
                <a:gd name="T104" fmla="*/ 0 w 250"/>
                <a:gd name="T105" fmla="*/ 0 h 193"/>
                <a:gd name="T106" fmla="*/ 0 w 250"/>
                <a:gd name="T107" fmla="*/ 0 h 193"/>
                <a:gd name="T108" fmla="*/ 0 w 250"/>
                <a:gd name="T109" fmla="*/ 0 h 193"/>
                <a:gd name="T110" fmla="*/ 0 w 250"/>
                <a:gd name="T111" fmla="*/ 0 h 193"/>
                <a:gd name="T112" fmla="*/ 0 w 250"/>
                <a:gd name="T113" fmla="*/ 0 h 193"/>
                <a:gd name="T114" fmla="*/ 0 w 250"/>
                <a:gd name="T115" fmla="*/ 0 h 193"/>
                <a:gd name="T116" fmla="*/ 0 w 250"/>
                <a:gd name="T117" fmla="*/ 0 h 193"/>
                <a:gd name="T118" fmla="*/ 0 w 250"/>
                <a:gd name="T119" fmla="*/ 0 h 193"/>
                <a:gd name="T120" fmla="*/ 0 w 250"/>
                <a:gd name="T121" fmla="*/ 0 h 193"/>
                <a:gd name="T122" fmla="*/ 0 w 250"/>
                <a:gd name="T123" fmla="*/ 0 h 193"/>
                <a:gd name="T124" fmla="*/ 0 w 250"/>
                <a:gd name="T125" fmla="*/ 0 h 1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0" h="193">
                  <a:moveTo>
                    <a:pt x="152" y="50"/>
                  </a:moveTo>
                  <a:lnTo>
                    <a:pt x="152" y="50"/>
                  </a:lnTo>
                  <a:lnTo>
                    <a:pt x="151" y="49"/>
                  </a:lnTo>
                  <a:lnTo>
                    <a:pt x="149" y="47"/>
                  </a:lnTo>
                  <a:lnTo>
                    <a:pt x="146" y="43"/>
                  </a:lnTo>
                  <a:lnTo>
                    <a:pt x="143" y="38"/>
                  </a:lnTo>
                  <a:lnTo>
                    <a:pt x="142" y="33"/>
                  </a:lnTo>
                  <a:lnTo>
                    <a:pt x="141" y="28"/>
                  </a:lnTo>
                  <a:lnTo>
                    <a:pt x="144" y="24"/>
                  </a:lnTo>
                  <a:lnTo>
                    <a:pt x="149" y="19"/>
                  </a:lnTo>
                  <a:lnTo>
                    <a:pt x="155" y="15"/>
                  </a:lnTo>
                  <a:lnTo>
                    <a:pt x="161" y="11"/>
                  </a:lnTo>
                  <a:lnTo>
                    <a:pt x="164" y="7"/>
                  </a:lnTo>
                  <a:lnTo>
                    <a:pt x="167" y="3"/>
                  </a:lnTo>
                  <a:lnTo>
                    <a:pt x="169" y="1"/>
                  </a:lnTo>
                  <a:lnTo>
                    <a:pt x="172" y="0"/>
                  </a:lnTo>
                  <a:lnTo>
                    <a:pt x="175" y="1"/>
                  </a:lnTo>
                  <a:lnTo>
                    <a:pt x="180" y="5"/>
                  </a:lnTo>
                  <a:lnTo>
                    <a:pt x="186" y="9"/>
                  </a:lnTo>
                  <a:lnTo>
                    <a:pt x="192" y="11"/>
                  </a:lnTo>
                  <a:lnTo>
                    <a:pt x="198" y="11"/>
                  </a:lnTo>
                  <a:lnTo>
                    <a:pt x="205" y="10"/>
                  </a:lnTo>
                  <a:lnTo>
                    <a:pt x="211" y="9"/>
                  </a:lnTo>
                  <a:lnTo>
                    <a:pt x="216" y="7"/>
                  </a:lnTo>
                  <a:lnTo>
                    <a:pt x="219" y="6"/>
                  </a:lnTo>
                  <a:lnTo>
                    <a:pt x="220" y="5"/>
                  </a:lnTo>
                  <a:lnTo>
                    <a:pt x="221" y="5"/>
                  </a:lnTo>
                  <a:lnTo>
                    <a:pt x="224" y="6"/>
                  </a:lnTo>
                  <a:lnTo>
                    <a:pt x="229" y="8"/>
                  </a:lnTo>
                  <a:lnTo>
                    <a:pt x="234" y="10"/>
                  </a:lnTo>
                  <a:lnTo>
                    <a:pt x="239" y="14"/>
                  </a:lnTo>
                  <a:lnTo>
                    <a:pt x="244" y="18"/>
                  </a:lnTo>
                  <a:lnTo>
                    <a:pt x="248" y="24"/>
                  </a:lnTo>
                  <a:lnTo>
                    <a:pt x="250" y="31"/>
                  </a:lnTo>
                  <a:lnTo>
                    <a:pt x="250" y="38"/>
                  </a:lnTo>
                  <a:lnTo>
                    <a:pt x="247" y="44"/>
                  </a:lnTo>
                  <a:lnTo>
                    <a:pt x="243" y="49"/>
                  </a:lnTo>
                  <a:lnTo>
                    <a:pt x="239" y="54"/>
                  </a:lnTo>
                  <a:lnTo>
                    <a:pt x="236" y="60"/>
                  </a:lnTo>
                  <a:lnTo>
                    <a:pt x="234" y="66"/>
                  </a:lnTo>
                  <a:lnTo>
                    <a:pt x="236" y="73"/>
                  </a:lnTo>
                  <a:lnTo>
                    <a:pt x="242" y="81"/>
                  </a:lnTo>
                  <a:lnTo>
                    <a:pt x="248" y="89"/>
                  </a:lnTo>
                  <a:lnTo>
                    <a:pt x="248" y="96"/>
                  </a:lnTo>
                  <a:lnTo>
                    <a:pt x="245" y="102"/>
                  </a:lnTo>
                  <a:lnTo>
                    <a:pt x="239" y="108"/>
                  </a:lnTo>
                  <a:lnTo>
                    <a:pt x="232" y="114"/>
                  </a:lnTo>
                  <a:lnTo>
                    <a:pt x="223" y="121"/>
                  </a:lnTo>
                  <a:lnTo>
                    <a:pt x="214" y="126"/>
                  </a:lnTo>
                  <a:lnTo>
                    <a:pt x="205" y="132"/>
                  </a:lnTo>
                  <a:lnTo>
                    <a:pt x="197" y="138"/>
                  </a:lnTo>
                  <a:lnTo>
                    <a:pt x="187" y="142"/>
                  </a:lnTo>
                  <a:lnTo>
                    <a:pt x="177" y="146"/>
                  </a:lnTo>
                  <a:lnTo>
                    <a:pt x="166" y="149"/>
                  </a:lnTo>
                  <a:lnTo>
                    <a:pt x="156" y="151"/>
                  </a:lnTo>
                  <a:lnTo>
                    <a:pt x="148" y="153"/>
                  </a:lnTo>
                  <a:lnTo>
                    <a:pt x="143" y="154"/>
                  </a:lnTo>
                  <a:lnTo>
                    <a:pt x="141" y="154"/>
                  </a:lnTo>
                  <a:lnTo>
                    <a:pt x="141" y="155"/>
                  </a:lnTo>
                  <a:lnTo>
                    <a:pt x="140" y="159"/>
                  </a:lnTo>
                  <a:lnTo>
                    <a:pt x="138" y="164"/>
                  </a:lnTo>
                  <a:lnTo>
                    <a:pt x="134" y="169"/>
                  </a:lnTo>
                  <a:lnTo>
                    <a:pt x="127" y="176"/>
                  </a:lnTo>
                  <a:lnTo>
                    <a:pt x="118" y="182"/>
                  </a:lnTo>
                  <a:lnTo>
                    <a:pt x="105" y="186"/>
                  </a:lnTo>
                  <a:lnTo>
                    <a:pt x="88" y="188"/>
                  </a:lnTo>
                  <a:lnTo>
                    <a:pt x="73" y="189"/>
                  </a:lnTo>
                  <a:lnTo>
                    <a:pt x="63" y="191"/>
                  </a:lnTo>
                  <a:lnTo>
                    <a:pt x="56" y="192"/>
                  </a:lnTo>
                  <a:lnTo>
                    <a:pt x="53" y="193"/>
                  </a:lnTo>
                  <a:lnTo>
                    <a:pt x="51" y="192"/>
                  </a:lnTo>
                  <a:lnTo>
                    <a:pt x="50" y="190"/>
                  </a:lnTo>
                  <a:lnTo>
                    <a:pt x="46" y="185"/>
                  </a:lnTo>
                  <a:lnTo>
                    <a:pt x="40" y="177"/>
                  </a:lnTo>
                  <a:lnTo>
                    <a:pt x="31" y="167"/>
                  </a:lnTo>
                  <a:lnTo>
                    <a:pt x="23" y="160"/>
                  </a:lnTo>
                  <a:lnTo>
                    <a:pt x="15" y="153"/>
                  </a:lnTo>
                  <a:lnTo>
                    <a:pt x="7" y="147"/>
                  </a:lnTo>
                  <a:lnTo>
                    <a:pt x="2" y="143"/>
                  </a:lnTo>
                  <a:lnTo>
                    <a:pt x="0" y="139"/>
                  </a:lnTo>
                  <a:lnTo>
                    <a:pt x="1" y="136"/>
                  </a:lnTo>
                  <a:lnTo>
                    <a:pt x="6" y="134"/>
                  </a:lnTo>
                  <a:lnTo>
                    <a:pt x="13" y="132"/>
                  </a:lnTo>
                  <a:lnTo>
                    <a:pt x="17" y="129"/>
                  </a:lnTo>
                  <a:lnTo>
                    <a:pt x="20" y="125"/>
                  </a:lnTo>
                  <a:lnTo>
                    <a:pt x="22" y="119"/>
                  </a:lnTo>
                  <a:lnTo>
                    <a:pt x="24" y="114"/>
                  </a:lnTo>
                  <a:lnTo>
                    <a:pt x="27" y="108"/>
                  </a:lnTo>
                  <a:lnTo>
                    <a:pt x="31" y="102"/>
                  </a:lnTo>
                  <a:lnTo>
                    <a:pt x="37" y="95"/>
                  </a:lnTo>
                  <a:lnTo>
                    <a:pt x="43" y="88"/>
                  </a:lnTo>
                  <a:lnTo>
                    <a:pt x="47" y="81"/>
                  </a:lnTo>
                  <a:lnTo>
                    <a:pt x="49" y="75"/>
                  </a:lnTo>
                  <a:lnTo>
                    <a:pt x="52" y="69"/>
                  </a:lnTo>
                  <a:lnTo>
                    <a:pt x="55" y="65"/>
                  </a:lnTo>
                  <a:lnTo>
                    <a:pt x="62" y="63"/>
                  </a:lnTo>
                  <a:lnTo>
                    <a:pt x="71" y="62"/>
                  </a:lnTo>
                  <a:lnTo>
                    <a:pt x="85" y="64"/>
                  </a:lnTo>
                  <a:lnTo>
                    <a:pt x="98" y="65"/>
                  </a:lnTo>
                  <a:lnTo>
                    <a:pt x="106" y="63"/>
                  </a:lnTo>
                  <a:lnTo>
                    <a:pt x="110" y="58"/>
                  </a:lnTo>
                  <a:lnTo>
                    <a:pt x="112" y="53"/>
                  </a:lnTo>
                  <a:lnTo>
                    <a:pt x="112" y="49"/>
                  </a:lnTo>
                  <a:lnTo>
                    <a:pt x="112" y="47"/>
                  </a:lnTo>
                  <a:lnTo>
                    <a:pt x="115" y="47"/>
                  </a:lnTo>
                  <a:lnTo>
                    <a:pt x="122" y="53"/>
                  </a:lnTo>
                  <a:lnTo>
                    <a:pt x="130" y="60"/>
                  </a:lnTo>
                  <a:lnTo>
                    <a:pt x="136" y="64"/>
                  </a:lnTo>
                  <a:lnTo>
                    <a:pt x="141" y="65"/>
                  </a:lnTo>
                  <a:lnTo>
                    <a:pt x="144" y="65"/>
                  </a:lnTo>
                  <a:lnTo>
                    <a:pt x="147" y="63"/>
                  </a:lnTo>
                  <a:lnTo>
                    <a:pt x="149" y="59"/>
                  </a:lnTo>
                  <a:lnTo>
                    <a:pt x="150" y="55"/>
                  </a:lnTo>
                  <a:lnTo>
                    <a:pt x="152" y="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49" name="Freeform 648">
              <a:extLst>
                <a:ext uri="{FF2B5EF4-FFF2-40B4-BE49-F238E27FC236}">
                  <a16:creationId xmlns:a16="http://schemas.microsoft.com/office/drawing/2014/main" id="{BFD17419-BC8E-12D8-EE9B-2F127638A3F4}"/>
                </a:ext>
              </a:extLst>
            </p:cNvPr>
            <p:cNvSpPr>
              <a:spLocks/>
            </p:cNvSpPr>
            <p:nvPr/>
          </p:nvSpPr>
          <p:spPr bwMode="auto">
            <a:xfrm>
              <a:off x="2353" y="4032"/>
              <a:ext cx="17" cy="11"/>
            </a:xfrm>
            <a:custGeom>
              <a:avLst/>
              <a:gdLst>
                <a:gd name="T0" fmla="*/ 0 w 69"/>
                <a:gd name="T1" fmla="*/ 0 h 42"/>
                <a:gd name="T2" fmla="*/ 0 w 69"/>
                <a:gd name="T3" fmla="*/ 0 h 42"/>
                <a:gd name="T4" fmla="*/ 0 w 69"/>
                <a:gd name="T5" fmla="*/ 0 h 42"/>
                <a:gd name="T6" fmla="*/ 0 w 69"/>
                <a:gd name="T7" fmla="*/ 0 h 42"/>
                <a:gd name="T8" fmla="*/ 0 w 69"/>
                <a:gd name="T9" fmla="*/ 0 h 42"/>
                <a:gd name="T10" fmla="*/ 0 w 69"/>
                <a:gd name="T11" fmla="*/ 0 h 42"/>
                <a:gd name="T12" fmla="*/ 0 w 69"/>
                <a:gd name="T13" fmla="*/ 0 h 42"/>
                <a:gd name="T14" fmla="*/ 0 w 69"/>
                <a:gd name="T15" fmla="*/ 0 h 42"/>
                <a:gd name="T16" fmla="*/ 0 w 69"/>
                <a:gd name="T17" fmla="*/ 0 h 42"/>
                <a:gd name="T18" fmla="*/ 0 w 69"/>
                <a:gd name="T19" fmla="*/ 0 h 42"/>
                <a:gd name="T20" fmla="*/ 0 w 69"/>
                <a:gd name="T21" fmla="*/ 0 h 42"/>
                <a:gd name="T22" fmla="*/ 0 w 69"/>
                <a:gd name="T23" fmla="*/ 0 h 42"/>
                <a:gd name="T24" fmla="*/ 0 w 69"/>
                <a:gd name="T25" fmla="*/ 0 h 42"/>
                <a:gd name="T26" fmla="*/ 0 w 69"/>
                <a:gd name="T27" fmla="*/ 0 h 42"/>
                <a:gd name="T28" fmla="*/ 0 w 69"/>
                <a:gd name="T29" fmla="*/ 0 h 42"/>
                <a:gd name="T30" fmla="*/ 0 w 69"/>
                <a:gd name="T31" fmla="*/ 0 h 42"/>
                <a:gd name="T32" fmla="*/ 0 w 69"/>
                <a:gd name="T33" fmla="*/ 0 h 42"/>
                <a:gd name="T34" fmla="*/ 0 w 69"/>
                <a:gd name="T35" fmla="*/ 0 h 42"/>
                <a:gd name="T36" fmla="*/ 0 w 69"/>
                <a:gd name="T37" fmla="*/ 0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9" h="42">
                  <a:moveTo>
                    <a:pt x="47" y="28"/>
                  </a:moveTo>
                  <a:lnTo>
                    <a:pt x="69" y="5"/>
                  </a:lnTo>
                  <a:lnTo>
                    <a:pt x="15" y="0"/>
                  </a:lnTo>
                  <a:lnTo>
                    <a:pt x="14" y="1"/>
                  </a:lnTo>
                  <a:lnTo>
                    <a:pt x="11" y="5"/>
                  </a:lnTo>
                  <a:lnTo>
                    <a:pt x="7" y="10"/>
                  </a:lnTo>
                  <a:lnTo>
                    <a:pt x="4" y="16"/>
                  </a:lnTo>
                  <a:lnTo>
                    <a:pt x="1" y="23"/>
                  </a:lnTo>
                  <a:lnTo>
                    <a:pt x="0" y="30"/>
                  </a:lnTo>
                  <a:lnTo>
                    <a:pt x="2" y="35"/>
                  </a:lnTo>
                  <a:lnTo>
                    <a:pt x="7" y="39"/>
                  </a:lnTo>
                  <a:lnTo>
                    <a:pt x="14" y="41"/>
                  </a:lnTo>
                  <a:lnTo>
                    <a:pt x="21" y="42"/>
                  </a:lnTo>
                  <a:lnTo>
                    <a:pt x="29" y="42"/>
                  </a:lnTo>
                  <a:lnTo>
                    <a:pt x="35" y="41"/>
                  </a:lnTo>
                  <a:lnTo>
                    <a:pt x="40" y="38"/>
                  </a:lnTo>
                  <a:lnTo>
                    <a:pt x="44" y="35"/>
                  </a:lnTo>
                  <a:lnTo>
                    <a:pt x="46" y="32"/>
                  </a:lnTo>
                  <a:lnTo>
                    <a:pt x="47" y="2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50" name="Freeform 649">
              <a:extLst>
                <a:ext uri="{FF2B5EF4-FFF2-40B4-BE49-F238E27FC236}">
                  <a16:creationId xmlns:a16="http://schemas.microsoft.com/office/drawing/2014/main" id="{A63F2DD8-4E11-7D63-F0CA-3DF8B8B886AD}"/>
                </a:ext>
              </a:extLst>
            </p:cNvPr>
            <p:cNvSpPr>
              <a:spLocks/>
            </p:cNvSpPr>
            <p:nvPr/>
          </p:nvSpPr>
          <p:spPr bwMode="auto">
            <a:xfrm>
              <a:off x="2353" y="4032"/>
              <a:ext cx="17" cy="11"/>
            </a:xfrm>
            <a:custGeom>
              <a:avLst/>
              <a:gdLst>
                <a:gd name="T0" fmla="*/ 0 w 69"/>
                <a:gd name="T1" fmla="*/ 0 h 42"/>
                <a:gd name="T2" fmla="*/ 0 w 69"/>
                <a:gd name="T3" fmla="*/ 0 h 42"/>
                <a:gd name="T4" fmla="*/ 0 w 69"/>
                <a:gd name="T5" fmla="*/ 0 h 42"/>
                <a:gd name="T6" fmla="*/ 0 w 69"/>
                <a:gd name="T7" fmla="*/ 0 h 42"/>
                <a:gd name="T8" fmla="*/ 0 w 69"/>
                <a:gd name="T9" fmla="*/ 0 h 42"/>
                <a:gd name="T10" fmla="*/ 0 w 69"/>
                <a:gd name="T11" fmla="*/ 0 h 42"/>
                <a:gd name="T12" fmla="*/ 0 w 69"/>
                <a:gd name="T13" fmla="*/ 0 h 42"/>
                <a:gd name="T14" fmla="*/ 0 w 69"/>
                <a:gd name="T15" fmla="*/ 0 h 42"/>
                <a:gd name="T16" fmla="*/ 0 w 69"/>
                <a:gd name="T17" fmla="*/ 0 h 42"/>
                <a:gd name="T18" fmla="*/ 0 w 69"/>
                <a:gd name="T19" fmla="*/ 0 h 42"/>
                <a:gd name="T20" fmla="*/ 0 w 69"/>
                <a:gd name="T21" fmla="*/ 0 h 42"/>
                <a:gd name="T22" fmla="*/ 0 w 69"/>
                <a:gd name="T23" fmla="*/ 0 h 42"/>
                <a:gd name="T24" fmla="*/ 0 w 69"/>
                <a:gd name="T25" fmla="*/ 0 h 42"/>
                <a:gd name="T26" fmla="*/ 0 w 69"/>
                <a:gd name="T27" fmla="*/ 0 h 42"/>
                <a:gd name="T28" fmla="*/ 0 w 69"/>
                <a:gd name="T29" fmla="*/ 0 h 42"/>
                <a:gd name="T30" fmla="*/ 0 w 69"/>
                <a:gd name="T31" fmla="*/ 0 h 42"/>
                <a:gd name="T32" fmla="*/ 0 w 69"/>
                <a:gd name="T33" fmla="*/ 0 h 42"/>
                <a:gd name="T34" fmla="*/ 0 w 69"/>
                <a:gd name="T35" fmla="*/ 0 h 42"/>
                <a:gd name="T36" fmla="*/ 0 w 69"/>
                <a:gd name="T37" fmla="*/ 0 h 42"/>
                <a:gd name="T38" fmla="*/ 0 w 69"/>
                <a:gd name="T39" fmla="*/ 0 h 42"/>
                <a:gd name="T40" fmla="*/ 0 w 69"/>
                <a:gd name="T41" fmla="*/ 0 h 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9" h="42">
                  <a:moveTo>
                    <a:pt x="47" y="28"/>
                  </a:moveTo>
                  <a:lnTo>
                    <a:pt x="69" y="5"/>
                  </a:lnTo>
                  <a:lnTo>
                    <a:pt x="15" y="0"/>
                  </a:lnTo>
                  <a:lnTo>
                    <a:pt x="14" y="1"/>
                  </a:lnTo>
                  <a:lnTo>
                    <a:pt x="11" y="5"/>
                  </a:lnTo>
                  <a:lnTo>
                    <a:pt x="7" y="10"/>
                  </a:lnTo>
                  <a:lnTo>
                    <a:pt x="4" y="16"/>
                  </a:lnTo>
                  <a:lnTo>
                    <a:pt x="1" y="23"/>
                  </a:lnTo>
                  <a:lnTo>
                    <a:pt x="0" y="30"/>
                  </a:lnTo>
                  <a:lnTo>
                    <a:pt x="2" y="35"/>
                  </a:lnTo>
                  <a:lnTo>
                    <a:pt x="7" y="39"/>
                  </a:lnTo>
                  <a:lnTo>
                    <a:pt x="14" y="41"/>
                  </a:lnTo>
                  <a:lnTo>
                    <a:pt x="21" y="42"/>
                  </a:lnTo>
                  <a:lnTo>
                    <a:pt x="29" y="42"/>
                  </a:lnTo>
                  <a:lnTo>
                    <a:pt x="35" y="41"/>
                  </a:lnTo>
                  <a:lnTo>
                    <a:pt x="40" y="38"/>
                  </a:lnTo>
                  <a:lnTo>
                    <a:pt x="44" y="35"/>
                  </a:lnTo>
                  <a:lnTo>
                    <a:pt x="46" y="32"/>
                  </a:lnTo>
                  <a:lnTo>
                    <a:pt x="47" y="2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51" name="Freeform 650">
              <a:extLst>
                <a:ext uri="{FF2B5EF4-FFF2-40B4-BE49-F238E27FC236}">
                  <a16:creationId xmlns:a16="http://schemas.microsoft.com/office/drawing/2014/main" id="{EADABD99-3E5B-9D2D-0D10-599443391E88}"/>
                </a:ext>
              </a:extLst>
            </p:cNvPr>
            <p:cNvSpPr>
              <a:spLocks/>
            </p:cNvSpPr>
            <p:nvPr/>
          </p:nvSpPr>
          <p:spPr bwMode="auto">
            <a:xfrm>
              <a:off x="2189" y="3892"/>
              <a:ext cx="20" cy="12"/>
            </a:xfrm>
            <a:custGeom>
              <a:avLst/>
              <a:gdLst>
                <a:gd name="T0" fmla="*/ 0 w 80"/>
                <a:gd name="T1" fmla="*/ 0 h 46"/>
                <a:gd name="T2" fmla="*/ 0 w 80"/>
                <a:gd name="T3" fmla="*/ 0 h 46"/>
                <a:gd name="T4" fmla="*/ 0 w 80"/>
                <a:gd name="T5" fmla="*/ 0 h 46"/>
                <a:gd name="T6" fmla="*/ 0 w 80"/>
                <a:gd name="T7" fmla="*/ 0 h 46"/>
                <a:gd name="T8" fmla="*/ 0 w 80"/>
                <a:gd name="T9" fmla="*/ 0 h 46"/>
                <a:gd name="T10" fmla="*/ 0 w 80"/>
                <a:gd name="T11" fmla="*/ 0 h 46"/>
                <a:gd name="T12" fmla="*/ 0 w 80"/>
                <a:gd name="T13" fmla="*/ 0 h 46"/>
                <a:gd name="T14" fmla="*/ 0 w 80"/>
                <a:gd name="T15" fmla="*/ 0 h 46"/>
                <a:gd name="T16" fmla="*/ 0 w 80"/>
                <a:gd name="T17" fmla="*/ 0 h 46"/>
                <a:gd name="T18" fmla="*/ 0 w 80"/>
                <a:gd name="T19" fmla="*/ 0 h 46"/>
                <a:gd name="T20" fmla="*/ 0 w 80"/>
                <a:gd name="T21" fmla="*/ 0 h 46"/>
                <a:gd name="T22" fmla="*/ 0 w 80"/>
                <a:gd name="T23" fmla="*/ 0 h 46"/>
                <a:gd name="T24" fmla="*/ 0 w 80"/>
                <a:gd name="T25" fmla="*/ 0 h 46"/>
                <a:gd name="T26" fmla="*/ 0 w 80"/>
                <a:gd name="T27" fmla="*/ 0 h 46"/>
                <a:gd name="T28" fmla="*/ 0 w 80"/>
                <a:gd name="T29" fmla="*/ 0 h 46"/>
                <a:gd name="T30" fmla="*/ 0 w 80"/>
                <a:gd name="T31" fmla="*/ 0 h 46"/>
                <a:gd name="T32" fmla="*/ 0 w 80"/>
                <a:gd name="T33" fmla="*/ 0 h 46"/>
                <a:gd name="T34" fmla="*/ 0 w 80"/>
                <a:gd name="T35" fmla="*/ 0 h 46"/>
                <a:gd name="T36" fmla="*/ 0 w 80"/>
                <a:gd name="T37" fmla="*/ 0 h 46"/>
                <a:gd name="T38" fmla="*/ 0 w 80"/>
                <a:gd name="T39" fmla="*/ 0 h 46"/>
                <a:gd name="T40" fmla="*/ 0 w 80"/>
                <a:gd name="T41" fmla="*/ 0 h 46"/>
                <a:gd name="T42" fmla="*/ 0 w 80"/>
                <a:gd name="T43" fmla="*/ 0 h 46"/>
                <a:gd name="T44" fmla="*/ 0 w 80"/>
                <a:gd name="T45" fmla="*/ 0 h 46"/>
                <a:gd name="T46" fmla="*/ 0 w 80"/>
                <a:gd name="T47" fmla="*/ 0 h 46"/>
                <a:gd name="T48" fmla="*/ 0 w 80"/>
                <a:gd name="T49" fmla="*/ 0 h 46"/>
                <a:gd name="T50" fmla="*/ 0 w 80"/>
                <a:gd name="T51" fmla="*/ 0 h 46"/>
                <a:gd name="T52" fmla="*/ 0 w 80"/>
                <a:gd name="T53" fmla="*/ 0 h 46"/>
                <a:gd name="T54" fmla="*/ 0 w 80"/>
                <a:gd name="T55" fmla="*/ 0 h 46"/>
                <a:gd name="T56" fmla="*/ 0 w 80"/>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0" h="46">
                  <a:moveTo>
                    <a:pt x="67" y="17"/>
                  </a:moveTo>
                  <a:lnTo>
                    <a:pt x="65" y="17"/>
                  </a:lnTo>
                  <a:lnTo>
                    <a:pt x="59" y="19"/>
                  </a:lnTo>
                  <a:lnTo>
                    <a:pt x="50" y="20"/>
                  </a:lnTo>
                  <a:lnTo>
                    <a:pt x="40" y="23"/>
                  </a:lnTo>
                  <a:lnTo>
                    <a:pt x="28" y="27"/>
                  </a:lnTo>
                  <a:lnTo>
                    <a:pt x="17" y="31"/>
                  </a:lnTo>
                  <a:lnTo>
                    <a:pt x="9" y="36"/>
                  </a:lnTo>
                  <a:lnTo>
                    <a:pt x="3" y="42"/>
                  </a:lnTo>
                  <a:lnTo>
                    <a:pt x="0" y="46"/>
                  </a:lnTo>
                  <a:lnTo>
                    <a:pt x="2" y="42"/>
                  </a:lnTo>
                  <a:lnTo>
                    <a:pt x="5" y="36"/>
                  </a:lnTo>
                  <a:lnTo>
                    <a:pt x="10" y="29"/>
                  </a:lnTo>
                  <a:lnTo>
                    <a:pt x="16" y="21"/>
                  </a:lnTo>
                  <a:lnTo>
                    <a:pt x="23" y="14"/>
                  </a:lnTo>
                  <a:lnTo>
                    <a:pt x="30" y="9"/>
                  </a:lnTo>
                  <a:lnTo>
                    <a:pt x="39" y="5"/>
                  </a:lnTo>
                  <a:lnTo>
                    <a:pt x="47" y="3"/>
                  </a:lnTo>
                  <a:lnTo>
                    <a:pt x="55" y="1"/>
                  </a:lnTo>
                  <a:lnTo>
                    <a:pt x="63" y="0"/>
                  </a:lnTo>
                  <a:lnTo>
                    <a:pt x="70" y="0"/>
                  </a:lnTo>
                  <a:lnTo>
                    <a:pt x="75" y="0"/>
                  </a:lnTo>
                  <a:lnTo>
                    <a:pt x="79" y="0"/>
                  </a:lnTo>
                  <a:lnTo>
                    <a:pt x="80" y="0"/>
                  </a:lnTo>
                  <a:lnTo>
                    <a:pt x="78" y="3"/>
                  </a:lnTo>
                  <a:lnTo>
                    <a:pt x="75" y="7"/>
                  </a:lnTo>
                  <a:lnTo>
                    <a:pt x="70" y="12"/>
                  </a:lnTo>
                  <a:lnTo>
                    <a:pt x="67" y="1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52" name="Freeform 651">
              <a:extLst>
                <a:ext uri="{FF2B5EF4-FFF2-40B4-BE49-F238E27FC236}">
                  <a16:creationId xmlns:a16="http://schemas.microsoft.com/office/drawing/2014/main" id="{9AC70DE2-6B4A-5553-A443-DFDB79C97463}"/>
                </a:ext>
              </a:extLst>
            </p:cNvPr>
            <p:cNvSpPr>
              <a:spLocks/>
            </p:cNvSpPr>
            <p:nvPr/>
          </p:nvSpPr>
          <p:spPr bwMode="auto">
            <a:xfrm>
              <a:off x="2189" y="3892"/>
              <a:ext cx="20" cy="12"/>
            </a:xfrm>
            <a:custGeom>
              <a:avLst/>
              <a:gdLst>
                <a:gd name="T0" fmla="*/ 0 w 80"/>
                <a:gd name="T1" fmla="*/ 0 h 46"/>
                <a:gd name="T2" fmla="*/ 0 w 80"/>
                <a:gd name="T3" fmla="*/ 0 h 46"/>
                <a:gd name="T4" fmla="*/ 0 w 80"/>
                <a:gd name="T5" fmla="*/ 0 h 46"/>
                <a:gd name="T6" fmla="*/ 0 w 80"/>
                <a:gd name="T7" fmla="*/ 0 h 46"/>
                <a:gd name="T8" fmla="*/ 0 w 80"/>
                <a:gd name="T9" fmla="*/ 0 h 46"/>
                <a:gd name="T10" fmla="*/ 0 w 80"/>
                <a:gd name="T11" fmla="*/ 0 h 46"/>
                <a:gd name="T12" fmla="*/ 0 w 80"/>
                <a:gd name="T13" fmla="*/ 0 h 46"/>
                <a:gd name="T14" fmla="*/ 0 w 80"/>
                <a:gd name="T15" fmla="*/ 0 h 46"/>
                <a:gd name="T16" fmla="*/ 0 w 80"/>
                <a:gd name="T17" fmla="*/ 0 h 46"/>
                <a:gd name="T18" fmla="*/ 0 w 80"/>
                <a:gd name="T19" fmla="*/ 0 h 46"/>
                <a:gd name="T20" fmla="*/ 0 w 80"/>
                <a:gd name="T21" fmla="*/ 0 h 46"/>
                <a:gd name="T22" fmla="*/ 0 w 80"/>
                <a:gd name="T23" fmla="*/ 0 h 46"/>
                <a:gd name="T24" fmla="*/ 0 w 80"/>
                <a:gd name="T25" fmla="*/ 0 h 46"/>
                <a:gd name="T26" fmla="*/ 0 w 80"/>
                <a:gd name="T27" fmla="*/ 0 h 46"/>
                <a:gd name="T28" fmla="*/ 0 w 80"/>
                <a:gd name="T29" fmla="*/ 0 h 46"/>
                <a:gd name="T30" fmla="*/ 0 w 80"/>
                <a:gd name="T31" fmla="*/ 0 h 46"/>
                <a:gd name="T32" fmla="*/ 0 w 80"/>
                <a:gd name="T33" fmla="*/ 0 h 46"/>
                <a:gd name="T34" fmla="*/ 0 w 80"/>
                <a:gd name="T35" fmla="*/ 0 h 46"/>
                <a:gd name="T36" fmla="*/ 0 w 80"/>
                <a:gd name="T37" fmla="*/ 0 h 46"/>
                <a:gd name="T38" fmla="*/ 0 w 80"/>
                <a:gd name="T39" fmla="*/ 0 h 46"/>
                <a:gd name="T40" fmla="*/ 0 w 80"/>
                <a:gd name="T41" fmla="*/ 0 h 46"/>
                <a:gd name="T42" fmla="*/ 0 w 80"/>
                <a:gd name="T43" fmla="*/ 0 h 46"/>
                <a:gd name="T44" fmla="*/ 0 w 80"/>
                <a:gd name="T45" fmla="*/ 0 h 46"/>
                <a:gd name="T46" fmla="*/ 0 w 80"/>
                <a:gd name="T47" fmla="*/ 0 h 46"/>
                <a:gd name="T48" fmla="*/ 0 w 80"/>
                <a:gd name="T49" fmla="*/ 0 h 46"/>
                <a:gd name="T50" fmla="*/ 0 w 80"/>
                <a:gd name="T51" fmla="*/ 0 h 46"/>
                <a:gd name="T52" fmla="*/ 0 w 80"/>
                <a:gd name="T53" fmla="*/ 0 h 46"/>
                <a:gd name="T54" fmla="*/ 0 w 80"/>
                <a:gd name="T55" fmla="*/ 0 h 46"/>
                <a:gd name="T56" fmla="*/ 0 w 80"/>
                <a:gd name="T57" fmla="*/ 0 h 46"/>
                <a:gd name="T58" fmla="*/ 0 w 80"/>
                <a:gd name="T59" fmla="*/ 0 h 46"/>
                <a:gd name="T60" fmla="*/ 0 w 80"/>
                <a:gd name="T61" fmla="*/ 0 h 46"/>
                <a:gd name="T62" fmla="*/ 0 w 80"/>
                <a:gd name="T63" fmla="*/ 0 h 46"/>
                <a:gd name="T64" fmla="*/ 0 w 80"/>
                <a:gd name="T65" fmla="*/ 0 h 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0" h="46">
                  <a:moveTo>
                    <a:pt x="67" y="17"/>
                  </a:moveTo>
                  <a:lnTo>
                    <a:pt x="67" y="17"/>
                  </a:lnTo>
                  <a:lnTo>
                    <a:pt x="65" y="17"/>
                  </a:lnTo>
                  <a:lnTo>
                    <a:pt x="59" y="19"/>
                  </a:lnTo>
                  <a:lnTo>
                    <a:pt x="50" y="20"/>
                  </a:lnTo>
                  <a:lnTo>
                    <a:pt x="40" y="23"/>
                  </a:lnTo>
                  <a:lnTo>
                    <a:pt x="28" y="27"/>
                  </a:lnTo>
                  <a:lnTo>
                    <a:pt x="17" y="31"/>
                  </a:lnTo>
                  <a:lnTo>
                    <a:pt x="9" y="36"/>
                  </a:lnTo>
                  <a:lnTo>
                    <a:pt x="3" y="42"/>
                  </a:lnTo>
                  <a:lnTo>
                    <a:pt x="0" y="46"/>
                  </a:lnTo>
                  <a:lnTo>
                    <a:pt x="2" y="42"/>
                  </a:lnTo>
                  <a:lnTo>
                    <a:pt x="5" y="36"/>
                  </a:lnTo>
                  <a:lnTo>
                    <a:pt x="10" y="29"/>
                  </a:lnTo>
                  <a:lnTo>
                    <a:pt x="16" y="21"/>
                  </a:lnTo>
                  <a:lnTo>
                    <a:pt x="23" y="14"/>
                  </a:lnTo>
                  <a:lnTo>
                    <a:pt x="30" y="9"/>
                  </a:lnTo>
                  <a:lnTo>
                    <a:pt x="39" y="5"/>
                  </a:lnTo>
                  <a:lnTo>
                    <a:pt x="47" y="3"/>
                  </a:lnTo>
                  <a:lnTo>
                    <a:pt x="55" y="1"/>
                  </a:lnTo>
                  <a:lnTo>
                    <a:pt x="63" y="0"/>
                  </a:lnTo>
                  <a:lnTo>
                    <a:pt x="70" y="0"/>
                  </a:lnTo>
                  <a:lnTo>
                    <a:pt x="75" y="0"/>
                  </a:lnTo>
                  <a:lnTo>
                    <a:pt x="79" y="0"/>
                  </a:lnTo>
                  <a:lnTo>
                    <a:pt x="80" y="0"/>
                  </a:lnTo>
                  <a:lnTo>
                    <a:pt x="78" y="3"/>
                  </a:lnTo>
                  <a:lnTo>
                    <a:pt x="75" y="7"/>
                  </a:lnTo>
                  <a:lnTo>
                    <a:pt x="70" y="12"/>
                  </a:lnTo>
                  <a:lnTo>
                    <a:pt x="67" y="1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53" name="Freeform 652">
              <a:extLst>
                <a:ext uri="{FF2B5EF4-FFF2-40B4-BE49-F238E27FC236}">
                  <a16:creationId xmlns:a16="http://schemas.microsoft.com/office/drawing/2014/main" id="{D4406DD7-AC8C-AB36-BC36-4422B086BBBC}"/>
                </a:ext>
              </a:extLst>
            </p:cNvPr>
            <p:cNvSpPr>
              <a:spLocks/>
            </p:cNvSpPr>
            <p:nvPr/>
          </p:nvSpPr>
          <p:spPr bwMode="auto">
            <a:xfrm>
              <a:off x="2243" y="3935"/>
              <a:ext cx="4" cy="9"/>
            </a:xfrm>
            <a:custGeom>
              <a:avLst/>
              <a:gdLst>
                <a:gd name="T0" fmla="*/ 0 w 18"/>
                <a:gd name="T1" fmla="*/ 0 h 37"/>
                <a:gd name="T2" fmla="*/ 0 w 18"/>
                <a:gd name="T3" fmla="*/ 0 h 37"/>
                <a:gd name="T4" fmla="*/ 0 w 18"/>
                <a:gd name="T5" fmla="*/ 0 h 37"/>
                <a:gd name="T6" fmla="*/ 0 w 18"/>
                <a:gd name="T7" fmla="*/ 0 h 37"/>
                <a:gd name="T8" fmla="*/ 0 w 18"/>
                <a:gd name="T9" fmla="*/ 0 h 37"/>
                <a:gd name="T10" fmla="*/ 0 w 18"/>
                <a:gd name="T11" fmla="*/ 0 h 37"/>
                <a:gd name="T12" fmla="*/ 0 w 18"/>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37">
                  <a:moveTo>
                    <a:pt x="18" y="16"/>
                  </a:moveTo>
                  <a:lnTo>
                    <a:pt x="0" y="37"/>
                  </a:lnTo>
                  <a:lnTo>
                    <a:pt x="3" y="5"/>
                  </a:lnTo>
                  <a:lnTo>
                    <a:pt x="4" y="3"/>
                  </a:lnTo>
                  <a:lnTo>
                    <a:pt x="8" y="0"/>
                  </a:lnTo>
                  <a:lnTo>
                    <a:pt x="13" y="2"/>
                  </a:lnTo>
                  <a:lnTo>
                    <a:pt x="18" y="1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54" name="Freeform 653">
              <a:extLst>
                <a:ext uri="{FF2B5EF4-FFF2-40B4-BE49-F238E27FC236}">
                  <a16:creationId xmlns:a16="http://schemas.microsoft.com/office/drawing/2014/main" id="{01D95B79-C8A4-F5C0-F234-EFC6B5284C25}"/>
                </a:ext>
              </a:extLst>
            </p:cNvPr>
            <p:cNvSpPr>
              <a:spLocks/>
            </p:cNvSpPr>
            <p:nvPr/>
          </p:nvSpPr>
          <p:spPr bwMode="auto">
            <a:xfrm>
              <a:off x="2243" y="3935"/>
              <a:ext cx="4" cy="9"/>
            </a:xfrm>
            <a:custGeom>
              <a:avLst/>
              <a:gdLst>
                <a:gd name="T0" fmla="*/ 0 w 18"/>
                <a:gd name="T1" fmla="*/ 0 h 37"/>
                <a:gd name="T2" fmla="*/ 0 w 18"/>
                <a:gd name="T3" fmla="*/ 0 h 37"/>
                <a:gd name="T4" fmla="*/ 0 w 18"/>
                <a:gd name="T5" fmla="*/ 0 h 37"/>
                <a:gd name="T6" fmla="*/ 0 w 18"/>
                <a:gd name="T7" fmla="*/ 0 h 37"/>
                <a:gd name="T8" fmla="*/ 0 w 18"/>
                <a:gd name="T9" fmla="*/ 0 h 37"/>
                <a:gd name="T10" fmla="*/ 0 w 18"/>
                <a:gd name="T11" fmla="*/ 0 h 37"/>
                <a:gd name="T12" fmla="*/ 0 w 18"/>
                <a:gd name="T13" fmla="*/ 0 h 37"/>
                <a:gd name="T14" fmla="*/ 0 w 18"/>
                <a:gd name="T15" fmla="*/ 0 h 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37">
                  <a:moveTo>
                    <a:pt x="18" y="16"/>
                  </a:moveTo>
                  <a:lnTo>
                    <a:pt x="0" y="37"/>
                  </a:lnTo>
                  <a:lnTo>
                    <a:pt x="3" y="5"/>
                  </a:lnTo>
                  <a:lnTo>
                    <a:pt x="4" y="3"/>
                  </a:lnTo>
                  <a:lnTo>
                    <a:pt x="8" y="0"/>
                  </a:lnTo>
                  <a:lnTo>
                    <a:pt x="13" y="2"/>
                  </a:lnTo>
                  <a:lnTo>
                    <a:pt x="18" y="1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55" name="Freeform 654">
              <a:extLst>
                <a:ext uri="{FF2B5EF4-FFF2-40B4-BE49-F238E27FC236}">
                  <a16:creationId xmlns:a16="http://schemas.microsoft.com/office/drawing/2014/main" id="{43CEE41F-4253-E964-1ECE-29839C1DF447}"/>
                </a:ext>
              </a:extLst>
            </p:cNvPr>
            <p:cNvSpPr>
              <a:spLocks/>
            </p:cNvSpPr>
            <p:nvPr/>
          </p:nvSpPr>
          <p:spPr bwMode="auto">
            <a:xfrm>
              <a:off x="2348" y="3997"/>
              <a:ext cx="2" cy="8"/>
            </a:xfrm>
            <a:custGeom>
              <a:avLst/>
              <a:gdLst>
                <a:gd name="T0" fmla="*/ 0 w 11"/>
                <a:gd name="T1" fmla="*/ 0 h 31"/>
                <a:gd name="T2" fmla="*/ 0 w 11"/>
                <a:gd name="T3" fmla="*/ 0 h 31"/>
                <a:gd name="T4" fmla="*/ 0 w 11"/>
                <a:gd name="T5" fmla="*/ 0 h 31"/>
                <a:gd name="T6" fmla="*/ 0 w 11"/>
                <a:gd name="T7" fmla="*/ 0 h 31"/>
                <a:gd name="T8" fmla="*/ 0 w 11"/>
                <a:gd name="T9" fmla="*/ 0 h 31"/>
                <a:gd name="T10" fmla="*/ 0 w 11"/>
                <a:gd name="T11" fmla="*/ 0 h 31"/>
                <a:gd name="T12" fmla="*/ 0 w 11"/>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31">
                  <a:moveTo>
                    <a:pt x="0" y="0"/>
                  </a:moveTo>
                  <a:lnTo>
                    <a:pt x="2" y="31"/>
                  </a:lnTo>
                  <a:lnTo>
                    <a:pt x="11" y="14"/>
                  </a:lnTo>
                  <a:lnTo>
                    <a:pt x="10" y="13"/>
                  </a:lnTo>
                  <a:lnTo>
                    <a:pt x="9" y="9"/>
                  </a:lnTo>
                  <a:lnTo>
                    <a:pt x="5" y="4"/>
                  </a:lnTo>
                  <a:lnTo>
                    <a:pt x="0"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56" name="Freeform 655">
              <a:extLst>
                <a:ext uri="{FF2B5EF4-FFF2-40B4-BE49-F238E27FC236}">
                  <a16:creationId xmlns:a16="http://schemas.microsoft.com/office/drawing/2014/main" id="{E8B575B7-4D8A-006B-86C3-02C3DA7C96C4}"/>
                </a:ext>
              </a:extLst>
            </p:cNvPr>
            <p:cNvSpPr>
              <a:spLocks/>
            </p:cNvSpPr>
            <p:nvPr/>
          </p:nvSpPr>
          <p:spPr bwMode="auto">
            <a:xfrm>
              <a:off x="2348" y="3997"/>
              <a:ext cx="2" cy="8"/>
            </a:xfrm>
            <a:custGeom>
              <a:avLst/>
              <a:gdLst>
                <a:gd name="T0" fmla="*/ 0 w 11"/>
                <a:gd name="T1" fmla="*/ 0 h 31"/>
                <a:gd name="T2" fmla="*/ 0 w 11"/>
                <a:gd name="T3" fmla="*/ 0 h 31"/>
                <a:gd name="T4" fmla="*/ 0 w 11"/>
                <a:gd name="T5" fmla="*/ 0 h 31"/>
                <a:gd name="T6" fmla="*/ 0 w 11"/>
                <a:gd name="T7" fmla="*/ 0 h 31"/>
                <a:gd name="T8" fmla="*/ 0 w 11"/>
                <a:gd name="T9" fmla="*/ 0 h 31"/>
                <a:gd name="T10" fmla="*/ 0 w 11"/>
                <a:gd name="T11" fmla="*/ 0 h 31"/>
                <a:gd name="T12" fmla="*/ 0 w 11"/>
                <a:gd name="T13" fmla="*/ 0 h 31"/>
                <a:gd name="T14" fmla="*/ 0 w 11"/>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31">
                  <a:moveTo>
                    <a:pt x="0" y="0"/>
                  </a:moveTo>
                  <a:lnTo>
                    <a:pt x="2" y="31"/>
                  </a:lnTo>
                  <a:lnTo>
                    <a:pt x="11" y="14"/>
                  </a:lnTo>
                  <a:lnTo>
                    <a:pt x="10" y="13"/>
                  </a:lnTo>
                  <a:lnTo>
                    <a:pt x="9" y="9"/>
                  </a:lnTo>
                  <a:lnTo>
                    <a:pt x="5" y="4"/>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57" name="Freeform 656">
              <a:extLst>
                <a:ext uri="{FF2B5EF4-FFF2-40B4-BE49-F238E27FC236}">
                  <a16:creationId xmlns:a16="http://schemas.microsoft.com/office/drawing/2014/main" id="{257AA295-97DA-C0BD-3348-75F54334E17C}"/>
                </a:ext>
              </a:extLst>
            </p:cNvPr>
            <p:cNvSpPr>
              <a:spLocks/>
            </p:cNvSpPr>
            <p:nvPr/>
          </p:nvSpPr>
          <p:spPr bwMode="auto">
            <a:xfrm>
              <a:off x="2364" y="3996"/>
              <a:ext cx="7" cy="6"/>
            </a:xfrm>
            <a:custGeom>
              <a:avLst/>
              <a:gdLst>
                <a:gd name="T0" fmla="*/ 0 w 27"/>
                <a:gd name="T1" fmla="*/ 0 h 23"/>
                <a:gd name="T2" fmla="*/ 0 w 27"/>
                <a:gd name="T3" fmla="*/ 0 h 23"/>
                <a:gd name="T4" fmla="*/ 0 w 27"/>
                <a:gd name="T5" fmla="*/ 0 h 23"/>
                <a:gd name="T6" fmla="*/ 0 w 27"/>
                <a:gd name="T7" fmla="*/ 0 h 23"/>
                <a:gd name="T8" fmla="*/ 0 w 27"/>
                <a:gd name="T9" fmla="*/ 0 h 23"/>
                <a:gd name="T10" fmla="*/ 0 w 27"/>
                <a:gd name="T11" fmla="*/ 0 h 23"/>
                <a:gd name="T12" fmla="*/ 0 w 27"/>
                <a:gd name="T13" fmla="*/ 0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3">
                  <a:moveTo>
                    <a:pt x="0" y="20"/>
                  </a:moveTo>
                  <a:lnTo>
                    <a:pt x="27" y="23"/>
                  </a:lnTo>
                  <a:lnTo>
                    <a:pt x="27" y="0"/>
                  </a:lnTo>
                  <a:lnTo>
                    <a:pt x="24" y="3"/>
                  </a:lnTo>
                  <a:lnTo>
                    <a:pt x="16" y="10"/>
                  </a:lnTo>
                  <a:lnTo>
                    <a:pt x="7" y="17"/>
                  </a:lnTo>
                  <a:lnTo>
                    <a:pt x="0" y="2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58" name="Freeform 657">
              <a:extLst>
                <a:ext uri="{FF2B5EF4-FFF2-40B4-BE49-F238E27FC236}">
                  <a16:creationId xmlns:a16="http://schemas.microsoft.com/office/drawing/2014/main" id="{CDE4BB5D-0CC0-2A57-58D8-28E367AF915A}"/>
                </a:ext>
              </a:extLst>
            </p:cNvPr>
            <p:cNvSpPr>
              <a:spLocks/>
            </p:cNvSpPr>
            <p:nvPr/>
          </p:nvSpPr>
          <p:spPr bwMode="auto">
            <a:xfrm>
              <a:off x="2364" y="3996"/>
              <a:ext cx="7" cy="6"/>
            </a:xfrm>
            <a:custGeom>
              <a:avLst/>
              <a:gdLst>
                <a:gd name="T0" fmla="*/ 0 w 27"/>
                <a:gd name="T1" fmla="*/ 0 h 23"/>
                <a:gd name="T2" fmla="*/ 0 w 27"/>
                <a:gd name="T3" fmla="*/ 0 h 23"/>
                <a:gd name="T4" fmla="*/ 0 w 27"/>
                <a:gd name="T5" fmla="*/ 0 h 23"/>
                <a:gd name="T6" fmla="*/ 0 w 27"/>
                <a:gd name="T7" fmla="*/ 0 h 23"/>
                <a:gd name="T8" fmla="*/ 0 w 27"/>
                <a:gd name="T9" fmla="*/ 0 h 23"/>
                <a:gd name="T10" fmla="*/ 0 w 27"/>
                <a:gd name="T11" fmla="*/ 0 h 23"/>
                <a:gd name="T12" fmla="*/ 0 w 27"/>
                <a:gd name="T13" fmla="*/ 0 h 23"/>
                <a:gd name="T14" fmla="*/ 0 w 27"/>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23">
                  <a:moveTo>
                    <a:pt x="0" y="20"/>
                  </a:moveTo>
                  <a:lnTo>
                    <a:pt x="27" y="23"/>
                  </a:lnTo>
                  <a:lnTo>
                    <a:pt x="27" y="0"/>
                  </a:lnTo>
                  <a:lnTo>
                    <a:pt x="24" y="3"/>
                  </a:lnTo>
                  <a:lnTo>
                    <a:pt x="16" y="10"/>
                  </a:lnTo>
                  <a:lnTo>
                    <a:pt x="7" y="17"/>
                  </a:lnTo>
                  <a:lnTo>
                    <a:pt x="0" y="2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59" name="Freeform 658">
              <a:extLst>
                <a:ext uri="{FF2B5EF4-FFF2-40B4-BE49-F238E27FC236}">
                  <a16:creationId xmlns:a16="http://schemas.microsoft.com/office/drawing/2014/main" id="{BC8B14D7-1332-5F87-BFAE-09B037342DC3}"/>
                </a:ext>
              </a:extLst>
            </p:cNvPr>
            <p:cNvSpPr>
              <a:spLocks/>
            </p:cNvSpPr>
            <p:nvPr/>
          </p:nvSpPr>
          <p:spPr bwMode="auto">
            <a:xfrm>
              <a:off x="2417" y="3958"/>
              <a:ext cx="18" cy="13"/>
            </a:xfrm>
            <a:custGeom>
              <a:avLst/>
              <a:gdLst>
                <a:gd name="T0" fmla="*/ 0 w 74"/>
                <a:gd name="T1" fmla="*/ 0 h 52"/>
                <a:gd name="T2" fmla="*/ 0 w 74"/>
                <a:gd name="T3" fmla="*/ 0 h 52"/>
                <a:gd name="T4" fmla="*/ 0 w 74"/>
                <a:gd name="T5" fmla="*/ 0 h 52"/>
                <a:gd name="T6" fmla="*/ 0 w 74"/>
                <a:gd name="T7" fmla="*/ 0 h 52"/>
                <a:gd name="T8" fmla="*/ 0 w 74"/>
                <a:gd name="T9" fmla="*/ 0 h 52"/>
                <a:gd name="T10" fmla="*/ 0 w 74"/>
                <a:gd name="T11" fmla="*/ 0 h 52"/>
                <a:gd name="T12" fmla="*/ 0 w 74"/>
                <a:gd name="T13" fmla="*/ 0 h 52"/>
                <a:gd name="T14" fmla="*/ 0 w 74"/>
                <a:gd name="T15" fmla="*/ 0 h 52"/>
                <a:gd name="T16" fmla="*/ 0 w 74"/>
                <a:gd name="T17" fmla="*/ 0 h 52"/>
                <a:gd name="T18" fmla="*/ 0 w 74"/>
                <a:gd name="T19" fmla="*/ 0 h 52"/>
                <a:gd name="T20" fmla="*/ 0 w 74"/>
                <a:gd name="T21" fmla="*/ 0 h 52"/>
                <a:gd name="T22" fmla="*/ 0 w 74"/>
                <a:gd name="T23" fmla="*/ 0 h 52"/>
                <a:gd name="T24" fmla="*/ 0 w 74"/>
                <a:gd name="T25" fmla="*/ 0 h 52"/>
                <a:gd name="T26" fmla="*/ 0 w 74"/>
                <a:gd name="T27" fmla="*/ 0 h 52"/>
                <a:gd name="T28" fmla="*/ 0 w 74"/>
                <a:gd name="T29" fmla="*/ 0 h 52"/>
                <a:gd name="T30" fmla="*/ 0 w 74"/>
                <a:gd name="T31" fmla="*/ 0 h 52"/>
                <a:gd name="T32" fmla="*/ 0 w 74"/>
                <a:gd name="T33" fmla="*/ 0 h 52"/>
                <a:gd name="T34" fmla="*/ 0 w 74"/>
                <a:gd name="T35" fmla="*/ 0 h 52"/>
                <a:gd name="T36" fmla="*/ 0 w 74"/>
                <a:gd name="T37" fmla="*/ 0 h 52"/>
                <a:gd name="T38" fmla="*/ 0 w 74"/>
                <a:gd name="T39" fmla="*/ 0 h 52"/>
                <a:gd name="T40" fmla="*/ 0 w 74"/>
                <a:gd name="T41" fmla="*/ 0 h 52"/>
                <a:gd name="T42" fmla="*/ 0 w 74"/>
                <a:gd name="T43" fmla="*/ 0 h 52"/>
                <a:gd name="T44" fmla="*/ 0 w 74"/>
                <a:gd name="T45" fmla="*/ 0 h 52"/>
                <a:gd name="T46" fmla="*/ 0 w 74"/>
                <a:gd name="T47" fmla="*/ 0 h 52"/>
                <a:gd name="T48" fmla="*/ 0 w 74"/>
                <a:gd name="T49" fmla="*/ 0 h 52"/>
                <a:gd name="T50" fmla="*/ 0 w 74"/>
                <a:gd name="T51" fmla="*/ 0 h 52"/>
                <a:gd name="T52" fmla="*/ 0 w 74"/>
                <a:gd name="T53" fmla="*/ 0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4" h="52">
                  <a:moveTo>
                    <a:pt x="0" y="29"/>
                  </a:moveTo>
                  <a:lnTo>
                    <a:pt x="18" y="52"/>
                  </a:lnTo>
                  <a:lnTo>
                    <a:pt x="32" y="38"/>
                  </a:lnTo>
                  <a:lnTo>
                    <a:pt x="33" y="38"/>
                  </a:lnTo>
                  <a:lnTo>
                    <a:pt x="37" y="39"/>
                  </a:lnTo>
                  <a:lnTo>
                    <a:pt x="41" y="39"/>
                  </a:lnTo>
                  <a:lnTo>
                    <a:pt x="47" y="38"/>
                  </a:lnTo>
                  <a:lnTo>
                    <a:pt x="53" y="38"/>
                  </a:lnTo>
                  <a:lnTo>
                    <a:pt x="59" y="34"/>
                  </a:lnTo>
                  <a:lnTo>
                    <a:pt x="64" y="31"/>
                  </a:lnTo>
                  <a:lnTo>
                    <a:pt x="68" y="26"/>
                  </a:lnTo>
                  <a:lnTo>
                    <a:pt x="70" y="20"/>
                  </a:lnTo>
                  <a:lnTo>
                    <a:pt x="72" y="14"/>
                  </a:lnTo>
                  <a:lnTo>
                    <a:pt x="73" y="9"/>
                  </a:lnTo>
                  <a:lnTo>
                    <a:pt x="74" y="5"/>
                  </a:lnTo>
                  <a:lnTo>
                    <a:pt x="73" y="2"/>
                  </a:lnTo>
                  <a:lnTo>
                    <a:pt x="70" y="0"/>
                  </a:lnTo>
                  <a:lnTo>
                    <a:pt x="64" y="0"/>
                  </a:lnTo>
                  <a:lnTo>
                    <a:pt x="56" y="1"/>
                  </a:lnTo>
                  <a:lnTo>
                    <a:pt x="47" y="3"/>
                  </a:lnTo>
                  <a:lnTo>
                    <a:pt x="38" y="5"/>
                  </a:lnTo>
                  <a:lnTo>
                    <a:pt x="29" y="7"/>
                  </a:lnTo>
                  <a:lnTo>
                    <a:pt x="21" y="10"/>
                  </a:lnTo>
                  <a:lnTo>
                    <a:pt x="13" y="13"/>
                  </a:lnTo>
                  <a:lnTo>
                    <a:pt x="7" y="17"/>
                  </a:lnTo>
                  <a:lnTo>
                    <a:pt x="3" y="23"/>
                  </a:lnTo>
                  <a:lnTo>
                    <a:pt x="0" y="29"/>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60" name="Freeform 659">
              <a:extLst>
                <a:ext uri="{FF2B5EF4-FFF2-40B4-BE49-F238E27FC236}">
                  <a16:creationId xmlns:a16="http://schemas.microsoft.com/office/drawing/2014/main" id="{9A0C235A-0E1C-DB4A-BED0-DB38493E64A0}"/>
                </a:ext>
              </a:extLst>
            </p:cNvPr>
            <p:cNvSpPr>
              <a:spLocks/>
            </p:cNvSpPr>
            <p:nvPr/>
          </p:nvSpPr>
          <p:spPr bwMode="auto">
            <a:xfrm>
              <a:off x="2417" y="3958"/>
              <a:ext cx="18" cy="13"/>
            </a:xfrm>
            <a:custGeom>
              <a:avLst/>
              <a:gdLst>
                <a:gd name="T0" fmla="*/ 0 w 74"/>
                <a:gd name="T1" fmla="*/ 0 h 52"/>
                <a:gd name="T2" fmla="*/ 0 w 74"/>
                <a:gd name="T3" fmla="*/ 0 h 52"/>
                <a:gd name="T4" fmla="*/ 0 w 74"/>
                <a:gd name="T5" fmla="*/ 0 h 52"/>
                <a:gd name="T6" fmla="*/ 0 w 74"/>
                <a:gd name="T7" fmla="*/ 0 h 52"/>
                <a:gd name="T8" fmla="*/ 0 w 74"/>
                <a:gd name="T9" fmla="*/ 0 h 52"/>
                <a:gd name="T10" fmla="*/ 0 w 74"/>
                <a:gd name="T11" fmla="*/ 0 h 52"/>
                <a:gd name="T12" fmla="*/ 0 w 74"/>
                <a:gd name="T13" fmla="*/ 0 h 52"/>
                <a:gd name="T14" fmla="*/ 0 w 74"/>
                <a:gd name="T15" fmla="*/ 0 h 52"/>
                <a:gd name="T16" fmla="*/ 0 w 74"/>
                <a:gd name="T17" fmla="*/ 0 h 52"/>
                <a:gd name="T18" fmla="*/ 0 w 74"/>
                <a:gd name="T19" fmla="*/ 0 h 52"/>
                <a:gd name="T20" fmla="*/ 0 w 74"/>
                <a:gd name="T21" fmla="*/ 0 h 52"/>
                <a:gd name="T22" fmla="*/ 0 w 74"/>
                <a:gd name="T23" fmla="*/ 0 h 52"/>
                <a:gd name="T24" fmla="*/ 0 w 74"/>
                <a:gd name="T25" fmla="*/ 0 h 52"/>
                <a:gd name="T26" fmla="*/ 0 w 74"/>
                <a:gd name="T27" fmla="*/ 0 h 52"/>
                <a:gd name="T28" fmla="*/ 0 w 74"/>
                <a:gd name="T29" fmla="*/ 0 h 52"/>
                <a:gd name="T30" fmla="*/ 0 w 74"/>
                <a:gd name="T31" fmla="*/ 0 h 52"/>
                <a:gd name="T32" fmla="*/ 0 w 74"/>
                <a:gd name="T33" fmla="*/ 0 h 52"/>
                <a:gd name="T34" fmla="*/ 0 w 74"/>
                <a:gd name="T35" fmla="*/ 0 h 52"/>
                <a:gd name="T36" fmla="*/ 0 w 74"/>
                <a:gd name="T37" fmla="*/ 0 h 52"/>
                <a:gd name="T38" fmla="*/ 0 w 74"/>
                <a:gd name="T39" fmla="*/ 0 h 52"/>
                <a:gd name="T40" fmla="*/ 0 w 74"/>
                <a:gd name="T41" fmla="*/ 0 h 52"/>
                <a:gd name="T42" fmla="*/ 0 w 74"/>
                <a:gd name="T43" fmla="*/ 0 h 52"/>
                <a:gd name="T44" fmla="*/ 0 w 74"/>
                <a:gd name="T45" fmla="*/ 0 h 52"/>
                <a:gd name="T46" fmla="*/ 0 w 74"/>
                <a:gd name="T47" fmla="*/ 0 h 52"/>
                <a:gd name="T48" fmla="*/ 0 w 74"/>
                <a:gd name="T49" fmla="*/ 0 h 52"/>
                <a:gd name="T50" fmla="*/ 0 w 74"/>
                <a:gd name="T51" fmla="*/ 0 h 52"/>
                <a:gd name="T52" fmla="*/ 0 w 74"/>
                <a:gd name="T53" fmla="*/ 0 h 52"/>
                <a:gd name="T54" fmla="*/ 0 w 74"/>
                <a:gd name="T55" fmla="*/ 0 h 52"/>
                <a:gd name="T56" fmla="*/ 0 w 74"/>
                <a:gd name="T57" fmla="*/ 0 h 52"/>
                <a:gd name="T58" fmla="*/ 0 w 74"/>
                <a:gd name="T59" fmla="*/ 0 h 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4" h="52">
                  <a:moveTo>
                    <a:pt x="0" y="29"/>
                  </a:moveTo>
                  <a:lnTo>
                    <a:pt x="18" y="52"/>
                  </a:lnTo>
                  <a:lnTo>
                    <a:pt x="32" y="38"/>
                  </a:lnTo>
                  <a:lnTo>
                    <a:pt x="33" y="38"/>
                  </a:lnTo>
                  <a:lnTo>
                    <a:pt x="37" y="39"/>
                  </a:lnTo>
                  <a:lnTo>
                    <a:pt x="41" y="39"/>
                  </a:lnTo>
                  <a:lnTo>
                    <a:pt x="47" y="38"/>
                  </a:lnTo>
                  <a:lnTo>
                    <a:pt x="53" y="38"/>
                  </a:lnTo>
                  <a:lnTo>
                    <a:pt x="59" y="34"/>
                  </a:lnTo>
                  <a:lnTo>
                    <a:pt x="64" y="31"/>
                  </a:lnTo>
                  <a:lnTo>
                    <a:pt x="68" y="26"/>
                  </a:lnTo>
                  <a:lnTo>
                    <a:pt x="70" y="20"/>
                  </a:lnTo>
                  <a:lnTo>
                    <a:pt x="72" y="14"/>
                  </a:lnTo>
                  <a:lnTo>
                    <a:pt x="73" y="9"/>
                  </a:lnTo>
                  <a:lnTo>
                    <a:pt x="74" y="5"/>
                  </a:lnTo>
                  <a:lnTo>
                    <a:pt x="73" y="2"/>
                  </a:lnTo>
                  <a:lnTo>
                    <a:pt x="70" y="0"/>
                  </a:lnTo>
                  <a:lnTo>
                    <a:pt x="64" y="0"/>
                  </a:lnTo>
                  <a:lnTo>
                    <a:pt x="56" y="1"/>
                  </a:lnTo>
                  <a:lnTo>
                    <a:pt x="47" y="3"/>
                  </a:lnTo>
                  <a:lnTo>
                    <a:pt x="38" y="5"/>
                  </a:lnTo>
                  <a:lnTo>
                    <a:pt x="29" y="7"/>
                  </a:lnTo>
                  <a:lnTo>
                    <a:pt x="21" y="10"/>
                  </a:lnTo>
                  <a:lnTo>
                    <a:pt x="13" y="13"/>
                  </a:lnTo>
                  <a:lnTo>
                    <a:pt x="7" y="17"/>
                  </a:lnTo>
                  <a:lnTo>
                    <a:pt x="3" y="23"/>
                  </a:lnTo>
                  <a:lnTo>
                    <a:pt x="0" y="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61" name="Freeform 660">
              <a:extLst>
                <a:ext uri="{FF2B5EF4-FFF2-40B4-BE49-F238E27FC236}">
                  <a16:creationId xmlns:a16="http://schemas.microsoft.com/office/drawing/2014/main" id="{AACB82AE-3152-B6F5-CAAF-F80A1ACD9964}"/>
                </a:ext>
              </a:extLst>
            </p:cNvPr>
            <p:cNvSpPr>
              <a:spLocks/>
            </p:cNvSpPr>
            <p:nvPr/>
          </p:nvSpPr>
          <p:spPr bwMode="auto">
            <a:xfrm>
              <a:off x="2384" y="3965"/>
              <a:ext cx="34" cy="31"/>
            </a:xfrm>
            <a:custGeom>
              <a:avLst/>
              <a:gdLst>
                <a:gd name="T0" fmla="*/ 0 w 137"/>
                <a:gd name="T1" fmla="*/ 0 h 124"/>
                <a:gd name="T2" fmla="*/ 0 w 137"/>
                <a:gd name="T3" fmla="*/ 0 h 124"/>
                <a:gd name="T4" fmla="*/ 0 w 137"/>
                <a:gd name="T5" fmla="*/ 0 h 124"/>
                <a:gd name="T6" fmla="*/ 0 w 137"/>
                <a:gd name="T7" fmla="*/ 0 h 124"/>
                <a:gd name="T8" fmla="*/ 0 w 137"/>
                <a:gd name="T9" fmla="*/ 0 h 124"/>
                <a:gd name="T10" fmla="*/ 0 w 137"/>
                <a:gd name="T11" fmla="*/ 0 h 124"/>
                <a:gd name="T12" fmla="*/ 0 w 137"/>
                <a:gd name="T13" fmla="*/ 0 h 124"/>
                <a:gd name="T14" fmla="*/ 0 w 137"/>
                <a:gd name="T15" fmla="*/ 0 h 124"/>
                <a:gd name="T16" fmla="*/ 0 w 137"/>
                <a:gd name="T17" fmla="*/ 0 h 124"/>
                <a:gd name="T18" fmla="*/ 0 w 137"/>
                <a:gd name="T19" fmla="*/ 0 h 124"/>
                <a:gd name="T20" fmla="*/ 0 w 137"/>
                <a:gd name="T21" fmla="*/ 0 h 124"/>
                <a:gd name="T22" fmla="*/ 0 w 137"/>
                <a:gd name="T23" fmla="*/ 0 h 124"/>
                <a:gd name="T24" fmla="*/ 0 w 137"/>
                <a:gd name="T25" fmla="*/ 0 h 124"/>
                <a:gd name="T26" fmla="*/ 0 w 137"/>
                <a:gd name="T27" fmla="*/ 0 h 124"/>
                <a:gd name="T28" fmla="*/ 0 w 137"/>
                <a:gd name="T29" fmla="*/ 0 h 124"/>
                <a:gd name="T30" fmla="*/ 0 w 137"/>
                <a:gd name="T31" fmla="*/ 0 h 124"/>
                <a:gd name="T32" fmla="*/ 0 w 137"/>
                <a:gd name="T33" fmla="*/ 0 h 124"/>
                <a:gd name="T34" fmla="*/ 0 w 137"/>
                <a:gd name="T35" fmla="*/ 0 h 124"/>
                <a:gd name="T36" fmla="*/ 0 w 137"/>
                <a:gd name="T37" fmla="*/ 0 h 124"/>
                <a:gd name="T38" fmla="*/ 0 w 137"/>
                <a:gd name="T39" fmla="*/ 0 h 124"/>
                <a:gd name="T40" fmla="*/ 0 w 137"/>
                <a:gd name="T41" fmla="*/ 0 h 124"/>
                <a:gd name="T42" fmla="*/ 0 w 137"/>
                <a:gd name="T43" fmla="*/ 0 h 124"/>
                <a:gd name="T44" fmla="*/ 0 w 137"/>
                <a:gd name="T45" fmla="*/ 0 h 124"/>
                <a:gd name="T46" fmla="*/ 0 w 137"/>
                <a:gd name="T47" fmla="*/ 0 h 124"/>
                <a:gd name="T48" fmla="*/ 0 w 137"/>
                <a:gd name="T49" fmla="*/ 0 h 124"/>
                <a:gd name="T50" fmla="*/ 0 w 137"/>
                <a:gd name="T51" fmla="*/ 0 h 124"/>
                <a:gd name="T52" fmla="*/ 0 w 137"/>
                <a:gd name="T53" fmla="*/ 0 h 124"/>
                <a:gd name="T54" fmla="*/ 0 w 137"/>
                <a:gd name="T55" fmla="*/ 0 h 124"/>
                <a:gd name="T56" fmla="*/ 0 w 137"/>
                <a:gd name="T57" fmla="*/ 0 h 124"/>
                <a:gd name="T58" fmla="*/ 0 w 137"/>
                <a:gd name="T59" fmla="*/ 0 h 124"/>
                <a:gd name="T60" fmla="*/ 0 w 137"/>
                <a:gd name="T61" fmla="*/ 0 h 124"/>
                <a:gd name="T62" fmla="*/ 0 w 137"/>
                <a:gd name="T63" fmla="*/ 0 h 124"/>
                <a:gd name="T64" fmla="*/ 0 w 137"/>
                <a:gd name="T65" fmla="*/ 0 h 124"/>
                <a:gd name="T66" fmla="*/ 0 w 137"/>
                <a:gd name="T67" fmla="*/ 0 h 124"/>
                <a:gd name="T68" fmla="*/ 0 w 137"/>
                <a:gd name="T69" fmla="*/ 0 h 124"/>
                <a:gd name="T70" fmla="*/ 0 w 137"/>
                <a:gd name="T71" fmla="*/ 0 h 124"/>
                <a:gd name="T72" fmla="*/ 0 w 137"/>
                <a:gd name="T73" fmla="*/ 0 h 124"/>
                <a:gd name="T74" fmla="*/ 0 w 137"/>
                <a:gd name="T75" fmla="*/ 0 h 124"/>
                <a:gd name="T76" fmla="*/ 0 w 137"/>
                <a:gd name="T77" fmla="*/ 0 h 124"/>
                <a:gd name="T78" fmla="*/ 0 w 137"/>
                <a:gd name="T79" fmla="*/ 0 h 124"/>
                <a:gd name="T80" fmla="*/ 0 w 137"/>
                <a:gd name="T81" fmla="*/ 0 h 124"/>
                <a:gd name="T82" fmla="*/ 0 w 137"/>
                <a:gd name="T83" fmla="*/ 0 h 124"/>
                <a:gd name="T84" fmla="*/ 0 w 137"/>
                <a:gd name="T85" fmla="*/ 0 h 124"/>
                <a:gd name="T86" fmla="*/ 0 w 137"/>
                <a:gd name="T87" fmla="*/ 0 h 124"/>
                <a:gd name="T88" fmla="*/ 0 w 137"/>
                <a:gd name="T89" fmla="*/ 0 h 124"/>
                <a:gd name="T90" fmla="*/ 0 w 137"/>
                <a:gd name="T91" fmla="*/ 0 h 124"/>
                <a:gd name="T92" fmla="*/ 0 w 137"/>
                <a:gd name="T93" fmla="*/ 0 h 124"/>
                <a:gd name="T94" fmla="*/ 0 w 137"/>
                <a:gd name="T95" fmla="*/ 0 h 124"/>
                <a:gd name="T96" fmla="*/ 0 w 137"/>
                <a:gd name="T97" fmla="*/ 0 h 124"/>
                <a:gd name="T98" fmla="*/ 0 w 137"/>
                <a:gd name="T99" fmla="*/ 0 h 124"/>
                <a:gd name="T100" fmla="*/ 0 w 137"/>
                <a:gd name="T101" fmla="*/ 0 h 124"/>
                <a:gd name="T102" fmla="*/ 0 w 137"/>
                <a:gd name="T103" fmla="*/ 0 h 124"/>
                <a:gd name="T104" fmla="*/ 0 w 137"/>
                <a:gd name="T105" fmla="*/ 0 h 124"/>
                <a:gd name="T106" fmla="*/ 0 w 137"/>
                <a:gd name="T107" fmla="*/ 0 h 124"/>
                <a:gd name="T108" fmla="*/ 0 w 137"/>
                <a:gd name="T109" fmla="*/ 0 h 124"/>
                <a:gd name="T110" fmla="*/ 0 w 137"/>
                <a:gd name="T111" fmla="*/ 0 h 124"/>
                <a:gd name="T112" fmla="*/ 0 w 137"/>
                <a:gd name="T113" fmla="*/ 0 h 124"/>
                <a:gd name="T114" fmla="*/ 0 w 137"/>
                <a:gd name="T115" fmla="*/ 0 h 124"/>
                <a:gd name="T116" fmla="*/ 0 w 137"/>
                <a:gd name="T117" fmla="*/ 0 h 124"/>
                <a:gd name="T118" fmla="*/ 0 w 137"/>
                <a:gd name="T119" fmla="*/ 0 h 124"/>
                <a:gd name="T120" fmla="*/ 0 w 137"/>
                <a:gd name="T121" fmla="*/ 0 h 124"/>
                <a:gd name="T122" fmla="*/ 0 w 137"/>
                <a:gd name="T123" fmla="*/ 0 h 1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7" h="124">
                  <a:moveTo>
                    <a:pt x="53" y="93"/>
                  </a:moveTo>
                  <a:lnTo>
                    <a:pt x="52" y="91"/>
                  </a:lnTo>
                  <a:lnTo>
                    <a:pt x="48" y="86"/>
                  </a:lnTo>
                  <a:lnTo>
                    <a:pt x="42" y="82"/>
                  </a:lnTo>
                  <a:lnTo>
                    <a:pt x="33" y="82"/>
                  </a:lnTo>
                  <a:lnTo>
                    <a:pt x="27" y="83"/>
                  </a:lnTo>
                  <a:lnTo>
                    <a:pt x="21" y="82"/>
                  </a:lnTo>
                  <a:lnTo>
                    <a:pt x="15" y="81"/>
                  </a:lnTo>
                  <a:lnTo>
                    <a:pt x="10" y="79"/>
                  </a:lnTo>
                  <a:lnTo>
                    <a:pt x="5" y="76"/>
                  </a:lnTo>
                  <a:lnTo>
                    <a:pt x="2" y="72"/>
                  </a:lnTo>
                  <a:lnTo>
                    <a:pt x="0" y="67"/>
                  </a:lnTo>
                  <a:lnTo>
                    <a:pt x="2" y="59"/>
                  </a:lnTo>
                  <a:lnTo>
                    <a:pt x="5" y="52"/>
                  </a:lnTo>
                  <a:lnTo>
                    <a:pt x="9" y="46"/>
                  </a:lnTo>
                  <a:lnTo>
                    <a:pt x="13" y="40"/>
                  </a:lnTo>
                  <a:lnTo>
                    <a:pt x="18" y="35"/>
                  </a:lnTo>
                  <a:lnTo>
                    <a:pt x="23" y="31"/>
                  </a:lnTo>
                  <a:lnTo>
                    <a:pt x="26" y="28"/>
                  </a:lnTo>
                  <a:lnTo>
                    <a:pt x="29" y="27"/>
                  </a:lnTo>
                  <a:lnTo>
                    <a:pt x="30" y="26"/>
                  </a:lnTo>
                  <a:lnTo>
                    <a:pt x="53" y="0"/>
                  </a:lnTo>
                  <a:lnTo>
                    <a:pt x="55" y="1"/>
                  </a:lnTo>
                  <a:lnTo>
                    <a:pt x="59" y="2"/>
                  </a:lnTo>
                  <a:lnTo>
                    <a:pt x="65" y="5"/>
                  </a:lnTo>
                  <a:lnTo>
                    <a:pt x="72" y="9"/>
                  </a:lnTo>
                  <a:lnTo>
                    <a:pt x="79" y="15"/>
                  </a:lnTo>
                  <a:lnTo>
                    <a:pt x="85" y="20"/>
                  </a:lnTo>
                  <a:lnTo>
                    <a:pt x="89" y="27"/>
                  </a:lnTo>
                  <a:lnTo>
                    <a:pt x="91" y="34"/>
                  </a:lnTo>
                  <a:lnTo>
                    <a:pt x="91" y="42"/>
                  </a:lnTo>
                  <a:lnTo>
                    <a:pt x="90" y="49"/>
                  </a:lnTo>
                  <a:lnTo>
                    <a:pt x="89" y="57"/>
                  </a:lnTo>
                  <a:lnTo>
                    <a:pt x="89" y="65"/>
                  </a:lnTo>
                  <a:lnTo>
                    <a:pt x="90" y="71"/>
                  </a:lnTo>
                  <a:lnTo>
                    <a:pt x="92" y="76"/>
                  </a:lnTo>
                  <a:lnTo>
                    <a:pt x="96" y="80"/>
                  </a:lnTo>
                  <a:lnTo>
                    <a:pt x="103" y="82"/>
                  </a:lnTo>
                  <a:lnTo>
                    <a:pt x="109" y="84"/>
                  </a:lnTo>
                  <a:lnTo>
                    <a:pt x="113" y="88"/>
                  </a:lnTo>
                  <a:lnTo>
                    <a:pt x="116" y="94"/>
                  </a:lnTo>
                  <a:lnTo>
                    <a:pt x="118" y="100"/>
                  </a:lnTo>
                  <a:lnTo>
                    <a:pt x="120" y="106"/>
                  </a:lnTo>
                  <a:lnTo>
                    <a:pt x="123" y="113"/>
                  </a:lnTo>
                  <a:lnTo>
                    <a:pt x="127" y="117"/>
                  </a:lnTo>
                  <a:lnTo>
                    <a:pt x="133" y="119"/>
                  </a:lnTo>
                  <a:lnTo>
                    <a:pt x="137" y="120"/>
                  </a:lnTo>
                  <a:lnTo>
                    <a:pt x="134" y="121"/>
                  </a:lnTo>
                  <a:lnTo>
                    <a:pt x="127" y="122"/>
                  </a:lnTo>
                  <a:lnTo>
                    <a:pt x="118" y="123"/>
                  </a:lnTo>
                  <a:lnTo>
                    <a:pt x="107" y="123"/>
                  </a:lnTo>
                  <a:lnTo>
                    <a:pt x="96" y="124"/>
                  </a:lnTo>
                  <a:lnTo>
                    <a:pt x="89" y="124"/>
                  </a:lnTo>
                  <a:lnTo>
                    <a:pt x="86" y="124"/>
                  </a:lnTo>
                  <a:lnTo>
                    <a:pt x="86" y="123"/>
                  </a:lnTo>
                  <a:lnTo>
                    <a:pt x="85" y="122"/>
                  </a:lnTo>
                  <a:lnTo>
                    <a:pt x="83" y="119"/>
                  </a:lnTo>
                  <a:lnTo>
                    <a:pt x="80" y="115"/>
                  </a:lnTo>
                  <a:lnTo>
                    <a:pt x="76" y="110"/>
                  </a:lnTo>
                  <a:lnTo>
                    <a:pt x="70" y="104"/>
                  </a:lnTo>
                  <a:lnTo>
                    <a:pt x="62" y="99"/>
                  </a:lnTo>
                  <a:lnTo>
                    <a:pt x="53" y="93"/>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62" name="Freeform 661">
              <a:extLst>
                <a:ext uri="{FF2B5EF4-FFF2-40B4-BE49-F238E27FC236}">
                  <a16:creationId xmlns:a16="http://schemas.microsoft.com/office/drawing/2014/main" id="{6CB8FD25-4946-7C2C-3E1E-512A663C0C7A}"/>
                </a:ext>
              </a:extLst>
            </p:cNvPr>
            <p:cNvSpPr>
              <a:spLocks/>
            </p:cNvSpPr>
            <p:nvPr/>
          </p:nvSpPr>
          <p:spPr bwMode="auto">
            <a:xfrm>
              <a:off x="2384" y="3965"/>
              <a:ext cx="34" cy="31"/>
            </a:xfrm>
            <a:custGeom>
              <a:avLst/>
              <a:gdLst>
                <a:gd name="T0" fmla="*/ 0 w 137"/>
                <a:gd name="T1" fmla="*/ 0 h 124"/>
                <a:gd name="T2" fmla="*/ 0 w 137"/>
                <a:gd name="T3" fmla="*/ 0 h 124"/>
                <a:gd name="T4" fmla="*/ 0 w 137"/>
                <a:gd name="T5" fmla="*/ 0 h 124"/>
                <a:gd name="T6" fmla="*/ 0 w 137"/>
                <a:gd name="T7" fmla="*/ 0 h 124"/>
                <a:gd name="T8" fmla="*/ 0 w 137"/>
                <a:gd name="T9" fmla="*/ 0 h 124"/>
                <a:gd name="T10" fmla="*/ 0 w 137"/>
                <a:gd name="T11" fmla="*/ 0 h 124"/>
                <a:gd name="T12" fmla="*/ 0 w 137"/>
                <a:gd name="T13" fmla="*/ 0 h 124"/>
                <a:gd name="T14" fmla="*/ 0 w 137"/>
                <a:gd name="T15" fmla="*/ 0 h 124"/>
                <a:gd name="T16" fmla="*/ 0 w 137"/>
                <a:gd name="T17" fmla="*/ 0 h 124"/>
                <a:gd name="T18" fmla="*/ 0 w 137"/>
                <a:gd name="T19" fmla="*/ 0 h 124"/>
                <a:gd name="T20" fmla="*/ 0 w 137"/>
                <a:gd name="T21" fmla="*/ 0 h 124"/>
                <a:gd name="T22" fmla="*/ 0 w 137"/>
                <a:gd name="T23" fmla="*/ 0 h 124"/>
                <a:gd name="T24" fmla="*/ 0 w 137"/>
                <a:gd name="T25" fmla="*/ 0 h 124"/>
                <a:gd name="T26" fmla="*/ 0 w 137"/>
                <a:gd name="T27" fmla="*/ 0 h 124"/>
                <a:gd name="T28" fmla="*/ 0 w 137"/>
                <a:gd name="T29" fmla="*/ 0 h 124"/>
                <a:gd name="T30" fmla="*/ 0 w 137"/>
                <a:gd name="T31" fmla="*/ 0 h 124"/>
                <a:gd name="T32" fmla="*/ 0 w 137"/>
                <a:gd name="T33" fmla="*/ 0 h 124"/>
                <a:gd name="T34" fmla="*/ 0 w 137"/>
                <a:gd name="T35" fmla="*/ 0 h 124"/>
                <a:gd name="T36" fmla="*/ 0 w 137"/>
                <a:gd name="T37" fmla="*/ 0 h 124"/>
                <a:gd name="T38" fmla="*/ 0 w 137"/>
                <a:gd name="T39" fmla="*/ 0 h 124"/>
                <a:gd name="T40" fmla="*/ 0 w 137"/>
                <a:gd name="T41" fmla="*/ 0 h 124"/>
                <a:gd name="T42" fmla="*/ 0 w 137"/>
                <a:gd name="T43" fmla="*/ 0 h 124"/>
                <a:gd name="T44" fmla="*/ 0 w 137"/>
                <a:gd name="T45" fmla="*/ 0 h 124"/>
                <a:gd name="T46" fmla="*/ 0 w 137"/>
                <a:gd name="T47" fmla="*/ 0 h 124"/>
                <a:gd name="T48" fmla="*/ 0 w 137"/>
                <a:gd name="T49" fmla="*/ 0 h 124"/>
                <a:gd name="T50" fmla="*/ 0 w 137"/>
                <a:gd name="T51" fmla="*/ 0 h 124"/>
                <a:gd name="T52" fmla="*/ 0 w 137"/>
                <a:gd name="T53" fmla="*/ 0 h 124"/>
                <a:gd name="T54" fmla="*/ 0 w 137"/>
                <a:gd name="T55" fmla="*/ 0 h 124"/>
                <a:gd name="T56" fmla="*/ 0 w 137"/>
                <a:gd name="T57" fmla="*/ 0 h 124"/>
                <a:gd name="T58" fmla="*/ 0 w 137"/>
                <a:gd name="T59" fmla="*/ 0 h 124"/>
                <a:gd name="T60" fmla="*/ 0 w 137"/>
                <a:gd name="T61" fmla="*/ 0 h 124"/>
                <a:gd name="T62" fmla="*/ 0 w 137"/>
                <a:gd name="T63" fmla="*/ 0 h 124"/>
                <a:gd name="T64" fmla="*/ 0 w 137"/>
                <a:gd name="T65" fmla="*/ 0 h 124"/>
                <a:gd name="T66" fmla="*/ 0 w 137"/>
                <a:gd name="T67" fmla="*/ 0 h 124"/>
                <a:gd name="T68" fmla="*/ 0 w 137"/>
                <a:gd name="T69" fmla="*/ 0 h 12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7" h="124">
                  <a:moveTo>
                    <a:pt x="53" y="93"/>
                  </a:moveTo>
                  <a:lnTo>
                    <a:pt x="53" y="93"/>
                  </a:lnTo>
                  <a:lnTo>
                    <a:pt x="52" y="91"/>
                  </a:lnTo>
                  <a:lnTo>
                    <a:pt x="48" y="86"/>
                  </a:lnTo>
                  <a:lnTo>
                    <a:pt x="42" y="82"/>
                  </a:lnTo>
                  <a:lnTo>
                    <a:pt x="33" y="82"/>
                  </a:lnTo>
                  <a:lnTo>
                    <a:pt x="27" y="83"/>
                  </a:lnTo>
                  <a:lnTo>
                    <a:pt x="21" y="82"/>
                  </a:lnTo>
                  <a:lnTo>
                    <a:pt x="15" y="81"/>
                  </a:lnTo>
                  <a:lnTo>
                    <a:pt x="10" y="79"/>
                  </a:lnTo>
                  <a:lnTo>
                    <a:pt x="5" y="76"/>
                  </a:lnTo>
                  <a:lnTo>
                    <a:pt x="2" y="72"/>
                  </a:lnTo>
                  <a:lnTo>
                    <a:pt x="0" y="67"/>
                  </a:lnTo>
                  <a:lnTo>
                    <a:pt x="2" y="59"/>
                  </a:lnTo>
                  <a:lnTo>
                    <a:pt x="5" y="52"/>
                  </a:lnTo>
                  <a:lnTo>
                    <a:pt x="9" y="46"/>
                  </a:lnTo>
                  <a:lnTo>
                    <a:pt x="13" y="40"/>
                  </a:lnTo>
                  <a:lnTo>
                    <a:pt x="18" y="35"/>
                  </a:lnTo>
                  <a:lnTo>
                    <a:pt x="23" y="31"/>
                  </a:lnTo>
                  <a:lnTo>
                    <a:pt x="26" y="28"/>
                  </a:lnTo>
                  <a:lnTo>
                    <a:pt x="29" y="27"/>
                  </a:lnTo>
                  <a:lnTo>
                    <a:pt x="30" y="26"/>
                  </a:lnTo>
                  <a:lnTo>
                    <a:pt x="53" y="0"/>
                  </a:lnTo>
                  <a:lnTo>
                    <a:pt x="55" y="1"/>
                  </a:lnTo>
                  <a:lnTo>
                    <a:pt x="59" y="2"/>
                  </a:lnTo>
                  <a:lnTo>
                    <a:pt x="65" y="5"/>
                  </a:lnTo>
                  <a:lnTo>
                    <a:pt x="72" y="9"/>
                  </a:lnTo>
                  <a:lnTo>
                    <a:pt x="79" y="15"/>
                  </a:lnTo>
                  <a:lnTo>
                    <a:pt x="85" y="20"/>
                  </a:lnTo>
                  <a:lnTo>
                    <a:pt x="89" y="27"/>
                  </a:lnTo>
                  <a:lnTo>
                    <a:pt x="91" y="34"/>
                  </a:lnTo>
                  <a:lnTo>
                    <a:pt x="91" y="42"/>
                  </a:lnTo>
                  <a:lnTo>
                    <a:pt x="90" y="49"/>
                  </a:lnTo>
                  <a:lnTo>
                    <a:pt x="89" y="57"/>
                  </a:lnTo>
                  <a:lnTo>
                    <a:pt x="89" y="65"/>
                  </a:lnTo>
                  <a:lnTo>
                    <a:pt x="90" y="71"/>
                  </a:lnTo>
                  <a:lnTo>
                    <a:pt x="92" y="76"/>
                  </a:lnTo>
                  <a:lnTo>
                    <a:pt x="96" y="80"/>
                  </a:lnTo>
                  <a:lnTo>
                    <a:pt x="103" y="82"/>
                  </a:lnTo>
                  <a:lnTo>
                    <a:pt x="109" y="84"/>
                  </a:lnTo>
                  <a:lnTo>
                    <a:pt x="113" y="88"/>
                  </a:lnTo>
                  <a:lnTo>
                    <a:pt x="116" y="94"/>
                  </a:lnTo>
                  <a:lnTo>
                    <a:pt x="118" y="100"/>
                  </a:lnTo>
                  <a:lnTo>
                    <a:pt x="120" y="106"/>
                  </a:lnTo>
                  <a:lnTo>
                    <a:pt x="123" y="113"/>
                  </a:lnTo>
                  <a:lnTo>
                    <a:pt x="127" y="117"/>
                  </a:lnTo>
                  <a:lnTo>
                    <a:pt x="133" y="119"/>
                  </a:lnTo>
                  <a:lnTo>
                    <a:pt x="137" y="120"/>
                  </a:lnTo>
                  <a:lnTo>
                    <a:pt x="134" y="121"/>
                  </a:lnTo>
                  <a:lnTo>
                    <a:pt x="127" y="122"/>
                  </a:lnTo>
                  <a:lnTo>
                    <a:pt x="118" y="123"/>
                  </a:lnTo>
                  <a:lnTo>
                    <a:pt x="107" y="123"/>
                  </a:lnTo>
                  <a:lnTo>
                    <a:pt x="96" y="124"/>
                  </a:lnTo>
                  <a:lnTo>
                    <a:pt x="89" y="124"/>
                  </a:lnTo>
                  <a:lnTo>
                    <a:pt x="86" y="124"/>
                  </a:lnTo>
                  <a:lnTo>
                    <a:pt x="86" y="123"/>
                  </a:lnTo>
                  <a:lnTo>
                    <a:pt x="85" y="122"/>
                  </a:lnTo>
                  <a:lnTo>
                    <a:pt x="83" y="119"/>
                  </a:lnTo>
                  <a:lnTo>
                    <a:pt x="80" y="115"/>
                  </a:lnTo>
                  <a:lnTo>
                    <a:pt x="76" y="110"/>
                  </a:lnTo>
                  <a:lnTo>
                    <a:pt x="70" y="104"/>
                  </a:lnTo>
                  <a:lnTo>
                    <a:pt x="62" y="99"/>
                  </a:lnTo>
                  <a:lnTo>
                    <a:pt x="53" y="9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63" name="Freeform 662">
              <a:extLst>
                <a:ext uri="{FF2B5EF4-FFF2-40B4-BE49-F238E27FC236}">
                  <a16:creationId xmlns:a16="http://schemas.microsoft.com/office/drawing/2014/main" id="{4BEC5B62-A19F-BC7B-4F2D-49F183B6D5E6}"/>
                </a:ext>
              </a:extLst>
            </p:cNvPr>
            <p:cNvSpPr>
              <a:spLocks/>
            </p:cNvSpPr>
            <p:nvPr/>
          </p:nvSpPr>
          <p:spPr bwMode="auto">
            <a:xfrm>
              <a:off x="2387" y="4029"/>
              <a:ext cx="8" cy="15"/>
            </a:xfrm>
            <a:custGeom>
              <a:avLst/>
              <a:gdLst>
                <a:gd name="T0" fmla="*/ 0 w 33"/>
                <a:gd name="T1" fmla="*/ 0 h 61"/>
                <a:gd name="T2" fmla="*/ 0 w 33"/>
                <a:gd name="T3" fmla="*/ 0 h 61"/>
                <a:gd name="T4" fmla="*/ 0 w 33"/>
                <a:gd name="T5" fmla="*/ 0 h 61"/>
                <a:gd name="T6" fmla="*/ 0 w 33"/>
                <a:gd name="T7" fmla="*/ 0 h 61"/>
                <a:gd name="T8" fmla="*/ 0 w 33"/>
                <a:gd name="T9" fmla="*/ 0 h 61"/>
                <a:gd name="T10" fmla="*/ 0 w 33"/>
                <a:gd name="T11" fmla="*/ 0 h 61"/>
                <a:gd name="T12" fmla="*/ 0 w 33"/>
                <a:gd name="T13" fmla="*/ 0 h 61"/>
                <a:gd name="T14" fmla="*/ 0 w 33"/>
                <a:gd name="T15" fmla="*/ 0 h 61"/>
                <a:gd name="T16" fmla="*/ 0 w 33"/>
                <a:gd name="T17" fmla="*/ 0 h 61"/>
                <a:gd name="T18" fmla="*/ 0 w 33"/>
                <a:gd name="T19" fmla="*/ 0 h 61"/>
                <a:gd name="T20" fmla="*/ 0 w 33"/>
                <a:gd name="T21" fmla="*/ 0 h 61"/>
                <a:gd name="T22" fmla="*/ 0 w 33"/>
                <a:gd name="T23" fmla="*/ 0 h 61"/>
                <a:gd name="T24" fmla="*/ 0 w 33"/>
                <a:gd name="T25" fmla="*/ 0 h 61"/>
                <a:gd name="T26" fmla="*/ 0 w 33"/>
                <a:gd name="T27" fmla="*/ 0 h 61"/>
                <a:gd name="T28" fmla="*/ 0 w 33"/>
                <a:gd name="T29" fmla="*/ 0 h 61"/>
                <a:gd name="T30" fmla="*/ 0 w 33"/>
                <a:gd name="T31" fmla="*/ 0 h 61"/>
                <a:gd name="T32" fmla="*/ 0 w 33"/>
                <a:gd name="T33" fmla="*/ 0 h 61"/>
                <a:gd name="T34" fmla="*/ 0 w 33"/>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3" h="61">
                  <a:moveTo>
                    <a:pt x="14" y="60"/>
                  </a:moveTo>
                  <a:lnTo>
                    <a:pt x="0" y="29"/>
                  </a:lnTo>
                  <a:lnTo>
                    <a:pt x="0" y="25"/>
                  </a:lnTo>
                  <a:lnTo>
                    <a:pt x="0" y="15"/>
                  </a:lnTo>
                  <a:lnTo>
                    <a:pt x="2" y="4"/>
                  </a:lnTo>
                  <a:lnTo>
                    <a:pt x="9" y="0"/>
                  </a:lnTo>
                  <a:lnTo>
                    <a:pt x="18" y="0"/>
                  </a:lnTo>
                  <a:lnTo>
                    <a:pt x="25" y="3"/>
                  </a:lnTo>
                  <a:lnTo>
                    <a:pt x="30" y="12"/>
                  </a:lnTo>
                  <a:lnTo>
                    <a:pt x="33" y="26"/>
                  </a:lnTo>
                  <a:lnTo>
                    <a:pt x="33" y="35"/>
                  </a:lnTo>
                  <a:lnTo>
                    <a:pt x="33" y="43"/>
                  </a:lnTo>
                  <a:lnTo>
                    <a:pt x="31" y="49"/>
                  </a:lnTo>
                  <a:lnTo>
                    <a:pt x="29" y="54"/>
                  </a:lnTo>
                  <a:lnTo>
                    <a:pt x="26" y="59"/>
                  </a:lnTo>
                  <a:lnTo>
                    <a:pt x="22" y="61"/>
                  </a:lnTo>
                  <a:lnTo>
                    <a:pt x="18" y="61"/>
                  </a:lnTo>
                  <a:lnTo>
                    <a:pt x="14" y="6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64" name="Freeform 663">
              <a:extLst>
                <a:ext uri="{FF2B5EF4-FFF2-40B4-BE49-F238E27FC236}">
                  <a16:creationId xmlns:a16="http://schemas.microsoft.com/office/drawing/2014/main" id="{40077746-457F-8927-E074-9403FD19BF95}"/>
                </a:ext>
              </a:extLst>
            </p:cNvPr>
            <p:cNvSpPr>
              <a:spLocks/>
            </p:cNvSpPr>
            <p:nvPr/>
          </p:nvSpPr>
          <p:spPr bwMode="auto">
            <a:xfrm>
              <a:off x="2387" y="4029"/>
              <a:ext cx="8" cy="15"/>
            </a:xfrm>
            <a:custGeom>
              <a:avLst/>
              <a:gdLst>
                <a:gd name="T0" fmla="*/ 0 w 33"/>
                <a:gd name="T1" fmla="*/ 0 h 61"/>
                <a:gd name="T2" fmla="*/ 0 w 33"/>
                <a:gd name="T3" fmla="*/ 0 h 61"/>
                <a:gd name="T4" fmla="*/ 0 w 33"/>
                <a:gd name="T5" fmla="*/ 0 h 61"/>
                <a:gd name="T6" fmla="*/ 0 w 33"/>
                <a:gd name="T7" fmla="*/ 0 h 61"/>
                <a:gd name="T8" fmla="*/ 0 w 33"/>
                <a:gd name="T9" fmla="*/ 0 h 61"/>
                <a:gd name="T10" fmla="*/ 0 w 33"/>
                <a:gd name="T11" fmla="*/ 0 h 61"/>
                <a:gd name="T12" fmla="*/ 0 w 33"/>
                <a:gd name="T13" fmla="*/ 0 h 61"/>
                <a:gd name="T14" fmla="*/ 0 w 33"/>
                <a:gd name="T15" fmla="*/ 0 h 61"/>
                <a:gd name="T16" fmla="*/ 0 w 33"/>
                <a:gd name="T17" fmla="*/ 0 h 61"/>
                <a:gd name="T18" fmla="*/ 0 w 33"/>
                <a:gd name="T19" fmla="*/ 0 h 61"/>
                <a:gd name="T20" fmla="*/ 0 w 33"/>
                <a:gd name="T21" fmla="*/ 0 h 61"/>
                <a:gd name="T22" fmla="*/ 0 w 33"/>
                <a:gd name="T23" fmla="*/ 0 h 61"/>
                <a:gd name="T24" fmla="*/ 0 w 33"/>
                <a:gd name="T25" fmla="*/ 0 h 61"/>
                <a:gd name="T26" fmla="*/ 0 w 33"/>
                <a:gd name="T27" fmla="*/ 0 h 61"/>
                <a:gd name="T28" fmla="*/ 0 w 33"/>
                <a:gd name="T29" fmla="*/ 0 h 61"/>
                <a:gd name="T30" fmla="*/ 0 w 33"/>
                <a:gd name="T31" fmla="*/ 0 h 61"/>
                <a:gd name="T32" fmla="*/ 0 w 33"/>
                <a:gd name="T33" fmla="*/ 0 h 61"/>
                <a:gd name="T34" fmla="*/ 0 w 33"/>
                <a:gd name="T35" fmla="*/ 0 h 61"/>
                <a:gd name="T36" fmla="*/ 0 w 33"/>
                <a:gd name="T37" fmla="*/ 0 h 61"/>
                <a:gd name="T38" fmla="*/ 0 w 33"/>
                <a:gd name="T39" fmla="*/ 0 h 61"/>
                <a:gd name="T40" fmla="*/ 0 w 33"/>
                <a:gd name="T41" fmla="*/ 0 h 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3" h="61">
                  <a:moveTo>
                    <a:pt x="14" y="60"/>
                  </a:moveTo>
                  <a:lnTo>
                    <a:pt x="0" y="29"/>
                  </a:lnTo>
                  <a:lnTo>
                    <a:pt x="0" y="25"/>
                  </a:lnTo>
                  <a:lnTo>
                    <a:pt x="0" y="15"/>
                  </a:lnTo>
                  <a:lnTo>
                    <a:pt x="2" y="4"/>
                  </a:lnTo>
                  <a:lnTo>
                    <a:pt x="9" y="0"/>
                  </a:lnTo>
                  <a:lnTo>
                    <a:pt x="18" y="0"/>
                  </a:lnTo>
                  <a:lnTo>
                    <a:pt x="25" y="3"/>
                  </a:lnTo>
                  <a:lnTo>
                    <a:pt x="30" y="12"/>
                  </a:lnTo>
                  <a:lnTo>
                    <a:pt x="33" y="26"/>
                  </a:lnTo>
                  <a:lnTo>
                    <a:pt x="33" y="35"/>
                  </a:lnTo>
                  <a:lnTo>
                    <a:pt x="33" y="43"/>
                  </a:lnTo>
                  <a:lnTo>
                    <a:pt x="31" y="49"/>
                  </a:lnTo>
                  <a:lnTo>
                    <a:pt x="29" y="54"/>
                  </a:lnTo>
                  <a:lnTo>
                    <a:pt x="26" y="59"/>
                  </a:lnTo>
                  <a:lnTo>
                    <a:pt x="22" y="61"/>
                  </a:lnTo>
                  <a:lnTo>
                    <a:pt x="18" y="61"/>
                  </a:lnTo>
                  <a:lnTo>
                    <a:pt x="14"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65" name="Freeform 664">
              <a:extLst>
                <a:ext uri="{FF2B5EF4-FFF2-40B4-BE49-F238E27FC236}">
                  <a16:creationId xmlns:a16="http://schemas.microsoft.com/office/drawing/2014/main" id="{42B84B3A-C9F6-82BE-73B4-9DFD5380CF0D}"/>
                </a:ext>
              </a:extLst>
            </p:cNvPr>
            <p:cNvSpPr>
              <a:spLocks/>
            </p:cNvSpPr>
            <p:nvPr/>
          </p:nvSpPr>
          <p:spPr bwMode="auto">
            <a:xfrm>
              <a:off x="2441" y="4023"/>
              <a:ext cx="8" cy="11"/>
            </a:xfrm>
            <a:custGeom>
              <a:avLst/>
              <a:gdLst>
                <a:gd name="T0" fmla="*/ 0 w 31"/>
                <a:gd name="T1" fmla="*/ 0 h 41"/>
                <a:gd name="T2" fmla="*/ 0 w 31"/>
                <a:gd name="T3" fmla="*/ 0 h 41"/>
                <a:gd name="T4" fmla="*/ 0 w 31"/>
                <a:gd name="T5" fmla="*/ 0 h 41"/>
                <a:gd name="T6" fmla="*/ 0 w 31"/>
                <a:gd name="T7" fmla="*/ 0 h 41"/>
                <a:gd name="T8" fmla="*/ 0 w 31"/>
                <a:gd name="T9" fmla="*/ 0 h 41"/>
                <a:gd name="T10" fmla="*/ 0 w 31"/>
                <a:gd name="T11" fmla="*/ 0 h 41"/>
                <a:gd name="T12" fmla="*/ 0 w 31"/>
                <a:gd name="T13" fmla="*/ 0 h 41"/>
                <a:gd name="T14" fmla="*/ 0 w 31"/>
                <a:gd name="T15" fmla="*/ 0 h 41"/>
                <a:gd name="T16" fmla="*/ 0 w 31"/>
                <a:gd name="T17" fmla="*/ 0 h 41"/>
                <a:gd name="T18" fmla="*/ 0 w 31"/>
                <a:gd name="T19" fmla="*/ 0 h 41"/>
                <a:gd name="T20" fmla="*/ 0 w 31"/>
                <a:gd name="T21" fmla="*/ 0 h 41"/>
                <a:gd name="T22" fmla="*/ 0 w 31"/>
                <a:gd name="T23" fmla="*/ 0 h 41"/>
                <a:gd name="T24" fmla="*/ 0 w 31"/>
                <a:gd name="T25" fmla="*/ 0 h 41"/>
                <a:gd name="T26" fmla="*/ 0 w 31"/>
                <a:gd name="T27" fmla="*/ 0 h 41"/>
                <a:gd name="T28" fmla="*/ 0 w 31"/>
                <a:gd name="T29" fmla="*/ 0 h 41"/>
                <a:gd name="T30" fmla="*/ 0 w 31"/>
                <a:gd name="T31" fmla="*/ 0 h 41"/>
                <a:gd name="T32" fmla="*/ 0 w 31"/>
                <a:gd name="T33" fmla="*/ 0 h 41"/>
                <a:gd name="T34" fmla="*/ 0 w 31"/>
                <a:gd name="T35" fmla="*/ 0 h 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1" h="41">
                  <a:moveTo>
                    <a:pt x="14" y="31"/>
                  </a:moveTo>
                  <a:lnTo>
                    <a:pt x="0" y="11"/>
                  </a:lnTo>
                  <a:lnTo>
                    <a:pt x="0" y="10"/>
                  </a:lnTo>
                  <a:lnTo>
                    <a:pt x="3" y="7"/>
                  </a:lnTo>
                  <a:lnTo>
                    <a:pt x="8" y="3"/>
                  </a:lnTo>
                  <a:lnTo>
                    <a:pt x="17" y="0"/>
                  </a:lnTo>
                  <a:lnTo>
                    <a:pt x="26" y="2"/>
                  </a:lnTo>
                  <a:lnTo>
                    <a:pt x="30" y="10"/>
                  </a:lnTo>
                  <a:lnTo>
                    <a:pt x="30" y="18"/>
                  </a:lnTo>
                  <a:lnTo>
                    <a:pt x="29" y="22"/>
                  </a:lnTo>
                  <a:lnTo>
                    <a:pt x="29" y="23"/>
                  </a:lnTo>
                  <a:lnTo>
                    <a:pt x="30" y="27"/>
                  </a:lnTo>
                  <a:lnTo>
                    <a:pt x="31" y="33"/>
                  </a:lnTo>
                  <a:lnTo>
                    <a:pt x="31" y="37"/>
                  </a:lnTo>
                  <a:lnTo>
                    <a:pt x="30" y="40"/>
                  </a:lnTo>
                  <a:lnTo>
                    <a:pt x="28" y="41"/>
                  </a:lnTo>
                  <a:lnTo>
                    <a:pt x="23" y="38"/>
                  </a:lnTo>
                  <a:lnTo>
                    <a:pt x="14" y="31"/>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66" name="Freeform 665">
              <a:extLst>
                <a:ext uri="{FF2B5EF4-FFF2-40B4-BE49-F238E27FC236}">
                  <a16:creationId xmlns:a16="http://schemas.microsoft.com/office/drawing/2014/main" id="{EA2D848E-87B7-EF4A-C06D-8B27D5183C65}"/>
                </a:ext>
              </a:extLst>
            </p:cNvPr>
            <p:cNvSpPr>
              <a:spLocks/>
            </p:cNvSpPr>
            <p:nvPr/>
          </p:nvSpPr>
          <p:spPr bwMode="auto">
            <a:xfrm>
              <a:off x="2441" y="4023"/>
              <a:ext cx="8" cy="11"/>
            </a:xfrm>
            <a:custGeom>
              <a:avLst/>
              <a:gdLst>
                <a:gd name="T0" fmla="*/ 0 w 31"/>
                <a:gd name="T1" fmla="*/ 0 h 41"/>
                <a:gd name="T2" fmla="*/ 0 w 31"/>
                <a:gd name="T3" fmla="*/ 0 h 41"/>
                <a:gd name="T4" fmla="*/ 0 w 31"/>
                <a:gd name="T5" fmla="*/ 0 h 41"/>
                <a:gd name="T6" fmla="*/ 0 w 31"/>
                <a:gd name="T7" fmla="*/ 0 h 41"/>
                <a:gd name="T8" fmla="*/ 0 w 31"/>
                <a:gd name="T9" fmla="*/ 0 h 41"/>
                <a:gd name="T10" fmla="*/ 0 w 31"/>
                <a:gd name="T11" fmla="*/ 0 h 41"/>
                <a:gd name="T12" fmla="*/ 0 w 31"/>
                <a:gd name="T13" fmla="*/ 0 h 41"/>
                <a:gd name="T14" fmla="*/ 0 w 31"/>
                <a:gd name="T15" fmla="*/ 0 h 41"/>
                <a:gd name="T16" fmla="*/ 0 w 31"/>
                <a:gd name="T17" fmla="*/ 0 h 41"/>
                <a:gd name="T18" fmla="*/ 0 w 31"/>
                <a:gd name="T19" fmla="*/ 0 h 41"/>
                <a:gd name="T20" fmla="*/ 0 w 31"/>
                <a:gd name="T21" fmla="*/ 0 h 41"/>
                <a:gd name="T22" fmla="*/ 0 w 31"/>
                <a:gd name="T23" fmla="*/ 0 h 41"/>
                <a:gd name="T24" fmla="*/ 0 w 31"/>
                <a:gd name="T25" fmla="*/ 0 h 41"/>
                <a:gd name="T26" fmla="*/ 0 w 31"/>
                <a:gd name="T27" fmla="*/ 0 h 41"/>
                <a:gd name="T28" fmla="*/ 0 w 31"/>
                <a:gd name="T29" fmla="*/ 0 h 41"/>
                <a:gd name="T30" fmla="*/ 0 w 31"/>
                <a:gd name="T31" fmla="*/ 0 h 41"/>
                <a:gd name="T32" fmla="*/ 0 w 31"/>
                <a:gd name="T33" fmla="*/ 0 h 41"/>
                <a:gd name="T34" fmla="*/ 0 w 31"/>
                <a:gd name="T35" fmla="*/ 0 h 41"/>
                <a:gd name="T36" fmla="*/ 0 w 31"/>
                <a:gd name="T37" fmla="*/ 0 h 41"/>
                <a:gd name="T38" fmla="*/ 0 w 31"/>
                <a:gd name="T39" fmla="*/ 0 h 41"/>
                <a:gd name="T40" fmla="*/ 0 w 31"/>
                <a:gd name="T41" fmla="*/ 0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41">
                  <a:moveTo>
                    <a:pt x="14" y="31"/>
                  </a:moveTo>
                  <a:lnTo>
                    <a:pt x="0" y="11"/>
                  </a:lnTo>
                  <a:lnTo>
                    <a:pt x="0" y="10"/>
                  </a:lnTo>
                  <a:lnTo>
                    <a:pt x="3" y="7"/>
                  </a:lnTo>
                  <a:lnTo>
                    <a:pt x="8" y="3"/>
                  </a:lnTo>
                  <a:lnTo>
                    <a:pt x="17" y="0"/>
                  </a:lnTo>
                  <a:lnTo>
                    <a:pt x="26" y="2"/>
                  </a:lnTo>
                  <a:lnTo>
                    <a:pt x="30" y="10"/>
                  </a:lnTo>
                  <a:lnTo>
                    <a:pt x="30" y="18"/>
                  </a:lnTo>
                  <a:lnTo>
                    <a:pt x="29" y="22"/>
                  </a:lnTo>
                  <a:lnTo>
                    <a:pt x="29" y="23"/>
                  </a:lnTo>
                  <a:lnTo>
                    <a:pt x="30" y="27"/>
                  </a:lnTo>
                  <a:lnTo>
                    <a:pt x="31" y="33"/>
                  </a:lnTo>
                  <a:lnTo>
                    <a:pt x="31" y="37"/>
                  </a:lnTo>
                  <a:lnTo>
                    <a:pt x="30" y="40"/>
                  </a:lnTo>
                  <a:lnTo>
                    <a:pt x="28" y="41"/>
                  </a:lnTo>
                  <a:lnTo>
                    <a:pt x="23" y="38"/>
                  </a:lnTo>
                  <a:lnTo>
                    <a:pt x="14" y="3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67" name="Freeform 666">
              <a:extLst>
                <a:ext uri="{FF2B5EF4-FFF2-40B4-BE49-F238E27FC236}">
                  <a16:creationId xmlns:a16="http://schemas.microsoft.com/office/drawing/2014/main" id="{9AD46522-4971-1E73-615F-C2DE8581BDD2}"/>
                </a:ext>
              </a:extLst>
            </p:cNvPr>
            <p:cNvSpPr>
              <a:spLocks/>
            </p:cNvSpPr>
            <p:nvPr/>
          </p:nvSpPr>
          <p:spPr bwMode="auto">
            <a:xfrm>
              <a:off x="2442" y="3967"/>
              <a:ext cx="17" cy="10"/>
            </a:xfrm>
            <a:custGeom>
              <a:avLst/>
              <a:gdLst>
                <a:gd name="T0" fmla="*/ 0 w 69"/>
                <a:gd name="T1" fmla="*/ 0 h 38"/>
                <a:gd name="T2" fmla="*/ 0 w 69"/>
                <a:gd name="T3" fmla="*/ 0 h 38"/>
                <a:gd name="T4" fmla="*/ 0 w 69"/>
                <a:gd name="T5" fmla="*/ 0 h 38"/>
                <a:gd name="T6" fmla="*/ 0 w 69"/>
                <a:gd name="T7" fmla="*/ 0 h 38"/>
                <a:gd name="T8" fmla="*/ 0 w 69"/>
                <a:gd name="T9" fmla="*/ 0 h 38"/>
                <a:gd name="T10" fmla="*/ 0 w 69"/>
                <a:gd name="T11" fmla="*/ 0 h 38"/>
                <a:gd name="T12" fmla="*/ 0 w 69"/>
                <a:gd name="T13" fmla="*/ 0 h 38"/>
                <a:gd name="T14" fmla="*/ 0 w 69"/>
                <a:gd name="T15" fmla="*/ 0 h 38"/>
                <a:gd name="T16" fmla="*/ 0 w 69"/>
                <a:gd name="T17" fmla="*/ 0 h 38"/>
                <a:gd name="T18" fmla="*/ 0 w 69"/>
                <a:gd name="T19" fmla="*/ 0 h 38"/>
                <a:gd name="T20" fmla="*/ 0 w 69"/>
                <a:gd name="T21" fmla="*/ 0 h 38"/>
                <a:gd name="T22" fmla="*/ 0 w 69"/>
                <a:gd name="T23" fmla="*/ 0 h 38"/>
                <a:gd name="T24" fmla="*/ 0 w 69"/>
                <a:gd name="T25" fmla="*/ 0 h 38"/>
                <a:gd name="T26" fmla="*/ 0 w 69"/>
                <a:gd name="T27" fmla="*/ 0 h 38"/>
                <a:gd name="T28" fmla="*/ 0 w 69"/>
                <a:gd name="T29" fmla="*/ 0 h 38"/>
                <a:gd name="T30" fmla="*/ 0 w 69"/>
                <a:gd name="T31" fmla="*/ 0 h 38"/>
                <a:gd name="T32" fmla="*/ 0 w 69"/>
                <a:gd name="T33" fmla="*/ 0 h 38"/>
                <a:gd name="T34" fmla="*/ 0 w 69"/>
                <a:gd name="T35" fmla="*/ 0 h 38"/>
                <a:gd name="T36" fmla="*/ 0 w 69"/>
                <a:gd name="T37" fmla="*/ 0 h 38"/>
                <a:gd name="T38" fmla="*/ 0 w 69"/>
                <a:gd name="T39" fmla="*/ 0 h 38"/>
                <a:gd name="T40" fmla="*/ 0 w 69"/>
                <a:gd name="T41" fmla="*/ 0 h 38"/>
                <a:gd name="T42" fmla="*/ 0 w 69"/>
                <a:gd name="T43" fmla="*/ 0 h 38"/>
                <a:gd name="T44" fmla="*/ 0 w 69"/>
                <a:gd name="T45" fmla="*/ 0 h 38"/>
                <a:gd name="T46" fmla="*/ 0 w 69"/>
                <a:gd name="T47" fmla="*/ 0 h 38"/>
                <a:gd name="T48" fmla="*/ 0 w 69"/>
                <a:gd name="T49" fmla="*/ 0 h 38"/>
                <a:gd name="T50" fmla="*/ 0 w 69"/>
                <a:gd name="T51" fmla="*/ 0 h 38"/>
                <a:gd name="T52" fmla="*/ 0 w 69"/>
                <a:gd name="T53" fmla="*/ 0 h 38"/>
                <a:gd name="T54" fmla="*/ 0 w 69"/>
                <a:gd name="T55" fmla="*/ 0 h 38"/>
                <a:gd name="T56" fmla="*/ 0 w 69"/>
                <a:gd name="T57" fmla="*/ 0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9" h="38">
                  <a:moveTo>
                    <a:pt x="26" y="35"/>
                  </a:moveTo>
                  <a:lnTo>
                    <a:pt x="27" y="35"/>
                  </a:lnTo>
                  <a:lnTo>
                    <a:pt x="29" y="33"/>
                  </a:lnTo>
                  <a:lnTo>
                    <a:pt x="33" y="32"/>
                  </a:lnTo>
                  <a:lnTo>
                    <a:pt x="37" y="29"/>
                  </a:lnTo>
                  <a:lnTo>
                    <a:pt x="42" y="27"/>
                  </a:lnTo>
                  <a:lnTo>
                    <a:pt x="48" y="26"/>
                  </a:lnTo>
                  <a:lnTo>
                    <a:pt x="54" y="24"/>
                  </a:lnTo>
                  <a:lnTo>
                    <a:pt x="59" y="24"/>
                  </a:lnTo>
                  <a:lnTo>
                    <a:pt x="64" y="23"/>
                  </a:lnTo>
                  <a:lnTo>
                    <a:pt x="68" y="21"/>
                  </a:lnTo>
                  <a:lnTo>
                    <a:pt x="69" y="18"/>
                  </a:lnTo>
                  <a:lnTo>
                    <a:pt x="68" y="14"/>
                  </a:lnTo>
                  <a:lnTo>
                    <a:pt x="64" y="10"/>
                  </a:lnTo>
                  <a:lnTo>
                    <a:pt x="59" y="7"/>
                  </a:lnTo>
                  <a:lnTo>
                    <a:pt x="51" y="4"/>
                  </a:lnTo>
                  <a:lnTo>
                    <a:pt x="40" y="1"/>
                  </a:lnTo>
                  <a:lnTo>
                    <a:pt x="28" y="0"/>
                  </a:lnTo>
                  <a:lnTo>
                    <a:pt x="19" y="0"/>
                  </a:lnTo>
                  <a:lnTo>
                    <a:pt x="10" y="2"/>
                  </a:lnTo>
                  <a:lnTo>
                    <a:pt x="4" y="5"/>
                  </a:lnTo>
                  <a:lnTo>
                    <a:pt x="1" y="8"/>
                  </a:lnTo>
                  <a:lnTo>
                    <a:pt x="0" y="12"/>
                  </a:lnTo>
                  <a:lnTo>
                    <a:pt x="1" y="17"/>
                  </a:lnTo>
                  <a:lnTo>
                    <a:pt x="6" y="24"/>
                  </a:lnTo>
                  <a:lnTo>
                    <a:pt x="15" y="34"/>
                  </a:lnTo>
                  <a:lnTo>
                    <a:pt x="21" y="38"/>
                  </a:lnTo>
                  <a:lnTo>
                    <a:pt x="24" y="37"/>
                  </a:lnTo>
                  <a:lnTo>
                    <a:pt x="26" y="35"/>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68" name="Freeform 667">
              <a:extLst>
                <a:ext uri="{FF2B5EF4-FFF2-40B4-BE49-F238E27FC236}">
                  <a16:creationId xmlns:a16="http://schemas.microsoft.com/office/drawing/2014/main" id="{E2A20D6C-4C46-7900-1D9D-1F422D2B10E2}"/>
                </a:ext>
              </a:extLst>
            </p:cNvPr>
            <p:cNvSpPr>
              <a:spLocks/>
            </p:cNvSpPr>
            <p:nvPr/>
          </p:nvSpPr>
          <p:spPr bwMode="auto">
            <a:xfrm>
              <a:off x="2442" y="3967"/>
              <a:ext cx="17" cy="10"/>
            </a:xfrm>
            <a:custGeom>
              <a:avLst/>
              <a:gdLst>
                <a:gd name="T0" fmla="*/ 0 w 69"/>
                <a:gd name="T1" fmla="*/ 0 h 38"/>
                <a:gd name="T2" fmla="*/ 0 w 69"/>
                <a:gd name="T3" fmla="*/ 0 h 38"/>
                <a:gd name="T4" fmla="*/ 0 w 69"/>
                <a:gd name="T5" fmla="*/ 0 h 38"/>
                <a:gd name="T6" fmla="*/ 0 w 69"/>
                <a:gd name="T7" fmla="*/ 0 h 38"/>
                <a:gd name="T8" fmla="*/ 0 w 69"/>
                <a:gd name="T9" fmla="*/ 0 h 38"/>
                <a:gd name="T10" fmla="*/ 0 w 69"/>
                <a:gd name="T11" fmla="*/ 0 h 38"/>
                <a:gd name="T12" fmla="*/ 0 w 69"/>
                <a:gd name="T13" fmla="*/ 0 h 38"/>
                <a:gd name="T14" fmla="*/ 0 w 69"/>
                <a:gd name="T15" fmla="*/ 0 h 38"/>
                <a:gd name="T16" fmla="*/ 0 w 69"/>
                <a:gd name="T17" fmla="*/ 0 h 38"/>
                <a:gd name="T18" fmla="*/ 0 w 69"/>
                <a:gd name="T19" fmla="*/ 0 h 38"/>
                <a:gd name="T20" fmla="*/ 0 w 69"/>
                <a:gd name="T21" fmla="*/ 0 h 38"/>
                <a:gd name="T22" fmla="*/ 0 w 69"/>
                <a:gd name="T23" fmla="*/ 0 h 38"/>
                <a:gd name="T24" fmla="*/ 0 w 69"/>
                <a:gd name="T25" fmla="*/ 0 h 38"/>
                <a:gd name="T26" fmla="*/ 0 w 69"/>
                <a:gd name="T27" fmla="*/ 0 h 38"/>
                <a:gd name="T28" fmla="*/ 0 w 69"/>
                <a:gd name="T29" fmla="*/ 0 h 38"/>
                <a:gd name="T30" fmla="*/ 0 w 69"/>
                <a:gd name="T31" fmla="*/ 0 h 38"/>
                <a:gd name="T32" fmla="*/ 0 w 69"/>
                <a:gd name="T33" fmla="*/ 0 h 38"/>
                <a:gd name="T34" fmla="*/ 0 w 69"/>
                <a:gd name="T35" fmla="*/ 0 h 38"/>
                <a:gd name="T36" fmla="*/ 0 w 69"/>
                <a:gd name="T37" fmla="*/ 0 h 38"/>
                <a:gd name="T38" fmla="*/ 0 w 69"/>
                <a:gd name="T39" fmla="*/ 0 h 38"/>
                <a:gd name="T40" fmla="*/ 0 w 69"/>
                <a:gd name="T41" fmla="*/ 0 h 38"/>
                <a:gd name="T42" fmla="*/ 0 w 69"/>
                <a:gd name="T43" fmla="*/ 0 h 38"/>
                <a:gd name="T44" fmla="*/ 0 w 69"/>
                <a:gd name="T45" fmla="*/ 0 h 38"/>
                <a:gd name="T46" fmla="*/ 0 w 69"/>
                <a:gd name="T47" fmla="*/ 0 h 38"/>
                <a:gd name="T48" fmla="*/ 0 w 69"/>
                <a:gd name="T49" fmla="*/ 0 h 38"/>
                <a:gd name="T50" fmla="*/ 0 w 69"/>
                <a:gd name="T51" fmla="*/ 0 h 38"/>
                <a:gd name="T52" fmla="*/ 0 w 69"/>
                <a:gd name="T53" fmla="*/ 0 h 38"/>
                <a:gd name="T54" fmla="*/ 0 w 69"/>
                <a:gd name="T55" fmla="*/ 0 h 38"/>
                <a:gd name="T56" fmla="*/ 0 w 69"/>
                <a:gd name="T57" fmla="*/ 0 h 38"/>
                <a:gd name="T58" fmla="*/ 0 w 69"/>
                <a:gd name="T59" fmla="*/ 0 h 38"/>
                <a:gd name="T60" fmla="*/ 0 w 69"/>
                <a:gd name="T61" fmla="*/ 0 h 38"/>
                <a:gd name="T62" fmla="*/ 0 w 69"/>
                <a:gd name="T63" fmla="*/ 0 h 38"/>
                <a:gd name="T64" fmla="*/ 0 w 69"/>
                <a:gd name="T65" fmla="*/ 0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9" h="38">
                  <a:moveTo>
                    <a:pt x="26" y="35"/>
                  </a:moveTo>
                  <a:lnTo>
                    <a:pt x="26" y="35"/>
                  </a:lnTo>
                  <a:lnTo>
                    <a:pt x="27" y="35"/>
                  </a:lnTo>
                  <a:lnTo>
                    <a:pt x="29" y="33"/>
                  </a:lnTo>
                  <a:lnTo>
                    <a:pt x="33" y="32"/>
                  </a:lnTo>
                  <a:lnTo>
                    <a:pt x="37" y="29"/>
                  </a:lnTo>
                  <a:lnTo>
                    <a:pt x="42" y="27"/>
                  </a:lnTo>
                  <a:lnTo>
                    <a:pt x="48" y="26"/>
                  </a:lnTo>
                  <a:lnTo>
                    <a:pt x="54" y="24"/>
                  </a:lnTo>
                  <a:lnTo>
                    <a:pt x="59" y="24"/>
                  </a:lnTo>
                  <a:lnTo>
                    <a:pt x="64" y="23"/>
                  </a:lnTo>
                  <a:lnTo>
                    <a:pt x="68" y="21"/>
                  </a:lnTo>
                  <a:lnTo>
                    <a:pt x="69" y="18"/>
                  </a:lnTo>
                  <a:lnTo>
                    <a:pt x="68" y="14"/>
                  </a:lnTo>
                  <a:lnTo>
                    <a:pt x="64" y="10"/>
                  </a:lnTo>
                  <a:lnTo>
                    <a:pt x="59" y="7"/>
                  </a:lnTo>
                  <a:lnTo>
                    <a:pt x="51" y="4"/>
                  </a:lnTo>
                  <a:lnTo>
                    <a:pt x="40" y="1"/>
                  </a:lnTo>
                  <a:lnTo>
                    <a:pt x="28" y="0"/>
                  </a:lnTo>
                  <a:lnTo>
                    <a:pt x="19" y="0"/>
                  </a:lnTo>
                  <a:lnTo>
                    <a:pt x="10" y="2"/>
                  </a:lnTo>
                  <a:lnTo>
                    <a:pt x="4" y="5"/>
                  </a:lnTo>
                  <a:lnTo>
                    <a:pt x="1" y="8"/>
                  </a:lnTo>
                  <a:lnTo>
                    <a:pt x="0" y="12"/>
                  </a:lnTo>
                  <a:lnTo>
                    <a:pt x="1" y="17"/>
                  </a:lnTo>
                  <a:lnTo>
                    <a:pt x="6" y="24"/>
                  </a:lnTo>
                  <a:lnTo>
                    <a:pt x="15" y="34"/>
                  </a:lnTo>
                  <a:lnTo>
                    <a:pt x="21" y="38"/>
                  </a:lnTo>
                  <a:lnTo>
                    <a:pt x="24" y="37"/>
                  </a:lnTo>
                  <a:lnTo>
                    <a:pt x="26" y="3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69" name="Freeform 668">
              <a:extLst>
                <a:ext uri="{FF2B5EF4-FFF2-40B4-BE49-F238E27FC236}">
                  <a16:creationId xmlns:a16="http://schemas.microsoft.com/office/drawing/2014/main" id="{04E5BBD4-65E8-0F89-1354-78F7F8E665CE}"/>
                </a:ext>
              </a:extLst>
            </p:cNvPr>
            <p:cNvSpPr>
              <a:spLocks/>
            </p:cNvSpPr>
            <p:nvPr/>
          </p:nvSpPr>
          <p:spPr bwMode="auto">
            <a:xfrm>
              <a:off x="2486" y="3949"/>
              <a:ext cx="5" cy="9"/>
            </a:xfrm>
            <a:custGeom>
              <a:avLst/>
              <a:gdLst>
                <a:gd name="T0" fmla="*/ 0 w 17"/>
                <a:gd name="T1" fmla="*/ 0 h 37"/>
                <a:gd name="T2" fmla="*/ 0 w 17"/>
                <a:gd name="T3" fmla="*/ 0 h 37"/>
                <a:gd name="T4" fmla="*/ 0 w 17"/>
                <a:gd name="T5" fmla="*/ 0 h 37"/>
                <a:gd name="T6" fmla="*/ 0 w 17"/>
                <a:gd name="T7" fmla="*/ 0 h 37"/>
                <a:gd name="T8" fmla="*/ 0 w 17"/>
                <a:gd name="T9" fmla="*/ 0 h 37"/>
                <a:gd name="T10" fmla="*/ 0 w 17"/>
                <a:gd name="T11" fmla="*/ 0 h 37"/>
                <a:gd name="T12" fmla="*/ 0 w 17"/>
                <a:gd name="T13" fmla="*/ 0 h 37"/>
                <a:gd name="T14" fmla="*/ 0 w 17"/>
                <a:gd name="T15" fmla="*/ 0 h 37"/>
                <a:gd name="T16" fmla="*/ 0 w 17"/>
                <a:gd name="T17" fmla="*/ 0 h 37"/>
                <a:gd name="T18" fmla="*/ 0 w 17"/>
                <a:gd name="T19" fmla="*/ 0 h 37"/>
                <a:gd name="T20" fmla="*/ 0 w 17"/>
                <a:gd name="T21" fmla="*/ 0 h 37"/>
                <a:gd name="T22" fmla="*/ 0 w 17"/>
                <a:gd name="T23" fmla="*/ 0 h 37"/>
                <a:gd name="T24" fmla="*/ 0 w 17"/>
                <a:gd name="T25" fmla="*/ 0 h 37"/>
                <a:gd name="T26" fmla="*/ 0 w 17"/>
                <a:gd name="T27" fmla="*/ 0 h 37"/>
                <a:gd name="T28" fmla="*/ 0 w 17"/>
                <a:gd name="T29" fmla="*/ 0 h 37"/>
                <a:gd name="T30" fmla="*/ 0 w 17"/>
                <a:gd name="T31" fmla="*/ 0 h 37"/>
                <a:gd name="T32" fmla="*/ 0 w 17"/>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37">
                  <a:moveTo>
                    <a:pt x="5" y="37"/>
                  </a:moveTo>
                  <a:lnTo>
                    <a:pt x="5" y="35"/>
                  </a:lnTo>
                  <a:lnTo>
                    <a:pt x="3" y="31"/>
                  </a:lnTo>
                  <a:lnTo>
                    <a:pt x="2" y="24"/>
                  </a:lnTo>
                  <a:lnTo>
                    <a:pt x="1" y="17"/>
                  </a:lnTo>
                  <a:lnTo>
                    <a:pt x="0" y="10"/>
                  </a:lnTo>
                  <a:lnTo>
                    <a:pt x="0" y="4"/>
                  </a:lnTo>
                  <a:lnTo>
                    <a:pt x="2" y="1"/>
                  </a:lnTo>
                  <a:lnTo>
                    <a:pt x="5" y="0"/>
                  </a:lnTo>
                  <a:lnTo>
                    <a:pt x="9" y="2"/>
                  </a:lnTo>
                  <a:lnTo>
                    <a:pt x="12" y="7"/>
                  </a:lnTo>
                  <a:lnTo>
                    <a:pt x="15" y="12"/>
                  </a:lnTo>
                  <a:lnTo>
                    <a:pt x="17" y="18"/>
                  </a:lnTo>
                  <a:lnTo>
                    <a:pt x="17" y="26"/>
                  </a:lnTo>
                  <a:lnTo>
                    <a:pt x="15" y="31"/>
                  </a:lnTo>
                  <a:lnTo>
                    <a:pt x="11" y="35"/>
                  </a:lnTo>
                  <a:lnTo>
                    <a:pt x="5" y="3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70" name="Freeform 669">
              <a:extLst>
                <a:ext uri="{FF2B5EF4-FFF2-40B4-BE49-F238E27FC236}">
                  <a16:creationId xmlns:a16="http://schemas.microsoft.com/office/drawing/2014/main" id="{20495403-CB4D-8005-2D78-7599D9D7E198}"/>
                </a:ext>
              </a:extLst>
            </p:cNvPr>
            <p:cNvSpPr>
              <a:spLocks/>
            </p:cNvSpPr>
            <p:nvPr/>
          </p:nvSpPr>
          <p:spPr bwMode="auto">
            <a:xfrm>
              <a:off x="2486" y="3949"/>
              <a:ext cx="5" cy="9"/>
            </a:xfrm>
            <a:custGeom>
              <a:avLst/>
              <a:gdLst>
                <a:gd name="T0" fmla="*/ 0 w 17"/>
                <a:gd name="T1" fmla="*/ 0 h 37"/>
                <a:gd name="T2" fmla="*/ 0 w 17"/>
                <a:gd name="T3" fmla="*/ 0 h 37"/>
                <a:gd name="T4" fmla="*/ 0 w 17"/>
                <a:gd name="T5" fmla="*/ 0 h 37"/>
                <a:gd name="T6" fmla="*/ 0 w 17"/>
                <a:gd name="T7" fmla="*/ 0 h 37"/>
                <a:gd name="T8" fmla="*/ 0 w 17"/>
                <a:gd name="T9" fmla="*/ 0 h 37"/>
                <a:gd name="T10" fmla="*/ 0 w 17"/>
                <a:gd name="T11" fmla="*/ 0 h 37"/>
                <a:gd name="T12" fmla="*/ 0 w 17"/>
                <a:gd name="T13" fmla="*/ 0 h 37"/>
                <a:gd name="T14" fmla="*/ 0 w 17"/>
                <a:gd name="T15" fmla="*/ 0 h 37"/>
                <a:gd name="T16" fmla="*/ 0 w 17"/>
                <a:gd name="T17" fmla="*/ 0 h 37"/>
                <a:gd name="T18" fmla="*/ 0 w 17"/>
                <a:gd name="T19" fmla="*/ 0 h 37"/>
                <a:gd name="T20" fmla="*/ 0 w 17"/>
                <a:gd name="T21" fmla="*/ 0 h 37"/>
                <a:gd name="T22" fmla="*/ 0 w 17"/>
                <a:gd name="T23" fmla="*/ 0 h 37"/>
                <a:gd name="T24" fmla="*/ 0 w 17"/>
                <a:gd name="T25" fmla="*/ 0 h 37"/>
                <a:gd name="T26" fmla="*/ 0 w 17"/>
                <a:gd name="T27" fmla="*/ 0 h 37"/>
                <a:gd name="T28" fmla="*/ 0 w 17"/>
                <a:gd name="T29" fmla="*/ 0 h 37"/>
                <a:gd name="T30" fmla="*/ 0 w 17"/>
                <a:gd name="T31" fmla="*/ 0 h 37"/>
                <a:gd name="T32" fmla="*/ 0 w 17"/>
                <a:gd name="T33" fmla="*/ 0 h 37"/>
                <a:gd name="T34" fmla="*/ 0 w 17"/>
                <a:gd name="T35" fmla="*/ 0 h 37"/>
                <a:gd name="T36" fmla="*/ 0 w 17"/>
                <a:gd name="T37" fmla="*/ 0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 h="37">
                  <a:moveTo>
                    <a:pt x="5" y="37"/>
                  </a:moveTo>
                  <a:lnTo>
                    <a:pt x="5" y="37"/>
                  </a:lnTo>
                  <a:lnTo>
                    <a:pt x="5" y="35"/>
                  </a:lnTo>
                  <a:lnTo>
                    <a:pt x="3" y="31"/>
                  </a:lnTo>
                  <a:lnTo>
                    <a:pt x="2" y="24"/>
                  </a:lnTo>
                  <a:lnTo>
                    <a:pt x="1" y="17"/>
                  </a:lnTo>
                  <a:lnTo>
                    <a:pt x="0" y="10"/>
                  </a:lnTo>
                  <a:lnTo>
                    <a:pt x="0" y="4"/>
                  </a:lnTo>
                  <a:lnTo>
                    <a:pt x="2" y="1"/>
                  </a:lnTo>
                  <a:lnTo>
                    <a:pt x="5" y="0"/>
                  </a:lnTo>
                  <a:lnTo>
                    <a:pt x="9" y="2"/>
                  </a:lnTo>
                  <a:lnTo>
                    <a:pt x="12" y="7"/>
                  </a:lnTo>
                  <a:lnTo>
                    <a:pt x="15" y="12"/>
                  </a:lnTo>
                  <a:lnTo>
                    <a:pt x="17" y="18"/>
                  </a:lnTo>
                  <a:lnTo>
                    <a:pt x="17" y="26"/>
                  </a:lnTo>
                  <a:lnTo>
                    <a:pt x="15" y="31"/>
                  </a:lnTo>
                  <a:lnTo>
                    <a:pt x="11" y="35"/>
                  </a:lnTo>
                  <a:lnTo>
                    <a:pt x="5"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71" name="Freeform 670">
              <a:extLst>
                <a:ext uri="{FF2B5EF4-FFF2-40B4-BE49-F238E27FC236}">
                  <a16:creationId xmlns:a16="http://schemas.microsoft.com/office/drawing/2014/main" id="{4445105E-A10A-793B-C01D-0A7F68DDE90B}"/>
                </a:ext>
              </a:extLst>
            </p:cNvPr>
            <p:cNvSpPr>
              <a:spLocks/>
            </p:cNvSpPr>
            <p:nvPr/>
          </p:nvSpPr>
          <p:spPr bwMode="auto">
            <a:xfrm>
              <a:off x="2463" y="3989"/>
              <a:ext cx="9" cy="4"/>
            </a:xfrm>
            <a:custGeom>
              <a:avLst/>
              <a:gdLst>
                <a:gd name="T0" fmla="*/ 0 w 37"/>
                <a:gd name="T1" fmla="*/ 0 h 18"/>
                <a:gd name="T2" fmla="*/ 0 w 37"/>
                <a:gd name="T3" fmla="*/ 0 h 18"/>
                <a:gd name="T4" fmla="*/ 0 w 37"/>
                <a:gd name="T5" fmla="*/ 0 h 18"/>
                <a:gd name="T6" fmla="*/ 0 w 37"/>
                <a:gd name="T7" fmla="*/ 0 h 18"/>
                <a:gd name="T8" fmla="*/ 0 w 37"/>
                <a:gd name="T9" fmla="*/ 0 h 18"/>
                <a:gd name="T10" fmla="*/ 0 w 37"/>
                <a:gd name="T11" fmla="*/ 0 h 18"/>
                <a:gd name="T12" fmla="*/ 0 w 37"/>
                <a:gd name="T13" fmla="*/ 0 h 18"/>
                <a:gd name="T14" fmla="*/ 0 w 37"/>
                <a:gd name="T15" fmla="*/ 0 h 18"/>
                <a:gd name="T16" fmla="*/ 0 w 37"/>
                <a:gd name="T17" fmla="*/ 0 h 18"/>
                <a:gd name="T18" fmla="*/ 0 w 37"/>
                <a:gd name="T19" fmla="*/ 0 h 18"/>
                <a:gd name="T20" fmla="*/ 0 w 37"/>
                <a:gd name="T21" fmla="*/ 0 h 18"/>
                <a:gd name="T22" fmla="*/ 0 w 37"/>
                <a:gd name="T23" fmla="*/ 0 h 18"/>
                <a:gd name="T24" fmla="*/ 0 w 37"/>
                <a:gd name="T25" fmla="*/ 0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8">
                  <a:moveTo>
                    <a:pt x="11" y="18"/>
                  </a:moveTo>
                  <a:lnTo>
                    <a:pt x="7" y="15"/>
                  </a:lnTo>
                  <a:lnTo>
                    <a:pt x="1" y="10"/>
                  </a:lnTo>
                  <a:lnTo>
                    <a:pt x="0" y="5"/>
                  </a:lnTo>
                  <a:lnTo>
                    <a:pt x="11" y="1"/>
                  </a:lnTo>
                  <a:lnTo>
                    <a:pt x="20" y="0"/>
                  </a:lnTo>
                  <a:lnTo>
                    <a:pt x="28" y="1"/>
                  </a:lnTo>
                  <a:lnTo>
                    <a:pt x="34" y="2"/>
                  </a:lnTo>
                  <a:lnTo>
                    <a:pt x="37" y="4"/>
                  </a:lnTo>
                  <a:lnTo>
                    <a:pt x="36" y="7"/>
                  </a:lnTo>
                  <a:lnTo>
                    <a:pt x="32" y="10"/>
                  </a:lnTo>
                  <a:lnTo>
                    <a:pt x="23" y="14"/>
                  </a:lnTo>
                  <a:lnTo>
                    <a:pt x="11" y="1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72" name="Freeform 671">
              <a:extLst>
                <a:ext uri="{FF2B5EF4-FFF2-40B4-BE49-F238E27FC236}">
                  <a16:creationId xmlns:a16="http://schemas.microsoft.com/office/drawing/2014/main" id="{F5BF1A6F-A37C-CEA8-FAC9-2AE071136D29}"/>
                </a:ext>
              </a:extLst>
            </p:cNvPr>
            <p:cNvSpPr>
              <a:spLocks/>
            </p:cNvSpPr>
            <p:nvPr/>
          </p:nvSpPr>
          <p:spPr bwMode="auto">
            <a:xfrm>
              <a:off x="2463" y="3989"/>
              <a:ext cx="9" cy="4"/>
            </a:xfrm>
            <a:custGeom>
              <a:avLst/>
              <a:gdLst>
                <a:gd name="T0" fmla="*/ 0 w 37"/>
                <a:gd name="T1" fmla="*/ 0 h 18"/>
                <a:gd name="T2" fmla="*/ 0 w 37"/>
                <a:gd name="T3" fmla="*/ 0 h 18"/>
                <a:gd name="T4" fmla="*/ 0 w 37"/>
                <a:gd name="T5" fmla="*/ 0 h 18"/>
                <a:gd name="T6" fmla="*/ 0 w 37"/>
                <a:gd name="T7" fmla="*/ 0 h 18"/>
                <a:gd name="T8" fmla="*/ 0 w 37"/>
                <a:gd name="T9" fmla="*/ 0 h 18"/>
                <a:gd name="T10" fmla="*/ 0 w 37"/>
                <a:gd name="T11" fmla="*/ 0 h 18"/>
                <a:gd name="T12" fmla="*/ 0 w 37"/>
                <a:gd name="T13" fmla="*/ 0 h 18"/>
                <a:gd name="T14" fmla="*/ 0 w 37"/>
                <a:gd name="T15" fmla="*/ 0 h 18"/>
                <a:gd name="T16" fmla="*/ 0 w 37"/>
                <a:gd name="T17" fmla="*/ 0 h 18"/>
                <a:gd name="T18" fmla="*/ 0 w 37"/>
                <a:gd name="T19" fmla="*/ 0 h 18"/>
                <a:gd name="T20" fmla="*/ 0 w 37"/>
                <a:gd name="T21" fmla="*/ 0 h 18"/>
                <a:gd name="T22" fmla="*/ 0 w 37"/>
                <a:gd name="T23" fmla="*/ 0 h 18"/>
                <a:gd name="T24" fmla="*/ 0 w 37"/>
                <a:gd name="T25" fmla="*/ 0 h 18"/>
                <a:gd name="T26" fmla="*/ 0 w 37"/>
                <a:gd name="T27" fmla="*/ 0 h 18"/>
                <a:gd name="T28" fmla="*/ 0 w 37"/>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7" h="18">
                  <a:moveTo>
                    <a:pt x="11" y="18"/>
                  </a:moveTo>
                  <a:lnTo>
                    <a:pt x="11" y="18"/>
                  </a:lnTo>
                  <a:lnTo>
                    <a:pt x="7" y="15"/>
                  </a:lnTo>
                  <a:lnTo>
                    <a:pt x="1" y="10"/>
                  </a:lnTo>
                  <a:lnTo>
                    <a:pt x="0" y="5"/>
                  </a:lnTo>
                  <a:lnTo>
                    <a:pt x="11" y="1"/>
                  </a:lnTo>
                  <a:lnTo>
                    <a:pt x="20" y="0"/>
                  </a:lnTo>
                  <a:lnTo>
                    <a:pt x="28" y="1"/>
                  </a:lnTo>
                  <a:lnTo>
                    <a:pt x="34" y="2"/>
                  </a:lnTo>
                  <a:lnTo>
                    <a:pt x="37" y="4"/>
                  </a:lnTo>
                  <a:lnTo>
                    <a:pt x="36" y="7"/>
                  </a:lnTo>
                  <a:lnTo>
                    <a:pt x="32" y="10"/>
                  </a:lnTo>
                  <a:lnTo>
                    <a:pt x="23" y="14"/>
                  </a:lnTo>
                  <a:lnTo>
                    <a:pt x="11" y="1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73" name="Freeform 672">
              <a:extLst>
                <a:ext uri="{FF2B5EF4-FFF2-40B4-BE49-F238E27FC236}">
                  <a16:creationId xmlns:a16="http://schemas.microsoft.com/office/drawing/2014/main" id="{0484E067-7C84-CDC0-AA7B-C36171E7C35E}"/>
                </a:ext>
              </a:extLst>
            </p:cNvPr>
            <p:cNvSpPr>
              <a:spLocks/>
            </p:cNvSpPr>
            <p:nvPr/>
          </p:nvSpPr>
          <p:spPr bwMode="auto">
            <a:xfrm>
              <a:off x="2529" y="4011"/>
              <a:ext cx="8" cy="6"/>
            </a:xfrm>
            <a:custGeom>
              <a:avLst/>
              <a:gdLst>
                <a:gd name="T0" fmla="*/ 0 w 35"/>
                <a:gd name="T1" fmla="*/ 0 h 22"/>
                <a:gd name="T2" fmla="*/ 0 w 35"/>
                <a:gd name="T3" fmla="*/ 0 h 22"/>
                <a:gd name="T4" fmla="*/ 0 w 35"/>
                <a:gd name="T5" fmla="*/ 0 h 22"/>
                <a:gd name="T6" fmla="*/ 0 w 35"/>
                <a:gd name="T7" fmla="*/ 0 h 22"/>
                <a:gd name="T8" fmla="*/ 0 w 35"/>
                <a:gd name="T9" fmla="*/ 0 h 22"/>
                <a:gd name="T10" fmla="*/ 0 w 35"/>
                <a:gd name="T11" fmla="*/ 0 h 22"/>
                <a:gd name="T12" fmla="*/ 0 w 35"/>
                <a:gd name="T13" fmla="*/ 0 h 22"/>
                <a:gd name="T14" fmla="*/ 0 w 35"/>
                <a:gd name="T15" fmla="*/ 0 h 22"/>
                <a:gd name="T16" fmla="*/ 0 w 35"/>
                <a:gd name="T17" fmla="*/ 0 h 22"/>
                <a:gd name="T18" fmla="*/ 0 w 35"/>
                <a:gd name="T19" fmla="*/ 0 h 22"/>
                <a:gd name="T20" fmla="*/ 0 w 35"/>
                <a:gd name="T21" fmla="*/ 0 h 22"/>
                <a:gd name="T22" fmla="*/ 0 w 35"/>
                <a:gd name="T23" fmla="*/ 0 h 22"/>
                <a:gd name="T24" fmla="*/ 0 w 35"/>
                <a:gd name="T25" fmla="*/ 0 h 22"/>
                <a:gd name="T26" fmla="*/ 0 w 35"/>
                <a:gd name="T27" fmla="*/ 0 h 22"/>
                <a:gd name="T28" fmla="*/ 0 w 35"/>
                <a:gd name="T29" fmla="*/ 0 h 22"/>
                <a:gd name="T30" fmla="*/ 0 w 35"/>
                <a:gd name="T31" fmla="*/ 0 h 22"/>
                <a:gd name="T32" fmla="*/ 0 w 35"/>
                <a:gd name="T33" fmla="*/ 0 h 22"/>
                <a:gd name="T34" fmla="*/ 0 w 35"/>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22">
                  <a:moveTo>
                    <a:pt x="22" y="22"/>
                  </a:moveTo>
                  <a:lnTo>
                    <a:pt x="23" y="21"/>
                  </a:lnTo>
                  <a:lnTo>
                    <a:pt x="26" y="18"/>
                  </a:lnTo>
                  <a:lnTo>
                    <a:pt x="30" y="14"/>
                  </a:lnTo>
                  <a:lnTo>
                    <a:pt x="33" y="10"/>
                  </a:lnTo>
                  <a:lnTo>
                    <a:pt x="35" y="6"/>
                  </a:lnTo>
                  <a:lnTo>
                    <a:pt x="35" y="2"/>
                  </a:lnTo>
                  <a:lnTo>
                    <a:pt x="31" y="0"/>
                  </a:lnTo>
                  <a:lnTo>
                    <a:pt x="22" y="0"/>
                  </a:lnTo>
                  <a:lnTo>
                    <a:pt x="12" y="1"/>
                  </a:lnTo>
                  <a:lnTo>
                    <a:pt x="5" y="3"/>
                  </a:lnTo>
                  <a:lnTo>
                    <a:pt x="2" y="6"/>
                  </a:lnTo>
                  <a:lnTo>
                    <a:pt x="0" y="8"/>
                  </a:lnTo>
                  <a:lnTo>
                    <a:pt x="0" y="10"/>
                  </a:lnTo>
                  <a:lnTo>
                    <a:pt x="1" y="12"/>
                  </a:lnTo>
                  <a:lnTo>
                    <a:pt x="2" y="14"/>
                  </a:lnTo>
                  <a:lnTo>
                    <a:pt x="22" y="2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74" name="Freeform 673">
              <a:extLst>
                <a:ext uri="{FF2B5EF4-FFF2-40B4-BE49-F238E27FC236}">
                  <a16:creationId xmlns:a16="http://schemas.microsoft.com/office/drawing/2014/main" id="{7D886224-A136-F5F2-52FD-BBEC422E9BF8}"/>
                </a:ext>
              </a:extLst>
            </p:cNvPr>
            <p:cNvSpPr>
              <a:spLocks/>
            </p:cNvSpPr>
            <p:nvPr/>
          </p:nvSpPr>
          <p:spPr bwMode="auto">
            <a:xfrm>
              <a:off x="2529" y="4011"/>
              <a:ext cx="8" cy="6"/>
            </a:xfrm>
            <a:custGeom>
              <a:avLst/>
              <a:gdLst>
                <a:gd name="T0" fmla="*/ 0 w 35"/>
                <a:gd name="T1" fmla="*/ 0 h 22"/>
                <a:gd name="T2" fmla="*/ 0 w 35"/>
                <a:gd name="T3" fmla="*/ 0 h 22"/>
                <a:gd name="T4" fmla="*/ 0 w 35"/>
                <a:gd name="T5" fmla="*/ 0 h 22"/>
                <a:gd name="T6" fmla="*/ 0 w 35"/>
                <a:gd name="T7" fmla="*/ 0 h 22"/>
                <a:gd name="T8" fmla="*/ 0 w 35"/>
                <a:gd name="T9" fmla="*/ 0 h 22"/>
                <a:gd name="T10" fmla="*/ 0 w 35"/>
                <a:gd name="T11" fmla="*/ 0 h 22"/>
                <a:gd name="T12" fmla="*/ 0 w 35"/>
                <a:gd name="T13" fmla="*/ 0 h 22"/>
                <a:gd name="T14" fmla="*/ 0 w 35"/>
                <a:gd name="T15" fmla="*/ 0 h 22"/>
                <a:gd name="T16" fmla="*/ 0 w 35"/>
                <a:gd name="T17" fmla="*/ 0 h 22"/>
                <a:gd name="T18" fmla="*/ 0 w 35"/>
                <a:gd name="T19" fmla="*/ 0 h 22"/>
                <a:gd name="T20" fmla="*/ 0 w 35"/>
                <a:gd name="T21" fmla="*/ 0 h 22"/>
                <a:gd name="T22" fmla="*/ 0 w 35"/>
                <a:gd name="T23" fmla="*/ 0 h 22"/>
                <a:gd name="T24" fmla="*/ 0 w 35"/>
                <a:gd name="T25" fmla="*/ 0 h 22"/>
                <a:gd name="T26" fmla="*/ 0 w 35"/>
                <a:gd name="T27" fmla="*/ 0 h 22"/>
                <a:gd name="T28" fmla="*/ 0 w 35"/>
                <a:gd name="T29" fmla="*/ 0 h 22"/>
                <a:gd name="T30" fmla="*/ 0 w 35"/>
                <a:gd name="T31" fmla="*/ 0 h 22"/>
                <a:gd name="T32" fmla="*/ 0 w 35"/>
                <a:gd name="T33" fmla="*/ 0 h 22"/>
                <a:gd name="T34" fmla="*/ 0 w 35"/>
                <a:gd name="T35" fmla="*/ 0 h 22"/>
                <a:gd name="T36" fmla="*/ 0 w 35"/>
                <a:gd name="T37" fmla="*/ 0 h 22"/>
                <a:gd name="T38" fmla="*/ 0 w 35"/>
                <a:gd name="T39" fmla="*/ 0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5" h="22">
                  <a:moveTo>
                    <a:pt x="22" y="22"/>
                  </a:moveTo>
                  <a:lnTo>
                    <a:pt x="22" y="22"/>
                  </a:lnTo>
                  <a:lnTo>
                    <a:pt x="23" y="21"/>
                  </a:lnTo>
                  <a:lnTo>
                    <a:pt x="26" y="18"/>
                  </a:lnTo>
                  <a:lnTo>
                    <a:pt x="30" y="14"/>
                  </a:lnTo>
                  <a:lnTo>
                    <a:pt x="33" y="10"/>
                  </a:lnTo>
                  <a:lnTo>
                    <a:pt x="35" y="6"/>
                  </a:lnTo>
                  <a:lnTo>
                    <a:pt x="35" y="2"/>
                  </a:lnTo>
                  <a:lnTo>
                    <a:pt x="31" y="0"/>
                  </a:lnTo>
                  <a:lnTo>
                    <a:pt x="22" y="0"/>
                  </a:lnTo>
                  <a:lnTo>
                    <a:pt x="12" y="1"/>
                  </a:lnTo>
                  <a:lnTo>
                    <a:pt x="5" y="3"/>
                  </a:lnTo>
                  <a:lnTo>
                    <a:pt x="2" y="6"/>
                  </a:lnTo>
                  <a:lnTo>
                    <a:pt x="0" y="8"/>
                  </a:lnTo>
                  <a:lnTo>
                    <a:pt x="0" y="10"/>
                  </a:lnTo>
                  <a:lnTo>
                    <a:pt x="1" y="12"/>
                  </a:lnTo>
                  <a:lnTo>
                    <a:pt x="2" y="14"/>
                  </a:lnTo>
                  <a:lnTo>
                    <a:pt x="22"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75" name="Freeform 674">
              <a:extLst>
                <a:ext uri="{FF2B5EF4-FFF2-40B4-BE49-F238E27FC236}">
                  <a16:creationId xmlns:a16="http://schemas.microsoft.com/office/drawing/2014/main" id="{7ACBCCFE-3D36-7A27-5646-C64EC7ABC610}"/>
                </a:ext>
              </a:extLst>
            </p:cNvPr>
            <p:cNvSpPr>
              <a:spLocks/>
            </p:cNvSpPr>
            <p:nvPr/>
          </p:nvSpPr>
          <p:spPr bwMode="auto">
            <a:xfrm>
              <a:off x="2567" y="3996"/>
              <a:ext cx="4" cy="9"/>
            </a:xfrm>
            <a:custGeom>
              <a:avLst/>
              <a:gdLst>
                <a:gd name="T0" fmla="*/ 0 w 17"/>
                <a:gd name="T1" fmla="*/ 0 h 35"/>
                <a:gd name="T2" fmla="*/ 0 w 17"/>
                <a:gd name="T3" fmla="*/ 0 h 35"/>
                <a:gd name="T4" fmla="*/ 0 w 17"/>
                <a:gd name="T5" fmla="*/ 0 h 35"/>
                <a:gd name="T6" fmla="*/ 0 w 17"/>
                <a:gd name="T7" fmla="*/ 0 h 35"/>
                <a:gd name="T8" fmla="*/ 0 w 17"/>
                <a:gd name="T9" fmla="*/ 0 h 35"/>
                <a:gd name="T10" fmla="*/ 0 w 17"/>
                <a:gd name="T11" fmla="*/ 0 h 35"/>
                <a:gd name="T12" fmla="*/ 0 w 17"/>
                <a:gd name="T13" fmla="*/ 0 h 35"/>
                <a:gd name="T14" fmla="*/ 0 w 17"/>
                <a:gd name="T15" fmla="*/ 0 h 35"/>
                <a:gd name="T16" fmla="*/ 0 w 17"/>
                <a:gd name="T17" fmla="*/ 0 h 35"/>
                <a:gd name="T18" fmla="*/ 0 w 17"/>
                <a:gd name="T19" fmla="*/ 0 h 35"/>
                <a:gd name="T20" fmla="*/ 0 w 17"/>
                <a:gd name="T21" fmla="*/ 0 h 35"/>
                <a:gd name="T22" fmla="*/ 0 w 17"/>
                <a:gd name="T23" fmla="*/ 0 h 35"/>
                <a:gd name="T24" fmla="*/ 0 w 17"/>
                <a:gd name="T25" fmla="*/ 0 h 35"/>
                <a:gd name="T26" fmla="*/ 0 w 17"/>
                <a:gd name="T27" fmla="*/ 0 h 35"/>
                <a:gd name="T28" fmla="*/ 0 w 17"/>
                <a:gd name="T29" fmla="*/ 0 h 35"/>
                <a:gd name="T30" fmla="*/ 0 w 17"/>
                <a:gd name="T31" fmla="*/ 0 h 35"/>
                <a:gd name="T32" fmla="*/ 0 w 17"/>
                <a:gd name="T33" fmla="*/ 0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35">
                  <a:moveTo>
                    <a:pt x="8" y="0"/>
                  </a:moveTo>
                  <a:lnTo>
                    <a:pt x="7" y="1"/>
                  </a:lnTo>
                  <a:lnTo>
                    <a:pt x="6" y="3"/>
                  </a:lnTo>
                  <a:lnTo>
                    <a:pt x="3" y="6"/>
                  </a:lnTo>
                  <a:lnTo>
                    <a:pt x="1" y="10"/>
                  </a:lnTo>
                  <a:lnTo>
                    <a:pt x="0" y="15"/>
                  </a:lnTo>
                  <a:lnTo>
                    <a:pt x="0" y="20"/>
                  </a:lnTo>
                  <a:lnTo>
                    <a:pt x="1" y="26"/>
                  </a:lnTo>
                  <a:lnTo>
                    <a:pt x="5" y="31"/>
                  </a:lnTo>
                  <a:lnTo>
                    <a:pt x="13" y="35"/>
                  </a:lnTo>
                  <a:lnTo>
                    <a:pt x="17" y="29"/>
                  </a:lnTo>
                  <a:lnTo>
                    <a:pt x="17" y="21"/>
                  </a:lnTo>
                  <a:lnTo>
                    <a:pt x="17" y="17"/>
                  </a:lnTo>
                  <a:lnTo>
                    <a:pt x="16" y="15"/>
                  </a:lnTo>
                  <a:lnTo>
                    <a:pt x="13" y="9"/>
                  </a:lnTo>
                  <a:lnTo>
                    <a:pt x="11" y="3"/>
                  </a:lnTo>
                  <a:lnTo>
                    <a:pt x="8"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76" name="Freeform 675">
              <a:extLst>
                <a:ext uri="{FF2B5EF4-FFF2-40B4-BE49-F238E27FC236}">
                  <a16:creationId xmlns:a16="http://schemas.microsoft.com/office/drawing/2014/main" id="{A7D07BAE-605D-6E80-CBC2-B3A441AD771D}"/>
                </a:ext>
              </a:extLst>
            </p:cNvPr>
            <p:cNvSpPr>
              <a:spLocks/>
            </p:cNvSpPr>
            <p:nvPr/>
          </p:nvSpPr>
          <p:spPr bwMode="auto">
            <a:xfrm>
              <a:off x="2567" y="3996"/>
              <a:ext cx="4" cy="9"/>
            </a:xfrm>
            <a:custGeom>
              <a:avLst/>
              <a:gdLst>
                <a:gd name="T0" fmla="*/ 0 w 17"/>
                <a:gd name="T1" fmla="*/ 0 h 35"/>
                <a:gd name="T2" fmla="*/ 0 w 17"/>
                <a:gd name="T3" fmla="*/ 0 h 35"/>
                <a:gd name="T4" fmla="*/ 0 w 17"/>
                <a:gd name="T5" fmla="*/ 0 h 35"/>
                <a:gd name="T6" fmla="*/ 0 w 17"/>
                <a:gd name="T7" fmla="*/ 0 h 35"/>
                <a:gd name="T8" fmla="*/ 0 w 17"/>
                <a:gd name="T9" fmla="*/ 0 h 35"/>
                <a:gd name="T10" fmla="*/ 0 w 17"/>
                <a:gd name="T11" fmla="*/ 0 h 35"/>
                <a:gd name="T12" fmla="*/ 0 w 17"/>
                <a:gd name="T13" fmla="*/ 0 h 35"/>
                <a:gd name="T14" fmla="*/ 0 w 17"/>
                <a:gd name="T15" fmla="*/ 0 h 35"/>
                <a:gd name="T16" fmla="*/ 0 w 17"/>
                <a:gd name="T17" fmla="*/ 0 h 35"/>
                <a:gd name="T18" fmla="*/ 0 w 17"/>
                <a:gd name="T19" fmla="*/ 0 h 35"/>
                <a:gd name="T20" fmla="*/ 0 w 17"/>
                <a:gd name="T21" fmla="*/ 0 h 35"/>
                <a:gd name="T22" fmla="*/ 0 w 17"/>
                <a:gd name="T23" fmla="*/ 0 h 35"/>
                <a:gd name="T24" fmla="*/ 0 w 17"/>
                <a:gd name="T25" fmla="*/ 0 h 35"/>
                <a:gd name="T26" fmla="*/ 0 w 17"/>
                <a:gd name="T27" fmla="*/ 0 h 35"/>
                <a:gd name="T28" fmla="*/ 0 w 17"/>
                <a:gd name="T29" fmla="*/ 0 h 35"/>
                <a:gd name="T30" fmla="*/ 0 w 17"/>
                <a:gd name="T31" fmla="*/ 0 h 35"/>
                <a:gd name="T32" fmla="*/ 0 w 17"/>
                <a:gd name="T33" fmla="*/ 0 h 35"/>
                <a:gd name="T34" fmla="*/ 0 w 17"/>
                <a:gd name="T35" fmla="*/ 0 h 35"/>
                <a:gd name="T36" fmla="*/ 0 w 17"/>
                <a:gd name="T37" fmla="*/ 0 h 35"/>
                <a:gd name="T38" fmla="*/ 0 w 17"/>
                <a:gd name="T39" fmla="*/ 0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7" h="35">
                  <a:moveTo>
                    <a:pt x="8" y="0"/>
                  </a:moveTo>
                  <a:lnTo>
                    <a:pt x="8" y="0"/>
                  </a:lnTo>
                  <a:lnTo>
                    <a:pt x="7" y="1"/>
                  </a:lnTo>
                  <a:lnTo>
                    <a:pt x="6" y="3"/>
                  </a:lnTo>
                  <a:lnTo>
                    <a:pt x="3" y="6"/>
                  </a:lnTo>
                  <a:lnTo>
                    <a:pt x="1" y="10"/>
                  </a:lnTo>
                  <a:lnTo>
                    <a:pt x="0" y="15"/>
                  </a:lnTo>
                  <a:lnTo>
                    <a:pt x="0" y="20"/>
                  </a:lnTo>
                  <a:lnTo>
                    <a:pt x="1" y="26"/>
                  </a:lnTo>
                  <a:lnTo>
                    <a:pt x="5" y="31"/>
                  </a:lnTo>
                  <a:lnTo>
                    <a:pt x="13" y="35"/>
                  </a:lnTo>
                  <a:lnTo>
                    <a:pt x="17" y="29"/>
                  </a:lnTo>
                  <a:lnTo>
                    <a:pt x="17" y="21"/>
                  </a:lnTo>
                  <a:lnTo>
                    <a:pt x="17" y="17"/>
                  </a:lnTo>
                  <a:lnTo>
                    <a:pt x="16" y="15"/>
                  </a:lnTo>
                  <a:lnTo>
                    <a:pt x="13" y="9"/>
                  </a:lnTo>
                  <a:lnTo>
                    <a:pt x="11" y="3"/>
                  </a:lnTo>
                  <a:lnTo>
                    <a:pt x="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77" name="Freeform 676">
              <a:extLst>
                <a:ext uri="{FF2B5EF4-FFF2-40B4-BE49-F238E27FC236}">
                  <a16:creationId xmlns:a16="http://schemas.microsoft.com/office/drawing/2014/main" id="{87078BBE-C331-7BA6-CECB-8EF81FCFF16F}"/>
                </a:ext>
              </a:extLst>
            </p:cNvPr>
            <p:cNvSpPr>
              <a:spLocks/>
            </p:cNvSpPr>
            <p:nvPr/>
          </p:nvSpPr>
          <p:spPr bwMode="auto">
            <a:xfrm>
              <a:off x="2541" y="4066"/>
              <a:ext cx="10" cy="9"/>
            </a:xfrm>
            <a:custGeom>
              <a:avLst/>
              <a:gdLst>
                <a:gd name="T0" fmla="*/ 0 w 43"/>
                <a:gd name="T1" fmla="*/ 0 h 36"/>
                <a:gd name="T2" fmla="*/ 0 w 43"/>
                <a:gd name="T3" fmla="*/ 0 h 36"/>
                <a:gd name="T4" fmla="*/ 0 w 43"/>
                <a:gd name="T5" fmla="*/ 0 h 36"/>
                <a:gd name="T6" fmla="*/ 0 w 43"/>
                <a:gd name="T7" fmla="*/ 0 h 36"/>
                <a:gd name="T8" fmla="*/ 0 w 43"/>
                <a:gd name="T9" fmla="*/ 0 h 36"/>
                <a:gd name="T10" fmla="*/ 0 w 43"/>
                <a:gd name="T11" fmla="*/ 0 h 36"/>
                <a:gd name="T12" fmla="*/ 0 w 43"/>
                <a:gd name="T13" fmla="*/ 0 h 36"/>
                <a:gd name="T14" fmla="*/ 0 w 43"/>
                <a:gd name="T15" fmla="*/ 0 h 36"/>
                <a:gd name="T16" fmla="*/ 0 w 43"/>
                <a:gd name="T17" fmla="*/ 0 h 36"/>
                <a:gd name="T18" fmla="*/ 0 w 43"/>
                <a:gd name="T19" fmla="*/ 0 h 36"/>
                <a:gd name="T20" fmla="*/ 0 w 43"/>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3" h="36">
                  <a:moveTo>
                    <a:pt x="12" y="29"/>
                  </a:moveTo>
                  <a:lnTo>
                    <a:pt x="43" y="8"/>
                  </a:lnTo>
                  <a:lnTo>
                    <a:pt x="1" y="0"/>
                  </a:lnTo>
                  <a:lnTo>
                    <a:pt x="1" y="2"/>
                  </a:lnTo>
                  <a:lnTo>
                    <a:pt x="0" y="8"/>
                  </a:lnTo>
                  <a:lnTo>
                    <a:pt x="0" y="17"/>
                  </a:lnTo>
                  <a:lnTo>
                    <a:pt x="0" y="25"/>
                  </a:lnTo>
                  <a:lnTo>
                    <a:pt x="1" y="32"/>
                  </a:lnTo>
                  <a:lnTo>
                    <a:pt x="3" y="36"/>
                  </a:lnTo>
                  <a:lnTo>
                    <a:pt x="7" y="36"/>
                  </a:lnTo>
                  <a:lnTo>
                    <a:pt x="12" y="29"/>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78" name="Freeform 677">
              <a:extLst>
                <a:ext uri="{FF2B5EF4-FFF2-40B4-BE49-F238E27FC236}">
                  <a16:creationId xmlns:a16="http://schemas.microsoft.com/office/drawing/2014/main" id="{78E3116F-5E98-3AE2-FF9E-A80CB7E134E3}"/>
                </a:ext>
              </a:extLst>
            </p:cNvPr>
            <p:cNvSpPr>
              <a:spLocks/>
            </p:cNvSpPr>
            <p:nvPr/>
          </p:nvSpPr>
          <p:spPr bwMode="auto">
            <a:xfrm>
              <a:off x="2541" y="4066"/>
              <a:ext cx="10" cy="9"/>
            </a:xfrm>
            <a:custGeom>
              <a:avLst/>
              <a:gdLst>
                <a:gd name="T0" fmla="*/ 0 w 43"/>
                <a:gd name="T1" fmla="*/ 0 h 36"/>
                <a:gd name="T2" fmla="*/ 0 w 43"/>
                <a:gd name="T3" fmla="*/ 0 h 36"/>
                <a:gd name="T4" fmla="*/ 0 w 43"/>
                <a:gd name="T5" fmla="*/ 0 h 36"/>
                <a:gd name="T6" fmla="*/ 0 w 43"/>
                <a:gd name="T7" fmla="*/ 0 h 36"/>
                <a:gd name="T8" fmla="*/ 0 w 43"/>
                <a:gd name="T9" fmla="*/ 0 h 36"/>
                <a:gd name="T10" fmla="*/ 0 w 43"/>
                <a:gd name="T11" fmla="*/ 0 h 36"/>
                <a:gd name="T12" fmla="*/ 0 w 43"/>
                <a:gd name="T13" fmla="*/ 0 h 36"/>
                <a:gd name="T14" fmla="*/ 0 w 43"/>
                <a:gd name="T15" fmla="*/ 0 h 36"/>
                <a:gd name="T16" fmla="*/ 0 w 43"/>
                <a:gd name="T17" fmla="*/ 0 h 36"/>
                <a:gd name="T18" fmla="*/ 0 w 43"/>
                <a:gd name="T19" fmla="*/ 0 h 36"/>
                <a:gd name="T20" fmla="*/ 0 w 43"/>
                <a:gd name="T21" fmla="*/ 0 h 36"/>
                <a:gd name="T22" fmla="*/ 0 w 43"/>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 h="36">
                  <a:moveTo>
                    <a:pt x="12" y="29"/>
                  </a:moveTo>
                  <a:lnTo>
                    <a:pt x="43" y="8"/>
                  </a:lnTo>
                  <a:lnTo>
                    <a:pt x="1" y="0"/>
                  </a:lnTo>
                  <a:lnTo>
                    <a:pt x="1" y="2"/>
                  </a:lnTo>
                  <a:lnTo>
                    <a:pt x="0" y="8"/>
                  </a:lnTo>
                  <a:lnTo>
                    <a:pt x="0" y="17"/>
                  </a:lnTo>
                  <a:lnTo>
                    <a:pt x="0" y="25"/>
                  </a:lnTo>
                  <a:lnTo>
                    <a:pt x="1" y="32"/>
                  </a:lnTo>
                  <a:lnTo>
                    <a:pt x="3" y="36"/>
                  </a:lnTo>
                  <a:lnTo>
                    <a:pt x="7" y="36"/>
                  </a:lnTo>
                  <a:lnTo>
                    <a:pt x="12" y="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79" name="Freeform 678">
              <a:extLst>
                <a:ext uri="{FF2B5EF4-FFF2-40B4-BE49-F238E27FC236}">
                  <a16:creationId xmlns:a16="http://schemas.microsoft.com/office/drawing/2014/main" id="{1FF8748B-3F06-C8DA-BA12-8BBC149BABAC}"/>
                </a:ext>
              </a:extLst>
            </p:cNvPr>
            <p:cNvSpPr>
              <a:spLocks/>
            </p:cNvSpPr>
            <p:nvPr/>
          </p:nvSpPr>
          <p:spPr bwMode="auto">
            <a:xfrm>
              <a:off x="2500" y="3939"/>
              <a:ext cx="24" cy="24"/>
            </a:xfrm>
            <a:custGeom>
              <a:avLst/>
              <a:gdLst>
                <a:gd name="T0" fmla="*/ 0 w 98"/>
                <a:gd name="T1" fmla="*/ 0 h 96"/>
                <a:gd name="T2" fmla="*/ 0 w 98"/>
                <a:gd name="T3" fmla="*/ 0 h 96"/>
                <a:gd name="T4" fmla="*/ 0 w 98"/>
                <a:gd name="T5" fmla="*/ 0 h 96"/>
                <a:gd name="T6" fmla="*/ 0 w 98"/>
                <a:gd name="T7" fmla="*/ 0 h 96"/>
                <a:gd name="T8" fmla="*/ 0 w 98"/>
                <a:gd name="T9" fmla="*/ 0 h 96"/>
                <a:gd name="T10" fmla="*/ 0 w 98"/>
                <a:gd name="T11" fmla="*/ 0 h 96"/>
                <a:gd name="T12" fmla="*/ 0 w 98"/>
                <a:gd name="T13" fmla="*/ 0 h 96"/>
                <a:gd name="T14" fmla="*/ 0 w 98"/>
                <a:gd name="T15" fmla="*/ 0 h 96"/>
                <a:gd name="T16" fmla="*/ 0 w 98"/>
                <a:gd name="T17" fmla="*/ 0 h 96"/>
                <a:gd name="T18" fmla="*/ 0 w 98"/>
                <a:gd name="T19" fmla="*/ 0 h 96"/>
                <a:gd name="T20" fmla="*/ 0 w 98"/>
                <a:gd name="T21" fmla="*/ 0 h 96"/>
                <a:gd name="T22" fmla="*/ 0 w 98"/>
                <a:gd name="T23" fmla="*/ 0 h 96"/>
                <a:gd name="T24" fmla="*/ 0 w 98"/>
                <a:gd name="T25" fmla="*/ 0 h 96"/>
                <a:gd name="T26" fmla="*/ 0 w 98"/>
                <a:gd name="T27" fmla="*/ 0 h 96"/>
                <a:gd name="T28" fmla="*/ 0 w 98"/>
                <a:gd name="T29" fmla="*/ 0 h 96"/>
                <a:gd name="T30" fmla="*/ 0 w 98"/>
                <a:gd name="T31" fmla="*/ 0 h 96"/>
                <a:gd name="T32" fmla="*/ 0 w 98"/>
                <a:gd name="T33" fmla="*/ 0 h 96"/>
                <a:gd name="T34" fmla="*/ 0 w 98"/>
                <a:gd name="T35" fmla="*/ 0 h 96"/>
                <a:gd name="T36" fmla="*/ 0 w 98"/>
                <a:gd name="T37" fmla="*/ 0 h 96"/>
                <a:gd name="T38" fmla="*/ 0 w 98"/>
                <a:gd name="T39" fmla="*/ 0 h 96"/>
                <a:gd name="T40" fmla="*/ 0 w 98"/>
                <a:gd name="T41" fmla="*/ 0 h 96"/>
                <a:gd name="T42" fmla="*/ 0 w 98"/>
                <a:gd name="T43" fmla="*/ 0 h 96"/>
                <a:gd name="T44" fmla="*/ 0 w 98"/>
                <a:gd name="T45" fmla="*/ 0 h 96"/>
                <a:gd name="T46" fmla="*/ 0 w 98"/>
                <a:gd name="T47" fmla="*/ 0 h 96"/>
                <a:gd name="T48" fmla="*/ 0 w 98"/>
                <a:gd name="T49" fmla="*/ 0 h 96"/>
                <a:gd name="T50" fmla="*/ 0 w 98"/>
                <a:gd name="T51" fmla="*/ 0 h 96"/>
                <a:gd name="T52" fmla="*/ 0 w 98"/>
                <a:gd name="T53" fmla="*/ 0 h 96"/>
                <a:gd name="T54" fmla="*/ 0 w 98"/>
                <a:gd name="T55" fmla="*/ 0 h 96"/>
                <a:gd name="T56" fmla="*/ 0 w 98"/>
                <a:gd name="T57" fmla="*/ 0 h 96"/>
                <a:gd name="T58" fmla="*/ 0 w 98"/>
                <a:gd name="T59" fmla="*/ 0 h 96"/>
                <a:gd name="T60" fmla="*/ 0 w 98"/>
                <a:gd name="T61" fmla="*/ 0 h 96"/>
                <a:gd name="T62" fmla="*/ 0 w 98"/>
                <a:gd name="T63" fmla="*/ 0 h 96"/>
                <a:gd name="T64" fmla="*/ 0 w 98"/>
                <a:gd name="T65" fmla="*/ 0 h 96"/>
                <a:gd name="T66" fmla="*/ 0 w 98"/>
                <a:gd name="T67" fmla="*/ 0 h 96"/>
                <a:gd name="T68" fmla="*/ 0 w 98"/>
                <a:gd name="T69" fmla="*/ 0 h 96"/>
                <a:gd name="T70" fmla="*/ 0 w 98"/>
                <a:gd name="T71" fmla="*/ 0 h 96"/>
                <a:gd name="T72" fmla="*/ 0 w 98"/>
                <a:gd name="T73" fmla="*/ 0 h 96"/>
                <a:gd name="T74" fmla="*/ 0 w 98"/>
                <a:gd name="T75" fmla="*/ 0 h 96"/>
                <a:gd name="T76" fmla="*/ 0 w 98"/>
                <a:gd name="T77" fmla="*/ 0 h 96"/>
                <a:gd name="T78" fmla="*/ 0 w 98"/>
                <a:gd name="T79" fmla="*/ 0 h 96"/>
                <a:gd name="T80" fmla="*/ 0 w 98"/>
                <a:gd name="T81" fmla="*/ 0 h 96"/>
                <a:gd name="T82" fmla="*/ 0 w 98"/>
                <a:gd name="T83" fmla="*/ 0 h 9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8" h="96">
                  <a:moveTo>
                    <a:pt x="13" y="56"/>
                  </a:moveTo>
                  <a:lnTo>
                    <a:pt x="12" y="56"/>
                  </a:lnTo>
                  <a:lnTo>
                    <a:pt x="9" y="55"/>
                  </a:lnTo>
                  <a:lnTo>
                    <a:pt x="5" y="54"/>
                  </a:lnTo>
                  <a:lnTo>
                    <a:pt x="1" y="52"/>
                  </a:lnTo>
                  <a:lnTo>
                    <a:pt x="0" y="49"/>
                  </a:lnTo>
                  <a:lnTo>
                    <a:pt x="1" y="46"/>
                  </a:lnTo>
                  <a:lnTo>
                    <a:pt x="6" y="43"/>
                  </a:lnTo>
                  <a:lnTo>
                    <a:pt x="16" y="39"/>
                  </a:lnTo>
                  <a:lnTo>
                    <a:pt x="27" y="36"/>
                  </a:lnTo>
                  <a:lnTo>
                    <a:pt x="35" y="34"/>
                  </a:lnTo>
                  <a:lnTo>
                    <a:pt x="40" y="33"/>
                  </a:lnTo>
                  <a:lnTo>
                    <a:pt x="43" y="33"/>
                  </a:lnTo>
                  <a:lnTo>
                    <a:pt x="44" y="32"/>
                  </a:lnTo>
                  <a:lnTo>
                    <a:pt x="45" y="31"/>
                  </a:lnTo>
                  <a:lnTo>
                    <a:pt x="47" y="29"/>
                  </a:lnTo>
                  <a:lnTo>
                    <a:pt x="50" y="25"/>
                  </a:lnTo>
                  <a:lnTo>
                    <a:pt x="57" y="19"/>
                  </a:lnTo>
                  <a:lnTo>
                    <a:pt x="67" y="11"/>
                  </a:lnTo>
                  <a:lnTo>
                    <a:pt x="79" y="5"/>
                  </a:lnTo>
                  <a:lnTo>
                    <a:pt x="90" y="1"/>
                  </a:lnTo>
                  <a:lnTo>
                    <a:pt x="97" y="0"/>
                  </a:lnTo>
                  <a:lnTo>
                    <a:pt x="98" y="4"/>
                  </a:lnTo>
                  <a:lnTo>
                    <a:pt x="91" y="15"/>
                  </a:lnTo>
                  <a:lnTo>
                    <a:pt x="72" y="34"/>
                  </a:lnTo>
                  <a:lnTo>
                    <a:pt x="52" y="52"/>
                  </a:lnTo>
                  <a:lnTo>
                    <a:pt x="40" y="62"/>
                  </a:lnTo>
                  <a:lnTo>
                    <a:pt x="32" y="66"/>
                  </a:lnTo>
                  <a:lnTo>
                    <a:pt x="31" y="68"/>
                  </a:lnTo>
                  <a:lnTo>
                    <a:pt x="32" y="68"/>
                  </a:lnTo>
                  <a:lnTo>
                    <a:pt x="35" y="68"/>
                  </a:lnTo>
                  <a:lnTo>
                    <a:pt x="38" y="71"/>
                  </a:lnTo>
                  <a:lnTo>
                    <a:pt x="39" y="79"/>
                  </a:lnTo>
                  <a:lnTo>
                    <a:pt x="38" y="88"/>
                  </a:lnTo>
                  <a:lnTo>
                    <a:pt x="36" y="93"/>
                  </a:lnTo>
                  <a:lnTo>
                    <a:pt x="31" y="96"/>
                  </a:lnTo>
                  <a:lnTo>
                    <a:pt x="27" y="96"/>
                  </a:lnTo>
                  <a:lnTo>
                    <a:pt x="23" y="94"/>
                  </a:lnTo>
                  <a:lnTo>
                    <a:pt x="19" y="92"/>
                  </a:lnTo>
                  <a:lnTo>
                    <a:pt x="17" y="91"/>
                  </a:lnTo>
                  <a:lnTo>
                    <a:pt x="16" y="90"/>
                  </a:lnTo>
                  <a:lnTo>
                    <a:pt x="13" y="5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80" name="Freeform 679">
              <a:extLst>
                <a:ext uri="{FF2B5EF4-FFF2-40B4-BE49-F238E27FC236}">
                  <a16:creationId xmlns:a16="http://schemas.microsoft.com/office/drawing/2014/main" id="{CB2A6906-78EF-A011-EFA5-C57F242D7B58}"/>
                </a:ext>
              </a:extLst>
            </p:cNvPr>
            <p:cNvSpPr>
              <a:spLocks/>
            </p:cNvSpPr>
            <p:nvPr/>
          </p:nvSpPr>
          <p:spPr bwMode="auto">
            <a:xfrm>
              <a:off x="2500" y="3939"/>
              <a:ext cx="24" cy="24"/>
            </a:xfrm>
            <a:custGeom>
              <a:avLst/>
              <a:gdLst>
                <a:gd name="T0" fmla="*/ 0 w 98"/>
                <a:gd name="T1" fmla="*/ 0 h 96"/>
                <a:gd name="T2" fmla="*/ 0 w 98"/>
                <a:gd name="T3" fmla="*/ 0 h 96"/>
                <a:gd name="T4" fmla="*/ 0 w 98"/>
                <a:gd name="T5" fmla="*/ 0 h 96"/>
                <a:gd name="T6" fmla="*/ 0 w 98"/>
                <a:gd name="T7" fmla="*/ 0 h 96"/>
                <a:gd name="T8" fmla="*/ 0 w 98"/>
                <a:gd name="T9" fmla="*/ 0 h 96"/>
                <a:gd name="T10" fmla="*/ 0 w 98"/>
                <a:gd name="T11" fmla="*/ 0 h 96"/>
                <a:gd name="T12" fmla="*/ 0 w 98"/>
                <a:gd name="T13" fmla="*/ 0 h 96"/>
                <a:gd name="T14" fmla="*/ 0 w 98"/>
                <a:gd name="T15" fmla="*/ 0 h 96"/>
                <a:gd name="T16" fmla="*/ 0 w 98"/>
                <a:gd name="T17" fmla="*/ 0 h 96"/>
                <a:gd name="T18" fmla="*/ 0 w 98"/>
                <a:gd name="T19" fmla="*/ 0 h 96"/>
                <a:gd name="T20" fmla="*/ 0 w 98"/>
                <a:gd name="T21" fmla="*/ 0 h 96"/>
                <a:gd name="T22" fmla="*/ 0 w 98"/>
                <a:gd name="T23" fmla="*/ 0 h 96"/>
                <a:gd name="T24" fmla="*/ 0 w 98"/>
                <a:gd name="T25" fmla="*/ 0 h 96"/>
                <a:gd name="T26" fmla="*/ 0 w 98"/>
                <a:gd name="T27" fmla="*/ 0 h 96"/>
                <a:gd name="T28" fmla="*/ 0 w 98"/>
                <a:gd name="T29" fmla="*/ 0 h 96"/>
                <a:gd name="T30" fmla="*/ 0 w 98"/>
                <a:gd name="T31" fmla="*/ 0 h 96"/>
                <a:gd name="T32" fmla="*/ 0 w 98"/>
                <a:gd name="T33" fmla="*/ 0 h 96"/>
                <a:gd name="T34" fmla="*/ 0 w 98"/>
                <a:gd name="T35" fmla="*/ 0 h 96"/>
                <a:gd name="T36" fmla="*/ 0 w 98"/>
                <a:gd name="T37" fmla="*/ 0 h 96"/>
                <a:gd name="T38" fmla="*/ 0 w 98"/>
                <a:gd name="T39" fmla="*/ 0 h 96"/>
                <a:gd name="T40" fmla="*/ 0 w 98"/>
                <a:gd name="T41" fmla="*/ 0 h 96"/>
                <a:gd name="T42" fmla="*/ 0 w 98"/>
                <a:gd name="T43" fmla="*/ 0 h 96"/>
                <a:gd name="T44" fmla="*/ 0 w 98"/>
                <a:gd name="T45" fmla="*/ 0 h 96"/>
                <a:gd name="T46" fmla="*/ 0 w 98"/>
                <a:gd name="T47" fmla="*/ 0 h 96"/>
                <a:gd name="T48" fmla="*/ 0 w 98"/>
                <a:gd name="T49" fmla="*/ 0 h 96"/>
                <a:gd name="T50" fmla="*/ 0 w 98"/>
                <a:gd name="T51" fmla="*/ 0 h 96"/>
                <a:gd name="T52" fmla="*/ 0 w 98"/>
                <a:gd name="T53" fmla="*/ 0 h 96"/>
                <a:gd name="T54" fmla="*/ 0 w 98"/>
                <a:gd name="T55" fmla="*/ 0 h 96"/>
                <a:gd name="T56" fmla="*/ 0 w 98"/>
                <a:gd name="T57" fmla="*/ 0 h 96"/>
                <a:gd name="T58" fmla="*/ 0 w 98"/>
                <a:gd name="T59" fmla="*/ 0 h 96"/>
                <a:gd name="T60" fmla="*/ 0 w 98"/>
                <a:gd name="T61" fmla="*/ 0 h 96"/>
                <a:gd name="T62" fmla="*/ 0 w 98"/>
                <a:gd name="T63" fmla="*/ 0 h 96"/>
                <a:gd name="T64" fmla="*/ 0 w 98"/>
                <a:gd name="T65" fmla="*/ 0 h 96"/>
                <a:gd name="T66" fmla="*/ 0 w 98"/>
                <a:gd name="T67" fmla="*/ 0 h 96"/>
                <a:gd name="T68" fmla="*/ 0 w 98"/>
                <a:gd name="T69" fmla="*/ 0 h 96"/>
                <a:gd name="T70" fmla="*/ 0 w 98"/>
                <a:gd name="T71" fmla="*/ 0 h 96"/>
                <a:gd name="T72" fmla="*/ 0 w 98"/>
                <a:gd name="T73" fmla="*/ 0 h 96"/>
                <a:gd name="T74" fmla="*/ 0 w 98"/>
                <a:gd name="T75" fmla="*/ 0 h 96"/>
                <a:gd name="T76" fmla="*/ 0 w 98"/>
                <a:gd name="T77" fmla="*/ 0 h 96"/>
                <a:gd name="T78" fmla="*/ 0 w 98"/>
                <a:gd name="T79" fmla="*/ 0 h 96"/>
                <a:gd name="T80" fmla="*/ 0 w 98"/>
                <a:gd name="T81" fmla="*/ 0 h 96"/>
                <a:gd name="T82" fmla="*/ 0 w 98"/>
                <a:gd name="T83" fmla="*/ 0 h 96"/>
                <a:gd name="T84" fmla="*/ 0 w 98"/>
                <a:gd name="T85" fmla="*/ 0 h 96"/>
                <a:gd name="T86" fmla="*/ 0 w 98"/>
                <a:gd name="T87" fmla="*/ 0 h 96"/>
                <a:gd name="T88" fmla="*/ 0 w 98"/>
                <a:gd name="T89" fmla="*/ 0 h 96"/>
                <a:gd name="T90" fmla="*/ 0 w 98"/>
                <a:gd name="T91" fmla="*/ 0 h 96"/>
                <a:gd name="T92" fmla="*/ 0 w 98"/>
                <a:gd name="T93" fmla="*/ 0 h 9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8" h="96">
                  <a:moveTo>
                    <a:pt x="13" y="56"/>
                  </a:moveTo>
                  <a:lnTo>
                    <a:pt x="13" y="56"/>
                  </a:lnTo>
                  <a:lnTo>
                    <a:pt x="12" y="56"/>
                  </a:lnTo>
                  <a:lnTo>
                    <a:pt x="9" y="55"/>
                  </a:lnTo>
                  <a:lnTo>
                    <a:pt x="5" y="54"/>
                  </a:lnTo>
                  <a:lnTo>
                    <a:pt x="1" y="52"/>
                  </a:lnTo>
                  <a:lnTo>
                    <a:pt x="0" y="49"/>
                  </a:lnTo>
                  <a:lnTo>
                    <a:pt x="1" y="46"/>
                  </a:lnTo>
                  <a:lnTo>
                    <a:pt x="6" y="43"/>
                  </a:lnTo>
                  <a:lnTo>
                    <a:pt x="16" y="39"/>
                  </a:lnTo>
                  <a:lnTo>
                    <a:pt x="27" y="36"/>
                  </a:lnTo>
                  <a:lnTo>
                    <a:pt x="35" y="34"/>
                  </a:lnTo>
                  <a:lnTo>
                    <a:pt x="40" y="33"/>
                  </a:lnTo>
                  <a:lnTo>
                    <a:pt x="43" y="33"/>
                  </a:lnTo>
                  <a:lnTo>
                    <a:pt x="44" y="32"/>
                  </a:lnTo>
                  <a:lnTo>
                    <a:pt x="45" y="31"/>
                  </a:lnTo>
                  <a:lnTo>
                    <a:pt x="47" y="29"/>
                  </a:lnTo>
                  <a:lnTo>
                    <a:pt x="50" y="25"/>
                  </a:lnTo>
                  <a:lnTo>
                    <a:pt x="57" y="19"/>
                  </a:lnTo>
                  <a:lnTo>
                    <a:pt x="67" y="11"/>
                  </a:lnTo>
                  <a:lnTo>
                    <a:pt x="79" y="5"/>
                  </a:lnTo>
                  <a:lnTo>
                    <a:pt x="90" y="1"/>
                  </a:lnTo>
                  <a:lnTo>
                    <a:pt x="97" y="0"/>
                  </a:lnTo>
                  <a:lnTo>
                    <a:pt x="98" y="4"/>
                  </a:lnTo>
                  <a:lnTo>
                    <a:pt x="91" y="15"/>
                  </a:lnTo>
                  <a:lnTo>
                    <a:pt x="72" y="34"/>
                  </a:lnTo>
                  <a:lnTo>
                    <a:pt x="52" y="52"/>
                  </a:lnTo>
                  <a:lnTo>
                    <a:pt x="40" y="62"/>
                  </a:lnTo>
                  <a:lnTo>
                    <a:pt x="32" y="66"/>
                  </a:lnTo>
                  <a:lnTo>
                    <a:pt x="31" y="68"/>
                  </a:lnTo>
                  <a:lnTo>
                    <a:pt x="32" y="68"/>
                  </a:lnTo>
                  <a:lnTo>
                    <a:pt x="35" y="68"/>
                  </a:lnTo>
                  <a:lnTo>
                    <a:pt x="38" y="71"/>
                  </a:lnTo>
                  <a:lnTo>
                    <a:pt x="39" y="79"/>
                  </a:lnTo>
                  <a:lnTo>
                    <a:pt x="38" y="88"/>
                  </a:lnTo>
                  <a:lnTo>
                    <a:pt x="36" y="93"/>
                  </a:lnTo>
                  <a:lnTo>
                    <a:pt x="31" y="96"/>
                  </a:lnTo>
                  <a:lnTo>
                    <a:pt x="27" y="96"/>
                  </a:lnTo>
                  <a:lnTo>
                    <a:pt x="23" y="94"/>
                  </a:lnTo>
                  <a:lnTo>
                    <a:pt x="19" y="92"/>
                  </a:lnTo>
                  <a:lnTo>
                    <a:pt x="17" y="91"/>
                  </a:lnTo>
                  <a:lnTo>
                    <a:pt x="16" y="90"/>
                  </a:lnTo>
                  <a:lnTo>
                    <a:pt x="13" y="5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81" name="Freeform 680">
              <a:extLst>
                <a:ext uri="{FF2B5EF4-FFF2-40B4-BE49-F238E27FC236}">
                  <a16:creationId xmlns:a16="http://schemas.microsoft.com/office/drawing/2014/main" id="{119673FD-3869-0ADC-F1C8-6FEF82845052}"/>
                </a:ext>
              </a:extLst>
            </p:cNvPr>
            <p:cNvSpPr>
              <a:spLocks/>
            </p:cNvSpPr>
            <p:nvPr/>
          </p:nvSpPr>
          <p:spPr bwMode="auto">
            <a:xfrm>
              <a:off x="2587" y="3945"/>
              <a:ext cx="13" cy="19"/>
            </a:xfrm>
            <a:custGeom>
              <a:avLst/>
              <a:gdLst>
                <a:gd name="T0" fmla="*/ 0 w 54"/>
                <a:gd name="T1" fmla="*/ 0 h 74"/>
                <a:gd name="T2" fmla="*/ 0 w 54"/>
                <a:gd name="T3" fmla="*/ 0 h 74"/>
                <a:gd name="T4" fmla="*/ 0 w 54"/>
                <a:gd name="T5" fmla="*/ 0 h 74"/>
                <a:gd name="T6" fmla="*/ 0 w 54"/>
                <a:gd name="T7" fmla="*/ 0 h 74"/>
                <a:gd name="T8" fmla="*/ 0 w 54"/>
                <a:gd name="T9" fmla="*/ 0 h 74"/>
                <a:gd name="T10" fmla="*/ 0 w 54"/>
                <a:gd name="T11" fmla="*/ 0 h 74"/>
                <a:gd name="T12" fmla="*/ 0 w 54"/>
                <a:gd name="T13" fmla="*/ 0 h 74"/>
                <a:gd name="T14" fmla="*/ 0 w 54"/>
                <a:gd name="T15" fmla="*/ 0 h 74"/>
                <a:gd name="T16" fmla="*/ 0 w 54"/>
                <a:gd name="T17" fmla="*/ 0 h 74"/>
                <a:gd name="T18" fmla="*/ 0 w 54"/>
                <a:gd name="T19" fmla="*/ 0 h 74"/>
                <a:gd name="T20" fmla="*/ 0 w 54"/>
                <a:gd name="T21" fmla="*/ 0 h 74"/>
                <a:gd name="T22" fmla="*/ 0 w 54"/>
                <a:gd name="T23" fmla="*/ 0 h 74"/>
                <a:gd name="T24" fmla="*/ 0 w 54"/>
                <a:gd name="T25" fmla="*/ 0 h 74"/>
                <a:gd name="T26" fmla="*/ 0 w 54"/>
                <a:gd name="T27" fmla="*/ 0 h 74"/>
                <a:gd name="T28" fmla="*/ 0 w 54"/>
                <a:gd name="T29" fmla="*/ 0 h 74"/>
                <a:gd name="T30" fmla="*/ 0 w 54"/>
                <a:gd name="T31" fmla="*/ 0 h 74"/>
                <a:gd name="T32" fmla="*/ 0 w 54"/>
                <a:gd name="T33" fmla="*/ 0 h 74"/>
                <a:gd name="T34" fmla="*/ 0 w 54"/>
                <a:gd name="T35" fmla="*/ 0 h 74"/>
                <a:gd name="T36" fmla="*/ 0 w 54"/>
                <a:gd name="T37" fmla="*/ 0 h 74"/>
                <a:gd name="T38" fmla="*/ 0 w 54"/>
                <a:gd name="T39" fmla="*/ 0 h 74"/>
                <a:gd name="T40" fmla="*/ 0 w 54"/>
                <a:gd name="T41" fmla="*/ 0 h 74"/>
                <a:gd name="T42" fmla="*/ 0 w 54"/>
                <a:gd name="T43" fmla="*/ 0 h 74"/>
                <a:gd name="T44" fmla="*/ 0 w 54"/>
                <a:gd name="T45" fmla="*/ 0 h 74"/>
                <a:gd name="T46" fmla="*/ 0 w 54"/>
                <a:gd name="T47" fmla="*/ 0 h 74"/>
                <a:gd name="T48" fmla="*/ 0 w 54"/>
                <a:gd name="T49" fmla="*/ 0 h 74"/>
                <a:gd name="T50" fmla="*/ 0 w 54"/>
                <a:gd name="T51" fmla="*/ 0 h 74"/>
                <a:gd name="T52" fmla="*/ 0 w 54"/>
                <a:gd name="T53" fmla="*/ 0 h 74"/>
                <a:gd name="T54" fmla="*/ 0 w 54"/>
                <a:gd name="T55" fmla="*/ 0 h 74"/>
                <a:gd name="T56" fmla="*/ 0 w 54"/>
                <a:gd name="T57" fmla="*/ 0 h 74"/>
                <a:gd name="T58" fmla="*/ 0 w 54"/>
                <a:gd name="T59" fmla="*/ 0 h 74"/>
                <a:gd name="T60" fmla="*/ 0 w 54"/>
                <a:gd name="T61" fmla="*/ 0 h 74"/>
                <a:gd name="T62" fmla="*/ 0 w 54"/>
                <a:gd name="T63" fmla="*/ 0 h 74"/>
                <a:gd name="T64" fmla="*/ 0 w 54"/>
                <a:gd name="T65" fmla="*/ 0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74">
                  <a:moveTo>
                    <a:pt x="9" y="40"/>
                  </a:moveTo>
                  <a:lnTo>
                    <a:pt x="8" y="37"/>
                  </a:lnTo>
                  <a:lnTo>
                    <a:pt x="6" y="33"/>
                  </a:lnTo>
                  <a:lnTo>
                    <a:pt x="3" y="27"/>
                  </a:lnTo>
                  <a:lnTo>
                    <a:pt x="1" y="21"/>
                  </a:lnTo>
                  <a:lnTo>
                    <a:pt x="0" y="14"/>
                  </a:lnTo>
                  <a:lnTo>
                    <a:pt x="0" y="7"/>
                  </a:lnTo>
                  <a:lnTo>
                    <a:pt x="3" y="3"/>
                  </a:lnTo>
                  <a:lnTo>
                    <a:pt x="9" y="0"/>
                  </a:lnTo>
                  <a:lnTo>
                    <a:pt x="16" y="0"/>
                  </a:lnTo>
                  <a:lnTo>
                    <a:pt x="23" y="0"/>
                  </a:lnTo>
                  <a:lnTo>
                    <a:pt x="29" y="3"/>
                  </a:lnTo>
                  <a:lnTo>
                    <a:pt x="35" y="6"/>
                  </a:lnTo>
                  <a:lnTo>
                    <a:pt x="40" y="10"/>
                  </a:lnTo>
                  <a:lnTo>
                    <a:pt x="44" y="15"/>
                  </a:lnTo>
                  <a:lnTo>
                    <a:pt x="48" y="21"/>
                  </a:lnTo>
                  <a:lnTo>
                    <a:pt x="51" y="28"/>
                  </a:lnTo>
                  <a:lnTo>
                    <a:pt x="53" y="35"/>
                  </a:lnTo>
                  <a:lnTo>
                    <a:pt x="54" y="44"/>
                  </a:lnTo>
                  <a:lnTo>
                    <a:pt x="52" y="51"/>
                  </a:lnTo>
                  <a:lnTo>
                    <a:pt x="50" y="58"/>
                  </a:lnTo>
                  <a:lnTo>
                    <a:pt x="46" y="64"/>
                  </a:lnTo>
                  <a:lnTo>
                    <a:pt x="40" y="69"/>
                  </a:lnTo>
                  <a:lnTo>
                    <a:pt x="33" y="72"/>
                  </a:lnTo>
                  <a:lnTo>
                    <a:pt x="25" y="73"/>
                  </a:lnTo>
                  <a:lnTo>
                    <a:pt x="17" y="73"/>
                  </a:lnTo>
                  <a:lnTo>
                    <a:pt x="11" y="74"/>
                  </a:lnTo>
                  <a:lnTo>
                    <a:pt x="6" y="74"/>
                  </a:lnTo>
                  <a:lnTo>
                    <a:pt x="3" y="72"/>
                  </a:lnTo>
                  <a:lnTo>
                    <a:pt x="1" y="69"/>
                  </a:lnTo>
                  <a:lnTo>
                    <a:pt x="2" y="63"/>
                  </a:lnTo>
                  <a:lnTo>
                    <a:pt x="4" y="53"/>
                  </a:lnTo>
                  <a:lnTo>
                    <a:pt x="9" y="4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82" name="Freeform 681">
              <a:extLst>
                <a:ext uri="{FF2B5EF4-FFF2-40B4-BE49-F238E27FC236}">
                  <a16:creationId xmlns:a16="http://schemas.microsoft.com/office/drawing/2014/main" id="{4AEA3C3B-5272-BDE1-0F09-A85E6C466F14}"/>
                </a:ext>
              </a:extLst>
            </p:cNvPr>
            <p:cNvSpPr>
              <a:spLocks/>
            </p:cNvSpPr>
            <p:nvPr/>
          </p:nvSpPr>
          <p:spPr bwMode="auto">
            <a:xfrm>
              <a:off x="2587" y="3945"/>
              <a:ext cx="13" cy="19"/>
            </a:xfrm>
            <a:custGeom>
              <a:avLst/>
              <a:gdLst>
                <a:gd name="T0" fmla="*/ 0 w 54"/>
                <a:gd name="T1" fmla="*/ 0 h 74"/>
                <a:gd name="T2" fmla="*/ 0 w 54"/>
                <a:gd name="T3" fmla="*/ 0 h 74"/>
                <a:gd name="T4" fmla="*/ 0 w 54"/>
                <a:gd name="T5" fmla="*/ 0 h 74"/>
                <a:gd name="T6" fmla="*/ 0 w 54"/>
                <a:gd name="T7" fmla="*/ 0 h 74"/>
                <a:gd name="T8" fmla="*/ 0 w 54"/>
                <a:gd name="T9" fmla="*/ 0 h 74"/>
                <a:gd name="T10" fmla="*/ 0 w 54"/>
                <a:gd name="T11" fmla="*/ 0 h 74"/>
                <a:gd name="T12" fmla="*/ 0 w 54"/>
                <a:gd name="T13" fmla="*/ 0 h 74"/>
                <a:gd name="T14" fmla="*/ 0 w 54"/>
                <a:gd name="T15" fmla="*/ 0 h 74"/>
                <a:gd name="T16" fmla="*/ 0 w 54"/>
                <a:gd name="T17" fmla="*/ 0 h 74"/>
                <a:gd name="T18" fmla="*/ 0 w 54"/>
                <a:gd name="T19" fmla="*/ 0 h 74"/>
                <a:gd name="T20" fmla="*/ 0 w 54"/>
                <a:gd name="T21" fmla="*/ 0 h 74"/>
                <a:gd name="T22" fmla="*/ 0 w 54"/>
                <a:gd name="T23" fmla="*/ 0 h 74"/>
                <a:gd name="T24" fmla="*/ 0 w 54"/>
                <a:gd name="T25" fmla="*/ 0 h 74"/>
                <a:gd name="T26" fmla="*/ 0 w 54"/>
                <a:gd name="T27" fmla="*/ 0 h 74"/>
                <a:gd name="T28" fmla="*/ 0 w 54"/>
                <a:gd name="T29" fmla="*/ 0 h 74"/>
                <a:gd name="T30" fmla="*/ 0 w 54"/>
                <a:gd name="T31" fmla="*/ 0 h 74"/>
                <a:gd name="T32" fmla="*/ 0 w 54"/>
                <a:gd name="T33" fmla="*/ 0 h 74"/>
                <a:gd name="T34" fmla="*/ 0 w 54"/>
                <a:gd name="T35" fmla="*/ 0 h 74"/>
                <a:gd name="T36" fmla="*/ 0 w 54"/>
                <a:gd name="T37" fmla="*/ 0 h 74"/>
                <a:gd name="T38" fmla="*/ 0 w 54"/>
                <a:gd name="T39" fmla="*/ 0 h 74"/>
                <a:gd name="T40" fmla="*/ 0 w 54"/>
                <a:gd name="T41" fmla="*/ 0 h 74"/>
                <a:gd name="T42" fmla="*/ 0 w 54"/>
                <a:gd name="T43" fmla="*/ 0 h 74"/>
                <a:gd name="T44" fmla="*/ 0 w 54"/>
                <a:gd name="T45" fmla="*/ 0 h 74"/>
                <a:gd name="T46" fmla="*/ 0 w 54"/>
                <a:gd name="T47" fmla="*/ 0 h 74"/>
                <a:gd name="T48" fmla="*/ 0 w 54"/>
                <a:gd name="T49" fmla="*/ 0 h 74"/>
                <a:gd name="T50" fmla="*/ 0 w 54"/>
                <a:gd name="T51" fmla="*/ 0 h 74"/>
                <a:gd name="T52" fmla="*/ 0 w 54"/>
                <a:gd name="T53" fmla="*/ 0 h 74"/>
                <a:gd name="T54" fmla="*/ 0 w 54"/>
                <a:gd name="T55" fmla="*/ 0 h 74"/>
                <a:gd name="T56" fmla="*/ 0 w 54"/>
                <a:gd name="T57" fmla="*/ 0 h 74"/>
                <a:gd name="T58" fmla="*/ 0 w 54"/>
                <a:gd name="T59" fmla="*/ 0 h 74"/>
                <a:gd name="T60" fmla="*/ 0 w 54"/>
                <a:gd name="T61" fmla="*/ 0 h 74"/>
                <a:gd name="T62" fmla="*/ 0 w 54"/>
                <a:gd name="T63" fmla="*/ 0 h 74"/>
                <a:gd name="T64" fmla="*/ 0 w 54"/>
                <a:gd name="T65" fmla="*/ 0 h 74"/>
                <a:gd name="T66" fmla="*/ 0 w 54"/>
                <a:gd name="T67" fmla="*/ 0 h 74"/>
                <a:gd name="T68" fmla="*/ 0 w 54"/>
                <a:gd name="T69" fmla="*/ 0 h 74"/>
                <a:gd name="T70" fmla="*/ 0 w 54"/>
                <a:gd name="T71" fmla="*/ 0 h 74"/>
                <a:gd name="T72" fmla="*/ 0 w 54"/>
                <a:gd name="T73" fmla="*/ 0 h 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4" h="74">
                  <a:moveTo>
                    <a:pt x="9" y="40"/>
                  </a:moveTo>
                  <a:lnTo>
                    <a:pt x="9" y="40"/>
                  </a:lnTo>
                  <a:lnTo>
                    <a:pt x="8" y="37"/>
                  </a:lnTo>
                  <a:lnTo>
                    <a:pt x="6" y="33"/>
                  </a:lnTo>
                  <a:lnTo>
                    <a:pt x="3" y="27"/>
                  </a:lnTo>
                  <a:lnTo>
                    <a:pt x="1" y="21"/>
                  </a:lnTo>
                  <a:lnTo>
                    <a:pt x="0" y="14"/>
                  </a:lnTo>
                  <a:lnTo>
                    <a:pt x="0" y="7"/>
                  </a:lnTo>
                  <a:lnTo>
                    <a:pt x="3" y="3"/>
                  </a:lnTo>
                  <a:lnTo>
                    <a:pt x="9" y="0"/>
                  </a:lnTo>
                  <a:lnTo>
                    <a:pt x="16" y="0"/>
                  </a:lnTo>
                  <a:lnTo>
                    <a:pt x="23" y="0"/>
                  </a:lnTo>
                  <a:lnTo>
                    <a:pt x="29" y="3"/>
                  </a:lnTo>
                  <a:lnTo>
                    <a:pt x="35" y="6"/>
                  </a:lnTo>
                  <a:lnTo>
                    <a:pt x="40" y="10"/>
                  </a:lnTo>
                  <a:lnTo>
                    <a:pt x="44" y="15"/>
                  </a:lnTo>
                  <a:lnTo>
                    <a:pt x="48" y="21"/>
                  </a:lnTo>
                  <a:lnTo>
                    <a:pt x="51" y="28"/>
                  </a:lnTo>
                  <a:lnTo>
                    <a:pt x="53" y="35"/>
                  </a:lnTo>
                  <a:lnTo>
                    <a:pt x="54" y="44"/>
                  </a:lnTo>
                  <a:lnTo>
                    <a:pt x="52" y="51"/>
                  </a:lnTo>
                  <a:lnTo>
                    <a:pt x="50" y="58"/>
                  </a:lnTo>
                  <a:lnTo>
                    <a:pt x="46" y="64"/>
                  </a:lnTo>
                  <a:lnTo>
                    <a:pt x="40" y="69"/>
                  </a:lnTo>
                  <a:lnTo>
                    <a:pt x="33" y="72"/>
                  </a:lnTo>
                  <a:lnTo>
                    <a:pt x="25" y="73"/>
                  </a:lnTo>
                  <a:lnTo>
                    <a:pt x="17" y="73"/>
                  </a:lnTo>
                  <a:lnTo>
                    <a:pt x="11" y="74"/>
                  </a:lnTo>
                  <a:lnTo>
                    <a:pt x="6" y="74"/>
                  </a:lnTo>
                  <a:lnTo>
                    <a:pt x="3" y="72"/>
                  </a:lnTo>
                  <a:lnTo>
                    <a:pt x="1" y="69"/>
                  </a:lnTo>
                  <a:lnTo>
                    <a:pt x="2" y="63"/>
                  </a:lnTo>
                  <a:lnTo>
                    <a:pt x="4" y="53"/>
                  </a:lnTo>
                  <a:lnTo>
                    <a:pt x="9" y="4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83" name="Freeform 682">
              <a:extLst>
                <a:ext uri="{FF2B5EF4-FFF2-40B4-BE49-F238E27FC236}">
                  <a16:creationId xmlns:a16="http://schemas.microsoft.com/office/drawing/2014/main" id="{E3258FDC-F4ED-64FF-E285-FD0A8AE0EAC5}"/>
                </a:ext>
              </a:extLst>
            </p:cNvPr>
            <p:cNvSpPr>
              <a:spLocks/>
            </p:cNvSpPr>
            <p:nvPr/>
          </p:nvSpPr>
          <p:spPr bwMode="auto">
            <a:xfrm>
              <a:off x="2663" y="3952"/>
              <a:ext cx="6" cy="10"/>
            </a:xfrm>
            <a:custGeom>
              <a:avLst/>
              <a:gdLst>
                <a:gd name="T0" fmla="*/ 0 w 22"/>
                <a:gd name="T1" fmla="*/ 0 h 40"/>
                <a:gd name="T2" fmla="*/ 0 w 22"/>
                <a:gd name="T3" fmla="*/ 0 h 40"/>
                <a:gd name="T4" fmla="*/ 0 w 22"/>
                <a:gd name="T5" fmla="*/ 0 h 40"/>
                <a:gd name="T6" fmla="*/ 0 w 22"/>
                <a:gd name="T7" fmla="*/ 0 h 40"/>
                <a:gd name="T8" fmla="*/ 0 w 22"/>
                <a:gd name="T9" fmla="*/ 0 h 40"/>
                <a:gd name="T10" fmla="*/ 0 w 22"/>
                <a:gd name="T11" fmla="*/ 0 h 40"/>
                <a:gd name="T12" fmla="*/ 0 w 22"/>
                <a:gd name="T13" fmla="*/ 0 h 40"/>
                <a:gd name="T14" fmla="*/ 0 w 22"/>
                <a:gd name="T15" fmla="*/ 0 h 40"/>
                <a:gd name="T16" fmla="*/ 0 w 22"/>
                <a:gd name="T17" fmla="*/ 0 h 40"/>
                <a:gd name="T18" fmla="*/ 0 w 22"/>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40">
                  <a:moveTo>
                    <a:pt x="0" y="40"/>
                  </a:moveTo>
                  <a:lnTo>
                    <a:pt x="3" y="9"/>
                  </a:lnTo>
                  <a:lnTo>
                    <a:pt x="6" y="6"/>
                  </a:lnTo>
                  <a:lnTo>
                    <a:pt x="11" y="0"/>
                  </a:lnTo>
                  <a:lnTo>
                    <a:pt x="18" y="0"/>
                  </a:lnTo>
                  <a:lnTo>
                    <a:pt x="22" y="13"/>
                  </a:lnTo>
                  <a:lnTo>
                    <a:pt x="21" y="29"/>
                  </a:lnTo>
                  <a:lnTo>
                    <a:pt x="16" y="37"/>
                  </a:lnTo>
                  <a:lnTo>
                    <a:pt x="9" y="40"/>
                  </a:lnTo>
                  <a:lnTo>
                    <a:pt x="0" y="4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84" name="Freeform 683">
              <a:extLst>
                <a:ext uri="{FF2B5EF4-FFF2-40B4-BE49-F238E27FC236}">
                  <a16:creationId xmlns:a16="http://schemas.microsoft.com/office/drawing/2014/main" id="{C6A63FC5-DE0D-AE8A-2E5A-6AF03C191804}"/>
                </a:ext>
              </a:extLst>
            </p:cNvPr>
            <p:cNvSpPr>
              <a:spLocks/>
            </p:cNvSpPr>
            <p:nvPr/>
          </p:nvSpPr>
          <p:spPr bwMode="auto">
            <a:xfrm>
              <a:off x="2663" y="3952"/>
              <a:ext cx="6" cy="10"/>
            </a:xfrm>
            <a:custGeom>
              <a:avLst/>
              <a:gdLst>
                <a:gd name="T0" fmla="*/ 0 w 22"/>
                <a:gd name="T1" fmla="*/ 0 h 40"/>
                <a:gd name="T2" fmla="*/ 0 w 22"/>
                <a:gd name="T3" fmla="*/ 0 h 40"/>
                <a:gd name="T4" fmla="*/ 0 w 22"/>
                <a:gd name="T5" fmla="*/ 0 h 40"/>
                <a:gd name="T6" fmla="*/ 0 w 22"/>
                <a:gd name="T7" fmla="*/ 0 h 40"/>
                <a:gd name="T8" fmla="*/ 0 w 22"/>
                <a:gd name="T9" fmla="*/ 0 h 40"/>
                <a:gd name="T10" fmla="*/ 0 w 22"/>
                <a:gd name="T11" fmla="*/ 0 h 40"/>
                <a:gd name="T12" fmla="*/ 0 w 22"/>
                <a:gd name="T13" fmla="*/ 0 h 40"/>
                <a:gd name="T14" fmla="*/ 0 w 22"/>
                <a:gd name="T15" fmla="*/ 0 h 40"/>
                <a:gd name="T16" fmla="*/ 0 w 22"/>
                <a:gd name="T17" fmla="*/ 0 h 40"/>
                <a:gd name="T18" fmla="*/ 0 w 22"/>
                <a:gd name="T19" fmla="*/ 0 h 40"/>
                <a:gd name="T20" fmla="*/ 0 w 22"/>
                <a:gd name="T21" fmla="*/ 0 h 40"/>
                <a:gd name="T22" fmla="*/ 0 w 22"/>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40">
                  <a:moveTo>
                    <a:pt x="0" y="40"/>
                  </a:moveTo>
                  <a:lnTo>
                    <a:pt x="3" y="9"/>
                  </a:lnTo>
                  <a:lnTo>
                    <a:pt x="6" y="6"/>
                  </a:lnTo>
                  <a:lnTo>
                    <a:pt x="11" y="0"/>
                  </a:lnTo>
                  <a:lnTo>
                    <a:pt x="18" y="0"/>
                  </a:lnTo>
                  <a:lnTo>
                    <a:pt x="22" y="13"/>
                  </a:lnTo>
                  <a:lnTo>
                    <a:pt x="21" y="29"/>
                  </a:lnTo>
                  <a:lnTo>
                    <a:pt x="16" y="37"/>
                  </a:lnTo>
                  <a:lnTo>
                    <a:pt x="9" y="40"/>
                  </a:lnTo>
                  <a:lnTo>
                    <a:pt x="0" y="4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85" name="Freeform 684">
              <a:extLst>
                <a:ext uri="{FF2B5EF4-FFF2-40B4-BE49-F238E27FC236}">
                  <a16:creationId xmlns:a16="http://schemas.microsoft.com/office/drawing/2014/main" id="{28BAA5EF-ADF3-B1B9-70F5-06B9A53C7B0C}"/>
                </a:ext>
              </a:extLst>
            </p:cNvPr>
            <p:cNvSpPr>
              <a:spLocks/>
            </p:cNvSpPr>
            <p:nvPr/>
          </p:nvSpPr>
          <p:spPr bwMode="auto">
            <a:xfrm>
              <a:off x="2647" y="3927"/>
              <a:ext cx="8" cy="8"/>
            </a:xfrm>
            <a:custGeom>
              <a:avLst/>
              <a:gdLst>
                <a:gd name="T0" fmla="*/ 0 w 30"/>
                <a:gd name="T1" fmla="*/ 0 h 35"/>
                <a:gd name="T2" fmla="*/ 0 w 30"/>
                <a:gd name="T3" fmla="*/ 0 h 35"/>
                <a:gd name="T4" fmla="*/ 0 w 30"/>
                <a:gd name="T5" fmla="*/ 0 h 35"/>
                <a:gd name="T6" fmla="*/ 0 w 30"/>
                <a:gd name="T7" fmla="*/ 0 h 35"/>
                <a:gd name="T8" fmla="*/ 0 w 30"/>
                <a:gd name="T9" fmla="*/ 0 h 35"/>
                <a:gd name="T10" fmla="*/ 0 w 30"/>
                <a:gd name="T11" fmla="*/ 0 h 35"/>
                <a:gd name="T12" fmla="*/ 0 w 30"/>
                <a:gd name="T13" fmla="*/ 0 h 35"/>
                <a:gd name="T14" fmla="*/ 0 w 30"/>
                <a:gd name="T15" fmla="*/ 0 h 35"/>
                <a:gd name="T16" fmla="*/ 0 w 30"/>
                <a:gd name="T17" fmla="*/ 0 h 35"/>
                <a:gd name="T18" fmla="*/ 0 w 30"/>
                <a:gd name="T19" fmla="*/ 0 h 35"/>
                <a:gd name="T20" fmla="*/ 0 w 30"/>
                <a:gd name="T21" fmla="*/ 0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5">
                  <a:moveTo>
                    <a:pt x="0" y="17"/>
                  </a:moveTo>
                  <a:lnTo>
                    <a:pt x="11" y="0"/>
                  </a:lnTo>
                  <a:lnTo>
                    <a:pt x="30" y="11"/>
                  </a:lnTo>
                  <a:lnTo>
                    <a:pt x="29" y="11"/>
                  </a:lnTo>
                  <a:lnTo>
                    <a:pt x="26" y="13"/>
                  </a:lnTo>
                  <a:lnTo>
                    <a:pt x="23" y="18"/>
                  </a:lnTo>
                  <a:lnTo>
                    <a:pt x="22" y="28"/>
                  </a:lnTo>
                  <a:lnTo>
                    <a:pt x="20" y="35"/>
                  </a:lnTo>
                  <a:lnTo>
                    <a:pt x="16" y="32"/>
                  </a:lnTo>
                  <a:lnTo>
                    <a:pt x="9" y="24"/>
                  </a:lnTo>
                  <a:lnTo>
                    <a:pt x="0" y="1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86" name="Freeform 685">
              <a:extLst>
                <a:ext uri="{FF2B5EF4-FFF2-40B4-BE49-F238E27FC236}">
                  <a16:creationId xmlns:a16="http://schemas.microsoft.com/office/drawing/2014/main" id="{B7FD3C62-E9B4-4478-0C01-5638190F6CC3}"/>
                </a:ext>
              </a:extLst>
            </p:cNvPr>
            <p:cNvSpPr>
              <a:spLocks/>
            </p:cNvSpPr>
            <p:nvPr/>
          </p:nvSpPr>
          <p:spPr bwMode="auto">
            <a:xfrm>
              <a:off x="2647" y="3927"/>
              <a:ext cx="8" cy="8"/>
            </a:xfrm>
            <a:custGeom>
              <a:avLst/>
              <a:gdLst>
                <a:gd name="T0" fmla="*/ 0 w 30"/>
                <a:gd name="T1" fmla="*/ 0 h 35"/>
                <a:gd name="T2" fmla="*/ 0 w 30"/>
                <a:gd name="T3" fmla="*/ 0 h 35"/>
                <a:gd name="T4" fmla="*/ 0 w 30"/>
                <a:gd name="T5" fmla="*/ 0 h 35"/>
                <a:gd name="T6" fmla="*/ 0 w 30"/>
                <a:gd name="T7" fmla="*/ 0 h 35"/>
                <a:gd name="T8" fmla="*/ 0 w 30"/>
                <a:gd name="T9" fmla="*/ 0 h 35"/>
                <a:gd name="T10" fmla="*/ 0 w 30"/>
                <a:gd name="T11" fmla="*/ 0 h 35"/>
                <a:gd name="T12" fmla="*/ 0 w 30"/>
                <a:gd name="T13" fmla="*/ 0 h 35"/>
                <a:gd name="T14" fmla="*/ 0 w 30"/>
                <a:gd name="T15" fmla="*/ 0 h 35"/>
                <a:gd name="T16" fmla="*/ 0 w 30"/>
                <a:gd name="T17" fmla="*/ 0 h 35"/>
                <a:gd name="T18" fmla="*/ 0 w 30"/>
                <a:gd name="T19" fmla="*/ 0 h 35"/>
                <a:gd name="T20" fmla="*/ 0 w 30"/>
                <a:gd name="T21" fmla="*/ 0 h 35"/>
                <a:gd name="T22" fmla="*/ 0 w 30"/>
                <a:gd name="T23" fmla="*/ 0 h 35"/>
                <a:gd name="T24" fmla="*/ 0 w 30"/>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35">
                  <a:moveTo>
                    <a:pt x="0" y="17"/>
                  </a:moveTo>
                  <a:lnTo>
                    <a:pt x="11" y="0"/>
                  </a:lnTo>
                  <a:lnTo>
                    <a:pt x="30" y="11"/>
                  </a:lnTo>
                  <a:lnTo>
                    <a:pt x="29" y="11"/>
                  </a:lnTo>
                  <a:lnTo>
                    <a:pt x="26" y="13"/>
                  </a:lnTo>
                  <a:lnTo>
                    <a:pt x="23" y="18"/>
                  </a:lnTo>
                  <a:lnTo>
                    <a:pt x="22" y="28"/>
                  </a:lnTo>
                  <a:lnTo>
                    <a:pt x="20" y="35"/>
                  </a:lnTo>
                  <a:lnTo>
                    <a:pt x="16" y="32"/>
                  </a:lnTo>
                  <a:lnTo>
                    <a:pt x="9" y="24"/>
                  </a:lnTo>
                  <a:lnTo>
                    <a:pt x="0" y="1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87" name="Freeform 686">
              <a:extLst>
                <a:ext uri="{FF2B5EF4-FFF2-40B4-BE49-F238E27FC236}">
                  <a16:creationId xmlns:a16="http://schemas.microsoft.com/office/drawing/2014/main" id="{5DF72F78-CE2A-B0D6-C9BA-B1E7894180E4}"/>
                </a:ext>
              </a:extLst>
            </p:cNvPr>
            <p:cNvSpPr>
              <a:spLocks/>
            </p:cNvSpPr>
            <p:nvPr/>
          </p:nvSpPr>
          <p:spPr bwMode="auto">
            <a:xfrm>
              <a:off x="2633" y="3915"/>
              <a:ext cx="2" cy="6"/>
            </a:xfrm>
            <a:custGeom>
              <a:avLst/>
              <a:gdLst>
                <a:gd name="T0" fmla="*/ 0 w 8"/>
                <a:gd name="T1" fmla="*/ 0 h 23"/>
                <a:gd name="T2" fmla="*/ 0 w 8"/>
                <a:gd name="T3" fmla="*/ 0 h 23"/>
                <a:gd name="T4" fmla="*/ 0 w 8"/>
                <a:gd name="T5" fmla="*/ 0 h 23"/>
                <a:gd name="T6" fmla="*/ 0 w 8"/>
                <a:gd name="T7" fmla="*/ 0 h 23"/>
                <a:gd name="T8" fmla="*/ 0 w 8"/>
                <a:gd name="T9" fmla="*/ 0 h 23"/>
                <a:gd name="T10" fmla="*/ 0 w 8"/>
                <a:gd name="T11" fmla="*/ 0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23">
                  <a:moveTo>
                    <a:pt x="8" y="0"/>
                  </a:moveTo>
                  <a:lnTo>
                    <a:pt x="5" y="23"/>
                  </a:lnTo>
                  <a:lnTo>
                    <a:pt x="4" y="21"/>
                  </a:lnTo>
                  <a:lnTo>
                    <a:pt x="0" y="16"/>
                  </a:lnTo>
                  <a:lnTo>
                    <a:pt x="2" y="8"/>
                  </a:lnTo>
                  <a:lnTo>
                    <a:pt x="8"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88" name="Freeform 687">
              <a:extLst>
                <a:ext uri="{FF2B5EF4-FFF2-40B4-BE49-F238E27FC236}">
                  <a16:creationId xmlns:a16="http://schemas.microsoft.com/office/drawing/2014/main" id="{6FD4C777-1B53-A009-F48D-6B4626E4AD0A}"/>
                </a:ext>
              </a:extLst>
            </p:cNvPr>
            <p:cNvSpPr>
              <a:spLocks/>
            </p:cNvSpPr>
            <p:nvPr/>
          </p:nvSpPr>
          <p:spPr bwMode="auto">
            <a:xfrm>
              <a:off x="2633" y="3915"/>
              <a:ext cx="2" cy="6"/>
            </a:xfrm>
            <a:custGeom>
              <a:avLst/>
              <a:gdLst>
                <a:gd name="T0" fmla="*/ 0 w 8"/>
                <a:gd name="T1" fmla="*/ 0 h 23"/>
                <a:gd name="T2" fmla="*/ 0 w 8"/>
                <a:gd name="T3" fmla="*/ 0 h 23"/>
                <a:gd name="T4" fmla="*/ 0 w 8"/>
                <a:gd name="T5" fmla="*/ 0 h 23"/>
                <a:gd name="T6" fmla="*/ 0 w 8"/>
                <a:gd name="T7" fmla="*/ 0 h 23"/>
                <a:gd name="T8" fmla="*/ 0 w 8"/>
                <a:gd name="T9" fmla="*/ 0 h 23"/>
                <a:gd name="T10" fmla="*/ 0 w 8"/>
                <a:gd name="T11" fmla="*/ 0 h 23"/>
                <a:gd name="T12" fmla="*/ 0 w 8"/>
                <a:gd name="T13" fmla="*/ 0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23">
                  <a:moveTo>
                    <a:pt x="8" y="0"/>
                  </a:moveTo>
                  <a:lnTo>
                    <a:pt x="5" y="23"/>
                  </a:lnTo>
                  <a:lnTo>
                    <a:pt x="4" y="21"/>
                  </a:lnTo>
                  <a:lnTo>
                    <a:pt x="0" y="16"/>
                  </a:lnTo>
                  <a:lnTo>
                    <a:pt x="2" y="8"/>
                  </a:lnTo>
                  <a:lnTo>
                    <a:pt x="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89" name="Freeform 688">
              <a:extLst>
                <a:ext uri="{FF2B5EF4-FFF2-40B4-BE49-F238E27FC236}">
                  <a16:creationId xmlns:a16="http://schemas.microsoft.com/office/drawing/2014/main" id="{40A4ADEF-9550-3B1E-0C33-2EC60872D742}"/>
                </a:ext>
              </a:extLst>
            </p:cNvPr>
            <p:cNvSpPr>
              <a:spLocks/>
            </p:cNvSpPr>
            <p:nvPr/>
          </p:nvSpPr>
          <p:spPr bwMode="auto">
            <a:xfrm>
              <a:off x="2646" y="3883"/>
              <a:ext cx="20" cy="22"/>
            </a:xfrm>
            <a:custGeom>
              <a:avLst/>
              <a:gdLst>
                <a:gd name="T0" fmla="*/ 0 w 80"/>
                <a:gd name="T1" fmla="*/ 0 h 89"/>
                <a:gd name="T2" fmla="*/ 0 w 80"/>
                <a:gd name="T3" fmla="*/ 0 h 89"/>
                <a:gd name="T4" fmla="*/ 0 w 80"/>
                <a:gd name="T5" fmla="*/ 0 h 89"/>
                <a:gd name="T6" fmla="*/ 0 w 80"/>
                <a:gd name="T7" fmla="*/ 0 h 89"/>
                <a:gd name="T8" fmla="*/ 0 w 80"/>
                <a:gd name="T9" fmla="*/ 0 h 89"/>
                <a:gd name="T10" fmla="*/ 0 w 80"/>
                <a:gd name="T11" fmla="*/ 0 h 89"/>
                <a:gd name="T12" fmla="*/ 0 w 80"/>
                <a:gd name="T13" fmla="*/ 0 h 89"/>
                <a:gd name="T14" fmla="*/ 0 w 80"/>
                <a:gd name="T15" fmla="*/ 0 h 89"/>
                <a:gd name="T16" fmla="*/ 0 w 80"/>
                <a:gd name="T17" fmla="*/ 0 h 89"/>
                <a:gd name="T18" fmla="*/ 0 w 80"/>
                <a:gd name="T19" fmla="*/ 0 h 89"/>
                <a:gd name="T20" fmla="*/ 0 w 80"/>
                <a:gd name="T21" fmla="*/ 0 h 89"/>
                <a:gd name="T22" fmla="*/ 0 w 80"/>
                <a:gd name="T23" fmla="*/ 0 h 89"/>
                <a:gd name="T24" fmla="*/ 0 w 80"/>
                <a:gd name="T25" fmla="*/ 0 h 89"/>
                <a:gd name="T26" fmla="*/ 0 w 80"/>
                <a:gd name="T27" fmla="*/ 0 h 89"/>
                <a:gd name="T28" fmla="*/ 0 w 80"/>
                <a:gd name="T29" fmla="*/ 0 h 89"/>
                <a:gd name="T30" fmla="*/ 0 w 80"/>
                <a:gd name="T31" fmla="*/ 0 h 89"/>
                <a:gd name="T32" fmla="*/ 0 w 80"/>
                <a:gd name="T33" fmla="*/ 0 h 89"/>
                <a:gd name="T34" fmla="*/ 0 w 80"/>
                <a:gd name="T35" fmla="*/ 0 h 89"/>
                <a:gd name="T36" fmla="*/ 0 w 80"/>
                <a:gd name="T37" fmla="*/ 0 h 89"/>
                <a:gd name="T38" fmla="*/ 0 w 80"/>
                <a:gd name="T39" fmla="*/ 0 h 89"/>
                <a:gd name="T40" fmla="*/ 0 w 80"/>
                <a:gd name="T41" fmla="*/ 0 h 89"/>
                <a:gd name="T42" fmla="*/ 0 w 80"/>
                <a:gd name="T43" fmla="*/ 0 h 89"/>
                <a:gd name="T44" fmla="*/ 0 w 80"/>
                <a:gd name="T45" fmla="*/ 0 h 89"/>
                <a:gd name="T46" fmla="*/ 0 w 80"/>
                <a:gd name="T47" fmla="*/ 0 h 89"/>
                <a:gd name="T48" fmla="*/ 0 w 80"/>
                <a:gd name="T49" fmla="*/ 0 h 89"/>
                <a:gd name="T50" fmla="*/ 0 w 80"/>
                <a:gd name="T51" fmla="*/ 0 h 89"/>
                <a:gd name="T52" fmla="*/ 0 w 80"/>
                <a:gd name="T53" fmla="*/ 0 h 89"/>
                <a:gd name="T54" fmla="*/ 0 w 80"/>
                <a:gd name="T55" fmla="*/ 0 h 89"/>
                <a:gd name="T56" fmla="*/ 0 w 80"/>
                <a:gd name="T57" fmla="*/ 0 h 89"/>
                <a:gd name="T58" fmla="*/ 0 w 80"/>
                <a:gd name="T59" fmla="*/ 0 h 89"/>
                <a:gd name="T60" fmla="*/ 0 w 80"/>
                <a:gd name="T61" fmla="*/ 0 h 89"/>
                <a:gd name="T62" fmla="*/ 0 w 80"/>
                <a:gd name="T63" fmla="*/ 0 h 89"/>
                <a:gd name="T64" fmla="*/ 0 w 80"/>
                <a:gd name="T65" fmla="*/ 0 h 89"/>
                <a:gd name="T66" fmla="*/ 0 w 80"/>
                <a:gd name="T67" fmla="*/ 0 h 89"/>
                <a:gd name="T68" fmla="*/ 0 w 80"/>
                <a:gd name="T69" fmla="*/ 0 h 89"/>
                <a:gd name="T70" fmla="*/ 0 w 80"/>
                <a:gd name="T71" fmla="*/ 0 h 89"/>
                <a:gd name="T72" fmla="*/ 0 w 80"/>
                <a:gd name="T73" fmla="*/ 0 h 89"/>
                <a:gd name="T74" fmla="*/ 0 w 80"/>
                <a:gd name="T75" fmla="*/ 0 h 89"/>
                <a:gd name="T76" fmla="*/ 0 w 80"/>
                <a:gd name="T77" fmla="*/ 0 h 89"/>
                <a:gd name="T78" fmla="*/ 0 w 80"/>
                <a:gd name="T79" fmla="*/ 0 h 89"/>
                <a:gd name="T80" fmla="*/ 0 w 80"/>
                <a:gd name="T81" fmla="*/ 0 h 89"/>
                <a:gd name="T82" fmla="*/ 0 w 80"/>
                <a:gd name="T83" fmla="*/ 0 h 89"/>
                <a:gd name="T84" fmla="*/ 0 w 80"/>
                <a:gd name="T85" fmla="*/ 0 h 89"/>
                <a:gd name="T86" fmla="*/ 0 w 80"/>
                <a:gd name="T87" fmla="*/ 0 h 89"/>
                <a:gd name="T88" fmla="*/ 0 w 80"/>
                <a:gd name="T89" fmla="*/ 0 h 89"/>
                <a:gd name="T90" fmla="*/ 0 w 80"/>
                <a:gd name="T91" fmla="*/ 0 h 89"/>
                <a:gd name="T92" fmla="*/ 0 w 80"/>
                <a:gd name="T93" fmla="*/ 0 h 89"/>
                <a:gd name="T94" fmla="*/ 0 w 80"/>
                <a:gd name="T95" fmla="*/ 0 h 89"/>
                <a:gd name="T96" fmla="*/ 0 w 80"/>
                <a:gd name="T97" fmla="*/ 0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0" h="89">
                  <a:moveTo>
                    <a:pt x="68" y="35"/>
                  </a:moveTo>
                  <a:lnTo>
                    <a:pt x="68" y="36"/>
                  </a:lnTo>
                  <a:lnTo>
                    <a:pt x="67" y="39"/>
                  </a:lnTo>
                  <a:lnTo>
                    <a:pt x="66" y="43"/>
                  </a:lnTo>
                  <a:lnTo>
                    <a:pt x="66" y="47"/>
                  </a:lnTo>
                  <a:lnTo>
                    <a:pt x="66" y="52"/>
                  </a:lnTo>
                  <a:lnTo>
                    <a:pt x="67" y="57"/>
                  </a:lnTo>
                  <a:lnTo>
                    <a:pt x="70" y="62"/>
                  </a:lnTo>
                  <a:lnTo>
                    <a:pt x="74" y="66"/>
                  </a:lnTo>
                  <a:lnTo>
                    <a:pt x="78" y="70"/>
                  </a:lnTo>
                  <a:lnTo>
                    <a:pt x="80" y="74"/>
                  </a:lnTo>
                  <a:lnTo>
                    <a:pt x="79" y="78"/>
                  </a:lnTo>
                  <a:lnTo>
                    <a:pt x="77" y="81"/>
                  </a:lnTo>
                  <a:lnTo>
                    <a:pt x="73" y="84"/>
                  </a:lnTo>
                  <a:lnTo>
                    <a:pt x="68" y="86"/>
                  </a:lnTo>
                  <a:lnTo>
                    <a:pt x="63" y="89"/>
                  </a:lnTo>
                  <a:lnTo>
                    <a:pt x="57" y="89"/>
                  </a:lnTo>
                  <a:lnTo>
                    <a:pt x="50" y="89"/>
                  </a:lnTo>
                  <a:lnTo>
                    <a:pt x="41" y="86"/>
                  </a:lnTo>
                  <a:lnTo>
                    <a:pt x="32" y="85"/>
                  </a:lnTo>
                  <a:lnTo>
                    <a:pt x="23" y="82"/>
                  </a:lnTo>
                  <a:lnTo>
                    <a:pt x="15" y="80"/>
                  </a:lnTo>
                  <a:lnTo>
                    <a:pt x="8" y="79"/>
                  </a:lnTo>
                  <a:lnTo>
                    <a:pt x="4" y="77"/>
                  </a:lnTo>
                  <a:lnTo>
                    <a:pt x="2" y="77"/>
                  </a:lnTo>
                  <a:lnTo>
                    <a:pt x="2" y="76"/>
                  </a:lnTo>
                  <a:lnTo>
                    <a:pt x="1" y="73"/>
                  </a:lnTo>
                  <a:lnTo>
                    <a:pt x="0" y="69"/>
                  </a:lnTo>
                  <a:lnTo>
                    <a:pt x="0" y="63"/>
                  </a:lnTo>
                  <a:lnTo>
                    <a:pt x="1" y="56"/>
                  </a:lnTo>
                  <a:lnTo>
                    <a:pt x="3" y="50"/>
                  </a:lnTo>
                  <a:lnTo>
                    <a:pt x="7" y="43"/>
                  </a:lnTo>
                  <a:lnTo>
                    <a:pt x="13" y="35"/>
                  </a:lnTo>
                  <a:lnTo>
                    <a:pt x="19" y="28"/>
                  </a:lnTo>
                  <a:lnTo>
                    <a:pt x="23" y="21"/>
                  </a:lnTo>
                  <a:lnTo>
                    <a:pt x="27" y="14"/>
                  </a:lnTo>
                  <a:lnTo>
                    <a:pt x="30" y="8"/>
                  </a:lnTo>
                  <a:lnTo>
                    <a:pt x="33" y="3"/>
                  </a:lnTo>
                  <a:lnTo>
                    <a:pt x="37" y="0"/>
                  </a:lnTo>
                  <a:lnTo>
                    <a:pt x="43" y="0"/>
                  </a:lnTo>
                  <a:lnTo>
                    <a:pt x="52" y="2"/>
                  </a:lnTo>
                  <a:lnTo>
                    <a:pt x="60" y="6"/>
                  </a:lnTo>
                  <a:lnTo>
                    <a:pt x="67" y="10"/>
                  </a:lnTo>
                  <a:lnTo>
                    <a:pt x="71" y="13"/>
                  </a:lnTo>
                  <a:lnTo>
                    <a:pt x="74" y="17"/>
                  </a:lnTo>
                  <a:lnTo>
                    <a:pt x="74" y="20"/>
                  </a:lnTo>
                  <a:lnTo>
                    <a:pt x="74" y="25"/>
                  </a:lnTo>
                  <a:lnTo>
                    <a:pt x="71" y="29"/>
                  </a:lnTo>
                  <a:lnTo>
                    <a:pt x="68" y="35"/>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90" name="Freeform 689">
              <a:extLst>
                <a:ext uri="{FF2B5EF4-FFF2-40B4-BE49-F238E27FC236}">
                  <a16:creationId xmlns:a16="http://schemas.microsoft.com/office/drawing/2014/main" id="{04FF13BE-92DC-3556-7EA2-CBD6ED315B51}"/>
                </a:ext>
              </a:extLst>
            </p:cNvPr>
            <p:cNvSpPr>
              <a:spLocks/>
            </p:cNvSpPr>
            <p:nvPr/>
          </p:nvSpPr>
          <p:spPr bwMode="auto">
            <a:xfrm>
              <a:off x="2646" y="3883"/>
              <a:ext cx="20" cy="22"/>
            </a:xfrm>
            <a:custGeom>
              <a:avLst/>
              <a:gdLst>
                <a:gd name="T0" fmla="*/ 0 w 80"/>
                <a:gd name="T1" fmla="*/ 0 h 89"/>
                <a:gd name="T2" fmla="*/ 0 w 80"/>
                <a:gd name="T3" fmla="*/ 0 h 89"/>
                <a:gd name="T4" fmla="*/ 0 w 80"/>
                <a:gd name="T5" fmla="*/ 0 h 89"/>
                <a:gd name="T6" fmla="*/ 0 w 80"/>
                <a:gd name="T7" fmla="*/ 0 h 89"/>
                <a:gd name="T8" fmla="*/ 0 w 80"/>
                <a:gd name="T9" fmla="*/ 0 h 89"/>
                <a:gd name="T10" fmla="*/ 0 w 80"/>
                <a:gd name="T11" fmla="*/ 0 h 89"/>
                <a:gd name="T12" fmla="*/ 0 w 80"/>
                <a:gd name="T13" fmla="*/ 0 h 89"/>
                <a:gd name="T14" fmla="*/ 0 w 80"/>
                <a:gd name="T15" fmla="*/ 0 h 89"/>
                <a:gd name="T16" fmla="*/ 0 w 80"/>
                <a:gd name="T17" fmla="*/ 0 h 89"/>
                <a:gd name="T18" fmla="*/ 0 w 80"/>
                <a:gd name="T19" fmla="*/ 0 h 89"/>
                <a:gd name="T20" fmla="*/ 0 w 80"/>
                <a:gd name="T21" fmla="*/ 0 h 89"/>
                <a:gd name="T22" fmla="*/ 0 w 80"/>
                <a:gd name="T23" fmla="*/ 0 h 89"/>
                <a:gd name="T24" fmla="*/ 0 w 80"/>
                <a:gd name="T25" fmla="*/ 0 h 89"/>
                <a:gd name="T26" fmla="*/ 0 w 80"/>
                <a:gd name="T27" fmla="*/ 0 h 89"/>
                <a:gd name="T28" fmla="*/ 0 w 80"/>
                <a:gd name="T29" fmla="*/ 0 h 89"/>
                <a:gd name="T30" fmla="*/ 0 w 80"/>
                <a:gd name="T31" fmla="*/ 0 h 89"/>
                <a:gd name="T32" fmla="*/ 0 w 80"/>
                <a:gd name="T33" fmla="*/ 0 h 89"/>
                <a:gd name="T34" fmla="*/ 0 w 80"/>
                <a:gd name="T35" fmla="*/ 0 h 89"/>
                <a:gd name="T36" fmla="*/ 0 w 80"/>
                <a:gd name="T37" fmla="*/ 0 h 89"/>
                <a:gd name="T38" fmla="*/ 0 w 80"/>
                <a:gd name="T39" fmla="*/ 0 h 89"/>
                <a:gd name="T40" fmla="*/ 0 w 80"/>
                <a:gd name="T41" fmla="*/ 0 h 89"/>
                <a:gd name="T42" fmla="*/ 0 w 80"/>
                <a:gd name="T43" fmla="*/ 0 h 89"/>
                <a:gd name="T44" fmla="*/ 0 w 80"/>
                <a:gd name="T45" fmla="*/ 0 h 89"/>
                <a:gd name="T46" fmla="*/ 0 w 80"/>
                <a:gd name="T47" fmla="*/ 0 h 89"/>
                <a:gd name="T48" fmla="*/ 0 w 80"/>
                <a:gd name="T49" fmla="*/ 0 h 89"/>
                <a:gd name="T50" fmla="*/ 0 w 80"/>
                <a:gd name="T51" fmla="*/ 0 h 89"/>
                <a:gd name="T52" fmla="*/ 0 w 80"/>
                <a:gd name="T53" fmla="*/ 0 h 89"/>
                <a:gd name="T54" fmla="*/ 0 w 80"/>
                <a:gd name="T55" fmla="*/ 0 h 89"/>
                <a:gd name="T56" fmla="*/ 0 w 80"/>
                <a:gd name="T57" fmla="*/ 0 h 89"/>
                <a:gd name="T58" fmla="*/ 0 w 80"/>
                <a:gd name="T59" fmla="*/ 0 h 89"/>
                <a:gd name="T60" fmla="*/ 0 w 80"/>
                <a:gd name="T61" fmla="*/ 0 h 89"/>
                <a:gd name="T62" fmla="*/ 0 w 80"/>
                <a:gd name="T63" fmla="*/ 0 h 89"/>
                <a:gd name="T64" fmla="*/ 0 w 80"/>
                <a:gd name="T65" fmla="*/ 0 h 89"/>
                <a:gd name="T66" fmla="*/ 0 w 80"/>
                <a:gd name="T67" fmla="*/ 0 h 89"/>
                <a:gd name="T68" fmla="*/ 0 w 80"/>
                <a:gd name="T69" fmla="*/ 0 h 89"/>
                <a:gd name="T70" fmla="*/ 0 w 80"/>
                <a:gd name="T71" fmla="*/ 0 h 89"/>
                <a:gd name="T72" fmla="*/ 0 w 80"/>
                <a:gd name="T73" fmla="*/ 0 h 89"/>
                <a:gd name="T74" fmla="*/ 0 w 80"/>
                <a:gd name="T75" fmla="*/ 0 h 89"/>
                <a:gd name="T76" fmla="*/ 0 w 80"/>
                <a:gd name="T77" fmla="*/ 0 h 89"/>
                <a:gd name="T78" fmla="*/ 0 w 80"/>
                <a:gd name="T79" fmla="*/ 0 h 89"/>
                <a:gd name="T80" fmla="*/ 0 w 80"/>
                <a:gd name="T81" fmla="*/ 0 h 89"/>
                <a:gd name="T82" fmla="*/ 0 w 80"/>
                <a:gd name="T83" fmla="*/ 0 h 89"/>
                <a:gd name="T84" fmla="*/ 0 w 80"/>
                <a:gd name="T85" fmla="*/ 0 h 89"/>
                <a:gd name="T86" fmla="*/ 0 w 80"/>
                <a:gd name="T87" fmla="*/ 0 h 89"/>
                <a:gd name="T88" fmla="*/ 0 w 80"/>
                <a:gd name="T89" fmla="*/ 0 h 89"/>
                <a:gd name="T90" fmla="*/ 0 w 80"/>
                <a:gd name="T91" fmla="*/ 0 h 89"/>
                <a:gd name="T92" fmla="*/ 0 w 80"/>
                <a:gd name="T93" fmla="*/ 0 h 89"/>
                <a:gd name="T94" fmla="*/ 0 w 80"/>
                <a:gd name="T95" fmla="*/ 0 h 89"/>
                <a:gd name="T96" fmla="*/ 0 w 80"/>
                <a:gd name="T97" fmla="*/ 0 h 89"/>
                <a:gd name="T98" fmla="*/ 0 w 80"/>
                <a:gd name="T99" fmla="*/ 0 h 89"/>
                <a:gd name="T100" fmla="*/ 0 w 80"/>
                <a:gd name="T101" fmla="*/ 0 h 89"/>
                <a:gd name="T102" fmla="*/ 0 w 80"/>
                <a:gd name="T103" fmla="*/ 0 h 89"/>
                <a:gd name="T104" fmla="*/ 0 w 80"/>
                <a:gd name="T105" fmla="*/ 0 h 89"/>
                <a:gd name="T106" fmla="*/ 0 w 80"/>
                <a:gd name="T107" fmla="*/ 0 h 89"/>
                <a:gd name="T108" fmla="*/ 0 w 80"/>
                <a:gd name="T109" fmla="*/ 0 h 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0" h="89">
                  <a:moveTo>
                    <a:pt x="68" y="35"/>
                  </a:moveTo>
                  <a:lnTo>
                    <a:pt x="68" y="35"/>
                  </a:lnTo>
                  <a:lnTo>
                    <a:pt x="68" y="36"/>
                  </a:lnTo>
                  <a:lnTo>
                    <a:pt x="67" y="39"/>
                  </a:lnTo>
                  <a:lnTo>
                    <a:pt x="66" y="43"/>
                  </a:lnTo>
                  <a:lnTo>
                    <a:pt x="66" y="47"/>
                  </a:lnTo>
                  <a:lnTo>
                    <a:pt x="66" y="52"/>
                  </a:lnTo>
                  <a:lnTo>
                    <a:pt x="67" y="57"/>
                  </a:lnTo>
                  <a:lnTo>
                    <a:pt x="70" y="62"/>
                  </a:lnTo>
                  <a:lnTo>
                    <a:pt x="74" y="66"/>
                  </a:lnTo>
                  <a:lnTo>
                    <a:pt x="78" y="70"/>
                  </a:lnTo>
                  <a:lnTo>
                    <a:pt x="80" y="74"/>
                  </a:lnTo>
                  <a:lnTo>
                    <a:pt x="79" y="78"/>
                  </a:lnTo>
                  <a:lnTo>
                    <a:pt x="77" y="81"/>
                  </a:lnTo>
                  <a:lnTo>
                    <a:pt x="73" y="84"/>
                  </a:lnTo>
                  <a:lnTo>
                    <a:pt x="68" y="86"/>
                  </a:lnTo>
                  <a:lnTo>
                    <a:pt x="63" y="89"/>
                  </a:lnTo>
                  <a:lnTo>
                    <a:pt x="57" y="89"/>
                  </a:lnTo>
                  <a:lnTo>
                    <a:pt x="50" y="89"/>
                  </a:lnTo>
                  <a:lnTo>
                    <a:pt x="41" y="86"/>
                  </a:lnTo>
                  <a:lnTo>
                    <a:pt x="32" y="85"/>
                  </a:lnTo>
                  <a:lnTo>
                    <a:pt x="23" y="82"/>
                  </a:lnTo>
                  <a:lnTo>
                    <a:pt x="15" y="80"/>
                  </a:lnTo>
                  <a:lnTo>
                    <a:pt x="8" y="79"/>
                  </a:lnTo>
                  <a:lnTo>
                    <a:pt x="4" y="77"/>
                  </a:lnTo>
                  <a:lnTo>
                    <a:pt x="2" y="77"/>
                  </a:lnTo>
                  <a:lnTo>
                    <a:pt x="2" y="76"/>
                  </a:lnTo>
                  <a:lnTo>
                    <a:pt x="1" y="73"/>
                  </a:lnTo>
                  <a:lnTo>
                    <a:pt x="0" y="69"/>
                  </a:lnTo>
                  <a:lnTo>
                    <a:pt x="0" y="63"/>
                  </a:lnTo>
                  <a:lnTo>
                    <a:pt x="1" y="56"/>
                  </a:lnTo>
                  <a:lnTo>
                    <a:pt x="3" y="50"/>
                  </a:lnTo>
                  <a:lnTo>
                    <a:pt x="7" y="43"/>
                  </a:lnTo>
                  <a:lnTo>
                    <a:pt x="13" y="35"/>
                  </a:lnTo>
                  <a:lnTo>
                    <a:pt x="19" y="28"/>
                  </a:lnTo>
                  <a:lnTo>
                    <a:pt x="23" y="21"/>
                  </a:lnTo>
                  <a:lnTo>
                    <a:pt x="27" y="14"/>
                  </a:lnTo>
                  <a:lnTo>
                    <a:pt x="30" y="8"/>
                  </a:lnTo>
                  <a:lnTo>
                    <a:pt x="33" y="3"/>
                  </a:lnTo>
                  <a:lnTo>
                    <a:pt x="37" y="0"/>
                  </a:lnTo>
                  <a:lnTo>
                    <a:pt x="43" y="0"/>
                  </a:lnTo>
                  <a:lnTo>
                    <a:pt x="52" y="2"/>
                  </a:lnTo>
                  <a:lnTo>
                    <a:pt x="60" y="6"/>
                  </a:lnTo>
                  <a:lnTo>
                    <a:pt x="67" y="10"/>
                  </a:lnTo>
                  <a:lnTo>
                    <a:pt x="71" y="13"/>
                  </a:lnTo>
                  <a:lnTo>
                    <a:pt x="74" y="17"/>
                  </a:lnTo>
                  <a:lnTo>
                    <a:pt x="74" y="20"/>
                  </a:lnTo>
                  <a:lnTo>
                    <a:pt x="74" y="25"/>
                  </a:lnTo>
                  <a:lnTo>
                    <a:pt x="71" y="29"/>
                  </a:lnTo>
                  <a:lnTo>
                    <a:pt x="68" y="3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91" name="Freeform 690">
              <a:extLst>
                <a:ext uri="{FF2B5EF4-FFF2-40B4-BE49-F238E27FC236}">
                  <a16:creationId xmlns:a16="http://schemas.microsoft.com/office/drawing/2014/main" id="{695C1285-F97F-EF3F-39D1-4A60CD51DFA7}"/>
                </a:ext>
              </a:extLst>
            </p:cNvPr>
            <p:cNvSpPr>
              <a:spLocks/>
            </p:cNvSpPr>
            <p:nvPr/>
          </p:nvSpPr>
          <p:spPr bwMode="auto">
            <a:xfrm>
              <a:off x="2279" y="3815"/>
              <a:ext cx="40" cy="23"/>
            </a:xfrm>
            <a:custGeom>
              <a:avLst/>
              <a:gdLst>
                <a:gd name="T0" fmla="*/ 0 w 160"/>
                <a:gd name="T1" fmla="*/ 0 h 92"/>
                <a:gd name="T2" fmla="*/ 0 w 160"/>
                <a:gd name="T3" fmla="*/ 0 h 92"/>
                <a:gd name="T4" fmla="*/ 0 w 160"/>
                <a:gd name="T5" fmla="*/ 0 h 92"/>
                <a:gd name="T6" fmla="*/ 0 w 160"/>
                <a:gd name="T7" fmla="*/ 0 h 92"/>
                <a:gd name="T8" fmla="*/ 0 w 160"/>
                <a:gd name="T9" fmla="*/ 0 h 92"/>
                <a:gd name="T10" fmla="*/ 0 w 160"/>
                <a:gd name="T11" fmla="*/ 0 h 92"/>
                <a:gd name="T12" fmla="*/ 0 w 160"/>
                <a:gd name="T13" fmla="*/ 0 h 92"/>
                <a:gd name="T14" fmla="*/ 0 w 160"/>
                <a:gd name="T15" fmla="*/ 0 h 92"/>
                <a:gd name="T16" fmla="*/ 0 w 160"/>
                <a:gd name="T17" fmla="*/ 0 h 92"/>
                <a:gd name="T18" fmla="*/ 0 w 160"/>
                <a:gd name="T19" fmla="*/ 0 h 92"/>
                <a:gd name="T20" fmla="*/ 0 w 160"/>
                <a:gd name="T21" fmla="*/ 0 h 92"/>
                <a:gd name="T22" fmla="*/ 0 w 160"/>
                <a:gd name="T23" fmla="*/ 0 h 92"/>
                <a:gd name="T24" fmla="*/ 0 w 160"/>
                <a:gd name="T25" fmla="*/ 0 h 92"/>
                <a:gd name="T26" fmla="*/ 0 w 160"/>
                <a:gd name="T27" fmla="*/ 0 h 92"/>
                <a:gd name="T28" fmla="*/ 0 w 160"/>
                <a:gd name="T29" fmla="*/ 0 h 92"/>
                <a:gd name="T30" fmla="*/ 0 w 160"/>
                <a:gd name="T31" fmla="*/ 0 h 92"/>
                <a:gd name="T32" fmla="*/ 0 w 160"/>
                <a:gd name="T33" fmla="*/ 0 h 92"/>
                <a:gd name="T34" fmla="*/ 0 w 160"/>
                <a:gd name="T35" fmla="*/ 0 h 92"/>
                <a:gd name="T36" fmla="*/ 0 w 160"/>
                <a:gd name="T37" fmla="*/ 0 h 92"/>
                <a:gd name="T38" fmla="*/ 0 w 160"/>
                <a:gd name="T39" fmla="*/ 0 h 92"/>
                <a:gd name="T40" fmla="*/ 0 w 160"/>
                <a:gd name="T41" fmla="*/ 0 h 92"/>
                <a:gd name="T42" fmla="*/ 0 w 160"/>
                <a:gd name="T43" fmla="*/ 0 h 92"/>
                <a:gd name="T44" fmla="*/ 0 w 160"/>
                <a:gd name="T45" fmla="*/ 0 h 92"/>
                <a:gd name="T46" fmla="*/ 0 w 160"/>
                <a:gd name="T47" fmla="*/ 0 h 92"/>
                <a:gd name="T48" fmla="*/ 0 w 160"/>
                <a:gd name="T49" fmla="*/ 0 h 92"/>
                <a:gd name="T50" fmla="*/ 0 w 160"/>
                <a:gd name="T51" fmla="*/ 0 h 92"/>
                <a:gd name="T52" fmla="*/ 0 w 160"/>
                <a:gd name="T53" fmla="*/ 0 h 92"/>
                <a:gd name="T54" fmla="*/ 0 w 160"/>
                <a:gd name="T55" fmla="*/ 0 h 92"/>
                <a:gd name="T56" fmla="*/ 0 w 160"/>
                <a:gd name="T57" fmla="*/ 0 h 92"/>
                <a:gd name="T58" fmla="*/ 0 w 160"/>
                <a:gd name="T59" fmla="*/ 0 h 92"/>
                <a:gd name="T60" fmla="*/ 0 w 160"/>
                <a:gd name="T61" fmla="*/ 0 h 92"/>
                <a:gd name="T62" fmla="*/ 0 w 160"/>
                <a:gd name="T63" fmla="*/ 0 h 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0" h="92">
                  <a:moveTo>
                    <a:pt x="120" y="0"/>
                  </a:moveTo>
                  <a:lnTo>
                    <a:pt x="120" y="4"/>
                  </a:lnTo>
                  <a:lnTo>
                    <a:pt x="120" y="13"/>
                  </a:lnTo>
                  <a:lnTo>
                    <a:pt x="115" y="20"/>
                  </a:lnTo>
                  <a:lnTo>
                    <a:pt x="105" y="21"/>
                  </a:lnTo>
                  <a:lnTo>
                    <a:pt x="96" y="21"/>
                  </a:lnTo>
                  <a:lnTo>
                    <a:pt x="94" y="26"/>
                  </a:lnTo>
                  <a:lnTo>
                    <a:pt x="96" y="32"/>
                  </a:lnTo>
                  <a:lnTo>
                    <a:pt x="97" y="35"/>
                  </a:lnTo>
                  <a:lnTo>
                    <a:pt x="96" y="39"/>
                  </a:lnTo>
                  <a:lnTo>
                    <a:pt x="93" y="48"/>
                  </a:lnTo>
                  <a:lnTo>
                    <a:pt x="88" y="56"/>
                  </a:lnTo>
                  <a:lnTo>
                    <a:pt x="80" y="60"/>
                  </a:lnTo>
                  <a:lnTo>
                    <a:pt x="75" y="59"/>
                  </a:lnTo>
                  <a:lnTo>
                    <a:pt x="68" y="55"/>
                  </a:lnTo>
                  <a:lnTo>
                    <a:pt x="63" y="53"/>
                  </a:lnTo>
                  <a:lnTo>
                    <a:pt x="58" y="50"/>
                  </a:lnTo>
                  <a:lnTo>
                    <a:pt x="53" y="49"/>
                  </a:lnTo>
                  <a:lnTo>
                    <a:pt x="49" y="49"/>
                  </a:lnTo>
                  <a:lnTo>
                    <a:pt x="46" y="50"/>
                  </a:lnTo>
                  <a:lnTo>
                    <a:pt x="44" y="54"/>
                  </a:lnTo>
                  <a:lnTo>
                    <a:pt x="40" y="60"/>
                  </a:lnTo>
                  <a:lnTo>
                    <a:pt x="32" y="66"/>
                  </a:lnTo>
                  <a:lnTo>
                    <a:pt x="22" y="71"/>
                  </a:lnTo>
                  <a:lnTo>
                    <a:pt x="11" y="76"/>
                  </a:lnTo>
                  <a:lnTo>
                    <a:pt x="4" y="81"/>
                  </a:lnTo>
                  <a:lnTo>
                    <a:pt x="0" y="85"/>
                  </a:lnTo>
                  <a:lnTo>
                    <a:pt x="3" y="89"/>
                  </a:lnTo>
                  <a:lnTo>
                    <a:pt x="15" y="91"/>
                  </a:lnTo>
                  <a:lnTo>
                    <a:pt x="31" y="92"/>
                  </a:lnTo>
                  <a:lnTo>
                    <a:pt x="42" y="91"/>
                  </a:lnTo>
                  <a:lnTo>
                    <a:pt x="50" y="90"/>
                  </a:lnTo>
                  <a:lnTo>
                    <a:pt x="57" y="87"/>
                  </a:lnTo>
                  <a:lnTo>
                    <a:pt x="63" y="85"/>
                  </a:lnTo>
                  <a:lnTo>
                    <a:pt x="70" y="83"/>
                  </a:lnTo>
                  <a:lnTo>
                    <a:pt x="76" y="82"/>
                  </a:lnTo>
                  <a:lnTo>
                    <a:pt x="83" y="82"/>
                  </a:lnTo>
                  <a:lnTo>
                    <a:pt x="91" y="83"/>
                  </a:lnTo>
                  <a:lnTo>
                    <a:pt x="97" y="84"/>
                  </a:lnTo>
                  <a:lnTo>
                    <a:pt x="103" y="85"/>
                  </a:lnTo>
                  <a:lnTo>
                    <a:pt x="108" y="86"/>
                  </a:lnTo>
                  <a:lnTo>
                    <a:pt x="111" y="87"/>
                  </a:lnTo>
                  <a:lnTo>
                    <a:pt x="114" y="87"/>
                  </a:lnTo>
                  <a:lnTo>
                    <a:pt x="115" y="88"/>
                  </a:lnTo>
                  <a:lnTo>
                    <a:pt x="116" y="88"/>
                  </a:lnTo>
                  <a:lnTo>
                    <a:pt x="120" y="88"/>
                  </a:lnTo>
                  <a:lnTo>
                    <a:pt x="128" y="85"/>
                  </a:lnTo>
                  <a:lnTo>
                    <a:pt x="137" y="77"/>
                  </a:lnTo>
                  <a:lnTo>
                    <a:pt x="142" y="63"/>
                  </a:lnTo>
                  <a:lnTo>
                    <a:pt x="143" y="54"/>
                  </a:lnTo>
                  <a:lnTo>
                    <a:pt x="142" y="47"/>
                  </a:lnTo>
                  <a:lnTo>
                    <a:pt x="142" y="43"/>
                  </a:lnTo>
                  <a:lnTo>
                    <a:pt x="141" y="39"/>
                  </a:lnTo>
                  <a:lnTo>
                    <a:pt x="142" y="36"/>
                  </a:lnTo>
                  <a:lnTo>
                    <a:pt x="144" y="33"/>
                  </a:lnTo>
                  <a:lnTo>
                    <a:pt x="148" y="30"/>
                  </a:lnTo>
                  <a:lnTo>
                    <a:pt x="155" y="26"/>
                  </a:lnTo>
                  <a:lnTo>
                    <a:pt x="160" y="22"/>
                  </a:lnTo>
                  <a:lnTo>
                    <a:pt x="159" y="17"/>
                  </a:lnTo>
                  <a:lnTo>
                    <a:pt x="154" y="13"/>
                  </a:lnTo>
                  <a:lnTo>
                    <a:pt x="146" y="9"/>
                  </a:lnTo>
                  <a:lnTo>
                    <a:pt x="137" y="5"/>
                  </a:lnTo>
                  <a:lnTo>
                    <a:pt x="129" y="2"/>
                  </a:lnTo>
                  <a:lnTo>
                    <a:pt x="122" y="1"/>
                  </a:lnTo>
                  <a:lnTo>
                    <a:pt x="120"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92" name="Freeform 691">
              <a:extLst>
                <a:ext uri="{FF2B5EF4-FFF2-40B4-BE49-F238E27FC236}">
                  <a16:creationId xmlns:a16="http://schemas.microsoft.com/office/drawing/2014/main" id="{A832EEE4-8A09-9408-AFCB-D29A275911B6}"/>
                </a:ext>
              </a:extLst>
            </p:cNvPr>
            <p:cNvSpPr>
              <a:spLocks/>
            </p:cNvSpPr>
            <p:nvPr/>
          </p:nvSpPr>
          <p:spPr bwMode="auto">
            <a:xfrm>
              <a:off x="2279" y="3815"/>
              <a:ext cx="40" cy="23"/>
            </a:xfrm>
            <a:custGeom>
              <a:avLst/>
              <a:gdLst>
                <a:gd name="T0" fmla="*/ 0 w 160"/>
                <a:gd name="T1" fmla="*/ 0 h 92"/>
                <a:gd name="T2" fmla="*/ 0 w 160"/>
                <a:gd name="T3" fmla="*/ 0 h 92"/>
                <a:gd name="T4" fmla="*/ 0 w 160"/>
                <a:gd name="T5" fmla="*/ 0 h 92"/>
                <a:gd name="T6" fmla="*/ 0 w 160"/>
                <a:gd name="T7" fmla="*/ 0 h 92"/>
                <a:gd name="T8" fmla="*/ 0 w 160"/>
                <a:gd name="T9" fmla="*/ 0 h 92"/>
                <a:gd name="T10" fmla="*/ 0 w 160"/>
                <a:gd name="T11" fmla="*/ 0 h 92"/>
                <a:gd name="T12" fmla="*/ 0 w 160"/>
                <a:gd name="T13" fmla="*/ 0 h 92"/>
                <a:gd name="T14" fmla="*/ 0 w 160"/>
                <a:gd name="T15" fmla="*/ 0 h 92"/>
                <a:gd name="T16" fmla="*/ 0 w 160"/>
                <a:gd name="T17" fmla="*/ 0 h 92"/>
                <a:gd name="T18" fmla="*/ 0 w 160"/>
                <a:gd name="T19" fmla="*/ 0 h 92"/>
                <a:gd name="T20" fmla="*/ 0 w 160"/>
                <a:gd name="T21" fmla="*/ 0 h 92"/>
                <a:gd name="T22" fmla="*/ 0 w 160"/>
                <a:gd name="T23" fmla="*/ 0 h 92"/>
                <a:gd name="T24" fmla="*/ 0 w 160"/>
                <a:gd name="T25" fmla="*/ 0 h 92"/>
                <a:gd name="T26" fmla="*/ 0 w 160"/>
                <a:gd name="T27" fmla="*/ 0 h 92"/>
                <a:gd name="T28" fmla="*/ 0 w 160"/>
                <a:gd name="T29" fmla="*/ 0 h 92"/>
                <a:gd name="T30" fmla="*/ 0 w 160"/>
                <a:gd name="T31" fmla="*/ 0 h 92"/>
                <a:gd name="T32" fmla="*/ 0 w 160"/>
                <a:gd name="T33" fmla="*/ 0 h 92"/>
                <a:gd name="T34" fmla="*/ 0 w 160"/>
                <a:gd name="T35" fmla="*/ 0 h 92"/>
                <a:gd name="T36" fmla="*/ 0 w 160"/>
                <a:gd name="T37" fmla="*/ 0 h 92"/>
                <a:gd name="T38" fmla="*/ 0 w 160"/>
                <a:gd name="T39" fmla="*/ 0 h 92"/>
                <a:gd name="T40" fmla="*/ 0 w 160"/>
                <a:gd name="T41" fmla="*/ 0 h 92"/>
                <a:gd name="T42" fmla="*/ 0 w 160"/>
                <a:gd name="T43" fmla="*/ 0 h 92"/>
                <a:gd name="T44" fmla="*/ 0 w 160"/>
                <a:gd name="T45" fmla="*/ 0 h 92"/>
                <a:gd name="T46" fmla="*/ 0 w 160"/>
                <a:gd name="T47" fmla="*/ 0 h 92"/>
                <a:gd name="T48" fmla="*/ 0 w 160"/>
                <a:gd name="T49" fmla="*/ 0 h 92"/>
                <a:gd name="T50" fmla="*/ 0 w 160"/>
                <a:gd name="T51" fmla="*/ 0 h 92"/>
                <a:gd name="T52" fmla="*/ 0 w 160"/>
                <a:gd name="T53" fmla="*/ 0 h 92"/>
                <a:gd name="T54" fmla="*/ 0 w 160"/>
                <a:gd name="T55" fmla="*/ 0 h 92"/>
                <a:gd name="T56" fmla="*/ 0 w 160"/>
                <a:gd name="T57" fmla="*/ 0 h 92"/>
                <a:gd name="T58" fmla="*/ 0 w 160"/>
                <a:gd name="T59" fmla="*/ 0 h 92"/>
                <a:gd name="T60" fmla="*/ 0 w 160"/>
                <a:gd name="T61" fmla="*/ 0 h 92"/>
                <a:gd name="T62" fmla="*/ 0 w 160"/>
                <a:gd name="T63" fmla="*/ 0 h 92"/>
                <a:gd name="T64" fmla="*/ 0 w 160"/>
                <a:gd name="T65" fmla="*/ 0 h 92"/>
                <a:gd name="T66" fmla="*/ 0 w 160"/>
                <a:gd name="T67" fmla="*/ 0 h 92"/>
                <a:gd name="T68" fmla="*/ 0 w 160"/>
                <a:gd name="T69" fmla="*/ 0 h 92"/>
                <a:gd name="T70" fmla="*/ 0 w 160"/>
                <a:gd name="T71" fmla="*/ 0 h 92"/>
                <a:gd name="T72" fmla="*/ 0 w 160"/>
                <a:gd name="T73" fmla="*/ 0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0" h="92">
                  <a:moveTo>
                    <a:pt x="120" y="0"/>
                  </a:moveTo>
                  <a:lnTo>
                    <a:pt x="120" y="0"/>
                  </a:lnTo>
                  <a:lnTo>
                    <a:pt x="120" y="4"/>
                  </a:lnTo>
                  <a:lnTo>
                    <a:pt x="120" y="13"/>
                  </a:lnTo>
                  <a:lnTo>
                    <a:pt x="115" y="20"/>
                  </a:lnTo>
                  <a:lnTo>
                    <a:pt x="105" y="21"/>
                  </a:lnTo>
                  <a:lnTo>
                    <a:pt x="96" y="21"/>
                  </a:lnTo>
                  <a:lnTo>
                    <a:pt x="94" y="26"/>
                  </a:lnTo>
                  <a:lnTo>
                    <a:pt x="96" y="32"/>
                  </a:lnTo>
                  <a:lnTo>
                    <a:pt x="97" y="35"/>
                  </a:lnTo>
                  <a:lnTo>
                    <a:pt x="96" y="39"/>
                  </a:lnTo>
                  <a:lnTo>
                    <a:pt x="93" y="48"/>
                  </a:lnTo>
                  <a:lnTo>
                    <a:pt x="88" y="56"/>
                  </a:lnTo>
                  <a:lnTo>
                    <a:pt x="80" y="60"/>
                  </a:lnTo>
                  <a:lnTo>
                    <a:pt x="75" y="59"/>
                  </a:lnTo>
                  <a:lnTo>
                    <a:pt x="68" y="55"/>
                  </a:lnTo>
                  <a:lnTo>
                    <a:pt x="63" y="53"/>
                  </a:lnTo>
                  <a:lnTo>
                    <a:pt x="58" y="50"/>
                  </a:lnTo>
                  <a:lnTo>
                    <a:pt x="53" y="49"/>
                  </a:lnTo>
                  <a:lnTo>
                    <a:pt x="49" y="49"/>
                  </a:lnTo>
                  <a:lnTo>
                    <a:pt x="46" y="50"/>
                  </a:lnTo>
                  <a:lnTo>
                    <a:pt x="44" y="54"/>
                  </a:lnTo>
                  <a:lnTo>
                    <a:pt x="40" y="60"/>
                  </a:lnTo>
                  <a:lnTo>
                    <a:pt x="32" y="66"/>
                  </a:lnTo>
                  <a:lnTo>
                    <a:pt x="22" y="71"/>
                  </a:lnTo>
                  <a:lnTo>
                    <a:pt x="11" y="76"/>
                  </a:lnTo>
                  <a:lnTo>
                    <a:pt x="4" y="81"/>
                  </a:lnTo>
                  <a:lnTo>
                    <a:pt x="0" y="85"/>
                  </a:lnTo>
                  <a:lnTo>
                    <a:pt x="3" y="89"/>
                  </a:lnTo>
                  <a:lnTo>
                    <a:pt x="15" y="91"/>
                  </a:lnTo>
                  <a:lnTo>
                    <a:pt x="31" y="92"/>
                  </a:lnTo>
                  <a:lnTo>
                    <a:pt x="42" y="91"/>
                  </a:lnTo>
                  <a:lnTo>
                    <a:pt x="50" y="90"/>
                  </a:lnTo>
                  <a:lnTo>
                    <a:pt x="57" y="87"/>
                  </a:lnTo>
                  <a:lnTo>
                    <a:pt x="63" y="85"/>
                  </a:lnTo>
                  <a:lnTo>
                    <a:pt x="70" y="83"/>
                  </a:lnTo>
                  <a:lnTo>
                    <a:pt x="76" y="82"/>
                  </a:lnTo>
                  <a:lnTo>
                    <a:pt x="83" y="82"/>
                  </a:lnTo>
                  <a:lnTo>
                    <a:pt x="91" y="83"/>
                  </a:lnTo>
                  <a:lnTo>
                    <a:pt x="97" y="84"/>
                  </a:lnTo>
                  <a:lnTo>
                    <a:pt x="103" y="85"/>
                  </a:lnTo>
                  <a:lnTo>
                    <a:pt x="108" y="86"/>
                  </a:lnTo>
                  <a:lnTo>
                    <a:pt x="111" y="87"/>
                  </a:lnTo>
                  <a:lnTo>
                    <a:pt x="114" y="87"/>
                  </a:lnTo>
                  <a:lnTo>
                    <a:pt x="115" y="88"/>
                  </a:lnTo>
                  <a:lnTo>
                    <a:pt x="116" y="88"/>
                  </a:lnTo>
                  <a:lnTo>
                    <a:pt x="120" y="88"/>
                  </a:lnTo>
                  <a:lnTo>
                    <a:pt x="128" y="85"/>
                  </a:lnTo>
                  <a:lnTo>
                    <a:pt x="137" y="77"/>
                  </a:lnTo>
                  <a:lnTo>
                    <a:pt x="142" y="63"/>
                  </a:lnTo>
                  <a:lnTo>
                    <a:pt x="143" y="54"/>
                  </a:lnTo>
                  <a:lnTo>
                    <a:pt x="142" y="47"/>
                  </a:lnTo>
                  <a:lnTo>
                    <a:pt x="142" y="43"/>
                  </a:lnTo>
                  <a:lnTo>
                    <a:pt x="141" y="39"/>
                  </a:lnTo>
                  <a:lnTo>
                    <a:pt x="142" y="36"/>
                  </a:lnTo>
                  <a:lnTo>
                    <a:pt x="144" y="33"/>
                  </a:lnTo>
                  <a:lnTo>
                    <a:pt x="148" y="30"/>
                  </a:lnTo>
                  <a:lnTo>
                    <a:pt x="155" y="26"/>
                  </a:lnTo>
                  <a:lnTo>
                    <a:pt x="160" y="22"/>
                  </a:lnTo>
                  <a:lnTo>
                    <a:pt x="159" y="17"/>
                  </a:lnTo>
                  <a:lnTo>
                    <a:pt x="154" y="13"/>
                  </a:lnTo>
                  <a:lnTo>
                    <a:pt x="146" y="9"/>
                  </a:lnTo>
                  <a:lnTo>
                    <a:pt x="137" y="5"/>
                  </a:lnTo>
                  <a:lnTo>
                    <a:pt x="129" y="2"/>
                  </a:lnTo>
                  <a:lnTo>
                    <a:pt x="122" y="1"/>
                  </a:lnTo>
                  <a:lnTo>
                    <a:pt x="12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93" name="Freeform 692">
              <a:extLst>
                <a:ext uri="{FF2B5EF4-FFF2-40B4-BE49-F238E27FC236}">
                  <a16:creationId xmlns:a16="http://schemas.microsoft.com/office/drawing/2014/main" id="{493A25F8-E4A8-9717-AE1F-BCCA7AE98B07}"/>
                </a:ext>
              </a:extLst>
            </p:cNvPr>
            <p:cNvSpPr>
              <a:spLocks/>
            </p:cNvSpPr>
            <p:nvPr/>
          </p:nvSpPr>
          <p:spPr bwMode="auto">
            <a:xfrm>
              <a:off x="2369" y="4017"/>
              <a:ext cx="8" cy="12"/>
            </a:xfrm>
            <a:custGeom>
              <a:avLst/>
              <a:gdLst>
                <a:gd name="T0" fmla="*/ 0 w 34"/>
                <a:gd name="T1" fmla="*/ 0 h 48"/>
                <a:gd name="T2" fmla="*/ 0 w 34"/>
                <a:gd name="T3" fmla="*/ 0 h 48"/>
                <a:gd name="T4" fmla="*/ 0 w 34"/>
                <a:gd name="T5" fmla="*/ 0 h 48"/>
                <a:gd name="T6" fmla="*/ 0 w 34"/>
                <a:gd name="T7" fmla="*/ 0 h 48"/>
                <a:gd name="T8" fmla="*/ 0 w 34"/>
                <a:gd name="T9" fmla="*/ 0 h 48"/>
                <a:gd name="T10" fmla="*/ 0 w 34"/>
                <a:gd name="T11" fmla="*/ 0 h 48"/>
                <a:gd name="T12" fmla="*/ 0 w 34"/>
                <a:gd name="T13" fmla="*/ 0 h 48"/>
                <a:gd name="T14" fmla="*/ 0 w 34"/>
                <a:gd name="T15" fmla="*/ 0 h 48"/>
                <a:gd name="T16" fmla="*/ 0 w 34"/>
                <a:gd name="T17" fmla="*/ 0 h 48"/>
                <a:gd name="T18" fmla="*/ 0 w 34"/>
                <a:gd name="T19" fmla="*/ 0 h 48"/>
                <a:gd name="T20" fmla="*/ 0 w 34"/>
                <a:gd name="T21" fmla="*/ 0 h 48"/>
                <a:gd name="T22" fmla="*/ 0 w 34"/>
                <a:gd name="T23" fmla="*/ 0 h 48"/>
                <a:gd name="T24" fmla="*/ 0 w 34"/>
                <a:gd name="T25" fmla="*/ 0 h 48"/>
                <a:gd name="T26" fmla="*/ 0 w 34"/>
                <a:gd name="T27" fmla="*/ 0 h 48"/>
                <a:gd name="T28" fmla="*/ 0 w 34"/>
                <a:gd name="T29" fmla="*/ 0 h 48"/>
                <a:gd name="T30" fmla="*/ 0 w 34"/>
                <a:gd name="T31" fmla="*/ 0 h 48"/>
                <a:gd name="T32" fmla="*/ 0 w 34"/>
                <a:gd name="T33" fmla="*/ 0 h 48"/>
                <a:gd name="T34" fmla="*/ 0 w 34"/>
                <a:gd name="T35" fmla="*/ 0 h 48"/>
                <a:gd name="T36" fmla="*/ 0 w 34"/>
                <a:gd name="T37" fmla="*/ 0 h 48"/>
                <a:gd name="T38" fmla="*/ 0 w 34"/>
                <a:gd name="T39" fmla="*/ 0 h 48"/>
                <a:gd name="T40" fmla="*/ 0 w 34"/>
                <a:gd name="T41" fmla="*/ 0 h 48"/>
                <a:gd name="T42" fmla="*/ 0 w 34"/>
                <a:gd name="T43" fmla="*/ 0 h 4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 h="48">
                  <a:moveTo>
                    <a:pt x="29" y="48"/>
                  </a:moveTo>
                  <a:lnTo>
                    <a:pt x="30" y="48"/>
                  </a:lnTo>
                  <a:lnTo>
                    <a:pt x="32" y="45"/>
                  </a:lnTo>
                  <a:lnTo>
                    <a:pt x="33" y="39"/>
                  </a:lnTo>
                  <a:lnTo>
                    <a:pt x="34" y="26"/>
                  </a:lnTo>
                  <a:lnTo>
                    <a:pt x="34" y="18"/>
                  </a:lnTo>
                  <a:lnTo>
                    <a:pt x="33" y="12"/>
                  </a:lnTo>
                  <a:lnTo>
                    <a:pt x="32" y="7"/>
                  </a:lnTo>
                  <a:lnTo>
                    <a:pt x="30" y="2"/>
                  </a:lnTo>
                  <a:lnTo>
                    <a:pt x="27" y="0"/>
                  </a:lnTo>
                  <a:lnTo>
                    <a:pt x="24" y="0"/>
                  </a:lnTo>
                  <a:lnTo>
                    <a:pt x="20" y="2"/>
                  </a:lnTo>
                  <a:lnTo>
                    <a:pt x="15" y="7"/>
                  </a:lnTo>
                  <a:lnTo>
                    <a:pt x="9" y="12"/>
                  </a:lnTo>
                  <a:lnTo>
                    <a:pt x="6" y="17"/>
                  </a:lnTo>
                  <a:lnTo>
                    <a:pt x="3" y="22"/>
                  </a:lnTo>
                  <a:lnTo>
                    <a:pt x="2" y="27"/>
                  </a:lnTo>
                  <a:lnTo>
                    <a:pt x="1" y="31"/>
                  </a:lnTo>
                  <a:lnTo>
                    <a:pt x="0" y="34"/>
                  </a:lnTo>
                  <a:lnTo>
                    <a:pt x="0" y="36"/>
                  </a:lnTo>
                  <a:lnTo>
                    <a:pt x="0" y="37"/>
                  </a:lnTo>
                  <a:lnTo>
                    <a:pt x="29" y="4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94" name="Freeform 693">
              <a:extLst>
                <a:ext uri="{FF2B5EF4-FFF2-40B4-BE49-F238E27FC236}">
                  <a16:creationId xmlns:a16="http://schemas.microsoft.com/office/drawing/2014/main" id="{C35E1AB9-6744-B736-FE5B-8034DD580D5E}"/>
                </a:ext>
              </a:extLst>
            </p:cNvPr>
            <p:cNvSpPr>
              <a:spLocks/>
            </p:cNvSpPr>
            <p:nvPr/>
          </p:nvSpPr>
          <p:spPr bwMode="auto">
            <a:xfrm>
              <a:off x="2369" y="4017"/>
              <a:ext cx="8" cy="12"/>
            </a:xfrm>
            <a:custGeom>
              <a:avLst/>
              <a:gdLst>
                <a:gd name="T0" fmla="*/ 0 w 34"/>
                <a:gd name="T1" fmla="*/ 0 h 48"/>
                <a:gd name="T2" fmla="*/ 0 w 34"/>
                <a:gd name="T3" fmla="*/ 0 h 48"/>
                <a:gd name="T4" fmla="*/ 0 w 34"/>
                <a:gd name="T5" fmla="*/ 0 h 48"/>
                <a:gd name="T6" fmla="*/ 0 w 34"/>
                <a:gd name="T7" fmla="*/ 0 h 48"/>
                <a:gd name="T8" fmla="*/ 0 w 34"/>
                <a:gd name="T9" fmla="*/ 0 h 48"/>
                <a:gd name="T10" fmla="*/ 0 w 34"/>
                <a:gd name="T11" fmla="*/ 0 h 48"/>
                <a:gd name="T12" fmla="*/ 0 w 34"/>
                <a:gd name="T13" fmla="*/ 0 h 48"/>
                <a:gd name="T14" fmla="*/ 0 w 34"/>
                <a:gd name="T15" fmla="*/ 0 h 48"/>
                <a:gd name="T16" fmla="*/ 0 w 34"/>
                <a:gd name="T17" fmla="*/ 0 h 48"/>
                <a:gd name="T18" fmla="*/ 0 w 34"/>
                <a:gd name="T19" fmla="*/ 0 h 48"/>
                <a:gd name="T20" fmla="*/ 0 w 34"/>
                <a:gd name="T21" fmla="*/ 0 h 48"/>
                <a:gd name="T22" fmla="*/ 0 w 34"/>
                <a:gd name="T23" fmla="*/ 0 h 48"/>
                <a:gd name="T24" fmla="*/ 0 w 34"/>
                <a:gd name="T25" fmla="*/ 0 h 48"/>
                <a:gd name="T26" fmla="*/ 0 w 34"/>
                <a:gd name="T27" fmla="*/ 0 h 48"/>
                <a:gd name="T28" fmla="*/ 0 w 34"/>
                <a:gd name="T29" fmla="*/ 0 h 48"/>
                <a:gd name="T30" fmla="*/ 0 w 34"/>
                <a:gd name="T31" fmla="*/ 0 h 48"/>
                <a:gd name="T32" fmla="*/ 0 w 34"/>
                <a:gd name="T33" fmla="*/ 0 h 48"/>
                <a:gd name="T34" fmla="*/ 0 w 34"/>
                <a:gd name="T35" fmla="*/ 0 h 48"/>
                <a:gd name="T36" fmla="*/ 0 w 34"/>
                <a:gd name="T37" fmla="*/ 0 h 48"/>
                <a:gd name="T38" fmla="*/ 0 w 34"/>
                <a:gd name="T39" fmla="*/ 0 h 48"/>
                <a:gd name="T40" fmla="*/ 0 w 34"/>
                <a:gd name="T41" fmla="*/ 0 h 48"/>
                <a:gd name="T42" fmla="*/ 0 w 34"/>
                <a:gd name="T43" fmla="*/ 0 h 48"/>
                <a:gd name="T44" fmla="*/ 0 w 34"/>
                <a:gd name="T45" fmla="*/ 0 h 48"/>
                <a:gd name="T46" fmla="*/ 0 w 34"/>
                <a:gd name="T47" fmla="*/ 0 h 48"/>
                <a:gd name="T48" fmla="*/ 0 w 34"/>
                <a:gd name="T49" fmla="*/ 0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8">
                  <a:moveTo>
                    <a:pt x="29" y="48"/>
                  </a:moveTo>
                  <a:lnTo>
                    <a:pt x="29" y="48"/>
                  </a:lnTo>
                  <a:lnTo>
                    <a:pt x="30" y="48"/>
                  </a:lnTo>
                  <a:lnTo>
                    <a:pt x="32" y="45"/>
                  </a:lnTo>
                  <a:lnTo>
                    <a:pt x="33" y="39"/>
                  </a:lnTo>
                  <a:lnTo>
                    <a:pt x="34" y="26"/>
                  </a:lnTo>
                  <a:lnTo>
                    <a:pt x="34" y="18"/>
                  </a:lnTo>
                  <a:lnTo>
                    <a:pt x="33" y="12"/>
                  </a:lnTo>
                  <a:lnTo>
                    <a:pt x="32" y="7"/>
                  </a:lnTo>
                  <a:lnTo>
                    <a:pt x="30" y="2"/>
                  </a:lnTo>
                  <a:lnTo>
                    <a:pt x="27" y="0"/>
                  </a:lnTo>
                  <a:lnTo>
                    <a:pt x="24" y="0"/>
                  </a:lnTo>
                  <a:lnTo>
                    <a:pt x="20" y="2"/>
                  </a:lnTo>
                  <a:lnTo>
                    <a:pt x="15" y="7"/>
                  </a:lnTo>
                  <a:lnTo>
                    <a:pt x="9" y="12"/>
                  </a:lnTo>
                  <a:lnTo>
                    <a:pt x="6" y="17"/>
                  </a:lnTo>
                  <a:lnTo>
                    <a:pt x="3" y="22"/>
                  </a:lnTo>
                  <a:lnTo>
                    <a:pt x="2" y="27"/>
                  </a:lnTo>
                  <a:lnTo>
                    <a:pt x="1" y="31"/>
                  </a:lnTo>
                  <a:lnTo>
                    <a:pt x="0" y="34"/>
                  </a:lnTo>
                  <a:lnTo>
                    <a:pt x="0" y="36"/>
                  </a:lnTo>
                  <a:lnTo>
                    <a:pt x="0" y="37"/>
                  </a:lnTo>
                  <a:lnTo>
                    <a:pt x="29" y="4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95" name="Freeform 694">
              <a:extLst>
                <a:ext uri="{FF2B5EF4-FFF2-40B4-BE49-F238E27FC236}">
                  <a16:creationId xmlns:a16="http://schemas.microsoft.com/office/drawing/2014/main" id="{E631EB38-AF97-2D13-EB3A-E6266372AA0E}"/>
                </a:ext>
              </a:extLst>
            </p:cNvPr>
            <p:cNvSpPr>
              <a:spLocks/>
            </p:cNvSpPr>
            <p:nvPr/>
          </p:nvSpPr>
          <p:spPr bwMode="auto">
            <a:xfrm>
              <a:off x="2320" y="2858"/>
              <a:ext cx="324" cy="393"/>
            </a:xfrm>
            <a:custGeom>
              <a:avLst/>
              <a:gdLst>
                <a:gd name="T0" fmla="*/ 0 w 1296"/>
                <a:gd name="T1" fmla="*/ 0 h 1572"/>
                <a:gd name="T2" fmla="*/ 0 w 1296"/>
                <a:gd name="T3" fmla="*/ 0 h 1572"/>
                <a:gd name="T4" fmla="*/ 0 w 1296"/>
                <a:gd name="T5" fmla="*/ 0 h 1572"/>
                <a:gd name="T6" fmla="*/ 0 w 1296"/>
                <a:gd name="T7" fmla="*/ 0 h 1572"/>
                <a:gd name="T8" fmla="*/ 0 w 1296"/>
                <a:gd name="T9" fmla="*/ 0 h 1572"/>
                <a:gd name="T10" fmla="*/ 0 w 1296"/>
                <a:gd name="T11" fmla="*/ 0 h 1572"/>
                <a:gd name="T12" fmla="*/ 0 w 1296"/>
                <a:gd name="T13" fmla="*/ 0 h 1572"/>
                <a:gd name="T14" fmla="*/ 0 w 1296"/>
                <a:gd name="T15" fmla="*/ 0 h 1572"/>
                <a:gd name="T16" fmla="*/ 0 w 1296"/>
                <a:gd name="T17" fmla="*/ 0 h 1572"/>
                <a:gd name="T18" fmla="*/ 0 w 1296"/>
                <a:gd name="T19" fmla="*/ 0 h 1572"/>
                <a:gd name="T20" fmla="*/ 0 w 1296"/>
                <a:gd name="T21" fmla="*/ 0 h 1572"/>
                <a:gd name="T22" fmla="*/ 0 w 1296"/>
                <a:gd name="T23" fmla="*/ 0 h 1572"/>
                <a:gd name="T24" fmla="*/ 0 w 1296"/>
                <a:gd name="T25" fmla="*/ 0 h 1572"/>
                <a:gd name="T26" fmla="*/ 0 w 1296"/>
                <a:gd name="T27" fmla="*/ 0 h 1572"/>
                <a:gd name="T28" fmla="*/ 0 w 1296"/>
                <a:gd name="T29" fmla="*/ 0 h 1572"/>
                <a:gd name="T30" fmla="*/ 0 w 1296"/>
                <a:gd name="T31" fmla="*/ 0 h 1572"/>
                <a:gd name="T32" fmla="*/ 0 w 1296"/>
                <a:gd name="T33" fmla="*/ 0 h 1572"/>
                <a:gd name="T34" fmla="*/ 0 w 1296"/>
                <a:gd name="T35" fmla="*/ 0 h 1572"/>
                <a:gd name="T36" fmla="*/ 0 w 1296"/>
                <a:gd name="T37" fmla="*/ 0 h 1572"/>
                <a:gd name="T38" fmla="*/ 0 w 1296"/>
                <a:gd name="T39" fmla="*/ 0 h 1572"/>
                <a:gd name="T40" fmla="*/ 0 w 1296"/>
                <a:gd name="T41" fmla="*/ 0 h 1572"/>
                <a:gd name="T42" fmla="*/ 0 w 1296"/>
                <a:gd name="T43" fmla="*/ 0 h 1572"/>
                <a:gd name="T44" fmla="*/ 0 w 1296"/>
                <a:gd name="T45" fmla="*/ 0 h 1572"/>
                <a:gd name="T46" fmla="*/ 0 w 1296"/>
                <a:gd name="T47" fmla="*/ 0 h 1572"/>
                <a:gd name="T48" fmla="*/ 0 w 1296"/>
                <a:gd name="T49" fmla="*/ 0 h 1572"/>
                <a:gd name="T50" fmla="*/ 0 w 1296"/>
                <a:gd name="T51" fmla="*/ 0 h 1572"/>
                <a:gd name="T52" fmla="*/ 0 w 1296"/>
                <a:gd name="T53" fmla="*/ 0 h 1572"/>
                <a:gd name="T54" fmla="*/ 0 w 1296"/>
                <a:gd name="T55" fmla="*/ 0 h 1572"/>
                <a:gd name="T56" fmla="*/ 0 w 1296"/>
                <a:gd name="T57" fmla="*/ 0 h 1572"/>
                <a:gd name="T58" fmla="*/ 0 w 1296"/>
                <a:gd name="T59" fmla="*/ 0 h 1572"/>
                <a:gd name="T60" fmla="*/ 0 w 1296"/>
                <a:gd name="T61" fmla="*/ 0 h 1572"/>
                <a:gd name="T62" fmla="*/ 0 w 1296"/>
                <a:gd name="T63" fmla="*/ 0 h 1572"/>
                <a:gd name="T64" fmla="*/ 0 w 1296"/>
                <a:gd name="T65" fmla="*/ 0 h 1572"/>
                <a:gd name="T66" fmla="*/ 0 w 1296"/>
                <a:gd name="T67" fmla="*/ 0 h 1572"/>
                <a:gd name="T68" fmla="*/ 0 w 1296"/>
                <a:gd name="T69" fmla="*/ 0 h 1572"/>
                <a:gd name="T70" fmla="*/ 0 w 1296"/>
                <a:gd name="T71" fmla="*/ 0 h 1572"/>
                <a:gd name="T72" fmla="*/ 0 w 1296"/>
                <a:gd name="T73" fmla="*/ 0 h 1572"/>
                <a:gd name="T74" fmla="*/ 0 w 1296"/>
                <a:gd name="T75" fmla="*/ 0 h 1572"/>
                <a:gd name="T76" fmla="*/ 0 w 1296"/>
                <a:gd name="T77" fmla="*/ 0 h 1572"/>
                <a:gd name="T78" fmla="*/ 0 w 1296"/>
                <a:gd name="T79" fmla="*/ 0 h 1572"/>
                <a:gd name="T80" fmla="*/ 0 w 1296"/>
                <a:gd name="T81" fmla="*/ 0 h 1572"/>
                <a:gd name="T82" fmla="*/ 0 w 1296"/>
                <a:gd name="T83" fmla="*/ 0 h 1572"/>
                <a:gd name="T84" fmla="*/ 0 w 1296"/>
                <a:gd name="T85" fmla="*/ 0 h 1572"/>
                <a:gd name="T86" fmla="*/ 0 w 1296"/>
                <a:gd name="T87" fmla="*/ 0 h 1572"/>
                <a:gd name="T88" fmla="*/ 0 w 1296"/>
                <a:gd name="T89" fmla="*/ 0 h 1572"/>
                <a:gd name="T90" fmla="*/ 0 w 1296"/>
                <a:gd name="T91" fmla="*/ 0 h 1572"/>
                <a:gd name="T92" fmla="*/ 0 w 1296"/>
                <a:gd name="T93" fmla="*/ 0 h 1572"/>
                <a:gd name="T94" fmla="*/ 0 w 1296"/>
                <a:gd name="T95" fmla="*/ 0 h 1572"/>
                <a:gd name="T96" fmla="*/ 0 w 1296"/>
                <a:gd name="T97" fmla="*/ 0 h 1572"/>
                <a:gd name="T98" fmla="*/ 0 w 1296"/>
                <a:gd name="T99" fmla="*/ 0 h 1572"/>
                <a:gd name="T100" fmla="*/ 0 w 1296"/>
                <a:gd name="T101" fmla="*/ 0 h 1572"/>
                <a:gd name="T102" fmla="*/ 0 w 1296"/>
                <a:gd name="T103" fmla="*/ 0 h 1572"/>
                <a:gd name="T104" fmla="*/ 0 w 1296"/>
                <a:gd name="T105" fmla="*/ 0 h 1572"/>
                <a:gd name="T106" fmla="*/ 0 w 1296"/>
                <a:gd name="T107" fmla="*/ 0 h 1572"/>
                <a:gd name="T108" fmla="*/ 0 w 1296"/>
                <a:gd name="T109" fmla="*/ 0 h 1572"/>
                <a:gd name="T110" fmla="*/ 0 w 1296"/>
                <a:gd name="T111" fmla="*/ 0 h 1572"/>
                <a:gd name="T112" fmla="*/ 0 w 1296"/>
                <a:gd name="T113" fmla="*/ 0 h 1572"/>
                <a:gd name="T114" fmla="*/ 0 w 1296"/>
                <a:gd name="T115" fmla="*/ 0 h 1572"/>
                <a:gd name="T116" fmla="*/ 0 w 1296"/>
                <a:gd name="T117" fmla="*/ 0 h 1572"/>
                <a:gd name="T118" fmla="*/ 0 w 1296"/>
                <a:gd name="T119" fmla="*/ 0 h 15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96" h="1572">
                  <a:moveTo>
                    <a:pt x="902" y="1550"/>
                  </a:moveTo>
                  <a:lnTo>
                    <a:pt x="896" y="1553"/>
                  </a:lnTo>
                  <a:lnTo>
                    <a:pt x="890" y="1557"/>
                  </a:lnTo>
                  <a:lnTo>
                    <a:pt x="884" y="1560"/>
                  </a:lnTo>
                  <a:lnTo>
                    <a:pt x="878" y="1564"/>
                  </a:lnTo>
                  <a:lnTo>
                    <a:pt x="869" y="1569"/>
                  </a:lnTo>
                  <a:lnTo>
                    <a:pt x="861" y="1572"/>
                  </a:lnTo>
                  <a:lnTo>
                    <a:pt x="854" y="1572"/>
                  </a:lnTo>
                  <a:lnTo>
                    <a:pt x="849" y="1571"/>
                  </a:lnTo>
                  <a:lnTo>
                    <a:pt x="846" y="1569"/>
                  </a:lnTo>
                  <a:lnTo>
                    <a:pt x="843" y="1567"/>
                  </a:lnTo>
                  <a:lnTo>
                    <a:pt x="841" y="1565"/>
                  </a:lnTo>
                  <a:lnTo>
                    <a:pt x="841" y="1564"/>
                  </a:lnTo>
                  <a:lnTo>
                    <a:pt x="839" y="1562"/>
                  </a:lnTo>
                  <a:lnTo>
                    <a:pt x="834" y="1556"/>
                  </a:lnTo>
                  <a:lnTo>
                    <a:pt x="827" y="1548"/>
                  </a:lnTo>
                  <a:lnTo>
                    <a:pt x="817" y="1539"/>
                  </a:lnTo>
                  <a:lnTo>
                    <a:pt x="803" y="1531"/>
                  </a:lnTo>
                  <a:lnTo>
                    <a:pt x="789" y="1525"/>
                  </a:lnTo>
                  <a:lnTo>
                    <a:pt x="774" y="1522"/>
                  </a:lnTo>
                  <a:lnTo>
                    <a:pt x="758" y="1526"/>
                  </a:lnTo>
                  <a:lnTo>
                    <a:pt x="742" y="1531"/>
                  </a:lnTo>
                  <a:lnTo>
                    <a:pt x="728" y="1535"/>
                  </a:lnTo>
                  <a:lnTo>
                    <a:pt x="717" y="1538"/>
                  </a:lnTo>
                  <a:lnTo>
                    <a:pt x="708" y="1540"/>
                  </a:lnTo>
                  <a:lnTo>
                    <a:pt x="699" y="1541"/>
                  </a:lnTo>
                  <a:lnTo>
                    <a:pt x="694" y="1542"/>
                  </a:lnTo>
                  <a:lnTo>
                    <a:pt x="691" y="1542"/>
                  </a:lnTo>
                  <a:lnTo>
                    <a:pt x="690" y="1542"/>
                  </a:lnTo>
                  <a:lnTo>
                    <a:pt x="689" y="1541"/>
                  </a:lnTo>
                  <a:lnTo>
                    <a:pt x="687" y="1539"/>
                  </a:lnTo>
                  <a:lnTo>
                    <a:pt x="683" y="1535"/>
                  </a:lnTo>
                  <a:lnTo>
                    <a:pt x="677" y="1531"/>
                  </a:lnTo>
                  <a:lnTo>
                    <a:pt x="671" y="1527"/>
                  </a:lnTo>
                  <a:lnTo>
                    <a:pt x="664" y="1522"/>
                  </a:lnTo>
                  <a:lnTo>
                    <a:pt x="656" y="1520"/>
                  </a:lnTo>
                  <a:lnTo>
                    <a:pt x="647" y="1519"/>
                  </a:lnTo>
                  <a:lnTo>
                    <a:pt x="639" y="1519"/>
                  </a:lnTo>
                  <a:lnTo>
                    <a:pt x="630" y="1520"/>
                  </a:lnTo>
                  <a:lnTo>
                    <a:pt x="621" y="1522"/>
                  </a:lnTo>
                  <a:lnTo>
                    <a:pt x="612" y="1523"/>
                  </a:lnTo>
                  <a:lnTo>
                    <a:pt x="602" y="1526"/>
                  </a:lnTo>
                  <a:lnTo>
                    <a:pt x="594" y="1528"/>
                  </a:lnTo>
                  <a:lnTo>
                    <a:pt x="587" y="1530"/>
                  </a:lnTo>
                  <a:lnTo>
                    <a:pt x="580" y="1532"/>
                  </a:lnTo>
                  <a:lnTo>
                    <a:pt x="577" y="1532"/>
                  </a:lnTo>
                  <a:lnTo>
                    <a:pt x="573" y="1532"/>
                  </a:lnTo>
                  <a:lnTo>
                    <a:pt x="568" y="1532"/>
                  </a:lnTo>
                  <a:lnTo>
                    <a:pt x="563" y="1533"/>
                  </a:lnTo>
                  <a:lnTo>
                    <a:pt x="557" y="1533"/>
                  </a:lnTo>
                  <a:lnTo>
                    <a:pt x="549" y="1534"/>
                  </a:lnTo>
                  <a:lnTo>
                    <a:pt x="543" y="1534"/>
                  </a:lnTo>
                  <a:lnTo>
                    <a:pt x="536" y="1535"/>
                  </a:lnTo>
                  <a:lnTo>
                    <a:pt x="537" y="1533"/>
                  </a:lnTo>
                  <a:lnTo>
                    <a:pt x="538" y="1531"/>
                  </a:lnTo>
                  <a:lnTo>
                    <a:pt x="540" y="1530"/>
                  </a:lnTo>
                  <a:lnTo>
                    <a:pt x="543" y="1529"/>
                  </a:lnTo>
                  <a:lnTo>
                    <a:pt x="548" y="1529"/>
                  </a:lnTo>
                  <a:lnTo>
                    <a:pt x="551" y="1529"/>
                  </a:lnTo>
                  <a:lnTo>
                    <a:pt x="550" y="1529"/>
                  </a:lnTo>
                  <a:lnTo>
                    <a:pt x="546" y="1530"/>
                  </a:lnTo>
                  <a:lnTo>
                    <a:pt x="541" y="1530"/>
                  </a:lnTo>
                  <a:lnTo>
                    <a:pt x="535" y="1529"/>
                  </a:lnTo>
                  <a:lnTo>
                    <a:pt x="527" y="1527"/>
                  </a:lnTo>
                  <a:lnTo>
                    <a:pt x="519" y="1525"/>
                  </a:lnTo>
                  <a:lnTo>
                    <a:pt x="511" y="1525"/>
                  </a:lnTo>
                  <a:lnTo>
                    <a:pt x="503" y="1523"/>
                  </a:lnTo>
                  <a:lnTo>
                    <a:pt x="497" y="1523"/>
                  </a:lnTo>
                  <a:lnTo>
                    <a:pt x="491" y="1522"/>
                  </a:lnTo>
                  <a:lnTo>
                    <a:pt x="487" y="1521"/>
                  </a:lnTo>
                  <a:lnTo>
                    <a:pt x="484" y="1517"/>
                  </a:lnTo>
                  <a:lnTo>
                    <a:pt x="482" y="1512"/>
                  </a:lnTo>
                  <a:lnTo>
                    <a:pt x="480" y="1506"/>
                  </a:lnTo>
                  <a:lnTo>
                    <a:pt x="478" y="1502"/>
                  </a:lnTo>
                  <a:lnTo>
                    <a:pt x="475" y="1499"/>
                  </a:lnTo>
                  <a:lnTo>
                    <a:pt x="471" y="1496"/>
                  </a:lnTo>
                  <a:lnTo>
                    <a:pt x="467" y="1493"/>
                  </a:lnTo>
                  <a:lnTo>
                    <a:pt x="464" y="1490"/>
                  </a:lnTo>
                  <a:lnTo>
                    <a:pt x="462" y="1486"/>
                  </a:lnTo>
                  <a:lnTo>
                    <a:pt x="460" y="1481"/>
                  </a:lnTo>
                  <a:lnTo>
                    <a:pt x="458" y="1475"/>
                  </a:lnTo>
                  <a:lnTo>
                    <a:pt x="455" y="1468"/>
                  </a:lnTo>
                  <a:lnTo>
                    <a:pt x="453" y="1463"/>
                  </a:lnTo>
                  <a:lnTo>
                    <a:pt x="451" y="1458"/>
                  </a:lnTo>
                  <a:lnTo>
                    <a:pt x="449" y="1453"/>
                  </a:lnTo>
                  <a:lnTo>
                    <a:pt x="449" y="1448"/>
                  </a:lnTo>
                  <a:lnTo>
                    <a:pt x="450" y="1443"/>
                  </a:lnTo>
                  <a:lnTo>
                    <a:pt x="454" y="1439"/>
                  </a:lnTo>
                  <a:lnTo>
                    <a:pt x="461" y="1433"/>
                  </a:lnTo>
                  <a:lnTo>
                    <a:pt x="460" y="1428"/>
                  </a:lnTo>
                  <a:lnTo>
                    <a:pt x="452" y="1421"/>
                  </a:lnTo>
                  <a:lnTo>
                    <a:pt x="443" y="1411"/>
                  </a:lnTo>
                  <a:lnTo>
                    <a:pt x="437" y="1401"/>
                  </a:lnTo>
                  <a:lnTo>
                    <a:pt x="435" y="1396"/>
                  </a:lnTo>
                  <a:lnTo>
                    <a:pt x="432" y="1399"/>
                  </a:lnTo>
                  <a:lnTo>
                    <a:pt x="423" y="1411"/>
                  </a:lnTo>
                  <a:lnTo>
                    <a:pt x="416" y="1418"/>
                  </a:lnTo>
                  <a:lnTo>
                    <a:pt x="411" y="1422"/>
                  </a:lnTo>
                  <a:lnTo>
                    <a:pt x="405" y="1424"/>
                  </a:lnTo>
                  <a:lnTo>
                    <a:pt x="401" y="1422"/>
                  </a:lnTo>
                  <a:lnTo>
                    <a:pt x="398" y="1418"/>
                  </a:lnTo>
                  <a:lnTo>
                    <a:pt x="395" y="1413"/>
                  </a:lnTo>
                  <a:lnTo>
                    <a:pt x="393" y="1406"/>
                  </a:lnTo>
                  <a:lnTo>
                    <a:pt x="392" y="1397"/>
                  </a:lnTo>
                  <a:lnTo>
                    <a:pt x="391" y="1388"/>
                  </a:lnTo>
                  <a:lnTo>
                    <a:pt x="390" y="1379"/>
                  </a:lnTo>
                  <a:lnTo>
                    <a:pt x="390" y="1371"/>
                  </a:lnTo>
                  <a:lnTo>
                    <a:pt x="391" y="1363"/>
                  </a:lnTo>
                  <a:lnTo>
                    <a:pt x="393" y="1357"/>
                  </a:lnTo>
                  <a:lnTo>
                    <a:pt x="395" y="1351"/>
                  </a:lnTo>
                  <a:lnTo>
                    <a:pt x="398" y="1345"/>
                  </a:lnTo>
                  <a:lnTo>
                    <a:pt x="403" y="1341"/>
                  </a:lnTo>
                  <a:lnTo>
                    <a:pt x="407" y="1337"/>
                  </a:lnTo>
                  <a:lnTo>
                    <a:pt x="407" y="1333"/>
                  </a:lnTo>
                  <a:lnTo>
                    <a:pt x="404" y="1329"/>
                  </a:lnTo>
                  <a:lnTo>
                    <a:pt x="400" y="1325"/>
                  </a:lnTo>
                  <a:lnTo>
                    <a:pt x="398" y="1318"/>
                  </a:lnTo>
                  <a:lnTo>
                    <a:pt x="397" y="1310"/>
                  </a:lnTo>
                  <a:lnTo>
                    <a:pt x="399" y="1300"/>
                  </a:lnTo>
                  <a:lnTo>
                    <a:pt x="407" y="1287"/>
                  </a:lnTo>
                  <a:lnTo>
                    <a:pt x="416" y="1276"/>
                  </a:lnTo>
                  <a:lnTo>
                    <a:pt x="422" y="1268"/>
                  </a:lnTo>
                  <a:lnTo>
                    <a:pt x="427" y="1265"/>
                  </a:lnTo>
                  <a:lnTo>
                    <a:pt x="428" y="1265"/>
                  </a:lnTo>
                  <a:lnTo>
                    <a:pt x="426" y="1266"/>
                  </a:lnTo>
                  <a:lnTo>
                    <a:pt x="419" y="1268"/>
                  </a:lnTo>
                  <a:lnTo>
                    <a:pt x="407" y="1270"/>
                  </a:lnTo>
                  <a:lnTo>
                    <a:pt x="389" y="1270"/>
                  </a:lnTo>
                  <a:lnTo>
                    <a:pt x="371" y="1271"/>
                  </a:lnTo>
                  <a:lnTo>
                    <a:pt x="358" y="1276"/>
                  </a:lnTo>
                  <a:lnTo>
                    <a:pt x="348" y="1282"/>
                  </a:lnTo>
                  <a:lnTo>
                    <a:pt x="341" y="1288"/>
                  </a:lnTo>
                  <a:lnTo>
                    <a:pt x="336" y="1292"/>
                  </a:lnTo>
                  <a:lnTo>
                    <a:pt x="333" y="1294"/>
                  </a:lnTo>
                  <a:lnTo>
                    <a:pt x="329" y="1291"/>
                  </a:lnTo>
                  <a:lnTo>
                    <a:pt x="325" y="1282"/>
                  </a:lnTo>
                  <a:lnTo>
                    <a:pt x="321" y="1270"/>
                  </a:lnTo>
                  <a:lnTo>
                    <a:pt x="317" y="1263"/>
                  </a:lnTo>
                  <a:lnTo>
                    <a:pt x="313" y="1257"/>
                  </a:lnTo>
                  <a:lnTo>
                    <a:pt x="310" y="1253"/>
                  </a:lnTo>
                  <a:lnTo>
                    <a:pt x="305" y="1250"/>
                  </a:lnTo>
                  <a:lnTo>
                    <a:pt x="301" y="1248"/>
                  </a:lnTo>
                  <a:lnTo>
                    <a:pt x="296" y="1245"/>
                  </a:lnTo>
                  <a:lnTo>
                    <a:pt x="291" y="1242"/>
                  </a:lnTo>
                  <a:lnTo>
                    <a:pt x="286" y="1238"/>
                  </a:lnTo>
                  <a:lnTo>
                    <a:pt x="283" y="1235"/>
                  </a:lnTo>
                  <a:lnTo>
                    <a:pt x="281" y="1232"/>
                  </a:lnTo>
                  <a:lnTo>
                    <a:pt x="282" y="1229"/>
                  </a:lnTo>
                  <a:lnTo>
                    <a:pt x="284" y="1225"/>
                  </a:lnTo>
                  <a:lnTo>
                    <a:pt x="289" y="1219"/>
                  </a:lnTo>
                  <a:lnTo>
                    <a:pt x="296" y="1213"/>
                  </a:lnTo>
                  <a:lnTo>
                    <a:pt x="305" y="1205"/>
                  </a:lnTo>
                  <a:lnTo>
                    <a:pt x="314" y="1198"/>
                  </a:lnTo>
                  <a:lnTo>
                    <a:pt x="319" y="1194"/>
                  </a:lnTo>
                  <a:lnTo>
                    <a:pt x="320" y="1192"/>
                  </a:lnTo>
                  <a:lnTo>
                    <a:pt x="320" y="1190"/>
                  </a:lnTo>
                  <a:lnTo>
                    <a:pt x="318" y="1189"/>
                  </a:lnTo>
                  <a:lnTo>
                    <a:pt x="317" y="1185"/>
                  </a:lnTo>
                  <a:lnTo>
                    <a:pt x="316" y="1178"/>
                  </a:lnTo>
                  <a:lnTo>
                    <a:pt x="317" y="1166"/>
                  </a:lnTo>
                  <a:lnTo>
                    <a:pt x="320" y="1155"/>
                  </a:lnTo>
                  <a:lnTo>
                    <a:pt x="323" y="1148"/>
                  </a:lnTo>
                  <a:lnTo>
                    <a:pt x="328" y="1145"/>
                  </a:lnTo>
                  <a:lnTo>
                    <a:pt x="333" y="1143"/>
                  </a:lnTo>
                  <a:lnTo>
                    <a:pt x="340" y="1143"/>
                  </a:lnTo>
                  <a:lnTo>
                    <a:pt x="347" y="1143"/>
                  </a:lnTo>
                  <a:lnTo>
                    <a:pt x="357" y="1141"/>
                  </a:lnTo>
                  <a:lnTo>
                    <a:pt x="367" y="1138"/>
                  </a:lnTo>
                  <a:lnTo>
                    <a:pt x="376" y="1132"/>
                  </a:lnTo>
                  <a:lnTo>
                    <a:pt x="382" y="1124"/>
                  </a:lnTo>
                  <a:lnTo>
                    <a:pt x="386" y="1115"/>
                  </a:lnTo>
                  <a:lnTo>
                    <a:pt x="388" y="1106"/>
                  </a:lnTo>
                  <a:lnTo>
                    <a:pt x="388" y="1098"/>
                  </a:lnTo>
                  <a:lnTo>
                    <a:pt x="388" y="1091"/>
                  </a:lnTo>
                  <a:lnTo>
                    <a:pt x="387" y="1087"/>
                  </a:lnTo>
                  <a:lnTo>
                    <a:pt x="387" y="1085"/>
                  </a:lnTo>
                  <a:lnTo>
                    <a:pt x="386" y="1083"/>
                  </a:lnTo>
                  <a:lnTo>
                    <a:pt x="383" y="1079"/>
                  </a:lnTo>
                  <a:lnTo>
                    <a:pt x="378" y="1072"/>
                  </a:lnTo>
                  <a:lnTo>
                    <a:pt x="371" y="1063"/>
                  </a:lnTo>
                  <a:lnTo>
                    <a:pt x="364" y="1055"/>
                  </a:lnTo>
                  <a:lnTo>
                    <a:pt x="357" y="1048"/>
                  </a:lnTo>
                  <a:lnTo>
                    <a:pt x="349" y="1041"/>
                  </a:lnTo>
                  <a:lnTo>
                    <a:pt x="342" y="1037"/>
                  </a:lnTo>
                  <a:lnTo>
                    <a:pt x="336" y="1032"/>
                  </a:lnTo>
                  <a:lnTo>
                    <a:pt x="332" y="1023"/>
                  </a:lnTo>
                  <a:lnTo>
                    <a:pt x="329" y="1012"/>
                  </a:lnTo>
                  <a:lnTo>
                    <a:pt x="327" y="1000"/>
                  </a:lnTo>
                  <a:lnTo>
                    <a:pt x="326" y="989"/>
                  </a:lnTo>
                  <a:lnTo>
                    <a:pt x="325" y="979"/>
                  </a:lnTo>
                  <a:lnTo>
                    <a:pt x="325" y="973"/>
                  </a:lnTo>
                  <a:lnTo>
                    <a:pt x="325" y="969"/>
                  </a:lnTo>
                  <a:lnTo>
                    <a:pt x="324" y="969"/>
                  </a:lnTo>
                  <a:lnTo>
                    <a:pt x="322" y="968"/>
                  </a:lnTo>
                  <a:lnTo>
                    <a:pt x="319" y="966"/>
                  </a:lnTo>
                  <a:lnTo>
                    <a:pt x="315" y="964"/>
                  </a:lnTo>
                  <a:lnTo>
                    <a:pt x="309" y="961"/>
                  </a:lnTo>
                  <a:lnTo>
                    <a:pt x="303" y="958"/>
                  </a:lnTo>
                  <a:lnTo>
                    <a:pt x="297" y="954"/>
                  </a:lnTo>
                  <a:lnTo>
                    <a:pt x="291" y="950"/>
                  </a:lnTo>
                  <a:lnTo>
                    <a:pt x="284" y="946"/>
                  </a:lnTo>
                  <a:lnTo>
                    <a:pt x="277" y="941"/>
                  </a:lnTo>
                  <a:lnTo>
                    <a:pt x="268" y="935"/>
                  </a:lnTo>
                  <a:lnTo>
                    <a:pt x="261" y="930"/>
                  </a:lnTo>
                  <a:lnTo>
                    <a:pt x="253" y="924"/>
                  </a:lnTo>
                  <a:lnTo>
                    <a:pt x="248" y="917"/>
                  </a:lnTo>
                  <a:lnTo>
                    <a:pt x="246" y="912"/>
                  </a:lnTo>
                  <a:lnTo>
                    <a:pt x="246" y="907"/>
                  </a:lnTo>
                  <a:lnTo>
                    <a:pt x="248" y="902"/>
                  </a:lnTo>
                  <a:lnTo>
                    <a:pt x="251" y="898"/>
                  </a:lnTo>
                  <a:lnTo>
                    <a:pt x="254" y="894"/>
                  </a:lnTo>
                  <a:lnTo>
                    <a:pt x="256" y="889"/>
                  </a:lnTo>
                  <a:lnTo>
                    <a:pt x="260" y="883"/>
                  </a:lnTo>
                  <a:lnTo>
                    <a:pt x="263" y="876"/>
                  </a:lnTo>
                  <a:lnTo>
                    <a:pt x="265" y="867"/>
                  </a:lnTo>
                  <a:lnTo>
                    <a:pt x="267" y="857"/>
                  </a:lnTo>
                  <a:lnTo>
                    <a:pt x="269" y="846"/>
                  </a:lnTo>
                  <a:lnTo>
                    <a:pt x="269" y="837"/>
                  </a:lnTo>
                  <a:lnTo>
                    <a:pt x="270" y="829"/>
                  </a:lnTo>
                  <a:lnTo>
                    <a:pt x="270" y="822"/>
                  </a:lnTo>
                  <a:lnTo>
                    <a:pt x="270" y="816"/>
                  </a:lnTo>
                  <a:lnTo>
                    <a:pt x="269" y="812"/>
                  </a:lnTo>
                  <a:lnTo>
                    <a:pt x="269" y="810"/>
                  </a:lnTo>
                  <a:lnTo>
                    <a:pt x="269" y="809"/>
                  </a:lnTo>
                  <a:lnTo>
                    <a:pt x="269" y="808"/>
                  </a:lnTo>
                  <a:lnTo>
                    <a:pt x="270" y="804"/>
                  </a:lnTo>
                  <a:lnTo>
                    <a:pt x="271" y="798"/>
                  </a:lnTo>
                  <a:lnTo>
                    <a:pt x="271" y="792"/>
                  </a:lnTo>
                  <a:lnTo>
                    <a:pt x="271" y="785"/>
                  </a:lnTo>
                  <a:lnTo>
                    <a:pt x="269" y="778"/>
                  </a:lnTo>
                  <a:lnTo>
                    <a:pt x="266" y="772"/>
                  </a:lnTo>
                  <a:lnTo>
                    <a:pt x="261" y="767"/>
                  </a:lnTo>
                  <a:lnTo>
                    <a:pt x="255" y="765"/>
                  </a:lnTo>
                  <a:lnTo>
                    <a:pt x="250" y="765"/>
                  </a:lnTo>
                  <a:lnTo>
                    <a:pt x="246" y="765"/>
                  </a:lnTo>
                  <a:lnTo>
                    <a:pt x="242" y="764"/>
                  </a:lnTo>
                  <a:lnTo>
                    <a:pt x="237" y="760"/>
                  </a:lnTo>
                  <a:lnTo>
                    <a:pt x="231" y="753"/>
                  </a:lnTo>
                  <a:lnTo>
                    <a:pt x="223" y="740"/>
                  </a:lnTo>
                  <a:lnTo>
                    <a:pt x="214" y="720"/>
                  </a:lnTo>
                  <a:lnTo>
                    <a:pt x="205" y="699"/>
                  </a:lnTo>
                  <a:lnTo>
                    <a:pt x="200" y="684"/>
                  </a:lnTo>
                  <a:lnTo>
                    <a:pt x="199" y="676"/>
                  </a:lnTo>
                  <a:lnTo>
                    <a:pt x="198" y="673"/>
                  </a:lnTo>
                  <a:lnTo>
                    <a:pt x="198" y="675"/>
                  </a:lnTo>
                  <a:lnTo>
                    <a:pt x="197" y="681"/>
                  </a:lnTo>
                  <a:lnTo>
                    <a:pt x="194" y="691"/>
                  </a:lnTo>
                  <a:lnTo>
                    <a:pt x="188" y="705"/>
                  </a:lnTo>
                  <a:lnTo>
                    <a:pt x="180" y="720"/>
                  </a:lnTo>
                  <a:lnTo>
                    <a:pt x="172" y="732"/>
                  </a:lnTo>
                  <a:lnTo>
                    <a:pt x="165" y="740"/>
                  </a:lnTo>
                  <a:lnTo>
                    <a:pt x="159" y="747"/>
                  </a:lnTo>
                  <a:lnTo>
                    <a:pt x="152" y="751"/>
                  </a:lnTo>
                  <a:lnTo>
                    <a:pt x="146" y="752"/>
                  </a:lnTo>
                  <a:lnTo>
                    <a:pt x="141" y="751"/>
                  </a:lnTo>
                  <a:lnTo>
                    <a:pt x="137" y="747"/>
                  </a:lnTo>
                  <a:lnTo>
                    <a:pt x="133" y="741"/>
                  </a:lnTo>
                  <a:lnTo>
                    <a:pt x="130" y="732"/>
                  </a:lnTo>
                  <a:lnTo>
                    <a:pt x="126" y="724"/>
                  </a:lnTo>
                  <a:lnTo>
                    <a:pt x="123" y="716"/>
                  </a:lnTo>
                  <a:lnTo>
                    <a:pt x="119" y="712"/>
                  </a:lnTo>
                  <a:lnTo>
                    <a:pt x="114" y="714"/>
                  </a:lnTo>
                  <a:lnTo>
                    <a:pt x="109" y="724"/>
                  </a:lnTo>
                  <a:lnTo>
                    <a:pt x="101" y="742"/>
                  </a:lnTo>
                  <a:lnTo>
                    <a:pt x="92" y="759"/>
                  </a:lnTo>
                  <a:lnTo>
                    <a:pt x="82" y="766"/>
                  </a:lnTo>
                  <a:lnTo>
                    <a:pt x="70" y="764"/>
                  </a:lnTo>
                  <a:lnTo>
                    <a:pt x="58" y="758"/>
                  </a:lnTo>
                  <a:lnTo>
                    <a:pt x="46" y="749"/>
                  </a:lnTo>
                  <a:lnTo>
                    <a:pt x="37" y="739"/>
                  </a:lnTo>
                  <a:lnTo>
                    <a:pt x="30" y="731"/>
                  </a:lnTo>
                  <a:lnTo>
                    <a:pt x="28" y="728"/>
                  </a:lnTo>
                  <a:lnTo>
                    <a:pt x="27" y="727"/>
                  </a:lnTo>
                  <a:lnTo>
                    <a:pt x="25" y="723"/>
                  </a:lnTo>
                  <a:lnTo>
                    <a:pt x="23" y="717"/>
                  </a:lnTo>
                  <a:lnTo>
                    <a:pt x="21" y="712"/>
                  </a:lnTo>
                  <a:lnTo>
                    <a:pt x="19" y="706"/>
                  </a:lnTo>
                  <a:lnTo>
                    <a:pt x="20" y="700"/>
                  </a:lnTo>
                  <a:lnTo>
                    <a:pt x="22" y="696"/>
                  </a:lnTo>
                  <a:lnTo>
                    <a:pt x="28" y="694"/>
                  </a:lnTo>
                  <a:lnTo>
                    <a:pt x="35" y="691"/>
                  </a:lnTo>
                  <a:lnTo>
                    <a:pt x="43" y="686"/>
                  </a:lnTo>
                  <a:lnTo>
                    <a:pt x="49" y="678"/>
                  </a:lnTo>
                  <a:lnTo>
                    <a:pt x="54" y="668"/>
                  </a:lnTo>
                  <a:lnTo>
                    <a:pt x="58" y="658"/>
                  </a:lnTo>
                  <a:lnTo>
                    <a:pt x="58" y="648"/>
                  </a:lnTo>
                  <a:lnTo>
                    <a:pt x="55" y="638"/>
                  </a:lnTo>
                  <a:lnTo>
                    <a:pt x="50" y="630"/>
                  </a:lnTo>
                  <a:lnTo>
                    <a:pt x="44" y="623"/>
                  </a:lnTo>
                  <a:lnTo>
                    <a:pt x="39" y="618"/>
                  </a:lnTo>
                  <a:lnTo>
                    <a:pt x="35" y="614"/>
                  </a:lnTo>
                  <a:lnTo>
                    <a:pt x="32" y="610"/>
                  </a:lnTo>
                  <a:lnTo>
                    <a:pt x="30" y="607"/>
                  </a:lnTo>
                  <a:lnTo>
                    <a:pt x="29" y="603"/>
                  </a:lnTo>
                  <a:lnTo>
                    <a:pt x="28" y="597"/>
                  </a:lnTo>
                  <a:lnTo>
                    <a:pt x="28" y="590"/>
                  </a:lnTo>
                  <a:lnTo>
                    <a:pt x="28" y="582"/>
                  </a:lnTo>
                  <a:lnTo>
                    <a:pt x="27" y="576"/>
                  </a:lnTo>
                  <a:lnTo>
                    <a:pt x="26" y="571"/>
                  </a:lnTo>
                  <a:lnTo>
                    <a:pt x="26" y="564"/>
                  </a:lnTo>
                  <a:lnTo>
                    <a:pt x="26" y="559"/>
                  </a:lnTo>
                  <a:lnTo>
                    <a:pt x="27" y="554"/>
                  </a:lnTo>
                  <a:lnTo>
                    <a:pt x="30" y="548"/>
                  </a:lnTo>
                  <a:lnTo>
                    <a:pt x="34" y="540"/>
                  </a:lnTo>
                  <a:lnTo>
                    <a:pt x="39" y="532"/>
                  </a:lnTo>
                  <a:lnTo>
                    <a:pt x="45" y="524"/>
                  </a:lnTo>
                  <a:lnTo>
                    <a:pt x="51" y="516"/>
                  </a:lnTo>
                  <a:lnTo>
                    <a:pt x="56" y="510"/>
                  </a:lnTo>
                  <a:lnTo>
                    <a:pt x="61" y="504"/>
                  </a:lnTo>
                  <a:lnTo>
                    <a:pt x="65" y="500"/>
                  </a:lnTo>
                  <a:lnTo>
                    <a:pt x="67" y="498"/>
                  </a:lnTo>
                  <a:lnTo>
                    <a:pt x="68" y="497"/>
                  </a:lnTo>
                  <a:lnTo>
                    <a:pt x="69" y="497"/>
                  </a:lnTo>
                  <a:lnTo>
                    <a:pt x="72" y="499"/>
                  </a:lnTo>
                  <a:lnTo>
                    <a:pt x="75" y="501"/>
                  </a:lnTo>
                  <a:lnTo>
                    <a:pt x="80" y="504"/>
                  </a:lnTo>
                  <a:lnTo>
                    <a:pt x="85" y="509"/>
                  </a:lnTo>
                  <a:lnTo>
                    <a:pt x="90" y="514"/>
                  </a:lnTo>
                  <a:lnTo>
                    <a:pt x="94" y="522"/>
                  </a:lnTo>
                  <a:lnTo>
                    <a:pt x="98" y="531"/>
                  </a:lnTo>
                  <a:lnTo>
                    <a:pt x="102" y="539"/>
                  </a:lnTo>
                  <a:lnTo>
                    <a:pt x="109" y="544"/>
                  </a:lnTo>
                  <a:lnTo>
                    <a:pt x="116" y="548"/>
                  </a:lnTo>
                  <a:lnTo>
                    <a:pt x="124" y="550"/>
                  </a:lnTo>
                  <a:lnTo>
                    <a:pt x="132" y="550"/>
                  </a:lnTo>
                  <a:lnTo>
                    <a:pt x="140" y="551"/>
                  </a:lnTo>
                  <a:lnTo>
                    <a:pt x="147" y="551"/>
                  </a:lnTo>
                  <a:lnTo>
                    <a:pt x="154" y="551"/>
                  </a:lnTo>
                  <a:lnTo>
                    <a:pt x="161" y="553"/>
                  </a:lnTo>
                  <a:lnTo>
                    <a:pt x="166" y="557"/>
                  </a:lnTo>
                  <a:lnTo>
                    <a:pt x="170" y="562"/>
                  </a:lnTo>
                  <a:lnTo>
                    <a:pt x="173" y="570"/>
                  </a:lnTo>
                  <a:lnTo>
                    <a:pt x="176" y="579"/>
                  </a:lnTo>
                  <a:lnTo>
                    <a:pt x="179" y="589"/>
                  </a:lnTo>
                  <a:lnTo>
                    <a:pt x="181" y="600"/>
                  </a:lnTo>
                  <a:lnTo>
                    <a:pt x="182" y="612"/>
                  </a:lnTo>
                  <a:lnTo>
                    <a:pt x="183" y="622"/>
                  </a:lnTo>
                  <a:lnTo>
                    <a:pt x="185" y="626"/>
                  </a:lnTo>
                  <a:lnTo>
                    <a:pt x="186" y="625"/>
                  </a:lnTo>
                  <a:lnTo>
                    <a:pt x="188" y="621"/>
                  </a:lnTo>
                  <a:lnTo>
                    <a:pt x="189" y="613"/>
                  </a:lnTo>
                  <a:lnTo>
                    <a:pt x="190" y="605"/>
                  </a:lnTo>
                  <a:lnTo>
                    <a:pt x="191" y="596"/>
                  </a:lnTo>
                  <a:lnTo>
                    <a:pt x="191" y="587"/>
                  </a:lnTo>
                  <a:lnTo>
                    <a:pt x="191" y="580"/>
                  </a:lnTo>
                  <a:lnTo>
                    <a:pt x="193" y="574"/>
                  </a:lnTo>
                  <a:lnTo>
                    <a:pt x="195" y="570"/>
                  </a:lnTo>
                  <a:lnTo>
                    <a:pt x="198" y="567"/>
                  </a:lnTo>
                  <a:lnTo>
                    <a:pt x="202" y="567"/>
                  </a:lnTo>
                  <a:lnTo>
                    <a:pt x="208" y="570"/>
                  </a:lnTo>
                  <a:lnTo>
                    <a:pt x="214" y="574"/>
                  </a:lnTo>
                  <a:lnTo>
                    <a:pt x="222" y="579"/>
                  </a:lnTo>
                  <a:lnTo>
                    <a:pt x="230" y="583"/>
                  </a:lnTo>
                  <a:lnTo>
                    <a:pt x="239" y="582"/>
                  </a:lnTo>
                  <a:lnTo>
                    <a:pt x="247" y="579"/>
                  </a:lnTo>
                  <a:lnTo>
                    <a:pt x="255" y="575"/>
                  </a:lnTo>
                  <a:lnTo>
                    <a:pt x="264" y="571"/>
                  </a:lnTo>
                  <a:lnTo>
                    <a:pt x="271" y="570"/>
                  </a:lnTo>
                  <a:lnTo>
                    <a:pt x="277" y="572"/>
                  </a:lnTo>
                  <a:lnTo>
                    <a:pt x="283" y="579"/>
                  </a:lnTo>
                  <a:lnTo>
                    <a:pt x="287" y="589"/>
                  </a:lnTo>
                  <a:lnTo>
                    <a:pt x="291" y="599"/>
                  </a:lnTo>
                  <a:lnTo>
                    <a:pt x="293" y="608"/>
                  </a:lnTo>
                  <a:lnTo>
                    <a:pt x="295" y="617"/>
                  </a:lnTo>
                  <a:lnTo>
                    <a:pt x="298" y="626"/>
                  </a:lnTo>
                  <a:lnTo>
                    <a:pt x="301" y="634"/>
                  </a:lnTo>
                  <a:lnTo>
                    <a:pt x="307" y="640"/>
                  </a:lnTo>
                  <a:lnTo>
                    <a:pt x="314" y="646"/>
                  </a:lnTo>
                  <a:lnTo>
                    <a:pt x="322" y="652"/>
                  </a:lnTo>
                  <a:lnTo>
                    <a:pt x="328" y="658"/>
                  </a:lnTo>
                  <a:lnTo>
                    <a:pt x="334" y="664"/>
                  </a:lnTo>
                  <a:lnTo>
                    <a:pt x="339" y="670"/>
                  </a:lnTo>
                  <a:lnTo>
                    <a:pt x="342" y="675"/>
                  </a:lnTo>
                  <a:lnTo>
                    <a:pt x="345" y="679"/>
                  </a:lnTo>
                  <a:lnTo>
                    <a:pt x="346" y="682"/>
                  </a:lnTo>
                  <a:lnTo>
                    <a:pt x="347" y="683"/>
                  </a:lnTo>
                  <a:lnTo>
                    <a:pt x="346" y="681"/>
                  </a:lnTo>
                  <a:lnTo>
                    <a:pt x="342" y="677"/>
                  </a:lnTo>
                  <a:lnTo>
                    <a:pt x="337" y="668"/>
                  </a:lnTo>
                  <a:lnTo>
                    <a:pt x="331" y="657"/>
                  </a:lnTo>
                  <a:lnTo>
                    <a:pt x="324" y="645"/>
                  </a:lnTo>
                  <a:lnTo>
                    <a:pt x="319" y="630"/>
                  </a:lnTo>
                  <a:lnTo>
                    <a:pt x="314" y="612"/>
                  </a:lnTo>
                  <a:lnTo>
                    <a:pt x="312" y="593"/>
                  </a:lnTo>
                  <a:lnTo>
                    <a:pt x="311" y="576"/>
                  </a:lnTo>
                  <a:lnTo>
                    <a:pt x="310" y="561"/>
                  </a:lnTo>
                  <a:lnTo>
                    <a:pt x="308" y="551"/>
                  </a:lnTo>
                  <a:lnTo>
                    <a:pt x="304" y="545"/>
                  </a:lnTo>
                  <a:lnTo>
                    <a:pt x="299" y="541"/>
                  </a:lnTo>
                  <a:lnTo>
                    <a:pt x="293" y="540"/>
                  </a:lnTo>
                  <a:lnTo>
                    <a:pt x="284" y="542"/>
                  </a:lnTo>
                  <a:lnTo>
                    <a:pt x="272" y="545"/>
                  </a:lnTo>
                  <a:lnTo>
                    <a:pt x="258" y="548"/>
                  </a:lnTo>
                  <a:lnTo>
                    <a:pt x="244" y="548"/>
                  </a:lnTo>
                  <a:lnTo>
                    <a:pt x="231" y="547"/>
                  </a:lnTo>
                  <a:lnTo>
                    <a:pt x="219" y="544"/>
                  </a:lnTo>
                  <a:lnTo>
                    <a:pt x="206" y="540"/>
                  </a:lnTo>
                  <a:lnTo>
                    <a:pt x="196" y="535"/>
                  </a:lnTo>
                  <a:lnTo>
                    <a:pt x="187" y="529"/>
                  </a:lnTo>
                  <a:lnTo>
                    <a:pt x="180" y="523"/>
                  </a:lnTo>
                  <a:lnTo>
                    <a:pt x="172" y="517"/>
                  </a:lnTo>
                  <a:lnTo>
                    <a:pt x="163" y="514"/>
                  </a:lnTo>
                  <a:lnTo>
                    <a:pt x="150" y="512"/>
                  </a:lnTo>
                  <a:lnTo>
                    <a:pt x="138" y="511"/>
                  </a:lnTo>
                  <a:lnTo>
                    <a:pt x="126" y="509"/>
                  </a:lnTo>
                  <a:lnTo>
                    <a:pt x="114" y="507"/>
                  </a:lnTo>
                  <a:lnTo>
                    <a:pt x="102" y="502"/>
                  </a:lnTo>
                  <a:lnTo>
                    <a:pt x="93" y="495"/>
                  </a:lnTo>
                  <a:lnTo>
                    <a:pt x="86" y="487"/>
                  </a:lnTo>
                  <a:lnTo>
                    <a:pt x="81" y="479"/>
                  </a:lnTo>
                  <a:lnTo>
                    <a:pt x="78" y="472"/>
                  </a:lnTo>
                  <a:lnTo>
                    <a:pt x="76" y="464"/>
                  </a:lnTo>
                  <a:lnTo>
                    <a:pt x="76" y="459"/>
                  </a:lnTo>
                  <a:lnTo>
                    <a:pt x="76" y="455"/>
                  </a:lnTo>
                  <a:lnTo>
                    <a:pt x="76" y="453"/>
                  </a:lnTo>
                  <a:lnTo>
                    <a:pt x="76" y="452"/>
                  </a:lnTo>
                  <a:lnTo>
                    <a:pt x="75" y="451"/>
                  </a:lnTo>
                  <a:lnTo>
                    <a:pt x="74" y="449"/>
                  </a:lnTo>
                  <a:lnTo>
                    <a:pt x="72" y="448"/>
                  </a:lnTo>
                  <a:lnTo>
                    <a:pt x="68" y="446"/>
                  </a:lnTo>
                  <a:lnTo>
                    <a:pt x="62" y="444"/>
                  </a:lnTo>
                  <a:lnTo>
                    <a:pt x="53" y="442"/>
                  </a:lnTo>
                  <a:lnTo>
                    <a:pt x="42" y="441"/>
                  </a:lnTo>
                  <a:lnTo>
                    <a:pt x="32" y="440"/>
                  </a:lnTo>
                  <a:lnTo>
                    <a:pt x="26" y="437"/>
                  </a:lnTo>
                  <a:lnTo>
                    <a:pt x="22" y="435"/>
                  </a:lnTo>
                  <a:lnTo>
                    <a:pt x="20" y="434"/>
                  </a:lnTo>
                  <a:lnTo>
                    <a:pt x="18" y="435"/>
                  </a:lnTo>
                  <a:lnTo>
                    <a:pt x="15" y="438"/>
                  </a:lnTo>
                  <a:lnTo>
                    <a:pt x="10" y="444"/>
                  </a:lnTo>
                  <a:lnTo>
                    <a:pt x="0" y="455"/>
                  </a:lnTo>
                  <a:lnTo>
                    <a:pt x="3" y="442"/>
                  </a:lnTo>
                  <a:lnTo>
                    <a:pt x="5" y="432"/>
                  </a:lnTo>
                  <a:lnTo>
                    <a:pt x="5" y="424"/>
                  </a:lnTo>
                  <a:lnTo>
                    <a:pt x="5" y="417"/>
                  </a:lnTo>
                  <a:lnTo>
                    <a:pt x="4" y="413"/>
                  </a:lnTo>
                  <a:lnTo>
                    <a:pt x="4" y="410"/>
                  </a:lnTo>
                  <a:lnTo>
                    <a:pt x="5" y="408"/>
                  </a:lnTo>
                  <a:lnTo>
                    <a:pt x="8" y="407"/>
                  </a:lnTo>
                  <a:lnTo>
                    <a:pt x="12" y="404"/>
                  </a:lnTo>
                  <a:lnTo>
                    <a:pt x="17" y="397"/>
                  </a:lnTo>
                  <a:lnTo>
                    <a:pt x="23" y="389"/>
                  </a:lnTo>
                  <a:lnTo>
                    <a:pt x="28" y="379"/>
                  </a:lnTo>
                  <a:lnTo>
                    <a:pt x="33" y="368"/>
                  </a:lnTo>
                  <a:lnTo>
                    <a:pt x="36" y="357"/>
                  </a:lnTo>
                  <a:lnTo>
                    <a:pt x="39" y="349"/>
                  </a:lnTo>
                  <a:lnTo>
                    <a:pt x="40" y="342"/>
                  </a:lnTo>
                  <a:lnTo>
                    <a:pt x="41" y="335"/>
                  </a:lnTo>
                  <a:lnTo>
                    <a:pt x="45" y="324"/>
                  </a:lnTo>
                  <a:lnTo>
                    <a:pt x="49" y="311"/>
                  </a:lnTo>
                  <a:lnTo>
                    <a:pt x="55" y="298"/>
                  </a:lnTo>
                  <a:lnTo>
                    <a:pt x="62" y="285"/>
                  </a:lnTo>
                  <a:lnTo>
                    <a:pt x="66" y="275"/>
                  </a:lnTo>
                  <a:lnTo>
                    <a:pt x="70" y="268"/>
                  </a:lnTo>
                  <a:lnTo>
                    <a:pt x="71" y="264"/>
                  </a:lnTo>
                  <a:lnTo>
                    <a:pt x="73" y="263"/>
                  </a:lnTo>
                  <a:lnTo>
                    <a:pt x="79" y="260"/>
                  </a:lnTo>
                  <a:lnTo>
                    <a:pt x="87" y="255"/>
                  </a:lnTo>
                  <a:lnTo>
                    <a:pt x="97" y="249"/>
                  </a:lnTo>
                  <a:lnTo>
                    <a:pt x="108" y="242"/>
                  </a:lnTo>
                  <a:lnTo>
                    <a:pt x="119" y="235"/>
                  </a:lnTo>
                  <a:lnTo>
                    <a:pt x="129" y="228"/>
                  </a:lnTo>
                  <a:lnTo>
                    <a:pt x="138" y="222"/>
                  </a:lnTo>
                  <a:lnTo>
                    <a:pt x="144" y="213"/>
                  </a:lnTo>
                  <a:lnTo>
                    <a:pt x="148" y="203"/>
                  </a:lnTo>
                  <a:lnTo>
                    <a:pt x="152" y="191"/>
                  </a:lnTo>
                  <a:lnTo>
                    <a:pt x="155" y="179"/>
                  </a:lnTo>
                  <a:lnTo>
                    <a:pt x="159" y="168"/>
                  </a:lnTo>
                  <a:lnTo>
                    <a:pt x="162" y="156"/>
                  </a:lnTo>
                  <a:lnTo>
                    <a:pt x="166" y="147"/>
                  </a:lnTo>
                  <a:lnTo>
                    <a:pt x="171" y="140"/>
                  </a:lnTo>
                  <a:lnTo>
                    <a:pt x="177" y="136"/>
                  </a:lnTo>
                  <a:lnTo>
                    <a:pt x="185" y="133"/>
                  </a:lnTo>
                  <a:lnTo>
                    <a:pt x="192" y="130"/>
                  </a:lnTo>
                  <a:lnTo>
                    <a:pt x="200" y="129"/>
                  </a:lnTo>
                  <a:lnTo>
                    <a:pt x="208" y="127"/>
                  </a:lnTo>
                  <a:lnTo>
                    <a:pt x="215" y="125"/>
                  </a:lnTo>
                  <a:lnTo>
                    <a:pt x="221" y="121"/>
                  </a:lnTo>
                  <a:lnTo>
                    <a:pt x="226" y="115"/>
                  </a:lnTo>
                  <a:lnTo>
                    <a:pt x="230" y="109"/>
                  </a:lnTo>
                  <a:lnTo>
                    <a:pt x="236" y="102"/>
                  </a:lnTo>
                  <a:lnTo>
                    <a:pt x="242" y="96"/>
                  </a:lnTo>
                  <a:lnTo>
                    <a:pt x="249" y="90"/>
                  </a:lnTo>
                  <a:lnTo>
                    <a:pt x="258" y="85"/>
                  </a:lnTo>
                  <a:lnTo>
                    <a:pt x="266" y="82"/>
                  </a:lnTo>
                  <a:lnTo>
                    <a:pt x="273" y="80"/>
                  </a:lnTo>
                  <a:lnTo>
                    <a:pt x="281" y="81"/>
                  </a:lnTo>
                  <a:lnTo>
                    <a:pt x="288" y="83"/>
                  </a:lnTo>
                  <a:lnTo>
                    <a:pt x="296" y="85"/>
                  </a:lnTo>
                  <a:lnTo>
                    <a:pt x="304" y="86"/>
                  </a:lnTo>
                  <a:lnTo>
                    <a:pt x="314" y="86"/>
                  </a:lnTo>
                  <a:lnTo>
                    <a:pt x="323" y="85"/>
                  </a:lnTo>
                  <a:lnTo>
                    <a:pt x="331" y="83"/>
                  </a:lnTo>
                  <a:lnTo>
                    <a:pt x="339" y="78"/>
                  </a:lnTo>
                  <a:lnTo>
                    <a:pt x="346" y="71"/>
                  </a:lnTo>
                  <a:lnTo>
                    <a:pt x="353" y="63"/>
                  </a:lnTo>
                  <a:lnTo>
                    <a:pt x="361" y="57"/>
                  </a:lnTo>
                  <a:lnTo>
                    <a:pt x="370" y="53"/>
                  </a:lnTo>
                  <a:lnTo>
                    <a:pt x="378" y="50"/>
                  </a:lnTo>
                  <a:lnTo>
                    <a:pt x="387" y="49"/>
                  </a:lnTo>
                  <a:lnTo>
                    <a:pt x="396" y="50"/>
                  </a:lnTo>
                  <a:lnTo>
                    <a:pt x="404" y="52"/>
                  </a:lnTo>
                  <a:lnTo>
                    <a:pt x="412" y="56"/>
                  </a:lnTo>
                  <a:lnTo>
                    <a:pt x="420" y="59"/>
                  </a:lnTo>
                  <a:lnTo>
                    <a:pt x="428" y="60"/>
                  </a:lnTo>
                  <a:lnTo>
                    <a:pt x="437" y="60"/>
                  </a:lnTo>
                  <a:lnTo>
                    <a:pt x="446" y="59"/>
                  </a:lnTo>
                  <a:lnTo>
                    <a:pt x="455" y="57"/>
                  </a:lnTo>
                  <a:lnTo>
                    <a:pt x="464" y="55"/>
                  </a:lnTo>
                  <a:lnTo>
                    <a:pt x="471" y="52"/>
                  </a:lnTo>
                  <a:lnTo>
                    <a:pt x="477" y="50"/>
                  </a:lnTo>
                  <a:lnTo>
                    <a:pt x="480" y="48"/>
                  </a:lnTo>
                  <a:lnTo>
                    <a:pt x="483" y="44"/>
                  </a:lnTo>
                  <a:lnTo>
                    <a:pt x="486" y="39"/>
                  </a:lnTo>
                  <a:lnTo>
                    <a:pt x="490" y="33"/>
                  </a:lnTo>
                  <a:lnTo>
                    <a:pt x="495" y="26"/>
                  </a:lnTo>
                  <a:lnTo>
                    <a:pt x="499" y="18"/>
                  </a:lnTo>
                  <a:lnTo>
                    <a:pt x="503" y="9"/>
                  </a:lnTo>
                  <a:lnTo>
                    <a:pt x="509" y="0"/>
                  </a:lnTo>
                  <a:lnTo>
                    <a:pt x="513" y="6"/>
                  </a:lnTo>
                  <a:lnTo>
                    <a:pt x="517" y="11"/>
                  </a:lnTo>
                  <a:lnTo>
                    <a:pt x="523" y="16"/>
                  </a:lnTo>
                  <a:lnTo>
                    <a:pt x="530" y="20"/>
                  </a:lnTo>
                  <a:lnTo>
                    <a:pt x="547" y="26"/>
                  </a:lnTo>
                  <a:lnTo>
                    <a:pt x="565" y="28"/>
                  </a:lnTo>
                  <a:lnTo>
                    <a:pt x="581" y="28"/>
                  </a:lnTo>
                  <a:lnTo>
                    <a:pt x="597" y="27"/>
                  </a:lnTo>
                  <a:lnTo>
                    <a:pt x="613" y="28"/>
                  </a:lnTo>
                  <a:lnTo>
                    <a:pt x="627" y="31"/>
                  </a:lnTo>
                  <a:lnTo>
                    <a:pt x="639" y="38"/>
                  </a:lnTo>
                  <a:lnTo>
                    <a:pt x="648" y="50"/>
                  </a:lnTo>
                  <a:lnTo>
                    <a:pt x="657" y="63"/>
                  </a:lnTo>
                  <a:lnTo>
                    <a:pt x="666" y="73"/>
                  </a:lnTo>
                  <a:lnTo>
                    <a:pt x="676" y="79"/>
                  </a:lnTo>
                  <a:lnTo>
                    <a:pt x="687" y="81"/>
                  </a:lnTo>
                  <a:lnTo>
                    <a:pt x="698" y="81"/>
                  </a:lnTo>
                  <a:lnTo>
                    <a:pt x="711" y="80"/>
                  </a:lnTo>
                  <a:lnTo>
                    <a:pt x="725" y="77"/>
                  </a:lnTo>
                  <a:lnTo>
                    <a:pt x="740" y="75"/>
                  </a:lnTo>
                  <a:lnTo>
                    <a:pt x="756" y="74"/>
                  </a:lnTo>
                  <a:lnTo>
                    <a:pt x="769" y="75"/>
                  </a:lnTo>
                  <a:lnTo>
                    <a:pt x="781" y="76"/>
                  </a:lnTo>
                  <a:lnTo>
                    <a:pt x="791" y="79"/>
                  </a:lnTo>
                  <a:lnTo>
                    <a:pt x="798" y="84"/>
                  </a:lnTo>
                  <a:lnTo>
                    <a:pt x="803" y="90"/>
                  </a:lnTo>
                  <a:lnTo>
                    <a:pt x="807" y="97"/>
                  </a:lnTo>
                  <a:lnTo>
                    <a:pt x="808" y="105"/>
                  </a:lnTo>
                  <a:lnTo>
                    <a:pt x="807" y="115"/>
                  </a:lnTo>
                  <a:lnTo>
                    <a:pt x="806" y="126"/>
                  </a:lnTo>
                  <a:lnTo>
                    <a:pt x="804" y="135"/>
                  </a:lnTo>
                  <a:lnTo>
                    <a:pt x="806" y="144"/>
                  </a:lnTo>
                  <a:lnTo>
                    <a:pt x="808" y="151"/>
                  </a:lnTo>
                  <a:lnTo>
                    <a:pt x="813" y="155"/>
                  </a:lnTo>
                  <a:lnTo>
                    <a:pt x="821" y="157"/>
                  </a:lnTo>
                  <a:lnTo>
                    <a:pt x="832" y="156"/>
                  </a:lnTo>
                  <a:lnTo>
                    <a:pt x="844" y="153"/>
                  </a:lnTo>
                  <a:lnTo>
                    <a:pt x="854" y="151"/>
                  </a:lnTo>
                  <a:lnTo>
                    <a:pt x="863" y="149"/>
                  </a:lnTo>
                  <a:lnTo>
                    <a:pt x="870" y="149"/>
                  </a:lnTo>
                  <a:lnTo>
                    <a:pt x="877" y="150"/>
                  </a:lnTo>
                  <a:lnTo>
                    <a:pt x="883" y="154"/>
                  </a:lnTo>
                  <a:lnTo>
                    <a:pt x="889" y="160"/>
                  </a:lnTo>
                  <a:lnTo>
                    <a:pt x="897" y="171"/>
                  </a:lnTo>
                  <a:lnTo>
                    <a:pt x="904" y="182"/>
                  </a:lnTo>
                  <a:lnTo>
                    <a:pt x="911" y="192"/>
                  </a:lnTo>
                  <a:lnTo>
                    <a:pt x="916" y="201"/>
                  </a:lnTo>
                  <a:lnTo>
                    <a:pt x="921" y="209"/>
                  </a:lnTo>
                  <a:lnTo>
                    <a:pt x="926" y="215"/>
                  </a:lnTo>
                  <a:lnTo>
                    <a:pt x="931" y="220"/>
                  </a:lnTo>
                  <a:lnTo>
                    <a:pt x="939" y="222"/>
                  </a:lnTo>
                  <a:lnTo>
                    <a:pt x="948" y="222"/>
                  </a:lnTo>
                  <a:lnTo>
                    <a:pt x="958" y="219"/>
                  </a:lnTo>
                  <a:lnTo>
                    <a:pt x="966" y="214"/>
                  </a:lnTo>
                  <a:lnTo>
                    <a:pt x="973" y="210"/>
                  </a:lnTo>
                  <a:lnTo>
                    <a:pt x="980" y="208"/>
                  </a:lnTo>
                  <a:lnTo>
                    <a:pt x="986" y="208"/>
                  </a:lnTo>
                  <a:lnTo>
                    <a:pt x="992" y="212"/>
                  </a:lnTo>
                  <a:lnTo>
                    <a:pt x="998" y="221"/>
                  </a:lnTo>
                  <a:lnTo>
                    <a:pt x="1006" y="236"/>
                  </a:lnTo>
                  <a:lnTo>
                    <a:pt x="1012" y="252"/>
                  </a:lnTo>
                  <a:lnTo>
                    <a:pt x="1016" y="264"/>
                  </a:lnTo>
                  <a:lnTo>
                    <a:pt x="1019" y="276"/>
                  </a:lnTo>
                  <a:lnTo>
                    <a:pt x="1021" y="284"/>
                  </a:lnTo>
                  <a:lnTo>
                    <a:pt x="1025" y="292"/>
                  </a:lnTo>
                  <a:lnTo>
                    <a:pt x="1030" y="300"/>
                  </a:lnTo>
                  <a:lnTo>
                    <a:pt x="1038" y="308"/>
                  </a:lnTo>
                  <a:lnTo>
                    <a:pt x="1050" y="318"/>
                  </a:lnTo>
                  <a:lnTo>
                    <a:pt x="1064" y="327"/>
                  </a:lnTo>
                  <a:lnTo>
                    <a:pt x="1076" y="336"/>
                  </a:lnTo>
                  <a:lnTo>
                    <a:pt x="1087" y="345"/>
                  </a:lnTo>
                  <a:lnTo>
                    <a:pt x="1096" y="355"/>
                  </a:lnTo>
                  <a:lnTo>
                    <a:pt x="1103" y="366"/>
                  </a:lnTo>
                  <a:lnTo>
                    <a:pt x="1110" y="381"/>
                  </a:lnTo>
                  <a:lnTo>
                    <a:pt x="1114" y="396"/>
                  </a:lnTo>
                  <a:lnTo>
                    <a:pt x="1116" y="415"/>
                  </a:lnTo>
                  <a:lnTo>
                    <a:pt x="1118" y="436"/>
                  </a:lnTo>
                  <a:lnTo>
                    <a:pt x="1121" y="455"/>
                  </a:lnTo>
                  <a:lnTo>
                    <a:pt x="1124" y="474"/>
                  </a:lnTo>
                  <a:lnTo>
                    <a:pt x="1128" y="491"/>
                  </a:lnTo>
                  <a:lnTo>
                    <a:pt x="1129" y="506"/>
                  </a:lnTo>
                  <a:lnTo>
                    <a:pt x="1129" y="520"/>
                  </a:lnTo>
                  <a:lnTo>
                    <a:pt x="1125" y="529"/>
                  </a:lnTo>
                  <a:lnTo>
                    <a:pt x="1118" y="534"/>
                  </a:lnTo>
                  <a:lnTo>
                    <a:pt x="1109" y="538"/>
                  </a:lnTo>
                  <a:lnTo>
                    <a:pt x="1100" y="543"/>
                  </a:lnTo>
                  <a:lnTo>
                    <a:pt x="1093" y="549"/>
                  </a:lnTo>
                  <a:lnTo>
                    <a:pt x="1088" y="556"/>
                  </a:lnTo>
                  <a:lnTo>
                    <a:pt x="1085" y="564"/>
                  </a:lnTo>
                  <a:lnTo>
                    <a:pt x="1085" y="575"/>
                  </a:lnTo>
                  <a:lnTo>
                    <a:pt x="1088" y="585"/>
                  </a:lnTo>
                  <a:lnTo>
                    <a:pt x="1095" y="597"/>
                  </a:lnTo>
                  <a:lnTo>
                    <a:pt x="1102" y="611"/>
                  </a:lnTo>
                  <a:lnTo>
                    <a:pt x="1106" y="626"/>
                  </a:lnTo>
                  <a:lnTo>
                    <a:pt x="1103" y="641"/>
                  </a:lnTo>
                  <a:lnTo>
                    <a:pt x="1099" y="655"/>
                  </a:lnTo>
                  <a:lnTo>
                    <a:pt x="1093" y="668"/>
                  </a:lnTo>
                  <a:lnTo>
                    <a:pt x="1086" y="679"/>
                  </a:lnTo>
                  <a:lnTo>
                    <a:pt x="1079" y="686"/>
                  </a:lnTo>
                  <a:lnTo>
                    <a:pt x="1073" y="689"/>
                  </a:lnTo>
                  <a:lnTo>
                    <a:pt x="1068" y="692"/>
                  </a:lnTo>
                  <a:lnTo>
                    <a:pt x="1064" y="700"/>
                  </a:lnTo>
                  <a:lnTo>
                    <a:pt x="1061" y="710"/>
                  </a:lnTo>
                  <a:lnTo>
                    <a:pt x="1061" y="721"/>
                  </a:lnTo>
                  <a:lnTo>
                    <a:pt x="1064" y="732"/>
                  </a:lnTo>
                  <a:lnTo>
                    <a:pt x="1071" y="740"/>
                  </a:lnTo>
                  <a:lnTo>
                    <a:pt x="1083" y="745"/>
                  </a:lnTo>
                  <a:lnTo>
                    <a:pt x="1101" y="744"/>
                  </a:lnTo>
                  <a:lnTo>
                    <a:pt x="1121" y="740"/>
                  </a:lnTo>
                  <a:lnTo>
                    <a:pt x="1136" y="735"/>
                  </a:lnTo>
                  <a:lnTo>
                    <a:pt x="1150" y="729"/>
                  </a:lnTo>
                  <a:lnTo>
                    <a:pt x="1163" y="723"/>
                  </a:lnTo>
                  <a:lnTo>
                    <a:pt x="1174" y="718"/>
                  </a:lnTo>
                  <a:lnTo>
                    <a:pt x="1185" y="716"/>
                  </a:lnTo>
                  <a:lnTo>
                    <a:pt x="1196" y="716"/>
                  </a:lnTo>
                  <a:lnTo>
                    <a:pt x="1210" y="722"/>
                  </a:lnTo>
                  <a:lnTo>
                    <a:pt x="1223" y="729"/>
                  </a:lnTo>
                  <a:lnTo>
                    <a:pt x="1236" y="736"/>
                  </a:lnTo>
                  <a:lnTo>
                    <a:pt x="1248" y="742"/>
                  </a:lnTo>
                  <a:lnTo>
                    <a:pt x="1260" y="749"/>
                  </a:lnTo>
                  <a:lnTo>
                    <a:pt x="1268" y="755"/>
                  </a:lnTo>
                  <a:lnTo>
                    <a:pt x="1274" y="763"/>
                  </a:lnTo>
                  <a:lnTo>
                    <a:pt x="1277" y="772"/>
                  </a:lnTo>
                  <a:lnTo>
                    <a:pt x="1277" y="781"/>
                  </a:lnTo>
                  <a:lnTo>
                    <a:pt x="1277" y="792"/>
                  </a:lnTo>
                  <a:lnTo>
                    <a:pt x="1279" y="806"/>
                  </a:lnTo>
                  <a:lnTo>
                    <a:pt x="1283" y="823"/>
                  </a:lnTo>
                  <a:lnTo>
                    <a:pt x="1288" y="841"/>
                  </a:lnTo>
                  <a:lnTo>
                    <a:pt x="1292" y="859"/>
                  </a:lnTo>
                  <a:lnTo>
                    <a:pt x="1295" y="877"/>
                  </a:lnTo>
                  <a:lnTo>
                    <a:pt x="1296" y="892"/>
                  </a:lnTo>
                  <a:lnTo>
                    <a:pt x="1295" y="905"/>
                  </a:lnTo>
                  <a:lnTo>
                    <a:pt x="1291" y="917"/>
                  </a:lnTo>
                  <a:lnTo>
                    <a:pt x="1285" y="933"/>
                  </a:lnTo>
                  <a:lnTo>
                    <a:pt x="1278" y="949"/>
                  </a:lnTo>
                  <a:lnTo>
                    <a:pt x="1272" y="965"/>
                  </a:lnTo>
                  <a:lnTo>
                    <a:pt x="1266" y="982"/>
                  </a:lnTo>
                  <a:lnTo>
                    <a:pt x="1263" y="998"/>
                  </a:lnTo>
                  <a:lnTo>
                    <a:pt x="1262" y="1013"/>
                  </a:lnTo>
                  <a:lnTo>
                    <a:pt x="1265" y="1026"/>
                  </a:lnTo>
                  <a:lnTo>
                    <a:pt x="1267" y="1036"/>
                  </a:lnTo>
                  <a:lnTo>
                    <a:pt x="1266" y="1049"/>
                  </a:lnTo>
                  <a:lnTo>
                    <a:pt x="1264" y="1062"/>
                  </a:lnTo>
                  <a:lnTo>
                    <a:pt x="1262" y="1078"/>
                  </a:lnTo>
                  <a:lnTo>
                    <a:pt x="1260" y="1092"/>
                  </a:lnTo>
                  <a:lnTo>
                    <a:pt x="1259" y="1106"/>
                  </a:lnTo>
                  <a:lnTo>
                    <a:pt x="1261" y="1119"/>
                  </a:lnTo>
                  <a:lnTo>
                    <a:pt x="1267" y="1131"/>
                  </a:lnTo>
                  <a:lnTo>
                    <a:pt x="1263" y="1137"/>
                  </a:lnTo>
                  <a:lnTo>
                    <a:pt x="1259" y="1143"/>
                  </a:lnTo>
                  <a:lnTo>
                    <a:pt x="1255" y="1148"/>
                  </a:lnTo>
                  <a:lnTo>
                    <a:pt x="1250" y="1154"/>
                  </a:lnTo>
                  <a:lnTo>
                    <a:pt x="1245" y="1160"/>
                  </a:lnTo>
                  <a:lnTo>
                    <a:pt x="1240" y="1166"/>
                  </a:lnTo>
                  <a:lnTo>
                    <a:pt x="1234" y="1171"/>
                  </a:lnTo>
                  <a:lnTo>
                    <a:pt x="1228" y="1177"/>
                  </a:lnTo>
                  <a:lnTo>
                    <a:pt x="1217" y="1184"/>
                  </a:lnTo>
                  <a:lnTo>
                    <a:pt x="1210" y="1190"/>
                  </a:lnTo>
                  <a:lnTo>
                    <a:pt x="1206" y="1196"/>
                  </a:lnTo>
                  <a:lnTo>
                    <a:pt x="1205" y="1202"/>
                  </a:lnTo>
                  <a:lnTo>
                    <a:pt x="1203" y="1210"/>
                  </a:lnTo>
                  <a:lnTo>
                    <a:pt x="1206" y="1219"/>
                  </a:lnTo>
                  <a:lnTo>
                    <a:pt x="1207" y="1232"/>
                  </a:lnTo>
                  <a:lnTo>
                    <a:pt x="1208" y="1248"/>
                  </a:lnTo>
                  <a:lnTo>
                    <a:pt x="1209" y="1263"/>
                  </a:lnTo>
                  <a:lnTo>
                    <a:pt x="1210" y="1275"/>
                  </a:lnTo>
                  <a:lnTo>
                    <a:pt x="1209" y="1282"/>
                  </a:lnTo>
                  <a:lnTo>
                    <a:pt x="1206" y="1287"/>
                  </a:lnTo>
                  <a:lnTo>
                    <a:pt x="1199" y="1291"/>
                  </a:lnTo>
                  <a:lnTo>
                    <a:pt x="1189" y="1293"/>
                  </a:lnTo>
                  <a:lnTo>
                    <a:pt x="1175" y="1297"/>
                  </a:lnTo>
                  <a:lnTo>
                    <a:pt x="1155" y="1301"/>
                  </a:lnTo>
                  <a:lnTo>
                    <a:pt x="1135" y="1306"/>
                  </a:lnTo>
                  <a:lnTo>
                    <a:pt x="1124" y="1312"/>
                  </a:lnTo>
                  <a:lnTo>
                    <a:pt x="1117" y="1318"/>
                  </a:lnTo>
                  <a:lnTo>
                    <a:pt x="1115" y="1326"/>
                  </a:lnTo>
                  <a:lnTo>
                    <a:pt x="1114" y="1335"/>
                  </a:lnTo>
                  <a:lnTo>
                    <a:pt x="1114" y="1344"/>
                  </a:lnTo>
                  <a:lnTo>
                    <a:pt x="1113" y="1356"/>
                  </a:lnTo>
                  <a:lnTo>
                    <a:pt x="1110" y="1370"/>
                  </a:lnTo>
                  <a:lnTo>
                    <a:pt x="1105" y="1385"/>
                  </a:lnTo>
                  <a:lnTo>
                    <a:pt x="1099" y="1394"/>
                  </a:lnTo>
                  <a:lnTo>
                    <a:pt x="1092" y="1400"/>
                  </a:lnTo>
                  <a:lnTo>
                    <a:pt x="1084" y="1403"/>
                  </a:lnTo>
                  <a:lnTo>
                    <a:pt x="1074" y="1403"/>
                  </a:lnTo>
                  <a:lnTo>
                    <a:pt x="1062" y="1402"/>
                  </a:lnTo>
                  <a:lnTo>
                    <a:pt x="1046" y="1400"/>
                  </a:lnTo>
                  <a:lnTo>
                    <a:pt x="1028" y="1397"/>
                  </a:lnTo>
                  <a:lnTo>
                    <a:pt x="1011" y="1397"/>
                  </a:lnTo>
                  <a:lnTo>
                    <a:pt x="996" y="1401"/>
                  </a:lnTo>
                  <a:lnTo>
                    <a:pt x="984" y="1408"/>
                  </a:lnTo>
                  <a:lnTo>
                    <a:pt x="975" y="1418"/>
                  </a:lnTo>
                  <a:lnTo>
                    <a:pt x="967" y="1430"/>
                  </a:lnTo>
                  <a:lnTo>
                    <a:pt x="960" y="1442"/>
                  </a:lnTo>
                  <a:lnTo>
                    <a:pt x="951" y="1452"/>
                  </a:lnTo>
                  <a:lnTo>
                    <a:pt x="942" y="1460"/>
                  </a:lnTo>
                  <a:lnTo>
                    <a:pt x="933" y="1469"/>
                  </a:lnTo>
                  <a:lnTo>
                    <a:pt x="926" y="1480"/>
                  </a:lnTo>
                  <a:lnTo>
                    <a:pt x="920" y="1491"/>
                  </a:lnTo>
                  <a:lnTo>
                    <a:pt x="916" y="1503"/>
                  </a:lnTo>
                  <a:lnTo>
                    <a:pt x="913" y="1515"/>
                  </a:lnTo>
                  <a:lnTo>
                    <a:pt x="910" y="1528"/>
                  </a:lnTo>
                  <a:lnTo>
                    <a:pt x="907" y="1539"/>
                  </a:lnTo>
                  <a:lnTo>
                    <a:pt x="903" y="1548"/>
                  </a:lnTo>
                  <a:lnTo>
                    <a:pt x="902" y="1549"/>
                  </a:lnTo>
                  <a:lnTo>
                    <a:pt x="902" y="155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96" name="Freeform 695">
              <a:extLst>
                <a:ext uri="{FF2B5EF4-FFF2-40B4-BE49-F238E27FC236}">
                  <a16:creationId xmlns:a16="http://schemas.microsoft.com/office/drawing/2014/main" id="{F5CCF706-181C-77CE-BFCE-D200EDF1F20D}"/>
                </a:ext>
              </a:extLst>
            </p:cNvPr>
            <p:cNvSpPr>
              <a:spLocks/>
            </p:cNvSpPr>
            <p:nvPr/>
          </p:nvSpPr>
          <p:spPr bwMode="auto">
            <a:xfrm>
              <a:off x="2320" y="2858"/>
              <a:ext cx="324" cy="393"/>
            </a:xfrm>
            <a:custGeom>
              <a:avLst/>
              <a:gdLst>
                <a:gd name="T0" fmla="*/ 0 w 1296"/>
                <a:gd name="T1" fmla="*/ 0 h 1572"/>
                <a:gd name="T2" fmla="*/ 0 w 1296"/>
                <a:gd name="T3" fmla="*/ 0 h 1572"/>
                <a:gd name="T4" fmla="*/ 0 w 1296"/>
                <a:gd name="T5" fmla="*/ 0 h 1572"/>
                <a:gd name="T6" fmla="*/ 0 w 1296"/>
                <a:gd name="T7" fmla="*/ 0 h 1572"/>
                <a:gd name="T8" fmla="*/ 0 w 1296"/>
                <a:gd name="T9" fmla="*/ 0 h 1572"/>
                <a:gd name="T10" fmla="*/ 0 w 1296"/>
                <a:gd name="T11" fmla="*/ 0 h 1572"/>
                <a:gd name="T12" fmla="*/ 0 w 1296"/>
                <a:gd name="T13" fmla="*/ 0 h 1572"/>
                <a:gd name="T14" fmla="*/ 0 w 1296"/>
                <a:gd name="T15" fmla="*/ 0 h 1572"/>
                <a:gd name="T16" fmla="*/ 0 w 1296"/>
                <a:gd name="T17" fmla="*/ 0 h 1572"/>
                <a:gd name="T18" fmla="*/ 0 w 1296"/>
                <a:gd name="T19" fmla="*/ 0 h 1572"/>
                <a:gd name="T20" fmla="*/ 0 w 1296"/>
                <a:gd name="T21" fmla="*/ 0 h 1572"/>
                <a:gd name="T22" fmla="*/ 0 w 1296"/>
                <a:gd name="T23" fmla="*/ 0 h 1572"/>
                <a:gd name="T24" fmla="*/ 0 w 1296"/>
                <a:gd name="T25" fmla="*/ 0 h 1572"/>
                <a:gd name="T26" fmla="*/ 0 w 1296"/>
                <a:gd name="T27" fmla="*/ 0 h 1572"/>
                <a:gd name="T28" fmla="*/ 0 w 1296"/>
                <a:gd name="T29" fmla="*/ 0 h 1572"/>
                <a:gd name="T30" fmla="*/ 0 w 1296"/>
                <a:gd name="T31" fmla="*/ 0 h 1572"/>
                <a:gd name="T32" fmla="*/ 0 w 1296"/>
                <a:gd name="T33" fmla="*/ 0 h 1572"/>
                <a:gd name="T34" fmla="*/ 0 w 1296"/>
                <a:gd name="T35" fmla="*/ 0 h 1572"/>
                <a:gd name="T36" fmla="*/ 0 w 1296"/>
                <a:gd name="T37" fmla="*/ 0 h 1572"/>
                <a:gd name="T38" fmla="*/ 0 w 1296"/>
                <a:gd name="T39" fmla="*/ 0 h 1572"/>
                <a:gd name="T40" fmla="*/ 0 w 1296"/>
                <a:gd name="T41" fmla="*/ 0 h 1572"/>
                <a:gd name="T42" fmla="*/ 0 w 1296"/>
                <a:gd name="T43" fmla="*/ 0 h 1572"/>
                <a:gd name="T44" fmla="*/ 0 w 1296"/>
                <a:gd name="T45" fmla="*/ 0 h 1572"/>
                <a:gd name="T46" fmla="*/ 0 w 1296"/>
                <a:gd name="T47" fmla="*/ 0 h 1572"/>
                <a:gd name="T48" fmla="*/ 0 w 1296"/>
                <a:gd name="T49" fmla="*/ 0 h 1572"/>
                <a:gd name="T50" fmla="*/ 0 w 1296"/>
                <a:gd name="T51" fmla="*/ 0 h 1572"/>
                <a:gd name="T52" fmla="*/ 0 w 1296"/>
                <a:gd name="T53" fmla="*/ 0 h 1572"/>
                <a:gd name="T54" fmla="*/ 0 w 1296"/>
                <a:gd name="T55" fmla="*/ 0 h 1572"/>
                <a:gd name="T56" fmla="*/ 0 w 1296"/>
                <a:gd name="T57" fmla="*/ 0 h 1572"/>
                <a:gd name="T58" fmla="*/ 0 w 1296"/>
                <a:gd name="T59" fmla="*/ 0 h 1572"/>
                <a:gd name="T60" fmla="*/ 0 w 1296"/>
                <a:gd name="T61" fmla="*/ 0 h 1572"/>
                <a:gd name="T62" fmla="*/ 0 w 1296"/>
                <a:gd name="T63" fmla="*/ 0 h 1572"/>
                <a:gd name="T64" fmla="*/ 0 w 1296"/>
                <a:gd name="T65" fmla="*/ 0 h 1572"/>
                <a:gd name="T66" fmla="*/ 0 w 1296"/>
                <a:gd name="T67" fmla="*/ 0 h 1572"/>
                <a:gd name="T68" fmla="*/ 0 w 1296"/>
                <a:gd name="T69" fmla="*/ 0 h 1572"/>
                <a:gd name="T70" fmla="*/ 0 w 1296"/>
                <a:gd name="T71" fmla="*/ 0 h 1572"/>
                <a:gd name="T72" fmla="*/ 0 w 1296"/>
                <a:gd name="T73" fmla="*/ 0 h 1572"/>
                <a:gd name="T74" fmla="*/ 0 w 1296"/>
                <a:gd name="T75" fmla="*/ 0 h 1572"/>
                <a:gd name="T76" fmla="*/ 0 w 1296"/>
                <a:gd name="T77" fmla="*/ 0 h 1572"/>
                <a:gd name="T78" fmla="*/ 0 w 1296"/>
                <a:gd name="T79" fmla="*/ 0 h 1572"/>
                <a:gd name="T80" fmla="*/ 0 w 1296"/>
                <a:gd name="T81" fmla="*/ 0 h 1572"/>
                <a:gd name="T82" fmla="*/ 0 w 1296"/>
                <a:gd name="T83" fmla="*/ 0 h 1572"/>
                <a:gd name="T84" fmla="*/ 0 w 1296"/>
                <a:gd name="T85" fmla="*/ 0 h 1572"/>
                <a:gd name="T86" fmla="*/ 0 w 1296"/>
                <a:gd name="T87" fmla="*/ 0 h 1572"/>
                <a:gd name="T88" fmla="*/ 0 w 1296"/>
                <a:gd name="T89" fmla="*/ 0 h 1572"/>
                <a:gd name="T90" fmla="*/ 0 w 1296"/>
                <a:gd name="T91" fmla="*/ 0 h 1572"/>
                <a:gd name="T92" fmla="*/ 0 w 1296"/>
                <a:gd name="T93" fmla="*/ 0 h 1572"/>
                <a:gd name="T94" fmla="*/ 0 w 1296"/>
                <a:gd name="T95" fmla="*/ 0 h 1572"/>
                <a:gd name="T96" fmla="*/ 0 w 1296"/>
                <a:gd name="T97" fmla="*/ 0 h 1572"/>
                <a:gd name="T98" fmla="*/ 0 w 1296"/>
                <a:gd name="T99" fmla="*/ 0 h 1572"/>
                <a:gd name="T100" fmla="*/ 0 w 1296"/>
                <a:gd name="T101" fmla="*/ 0 h 1572"/>
                <a:gd name="T102" fmla="*/ 0 w 1296"/>
                <a:gd name="T103" fmla="*/ 0 h 1572"/>
                <a:gd name="T104" fmla="*/ 0 w 1296"/>
                <a:gd name="T105" fmla="*/ 0 h 1572"/>
                <a:gd name="T106" fmla="*/ 0 w 1296"/>
                <a:gd name="T107" fmla="*/ 0 h 1572"/>
                <a:gd name="T108" fmla="*/ 0 w 1296"/>
                <a:gd name="T109" fmla="*/ 0 h 1572"/>
                <a:gd name="T110" fmla="*/ 0 w 1296"/>
                <a:gd name="T111" fmla="*/ 0 h 1572"/>
                <a:gd name="T112" fmla="*/ 0 w 1296"/>
                <a:gd name="T113" fmla="*/ 0 h 1572"/>
                <a:gd name="T114" fmla="*/ 0 w 1296"/>
                <a:gd name="T115" fmla="*/ 0 h 1572"/>
                <a:gd name="T116" fmla="*/ 0 w 1296"/>
                <a:gd name="T117" fmla="*/ 0 h 1572"/>
                <a:gd name="T118" fmla="*/ 0 w 1296"/>
                <a:gd name="T119" fmla="*/ 0 h 1572"/>
                <a:gd name="T120" fmla="*/ 0 w 1296"/>
                <a:gd name="T121" fmla="*/ 0 h 1572"/>
                <a:gd name="T122" fmla="*/ 0 w 1296"/>
                <a:gd name="T123" fmla="*/ 0 h 1572"/>
                <a:gd name="T124" fmla="*/ 0 w 1296"/>
                <a:gd name="T125" fmla="*/ 0 h 15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6" h="1572">
                  <a:moveTo>
                    <a:pt x="902" y="1550"/>
                  </a:moveTo>
                  <a:lnTo>
                    <a:pt x="902" y="1550"/>
                  </a:lnTo>
                  <a:lnTo>
                    <a:pt x="896" y="1553"/>
                  </a:lnTo>
                  <a:lnTo>
                    <a:pt x="890" y="1557"/>
                  </a:lnTo>
                  <a:lnTo>
                    <a:pt x="884" y="1560"/>
                  </a:lnTo>
                  <a:lnTo>
                    <a:pt x="878" y="1564"/>
                  </a:lnTo>
                  <a:lnTo>
                    <a:pt x="869" y="1569"/>
                  </a:lnTo>
                  <a:lnTo>
                    <a:pt x="861" y="1572"/>
                  </a:lnTo>
                  <a:lnTo>
                    <a:pt x="854" y="1572"/>
                  </a:lnTo>
                  <a:lnTo>
                    <a:pt x="849" y="1571"/>
                  </a:lnTo>
                  <a:lnTo>
                    <a:pt x="846" y="1569"/>
                  </a:lnTo>
                  <a:lnTo>
                    <a:pt x="843" y="1567"/>
                  </a:lnTo>
                  <a:lnTo>
                    <a:pt x="841" y="1565"/>
                  </a:lnTo>
                  <a:lnTo>
                    <a:pt x="841" y="1564"/>
                  </a:lnTo>
                  <a:lnTo>
                    <a:pt x="839" y="1562"/>
                  </a:lnTo>
                  <a:lnTo>
                    <a:pt x="834" y="1556"/>
                  </a:lnTo>
                  <a:lnTo>
                    <a:pt x="827" y="1548"/>
                  </a:lnTo>
                  <a:lnTo>
                    <a:pt x="817" y="1539"/>
                  </a:lnTo>
                  <a:lnTo>
                    <a:pt x="803" y="1531"/>
                  </a:lnTo>
                  <a:lnTo>
                    <a:pt x="789" y="1525"/>
                  </a:lnTo>
                  <a:lnTo>
                    <a:pt x="774" y="1522"/>
                  </a:lnTo>
                  <a:lnTo>
                    <a:pt x="758" y="1526"/>
                  </a:lnTo>
                  <a:lnTo>
                    <a:pt x="742" y="1531"/>
                  </a:lnTo>
                  <a:lnTo>
                    <a:pt x="728" y="1535"/>
                  </a:lnTo>
                  <a:lnTo>
                    <a:pt x="717" y="1538"/>
                  </a:lnTo>
                  <a:lnTo>
                    <a:pt x="708" y="1540"/>
                  </a:lnTo>
                  <a:lnTo>
                    <a:pt x="699" y="1541"/>
                  </a:lnTo>
                  <a:lnTo>
                    <a:pt x="694" y="1542"/>
                  </a:lnTo>
                  <a:lnTo>
                    <a:pt x="691" y="1542"/>
                  </a:lnTo>
                  <a:lnTo>
                    <a:pt x="690" y="1542"/>
                  </a:lnTo>
                  <a:lnTo>
                    <a:pt x="689" y="1541"/>
                  </a:lnTo>
                  <a:lnTo>
                    <a:pt x="687" y="1539"/>
                  </a:lnTo>
                  <a:lnTo>
                    <a:pt x="683" y="1535"/>
                  </a:lnTo>
                  <a:lnTo>
                    <a:pt x="677" y="1531"/>
                  </a:lnTo>
                  <a:lnTo>
                    <a:pt x="671" y="1527"/>
                  </a:lnTo>
                  <a:lnTo>
                    <a:pt x="664" y="1522"/>
                  </a:lnTo>
                  <a:lnTo>
                    <a:pt x="656" y="1520"/>
                  </a:lnTo>
                  <a:lnTo>
                    <a:pt x="647" y="1519"/>
                  </a:lnTo>
                  <a:lnTo>
                    <a:pt x="639" y="1519"/>
                  </a:lnTo>
                  <a:lnTo>
                    <a:pt x="630" y="1520"/>
                  </a:lnTo>
                  <a:lnTo>
                    <a:pt x="621" y="1522"/>
                  </a:lnTo>
                  <a:lnTo>
                    <a:pt x="612" y="1523"/>
                  </a:lnTo>
                  <a:lnTo>
                    <a:pt x="602" y="1526"/>
                  </a:lnTo>
                  <a:lnTo>
                    <a:pt x="594" y="1528"/>
                  </a:lnTo>
                  <a:lnTo>
                    <a:pt x="587" y="1530"/>
                  </a:lnTo>
                  <a:lnTo>
                    <a:pt x="580" y="1532"/>
                  </a:lnTo>
                  <a:lnTo>
                    <a:pt x="577" y="1532"/>
                  </a:lnTo>
                  <a:lnTo>
                    <a:pt x="573" y="1532"/>
                  </a:lnTo>
                  <a:lnTo>
                    <a:pt x="568" y="1532"/>
                  </a:lnTo>
                  <a:lnTo>
                    <a:pt x="563" y="1533"/>
                  </a:lnTo>
                  <a:lnTo>
                    <a:pt x="557" y="1533"/>
                  </a:lnTo>
                  <a:lnTo>
                    <a:pt x="549" y="1534"/>
                  </a:lnTo>
                  <a:lnTo>
                    <a:pt x="543" y="1534"/>
                  </a:lnTo>
                  <a:lnTo>
                    <a:pt x="536" y="1535"/>
                  </a:lnTo>
                  <a:lnTo>
                    <a:pt x="537" y="1533"/>
                  </a:lnTo>
                  <a:lnTo>
                    <a:pt x="538" y="1531"/>
                  </a:lnTo>
                  <a:lnTo>
                    <a:pt x="540" y="1530"/>
                  </a:lnTo>
                  <a:lnTo>
                    <a:pt x="543" y="1529"/>
                  </a:lnTo>
                  <a:lnTo>
                    <a:pt x="548" y="1529"/>
                  </a:lnTo>
                  <a:lnTo>
                    <a:pt x="551" y="1529"/>
                  </a:lnTo>
                  <a:lnTo>
                    <a:pt x="550" y="1529"/>
                  </a:lnTo>
                  <a:lnTo>
                    <a:pt x="546" y="1530"/>
                  </a:lnTo>
                  <a:lnTo>
                    <a:pt x="541" y="1530"/>
                  </a:lnTo>
                  <a:lnTo>
                    <a:pt x="535" y="1529"/>
                  </a:lnTo>
                  <a:lnTo>
                    <a:pt x="527" y="1527"/>
                  </a:lnTo>
                  <a:lnTo>
                    <a:pt x="519" y="1525"/>
                  </a:lnTo>
                  <a:lnTo>
                    <a:pt x="511" y="1525"/>
                  </a:lnTo>
                  <a:lnTo>
                    <a:pt x="503" y="1523"/>
                  </a:lnTo>
                  <a:lnTo>
                    <a:pt x="497" y="1523"/>
                  </a:lnTo>
                  <a:lnTo>
                    <a:pt x="491" y="1522"/>
                  </a:lnTo>
                  <a:lnTo>
                    <a:pt x="487" y="1521"/>
                  </a:lnTo>
                  <a:lnTo>
                    <a:pt x="484" y="1517"/>
                  </a:lnTo>
                  <a:lnTo>
                    <a:pt x="482" y="1512"/>
                  </a:lnTo>
                  <a:lnTo>
                    <a:pt x="480" y="1506"/>
                  </a:lnTo>
                  <a:lnTo>
                    <a:pt x="478" y="1502"/>
                  </a:lnTo>
                  <a:lnTo>
                    <a:pt x="475" y="1499"/>
                  </a:lnTo>
                  <a:lnTo>
                    <a:pt x="471" y="1496"/>
                  </a:lnTo>
                  <a:lnTo>
                    <a:pt x="467" y="1493"/>
                  </a:lnTo>
                  <a:lnTo>
                    <a:pt x="464" y="1490"/>
                  </a:lnTo>
                  <a:lnTo>
                    <a:pt x="462" y="1486"/>
                  </a:lnTo>
                  <a:lnTo>
                    <a:pt x="460" y="1481"/>
                  </a:lnTo>
                  <a:lnTo>
                    <a:pt x="458" y="1475"/>
                  </a:lnTo>
                  <a:lnTo>
                    <a:pt x="455" y="1468"/>
                  </a:lnTo>
                  <a:lnTo>
                    <a:pt x="453" y="1463"/>
                  </a:lnTo>
                  <a:lnTo>
                    <a:pt x="451" y="1458"/>
                  </a:lnTo>
                  <a:lnTo>
                    <a:pt x="449" y="1453"/>
                  </a:lnTo>
                  <a:lnTo>
                    <a:pt x="449" y="1448"/>
                  </a:lnTo>
                  <a:lnTo>
                    <a:pt x="450" y="1443"/>
                  </a:lnTo>
                  <a:lnTo>
                    <a:pt x="454" y="1439"/>
                  </a:lnTo>
                  <a:lnTo>
                    <a:pt x="461" y="1433"/>
                  </a:lnTo>
                  <a:lnTo>
                    <a:pt x="460" y="1428"/>
                  </a:lnTo>
                  <a:lnTo>
                    <a:pt x="452" y="1421"/>
                  </a:lnTo>
                  <a:lnTo>
                    <a:pt x="443" y="1411"/>
                  </a:lnTo>
                  <a:lnTo>
                    <a:pt x="437" y="1401"/>
                  </a:lnTo>
                  <a:lnTo>
                    <a:pt x="435" y="1396"/>
                  </a:lnTo>
                  <a:lnTo>
                    <a:pt x="432" y="1399"/>
                  </a:lnTo>
                  <a:lnTo>
                    <a:pt x="423" y="1411"/>
                  </a:lnTo>
                  <a:lnTo>
                    <a:pt x="416" y="1418"/>
                  </a:lnTo>
                  <a:lnTo>
                    <a:pt x="411" y="1422"/>
                  </a:lnTo>
                  <a:lnTo>
                    <a:pt x="405" y="1424"/>
                  </a:lnTo>
                  <a:lnTo>
                    <a:pt x="401" y="1422"/>
                  </a:lnTo>
                  <a:lnTo>
                    <a:pt x="398" y="1418"/>
                  </a:lnTo>
                  <a:lnTo>
                    <a:pt x="395" y="1413"/>
                  </a:lnTo>
                  <a:lnTo>
                    <a:pt x="393" y="1406"/>
                  </a:lnTo>
                  <a:lnTo>
                    <a:pt x="392" y="1397"/>
                  </a:lnTo>
                  <a:lnTo>
                    <a:pt x="391" y="1388"/>
                  </a:lnTo>
                  <a:lnTo>
                    <a:pt x="390" y="1379"/>
                  </a:lnTo>
                  <a:lnTo>
                    <a:pt x="390" y="1371"/>
                  </a:lnTo>
                  <a:lnTo>
                    <a:pt x="391" y="1363"/>
                  </a:lnTo>
                  <a:lnTo>
                    <a:pt x="393" y="1357"/>
                  </a:lnTo>
                  <a:lnTo>
                    <a:pt x="395" y="1351"/>
                  </a:lnTo>
                  <a:lnTo>
                    <a:pt x="398" y="1345"/>
                  </a:lnTo>
                  <a:lnTo>
                    <a:pt x="403" y="1341"/>
                  </a:lnTo>
                  <a:lnTo>
                    <a:pt x="407" y="1337"/>
                  </a:lnTo>
                  <a:lnTo>
                    <a:pt x="407" y="1333"/>
                  </a:lnTo>
                  <a:lnTo>
                    <a:pt x="404" y="1329"/>
                  </a:lnTo>
                  <a:lnTo>
                    <a:pt x="400" y="1325"/>
                  </a:lnTo>
                  <a:lnTo>
                    <a:pt x="398" y="1318"/>
                  </a:lnTo>
                  <a:lnTo>
                    <a:pt x="397" y="1310"/>
                  </a:lnTo>
                  <a:lnTo>
                    <a:pt x="399" y="1300"/>
                  </a:lnTo>
                  <a:lnTo>
                    <a:pt x="407" y="1287"/>
                  </a:lnTo>
                  <a:lnTo>
                    <a:pt x="416" y="1276"/>
                  </a:lnTo>
                  <a:lnTo>
                    <a:pt x="422" y="1268"/>
                  </a:lnTo>
                  <a:lnTo>
                    <a:pt x="427" y="1265"/>
                  </a:lnTo>
                  <a:lnTo>
                    <a:pt x="428" y="1265"/>
                  </a:lnTo>
                  <a:lnTo>
                    <a:pt x="426" y="1266"/>
                  </a:lnTo>
                  <a:lnTo>
                    <a:pt x="419" y="1268"/>
                  </a:lnTo>
                  <a:lnTo>
                    <a:pt x="407" y="1270"/>
                  </a:lnTo>
                  <a:lnTo>
                    <a:pt x="389" y="1270"/>
                  </a:lnTo>
                  <a:lnTo>
                    <a:pt x="371" y="1271"/>
                  </a:lnTo>
                  <a:lnTo>
                    <a:pt x="358" y="1276"/>
                  </a:lnTo>
                  <a:lnTo>
                    <a:pt x="348" y="1282"/>
                  </a:lnTo>
                  <a:lnTo>
                    <a:pt x="341" y="1288"/>
                  </a:lnTo>
                  <a:lnTo>
                    <a:pt x="336" y="1292"/>
                  </a:lnTo>
                  <a:lnTo>
                    <a:pt x="333" y="1294"/>
                  </a:lnTo>
                  <a:lnTo>
                    <a:pt x="329" y="1291"/>
                  </a:lnTo>
                  <a:lnTo>
                    <a:pt x="325" y="1282"/>
                  </a:lnTo>
                  <a:lnTo>
                    <a:pt x="321" y="1270"/>
                  </a:lnTo>
                  <a:lnTo>
                    <a:pt x="317" y="1263"/>
                  </a:lnTo>
                  <a:lnTo>
                    <a:pt x="313" y="1257"/>
                  </a:lnTo>
                  <a:lnTo>
                    <a:pt x="310" y="1253"/>
                  </a:lnTo>
                  <a:lnTo>
                    <a:pt x="305" y="1250"/>
                  </a:lnTo>
                  <a:lnTo>
                    <a:pt x="301" y="1248"/>
                  </a:lnTo>
                  <a:lnTo>
                    <a:pt x="296" y="1245"/>
                  </a:lnTo>
                  <a:lnTo>
                    <a:pt x="291" y="1242"/>
                  </a:lnTo>
                  <a:lnTo>
                    <a:pt x="286" y="1238"/>
                  </a:lnTo>
                  <a:lnTo>
                    <a:pt x="283" y="1235"/>
                  </a:lnTo>
                  <a:lnTo>
                    <a:pt x="281" y="1232"/>
                  </a:lnTo>
                  <a:lnTo>
                    <a:pt x="282" y="1229"/>
                  </a:lnTo>
                  <a:lnTo>
                    <a:pt x="284" y="1225"/>
                  </a:lnTo>
                  <a:lnTo>
                    <a:pt x="289" y="1219"/>
                  </a:lnTo>
                  <a:lnTo>
                    <a:pt x="296" y="1213"/>
                  </a:lnTo>
                  <a:lnTo>
                    <a:pt x="305" y="1205"/>
                  </a:lnTo>
                  <a:lnTo>
                    <a:pt x="314" y="1198"/>
                  </a:lnTo>
                  <a:lnTo>
                    <a:pt x="319" y="1194"/>
                  </a:lnTo>
                  <a:lnTo>
                    <a:pt x="320" y="1192"/>
                  </a:lnTo>
                  <a:lnTo>
                    <a:pt x="320" y="1190"/>
                  </a:lnTo>
                  <a:lnTo>
                    <a:pt x="318" y="1189"/>
                  </a:lnTo>
                  <a:lnTo>
                    <a:pt x="317" y="1185"/>
                  </a:lnTo>
                  <a:lnTo>
                    <a:pt x="316" y="1178"/>
                  </a:lnTo>
                  <a:lnTo>
                    <a:pt x="317" y="1166"/>
                  </a:lnTo>
                  <a:lnTo>
                    <a:pt x="320" y="1155"/>
                  </a:lnTo>
                  <a:lnTo>
                    <a:pt x="323" y="1148"/>
                  </a:lnTo>
                  <a:lnTo>
                    <a:pt x="328" y="1145"/>
                  </a:lnTo>
                  <a:lnTo>
                    <a:pt x="333" y="1143"/>
                  </a:lnTo>
                  <a:lnTo>
                    <a:pt x="340" y="1143"/>
                  </a:lnTo>
                  <a:lnTo>
                    <a:pt x="347" y="1143"/>
                  </a:lnTo>
                  <a:lnTo>
                    <a:pt x="357" y="1141"/>
                  </a:lnTo>
                  <a:lnTo>
                    <a:pt x="367" y="1138"/>
                  </a:lnTo>
                  <a:lnTo>
                    <a:pt x="376" y="1132"/>
                  </a:lnTo>
                  <a:lnTo>
                    <a:pt x="382" y="1124"/>
                  </a:lnTo>
                  <a:lnTo>
                    <a:pt x="386" y="1115"/>
                  </a:lnTo>
                  <a:lnTo>
                    <a:pt x="388" y="1106"/>
                  </a:lnTo>
                  <a:lnTo>
                    <a:pt x="388" y="1098"/>
                  </a:lnTo>
                  <a:lnTo>
                    <a:pt x="388" y="1091"/>
                  </a:lnTo>
                  <a:lnTo>
                    <a:pt x="387" y="1087"/>
                  </a:lnTo>
                  <a:lnTo>
                    <a:pt x="387" y="1085"/>
                  </a:lnTo>
                  <a:lnTo>
                    <a:pt x="386" y="1083"/>
                  </a:lnTo>
                  <a:lnTo>
                    <a:pt x="383" y="1079"/>
                  </a:lnTo>
                  <a:lnTo>
                    <a:pt x="378" y="1072"/>
                  </a:lnTo>
                  <a:lnTo>
                    <a:pt x="371" y="1063"/>
                  </a:lnTo>
                  <a:lnTo>
                    <a:pt x="364" y="1055"/>
                  </a:lnTo>
                  <a:lnTo>
                    <a:pt x="357" y="1048"/>
                  </a:lnTo>
                  <a:lnTo>
                    <a:pt x="349" y="1041"/>
                  </a:lnTo>
                  <a:lnTo>
                    <a:pt x="342" y="1037"/>
                  </a:lnTo>
                  <a:lnTo>
                    <a:pt x="336" y="1032"/>
                  </a:lnTo>
                  <a:lnTo>
                    <a:pt x="332" y="1023"/>
                  </a:lnTo>
                  <a:lnTo>
                    <a:pt x="329" y="1012"/>
                  </a:lnTo>
                  <a:lnTo>
                    <a:pt x="327" y="1000"/>
                  </a:lnTo>
                  <a:lnTo>
                    <a:pt x="326" y="989"/>
                  </a:lnTo>
                  <a:lnTo>
                    <a:pt x="325" y="979"/>
                  </a:lnTo>
                  <a:lnTo>
                    <a:pt x="325" y="973"/>
                  </a:lnTo>
                  <a:lnTo>
                    <a:pt x="325" y="969"/>
                  </a:lnTo>
                  <a:lnTo>
                    <a:pt x="324" y="969"/>
                  </a:lnTo>
                  <a:lnTo>
                    <a:pt x="322" y="968"/>
                  </a:lnTo>
                  <a:lnTo>
                    <a:pt x="319" y="966"/>
                  </a:lnTo>
                  <a:lnTo>
                    <a:pt x="315" y="964"/>
                  </a:lnTo>
                  <a:lnTo>
                    <a:pt x="309" y="961"/>
                  </a:lnTo>
                  <a:lnTo>
                    <a:pt x="303" y="958"/>
                  </a:lnTo>
                  <a:lnTo>
                    <a:pt x="297" y="954"/>
                  </a:lnTo>
                  <a:lnTo>
                    <a:pt x="291" y="950"/>
                  </a:lnTo>
                  <a:lnTo>
                    <a:pt x="284" y="946"/>
                  </a:lnTo>
                  <a:lnTo>
                    <a:pt x="277" y="941"/>
                  </a:lnTo>
                  <a:lnTo>
                    <a:pt x="268" y="935"/>
                  </a:lnTo>
                  <a:lnTo>
                    <a:pt x="261" y="930"/>
                  </a:lnTo>
                  <a:lnTo>
                    <a:pt x="253" y="924"/>
                  </a:lnTo>
                  <a:lnTo>
                    <a:pt x="248" y="917"/>
                  </a:lnTo>
                  <a:lnTo>
                    <a:pt x="246" y="912"/>
                  </a:lnTo>
                  <a:lnTo>
                    <a:pt x="246" y="907"/>
                  </a:lnTo>
                  <a:lnTo>
                    <a:pt x="248" y="902"/>
                  </a:lnTo>
                  <a:lnTo>
                    <a:pt x="251" y="898"/>
                  </a:lnTo>
                  <a:lnTo>
                    <a:pt x="254" y="894"/>
                  </a:lnTo>
                  <a:lnTo>
                    <a:pt x="256" y="889"/>
                  </a:lnTo>
                  <a:lnTo>
                    <a:pt x="260" y="883"/>
                  </a:lnTo>
                  <a:lnTo>
                    <a:pt x="263" y="876"/>
                  </a:lnTo>
                  <a:lnTo>
                    <a:pt x="265" y="867"/>
                  </a:lnTo>
                  <a:lnTo>
                    <a:pt x="267" y="857"/>
                  </a:lnTo>
                  <a:lnTo>
                    <a:pt x="269" y="846"/>
                  </a:lnTo>
                  <a:lnTo>
                    <a:pt x="269" y="837"/>
                  </a:lnTo>
                  <a:lnTo>
                    <a:pt x="270" y="829"/>
                  </a:lnTo>
                  <a:lnTo>
                    <a:pt x="270" y="822"/>
                  </a:lnTo>
                  <a:lnTo>
                    <a:pt x="270" y="816"/>
                  </a:lnTo>
                  <a:lnTo>
                    <a:pt x="269" y="812"/>
                  </a:lnTo>
                  <a:lnTo>
                    <a:pt x="269" y="810"/>
                  </a:lnTo>
                  <a:lnTo>
                    <a:pt x="269" y="809"/>
                  </a:lnTo>
                  <a:lnTo>
                    <a:pt x="269" y="808"/>
                  </a:lnTo>
                  <a:lnTo>
                    <a:pt x="270" y="804"/>
                  </a:lnTo>
                  <a:lnTo>
                    <a:pt x="271" y="798"/>
                  </a:lnTo>
                  <a:lnTo>
                    <a:pt x="271" y="792"/>
                  </a:lnTo>
                  <a:lnTo>
                    <a:pt x="271" y="785"/>
                  </a:lnTo>
                  <a:lnTo>
                    <a:pt x="269" y="778"/>
                  </a:lnTo>
                  <a:lnTo>
                    <a:pt x="266" y="772"/>
                  </a:lnTo>
                  <a:lnTo>
                    <a:pt x="261" y="767"/>
                  </a:lnTo>
                  <a:lnTo>
                    <a:pt x="255" y="765"/>
                  </a:lnTo>
                  <a:lnTo>
                    <a:pt x="250" y="765"/>
                  </a:lnTo>
                  <a:lnTo>
                    <a:pt x="246" y="765"/>
                  </a:lnTo>
                  <a:lnTo>
                    <a:pt x="242" y="764"/>
                  </a:lnTo>
                  <a:lnTo>
                    <a:pt x="237" y="760"/>
                  </a:lnTo>
                  <a:lnTo>
                    <a:pt x="231" y="753"/>
                  </a:lnTo>
                  <a:lnTo>
                    <a:pt x="223" y="740"/>
                  </a:lnTo>
                  <a:lnTo>
                    <a:pt x="214" y="720"/>
                  </a:lnTo>
                  <a:lnTo>
                    <a:pt x="205" y="699"/>
                  </a:lnTo>
                  <a:lnTo>
                    <a:pt x="200" y="684"/>
                  </a:lnTo>
                  <a:lnTo>
                    <a:pt x="199" y="676"/>
                  </a:lnTo>
                  <a:lnTo>
                    <a:pt x="198" y="673"/>
                  </a:lnTo>
                  <a:lnTo>
                    <a:pt x="198" y="675"/>
                  </a:lnTo>
                  <a:lnTo>
                    <a:pt x="197" y="681"/>
                  </a:lnTo>
                  <a:lnTo>
                    <a:pt x="194" y="691"/>
                  </a:lnTo>
                  <a:lnTo>
                    <a:pt x="188" y="705"/>
                  </a:lnTo>
                  <a:lnTo>
                    <a:pt x="180" y="720"/>
                  </a:lnTo>
                  <a:lnTo>
                    <a:pt x="172" y="732"/>
                  </a:lnTo>
                  <a:lnTo>
                    <a:pt x="165" y="740"/>
                  </a:lnTo>
                  <a:lnTo>
                    <a:pt x="159" y="747"/>
                  </a:lnTo>
                  <a:lnTo>
                    <a:pt x="152" y="751"/>
                  </a:lnTo>
                  <a:lnTo>
                    <a:pt x="146" y="752"/>
                  </a:lnTo>
                  <a:lnTo>
                    <a:pt x="141" y="751"/>
                  </a:lnTo>
                  <a:lnTo>
                    <a:pt x="137" y="747"/>
                  </a:lnTo>
                  <a:lnTo>
                    <a:pt x="133" y="741"/>
                  </a:lnTo>
                  <a:lnTo>
                    <a:pt x="130" y="732"/>
                  </a:lnTo>
                  <a:lnTo>
                    <a:pt x="126" y="724"/>
                  </a:lnTo>
                  <a:lnTo>
                    <a:pt x="123" y="716"/>
                  </a:lnTo>
                  <a:lnTo>
                    <a:pt x="119" y="712"/>
                  </a:lnTo>
                  <a:lnTo>
                    <a:pt x="114" y="714"/>
                  </a:lnTo>
                  <a:lnTo>
                    <a:pt x="109" y="724"/>
                  </a:lnTo>
                  <a:lnTo>
                    <a:pt x="101" y="742"/>
                  </a:lnTo>
                  <a:lnTo>
                    <a:pt x="92" y="759"/>
                  </a:lnTo>
                  <a:lnTo>
                    <a:pt x="82" y="766"/>
                  </a:lnTo>
                  <a:lnTo>
                    <a:pt x="70" y="764"/>
                  </a:lnTo>
                  <a:lnTo>
                    <a:pt x="58" y="758"/>
                  </a:lnTo>
                  <a:lnTo>
                    <a:pt x="46" y="749"/>
                  </a:lnTo>
                  <a:lnTo>
                    <a:pt x="37" y="739"/>
                  </a:lnTo>
                  <a:lnTo>
                    <a:pt x="30" y="731"/>
                  </a:lnTo>
                  <a:lnTo>
                    <a:pt x="28" y="728"/>
                  </a:lnTo>
                  <a:lnTo>
                    <a:pt x="27" y="727"/>
                  </a:lnTo>
                  <a:lnTo>
                    <a:pt x="25" y="723"/>
                  </a:lnTo>
                  <a:lnTo>
                    <a:pt x="23" y="717"/>
                  </a:lnTo>
                  <a:lnTo>
                    <a:pt x="21" y="712"/>
                  </a:lnTo>
                  <a:lnTo>
                    <a:pt x="19" y="706"/>
                  </a:lnTo>
                  <a:lnTo>
                    <a:pt x="20" y="700"/>
                  </a:lnTo>
                  <a:lnTo>
                    <a:pt x="22" y="696"/>
                  </a:lnTo>
                  <a:lnTo>
                    <a:pt x="28" y="694"/>
                  </a:lnTo>
                  <a:lnTo>
                    <a:pt x="35" y="691"/>
                  </a:lnTo>
                  <a:lnTo>
                    <a:pt x="43" y="686"/>
                  </a:lnTo>
                  <a:lnTo>
                    <a:pt x="49" y="678"/>
                  </a:lnTo>
                  <a:lnTo>
                    <a:pt x="54" y="668"/>
                  </a:lnTo>
                  <a:lnTo>
                    <a:pt x="58" y="658"/>
                  </a:lnTo>
                  <a:lnTo>
                    <a:pt x="58" y="648"/>
                  </a:lnTo>
                  <a:lnTo>
                    <a:pt x="55" y="638"/>
                  </a:lnTo>
                  <a:lnTo>
                    <a:pt x="50" y="630"/>
                  </a:lnTo>
                  <a:lnTo>
                    <a:pt x="44" y="623"/>
                  </a:lnTo>
                  <a:lnTo>
                    <a:pt x="39" y="618"/>
                  </a:lnTo>
                  <a:lnTo>
                    <a:pt x="35" y="614"/>
                  </a:lnTo>
                  <a:lnTo>
                    <a:pt x="32" y="610"/>
                  </a:lnTo>
                  <a:lnTo>
                    <a:pt x="30" y="607"/>
                  </a:lnTo>
                  <a:lnTo>
                    <a:pt x="29" y="603"/>
                  </a:lnTo>
                  <a:lnTo>
                    <a:pt x="28" y="597"/>
                  </a:lnTo>
                  <a:lnTo>
                    <a:pt x="28" y="590"/>
                  </a:lnTo>
                  <a:lnTo>
                    <a:pt x="28" y="582"/>
                  </a:lnTo>
                  <a:lnTo>
                    <a:pt x="27" y="576"/>
                  </a:lnTo>
                  <a:lnTo>
                    <a:pt x="26" y="571"/>
                  </a:lnTo>
                  <a:lnTo>
                    <a:pt x="26" y="564"/>
                  </a:lnTo>
                  <a:lnTo>
                    <a:pt x="26" y="559"/>
                  </a:lnTo>
                  <a:lnTo>
                    <a:pt x="27" y="554"/>
                  </a:lnTo>
                  <a:lnTo>
                    <a:pt x="30" y="548"/>
                  </a:lnTo>
                  <a:lnTo>
                    <a:pt x="34" y="540"/>
                  </a:lnTo>
                  <a:lnTo>
                    <a:pt x="39" y="532"/>
                  </a:lnTo>
                  <a:lnTo>
                    <a:pt x="45" y="524"/>
                  </a:lnTo>
                  <a:lnTo>
                    <a:pt x="51" y="516"/>
                  </a:lnTo>
                  <a:lnTo>
                    <a:pt x="56" y="510"/>
                  </a:lnTo>
                  <a:lnTo>
                    <a:pt x="61" y="504"/>
                  </a:lnTo>
                  <a:lnTo>
                    <a:pt x="65" y="500"/>
                  </a:lnTo>
                  <a:lnTo>
                    <a:pt x="67" y="498"/>
                  </a:lnTo>
                  <a:lnTo>
                    <a:pt x="68" y="497"/>
                  </a:lnTo>
                  <a:lnTo>
                    <a:pt x="69" y="497"/>
                  </a:lnTo>
                  <a:lnTo>
                    <a:pt x="72" y="499"/>
                  </a:lnTo>
                  <a:lnTo>
                    <a:pt x="75" y="501"/>
                  </a:lnTo>
                  <a:lnTo>
                    <a:pt x="80" y="504"/>
                  </a:lnTo>
                  <a:lnTo>
                    <a:pt x="85" y="509"/>
                  </a:lnTo>
                  <a:lnTo>
                    <a:pt x="90" y="514"/>
                  </a:lnTo>
                  <a:lnTo>
                    <a:pt x="94" y="522"/>
                  </a:lnTo>
                  <a:lnTo>
                    <a:pt x="98" y="531"/>
                  </a:lnTo>
                  <a:lnTo>
                    <a:pt x="102" y="539"/>
                  </a:lnTo>
                  <a:lnTo>
                    <a:pt x="109" y="544"/>
                  </a:lnTo>
                  <a:lnTo>
                    <a:pt x="116" y="548"/>
                  </a:lnTo>
                  <a:lnTo>
                    <a:pt x="124" y="550"/>
                  </a:lnTo>
                  <a:lnTo>
                    <a:pt x="132" y="550"/>
                  </a:lnTo>
                  <a:lnTo>
                    <a:pt x="140" y="551"/>
                  </a:lnTo>
                  <a:lnTo>
                    <a:pt x="147" y="551"/>
                  </a:lnTo>
                  <a:lnTo>
                    <a:pt x="154" y="551"/>
                  </a:lnTo>
                  <a:lnTo>
                    <a:pt x="161" y="553"/>
                  </a:lnTo>
                  <a:lnTo>
                    <a:pt x="166" y="557"/>
                  </a:lnTo>
                  <a:lnTo>
                    <a:pt x="170" y="562"/>
                  </a:lnTo>
                  <a:lnTo>
                    <a:pt x="173" y="570"/>
                  </a:lnTo>
                  <a:lnTo>
                    <a:pt x="176" y="579"/>
                  </a:lnTo>
                  <a:lnTo>
                    <a:pt x="179" y="589"/>
                  </a:lnTo>
                  <a:lnTo>
                    <a:pt x="181" y="600"/>
                  </a:lnTo>
                  <a:lnTo>
                    <a:pt x="182" y="612"/>
                  </a:lnTo>
                  <a:lnTo>
                    <a:pt x="183" y="622"/>
                  </a:lnTo>
                  <a:lnTo>
                    <a:pt x="185" y="626"/>
                  </a:lnTo>
                  <a:lnTo>
                    <a:pt x="186" y="625"/>
                  </a:lnTo>
                  <a:lnTo>
                    <a:pt x="188" y="621"/>
                  </a:lnTo>
                  <a:lnTo>
                    <a:pt x="189" y="613"/>
                  </a:lnTo>
                  <a:lnTo>
                    <a:pt x="190" y="605"/>
                  </a:lnTo>
                  <a:lnTo>
                    <a:pt x="191" y="596"/>
                  </a:lnTo>
                  <a:lnTo>
                    <a:pt x="191" y="587"/>
                  </a:lnTo>
                  <a:lnTo>
                    <a:pt x="191" y="580"/>
                  </a:lnTo>
                  <a:lnTo>
                    <a:pt x="193" y="574"/>
                  </a:lnTo>
                  <a:lnTo>
                    <a:pt x="195" y="570"/>
                  </a:lnTo>
                  <a:lnTo>
                    <a:pt x="198" y="567"/>
                  </a:lnTo>
                  <a:lnTo>
                    <a:pt x="202" y="567"/>
                  </a:lnTo>
                  <a:lnTo>
                    <a:pt x="208" y="570"/>
                  </a:lnTo>
                  <a:lnTo>
                    <a:pt x="214" y="574"/>
                  </a:lnTo>
                  <a:lnTo>
                    <a:pt x="222" y="579"/>
                  </a:lnTo>
                  <a:lnTo>
                    <a:pt x="230" y="583"/>
                  </a:lnTo>
                  <a:lnTo>
                    <a:pt x="239" y="582"/>
                  </a:lnTo>
                  <a:lnTo>
                    <a:pt x="247" y="579"/>
                  </a:lnTo>
                  <a:lnTo>
                    <a:pt x="255" y="575"/>
                  </a:lnTo>
                  <a:lnTo>
                    <a:pt x="264" y="571"/>
                  </a:lnTo>
                  <a:lnTo>
                    <a:pt x="271" y="570"/>
                  </a:lnTo>
                  <a:lnTo>
                    <a:pt x="277" y="572"/>
                  </a:lnTo>
                  <a:lnTo>
                    <a:pt x="283" y="579"/>
                  </a:lnTo>
                  <a:lnTo>
                    <a:pt x="287" y="589"/>
                  </a:lnTo>
                  <a:lnTo>
                    <a:pt x="291" y="599"/>
                  </a:lnTo>
                  <a:lnTo>
                    <a:pt x="293" y="608"/>
                  </a:lnTo>
                  <a:lnTo>
                    <a:pt x="295" y="617"/>
                  </a:lnTo>
                  <a:lnTo>
                    <a:pt x="298" y="626"/>
                  </a:lnTo>
                  <a:lnTo>
                    <a:pt x="301" y="634"/>
                  </a:lnTo>
                  <a:lnTo>
                    <a:pt x="307" y="640"/>
                  </a:lnTo>
                  <a:lnTo>
                    <a:pt x="314" y="646"/>
                  </a:lnTo>
                  <a:lnTo>
                    <a:pt x="322" y="652"/>
                  </a:lnTo>
                  <a:lnTo>
                    <a:pt x="328" y="658"/>
                  </a:lnTo>
                  <a:lnTo>
                    <a:pt x="334" y="664"/>
                  </a:lnTo>
                  <a:lnTo>
                    <a:pt x="339" y="670"/>
                  </a:lnTo>
                  <a:lnTo>
                    <a:pt x="342" y="675"/>
                  </a:lnTo>
                  <a:lnTo>
                    <a:pt x="345" y="679"/>
                  </a:lnTo>
                  <a:lnTo>
                    <a:pt x="346" y="682"/>
                  </a:lnTo>
                  <a:lnTo>
                    <a:pt x="347" y="683"/>
                  </a:lnTo>
                  <a:lnTo>
                    <a:pt x="346" y="681"/>
                  </a:lnTo>
                  <a:lnTo>
                    <a:pt x="342" y="677"/>
                  </a:lnTo>
                  <a:lnTo>
                    <a:pt x="337" y="668"/>
                  </a:lnTo>
                  <a:lnTo>
                    <a:pt x="331" y="657"/>
                  </a:lnTo>
                  <a:lnTo>
                    <a:pt x="324" y="645"/>
                  </a:lnTo>
                  <a:lnTo>
                    <a:pt x="319" y="630"/>
                  </a:lnTo>
                  <a:lnTo>
                    <a:pt x="314" y="612"/>
                  </a:lnTo>
                  <a:lnTo>
                    <a:pt x="312" y="593"/>
                  </a:lnTo>
                  <a:lnTo>
                    <a:pt x="311" y="576"/>
                  </a:lnTo>
                  <a:lnTo>
                    <a:pt x="310" y="561"/>
                  </a:lnTo>
                  <a:lnTo>
                    <a:pt x="308" y="551"/>
                  </a:lnTo>
                  <a:lnTo>
                    <a:pt x="304" y="545"/>
                  </a:lnTo>
                  <a:lnTo>
                    <a:pt x="299" y="541"/>
                  </a:lnTo>
                  <a:lnTo>
                    <a:pt x="293" y="540"/>
                  </a:lnTo>
                  <a:lnTo>
                    <a:pt x="284" y="542"/>
                  </a:lnTo>
                  <a:lnTo>
                    <a:pt x="272" y="545"/>
                  </a:lnTo>
                  <a:lnTo>
                    <a:pt x="258" y="548"/>
                  </a:lnTo>
                  <a:lnTo>
                    <a:pt x="244" y="548"/>
                  </a:lnTo>
                  <a:lnTo>
                    <a:pt x="231" y="547"/>
                  </a:lnTo>
                  <a:lnTo>
                    <a:pt x="219" y="544"/>
                  </a:lnTo>
                  <a:lnTo>
                    <a:pt x="206" y="540"/>
                  </a:lnTo>
                  <a:lnTo>
                    <a:pt x="196" y="535"/>
                  </a:lnTo>
                  <a:lnTo>
                    <a:pt x="187" y="529"/>
                  </a:lnTo>
                  <a:lnTo>
                    <a:pt x="180" y="523"/>
                  </a:lnTo>
                  <a:lnTo>
                    <a:pt x="172" y="517"/>
                  </a:lnTo>
                  <a:lnTo>
                    <a:pt x="163" y="514"/>
                  </a:lnTo>
                  <a:lnTo>
                    <a:pt x="150" y="512"/>
                  </a:lnTo>
                  <a:lnTo>
                    <a:pt x="138" y="511"/>
                  </a:lnTo>
                  <a:lnTo>
                    <a:pt x="126" y="509"/>
                  </a:lnTo>
                  <a:lnTo>
                    <a:pt x="114" y="507"/>
                  </a:lnTo>
                  <a:lnTo>
                    <a:pt x="102" y="502"/>
                  </a:lnTo>
                  <a:lnTo>
                    <a:pt x="93" y="495"/>
                  </a:lnTo>
                  <a:lnTo>
                    <a:pt x="86" y="487"/>
                  </a:lnTo>
                  <a:lnTo>
                    <a:pt x="81" y="479"/>
                  </a:lnTo>
                  <a:lnTo>
                    <a:pt x="78" y="472"/>
                  </a:lnTo>
                  <a:lnTo>
                    <a:pt x="76" y="464"/>
                  </a:lnTo>
                  <a:lnTo>
                    <a:pt x="76" y="459"/>
                  </a:lnTo>
                  <a:lnTo>
                    <a:pt x="76" y="455"/>
                  </a:lnTo>
                  <a:lnTo>
                    <a:pt x="76" y="453"/>
                  </a:lnTo>
                  <a:lnTo>
                    <a:pt x="76" y="452"/>
                  </a:lnTo>
                  <a:lnTo>
                    <a:pt x="75" y="451"/>
                  </a:lnTo>
                  <a:lnTo>
                    <a:pt x="74" y="449"/>
                  </a:lnTo>
                  <a:lnTo>
                    <a:pt x="72" y="448"/>
                  </a:lnTo>
                  <a:lnTo>
                    <a:pt x="68" y="446"/>
                  </a:lnTo>
                  <a:lnTo>
                    <a:pt x="62" y="444"/>
                  </a:lnTo>
                  <a:lnTo>
                    <a:pt x="53" y="442"/>
                  </a:lnTo>
                  <a:lnTo>
                    <a:pt x="42" y="441"/>
                  </a:lnTo>
                  <a:lnTo>
                    <a:pt x="32" y="440"/>
                  </a:lnTo>
                  <a:lnTo>
                    <a:pt x="26" y="437"/>
                  </a:lnTo>
                  <a:lnTo>
                    <a:pt x="22" y="435"/>
                  </a:lnTo>
                  <a:lnTo>
                    <a:pt x="20" y="434"/>
                  </a:lnTo>
                  <a:lnTo>
                    <a:pt x="18" y="435"/>
                  </a:lnTo>
                  <a:lnTo>
                    <a:pt x="15" y="438"/>
                  </a:lnTo>
                  <a:lnTo>
                    <a:pt x="10" y="444"/>
                  </a:lnTo>
                  <a:lnTo>
                    <a:pt x="0" y="455"/>
                  </a:lnTo>
                  <a:lnTo>
                    <a:pt x="3" y="442"/>
                  </a:lnTo>
                  <a:lnTo>
                    <a:pt x="5" y="432"/>
                  </a:lnTo>
                  <a:lnTo>
                    <a:pt x="5" y="424"/>
                  </a:lnTo>
                  <a:lnTo>
                    <a:pt x="5" y="417"/>
                  </a:lnTo>
                  <a:lnTo>
                    <a:pt x="4" y="413"/>
                  </a:lnTo>
                  <a:lnTo>
                    <a:pt x="4" y="410"/>
                  </a:lnTo>
                  <a:lnTo>
                    <a:pt x="5" y="408"/>
                  </a:lnTo>
                  <a:lnTo>
                    <a:pt x="8" y="407"/>
                  </a:lnTo>
                  <a:lnTo>
                    <a:pt x="12" y="404"/>
                  </a:lnTo>
                  <a:lnTo>
                    <a:pt x="17" y="397"/>
                  </a:lnTo>
                  <a:lnTo>
                    <a:pt x="23" y="389"/>
                  </a:lnTo>
                  <a:lnTo>
                    <a:pt x="28" y="379"/>
                  </a:lnTo>
                  <a:lnTo>
                    <a:pt x="33" y="368"/>
                  </a:lnTo>
                  <a:lnTo>
                    <a:pt x="36" y="357"/>
                  </a:lnTo>
                  <a:lnTo>
                    <a:pt x="39" y="349"/>
                  </a:lnTo>
                  <a:lnTo>
                    <a:pt x="40" y="342"/>
                  </a:lnTo>
                  <a:lnTo>
                    <a:pt x="41" y="335"/>
                  </a:lnTo>
                  <a:lnTo>
                    <a:pt x="45" y="324"/>
                  </a:lnTo>
                  <a:lnTo>
                    <a:pt x="49" y="311"/>
                  </a:lnTo>
                  <a:lnTo>
                    <a:pt x="55" y="298"/>
                  </a:lnTo>
                  <a:lnTo>
                    <a:pt x="62" y="285"/>
                  </a:lnTo>
                  <a:lnTo>
                    <a:pt x="66" y="275"/>
                  </a:lnTo>
                  <a:lnTo>
                    <a:pt x="70" y="268"/>
                  </a:lnTo>
                  <a:lnTo>
                    <a:pt x="71" y="264"/>
                  </a:lnTo>
                  <a:lnTo>
                    <a:pt x="73" y="263"/>
                  </a:lnTo>
                  <a:lnTo>
                    <a:pt x="79" y="260"/>
                  </a:lnTo>
                  <a:lnTo>
                    <a:pt x="87" y="255"/>
                  </a:lnTo>
                  <a:lnTo>
                    <a:pt x="97" y="249"/>
                  </a:lnTo>
                  <a:lnTo>
                    <a:pt x="108" y="242"/>
                  </a:lnTo>
                  <a:lnTo>
                    <a:pt x="119" y="235"/>
                  </a:lnTo>
                  <a:lnTo>
                    <a:pt x="129" y="228"/>
                  </a:lnTo>
                  <a:lnTo>
                    <a:pt x="138" y="222"/>
                  </a:lnTo>
                  <a:lnTo>
                    <a:pt x="144" y="213"/>
                  </a:lnTo>
                  <a:lnTo>
                    <a:pt x="148" y="203"/>
                  </a:lnTo>
                  <a:lnTo>
                    <a:pt x="152" y="191"/>
                  </a:lnTo>
                  <a:lnTo>
                    <a:pt x="155" y="179"/>
                  </a:lnTo>
                  <a:lnTo>
                    <a:pt x="159" y="168"/>
                  </a:lnTo>
                  <a:lnTo>
                    <a:pt x="162" y="156"/>
                  </a:lnTo>
                  <a:lnTo>
                    <a:pt x="166" y="147"/>
                  </a:lnTo>
                  <a:lnTo>
                    <a:pt x="171" y="140"/>
                  </a:lnTo>
                  <a:lnTo>
                    <a:pt x="177" y="136"/>
                  </a:lnTo>
                  <a:lnTo>
                    <a:pt x="185" y="133"/>
                  </a:lnTo>
                  <a:lnTo>
                    <a:pt x="192" y="130"/>
                  </a:lnTo>
                  <a:lnTo>
                    <a:pt x="200" y="129"/>
                  </a:lnTo>
                  <a:lnTo>
                    <a:pt x="208" y="127"/>
                  </a:lnTo>
                  <a:lnTo>
                    <a:pt x="215" y="125"/>
                  </a:lnTo>
                  <a:lnTo>
                    <a:pt x="221" y="121"/>
                  </a:lnTo>
                  <a:lnTo>
                    <a:pt x="226" y="115"/>
                  </a:lnTo>
                  <a:lnTo>
                    <a:pt x="230" y="109"/>
                  </a:lnTo>
                  <a:lnTo>
                    <a:pt x="236" y="102"/>
                  </a:lnTo>
                  <a:lnTo>
                    <a:pt x="242" y="96"/>
                  </a:lnTo>
                  <a:lnTo>
                    <a:pt x="249" y="90"/>
                  </a:lnTo>
                  <a:lnTo>
                    <a:pt x="258" y="85"/>
                  </a:lnTo>
                  <a:lnTo>
                    <a:pt x="266" y="82"/>
                  </a:lnTo>
                  <a:lnTo>
                    <a:pt x="273" y="80"/>
                  </a:lnTo>
                  <a:lnTo>
                    <a:pt x="281" y="81"/>
                  </a:lnTo>
                  <a:lnTo>
                    <a:pt x="288" y="83"/>
                  </a:lnTo>
                  <a:lnTo>
                    <a:pt x="296" y="85"/>
                  </a:lnTo>
                  <a:lnTo>
                    <a:pt x="304" y="86"/>
                  </a:lnTo>
                  <a:lnTo>
                    <a:pt x="314" y="86"/>
                  </a:lnTo>
                  <a:lnTo>
                    <a:pt x="323" y="85"/>
                  </a:lnTo>
                  <a:lnTo>
                    <a:pt x="331" y="83"/>
                  </a:lnTo>
                  <a:lnTo>
                    <a:pt x="339" y="78"/>
                  </a:lnTo>
                  <a:lnTo>
                    <a:pt x="346" y="71"/>
                  </a:lnTo>
                  <a:lnTo>
                    <a:pt x="353" y="63"/>
                  </a:lnTo>
                  <a:lnTo>
                    <a:pt x="361" y="57"/>
                  </a:lnTo>
                  <a:lnTo>
                    <a:pt x="370" y="53"/>
                  </a:lnTo>
                  <a:lnTo>
                    <a:pt x="378" y="50"/>
                  </a:lnTo>
                  <a:lnTo>
                    <a:pt x="387" y="49"/>
                  </a:lnTo>
                  <a:lnTo>
                    <a:pt x="396" y="50"/>
                  </a:lnTo>
                  <a:lnTo>
                    <a:pt x="404" y="52"/>
                  </a:lnTo>
                  <a:lnTo>
                    <a:pt x="412" y="56"/>
                  </a:lnTo>
                  <a:lnTo>
                    <a:pt x="420" y="59"/>
                  </a:lnTo>
                  <a:lnTo>
                    <a:pt x="428" y="60"/>
                  </a:lnTo>
                  <a:lnTo>
                    <a:pt x="437" y="60"/>
                  </a:lnTo>
                  <a:lnTo>
                    <a:pt x="446" y="59"/>
                  </a:lnTo>
                  <a:lnTo>
                    <a:pt x="455" y="57"/>
                  </a:lnTo>
                  <a:lnTo>
                    <a:pt x="464" y="55"/>
                  </a:lnTo>
                  <a:lnTo>
                    <a:pt x="471" y="52"/>
                  </a:lnTo>
                  <a:lnTo>
                    <a:pt x="477" y="50"/>
                  </a:lnTo>
                  <a:lnTo>
                    <a:pt x="480" y="48"/>
                  </a:lnTo>
                  <a:lnTo>
                    <a:pt x="483" y="44"/>
                  </a:lnTo>
                  <a:lnTo>
                    <a:pt x="486" y="39"/>
                  </a:lnTo>
                  <a:lnTo>
                    <a:pt x="490" y="33"/>
                  </a:lnTo>
                  <a:lnTo>
                    <a:pt x="495" y="26"/>
                  </a:lnTo>
                  <a:lnTo>
                    <a:pt x="499" y="18"/>
                  </a:lnTo>
                  <a:lnTo>
                    <a:pt x="503" y="9"/>
                  </a:lnTo>
                  <a:lnTo>
                    <a:pt x="509" y="0"/>
                  </a:lnTo>
                  <a:lnTo>
                    <a:pt x="513" y="6"/>
                  </a:lnTo>
                  <a:lnTo>
                    <a:pt x="517" y="11"/>
                  </a:lnTo>
                  <a:lnTo>
                    <a:pt x="523" y="16"/>
                  </a:lnTo>
                  <a:lnTo>
                    <a:pt x="530" y="20"/>
                  </a:lnTo>
                  <a:lnTo>
                    <a:pt x="547" y="26"/>
                  </a:lnTo>
                  <a:lnTo>
                    <a:pt x="565" y="28"/>
                  </a:lnTo>
                  <a:lnTo>
                    <a:pt x="581" y="28"/>
                  </a:lnTo>
                  <a:lnTo>
                    <a:pt x="597" y="27"/>
                  </a:lnTo>
                  <a:lnTo>
                    <a:pt x="613" y="28"/>
                  </a:lnTo>
                  <a:lnTo>
                    <a:pt x="627" y="31"/>
                  </a:lnTo>
                  <a:lnTo>
                    <a:pt x="639" y="38"/>
                  </a:lnTo>
                  <a:lnTo>
                    <a:pt x="648" y="50"/>
                  </a:lnTo>
                  <a:lnTo>
                    <a:pt x="657" y="63"/>
                  </a:lnTo>
                  <a:lnTo>
                    <a:pt x="666" y="73"/>
                  </a:lnTo>
                  <a:lnTo>
                    <a:pt x="676" y="79"/>
                  </a:lnTo>
                  <a:lnTo>
                    <a:pt x="687" y="81"/>
                  </a:lnTo>
                  <a:lnTo>
                    <a:pt x="698" y="81"/>
                  </a:lnTo>
                  <a:lnTo>
                    <a:pt x="711" y="80"/>
                  </a:lnTo>
                  <a:lnTo>
                    <a:pt x="725" y="77"/>
                  </a:lnTo>
                  <a:lnTo>
                    <a:pt x="740" y="75"/>
                  </a:lnTo>
                  <a:lnTo>
                    <a:pt x="756" y="74"/>
                  </a:lnTo>
                  <a:lnTo>
                    <a:pt x="769" y="75"/>
                  </a:lnTo>
                  <a:lnTo>
                    <a:pt x="781" y="76"/>
                  </a:lnTo>
                  <a:lnTo>
                    <a:pt x="791" y="79"/>
                  </a:lnTo>
                  <a:lnTo>
                    <a:pt x="798" y="84"/>
                  </a:lnTo>
                  <a:lnTo>
                    <a:pt x="803" y="90"/>
                  </a:lnTo>
                  <a:lnTo>
                    <a:pt x="807" y="97"/>
                  </a:lnTo>
                  <a:lnTo>
                    <a:pt x="808" y="105"/>
                  </a:lnTo>
                  <a:lnTo>
                    <a:pt x="807" y="115"/>
                  </a:lnTo>
                  <a:lnTo>
                    <a:pt x="806" y="126"/>
                  </a:lnTo>
                  <a:lnTo>
                    <a:pt x="804" y="135"/>
                  </a:lnTo>
                  <a:lnTo>
                    <a:pt x="806" y="144"/>
                  </a:lnTo>
                  <a:lnTo>
                    <a:pt x="808" y="151"/>
                  </a:lnTo>
                  <a:lnTo>
                    <a:pt x="813" y="155"/>
                  </a:lnTo>
                  <a:lnTo>
                    <a:pt x="821" y="157"/>
                  </a:lnTo>
                  <a:lnTo>
                    <a:pt x="832" y="156"/>
                  </a:lnTo>
                  <a:lnTo>
                    <a:pt x="844" y="153"/>
                  </a:lnTo>
                  <a:lnTo>
                    <a:pt x="854" y="151"/>
                  </a:lnTo>
                  <a:lnTo>
                    <a:pt x="863" y="149"/>
                  </a:lnTo>
                  <a:lnTo>
                    <a:pt x="870" y="149"/>
                  </a:lnTo>
                  <a:lnTo>
                    <a:pt x="877" y="150"/>
                  </a:lnTo>
                  <a:lnTo>
                    <a:pt x="883" y="154"/>
                  </a:lnTo>
                  <a:lnTo>
                    <a:pt x="889" y="160"/>
                  </a:lnTo>
                  <a:lnTo>
                    <a:pt x="897" y="171"/>
                  </a:lnTo>
                  <a:lnTo>
                    <a:pt x="904" y="182"/>
                  </a:lnTo>
                  <a:lnTo>
                    <a:pt x="911" y="192"/>
                  </a:lnTo>
                  <a:lnTo>
                    <a:pt x="916" y="201"/>
                  </a:lnTo>
                  <a:lnTo>
                    <a:pt x="921" y="209"/>
                  </a:lnTo>
                  <a:lnTo>
                    <a:pt x="926" y="215"/>
                  </a:lnTo>
                  <a:lnTo>
                    <a:pt x="931" y="220"/>
                  </a:lnTo>
                  <a:lnTo>
                    <a:pt x="939" y="222"/>
                  </a:lnTo>
                  <a:lnTo>
                    <a:pt x="948" y="222"/>
                  </a:lnTo>
                  <a:lnTo>
                    <a:pt x="958" y="219"/>
                  </a:lnTo>
                  <a:lnTo>
                    <a:pt x="966" y="214"/>
                  </a:lnTo>
                  <a:lnTo>
                    <a:pt x="973" y="210"/>
                  </a:lnTo>
                  <a:lnTo>
                    <a:pt x="980" y="208"/>
                  </a:lnTo>
                  <a:lnTo>
                    <a:pt x="986" y="208"/>
                  </a:lnTo>
                  <a:lnTo>
                    <a:pt x="992" y="212"/>
                  </a:lnTo>
                  <a:lnTo>
                    <a:pt x="998" y="221"/>
                  </a:lnTo>
                  <a:lnTo>
                    <a:pt x="1006" y="236"/>
                  </a:lnTo>
                  <a:lnTo>
                    <a:pt x="1012" y="252"/>
                  </a:lnTo>
                  <a:lnTo>
                    <a:pt x="1016" y="264"/>
                  </a:lnTo>
                  <a:lnTo>
                    <a:pt x="1019" y="276"/>
                  </a:lnTo>
                  <a:lnTo>
                    <a:pt x="1021" y="284"/>
                  </a:lnTo>
                  <a:lnTo>
                    <a:pt x="1025" y="292"/>
                  </a:lnTo>
                  <a:lnTo>
                    <a:pt x="1030" y="300"/>
                  </a:lnTo>
                  <a:lnTo>
                    <a:pt x="1038" y="308"/>
                  </a:lnTo>
                  <a:lnTo>
                    <a:pt x="1050" y="318"/>
                  </a:lnTo>
                  <a:lnTo>
                    <a:pt x="1064" y="327"/>
                  </a:lnTo>
                  <a:lnTo>
                    <a:pt x="1076" y="336"/>
                  </a:lnTo>
                  <a:lnTo>
                    <a:pt x="1087" y="345"/>
                  </a:lnTo>
                  <a:lnTo>
                    <a:pt x="1096" y="355"/>
                  </a:lnTo>
                  <a:lnTo>
                    <a:pt x="1103" y="366"/>
                  </a:lnTo>
                  <a:lnTo>
                    <a:pt x="1110" y="381"/>
                  </a:lnTo>
                  <a:lnTo>
                    <a:pt x="1114" y="396"/>
                  </a:lnTo>
                  <a:lnTo>
                    <a:pt x="1116" y="415"/>
                  </a:lnTo>
                  <a:lnTo>
                    <a:pt x="1118" y="436"/>
                  </a:lnTo>
                  <a:lnTo>
                    <a:pt x="1121" y="455"/>
                  </a:lnTo>
                  <a:lnTo>
                    <a:pt x="1124" y="474"/>
                  </a:lnTo>
                  <a:lnTo>
                    <a:pt x="1128" y="491"/>
                  </a:lnTo>
                  <a:lnTo>
                    <a:pt x="1129" y="506"/>
                  </a:lnTo>
                  <a:lnTo>
                    <a:pt x="1129" y="520"/>
                  </a:lnTo>
                  <a:lnTo>
                    <a:pt x="1125" y="529"/>
                  </a:lnTo>
                  <a:lnTo>
                    <a:pt x="1118" y="534"/>
                  </a:lnTo>
                  <a:lnTo>
                    <a:pt x="1109" y="538"/>
                  </a:lnTo>
                  <a:lnTo>
                    <a:pt x="1100" y="543"/>
                  </a:lnTo>
                  <a:lnTo>
                    <a:pt x="1093" y="549"/>
                  </a:lnTo>
                  <a:lnTo>
                    <a:pt x="1088" y="556"/>
                  </a:lnTo>
                  <a:lnTo>
                    <a:pt x="1085" y="564"/>
                  </a:lnTo>
                  <a:lnTo>
                    <a:pt x="1085" y="575"/>
                  </a:lnTo>
                  <a:lnTo>
                    <a:pt x="1088" y="585"/>
                  </a:lnTo>
                  <a:lnTo>
                    <a:pt x="1095" y="597"/>
                  </a:lnTo>
                  <a:lnTo>
                    <a:pt x="1102" y="611"/>
                  </a:lnTo>
                  <a:lnTo>
                    <a:pt x="1106" y="626"/>
                  </a:lnTo>
                  <a:lnTo>
                    <a:pt x="1103" y="641"/>
                  </a:lnTo>
                  <a:lnTo>
                    <a:pt x="1099" y="655"/>
                  </a:lnTo>
                  <a:lnTo>
                    <a:pt x="1093" y="668"/>
                  </a:lnTo>
                  <a:lnTo>
                    <a:pt x="1086" y="679"/>
                  </a:lnTo>
                  <a:lnTo>
                    <a:pt x="1079" y="686"/>
                  </a:lnTo>
                  <a:lnTo>
                    <a:pt x="1073" y="689"/>
                  </a:lnTo>
                  <a:lnTo>
                    <a:pt x="1068" y="692"/>
                  </a:lnTo>
                  <a:lnTo>
                    <a:pt x="1064" y="700"/>
                  </a:lnTo>
                  <a:lnTo>
                    <a:pt x="1061" y="710"/>
                  </a:lnTo>
                  <a:lnTo>
                    <a:pt x="1061" y="721"/>
                  </a:lnTo>
                  <a:lnTo>
                    <a:pt x="1064" y="732"/>
                  </a:lnTo>
                  <a:lnTo>
                    <a:pt x="1071" y="740"/>
                  </a:lnTo>
                  <a:lnTo>
                    <a:pt x="1083" y="745"/>
                  </a:lnTo>
                  <a:lnTo>
                    <a:pt x="1101" y="744"/>
                  </a:lnTo>
                  <a:lnTo>
                    <a:pt x="1121" y="740"/>
                  </a:lnTo>
                  <a:lnTo>
                    <a:pt x="1136" y="735"/>
                  </a:lnTo>
                  <a:lnTo>
                    <a:pt x="1150" y="729"/>
                  </a:lnTo>
                  <a:lnTo>
                    <a:pt x="1163" y="723"/>
                  </a:lnTo>
                  <a:lnTo>
                    <a:pt x="1174" y="718"/>
                  </a:lnTo>
                  <a:lnTo>
                    <a:pt x="1185" y="716"/>
                  </a:lnTo>
                  <a:lnTo>
                    <a:pt x="1196" y="716"/>
                  </a:lnTo>
                  <a:lnTo>
                    <a:pt x="1210" y="722"/>
                  </a:lnTo>
                  <a:lnTo>
                    <a:pt x="1223" y="729"/>
                  </a:lnTo>
                  <a:lnTo>
                    <a:pt x="1236" y="736"/>
                  </a:lnTo>
                  <a:lnTo>
                    <a:pt x="1248" y="742"/>
                  </a:lnTo>
                  <a:lnTo>
                    <a:pt x="1260" y="749"/>
                  </a:lnTo>
                  <a:lnTo>
                    <a:pt x="1268" y="755"/>
                  </a:lnTo>
                  <a:lnTo>
                    <a:pt x="1274" y="763"/>
                  </a:lnTo>
                  <a:lnTo>
                    <a:pt x="1277" y="772"/>
                  </a:lnTo>
                  <a:lnTo>
                    <a:pt x="1277" y="781"/>
                  </a:lnTo>
                  <a:lnTo>
                    <a:pt x="1277" y="792"/>
                  </a:lnTo>
                  <a:lnTo>
                    <a:pt x="1279" y="806"/>
                  </a:lnTo>
                  <a:lnTo>
                    <a:pt x="1283" y="823"/>
                  </a:lnTo>
                  <a:lnTo>
                    <a:pt x="1288" y="841"/>
                  </a:lnTo>
                  <a:lnTo>
                    <a:pt x="1292" y="859"/>
                  </a:lnTo>
                  <a:lnTo>
                    <a:pt x="1295" y="877"/>
                  </a:lnTo>
                  <a:lnTo>
                    <a:pt x="1296" y="892"/>
                  </a:lnTo>
                  <a:lnTo>
                    <a:pt x="1295" y="905"/>
                  </a:lnTo>
                  <a:lnTo>
                    <a:pt x="1291" y="917"/>
                  </a:lnTo>
                  <a:lnTo>
                    <a:pt x="1285" y="933"/>
                  </a:lnTo>
                  <a:lnTo>
                    <a:pt x="1278" y="949"/>
                  </a:lnTo>
                  <a:lnTo>
                    <a:pt x="1272" y="965"/>
                  </a:lnTo>
                  <a:lnTo>
                    <a:pt x="1266" y="982"/>
                  </a:lnTo>
                  <a:lnTo>
                    <a:pt x="1263" y="998"/>
                  </a:lnTo>
                  <a:lnTo>
                    <a:pt x="1262" y="1013"/>
                  </a:lnTo>
                  <a:lnTo>
                    <a:pt x="1265" y="1026"/>
                  </a:lnTo>
                  <a:lnTo>
                    <a:pt x="1267" y="1036"/>
                  </a:lnTo>
                  <a:lnTo>
                    <a:pt x="1266" y="1049"/>
                  </a:lnTo>
                  <a:lnTo>
                    <a:pt x="1264" y="1062"/>
                  </a:lnTo>
                  <a:lnTo>
                    <a:pt x="1262" y="1078"/>
                  </a:lnTo>
                  <a:lnTo>
                    <a:pt x="1260" y="1092"/>
                  </a:lnTo>
                  <a:lnTo>
                    <a:pt x="1259" y="1106"/>
                  </a:lnTo>
                  <a:lnTo>
                    <a:pt x="1261" y="1119"/>
                  </a:lnTo>
                  <a:lnTo>
                    <a:pt x="1267" y="1131"/>
                  </a:lnTo>
                  <a:lnTo>
                    <a:pt x="1263" y="1137"/>
                  </a:lnTo>
                  <a:lnTo>
                    <a:pt x="1259" y="1143"/>
                  </a:lnTo>
                  <a:lnTo>
                    <a:pt x="1255" y="1148"/>
                  </a:lnTo>
                  <a:lnTo>
                    <a:pt x="1250" y="1154"/>
                  </a:lnTo>
                  <a:lnTo>
                    <a:pt x="1245" y="1160"/>
                  </a:lnTo>
                  <a:lnTo>
                    <a:pt x="1240" y="1166"/>
                  </a:lnTo>
                  <a:lnTo>
                    <a:pt x="1234" y="1171"/>
                  </a:lnTo>
                  <a:lnTo>
                    <a:pt x="1228" y="1177"/>
                  </a:lnTo>
                  <a:lnTo>
                    <a:pt x="1217" y="1184"/>
                  </a:lnTo>
                  <a:lnTo>
                    <a:pt x="1210" y="1190"/>
                  </a:lnTo>
                  <a:lnTo>
                    <a:pt x="1206" y="1196"/>
                  </a:lnTo>
                  <a:lnTo>
                    <a:pt x="1205" y="1202"/>
                  </a:lnTo>
                  <a:lnTo>
                    <a:pt x="1203" y="1210"/>
                  </a:lnTo>
                  <a:lnTo>
                    <a:pt x="1206" y="1219"/>
                  </a:lnTo>
                  <a:lnTo>
                    <a:pt x="1207" y="1232"/>
                  </a:lnTo>
                  <a:lnTo>
                    <a:pt x="1208" y="1248"/>
                  </a:lnTo>
                  <a:lnTo>
                    <a:pt x="1209" y="1263"/>
                  </a:lnTo>
                  <a:lnTo>
                    <a:pt x="1210" y="1275"/>
                  </a:lnTo>
                  <a:lnTo>
                    <a:pt x="1209" y="1282"/>
                  </a:lnTo>
                  <a:lnTo>
                    <a:pt x="1206" y="1287"/>
                  </a:lnTo>
                  <a:lnTo>
                    <a:pt x="1199" y="1291"/>
                  </a:lnTo>
                  <a:lnTo>
                    <a:pt x="1189" y="1293"/>
                  </a:lnTo>
                  <a:lnTo>
                    <a:pt x="1175" y="1297"/>
                  </a:lnTo>
                  <a:lnTo>
                    <a:pt x="1155" y="1301"/>
                  </a:lnTo>
                  <a:lnTo>
                    <a:pt x="1135" y="1306"/>
                  </a:lnTo>
                  <a:lnTo>
                    <a:pt x="1124" y="1312"/>
                  </a:lnTo>
                  <a:lnTo>
                    <a:pt x="1117" y="1318"/>
                  </a:lnTo>
                  <a:lnTo>
                    <a:pt x="1115" y="1326"/>
                  </a:lnTo>
                  <a:lnTo>
                    <a:pt x="1114" y="1335"/>
                  </a:lnTo>
                  <a:lnTo>
                    <a:pt x="1114" y="1344"/>
                  </a:lnTo>
                  <a:lnTo>
                    <a:pt x="1113" y="1356"/>
                  </a:lnTo>
                  <a:lnTo>
                    <a:pt x="1110" y="1370"/>
                  </a:lnTo>
                  <a:lnTo>
                    <a:pt x="1105" y="1385"/>
                  </a:lnTo>
                  <a:lnTo>
                    <a:pt x="1099" y="1394"/>
                  </a:lnTo>
                  <a:lnTo>
                    <a:pt x="1092" y="1400"/>
                  </a:lnTo>
                  <a:lnTo>
                    <a:pt x="1084" y="1403"/>
                  </a:lnTo>
                  <a:lnTo>
                    <a:pt x="1074" y="1403"/>
                  </a:lnTo>
                  <a:lnTo>
                    <a:pt x="1062" y="1402"/>
                  </a:lnTo>
                  <a:lnTo>
                    <a:pt x="1046" y="1400"/>
                  </a:lnTo>
                  <a:lnTo>
                    <a:pt x="1028" y="1397"/>
                  </a:lnTo>
                  <a:lnTo>
                    <a:pt x="1011" y="1397"/>
                  </a:lnTo>
                  <a:lnTo>
                    <a:pt x="996" y="1401"/>
                  </a:lnTo>
                  <a:lnTo>
                    <a:pt x="984" y="1408"/>
                  </a:lnTo>
                  <a:lnTo>
                    <a:pt x="975" y="1418"/>
                  </a:lnTo>
                  <a:lnTo>
                    <a:pt x="967" y="1430"/>
                  </a:lnTo>
                  <a:lnTo>
                    <a:pt x="960" y="1442"/>
                  </a:lnTo>
                  <a:lnTo>
                    <a:pt x="951" y="1452"/>
                  </a:lnTo>
                  <a:lnTo>
                    <a:pt x="942" y="1460"/>
                  </a:lnTo>
                  <a:lnTo>
                    <a:pt x="933" y="1469"/>
                  </a:lnTo>
                  <a:lnTo>
                    <a:pt x="926" y="1480"/>
                  </a:lnTo>
                  <a:lnTo>
                    <a:pt x="920" y="1491"/>
                  </a:lnTo>
                  <a:lnTo>
                    <a:pt x="916" y="1503"/>
                  </a:lnTo>
                  <a:lnTo>
                    <a:pt x="913" y="1515"/>
                  </a:lnTo>
                  <a:lnTo>
                    <a:pt x="910" y="1528"/>
                  </a:lnTo>
                  <a:lnTo>
                    <a:pt x="907" y="1539"/>
                  </a:lnTo>
                  <a:lnTo>
                    <a:pt x="903" y="1548"/>
                  </a:lnTo>
                  <a:lnTo>
                    <a:pt x="902" y="1549"/>
                  </a:lnTo>
                  <a:lnTo>
                    <a:pt x="902" y="15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97" name="Freeform 696">
              <a:extLst>
                <a:ext uri="{FF2B5EF4-FFF2-40B4-BE49-F238E27FC236}">
                  <a16:creationId xmlns:a16="http://schemas.microsoft.com/office/drawing/2014/main" id="{F8FE31B5-DAAC-DFF6-871D-E570345F08B0}"/>
                </a:ext>
              </a:extLst>
            </p:cNvPr>
            <p:cNvSpPr>
              <a:spLocks/>
            </p:cNvSpPr>
            <p:nvPr/>
          </p:nvSpPr>
          <p:spPr bwMode="auto">
            <a:xfrm>
              <a:off x="2301" y="2988"/>
              <a:ext cx="16" cy="16"/>
            </a:xfrm>
            <a:custGeom>
              <a:avLst/>
              <a:gdLst>
                <a:gd name="T0" fmla="*/ 0 w 63"/>
                <a:gd name="T1" fmla="*/ 0 h 61"/>
                <a:gd name="T2" fmla="*/ 0 w 63"/>
                <a:gd name="T3" fmla="*/ 0 h 61"/>
                <a:gd name="T4" fmla="*/ 0 w 63"/>
                <a:gd name="T5" fmla="*/ 0 h 61"/>
                <a:gd name="T6" fmla="*/ 0 w 63"/>
                <a:gd name="T7" fmla="*/ 0 h 61"/>
                <a:gd name="T8" fmla="*/ 0 w 63"/>
                <a:gd name="T9" fmla="*/ 0 h 61"/>
                <a:gd name="T10" fmla="*/ 0 w 63"/>
                <a:gd name="T11" fmla="*/ 0 h 61"/>
                <a:gd name="T12" fmla="*/ 0 w 63"/>
                <a:gd name="T13" fmla="*/ 0 h 61"/>
                <a:gd name="T14" fmla="*/ 0 w 63"/>
                <a:gd name="T15" fmla="*/ 0 h 61"/>
                <a:gd name="T16" fmla="*/ 0 w 63"/>
                <a:gd name="T17" fmla="*/ 0 h 61"/>
                <a:gd name="T18" fmla="*/ 0 w 63"/>
                <a:gd name="T19" fmla="*/ 0 h 61"/>
                <a:gd name="T20" fmla="*/ 0 w 63"/>
                <a:gd name="T21" fmla="*/ 0 h 61"/>
                <a:gd name="T22" fmla="*/ 0 w 63"/>
                <a:gd name="T23" fmla="*/ 0 h 61"/>
                <a:gd name="T24" fmla="*/ 0 w 63"/>
                <a:gd name="T25" fmla="*/ 0 h 61"/>
                <a:gd name="T26" fmla="*/ 0 w 63"/>
                <a:gd name="T27" fmla="*/ 0 h 61"/>
                <a:gd name="T28" fmla="*/ 0 w 63"/>
                <a:gd name="T29" fmla="*/ 0 h 61"/>
                <a:gd name="T30" fmla="*/ 0 w 63"/>
                <a:gd name="T31" fmla="*/ 0 h 61"/>
                <a:gd name="T32" fmla="*/ 0 w 63"/>
                <a:gd name="T33" fmla="*/ 0 h 61"/>
                <a:gd name="T34" fmla="*/ 0 w 63"/>
                <a:gd name="T35" fmla="*/ 0 h 61"/>
                <a:gd name="T36" fmla="*/ 0 w 63"/>
                <a:gd name="T37" fmla="*/ 0 h 61"/>
                <a:gd name="T38" fmla="*/ 0 w 63"/>
                <a:gd name="T39" fmla="*/ 0 h 61"/>
                <a:gd name="T40" fmla="*/ 0 w 63"/>
                <a:gd name="T41" fmla="*/ 0 h 61"/>
                <a:gd name="T42" fmla="*/ 0 w 63"/>
                <a:gd name="T43" fmla="*/ 0 h 61"/>
                <a:gd name="T44" fmla="*/ 0 w 63"/>
                <a:gd name="T45" fmla="*/ 0 h 61"/>
                <a:gd name="T46" fmla="*/ 0 w 63"/>
                <a:gd name="T47" fmla="*/ 0 h 61"/>
                <a:gd name="T48" fmla="*/ 0 w 63"/>
                <a:gd name="T49" fmla="*/ 0 h 61"/>
                <a:gd name="T50" fmla="*/ 0 w 63"/>
                <a:gd name="T51" fmla="*/ 0 h 61"/>
                <a:gd name="T52" fmla="*/ 0 w 63"/>
                <a:gd name="T53" fmla="*/ 0 h 61"/>
                <a:gd name="T54" fmla="*/ 0 w 63"/>
                <a:gd name="T55" fmla="*/ 0 h 61"/>
                <a:gd name="T56" fmla="*/ 0 w 63"/>
                <a:gd name="T57" fmla="*/ 0 h 61"/>
                <a:gd name="T58" fmla="*/ 0 w 63"/>
                <a:gd name="T59" fmla="*/ 0 h 61"/>
                <a:gd name="T60" fmla="*/ 0 w 63"/>
                <a:gd name="T61" fmla="*/ 0 h 61"/>
                <a:gd name="T62" fmla="*/ 0 w 63"/>
                <a:gd name="T63" fmla="*/ 0 h 61"/>
                <a:gd name="T64" fmla="*/ 0 w 63"/>
                <a:gd name="T65" fmla="*/ 0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3" h="61">
                  <a:moveTo>
                    <a:pt x="29" y="19"/>
                  </a:moveTo>
                  <a:lnTo>
                    <a:pt x="30" y="16"/>
                  </a:lnTo>
                  <a:lnTo>
                    <a:pt x="34" y="8"/>
                  </a:lnTo>
                  <a:lnTo>
                    <a:pt x="41" y="2"/>
                  </a:lnTo>
                  <a:lnTo>
                    <a:pt x="52" y="0"/>
                  </a:lnTo>
                  <a:lnTo>
                    <a:pt x="60" y="6"/>
                  </a:lnTo>
                  <a:lnTo>
                    <a:pt x="58" y="15"/>
                  </a:lnTo>
                  <a:lnTo>
                    <a:pt x="52" y="24"/>
                  </a:lnTo>
                  <a:lnTo>
                    <a:pt x="49" y="28"/>
                  </a:lnTo>
                  <a:lnTo>
                    <a:pt x="51" y="29"/>
                  </a:lnTo>
                  <a:lnTo>
                    <a:pt x="56" y="34"/>
                  </a:lnTo>
                  <a:lnTo>
                    <a:pt x="61" y="41"/>
                  </a:lnTo>
                  <a:lnTo>
                    <a:pt x="63" y="53"/>
                  </a:lnTo>
                  <a:lnTo>
                    <a:pt x="62" y="58"/>
                  </a:lnTo>
                  <a:lnTo>
                    <a:pt x="60" y="60"/>
                  </a:lnTo>
                  <a:lnTo>
                    <a:pt x="57" y="61"/>
                  </a:lnTo>
                  <a:lnTo>
                    <a:pt x="52" y="60"/>
                  </a:lnTo>
                  <a:lnTo>
                    <a:pt x="46" y="58"/>
                  </a:lnTo>
                  <a:lnTo>
                    <a:pt x="39" y="57"/>
                  </a:lnTo>
                  <a:lnTo>
                    <a:pt x="29" y="56"/>
                  </a:lnTo>
                  <a:lnTo>
                    <a:pt x="18" y="56"/>
                  </a:lnTo>
                  <a:lnTo>
                    <a:pt x="9" y="56"/>
                  </a:lnTo>
                  <a:lnTo>
                    <a:pt x="3" y="53"/>
                  </a:lnTo>
                  <a:lnTo>
                    <a:pt x="0" y="49"/>
                  </a:lnTo>
                  <a:lnTo>
                    <a:pt x="0" y="44"/>
                  </a:lnTo>
                  <a:lnTo>
                    <a:pt x="1" y="39"/>
                  </a:lnTo>
                  <a:lnTo>
                    <a:pt x="2" y="34"/>
                  </a:lnTo>
                  <a:lnTo>
                    <a:pt x="3" y="31"/>
                  </a:lnTo>
                  <a:lnTo>
                    <a:pt x="4" y="30"/>
                  </a:lnTo>
                  <a:lnTo>
                    <a:pt x="7" y="30"/>
                  </a:lnTo>
                  <a:lnTo>
                    <a:pt x="15" y="29"/>
                  </a:lnTo>
                  <a:lnTo>
                    <a:pt x="24" y="25"/>
                  </a:lnTo>
                  <a:lnTo>
                    <a:pt x="29" y="19"/>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498" name="Freeform 697">
              <a:extLst>
                <a:ext uri="{FF2B5EF4-FFF2-40B4-BE49-F238E27FC236}">
                  <a16:creationId xmlns:a16="http://schemas.microsoft.com/office/drawing/2014/main" id="{E6CA187B-D898-B78B-5A41-3509CD2E4E8B}"/>
                </a:ext>
              </a:extLst>
            </p:cNvPr>
            <p:cNvSpPr>
              <a:spLocks/>
            </p:cNvSpPr>
            <p:nvPr/>
          </p:nvSpPr>
          <p:spPr bwMode="auto">
            <a:xfrm>
              <a:off x="2301" y="2988"/>
              <a:ext cx="16" cy="16"/>
            </a:xfrm>
            <a:custGeom>
              <a:avLst/>
              <a:gdLst>
                <a:gd name="T0" fmla="*/ 0 w 63"/>
                <a:gd name="T1" fmla="*/ 0 h 61"/>
                <a:gd name="T2" fmla="*/ 0 w 63"/>
                <a:gd name="T3" fmla="*/ 0 h 61"/>
                <a:gd name="T4" fmla="*/ 0 w 63"/>
                <a:gd name="T5" fmla="*/ 0 h 61"/>
                <a:gd name="T6" fmla="*/ 0 w 63"/>
                <a:gd name="T7" fmla="*/ 0 h 61"/>
                <a:gd name="T8" fmla="*/ 0 w 63"/>
                <a:gd name="T9" fmla="*/ 0 h 61"/>
                <a:gd name="T10" fmla="*/ 0 w 63"/>
                <a:gd name="T11" fmla="*/ 0 h 61"/>
                <a:gd name="T12" fmla="*/ 0 w 63"/>
                <a:gd name="T13" fmla="*/ 0 h 61"/>
                <a:gd name="T14" fmla="*/ 0 w 63"/>
                <a:gd name="T15" fmla="*/ 0 h 61"/>
                <a:gd name="T16" fmla="*/ 0 w 63"/>
                <a:gd name="T17" fmla="*/ 0 h 61"/>
                <a:gd name="T18" fmla="*/ 0 w 63"/>
                <a:gd name="T19" fmla="*/ 0 h 61"/>
                <a:gd name="T20" fmla="*/ 0 w 63"/>
                <a:gd name="T21" fmla="*/ 0 h 61"/>
                <a:gd name="T22" fmla="*/ 0 w 63"/>
                <a:gd name="T23" fmla="*/ 0 h 61"/>
                <a:gd name="T24" fmla="*/ 0 w 63"/>
                <a:gd name="T25" fmla="*/ 0 h 61"/>
                <a:gd name="T26" fmla="*/ 0 w 63"/>
                <a:gd name="T27" fmla="*/ 0 h 61"/>
                <a:gd name="T28" fmla="*/ 0 w 63"/>
                <a:gd name="T29" fmla="*/ 0 h 61"/>
                <a:gd name="T30" fmla="*/ 0 w 63"/>
                <a:gd name="T31" fmla="*/ 0 h 61"/>
                <a:gd name="T32" fmla="*/ 0 w 63"/>
                <a:gd name="T33" fmla="*/ 0 h 61"/>
                <a:gd name="T34" fmla="*/ 0 w 63"/>
                <a:gd name="T35" fmla="*/ 0 h 61"/>
                <a:gd name="T36" fmla="*/ 0 w 63"/>
                <a:gd name="T37" fmla="*/ 0 h 61"/>
                <a:gd name="T38" fmla="*/ 0 w 63"/>
                <a:gd name="T39" fmla="*/ 0 h 61"/>
                <a:gd name="T40" fmla="*/ 0 w 63"/>
                <a:gd name="T41" fmla="*/ 0 h 61"/>
                <a:gd name="T42" fmla="*/ 0 w 63"/>
                <a:gd name="T43" fmla="*/ 0 h 61"/>
                <a:gd name="T44" fmla="*/ 0 w 63"/>
                <a:gd name="T45" fmla="*/ 0 h 61"/>
                <a:gd name="T46" fmla="*/ 0 w 63"/>
                <a:gd name="T47" fmla="*/ 0 h 61"/>
                <a:gd name="T48" fmla="*/ 0 w 63"/>
                <a:gd name="T49" fmla="*/ 0 h 61"/>
                <a:gd name="T50" fmla="*/ 0 w 63"/>
                <a:gd name="T51" fmla="*/ 0 h 61"/>
                <a:gd name="T52" fmla="*/ 0 w 63"/>
                <a:gd name="T53" fmla="*/ 0 h 61"/>
                <a:gd name="T54" fmla="*/ 0 w 63"/>
                <a:gd name="T55" fmla="*/ 0 h 61"/>
                <a:gd name="T56" fmla="*/ 0 w 63"/>
                <a:gd name="T57" fmla="*/ 0 h 61"/>
                <a:gd name="T58" fmla="*/ 0 w 63"/>
                <a:gd name="T59" fmla="*/ 0 h 61"/>
                <a:gd name="T60" fmla="*/ 0 w 63"/>
                <a:gd name="T61" fmla="*/ 0 h 61"/>
                <a:gd name="T62" fmla="*/ 0 w 63"/>
                <a:gd name="T63" fmla="*/ 0 h 61"/>
                <a:gd name="T64" fmla="*/ 0 w 63"/>
                <a:gd name="T65" fmla="*/ 0 h 61"/>
                <a:gd name="T66" fmla="*/ 0 w 63"/>
                <a:gd name="T67" fmla="*/ 0 h 61"/>
                <a:gd name="T68" fmla="*/ 0 w 63"/>
                <a:gd name="T69" fmla="*/ 0 h 61"/>
                <a:gd name="T70" fmla="*/ 0 w 63"/>
                <a:gd name="T71" fmla="*/ 0 h 61"/>
                <a:gd name="T72" fmla="*/ 0 w 63"/>
                <a:gd name="T73" fmla="*/ 0 h 61"/>
                <a:gd name="T74" fmla="*/ 0 w 63"/>
                <a:gd name="T75" fmla="*/ 0 h 61"/>
                <a:gd name="T76" fmla="*/ 0 w 63"/>
                <a:gd name="T77" fmla="*/ 0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3" h="61">
                  <a:moveTo>
                    <a:pt x="29" y="19"/>
                  </a:moveTo>
                  <a:lnTo>
                    <a:pt x="29" y="19"/>
                  </a:lnTo>
                  <a:lnTo>
                    <a:pt x="30" y="16"/>
                  </a:lnTo>
                  <a:lnTo>
                    <a:pt x="34" y="8"/>
                  </a:lnTo>
                  <a:lnTo>
                    <a:pt x="41" y="2"/>
                  </a:lnTo>
                  <a:lnTo>
                    <a:pt x="52" y="0"/>
                  </a:lnTo>
                  <a:lnTo>
                    <a:pt x="60" y="6"/>
                  </a:lnTo>
                  <a:lnTo>
                    <a:pt x="58" y="15"/>
                  </a:lnTo>
                  <a:lnTo>
                    <a:pt x="52" y="24"/>
                  </a:lnTo>
                  <a:lnTo>
                    <a:pt x="49" y="28"/>
                  </a:lnTo>
                  <a:lnTo>
                    <a:pt x="51" y="29"/>
                  </a:lnTo>
                  <a:lnTo>
                    <a:pt x="56" y="34"/>
                  </a:lnTo>
                  <a:lnTo>
                    <a:pt x="61" y="41"/>
                  </a:lnTo>
                  <a:lnTo>
                    <a:pt x="63" y="53"/>
                  </a:lnTo>
                  <a:lnTo>
                    <a:pt x="62" y="58"/>
                  </a:lnTo>
                  <a:lnTo>
                    <a:pt x="60" y="60"/>
                  </a:lnTo>
                  <a:lnTo>
                    <a:pt x="57" y="61"/>
                  </a:lnTo>
                  <a:lnTo>
                    <a:pt x="52" y="60"/>
                  </a:lnTo>
                  <a:lnTo>
                    <a:pt x="46" y="58"/>
                  </a:lnTo>
                  <a:lnTo>
                    <a:pt x="39" y="57"/>
                  </a:lnTo>
                  <a:lnTo>
                    <a:pt x="29" y="56"/>
                  </a:lnTo>
                  <a:lnTo>
                    <a:pt x="18" y="56"/>
                  </a:lnTo>
                  <a:lnTo>
                    <a:pt x="9" y="56"/>
                  </a:lnTo>
                  <a:lnTo>
                    <a:pt x="3" y="53"/>
                  </a:lnTo>
                  <a:lnTo>
                    <a:pt x="0" y="49"/>
                  </a:lnTo>
                  <a:lnTo>
                    <a:pt x="0" y="44"/>
                  </a:lnTo>
                  <a:lnTo>
                    <a:pt x="1" y="39"/>
                  </a:lnTo>
                  <a:lnTo>
                    <a:pt x="2" y="34"/>
                  </a:lnTo>
                  <a:lnTo>
                    <a:pt x="3" y="31"/>
                  </a:lnTo>
                  <a:lnTo>
                    <a:pt x="4" y="30"/>
                  </a:lnTo>
                  <a:lnTo>
                    <a:pt x="7" y="30"/>
                  </a:lnTo>
                  <a:lnTo>
                    <a:pt x="15" y="29"/>
                  </a:lnTo>
                  <a:lnTo>
                    <a:pt x="24" y="25"/>
                  </a:lnTo>
                  <a:lnTo>
                    <a:pt x="29" y="1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499" name="Freeform 698">
              <a:extLst>
                <a:ext uri="{FF2B5EF4-FFF2-40B4-BE49-F238E27FC236}">
                  <a16:creationId xmlns:a16="http://schemas.microsoft.com/office/drawing/2014/main" id="{7BC95C56-B053-3E53-0A64-405036D7DDB6}"/>
                </a:ext>
              </a:extLst>
            </p:cNvPr>
            <p:cNvSpPr>
              <a:spLocks/>
            </p:cNvSpPr>
            <p:nvPr/>
          </p:nvSpPr>
          <p:spPr bwMode="auto">
            <a:xfrm>
              <a:off x="2349" y="3063"/>
              <a:ext cx="20" cy="17"/>
            </a:xfrm>
            <a:custGeom>
              <a:avLst/>
              <a:gdLst>
                <a:gd name="T0" fmla="*/ 0 w 79"/>
                <a:gd name="T1" fmla="*/ 0 h 69"/>
                <a:gd name="T2" fmla="*/ 0 w 79"/>
                <a:gd name="T3" fmla="*/ 0 h 69"/>
                <a:gd name="T4" fmla="*/ 0 w 79"/>
                <a:gd name="T5" fmla="*/ 0 h 69"/>
                <a:gd name="T6" fmla="*/ 0 w 79"/>
                <a:gd name="T7" fmla="*/ 0 h 69"/>
                <a:gd name="T8" fmla="*/ 0 w 79"/>
                <a:gd name="T9" fmla="*/ 0 h 69"/>
                <a:gd name="T10" fmla="*/ 0 w 79"/>
                <a:gd name="T11" fmla="*/ 0 h 69"/>
                <a:gd name="T12" fmla="*/ 0 w 79"/>
                <a:gd name="T13" fmla="*/ 0 h 69"/>
                <a:gd name="T14" fmla="*/ 0 w 79"/>
                <a:gd name="T15" fmla="*/ 0 h 69"/>
                <a:gd name="T16" fmla="*/ 0 w 79"/>
                <a:gd name="T17" fmla="*/ 0 h 69"/>
                <a:gd name="T18" fmla="*/ 0 w 79"/>
                <a:gd name="T19" fmla="*/ 0 h 69"/>
                <a:gd name="T20" fmla="*/ 0 w 79"/>
                <a:gd name="T21" fmla="*/ 0 h 69"/>
                <a:gd name="T22" fmla="*/ 0 w 79"/>
                <a:gd name="T23" fmla="*/ 0 h 69"/>
                <a:gd name="T24" fmla="*/ 0 w 79"/>
                <a:gd name="T25" fmla="*/ 0 h 69"/>
                <a:gd name="T26" fmla="*/ 0 w 79"/>
                <a:gd name="T27" fmla="*/ 0 h 69"/>
                <a:gd name="T28" fmla="*/ 0 w 79"/>
                <a:gd name="T29" fmla="*/ 0 h 69"/>
                <a:gd name="T30" fmla="*/ 0 w 79"/>
                <a:gd name="T31" fmla="*/ 0 h 69"/>
                <a:gd name="T32" fmla="*/ 0 w 79"/>
                <a:gd name="T33" fmla="*/ 0 h 69"/>
                <a:gd name="T34" fmla="*/ 0 w 79"/>
                <a:gd name="T35" fmla="*/ 0 h 69"/>
                <a:gd name="T36" fmla="*/ 0 w 79"/>
                <a:gd name="T37" fmla="*/ 0 h 69"/>
                <a:gd name="T38" fmla="*/ 0 w 79"/>
                <a:gd name="T39" fmla="*/ 0 h 69"/>
                <a:gd name="T40" fmla="*/ 0 w 79"/>
                <a:gd name="T41" fmla="*/ 0 h 69"/>
                <a:gd name="T42" fmla="*/ 0 w 79"/>
                <a:gd name="T43" fmla="*/ 0 h 69"/>
                <a:gd name="T44" fmla="*/ 0 w 79"/>
                <a:gd name="T45" fmla="*/ 0 h 69"/>
                <a:gd name="T46" fmla="*/ 0 w 79"/>
                <a:gd name="T47" fmla="*/ 0 h 69"/>
                <a:gd name="T48" fmla="*/ 0 w 79"/>
                <a:gd name="T49" fmla="*/ 0 h 69"/>
                <a:gd name="T50" fmla="*/ 0 w 79"/>
                <a:gd name="T51" fmla="*/ 0 h 69"/>
                <a:gd name="T52" fmla="*/ 0 w 79"/>
                <a:gd name="T53" fmla="*/ 0 h 69"/>
                <a:gd name="T54" fmla="*/ 0 w 79"/>
                <a:gd name="T55" fmla="*/ 0 h 69"/>
                <a:gd name="T56" fmla="*/ 0 w 79"/>
                <a:gd name="T57" fmla="*/ 0 h 69"/>
                <a:gd name="T58" fmla="*/ 0 w 79"/>
                <a:gd name="T59" fmla="*/ 0 h 69"/>
                <a:gd name="T60" fmla="*/ 0 w 79"/>
                <a:gd name="T61" fmla="*/ 0 h 69"/>
                <a:gd name="T62" fmla="*/ 0 w 79"/>
                <a:gd name="T63" fmla="*/ 0 h 69"/>
                <a:gd name="T64" fmla="*/ 0 w 79"/>
                <a:gd name="T65" fmla="*/ 0 h 69"/>
                <a:gd name="T66" fmla="*/ 0 w 79"/>
                <a:gd name="T67" fmla="*/ 0 h 6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69">
                  <a:moveTo>
                    <a:pt x="60" y="50"/>
                  </a:moveTo>
                  <a:lnTo>
                    <a:pt x="79" y="18"/>
                  </a:lnTo>
                  <a:lnTo>
                    <a:pt x="78" y="17"/>
                  </a:lnTo>
                  <a:lnTo>
                    <a:pt x="74" y="14"/>
                  </a:lnTo>
                  <a:lnTo>
                    <a:pt x="68" y="10"/>
                  </a:lnTo>
                  <a:lnTo>
                    <a:pt x="61" y="6"/>
                  </a:lnTo>
                  <a:lnTo>
                    <a:pt x="54" y="2"/>
                  </a:lnTo>
                  <a:lnTo>
                    <a:pt x="46" y="0"/>
                  </a:lnTo>
                  <a:lnTo>
                    <a:pt x="38" y="1"/>
                  </a:lnTo>
                  <a:lnTo>
                    <a:pt x="32" y="4"/>
                  </a:lnTo>
                  <a:lnTo>
                    <a:pt x="28" y="10"/>
                  </a:lnTo>
                  <a:lnTo>
                    <a:pt x="26" y="17"/>
                  </a:lnTo>
                  <a:lnTo>
                    <a:pt x="24" y="24"/>
                  </a:lnTo>
                  <a:lnTo>
                    <a:pt x="24" y="31"/>
                  </a:lnTo>
                  <a:lnTo>
                    <a:pt x="23" y="37"/>
                  </a:lnTo>
                  <a:lnTo>
                    <a:pt x="21" y="42"/>
                  </a:lnTo>
                  <a:lnTo>
                    <a:pt x="17" y="44"/>
                  </a:lnTo>
                  <a:lnTo>
                    <a:pt x="12" y="43"/>
                  </a:lnTo>
                  <a:lnTo>
                    <a:pt x="6" y="42"/>
                  </a:lnTo>
                  <a:lnTo>
                    <a:pt x="2" y="44"/>
                  </a:lnTo>
                  <a:lnTo>
                    <a:pt x="0" y="47"/>
                  </a:lnTo>
                  <a:lnTo>
                    <a:pt x="0" y="53"/>
                  </a:lnTo>
                  <a:lnTo>
                    <a:pt x="1" y="58"/>
                  </a:lnTo>
                  <a:lnTo>
                    <a:pt x="4" y="63"/>
                  </a:lnTo>
                  <a:lnTo>
                    <a:pt x="7" y="67"/>
                  </a:lnTo>
                  <a:lnTo>
                    <a:pt x="12" y="69"/>
                  </a:lnTo>
                  <a:lnTo>
                    <a:pt x="18" y="69"/>
                  </a:lnTo>
                  <a:lnTo>
                    <a:pt x="25" y="69"/>
                  </a:lnTo>
                  <a:lnTo>
                    <a:pt x="32" y="67"/>
                  </a:lnTo>
                  <a:lnTo>
                    <a:pt x="41" y="65"/>
                  </a:lnTo>
                  <a:lnTo>
                    <a:pt x="48" y="62"/>
                  </a:lnTo>
                  <a:lnTo>
                    <a:pt x="53" y="58"/>
                  </a:lnTo>
                  <a:lnTo>
                    <a:pt x="58" y="54"/>
                  </a:lnTo>
                  <a:lnTo>
                    <a:pt x="60" y="5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00" name="Freeform 699">
              <a:extLst>
                <a:ext uri="{FF2B5EF4-FFF2-40B4-BE49-F238E27FC236}">
                  <a16:creationId xmlns:a16="http://schemas.microsoft.com/office/drawing/2014/main" id="{25452762-0840-29BE-1E31-4953A8BE49BF}"/>
                </a:ext>
              </a:extLst>
            </p:cNvPr>
            <p:cNvSpPr>
              <a:spLocks/>
            </p:cNvSpPr>
            <p:nvPr/>
          </p:nvSpPr>
          <p:spPr bwMode="auto">
            <a:xfrm>
              <a:off x="2349" y="3063"/>
              <a:ext cx="20" cy="17"/>
            </a:xfrm>
            <a:custGeom>
              <a:avLst/>
              <a:gdLst>
                <a:gd name="T0" fmla="*/ 0 w 79"/>
                <a:gd name="T1" fmla="*/ 0 h 69"/>
                <a:gd name="T2" fmla="*/ 0 w 79"/>
                <a:gd name="T3" fmla="*/ 0 h 69"/>
                <a:gd name="T4" fmla="*/ 0 w 79"/>
                <a:gd name="T5" fmla="*/ 0 h 69"/>
                <a:gd name="T6" fmla="*/ 0 w 79"/>
                <a:gd name="T7" fmla="*/ 0 h 69"/>
                <a:gd name="T8" fmla="*/ 0 w 79"/>
                <a:gd name="T9" fmla="*/ 0 h 69"/>
                <a:gd name="T10" fmla="*/ 0 w 79"/>
                <a:gd name="T11" fmla="*/ 0 h 69"/>
                <a:gd name="T12" fmla="*/ 0 w 79"/>
                <a:gd name="T13" fmla="*/ 0 h 69"/>
                <a:gd name="T14" fmla="*/ 0 w 79"/>
                <a:gd name="T15" fmla="*/ 0 h 69"/>
                <a:gd name="T16" fmla="*/ 0 w 79"/>
                <a:gd name="T17" fmla="*/ 0 h 69"/>
                <a:gd name="T18" fmla="*/ 0 w 79"/>
                <a:gd name="T19" fmla="*/ 0 h 69"/>
                <a:gd name="T20" fmla="*/ 0 w 79"/>
                <a:gd name="T21" fmla="*/ 0 h 69"/>
                <a:gd name="T22" fmla="*/ 0 w 79"/>
                <a:gd name="T23" fmla="*/ 0 h 69"/>
                <a:gd name="T24" fmla="*/ 0 w 79"/>
                <a:gd name="T25" fmla="*/ 0 h 69"/>
                <a:gd name="T26" fmla="*/ 0 w 79"/>
                <a:gd name="T27" fmla="*/ 0 h 69"/>
                <a:gd name="T28" fmla="*/ 0 w 79"/>
                <a:gd name="T29" fmla="*/ 0 h 69"/>
                <a:gd name="T30" fmla="*/ 0 w 79"/>
                <a:gd name="T31" fmla="*/ 0 h 69"/>
                <a:gd name="T32" fmla="*/ 0 w 79"/>
                <a:gd name="T33" fmla="*/ 0 h 69"/>
                <a:gd name="T34" fmla="*/ 0 w 79"/>
                <a:gd name="T35" fmla="*/ 0 h 69"/>
                <a:gd name="T36" fmla="*/ 0 w 79"/>
                <a:gd name="T37" fmla="*/ 0 h 69"/>
                <a:gd name="T38" fmla="*/ 0 w 79"/>
                <a:gd name="T39" fmla="*/ 0 h 69"/>
                <a:gd name="T40" fmla="*/ 0 w 79"/>
                <a:gd name="T41" fmla="*/ 0 h 69"/>
                <a:gd name="T42" fmla="*/ 0 w 79"/>
                <a:gd name="T43" fmla="*/ 0 h 69"/>
                <a:gd name="T44" fmla="*/ 0 w 79"/>
                <a:gd name="T45" fmla="*/ 0 h 69"/>
                <a:gd name="T46" fmla="*/ 0 w 79"/>
                <a:gd name="T47" fmla="*/ 0 h 69"/>
                <a:gd name="T48" fmla="*/ 0 w 79"/>
                <a:gd name="T49" fmla="*/ 0 h 69"/>
                <a:gd name="T50" fmla="*/ 0 w 79"/>
                <a:gd name="T51" fmla="*/ 0 h 69"/>
                <a:gd name="T52" fmla="*/ 0 w 79"/>
                <a:gd name="T53" fmla="*/ 0 h 69"/>
                <a:gd name="T54" fmla="*/ 0 w 79"/>
                <a:gd name="T55" fmla="*/ 0 h 69"/>
                <a:gd name="T56" fmla="*/ 0 w 79"/>
                <a:gd name="T57" fmla="*/ 0 h 69"/>
                <a:gd name="T58" fmla="*/ 0 w 79"/>
                <a:gd name="T59" fmla="*/ 0 h 69"/>
                <a:gd name="T60" fmla="*/ 0 w 79"/>
                <a:gd name="T61" fmla="*/ 0 h 69"/>
                <a:gd name="T62" fmla="*/ 0 w 79"/>
                <a:gd name="T63" fmla="*/ 0 h 69"/>
                <a:gd name="T64" fmla="*/ 0 w 79"/>
                <a:gd name="T65" fmla="*/ 0 h 69"/>
                <a:gd name="T66" fmla="*/ 0 w 79"/>
                <a:gd name="T67" fmla="*/ 0 h 69"/>
                <a:gd name="T68" fmla="*/ 0 w 79"/>
                <a:gd name="T69" fmla="*/ 0 h 69"/>
                <a:gd name="T70" fmla="*/ 0 w 79"/>
                <a:gd name="T71" fmla="*/ 0 h 69"/>
                <a:gd name="T72" fmla="*/ 0 w 79"/>
                <a:gd name="T73" fmla="*/ 0 h 69"/>
                <a:gd name="T74" fmla="*/ 0 w 79"/>
                <a:gd name="T75" fmla="*/ 0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69">
                  <a:moveTo>
                    <a:pt x="60" y="50"/>
                  </a:moveTo>
                  <a:lnTo>
                    <a:pt x="79" y="18"/>
                  </a:lnTo>
                  <a:lnTo>
                    <a:pt x="78" y="17"/>
                  </a:lnTo>
                  <a:lnTo>
                    <a:pt x="74" y="14"/>
                  </a:lnTo>
                  <a:lnTo>
                    <a:pt x="68" y="10"/>
                  </a:lnTo>
                  <a:lnTo>
                    <a:pt x="61" y="6"/>
                  </a:lnTo>
                  <a:lnTo>
                    <a:pt x="54" y="2"/>
                  </a:lnTo>
                  <a:lnTo>
                    <a:pt x="46" y="0"/>
                  </a:lnTo>
                  <a:lnTo>
                    <a:pt x="38" y="1"/>
                  </a:lnTo>
                  <a:lnTo>
                    <a:pt x="32" y="4"/>
                  </a:lnTo>
                  <a:lnTo>
                    <a:pt x="28" y="10"/>
                  </a:lnTo>
                  <a:lnTo>
                    <a:pt x="26" y="17"/>
                  </a:lnTo>
                  <a:lnTo>
                    <a:pt x="24" y="24"/>
                  </a:lnTo>
                  <a:lnTo>
                    <a:pt x="24" y="31"/>
                  </a:lnTo>
                  <a:lnTo>
                    <a:pt x="23" y="37"/>
                  </a:lnTo>
                  <a:lnTo>
                    <a:pt x="21" y="42"/>
                  </a:lnTo>
                  <a:lnTo>
                    <a:pt x="17" y="44"/>
                  </a:lnTo>
                  <a:lnTo>
                    <a:pt x="12" y="43"/>
                  </a:lnTo>
                  <a:lnTo>
                    <a:pt x="6" y="42"/>
                  </a:lnTo>
                  <a:lnTo>
                    <a:pt x="2" y="44"/>
                  </a:lnTo>
                  <a:lnTo>
                    <a:pt x="0" y="47"/>
                  </a:lnTo>
                  <a:lnTo>
                    <a:pt x="0" y="53"/>
                  </a:lnTo>
                  <a:lnTo>
                    <a:pt x="1" y="58"/>
                  </a:lnTo>
                  <a:lnTo>
                    <a:pt x="4" y="63"/>
                  </a:lnTo>
                  <a:lnTo>
                    <a:pt x="7" y="67"/>
                  </a:lnTo>
                  <a:lnTo>
                    <a:pt x="12" y="69"/>
                  </a:lnTo>
                  <a:lnTo>
                    <a:pt x="18" y="69"/>
                  </a:lnTo>
                  <a:lnTo>
                    <a:pt x="25" y="69"/>
                  </a:lnTo>
                  <a:lnTo>
                    <a:pt x="32" y="67"/>
                  </a:lnTo>
                  <a:lnTo>
                    <a:pt x="41" y="65"/>
                  </a:lnTo>
                  <a:lnTo>
                    <a:pt x="48" y="62"/>
                  </a:lnTo>
                  <a:lnTo>
                    <a:pt x="53" y="58"/>
                  </a:lnTo>
                  <a:lnTo>
                    <a:pt x="58" y="54"/>
                  </a:lnTo>
                  <a:lnTo>
                    <a:pt x="60" y="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01" name="Freeform 700">
              <a:extLst>
                <a:ext uri="{FF2B5EF4-FFF2-40B4-BE49-F238E27FC236}">
                  <a16:creationId xmlns:a16="http://schemas.microsoft.com/office/drawing/2014/main" id="{78F7B3AA-90CB-7BD1-8CE3-52DA523ADE15}"/>
                </a:ext>
              </a:extLst>
            </p:cNvPr>
            <p:cNvSpPr>
              <a:spLocks/>
            </p:cNvSpPr>
            <p:nvPr/>
          </p:nvSpPr>
          <p:spPr bwMode="auto">
            <a:xfrm>
              <a:off x="2367" y="3136"/>
              <a:ext cx="13" cy="21"/>
            </a:xfrm>
            <a:custGeom>
              <a:avLst/>
              <a:gdLst>
                <a:gd name="T0" fmla="*/ 0 w 51"/>
                <a:gd name="T1" fmla="*/ 0 h 83"/>
                <a:gd name="T2" fmla="*/ 0 w 51"/>
                <a:gd name="T3" fmla="*/ 0 h 83"/>
                <a:gd name="T4" fmla="*/ 0 w 51"/>
                <a:gd name="T5" fmla="*/ 0 h 83"/>
                <a:gd name="T6" fmla="*/ 0 w 51"/>
                <a:gd name="T7" fmla="*/ 0 h 83"/>
                <a:gd name="T8" fmla="*/ 0 w 51"/>
                <a:gd name="T9" fmla="*/ 0 h 83"/>
                <a:gd name="T10" fmla="*/ 0 w 51"/>
                <a:gd name="T11" fmla="*/ 0 h 83"/>
                <a:gd name="T12" fmla="*/ 0 w 51"/>
                <a:gd name="T13" fmla="*/ 0 h 83"/>
                <a:gd name="T14" fmla="*/ 0 w 51"/>
                <a:gd name="T15" fmla="*/ 0 h 83"/>
                <a:gd name="T16" fmla="*/ 0 w 51"/>
                <a:gd name="T17" fmla="*/ 0 h 83"/>
                <a:gd name="T18" fmla="*/ 0 w 51"/>
                <a:gd name="T19" fmla="*/ 0 h 83"/>
                <a:gd name="T20" fmla="*/ 0 w 51"/>
                <a:gd name="T21" fmla="*/ 0 h 83"/>
                <a:gd name="T22" fmla="*/ 0 w 51"/>
                <a:gd name="T23" fmla="*/ 0 h 83"/>
                <a:gd name="T24" fmla="*/ 0 w 51"/>
                <a:gd name="T25" fmla="*/ 0 h 83"/>
                <a:gd name="T26" fmla="*/ 0 w 51"/>
                <a:gd name="T27" fmla="*/ 0 h 83"/>
                <a:gd name="T28" fmla="*/ 0 w 51"/>
                <a:gd name="T29" fmla="*/ 0 h 83"/>
                <a:gd name="T30" fmla="*/ 0 w 51"/>
                <a:gd name="T31" fmla="*/ 0 h 83"/>
                <a:gd name="T32" fmla="*/ 0 w 51"/>
                <a:gd name="T33" fmla="*/ 0 h 83"/>
                <a:gd name="T34" fmla="*/ 0 w 51"/>
                <a:gd name="T35" fmla="*/ 0 h 83"/>
                <a:gd name="T36" fmla="*/ 0 w 51"/>
                <a:gd name="T37" fmla="*/ 0 h 83"/>
                <a:gd name="T38" fmla="*/ 0 w 51"/>
                <a:gd name="T39" fmla="*/ 0 h 83"/>
                <a:gd name="T40" fmla="*/ 0 w 51"/>
                <a:gd name="T41" fmla="*/ 0 h 83"/>
                <a:gd name="T42" fmla="*/ 0 w 51"/>
                <a:gd name="T43" fmla="*/ 0 h 83"/>
                <a:gd name="T44" fmla="*/ 0 w 51"/>
                <a:gd name="T45" fmla="*/ 0 h 83"/>
                <a:gd name="T46" fmla="*/ 0 w 51"/>
                <a:gd name="T47" fmla="*/ 0 h 83"/>
                <a:gd name="T48" fmla="*/ 0 w 51"/>
                <a:gd name="T49" fmla="*/ 0 h 83"/>
                <a:gd name="T50" fmla="*/ 0 w 51"/>
                <a:gd name="T51" fmla="*/ 0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1" h="83">
                  <a:moveTo>
                    <a:pt x="36" y="0"/>
                  </a:moveTo>
                  <a:lnTo>
                    <a:pt x="17" y="40"/>
                  </a:lnTo>
                  <a:lnTo>
                    <a:pt x="15" y="41"/>
                  </a:lnTo>
                  <a:lnTo>
                    <a:pt x="12" y="42"/>
                  </a:lnTo>
                  <a:lnTo>
                    <a:pt x="8" y="45"/>
                  </a:lnTo>
                  <a:lnTo>
                    <a:pt x="4" y="48"/>
                  </a:lnTo>
                  <a:lnTo>
                    <a:pt x="1" y="52"/>
                  </a:lnTo>
                  <a:lnTo>
                    <a:pt x="0" y="58"/>
                  </a:lnTo>
                  <a:lnTo>
                    <a:pt x="2" y="65"/>
                  </a:lnTo>
                  <a:lnTo>
                    <a:pt x="8" y="72"/>
                  </a:lnTo>
                  <a:lnTo>
                    <a:pt x="17" y="78"/>
                  </a:lnTo>
                  <a:lnTo>
                    <a:pt x="24" y="82"/>
                  </a:lnTo>
                  <a:lnTo>
                    <a:pt x="30" y="83"/>
                  </a:lnTo>
                  <a:lnTo>
                    <a:pt x="36" y="82"/>
                  </a:lnTo>
                  <a:lnTo>
                    <a:pt x="41" y="79"/>
                  </a:lnTo>
                  <a:lnTo>
                    <a:pt x="45" y="74"/>
                  </a:lnTo>
                  <a:lnTo>
                    <a:pt x="48" y="67"/>
                  </a:lnTo>
                  <a:lnTo>
                    <a:pt x="50" y="58"/>
                  </a:lnTo>
                  <a:lnTo>
                    <a:pt x="51" y="49"/>
                  </a:lnTo>
                  <a:lnTo>
                    <a:pt x="51" y="41"/>
                  </a:lnTo>
                  <a:lnTo>
                    <a:pt x="50" y="33"/>
                  </a:lnTo>
                  <a:lnTo>
                    <a:pt x="48" y="26"/>
                  </a:lnTo>
                  <a:lnTo>
                    <a:pt x="45" y="19"/>
                  </a:lnTo>
                  <a:lnTo>
                    <a:pt x="42" y="12"/>
                  </a:lnTo>
                  <a:lnTo>
                    <a:pt x="39" y="5"/>
                  </a:lnTo>
                  <a:lnTo>
                    <a:pt x="36"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02" name="Freeform 701">
              <a:extLst>
                <a:ext uri="{FF2B5EF4-FFF2-40B4-BE49-F238E27FC236}">
                  <a16:creationId xmlns:a16="http://schemas.microsoft.com/office/drawing/2014/main" id="{D4E836A8-2A28-A6D0-61F7-05530EEC066A}"/>
                </a:ext>
              </a:extLst>
            </p:cNvPr>
            <p:cNvSpPr>
              <a:spLocks/>
            </p:cNvSpPr>
            <p:nvPr/>
          </p:nvSpPr>
          <p:spPr bwMode="auto">
            <a:xfrm>
              <a:off x="2367" y="3136"/>
              <a:ext cx="13" cy="21"/>
            </a:xfrm>
            <a:custGeom>
              <a:avLst/>
              <a:gdLst>
                <a:gd name="T0" fmla="*/ 0 w 51"/>
                <a:gd name="T1" fmla="*/ 0 h 83"/>
                <a:gd name="T2" fmla="*/ 0 w 51"/>
                <a:gd name="T3" fmla="*/ 0 h 83"/>
                <a:gd name="T4" fmla="*/ 0 w 51"/>
                <a:gd name="T5" fmla="*/ 0 h 83"/>
                <a:gd name="T6" fmla="*/ 0 w 51"/>
                <a:gd name="T7" fmla="*/ 0 h 83"/>
                <a:gd name="T8" fmla="*/ 0 w 51"/>
                <a:gd name="T9" fmla="*/ 0 h 83"/>
                <a:gd name="T10" fmla="*/ 0 w 51"/>
                <a:gd name="T11" fmla="*/ 0 h 83"/>
                <a:gd name="T12" fmla="*/ 0 w 51"/>
                <a:gd name="T13" fmla="*/ 0 h 83"/>
                <a:gd name="T14" fmla="*/ 0 w 51"/>
                <a:gd name="T15" fmla="*/ 0 h 83"/>
                <a:gd name="T16" fmla="*/ 0 w 51"/>
                <a:gd name="T17" fmla="*/ 0 h 83"/>
                <a:gd name="T18" fmla="*/ 0 w 51"/>
                <a:gd name="T19" fmla="*/ 0 h 83"/>
                <a:gd name="T20" fmla="*/ 0 w 51"/>
                <a:gd name="T21" fmla="*/ 0 h 83"/>
                <a:gd name="T22" fmla="*/ 0 w 51"/>
                <a:gd name="T23" fmla="*/ 0 h 83"/>
                <a:gd name="T24" fmla="*/ 0 w 51"/>
                <a:gd name="T25" fmla="*/ 0 h 83"/>
                <a:gd name="T26" fmla="*/ 0 w 51"/>
                <a:gd name="T27" fmla="*/ 0 h 83"/>
                <a:gd name="T28" fmla="*/ 0 w 51"/>
                <a:gd name="T29" fmla="*/ 0 h 83"/>
                <a:gd name="T30" fmla="*/ 0 w 51"/>
                <a:gd name="T31" fmla="*/ 0 h 83"/>
                <a:gd name="T32" fmla="*/ 0 w 51"/>
                <a:gd name="T33" fmla="*/ 0 h 83"/>
                <a:gd name="T34" fmla="*/ 0 w 51"/>
                <a:gd name="T35" fmla="*/ 0 h 83"/>
                <a:gd name="T36" fmla="*/ 0 w 51"/>
                <a:gd name="T37" fmla="*/ 0 h 83"/>
                <a:gd name="T38" fmla="*/ 0 w 51"/>
                <a:gd name="T39" fmla="*/ 0 h 83"/>
                <a:gd name="T40" fmla="*/ 0 w 51"/>
                <a:gd name="T41" fmla="*/ 0 h 83"/>
                <a:gd name="T42" fmla="*/ 0 w 51"/>
                <a:gd name="T43" fmla="*/ 0 h 83"/>
                <a:gd name="T44" fmla="*/ 0 w 51"/>
                <a:gd name="T45" fmla="*/ 0 h 83"/>
                <a:gd name="T46" fmla="*/ 0 w 51"/>
                <a:gd name="T47" fmla="*/ 0 h 83"/>
                <a:gd name="T48" fmla="*/ 0 w 51"/>
                <a:gd name="T49" fmla="*/ 0 h 83"/>
                <a:gd name="T50" fmla="*/ 0 w 51"/>
                <a:gd name="T51" fmla="*/ 0 h 83"/>
                <a:gd name="T52" fmla="*/ 0 w 51"/>
                <a:gd name="T53" fmla="*/ 0 h 83"/>
                <a:gd name="T54" fmla="*/ 0 w 51"/>
                <a:gd name="T55" fmla="*/ 0 h 83"/>
                <a:gd name="T56" fmla="*/ 0 w 51"/>
                <a:gd name="T57" fmla="*/ 0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1" h="83">
                  <a:moveTo>
                    <a:pt x="36" y="0"/>
                  </a:moveTo>
                  <a:lnTo>
                    <a:pt x="17" y="40"/>
                  </a:lnTo>
                  <a:lnTo>
                    <a:pt x="15" y="41"/>
                  </a:lnTo>
                  <a:lnTo>
                    <a:pt x="12" y="42"/>
                  </a:lnTo>
                  <a:lnTo>
                    <a:pt x="8" y="45"/>
                  </a:lnTo>
                  <a:lnTo>
                    <a:pt x="4" y="48"/>
                  </a:lnTo>
                  <a:lnTo>
                    <a:pt x="1" y="52"/>
                  </a:lnTo>
                  <a:lnTo>
                    <a:pt x="0" y="58"/>
                  </a:lnTo>
                  <a:lnTo>
                    <a:pt x="2" y="65"/>
                  </a:lnTo>
                  <a:lnTo>
                    <a:pt x="8" y="72"/>
                  </a:lnTo>
                  <a:lnTo>
                    <a:pt x="17" y="78"/>
                  </a:lnTo>
                  <a:lnTo>
                    <a:pt x="24" y="82"/>
                  </a:lnTo>
                  <a:lnTo>
                    <a:pt x="30" y="83"/>
                  </a:lnTo>
                  <a:lnTo>
                    <a:pt x="36" y="82"/>
                  </a:lnTo>
                  <a:lnTo>
                    <a:pt x="41" y="79"/>
                  </a:lnTo>
                  <a:lnTo>
                    <a:pt x="45" y="74"/>
                  </a:lnTo>
                  <a:lnTo>
                    <a:pt x="48" y="67"/>
                  </a:lnTo>
                  <a:lnTo>
                    <a:pt x="50" y="58"/>
                  </a:lnTo>
                  <a:lnTo>
                    <a:pt x="51" y="49"/>
                  </a:lnTo>
                  <a:lnTo>
                    <a:pt x="51" y="41"/>
                  </a:lnTo>
                  <a:lnTo>
                    <a:pt x="50" y="33"/>
                  </a:lnTo>
                  <a:lnTo>
                    <a:pt x="48" y="26"/>
                  </a:lnTo>
                  <a:lnTo>
                    <a:pt x="45" y="19"/>
                  </a:lnTo>
                  <a:lnTo>
                    <a:pt x="42" y="12"/>
                  </a:lnTo>
                  <a:lnTo>
                    <a:pt x="39" y="5"/>
                  </a:lnTo>
                  <a:lnTo>
                    <a:pt x="3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03" name="Freeform 702">
              <a:extLst>
                <a:ext uri="{FF2B5EF4-FFF2-40B4-BE49-F238E27FC236}">
                  <a16:creationId xmlns:a16="http://schemas.microsoft.com/office/drawing/2014/main" id="{83E3370B-C291-0794-007A-A23F96967320}"/>
                </a:ext>
              </a:extLst>
            </p:cNvPr>
            <p:cNvSpPr>
              <a:spLocks/>
            </p:cNvSpPr>
            <p:nvPr/>
          </p:nvSpPr>
          <p:spPr bwMode="auto">
            <a:xfrm>
              <a:off x="2263" y="3138"/>
              <a:ext cx="8" cy="11"/>
            </a:xfrm>
            <a:custGeom>
              <a:avLst/>
              <a:gdLst>
                <a:gd name="T0" fmla="*/ 0 w 31"/>
                <a:gd name="T1" fmla="*/ 0 h 46"/>
                <a:gd name="T2" fmla="*/ 0 w 31"/>
                <a:gd name="T3" fmla="*/ 0 h 46"/>
                <a:gd name="T4" fmla="*/ 0 w 31"/>
                <a:gd name="T5" fmla="*/ 0 h 46"/>
                <a:gd name="T6" fmla="*/ 0 w 31"/>
                <a:gd name="T7" fmla="*/ 0 h 46"/>
                <a:gd name="T8" fmla="*/ 0 w 31"/>
                <a:gd name="T9" fmla="*/ 0 h 46"/>
                <a:gd name="T10" fmla="*/ 0 w 31"/>
                <a:gd name="T11" fmla="*/ 0 h 46"/>
                <a:gd name="T12" fmla="*/ 0 w 31"/>
                <a:gd name="T13" fmla="*/ 0 h 46"/>
                <a:gd name="T14" fmla="*/ 0 w 31"/>
                <a:gd name="T15" fmla="*/ 0 h 46"/>
                <a:gd name="T16" fmla="*/ 0 w 31"/>
                <a:gd name="T17" fmla="*/ 0 h 46"/>
                <a:gd name="T18" fmla="*/ 0 w 31"/>
                <a:gd name="T19" fmla="*/ 0 h 46"/>
                <a:gd name="T20" fmla="*/ 0 w 31"/>
                <a:gd name="T21" fmla="*/ 0 h 46"/>
                <a:gd name="T22" fmla="*/ 0 w 31"/>
                <a:gd name="T23" fmla="*/ 0 h 46"/>
                <a:gd name="T24" fmla="*/ 0 w 31"/>
                <a:gd name="T25" fmla="*/ 0 h 46"/>
                <a:gd name="T26" fmla="*/ 0 w 31"/>
                <a:gd name="T27" fmla="*/ 0 h 46"/>
                <a:gd name="T28" fmla="*/ 0 w 31"/>
                <a:gd name="T29" fmla="*/ 0 h 46"/>
                <a:gd name="T30" fmla="*/ 0 w 31"/>
                <a:gd name="T31" fmla="*/ 0 h 46"/>
                <a:gd name="T32" fmla="*/ 0 w 31"/>
                <a:gd name="T33" fmla="*/ 0 h 46"/>
                <a:gd name="T34" fmla="*/ 0 w 31"/>
                <a:gd name="T35" fmla="*/ 0 h 46"/>
                <a:gd name="T36" fmla="*/ 0 w 31"/>
                <a:gd name="T37" fmla="*/ 0 h 46"/>
                <a:gd name="T38" fmla="*/ 0 w 31"/>
                <a:gd name="T39" fmla="*/ 0 h 46"/>
                <a:gd name="T40" fmla="*/ 0 w 31"/>
                <a:gd name="T41" fmla="*/ 0 h 46"/>
                <a:gd name="T42" fmla="*/ 0 w 31"/>
                <a:gd name="T43" fmla="*/ 0 h 46"/>
                <a:gd name="T44" fmla="*/ 0 w 31"/>
                <a:gd name="T45" fmla="*/ 0 h 46"/>
                <a:gd name="T46" fmla="*/ 0 w 31"/>
                <a:gd name="T47" fmla="*/ 0 h 46"/>
                <a:gd name="T48" fmla="*/ 0 w 31"/>
                <a:gd name="T49" fmla="*/ 0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 h="46">
                  <a:moveTo>
                    <a:pt x="25" y="46"/>
                  </a:moveTo>
                  <a:lnTo>
                    <a:pt x="26" y="46"/>
                  </a:lnTo>
                  <a:lnTo>
                    <a:pt x="29" y="45"/>
                  </a:lnTo>
                  <a:lnTo>
                    <a:pt x="31" y="41"/>
                  </a:lnTo>
                  <a:lnTo>
                    <a:pt x="31" y="32"/>
                  </a:lnTo>
                  <a:lnTo>
                    <a:pt x="29" y="26"/>
                  </a:lnTo>
                  <a:lnTo>
                    <a:pt x="26" y="19"/>
                  </a:lnTo>
                  <a:lnTo>
                    <a:pt x="23" y="13"/>
                  </a:lnTo>
                  <a:lnTo>
                    <a:pt x="19" y="7"/>
                  </a:lnTo>
                  <a:lnTo>
                    <a:pt x="14" y="3"/>
                  </a:lnTo>
                  <a:lnTo>
                    <a:pt x="11" y="0"/>
                  </a:lnTo>
                  <a:lnTo>
                    <a:pt x="8" y="3"/>
                  </a:lnTo>
                  <a:lnTo>
                    <a:pt x="6" y="7"/>
                  </a:lnTo>
                  <a:lnTo>
                    <a:pt x="5" y="13"/>
                  </a:lnTo>
                  <a:lnTo>
                    <a:pt x="4" y="19"/>
                  </a:lnTo>
                  <a:lnTo>
                    <a:pt x="3" y="25"/>
                  </a:lnTo>
                  <a:lnTo>
                    <a:pt x="2" y="30"/>
                  </a:lnTo>
                  <a:lnTo>
                    <a:pt x="1" y="34"/>
                  </a:lnTo>
                  <a:lnTo>
                    <a:pt x="1" y="37"/>
                  </a:lnTo>
                  <a:lnTo>
                    <a:pt x="0" y="39"/>
                  </a:lnTo>
                  <a:lnTo>
                    <a:pt x="0" y="40"/>
                  </a:lnTo>
                  <a:lnTo>
                    <a:pt x="3" y="41"/>
                  </a:lnTo>
                  <a:lnTo>
                    <a:pt x="11" y="44"/>
                  </a:lnTo>
                  <a:lnTo>
                    <a:pt x="20" y="46"/>
                  </a:lnTo>
                  <a:lnTo>
                    <a:pt x="25" y="46"/>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04" name="Freeform 703">
              <a:extLst>
                <a:ext uri="{FF2B5EF4-FFF2-40B4-BE49-F238E27FC236}">
                  <a16:creationId xmlns:a16="http://schemas.microsoft.com/office/drawing/2014/main" id="{1A64F58F-472E-3811-FEBF-FF3A15A8566A}"/>
                </a:ext>
              </a:extLst>
            </p:cNvPr>
            <p:cNvSpPr>
              <a:spLocks/>
            </p:cNvSpPr>
            <p:nvPr/>
          </p:nvSpPr>
          <p:spPr bwMode="auto">
            <a:xfrm>
              <a:off x="2263" y="3138"/>
              <a:ext cx="8" cy="11"/>
            </a:xfrm>
            <a:custGeom>
              <a:avLst/>
              <a:gdLst>
                <a:gd name="T0" fmla="*/ 0 w 31"/>
                <a:gd name="T1" fmla="*/ 0 h 46"/>
                <a:gd name="T2" fmla="*/ 0 w 31"/>
                <a:gd name="T3" fmla="*/ 0 h 46"/>
                <a:gd name="T4" fmla="*/ 0 w 31"/>
                <a:gd name="T5" fmla="*/ 0 h 46"/>
                <a:gd name="T6" fmla="*/ 0 w 31"/>
                <a:gd name="T7" fmla="*/ 0 h 46"/>
                <a:gd name="T8" fmla="*/ 0 w 31"/>
                <a:gd name="T9" fmla="*/ 0 h 46"/>
                <a:gd name="T10" fmla="*/ 0 w 31"/>
                <a:gd name="T11" fmla="*/ 0 h 46"/>
                <a:gd name="T12" fmla="*/ 0 w 31"/>
                <a:gd name="T13" fmla="*/ 0 h 46"/>
                <a:gd name="T14" fmla="*/ 0 w 31"/>
                <a:gd name="T15" fmla="*/ 0 h 46"/>
                <a:gd name="T16" fmla="*/ 0 w 31"/>
                <a:gd name="T17" fmla="*/ 0 h 46"/>
                <a:gd name="T18" fmla="*/ 0 w 31"/>
                <a:gd name="T19" fmla="*/ 0 h 46"/>
                <a:gd name="T20" fmla="*/ 0 w 31"/>
                <a:gd name="T21" fmla="*/ 0 h 46"/>
                <a:gd name="T22" fmla="*/ 0 w 31"/>
                <a:gd name="T23" fmla="*/ 0 h 46"/>
                <a:gd name="T24" fmla="*/ 0 w 31"/>
                <a:gd name="T25" fmla="*/ 0 h 46"/>
                <a:gd name="T26" fmla="*/ 0 w 31"/>
                <a:gd name="T27" fmla="*/ 0 h 46"/>
                <a:gd name="T28" fmla="*/ 0 w 31"/>
                <a:gd name="T29" fmla="*/ 0 h 46"/>
                <a:gd name="T30" fmla="*/ 0 w 31"/>
                <a:gd name="T31" fmla="*/ 0 h 46"/>
                <a:gd name="T32" fmla="*/ 0 w 31"/>
                <a:gd name="T33" fmla="*/ 0 h 46"/>
                <a:gd name="T34" fmla="*/ 0 w 31"/>
                <a:gd name="T35" fmla="*/ 0 h 46"/>
                <a:gd name="T36" fmla="*/ 0 w 31"/>
                <a:gd name="T37" fmla="*/ 0 h 46"/>
                <a:gd name="T38" fmla="*/ 0 w 31"/>
                <a:gd name="T39" fmla="*/ 0 h 46"/>
                <a:gd name="T40" fmla="*/ 0 w 31"/>
                <a:gd name="T41" fmla="*/ 0 h 46"/>
                <a:gd name="T42" fmla="*/ 0 w 31"/>
                <a:gd name="T43" fmla="*/ 0 h 46"/>
                <a:gd name="T44" fmla="*/ 0 w 31"/>
                <a:gd name="T45" fmla="*/ 0 h 46"/>
                <a:gd name="T46" fmla="*/ 0 w 31"/>
                <a:gd name="T47" fmla="*/ 0 h 46"/>
                <a:gd name="T48" fmla="*/ 0 w 31"/>
                <a:gd name="T49" fmla="*/ 0 h 46"/>
                <a:gd name="T50" fmla="*/ 0 w 31"/>
                <a:gd name="T51" fmla="*/ 0 h 46"/>
                <a:gd name="T52" fmla="*/ 0 w 31"/>
                <a:gd name="T53" fmla="*/ 0 h 46"/>
                <a:gd name="T54" fmla="*/ 0 w 31"/>
                <a:gd name="T55" fmla="*/ 0 h 46"/>
                <a:gd name="T56" fmla="*/ 0 w 3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1" h="46">
                  <a:moveTo>
                    <a:pt x="25" y="46"/>
                  </a:moveTo>
                  <a:lnTo>
                    <a:pt x="25" y="46"/>
                  </a:lnTo>
                  <a:lnTo>
                    <a:pt x="26" y="46"/>
                  </a:lnTo>
                  <a:lnTo>
                    <a:pt x="29" y="45"/>
                  </a:lnTo>
                  <a:lnTo>
                    <a:pt x="31" y="41"/>
                  </a:lnTo>
                  <a:lnTo>
                    <a:pt x="31" y="32"/>
                  </a:lnTo>
                  <a:lnTo>
                    <a:pt x="29" y="26"/>
                  </a:lnTo>
                  <a:lnTo>
                    <a:pt x="26" y="19"/>
                  </a:lnTo>
                  <a:lnTo>
                    <a:pt x="23" y="13"/>
                  </a:lnTo>
                  <a:lnTo>
                    <a:pt x="19" y="7"/>
                  </a:lnTo>
                  <a:lnTo>
                    <a:pt x="14" y="3"/>
                  </a:lnTo>
                  <a:lnTo>
                    <a:pt x="11" y="0"/>
                  </a:lnTo>
                  <a:lnTo>
                    <a:pt x="8" y="3"/>
                  </a:lnTo>
                  <a:lnTo>
                    <a:pt x="6" y="7"/>
                  </a:lnTo>
                  <a:lnTo>
                    <a:pt x="5" y="13"/>
                  </a:lnTo>
                  <a:lnTo>
                    <a:pt x="4" y="19"/>
                  </a:lnTo>
                  <a:lnTo>
                    <a:pt x="3" y="25"/>
                  </a:lnTo>
                  <a:lnTo>
                    <a:pt x="2" y="30"/>
                  </a:lnTo>
                  <a:lnTo>
                    <a:pt x="1" y="34"/>
                  </a:lnTo>
                  <a:lnTo>
                    <a:pt x="1" y="37"/>
                  </a:lnTo>
                  <a:lnTo>
                    <a:pt x="0" y="39"/>
                  </a:lnTo>
                  <a:lnTo>
                    <a:pt x="0" y="40"/>
                  </a:lnTo>
                  <a:lnTo>
                    <a:pt x="3" y="41"/>
                  </a:lnTo>
                  <a:lnTo>
                    <a:pt x="11" y="44"/>
                  </a:lnTo>
                  <a:lnTo>
                    <a:pt x="20" y="46"/>
                  </a:lnTo>
                  <a:lnTo>
                    <a:pt x="25" y="4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05" name="Freeform 704">
              <a:extLst>
                <a:ext uri="{FF2B5EF4-FFF2-40B4-BE49-F238E27FC236}">
                  <a16:creationId xmlns:a16="http://schemas.microsoft.com/office/drawing/2014/main" id="{94C865F1-F9F8-9953-0B13-2EF286F783D3}"/>
                </a:ext>
              </a:extLst>
            </p:cNvPr>
            <p:cNvSpPr>
              <a:spLocks/>
            </p:cNvSpPr>
            <p:nvPr/>
          </p:nvSpPr>
          <p:spPr bwMode="auto">
            <a:xfrm>
              <a:off x="2225" y="3190"/>
              <a:ext cx="8" cy="6"/>
            </a:xfrm>
            <a:custGeom>
              <a:avLst/>
              <a:gdLst>
                <a:gd name="T0" fmla="*/ 0 w 31"/>
                <a:gd name="T1" fmla="*/ 0 h 24"/>
                <a:gd name="T2" fmla="*/ 0 w 31"/>
                <a:gd name="T3" fmla="*/ 0 h 24"/>
                <a:gd name="T4" fmla="*/ 0 w 31"/>
                <a:gd name="T5" fmla="*/ 0 h 24"/>
                <a:gd name="T6" fmla="*/ 0 w 31"/>
                <a:gd name="T7" fmla="*/ 0 h 24"/>
                <a:gd name="T8" fmla="*/ 0 w 31"/>
                <a:gd name="T9" fmla="*/ 0 h 24"/>
                <a:gd name="T10" fmla="*/ 0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24">
                  <a:moveTo>
                    <a:pt x="31" y="0"/>
                  </a:moveTo>
                  <a:lnTo>
                    <a:pt x="0" y="2"/>
                  </a:lnTo>
                  <a:lnTo>
                    <a:pt x="11" y="24"/>
                  </a:lnTo>
                  <a:lnTo>
                    <a:pt x="15" y="24"/>
                  </a:lnTo>
                  <a:lnTo>
                    <a:pt x="22" y="21"/>
                  </a:lnTo>
                  <a:lnTo>
                    <a:pt x="29" y="14"/>
                  </a:lnTo>
                  <a:lnTo>
                    <a:pt x="31"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06" name="Freeform 705">
              <a:extLst>
                <a:ext uri="{FF2B5EF4-FFF2-40B4-BE49-F238E27FC236}">
                  <a16:creationId xmlns:a16="http://schemas.microsoft.com/office/drawing/2014/main" id="{A10E220C-DCD6-5E1B-E80E-D2986503430E}"/>
                </a:ext>
              </a:extLst>
            </p:cNvPr>
            <p:cNvSpPr>
              <a:spLocks/>
            </p:cNvSpPr>
            <p:nvPr/>
          </p:nvSpPr>
          <p:spPr bwMode="auto">
            <a:xfrm>
              <a:off x="2225" y="3190"/>
              <a:ext cx="8" cy="6"/>
            </a:xfrm>
            <a:custGeom>
              <a:avLst/>
              <a:gdLst>
                <a:gd name="T0" fmla="*/ 0 w 31"/>
                <a:gd name="T1" fmla="*/ 0 h 24"/>
                <a:gd name="T2" fmla="*/ 0 w 31"/>
                <a:gd name="T3" fmla="*/ 0 h 24"/>
                <a:gd name="T4" fmla="*/ 0 w 31"/>
                <a:gd name="T5" fmla="*/ 0 h 24"/>
                <a:gd name="T6" fmla="*/ 0 w 31"/>
                <a:gd name="T7" fmla="*/ 0 h 24"/>
                <a:gd name="T8" fmla="*/ 0 w 31"/>
                <a:gd name="T9" fmla="*/ 0 h 24"/>
                <a:gd name="T10" fmla="*/ 0 w 31"/>
                <a:gd name="T11" fmla="*/ 0 h 24"/>
                <a:gd name="T12" fmla="*/ 0 w 31"/>
                <a:gd name="T13" fmla="*/ 0 h 24"/>
                <a:gd name="T14" fmla="*/ 0 w 31"/>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24">
                  <a:moveTo>
                    <a:pt x="31" y="0"/>
                  </a:moveTo>
                  <a:lnTo>
                    <a:pt x="0" y="2"/>
                  </a:lnTo>
                  <a:lnTo>
                    <a:pt x="11" y="24"/>
                  </a:lnTo>
                  <a:lnTo>
                    <a:pt x="15" y="24"/>
                  </a:lnTo>
                  <a:lnTo>
                    <a:pt x="22" y="21"/>
                  </a:lnTo>
                  <a:lnTo>
                    <a:pt x="29" y="14"/>
                  </a:lnTo>
                  <a:lnTo>
                    <a:pt x="31"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07" name="Freeform 706">
              <a:extLst>
                <a:ext uri="{FF2B5EF4-FFF2-40B4-BE49-F238E27FC236}">
                  <a16:creationId xmlns:a16="http://schemas.microsoft.com/office/drawing/2014/main" id="{34325234-D9CC-E8F6-72C6-BAF1A2E22EBF}"/>
                </a:ext>
              </a:extLst>
            </p:cNvPr>
            <p:cNvSpPr>
              <a:spLocks/>
            </p:cNvSpPr>
            <p:nvPr/>
          </p:nvSpPr>
          <p:spPr bwMode="auto">
            <a:xfrm>
              <a:off x="2345" y="3136"/>
              <a:ext cx="12" cy="6"/>
            </a:xfrm>
            <a:custGeom>
              <a:avLst/>
              <a:gdLst>
                <a:gd name="T0" fmla="*/ 0 w 47"/>
                <a:gd name="T1" fmla="*/ 0 h 26"/>
                <a:gd name="T2" fmla="*/ 0 w 47"/>
                <a:gd name="T3" fmla="*/ 0 h 26"/>
                <a:gd name="T4" fmla="*/ 0 w 47"/>
                <a:gd name="T5" fmla="*/ 0 h 26"/>
                <a:gd name="T6" fmla="*/ 0 w 47"/>
                <a:gd name="T7" fmla="*/ 0 h 26"/>
                <a:gd name="T8" fmla="*/ 0 w 47"/>
                <a:gd name="T9" fmla="*/ 0 h 26"/>
                <a:gd name="T10" fmla="*/ 0 w 47"/>
                <a:gd name="T11" fmla="*/ 0 h 26"/>
                <a:gd name="T12" fmla="*/ 0 w 47"/>
                <a:gd name="T13" fmla="*/ 0 h 26"/>
                <a:gd name="T14" fmla="*/ 0 w 47"/>
                <a:gd name="T15" fmla="*/ 0 h 26"/>
                <a:gd name="T16" fmla="*/ 0 w 47"/>
                <a:gd name="T17" fmla="*/ 0 h 26"/>
                <a:gd name="T18" fmla="*/ 0 w 47"/>
                <a:gd name="T19" fmla="*/ 0 h 26"/>
                <a:gd name="T20" fmla="*/ 0 w 47"/>
                <a:gd name="T21" fmla="*/ 0 h 26"/>
                <a:gd name="T22" fmla="*/ 0 w 47"/>
                <a:gd name="T23" fmla="*/ 0 h 26"/>
                <a:gd name="T24" fmla="*/ 0 w 47"/>
                <a:gd name="T25" fmla="*/ 0 h 26"/>
                <a:gd name="T26" fmla="*/ 0 w 47"/>
                <a:gd name="T27" fmla="*/ 0 h 26"/>
                <a:gd name="T28" fmla="*/ 0 w 47"/>
                <a:gd name="T29" fmla="*/ 0 h 26"/>
                <a:gd name="T30" fmla="*/ 0 w 47"/>
                <a:gd name="T31" fmla="*/ 0 h 26"/>
                <a:gd name="T32" fmla="*/ 0 w 47"/>
                <a:gd name="T33" fmla="*/ 0 h 26"/>
                <a:gd name="T34" fmla="*/ 0 w 47"/>
                <a:gd name="T35" fmla="*/ 0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7" h="26">
                  <a:moveTo>
                    <a:pt x="24" y="26"/>
                  </a:moveTo>
                  <a:lnTo>
                    <a:pt x="22" y="25"/>
                  </a:lnTo>
                  <a:lnTo>
                    <a:pt x="18" y="23"/>
                  </a:lnTo>
                  <a:lnTo>
                    <a:pt x="13" y="20"/>
                  </a:lnTo>
                  <a:lnTo>
                    <a:pt x="8" y="16"/>
                  </a:lnTo>
                  <a:lnTo>
                    <a:pt x="2" y="12"/>
                  </a:lnTo>
                  <a:lnTo>
                    <a:pt x="0" y="7"/>
                  </a:lnTo>
                  <a:lnTo>
                    <a:pt x="1" y="4"/>
                  </a:lnTo>
                  <a:lnTo>
                    <a:pt x="8" y="1"/>
                  </a:lnTo>
                  <a:lnTo>
                    <a:pt x="16" y="0"/>
                  </a:lnTo>
                  <a:lnTo>
                    <a:pt x="23" y="0"/>
                  </a:lnTo>
                  <a:lnTo>
                    <a:pt x="30" y="1"/>
                  </a:lnTo>
                  <a:lnTo>
                    <a:pt x="36" y="3"/>
                  </a:lnTo>
                  <a:lnTo>
                    <a:pt x="40" y="5"/>
                  </a:lnTo>
                  <a:lnTo>
                    <a:pt x="44" y="7"/>
                  </a:lnTo>
                  <a:lnTo>
                    <a:pt x="46" y="8"/>
                  </a:lnTo>
                  <a:lnTo>
                    <a:pt x="47" y="9"/>
                  </a:lnTo>
                  <a:lnTo>
                    <a:pt x="24" y="26"/>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08" name="Freeform 707">
              <a:extLst>
                <a:ext uri="{FF2B5EF4-FFF2-40B4-BE49-F238E27FC236}">
                  <a16:creationId xmlns:a16="http://schemas.microsoft.com/office/drawing/2014/main" id="{049FAA9A-DA0E-2915-7F4C-FAD7BBE753F9}"/>
                </a:ext>
              </a:extLst>
            </p:cNvPr>
            <p:cNvSpPr>
              <a:spLocks/>
            </p:cNvSpPr>
            <p:nvPr/>
          </p:nvSpPr>
          <p:spPr bwMode="auto">
            <a:xfrm>
              <a:off x="2345" y="3136"/>
              <a:ext cx="12" cy="6"/>
            </a:xfrm>
            <a:custGeom>
              <a:avLst/>
              <a:gdLst>
                <a:gd name="T0" fmla="*/ 0 w 47"/>
                <a:gd name="T1" fmla="*/ 0 h 26"/>
                <a:gd name="T2" fmla="*/ 0 w 47"/>
                <a:gd name="T3" fmla="*/ 0 h 26"/>
                <a:gd name="T4" fmla="*/ 0 w 47"/>
                <a:gd name="T5" fmla="*/ 0 h 26"/>
                <a:gd name="T6" fmla="*/ 0 w 47"/>
                <a:gd name="T7" fmla="*/ 0 h 26"/>
                <a:gd name="T8" fmla="*/ 0 w 47"/>
                <a:gd name="T9" fmla="*/ 0 h 26"/>
                <a:gd name="T10" fmla="*/ 0 w 47"/>
                <a:gd name="T11" fmla="*/ 0 h 26"/>
                <a:gd name="T12" fmla="*/ 0 w 47"/>
                <a:gd name="T13" fmla="*/ 0 h 26"/>
                <a:gd name="T14" fmla="*/ 0 w 47"/>
                <a:gd name="T15" fmla="*/ 0 h 26"/>
                <a:gd name="T16" fmla="*/ 0 w 47"/>
                <a:gd name="T17" fmla="*/ 0 h 26"/>
                <a:gd name="T18" fmla="*/ 0 w 47"/>
                <a:gd name="T19" fmla="*/ 0 h 26"/>
                <a:gd name="T20" fmla="*/ 0 w 47"/>
                <a:gd name="T21" fmla="*/ 0 h 26"/>
                <a:gd name="T22" fmla="*/ 0 w 47"/>
                <a:gd name="T23" fmla="*/ 0 h 26"/>
                <a:gd name="T24" fmla="*/ 0 w 47"/>
                <a:gd name="T25" fmla="*/ 0 h 26"/>
                <a:gd name="T26" fmla="*/ 0 w 47"/>
                <a:gd name="T27" fmla="*/ 0 h 26"/>
                <a:gd name="T28" fmla="*/ 0 w 47"/>
                <a:gd name="T29" fmla="*/ 0 h 26"/>
                <a:gd name="T30" fmla="*/ 0 w 47"/>
                <a:gd name="T31" fmla="*/ 0 h 26"/>
                <a:gd name="T32" fmla="*/ 0 w 47"/>
                <a:gd name="T33" fmla="*/ 0 h 26"/>
                <a:gd name="T34" fmla="*/ 0 w 47"/>
                <a:gd name="T35" fmla="*/ 0 h 26"/>
                <a:gd name="T36" fmla="*/ 0 w 47"/>
                <a:gd name="T37" fmla="*/ 0 h 26"/>
                <a:gd name="T38" fmla="*/ 0 w 47"/>
                <a:gd name="T39" fmla="*/ 0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7" h="26">
                  <a:moveTo>
                    <a:pt x="24" y="26"/>
                  </a:moveTo>
                  <a:lnTo>
                    <a:pt x="24" y="26"/>
                  </a:lnTo>
                  <a:lnTo>
                    <a:pt x="22" y="25"/>
                  </a:lnTo>
                  <a:lnTo>
                    <a:pt x="18" y="23"/>
                  </a:lnTo>
                  <a:lnTo>
                    <a:pt x="13" y="20"/>
                  </a:lnTo>
                  <a:lnTo>
                    <a:pt x="8" y="16"/>
                  </a:lnTo>
                  <a:lnTo>
                    <a:pt x="2" y="12"/>
                  </a:lnTo>
                  <a:lnTo>
                    <a:pt x="0" y="7"/>
                  </a:lnTo>
                  <a:lnTo>
                    <a:pt x="1" y="4"/>
                  </a:lnTo>
                  <a:lnTo>
                    <a:pt x="8" y="1"/>
                  </a:lnTo>
                  <a:lnTo>
                    <a:pt x="16" y="0"/>
                  </a:lnTo>
                  <a:lnTo>
                    <a:pt x="23" y="0"/>
                  </a:lnTo>
                  <a:lnTo>
                    <a:pt x="30" y="1"/>
                  </a:lnTo>
                  <a:lnTo>
                    <a:pt x="36" y="3"/>
                  </a:lnTo>
                  <a:lnTo>
                    <a:pt x="40" y="5"/>
                  </a:lnTo>
                  <a:lnTo>
                    <a:pt x="44" y="7"/>
                  </a:lnTo>
                  <a:lnTo>
                    <a:pt x="46" y="8"/>
                  </a:lnTo>
                  <a:lnTo>
                    <a:pt x="47" y="9"/>
                  </a:lnTo>
                  <a:lnTo>
                    <a:pt x="24"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09" name="Freeform 708">
              <a:extLst>
                <a:ext uri="{FF2B5EF4-FFF2-40B4-BE49-F238E27FC236}">
                  <a16:creationId xmlns:a16="http://schemas.microsoft.com/office/drawing/2014/main" id="{EB1AD094-5CE4-CA2B-160D-FF955381B1C6}"/>
                </a:ext>
              </a:extLst>
            </p:cNvPr>
            <p:cNvSpPr>
              <a:spLocks/>
            </p:cNvSpPr>
            <p:nvPr/>
          </p:nvSpPr>
          <p:spPr bwMode="auto">
            <a:xfrm>
              <a:off x="2317" y="3057"/>
              <a:ext cx="7" cy="9"/>
            </a:xfrm>
            <a:custGeom>
              <a:avLst/>
              <a:gdLst>
                <a:gd name="T0" fmla="*/ 0 w 29"/>
                <a:gd name="T1" fmla="*/ 0 h 36"/>
                <a:gd name="T2" fmla="*/ 0 w 29"/>
                <a:gd name="T3" fmla="*/ 0 h 36"/>
                <a:gd name="T4" fmla="*/ 0 w 29"/>
                <a:gd name="T5" fmla="*/ 0 h 36"/>
                <a:gd name="T6" fmla="*/ 0 w 29"/>
                <a:gd name="T7" fmla="*/ 0 h 36"/>
                <a:gd name="T8" fmla="*/ 0 w 29"/>
                <a:gd name="T9" fmla="*/ 0 h 36"/>
                <a:gd name="T10" fmla="*/ 0 w 29"/>
                <a:gd name="T11" fmla="*/ 0 h 36"/>
                <a:gd name="T12" fmla="*/ 0 w 29"/>
                <a:gd name="T13" fmla="*/ 0 h 36"/>
                <a:gd name="T14" fmla="*/ 0 w 29"/>
                <a:gd name="T15" fmla="*/ 0 h 36"/>
                <a:gd name="T16" fmla="*/ 0 w 29"/>
                <a:gd name="T17" fmla="*/ 0 h 36"/>
                <a:gd name="T18" fmla="*/ 0 w 29"/>
                <a:gd name="T19" fmla="*/ 0 h 36"/>
                <a:gd name="T20" fmla="*/ 0 w 29"/>
                <a:gd name="T21" fmla="*/ 0 h 36"/>
                <a:gd name="T22" fmla="*/ 0 w 29"/>
                <a:gd name="T23" fmla="*/ 0 h 36"/>
                <a:gd name="T24" fmla="*/ 0 w 29"/>
                <a:gd name="T25" fmla="*/ 0 h 36"/>
                <a:gd name="T26" fmla="*/ 0 w 29"/>
                <a:gd name="T27" fmla="*/ 0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 h="36">
                  <a:moveTo>
                    <a:pt x="12" y="2"/>
                  </a:moveTo>
                  <a:lnTo>
                    <a:pt x="6" y="21"/>
                  </a:lnTo>
                  <a:lnTo>
                    <a:pt x="3" y="23"/>
                  </a:lnTo>
                  <a:lnTo>
                    <a:pt x="0" y="29"/>
                  </a:lnTo>
                  <a:lnTo>
                    <a:pt x="1" y="34"/>
                  </a:lnTo>
                  <a:lnTo>
                    <a:pt x="12" y="36"/>
                  </a:lnTo>
                  <a:lnTo>
                    <a:pt x="26" y="33"/>
                  </a:lnTo>
                  <a:lnTo>
                    <a:pt x="29" y="28"/>
                  </a:lnTo>
                  <a:lnTo>
                    <a:pt x="28" y="21"/>
                  </a:lnTo>
                  <a:lnTo>
                    <a:pt x="27" y="19"/>
                  </a:lnTo>
                  <a:lnTo>
                    <a:pt x="25" y="15"/>
                  </a:lnTo>
                  <a:lnTo>
                    <a:pt x="21" y="6"/>
                  </a:lnTo>
                  <a:lnTo>
                    <a:pt x="15" y="0"/>
                  </a:lnTo>
                  <a:lnTo>
                    <a:pt x="12" y="2"/>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10" name="Freeform 709">
              <a:extLst>
                <a:ext uri="{FF2B5EF4-FFF2-40B4-BE49-F238E27FC236}">
                  <a16:creationId xmlns:a16="http://schemas.microsoft.com/office/drawing/2014/main" id="{5B9CBCC0-12CB-AB54-1EA6-3A07C94EC53B}"/>
                </a:ext>
              </a:extLst>
            </p:cNvPr>
            <p:cNvSpPr>
              <a:spLocks/>
            </p:cNvSpPr>
            <p:nvPr/>
          </p:nvSpPr>
          <p:spPr bwMode="auto">
            <a:xfrm>
              <a:off x="2317" y="3057"/>
              <a:ext cx="7" cy="9"/>
            </a:xfrm>
            <a:custGeom>
              <a:avLst/>
              <a:gdLst>
                <a:gd name="T0" fmla="*/ 0 w 29"/>
                <a:gd name="T1" fmla="*/ 0 h 36"/>
                <a:gd name="T2" fmla="*/ 0 w 29"/>
                <a:gd name="T3" fmla="*/ 0 h 36"/>
                <a:gd name="T4" fmla="*/ 0 w 29"/>
                <a:gd name="T5" fmla="*/ 0 h 36"/>
                <a:gd name="T6" fmla="*/ 0 w 29"/>
                <a:gd name="T7" fmla="*/ 0 h 36"/>
                <a:gd name="T8" fmla="*/ 0 w 29"/>
                <a:gd name="T9" fmla="*/ 0 h 36"/>
                <a:gd name="T10" fmla="*/ 0 w 29"/>
                <a:gd name="T11" fmla="*/ 0 h 36"/>
                <a:gd name="T12" fmla="*/ 0 w 29"/>
                <a:gd name="T13" fmla="*/ 0 h 36"/>
                <a:gd name="T14" fmla="*/ 0 w 29"/>
                <a:gd name="T15" fmla="*/ 0 h 36"/>
                <a:gd name="T16" fmla="*/ 0 w 29"/>
                <a:gd name="T17" fmla="*/ 0 h 36"/>
                <a:gd name="T18" fmla="*/ 0 w 29"/>
                <a:gd name="T19" fmla="*/ 0 h 36"/>
                <a:gd name="T20" fmla="*/ 0 w 29"/>
                <a:gd name="T21" fmla="*/ 0 h 36"/>
                <a:gd name="T22" fmla="*/ 0 w 29"/>
                <a:gd name="T23" fmla="*/ 0 h 36"/>
                <a:gd name="T24" fmla="*/ 0 w 29"/>
                <a:gd name="T25" fmla="*/ 0 h 36"/>
                <a:gd name="T26" fmla="*/ 0 w 29"/>
                <a:gd name="T27" fmla="*/ 0 h 36"/>
                <a:gd name="T28" fmla="*/ 0 w 29"/>
                <a:gd name="T29" fmla="*/ 0 h 36"/>
                <a:gd name="T30" fmla="*/ 0 w 29"/>
                <a:gd name="T31" fmla="*/ 0 h 36"/>
                <a:gd name="T32" fmla="*/ 0 w 29"/>
                <a:gd name="T33" fmla="*/ 0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36">
                  <a:moveTo>
                    <a:pt x="12" y="2"/>
                  </a:moveTo>
                  <a:lnTo>
                    <a:pt x="6" y="21"/>
                  </a:lnTo>
                  <a:lnTo>
                    <a:pt x="3" y="23"/>
                  </a:lnTo>
                  <a:lnTo>
                    <a:pt x="0" y="29"/>
                  </a:lnTo>
                  <a:lnTo>
                    <a:pt x="1" y="34"/>
                  </a:lnTo>
                  <a:lnTo>
                    <a:pt x="12" y="36"/>
                  </a:lnTo>
                  <a:lnTo>
                    <a:pt x="26" y="33"/>
                  </a:lnTo>
                  <a:lnTo>
                    <a:pt x="29" y="28"/>
                  </a:lnTo>
                  <a:lnTo>
                    <a:pt x="28" y="21"/>
                  </a:lnTo>
                  <a:lnTo>
                    <a:pt x="27" y="19"/>
                  </a:lnTo>
                  <a:lnTo>
                    <a:pt x="25" y="15"/>
                  </a:lnTo>
                  <a:lnTo>
                    <a:pt x="21" y="6"/>
                  </a:lnTo>
                  <a:lnTo>
                    <a:pt x="15" y="0"/>
                  </a:lnTo>
                  <a:lnTo>
                    <a:pt x="12" y="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11" name="Freeform 710">
              <a:extLst>
                <a:ext uri="{FF2B5EF4-FFF2-40B4-BE49-F238E27FC236}">
                  <a16:creationId xmlns:a16="http://schemas.microsoft.com/office/drawing/2014/main" id="{F4C6DA7B-6FF3-8E00-7122-1F55BF07BDD9}"/>
                </a:ext>
              </a:extLst>
            </p:cNvPr>
            <p:cNvSpPr>
              <a:spLocks/>
            </p:cNvSpPr>
            <p:nvPr/>
          </p:nvSpPr>
          <p:spPr bwMode="auto">
            <a:xfrm>
              <a:off x="2315" y="3004"/>
              <a:ext cx="12" cy="19"/>
            </a:xfrm>
            <a:custGeom>
              <a:avLst/>
              <a:gdLst>
                <a:gd name="T0" fmla="*/ 0 w 51"/>
                <a:gd name="T1" fmla="*/ 0 h 77"/>
                <a:gd name="T2" fmla="*/ 0 w 51"/>
                <a:gd name="T3" fmla="*/ 0 h 77"/>
                <a:gd name="T4" fmla="*/ 0 w 51"/>
                <a:gd name="T5" fmla="*/ 0 h 77"/>
                <a:gd name="T6" fmla="*/ 0 w 51"/>
                <a:gd name="T7" fmla="*/ 0 h 77"/>
                <a:gd name="T8" fmla="*/ 0 w 51"/>
                <a:gd name="T9" fmla="*/ 0 h 77"/>
                <a:gd name="T10" fmla="*/ 0 w 51"/>
                <a:gd name="T11" fmla="*/ 0 h 77"/>
                <a:gd name="T12" fmla="*/ 0 w 51"/>
                <a:gd name="T13" fmla="*/ 0 h 77"/>
                <a:gd name="T14" fmla="*/ 0 w 51"/>
                <a:gd name="T15" fmla="*/ 0 h 77"/>
                <a:gd name="T16" fmla="*/ 0 w 51"/>
                <a:gd name="T17" fmla="*/ 0 h 77"/>
                <a:gd name="T18" fmla="*/ 0 w 51"/>
                <a:gd name="T19" fmla="*/ 0 h 77"/>
                <a:gd name="T20" fmla="*/ 0 w 51"/>
                <a:gd name="T21" fmla="*/ 0 h 77"/>
                <a:gd name="T22" fmla="*/ 0 w 51"/>
                <a:gd name="T23" fmla="*/ 0 h 77"/>
                <a:gd name="T24" fmla="*/ 0 w 51"/>
                <a:gd name="T25" fmla="*/ 0 h 77"/>
                <a:gd name="T26" fmla="*/ 0 w 51"/>
                <a:gd name="T27" fmla="*/ 0 h 77"/>
                <a:gd name="T28" fmla="*/ 0 w 51"/>
                <a:gd name="T29" fmla="*/ 0 h 77"/>
                <a:gd name="T30" fmla="*/ 0 w 51"/>
                <a:gd name="T31" fmla="*/ 0 h 77"/>
                <a:gd name="T32" fmla="*/ 0 w 51"/>
                <a:gd name="T33" fmla="*/ 0 h 77"/>
                <a:gd name="T34" fmla="*/ 0 w 51"/>
                <a:gd name="T35" fmla="*/ 0 h 77"/>
                <a:gd name="T36" fmla="*/ 0 w 51"/>
                <a:gd name="T37" fmla="*/ 0 h 77"/>
                <a:gd name="T38" fmla="*/ 0 w 51"/>
                <a:gd name="T39" fmla="*/ 0 h 77"/>
                <a:gd name="T40" fmla="*/ 0 w 51"/>
                <a:gd name="T41" fmla="*/ 0 h 77"/>
                <a:gd name="T42" fmla="*/ 0 w 51"/>
                <a:gd name="T43" fmla="*/ 0 h 77"/>
                <a:gd name="T44" fmla="*/ 0 w 51"/>
                <a:gd name="T45" fmla="*/ 0 h 77"/>
                <a:gd name="T46" fmla="*/ 0 w 51"/>
                <a:gd name="T47" fmla="*/ 0 h 77"/>
                <a:gd name="T48" fmla="*/ 0 w 51"/>
                <a:gd name="T49" fmla="*/ 0 h 77"/>
                <a:gd name="T50" fmla="*/ 0 w 51"/>
                <a:gd name="T51" fmla="*/ 0 h 77"/>
                <a:gd name="T52" fmla="*/ 0 w 51"/>
                <a:gd name="T53" fmla="*/ 0 h 77"/>
                <a:gd name="T54" fmla="*/ 0 w 51"/>
                <a:gd name="T55" fmla="*/ 0 h 77"/>
                <a:gd name="T56" fmla="*/ 0 w 51"/>
                <a:gd name="T57" fmla="*/ 0 h 77"/>
                <a:gd name="T58" fmla="*/ 0 w 51"/>
                <a:gd name="T59" fmla="*/ 0 h 77"/>
                <a:gd name="T60" fmla="*/ 0 w 51"/>
                <a:gd name="T61" fmla="*/ 0 h 77"/>
                <a:gd name="T62" fmla="*/ 0 w 51"/>
                <a:gd name="T63" fmla="*/ 0 h 77"/>
                <a:gd name="T64" fmla="*/ 0 w 51"/>
                <a:gd name="T65" fmla="*/ 0 h 77"/>
                <a:gd name="T66" fmla="*/ 0 w 51"/>
                <a:gd name="T67" fmla="*/ 0 h 77"/>
                <a:gd name="T68" fmla="*/ 0 w 51"/>
                <a:gd name="T69" fmla="*/ 0 h 77"/>
                <a:gd name="T70" fmla="*/ 0 w 51"/>
                <a:gd name="T71" fmla="*/ 0 h 77"/>
                <a:gd name="T72" fmla="*/ 0 w 51"/>
                <a:gd name="T73" fmla="*/ 0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1" h="77">
                  <a:moveTo>
                    <a:pt x="19" y="0"/>
                  </a:moveTo>
                  <a:lnTo>
                    <a:pt x="19" y="2"/>
                  </a:lnTo>
                  <a:lnTo>
                    <a:pt x="19" y="6"/>
                  </a:lnTo>
                  <a:lnTo>
                    <a:pt x="20" y="11"/>
                  </a:lnTo>
                  <a:lnTo>
                    <a:pt x="21" y="18"/>
                  </a:lnTo>
                  <a:lnTo>
                    <a:pt x="23" y="25"/>
                  </a:lnTo>
                  <a:lnTo>
                    <a:pt x="25" y="31"/>
                  </a:lnTo>
                  <a:lnTo>
                    <a:pt x="30" y="37"/>
                  </a:lnTo>
                  <a:lnTo>
                    <a:pt x="34" y="39"/>
                  </a:lnTo>
                  <a:lnTo>
                    <a:pt x="39" y="41"/>
                  </a:lnTo>
                  <a:lnTo>
                    <a:pt x="43" y="43"/>
                  </a:lnTo>
                  <a:lnTo>
                    <a:pt x="47" y="47"/>
                  </a:lnTo>
                  <a:lnTo>
                    <a:pt x="50" y="51"/>
                  </a:lnTo>
                  <a:lnTo>
                    <a:pt x="51" y="56"/>
                  </a:lnTo>
                  <a:lnTo>
                    <a:pt x="51" y="61"/>
                  </a:lnTo>
                  <a:lnTo>
                    <a:pt x="49" y="67"/>
                  </a:lnTo>
                  <a:lnTo>
                    <a:pt x="45" y="72"/>
                  </a:lnTo>
                  <a:lnTo>
                    <a:pt x="40" y="76"/>
                  </a:lnTo>
                  <a:lnTo>
                    <a:pt x="34" y="77"/>
                  </a:lnTo>
                  <a:lnTo>
                    <a:pt x="29" y="77"/>
                  </a:lnTo>
                  <a:lnTo>
                    <a:pt x="23" y="74"/>
                  </a:lnTo>
                  <a:lnTo>
                    <a:pt x="19" y="71"/>
                  </a:lnTo>
                  <a:lnTo>
                    <a:pt x="16" y="66"/>
                  </a:lnTo>
                  <a:lnTo>
                    <a:pt x="14" y="61"/>
                  </a:lnTo>
                  <a:lnTo>
                    <a:pt x="13" y="56"/>
                  </a:lnTo>
                  <a:lnTo>
                    <a:pt x="12" y="50"/>
                  </a:lnTo>
                  <a:lnTo>
                    <a:pt x="11" y="44"/>
                  </a:lnTo>
                  <a:lnTo>
                    <a:pt x="9" y="38"/>
                  </a:lnTo>
                  <a:lnTo>
                    <a:pt x="7" y="32"/>
                  </a:lnTo>
                  <a:lnTo>
                    <a:pt x="4" y="27"/>
                  </a:lnTo>
                  <a:lnTo>
                    <a:pt x="2" y="23"/>
                  </a:lnTo>
                  <a:lnTo>
                    <a:pt x="1" y="20"/>
                  </a:lnTo>
                  <a:lnTo>
                    <a:pt x="0" y="19"/>
                  </a:lnTo>
                  <a:lnTo>
                    <a:pt x="1" y="16"/>
                  </a:lnTo>
                  <a:lnTo>
                    <a:pt x="4" y="9"/>
                  </a:lnTo>
                  <a:lnTo>
                    <a:pt x="10" y="3"/>
                  </a:lnTo>
                  <a:lnTo>
                    <a:pt x="19"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12" name="Freeform 711">
              <a:extLst>
                <a:ext uri="{FF2B5EF4-FFF2-40B4-BE49-F238E27FC236}">
                  <a16:creationId xmlns:a16="http://schemas.microsoft.com/office/drawing/2014/main" id="{994366AD-A78D-4499-1B1D-6C092F614238}"/>
                </a:ext>
              </a:extLst>
            </p:cNvPr>
            <p:cNvSpPr>
              <a:spLocks/>
            </p:cNvSpPr>
            <p:nvPr/>
          </p:nvSpPr>
          <p:spPr bwMode="auto">
            <a:xfrm>
              <a:off x="2315" y="3004"/>
              <a:ext cx="12" cy="19"/>
            </a:xfrm>
            <a:custGeom>
              <a:avLst/>
              <a:gdLst>
                <a:gd name="T0" fmla="*/ 0 w 51"/>
                <a:gd name="T1" fmla="*/ 0 h 77"/>
                <a:gd name="T2" fmla="*/ 0 w 51"/>
                <a:gd name="T3" fmla="*/ 0 h 77"/>
                <a:gd name="T4" fmla="*/ 0 w 51"/>
                <a:gd name="T5" fmla="*/ 0 h 77"/>
                <a:gd name="T6" fmla="*/ 0 w 51"/>
                <a:gd name="T7" fmla="*/ 0 h 77"/>
                <a:gd name="T8" fmla="*/ 0 w 51"/>
                <a:gd name="T9" fmla="*/ 0 h 77"/>
                <a:gd name="T10" fmla="*/ 0 w 51"/>
                <a:gd name="T11" fmla="*/ 0 h 77"/>
                <a:gd name="T12" fmla="*/ 0 w 51"/>
                <a:gd name="T13" fmla="*/ 0 h 77"/>
                <a:gd name="T14" fmla="*/ 0 w 51"/>
                <a:gd name="T15" fmla="*/ 0 h 77"/>
                <a:gd name="T16" fmla="*/ 0 w 51"/>
                <a:gd name="T17" fmla="*/ 0 h 77"/>
                <a:gd name="T18" fmla="*/ 0 w 51"/>
                <a:gd name="T19" fmla="*/ 0 h 77"/>
                <a:gd name="T20" fmla="*/ 0 w 51"/>
                <a:gd name="T21" fmla="*/ 0 h 77"/>
                <a:gd name="T22" fmla="*/ 0 w 51"/>
                <a:gd name="T23" fmla="*/ 0 h 77"/>
                <a:gd name="T24" fmla="*/ 0 w 51"/>
                <a:gd name="T25" fmla="*/ 0 h 77"/>
                <a:gd name="T26" fmla="*/ 0 w 51"/>
                <a:gd name="T27" fmla="*/ 0 h 77"/>
                <a:gd name="T28" fmla="*/ 0 w 51"/>
                <a:gd name="T29" fmla="*/ 0 h 77"/>
                <a:gd name="T30" fmla="*/ 0 w 51"/>
                <a:gd name="T31" fmla="*/ 0 h 77"/>
                <a:gd name="T32" fmla="*/ 0 w 51"/>
                <a:gd name="T33" fmla="*/ 0 h 77"/>
                <a:gd name="T34" fmla="*/ 0 w 51"/>
                <a:gd name="T35" fmla="*/ 0 h 77"/>
                <a:gd name="T36" fmla="*/ 0 w 51"/>
                <a:gd name="T37" fmla="*/ 0 h 77"/>
                <a:gd name="T38" fmla="*/ 0 w 51"/>
                <a:gd name="T39" fmla="*/ 0 h 77"/>
                <a:gd name="T40" fmla="*/ 0 w 51"/>
                <a:gd name="T41" fmla="*/ 0 h 77"/>
                <a:gd name="T42" fmla="*/ 0 w 51"/>
                <a:gd name="T43" fmla="*/ 0 h 77"/>
                <a:gd name="T44" fmla="*/ 0 w 51"/>
                <a:gd name="T45" fmla="*/ 0 h 77"/>
                <a:gd name="T46" fmla="*/ 0 w 51"/>
                <a:gd name="T47" fmla="*/ 0 h 77"/>
                <a:gd name="T48" fmla="*/ 0 w 51"/>
                <a:gd name="T49" fmla="*/ 0 h 77"/>
                <a:gd name="T50" fmla="*/ 0 w 51"/>
                <a:gd name="T51" fmla="*/ 0 h 77"/>
                <a:gd name="T52" fmla="*/ 0 w 51"/>
                <a:gd name="T53" fmla="*/ 0 h 77"/>
                <a:gd name="T54" fmla="*/ 0 w 51"/>
                <a:gd name="T55" fmla="*/ 0 h 77"/>
                <a:gd name="T56" fmla="*/ 0 w 51"/>
                <a:gd name="T57" fmla="*/ 0 h 77"/>
                <a:gd name="T58" fmla="*/ 0 w 51"/>
                <a:gd name="T59" fmla="*/ 0 h 77"/>
                <a:gd name="T60" fmla="*/ 0 w 51"/>
                <a:gd name="T61" fmla="*/ 0 h 77"/>
                <a:gd name="T62" fmla="*/ 0 w 51"/>
                <a:gd name="T63" fmla="*/ 0 h 77"/>
                <a:gd name="T64" fmla="*/ 0 w 51"/>
                <a:gd name="T65" fmla="*/ 0 h 77"/>
                <a:gd name="T66" fmla="*/ 0 w 51"/>
                <a:gd name="T67" fmla="*/ 0 h 77"/>
                <a:gd name="T68" fmla="*/ 0 w 51"/>
                <a:gd name="T69" fmla="*/ 0 h 77"/>
                <a:gd name="T70" fmla="*/ 0 w 51"/>
                <a:gd name="T71" fmla="*/ 0 h 77"/>
                <a:gd name="T72" fmla="*/ 0 w 51"/>
                <a:gd name="T73" fmla="*/ 0 h 77"/>
                <a:gd name="T74" fmla="*/ 0 w 51"/>
                <a:gd name="T75" fmla="*/ 0 h 77"/>
                <a:gd name="T76" fmla="*/ 0 w 51"/>
                <a:gd name="T77" fmla="*/ 0 h 77"/>
                <a:gd name="T78" fmla="*/ 0 w 51"/>
                <a:gd name="T79" fmla="*/ 0 h 77"/>
                <a:gd name="T80" fmla="*/ 0 w 51"/>
                <a:gd name="T81" fmla="*/ 0 h 77"/>
                <a:gd name="T82" fmla="*/ 0 w 51"/>
                <a:gd name="T83" fmla="*/ 0 h 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1" h="77">
                  <a:moveTo>
                    <a:pt x="19" y="0"/>
                  </a:moveTo>
                  <a:lnTo>
                    <a:pt x="19" y="0"/>
                  </a:lnTo>
                  <a:lnTo>
                    <a:pt x="19" y="2"/>
                  </a:lnTo>
                  <a:lnTo>
                    <a:pt x="19" y="6"/>
                  </a:lnTo>
                  <a:lnTo>
                    <a:pt x="20" y="11"/>
                  </a:lnTo>
                  <a:lnTo>
                    <a:pt x="21" y="18"/>
                  </a:lnTo>
                  <a:lnTo>
                    <a:pt x="23" y="25"/>
                  </a:lnTo>
                  <a:lnTo>
                    <a:pt x="25" y="31"/>
                  </a:lnTo>
                  <a:lnTo>
                    <a:pt x="30" y="37"/>
                  </a:lnTo>
                  <a:lnTo>
                    <a:pt x="34" y="39"/>
                  </a:lnTo>
                  <a:lnTo>
                    <a:pt x="39" y="41"/>
                  </a:lnTo>
                  <a:lnTo>
                    <a:pt x="43" y="43"/>
                  </a:lnTo>
                  <a:lnTo>
                    <a:pt x="47" y="47"/>
                  </a:lnTo>
                  <a:lnTo>
                    <a:pt x="50" y="51"/>
                  </a:lnTo>
                  <a:lnTo>
                    <a:pt x="51" y="56"/>
                  </a:lnTo>
                  <a:lnTo>
                    <a:pt x="51" y="61"/>
                  </a:lnTo>
                  <a:lnTo>
                    <a:pt x="49" y="67"/>
                  </a:lnTo>
                  <a:lnTo>
                    <a:pt x="45" y="72"/>
                  </a:lnTo>
                  <a:lnTo>
                    <a:pt x="40" y="76"/>
                  </a:lnTo>
                  <a:lnTo>
                    <a:pt x="34" y="77"/>
                  </a:lnTo>
                  <a:lnTo>
                    <a:pt x="29" y="77"/>
                  </a:lnTo>
                  <a:lnTo>
                    <a:pt x="23" y="74"/>
                  </a:lnTo>
                  <a:lnTo>
                    <a:pt x="19" y="71"/>
                  </a:lnTo>
                  <a:lnTo>
                    <a:pt x="16" y="66"/>
                  </a:lnTo>
                  <a:lnTo>
                    <a:pt x="14" y="61"/>
                  </a:lnTo>
                  <a:lnTo>
                    <a:pt x="13" y="56"/>
                  </a:lnTo>
                  <a:lnTo>
                    <a:pt x="12" y="50"/>
                  </a:lnTo>
                  <a:lnTo>
                    <a:pt x="11" y="44"/>
                  </a:lnTo>
                  <a:lnTo>
                    <a:pt x="9" y="38"/>
                  </a:lnTo>
                  <a:lnTo>
                    <a:pt x="7" y="32"/>
                  </a:lnTo>
                  <a:lnTo>
                    <a:pt x="4" y="27"/>
                  </a:lnTo>
                  <a:lnTo>
                    <a:pt x="2" y="23"/>
                  </a:lnTo>
                  <a:lnTo>
                    <a:pt x="1" y="20"/>
                  </a:lnTo>
                  <a:lnTo>
                    <a:pt x="0" y="19"/>
                  </a:lnTo>
                  <a:lnTo>
                    <a:pt x="1" y="16"/>
                  </a:lnTo>
                  <a:lnTo>
                    <a:pt x="4" y="9"/>
                  </a:lnTo>
                  <a:lnTo>
                    <a:pt x="10" y="3"/>
                  </a:lnTo>
                  <a:lnTo>
                    <a:pt x="1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13" name="Freeform 712">
              <a:extLst>
                <a:ext uri="{FF2B5EF4-FFF2-40B4-BE49-F238E27FC236}">
                  <a16:creationId xmlns:a16="http://schemas.microsoft.com/office/drawing/2014/main" id="{BC4951CE-3A0F-8FBD-8FAA-453878884F26}"/>
                </a:ext>
              </a:extLst>
            </p:cNvPr>
            <p:cNvSpPr>
              <a:spLocks/>
            </p:cNvSpPr>
            <p:nvPr/>
          </p:nvSpPr>
          <p:spPr bwMode="auto">
            <a:xfrm>
              <a:off x="2318" y="3080"/>
              <a:ext cx="16" cy="13"/>
            </a:xfrm>
            <a:custGeom>
              <a:avLst/>
              <a:gdLst>
                <a:gd name="T0" fmla="*/ 0 w 66"/>
                <a:gd name="T1" fmla="*/ 0 h 54"/>
                <a:gd name="T2" fmla="*/ 0 w 66"/>
                <a:gd name="T3" fmla="*/ 0 h 54"/>
                <a:gd name="T4" fmla="*/ 0 w 66"/>
                <a:gd name="T5" fmla="*/ 0 h 54"/>
                <a:gd name="T6" fmla="*/ 0 w 66"/>
                <a:gd name="T7" fmla="*/ 0 h 54"/>
                <a:gd name="T8" fmla="*/ 0 w 66"/>
                <a:gd name="T9" fmla="*/ 0 h 54"/>
                <a:gd name="T10" fmla="*/ 0 w 66"/>
                <a:gd name="T11" fmla="*/ 0 h 54"/>
                <a:gd name="T12" fmla="*/ 0 w 66"/>
                <a:gd name="T13" fmla="*/ 0 h 54"/>
                <a:gd name="T14" fmla="*/ 0 w 66"/>
                <a:gd name="T15" fmla="*/ 0 h 54"/>
                <a:gd name="T16" fmla="*/ 0 w 66"/>
                <a:gd name="T17" fmla="*/ 0 h 54"/>
                <a:gd name="T18" fmla="*/ 0 w 66"/>
                <a:gd name="T19" fmla="*/ 0 h 54"/>
                <a:gd name="T20" fmla="*/ 0 w 66"/>
                <a:gd name="T21" fmla="*/ 0 h 54"/>
                <a:gd name="T22" fmla="*/ 0 w 66"/>
                <a:gd name="T23" fmla="*/ 0 h 54"/>
                <a:gd name="T24" fmla="*/ 0 w 66"/>
                <a:gd name="T25" fmla="*/ 0 h 54"/>
                <a:gd name="T26" fmla="*/ 0 w 66"/>
                <a:gd name="T27" fmla="*/ 0 h 54"/>
                <a:gd name="T28" fmla="*/ 0 w 66"/>
                <a:gd name="T29" fmla="*/ 0 h 54"/>
                <a:gd name="T30" fmla="*/ 0 w 66"/>
                <a:gd name="T31" fmla="*/ 0 h 5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6" h="54">
                  <a:moveTo>
                    <a:pt x="9" y="0"/>
                  </a:moveTo>
                  <a:lnTo>
                    <a:pt x="10" y="4"/>
                  </a:lnTo>
                  <a:lnTo>
                    <a:pt x="15" y="11"/>
                  </a:lnTo>
                  <a:lnTo>
                    <a:pt x="22" y="18"/>
                  </a:lnTo>
                  <a:lnTo>
                    <a:pt x="34" y="19"/>
                  </a:lnTo>
                  <a:lnTo>
                    <a:pt x="41" y="18"/>
                  </a:lnTo>
                  <a:lnTo>
                    <a:pt x="47" y="20"/>
                  </a:lnTo>
                  <a:lnTo>
                    <a:pt x="53" y="23"/>
                  </a:lnTo>
                  <a:lnTo>
                    <a:pt x="57" y="27"/>
                  </a:lnTo>
                  <a:lnTo>
                    <a:pt x="60" y="31"/>
                  </a:lnTo>
                  <a:lnTo>
                    <a:pt x="64" y="36"/>
                  </a:lnTo>
                  <a:lnTo>
                    <a:pt x="65" y="39"/>
                  </a:lnTo>
                  <a:lnTo>
                    <a:pt x="66" y="40"/>
                  </a:lnTo>
                  <a:lnTo>
                    <a:pt x="29" y="54"/>
                  </a:lnTo>
                  <a:lnTo>
                    <a:pt x="0" y="28"/>
                  </a:lnTo>
                  <a:lnTo>
                    <a:pt x="9"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14" name="Freeform 713">
              <a:extLst>
                <a:ext uri="{FF2B5EF4-FFF2-40B4-BE49-F238E27FC236}">
                  <a16:creationId xmlns:a16="http://schemas.microsoft.com/office/drawing/2014/main" id="{8EFBD7E2-A479-C9AB-317F-4569259283D6}"/>
                </a:ext>
              </a:extLst>
            </p:cNvPr>
            <p:cNvSpPr>
              <a:spLocks/>
            </p:cNvSpPr>
            <p:nvPr/>
          </p:nvSpPr>
          <p:spPr bwMode="auto">
            <a:xfrm>
              <a:off x="2318" y="3080"/>
              <a:ext cx="16" cy="13"/>
            </a:xfrm>
            <a:custGeom>
              <a:avLst/>
              <a:gdLst>
                <a:gd name="T0" fmla="*/ 0 w 66"/>
                <a:gd name="T1" fmla="*/ 0 h 54"/>
                <a:gd name="T2" fmla="*/ 0 w 66"/>
                <a:gd name="T3" fmla="*/ 0 h 54"/>
                <a:gd name="T4" fmla="*/ 0 w 66"/>
                <a:gd name="T5" fmla="*/ 0 h 54"/>
                <a:gd name="T6" fmla="*/ 0 w 66"/>
                <a:gd name="T7" fmla="*/ 0 h 54"/>
                <a:gd name="T8" fmla="*/ 0 w 66"/>
                <a:gd name="T9" fmla="*/ 0 h 54"/>
                <a:gd name="T10" fmla="*/ 0 w 66"/>
                <a:gd name="T11" fmla="*/ 0 h 54"/>
                <a:gd name="T12" fmla="*/ 0 w 66"/>
                <a:gd name="T13" fmla="*/ 0 h 54"/>
                <a:gd name="T14" fmla="*/ 0 w 66"/>
                <a:gd name="T15" fmla="*/ 0 h 54"/>
                <a:gd name="T16" fmla="*/ 0 w 66"/>
                <a:gd name="T17" fmla="*/ 0 h 54"/>
                <a:gd name="T18" fmla="*/ 0 w 66"/>
                <a:gd name="T19" fmla="*/ 0 h 54"/>
                <a:gd name="T20" fmla="*/ 0 w 66"/>
                <a:gd name="T21" fmla="*/ 0 h 54"/>
                <a:gd name="T22" fmla="*/ 0 w 66"/>
                <a:gd name="T23" fmla="*/ 0 h 54"/>
                <a:gd name="T24" fmla="*/ 0 w 66"/>
                <a:gd name="T25" fmla="*/ 0 h 54"/>
                <a:gd name="T26" fmla="*/ 0 w 66"/>
                <a:gd name="T27" fmla="*/ 0 h 54"/>
                <a:gd name="T28" fmla="*/ 0 w 66"/>
                <a:gd name="T29" fmla="*/ 0 h 54"/>
                <a:gd name="T30" fmla="*/ 0 w 66"/>
                <a:gd name="T31" fmla="*/ 0 h 54"/>
                <a:gd name="T32" fmla="*/ 0 w 66"/>
                <a:gd name="T33" fmla="*/ 0 h 54"/>
                <a:gd name="T34" fmla="*/ 0 w 66"/>
                <a:gd name="T35" fmla="*/ 0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66" h="54">
                  <a:moveTo>
                    <a:pt x="9" y="0"/>
                  </a:moveTo>
                  <a:lnTo>
                    <a:pt x="9" y="0"/>
                  </a:lnTo>
                  <a:lnTo>
                    <a:pt x="10" y="4"/>
                  </a:lnTo>
                  <a:lnTo>
                    <a:pt x="15" y="11"/>
                  </a:lnTo>
                  <a:lnTo>
                    <a:pt x="22" y="18"/>
                  </a:lnTo>
                  <a:lnTo>
                    <a:pt x="34" y="19"/>
                  </a:lnTo>
                  <a:lnTo>
                    <a:pt x="41" y="18"/>
                  </a:lnTo>
                  <a:lnTo>
                    <a:pt x="47" y="20"/>
                  </a:lnTo>
                  <a:lnTo>
                    <a:pt x="53" y="23"/>
                  </a:lnTo>
                  <a:lnTo>
                    <a:pt x="57" y="27"/>
                  </a:lnTo>
                  <a:lnTo>
                    <a:pt x="60" y="31"/>
                  </a:lnTo>
                  <a:lnTo>
                    <a:pt x="64" y="36"/>
                  </a:lnTo>
                  <a:lnTo>
                    <a:pt x="65" y="39"/>
                  </a:lnTo>
                  <a:lnTo>
                    <a:pt x="66" y="40"/>
                  </a:lnTo>
                  <a:lnTo>
                    <a:pt x="29" y="54"/>
                  </a:lnTo>
                  <a:lnTo>
                    <a:pt x="0" y="28"/>
                  </a:lnTo>
                  <a:lnTo>
                    <a:pt x="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15" name="Freeform 714">
              <a:extLst>
                <a:ext uri="{FF2B5EF4-FFF2-40B4-BE49-F238E27FC236}">
                  <a16:creationId xmlns:a16="http://schemas.microsoft.com/office/drawing/2014/main" id="{5FB8983C-5D35-13E9-F196-A3E57F374692}"/>
                </a:ext>
              </a:extLst>
            </p:cNvPr>
            <p:cNvSpPr>
              <a:spLocks/>
            </p:cNvSpPr>
            <p:nvPr/>
          </p:nvSpPr>
          <p:spPr bwMode="auto">
            <a:xfrm>
              <a:off x="2329" y="3095"/>
              <a:ext cx="10" cy="9"/>
            </a:xfrm>
            <a:custGeom>
              <a:avLst/>
              <a:gdLst>
                <a:gd name="T0" fmla="*/ 0 w 43"/>
                <a:gd name="T1" fmla="*/ 0 h 36"/>
                <a:gd name="T2" fmla="*/ 0 w 43"/>
                <a:gd name="T3" fmla="*/ 0 h 36"/>
                <a:gd name="T4" fmla="*/ 0 w 43"/>
                <a:gd name="T5" fmla="*/ 0 h 36"/>
                <a:gd name="T6" fmla="*/ 0 w 43"/>
                <a:gd name="T7" fmla="*/ 0 h 36"/>
                <a:gd name="T8" fmla="*/ 0 w 43"/>
                <a:gd name="T9" fmla="*/ 0 h 36"/>
                <a:gd name="T10" fmla="*/ 0 w 43"/>
                <a:gd name="T11" fmla="*/ 0 h 36"/>
                <a:gd name="T12" fmla="*/ 0 w 43"/>
                <a:gd name="T13" fmla="*/ 0 h 36"/>
                <a:gd name="T14" fmla="*/ 0 w 43"/>
                <a:gd name="T15" fmla="*/ 0 h 36"/>
                <a:gd name="T16" fmla="*/ 0 w 43"/>
                <a:gd name="T17" fmla="*/ 0 h 36"/>
                <a:gd name="T18" fmla="*/ 0 w 43"/>
                <a:gd name="T19" fmla="*/ 0 h 36"/>
                <a:gd name="T20" fmla="*/ 0 w 43"/>
                <a:gd name="T21" fmla="*/ 0 h 36"/>
                <a:gd name="T22" fmla="*/ 0 w 43"/>
                <a:gd name="T23" fmla="*/ 0 h 36"/>
                <a:gd name="T24" fmla="*/ 0 w 43"/>
                <a:gd name="T25" fmla="*/ 0 h 36"/>
                <a:gd name="T26" fmla="*/ 0 w 43"/>
                <a:gd name="T27" fmla="*/ 0 h 36"/>
                <a:gd name="T28" fmla="*/ 0 w 43"/>
                <a:gd name="T29" fmla="*/ 0 h 36"/>
                <a:gd name="T30" fmla="*/ 0 w 43"/>
                <a:gd name="T31" fmla="*/ 0 h 36"/>
                <a:gd name="T32" fmla="*/ 0 w 43"/>
                <a:gd name="T33" fmla="*/ 0 h 36"/>
                <a:gd name="T34" fmla="*/ 0 w 43"/>
                <a:gd name="T35" fmla="*/ 0 h 36"/>
                <a:gd name="T36" fmla="*/ 0 w 43"/>
                <a:gd name="T37" fmla="*/ 0 h 36"/>
                <a:gd name="T38" fmla="*/ 0 w 43"/>
                <a:gd name="T39" fmla="*/ 0 h 36"/>
                <a:gd name="T40" fmla="*/ 0 w 43"/>
                <a:gd name="T41" fmla="*/ 0 h 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3" h="36">
                  <a:moveTo>
                    <a:pt x="0" y="0"/>
                  </a:moveTo>
                  <a:lnTo>
                    <a:pt x="2" y="0"/>
                  </a:lnTo>
                  <a:lnTo>
                    <a:pt x="8" y="1"/>
                  </a:lnTo>
                  <a:lnTo>
                    <a:pt x="15" y="3"/>
                  </a:lnTo>
                  <a:lnTo>
                    <a:pt x="25" y="5"/>
                  </a:lnTo>
                  <a:lnTo>
                    <a:pt x="33" y="9"/>
                  </a:lnTo>
                  <a:lnTo>
                    <a:pt x="39" y="13"/>
                  </a:lnTo>
                  <a:lnTo>
                    <a:pt x="43" y="18"/>
                  </a:lnTo>
                  <a:lnTo>
                    <a:pt x="42" y="26"/>
                  </a:lnTo>
                  <a:lnTo>
                    <a:pt x="35" y="35"/>
                  </a:lnTo>
                  <a:lnTo>
                    <a:pt x="27" y="36"/>
                  </a:lnTo>
                  <a:lnTo>
                    <a:pt x="19" y="33"/>
                  </a:lnTo>
                  <a:lnTo>
                    <a:pt x="16" y="31"/>
                  </a:lnTo>
                  <a:lnTo>
                    <a:pt x="15" y="30"/>
                  </a:lnTo>
                  <a:lnTo>
                    <a:pt x="14" y="27"/>
                  </a:lnTo>
                  <a:lnTo>
                    <a:pt x="11" y="22"/>
                  </a:lnTo>
                  <a:lnTo>
                    <a:pt x="8" y="16"/>
                  </a:lnTo>
                  <a:lnTo>
                    <a:pt x="5" y="11"/>
                  </a:lnTo>
                  <a:lnTo>
                    <a:pt x="3" y="6"/>
                  </a:lnTo>
                  <a:lnTo>
                    <a:pt x="1" y="2"/>
                  </a:lnTo>
                  <a:lnTo>
                    <a:pt x="0"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16" name="Freeform 715">
              <a:extLst>
                <a:ext uri="{FF2B5EF4-FFF2-40B4-BE49-F238E27FC236}">
                  <a16:creationId xmlns:a16="http://schemas.microsoft.com/office/drawing/2014/main" id="{574374BE-56E2-6B25-91BB-B2DD62FF7BB8}"/>
                </a:ext>
              </a:extLst>
            </p:cNvPr>
            <p:cNvSpPr>
              <a:spLocks/>
            </p:cNvSpPr>
            <p:nvPr/>
          </p:nvSpPr>
          <p:spPr bwMode="auto">
            <a:xfrm>
              <a:off x="2329" y="3095"/>
              <a:ext cx="10" cy="9"/>
            </a:xfrm>
            <a:custGeom>
              <a:avLst/>
              <a:gdLst>
                <a:gd name="T0" fmla="*/ 0 w 43"/>
                <a:gd name="T1" fmla="*/ 0 h 36"/>
                <a:gd name="T2" fmla="*/ 0 w 43"/>
                <a:gd name="T3" fmla="*/ 0 h 36"/>
                <a:gd name="T4" fmla="*/ 0 w 43"/>
                <a:gd name="T5" fmla="*/ 0 h 36"/>
                <a:gd name="T6" fmla="*/ 0 w 43"/>
                <a:gd name="T7" fmla="*/ 0 h 36"/>
                <a:gd name="T8" fmla="*/ 0 w 43"/>
                <a:gd name="T9" fmla="*/ 0 h 36"/>
                <a:gd name="T10" fmla="*/ 0 w 43"/>
                <a:gd name="T11" fmla="*/ 0 h 36"/>
                <a:gd name="T12" fmla="*/ 0 w 43"/>
                <a:gd name="T13" fmla="*/ 0 h 36"/>
                <a:gd name="T14" fmla="*/ 0 w 43"/>
                <a:gd name="T15" fmla="*/ 0 h 36"/>
                <a:gd name="T16" fmla="*/ 0 w 43"/>
                <a:gd name="T17" fmla="*/ 0 h 36"/>
                <a:gd name="T18" fmla="*/ 0 w 43"/>
                <a:gd name="T19" fmla="*/ 0 h 36"/>
                <a:gd name="T20" fmla="*/ 0 w 43"/>
                <a:gd name="T21" fmla="*/ 0 h 36"/>
                <a:gd name="T22" fmla="*/ 0 w 43"/>
                <a:gd name="T23" fmla="*/ 0 h 36"/>
                <a:gd name="T24" fmla="*/ 0 w 43"/>
                <a:gd name="T25" fmla="*/ 0 h 36"/>
                <a:gd name="T26" fmla="*/ 0 w 43"/>
                <a:gd name="T27" fmla="*/ 0 h 36"/>
                <a:gd name="T28" fmla="*/ 0 w 43"/>
                <a:gd name="T29" fmla="*/ 0 h 36"/>
                <a:gd name="T30" fmla="*/ 0 w 43"/>
                <a:gd name="T31" fmla="*/ 0 h 36"/>
                <a:gd name="T32" fmla="*/ 0 w 43"/>
                <a:gd name="T33" fmla="*/ 0 h 36"/>
                <a:gd name="T34" fmla="*/ 0 w 43"/>
                <a:gd name="T35" fmla="*/ 0 h 36"/>
                <a:gd name="T36" fmla="*/ 0 w 43"/>
                <a:gd name="T37" fmla="*/ 0 h 36"/>
                <a:gd name="T38" fmla="*/ 0 w 43"/>
                <a:gd name="T39" fmla="*/ 0 h 36"/>
                <a:gd name="T40" fmla="*/ 0 w 43"/>
                <a:gd name="T41" fmla="*/ 0 h 36"/>
                <a:gd name="T42" fmla="*/ 0 w 43"/>
                <a:gd name="T43" fmla="*/ 0 h 36"/>
                <a:gd name="T44" fmla="*/ 0 w 43"/>
                <a:gd name="T45" fmla="*/ 0 h 36"/>
                <a:gd name="T46" fmla="*/ 0 w 43"/>
                <a:gd name="T47" fmla="*/ 0 h 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3" h="36">
                  <a:moveTo>
                    <a:pt x="0" y="0"/>
                  </a:moveTo>
                  <a:lnTo>
                    <a:pt x="0" y="0"/>
                  </a:lnTo>
                  <a:lnTo>
                    <a:pt x="2" y="0"/>
                  </a:lnTo>
                  <a:lnTo>
                    <a:pt x="8" y="1"/>
                  </a:lnTo>
                  <a:lnTo>
                    <a:pt x="15" y="3"/>
                  </a:lnTo>
                  <a:lnTo>
                    <a:pt x="25" y="5"/>
                  </a:lnTo>
                  <a:lnTo>
                    <a:pt x="33" y="9"/>
                  </a:lnTo>
                  <a:lnTo>
                    <a:pt x="39" y="13"/>
                  </a:lnTo>
                  <a:lnTo>
                    <a:pt x="43" y="18"/>
                  </a:lnTo>
                  <a:lnTo>
                    <a:pt x="42" y="26"/>
                  </a:lnTo>
                  <a:lnTo>
                    <a:pt x="35" y="35"/>
                  </a:lnTo>
                  <a:lnTo>
                    <a:pt x="27" y="36"/>
                  </a:lnTo>
                  <a:lnTo>
                    <a:pt x="19" y="33"/>
                  </a:lnTo>
                  <a:lnTo>
                    <a:pt x="16" y="31"/>
                  </a:lnTo>
                  <a:lnTo>
                    <a:pt x="15" y="30"/>
                  </a:lnTo>
                  <a:lnTo>
                    <a:pt x="14" y="27"/>
                  </a:lnTo>
                  <a:lnTo>
                    <a:pt x="11" y="22"/>
                  </a:lnTo>
                  <a:lnTo>
                    <a:pt x="8" y="16"/>
                  </a:lnTo>
                  <a:lnTo>
                    <a:pt x="5" y="11"/>
                  </a:lnTo>
                  <a:lnTo>
                    <a:pt x="3" y="6"/>
                  </a:lnTo>
                  <a:lnTo>
                    <a:pt x="1" y="2"/>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17" name="Freeform 716">
              <a:extLst>
                <a:ext uri="{FF2B5EF4-FFF2-40B4-BE49-F238E27FC236}">
                  <a16:creationId xmlns:a16="http://schemas.microsoft.com/office/drawing/2014/main" id="{16812654-58CF-6B54-71FE-1C8224B5EF6C}"/>
                </a:ext>
              </a:extLst>
            </p:cNvPr>
            <p:cNvSpPr>
              <a:spLocks/>
            </p:cNvSpPr>
            <p:nvPr/>
          </p:nvSpPr>
          <p:spPr bwMode="auto">
            <a:xfrm>
              <a:off x="2304" y="3130"/>
              <a:ext cx="15" cy="7"/>
            </a:xfrm>
            <a:custGeom>
              <a:avLst/>
              <a:gdLst>
                <a:gd name="T0" fmla="*/ 0 w 60"/>
                <a:gd name="T1" fmla="*/ 0 h 24"/>
                <a:gd name="T2" fmla="*/ 0 w 60"/>
                <a:gd name="T3" fmla="*/ 0 h 24"/>
                <a:gd name="T4" fmla="*/ 0 w 60"/>
                <a:gd name="T5" fmla="*/ 0 h 24"/>
                <a:gd name="T6" fmla="*/ 0 w 60"/>
                <a:gd name="T7" fmla="*/ 0 h 24"/>
                <a:gd name="T8" fmla="*/ 0 w 60"/>
                <a:gd name="T9" fmla="*/ 0 h 24"/>
                <a:gd name="T10" fmla="*/ 0 w 60"/>
                <a:gd name="T11" fmla="*/ 0 h 24"/>
                <a:gd name="T12" fmla="*/ 0 w 60"/>
                <a:gd name="T13" fmla="*/ 0 h 24"/>
                <a:gd name="T14" fmla="*/ 0 w 60"/>
                <a:gd name="T15" fmla="*/ 0 h 24"/>
                <a:gd name="T16" fmla="*/ 0 w 60"/>
                <a:gd name="T17" fmla="*/ 0 h 24"/>
                <a:gd name="T18" fmla="*/ 0 w 60"/>
                <a:gd name="T19" fmla="*/ 0 h 24"/>
                <a:gd name="T20" fmla="*/ 0 w 60"/>
                <a:gd name="T21" fmla="*/ 0 h 24"/>
                <a:gd name="T22" fmla="*/ 0 w 60"/>
                <a:gd name="T23" fmla="*/ 0 h 24"/>
                <a:gd name="T24" fmla="*/ 0 w 60"/>
                <a:gd name="T25" fmla="*/ 0 h 24"/>
                <a:gd name="T26" fmla="*/ 0 w 60"/>
                <a:gd name="T27" fmla="*/ 0 h 24"/>
                <a:gd name="T28" fmla="*/ 0 w 60"/>
                <a:gd name="T29" fmla="*/ 0 h 24"/>
                <a:gd name="T30" fmla="*/ 0 w 60"/>
                <a:gd name="T31" fmla="*/ 0 h 24"/>
                <a:gd name="T32" fmla="*/ 0 w 60"/>
                <a:gd name="T33" fmla="*/ 0 h 24"/>
                <a:gd name="T34" fmla="*/ 0 w 60"/>
                <a:gd name="T35" fmla="*/ 0 h 24"/>
                <a:gd name="T36" fmla="*/ 0 w 60"/>
                <a:gd name="T37" fmla="*/ 0 h 24"/>
                <a:gd name="T38" fmla="*/ 0 w 60"/>
                <a:gd name="T39" fmla="*/ 0 h 24"/>
                <a:gd name="T40" fmla="*/ 0 w 60"/>
                <a:gd name="T41" fmla="*/ 0 h 24"/>
                <a:gd name="T42" fmla="*/ 0 w 60"/>
                <a:gd name="T43" fmla="*/ 0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24">
                  <a:moveTo>
                    <a:pt x="50" y="2"/>
                  </a:moveTo>
                  <a:lnTo>
                    <a:pt x="16" y="0"/>
                  </a:lnTo>
                  <a:lnTo>
                    <a:pt x="10" y="4"/>
                  </a:lnTo>
                  <a:lnTo>
                    <a:pt x="5" y="8"/>
                  </a:lnTo>
                  <a:lnTo>
                    <a:pt x="2" y="12"/>
                  </a:lnTo>
                  <a:lnTo>
                    <a:pt x="0" y="15"/>
                  </a:lnTo>
                  <a:lnTo>
                    <a:pt x="1" y="17"/>
                  </a:lnTo>
                  <a:lnTo>
                    <a:pt x="5" y="18"/>
                  </a:lnTo>
                  <a:lnTo>
                    <a:pt x="13" y="17"/>
                  </a:lnTo>
                  <a:lnTo>
                    <a:pt x="26" y="13"/>
                  </a:lnTo>
                  <a:lnTo>
                    <a:pt x="38" y="10"/>
                  </a:lnTo>
                  <a:lnTo>
                    <a:pt x="46" y="9"/>
                  </a:lnTo>
                  <a:lnTo>
                    <a:pt x="50" y="11"/>
                  </a:lnTo>
                  <a:lnTo>
                    <a:pt x="52" y="14"/>
                  </a:lnTo>
                  <a:lnTo>
                    <a:pt x="52" y="17"/>
                  </a:lnTo>
                  <a:lnTo>
                    <a:pt x="52" y="20"/>
                  </a:lnTo>
                  <a:lnTo>
                    <a:pt x="51" y="23"/>
                  </a:lnTo>
                  <a:lnTo>
                    <a:pt x="50" y="24"/>
                  </a:lnTo>
                  <a:lnTo>
                    <a:pt x="53" y="24"/>
                  </a:lnTo>
                  <a:lnTo>
                    <a:pt x="59" y="21"/>
                  </a:lnTo>
                  <a:lnTo>
                    <a:pt x="60" y="15"/>
                  </a:lnTo>
                  <a:lnTo>
                    <a:pt x="50" y="2"/>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18" name="Freeform 717">
              <a:extLst>
                <a:ext uri="{FF2B5EF4-FFF2-40B4-BE49-F238E27FC236}">
                  <a16:creationId xmlns:a16="http://schemas.microsoft.com/office/drawing/2014/main" id="{7515D8A5-9499-8718-BD86-83603E99678D}"/>
                </a:ext>
              </a:extLst>
            </p:cNvPr>
            <p:cNvSpPr>
              <a:spLocks/>
            </p:cNvSpPr>
            <p:nvPr/>
          </p:nvSpPr>
          <p:spPr bwMode="auto">
            <a:xfrm>
              <a:off x="2304" y="3130"/>
              <a:ext cx="15" cy="7"/>
            </a:xfrm>
            <a:custGeom>
              <a:avLst/>
              <a:gdLst>
                <a:gd name="T0" fmla="*/ 0 w 60"/>
                <a:gd name="T1" fmla="*/ 0 h 24"/>
                <a:gd name="T2" fmla="*/ 0 w 60"/>
                <a:gd name="T3" fmla="*/ 0 h 24"/>
                <a:gd name="T4" fmla="*/ 0 w 60"/>
                <a:gd name="T5" fmla="*/ 0 h 24"/>
                <a:gd name="T6" fmla="*/ 0 w 60"/>
                <a:gd name="T7" fmla="*/ 0 h 24"/>
                <a:gd name="T8" fmla="*/ 0 w 60"/>
                <a:gd name="T9" fmla="*/ 0 h 24"/>
                <a:gd name="T10" fmla="*/ 0 w 60"/>
                <a:gd name="T11" fmla="*/ 0 h 24"/>
                <a:gd name="T12" fmla="*/ 0 w 60"/>
                <a:gd name="T13" fmla="*/ 0 h 24"/>
                <a:gd name="T14" fmla="*/ 0 w 60"/>
                <a:gd name="T15" fmla="*/ 0 h 24"/>
                <a:gd name="T16" fmla="*/ 0 w 60"/>
                <a:gd name="T17" fmla="*/ 0 h 24"/>
                <a:gd name="T18" fmla="*/ 0 w 60"/>
                <a:gd name="T19" fmla="*/ 0 h 24"/>
                <a:gd name="T20" fmla="*/ 0 w 60"/>
                <a:gd name="T21" fmla="*/ 0 h 24"/>
                <a:gd name="T22" fmla="*/ 0 w 60"/>
                <a:gd name="T23" fmla="*/ 0 h 24"/>
                <a:gd name="T24" fmla="*/ 0 w 60"/>
                <a:gd name="T25" fmla="*/ 0 h 24"/>
                <a:gd name="T26" fmla="*/ 0 w 60"/>
                <a:gd name="T27" fmla="*/ 0 h 24"/>
                <a:gd name="T28" fmla="*/ 0 w 60"/>
                <a:gd name="T29" fmla="*/ 0 h 24"/>
                <a:gd name="T30" fmla="*/ 0 w 60"/>
                <a:gd name="T31" fmla="*/ 0 h 24"/>
                <a:gd name="T32" fmla="*/ 0 w 60"/>
                <a:gd name="T33" fmla="*/ 0 h 24"/>
                <a:gd name="T34" fmla="*/ 0 w 60"/>
                <a:gd name="T35" fmla="*/ 0 h 24"/>
                <a:gd name="T36" fmla="*/ 0 w 60"/>
                <a:gd name="T37" fmla="*/ 0 h 24"/>
                <a:gd name="T38" fmla="*/ 0 w 60"/>
                <a:gd name="T39" fmla="*/ 0 h 24"/>
                <a:gd name="T40" fmla="*/ 0 w 60"/>
                <a:gd name="T41" fmla="*/ 0 h 24"/>
                <a:gd name="T42" fmla="*/ 0 w 60"/>
                <a:gd name="T43" fmla="*/ 0 h 24"/>
                <a:gd name="T44" fmla="*/ 0 w 60"/>
                <a:gd name="T45" fmla="*/ 0 h 24"/>
                <a:gd name="T46" fmla="*/ 0 w 60"/>
                <a:gd name="T47" fmla="*/ 0 h 24"/>
                <a:gd name="T48" fmla="*/ 0 w 60"/>
                <a:gd name="T49" fmla="*/ 0 h 2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0" h="24">
                  <a:moveTo>
                    <a:pt x="50" y="2"/>
                  </a:moveTo>
                  <a:lnTo>
                    <a:pt x="16" y="0"/>
                  </a:lnTo>
                  <a:lnTo>
                    <a:pt x="10" y="4"/>
                  </a:lnTo>
                  <a:lnTo>
                    <a:pt x="5" y="8"/>
                  </a:lnTo>
                  <a:lnTo>
                    <a:pt x="2" y="12"/>
                  </a:lnTo>
                  <a:lnTo>
                    <a:pt x="0" y="15"/>
                  </a:lnTo>
                  <a:lnTo>
                    <a:pt x="1" y="17"/>
                  </a:lnTo>
                  <a:lnTo>
                    <a:pt x="5" y="18"/>
                  </a:lnTo>
                  <a:lnTo>
                    <a:pt x="13" y="17"/>
                  </a:lnTo>
                  <a:lnTo>
                    <a:pt x="26" y="13"/>
                  </a:lnTo>
                  <a:lnTo>
                    <a:pt x="38" y="10"/>
                  </a:lnTo>
                  <a:lnTo>
                    <a:pt x="46" y="9"/>
                  </a:lnTo>
                  <a:lnTo>
                    <a:pt x="50" y="11"/>
                  </a:lnTo>
                  <a:lnTo>
                    <a:pt x="52" y="14"/>
                  </a:lnTo>
                  <a:lnTo>
                    <a:pt x="52" y="17"/>
                  </a:lnTo>
                  <a:lnTo>
                    <a:pt x="52" y="20"/>
                  </a:lnTo>
                  <a:lnTo>
                    <a:pt x="51" y="23"/>
                  </a:lnTo>
                  <a:lnTo>
                    <a:pt x="50" y="24"/>
                  </a:lnTo>
                  <a:lnTo>
                    <a:pt x="53" y="24"/>
                  </a:lnTo>
                  <a:lnTo>
                    <a:pt x="59" y="21"/>
                  </a:lnTo>
                  <a:lnTo>
                    <a:pt x="60" y="15"/>
                  </a:lnTo>
                  <a:lnTo>
                    <a:pt x="50" y="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19" name="Freeform 718">
              <a:extLst>
                <a:ext uri="{FF2B5EF4-FFF2-40B4-BE49-F238E27FC236}">
                  <a16:creationId xmlns:a16="http://schemas.microsoft.com/office/drawing/2014/main" id="{BBBE1FC7-FA0B-881D-DD14-943C6930E15B}"/>
                </a:ext>
              </a:extLst>
            </p:cNvPr>
            <p:cNvSpPr>
              <a:spLocks/>
            </p:cNvSpPr>
            <p:nvPr/>
          </p:nvSpPr>
          <p:spPr bwMode="auto">
            <a:xfrm>
              <a:off x="2663" y="3152"/>
              <a:ext cx="418" cy="458"/>
            </a:xfrm>
            <a:custGeom>
              <a:avLst/>
              <a:gdLst>
                <a:gd name="T0" fmla="*/ 0 w 1671"/>
                <a:gd name="T1" fmla="*/ 0 h 1831"/>
                <a:gd name="T2" fmla="*/ 0 w 1671"/>
                <a:gd name="T3" fmla="*/ 0 h 1831"/>
                <a:gd name="T4" fmla="*/ 0 w 1671"/>
                <a:gd name="T5" fmla="*/ 0 h 1831"/>
                <a:gd name="T6" fmla="*/ 0 w 1671"/>
                <a:gd name="T7" fmla="*/ 0 h 1831"/>
                <a:gd name="T8" fmla="*/ 0 w 1671"/>
                <a:gd name="T9" fmla="*/ 0 h 1831"/>
                <a:gd name="T10" fmla="*/ 0 w 1671"/>
                <a:gd name="T11" fmla="*/ 0 h 1831"/>
                <a:gd name="T12" fmla="*/ 0 w 1671"/>
                <a:gd name="T13" fmla="*/ 0 h 1831"/>
                <a:gd name="T14" fmla="*/ 0 w 1671"/>
                <a:gd name="T15" fmla="*/ 0 h 1831"/>
                <a:gd name="T16" fmla="*/ 0 w 1671"/>
                <a:gd name="T17" fmla="*/ 0 h 1831"/>
                <a:gd name="T18" fmla="*/ 0 w 1671"/>
                <a:gd name="T19" fmla="*/ 0 h 1831"/>
                <a:gd name="T20" fmla="*/ 0 w 1671"/>
                <a:gd name="T21" fmla="*/ 0 h 1831"/>
                <a:gd name="T22" fmla="*/ 0 w 1671"/>
                <a:gd name="T23" fmla="*/ 0 h 1831"/>
                <a:gd name="T24" fmla="*/ 0 w 1671"/>
                <a:gd name="T25" fmla="*/ 0 h 1831"/>
                <a:gd name="T26" fmla="*/ 0 w 1671"/>
                <a:gd name="T27" fmla="*/ 0 h 1831"/>
                <a:gd name="T28" fmla="*/ 0 w 1671"/>
                <a:gd name="T29" fmla="*/ 0 h 1831"/>
                <a:gd name="T30" fmla="*/ 0 w 1671"/>
                <a:gd name="T31" fmla="*/ 0 h 1831"/>
                <a:gd name="T32" fmla="*/ 0 w 1671"/>
                <a:gd name="T33" fmla="*/ 0 h 1831"/>
                <a:gd name="T34" fmla="*/ 0 w 1671"/>
                <a:gd name="T35" fmla="*/ 0 h 1831"/>
                <a:gd name="T36" fmla="*/ 0 w 1671"/>
                <a:gd name="T37" fmla="*/ 0 h 1831"/>
                <a:gd name="T38" fmla="*/ 0 w 1671"/>
                <a:gd name="T39" fmla="*/ 0 h 1831"/>
                <a:gd name="T40" fmla="*/ 0 w 1671"/>
                <a:gd name="T41" fmla="*/ 0 h 1831"/>
                <a:gd name="T42" fmla="*/ 0 w 1671"/>
                <a:gd name="T43" fmla="*/ 0 h 1831"/>
                <a:gd name="T44" fmla="*/ 0 w 1671"/>
                <a:gd name="T45" fmla="*/ 0 h 1831"/>
                <a:gd name="T46" fmla="*/ 0 w 1671"/>
                <a:gd name="T47" fmla="*/ 0 h 1831"/>
                <a:gd name="T48" fmla="*/ 0 w 1671"/>
                <a:gd name="T49" fmla="*/ 0 h 1831"/>
                <a:gd name="T50" fmla="*/ 0 w 1671"/>
                <a:gd name="T51" fmla="*/ 0 h 1831"/>
                <a:gd name="T52" fmla="*/ 0 w 1671"/>
                <a:gd name="T53" fmla="*/ 0 h 1831"/>
                <a:gd name="T54" fmla="*/ 0 w 1671"/>
                <a:gd name="T55" fmla="*/ 0 h 1831"/>
                <a:gd name="T56" fmla="*/ 0 w 1671"/>
                <a:gd name="T57" fmla="*/ 0 h 1831"/>
                <a:gd name="T58" fmla="*/ 0 w 1671"/>
                <a:gd name="T59" fmla="*/ 0 h 1831"/>
                <a:gd name="T60" fmla="*/ 0 w 1671"/>
                <a:gd name="T61" fmla="*/ 0 h 1831"/>
                <a:gd name="T62" fmla="*/ 0 w 1671"/>
                <a:gd name="T63" fmla="*/ 0 h 1831"/>
                <a:gd name="T64" fmla="*/ 0 w 1671"/>
                <a:gd name="T65" fmla="*/ 0 h 1831"/>
                <a:gd name="T66" fmla="*/ 0 w 1671"/>
                <a:gd name="T67" fmla="*/ 0 h 1831"/>
                <a:gd name="T68" fmla="*/ 0 w 1671"/>
                <a:gd name="T69" fmla="*/ 0 h 1831"/>
                <a:gd name="T70" fmla="*/ 0 w 1671"/>
                <a:gd name="T71" fmla="*/ 0 h 1831"/>
                <a:gd name="T72" fmla="*/ 0 w 1671"/>
                <a:gd name="T73" fmla="*/ 0 h 1831"/>
                <a:gd name="T74" fmla="*/ 0 w 1671"/>
                <a:gd name="T75" fmla="*/ 0 h 1831"/>
                <a:gd name="T76" fmla="*/ 0 w 1671"/>
                <a:gd name="T77" fmla="*/ 0 h 1831"/>
                <a:gd name="T78" fmla="*/ 0 w 1671"/>
                <a:gd name="T79" fmla="*/ 0 h 1831"/>
                <a:gd name="T80" fmla="*/ 0 w 1671"/>
                <a:gd name="T81" fmla="*/ 0 h 1831"/>
                <a:gd name="T82" fmla="*/ 0 w 1671"/>
                <a:gd name="T83" fmla="*/ 0 h 1831"/>
                <a:gd name="T84" fmla="*/ 0 w 1671"/>
                <a:gd name="T85" fmla="*/ 0 h 1831"/>
                <a:gd name="T86" fmla="*/ 0 w 1671"/>
                <a:gd name="T87" fmla="*/ 0 h 1831"/>
                <a:gd name="T88" fmla="*/ 0 w 1671"/>
                <a:gd name="T89" fmla="*/ 0 h 1831"/>
                <a:gd name="T90" fmla="*/ 0 w 1671"/>
                <a:gd name="T91" fmla="*/ 0 h 1831"/>
                <a:gd name="T92" fmla="*/ 0 w 1671"/>
                <a:gd name="T93" fmla="*/ 0 h 1831"/>
                <a:gd name="T94" fmla="*/ 0 w 1671"/>
                <a:gd name="T95" fmla="*/ 0 h 1831"/>
                <a:gd name="T96" fmla="*/ 0 w 1671"/>
                <a:gd name="T97" fmla="*/ 0 h 1831"/>
                <a:gd name="T98" fmla="*/ 0 w 1671"/>
                <a:gd name="T99" fmla="*/ 0 h 1831"/>
                <a:gd name="T100" fmla="*/ 0 w 1671"/>
                <a:gd name="T101" fmla="*/ 0 h 1831"/>
                <a:gd name="T102" fmla="*/ 0 w 1671"/>
                <a:gd name="T103" fmla="*/ 0 h 1831"/>
                <a:gd name="T104" fmla="*/ 0 w 1671"/>
                <a:gd name="T105" fmla="*/ 0 h 1831"/>
                <a:gd name="T106" fmla="*/ 0 w 1671"/>
                <a:gd name="T107" fmla="*/ 0 h 1831"/>
                <a:gd name="T108" fmla="*/ 0 w 1671"/>
                <a:gd name="T109" fmla="*/ 0 h 1831"/>
                <a:gd name="T110" fmla="*/ 0 w 1671"/>
                <a:gd name="T111" fmla="*/ 0 h 1831"/>
                <a:gd name="T112" fmla="*/ 0 w 1671"/>
                <a:gd name="T113" fmla="*/ 0 h 1831"/>
                <a:gd name="T114" fmla="*/ 0 w 1671"/>
                <a:gd name="T115" fmla="*/ 0 h 1831"/>
                <a:gd name="T116" fmla="*/ 0 w 1671"/>
                <a:gd name="T117" fmla="*/ 0 h 1831"/>
                <a:gd name="T118" fmla="*/ 0 w 1671"/>
                <a:gd name="T119" fmla="*/ 0 h 1831"/>
                <a:gd name="T120" fmla="*/ 0 w 1671"/>
                <a:gd name="T121" fmla="*/ 0 h 1831"/>
                <a:gd name="T122" fmla="*/ 0 w 1671"/>
                <a:gd name="T123" fmla="*/ 0 h 18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71" h="1831">
                  <a:moveTo>
                    <a:pt x="1589" y="1787"/>
                  </a:moveTo>
                  <a:lnTo>
                    <a:pt x="1570" y="1785"/>
                  </a:lnTo>
                  <a:lnTo>
                    <a:pt x="1551" y="1783"/>
                  </a:lnTo>
                  <a:lnTo>
                    <a:pt x="1534" y="1780"/>
                  </a:lnTo>
                  <a:lnTo>
                    <a:pt x="1517" y="1777"/>
                  </a:lnTo>
                  <a:lnTo>
                    <a:pt x="1502" y="1774"/>
                  </a:lnTo>
                  <a:lnTo>
                    <a:pt x="1490" y="1770"/>
                  </a:lnTo>
                  <a:lnTo>
                    <a:pt x="1481" y="1765"/>
                  </a:lnTo>
                  <a:lnTo>
                    <a:pt x="1475" y="1760"/>
                  </a:lnTo>
                  <a:lnTo>
                    <a:pt x="1465" y="1750"/>
                  </a:lnTo>
                  <a:lnTo>
                    <a:pt x="1456" y="1748"/>
                  </a:lnTo>
                  <a:lnTo>
                    <a:pt x="1447" y="1750"/>
                  </a:lnTo>
                  <a:lnTo>
                    <a:pt x="1437" y="1757"/>
                  </a:lnTo>
                  <a:lnTo>
                    <a:pt x="1427" y="1765"/>
                  </a:lnTo>
                  <a:lnTo>
                    <a:pt x="1416" y="1773"/>
                  </a:lnTo>
                  <a:lnTo>
                    <a:pt x="1405" y="1781"/>
                  </a:lnTo>
                  <a:lnTo>
                    <a:pt x="1395" y="1788"/>
                  </a:lnTo>
                  <a:lnTo>
                    <a:pt x="1383" y="1791"/>
                  </a:lnTo>
                  <a:lnTo>
                    <a:pt x="1368" y="1792"/>
                  </a:lnTo>
                  <a:lnTo>
                    <a:pt x="1354" y="1790"/>
                  </a:lnTo>
                  <a:lnTo>
                    <a:pt x="1340" y="1786"/>
                  </a:lnTo>
                  <a:lnTo>
                    <a:pt x="1326" y="1782"/>
                  </a:lnTo>
                  <a:lnTo>
                    <a:pt x="1315" y="1778"/>
                  </a:lnTo>
                  <a:lnTo>
                    <a:pt x="1308" y="1775"/>
                  </a:lnTo>
                  <a:lnTo>
                    <a:pt x="1305" y="1774"/>
                  </a:lnTo>
                  <a:lnTo>
                    <a:pt x="1306" y="1772"/>
                  </a:lnTo>
                  <a:lnTo>
                    <a:pt x="1307" y="1768"/>
                  </a:lnTo>
                  <a:lnTo>
                    <a:pt x="1307" y="1761"/>
                  </a:lnTo>
                  <a:lnTo>
                    <a:pt x="1307" y="1752"/>
                  </a:lnTo>
                  <a:lnTo>
                    <a:pt x="1304" y="1743"/>
                  </a:lnTo>
                  <a:lnTo>
                    <a:pt x="1298" y="1732"/>
                  </a:lnTo>
                  <a:lnTo>
                    <a:pt x="1289" y="1722"/>
                  </a:lnTo>
                  <a:lnTo>
                    <a:pt x="1275" y="1713"/>
                  </a:lnTo>
                  <a:lnTo>
                    <a:pt x="1258" y="1707"/>
                  </a:lnTo>
                  <a:lnTo>
                    <a:pt x="1244" y="1707"/>
                  </a:lnTo>
                  <a:lnTo>
                    <a:pt x="1231" y="1711"/>
                  </a:lnTo>
                  <a:lnTo>
                    <a:pt x="1218" y="1717"/>
                  </a:lnTo>
                  <a:lnTo>
                    <a:pt x="1207" y="1724"/>
                  </a:lnTo>
                  <a:lnTo>
                    <a:pt x="1196" y="1729"/>
                  </a:lnTo>
                  <a:lnTo>
                    <a:pt x="1185" y="1731"/>
                  </a:lnTo>
                  <a:lnTo>
                    <a:pt x="1174" y="1729"/>
                  </a:lnTo>
                  <a:lnTo>
                    <a:pt x="1163" y="1727"/>
                  </a:lnTo>
                  <a:lnTo>
                    <a:pt x="1152" y="1729"/>
                  </a:lnTo>
                  <a:lnTo>
                    <a:pt x="1140" y="1736"/>
                  </a:lnTo>
                  <a:lnTo>
                    <a:pt x="1130" y="1745"/>
                  </a:lnTo>
                  <a:lnTo>
                    <a:pt x="1119" y="1758"/>
                  </a:lnTo>
                  <a:lnTo>
                    <a:pt x="1110" y="1770"/>
                  </a:lnTo>
                  <a:lnTo>
                    <a:pt x="1103" y="1783"/>
                  </a:lnTo>
                  <a:lnTo>
                    <a:pt x="1099" y="1794"/>
                  </a:lnTo>
                  <a:lnTo>
                    <a:pt x="1094" y="1802"/>
                  </a:lnTo>
                  <a:lnTo>
                    <a:pt x="1085" y="1808"/>
                  </a:lnTo>
                  <a:lnTo>
                    <a:pt x="1072" y="1811"/>
                  </a:lnTo>
                  <a:lnTo>
                    <a:pt x="1060" y="1811"/>
                  </a:lnTo>
                  <a:lnTo>
                    <a:pt x="1047" y="1812"/>
                  </a:lnTo>
                  <a:lnTo>
                    <a:pt x="1035" y="1812"/>
                  </a:lnTo>
                  <a:lnTo>
                    <a:pt x="1026" y="1815"/>
                  </a:lnTo>
                  <a:lnTo>
                    <a:pt x="1019" y="1819"/>
                  </a:lnTo>
                  <a:lnTo>
                    <a:pt x="1015" y="1824"/>
                  </a:lnTo>
                  <a:lnTo>
                    <a:pt x="1010" y="1828"/>
                  </a:lnTo>
                  <a:lnTo>
                    <a:pt x="1003" y="1830"/>
                  </a:lnTo>
                  <a:lnTo>
                    <a:pt x="995" y="1831"/>
                  </a:lnTo>
                  <a:lnTo>
                    <a:pt x="985" y="1830"/>
                  </a:lnTo>
                  <a:lnTo>
                    <a:pt x="972" y="1828"/>
                  </a:lnTo>
                  <a:lnTo>
                    <a:pt x="959" y="1824"/>
                  </a:lnTo>
                  <a:lnTo>
                    <a:pt x="944" y="1819"/>
                  </a:lnTo>
                  <a:lnTo>
                    <a:pt x="930" y="1814"/>
                  </a:lnTo>
                  <a:lnTo>
                    <a:pt x="915" y="1812"/>
                  </a:lnTo>
                  <a:lnTo>
                    <a:pt x="902" y="1813"/>
                  </a:lnTo>
                  <a:lnTo>
                    <a:pt x="890" y="1816"/>
                  </a:lnTo>
                  <a:lnTo>
                    <a:pt x="879" y="1819"/>
                  </a:lnTo>
                  <a:lnTo>
                    <a:pt x="866" y="1823"/>
                  </a:lnTo>
                  <a:lnTo>
                    <a:pt x="855" y="1827"/>
                  </a:lnTo>
                  <a:lnTo>
                    <a:pt x="844" y="1829"/>
                  </a:lnTo>
                  <a:lnTo>
                    <a:pt x="832" y="1831"/>
                  </a:lnTo>
                  <a:lnTo>
                    <a:pt x="820" y="1831"/>
                  </a:lnTo>
                  <a:lnTo>
                    <a:pt x="809" y="1831"/>
                  </a:lnTo>
                  <a:lnTo>
                    <a:pt x="798" y="1828"/>
                  </a:lnTo>
                  <a:lnTo>
                    <a:pt x="788" y="1824"/>
                  </a:lnTo>
                  <a:lnTo>
                    <a:pt x="777" y="1818"/>
                  </a:lnTo>
                  <a:lnTo>
                    <a:pt x="765" y="1810"/>
                  </a:lnTo>
                  <a:lnTo>
                    <a:pt x="754" y="1798"/>
                  </a:lnTo>
                  <a:lnTo>
                    <a:pt x="745" y="1788"/>
                  </a:lnTo>
                  <a:lnTo>
                    <a:pt x="737" y="1783"/>
                  </a:lnTo>
                  <a:lnTo>
                    <a:pt x="730" y="1780"/>
                  </a:lnTo>
                  <a:lnTo>
                    <a:pt x="723" y="1779"/>
                  </a:lnTo>
                  <a:lnTo>
                    <a:pt x="716" y="1780"/>
                  </a:lnTo>
                  <a:lnTo>
                    <a:pt x="709" y="1780"/>
                  </a:lnTo>
                  <a:lnTo>
                    <a:pt x="701" y="1779"/>
                  </a:lnTo>
                  <a:lnTo>
                    <a:pt x="691" y="1776"/>
                  </a:lnTo>
                  <a:lnTo>
                    <a:pt x="682" y="1771"/>
                  </a:lnTo>
                  <a:lnTo>
                    <a:pt x="675" y="1765"/>
                  </a:lnTo>
                  <a:lnTo>
                    <a:pt x="671" y="1758"/>
                  </a:lnTo>
                  <a:lnTo>
                    <a:pt x="670" y="1749"/>
                  </a:lnTo>
                  <a:lnTo>
                    <a:pt x="669" y="1740"/>
                  </a:lnTo>
                  <a:lnTo>
                    <a:pt x="668" y="1730"/>
                  </a:lnTo>
                  <a:lnTo>
                    <a:pt x="667" y="1719"/>
                  </a:lnTo>
                  <a:lnTo>
                    <a:pt x="664" y="1709"/>
                  </a:lnTo>
                  <a:lnTo>
                    <a:pt x="660" y="1702"/>
                  </a:lnTo>
                  <a:lnTo>
                    <a:pt x="655" y="1702"/>
                  </a:lnTo>
                  <a:lnTo>
                    <a:pt x="651" y="1707"/>
                  </a:lnTo>
                  <a:lnTo>
                    <a:pt x="646" y="1715"/>
                  </a:lnTo>
                  <a:lnTo>
                    <a:pt x="642" y="1725"/>
                  </a:lnTo>
                  <a:lnTo>
                    <a:pt x="639" y="1735"/>
                  </a:lnTo>
                  <a:lnTo>
                    <a:pt x="637" y="1744"/>
                  </a:lnTo>
                  <a:lnTo>
                    <a:pt x="636" y="1751"/>
                  </a:lnTo>
                  <a:lnTo>
                    <a:pt x="635" y="1757"/>
                  </a:lnTo>
                  <a:lnTo>
                    <a:pt x="631" y="1763"/>
                  </a:lnTo>
                  <a:lnTo>
                    <a:pt x="624" y="1769"/>
                  </a:lnTo>
                  <a:lnTo>
                    <a:pt x="617" y="1774"/>
                  </a:lnTo>
                  <a:lnTo>
                    <a:pt x="609" y="1778"/>
                  </a:lnTo>
                  <a:lnTo>
                    <a:pt x="601" y="1780"/>
                  </a:lnTo>
                  <a:lnTo>
                    <a:pt x="594" y="1779"/>
                  </a:lnTo>
                  <a:lnTo>
                    <a:pt x="589" y="1776"/>
                  </a:lnTo>
                  <a:lnTo>
                    <a:pt x="584" y="1772"/>
                  </a:lnTo>
                  <a:lnTo>
                    <a:pt x="575" y="1770"/>
                  </a:lnTo>
                  <a:lnTo>
                    <a:pt x="565" y="1771"/>
                  </a:lnTo>
                  <a:lnTo>
                    <a:pt x="555" y="1773"/>
                  </a:lnTo>
                  <a:lnTo>
                    <a:pt x="546" y="1778"/>
                  </a:lnTo>
                  <a:lnTo>
                    <a:pt x="538" y="1783"/>
                  </a:lnTo>
                  <a:lnTo>
                    <a:pt x="532" y="1790"/>
                  </a:lnTo>
                  <a:lnTo>
                    <a:pt x="530" y="1798"/>
                  </a:lnTo>
                  <a:lnTo>
                    <a:pt x="529" y="1806"/>
                  </a:lnTo>
                  <a:lnTo>
                    <a:pt x="524" y="1809"/>
                  </a:lnTo>
                  <a:lnTo>
                    <a:pt x="518" y="1810"/>
                  </a:lnTo>
                  <a:lnTo>
                    <a:pt x="510" y="1808"/>
                  </a:lnTo>
                  <a:lnTo>
                    <a:pt x="501" y="1804"/>
                  </a:lnTo>
                  <a:lnTo>
                    <a:pt x="491" y="1799"/>
                  </a:lnTo>
                  <a:lnTo>
                    <a:pt x="481" y="1792"/>
                  </a:lnTo>
                  <a:lnTo>
                    <a:pt x="470" y="1784"/>
                  </a:lnTo>
                  <a:lnTo>
                    <a:pt x="460" y="1778"/>
                  </a:lnTo>
                  <a:lnTo>
                    <a:pt x="447" y="1775"/>
                  </a:lnTo>
                  <a:lnTo>
                    <a:pt x="433" y="1775"/>
                  </a:lnTo>
                  <a:lnTo>
                    <a:pt x="416" y="1776"/>
                  </a:lnTo>
                  <a:lnTo>
                    <a:pt x="399" y="1778"/>
                  </a:lnTo>
                  <a:lnTo>
                    <a:pt x="382" y="1778"/>
                  </a:lnTo>
                  <a:lnTo>
                    <a:pt x="363" y="1778"/>
                  </a:lnTo>
                  <a:lnTo>
                    <a:pt x="346" y="1774"/>
                  </a:lnTo>
                  <a:lnTo>
                    <a:pt x="332" y="1770"/>
                  </a:lnTo>
                  <a:lnTo>
                    <a:pt x="325" y="1769"/>
                  </a:lnTo>
                  <a:lnTo>
                    <a:pt x="324" y="1768"/>
                  </a:lnTo>
                  <a:lnTo>
                    <a:pt x="328" y="1768"/>
                  </a:lnTo>
                  <a:lnTo>
                    <a:pt x="332" y="1767"/>
                  </a:lnTo>
                  <a:lnTo>
                    <a:pt x="338" y="1764"/>
                  </a:lnTo>
                  <a:lnTo>
                    <a:pt x="341" y="1757"/>
                  </a:lnTo>
                  <a:lnTo>
                    <a:pt x="342" y="1745"/>
                  </a:lnTo>
                  <a:lnTo>
                    <a:pt x="341" y="1732"/>
                  </a:lnTo>
                  <a:lnTo>
                    <a:pt x="340" y="1720"/>
                  </a:lnTo>
                  <a:lnTo>
                    <a:pt x="338" y="1709"/>
                  </a:lnTo>
                  <a:lnTo>
                    <a:pt x="335" y="1696"/>
                  </a:lnTo>
                  <a:lnTo>
                    <a:pt x="330" y="1685"/>
                  </a:lnTo>
                  <a:lnTo>
                    <a:pt x="323" y="1675"/>
                  </a:lnTo>
                  <a:lnTo>
                    <a:pt x="314" y="1665"/>
                  </a:lnTo>
                  <a:lnTo>
                    <a:pt x="303" y="1656"/>
                  </a:lnTo>
                  <a:lnTo>
                    <a:pt x="292" y="1647"/>
                  </a:lnTo>
                  <a:lnTo>
                    <a:pt x="283" y="1642"/>
                  </a:lnTo>
                  <a:lnTo>
                    <a:pt x="275" y="1638"/>
                  </a:lnTo>
                  <a:lnTo>
                    <a:pt x="269" y="1635"/>
                  </a:lnTo>
                  <a:lnTo>
                    <a:pt x="263" y="1633"/>
                  </a:lnTo>
                  <a:lnTo>
                    <a:pt x="257" y="1631"/>
                  </a:lnTo>
                  <a:lnTo>
                    <a:pt x="251" y="1628"/>
                  </a:lnTo>
                  <a:lnTo>
                    <a:pt x="244" y="1625"/>
                  </a:lnTo>
                  <a:lnTo>
                    <a:pt x="237" y="1623"/>
                  </a:lnTo>
                  <a:lnTo>
                    <a:pt x="229" y="1624"/>
                  </a:lnTo>
                  <a:lnTo>
                    <a:pt x="219" y="1627"/>
                  </a:lnTo>
                  <a:lnTo>
                    <a:pt x="210" y="1632"/>
                  </a:lnTo>
                  <a:lnTo>
                    <a:pt x="201" y="1638"/>
                  </a:lnTo>
                  <a:lnTo>
                    <a:pt x="192" y="1644"/>
                  </a:lnTo>
                  <a:lnTo>
                    <a:pt x="183" y="1647"/>
                  </a:lnTo>
                  <a:lnTo>
                    <a:pt x="174" y="1649"/>
                  </a:lnTo>
                  <a:lnTo>
                    <a:pt x="167" y="1649"/>
                  </a:lnTo>
                  <a:lnTo>
                    <a:pt x="158" y="1650"/>
                  </a:lnTo>
                  <a:lnTo>
                    <a:pt x="149" y="1651"/>
                  </a:lnTo>
                  <a:lnTo>
                    <a:pt x="140" y="1651"/>
                  </a:lnTo>
                  <a:lnTo>
                    <a:pt x="131" y="1650"/>
                  </a:lnTo>
                  <a:lnTo>
                    <a:pt x="122" y="1647"/>
                  </a:lnTo>
                  <a:lnTo>
                    <a:pt x="117" y="1642"/>
                  </a:lnTo>
                  <a:lnTo>
                    <a:pt x="113" y="1633"/>
                  </a:lnTo>
                  <a:lnTo>
                    <a:pt x="110" y="1624"/>
                  </a:lnTo>
                  <a:lnTo>
                    <a:pt x="106" y="1617"/>
                  </a:lnTo>
                  <a:lnTo>
                    <a:pt x="100" y="1611"/>
                  </a:lnTo>
                  <a:lnTo>
                    <a:pt x="95" y="1605"/>
                  </a:lnTo>
                  <a:lnTo>
                    <a:pt x="89" y="1597"/>
                  </a:lnTo>
                  <a:lnTo>
                    <a:pt x="83" y="1588"/>
                  </a:lnTo>
                  <a:lnTo>
                    <a:pt x="79" y="1575"/>
                  </a:lnTo>
                  <a:lnTo>
                    <a:pt x="74" y="1558"/>
                  </a:lnTo>
                  <a:lnTo>
                    <a:pt x="73" y="1550"/>
                  </a:lnTo>
                  <a:lnTo>
                    <a:pt x="71" y="1544"/>
                  </a:lnTo>
                  <a:lnTo>
                    <a:pt x="69" y="1538"/>
                  </a:lnTo>
                  <a:lnTo>
                    <a:pt x="67" y="1532"/>
                  </a:lnTo>
                  <a:lnTo>
                    <a:pt x="64" y="1527"/>
                  </a:lnTo>
                  <a:lnTo>
                    <a:pt x="61" y="1522"/>
                  </a:lnTo>
                  <a:lnTo>
                    <a:pt x="58" y="1517"/>
                  </a:lnTo>
                  <a:lnTo>
                    <a:pt x="55" y="1513"/>
                  </a:lnTo>
                  <a:lnTo>
                    <a:pt x="55" y="1512"/>
                  </a:lnTo>
                  <a:lnTo>
                    <a:pt x="55" y="1505"/>
                  </a:lnTo>
                  <a:lnTo>
                    <a:pt x="55" y="1494"/>
                  </a:lnTo>
                  <a:lnTo>
                    <a:pt x="57" y="1484"/>
                  </a:lnTo>
                  <a:lnTo>
                    <a:pt x="61" y="1472"/>
                  </a:lnTo>
                  <a:lnTo>
                    <a:pt x="66" y="1461"/>
                  </a:lnTo>
                  <a:lnTo>
                    <a:pt x="72" y="1450"/>
                  </a:lnTo>
                  <a:lnTo>
                    <a:pt x="83" y="1442"/>
                  </a:lnTo>
                  <a:lnTo>
                    <a:pt x="94" y="1436"/>
                  </a:lnTo>
                  <a:lnTo>
                    <a:pt x="103" y="1430"/>
                  </a:lnTo>
                  <a:lnTo>
                    <a:pt x="108" y="1420"/>
                  </a:lnTo>
                  <a:lnTo>
                    <a:pt x="109" y="1408"/>
                  </a:lnTo>
                  <a:lnTo>
                    <a:pt x="108" y="1394"/>
                  </a:lnTo>
                  <a:lnTo>
                    <a:pt x="105" y="1382"/>
                  </a:lnTo>
                  <a:lnTo>
                    <a:pt x="102" y="1371"/>
                  </a:lnTo>
                  <a:lnTo>
                    <a:pt x="99" y="1364"/>
                  </a:lnTo>
                  <a:lnTo>
                    <a:pt x="98" y="1361"/>
                  </a:lnTo>
                  <a:lnTo>
                    <a:pt x="69" y="1334"/>
                  </a:lnTo>
                  <a:lnTo>
                    <a:pt x="80" y="1325"/>
                  </a:lnTo>
                  <a:lnTo>
                    <a:pt x="87" y="1314"/>
                  </a:lnTo>
                  <a:lnTo>
                    <a:pt x="92" y="1301"/>
                  </a:lnTo>
                  <a:lnTo>
                    <a:pt x="95" y="1289"/>
                  </a:lnTo>
                  <a:lnTo>
                    <a:pt x="96" y="1277"/>
                  </a:lnTo>
                  <a:lnTo>
                    <a:pt x="96" y="1265"/>
                  </a:lnTo>
                  <a:lnTo>
                    <a:pt x="93" y="1254"/>
                  </a:lnTo>
                  <a:lnTo>
                    <a:pt x="90" y="1244"/>
                  </a:lnTo>
                  <a:lnTo>
                    <a:pt x="87" y="1233"/>
                  </a:lnTo>
                  <a:lnTo>
                    <a:pt x="88" y="1223"/>
                  </a:lnTo>
                  <a:lnTo>
                    <a:pt x="94" y="1214"/>
                  </a:lnTo>
                  <a:lnTo>
                    <a:pt x="102" y="1206"/>
                  </a:lnTo>
                  <a:lnTo>
                    <a:pt x="113" y="1198"/>
                  </a:lnTo>
                  <a:lnTo>
                    <a:pt x="126" y="1192"/>
                  </a:lnTo>
                  <a:lnTo>
                    <a:pt x="140" y="1186"/>
                  </a:lnTo>
                  <a:lnTo>
                    <a:pt x="153" y="1181"/>
                  </a:lnTo>
                  <a:lnTo>
                    <a:pt x="163" y="1175"/>
                  </a:lnTo>
                  <a:lnTo>
                    <a:pt x="171" y="1169"/>
                  </a:lnTo>
                  <a:lnTo>
                    <a:pt x="176" y="1162"/>
                  </a:lnTo>
                  <a:lnTo>
                    <a:pt x="180" y="1154"/>
                  </a:lnTo>
                  <a:lnTo>
                    <a:pt x="181" y="1145"/>
                  </a:lnTo>
                  <a:lnTo>
                    <a:pt x="182" y="1136"/>
                  </a:lnTo>
                  <a:lnTo>
                    <a:pt x="183" y="1126"/>
                  </a:lnTo>
                  <a:lnTo>
                    <a:pt x="184" y="1116"/>
                  </a:lnTo>
                  <a:lnTo>
                    <a:pt x="183" y="1107"/>
                  </a:lnTo>
                  <a:lnTo>
                    <a:pt x="179" y="1098"/>
                  </a:lnTo>
                  <a:lnTo>
                    <a:pt x="171" y="1092"/>
                  </a:lnTo>
                  <a:lnTo>
                    <a:pt x="162" y="1086"/>
                  </a:lnTo>
                  <a:lnTo>
                    <a:pt x="151" y="1081"/>
                  </a:lnTo>
                  <a:lnTo>
                    <a:pt x="139" y="1077"/>
                  </a:lnTo>
                  <a:lnTo>
                    <a:pt x="125" y="1073"/>
                  </a:lnTo>
                  <a:lnTo>
                    <a:pt x="112" y="1069"/>
                  </a:lnTo>
                  <a:lnTo>
                    <a:pt x="100" y="1065"/>
                  </a:lnTo>
                  <a:lnTo>
                    <a:pt x="90" y="1063"/>
                  </a:lnTo>
                  <a:lnTo>
                    <a:pt x="81" y="1061"/>
                  </a:lnTo>
                  <a:lnTo>
                    <a:pt x="73" y="1059"/>
                  </a:lnTo>
                  <a:lnTo>
                    <a:pt x="68" y="1058"/>
                  </a:lnTo>
                  <a:lnTo>
                    <a:pt x="66" y="1055"/>
                  </a:lnTo>
                  <a:lnTo>
                    <a:pt x="67" y="1052"/>
                  </a:lnTo>
                  <a:lnTo>
                    <a:pt x="71" y="1046"/>
                  </a:lnTo>
                  <a:lnTo>
                    <a:pt x="76" y="1038"/>
                  </a:lnTo>
                  <a:lnTo>
                    <a:pt x="80" y="1027"/>
                  </a:lnTo>
                  <a:lnTo>
                    <a:pt x="79" y="1015"/>
                  </a:lnTo>
                  <a:lnTo>
                    <a:pt x="76" y="1002"/>
                  </a:lnTo>
                  <a:lnTo>
                    <a:pt x="69" y="989"/>
                  </a:lnTo>
                  <a:lnTo>
                    <a:pt x="60" y="979"/>
                  </a:lnTo>
                  <a:lnTo>
                    <a:pt x="46" y="972"/>
                  </a:lnTo>
                  <a:lnTo>
                    <a:pt x="29" y="969"/>
                  </a:lnTo>
                  <a:lnTo>
                    <a:pt x="13" y="966"/>
                  </a:lnTo>
                  <a:lnTo>
                    <a:pt x="6" y="958"/>
                  </a:lnTo>
                  <a:lnTo>
                    <a:pt x="6" y="946"/>
                  </a:lnTo>
                  <a:lnTo>
                    <a:pt x="11" y="934"/>
                  </a:lnTo>
                  <a:lnTo>
                    <a:pt x="20" y="921"/>
                  </a:lnTo>
                  <a:lnTo>
                    <a:pt x="32" y="910"/>
                  </a:lnTo>
                  <a:lnTo>
                    <a:pt x="44" y="902"/>
                  </a:lnTo>
                  <a:lnTo>
                    <a:pt x="55" y="897"/>
                  </a:lnTo>
                  <a:lnTo>
                    <a:pt x="63" y="893"/>
                  </a:lnTo>
                  <a:lnTo>
                    <a:pt x="67" y="885"/>
                  </a:lnTo>
                  <a:lnTo>
                    <a:pt x="67" y="873"/>
                  </a:lnTo>
                  <a:lnTo>
                    <a:pt x="64" y="860"/>
                  </a:lnTo>
                  <a:lnTo>
                    <a:pt x="59" y="846"/>
                  </a:lnTo>
                  <a:lnTo>
                    <a:pt x="51" y="835"/>
                  </a:lnTo>
                  <a:lnTo>
                    <a:pt x="43" y="827"/>
                  </a:lnTo>
                  <a:lnTo>
                    <a:pt x="33" y="824"/>
                  </a:lnTo>
                  <a:lnTo>
                    <a:pt x="22" y="822"/>
                  </a:lnTo>
                  <a:lnTo>
                    <a:pt x="14" y="816"/>
                  </a:lnTo>
                  <a:lnTo>
                    <a:pt x="8" y="808"/>
                  </a:lnTo>
                  <a:lnTo>
                    <a:pt x="5" y="798"/>
                  </a:lnTo>
                  <a:lnTo>
                    <a:pt x="4" y="788"/>
                  </a:lnTo>
                  <a:lnTo>
                    <a:pt x="5" y="780"/>
                  </a:lnTo>
                  <a:lnTo>
                    <a:pt x="10" y="774"/>
                  </a:lnTo>
                  <a:lnTo>
                    <a:pt x="18" y="771"/>
                  </a:lnTo>
                  <a:lnTo>
                    <a:pt x="25" y="768"/>
                  </a:lnTo>
                  <a:lnTo>
                    <a:pt x="27" y="761"/>
                  </a:lnTo>
                  <a:lnTo>
                    <a:pt x="25" y="752"/>
                  </a:lnTo>
                  <a:lnTo>
                    <a:pt x="22" y="741"/>
                  </a:lnTo>
                  <a:lnTo>
                    <a:pt x="16" y="729"/>
                  </a:lnTo>
                  <a:lnTo>
                    <a:pt x="10" y="716"/>
                  </a:lnTo>
                  <a:lnTo>
                    <a:pt x="5" y="704"/>
                  </a:lnTo>
                  <a:lnTo>
                    <a:pt x="0" y="691"/>
                  </a:lnTo>
                  <a:lnTo>
                    <a:pt x="0" y="679"/>
                  </a:lnTo>
                  <a:lnTo>
                    <a:pt x="5" y="666"/>
                  </a:lnTo>
                  <a:lnTo>
                    <a:pt x="14" y="652"/>
                  </a:lnTo>
                  <a:lnTo>
                    <a:pt x="25" y="637"/>
                  </a:lnTo>
                  <a:lnTo>
                    <a:pt x="38" y="624"/>
                  </a:lnTo>
                  <a:lnTo>
                    <a:pt x="50" y="612"/>
                  </a:lnTo>
                  <a:lnTo>
                    <a:pt x="59" y="602"/>
                  </a:lnTo>
                  <a:lnTo>
                    <a:pt x="65" y="593"/>
                  </a:lnTo>
                  <a:lnTo>
                    <a:pt x="71" y="586"/>
                  </a:lnTo>
                  <a:lnTo>
                    <a:pt x="80" y="580"/>
                  </a:lnTo>
                  <a:lnTo>
                    <a:pt x="90" y="575"/>
                  </a:lnTo>
                  <a:lnTo>
                    <a:pt x="101" y="570"/>
                  </a:lnTo>
                  <a:lnTo>
                    <a:pt x="112" y="567"/>
                  </a:lnTo>
                  <a:lnTo>
                    <a:pt x="124" y="565"/>
                  </a:lnTo>
                  <a:lnTo>
                    <a:pt x="137" y="563"/>
                  </a:lnTo>
                  <a:lnTo>
                    <a:pt x="147" y="563"/>
                  </a:lnTo>
                  <a:lnTo>
                    <a:pt x="155" y="561"/>
                  </a:lnTo>
                  <a:lnTo>
                    <a:pt x="161" y="557"/>
                  </a:lnTo>
                  <a:lnTo>
                    <a:pt x="166" y="550"/>
                  </a:lnTo>
                  <a:lnTo>
                    <a:pt x="169" y="540"/>
                  </a:lnTo>
                  <a:lnTo>
                    <a:pt x="170" y="532"/>
                  </a:lnTo>
                  <a:lnTo>
                    <a:pt x="169" y="523"/>
                  </a:lnTo>
                  <a:lnTo>
                    <a:pt x="167" y="516"/>
                  </a:lnTo>
                  <a:lnTo>
                    <a:pt x="163" y="510"/>
                  </a:lnTo>
                  <a:lnTo>
                    <a:pt x="161" y="503"/>
                  </a:lnTo>
                  <a:lnTo>
                    <a:pt x="161" y="493"/>
                  </a:lnTo>
                  <a:lnTo>
                    <a:pt x="163" y="482"/>
                  </a:lnTo>
                  <a:lnTo>
                    <a:pt x="167" y="472"/>
                  </a:lnTo>
                  <a:lnTo>
                    <a:pt x="171" y="463"/>
                  </a:lnTo>
                  <a:lnTo>
                    <a:pt x="177" y="457"/>
                  </a:lnTo>
                  <a:lnTo>
                    <a:pt x="183" y="455"/>
                  </a:lnTo>
                  <a:lnTo>
                    <a:pt x="188" y="459"/>
                  </a:lnTo>
                  <a:lnTo>
                    <a:pt x="195" y="464"/>
                  </a:lnTo>
                  <a:lnTo>
                    <a:pt x="203" y="467"/>
                  </a:lnTo>
                  <a:lnTo>
                    <a:pt x="213" y="468"/>
                  </a:lnTo>
                  <a:lnTo>
                    <a:pt x="224" y="466"/>
                  </a:lnTo>
                  <a:lnTo>
                    <a:pt x="236" y="463"/>
                  </a:lnTo>
                  <a:lnTo>
                    <a:pt x="246" y="457"/>
                  </a:lnTo>
                  <a:lnTo>
                    <a:pt x="254" y="449"/>
                  </a:lnTo>
                  <a:lnTo>
                    <a:pt x="261" y="438"/>
                  </a:lnTo>
                  <a:lnTo>
                    <a:pt x="268" y="430"/>
                  </a:lnTo>
                  <a:lnTo>
                    <a:pt x="276" y="426"/>
                  </a:lnTo>
                  <a:lnTo>
                    <a:pt x="287" y="427"/>
                  </a:lnTo>
                  <a:lnTo>
                    <a:pt x="297" y="430"/>
                  </a:lnTo>
                  <a:lnTo>
                    <a:pt x="307" y="434"/>
                  </a:lnTo>
                  <a:lnTo>
                    <a:pt x="315" y="439"/>
                  </a:lnTo>
                  <a:lnTo>
                    <a:pt x="320" y="443"/>
                  </a:lnTo>
                  <a:lnTo>
                    <a:pt x="322" y="444"/>
                  </a:lnTo>
                  <a:lnTo>
                    <a:pt x="325" y="445"/>
                  </a:lnTo>
                  <a:lnTo>
                    <a:pt x="336" y="449"/>
                  </a:lnTo>
                  <a:lnTo>
                    <a:pt x="349" y="453"/>
                  </a:lnTo>
                  <a:lnTo>
                    <a:pt x="366" y="457"/>
                  </a:lnTo>
                  <a:lnTo>
                    <a:pt x="384" y="462"/>
                  </a:lnTo>
                  <a:lnTo>
                    <a:pt x="401" y="467"/>
                  </a:lnTo>
                  <a:lnTo>
                    <a:pt x="415" y="471"/>
                  </a:lnTo>
                  <a:lnTo>
                    <a:pt x="426" y="473"/>
                  </a:lnTo>
                  <a:lnTo>
                    <a:pt x="436" y="474"/>
                  </a:lnTo>
                  <a:lnTo>
                    <a:pt x="445" y="477"/>
                  </a:lnTo>
                  <a:lnTo>
                    <a:pt x="455" y="480"/>
                  </a:lnTo>
                  <a:lnTo>
                    <a:pt x="465" y="482"/>
                  </a:lnTo>
                  <a:lnTo>
                    <a:pt x="474" y="484"/>
                  </a:lnTo>
                  <a:lnTo>
                    <a:pt x="484" y="483"/>
                  </a:lnTo>
                  <a:lnTo>
                    <a:pt x="493" y="481"/>
                  </a:lnTo>
                  <a:lnTo>
                    <a:pt x="500" y="475"/>
                  </a:lnTo>
                  <a:lnTo>
                    <a:pt x="506" y="467"/>
                  </a:lnTo>
                  <a:lnTo>
                    <a:pt x="513" y="460"/>
                  </a:lnTo>
                  <a:lnTo>
                    <a:pt x="520" y="452"/>
                  </a:lnTo>
                  <a:lnTo>
                    <a:pt x="528" y="444"/>
                  </a:lnTo>
                  <a:lnTo>
                    <a:pt x="535" y="438"/>
                  </a:lnTo>
                  <a:lnTo>
                    <a:pt x="543" y="432"/>
                  </a:lnTo>
                  <a:lnTo>
                    <a:pt x="551" y="428"/>
                  </a:lnTo>
                  <a:lnTo>
                    <a:pt x="559" y="424"/>
                  </a:lnTo>
                  <a:lnTo>
                    <a:pt x="567" y="419"/>
                  </a:lnTo>
                  <a:lnTo>
                    <a:pt x="573" y="411"/>
                  </a:lnTo>
                  <a:lnTo>
                    <a:pt x="580" y="400"/>
                  </a:lnTo>
                  <a:lnTo>
                    <a:pt x="584" y="387"/>
                  </a:lnTo>
                  <a:lnTo>
                    <a:pt x="587" y="375"/>
                  </a:lnTo>
                  <a:lnTo>
                    <a:pt x="588" y="364"/>
                  </a:lnTo>
                  <a:lnTo>
                    <a:pt x="588" y="354"/>
                  </a:lnTo>
                  <a:lnTo>
                    <a:pt x="586" y="346"/>
                  </a:lnTo>
                  <a:lnTo>
                    <a:pt x="584" y="339"/>
                  </a:lnTo>
                  <a:lnTo>
                    <a:pt x="583" y="330"/>
                  </a:lnTo>
                  <a:lnTo>
                    <a:pt x="584" y="319"/>
                  </a:lnTo>
                  <a:lnTo>
                    <a:pt x="585" y="308"/>
                  </a:lnTo>
                  <a:lnTo>
                    <a:pt x="586" y="295"/>
                  </a:lnTo>
                  <a:lnTo>
                    <a:pt x="587" y="284"/>
                  </a:lnTo>
                  <a:lnTo>
                    <a:pt x="586" y="274"/>
                  </a:lnTo>
                  <a:lnTo>
                    <a:pt x="584" y="267"/>
                  </a:lnTo>
                  <a:lnTo>
                    <a:pt x="584" y="261"/>
                  </a:lnTo>
                  <a:lnTo>
                    <a:pt x="589" y="255"/>
                  </a:lnTo>
                  <a:lnTo>
                    <a:pt x="598" y="249"/>
                  </a:lnTo>
                  <a:lnTo>
                    <a:pt x="609" y="242"/>
                  </a:lnTo>
                  <a:lnTo>
                    <a:pt x="622" y="237"/>
                  </a:lnTo>
                  <a:lnTo>
                    <a:pt x="636" y="233"/>
                  </a:lnTo>
                  <a:lnTo>
                    <a:pt x="649" y="231"/>
                  </a:lnTo>
                  <a:lnTo>
                    <a:pt x="659" y="230"/>
                  </a:lnTo>
                  <a:lnTo>
                    <a:pt x="665" y="229"/>
                  </a:lnTo>
                  <a:lnTo>
                    <a:pt x="671" y="225"/>
                  </a:lnTo>
                  <a:lnTo>
                    <a:pt x="678" y="218"/>
                  </a:lnTo>
                  <a:lnTo>
                    <a:pt x="685" y="211"/>
                  </a:lnTo>
                  <a:lnTo>
                    <a:pt x="692" y="202"/>
                  </a:lnTo>
                  <a:lnTo>
                    <a:pt x="698" y="191"/>
                  </a:lnTo>
                  <a:lnTo>
                    <a:pt x="705" y="180"/>
                  </a:lnTo>
                  <a:lnTo>
                    <a:pt x="711" y="170"/>
                  </a:lnTo>
                  <a:lnTo>
                    <a:pt x="718" y="174"/>
                  </a:lnTo>
                  <a:lnTo>
                    <a:pt x="724" y="177"/>
                  </a:lnTo>
                  <a:lnTo>
                    <a:pt x="731" y="180"/>
                  </a:lnTo>
                  <a:lnTo>
                    <a:pt x="737" y="181"/>
                  </a:lnTo>
                  <a:lnTo>
                    <a:pt x="742" y="181"/>
                  </a:lnTo>
                  <a:lnTo>
                    <a:pt x="747" y="181"/>
                  </a:lnTo>
                  <a:lnTo>
                    <a:pt x="751" y="178"/>
                  </a:lnTo>
                  <a:lnTo>
                    <a:pt x="755" y="175"/>
                  </a:lnTo>
                  <a:lnTo>
                    <a:pt x="761" y="167"/>
                  </a:lnTo>
                  <a:lnTo>
                    <a:pt x="764" y="158"/>
                  </a:lnTo>
                  <a:lnTo>
                    <a:pt x="768" y="152"/>
                  </a:lnTo>
                  <a:lnTo>
                    <a:pt x="772" y="145"/>
                  </a:lnTo>
                  <a:lnTo>
                    <a:pt x="779" y="143"/>
                  </a:lnTo>
                  <a:lnTo>
                    <a:pt x="787" y="145"/>
                  </a:lnTo>
                  <a:lnTo>
                    <a:pt x="800" y="152"/>
                  </a:lnTo>
                  <a:lnTo>
                    <a:pt x="818" y="163"/>
                  </a:lnTo>
                  <a:lnTo>
                    <a:pt x="838" y="173"/>
                  </a:lnTo>
                  <a:lnTo>
                    <a:pt x="850" y="175"/>
                  </a:lnTo>
                  <a:lnTo>
                    <a:pt x="858" y="172"/>
                  </a:lnTo>
                  <a:lnTo>
                    <a:pt x="863" y="165"/>
                  </a:lnTo>
                  <a:lnTo>
                    <a:pt x="864" y="157"/>
                  </a:lnTo>
                  <a:lnTo>
                    <a:pt x="864" y="148"/>
                  </a:lnTo>
                  <a:lnTo>
                    <a:pt x="863" y="141"/>
                  </a:lnTo>
                  <a:lnTo>
                    <a:pt x="863" y="138"/>
                  </a:lnTo>
                  <a:lnTo>
                    <a:pt x="864" y="136"/>
                  </a:lnTo>
                  <a:lnTo>
                    <a:pt x="866" y="132"/>
                  </a:lnTo>
                  <a:lnTo>
                    <a:pt x="870" y="127"/>
                  </a:lnTo>
                  <a:lnTo>
                    <a:pt x="878" y="122"/>
                  </a:lnTo>
                  <a:lnTo>
                    <a:pt x="886" y="119"/>
                  </a:lnTo>
                  <a:lnTo>
                    <a:pt x="896" y="119"/>
                  </a:lnTo>
                  <a:lnTo>
                    <a:pt x="909" y="122"/>
                  </a:lnTo>
                  <a:lnTo>
                    <a:pt x="924" y="132"/>
                  </a:lnTo>
                  <a:lnTo>
                    <a:pt x="941" y="143"/>
                  </a:lnTo>
                  <a:lnTo>
                    <a:pt x="957" y="152"/>
                  </a:lnTo>
                  <a:lnTo>
                    <a:pt x="972" y="159"/>
                  </a:lnTo>
                  <a:lnTo>
                    <a:pt x="988" y="163"/>
                  </a:lnTo>
                  <a:lnTo>
                    <a:pt x="1003" y="165"/>
                  </a:lnTo>
                  <a:lnTo>
                    <a:pt x="1017" y="165"/>
                  </a:lnTo>
                  <a:lnTo>
                    <a:pt x="1034" y="164"/>
                  </a:lnTo>
                  <a:lnTo>
                    <a:pt x="1049" y="161"/>
                  </a:lnTo>
                  <a:lnTo>
                    <a:pt x="1062" y="156"/>
                  </a:lnTo>
                  <a:lnTo>
                    <a:pt x="1071" y="149"/>
                  </a:lnTo>
                  <a:lnTo>
                    <a:pt x="1079" y="142"/>
                  </a:lnTo>
                  <a:lnTo>
                    <a:pt x="1086" y="135"/>
                  </a:lnTo>
                  <a:lnTo>
                    <a:pt x="1092" y="130"/>
                  </a:lnTo>
                  <a:lnTo>
                    <a:pt x="1100" y="126"/>
                  </a:lnTo>
                  <a:lnTo>
                    <a:pt x="1111" y="125"/>
                  </a:lnTo>
                  <a:lnTo>
                    <a:pt x="1127" y="126"/>
                  </a:lnTo>
                  <a:lnTo>
                    <a:pt x="1144" y="127"/>
                  </a:lnTo>
                  <a:lnTo>
                    <a:pt x="1159" y="127"/>
                  </a:lnTo>
                  <a:lnTo>
                    <a:pt x="1172" y="125"/>
                  </a:lnTo>
                  <a:lnTo>
                    <a:pt x="1185" y="123"/>
                  </a:lnTo>
                  <a:lnTo>
                    <a:pt x="1196" y="122"/>
                  </a:lnTo>
                  <a:lnTo>
                    <a:pt x="1205" y="125"/>
                  </a:lnTo>
                  <a:lnTo>
                    <a:pt x="1212" y="131"/>
                  </a:lnTo>
                  <a:lnTo>
                    <a:pt x="1218" y="142"/>
                  </a:lnTo>
                  <a:lnTo>
                    <a:pt x="1226" y="156"/>
                  </a:lnTo>
                  <a:lnTo>
                    <a:pt x="1234" y="167"/>
                  </a:lnTo>
                  <a:lnTo>
                    <a:pt x="1244" y="174"/>
                  </a:lnTo>
                  <a:lnTo>
                    <a:pt x="1255" y="178"/>
                  </a:lnTo>
                  <a:lnTo>
                    <a:pt x="1266" y="180"/>
                  </a:lnTo>
                  <a:lnTo>
                    <a:pt x="1278" y="177"/>
                  </a:lnTo>
                  <a:lnTo>
                    <a:pt x="1287" y="172"/>
                  </a:lnTo>
                  <a:lnTo>
                    <a:pt x="1294" y="163"/>
                  </a:lnTo>
                  <a:lnTo>
                    <a:pt x="1297" y="158"/>
                  </a:lnTo>
                  <a:lnTo>
                    <a:pt x="1301" y="152"/>
                  </a:lnTo>
                  <a:lnTo>
                    <a:pt x="1306" y="143"/>
                  </a:lnTo>
                  <a:lnTo>
                    <a:pt x="1311" y="134"/>
                  </a:lnTo>
                  <a:lnTo>
                    <a:pt x="1317" y="125"/>
                  </a:lnTo>
                  <a:lnTo>
                    <a:pt x="1323" y="114"/>
                  </a:lnTo>
                  <a:lnTo>
                    <a:pt x="1331" y="103"/>
                  </a:lnTo>
                  <a:lnTo>
                    <a:pt x="1339" y="91"/>
                  </a:lnTo>
                  <a:lnTo>
                    <a:pt x="1347" y="79"/>
                  </a:lnTo>
                  <a:lnTo>
                    <a:pt x="1356" y="67"/>
                  </a:lnTo>
                  <a:lnTo>
                    <a:pt x="1365" y="55"/>
                  </a:lnTo>
                  <a:lnTo>
                    <a:pt x="1376" y="42"/>
                  </a:lnTo>
                  <a:lnTo>
                    <a:pt x="1386" y="31"/>
                  </a:lnTo>
                  <a:lnTo>
                    <a:pt x="1396" y="20"/>
                  </a:lnTo>
                  <a:lnTo>
                    <a:pt x="1407" y="10"/>
                  </a:lnTo>
                  <a:lnTo>
                    <a:pt x="1418" y="0"/>
                  </a:lnTo>
                  <a:lnTo>
                    <a:pt x="1422" y="25"/>
                  </a:lnTo>
                  <a:lnTo>
                    <a:pt x="1427" y="50"/>
                  </a:lnTo>
                  <a:lnTo>
                    <a:pt x="1430" y="74"/>
                  </a:lnTo>
                  <a:lnTo>
                    <a:pt x="1433" y="96"/>
                  </a:lnTo>
                  <a:lnTo>
                    <a:pt x="1436" y="116"/>
                  </a:lnTo>
                  <a:lnTo>
                    <a:pt x="1441" y="132"/>
                  </a:lnTo>
                  <a:lnTo>
                    <a:pt x="1446" y="144"/>
                  </a:lnTo>
                  <a:lnTo>
                    <a:pt x="1454" y="153"/>
                  </a:lnTo>
                  <a:lnTo>
                    <a:pt x="1464" y="164"/>
                  </a:lnTo>
                  <a:lnTo>
                    <a:pt x="1467" y="180"/>
                  </a:lnTo>
                  <a:lnTo>
                    <a:pt x="1467" y="200"/>
                  </a:lnTo>
                  <a:lnTo>
                    <a:pt x="1465" y="222"/>
                  </a:lnTo>
                  <a:lnTo>
                    <a:pt x="1463" y="244"/>
                  </a:lnTo>
                  <a:lnTo>
                    <a:pt x="1463" y="267"/>
                  </a:lnTo>
                  <a:lnTo>
                    <a:pt x="1466" y="286"/>
                  </a:lnTo>
                  <a:lnTo>
                    <a:pt x="1477" y="304"/>
                  </a:lnTo>
                  <a:lnTo>
                    <a:pt x="1488" y="320"/>
                  </a:lnTo>
                  <a:lnTo>
                    <a:pt x="1494" y="339"/>
                  </a:lnTo>
                  <a:lnTo>
                    <a:pt x="1497" y="360"/>
                  </a:lnTo>
                  <a:lnTo>
                    <a:pt x="1498" y="381"/>
                  </a:lnTo>
                  <a:lnTo>
                    <a:pt x="1499" y="402"/>
                  </a:lnTo>
                  <a:lnTo>
                    <a:pt x="1500" y="420"/>
                  </a:lnTo>
                  <a:lnTo>
                    <a:pt x="1504" y="435"/>
                  </a:lnTo>
                  <a:lnTo>
                    <a:pt x="1510" y="448"/>
                  </a:lnTo>
                  <a:lnTo>
                    <a:pt x="1516" y="460"/>
                  </a:lnTo>
                  <a:lnTo>
                    <a:pt x="1518" y="478"/>
                  </a:lnTo>
                  <a:lnTo>
                    <a:pt x="1518" y="499"/>
                  </a:lnTo>
                  <a:lnTo>
                    <a:pt x="1516" y="521"/>
                  </a:lnTo>
                  <a:lnTo>
                    <a:pt x="1515" y="541"/>
                  </a:lnTo>
                  <a:lnTo>
                    <a:pt x="1515" y="560"/>
                  </a:lnTo>
                  <a:lnTo>
                    <a:pt x="1518" y="573"/>
                  </a:lnTo>
                  <a:lnTo>
                    <a:pt x="1527" y="579"/>
                  </a:lnTo>
                  <a:lnTo>
                    <a:pt x="1533" y="583"/>
                  </a:lnTo>
                  <a:lnTo>
                    <a:pt x="1532" y="590"/>
                  </a:lnTo>
                  <a:lnTo>
                    <a:pt x="1526" y="601"/>
                  </a:lnTo>
                  <a:lnTo>
                    <a:pt x="1516" y="614"/>
                  </a:lnTo>
                  <a:lnTo>
                    <a:pt x="1507" y="630"/>
                  </a:lnTo>
                  <a:lnTo>
                    <a:pt x="1500" y="648"/>
                  </a:lnTo>
                  <a:lnTo>
                    <a:pt x="1497" y="670"/>
                  </a:lnTo>
                  <a:lnTo>
                    <a:pt x="1501" y="694"/>
                  </a:lnTo>
                  <a:lnTo>
                    <a:pt x="1504" y="708"/>
                  </a:lnTo>
                  <a:lnTo>
                    <a:pt x="1507" y="722"/>
                  </a:lnTo>
                  <a:lnTo>
                    <a:pt x="1510" y="737"/>
                  </a:lnTo>
                  <a:lnTo>
                    <a:pt x="1512" y="754"/>
                  </a:lnTo>
                  <a:lnTo>
                    <a:pt x="1513" y="771"/>
                  </a:lnTo>
                  <a:lnTo>
                    <a:pt x="1514" y="788"/>
                  </a:lnTo>
                  <a:lnTo>
                    <a:pt x="1515" y="807"/>
                  </a:lnTo>
                  <a:lnTo>
                    <a:pt x="1515" y="824"/>
                  </a:lnTo>
                  <a:lnTo>
                    <a:pt x="1515" y="841"/>
                  </a:lnTo>
                  <a:lnTo>
                    <a:pt x="1514" y="859"/>
                  </a:lnTo>
                  <a:lnTo>
                    <a:pt x="1514" y="876"/>
                  </a:lnTo>
                  <a:lnTo>
                    <a:pt x="1512" y="892"/>
                  </a:lnTo>
                  <a:lnTo>
                    <a:pt x="1511" y="908"/>
                  </a:lnTo>
                  <a:lnTo>
                    <a:pt x="1509" y="922"/>
                  </a:lnTo>
                  <a:lnTo>
                    <a:pt x="1506" y="935"/>
                  </a:lnTo>
                  <a:lnTo>
                    <a:pt x="1504" y="947"/>
                  </a:lnTo>
                  <a:lnTo>
                    <a:pt x="1501" y="960"/>
                  </a:lnTo>
                  <a:lnTo>
                    <a:pt x="1499" y="973"/>
                  </a:lnTo>
                  <a:lnTo>
                    <a:pt x="1497" y="987"/>
                  </a:lnTo>
                  <a:lnTo>
                    <a:pt x="1495" y="1003"/>
                  </a:lnTo>
                  <a:lnTo>
                    <a:pt x="1493" y="1018"/>
                  </a:lnTo>
                  <a:lnTo>
                    <a:pt x="1491" y="1034"/>
                  </a:lnTo>
                  <a:lnTo>
                    <a:pt x="1490" y="1049"/>
                  </a:lnTo>
                  <a:lnTo>
                    <a:pt x="1488" y="1066"/>
                  </a:lnTo>
                  <a:lnTo>
                    <a:pt x="1487" y="1080"/>
                  </a:lnTo>
                  <a:lnTo>
                    <a:pt x="1487" y="1094"/>
                  </a:lnTo>
                  <a:lnTo>
                    <a:pt x="1486" y="1108"/>
                  </a:lnTo>
                  <a:lnTo>
                    <a:pt x="1486" y="1120"/>
                  </a:lnTo>
                  <a:lnTo>
                    <a:pt x="1487" y="1130"/>
                  </a:lnTo>
                  <a:lnTo>
                    <a:pt x="1487" y="1138"/>
                  </a:lnTo>
                  <a:lnTo>
                    <a:pt x="1489" y="1144"/>
                  </a:lnTo>
                  <a:lnTo>
                    <a:pt x="1490" y="1147"/>
                  </a:lnTo>
                  <a:lnTo>
                    <a:pt x="1494" y="1154"/>
                  </a:lnTo>
                  <a:lnTo>
                    <a:pt x="1497" y="1162"/>
                  </a:lnTo>
                  <a:lnTo>
                    <a:pt x="1501" y="1173"/>
                  </a:lnTo>
                  <a:lnTo>
                    <a:pt x="1505" y="1186"/>
                  </a:lnTo>
                  <a:lnTo>
                    <a:pt x="1507" y="1200"/>
                  </a:lnTo>
                  <a:lnTo>
                    <a:pt x="1509" y="1215"/>
                  </a:lnTo>
                  <a:lnTo>
                    <a:pt x="1510" y="1229"/>
                  </a:lnTo>
                  <a:lnTo>
                    <a:pt x="1510" y="1243"/>
                  </a:lnTo>
                  <a:lnTo>
                    <a:pt x="1508" y="1260"/>
                  </a:lnTo>
                  <a:lnTo>
                    <a:pt x="1506" y="1280"/>
                  </a:lnTo>
                  <a:lnTo>
                    <a:pt x="1504" y="1304"/>
                  </a:lnTo>
                  <a:lnTo>
                    <a:pt x="1501" y="1327"/>
                  </a:lnTo>
                  <a:lnTo>
                    <a:pt x="1500" y="1347"/>
                  </a:lnTo>
                  <a:lnTo>
                    <a:pt x="1500" y="1364"/>
                  </a:lnTo>
                  <a:lnTo>
                    <a:pt x="1502" y="1374"/>
                  </a:lnTo>
                  <a:lnTo>
                    <a:pt x="1507" y="1375"/>
                  </a:lnTo>
                  <a:lnTo>
                    <a:pt x="1514" y="1371"/>
                  </a:lnTo>
                  <a:lnTo>
                    <a:pt x="1522" y="1369"/>
                  </a:lnTo>
                  <a:lnTo>
                    <a:pt x="1532" y="1366"/>
                  </a:lnTo>
                  <a:lnTo>
                    <a:pt x="1542" y="1364"/>
                  </a:lnTo>
                  <a:lnTo>
                    <a:pt x="1553" y="1362"/>
                  </a:lnTo>
                  <a:lnTo>
                    <a:pt x="1564" y="1359"/>
                  </a:lnTo>
                  <a:lnTo>
                    <a:pt x="1576" y="1355"/>
                  </a:lnTo>
                  <a:lnTo>
                    <a:pt x="1586" y="1349"/>
                  </a:lnTo>
                  <a:lnTo>
                    <a:pt x="1595" y="1343"/>
                  </a:lnTo>
                  <a:lnTo>
                    <a:pt x="1603" y="1336"/>
                  </a:lnTo>
                  <a:lnTo>
                    <a:pt x="1610" y="1329"/>
                  </a:lnTo>
                  <a:lnTo>
                    <a:pt x="1617" y="1322"/>
                  </a:lnTo>
                  <a:lnTo>
                    <a:pt x="1624" y="1315"/>
                  </a:lnTo>
                  <a:lnTo>
                    <a:pt x="1632" y="1308"/>
                  </a:lnTo>
                  <a:lnTo>
                    <a:pt x="1641" y="1300"/>
                  </a:lnTo>
                  <a:lnTo>
                    <a:pt x="1652" y="1294"/>
                  </a:lnTo>
                  <a:lnTo>
                    <a:pt x="1660" y="1294"/>
                  </a:lnTo>
                  <a:lnTo>
                    <a:pt x="1666" y="1296"/>
                  </a:lnTo>
                  <a:lnTo>
                    <a:pt x="1669" y="1301"/>
                  </a:lnTo>
                  <a:lnTo>
                    <a:pt x="1671" y="1309"/>
                  </a:lnTo>
                  <a:lnTo>
                    <a:pt x="1671" y="1318"/>
                  </a:lnTo>
                  <a:lnTo>
                    <a:pt x="1670" y="1329"/>
                  </a:lnTo>
                  <a:lnTo>
                    <a:pt x="1668" y="1341"/>
                  </a:lnTo>
                  <a:lnTo>
                    <a:pt x="1665" y="1354"/>
                  </a:lnTo>
                  <a:lnTo>
                    <a:pt x="1662" y="1368"/>
                  </a:lnTo>
                  <a:lnTo>
                    <a:pt x="1658" y="1382"/>
                  </a:lnTo>
                  <a:lnTo>
                    <a:pt x="1654" y="1395"/>
                  </a:lnTo>
                  <a:lnTo>
                    <a:pt x="1651" y="1410"/>
                  </a:lnTo>
                  <a:lnTo>
                    <a:pt x="1648" y="1423"/>
                  </a:lnTo>
                  <a:lnTo>
                    <a:pt x="1645" y="1435"/>
                  </a:lnTo>
                  <a:lnTo>
                    <a:pt x="1644" y="1446"/>
                  </a:lnTo>
                  <a:lnTo>
                    <a:pt x="1644" y="1457"/>
                  </a:lnTo>
                  <a:lnTo>
                    <a:pt x="1635" y="1472"/>
                  </a:lnTo>
                  <a:lnTo>
                    <a:pt x="1629" y="1491"/>
                  </a:lnTo>
                  <a:lnTo>
                    <a:pt x="1626" y="1513"/>
                  </a:lnTo>
                  <a:lnTo>
                    <a:pt x="1624" y="1536"/>
                  </a:lnTo>
                  <a:lnTo>
                    <a:pt x="1621" y="1560"/>
                  </a:lnTo>
                  <a:lnTo>
                    <a:pt x="1620" y="1582"/>
                  </a:lnTo>
                  <a:lnTo>
                    <a:pt x="1617" y="1600"/>
                  </a:lnTo>
                  <a:lnTo>
                    <a:pt x="1613" y="1614"/>
                  </a:lnTo>
                  <a:lnTo>
                    <a:pt x="1611" y="1619"/>
                  </a:lnTo>
                  <a:lnTo>
                    <a:pt x="1608" y="1626"/>
                  </a:lnTo>
                  <a:lnTo>
                    <a:pt x="1606" y="1635"/>
                  </a:lnTo>
                  <a:lnTo>
                    <a:pt x="1603" y="1644"/>
                  </a:lnTo>
                  <a:lnTo>
                    <a:pt x="1601" y="1655"/>
                  </a:lnTo>
                  <a:lnTo>
                    <a:pt x="1599" y="1666"/>
                  </a:lnTo>
                  <a:lnTo>
                    <a:pt x="1597" y="1678"/>
                  </a:lnTo>
                  <a:lnTo>
                    <a:pt x="1595" y="1690"/>
                  </a:lnTo>
                  <a:lnTo>
                    <a:pt x="1593" y="1702"/>
                  </a:lnTo>
                  <a:lnTo>
                    <a:pt x="1592" y="1716"/>
                  </a:lnTo>
                  <a:lnTo>
                    <a:pt x="1591" y="1729"/>
                  </a:lnTo>
                  <a:lnTo>
                    <a:pt x="1590" y="1741"/>
                  </a:lnTo>
                  <a:lnTo>
                    <a:pt x="1589" y="1753"/>
                  </a:lnTo>
                  <a:lnTo>
                    <a:pt x="1589" y="1766"/>
                  </a:lnTo>
                  <a:lnTo>
                    <a:pt x="1589" y="1777"/>
                  </a:lnTo>
                  <a:lnTo>
                    <a:pt x="1589" y="1787"/>
                  </a:lnTo>
                  <a:close/>
                </a:path>
              </a:pathLst>
            </a:custGeom>
            <a:solidFill>
              <a:srgbClr val="99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20" name="Freeform 719">
              <a:extLst>
                <a:ext uri="{FF2B5EF4-FFF2-40B4-BE49-F238E27FC236}">
                  <a16:creationId xmlns:a16="http://schemas.microsoft.com/office/drawing/2014/main" id="{76FCD9D5-0295-51F3-0DBB-84A552D28291}"/>
                </a:ext>
              </a:extLst>
            </p:cNvPr>
            <p:cNvSpPr>
              <a:spLocks/>
            </p:cNvSpPr>
            <p:nvPr/>
          </p:nvSpPr>
          <p:spPr bwMode="auto">
            <a:xfrm>
              <a:off x="2663" y="3152"/>
              <a:ext cx="418" cy="458"/>
            </a:xfrm>
            <a:custGeom>
              <a:avLst/>
              <a:gdLst>
                <a:gd name="T0" fmla="*/ 0 w 1671"/>
                <a:gd name="T1" fmla="*/ 0 h 1831"/>
                <a:gd name="T2" fmla="*/ 0 w 1671"/>
                <a:gd name="T3" fmla="*/ 0 h 1831"/>
                <a:gd name="T4" fmla="*/ 0 w 1671"/>
                <a:gd name="T5" fmla="*/ 0 h 1831"/>
                <a:gd name="T6" fmla="*/ 0 w 1671"/>
                <a:gd name="T7" fmla="*/ 0 h 1831"/>
                <a:gd name="T8" fmla="*/ 0 w 1671"/>
                <a:gd name="T9" fmla="*/ 0 h 1831"/>
                <a:gd name="T10" fmla="*/ 0 w 1671"/>
                <a:gd name="T11" fmla="*/ 0 h 1831"/>
                <a:gd name="T12" fmla="*/ 0 w 1671"/>
                <a:gd name="T13" fmla="*/ 0 h 1831"/>
                <a:gd name="T14" fmla="*/ 0 w 1671"/>
                <a:gd name="T15" fmla="*/ 0 h 1831"/>
                <a:gd name="T16" fmla="*/ 0 w 1671"/>
                <a:gd name="T17" fmla="*/ 0 h 1831"/>
                <a:gd name="T18" fmla="*/ 0 w 1671"/>
                <a:gd name="T19" fmla="*/ 0 h 1831"/>
                <a:gd name="T20" fmla="*/ 0 w 1671"/>
                <a:gd name="T21" fmla="*/ 0 h 1831"/>
                <a:gd name="T22" fmla="*/ 0 w 1671"/>
                <a:gd name="T23" fmla="*/ 0 h 1831"/>
                <a:gd name="T24" fmla="*/ 0 w 1671"/>
                <a:gd name="T25" fmla="*/ 0 h 1831"/>
                <a:gd name="T26" fmla="*/ 0 w 1671"/>
                <a:gd name="T27" fmla="*/ 0 h 1831"/>
                <a:gd name="T28" fmla="*/ 0 w 1671"/>
                <a:gd name="T29" fmla="*/ 0 h 1831"/>
                <a:gd name="T30" fmla="*/ 0 w 1671"/>
                <a:gd name="T31" fmla="*/ 0 h 1831"/>
                <a:gd name="T32" fmla="*/ 0 w 1671"/>
                <a:gd name="T33" fmla="*/ 0 h 1831"/>
                <a:gd name="T34" fmla="*/ 0 w 1671"/>
                <a:gd name="T35" fmla="*/ 0 h 1831"/>
                <a:gd name="T36" fmla="*/ 0 w 1671"/>
                <a:gd name="T37" fmla="*/ 0 h 1831"/>
                <a:gd name="T38" fmla="*/ 0 w 1671"/>
                <a:gd name="T39" fmla="*/ 0 h 1831"/>
                <a:gd name="T40" fmla="*/ 0 w 1671"/>
                <a:gd name="T41" fmla="*/ 0 h 1831"/>
                <a:gd name="T42" fmla="*/ 0 w 1671"/>
                <a:gd name="T43" fmla="*/ 0 h 1831"/>
                <a:gd name="T44" fmla="*/ 0 w 1671"/>
                <a:gd name="T45" fmla="*/ 0 h 1831"/>
                <a:gd name="T46" fmla="*/ 0 w 1671"/>
                <a:gd name="T47" fmla="*/ 0 h 1831"/>
                <a:gd name="T48" fmla="*/ 0 w 1671"/>
                <a:gd name="T49" fmla="*/ 0 h 1831"/>
                <a:gd name="T50" fmla="*/ 0 w 1671"/>
                <a:gd name="T51" fmla="*/ 0 h 1831"/>
                <a:gd name="T52" fmla="*/ 0 w 1671"/>
                <a:gd name="T53" fmla="*/ 0 h 1831"/>
                <a:gd name="T54" fmla="*/ 0 w 1671"/>
                <a:gd name="T55" fmla="*/ 0 h 1831"/>
                <a:gd name="T56" fmla="*/ 0 w 1671"/>
                <a:gd name="T57" fmla="*/ 0 h 1831"/>
                <a:gd name="T58" fmla="*/ 0 w 1671"/>
                <a:gd name="T59" fmla="*/ 0 h 1831"/>
                <a:gd name="T60" fmla="*/ 0 w 1671"/>
                <a:gd name="T61" fmla="*/ 0 h 1831"/>
                <a:gd name="T62" fmla="*/ 0 w 1671"/>
                <a:gd name="T63" fmla="*/ 0 h 1831"/>
                <a:gd name="T64" fmla="*/ 0 w 1671"/>
                <a:gd name="T65" fmla="*/ 0 h 1831"/>
                <a:gd name="T66" fmla="*/ 0 w 1671"/>
                <a:gd name="T67" fmla="*/ 0 h 1831"/>
                <a:gd name="T68" fmla="*/ 0 w 1671"/>
                <a:gd name="T69" fmla="*/ 0 h 1831"/>
                <a:gd name="T70" fmla="*/ 0 w 1671"/>
                <a:gd name="T71" fmla="*/ 0 h 1831"/>
                <a:gd name="T72" fmla="*/ 0 w 1671"/>
                <a:gd name="T73" fmla="*/ 0 h 1831"/>
                <a:gd name="T74" fmla="*/ 0 w 1671"/>
                <a:gd name="T75" fmla="*/ 0 h 1831"/>
                <a:gd name="T76" fmla="*/ 0 w 1671"/>
                <a:gd name="T77" fmla="*/ 0 h 1831"/>
                <a:gd name="T78" fmla="*/ 0 w 1671"/>
                <a:gd name="T79" fmla="*/ 0 h 1831"/>
                <a:gd name="T80" fmla="*/ 0 w 1671"/>
                <a:gd name="T81" fmla="*/ 0 h 1831"/>
                <a:gd name="T82" fmla="*/ 0 w 1671"/>
                <a:gd name="T83" fmla="*/ 0 h 1831"/>
                <a:gd name="T84" fmla="*/ 0 w 1671"/>
                <a:gd name="T85" fmla="*/ 0 h 1831"/>
                <a:gd name="T86" fmla="*/ 0 w 1671"/>
                <a:gd name="T87" fmla="*/ 0 h 1831"/>
                <a:gd name="T88" fmla="*/ 0 w 1671"/>
                <a:gd name="T89" fmla="*/ 0 h 1831"/>
                <a:gd name="T90" fmla="*/ 0 w 1671"/>
                <a:gd name="T91" fmla="*/ 0 h 1831"/>
                <a:gd name="T92" fmla="*/ 0 w 1671"/>
                <a:gd name="T93" fmla="*/ 0 h 1831"/>
                <a:gd name="T94" fmla="*/ 0 w 1671"/>
                <a:gd name="T95" fmla="*/ 0 h 1831"/>
                <a:gd name="T96" fmla="*/ 0 w 1671"/>
                <a:gd name="T97" fmla="*/ 0 h 1831"/>
                <a:gd name="T98" fmla="*/ 0 w 1671"/>
                <a:gd name="T99" fmla="*/ 0 h 1831"/>
                <a:gd name="T100" fmla="*/ 0 w 1671"/>
                <a:gd name="T101" fmla="*/ 0 h 1831"/>
                <a:gd name="T102" fmla="*/ 0 w 1671"/>
                <a:gd name="T103" fmla="*/ 0 h 1831"/>
                <a:gd name="T104" fmla="*/ 0 w 1671"/>
                <a:gd name="T105" fmla="*/ 0 h 1831"/>
                <a:gd name="T106" fmla="*/ 0 w 1671"/>
                <a:gd name="T107" fmla="*/ 0 h 1831"/>
                <a:gd name="T108" fmla="*/ 0 w 1671"/>
                <a:gd name="T109" fmla="*/ 0 h 1831"/>
                <a:gd name="T110" fmla="*/ 0 w 1671"/>
                <a:gd name="T111" fmla="*/ 0 h 1831"/>
                <a:gd name="T112" fmla="*/ 0 w 1671"/>
                <a:gd name="T113" fmla="*/ 0 h 1831"/>
                <a:gd name="T114" fmla="*/ 0 w 1671"/>
                <a:gd name="T115" fmla="*/ 0 h 1831"/>
                <a:gd name="T116" fmla="*/ 0 w 1671"/>
                <a:gd name="T117" fmla="*/ 0 h 1831"/>
                <a:gd name="T118" fmla="*/ 0 w 1671"/>
                <a:gd name="T119" fmla="*/ 0 h 1831"/>
                <a:gd name="T120" fmla="*/ 0 w 1671"/>
                <a:gd name="T121" fmla="*/ 0 h 1831"/>
                <a:gd name="T122" fmla="*/ 0 w 1671"/>
                <a:gd name="T123" fmla="*/ 0 h 1831"/>
                <a:gd name="T124" fmla="*/ 0 w 1671"/>
                <a:gd name="T125" fmla="*/ 0 h 18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71" h="1831">
                  <a:moveTo>
                    <a:pt x="1589" y="1787"/>
                  </a:moveTo>
                  <a:lnTo>
                    <a:pt x="1589" y="1787"/>
                  </a:lnTo>
                  <a:lnTo>
                    <a:pt x="1570" y="1785"/>
                  </a:lnTo>
                  <a:lnTo>
                    <a:pt x="1551" y="1783"/>
                  </a:lnTo>
                  <a:lnTo>
                    <a:pt x="1534" y="1780"/>
                  </a:lnTo>
                  <a:lnTo>
                    <a:pt x="1517" y="1777"/>
                  </a:lnTo>
                  <a:lnTo>
                    <a:pt x="1502" y="1774"/>
                  </a:lnTo>
                  <a:lnTo>
                    <a:pt x="1490" y="1770"/>
                  </a:lnTo>
                  <a:lnTo>
                    <a:pt x="1481" y="1765"/>
                  </a:lnTo>
                  <a:lnTo>
                    <a:pt x="1475" y="1760"/>
                  </a:lnTo>
                  <a:lnTo>
                    <a:pt x="1465" y="1750"/>
                  </a:lnTo>
                  <a:lnTo>
                    <a:pt x="1456" y="1748"/>
                  </a:lnTo>
                  <a:lnTo>
                    <a:pt x="1447" y="1750"/>
                  </a:lnTo>
                  <a:lnTo>
                    <a:pt x="1437" y="1757"/>
                  </a:lnTo>
                  <a:lnTo>
                    <a:pt x="1427" y="1765"/>
                  </a:lnTo>
                  <a:lnTo>
                    <a:pt x="1416" y="1773"/>
                  </a:lnTo>
                  <a:lnTo>
                    <a:pt x="1405" y="1781"/>
                  </a:lnTo>
                  <a:lnTo>
                    <a:pt x="1395" y="1788"/>
                  </a:lnTo>
                  <a:lnTo>
                    <a:pt x="1383" y="1791"/>
                  </a:lnTo>
                  <a:lnTo>
                    <a:pt x="1368" y="1792"/>
                  </a:lnTo>
                  <a:lnTo>
                    <a:pt x="1354" y="1790"/>
                  </a:lnTo>
                  <a:lnTo>
                    <a:pt x="1340" y="1786"/>
                  </a:lnTo>
                  <a:lnTo>
                    <a:pt x="1326" y="1782"/>
                  </a:lnTo>
                  <a:lnTo>
                    <a:pt x="1315" y="1778"/>
                  </a:lnTo>
                  <a:lnTo>
                    <a:pt x="1308" y="1775"/>
                  </a:lnTo>
                  <a:lnTo>
                    <a:pt x="1305" y="1774"/>
                  </a:lnTo>
                  <a:lnTo>
                    <a:pt x="1306" y="1772"/>
                  </a:lnTo>
                  <a:lnTo>
                    <a:pt x="1307" y="1768"/>
                  </a:lnTo>
                  <a:lnTo>
                    <a:pt x="1307" y="1761"/>
                  </a:lnTo>
                  <a:lnTo>
                    <a:pt x="1307" y="1752"/>
                  </a:lnTo>
                  <a:lnTo>
                    <a:pt x="1304" y="1743"/>
                  </a:lnTo>
                  <a:lnTo>
                    <a:pt x="1298" y="1732"/>
                  </a:lnTo>
                  <a:lnTo>
                    <a:pt x="1289" y="1722"/>
                  </a:lnTo>
                  <a:lnTo>
                    <a:pt x="1275" y="1713"/>
                  </a:lnTo>
                  <a:lnTo>
                    <a:pt x="1258" y="1707"/>
                  </a:lnTo>
                  <a:lnTo>
                    <a:pt x="1244" y="1707"/>
                  </a:lnTo>
                  <a:lnTo>
                    <a:pt x="1231" y="1711"/>
                  </a:lnTo>
                  <a:lnTo>
                    <a:pt x="1218" y="1717"/>
                  </a:lnTo>
                  <a:lnTo>
                    <a:pt x="1207" y="1724"/>
                  </a:lnTo>
                  <a:lnTo>
                    <a:pt x="1196" y="1729"/>
                  </a:lnTo>
                  <a:lnTo>
                    <a:pt x="1185" y="1731"/>
                  </a:lnTo>
                  <a:lnTo>
                    <a:pt x="1174" y="1729"/>
                  </a:lnTo>
                  <a:lnTo>
                    <a:pt x="1163" y="1727"/>
                  </a:lnTo>
                  <a:lnTo>
                    <a:pt x="1152" y="1729"/>
                  </a:lnTo>
                  <a:lnTo>
                    <a:pt x="1140" y="1736"/>
                  </a:lnTo>
                  <a:lnTo>
                    <a:pt x="1130" y="1745"/>
                  </a:lnTo>
                  <a:lnTo>
                    <a:pt x="1119" y="1758"/>
                  </a:lnTo>
                  <a:lnTo>
                    <a:pt x="1110" y="1770"/>
                  </a:lnTo>
                  <a:lnTo>
                    <a:pt x="1103" y="1783"/>
                  </a:lnTo>
                  <a:lnTo>
                    <a:pt x="1099" y="1794"/>
                  </a:lnTo>
                  <a:lnTo>
                    <a:pt x="1094" y="1802"/>
                  </a:lnTo>
                  <a:lnTo>
                    <a:pt x="1085" y="1808"/>
                  </a:lnTo>
                  <a:lnTo>
                    <a:pt x="1072" y="1811"/>
                  </a:lnTo>
                  <a:lnTo>
                    <a:pt x="1060" y="1811"/>
                  </a:lnTo>
                  <a:lnTo>
                    <a:pt x="1047" y="1812"/>
                  </a:lnTo>
                  <a:lnTo>
                    <a:pt x="1035" y="1812"/>
                  </a:lnTo>
                  <a:lnTo>
                    <a:pt x="1026" y="1815"/>
                  </a:lnTo>
                  <a:lnTo>
                    <a:pt x="1019" y="1819"/>
                  </a:lnTo>
                  <a:lnTo>
                    <a:pt x="1015" y="1824"/>
                  </a:lnTo>
                  <a:lnTo>
                    <a:pt x="1010" y="1828"/>
                  </a:lnTo>
                  <a:lnTo>
                    <a:pt x="1003" y="1830"/>
                  </a:lnTo>
                  <a:lnTo>
                    <a:pt x="995" y="1831"/>
                  </a:lnTo>
                  <a:lnTo>
                    <a:pt x="985" y="1830"/>
                  </a:lnTo>
                  <a:lnTo>
                    <a:pt x="972" y="1828"/>
                  </a:lnTo>
                  <a:lnTo>
                    <a:pt x="959" y="1824"/>
                  </a:lnTo>
                  <a:lnTo>
                    <a:pt x="944" y="1819"/>
                  </a:lnTo>
                  <a:lnTo>
                    <a:pt x="930" y="1814"/>
                  </a:lnTo>
                  <a:lnTo>
                    <a:pt x="915" y="1812"/>
                  </a:lnTo>
                  <a:lnTo>
                    <a:pt x="902" y="1813"/>
                  </a:lnTo>
                  <a:lnTo>
                    <a:pt x="890" y="1816"/>
                  </a:lnTo>
                  <a:lnTo>
                    <a:pt x="879" y="1819"/>
                  </a:lnTo>
                  <a:lnTo>
                    <a:pt x="866" y="1823"/>
                  </a:lnTo>
                  <a:lnTo>
                    <a:pt x="855" y="1827"/>
                  </a:lnTo>
                  <a:lnTo>
                    <a:pt x="844" y="1829"/>
                  </a:lnTo>
                  <a:lnTo>
                    <a:pt x="832" y="1831"/>
                  </a:lnTo>
                  <a:lnTo>
                    <a:pt x="820" y="1831"/>
                  </a:lnTo>
                  <a:lnTo>
                    <a:pt x="809" y="1831"/>
                  </a:lnTo>
                  <a:lnTo>
                    <a:pt x="798" y="1828"/>
                  </a:lnTo>
                  <a:lnTo>
                    <a:pt x="788" y="1824"/>
                  </a:lnTo>
                  <a:lnTo>
                    <a:pt x="777" y="1818"/>
                  </a:lnTo>
                  <a:lnTo>
                    <a:pt x="765" y="1810"/>
                  </a:lnTo>
                  <a:lnTo>
                    <a:pt x="754" y="1798"/>
                  </a:lnTo>
                  <a:lnTo>
                    <a:pt x="745" y="1788"/>
                  </a:lnTo>
                  <a:lnTo>
                    <a:pt x="737" y="1783"/>
                  </a:lnTo>
                  <a:lnTo>
                    <a:pt x="730" y="1780"/>
                  </a:lnTo>
                  <a:lnTo>
                    <a:pt x="723" y="1779"/>
                  </a:lnTo>
                  <a:lnTo>
                    <a:pt x="716" y="1780"/>
                  </a:lnTo>
                  <a:lnTo>
                    <a:pt x="709" y="1780"/>
                  </a:lnTo>
                  <a:lnTo>
                    <a:pt x="701" y="1779"/>
                  </a:lnTo>
                  <a:lnTo>
                    <a:pt x="691" y="1776"/>
                  </a:lnTo>
                  <a:lnTo>
                    <a:pt x="682" y="1771"/>
                  </a:lnTo>
                  <a:lnTo>
                    <a:pt x="675" y="1765"/>
                  </a:lnTo>
                  <a:lnTo>
                    <a:pt x="671" y="1758"/>
                  </a:lnTo>
                  <a:lnTo>
                    <a:pt x="670" y="1749"/>
                  </a:lnTo>
                  <a:lnTo>
                    <a:pt x="669" y="1740"/>
                  </a:lnTo>
                  <a:lnTo>
                    <a:pt x="668" y="1730"/>
                  </a:lnTo>
                  <a:lnTo>
                    <a:pt x="667" y="1719"/>
                  </a:lnTo>
                  <a:lnTo>
                    <a:pt x="664" y="1709"/>
                  </a:lnTo>
                  <a:lnTo>
                    <a:pt x="660" y="1702"/>
                  </a:lnTo>
                  <a:lnTo>
                    <a:pt x="655" y="1702"/>
                  </a:lnTo>
                  <a:lnTo>
                    <a:pt x="651" y="1707"/>
                  </a:lnTo>
                  <a:lnTo>
                    <a:pt x="646" y="1715"/>
                  </a:lnTo>
                  <a:lnTo>
                    <a:pt x="642" y="1725"/>
                  </a:lnTo>
                  <a:lnTo>
                    <a:pt x="639" y="1735"/>
                  </a:lnTo>
                  <a:lnTo>
                    <a:pt x="637" y="1744"/>
                  </a:lnTo>
                  <a:lnTo>
                    <a:pt x="636" y="1751"/>
                  </a:lnTo>
                  <a:lnTo>
                    <a:pt x="635" y="1757"/>
                  </a:lnTo>
                  <a:lnTo>
                    <a:pt x="631" y="1763"/>
                  </a:lnTo>
                  <a:lnTo>
                    <a:pt x="624" y="1769"/>
                  </a:lnTo>
                  <a:lnTo>
                    <a:pt x="617" y="1774"/>
                  </a:lnTo>
                  <a:lnTo>
                    <a:pt x="609" y="1778"/>
                  </a:lnTo>
                  <a:lnTo>
                    <a:pt x="601" y="1780"/>
                  </a:lnTo>
                  <a:lnTo>
                    <a:pt x="594" y="1779"/>
                  </a:lnTo>
                  <a:lnTo>
                    <a:pt x="589" y="1776"/>
                  </a:lnTo>
                  <a:lnTo>
                    <a:pt x="584" y="1772"/>
                  </a:lnTo>
                  <a:lnTo>
                    <a:pt x="575" y="1770"/>
                  </a:lnTo>
                  <a:lnTo>
                    <a:pt x="565" y="1771"/>
                  </a:lnTo>
                  <a:lnTo>
                    <a:pt x="555" y="1773"/>
                  </a:lnTo>
                  <a:lnTo>
                    <a:pt x="546" y="1778"/>
                  </a:lnTo>
                  <a:lnTo>
                    <a:pt x="538" y="1783"/>
                  </a:lnTo>
                  <a:lnTo>
                    <a:pt x="532" y="1790"/>
                  </a:lnTo>
                  <a:lnTo>
                    <a:pt x="530" y="1798"/>
                  </a:lnTo>
                  <a:lnTo>
                    <a:pt x="529" y="1806"/>
                  </a:lnTo>
                  <a:lnTo>
                    <a:pt x="524" y="1809"/>
                  </a:lnTo>
                  <a:lnTo>
                    <a:pt x="518" y="1810"/>
                  </a:lnTo>
                  <a:lnTo>
                    <a:pt x="510" y="1808"/>
                  </a:lnTo>
                  <a:lnTo>
                    <a:pt x="501" y="1804"/>
                  </a:lnTo>
                  <a:lnTo>
                    <a:pt x="491" y="1799"/>
                  </a:lnTo>
                  <a:lnTo>
                    <a:pt x="481" y="1792"/>
                  </a:lnTo>
                  <a:lnTo>
                    <a:pt x="470" y="1784"/>
                  </a:lnTo>
                  <a:lnTo>
                    <a:pt x="460" y="1778"/>
                  </a:lnTo>
                  <a:lnTo>
                    <a:pt x="447" y="1775"/>
                  </a:lnTo>
                  <a:lnTo>
                    <a:pt x="433" y="1775"/>
                  </a:lnTo>
                  <a:lnTo>
                    <a:pt x="416" y="1776"/>
                  </a:lnTo>
                  <a:lnTo>
                    <a:pt x="399" y="1778"/>
                  </a:lnTo>
                  <a:lnTo>
                    <a:pt x="382" y="1778"/>
                  </a:lnTo>
                  <a:lnTo>
                    <a:pt x="363" y="1778"/>
                  </a:lnTo>
                  <a:lnTo>
                    <a:pt x="346" y="1774"/>
                  </a:lnTo>
                  <a:lnTo>
                    <a:pt x="332" y="1770"/>
                  </a:lnTo>
                  <a:lnTo>
                    <a:pt x="325" y="1769"/>
                  </a:lnTo>
                  <a:lnTo>
                    <a:pt x="324" y="1768"/>
                  </a:lnTo>
                  <a:lnTo>
                    <a:pt x="328" y="1768"/>
                  </a:lnTo>
                  <a:lnTo>
                    <a:pt x="332" y="1767"/>
                  </a:lnTo>
                  <a:lnTo>
                    <a:pt x="338" y="1764"/>
                  </a:lnTo>
                  <a:lnTo>
                    <a:pt x="341" y="1757"/>
                  </a:lnTo>
                  <a:lnTo>
                    <a:pt x="342" y="1745"/>
                  </a:lnTo>
                  <a:lnTo>
                    <a:pt x="341" y="1732"/>
                  </a:lnTo>
                  <a:lnTo>
                    <a:pt x="340" y="1720"/>
                  </a:lnTo>
                  <a:lnTo>
                    <a:pt x="338" y="1709"/>
                  </a:lnTo>
                  <a:lnTo>
                    <a:pt x="335" y="1696"/>
                  </a:lnTo>
                  <a:lnTo>
                    <a:pt x="330" y="1685"/>
                  </a:lnTo>
                  <a:lnTo>
                    <a:pt x="323" y="1675"/>
                  </a:lnTo>
                  <a:lnTo>
                    <a:pt x="314" y="1665"/>
                  </a:lnTo>
                  <a:lnTo>
                    <a:pt x="303" y="1656"/>
                  </a:lnTo>
                  <a:lnTo>
                    <a:pt x="292" y="1647"/>
                  </a:lnTo>
                  <a:lnTo>
                    <a:pt x="283" y="1642"/>
                  </a:lnTo>
                  <a:lnTo>
                    <a:pt x="275" y="1638"/>
                  </a:lnTo>
                  <a:lnTo>
                    <a:pt x="269" y="1635"/>
                  </a:lnTo>
                  <a:lnTo>
                    <a:pt x="263" y="1633"/>
                  </a:lnTo>
                  <a:lnTo>
                    <a:pt x="257" y="1631"/>
                  </a:lnTo>
                  <a:lnTo>
                    <a:pt x="251" y="1628"/>
                  </a:lnTo>
                  <a:lnTo>
                    <a:pt x="244" y="1625"/>
                  </a:lnTo>
                  <a:lnTo>
                    <a:pt x="237" y="1623"/>
                  </a:lnTo>
                  <a:lnTo>
                    <a:pt x="229" y="1624"/>
                  </a:lnTo>
                  <a:lnTo>
                    <a:pt x="219" y="1627"/>
                  </a:lnTo>
                  <a:lnTo>
                    <a:pt x="210" y="1632"/>
                  </a:lnTo>
                  <a:lnTo>
                    <a:pt x="201" y="1638"/>
                  </a:lnTo>
                  <a:lnTo>
                    <a:pt x="192" y="1644"/>
                  </a:lnTo>
                  <a:lnTo>
                    <a:pt x="183" y="1647"/>
                  </a:lnTo>
                  <a:lnTo>
                    <a:pt x="174" y="1649"/>
                  </a:lnTo>
                  <a:lnTo>
                    <a:pt x="167" y="1649"/>
                  </a:lnTo>
                  <a:lnTo>
                    <a:pt x="158" y="1650"/>
                  </a:lnTo>
                  <a:lnTo>
                    <a:pt x="149" y="1651"/>
                  </a:lnTo>
                  <a:lnTo>
                    <a:pt x="140" y="1651"/>
                  </a:lnTo>
                  <a:lnTo>
                    <a:pt x="131" y="1650"/>
                  </a:lnTo>
                  <a:lnTo>
                    <a:pt x="122" y="1647"/>
                  </a:lnTo>
                  <a:lnTo>
                    <a:pt x="117" y="1642"/>
                  </a:lnTo>
                  <a:lnTo>
                    <a:pt x="113" y="1633"/>
                  </a:lnTo>
                  <a:lnTo>
                    <a:pt x="110" y="1624"/>
                  </a:lnTo>
                  <a:lnTo>
                    <a:pt x="106" y="1617"/>
                  </a:lnTo>
                  <a:lnTo>
                    <a:pt x="100" y="1611"/>
                  </a:lnTo>
                  <a:lnTo>
                    <a:pt x="95" y="1605"/>
                  </a:lnTo>
                  <a:lnTo>
                    <a:pt x="89" y="1597"/>
                  </a:lnTo>
                  <a:lnTo>
                    <a:pt x="83" y="1588"/>
                  </a:lnTo>
                  <a:lnTo>
                    <a:pt x="79" y="1575"/>
                  </a:lnTo>
                  <a:lnTo>
                    <a:pt x="74" y="1558"/>
                  </a:lnTo>
                  <a:lnTo>
                    <a:pt x="73" y="1550"/>
                  </a:lnTo>
                  <a:lnTo>
                    <a:pt x="71" y="1544"/>
                  </a:lnTo>
                  <a:lnTo>
                    <a:pt x="69" y="1538"/>
                  </a:lnTo>
                  <a:lnTo>
                    <a:pt x="67" y="1532"/>
                  </a:lnTo>
                  <a:lnTo>
                    <a:pt x="64" y="1527"/>
                  </a:lnTo>
                  <a:lnTo>
                    <a:pt x="61" y="1522"/>
                  </a:lnTo>
                  <a:lnTo>
                    <a:pt x="58" y="1517"/>
                  </a:lnTo>
                  <a:lnTo>
                    <a:pt x="55" y="1513"/>
                  </a:lnTo>
                  <a:lnTo>
                    <a:pt x="55" y="1512"/>
                  </a:lnTo>
                  <a:lnTo>
                    <a:pt x="55" y="1505"/>
                  </a:lnTo>
                  <a:lnTo>
                    <a:pt x="55" y="1494"/>
                  </a:lnTo>
                  <a:lnTo>
                    <a:pt x="57" y="1484"/>
                  </a:lnTo>
                  <a:lnTo>
                    <a:pt x="61" y="1472"/>
                  </a:lnTo>
                  <a:lnTo>
                    <a:pt x="66" y="1461"/>
                  </a:lnTo>
                  <a:lnTo>
                    <a:pt x="72" y="1450"/>
                  </a:lnTo>
                  <a:lnTo>
                    <a:pt x="83" y="1442"/>
                  </a:lnTo>
                  <a:lnTo>
                    <a:pt x="94" y="1436"/>
                  </a:lnTo>
                  <a:lnTo>
                    <a:pt x="103" y="1430"/>
                  </a:lnTo>
                  <a:lnTo>
                    <a:pt x="108" y="1420"/>
                  </a:lnTo>
                  <a:lnTo>
                    <a:pt x="109" y="1408"/>
                  </a:lnTo>
                  <a:lnTo>
                    <a:pt x="108" y="1394"/>
                  </a:lnTo>
                  <a:lnTo>
                    <a:pt x="105" y="1382"/>
                  </a:lnTo>
                  <a:lnTo>
                    <a:pt x="102" y="1371"/>
                  </a:lnTo>
                  <a:lnTo>
                    <a:pt x="99" y="1364"/>
                  </a:lnTo>
                  <a:lnTo>
                    <a:pt x="98" y="1361"/>
                  </a:lnTo>
                  <a:lnTo>
                    <a:pt x="69" y="1334"/>
                  </a:lnTo>
                  <a:lnTo>
                    <a:pt x="80" y="1325"/>
                  </a:lnTo>
                  <a:lnTo>
                    <a:pt x="87" y="1314"/>
                  </a:lnTo>
                  <a:lnTo>
                    <a:pt x="92" y="1301"/>
                  </a:lnTo>
                  <a:lnTo>
                    <a:pt x="95" y="1289"/>
                  </a:lnTo>
                  <a:lnTo>
                    <a:pt x="96" y="1277"/>
                  </a:lnTo>
                  <a:lnTo>
                    <a:pt x="96" y="1265"/>
                  </a:lnTo>
                  <a:lnTo>
                    <a:pt x="93" y="1254"/>
                  </a:lnTo>
                  <a:lnTo>
                    <a:pt x="90" y="1244"/>
                  </a:lnTo>
                  <a:lnTo>
                    <a:pt x="87" y="1233"/>
                  </a:lnTo>
                  <a:lnTo>
                    <a:pt x="88" y="1223"/>
                  </a:lnTo>
                  <a:lnTo>
                    <a:pt x="94" y="1214"/>
                  </a:lnTo>
                  <a:lnTo>
                    <a:pt x="102" y="1206"/>
                  </a:lnTo>
                  <a:lnTo>
                    <a:pt x="113" y="1198"/>
                  </a:lnTo>
                  <a:lnTo>
                    <a:pt x="126" y="1192"/>
                  </a:lnTo>
                  <a:lnTo>
                    <a:pt x="140" y="1186"/>
                  </a:lnTo>
                  <a:lnTo>
                    <a:pt x="153" y="1181"/>
                  </a:lnTo>
                  <a:lnTo>
                    <a:pt x="163" y="1175"/>
                  </a:lnTo>
                  <a:lnTo>
                    <a:pt x="171" y="1169"/>
                  </a:lnTo>
                  <a:lnTo>
                    <a:pt x="176" y="1162"/>
                  </a:lnTo>
                  <a:lnTo>
                    <a:pt x="180" y="1154"/>
                  </a:lnTo>
                  <a:lnTo>
                    <a:pt x="181" y="1145"/>
                  </a:lnTo>
                  <a:lnTo>
                    <a:pt x="182" y="1136"/>
                  </a:lnTo>
                  <a:lnTo>
                    <a:pt x="183" y="1126"/>
                  </a:lnTo>
                  <a:lnTo>
                    <a:pt x="184" y="1116"/>
                  </a:lnTo>
                  <a:lnTo>
                    <a:pt x="183" y="1107"/>
                  </a:lnTo>
                  <a:lnTo>
                    <a:pt x="179" y="1098"/>
                  </a:lnTo>
                  <a:lnTo>
                    <a:pt x="171" y="1092"/>
                  </a:lnTo>
                  <a:lnTo>
                    <a:pt x="162" y="1086"/>
                  </a:lnTo>
                  <a:lnTo>
                    <a:pt x="151" y="1081"/>
                  </a:lnTo>
                  <a:lnTo>
                    <a:pt x="139" y="1077"/>
                  </a:lnTo>
                  <a:lnTo>
                    <a:pt x="125" y="1073"/>
                  </a:lnTo>
                  <a:lnTo>
                    <a:pt x="112" y="1069"/>
                  </a:lnTo>
                  <a:lnTo>
                    <a:pt x="100" y="1065"/>
                  </a:lnTo>
                  <a:lnTo>
                    <a:pt x="90" y="1063"/>
                  </a:lnTo>
                  <a:lnTo>
                    <a:pt x="81" y="1061"/>
                  </a:lnTo>
                  <a:lnTo>
                    <a:pt x="73" y="1059"/>
                  </a:lnTo>
                  <a:lnTo>
                    <a:pt x="68" y="1058"/>
                  </a:lnTo>
                  <a:lnTo>
                    <a:pt x="66" y="1055"/>
                  </a:lnTo>
                  <a:lnTo>
                    <a:pt x="67" y="1052"/>
                  </a:lnTo>
                  <a:lnTo>
                    <a:pt x="71" y="1046"/>
                  </a:lnTo>
                  <a:lnTo>
                    <a:pt x="76" y="1038"/>
                  </a:lnTo>
                  <a:lnTo>
                    <a:pt x="80" y="1027"/>
                  </a:lnTo>
                  <a:lnTo>
                    <a:pt x="79" y="1015"/>
                  </a:lnTo>
                  <a:lnTo>
                    <a:pt x="76" y="1002"/>
                  </a:lnTo>
                  <a:lnTo>
                    <a:pt x="69" y="989"/>
                  </a:lnTo>
                  <a:lnTo>
                    <a:pt x="60" y="979"/>
                  </a:lnTo>
                  <a:lnTo>
                    <a:pt x="46" y="972"/>
                  </a:lnTo>
                  <a:lnTo>
                    <a:pt x="29" y="969"/>
                  </a:lnTo>
                  <a:lnTo>
                    <a:pt x="13" y="966"/>
                  </a:lnTo>
                  <a:lnTo>
                    <a:pt x="6" y="958"/>
                  </a:lnTo>
                  <a:lnTo>
                    <a:pt x="6" y="946"/>
                  </a:lnTo>
                  <a:lnTo>
                    <a:pt x="11" y="934"/>
                  </a:lnTo>
                  <a:lnTo>
                    <a:pt x="20" y="921"/>
                  </a:lnTo>
                  <a:lnTo>
                    <a:pt x="32" y="910"/>
                  </a:lnTo>
                  <a:lnTo>
                    <a:pt x="44" y="902"/>
                  </a:lnTo>
                  <a:lnTo>
                    <a:pt x="55" y="897"/>
                  </a:lnTo>
                  <a:lnTo>
                    <a:pt x="63" y="893"/>
                  </a:lnTo>
                  <a:lnTo>
                    <a:pt x="67" y="885"/>
                  </a:lnTo>
                  <a:lnTo>
                    <a:pt x="67" y="873"/>
                  </a:lnTo>
                  <a:lnTo>
                    <a:pt x="64" y="860"/>
                  </a:lnTo>
                  <a:lnTo>
                    <a:pt x="59" y="846"/>
                  </a:lnTo>
                  <a:lnTo>
                    <a:pt x="51" y="835"/>
                  </a:lnTo>
                  <a:lnTo>
                    <a:pt x="43" y="827"/>
                  </a:lnTo>
                  <a:lnTo>
                    <a:pt x="33" y="824"/>
                  </a:lnTo>
                  <a:lnTo>
                    <a:pt x="22" y="822"/>
                  </a:lnTo>
                  <a:lnTo>
                    <a:pt x="14" y="816"/>
                  </a:lnTo>
                  <a:lnTo>
                    <a:pt x="8" y="808"/>
                  </a:lnTo>
                  <a:lnTo>
                    <a:pt x="5" y="798"/>
                  </a:lnTo>
                  <a:lnTo>
                    <a:pt x="4" y="788"/>
                  </a:lnTo>
                  <a:lnTo>
                    <a:pt x="5" y="780"/>
                  </a:lnTo>
                  <a:lnTo>
                    <a:pt x="10" y="774"/>
                  </a:lnTo>
                  <a:lnTo>
                    <a:pt x="18" y="771"/>
                  </a:lnTo>
                  <a:lnTo>
                    <a:pt x="25" y="768"/>
                  </a:lnTo>
                  <a:lnTo>
                    <a:pt x="27" y="761"/>
                  </a:lnTo>
                  <a:lnTo>
                    <a:pt x="25" y="752"/>
                  </a:lnTo>
                  <a:lnTo>
                    <a:pt x="22" y="741"/>
                  </a:lnTo>
                  <a:lnTo>
                    <a:pt x="16" y="729"/>
                  </a:lnTo>
                  <a:lnTo>
                    <a:pt x="10" y="716"/>
                  </a:lnTo>
                  <a:lnTo>
                    <a:pt x="5" y="704"/>
                  </a:lnTo>
                  <a:lnTo>
                    <a:pt x="0" y="691"/>
                  </a:lnTo>
                  <a:lnTo>
                    <a:pt x="0" y="679"/>
                  </a:lnTo>
                  <a:lnTo>
                    <a:pt x="5" y="666"/>
                  </a:lnTo>
                  <a:lnTo>
                    <a:pt x="14" y="652"/>
                  </a:lnTo>
                  <a:lnTo>
                    <a:pt x="25" y="637"/>
                  </a:lnTo>
                  <a:lnTo>
                    <a:pt x="38" y="624"/>
                  </a:lnTo>
                  <a:lnTo>
                    <a:pt x="50" y="612"/>
                  </a:lnTo>
                  <a:lnTo>
                    <a:pt x="59" y="602"/>
                  </a:lnTo>
                  <a:lnTo>
                    <a:pt x="65" y="593"/>
                  </a:lnTo>
                  <a:lnTo>
                    <a:pt x="71" y="586"/>
                  </a:lnTo>
                  <a:lnTo>
                    <a:pt x="80" y="580"/>
                  </a:lnTo>
                  <a:lnTo>
                    <a:pt x="90" y="575"/>
                  </a:lnTo>
                  <a:lnTo>
                    <a:pt x="101" y="570"/>
                  </a:lnTo>
                  <a:lnTo>
                    <a:pt x="112" y="567"/>
                  </a:lnTo>
                  <a:lnTo>
                    <a:pt x="124" y="565"/>
                  </a:lnTo>
                  <a:lnTo>
                    <a:pt x="137" y="563"/>
                  </a:lnTo>
                  <a:lnTo>
                    <a:pt x="147" y="563"/>
                  </a:lnTo>
                  <a:lnTo>
                    <a:pt x="155" y="561"/>
                  </a:lnTo>
                  <a:lnTo>
                    <a:pt x="161" y="557"/>
                  </a:lnTo>
                  <a:lnTo>
                    <a:pt x="166" y="550"/>
                  </a:lnTo>
                  <a:lnTo>
                    <a:pt x="169" y="540"/>
                  </a:lnTo>
                  <a:lnTo>
                    <a:pt x="170" y="532"/>
                  </a:lnTo>
                  <a:lnTo>
                    <a:pt x="169" y="523"/>
                  </a:lnTo>
                  <a:lnTo>
                    <a:pt x="167" y="516"/>
                  </a:lnTo>
                  <a:lnTo>
                    <a:pt x="163" y="510"/>
                  </a:lnTo>
                  <a:lnTo>
                    <a:pt x="161" y="503"/>
                  </a:lnTo>
                  <a:lnTo>
                    <a:pt x="161" y="493"/>
                  </a:lnTo>
                  <a:lnTo>
                    <a:pt x="163" y="482"/>
                  </a:lnTo>
                  <a:lnTo>
                    <a:pt x="167" y="472"/>
                  </a:lnTo>
                  <a:lnTo>
                    <a:pt x="171" y="463"/>
                  </a:lnTo>
                  <a:lnTo>
                    <a:pt x="177" y="457"/>
                  </a:lnTo>
                  <a:lnTo>
                    <a:pt x="183" y="455"/>
                  </a:lnTo>
                  <a:lnTo>
                    <a:pt x="188" y="459"/>
                  </a:lnTo>
                  <a:lnTo>
                    <a:pt x="195" y="464"/>
                  </a:lnTo>
                  <a:lnTo>
                    <a:pt x="203" y="467"/>
                  </a:lnTo>
                  <a:lnTo>
                    <a:pt x="213" y="468"/>
                  </a:lnTo>
                  <a:lnTo>
                    <a:pt x="224" y="466"/>
                  </a:lnTo>
                  <a:lnTo>
                    <a:pt x="236" y="463"/>
                  </a:lnTo>
                  <a:lnTo>
                    <a:pt x="246" y="457"/>
                  </a:lnTo>
                  <a:lnTo>
                    <a:pt x="254" y="449"/>
                  </a:lnTo>
                  <a:lnTo>
                    <a:pt x="261" y="438"/>
                  </a:lnTo>
                  <a:lnTo>
                    <a:pt x="268" y="430"/>
                  </a:lnTo>
                  <a:lnTo>
                    <a:pt x="276" y="426"/>
                  </a:lnTo>
                  <a:lnTo>
                    <a:pt x="287" y="427"/>
                  </a:lnTo>
                  <a:lnTo>
                    <a:pt x="297" y="430"/>
                  </a:lnTo>
                  <a:lnTo>
                    <a:pt x="307" y="434"/>
                  </a:lnTo>
                  <a:lnTo>
                    <a:pt x="315" y="439"/>
                  </a:lnTo>
                  <a:lnTo>
                    <a:pt x="320" y="443"/>
                  </a:lnTo>
                  <a:lnTo>
                    <a:pt x="322" y="444"/>
                  </a:lnTo>
                  <a:lnTo>
                    <a:pt x="325" y="445"/>
                  </a:lnTo>
                  <a:lnTo>
                    <a:pt x="336" y="449"/>
                  </a:lnTo>
                  <a:lnTo>
                    <a:pt x="349" y="453"/>
                  </a:lnTo>
                  <a:lnTo>
                    <a:pt x="366" y="457"/>
                  </a:lnTo>
                  <a:lnTo>
                    <a:pt x="384" y="462"/>
                  </a:lnTo>
                  <a:lnTo>
                    <a:pt x="401" y="467"/>
                  </a:lnTo>
                  <a:lnTo>
                    <a:pt x="415" y="471"/>
                  </a:lnTo>
                  <a:lnTo>
                    <a:pt x="426" y="473"/>
                  </a:lnTo>
                  <a:lnTo>
                    <a:pt x="436" y="474"/>
                  </a:lnTo>
                  <a:lnTo>
                    <a:pt x="445" y="477"/>
                  </a:lnTo>
                  <a:lnTo>
                    <a:pt x="455" y="480"/>
                  </a:lnTo>
                  <a:lnTo>
                    <a:pt x="465" y="482"/>
                  </a:lnTo>
                  <a:lnTo>
                    <a:pt x="474" y="484"/>
                  </a:lnTo>
                  <a:lnTo>
                    <a:pt x="484" y="483"/>
                  </a:lnTo>
                  <a:lnTo>
                    <a:pt x="493" y="481"/>
                  </a:lnTo>
                  <a:lnTo>
                    <a:pt x="500" y="475"/>
                  </a:lnTo>
                  <a:lnTo>
                    <a:pt x="506" y="467"/>
                  </a:lnTo>
                  <a:lnTo>
                    <a:pt x="513" y="460"/>
                  </a:lnTo>
                  <a:lnTo>
                    <a:pt x="520" y="452"/>
                  </a:lnTo>
                  <a:lnTo>
                    <a:pt x="528" y="444"/>
                  </a:lnTo>
                  <a:lnTo>
                    <a:pt x="535" y="438"/>
                  </a:lnTo>
                  <a:lnTo>
                    <a:pt x="543" y="432"/>
                  </a:lnTo>
                  <a:lnTo>
                    <a:pt x="551" y="428"/>
                  </a:lnTo>
                  <a:lnTo>
                    <a:pt x="559" y="424"/>
                  </a:lnTo>
                  <a:lnTo>
                    <a:pt x="567" y="419"/>
                  </a:lnTo>
                  <a:lnTo>
                    <a:pt x="573" y="411"/>
                  </a:lnTo>
                  <a:lnTo>
                    <a:pt x="580" y="400"/>
                  </a:lnTo>
                  <a:lnTo>
                    <a:pt x="584" y="387"/>
                  </a:lnTo>
                  <a:lnTo>
                    <a:pt x="587" y="375"/>
                  </a:lnTo>
                  <a:lnTo>
                    <a:pt x="588" y="364"/>
                  </a:lnTo>
                  <a:lnTo>
                    <a:pt x="588" y="354"/>
                  </a:lnTo>
                  <a:lnTo>
                    <a:pt x="586" y="346"/>
                  </a:lnTo>
                  <a:lnTo>
                    <a:pt x="584" y="339"/>
                  </a:lnTo>
                  <a:lnTo>
                    <a:pt x="583" y="330"/>
                  </a:lnTo>
                  <a:lnTo>
                    <a:pt x="584" y="319"/>
                  </a:lnTo>
                  <a:lnTo>
                    <a:pt x="585" y="308"/>
                  </a:lnTo>
                  <a:lnTo>
                    <a:pt x="586" y="295"/>
                  </a:lnTo>
                  <a:lnTo>
                    <a:pt x="587" y="284"/>
                  </a:lnTo>
                  <a:lnTo>
                    <a:pt x="586" y="274"/>
                  </a:lnTo>
                  <a:lnTo>
                    <a:pt x="584" y="267"/>
                  </a:lnTo>
                  <a:lnTo>
                    <a:pt x="584" y="261"/>
                  </a:lnTo>
                  <a:lnTo>
                    <a:pt x="589" y="255"/>
                  </a:lnTo>
                  <a:lnTo>
                    <a:pt x="598" y="249"/>
                  </a:lnTo>
                  <a:lnTo>
                    <a:pt x="609" y="242"/>
                  </a:lnTo>
                  <a:lnTo>
                    <a:pt x="622" y="237"/>
                  </a:lnTo>
                  <a:lnTo>
                    <a:pt x="636" y="233"/>
                  </a:lnTo>
                  <a:lnTo>
                    <a:pt x="649" y="231"/>
                  </a:lnTo>
                  <a:lnTo>
                    <a:pt x="659" y="230"/>
                  </a:lnTo>
                  <a:lnTo>
                    <a:pt x="665" y="229"/>
                  </a:lnTo>
                  <a:lnTo>
                    <a:pt x="671" y="225"/>
                  </a:lnTo>
                  <a:lnTo>
                    <a:pt x="678" y="218"/>
                  </a:lnTo>
                  <a:lnTo>
                    <a:pt x="685" y="211"/>
                  </a:lnTo>
                  <a:lnTo>
                    <a:pt x="692" y="202"/>
                  </a:lnTo>
                  <a:lnTo>
                    <a:pt x="698" y="191"/>
                  </a:lnTo>
                  <a:lnTo>
                    <a:pt x="705" y="180"/>
                  </a:lnTo>
                  <a:lnTo>
                    <a:pt x="711" y="170"/>
                  </a:lnTo>
                  <a:lnTo>
                    <a:pt x="718" y="174"/>
                  </a:lnTo>
                  <a:lnTo>
                    <a:pt x="724" y="177"/>
                  </a:lnTo>
                  <a:lnTo>
                    <a:pt x="731" y="180"/>
                  </a:lnTo>
                  <a:lnTo>
                    <a:pt x="737" y="181"/>
                  </a:lnTo>
                  <a:lnTo>
                    <a:pt x="742" y="181"/>
                  </a:lnTo>
                  <a:lnTo>
                    <a:pt x="747" y="181"/>
                  </a:lnTo>
                  <a:lnTo>
                    <a:pt x="751" y="178"/>
                  </a:lnTo>
                  <a:lnTo>
                    <a:pt x="755" y="175"/>
                  </a:lnTo>
                  <a:lnTo>
                    <a:pt x="761" y="167"/>
                  </a:lnTo>
                  <a:lnTo>
                    <a:pt x="764" y="158"/>
                  </a:lnTo>
                  <a:lnTo>
                    <a:pt x="768" y="152"/>
                  </a:lnTo>
                  <a:lnTo>
                    <a:pt x="772" y="145"/>
                  </a:lnTo>
                  <a:lnTo>
                    <a:pt x="779" y="143"/>
                  </a:lnTo>
                  <a:lnTo>
                    <a:pt x="787" y="145"/>
                  </a:lnTo>
                  <a:lnTo>
                    <a:pt x="800" y="152"/>
                  </a:lnTo>
                  <a:lnTo>
                    <a:pt x="818" y="163"/>
                  </a:lnTo>
                  <a:lnTo>
                    <a:pt x="838" y="173"/>
                  </a:lnTo>
                  <a:lnTo>
                    <a:pt x="850" y="175"/>
                  </a:lnTo>
                  <a:lnTo>
                    <a:pt x="858" y="172"/>
                  </a:lnTo>
                  <a:lnTo>
                    <a:pt x="863" y="165"/>
                  </a:lnTo>
                  <a:lnTo>
                    <a:pt x="864" y="157"/>
                  </a:lnTo>
                  <a:lnTo>
                    <a:pt x="864" y="148"/>
                  </a:lnTo>
                  <a:lnTo>
                    <a:pt x="863" y="141"/>
                  </a:lnTo>
                  <a:lnTo>
                    <a:pt x="863" y="138"/>
                  </a:lnTo>
                  <a:lnTo>
                    <a:pt x="864" y="136"/>
                  </a:lnTo>
                  <a:lnTo>
                    <a:pt x="866" y="132"/>
                  </a:lnTo>
                  <a:lnTo>
                    <a:pt x="870" y="127"/>
                  </a:lnTo>
                  <a:lnTo>
                    <a:pt x="878" y="122"/>
                  </a:lnTo>
                  <a:lnTo>
                    <a:pt x="886" y="119"/>
                  </a:lnTo>
                  <a:lnTo>
                    <a:pt x="896" y="119"/>
                  </a:lnTo>
                  <a:lnTo>
                    <a:pt x="909" y="122"/>
                  </a:lnTo>
                  <a:lnTo>
                    <a:pt x="924" y="132"/>
                  </a:lnTo>
                  <a:lnTo>
                    <a:pt x="941" y="143"/>
                  </a:lnTo>
                  <a:lnTo>
                    <a:pt x="957" y="152"/>
                  </a:lnTo>
                  <a:lnTo>
                    <a:pt x="972" y="159"/>
                  </a:lnTo>
                  <a:lnTo>
                    <a:pt x="988" y="163"/>
                  </a:lnTo>
                  <a:lnTo>
                    <a:pt x="1003" y="165"/>
                  </a:lnTo>
                  <a:lnTo>
                    <a:pt x="1017" y="165"/>
                  </a:lnTo>
                  <a:lnTo>
                    <a:pt x="1034" y="164"/>
                  </a:lnTo>
                  <a:lnTo>
                    <a:pt x="1049" y="161"/>
                  </a:lnTo>
                  <a:lnTo>
                    <a:pt x="1062" y="156"/>
                  </a:lnTo>
                  <a:lnTo>
                    <a:pt x="1071" y="149"/>
                  </a:lnTo>
                  <a:lnTo>
                    <a:pt x="1079" y="142"/>
                  </a:lnTo>
                  <a:lnTo>
                    <a:pt x="1086" y="135"/>
                  </a:lnTo>
                  <a:lnTo>
                    <a:pt x="1092" y="130"/>
                  </a:lnTo>
                  <a:lnTo>
                    <a:pt x="1100" y="126"/>
                  </a:lnTo>
                  <a:lnTo>
                    <a:pt x="1111" y="125"/>
                  </a:lnTo>
                  <a:lnTo>
                    <a:pt x="1127" y="126"/>
                  </a:lnTo>
                  <a:lnTo>
                    <a:pt x="1144" y="127"/>
                  </a:lnTo>
                  <a:lnTo>
                    <a:pt x="1159" y="127"/>
                  </a:lnTo>
                  <a:lnTo>
                    <a:pt x="1172" y="125"/>
                  </a:lnTo>
                  <a:lnTo>
                    <a:pt x="1185" y="123"/>
                  </a:lnTo>
                  <a:lnTo>
                    <a:pt x="1196" y="122"/>
                  </a:lnTo>
                  <a:lnTo>
                    <a:pt x="1205" y="125"/>
                  </a:lnTo>
                  <a:lnTo>
                    <a:pt x="1212" y="131"/>
                  </a:lnTo>
                  <a:lnTo>
                    <a:pt x="1218" y="142"/>
                  </a:lnTo>
                  <a:lnTo>
                    <a:pt x="1226" y="156"/>
                  </a:lnTo>
                  <a:lnTo>
                    <a:pt x="1234" y="167"/>
                  </a:lnTo>
                  <a:lnTo>
                    <a:pt x="1244" y="174"/>
                  </a:lnTo>
                  <a:lnTo>
                    <a:pt x="1255" y="178"/>
                  </a:lnTo>
                  <a:lnTo>
                    <a:pt x="1266" y="180"/>
                  </a:lnTo>
                  <a:lnTo>
                    <a:pt x="1278" y="177"/>
                  </a:lnTo>
                  <a:lnTo>
                    <a:pt x="1287" y="172"/>
                  </a:lnTo>
                  <a:lnTo>
                    <a:pt x="1294" y="163"/>
                  </a:lnTo>
                  <a:lnTo>
                    <a:pt x="1297" y="158"/>
                  </a:lnTo>
                  <a:lnTo>
                    <a:pt x="1301" y="152"/>
                  </a:lnTo>
                  <a:lnTo>
                    <a:pt x="1306" y="143"/>
                  </a:lnTo>
                  <a:lnTo>
                    <a:pt x="1311" y="134"/>
                  </a:lnTo>
                  <a:lnTo>
                    <a:pt x="1317" y="125"/>
                  </a:lnTo>
                  <a:lnTo>
                    <a:pt x="1323" y="114"/>
                  </a:lnTo>
                  <a:lnTo>
                    <a:pt x="1331" y="103"/>
                  </a:lnTo>
                  <a:lnTo>
                    <a:pt x="1339" y="91"/>
                  </a:lnTo>
                  <a:lnTo>
                    <a:pt x="1347" y="79"/>
                  </a:lnTo>
                  <a:lnTo>
                    <a:pt x="1356" y="67"/>
                  </a:lnTo>
                  <a:lnTo>
                    <a:pt x="1365" y="55"/>
                  </a:lnTo>
                  <a:lnTo>
                    <a:pt x="1376" y="42"/>
                  </a:lnTo>
                  <a:lnTo>
                    <a:pt x="1386" y="31"/>
                  </a:lnTo>
                  <a:lnTo>
                    <a:pt x="1396" y="20"/>
                  </a:lnTo>
                  <a:lnTo>
                    <a:pt x="1407" y="10"/>
                  </a:lnTo>
                  <a:lnTo>
                    <a:pt x="1418" y="0"/>
                  </a:lnTo>
                  <a:lnTo>
                    <a:pt x="1422" y="25"/>
                  </a:lnTo>
                  <a:lnTo>
                    <a:pt x="1427" y="50"/>
                  </a:lnTo>
                  <a:lnTo>
                    <a:pt x="1430" y="74"/>
                  </a:lnTo>
                  <a:lnTo>
                    <a:pt x="1433" y="96"/>
                  </a:lnTo>
                  <a:lnTo>
                    <a:pt x="1436" y="116"/>
                  </a:lnTo>
                  <a:lnTo>
                    <a:pt x="1441" y="132"/>
                  </a:lnTo>
                  <a:lnTo>
                    <a:pt x="1446" y="144"/>
                  </a:lnTo>
                  <a:lnTo>
                    <a:pt x="1454" y="153"/>
                  </a:lnTo>
                  <a:lnTo>
                    <a:pt x="1464" y="164"/>
                  </a:lnTo>
                  <a:lnTo>
                    <a:pt x="1467" y="180"/>
                  </a:lnTo>
                  <a:lnTo>
                    <a:pt x="1467" y="200"/>
                  </a:lnTo>
                  <a:lnTo>
                    <a:pt x="1465" y="222"/>
                  </a:lnTo>
                  <a:lnTo>
                    <a:pt x="1463" y="244"/>
                  </a:lnTo>
                  <a:lnTo>
                    <a:pt x="1463" y="267"/>
                  </a:lnTo>
                  <a:lnTo>
                    <a:pt x="1466" y="286"/>
                  </a:lnTo>
                  <a:lnTo>
                    <a:pt x="1477" y="304"/>
                  </a:lnTo>
                  <a:lnTo>
                    <a:pt x="1488" y="320"/>
                  </a:lnTo>
                  <a:lnTo>
                    <a:pt x="1494" y="339"/>
                  </a:lnTo>
                  <a:lnTo>
                    <a:pt x="1497" y="360"/>
                  </a:lnTo>
                  <a:lnTo>
                    <a:pt x="1498" y="381"/>
                  </a:lnTo>
                  <a:lnTo>
                    <a:pt x="1499" y="402"/>
                  </a:lnTo>
                  <a:lnTo>
                    <a:pt x="1500" y="420"/>
                  </a:lnTo>
                  <a:lnTo>
                    <a:pt x="1504" y="435"/>
                  </a:lnTo>
                  <a:lnTo>
                    <a:pt x="1510" y="448"/>
                  </a:lnTo>
                  <a:lnTo>
                    <a:pt x="1516" y="460"/>
                  </a:lnTo>
                  <a:lnTo>
                    <a:pt x="1518" y="478"/>
                  </a:lnTo>
                  <a:lnTo>
                    <a:pt x="1518" y="499"/>
                  </a:lnTo>
                  <a:lnTo>
                    <a:pt x="1516" y="521"/>
                  </a:lnTo>
                  <a:lnTo>
                    <a:pt x="1515" y="541"/>
                  </a:lnTo>
                  <a:lnTo>
                    <a:pt x="1515" y="560"/>
                  </a:lnTo>
                  <a:lnTo>
                    <a:pt x="1518" y="573"/>
                  </a:lnTo>
                  <a:lnTo>
                    <a:pt x="1527" y="579"/>
                  </a:lnTo>
                  <a:lnTo>
                    <a:pt x="1533" y="583"/>
                  </a:lnTo>
                  <a:lnTo>
                    <a:pt x="1532" y="590"/>
                  </a:lnTo>
                  <a:lnTo>
                    <a:pt x="1526" y="601"/>
                  </a:lnTo>
                  <a:lnTo>
                    <a:pt x="1516" y="614"/>
                  </a:lnTo>
                  <a:lnTo>
                    <a:pt x="1507" y="630"/>
                  </a:lnTo>
                  <a:lnTo>
                    <a:pt x="1500" y="648"/>
                  </a:lnTo>
                  <a:lnTo>
                    <a:pt x="1497" y="670"/>
                  </a:lnTo>
                  <a:lnTo>
                    <a:pt x="1501" y="694"/>
                  </a:lnTo>
                  <a:lnTo>
                    <a:pt x="1504" y="708"/>
                  </a:lnTo>
                  <a:lnTo>
                    <a:pt x="1507" y="722"/>
                  </a:lnTo>
                  <a:lnTo>
                    <a:pt x="1510" y="737"/>
                  </a:lnTo>
                  <a:lnTo>
                    <a:pt x="1512" y="754"/>
                  </a:lnTo>
                  <a:lnTo>
                    <a:pt x="1513" y="771"/>
                  </a:lnTo>
                  <a:lnTo>
                    <a:pt x="1514" y="788"/>
                  </a:lnTo>
                  <a:lnTo>
                    <a:pt x="1515" y="807"/>
                  </a:lnTo>
                  <a:lnTo>
                    <a:pt x="1515" y="824"/>
                  </a:lnTo>
                  <a:lnTo>
                    <a:pt x="1515" y="841"/>
                  </a:lnTo>
                  <a:lnTo>
                    <a:pt x="1514" y="859"/>
                  </a:lnTo>
                  <a:lnTo>
                    <a:pt x="1514" y="876"/>
                  </a:lnTo>
                  <a:lnTo>
                    <a:pt x="1512" y="892"/>
                  </a:lnTo>
                  <a:lnTo>
                    <a:pt x="1511" y="908"/>
                  </a:lnTo>
                  <a:lnTo>
                    <a:pt x="1509" y="922"/>
                  </a:lnTo>
                  <a:lnTo>
                    <a:pt x="1506" y="935"/>
                  </a:lnTo>
                  <a:lnTo>
                    <a:pt x="1504" y="947"/>
                  </a:lnTo>
                  <a:lnTo>
                    <a:pt x="1501" y="960"/>
                  </a:lnTo>
                  <a:lnTo>
                    <a:pt x="1499" y="973"/>
                  </a:lnTo>
                  <a:lnTo>
                    <a:pt x="1497" y="987"/>
                  </a:lnTo>
                  <a:lnTo>
                    <a:pt x="1495" y="1003"/>
                  </a:lnTo>
                  <a:lnTo>
                    <a:pt x="1493" y="1018"/>
                  </a:lnTo>
                  <a:lnTo>
                    <a:pt x="1491" y="1034"/>
                  </a:lnTo>
                  <a:lnTo>
                    <a:pt x="1490" y="1049"/>
                  </a:lnTo>
                  <a:lnTo>
                    <a:pt x="1488" y="1066"/>
                  </a:lnTo>
                  <a:lnTo>
                    <a:pt x="1487" y="1080"/>
                  </a:lnTo>
                  <a:lnTo>
                    <a:pt x="1487" y="1094"/>
                  </a:lnTo>
                  <a:lnTo>
                    <a:pt x="1486" y="1108"/>
                  </a:lnTo>
                  <a:lnTo>
                    <a:pt x="1486" y="1120"/>
                  </a:lnTo>
                  <a:lnTo>
                    <a:pt x="1487" y="1130"/>
                  </a:lnTo>
                  <a:lnTo>
                    <a:pt x="1487" y="1138"/>
                  </a:lnTo>
                  <a:lnTo>
                    <a:pt x="1489" y="1144"/>
                  </a:lnTo>
                  <a:lnTo>
                    <a:pt x="1490" y="1147"/>
                  </a:lnTo>
                  <a:lnTo>
                    <a:pt x="1494" y="1154"/>
                  </a:lnTo>
                  <a:lnTo>
                    <a:pt x="1497" y="1162"/>
                  </a:lnTo>
                  <a:lnTo>
                    <a:pt x="1501" y="1173"/>
                  </a:lnTo>
                  <a:lnTo>
                    <a:pt x="1505" y="1186"/>
                  </a:lnTo>
                  <a:lnTo>
                    <a:pt x="1507" y="1200"/>
                  </a:lnTo>
                  <a:lnTo>
                    <a:pt x="1509" y="1215"/>
                  </a:lnTo>
                  <a:lnTo>
                    <a:pt x="1510" y="1229"/>
                  </a:lnTo>
                  <a:lnTo>
                    <a:pt x="1510" y="1243"/>
                  </a:lnTo>
                  <a:lnTo>
                    <a:pt x="1508" y="1260"/>
                  </a:lnTo>
                  <a:lnTo>
                    <a:pt x="1506" y="1280"/>
                  </a:lnTo>
                  <a:lnTo>
                    <a:pt x="1504" y="1304"/>
                  </a:lnTo>
                  <a:lnTo>
                    <a:pt x="1501" y="1327"/>
                  </a:lnTo>
                  <a:lnTo>
                    <a:pt x="1500" y="1347"/>
                  </a:lnTo>
                  <a:lnTo>
                    <a:pt x="1500" y="1364"/>
                  </a:lnTo>
                  <a:lnTo>
                    <a:pt x="1502" y="1374"/>
                  </a:lnTo>
                  <a:lnTo>
                    <a:pt x="1507" y="1375"/>
                  </a:lnTo>
                  <a:lnTo>
                    <a:pt x="1514" y="1371"/>
                  </a:lnTo>
                  <a:lnTo>
                    <a:pt x="1522" y="1369"/>
                  </a:lnTo>
                  <a:lnTo>
                    <a:pt x="1532" y="1366"/>
                  </a:lnTo>
                  <a:lnTo>
                    <a:pt x="1542" y="1364"/>
                  </a:lnTo>
                  <a:lnTo>
                    <a:pt x="1553" y="1362"/>
                  </a:lnTo>
                  <a:lnTo>
                    <a:pt x="1564" y="1359"/>
                  </a:lnTo>
                  <a:lnTo>
                    <a:pt x="1576" y="1355"/>
                  </a:lnTo>
                  <a:lnTo>
                    <a:pt x="1586" y="1349"/>
                  </a:lnTo>
                  <a:lnTo>
                    <a:pt x="1595" y="1343"/>
                  </a:lnTo>
                  <a:lnTo>
                    <a:pt x="1603" y="1336"/>
                  </a:lnTo>
                  <a:lnTo>
                    <a:pt x="1610" y="1329"/>
                  </a:lnTo>
                  <a:lnTo>
                    <a:pt x="1617" y="1322"/>
                  </a:lnTo>
                  <a:lnTo>
                    <a:pt x="1624" y="1315"/>
                  </a:lnTo>
                  <a:lnTo>
                    <a:pt x="1632" y="1308"/>
                  </a:lnTo>
                  <a:lnTo>
                    <a:pt x="1641" y="1300"/>
                  </a:lnTo>
                  <a:lnTo>
                    <a:pt x="1652" y="1294"/>
                  </a:lnTo>
                  <a:lnTo>
                    <a:pt x="1660" y="1294"/>
                  </a:lnTo>
                  <a:lnTo>
                    <a:pt x="1666" y="1296"/>
                  </a:lnTo>
                  <a:lnTo>
                    <a:pt x="1669" y="1301"/>
                  </a:lnTo>
                  <a:lnTo>
                    <a:pt x="1671" y="1309"/>
                  </a:lnTo>
                  <a:lnTo>
                    <a:pt x="1671" y="1318"/>
                  </a:lnTo>
                  <a:lnTo>
                    <a:pt x="1670" y="1329"/>
                  </a:lnTo>
                  <a:lnTo>
                    <a:pt x="1668" y="1341"/>
                  </a:lnTo>
                  <a:lnTo>
                    <a:pt x="1665" y="1354"/>
                  </a:lnTo>
                  <a:lnTo>
                    <a:pt x="1662" y="1368"/>
                  </a:lnTo>
                  <a:lnTo>
                    <a:pt x="1658" y="1382"/>
                  </a:lnTo>
                  <a:lnTo>
                    <a:pt x="1654" y="1395"/>
                  </a:lnTo>
                  <a:lnTo>
                    <a:pt x="1651" y="1410"/>
                  </a:lnTo>
                  <a:lnTo>
                    <a:pt x="1648" y="1423"/>
                  </a:lnTo>
                  <a:lnTo>
                    <a:pt x="1645" y="1435"/>
                  </a:lnTo>
                  <a:lnTo>
                    <a:pt x="1644" y="1446"/>
                  </a:lnTo>
                  <a:lnTo>
                    <a:pt x="1644" y="1457"/>
                  </a:lnTo>
                  <a:lnTo>
                    <a:pt x="1635" y="1472"/>
                  </a:lnTo>
                  <a:lnTo>
                    <a:pt x="1629" y="1491"/>
                  </a:lnTo>
                  <a:lnTo>
                    <a:pt x="1626" y="1513"/>
                  </a:lnTo>
                  <a:lnTo>
                    <a:pt x="1624" y="1536"/>
                  </a:lnTo>
                  <a:lnTo>
                    <a:pt x="1621" y="1560"/>
                  </a:lnTo>
                  <a:lnTo>
                    <a:pt x="1620" y="1582"/>
                  </a:lnTo>
                  <a:lnTo>
                    <a:pt x="1617" y="1600"/>
                  </a:lnTo>
                  <a:lnTo>
                    <a:pt x="1613" y="1614"/>
                  </a:lnTo>
                  <a:lnTo>
                    <a:pt x="1611" y="1619"/>
                  </a:lnTo>
                  <a:lnTo>
                    <a:pt x="1608" y="1626"/>
                  </a:lnTo>
                  <a:lnTo>
                    <a:pt x="1606" y="1635"/>
                  </a:lnTo>
                  <a:lnTo>
                    <a:pt x="1603" y="1644"/>
                  </a:lnTo>
                  <a:lnTo>
                    <a:pt x="1601" y="1655"/>
                  </a:lnTo>
                  <a:lnTo>
                    <a:pt x="1599" y="1666"/>
                  </a:lnTo>
                  <a:lnTo>
                    <a:pt x="1597" y="1678"/>
                  </a:lnTo>
                  <a:lnTo>
                    <a:pt x="1595" y="1690"/>
                  </a:lnTo>
                  <a:lnTo>
                    <a:pt x="1593" y="1702"/>
                  </a:lnTo>
                  <a:lnTo>
                    <a:pt x="1592" y="1716"/>
                  </a:lnTo>
                  <a:lnTo>
                    <a:pt x="1591" y="1729"/>
                  </a:lnTo>
                  <a:lnTo>
                    <a:pt x="1590" y="1741"/>
                  </a:lnTo>
                  <a:lnTo>
                    <a:pt x="1589" y="1753"/>
                  </a:lnTo>
                  <a:lnTo>
                    <a:pt x="1589" y="1766"/>
                  </a:lnTo>
                  <a:lnTo>
                    <a:pt x="1589" y="1777"/>
                  </a:lnTo>
                  <a:lnTo>
                    <a:pt x="1589" y="178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21" name="Freeform 720">
              <a:extLst>
                <a:ext uri="{FF2B5EF4-FFF2-40B4-BE49-F238E27FC236}">
                  <a16:creationId xmlns:a16="http://schemas.microsoft.com/office/drawing/2014/main" id="{E664862C-CD95-644F-09EC-1A64024CA670}"/>
                </a:ext>
              </a:extLst>
            </p:cNvPr>
            <p:cNvSpPr>
              <a:spLocks/>
            </p:cNvSpPr>
            <p:nvPr/>
          </p:nvSpPr>
          <p:spPr bwMode="auto">
            <a:xfrm>
              <a:off x="3307" y="3016"/>
              <a:ext cx="30" cy="25"/>
            </a:xfrm>
            <a:custGeom>
              <a:avLst/>
              <a:gdLst>
                <a:gd name="T0" fmla="*/ 0 w 121"/>
                <a:gd name="T1" fmla="*/ 0 h 99"/>
                <a:gd name="T2" fmla="*/ 0 w 121"/>
                <a:gd name="T3" fmla="*/ 0 h 99"/>
                <a:gd name="T4" fmla="*/ 0 w 121"/>
                <a:gd name="T5" fmla="*/ 0 h 99"/>
                <a:gd name="T6" fmla="*/ 0 w 121"/>
                <a:gd name="T7" fmla="*/ 0 h 99"/>
                <a:gd name="T8" fmla="*/ 0 w 121"/>
                <a:gd name="T9" fmla="*/ 0 h 99"/>
                <a:gd name="T10" fmla="*/ 0 w 121"/>
                <a:gd name="T11" fmla="*/ 0 h 99"/>
                <a:gd name="T12" fmla="*/ 0 w 121"/>
                <a:gd name="T13" fmla="*/ 0 h 99"/>
                <a:gd name="T14" fmla="*/ 0 w 121"/>
                <a:gd name="T15" fmla="*/ 0 h 99"/>
                <a:gd name="T16" fmla="*/ 0 w 121"/>
                <a:gd name="T17" fmla="*/ 0 h 99"/>
                <a:gd name="T18" fmla="*/ 0 w 121"/>
                <a:gd name="T19" fmla="*/ 0 h 99"/>
                <a:gd name="T20" fmla="*/ 0 w 121"/>
                <a:gd name="T21" fmla="*/ 0 h 99"/>
                <a:gd name="T22" fmla="*/ 0 w 121"/>
                <a:gd name="T23" fmla="*/ 0 h 99"/>
                <a:gd name="T24" fmla="*/ 0 w 121"/>
                <a:gd name="T25" fmla="*/ 0 h 99"/>
                <a:gd name="T26" fmla="*/ 0 w 121"/>
                <a:gd name="T27" fmla="*/ 0 h 99"/>
                <a:gd name="T28" fmla="*/ 0 w 121"/>
                <a:gd name="T29" fmla="*/ 0 h 99"/>
                <a:gd name="T30" fmla="*/ 0 w 121"/>
                <a:gd name="T31" fmla="*/ 0 h 99"/>
                <a:gd name="T32" fmla="*/ 0 w 121"/>
                <a:gd name="T33" fmla="*/ 0 h 99"/>
                <a:gd name="T34" fmla="*/ 0 w 121"/>
                <a:gd name="T35" fmla="*/ 0 h 99"/>
                <a:gd name="T36" fmla="*/ 0 w 121"/>
                <a:gd name="T37" fmla="*/ 0 h 99"/>
                <a:gd name="T38" fmla="*/ 0 w 121"/>
                <a:gd name="T39" fmla="*/ 0 h 99"/>
                <a:gd name="T40" fmla="*/ 0 w 121"/>
                <a:gd name="T41" fmla="*/ 0 h 99"/>
                <a:gd name="T42" fmla="*/ 0 w 121"/>
                <a:gd name="T43" fmla="*/ 0 h 99"/>
                <a:gd name="T44" fmla="*/ 0 w 121"/>
                <a:gd name="T45" fmla="*/ 0 h 99"/>
                <a:gd name="T46" fmla="*/ 0 w 121"/>
                <a:gd name="T47" fmla="*/ 0 h 99"/>
                <a:gd name="T48" fmla="*/ 0 w 121"/>
                <a:gd name="T49" fmla="*/ 0 h 99"/>
                <a:gd name="T50" fmla="*/ 0 w 121"/>
                <a:gd name="T51" fmla="*/ 0 h 99"/>
                <a:gd name="T52" fmla="*/ 0 w 121"/>
                <a:gd name="T53" fmla="*/ 0 h 99"/>
                <a:gd name="T54" fmla="*/ 0 w 121"/>
                <a:gd name="T55" fmla="*/ 0 h 99"/>
                <a:gd name="T56" fmla="*/ 0 w 121"/>
                <a:gd name="T57" fmla="*/ 0 h 99"/>
                <a:gd name="T58" fmla="*/ 0 w 121"/>
                <a:gd name="T59" fmla="*/ 0 h 99"/>
                <a:gd name="T60" fmla="*/ 0 w 121"/>
                <a:gd name="T61" fmla="*/ 0 h 99"/>
                <a:gd name="T62" fmla="*/ 0 w 121"/>
                <a:gd name="T63" fmla="*/ 0 h 99"/>
                <a:gd name="T64" fmla="*/ 0 w 121"/>
                <a:gd name="T65" fmla="*/ 0 h 99"/>
                <a:gd name="T66" fmla="*/ 0 w 121"/>
                <a:gd name="T67" fmla="*/ 0 h 99"/>
                <a:gd name="T68" fmla="*/ 0 w 121"/>
                <a:gd name="T69" fmla="*/ 0 h 99"/>
                <a:gd name="T70" fmla="*/ 0 w 121"/>
                <a:gd name="T71" fmla="*/ 0 h 99"/>
                <a:gd name="T72" fmla="*/ 0 w 121"/>
                <a:gd name="T73" fmla="*/ 0 h 99"/>
                <a:gd name="T74" fmla="*/ 0 w 121"/>
                <a:gd name="T75" fmla="*/ 0 h 99"/>
                <a:gd name="T76" fmla="*/ 0 w 121"/>
                <a:gd name="T77" fmla="*/ 0 h 99"/>
                <a:gd name="T78" fmla="*/ 0 w 121"/>
                <a:gd name="T79" fmla="*/ 0 h 99"/>
                <a:gd name="T80" fmla="*/ 0 w 121"/>
                <a:gd name="T81" fmla="*/ 0 h 99"/>
                <a:gd name="T82" fmla="*/ 0 w 121"/>
                <a:gd name="T83" fmla="*/ 0 h 99"/>
                <a:gd name="T84" fmla="*/ 0 w 121"/>
                <a:gd name="T85" fmla="*/ 0 h 99"/>
                <a:gd name="T86" fmla="*/ 0 w 121"/>
                <a:gd name="T87" fmla="*/ 0 h 99"/>
                <a:gd name="T88" fmla="*/ 0 w 121"/>
                <a:gd name="T89" fmla="*/ 0 h 99"/>
                <a:gd name="T90" fmla="*/ 0 w 121"/>
                <a:gd name="T91" fmla="*/ 0 h 99"/>
                <a:gd name="T92" fmla="*/ 0 w 121"/>
                <a:gd name="T93" fmla="*/ 0 h 99"/>
                <a:gd name="T94" fmla="*/ 0 w 121"/>
                <a:gd name="T95" fmla="*/ 0 h 99"/>
                <a:gd name="T96" fmla="*/ 0 w 121"/>
                <a:gd name="T97" fmla="*/ 0 h 99"/>
                <a:gd name="T98" fmla="*/ 0 w 121"/>
                <a:gd name="T99" fmla="*/ 0 h 99"/>
                <a:gd name="T100" fmla="*/ 0 w 121"/>
                <a:gd name="T101" fmla="*/ 0 h 99"/>
                <a:gd name="T102" fmla="*/ 0 w 121"/>
                <a:gd name="T103" fmla="*/ 0 h 99"/>
                <a:gd name="T104" fmla="*/ 0 w 121"/>
                <a:gd name="T105" fmla="*/ 0 h 99"/>
                <a:gd name="T106" fmla="*/ 0 w 121"/>
                <a:gd name="T107" fmla="*/ 0 h 99"/>
                <a:gd name="T108" fmla="*/ 0 w 121"/>
                <a:gd name="T109" fmla="*/ 0 h 99"/>
                <a:gd name="T110" fmla="*/ 0 w 121"/>
                <a:gd name="T111" fmla="*/ 0 h 99"/>
                <a:gd name="T112" fmla="*/ 0 w 121"/>
                <a:gd name="T113" fmla="*/ 0 h 99"/>
                <a:gd name="T114" fmla="*/ 0 w 121"/>
                <a:gd name="T115" fmla="*/ 0 h 99"/>
                <a:gd name="T116" fmla="*/ 0 w 121"/>
                <a:gd name="T117" fmla="*/ 0 h 99"/>
                <a:gd name="T118" fmla="*/ 0 w 121"/>
                <a:gd name="T119" fmla="*/ 0 h 99"/>
                <a:gd name="T120" fmla="*/ 0 w 121"/>
                <a:gd name="T121" fmla="*/ 0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1" h="99">
                  <a:moveTo>
                    <a:pt x="35" y="27"/>
                  </a:moveTo>
                  <a:lnTo>
                    <a:pt x="35" y="27"/>
                  </a:lnTo>
                  <a:lnTo>
                    <a:pt x="36" y="27"/>
                  </a:lnTo>
                  <a:lnTo>
                    <a:pt x="38" y="26"/>
                  </a:lnTo>
                  <a:lnTo>
                    <a:pt x="43" y="24"/>
                  </a:lnTo>
                  <a:lnTo>
                    <a:pt x="50" y="22"/>
                  </a:lnTo>
                  <a:lnTo>
                    <a:pt x="60" y="18"/>
                  </a:lnTo>
                  <a:lnTo>
                    <a:pt x="70" y="14"/>
                  </a:lnTo>
                  <a:lnTo>
                    <a:pt x="78" y="10"/>
                  </a:lnTo>
                  <a:lnTo>
                    <a:pt x="84" y="7"/>
                  </a:lnTo>
                  <a:lnTo>
                    <a:pt x="89" y="4"/>
                  </a:lnTo>
                  <a:lnTo>
                    <a:pt x="93" y="3"/>
                  </a:lnTo>
                  <a:lnTo>
                    <a:pt x="97" y="1"/>
                  </a:lnTo>
                  <a:lnTo>
                    <a:pt x="101" y="1"/>
                  </a:lnTo>
                  <a:lnTo>
                    <a:pt x="106" y="0"/>
                  </a:lnTo>
                  <a:lnTo>
                    <a:pt x="114" y="0"/>
                  </a:lnTo>
                  <a:lnTo>
                    <a:pt x="118" y="2"/>
                  </a:lnTo>
                  <a:lnTo>
                    <a:pt x="119" y="8"/>
                  </a:lnTo>
                  <a:lnTo>
                    <a:pt x="120" y="18"/>
                  </a:lnTo>
                  <a:lnTo>
                    <a:pt x="121" y="24"/>
                  </a:lnTo>
                  <a:lnTo>
                    <a:pt x="121" y="31"/>
                  </a:lnTo>
                  <a:lnTo>
                    <a:pt x="121" y="39"/>
                  </a:lnTo>
                  <a:lnTo>
                    <a:pt x="121" y="45"/>
                  </a:lnTo>
                  <a:lnTo>
                    <a:pt x="121" y="51"/>
                  </a:lnTo>
                  <a:lnTo>
                    <a:pt x="120" y="56"/>
                  </a:lnTo>
                  <a:lnTo>
                    <a:pt x="120" y="59"/>
                  </a:lnTo>
                  <a:lnTo>
                    <a:pt x="120" y="60"/>
                  </a:lnTo>
                  <a:lnTo>
                    <a:pt x="119" y="60"/>
                  </a:lnTo>
                  <a:lnTo>
                    <a:pt x="116" y="61"/>
                  </a:lnTo>
                  <a:lnTo>
                    <a:pt x="112" y="63"/>
                  </a:lnTo>
                  <a:lnTo>
                    <a:pt x="108" y="65"/>
                  </a:lnTo>
                  <a:lnTo>
                    <a:pt x="103" y="68"/>
                  </a:lnTo>
                  <a:lnTo>
                    <a:pt x="98" y="71"/>
                  </a:lnTo>
                  <a:lnTo>
                    <a:pt x="92" y="75"/>
                  </a:lnTo>
                  <a:lnTo>
                    <a:pt x="89" y="80"/>
                  </a:lnTo>
                  <a:lnTo>
                    <a:pt x="83" y="90"/>
                  </a:lnTo>
                  <a:lnTo>
                    <a:pt x="76" y="97"/>
                  </a:lnTo>
                  <a:lnTo>
                    <a:pt x="69" y="99"/>
                  </a:lnTo>
                  <a:lnTo>
                    <a:pt x="65" y="92"/>
                  </a:lnTo>
                  <a:lnTo>
                    <a:pt x="62" y="88"/>
                  </a:lnTo>
                  <a:lnTo>
                    <a:pt x="57" y="87"/>
                  </a:lnTo>
                  <a:lnTo>
                    <a:pt x="50" y="88"/>
                  </a:lnTo>
                  <a:lnTo>
                    <a:pt x="42" y="90"/>
                  </a:lnTo>
                  <a:lnTo>
                    <a:pt x="34" y="91"/>
                  </a:lnTo>
                  <a:lnTo>
                    <a:pt x="27" y="92"/>
                  </a:lnTo>
                  <a:lnTo>
                    <a:pt x="21" y="92"/>
                  </a:lnTo>
                  <a:lnTo>
                    <a:pt x="17" y="88"/>
                  </a:lnTo>
                  <a:lnTo>
                    <a:pt x="14" y="80"/>
                  </a:lnTo>
                  <a:lnTo>
                    <a:pt x="10" y="72"/>
                  </a:lnTo>
                  <a:lnTo>
                    <a:pt x="6" y="63"/>
                  </a:lnTo>
                  <a:lnTo>
                    <a:pt x="3" y="54"/>
                  </a:lnTo>
                  <a:lnTo>
                    <a:pt x="0" y="47"/>
                  </a:lnTo>
                  <a:lnTo>
                    <a:pt x="0" y="41"/>
                  </a:lnTo>
                  <a:lnTo>
                    <a:pt x="2" y="37"/>
                  </a:lnTo>
                  <a:lnTo>
                    <a:pt x="6" y="37"/>
                  </a:lnTo>
                  <a:lnTo>
                    <a:pt x="17" y="39"/>
                  </a:lnTo>
                  <a:lnTo>
                    <a:pt x="25" y="38"/>
                  </a:lnTo>
                  <a:lnTo>
                    <a:pt x="32" y="33"/>
                  </a:lnTo>
                  <a:lnTo>
                    <a:pt x="35" y="27"/>
                  </a:lnTo>
                  <a:close/>
                </a:path>
              </a:pathLst>
            </a:custGeom>
            <a:solidFill>
              <a:srgbClr val="99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22" name="Freeform 721">
              <a:extLst>
                <a:ext uri="{FF2B5EF4-FFF2-40B4-BE49-F238E27FC236}">
                  <a16:creationId xmlns:a16="http://schemas.microsoft.com/office/drawing/2014/main" id="{CE2BE3C7-8982-D9BC-E837-8E72AB8F046F}"/>
                </a:ext>
              </a:extLst>
            </p:cNvPr>
            <p:cNvSpPr>
              <a:spLocks/>
            </p:cNvSpPr>
            <p:nvPr/>
          </p:nvSpPr>
          <p:spPr bwMode="auto">
            <a:xfrm>
              <a:off x="3307" y="3016"/>
              <a:ext cx="30" cy="25"/>
            </a:xfrm>
            <a:custGeom>
              <a:avLst/>
              <a:gdLst>
                <a:gd name="T0" fmla="*/ 0 w 121"/>
                <a:gd name="T1" fmla="*/ 0 h 99"/>
                <a:gd name="T2" fmla="*/ 0 w 121"/>
                <a:gd name="T3" fmla="*/ 0 h 99"/>
                <a:gd name="T4" fmla="*/ 0 w 121"/>
                <a:gd name="T5" fmla="*/ 0 h 99"/>
                <a:gd name="T6" fmla="*/ 0 w 121"/>
                <a:gd name="T7" fmla="*/ 0 h 99"/>
                <a:gd name="T8" fmla="*/ 0 w 121"/>
                <a:gd name="T9" fmla="*/ 0 h 99"/>
                <a:gd name="T10" fmla="*/ 0 w 121"/>
                <a:gd name="T11" fmla="*/ 0 h 99"/>
                <a:gd name="T12" fmla="*/ 0 w 121"/>
                <a:gd name="T13" fmla="*/ 0 h 99"/>
                <a:gd name="T14" fmla="*/ 0 w 121"/>
                <a:gd name="T15" fmla="*/ 0 h 99"/>
                <a:gd name="T16" fmla="*/ 0 w 121"/>
                <a:gd name="T17" fmla="*/ 0 h 99"/>
                <a:gd name="T18" fmla="*/ 0 w 121"/>
                <a:gd name="T19" fmla="*/ 0 h 99"/>
                <a:gd name="T20" fmla="*/ 0 w 121"/>
                <a:gd name="T21" fmla="*/ 0 h 99"/>
                <a:gd name="T22" fmla="*/ 0 w 121"/>
                <a:gd name="T23" fmla="*/ 0 h 99"/>
                <a:gd name="T24" fmla="*/ 0 w 121"/>
                <a:gd name="T25" fmla="*/ 0 h 99"/>
                <a:gd name="T26" fmla="*/ 0 w 121"/>
                <a:gd name="T27" fmla="*/ 0 h 99"/>
                <a:gd name="T28" fmla="*/ 0 w 121"/>
                <a:gd name="T29" fmla="*/ 0 h 99"/>
                <a:gd name="T30" fmla="*/ 0 w 121"/>
                <a:gd name="T31" fmla="*/ 0 h 99"/>
                <a:gd name="T32" fmla="*/ 0 w 121"/>
                <a:gd name="T33" fmla="*/ 0 h 99"/>
                <a:gd name="T34" fmla="*/ 0 w 121"/>
                <a:gd name="T35" fmla="*/ 0 h 99"/>
                <a:gd name="T36" fmla="*/ 0 w 121"/>
                <a:gd name="T37" fmla="*/ 0 h 99"/>
                <a:gd name="T38" fmla="*/ 0 w 121"/>
                <a:gd name="T39" fmla="*/ 0 h 99"/>
                <a:gd name="T40" fmla="*/ 0 w 121"/>
                <a:gd name="T41" fmla="*/ 0 h 99"/>
                <a:gd name="T42" fmla="*/ 0 w 121"/>
                <a:gd name="T43" fmla="*/ 0 h 99"/>
                <a:gd name="T44" fmla="*/ 0 w 121"/>
                <a:gd name="T45" fmla="*/ 0 h 99"/>
                <a:gd name="T46" fmla="*/ 0 w 121"/>
                <a:gd name="T47" fmla="*/ 0 h 99"/>
                <a:gd name="T48" fmla="*/ 0 w 121"/>
                <a:gd name="T49" fmla="*/ 0 h 99"/>
                <a:gd name="T50" fmla="*/ 0 w 121"/>
                <a:gd name="T51" fmla="*/ 0 h 99"/>
                <a:gd name="T52" fmla="*/ 0 w 121"/>
                <a:gd name="T53" fmla="*/ 0 h 99"/>
                <a:gd name="T54" fmla="*/ 0 w 121"/>
                <a:gd name="T55" fmla="*/ 0 h 99"/>
                <a:gd name="T56" fmla="*/ 0 w 121"/>
                <a:gd name="T57" fmla="*/ 0 h 99"/>
                <a:gd name="T58" fmla="*/ 0 w 121"/>
                <a:gd name="T59" fmla="*/ 0 h 99"/>
                <a:gd name="T60" fmla="*/ 0 w 121"/>
                <a:gd name="T61" fmla="*/ 0 h 99"/>
                <a:gd name="T62" fmla="*/ 0 w 121"/>
                <a:gd name="T63" fmla="*/ 0 h 99"/>
                <a:gd name="T64" fmla="*/ 0 w 121"/>
                <a:gd name="T65" fmla="*/ 0 h 99"/>
                <a:gd name="T66" fmla="*/ 0 w 121"/>
                <a:gd name="T67" fmla="*/ 0 h 99"/>
                <a:gd name="T68" fmla="*/ 0 w 121"/>
                <a:gd name="T69" fmla="*/ 0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99">
                  <a:moveTo>
                    <a:pt x="35" y="27"/>
                  </a:moveTo>
                  <a:lnTo>
                    <a:pt x="35" y="27"/>
                  </a:lnTo>
                  <a:lnTo>
                    <a:pt x="36" y="27"/>
                  </a:lnTo>
                  <a:lnTo>
                    <a:pt x="38" y="26"/>
                  </a:lnTo>
                  <a:lnTo>
                    <a:pt x="43" y="24"/>
                  </a:lnTo>
                  <a:lnTo>
                    <a:pt x="50" y="22"/>
                  </a:lnTo>
                  <a:lnTo>
                    <a:pt x="60" y="18"/>
                  </a:lnTo>
                  <a:lnTo>
                    <a:pt x="70" y="14"/>
                  </a:lnTo>
                  <a:lnTo>
                    <a:pt x="78" y="10"/>
                  </a:lnTo>
                  <a:lnTo>
                    <a:pt x="84" y="7"/>
                  </a:lnTo>
                  <a:lnTo>
                    <a:pt x="89" y="4"/>
                  </a:lnTo>
                  <a:lnTo>
                    <a:pt x="93" y="3"/>
                  </a:lnTo>
                  <a:lnTo>
                    <a:pt x="97" y="1"/>
                  </a:lnTo>
                  <a:lnTo>
                    <a:pt x="101" y="1"/>
                  </a:lnTo>
                  <a:lnTo>
                    <a:pt x="106" y="0"/>
                  </a:lnTo>
                  <a:lnTo>
                    <a:pt x="114" y="0"/>
                  </a:lnTo>
                  <a:lnTo>
                    <a:pt x="118" y="2"/>
                  </a:lnTo>
                  <a:lnTo>
                    <a:pt x="119" y="8"/>
                  </a:lnTo>
                  <a:lnTo>
                    <a:pt x="120" y="18"/>
                  </a:lnTo>
                  <a:lnTo>
                    <a:pt x="121" y="24"/>
                  </a:lnTo>
                  <a:lnTo>
                    <a:pt x="121" y="31"/>
                  </a:lnTo>
                  <a:lnTo>
                    <a:pt x="121" y="39"/>
                  </a:lnTo>
                  <a:lnTo>
                    <a:pt x="121" y="45"/>
                  </a:lnTo>
                  <a:lnTo>
                    <a:pt x="121" y="51"/>
                  </a:lnTo>
                  <a:lnTo>
                    <a:pt x="120" y="56"/>
                  </a:lnTo>
                  <a:lnTo>
                    <a:pt x="120" y="59"/>
                  </a:lnTo>
                  <a:lnTo>
                    <a:pt x="120" y="60"/>
                  </a:lnTo>
                  <a:lnTo>
                    <a:pt x="119" y="60"/>
                  </a:lnTo>
                  <a:lnTo>
                    <a:pt x="116" y="61"/>
                  </a:lnTo>
                  <a:lnTo>
                    <a:pt x="112" y="63"/>
                  </a:lnTo>
                  <a:lnTo>
                    <a:pt x="108" y="65"/>
                  </a:lnTo>
                  <a:lnTo>
                    <a:pt x="103" y="68"/>
                  </a:lnTo>
                  <a:lnTo>
                    <a:pt x="98" y="71"/>
                  </a:lnTo>
                  <a:lnTo>
                    <a:pt x="92" y="75"/>
                  </a:lnTo>
                  <a:lnTo>
                    <a:pt x="89" y="80"/>
                  </a:lnTo>
                  <a:lnTo>
                    <a:pt x="83" y="90"/>
                  </a:lnTo>
                  <a:lnTo>
                    <a:pt x="76" y="97"/>
                  </a:lnTo>
                  <a:lnTo>
                    <a:pt x="69" y="99"/>
                  </a:lnTo>
                  <a:lnTo>
                    <a:pt x="65" y="92"/>
                  </a:lnTo>
                  <a:lnTo>
                    <a:pt x="62" y="88"/>
                  </a:lnTo>
                  <a:lnTo>
                    <a:pt x="57" y="87"/>
                  </a:lnTo>
                  <a:lnTo>
                    <a:pt x="50" y="88"/>
                  </a:lnTo>
                  <a:lnTo>
                    <a:pt x="42" y="90"/>
                  </a:lnTo>
                  <a:lnTo>
                    <a:pt x="34" y="91"/>
                  </a:lnTo>
                  <a:lnTo>
                    <a:pt x="27" y="92"/>
                  </a:lnTo>
                  <a:lnTo>
                    <a:pt x="21" y="92"/>
                  </a:lnTo>
                  <a:lnTo>
                    <a:pt x="17" y="88"/>
                  </a:lnTo>
                  <a:lnTo>
                    <a:pt x="14" y="80"/>
                  </a:lnTo>
                  <a:lnTo>
                    <a:pt x="10" y="72"/>
                  </a:lnTo>
                  <a:lnTo>
                    <a:pt x="6" y="63"/>
                  </a:lnTo>
                  <a:lnTo>
                    <a:pt x="3" y="54"/>
                  </a:lnTo>
                  <a:lnTo>
                    <a:pt x="0" y="47"/>
                  </a:lnTo>
                  <a:lnTo>
                    <a:pt x="0" y="41"/>
                  </a:lnTo>
                  <a:lnTo>
                    <a:pt x="2" y="37"/>
                  </a:lnTo>
                  <a:lnTo>
                    <a:pt x="6" y="37"/>
                  </a:lnTo>
                  <a:lnTo>
                    <a:pt x="17" y="39"/>
                  </a:lnTo>
                  <a:lnTo>
                    <a:pt x="25" y="38"/>
                  </a:lnTo>
                  <a:lnTo>
                    <a:pt x="32" y="33"/>
                  </a:lnTo>
                  <a:lnTo>
                    <a:pt x="35" y="2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23" name="Freeform 722">
              <a:extLst>
                <a:ext uri="{FF2B5EF4-FFF2-40B4-BE49-F238E27FC236}">
                  <a16:creationId xmlns:a16="http://schemas.microsoft.com/office/drawing/2014/main" id="{E2594F8F-2AD5-847B-9B2A-98897CEA4352}"/>
                </a:ext>
              </a:extLst>
            </p:cNvPr>
            <p:cNvSpPr>
              <a:spLocks/>
            </p:cNvSpPr>
            <p:nvPr/>
          </p:nvSpPr>
          <p:spPr bwMode="auto">
            <a:xfrm>
              <a:off x="2266" y="4198"/>
              <a:ext cx="191" cy="103"/>
            </a:xfrm>
            <a:custGeom>
              <a:avLst/>
              <a:gdLst>
                <a:gd name="T0" fmla="*/ 0 w 761"/>
                <a:gd name="T1" fmla="*/ 0 h 412"/>
                <a:gd name="T2" fmla="*/ 0 w 761"/>
                <a:gd name="T3" fmla="*/ 0 h 412"/>
                <a:gd name="T4" fmla="*/ 0 w 761"/>
                <a:gd name="T5" fmla="*/ 0 h 412"/>
                <a:gd name="T6" fmla="*/ 0 w 761"/>
                <a:gd name="T7" fmla="*/ 0 h 412"/>
                <a:gd name="T8" fmla="*/ 0 w 761"/>
                <a:gd name="T9" fmla="*/ 0 h 412"/>
                <a:gd name="T10" fmla="*/ 0 w 761"/>
                <a:gd name="T11" fmla="*/ 0 h 412"/>
                <a:gd name="T12" fmla="*/ 0 w 761"/>
                <a:gd name="T13" fmla="*/ 0 h 412"/>
                <a:gd name="T14" fmla="*/ 0 w 761"/>
                <a:gd name="T15" fmla="*/ 0 h 412"/>
                <a:gd name="T16" fmla="*/ 0 w 761"/>
                <a:gd name="T17" fmla="*/ 0 h 412"/>
                <a:gd name="T18" fmla="*/ 0 w 761"/>
                <a:gd name="T19" fmla="*/ 0 h 412"/>
                <a:gd name="T20" fmla="*/ 0 w 761"/>
                <a:gd name="T21" fmla="*/ 0 h 412"/>
                <a:gd name="T22" fmla="*/ 0 w 761"/>
                <a:gd name="T23" fmla="*/ 0 h 412"/>
                <a:gd name="T24" fmla="*/ 0 w 761"/>
                <a:gd name="T25" fmla="*/ 0 h 412"/>
                <a:gd name="T26" fmla="*/ 0 w 761"/>
                <a:gd name="T27" fmla="*/ 0 h 412"/>
                <a:gd name="T28" fmla="*/ 0 w 761"/>
                <a:gd name="T29" fmla="*/ 0 h 412"/>
                <a:gd name="T30" fmla="*/ 0 w 761"/>
                <a:gd name="T31" fmla="*/ 0 h 412"/>
                <a:gd name="T32" fmla="*/ 0 w 761"/>
                <a:gd name="T33" fmla="*/ 0 h 412"/>
                <a:gd name="T34" fmla="*/ 0 w 761"/>
                <a:gd name="T35" fmla="*/ 0 h 412"/>
                <a:gd name="T36" fmla="*/ 0 w 761"/>
                <a:gd name="T37" fmla="*/ 0 h 412"/>
                <a:gd name="T38" fmla="*/ 0 w 761"/>
                <a:gd name="T39" fmla="*/ 0 h 412"/>
                <a:gd name="T40" fmla="*/ 0 w 761"/>
                <a:gd name="T41" fmla="*/ 0 h 412"/>
                <a:gd name="T42" fmla="*/ 0 w 761"/>
                <a:gd name="T43" fmla="*/ 0 h 412"/>
                <a:gd name="T44" fmla="*/ 0 w 761"/>
                <a:gd name="T45" fmla="*/ 0 h 412"/>
                <a:gd name="T46" fmla="*/ 0 w 761"/>
                <a:gd name="T47" fmla="*/ 0 h 412"/>
                <a:gd name="T48" fmla="*/ 0 w 761"/>
                <a:gd name="T49" fmla="*/ 0 h 412"/>
                <a:gd name="T50" fmla="*/ 0 w 761"/>
                <a:gd name="T51" fmla="*/ 0 h 412"/>
                <a:gd name="T52" fmla="*/ 0 w 761"/>
                <a:gd name="T53" fmla="*/ 0 h 412"/>
                <a:gd name="T54" fmla="*/ 0 w 761"/>
                <a:gd name="T55" fmla="*/ 0 h 412"/>
                <a:gd name="T56" fmla="*/ 0 w 761"/>
                <a:gd name="T57" fmla="*/ 0 h 412"/>
                <a:gd name="T58" fmla="*/ 0 w 761"/>
                <a:gd name="T59" fmla="*/ 0 h 412"/>
                <a:gd name="T60" fmla="*/ 0 w 761"/>
                <a:gd name="T61" fmla="*/ 0 h 412"/>
                <a:gd name="T62" fmla="*/ 0 w 761"/>
                <a:gd name="T63" fmla="*/ 0 h 412"/>
                <a:gd name="T64" fmla="*/ 0 w 761"/>
                <a:gd name="T65" fmla="*/ 0 h 412"/>
                <a:gd name="T66" fmla="*/ 0 w 761"/>
                <a:gd name="T67" fmla="*/ 0 h 412"/>
                <a:gd name="T68" fmla="*/ 0 w 761"/>
                <a:gd name="T69" fmla="*/ 0 h 412"/>
                <a:gd name="T70" fmla="*/ 0 w 761"/>
                <a:gd name="T71" fmla="*/ 0 h 412"/>
                <a:gd name="T72" fmla="*/ 0 w 761"/>
                <a:gd name="T73" fmla="*/ 0 h 412"/>
                <a:gd name="T74" fmla="*/ 0 w 761"/>
                <a:gd name="T75" fmla="*/ 0 h 412"/>
                <a:gd name="T76" fmla="*/ 0 w 761"/>
                <a:gd name="T77" fmla="*/ 0 h 412"/>
                <a:gd name="T78" fmla="*/ 0 w 761"/>
                <a:gd name="T79" fmla="*/ 0 h 412"/>
                <a:gd name="T80" fmla="*/ 0 w 761"/>
                <a:gd name="T81" fmla="*/ 0 h 412"/>
                <a:gd name="T82" fmla="*/ 0 w 761"/>
                <a:gd name="T83" fmla="*/ 0 h 412"/>
                <a:gd name="T84" fmla="*/ 0 w 761"/>
                <a:gd name="T85" fmla="*/ 0 h 412"/>
                <a:gd name="T86" fmla="*/ 0 w 761"/>
                <a:gd name="T87" fmla="*/ 0 h 412"/>
                <a:gd name="T88" fmla="*/ 0 w 761"/>
                <a:gd name="T89" fmla="*/ 0 h 412"/>
                <a:gd name="T90" fmla="*/ 0 w 761"/>
                <a:gd name="T91" fmla="*/ 0 h 412"/>
                <a:gd name="T92" fmla="*/ 0 w 761"/>
                <a:gd name="T93" fmla="*/ 0 h 412"/>
                <a:gd name="T94" fmla="*/ 0 w 761"/>
                <a:gd name="T95" fmla="*/ 0 h 412"/>
                <a:gd name="T96" fmla="*/ 0 w 761"/>
                <a:gd name="T97" fmla="*/ 0 h 412"/>
                <a:gd name="T98" fmla="*/ 0 w 761"/>
                <a:gd name="T99" fmla="*/ 0 h 412"/>
                <a:gd name="T100" fmla="*/ 0 w 761"/>
                <a:gd name="T101" fmla="*/ 0 h 412"/>
                <a:gd name="T102" fmla="*/ 0 w 761"/>
                <a:gd name="T103" fmla="*/ 0 h 412"/>
                <a:gd name="T104" fmla="*/ 0 w 761"/>
                <a:gd name="T105" fmla="*/ 0 h 412"/>
                <a:gd name="T106" fmla="*/ 0 w 761"/>
                <a:gd name="T107" fmla="*/ 0 h 412"/>
                <a:gd name="T108" fmla="*/ 0 w 761"/>
                <a:gd name="T109" fmla="*/ 0 h 4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61" h="412">
                  <a:moveTo>
                    <a:pt x="73" y="194"/>
                  </a:moveTo>
                  <a:lnTo>
                    <a:pt x="75" y="194"/>
                  </a:lnTo>
                  <a:lnTo>
                    <a:pt x="81" y="191"/>
                  </a:lnTo>
                  <a:lnTo>
                    <a:pt x="88" y="185"/>
                  </a:lnTo>
                  <a:lnTo>
                    <a:pt x="95" y="173"/>
                  </a:lnTo>
                  <a:lnTo>
                    <a:pt x="98" y="166"/>
                  </a:lnTo>
                  <a:lnTo>
                    <a:pt x="100" y="160"/>
                  </a:lnTo>
                  <a:lnTo>
                    <a:pt x="101" y="155"/>
                  </a:lnTo>
                  <a:lnTo>
                    <a:pt x="102" y="150"/>
                  </a:lnTo>
                  <a:lnTo>
                    <a:pt x="103" y="147"/>
                  </a:lnTo>
                  <a:lnTo>
                    <a:pt x="104" y="144"/>
                  </a:lnTo>
                  <a:lnTo>
                    <a:pt x="107" y="143"/>
                  </a:lnTo>
                  <a:lnTo>
                    <a:pt x="110" y="142"/>
                  </a:lnTo>
                  <a:lnTo>
                    <a:pt x="114" y="142"/>
                  </a:lnTo>
                  <a:lnTo>
                    <a:pt x="117" y="141"/>
                  </a:lnTo>
                  <a:lnTo>
                    <a:pt x="120" y="140"/>
                  </a:lnTo>
                  <a:lnTo>
                    <a:pt x="125" y="139"/>
                  </a:lnTo>
                  <a:lnTo>
                    <a:pt x="128" y="137"/>
                  </a:lnTo>
                  <a:lnTo>
                    <a:pt x="132" y="134"/>
                  </a:lnTo>
                  <a:lnTo>
                    <a:pt x="137" y="132"/>
                  </a:lnTo>
                  <a:lnTo>
                    <a:pt x="142" y="130"/>
                  </a:lnTo>
                  <a:lnTo>
                    <a:pt x="150" y="124"/>
                  </a:lnTo>
                  <a:lnTo>
                    <a:pt x="153" y="118"/>
                  </a:lnTo>
                  <a:lnTo>
                    <a:pt x="154" y="113"/>
                  </a:lnTo>
                  <a:lnTo>
                    <a:pt x="158" y="109"/>
                  </a:lnTo>
                  <a:lnTo>
                    <a:pt x="165" y="106"/>
                  </a:lnTo>
                  <a:lnTo>
                    <a:pt x="174" y="105"/>
                  </a:lnTo>
                  <a:lnTo>
                    <a:pt x="181" y="104"/>
                  </a:lnTo>
                  <a:lnTo>
                    <a:pt x="188" y="104"/>
                  </a:lnTo>
                  <a:lnTo>
                    <a:pt x="194" y="103"/>
                  </a:lnTo>
                  <a:lnTo>
                    <a:pt x="201" y="101"/>
                  </a:lnTo>
                  <a:lnTo>
                    <a:pt x="209" y="97"/>
                  </a:lnTo>
                  <a:lnTo>
                    <a:pt x="216" y="91"/>
                  </a:lnTo>
                  <a:lnTo>
                    <a:pt x="221" y="90"/>
                  </a:lnTo>
                  <a:lnTo>
                    <a:pt x="229" y="88"/>
                  </a:lnTo>
                  <a:lnTo>
                    <a:pt x="239" y="87"/>
                  </a:lnTo>
                  <a:lnTo>
                    <a:pt x="246" y="88"/>
                  </a:lnTo>
                  <a:lnTo>
                    <a:pt x="250" y="87"/>
                  </a:lnTo>
                  <a:lnTo>
                    <a:pt x="253" y="81"/>
                  </a:lnTo>
                  <a:lnTo>
                    <a:pt x="260" y="75"/>
                  </a:lnTo>
                  <a:lnTo>
                    <a:pt x="273" y="73"/>
                  </a:lnTo>
                  <a:lnTo>
                    <a:pt x="281" y="72"/>
                  </a:lnTo>
                  <a:lnTo>
                    <a:pt x="288" y="71"/>
                  </a:lnTo>
                  <a:lnTo>
                    <a:pt x="294" y="68"/>
                  </a:lnTo>
                  <a:lnTo>
                    <a:pt x="300" y="64"/>
                  </a:lnTo>
                  <a:lnTo>
                    <a:pt x="305" y="61"/>
                  </a:lnTo>
                  <a:lnTo>
                    <a:pt x="309" y="59"/>
                  </a:lnTo>
                  <a:lnTo>
                    <a:pt x="313" y="58"/>
                  </a:lnTo>
                  <a:lnTo>
                    <a:pt x="316" y="59"/>
                  </a:lnTo>
                  <a:lnTo>
                    <a:pt x="319" y="60"/>
                  </a:lnTo>
                  <a:lnTo>
                    <a:pt x="323" y="59"/>
                  </a:lnTo>
                  <a:lnTo>
                    <a:pt x="326" y="57"/>
                  </a:lnTo>
                  <a:lnTo>
                    <a:pt x="329" y="54"/>
                  </a:lnTo>
                  <a:lnTo>
                    <a:pt x="333" y="52"/>
                  </a:lnTo>
                  <a:lnTo>
                    <a:pt x="338" y="50"/>
                  </a:lnTo>
                  <a:lnTo>
                    <a:pt x="343" y="49"/>
                  </a:lnTo>
                  <a:lnTo>
                    <a:pt x="349" y="49"/>
                  </a:lnTo>
                  <a:lnTo>
                    <a:pt x="355" y="50"/>
                  </a:lnTo>
                  <a:lnTo>
                    <a:pt x="360" y="49"/>
                  </a:lnTo>
                  <a:lnTo>
                    <a:pt x="365" y="48"/>
                  </a:lnTo>
                  <a:lnTo>
                    <a:pt x="371" y="47"/>
                  </a:lnTo>
                  <a:lnTo>
                    <a:pt x="375" y="45"/>
                  </a:lnTo>
                  <a:lnTo>
                    <a:pt x="378" y="43"/>
                  </a:lnTo>
                  <a:lnTo>
                    <a:pt x="382" y="42"/>
                  </a:lnTo>
                  <a:lnTo>
                    <a:pt x="385" y="42"/>
                  </a:lnTo>
                  <a:lnTo>
                    <a:pt x="391" y="44"/>
                  </a:lnTo>
                  <a:lnTo>
                    <a:pt x="397" y="45"/>
                  </a:lnTo>
                  <a:lnTo>
                    <a:pt x="403" y="46"/>
                  </a:lnTo>
                  <a:lnTo>
                    <a:pt x="408" y="47"/>
                  </a:lnTo>
                  <a:lnTo>
                    <a:pt x="413" y="46"/>
                  </a:lnTo>
                  <a:lnTo>
                    <a:pt x="417" y="42"/>
                  </a:lnTo>
                  <a:lnTo>
                    <a:pt x="424" y="39"/>
                  </a:lnTo>
                  <a:lnTo>
                    <a:pt x="430" y="37"/>
                  </a:lnTo>
                  <a:lnTo>
                    <a:pt x="434" y="37"/>
                  </a:lnTo>
                  <a:lnTo>
                    <a:pt x="439" y="36"/>
                  </a:lnTo>
                  <a:lnTo>
                    <a:pt x="445" y="34"/>
                  </a:lnTo>
                  <a:lnTo>
                    <a:pt x="451" y="33"/>
                  </a:lnTo>
                  <a:lnTo>
                    <a:pt x="456" y="33"/>
                  </a:lnTo>
                  <a:lnTo>
                    <a:pt x="461" y="32"/>
                  </a:lnTo>
                  <a:lnTo>
                    <a:pt x="464" y="31"/>
                  </a:lnTo>
                  <a:lnTo>
                    <a:pt x="465" y="31"/>
                  </a:lnTo>
                  <a:lnTo>
                    <a:pt x="468" y="20"/>
                  </a:lnTo>
                  <a:lnTo>
                    <a:pt x="472" y="14"/>
                  </a:lnTo>
                  <a:lnTo>
                    <a:pt x="476" y="12"/>
                  </a:lnTo>
                  <a:lnTo>
                    <a:pt x="479" y="13"/>
                  </a:lnTo>
                  <a:lnTo>
                    <a:pt x="483" y="16"/>
                  </a:lnTo>
                  <a:lnTo>
                    <a:pt x="485" y="19"/>
                  </a:lnTo>
                  <a:lnTo>
                    <a:pt x="487" y="22"/>
                  </a:lnTo>
                  <a:lnTo>
                    <a:pt x="488" y="23"/>
                  </a:lnTo>
                  <a:lnTo>
                    <a:pt x="495" y="23"/>
                  </a:lnTo>
                  <a:lnTo>
                    <a:pt x="503" y="23"/>
                  </a:lnTo>
                  <a:lnTo>
                    <a:pt x="511" y="20"/>
                  </a:lnTo>
                  <a:lnTo>
                    <a:pt x="516" y="14"/>
                  </a:lnTo>
                  <a:lnTo>
                    <a:pt x="518" y="11"/>
                  </a:lnTo>
                  <a:lnTo>
                    <a:pt x="522" y="10"/>
                  </a:lnTo>
                  <a:lnTo>
                    <a:pt x="526" y="10"/>
                  </a:lnTo>
                  <a:lnTo>
                    <a:pt x="529" y="10"/>
                  </a:lnTo>
                  <a:lnTo>
                    <a:pt x="534" y="10"/>
                  </a:lnTo>
                  <a:lnTo>
                    <a:pt x="538" y="11"/>
                  </a:lnTo>
                  <a:lnTo>
                    <a:pt x="542" y="10"/>
                  </a:lnTo>
                  <a:lnTo>
                    <a:pt x="547" y="9"/>
                  </a:lnTo>
                  <a:lnTo>
                    <a:pt x="552" y="7"/>
                  </a:lnTo>
                  <a:lnTo>
                    <a:pt x="559" y="5"/>
                  </a:lnTo>
                  <a:lnTo>
                    <a:pt x="566" y="4"/>
                  </a:lnTo>
                  <a:lnTo>
                    <a:pt x="574" y="2"/>
                  </a:lnTo>
                  <a:lnTo>
                    <a:pt x="582" y="1"/>
                  </a:lnTo>
                  <a:lnTo>
                    <a:pt x="590" y="0"/>
                  </a:lnTo>
                  <a:lnTo>
                    <a:pt x="597" y="0"/>
                  </a:lnTo>
                  <a:lnTo>
                    <a:pt x="603" y="1"/>
                  </a:lnTo>
                  <a:lnTo>
                    <a:pt x="609" y="2"/>
                  </a:lnTo>
                  <a:lnTo>
                    <a:pt x="616" y="2"/>
                  </a:lnTo>
                  <a:lnTo>
                    <a:pt x="625" y="1"/>
                  </a:lnTo>
                  <a:lnTo>
                    <a:pt x="632" y="1"/>
                  </a:lnTo>
                  <a:lnTo>
                    <a:pt x="639" y="1"/>
                  </a:lnTo>
                  <a:lnTo>
                    <a:pt x="646" y="1"/>
                  </a:lnTo>
                  <a:lnTo>
                    <a:pt x="651" y="1"/>
                  </a:lnTo>
                  <a:lnTo>
                    <a:pt x="654" y="3"/>
                  </a:lnTo>
                  <a:lnTo>
                    <a:pt x="658" y="9"/>
                  </a:lnTo>
                  <a:lnTo>
                    <a:pt x="663" y="16"/>
                  </a:lnTo>
                  <a:lnTo>
                    <a:pt x="668" y="23"/>
                  </a:lnTo>
                  <a:lnTo>
                    <a:pt x="675" y="28"/>
                  </a:lnTo>
                  <a:lnTo>
                    <a:pt x="679" y="33"/>
                  </a:lnTo>
                  <a:lnTo>
                    <a:pt x="681" y="38"/>
                  </a:lnTo>
                  <a:lnTo>
                    <a:pt x="686" y="41"/>
                  </a:lnTo>
                  <a:lnTo>
                    <a:pt x="699" y="42"/>
                  </a:lnTo>
                  <a:lnTo>
                    <a:pt x="703" y="42"/>
                  </a:lnTo>
                  <a:lnTo>
                    <a:pt x="709" y="43"/>
                  </a:lnTo>
                  <a:lnTo>
                    <a:pt x="715" y="44"/>
                  </a:lnTo>
                  <a:lnTo>
                    <a:pt x="723" y="46"/>
                  </a:lnTo>
                  <a:lnTo>
                    <a:pt x="730" y="49"/>
                  </a:lnTo>
                  <a:lnTo>
                    <a:pt x="735" y="51"/>
                  </a:lnTo>
                  <a:lnTo>
                    <a:pt x="740" y="54"/>
                  </a:lnTo>
                  <a:lnTo>
                    <a:pt x="743" y="58"/>
                  </a:lnTo>
                  <a:lnTo>
                    <a:pt x="747" y="65"/>
                  </a:lnTo>
                  <a:lnTo>
                    <a:pt x="749" y="72"/>
                  </a:lnTo>
                  <a:lnTo>
                    <a:pt x="749" y="77"/>
                  </a:lnTo>
                  <a:lnTo>
                    <a:pt x="743" y="79"/>
                  </a:lnTo>
                  <a:lnTo>
                    <a:pt x="742" y="81"/>
                  </a:lnTo>
                  <a:lnTo>
                    <a:pt x="742" y="87"/>
                  </a:lnTo>
                  <a:lnTo>
                    <a:pt x="743" y="94"/>
                  </a:lnTo>
                  <a:lnTo>
                    <a:pt x="744" y="101"/>
                  </a:lnTo>
                  <a:lnTo>
                    <a:pt x="746" y="109"/>
                  </a:lnTo>
                  <a:lnTo>
                    <a:pt x="748" y="116"/>
                  </a:lnTo>
                  <a:lnTo>
                    <a:pt x="751" y="121"/>
                  </a:lnTo>
                  <a:lnTo>
                    <a:pt x="754" y="123"/>
                  </a:lnTo>
                  <a:lnTo>
                    <a:pt x="757" y="126"/>
                  </a:lnTo>
                  <a:lnTo>
                    <a:pt x="758" y="132"/>
                  </a:lnTo>
                  <a:lnTo>
                    <a:pt x="759" y="141"/>
                  </a:lnTo>
                  <a:lnTo>
                    <a:pt x="761" y="148"/>
                  </a:lnTo>
                  <a:lnTo>
                    <a:pt x="759" y="154"/>
                  </a:lnTo>
                  <a:lnTo>
                    <a:pt x="751" y="162"/>
                  </a:lnTo>
                  <a:lnTo>
                    <a:pt x="744" y="170"/>
                  </a:lnTo>
                  <a:lnTo>
                    <a:pt x="740" y="174"/>
                  </a:lnTo>
                  <a:lnTo>
                    <a:pt x="737" y="176"/>
                  </a:lnTo>
                  <a:lnTo>
                    <a:pt x="738" y="180"/>
                  </a:lnTo>
                  <a:lnTo>
                    <a:pt x="740" y="187"/>
                  </a:lnTo>
                  <a:lnTo>
                    <a:pt x="739" y="195"/>
                  </a:lnTo>
                  <a:lnTo>
                    <a:pt x="733" y="202"/>
                  </a:lnTo>
                  <a:lnTo>
                    <a:pt x="726" y="209"/>
                  </a:lnTo>
                  <a:lnTo>
                    <a:pt x="720" y="216"/>
                  </a:lnTo>
                  <a:lnTo>
                    <a:pt x="714" y="223"/>
                  </a:lnTo>
                  <a:lnTo>
                    <a:pt x="712" y="226"/>
                  </a:lnTo>
                  <a:lnTo>
                    <a:pt x="710" y="229"/>
                  </a:lnTo>
                  <a:lnTo>
                    <a:pt x="708" y="231"/>
                  </a:lnTo>
                  <a:lnTo>
                    <a:pt x="706" y="234"/>
                  </a:lnTo>
                  <a:lnTo>
                    <a:pt x="704" y="238"/>
                  </a:lnTo>
                  <a:lnTo>
                    <a:pt x="703" y="242"/>
                  </a:lnTo>
                  <a:lnTo>
                    <a:pt x="702" y="248"/>
                  </a:lnTo>
                  <a:lnTo>
                    <a:pt x="701" y="256"/>
                  </a:lnTo>
                  <a:lnTo>
                    <a:pt x="698" y="268"/>
                  </a:lnTo>
                  <a:lnTo>
                    <a:pt x="692" y="272"/>
                  </a:lnTo>
                  <a:lnTo>
                    <a:pt x="685" y="272"/>
                  </a:lnTo>
                  <a:lnTo>
                    <a:pt x="682" y="271"/>
                  </a:lnTo>
                  <a:lnTo>
                    <a:pt x="682" y="273"/>
                  </a:lnTo>
                  <a:lnTo>
                    <a:pt x="682" y="278"/>
                  </a:lnTo>
                  <a:lnTo>
                    <a:pt x="682" y="284"/>
                  </a:lnTo>
                  <a:lnTo>
                    <a:pt x="679" y="290"/>
                  </a:lnTo>
                  <a:lnTo>
                    <a:pt x="675" y="294"/>
                  </a:lnTo>
                  <a:lnTo>
                    <a:pt x="670" y="298"/>
                  </a:lnTo>
                  <a:lnTo>
                    <a:pt x="664" y="301"/>
                  </a:lnTo>
                  <a:lnTo>
                    <a:pt x="659" y="303"/>
                  </a:lnTo>
                  <a:lnTo>
                    <a:pt x="653" y="304"/>
                  </a:lnTo>
                  <a:lnTo>
                    <a:pt x="645" y="307"/>
                  </a:lnTo>
                  <a:lnTo>
                    <a:pt x="635" y="309"/>
                  </a:lnTo>
                  <a:lnTo>
                    <a:pt x="625" y="312"/>
                  </a:lnTo>
                  <a:lnTo>
                    <a:pt x="613" y="314"/>
                  </a:lnTo>
                  <a:lnTo>
                    <a:pt x="604" y="316"/>
                  </a:lnTo>
                  <a:lnTo>
                    <a:pt x="596" y="315"/>
                  </a:lnTo>
                  <a:lnTo>
                    <a:pt x="591" y="313"/>
                  </a:lnTo>
                  <a:lnTo>
                    <a:pt x="588" y="312"/>
                  </a:lnTo>
                  <a:lnTo>
                    <a:pt x="590" y="318"/>
                  </a:lnTo>
                  <a:lnTo>
                    <a:pt x="591" y="326"/>
                  </a:lnTo>
                  <a:lnTo>
                    <a:pt x="587" y="331"/>
                  </a:lnTo>
                  <a:lnTo>
                    <a:pt x="580" y="330"/>
                  </a:lnTo>
                  <a:lnTo>
                    <a:pt x="576" y="329"/>
                  </a:lnTo>
                  <a:lnTo>
                    <a:pt x="571" y="329"/>
                  </a:lnTo>
                  <a:lnTo>
                    <a:pt x="563" y="333"/>
                  </a:lnTo>
                  <a:lnTo>
                    <a:pt x="556" y="338"/>
                  </a:lnTo>
                  <a:lnTo>
                    <a:pt x="550" y="338"/>
                  </a:lnTo>
                  <a:lnTo>
                    <a:pt x="543" y="338"/>
                  </a:lnTo>
                  <a:lnTo>
                    <a:pt x="534" y="341"/>
                  </a:lnTo>
                  <a:lnTo>
                    <a:pt x="528" y="344"/>
                  </a:lnTo>
                  <a:lnTo>
                    <a:pt x="522" y="346"/>
                  </a:lnTo>
                  <a:lnTo>
                    <a:pt x="515" y="346"/>
                  </a:lnTo>
                  <a:lnTo>
                    <a:pt x="510" y="346"/>
                  </a:lnTo>
                  <a:lnTo>
                    <a:pt x="506" y="345"/>
                  </a:lnTo>
                  <a:lnTo>
                    <a:pt x="502" y="344"/>
                  </a:lnTo>
                  <a:lnTo>
                    <a:pt x="500" y="343"/>
                  </a:lnTo>
                  <a:lnTo>
                    <a:pt x="499" y="341"/>
                  </a:lnTo>
                  <a:lnTo>
                    <a:pt x="496" y="340"/>
                  </a:lnTo>
                  <a:lnTo>
                    <a:pt x="488" y="341"/>
                  </a:lnTo>
                  <a:lnTo>
                    <a:pt x="480" y="344"/>
                  </a:lnTo>
                  <a:lnTo>
                    <a:pt x="474" y="350"/>
                  </a:lnTo>
                  <a:lnTo>
                    <a:pt x="469" y="355"/>
                  </a:lnTo>
                  <a:lnTo>
                    <a:pt x="463" y="359"/>
                  </a:lnTo>
                  <a:lnTo>
                    <a:pt x="457" y="363"/>
                  </a:lnTo>
                  <a:lnTo>
                    <a:pt x="453" y="367"/>
                  </a:lnTo>
                  <a:lnTo>
                    <a:pt x="448" y="372"/>
                  </a:lnTo>
                  <a:lnTo>
                    <a:pt x="439" y="374"/>
                  </a:lnTo>
                  <a:lnTo>
                    <a:pt x="431" y="375"/>
                  </a:lnTo>
                  <a:lnTo>
                    <a:pt x="427" y="373"/>
                  </a:lnTo>
                  <a:lnTo>
                    <a:pt x="424" y="369"/>
                  </a:lnTo>
                  <a:lnTo>
                    <a:pt x="418" y="366"/>
                  </a:lnTo>
                  <a:lnTo>
                    <a:pt x="412" y="363"/>
                  </a:lnTo>
                  <a:lnTo>
                    <a:pt x="408" y="363"/>
                  </a:lnTo>
                  <a:lnTo>
                    <a:pt x="406" y="364"/>
                  </a:lnTo>
                  <a:lnTo>
                    <a:pt x="401" y="365"/>
                  </a:lnTo>
                  <a:lnTo>
                    <a:pt x="395" y="367"/>
                  </a:lnTo>
                  <a:lnTo>
                    <a:pt x="389" y="370"/>
                  </a:lnTo>
                  <a:lnTo>
                    <a:pt x="383" y="373"/>
                  </a:lnTo>
                  <a:lnTo>
                    <a:pt x="377" y="375"/>
                  </a:lnTo>
                  <a:lnTo>
                    <a:pt x="373" y="376"/>
                  </a:lnTo>
                  <a:lnTo>
                    <a:pt x="372" y="377"/>
                  </a:lnTo>
                  <a:lnTo>
                    <a:pt x="367" y="375"/>
                  </a:lnTo>
                  <a:lnTo>
                    <a:pt x="360" y="374"/>
                  </a:lnTo>
                  <a:lnTo>
                    <a:pt x="351" y="376"/>
                  </a:lnTo>
                  <a:lnTo>
                    <a:pt x="344" y="380"/>
                  </a:lnTo>
                  <a:lnTo>
                    <a:pt x="339" y="381"/>
                  </a:lnTo>
                  <a:lnTo>
                    <a:pt x="334" y="380"/>
                  </a:lnTo>
                  <a:lnTo>
                    <a:pt x="330" y="377"/>
                  </a:lnTo>
                  <a:lnTo>
                    <a:pt x="329" y="376"/>
                  </a:lnTo>
                  <a:lnTo>
                    <a:pt x="326" y="377"/>
                  </a:lnTo>
                  <a:lnTo>
                    <a:pt x="318" y="379"/>
                  </a:lnTo>
                  <a:lnTo>
                    <a:pt x="310" y="381"/>
                  </a:lnTo>
                  <a:lnTo>
                    <a:pt x="305" y="382"/>
                  </a:lnTo>
                  <a:lnTo>
                    <a:pt x="299" y="381"/>
                  </a:lnTo>
                  <a:lnTo>
                    <a:pt x="292" y="378"/>
                  </a:lnTo>
                  <a:lnTo>
                    <a:pt x="285" y="374"/>
                  </a:lnTo>
                  <a:lnTo>
                    <a:pt x="278" y="369"/>
                  </a:lnTo>
                  <a:lnTo>
                    <a:pt x="272" y="365"/>
                  </a:lnTo>
                  <a:lnTo>
                    <a:pt x="266" y="363"/>
                  </a:lnTo>
                  <a:lnTo>
                    <a:pt x="262" y="363"/>
                  </a:lnTo>
                  <a:lnTo>
                    <a:pt x="261" y="366"/>
                  </a:lnTo>
                  <a:lnTo>
                    <a:pt x="259" y="371"/>
                  </a:lnTo>
                  <a:lnTo>
                    <a:pt x="254" y="374"/>
                  </a:lnTo>
                  <a:lnTo>
                    <a:pt x="248" y="376"/>
                  </a:lnTo>
                  <a:lnTo>
                    <a:pt x="241" y="376"/>
                  </a:lnTo>
                  <a:lnTo>
                    <a:pt x="233" y="375"/>
                  </a:lnTo>
                  <a:lnTo>
                    <a:pt x="226" y="375"/>
                  </a:lnTo>
                  <a:lnTo>
                    <a:pt x="219" y="376"/>
                  </a:lnTo>
                  <a:lnTo>
                    <a:pt x="216" y="378"/>
                  </a:lnTo>
                  <a:lnTo>
                    <a:pt x="210" y="381"/>
                  </a:lnTo>
                  <a:lnTo>
                    <a:pt x="203" y="377"/>
                  </a:lnTo>
                  <a:lnTo>
                    <a:pt x="197" y="372"/>
                  </a:lnTo>
                  <a:lnTo>
                    <a:pt x="195" y="371"/>
                  </a:lnTo>
                  <a:lnTo>
                    <a:pt x="193" y="371"/>
                  </a:lnTo>
                  <a:lnTo>
                    <a:pt x="189" y="371"/>
                  </a:lnTo>
                  <a:lnTo>
                    <a:pt x="182" y="371"/>
                  </a:lnTo>
                  <a:lnTo>
                    <a:pt x="174" y="371"/>
                  </a:lnTo>
                  <a:lnTo>
                    <a:pt x="165" y="371"/>
                  </a:lnTo>
                  <a:lnTo>
                    <a:pt x="158" y="372"/>
                  </a:lnTo>
                  <a:lnTo>
                    <a:pt x="153" y="373"/>
                  </a:lnTo>
                  <a:lnTo>
                    <a:pt x="150" y="375"/>
                  </a:lnTo>
                  <a:lnTo>
                    <a:pt x="149" y="378"/>
                  </a:lnTo>
                  <a:lnTo>
                    <a:pt x="147" y="381"/>
                  </a:lnTo>
                  <a:lnTo>
                    <a:pt x="145" y="385"/>
                  </a:lnTo>
                  <a:lnTo>
                    <a:pt x="144" y="389"/>
                  </a:lnTo>
                  <a:lnTo>
                    <a:pt x="142" y="393"/>
                  </a:lnTo>
                  <a:lnTo>
                    <a:pt x="140" y="397"/>
                  </a:lnTo>
                  <a:lnTo>
                    <a:pt x="138" y="401"/>
                  </a:lnTo>
                  <a:lnTo>
                    <a:pt x="137" y="406"/>
                  </a:lnTo>
                  <a:lnTo>
                    <a:pt x="133" y="407"/>
                  </a:lnTo>
                  <a:lnTo>
                    <a:pt x="125" y="409"/>
                  </a:lnTo>
                  <a:lnTo>
                    <a:pt x="116" y="411"/>
                  </a:lnTo>
                  <a:lnTo>
                    <a:pt x="112" y="412"/>
                  </a:lnTo>
                  <a:lnTo>
                    <a:pt x="108" y="411"/>
                  </a:lnTo>
                  <a:lnTo>
                    <a:pt x="105" y="409"/>
                  </a:lnTo>
                  <a:lnTo>
                    <a:pt x="101" y="406"/>
                  </a:lnTo>
                  <a:lnTo>
                    <a:pt x="96" y="402"/>
                  </a:lnTo>
                  <a:lnTo>
                    <a:pt x="93" y="399"/>
                  </a:lnTo>
                  <a:lnTo>
                    <a:pt x="94" y="397"/>
                  </a:lnTo>
                  <a:lnTo>
                    <a:pt x="92" y="393"/>
                  </a:lnTo>
                  <a:lnTo>
                    <a:pt x="85" y="383"/>
                  </a:lnTo>
                  <a:lnTo>
                    <a:pt x="80" y="378"/>
                  </a:lnTo>
                  <a:lnTo>
                    <a:pt x="76" y="375"/>
                  </a:lnTo>
                  <a:lnTo>
                    <a:pt x="73" y="374"/>
                  </a:lnTo>
                  <a:lnTo>
                    <a:pt x="70" y="373"/>
                  </a:lnTo>
                  <a:lnTo>
                    <a:pt x="66" y="372"/>
                  </a:lnTo>
                  <a:lnTo>
                    <a:pt x="62" y="371"/>
                  </a:lnTo>
                  <a:lnTo>
                    <a:pt x="57" y="370"/>
                  </a:lnTo>
                  <a:lnTo>
                    <a:pt x="49" y="367"/>
                  </a:lnTo>
                  <a:lnTo>
                    <a:pt x="36" y="359"/>
                  </a:lnTo>
                  <a:lnTo>
                    <a:pt x="29" y="351"/>
                  </a:lnTo>
                  <a:lnTo>
                    <a:pt x="27" y="343"/>
                  </a:lnTo>
                  <a:lnTo>
                    <a:pt x="24" y="338"/>
                  </a:lnTo>
                  <a:lnTo>
                    <a:pt x="20" y="334"/>
                  </a:lnTo>
                  <a:lnTo>
                    <a:pt x="16" y="330"/>
                  </a:lnTo>
                  <a:lnTo>
                    <a:pt x="11" y="326"/>
                  </a:lnTo>
                  <a:lnTo>
                    <a:pt x="6" y="320"/>
                  </a:lnTo>
                  <a:lnTo>
                    <a:pt x="2" y="315"/>
                  </a:lnTo>
                  <a:lnTo>
                    <a:pt x="0" y="311"/>
                  </a:lnTo>
                  <a:lnTo>
                    <a:pt x="0" y="307"/>
                  </a:lnTo>
                  <a:lnTo>
                    <a:pt x="3" y="304"/>
                  </a:lnTo>
                  <a:lnTo>
                    <a:pt x="4" y="302"/>
                  </a:lnTo>
                  <a:lnTo>
                    <a:pt x="6" y="297"/>
                  </a:lnTo>
                  <a:lnTo>
                    <a:pt x="8" y="291"/>
                  </a:lnTo>
                  <a:lnTo>
                    <a:pt x="9" y="282"/>
                  </a:lnTo>
                  <a:lnTo>
                    <a:pt x="11" y="275"/>
                  </a:lnTo>
                  <a:lnTo>
                    <a:pt x="12" y="268"/>
                  </a:lnTo>
                  <a:lnTo>
                    <a:pt x="12" y="264"/>
                  </a:lnTo>
                  <a:lnTo>
                    <a:pt x="12" y="262"/>
                  </a:lnTo>
                  <a:lnTo>
                    <a:pt x="10" y="258"/>
                  </a:lnTo>
                  <a:lnTo>
                    <a:pt x="11" y="249"/>
                  </a:lnTo>
                  <a:lnTo>
                    <a:pt x="14" y="240"/>
                  </a:lnTo>
                  <a:lnTo>
                    <a:pt x="19" y="235"/>
                  </a:lnTo>
                  <a:lnTo>
                    <a:pt x="25" y="233"/>
                  </a:lnTo>
                  <a:lnTo>
                    <a:pt x="31" y="228"/>
                  </a:lnTo>
                  <a:lnTo>
                    <a:pt x="36" y="221"/>
                  </a:lnTo>
                  <a:lnTo>
                    <a:pt x="42" y="213"/>
                  </a:lnTo>
                  <a:lnTo>
                    <a:pt x="48" y="206"/>
                  </a:lnTo>
                  <a:lnTo>
                    <a:pt x="55" y="199"/>
                  </a:lnTo>
                  <a:lnTo>
                    <a:pt x="63" y="195"/>
                  </a:lnTo>
                  <a:lnTo>
                    <a:pt x="73" y="194"/>
                  </a:lnTo>
                  <a:close/>
                </a:path>
              </a:pathLst>
            </a:custGeom>
            <a:solidFill>
              <a:srgbClr val="99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24" name="Freeform 723">
              <a:extLst>
                <a:ext uri="{FF2B5EF4-FFF2-40B4-BE49-F238E27FC236}">
                  <a16:creationId xmlns:a16="http://schemas.microsoft.com/office/drawing/2014/main" id="{E6C59A9B-D01E-AF15-0E64-53AA8C3BA5B2}"/>
                </a:ext>
              </a:extLst>
            </p:cNvPr>
            <p:cNvSpPr>
              <a:spLocks/>
            </p:cNvSpPr>
            <p:nvPr/>
          </p:nvSpPr>
          <p:spPr bwMode="auto">
            <a:xfrm>
              <a:off x="2266" y="4198"/>
              <a:ext cx="191" cy="103"/>
            </a:xfrm>
            <a:custGeom>
              <a:avLst/>
              <a:gdLst>
                <a:gd name="T0" fmla="*/ 0 w 761"/>
                <a:gd name="T1" fmla="*/ 0 h 412"/>
                <a:gd name="T2" fmla="*/ 0 w 761"/>
                <a:gd name="T3" fmla="*/ 0 h 412"/>
                <a:gd name="T4" fmla="*/ 0 w 761"/>
                <a:gd name="T5" fmla="*/ 0 h 412"/>
                <a:gd name="T6" fmla="*/ 0 w 761"/>
                <a:gd name="T7" fmla="*/ 0 h 412"/>
                <a:gd name="T8" fmla="*/ 0 w 761"/>
                <a:gd name="T9" fmla="*/ 0 h 412"/>
                <a:gd name="T10" fmla="*/ 0 w 761"/>
                <a:gd name="T11" fmla="*/ 0 h 412"/>
                <a:gd name="T12" fmla="*/ 0 w 761"/>
                <a:gd name="T13" fmla="*/ 0 h 412"/>
                <a:gd name="T14" fmla="*/ 0 w 761"/>
                <a:gd name="T15" fmla="*/ 0 h 412"/>
                <a:gd name="T16" fmla="*/ 0 w 761"/>
                <a:gd name="T17" fmla="*/ 0 h 412"/>
                <a:gd name="T18" fmla="*/ 0 w 761"/>
                <a:gd name="T19" fmla="*/ 0 h 412"/>
                <a:gd name="T20" fmla="*/ 0 w 761"/>
                <a:gd name="T21" fmla="*/ 0 h 412"/>
                <a:gd name="T22" fmla="*/ 0 w 761"/>
                <a:gd name="T23" fmla="*/ 0 h 412"/>
                <a:gd name="T24" fmla="*/ 0 w 761"/>
                <a:gd name="T25" fmla="*/ 0 h 412"/>
                <a:gd name="T26" fmla="*/ 0 w 761"/>
                <a:gd name="T27" fmla="*/ 0 h 412"/>
                <a:gd name="T28" fmla="*/ 0 w 761"/>
                <a:gd name="T29" fmla="*/ 0 h 412"/>
                <a:gd name="T30" fmla="*/ 0 w 761"/>
                <a:gd name="T31" fmla="*/ 0 h 412"/>
                <a:gd name="T32" fmla="*/ 0 w 761"/>
                <a:gd name="T33" fmla="*/ 0 h 412"/>
                <a:gd name="T34" fmla="*/ 0 w 761"/>
                <a:gd name="T35" fmla="*/ 0 h 412"/>
                <a:gd name="T36" fmla="*/ 0 w 761"/>
                <a:gd name="T37" fmla="*/ 0 h 412"/>
                <a:gd name="T38" fmla="*/ 0 w 761"/>
                <a:gd name="T39" fmla="*/ 0 h 412"/>
                <a:gd name="T40" fmla="*/ 0 w 761"/>
                <a:gd name="T41" fmla="*/ 0 h 412"/>
                <a:gd name="T42" fmla="*/ 0 w 761"/>
                <a:gd name="T43" fmla="*/ 0 h 412"/>
                <a:gd name="T44" fmla="*/ 0 w 761"/>
                <a:gd name="T45" fmla="*/ 0 h 412"/>
                <a:gd name="T46" fmla="*/ 0 w 761"/>
                <a:gd name="T47" fmla="*/ 0 h 412"/>
                <a:gd name="T48" fmla="*/ 0 w 761"/>
                <a:gd name="T49" fmla="*/ 0 h 412"/>
                <a:gd name="T50" fmla="*/ 0 w 761"/>
                <a:gd name="T51" fmla="*/ 0 h 412"/>
                <a:gd name="T52" fmla="*/ 0 w 761"/>
                <a:gd name="T53" fmla="*/ 0 h 412"/>
                <a:gd name="T54" fmla="*/ 0 w 761"/>
                <a:gd name="T55" fmla="*/ 0 h 412"/>
                <a:gd name="T56" fmla="*/ 0 w 761"/>
                <a:gd name="T57" fmla="*/ 0 h 412"/>
                <a:gd name="T58" fmla="*/ 0 w 761"/>
                <a:gd name="T59" fmla="*/ 0 h 412"/>
                <a:gd name="T60" fmla="*/ 0 w 761"/>
                <a:gd name="T61" fmla="*/ 0 h 412"/>
                <a:gd name="T62" fmla="*/ 0 w 761"/>
                <a:gd name="T63" fmla="*/ 0 h 412"/>
                <a:gd name="T64" fmla="*/ 0 w 761"/>
                <a:gd name="T65" fmla="*/ 0 h 412"/>
                <a:gd name="T66" fmla="*/ 0 w 761"/>
                <a:gd name="T67" fmla="*/ 0 h 412"/>
                <a:gd name="T68" fmla="*/ 0 w 761"/>
                <a:gd name="T69" fmla="*/ 0 h 412"/>
                <a:gd name="T70" fmla="*/ 0 w 761"/>
                <a:gd name="T71" fmla="*/ 0 h 412"/>
                <a:gd name="T72" fmla="*/ 0 w 761"/>
                <a:gd name="T73" fmla="*/ 0 h 412"/>
                <a:gd name="T74" fmla="*/ 0 w 761"/>
                <a:gd name="T75" fmla="*/ 0 h 412"/>
                <a:gd name="T76" fmla="*/ 0 w 761"/>
                <a:gd name="T77" fmla="*/ 0 h 412"/>
                <a:gd name="T78" fmla="*/ 0 w 761"/>
                <a:gd name="T79" fmla="*/ 0 h 412"/>
                <a:gd name="T80" fmla="*/ 0 w 761"/>
                <a:gd name="T81" fmla="*/ 0 h 412"/>
                <a:gd name="T82" fmla="*/ 0 w 761"/>
                <a:gd name="T83" fmla="*/ 0 h 412"/>
                <a:gd name="T84" fmla="*/ 0 w 761"/>
                <a:gd name="T85" fmla="*/ 0 h 412"/>
                <a:gd name="T86" fmla="*/ 0 w 761"/>
                <a:gd name="T87" fmla="*/ 0 h 412"/>
                <a:gd name="T88" fmla="*/ 0 w 761"/>
                <a:gd name="T89" fmla="*/ 0 h 412"/>
                <a:gd name="T90" fmla="*/ 0 w 761"/>
                <a:gd name="T91" fmla="*/ 0 h 412"/>
                <a:gd name="T92" fmla="*/ 0 w 761"/>
                <a:gd name="T93" fmla="*/ 0 h 412"/>
                <a:gd name="T94" fmla="*/ 0 w 761"/>
                <a:gd name="T95" fmla="*/ 0 h 412"/>
                <a:gd name="T96" fmla="*/ 0 w 761"/>
                <a:gd name="T97" fmla="*/ 0 h 412"/>
                <a:gd name="T98" fmla="*/ 0 w 761"/>
                <a:gd name="T99" fmla="*/ 0 h 412"/>
                <a:gd name="T100" fmla="*/ 0 w 761"/>
                <a:gd name="T101" fmla="*/ 0 h 412"/>
                <a:gd name="T102" fmla="*/ 0 w 761"/>
                <a:gd name="T103" fmla="*/ 0 h 412"/>
                <a:gd name="T104" fmla="*/ 0 w 761"/>
                <a:gd name="T105" fmla="*/ 0 h 412"/>
                <a:gd name="T106" fmla="*/ 0 w 761"/>
                <a:gd name="T107" fmla="*/ 0 h 412"/>
                <a:gd name="T108" fmla="*/ 0 w 761"/>
                <a:gd name="T109" fmla="*/ 0 h 4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61" h="412">
                  <a:moveTo>
                    <a:pt x="73" y="194"/>
                  </a:moveTo>
                  <a:lnTo>
                    <a:pt x="73" y="194"/>
                  </a:lnTo>
                  <a:lnTo>
                    <a:pt x="75" y="194"/>
                  </a:lnTo>
                  <a:lnTo>
                    <a:pt x="81" y="191"/>
                  </a:lnTo>
                  <a:lnTo>
                    <a:pt x="88" y="185"/>
                  </a:lnTo>
                  <a:lnTo>
                    <a:pt x="95" y="173"/>
                  </a:lnTo>
                  <a:lnTo>
                    <a:pt x="98" y="166"/>
                  </a:lnTo>
                  <a:lnTo>
                    <a:pt x="100" y="160"/>
                  </a:lnTo>
                  <a:lnTo>
                    <a:pt x="101" y="155"/>
                  </a:lnTo>
                  <a:lnTo>
                    <a:pt x="102" y="150"/>
                  </a:lnTo>
                  <a:lnTo>
                    <a:pt x="103" y="147"/>
                  </a:lnTo>
                  <a:lnTo>
                    <a:pt x="104" y="144"/>
                  </a:lnTo>
                  <a:lnTo>
                    <a:pt x="107" y="143"/>
                  </a:lnTo>
                  <a:lnTo>
                    <a:pt x="110" y="142"/>
                  </a:lnTo>
                  <a:lnTo>
                    <a:pt x="114" y="142"/>
                  </a:lnTo>
                  <a:lnTo>
                    <a:pt x="117" y="141"/>
                  </a:lnTo>
                  <a:lnTo>
                    <a:pt x="120" y="140"/>
                  </a:lnTo>
                  <a:lnTo>
                    <a:pt x="125" y="139"/>
                  </a:lnTo>
                  <a:lnTo>
                    <a:pt x="128" y="137"/>
                  </a:lnTo>
                  <a:lnTo>
                    <a:pt x="132" y="134"/>
                  </a:lnTo>
                  <a:lnTo>
                    <a:pt x="137" y="132"/>
                  </a:lnTo>
                  <a:lnTo>
                    <a:pt x="142" y="130"/>
                  </a:lnTo>
                  <a:lnTo>
                    <a:pt x="150" y="124"/>
                  </a:lnTo>
                  <a:lnTo>
                    <a:pt x="153" y="118"/>
                  </a:lnTo>
                  <a:lnTo>
                    <a:pt x="154" y="113"/>
                  </a:lnTo>
                  <a:lnTo>
                    <a:pt x="158" y="109"/>
                  </a:lnTo>
                  <a:lnTo>
                    <a:pt x="165" y="106"/>
                  </a:lnTo>
                  <a:lnTo>
                    <a:pt x="174" y="105"/>
                  </a:lnTo>
                  <a:lnTo>
                    <a:pt x="181" y="104"/>
                  </a:lnTo>
                  <a:lnTo>
                    <a:pt x="188" y="104"/>
                  </a:lnTo>
                  <a:lnTo>
                    <a:pt x="194" y="103"/>
                  </a:lnTo>
                  <a:lnTo>
                    <a:pt x="201" y="101"/>
                  </a:lnTo>
                  <a:lnTo>
                    <a:pt x="209" y="97"/>
                  </a:lnTo>
                  <a:lnTo>
                    <a:pt x="216" y="91"/>
                  </a:lnTo>
                  <a:lnTo>
                    <a:pt x="221" y="90"/>
                  </a:lnTo>
                  <a:lnTo>
                    <a:pt x="229" y="88"/>
                  </a:lnTo>
                  <a:lnTo>
                    <a:pt x="239" y="87"/>
                  </a:lnTo>
                  <a:lnTo>
                    <a:pt x="246" y="88"/>
                  </a:lnTo>
                  <a:lnTo>
                    <a:pt x="250" y="87"/>
                  </a:lnTo>
                  <a:lnTo>
                    <a:pt x="253" y="81"/>
                  </a:lnTo>
                  <a:lnTo>
                    <a:pt x="260" y="75"/>
                  </a:lnTo>
                  <a:lnTo>
                    <a:pt x="273" y="73"/>
                  </a:lnTo>
                  <a:lnTo>
                    <a:pt x="281" y="72"/>
                  </a:lnTo>
                  <a:lnTo>
                    <a:pt x="288" y="71"/>
                  </a:lnTo>
                  <a:lnTo>
                    <a:pt x="294" y="68"/>
                  </a:lnTo>
                  <a:lnTo>
                    <a:pt x="300" y="64"/>
                  </a:lnTo>
                  <a:lnTo>
                    <a:pt x="305" y="61"/>
                  </a:lnTo>
                  <a:lnTo>
                    <a:pt x="309" y="59"/>
                  </a:lnTo>
                  <a:lnTo>
                    <a:pt x="313" y="58"/>
                  </a:lnTo>
                  <a:lnTo>
                    <a:pt x="316" y="59"/>
                  </a:lnTo>
                  <a:lnTo>
                    <a:pt x="319" y="60"/>
                  </a:lnTo>
                  <a:lnTo>
                    <a:pt x="323" y="59"/>
                  </a:lnTo>
                  <a:lnTo>
                    <a:pt x="326" y="57"/>
                  </a:lnTo>
                  <a:lnTo>
                    <a:pt x="329" y="54"/>
                  </a:lnTo>
                  <a:lnTo>
                    <a:pt x="333" y="52"/>
                  </a:lnTo>
                  <a:lnTo>
                    <a:pt x="338" y="50"/>
                  </a:lnTo>
                  <a:lnTo>
                    <a:pt x="343" y="49"/>
                  </a:lnTo>
                  <a:lnTo>
                    <a:pt x="349" y="49"/>
                  </a:lnTo>
                  <a:lnTo>
                    <a:pt x="355" y="50"/>
                  </a:lnTo>
                  <a:lnTo>
                    <a:pt x="360" y="49"/>
                  </a:lnTo>
                  <a:lnTo>
                    <a:pt x="365" y="48"/>
                  </a:lnTo>
                  <a:lnTo>
                    <a:pt x="371" y="47"/>
                  </a:lnTo>
                  <a:lnTo>
                    <a:pt x="375" y="45"/>
                  </a:lnTo>
                  <a:lnTo>
                    <a:pt x="378" y="43"/>
                  </a:lnTo>
                  <a:lnTo>
                    <a:pt x="382" y="42"/>
                  </a:lnTo>
                  <a:lnTo>
                    <a:pt x="385" y="42"/>
                  </a:lnTo>
                  <a:lnTo>
                    <a:pt x="391" y="44"/>
                  </a:lnTo>
                  <a:lnTo>
                    <a:pt x="397" y="45"/>
                  </a:lnTo>
                  <a:lnTo>
                    <a:pt x="403" y="46"/>
                  </a:lnTo>
                  <a:lnTo>
                    <a:pt x="408" y="47"/>
                  </a:lnTo>
                  <a:lnTo>
                    <a:pt x="413" y="46"/>
                  </a:lnTo>
                  <a:lnTo>
                    <a:pt x="417" y="42"/>
                  </a:lnTo>
                  <a:lnTo>
                    <a:pt x="424" y="39"/>
                  </a:lnTo>
                  <a:lnTo>
                    <a:pt x="430" y="37"/>
                  </a:lnTo>
                  <a:lnTo>
                    <a:pt x="434" y="37"/>
                  </a:lnTo>
                  <a:lnTo>
                    <a:pt x="439" y="36"/>
                  </a:lnTo>
                  <a:lnTo>
                    <a:pt x="445" y="34"/>
                  </a:lnTo>
                  <a:lnTo>
                    <a:pt x="451" y="33"/>
                  </a:lnTo>
                  <a:lnTo>
                    <a:pt x="456" y="33"/>
                  </a:lnTo>
                  <a:lnTo>
                    <a:pt x="461" y="32"/>
                  </a:lnTo>
                  <a:lnTo>
                    <a:pt x="464" y="31"/>
                  </a:lnTo>
                  <a:lnTo>
                    <a:pt x="465" y="31"/>
                  </a:lnTo>
                  <a:lnTo>
                    <a:pt x="468" y="20"/>
                  </a:lnTo>
                  <a:lnTo>
                    <a:pt x="472" y="14"/>
                  </a:lnTo>
                  <a:lnTo>
                    <a:pt x="476" y="12"/>
                  </a:lnTo>
                  <a:lnTo>
                    <a:pt x="479" y="13"/>
                  </a:lnTo>
                  <a:lnTo>
                    <a:pt x="483" y="16"/>
                  </a:lnTo>
                  <a:lnTo>
                    <a:pt x="485" y="19"/>
                  </a:lnTo>
                  <a:lnTo>
                    <a:pt x="487" y="22"/>
                  </a:lnTo>
                  <a:lnTo>
                    <a:pt x="488" y="23"/>
                  </a:lnTo>
                  <a:lnTo>
                    <a:pt x="495" y="23"/>
                  </a:lnTo>
                  <a:lnTo>
                    <a:pt x="503" y="23"/>
                  </a:lnTo>
                  <a:lnTo>
                    <a:pt x="511" y="20"/>
                  </a:lnTo>
                  <a:lnTo>
                    <a:pt x="516" y="14"/>
                  </a:lnTo>
                  <a:lnTo>
                    <a:pt x="518" y="11"/>
                  </a:lnTo>
                  <a:lnTo>
                    <a:pt x="522" y="10"/>
                  </a:lnTo>
                  <a:lnTo>
                    <a:pt x="526" y="10"/>
                  </a:lnTo>
                  <a:lnTo>
                    <a:pt x="529" y="10"/>
                  </a:lnTo>
                  <a:lnTo>
                    <a:pt x="534" y="10"/>
                  </a:lnTo>
                  <a:lnTo>
                    <a:pt x="538" y="11"/>
                  </a:lnTo>
                  <a:lnTo>
                    <a:pt x="542" y="10"/>
                  </a:lnTo>
                  <a:lnTo>
                    <a:pt x="547" y="9"/>
                  </a:lnTo>
                  <a:lnTo>
                    <a:pt x="552" y="7"/>
                  </a:lnTo>
                  <a:lnTo>
                    <a:pt x="559" y="5"/>
                  </a:lnTo>
                  <a:lnTo>
                    <a:pt x="566" y="4"/>
                  </a:lnTo>
                  <a:lnTo>
                    <a:pt x="574" y="2"/>
                  </a:lnTo>
                  <a:lnTo>
                    <a:pt x="582" y="1"/>
                  </a:lnTo>
                  <a:lnTo>
                    <a:pt x="590" y="0"/>
                  </a:lnTo>
                  <a:lnTo>
                    <a:pt x="597" y="0"/>
                  </a:lnTo>
                  <a:lnTo>
                    <a:pt x="603" y="1"/>
                  </a:lnTo>
                  <a:lnTo>
                    <a:pt x="609" y="2"/>
                  </a:lnTo>
                  <a:lnTo>
                    <a:pt x="616" y="2"/>
                  </a:lnTo>
                  <a:lnTo>
                    <a:pt x="625" y="1"/>
                  </a:lnTo>
                  <a:lnTo>
                    <a:pt x="632" y="1"/>
                  </a:lnTo>
                  <a:lnTo>
                    <a:pt x="639" y="1"/>
                  </a:lnTo>
                  <a:lnTo>
                    <a:pt x="646" y="1"/>
                  </a:lnTo>
                  <a:lnTo>
                    <a:pt x="651" y="1"/>
                  </a:lnTo>
                  <a:lnTo>
                    <a:pt x="654" y="3"/>
                  </a:lnTo>
                  <a:lnTo>
                    <a:pt x="658" y="9"/>
                  </a:lnTo>
                  <a:lnTo>
                    <a:pt x="663" y="16"/>
                  </a:lnTo>
                  <a:lnTo>
                    <a:pt x="668" y="23"/>
                  </a:lnTo>
                  <a:lnTo>
                    <a:pt x="675" y="28"/>
                  </a:lnTo>
                  <a:lnTo>
                    <a:pt x="679" y="33"/>
                  </a:lnTo>
                  <a:lnTo>
                    <a:pt x="681" y="38"/>
                  </a:lnTo>
                  <a:lnTo>
                    <a:pt x="686" y="41"/>
                  </a:lnTo>
                  <a:lnTo>
                    <a:pt x="699" y="42"/>
                  </a:lnTo>
                  <a:lnTo>
                    <a:pt x="703" y="42"/>
                  </a:lnTo>
                  <a:lnTo>
                    <a:pt x="709" y="43"/>
                  </a:lnTo>
                  <a:lnTo>
                    <a:pt x="715" y="44"/>
                  </a:lnTo>
                  <a:lnTo>
                    <a:pt x="723" y="46"/>
                  </a:lnTo>
                  <a:lnTo>
                    <a:pt x="730" y="49"/>
                  </a:lnTo>
                  <a:lnTo>
                    <a:pt x="735" y="51"/>
                  </a:lnTo>
                  <a:lnTo>
                    <a:pt x="740" y="54"/>
                  </a:lnTo>
                  <a:lnTo>
                    <a:pt x="743" y="58"/>
                  </a:lnTo>
                  <a:lnTo>
                    <a:pt x="747" y="65"/>
                  </a:lnTo>
                  <a:lnTo>
                    <a:pt x="749" y="72"/>
                  </a:lnTo>
                  <a:lnTo>
                    <a:pt x="749" y="77"/>
                  </a:lnTo>
                  <a:lnTo>
                    <a:pt x="743" y="79"/>
                  </a:lnTo>
                  <a:lnTo>
                    <a:pt x="742" y="81"/>
                  </a:lnTo>
                  <a:lnTo>
                    <a:pt x="742" y="87"/>
                  </a:lnTo>
                  <a:lnTo>
                    <a:pt x="743" y="94"/>
                  </a:lnTo>
                  <a:lnTo>
                    <a:pt x="744" y="101"/>
                  </a:lnTo>
                  <a:lnTo>
                    <a:pt x="746" y="109"/>
                  </a:lnTo>
                  <a:lnTo>
                    <a:pt x="748" y="116"/>
                  </a:lnTo>
                  <a:lnTo>
                    <a:pt x="751" y="121"/>
                  </a:lnTo>
                  <a:lnTo>
                    <a:pt x="754" y="123"/>
                  </a:lnTo>
                  <a:lnTo>
                    <a:pt x="757" y="126"/>
                  </a:lnTo>
                  <a:lnTo>
                    <a:pt x="758" y="132"/>
                  </a:lnTo>
                  <a:lnTo>
                    <a:pt x="759" y="141"/>
                  </a:lnTo>
                  <a:lnTo>
                    <a:pt x="761" y="148"/>
                  </a:lnTo>
                  <a:lnTo>
                    <a:pt x="759" y="154"/>
                  </a:lnTo>
                  <a:lnTo>
                    <a:pt x="751" y="162"/>
                  </a:lnTo>
                  <a:lnTo>
                    <a:pt x="744" y="170"/>
                  </a:lnTo>
                  <a:lnTo>
                    <a:pt x="740" y="174"/>
                  </a:lnTo>
                  <a:lnTo>
                    <a:pt x="737" y="176"/>
                  </a:lnTo>
                  <a:lnTo>
                    <a:pt x="738" y="180"/>
                  </a:lnTo>
                  <a:lnTo>
                    <a:pt x="740" y="187"/>
                  </a:lnTo>
                  <a:lnTo>
                    <a:pt x="739" y="195"/>
                  </a:lnTo>
                  <a:lnTo>
                    <a:pt x="733" y="202"/>
                  </a:lnTo>
                  <a:lnTo>
                    <a:pt x="726" y="209"/>
                  </a:lnTo>
                  <a:lnTo>
                    <a:pt x="720" y="216"/>
                  </a:lnTo>
                  <a:lnTo>
                    <a:pt x="714" y="223"/>
                  </a:lnTo>
                  <a:lnTo>
                    <a:pt x="712" y="226"/>
                  </a:lnTo>
                  <a:lnTo>
                    <a:pt x="710" y="229"/>
                  </a:lnTo>
                  <a:lnTo>
                    <a:pt x="708" y="231"/>
                  </a:lnTo>
                  <a:lnTo>
                    <a:pt x="706" y="234"/>
                  </a:lnTo>
                  <a:lnTo>
                    <a:pt x="704" y="238"/>
                  </a:lnTo>
                  <a:lnTo>
                    <a:pt x="703" y="242"/>
                  </a:lnTo>
                  <a:lnTo>
                    <a:pt x="702" y="248"/>
                  </a:lnTo>
                  <a:lnTo>
                    <a:pt x="701" y="256"/>
                  </a:lnTo>
                  <a:lnTo>
                    <a:pt x="698" y="268"/>
                  </a:lnTo>
                  <a:lnTo>
                    <a:pt x="692" y="272"/>
                  </a:lnTo>
                  <a:lnTo>
                    <a:pt x="685" y="272"/>
                  </a:lnTo>
                  <a:lnTo>
                    <a:pt x="682" y="271"/>
                  </a:lnTo>
                  <a:lnTo>
                    <a:pt x="682" y="273"/>
                  </a:lnTo>
                  <a:lnTo>
                    <a:pt x="682" y="278"/>
                  </a:lnTo>
                  <a:lnTo>
                    <a:pt x="682" y="284"/>
                  </a:lnTo>
                  <a:lnTo>
                    <a:pt x="679" y="290"/>
                  </a:lnTo>
                  <a:lnTo>
                    <a:pt x="675" y="294"/>
                  </a:lnTo>
                  <a:lnTo>
                    <a:pt x="670" y="298"/>
                  </a:lnTo>
                  <a:lnTo>
                    <a:pt x="664" y="301"/>
                  </a:lnTo>
                  <a:lnTo>
                    <a:pt x="659" y="303"/>
                  </a:lnTo>
                  <a:lnTo>
                    <a:pt x="653" y="304"/>
                  </a:lnTo>
                  <a:lnTo>
                    <a:pt x="645" y="307"/>
                  </a:lnTo>
                  <a:lnTo>
                    <a:pt x="635" y="309"/>
                  </a:lnTo>
                  <a:lnTo>
                    <a:pt x="625" y="312"/>
                  </a:lnTo>
                  <a:lnTo>
                    <a:pt x="613" y="314"/>
                  </a:lnTo>
                  <a:lnTo>
                    <a:pt x="604" y="316"/>
                  </a:lnTo>
                  <a:lnTo>
                    <a:pt x="596" y="315"/>
                  </a:lnTo>
                  <a:lnTo>
                    <a:pt x="591" y="313"/>
                  </a:lnTo>
                  <a:lnTo>
                    <a:pt x="588" y="312"/>
                  </a:lnTo>
                  <a:lnTo>
                    <a:pt x="590" y="318"/>
                  </a:lnTo>
                  <a:lnTo>
                    <a:pt x="591" y="326"/>
                  </a:lnTo>
                  <a:lnTo>
                    <a:pt x="587" y="331"/>
                  </a:lnTo>
                  <a:lnTo>
                    <a:pt x="580" y="330"/>
                  </a:lnTo>
                  <a:lnTo>
                    <a:pt x="576" y="329"/>
                  </a:lnTo>
                  <a:lnTo>
                    <a:pt x="571" y="329"/>
                  </a:lnTo>
                  <a:lnTo>
                    <a:pt x="563" y="333"/>
                  </a:lnTo>
                  <a:lnTo>
                    <a:pt x="556" y="338"/>
                  </a:lnTo>
                  <a:lnTo>
                    <a:pt x="550" y="338"/>
                  </a:lnTo>
                  <a:lnTo>
                    <a:pt x="543" y="338"/>
                  </a:lnTo>
                  <a:lnTo>
                    <a:pt x="534" y="341"/>
                  </a:lnTo>
                  <a:lnTo>
                    <a:pt x="528" y="344"/>
                  </a:lnTo>
                  <a:lnTo>
                    <a:pt x="522" y="346"/>
                  </a:lnTo>
                  <a:lnTo>
                    <a:pt x="515" y="346"/>
                  </a:lnTo>
                  <a:lnTo>
                    <a:pt x="510" y="346"/>
                  </a:lnTo>
                  <a:lnTo>
                    <a:pt x="506" y="345"/>
                  </a:lnTo>
                  <a:lnTo>
                    <a:pt x="502" y="344"/>
                  </a:lnTo>
                  <a:lnTo>
                    <a:pt x="500" y="343"/>
                  </a:lnTo>
                  <a:lnTo>
                    <a:pt x="499" y="341"/>
                  </a:lnTo>
                  <a:lnTo>
                    <a:pt x="496" y="340"/>
                  </a:lnTo>
                  <a:lnTo>
                    <a:pt x="488" y="341"/>
                  </a:lnTo>
                  <a:lnTo>
                    <a:pt x="480" y="344"/>
                  </a:lnTo>
                  <a:lnTo>
                    <a:pt x="474" y="350"/>
                  </a:lnTo>
                  <a:lnTo>
                    <a:pt x="469" y="355"/>
                  </a:lnTo>
                  <a:lnTo>
                    <a:pt x="463" y="359"/>
                  </a:lnTo>
                  <a:lnTo>
                    <a:pt x="457" y="363"/>
                  </a:lnTo>
                  <a:lnTo>
                    <a:pt x="453" y="367"/>
                  </a:lnTo>
                  <a:lnTo>
                    <a:pt x="448" y="372"/>
                  </a:lnTo>
                  <a:lnTo>
                    <a:pt x="439" y="374"/>
                  </a:lnTo>
                  <a:lnTo>
                    <a:pt x="431" y="375"/>
                  </a:lnTo>
                  <a:lnTo>
                    <a:pt x="427" y="373"/>
                  </a:lnTo>
                  <a:lnTo>
                    <a:pt x="424" y="369"/>
                  </a:lnTo>
                  <a:lnTo>
                    <a:pt x="418" y="366"/>
                  </a:lnTo>
                  <a:lnTo>
                    <a:pt x="412" y="363"/>
                  </a:lnTo>
                  <a:lnTo>
                    <a:pt x="408" y="363"/>
                  </a:lnTo>
                  <a:lnTo>
                    <a:pt x="406" y="364"/>
                  </a:lnTo>
                  <a:lnTo>
                    <a:pt x="401" y="365"/>
                  </a:lnTo>
                  <a:lnTo>
                    <a:pt x="395" y="367"/>
                  </a:lnTo>
                  <a:lnTo>
                    <a:pt x="389" y="370"/>
                  </a:lnTo>
                  <a:lnTo>
                    <a:pt x="383" y="373"/>
                  </a:lnTo>
                  <a:lnTo>
                    <a:pt x="377" y="375"/>
                  </a:lnTo>
                  <a:lnTo>
                    <a:pt x="373" y="376"/>
                  </a:lnTo>
                  <a:lnTo>
                    <a:pt x="372" y="377"/>
                  </a:lnTo>
                  <a:lnTo>
                    <a:pt x="367" y="375"/>
                  </a:lnTo>
                  <a:lnTo>
                    <a:pt x="360" y="374"/>
                  </a:lnTo>
                  <a:lnTo>
                    <a:pt x="351" y="376"/>
                  </a:lnTo>
                  <a:lnTo>
                    <a:pt x="344" y="380"/>
                  </a:lnTo>
                  <a:lnTo>
                    <a:pt x="339" y="381"/>
                  </a:lnTo>
                  <a:lnTo>
                    <a:pt x="334" y="380"/>
                  </a:lnTo>
                  <a:lnTo>
                    <a:pt x="330" y="377"/>
                  </a:lnTo>
                  <a:lnTo>
                    <a:pt x="329" y="376"/>
                  </a:lnTo>
                  <a:lnTo>
                    <a:pt x="326" y="377"/>
                  </a:lnTo>
                  <a:lnTo>
                    <a:pt x="318" y="379"/>
                  </a:lnTo>
                  <a:lnTo>
                    <a:pt x="310" y="381"/>
                  </a:lnTo>
                  <a:lnTo>
                    <a:pt x="305" y="382"/>
                  </a:lnTo>
                  <a:lnTo>
                    <a:pt x="299" y="381"/>
                  </a:lnTo>
                  <a:lnTo>
                    <a:pt x="292" y="378"/>
                  </a:lnTo>
                  <a:lnTo>
                    <a:pt x="285" y="374"/>
                  </a:lnTo>
                  <a:lnTo>
                    <a:pt x="278" y="369"/>
                  </a:lnTo>
                  <a:lnTo>
                    <a:pt x="272" y="365"/>
                  </a:lnTo>
                  <a:lnTo>
                    <a:pt x="266" y="363"/>
                  </a:lnTo>
                  <a:lnTo>
                    <a:pt x="262" y="363"/>
                  </a:lnTo>
                  <a:lnTo>
                    <a:pt x="261" y="366"/>
                  </a:lnTo>
                  <a:lnTo>
                    <a:pt x="259" y="371"/>
                  </a:lnTo>
                  <a:lnTo>
                    <a:pt x="254" y="374"/>
                  </a:lnTo>
                  <a:lnTo>
                    <a:pt x="248" y="376"/>
                  </a:lnTo>
                  <a:lnTo>
                    <a:pt x="241" y="376"/>
                  </a:lnTo>
                  <a:lnTo>
                    <a:pt x="233" y="375"/>
                  </a:lnTo>
                  <a:lnTo>
                    <a:pt x="226" y="375"/>
                  </a:lnTo>
                  <a:lnTo>
                    <a:pt x="219" y="376"/>
                  </a:lnTo>
                  <a:lnTo>
                    <a:pt x="216" y="378"/>
                  </a:lnTo>
                  <a:lnTo>
                    <a:pt x="210" y="381"/>
                  </a:lnTo>
                  <a:lnTo>
                    <a:pt x="203" y="377"/>
                  </a:lnTo>
                  <a:lnTo>
                    <a:pt x="197" y="372"/>
                  </a:lnTo>
                  <a:lnTo>
                    <a:pt x="195" y="371"/>
                  </a:lnTo>
                  <a:lnTo>
                    <a:pt x="193" y="371"/>
                  </a:lnTo>
                  <a:lnTo>
                    <a:pt x="189" y="371"/>
                  </a:lnTo>
                  <a:lnTo>
                    <a:pt x="182" y="371"/>
                  </a:lnTo>
                  <a:lnTo>
                    <a:pt x="174" y="371"/>
                  </a:lnTo>
                  <a:lnTo>
                    <a:pt x="165" y="371"/>
                  </a:lnTo>
                  <a:lnTo>
                    <a:pt x="158" y="372"/>
                  </a:lnTo>
                  <a:lnTo>
                    <a:pt x="153" y="373"/>
                  </a:lnTo>
                  <a:lnTo>
                    <a:pt x="150" y="375"/>
                  </a:lnTo>
                  <a:lnTo>
                    <a:pt x="149" y="378"/>
                  </a:lnTo>
                  <a:lnTo>
                    <a:pt x="147" y="381"/>
                  </a:lnTo>
                  <a:lnTo>
                    <a:pt x="145" y="385"/>
                  </a:lnTo>
                  <a:lnTo>
                    <a:pt x="144" y="389"/>
                  </a:lnTo>
                  <a:lnTo>
                    <a:pt x="142" y="393"/>
                  </a:lnTo>
                  <a:lnTo>
                    <a:pt x="140" y="397"/>
                  </a:lnTo>
                  <a:lnTo>
                    <a:pt x="138" y="401"/>
                  </a:lnTo>
                  <a:lnTo>
                    <a:pt x="137" y="406"/>
                  </a:lnTo>
                  <a:lnTo>
                    <a:pt x="133" y="407"/>
                  </a:lnTo>
                  <a:lnTo>
                    <a:pt x="125" y="409"/>
                  </a:lnTo>
                  <a:lnTo>
                    <a:pt x="116" y="411"/>
                  </a:lnTo>
                  <a:lnTo>
                    <a:pt x="112" y="412"/>
                  </a:lnTo>
                  <a:lnTo>
                    <a:pt x="108" y="411"/>
                  </a:lnTo>
                  <a:lnTo>
                    <a:pt x="105" y="409"/>
                  </a:lnTo>
                  <a:lnTo>
                    <a:pt x="101" y="406"/>
                  </a:lnTo>
                  <a:lnTo>
                    <a:pt x="96" y="402"/>
                  </a:lnTo>
                  <a:lnTo>
                    <a:pt x="93" y="399"/>
                  </a:lnTo>
                  <a:lnTo>
                    <a:pt x="94" y="397"/>
                  </a:lnTo>
                  <a:lnTo>
                    <a:pt x="92" y="393"/>
                  </a:lnTo>
                  <a:lnTo>
                    <a:pt x="85" y="383"/>
                  </a:lnTo>
                  <a:lnTo>
                    <a:pt x="80" y="378"/>
                  </a:lnTo>
                  <a:lnTo>
                    <a:pt x="76" y="375"/>
                  </a:lnTo>
                  <a:lnTo>
                    <a:pt x="73" y="374"/>
                  </a:lnTo>
                  <a:lnTo>
                    <a:pt x="70" y="373"/>
                  </a:lnTo>
                  <a:lnTo>
                    <a:pt x="66" y="372"/>
                  </a:lnTo>
                  <a:lnTo>
                    <a:pt x="62" y="371"/>
                  </a:lnTo>
                  <a:lnTo>
                    <a:pt x="57" y="370"/>
                  </a:lnTo>
                  <a:lnTo>
                    <a:pt x="49" y="367"/>
                  </a:lnTo>
                  <a:lnTo>
                    <a:pt x="36" y="359"/>
                  </a:lnTo>
                  <a:lnTo>
                    <a:pt x="29" y="351"/>
                  </a:lnTo>
                  <a:lnTo>
                    <a:pt x="27" y="343"/>
                  </a:lnTo>
                  <a:lnTo>
                    <a:pt x="24" y="338"/>
                  </a:lnTo>
                  <a:lnTo>
                    <a:pt x="20" y="334"/>
                  </a:lnTo>
                  <a:lnTo>
                    <a:pt x="16" y="330"/>
                  </a:lnTo>
                  <a:lnTo>
                    <a:pt x="11" y="326"/>
                  </a:lnTo>
                  <a:lnTo>
                    <a:pt x="6" y="320"/>
                  </a:lnTo>
                  <a:lnTo>
                    <a:pt x="2" y="315"/>
                  </a:lnTo>
                  <a:lnTo>
                    <a:pt x="0" y="311"/>
                  </a:lnTo>
                  <a:lnTo>
                    <a:pt x="0" y="307"/>
                  </a:lnTo>
                  <a:lnTo>
                    <a:pt x="3" y="304"/>
                  </a:lnTo>
                  <a:lnTo>
                    <a:pt x="4" y="302"/>
                  </a:lnTo>
                  <a:lnTo>
                    <a:pt x="6" y="297"/>
                  </a:lnTo>
                  <a:lnTo>
                    <a:pt x="8" y="291"/>
                  </a:lnTo>
                  <a:lnTo>
                    <a:pt x="9" y="282"/>
                  </a:lnTo>
                  <a:lnTo>
                    <a:pt x="11" y="275"/>
                  </a:lnTo>
                  <a:lnTo>
                    <a:pt x="12" y="268"/>
                  </a:lnTo>
                  <a:lnTo>
                    <a:pt x="12" y="264"/>
                  </a:lnTo>
                  <a:lnTo>
                    <a:pt x="12" y="262"/>
                  </a:lnTo>
                  <a:lnTo>
                    <a:pt x="10" y="258"/>
                  </a:lnTo>
                  <a:lnTo>
                    <a:pt x="11" y="249"/>
                  </a:lnTo>
                  <a:lnTo>
                    <a:pt x="14" y="240"/>
                  </a:lnTo>
                  <a:lnTo>
                    <a:pt x="19" y="235"/>
                  </a:lnTo>
                  <a:lnTo>
                    <a:pt x="25" y="233"/>
                  </a:lnTo>
                  <a:lnTo>
                    <a:pt x="31" y="228"/>
                  </a:lnTo>
                  <a:lnTo>
                    <a:pt x="36" y="221"/>
                  </a:lnTo>
                  <a:lnTo>
                    <a:pt x="42" y="213"/>
                  </a:lnTo>
                  <a:lnTo>
                    <a:pt x="48" y="206"/>
                  </a:lnTo>
                  <a:lnTo>
                    <a:pt x="55" y="199"/>
                  </a:lnTo>
                  <a:lnTo>
                    <a:pt x="63" y="195"/>
                  </a:lnTo>
                  <a:lnTo>
                    <a:pt x="73" y="19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525" name="Freeform 724">
              <a:extLst>
                <a:ext uri="{FF2B5EF4-FFF2-40B4-BE49-F238E27FC236}">
                  <a16:creationId xmlns:a16="http://schemas.microsoft.com/office/drawing/2014/main" id="{F03E292D-3BF3-3E26-9FE2-FBFF8B24106A}"/>
                </a:ext>
              </a:extLst>
            </p:cNvPr>
            <p:cNvSpPr>
              <a:spLocks/>
            </p:cNvSpPr>
            <p:nvPr/>
          </p:nvSpPr>
          <p:spPr bwMode="auto">
            <a:xfrm>
              <a:off x="2459" y="4209"/>
              <a:ext cx="7" cy="11"/>
            </a:xfrm>
            <a:custGeom>
              <a:avLst/>
              <a:gdLst>
                <a:gd name="T0" fmla="*/ 0 w 29"/>
                <a:gd name="T1" fmla="*/ 0 h 42"/>
                <a:gd name="T2" fmla="*/ 0 w 29"/>
                <a:gd name="T3" fmla="*/ 0 h 42"/>
                <a:gd name="T4" fmla="*/ 0 w 29"/>
                <a:gd name="T5" fmla="*/ 0 h 42"/>
                <a:gd name="T6" fmla="*/ 0 w 29"/>
                <a:gd name="T7" fmla="*/ 0 h 42"/>
                <a:gd name="T8" fmla="*/ 0 w 29"/>
                <a:gd name="T9" fmla="*/ 0 h 42"/>
                <a:gd name="T10" fmla="*/ 0 w 29"/>
                <a:gd name="T11" fmla="*/ 0 h 42"/>
                <a:gd name="T12" fmla="*/ 0 w 29"/>
                <a:gd name="T13" fmla="*/ 0 h 42"/>
                <a:gd name="T14" fmla="*/ 0 w 29"/>
                <a:gd name="T15" fmla="*/ 0 h 42"/>
                <a:gd name="T16" fmla="*/ 0 w 29"/>
                <a:gd name="T17" fmla="*/ 0 h 42"/>
                <a:gd name="T18" fmla="*/ 0 w 29"/>
                <a:gd name="T19" fmla="*/ 0 h 42"/>
                <a:gd name="T20" fmla="*/ 0 w 29"/>
                <a:gd name="T21" fmla="*/ 0 h 42"/>
                <a:gd name="T22" fmla="*/ 0 w 29"/>
                <a:gd name="T23" fmla="*/ 0 h 42"/>
                <a:gd name="T24" fmla="*/ 0 w 29"/>
                <a:gd name="T25" fmla="*/ 0 h 42"/>
                <a:gd name="T26" fmla="*/ 0 w 29"/>
                <a:gd name="T27" fmla="*/ 0 h 42"/>
                <a:gd name="T28" fmla="*/ 0 w 29"/>
                <a:gd name="T29" fmla="*/ 0 h 42"/>
                <a:gd name="T30" fmla="*/ 0 w 29"/>
                <a:gd name="T31" fmla="*/ 0 h 42"/>
                <a:gd name="T32" fmla="*/ 0 w 29"/>
                <a:gd name="T33" fmla="*/ 0 h 42"/>
                <a:gd name="T34" fmla="*/ 0 w 29"/>
                <a:gd name="T35" fmla="*/ 0 h 42"/>
                <a:gd name="T36" fmla="*/ 0 w 29"/>
                <a:gd name="T37" fmla="*/ 0 h 42"/>
                <a:gd name="T38" fmla="*/ 0 w 29"/>
                <a:gd name="T39" fmla="*/ 0 h 42"/>
                <a:gd name="T40" fmla="*/ 0 w 29"/>
                <a:gd name="T41" fmla="*/ 0 h 42"/>
                <a:gd name="T42" fmla="*/ 0 w 29"/>
                <a:gd name="T43" fmla="*/ 0 h 42"/>
                <a:gd name="T44" fmla="*/ 0 w 29"/>
                <a:gd name="T45" fmla="*/ 0 h 42"/>
                <a:gd name="T46" fmla="*/ 0 w 29"/>
                <a:gd name="T47" fmla="*/ 0 h 42"/>
                <a:gd name="T48" fmla="*/ 0 w 29"/>
                <a:gd name="T49" fmla="*/ 0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9" h="42">
                  <a:moveTo>
                    <a:pt x="9" y="4"/>
                  </a:moveTo>
                  <a:lnTo>
                    <a:pt x="10" y="6"/>
                  </a:lnTo>
                  <a:lnTo>
                    <a:pt x="11" y="11"/>
                  </a:lnTo>
                  <a:lnTo>
                    <a:pt x="11" y="16"/>
                  </a:lnTo>
                  <a:lnTo>
                    <a:pt x="7" y="18"/>
                  </a:lnTo>
                  <a:lnTo>
                    <a:pt x="2" y="19"/>
                  </a:lnTo>
                  <a:lnTo>
                    <a:pt x="0" y="20"/>
                  </a:lnTo>
                  <a:lnTo>
                    <a:pt x="0" y="23"/>
                  </a:lnTo>
                  <a:lnTo>
                    <a:pt x="1" y="28"/>
                  </a:lnTo>
                  <a:lnTo>
                    <a:pt x="1" y="32"/>
                  </a:lnTo>
                  <a:lnTo>
                    <a:pt x="0" y="36"/>
                  </a:lnTo>
                  <a:lnTo>
                    <a:pt x="0" y="39"/>
                  </a:lnTo>
                  <a:lnTo>
                    <a:pt x="4" y="42"/>
                  </a:lnTo>
                  <a:lnTo>
                    <a:pt x="10" y="42"/>
                  </a:lnTo>
                  <a:lnTo>
                    <a:pt x="15" y="42"/>
                  </a:lnTo>
                  <a:lnTo>
                    <a:pt x="19" y="41"/>
                  </a:lnTo>
                  <a:lnTo>
                    <a:pt x="23" y="41"/>
                  </a:lnTo>
                  <a:lnTo>
                    <a:pt x="26" y="38"/>
                  </a:lnTo>
                  <a:lnTo>
                    <a:pt x="28" y="31"/>
                  </a:lnTo>
                  <a:lnTo>
                    <a:pt x="29" y="23"/>
                  </a:lnTo>
                  <a:lnTo>
                    <a:pt x="28" y="17"/>
                  </a:lnTo>
                  <a:lnTo>
                    <a:pt x="26" y="10"/>
                  </a:lnTo>
                  <a:lnTo>
                    <a:pt x="23" y="4"/>
                  </a:lnTo>
                  <a:lnTo>
                    <a:pt x="18" y="0"/>
                  </a:lnTo>
                  <a:lnTo>
                    <a:pt x="9" y="4"/>
                  </a:lnTo>
                  <a:close/>
                </a:path>
              </a:pathLst>
            </a:custGeom>
            <a:solidFill>
              <a:srgbClr val="99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526" name="Freeform 725">
              <a:extLst>
                <a:ext uri="{FF2B5EF4-FFF2-40B4-BE49-F238E27FC236}">
                  <a16:creationId xmlns:a16="http://schemas.microsoft.com/office/drawing/2014/main" id="{9A097084-CA6B-F5D2-B6A2-F8E0534A5A31}"/>
                </a:ext>
              </a:extLst>
            </p:cNvPr>
            <p:cNvSpPr>
              <a:spLocks/>
            </p:cNvSpPr>
            <p:nvPr/>
          </p:nvSpPr>
          <p:spPr bwMode="auto">
            <a:xfrm>
              <a:off x="2459" y="4209"/>
              <a:ext cx="7" cy="11"/>
            </a:xfrm>
            <a:custGeom>
              <a:avLst/>
              <a:gdLst>
                <a:gd name="T0" fmla="*/ 0 w 29"/>
                <a:gd name="T1" fmla="*/ 0 h 42"/>
                <a:gd name="T2" fmla="*/ 0 w 29"/>
                <a:gd name="T3" fmla="*/ 0 h 42"/>
                <a:gd name="T4" fmla="*/ 0 w 29"/>
                <a:gd name="T5" fmla="*/ 0 h 42"/>
                <a:gd name="T6" fmla="*/ 0 w 29"/>
                <a:gd name="T7" fmla="*/ 0 h 42"/>
                <a:gd name="T8" fmla="*/ 0 w 29"/>
                <a:gd name="T9" fmla="*/ 0 h 42"/>
                <a:gd name="T10" fmla="*/ 0 w 29"/>
                <a:gd name="T11" fmla="*/ 0 h 42"/>
                <a:gd name="T12" fmla="*/ 0 w 29"/>
                <a:gd name="T13" fmla="*/ 0 h 42"/>
                <a:gd name="T14" fmla="*/ 0 w 29"/>
                <a:gd name="T15" fmla="*/ 0 h 42"/>
                <a:gd name="T16" fmla="*/ 0 w 29"/>
                <a:gd name="T17" fmla="*/ 0 h 42"/>
                <a:gd name="T18" fmla="*/ 0 w 29"/>
                <a:gd name="T19" fmla="*/ 0 h 42"/>
                <a:gd name="T20" fmla="*/ 0 w 29"/>
                <a:gd name="T21" fmla="*/ 0 h 42"/>
                <a:gd name="T22" fmla="*/ 0 w 29"/>
                <a:gd name="T23" fmla="*/ 0 h 42"/>
                <a:gd name="T24" fmla="*/ 0 w 29"/>
                <a:gd name="T25" fmla="*/ 0 h 42"/>
                <a:gd name="T26" fmla="*/ 0 w 29"/>
                <a:gd name="T27" fmla="*/ 0 h 42"/>
                <a:gd name="T28" fmla="*/ 0 w 29"/>
                <a:gd name="T29" fmla="*/ 0 h 42"/>
                <a:gd name="T30" fmla="*/ 0 w 29"/>
                <a:gd name="T31" fmla="*/ 0 h 42"/>
                <a:gd name="T32" fmla="*/ 0 w 29"/>
                <a:gd name="T33" fmla="*/ 0 h 42"/>
                <a:gd name="T34" fmla="*/ 0 w 29"/>
                <a:gd name="T35" fmla="*/ 0 h 42"/>
                <a:gd name="T36" fmla="*/ 0 w 29"/>
                <a:gd name="T37" fmla="*/ 0 h 42"/>
                <a:gd name="T38" fmla="*/ 0 w 29"/>
                <a:gd name="T39" fmla="*/ 0 h 42"/>
                <a:gd name="T40" fmla="*/ 0 w 29"/>
                <a:gd name="T41" fmla="*/ 0 h 42"/>
                <a:gd name="T42" fmla="*/ 0 w 29"/>
                <a:gd name="T43" fmla="*/ 0 h 42"/>
                <a:gd name="T44" fmla="*/ 0 w 29"/>
                <a:gd name="T45" fmla="*/ 0 h 42"/>
                <a:gd name="T46" fmla="*/ 0 w 29"/>
                <a:gd name="T47" fmla="*/ 0 h 42"/>
                <a:gd name="T48" fmla="*/ 0 w 29"/>
                <a:gd name="T49" fmla="*/ 0 h 42"/>
                <a:gd name="T50" fmla="*/ 0 w 29"/>
                <a:gd name="T51" fmla="*/ 0 h 42"/>
                <a:gd name="T52" fmla="*/ 0 w 29"/>
                <a:gd name="T53" fmla="*/ 0 h 42"/>
                <a:gd name="T54" fmla="*/ 0 w 29"/>
                <a:gd name="T55" fmla="*/ 0 h 42"/>
                <a:gd name="T56" fmla="*/ 0 w 29"/>
                <a:gd name="T57" fmla="*/ 0 h 42"/>
                <a:gd name="T58" fmla="*/ 0 w 29"/>
                <a:gd name="T59" fmla="*/ 0 h 42"/>
                <a:gd name="T60" fmla="*/ 0 w 29"/>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9" h="42">
                  <a:moveTo>
                    <a:pt x="9" y="4"/>
                  </a:moveTo>
                  <a:lnTo>
                    <a:pt x="9" y="4"/>
                  </a:lnTo>
                  <a:lnTo>
                    <a:pt x="10" y="6"/>
                  </a:lnTo>
                  <a:lnTo>
                    <a:pt x="11" y="11"/>
                  </a:lnTo>
                  <a:lnTo>
                    <a:pt x="11" y="16"/>
                  </a:lnTo>
                  <a:lnTo>
                    <a:pt x="7" y="18"/>
                  </a:lnTo>
                  <a:lnTo>
                    <a:pt x="2" y="19"/>
                  </a:lnTo>
                  <a:lnTo>
                    <a:pt x="0" y="20"/>
                  </a:lnTo>
                  <a:lnTo>
                    <a:pt x="0" y="23"/>
                  </a:lnTo>
                  <a:lnTo>
                    <a:pt x="1" y="28"/>
                  </a:lnTo>
                  <a:lnTo>
                    <a:pt x="1" y="32"/>
                  </a:lnTo>
                  <a:lnTo>
                    <a:pt x="0" y="36"/>
                  </a:lnTo>
                  <a:lnTo>
                    <a:pt x="0" y="39"/>
                  </a:lnTo>
                  <a:lnTo>
                    <a:pt x="4" y="42"/>
                  </a:lnTo>
                  <a:lnTo>
                    <a:pt x="10" y="42"/>
                  </a:lnTo>
                  <a:lnTo>
                    <a:pt x="15" y="42"/>
                  </a:lnTo>
                  <a:lnTo>
                    <a:pt x="19" y="41"/>
                  </a:lnTo>
                  <a:lnTo>
                    <a:pt x="23" y="41"/>
                  </a:lnTo>
                  <a:lnTo>
                    <a:pt x="26" y="38"/>
                  </a:lnTo>
                  <a:lnTo>
                    <a:pt x="28" y="31"/>
                  </a:lnTo>
                  <a:lnTo>
                    <a:pt x="29" y="23"/>
                  </a:lnTo>
                  <a:lnTo>
                    <a:pt x="28" y="17"/>
                  </a:lnTo>
                  <a:lnTo>
                    <a:pt x="26" y="10"/>
                  </a:lnTo>
                  <a:lnTo>
                    <a:pt x="23" y="4"/>
                  </a:lnTo>
                  <a:lnTo>
                    <a:pt x="18" y="0"/>
                  </a:lnTo>
                  <a:lnTo>
                    <a:pt x="9" y="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grpSp>
        <p:nvGrpSpPr>
          <p:cNvPr id="417800" name="Group 726">
            <a:extLst>
              <a:ext uri="{FF2B5EF4-FFF2-40B4-BE49-F238E27FC236}">
                <a16:creationId xmlns:a16="http://schemas.microsoft.com/office/drawing/2014/main" id="{E1EB8905-B328-7A06-04E9-53982ED702C5}"/>
              </a:ext>
            </a:extLst>
          </p:cNvPr>
          <p:cNvGrpSpPr>
            <a:grpSpLocks/>
          </p:cNvGrpSpPr>
          <p:nvPr/>
        </p:nvGrpSpPr>
        <p:grpSpPr bwMode="auto">
          <a:xfrm>
            <a:off x="7234238" y="327025"/>
            <a:ext cx="833437" cy="1330325"/>
            <a:chOff x="3207" y="1999"/>
            <a:chExt cx="820" cy="1728"/>
          </a:xfrm>
        </p:grpSpPr>
        <p:sp>
          <p:nvSpPr>
            <p:cNvPr id="418313" name="Freeform 727">
              <a:extLst>
                <a:ext uri="{FF2B5EF4-FFF2-40B4-BE49-F238E27FC236}">
                  <a16:creationId xmlns:a16="http://schemas.microsoft.com/office/drawing/2014/main" id="{4A5C037A-E4A2-EC70-8E4C-583000AD27EB}"/>
                </a:ext>
              </a:extLst>
            </p:cNvPr>
            <p:cNvSpPr>
              <a:spLocks/>
            </p:cNvSpPr>
            <p:nvPr/>
          </p:nvSpPr>
          <p:spPr bwMode="auto">
            <a:xfrm>
              <a:off x="3207" y="1999"/>
              <a:ext cx="820" cy="954"/>
            </a:xfrm>
            <a:custGeom>
              <a:avLst/>
              <a:gdLst>
                <a:gd name="T0" fmla="*/ 0 w 8194"/>
                <a:gd name="T1" fmla="*/ 0 h 9541"/>
                <a:gd name="T2" fmla="*/ 0 w 8194"/>
                <a:gd name="T3" fmla="*/ 0 h 9541"/>
                <a:gd name="T4" fmla="*/ 0 w 8194"/>
                <a:gd name="T5" fmla="*/ 0 h 9541"/>
                <a:gd name="T6" fmla="*/ 0 w 8194"/>
                <a:gd name="T7" fmla="*/ 0 h 9541"/>
                <a:gd name="T8" fmla="*/ 0 w 8194"/>
                <a:gd name="T9" fmla="*/ 0 h 9541"/>
                <a:gd name="T10" fmla="*/ 0 w 8194"/>
                <a:gd name="T11" fmla="*/ 0 h 9541"/>
                <a:gd name="T12" fmla="*/ 0 w 8194"/>
                <a:gd name="T13" fmla="*/ 0 h 9541"/>
                <a:gd name="T14" fmla="*/ 0 w 8194"/>
                <a:gd name="T15" fmla="*/ 0 h 9541"/>
                <a:gd name="T16" fmla="*/ 0 w 8194"/>
                <a:gd name="T17" fmla="*/ 0 h 9541"/>
                <a:gd name="T18" fmla="*/ 0 w 8194"/>
                <a:gd name="T19" fmla="*/ 0 h 9541"/>
                <a:gd name="T20" fmla="*/ 0 w 8194"/>
                <a:gd name="T21" fmla="*/ 0 h 9541"/>
                <a:gd name="T22" fmla="*/ 0 w 8194"/>
                <a:gd name="T23" fmla="*/ 0 h 9541"/>
                <a:gd name="T24" fmla="*/ 0 w 8194"/>
                <a:gd name="T25" fmla="*/ 0 h 9541"/>
                <a:gd name="T26" fmla="*/ 0 w 8194"/>
                <a:gd name="T27" fmla="*/ 0 h 9541"/>
                <a:gd name="T28" fmla="*/ 0 w 8194"/>
                <a:gd name="T29" fmla="*/ 0 h 9541"/>
                <a:gd name="T30" fmla="*/ 0 w 8194"/>
                <a:gd name="T31" fmla="*/ 0 h 9541"/>
                <a:gd name="T32" fmla="*/ 0 w 8194"/>
                <a:gd name="T33" fmla="*/ 0 h 9541"/>
                <a:gd name="T34" fmla="*/ 0 w 8194"/>
                <a:gd name="T35" fmla="*/ 0 h 9541"/>
                <a:gd name="T36" fmla="*/ 0 w 8194"/>
                <a:gd name="T37" fmla="*/ 0 h 9541"/>
                <a:gd name="T38" fmla="*/ 0 w 8194"/>
                <a:gd name="T39" fmla="*/ 0 h 9541"/>
                <a:gd name="T40" fmla="*/ 0 w 8194"/>
                <a:gd name="T41" fmla="*/ 0 h 9541"/>
                <a:gd name="T42" fmla="*/ 0 w 8194"/>
                <a:gd name="T43" fmla="*/ 0 h 9541"/>
                <a:gd name="T44" fmla="*/ 0 w 8194"/>
                <a:gd name="T45" fmla="*/ 0 h 9541"/>
                <a:gd name="T46" fmla="*/ 0 w 8194"/>
                <a:gd name="T47" fmla="*/ 0 h 9541"/>
                <a:gd name="T48" fmla="*/ 0 w 8194"/>
                <a:gd name="T49" fmla="*/ 0 h 9541"/>
                <a:gd name="T50" fmla="*/ 0 w 8194"/>
                <a:gd name="T51" fmla="*/ 0 h 9541"/>
                <a:gd name="T52" fmla="*/ 0 w 8194"/>
                <a:gd name="T53" fmla="*/ 0 h 9541"/>
                <a:gd name="T54" fmla="*/ 0 w 8194"/>
                <a:gd name="T55" fmla="*/ 0 h 9541"/>
                <a:gd name="T56" fmla="*/ 0 w 8194"/>
                <a:gd name="T57" fmla="*/ 0 h 9541"/>
                <a:gd name="T58" fmla="*/ 0 w 8194"/>
                <a:gd name="T59" fmla="*/ 0 h 9541"/>
                <a:gd name="T60" fmla="*/ 0 w 8194"/>
                <a:gd name="T61" fmla="*/ 0 h 9541"/>
                <a:gd name="T62" fmla="*/ 0 w 8194"/>
                <a:gd name="T63" fmla="*/ 0 h 9541"/>
                <a:gd name="T64" fmla="*/ 0 w 8194"/>
                <a:gd name="T65" fmla="*/ 0 h 9541"/>
                <a:gd name="T66" fmla="*/ 0 w 8194"/>
                <a:gd name="T67" fmla="*/ 0 h 9541"/>
                <a:gd name="T68" fmla="*/ 0 w 8194"/>
                <a:gd name="T69" fmla="*/ 0 h 9541"/>
                <a:gd name="T70" fmla="*/ 0 w 8194"/>
                <a:gd name="T71" fmla="*/ 0 h 9541"/>
                <a:gd name="T72" fmla="*/ 0 w 8194"/>
                <a:gd name="T73" fmla="*/ 0 h 9541"/>
                <a:gd name="T74" fmla="*/ 0 w 8194"/>
                <a:gd name="T75" fmla="*/ 0 h 9541"/>
                <a:gd name="T76" fmla="*/ 0 w 8194"/>
                <a:gd name="T77" fmla="*/ 0 h 9541"/>
                <a:gd name="T78" fmla="*/ 0 w 8194"/>
                <a:gd name="T79" fmla="*/ 0 h 9541"/>
                <a:gd name="T80" fmla="*/ 0 w 8194"/>
                <a:gd name="T81" fmla="*/ 0 h 9541"/>
                <a:gd name="T82" fmla="*/ 0 w 8194"/>
                <a:gd name="T83" fmla="*/ 0 h 9541"/>
                <a:gd name="T84" fmla="*/ 0 w 8194"/>
                <a:gd name="T85" fmla="*/ 0 h 9541"/>
                <a:gd name="T86" fmla="*/ 0 w 8194"/>
                <a:gd name="T87" fmla="*/ 0 h 9541"/>
                <a:gd name="T88" fmla="*/ 0 w 8194"/>
                <a:gd name="T89" fmla="*/ 0 h 9541"/>
                <a:gd name="T90" fmla="*/ 0 w 8194"/>
                <a:gd name="T91" fmla="*/ 0 h 9541"/>
                <a:gd name="T92" fmla="*/ 0 w 8194"/>
                <a:gd name="T93" fmla="*/ 0 h 9541"/>
                <a:gd name="T94" fmla="*/ 0 w 8194"/>
                <a:gd name="T95" fmla="*/ 0 h 9541"/>
                <a:gd name="T96" fmla="*/ 0 w 8194"/>
                <a:gd name="T97" fmla="*/ 0 h 9541"/>
                <a:gd name="T98" fmla="*/ 0 w 8194"/>
                <a:gd name="T99" fmla="*/ 0 h 9541"/>
                <a:gd name="T100" fmla="*/ 0 w 8194"/>
                <a:gd name="T101" fmla="*/ 0 h 9541"/>
                <a:gd name="T102" fmla="*/ 0 w 8194"/>
                <a:gd name="T103" fmla="*/ 0 h 9541"/>
                <a:gd name="T104" fmla="*/ 0 w 8194"/>
                <a:gd name="T105" fmla="*/ 0 h 9541"/>
                <a:gd name="T106" fmla="*/ 0 w 8194"/>
                <a:gd name="T107" fmla="*/ 0 h 9541"/>
                <a:gd name="T108" fmla="*/ 0 w 8194"/>
                <a:gd name="T109" fmla="*/ 0 h 9541"/>
                <a:gd name="T110" fmla="*/ 0 w 8194"/>
                <a:gd name="T111" fmla="*/ 0 h 9541"/>
                <a:gd name="T112" fmla="*/ 0 w 8194"/>
                <a:gd name="T113" fmla="*/ 0 h 9541"/>
                <a:gd name="T114" fmla="*/ 0 w 8194"/>
                <a:gd name="T115" fmla="*/ 0 h 9541"/>
                <a:gd name="T116" fmla="*/ 0 w 8194"/>
                <a:gd name="T117" fmla="*/ 0 h 95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94" h="9541">
                  <a:moveTo>
                    <a:pt x="6531" y="973"/>
                  </a:moveTo>
                  <a:lnTo>
                    <a:pt x="6548" y="991"/>
                  </a:lnTo>
                  <a:lnTo>
                    <a:pt x="6617" y="980"/>
                  </a:lnTo>
                  <a:lnTo>
                    <a:pt x="6663" y="1032"/>
                  </a:lnTo>
                  <a:lnTo>
                    <a:pt x="6691" y="1083"/>
                  </a:lnTo>
                  <a:lnTo>
                    <a:pt x="6715" y="1112"/>
                  </a:lnTo>
                  <a:lnTo>
                    <a:pt x="6743" y="1112"/>
                  </a:lnTo>
                  <a:lnTo>
                    <a:pt x="6767" y="1014"/>
                  </a:lnTo>
                  <a:lnTo>
                    <a:pt x="6819" y="911"/>
                  </a:lnTo>
                  <a:lnTo>
                    <a:pt x="6893" y="956"/>
                  </a:lnTo>
                  <a:lnTo>
                    <a:pt x="6933" y="951"/>
                  </a:lnTo>
                  <a:lnTo>
                    <a:pt x="6911" y="859"/>
                  </a:lnTo>
                  <a:lnTo>
                    <a:pt x="6956" y="634"/>
                  </a:lnTo>
                  <a:lnTo>
                    <a:pt x="6962" y="491"/>
                  </a:lnTo>
                  <a:lnTo>
                    <a:pt x="6985" y="329"/>
                  </a:lnTo>
                  <a:lnTo>
                    <a:pt x="7059" y="110"/>
                  </a:lnTo>
                  <a:lnTo>
                    <a:pt x="7106" y="41"/>
                  </a:lnTo>
                  <a:lnTo>
                    <a:pt x="7187" y="7"/>
                  </a:lnTo>
                  <a:lnTo>
                    <a:pt x="7308" y="0"/>
                  </a:lnTo>
                  <a:lnTo>
                    <a:pt x="7480" y="52"/>
                  </a:lnTo>
                  <a:lnTo>
                    <a:pt x="7439" y="121"/>
                  </a:lnTo>
                  <a:lnTo>
                    <a:pt x="7469" y="145"/>
                  </a:lnTo>
                  <a:lnTo>
                    <a:pt x="7578" y="180"/>
                  </a:lnTo>
                  <a:lnTo>
                    <a:pt x="7601" y="249"/>
                  </a:lnTo>
                  <a:lnTo>
                    <a:pt x="7612" y="370"/>
                  </a:lnTo>
                  <a:lnTo>
                    <a:pt x="7664" y="461"/>
                  </a:lnTo>
                  <a:lnTo>
                    <a:pt x="7728" y="553"/>
                  </a:lnTo>
                  <a:lnTo>
                    <a:pt x="7785" y="640"/>
                  </a:lnTo>
                  <a:lnTo>
                    <a:pt x="7871" y="657"/>
                  </a:lnTo>
                  <a:lnTo>
                    <a:pt x="7969" y="669"/>
                  </a:lnTo>
                  <a:lnTo>
                    <a:pt x="8038" y="795"/>
                  </a:lnTo>
                  <a:lnTo>
                    <a:pt x="8118" y="911"/>
                  </a:lnTo>
                  <a:lnTo>
                    <a:pt x="8182" y="1032"/>
                  </a:lnTo>
                  <a:lnTo>
                    <a:pt x="8194" y="1227"/>
                  </a:lnTo>
                  <a:lnTo>
                    <a:pt x="7975" y="1146"/>
                  </a:lnTo>
                  <a:lnTo>
                    <a:pt x="7819" y="1204"/>
                  </a:lnTo>
                  <a:lnTo>
                    <a:pt x="7785" y="1360"/>
                  </a:lnTo>
                  <a:lnTo>
                    <a:pt x="7589" y="1590"/>
                  </a:lnTo>
                  <a:lnTo>
                    <a:pt x="7439" y="1872"/>
                  </a:lnTo>
                  <a:lnTo>
                    <a:pt x="7330" y="1929"/>
                  </a:lnTo>
                  <a:lnTo>
                    <a:pt x="7187" y="2050"/>
                  </a:lnTo>
                  <a:lnTo>
                    <a:pt x="7106" y="2275"/>
                  </a:lnTo>
                  <a:lnTo>
                    <a:pt x="7071" y="2321"/>
                  </a:lnTo>
                  <a:lnTo>
                    <a:pt x="6956" y="2482"/>
                  </a:lnTo>
                  <a:lnTo>
                    <a:pt x="6945" y="2649"/>
                  </a:lnTo>
                  <a:lnTo>
                    <a:pt x="7031" y="2719"/>
                  </a:lnTo>
                  <a:lnTo>
                    <a:pt x="7106" y="2816"/>
                  </a:lnTo>
                  <a:lnTo>
                    <a:pt x="7192" y="3260"/>
                  </a:lnTo>
                  <a:lnTo>
                    <a:pt x="7135" y="3702"/>
                  </a:lnTo>
                  <a:lnTo>
                    <a:pt x="7089" y="3772"/>
                  </a:lnTo>
                  <a:lnTo>
                    <a:pt x="7002" y="3818"/>
                  </a:lnTo>
                  <a:lnTo>
                    <a:pt x="6904" y="3853"/>
                  </a:lnTo>
                  <a:lnTo>
                    <a:pt x="6812" y="3904"/>
                  </a:lnTo>
                  <a:lnTo>
                    <a:pt x="6721" y="3985"/>
                  </a:lnTo>
                  <a:lnTo>
                    <a:pt x="6548" y="4031"/>
                  </a:lnTo>
                  <a:lnTo>
                    <a:pt x="6450" y="4100"/>
                  </a:lnTo>
                  <a:lnTo>
                    <a:pt x="6375" y="4198"/>
                  </a:lnTo>
                  <a:lnTo>
                    <a:pt x="6312" y="4313"/>
                  </a:lnTo>
                  <a:lnTo>
                    <a:pt x="6087" y="4566"/>
                  </a:lnTo>
                  <a:lnTo>
                    <a:pt x="5950" y="4687"/>
                  </a:lnTo>
                  <a:lnTo>
                    <a:pt x="5829" y="4757"/>
                  </a:lnTo>
                  <a:lnTo>
                    <a:pt x="5829" y="4831"/>
                  </a:lnTo>
                  <a:lnTo>
                    <a:pt x="5823" y="4923"/>
                  </a:lnTo>
                  <a:lnTo>
                    <a:pt x="5558" y="5119"/>
                  </a:lnTo>
                  <a:lnTo>
                    <a:pt x="5294" y="5258"/>
                  </a:lnTo>
                  <a:lnTo>
                    <a:pt x="4810" y="5372"/>
                  </a:lnTo>
                  <a:lnTo>
                    <a:pt x="4719" y="5430"/>
                  </a:lnTo>
                  <a:lnTo>
                    <a:pt x="4574" y="5655"/>
                  </a:lnTo>
                  <a:lnTo>
                    <a:pt x="4465" y="5752"/>
                  </a:lnTo>
                  <a:lnTo>
                    <a:pt x="4351" y="5781"/>
                  </a:lnTo>
                  <a:lnTo>
                    <a:pt x="4282" y="5833"/>
                  </a:lnTo>
                  <a:lnTo>
                    <a:pt x="4282" y="5948"/>
                  </a:lnTo>
                  <a:lnTo>
                    <a:pt x="4321" y="6069"/>
                  </a:lnTo>
                  <a:lnTo>
                    <a:pt x="4258" y="6150"/>
                  </a:lnTo>
                  <a:lnTo>
                    <a:pt x="4292" y="6501"/>
                  </a:lnTo>
                  <a:lnTo>
                    <a:pt x="4195" y="6535"/>
                  </a:lnTo>
                  <a:lnTo>
                    <a:pt x="4132" y="6432"/>
                  </a:lnTo>
                  <a:lnTo>
                    <a:pt x="4068" y="6432"/>
                  </a:lnTo>
                  <a:lnTo>
                    <a:pt x="4085" y="6466"/>
                  </a:lnTo>
                  <a:lnTo>
                    <a:pt x="4126" y="6553"/>
                  </a:lnTo>
                  <a:lnTo>
                    <a:pt x="4092" y="6685"/>
                  </a:lnTo>
                  <a:lnTo>
                    <a:pt x="4132" y="6846"/>
                  </a:lnTo>
                  <a:lnTo>
                    <a:pt x="4252" y="6910"/>
                  </a:lnTo>
                  <a:lnTo>
                    <a:pt x="4557" y="6950"/>
                  </a:lnTo>
                  <a:lnTo>
                    <a:pt x="5144" y="7515"/>
                  </a:lnTo>
                  <a:lnTo>
                    <a:pt x="5242" y="7548"/>
                  </a:lnTo>
                  <a:lnTo>
                    <a:pt x="5144" y="7831"/>
                  </a:lnTo>
                  <a:lnTo>
                    <a:pt x="5116" y="7929"/>
                  </a:lnTo>
                  <a:lnTo>
                    <a:pt x="5018" y="8032"/>
                  </a:lnTo>
                  <a:lnTo>
                    <a:pt x="4949" y="8084"/>
                  </a:lnTo>
                  <a:lnTo>
                    <a:pt x="4874" y="8119"/>
                  </a:lnTo>
                  <a:lnTo>
                    <a:pt x="4753" y="8142"/>
                  </a:lnTo>
                  <a:lnTo>
                    <a:pt x="4557" y="8182"/>
                  </a:lnTo>
                  <a:lnTo>
                    <a:pt x="4344" y="8200"/>
                  </a:lnTo>
                  <a:lnTo>
                    <a:pt x="4154" y="8269"/>
                  </a:lnTo>
                  <a:lnTo>
                    <a:pt x="4040" y="8321"/>
                  </a:lnTo>
                  <a:lnTo>
                    <a:pt x="3924" y="8407"/>
                  </a:lnTo>
                  <a:lnTo>
                    <a:pt x="3867" y="8447"/>
                  </a:lnTo>
                  <a:lnTo>
                    <a:pt x="3781" y="8585"/>
                  </a:lnTo>
                  <a:lnTo>
                    <a:pt x="3723" y="8625"/>
                  </a:lnTo>
                  <a:lnTo>
                    <a:pt x="3677" y="8654"/>
                  </a:lnTo>
                  <a:lnTo>
                    <a:pt x="3608" y="8741"/>
                  </a:lnTo>
                  <a:lnTo>
                    <a:pt x="3620" y="8832"/>
                  </a:lnTo>
                  <a:lnTo>
                    <a:pt x="3574" y="8879"/>
                  </a:lnTo>
                  <a:lnTo>
                    <a:pt x="3493" y="8960"/>
                  </a:lnTo>
                  <a:lnTo>
                    <a:pt x="3418" y="8943"/>
                  </a:lnTo>
                  <a:lnTo>
                    <a:pt x="3361" y="8977"/>
                  </a:lnTo>
                  <a:lnTo>
                    <a:pt x="3337" y="9064"/>
                  </a:lnTo>
                  <a:lnTo>
                    <a:pt x="3292" y="9144"/>
                  </a:lnTo>
                  <a:lnTo>
                    <a:pt x="3245" y="9213"/>
                  </a:lnTo>
                  <a:lnTo>
                    <a:pt x="3171" y="9259"/>
                  </a:lnTo>
                  <a:lnTo>
                    <a:pt x="2969" y="9236"/>
                  </a:lnTo>
                  <a:lnTo>
                    <a:pt x="2883" y="9178"/>
                  </a:lnTo>
                  <a:lnTo>
                    <a:pt x="2836" y="9092"/>
                  </a:lnTo>
                  <a:lnTo>
                    <a:pt x="2757" y="9190"/>
                  </a:lnTo>
                  <a:lnTo>
                    <a:pt x="2688" y="9225"/>
                  </a:lnTo>
                  <a:lnTo>
                    <a:pt x="2544" y="9276"/>
                  </a:lnTo>
                  <a:lnTo>
                    <a:pt x="2451" y="9368"/>
                  </a:lnTo>
                  <a:lnTo>
                    <a:pt x="2261" y="9190"/>
                  </a:lnTo>
                  <a:lnTo>
                    <a:pt x="2216" y="9254"/>
                  </a:lnTo>
                  <a:lnTo>
                    <a:pt x="1848" y="8953"/>
                  </a:lnTo>
                  <a:lnTo>
                    <a:pt x="1750" y="8953"/>
                  </a:lnTo>
                  <a:lnTo>
                    <a:pt x="1698" y="8971"/>
                  </a:lnTo>
                  <a:lnTo>
                    <a:pt x="1882" y="9126"/>
                  </a:lnTo>
                  <a:lnTo>
                    <a:pt x="1848" y="9173"/>
                  </a:lnTo>
                  <a:lnTo>
                    <a:pt x="1796" y="9207"/>
                  </a:lnTo>
                  <a:lnTo>
                    <a:pt x="1762" y="9213"/>
                  </a:lnTo>
                  <a:lnTo>
                    <a:pt x="1784" y="9287"/>
                  </a:lnTo>
                  <a:lnTo>
                    <a:pt x="1772" y="9328"/>
                  </a:lnTo>
                  <a:lnTo>
                    <a:pt x="1762" y="9356"/>
                  </a:lnTo>
                  <a:lnTo>
                    <a:pt x="1686" y="9403"/>
                  </a:lnTo>
                  <a:lnTo>
                    <a:pt x="1617" y="9477"/>
                  </a:lnTo>
                  <a:lnTo>
                    <a:pt x="1520" y="9541"/>
                  </a:lnTo>
                  <a:lnTo>
                    <a:pt x="1427" y="9536"/>
                  </a:lnTo>
                  <a:lnTo>
                    <a:pt x="1399" y="9489"/>
                  </a:lnTo>
                  <a:lnTo>
                    <a:pt x="1439" y="9408"/>
                  </a:lnTo>
                  <a:lnTo>
                    <a:pt x="1589" y="9328"/>
                  </a:lnTo>
                  <a:lnTo>
                    <a:pt x="1606" y="9236"/>
                  </a:lnTo>
                  <a:lnTo>
                    <a:pt x="1542" y="9173"/>
                  </a:lnTo>
                  <a:lnTo>
                    <a:pt x="1479" y="9173"/>
                  </a:lnTo>
                  <a:lnTo>
                    <a:pt x="1439" y="9219"/>
                  </a:lnTo>
                  <a:lnTo>
                    <a:pt x="1410" y="9270"/>
                  </a:lnTo>
                  <a:lnTo>
                    <a:pt x="1358" y="9304"/>
                  </a:lnTo>
                  <a:lnTo>
                    <a:pt x="1318" y="9299"/>
                  </a:lnTo>
                  <a:lnTo>
                    <a:pt x="1306" y="9207"/>
                  </a:lnTo>
                  <a:lnTo>
                    <a:pt x="1295" y="9190"/>
                  </a:lnTo>
                  <a:lnTo>
                    <a:pt x="1244" y="9294"/>
                  </a:lnTo>
                  <a:lnTo>
                    <a:pt x="1140" y="9311"/>
                  </a:lnTo>
                  <a:lnTo>
                    <a:pt x="1024" y="9254"/>
                  </a:lnTo>
                  <a:lnTo>
                    <a:pt x="893" y="9161"/>
                  </a:lnTo>
                  <a:lnTo>
                    <a:pt x="996" y="9092"/>
                  </a:lnTo>
                  <a:lnTo>
                    <a:pt x="1065" y="9109"/>
                  </a:lnTo>
                  <a:lnTo>
                    <a:pt x="1059" y="9023"/>
                  </a:lnTo>
                  <a:lnTo>
                    <a:pt x="1180" y="9000"/>
                  </a:lnTo>
                  <a:lnTo>
                    <a:pt x="1283" y="8994"/>
                  </a:lnTo>
                  <a:lnTo>
                    <a:pt x="1278" y="8948"/>
                  </a:lnTo>
                  <a:lnTo>
                    <a:pt x="1254" y="8925"/>
                  </a:lnTo>
                  <a:lnTo>
                    <a:pt x="1042" y="8931"/>
                  </a:lnTo>
                  <a:lnTo>
                    <a:pt x="817" y="8874"/>
                  </a:lnTo>
                  <a:lnTo>
                    <a:pt x="765" y="8856"/>
                  </a:lnTo>
                  <a:lnTo>
                    <a:pt x="731" y="8862"/>
                  </a:lnTo>
                  <a:lnTo>
                    <a:pt x="565" y="8913"/>
                  </a:lnTo>
                  <a:lnTo>
                    <a:pt x="501" y="8862"/>
                  </a:lnTo>
                  <a:lnTo>
                    <a:pt x="513" y="8798"/>
                  </a:lnTo>
                  <a:lnTo>
                    <a:pt x="536" y="8763"/>
                  </a:lnTo>
                  <a:lnTo>
                    <a:pt x="570" y="8723"/>
                  </a:lnTo>
                  <a:lnTo>
                    <a:pt x="691" y="8689"/>
                  </a:lnTo>
                  <a:lnTo>
                    <a:pt x="795" y="8677"/>
                  </a:lnTo>
                  <a:lnTo>
                    <a:pt x="800" y="8614"/>
                  </a:lnTo>
                  <a:lnTo>
                    <a:pt x="748" y="8551"/>
                  </a:lnTo>
                  <a:lnTo>
                    <a:pt x="760" y="8430"/>
                  </a:lnTo>
                  <a:lnTo>
                    <a:pt x="910" y="8200"/>
                  </a:lnTo>
                  <a:lnTo>
                    <a:pt x="904" y="8061"/>
                  </a:lnTo>
                  <a:lnTo>
                    <a:pt x="996" y="7980"/>
                  </a:lnTo>
                  <a:lnTo>
                    <a:pt x="1065" y="7940"/>
                  </a:lnTo>
                  <a:lnTo>
                    <a:pt x="1157" y="7900"/>
                  </a:lnTo>
                  <a:lnTo>
                    <a:pt x="1249" y="7825"/>
                  </a:lnTo>
                  <a:lnTo>
                    <a:pt x="1065" y="7641"/>
                  </a:lnTo>
                  <a:lnTo>
                    <a:pt x="1065" y="7572"/>
                  </a:lnTo>
                  <a:lnTo>
                    <a:pt x="1105" y="7520"/>
                  </a:lnTo>
                  <a:lnTo>
                    <a:pt x="1123" y="7463"/>
                  </a:lnTo>
                  <a:lnTo>
                    <a:pt x="1093" y="7417"/>
                  </a:lnTo>
                  <a:lnTo>
                    <a:pt x="1214" y="7249"/>
                  </a:lnTo>
                  <a:lnTo>
                    <a:pt x="1295" y="7054"/>
                  </a:lnTo>
                  <a:lnTo>
                    <a:pt x="1427" y="6772"/>
                  </a:lnTo>
                  <a:lnTo>
                    <a:pt x="1433" y="6645"/>
                  </a:lnTo>
                  <a:lnTo>
                    <a:pt x="1404" y="6645"/>
                  </a:lnTo>
                  <a:lnTo>
                    <a:pt x="1370" y="6604"/>
                  </a:lnTo>
                  <a:lnTo>
                    <a:pt x="1364" y="6461"/>
                  </a:lnTo>
                  <a:lnTo>
                    <a:pt x="1382" y="6409"/>
                  </a:lnTo>
                  <a:lnTo>
                    <a:pt x="1364" y="6323"/>
                  </a:lnTo>
                  <a:lnTo>
                    <a:pt x="1301" y="6317"/>
                  </a:lnTo>
                  <a:lnTo>
                    <a:pt x="1100" y="6259"/>
                  </a:lnTo>
                  <a:lnTo>
                    <a:pt x="708" y="6051"/>
                  </a:lnTo>
                  <a:lnTo>
                    <a:pt x="536" y="6000"/>
                  </a:lnTo>
                  <a:lnTo>
                    <a:pt x="536" y="6144"/>
                  </a:lnTo>
                  <a:lnTo>
                    <a:pt x="484" y="6224"/>
                  </a:lnTo>
                  <a:lnTo>
                    <a:pt x="437" y="6248"/>
                  </a:lnTo>
                  <a:lnTo>
                    <a:pt x="369" y="6202"/>
                  </a:lnTo>
                  <a:lnTo>
                    <a:pt x="404" y="6127"/>
                  </a:lnTo>
                  <a:lnTo>
                    <a:pt x="404" y="6058"/>
                  </a:lnTo>
                  <a:lnTo>
                    <a:pt x="375" y="6051"/>
                  </a:lnTo>
                  <a:lnTo>
                    <a:pt x="311" y="6012"/>
                  </a:lnTo>
                  <a:lnTo>
                    <a:pt x="306" y="5896"/>
                  </a:lnTo>
                  <a:lnTo>
                    <a:pt x="283" y="5833"/>
                  </a:lnTo>
                  <a:lnTo>
                    <a:pt x="202" y="5833"/>
                  </a:lnTo>
                  <a:lnTo>
                    <a:pt x="128" y="5833"/>
                  </a:lnTo>
                  <a:lnTo>
                    <a:pt x="47" y="5821"/>
                  </a:lnTo>
                  <a:lnTo>
                    <a:pt x="0" y="5724"/>
                  </a:lnTo>
                  <a:lnTo>
                    <a:pt x="35" y="5551"/>
                  </a:lnTo>
                  <a:lnTo>
                    <a:pt x="104" y="5407"/>
                  </a:lnTo>
                  <a:lnTo>
                    <a:pt x="207" y="5275"/>
                  </a:lnTo>
                  <a:lnTo>
                    <a:pt x="294" y="5165"/>
                  </a:lnTo>
                  <a:lnTo>
                    <a:pt x="294" y="5125"/>
                  </a:lnTo>
                  <a:lnTo>
                    <a:pt x="242" y="5148"/>
                  </a:lnTo>
                  <a:lnTo>
                    <a:pt x="190" y="5038"/>
                  </a:lnTo>
                  <a:lnTo>
                    <a:pt x="225" y="4992"/>
                  </a:lnTo>
                  <a:lnTo>
                    <a:pt x="387" y="4952"/>
                  </a:lnTo>
                  <a:lnTo>
                    <a:pt x="478" y="4843"/>
                  </a:lnTo>
                  <a:lnTo>
                    <a:pt x="553" y="4710"/>
                  </a:lnTo>
                  <a:lnTo>
                    <a:pt x="668" y="4613"/>
                  </a:lnTo>
                  <a:lnTo>
                    <a:pt x="714" y="4613"/>
                  </a:lnTo>
                  <a:lnTo>
                    <a:pt x="772" y="4670"/>
                  </a:lnTo>
                  <a:lnTo>
                    <a:pt x="795" y="4670"/>
                  </a:lnTo>
                  <a:lnTo>
                    <a:pt x="869" y="4561"/>
                  </a:lnTo>
                  <a:lnTo>
                    <a:pt x="945" y="4463"/>
                  </a:lnTo>
                  <a:lnTo>
                    <a:pt x="1059" y="4394"/>
                  </a:lnTo>
                  <a:lnTo>
                    <a:pt x="1174" y="4365"/>
                  </a:lnTo>
                  <a:lnTo>
                    <a:pt x="1439" y="4261"/>
                  </a:lnTo>
                  <a:lnTo>
                    <a:pt x="1658" y="4100"/>
                  </a:lnTo>
                  <a:lnTo>
                    <a:pt x="2060" y="3835"/>
                  </a:lnTo>
                  <a:lnTo>
                    <a:pt x="2330" y="3611"/>
                  </a:lnTo>
                  <a:lnTo>
                    <a:pt x="2561" y="3340"/>
                  </a:lnTo>
                  <a:lnTo>
                    <a:pt x="2636" y="3173"/>
                  </a:lnTo>
                  <a:lnTo>
                    <a:pt x="2739" y="3035"/>
                  </a:lnTo>
                  <a:lnTo>
                    <a:pt x="2791" y="3081"/>
                  </a:lnTo>
                  <a:lnTo>
                    <a:pt x="2814" y="3081"/>
                  </a:lnTo>
                  <a:lnTo>
                    <a:pt x="2831" y="2995"/>
                  </a:lnTo>
                  <a:lnTo>
                    <a:pt x="2831" y="2914"/>
                  </a:lnTo>
                  <a:lnTo>
                    <a:pt x="2831" y="2741"/>
                  </a:lnTo>
                  <a:lnTo>
                    <a:pt x="2866" y="2603"/>
                  </a:lnTo>
                  <a:lnTo>
                    <a:pt x="2964" y="2477"/>
                  </a:lnTo>
                  <a:lnTo>
                    <a:pt x="3085" y="2378"/>
                  </a:lnTo>
                  <a:lnTo>
                    <a:pt x="3107" y="2408"/>
                  </a:lnTo>
                  <a:lnTo>
                    <a:pt x="3147" y="2425"/>
                  </a:lnTo>
                  <a:lnTo>
                    <a:pt x="3228" y="2418"/>
                  </a:lnTo>
                  <a:lnTo>
                    <a:pt x="3257" y="2309"/>
                  </a:lnTo>
                  <a:lnTo>
                    <a:pt x="3361" y="2229"/>
                  </a:lnTo>
                  <a:lnTo>
                    <a:pt x="3505" y="2332"/>
                  </a:lnTo>
                  <a:lnTo>
                    <a:pt x="3603" y="2482"/>
                  </a:lnTo>
                  <a:lnTo>
                    <a:pt x="3700" y="2632"/>
                  </a:lnTo>
                  <a:lnTo>
                    <a:pt x="3665" y="2667"/>
                  </a:lnTo>
                  <a:lnTo>
                    <a:pt x="3591" y="2712"/>
                  </a:lnTo>
                  <a:lnTo>
                    <a:pt x="3596" y="2741"/>
                  </a:lnTo>
                  <a:lnTo>
                    <a:pt x="3653" y="2747"/>
                  </a:lnTo>
                  <a:lnTo>
                    <a:pt x="3740" y="2747"/>
                  </a:lnTo>
                  <a:lnTo>
                    <a:pt x="3809" y="2764"/>
                  </a:lnTo>
                  <a:lnTo>
                    <a:pt x="3850" y="2828"/>
                  </a:lnTo>
                  <a:lnTo>
                    <a:pt x="3993" y="2805"/>
                  </a:lnTo>
                  <a:lnTo>
                    <a:pt x="4178" y="2793"/>
                  </a:lnTo>
                  <a:lnTo>
                    <a:pt x="4316" y="2891"/>
                  </a:lnTo>
                  <a:lnTo>
                    <a:pt x="4425" y="2880"/>
                  </a:lnTo>
                  <a:lnTo>
                    <a:pt x="4586" y="2885"/>
                  </a:lnTo>
                  <a:lnTo>
                    <a:pt x="4615" y="2833"/>
                  </a:lnTo>
                  <a:lnTo>
                    <a:pt x="4655" y="2793"/>
                  </a:lnTo>
                  <a:lnTo>
                    <a:pt x="4719" y="2793"/>
                  </a:lnTo>
                  <a:lnTo>
                    <a:pt x="4840" y="2891"/>
                  </a:lnTo>
                  <a:lnTo>
                    <a:pt x="4966" y="2885"/>
                  </a:lnTo>
                  <a:lnTo>
                    <a:pt x="5064" y="2805"/>
                  </a:lnTo>
                  <a:lnTo>
                    <a:pt x="5133" y="2678"/>
                  </a:lnTo>
                  <a:lnTo>
                    <a:pt x="5144" y="2539"/>
                  </a:lnTo>
                  <a:lnTo>
                    <a:pt x="5064" y="2448"/>
                  </a:lnTo>
                  <a:lnTo>
                    <a:pt x="4937" y="2356"/>
                  </a:lnTo>
                  <a:lnTo>
                    <a:pt x="4850" y="2195"/>
                  </a:lnTo>
                  <a:lnTo>
                    <a:pt x="4805" y="2033"/>
                  </a:lnTo>
                  <a:lnTo>
                    <a:pt x="4799" y="1936"/>
                  </a:lnTo>
                  <a:lnTo>
                    <a:pt x="4857" y="1837"/>
                  </a:lnTo>
                  <a:lnTo>
                    <a:pt x="4902" y="1895"/>
                  </a:lnTo>
                  <a:lnTo>
                    <a:pt x="4937" y="1889"/>
                  </a:lnTo>
                  <a:lnTo>
                    <a:pt x="4983" y="1849"/>
                  </a:lnTo>
                  <a:lnTo>
                    <a:pt x="5018" y="1815"/>
                  </a:lnTo>
                  <a:lnTo>
                    <a:pt x="5133" y="1785"/>
                  </a:lnTo>
                  <a:lnTo>
                    <a:pt x="5265" y="1780"/>
                  </a:lnTo>
                  <a:lnTo>
                    <a:pt x="5294" y="1785"/>
                  </a:lnTo>
                  <a:lnTo>
                    <a:pt x="5518" y="1803"/>
                  </a:lnTo>
                  <a:lnTo>
                    <a:pt x="5800" y="1728"/>
                  </a:lnTo>
                  <a:lnTo>
                    <a:pt x="5933" y="1734"/>
                  </a:lnTo>
                  <a:lnTo>
                    <a:pt x="5944" y="1665"/>
                  </a:lnTo>
                  <a:lnTo>
                    <a:pt x="6087" y="1514"/>
                  </a:lnTo>
                  <a:lnTo>
                    <a:pt x="6185" y="1504"/>
                  </a:lnTo>
                  <a:lnTo>
                    <a:pt x="6249" y="1457"/>
                  </a:lnTo>
                  <a:lnTo>
                    <a:pt x="6249" y="1348"/>
                  </a:lnTo>
                  <a:lnTo>
                    <a:pt x="6277" y="1233"/>
                  </a:lnTo>
                  <a:lnTo>
                    <a:pt x="6370" y="1101"/>
                  </a:lnTo>
                  <a:lnTo>
                    <a:pt x="6479" y="980"/>
                  </a:lnTo>
                  <a:lnTo>
                    <a:pt x="6531" y="9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14" name="Freeform 728">
              <a:extLst>
                <a:ext uri="{FF2B5EF4-FFF2-40B4-BE49-F238E27FC236}">
                  <a16:creationId xmlns:a16="http://schemas.microsoft.com/office/drawing/2014/main" id="{CE6AF964-DF23-0348-690A-71A885697F77}"/>
                </a:ext>
              </a:extLst>
            </p:cNvPr>
            <p:cNvSpPr>
              <a:spLocks/>
            </p:cNvSpPr>
            <p:nvPr/>
          </p:nvSpPr>
          <p:spPr bwMode="auto">
            <a:xfrm>
              <a:off x="3207" y="1999"/>
              <a:ext cx="820" cy="954"/>
            </a:xfrm>
            <a:custGeom>
              <a:avLst/>
              <a:gdLst>
                <a:gd name="T0" fmla="*/ 0 w 8194"/>
                <a:gd name="T1" fmla="*/ 0 h 9541"/>
                <a:gd name="T2" fmla="*/ 0 w 8194"/>
                <a:gd name="T3" fmla="*/ 0 h 9541"/>
                <a:gd name="T4" fmla="*/ 0 w 8194"/>
                <a:gd name="T5" fmla="*/ 0 h 9541"/>
                <a:gd name="T6" fmla="*/ 0 w 8194"/>
                <a:gd name="T7" fmla="*/ 0 h 9541"/>
                <a:gd name="T8" fmla="*/ 0 w 8194"/>
                <a:gd name="T9" fmla="*/ 0 h 9541"/>
                <a:gd name="T10" fmla="*/ 0 w 8194"/>
                <a:gd name="T11" fmla="*/ 0 h 9541"/>
                <a:gd name="T12" fmla="*/ 0 w 8194"/>
                <a:gd name="T13" fmla="*/ 0 h 9541"/>
                <a:gd name="T14" fmla="*/ 0 w 8194"/>
                <a:gd name="T15" fmla="*/ 0 h 9541"/>
                <a:gd name="T16" fmla="*/ 0 w 8194"/>
                <a:gd name="T17" fmla="*/ 0 h 9541"/>
                <a:gd name="T18" fmla="*/ 0 w 8194"/>
                <a:gd name="T19" fmla="*/ 0 h 9541"/>
                <a:gd name="T20" fmla="*/ 0 w 8194"/>
                <a:gd name="T21" fmla="*/ 0 h 9541"/>
                <a:gd name="T22" fmla="*/ 0 w 8194"/>
                <a:gd name="T23" fmla="*/ 0 h 9541"/>
                <a:gd name="T24" fmla="*/ 0 w 8194"/>
                <a:gd name="T25" fmla="*/ 0 h 9541"/>
                <a:gd name="T26" fmla="*/ 0 w 8194"/>
                <a:gd name="T27" fmla="*/ 0 h 9541"/>
                <a:gd name="T28" fmla="*/ 0 w 8194"/>
                <a:gd name="T29" fmla="*/ 0 h 9541"/>
                <a:gd name="T30" fmla="*/ 0 w 8194"/>
                <a:gd name="T31" fmla="*/ 0 h 9541"/>
                <a:gd name="T32" fmla="*/ 0 w 8194"/>
                <a:gd name="T33" fmla="*/ 0 h 9541"/>
                <a:gd name="T34" fmla="*/ 0 w 8194"/>
                <a:gd name="T35" fmla="*/ 0 h 9541"/>
                <a:gd name="T36" fmla="*/ 0 w 8194"/>
                <a:gd name="T37" fmla="*/ 0 h 9541"/>
                <a:gd name="T38" fmla="*/ 0 w 8194"/>
                <a:gd name="T39" fmla="*/ 0 h 9541"/>
                <a:gd name="T40" fmla="*/ 0 w 8194"/>
                <a:gd name="T41" fmla="*/ 0 h 9541"/>
                <a:gd name="T42" fmla="*/ 0 w 8194"/>
                <a:gd name="T43" fmla="*/ 0 h 9541"/>
                <a:gd name="T44" fmla="*/ 0 w 8194"/>
                <a:gd name="T45" fmla="*/ 0 h 9541"/>
                <a:gd name="T46" fmla="*/ 0 w 8194"/>
                <a:gd name="T47" fmla="*/ 0 h 9541"/>
                <a:gd name="T48" fmla="*/ 0 w 8194"/>
                <a:gd name="T49" fmla="*/ 0 h 9541"/>
                <a:gd name="T50" fmla="*/ 0 w 8194"/>
                <a:gd name="T51" fmla="*/ 0 h 9541"/>
                <a:gd name="T52" fmla="*/ 0 w 8194"/>
                <a:gd name="T53" fmla="*/ 0 h 9541"/>
                <a:gd name="T54" fmla="*/ 0 w 8194"/>
                <a:gd name="T55" fmla="*/ 0 h 9541"/>
                <a:gd name="T56" fmla="*/ 0 w 8194"/>
                <a:gd name="T57" fmla="*/ 0 h 9541"/>
                <a:gd name="T58" fmla="*/ 0 w 8194"/>
                <a:gd name="T59" fmla="*/ 0 h 9541"/>
                <a:gd name="T60" fmla="*/ 0 w 8194"/>
                <a:gd name="T61" fmla="*/ 0 h 9541"/>
                <a:gd name="T62" fmla="*/ 0 w 8194"/>
                <a:gd name="T63" fmla="*/ 0 h 9541"/>
                <a:gd name="T64" fmla="*/ 0 w 8194"/>
                <a:gd name="T65" fmla="*/ 0 h 9541"/>
                <a:gd name="T66" fmla="*/ 0 w 8194"/>
                <a:gd name="T67" fmla="*/ 0 h 9541"/>
                <a:gd name="T68" fmla="*/ 0 w 8194"/>
                <a:gd name="T69" fmla="*/ 0 h 9541"/>
                <a:gd name="T70" fmla="*/ 0 w 8194"/>
                <a:gd name="T71" fmla="*/ 0 h 9541"/>
                <a:gd name="T72" fmla="*/ 0 w 8194"/>
                <a:gd name="T73" fmla="*/ 0 h 9541"/>
                <a:gd name="T74" fmla="*/ 0 w 8194"/>
                <a:gd name="T75" fmla="*/ 0 h 9541"/>
                <a:gd name="T76" fmla="*/ 0 w 8194"/>
                <a:gd name="T77" fmla="*/ 0 h 9541"/>
                <a:gd name="T78" fmla="*/ 0 w 8194"/>
                <a:gd name="T79" fmla="*/ 0 h 9541"/>
                <a:gd name="T80" fmla="*/ 0 w 8194"/>
                <a:gd name="T81" fmla="*/ 0 h 9541"/>
                <a:gd name="T82" fmla="*/ 0 w 8194"/>
                <a:gd name="T83" fmla="*/ 0 h 9541"/>
                <a:gd name="T84" fmla="*/ 0 w 8194"/>
                <a:gd name="T85" fmla="*/ 0 h 9541"/>
                <a:gd name="T86" fmla="*/ 0 w 8194"/>
                <a:gd name="T87" fmla="*/ 0 h 9541"/>
                <a:gd name="T88" fmla="*/ 0 w 8194"/>
                <a:gd name="T89" fmla="*/ 0 h 9541"/>
                <a:gd name="T90" fmla="*/ 0 w 8194"/>
                <a:gd name="T91" fmla="*/ 0 h 9541"/>
                <a:gd name="T92" fmla="*/ 0 w 8194"/>
                <a:gd name="T93" fmla="*/ 0 h 9541"/>
                <a:gd name="T94" fmla="*/ 0 w 8194"/>
                <a:gd name="T95" fmla="*/ 0 h 9541"/>
                <a:gd name="T96" fmla="*/ 0 w 8194"/>
                <a:gd name="T97" fmla="*/ 0 h 9541"/>
                <a:gd name="T98" fmla="*/ 0 w 8194"/>
                <a:gd name="T99" fmla="*/ 0 h 9541"/>
                <a:gd name="T100" fmla="*/ 0 w 8194"/>
                <a:gd name="T101" fmla="*/ 0 h 9541"/>
                <a:gd name="T102" fmla="*/ 0 w 8194"/>
                <a:gd name="T103" fmla="*/ 0 h 9541"/>
                <a:gd name="T104" fmla="*/ 0 w 8194"/>
                <a:gd name="T105" fmla="*/ 0 h 9541"/>
                <a:gd name="T106" fmla="*/ 0 w 8194"/>
                <a:gd name="T107" fmla="*/ 0 h 9541"/>
                <a:gd name="T108" fmla="*/ 0 w 8194"/>
                <a:gd name="T109" fmla="*/ 0 h 9541"/>
                <a:gd name="T110" fmla="*/ 0 w 8194"/>
                <a:gd name="T111" fmla="*/ 0 h 9541"/>
                <a:gd name="T112" fmla="*/ 0 w 8194"/>
                <a:gd name="T113" fmla="*/ 0 h 9541"/>
                <a:gd name="T114" fmla="*/ 0 w 8194"/>
                <a:gd name="T115" fmla="*/ 0 h 9541"/>
                <a:gd name="T116" fmla="*/ 0 w 8194"/>
                <a:gd name="T117" fmla="*/ 0 h 95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94" h="9541">
                  <a:moveTo>
                    <a:pt x="6531" y="973"/>
                  </a:moveTo>
                  <a:lnTo>
                    <a:pt x="6548" y="991"/>
                  </a:lnTo>
                  <a:lnTo>
                    <a:pt x="6617" y="980"/>
                  </a:lnTo>
                  <a:lnTo>
                    <a:pt x="6663" y="1032"/>
                  </a:lnTo>
                  <a:lnTo>
                    <a:pt x="6691" y="1083"/>
                  </a:lnTo>
                  <a:lnTo>
                    <a:pt x="6715" y="1112"/>
                  </a:lnTo>
                  <a:lnTo>
                    <a:pt x="6743" y="1112"/>
                  </a:lnTo>
                  <a:lnTo>
                    <a:pt x="6767" y="1014"/>
                  </a:lnTo>
                  <a:lnTo>
                    <a:pt x="6819" y="911"/>
                  </a:lnTo>
                  <a:lnTo>
                    <a:pt x="6893" y="956"/>
                  </a:lnTo>
                  <a:lnTo>
                    <a:pt x="6933" y="951"/>
                  </a:lnTo>
                  <a:lnTo>
                    <a:pt x="6911" y="859"/>
                  </a:lnTo>
                  <a:lnTo>
                    <a:pt x="6956" y="634"/>
                  </a:lnTo>
                  <a:lnTo>
                    <a:pt x="6962" y="491"/>
                  </a:lnTo>
                  <a:lnTo>
                    <a:pt x="6985" y="329"/>
                  </a:lnTo>
                  <a:lnTo>
                    <a:pt x="7059" y="110"/>
                  </a:lnTo>
                  <a:lnTo>
                    <a:pt x="7106" y="41"/>
                  </a:lnTo>
                  <a:lnTo>
                    <a:pt x="7187" y="7"/>
                  </a:lnTo>
                  <a:lnTo>
                    <a:pt x="7308" y="0"/>
                  </a:lnTo>
                  <a:lnTo>
                    <a:pt x="7480" y="52"/>
                  </a:lnTo>
                  <a:lnTo>
                    <a:pt x="7439" y="121"/>
                  </a:lnTo>
                  <a:lnTo>
                    <a:pt x="7469" y="145"/>
                  </a:lnTo>
                  <a:lnTo>
                    <a:pt x="7578" y="180"/>
                  </a:lnTo>
                  <a:lnTo>
                    <a:pt x="7601" y="249"/>
                  </a:lnTo>
                  <a:lnTo>
                    <a:pt x="7612" y="370"/>
                  </a:lnTo>
                  <a:lnTo>
                    <a:pt x="7664" y="461"/>
                  </a:lnTo>
                  <a:lnTo>
                    <a:pt x="7728" y="553"/>
                  </a:lnTo>
                  <a:lnTo>
                    <a:pt x="7785" y="640"/>
                  </a:lnTo>
                  <a:lnTo>
                    <a:pt x="7871" y="657"/>
                  </a:lnTo>
                  <a:lnTo>
                    <a:pt x="7969" y="669"/>
                  </a:lnTo>
                  <a:lnTo>
                    <a:pt x="8038" y="795"/>
                  </a:lnTo>
                  <a:lnTo>
                    <a:pt x="8118" y="911"/>
                  </a:lnTo>
                  <a:lnTo>
                    <a:pt x="8182" y="1032"/>
                  </a:lnTo>
                  <a:lnTo>
                    <a:pt x="8194" y="1227"/>
                  </a:lnTo>
                  <a:lnTo>
                    <a:pt x="7975" y="1146"/>
                  </a:lnTo>
                  <a:lnTo>
                    <a:pt x="7819" y="1204"/>
                  </a:lnTo>
                  <a:lnTo>
                    <a:pt x="7785" y="1360"/>
                  </a:lnTo>
                  <a:lnTo>
                    <a:pt x="7589" y="1590"/>
                  </a:lnTo>
                  <a:lnTo>
                    <a:pt x="7439" y="1872"/>
                  </a:lnTo>
                  <a:lnTo>
                    <a:pt x="7330" y="1929"/>
                  </a:lnTo>
                  <a:lnTo>
                    <a:pt x="7187" y="2050"/>
                  </a:lnTo>
                  <a:lnTo>
                    <a:pt x="7106" y="2275"/>
                  </a:lnTo>
                  <a:lnTo>
                    <a:pt x="7071" y="2321"/>
                  </a:lnTo>
                  <a:lnTo>
                    <a:pt x="6956" y="2482"/>
                  </a:lnTo>
                  <a:lnTo>
                    <a:pt x="6945" y="2649"/>
                  </a:lnTo>
                  <a:lnTo>
                    <a:pt x="7031" y="2719"/>
                  </a:lnTo>
                  <a:lnTo>
                    <a:pt x="7106" y="2816"/>
                  </a:lnTo>
                  <a:lnTo>
                    <a:pt x="7192" y="3260"/>
                  </a:lnTo>
                  <a:lnTo>
                    <a:pt x="7135" y="3702"/>
                  </a:lnTo>
                  <a:lnTo>
                    <a:pt x="7089" y="3772"/>
                  </a:lnTo>
                  <a:lnTo>
                    <a:pt x="7002" y="3818"/>
                  </a:lnTo>
                  <a:lnTo>
                    <a:pt x="6904" y="3853"/>
                  </a:lnTo>
                  <a:lnTo>
                    <a:pt x="6812" y="3904"/>
                  </a:lnTo>
                  <a:lnTo>
                    <a:pt x="6721" y="3985"/>
                  </a:lnTo>
                  <a:lnTo>
                    <a:pt x="6548" y="4031"/>
                  </a:lnTo>
                  <a:lnTo>
                    <a:pt x="6450" y="4100"/>
                  </a:lnTo>
                  <a:lnTo>
                    <a:pt x="6375" y="4198"/>
                  </a:lnTo>
                  <a:lnTo>
                    <a:pt x="6312" y="4313"/>
                  </a:lnTo>
                  <a:lnTo>
                    <a:pt x="6087" y="4566"/>
                  </a:lnTo>
                  <a:lnTo>
                    <a:pt x="5950" y="4687"/>
                  </a:lnTo>
                  <a:lnTo>
                    <a:pt x="5829" y="4757"/>
                  </a:lnTo>
                  <a:lnTo>
                    <a:pt x="5829" y="4831"/>
                  </a:lnTo>
                  <a:lnTo>
                    <a:pt x="5823" y="4923"/>
                  </a:lnTo>
                  <a:lnTo>
                    <a:pt x="5558" y="5119"/>
                  </a:lnTo>
                  <a:lnTo>
                    <a:pt x="5294" y="5258"/>
                  </a:lnTo>
                  <a:lnTo>
                    <a:pt x="4810" y="5372"/>
                  </a:lnTo>
                  <a:lnTo>
                    <a:pt x="4719" y="5430"/>
                  </a:lnTo>
                  <a:lnTo>
                    <a:pt x="4574" y="5655"/>
                  </a:lnTo>
                  <a:lnTo>
                    <a:pt x="4465" y="5752"/>
                  </a:lnTo>
                  <a:lnTo>
                    <a:pt x="4351" y="5781"/>
                  </a:lnTo>
                  <a:lnTo>
                    <a:pt x="4282" y="5833"/>
                  </a:lnTo>
                  <a:lnTo>
                    <a:pt x="4282" y="5948"/>
                  </a:lnTo>
                  <a:lnTo>
                    <a:pt x="4321" y="6069"/>
                  </a:lnTo>
                  <a:lnTo>
                    <a:pt x="4258" y="6150"/>
                  </a:lnTo>
                  <a:lnTo>
                    <a:pt x="4292" y="6501"/>
                  </a:lnTo>
                  <a:lnTo>
                    <a:pt x="4195" y="6535"/>
                  </a:lnTo>
                  <a:lnTo>
                    <a:pt x="4132" y="6432"/>
                  </a:lnTo>
                  <a:lnTo>
                    <a:pt x="4068" y="6432"/>
                  </a:lnTo>
                  <a:lnTo>
                    <a:pt x="4085" y="6466"/>
                  </a:lnTo>
                  <a:lnTo>
                    <a:pt x="4126" y="6553"/>
                  </a:lnTo>
                  <a:lnTo>
                    <a:pt x="4092" y="6685"/>
                  </a:lnTo>
                  <a:lnTo>
                    <a:pt x="4132" y="6846"/>
                  </a:lnTo>
                  <a:lnTo>
                    <a:pt x="4252" y="6910"/>
                  </a:lnTo>
                  <a:lnTo>
                    <a:pt x="4557" y="6950"/>
                  </a:lnTo>
                  <a:lnTo>
                    <a:pt x="5144" y="7515"/>
                  </a:lnTo>
                  <a:lnTo>
                    <a:pt x="5242" y="7548"/>
                  </a:lnTo>
                  <a:lnTo>
                    <a:pt x="5144" y="7831"/>
                  </a:lnTo>
                  <a:lnTo>
                    <a:pt x="5116" y="7929"/>
                  </a:lnTo>
                  <a:lnTo>
                    <a:pt x="5018" y="8032"/>
                  </a:lnTo>
                  <a:lnTo>
                    <a:pt x="4949" y="8084"/>
                  </a:lnTo>
                  <a:lnTo>
                    <a:pt x="4874" y="8119"/>
                  </a:lnTo>
                  <a:lnTo>
                    <a:pt x="4753" y="8142"/>
                  </a:lnTo>
                  <a:lnTo>
                    <a:pt x="4557" y="8182"/>
                  </a:lnTo>
                  <a:lnTo>
                    <a:pt x="4344" y="8200"/>
                  </a:lnTo>
                  <a:lnTo>
                    <a:pt x="4154" y="8269"/>
                  </a:lnTo>
                  <a:lnTo>
                    <a:pt x="4040" y="8321"/>
                  </a:lnTo>
                  <a:lnTo>
                    <a:pt x="3924" y="8407"/>
                  </a:lnTo>
                  <a:lnTo>
                    <a:pt x="3867" y="8447"/>
                  </a:lnTo>
                  <a:lnTo>
                    <a:pt x="3781" y="8585"/>
                  </a:lnTo>
                  <a:lnTo>
                    <a:pt x="3723" y="8625"/>
                  </a:lnTo>
                  <a:lnTo>
                    <a:pt x="3677" y="8654"/>
                  </a:lnTo>
                  <a:lnTo>
                    <a:pt x="3608" y="8741"/>
                  </a:lnTo>
                  <a:lnTo>
                    <a:pt x="3620" y="8832"/>
                  </a:lnTo>
                  <a:lnTo>
                    <a:pt x="3574" y="8879"/>
                  </a:lnTo>
                  <a:lnTo>
                    <a:pt x="3493" y="8960"/>
                  </a:lnTo>
                  <a:lnTo>
                    <a:pt x="3418" y="8943"/>
                  </a:lnTo>
                  <a:lnTo>
                    <a:pt x="3361" y="8977"/>
                  </a:lnTo>
                  <a:lnTo>
                    <a:pt x="3337" y="9064"/>
                  </a:lnTo>
                  <a:lnTo>
                    <a:pt x="3292" y="9144"/>
                  </a:lnTo>
                  <a:lnTo>
                    <a:pt x="3245" y="9213"/>
                  </a:lnTo>
                  <a:lnTo>
                    <a:pt x="3171" y="9259"/>
                  </a:lnTo>
                  <a:lnTo>
                    <a:pt x="2969" y="9236"/>
                  </a:lnTo>
                  <a:lnTo>
                    <a:pt x="2883" y="9178"/>
                  </a:lnTo>
                  <a:lnTo>
                    <a:pt x="2836" y="9092"/>
                  </a:lnTo>
                  <a:lnTo>
                    <a:pt x="2757" y="9190"/>
                  </a:lnTo>
                  <a:lnTo>
                    <a:pt x="2688" y="9225"/>
                  </a:lnTo>
                  <a:lnTo>
                    <a:pt x="2544" y="9276"/>
                  </a:lnTo>
                  <a:lnTo>
                    <a:pt x="2451" y="9368"/>
                  </a:lnTo>
                  <a:lnTo>
                    <a:pt x="2261" y="9190"/>
                  </a:lnTo>
                  <a:lnTo>
                    <a:pt x="2216" y="9254"/>
                  </a:lnTo>
                  <a:lnTo>
                    <a:pt x="1848" y="8953"/>
                  </a:lnTo>
                  <a:lnTo>
                    <a:pt x="1750" y="8953"/>
                  </a:lnTo>
                  <a:lnTo>
                    <a:pt x="1698" y="8971"/>
                  </a:lnTo>
                  <a:lnTo>
                    <a:pt x="1882" y="9126"/>
                  </a:lnTo>
                  <a:lnTo>
                    <a:pt x="1848" y="9173"/>
                  </a:lnTo>
                  <a:lnTo>
                    <a:pt x="1796" y="9207"/>
                  </a:lnTo>
                  <a:lnTo>
                    <a:pt x="1762" y="9213"/>
                  </a:lnTo>
                  <a:lnTo>
                    <a:pt x="1784" y="9287"/>
                  </a:lnTo>
                  <a:lnTo>
                    <a:pt x="1772" y="9328"/>
                  </a:lnTo>
                  <a:lnTo>
                    <a:pt x="1762" y="9356"/>
                  </a:lnTo>
                  <a:lnTo>
                    <a:pt x="1686" y="9403"/>
                  </a:lnTo>
                  <a:lnTo>
                    <a:pt x="1617" y="9477"/>
                  </a:lnTo>
                  <a:lnTo>
                    <a:pt x="1520" y="9541"/>
                  </a:lnTo>
                  <a:lnTo>
                    <a:pt x="1427" y="9536"/>
                  </a:lnTo>
                  <a:lnTo>
                    <a:pt x="1399" y="9489"/>
                  </a:lnTo>
                  <a:lnTo>
                    <a:pt x="1439" y="9408"/>
                  </a:lnTo>
                  <a:lnTo>
                    <a:pt x="1589" y="9328"/>
                  </a:lnTo>
                  <a:lnTo>
                    <a:pt x="1606" y="9236"/>
                  </a:lnTo>
                  <a:lnTo>
                    <a:pt x="1542" y="9173"/>
                  </a:lnTo>
                  <a:lnTo>
                    <a:pt x="1479" y="9173"/>
                  </a:lnTo>
                  <a:lnTo>
                    <a:pt x="1439" y="9219"/>
                  </a:lnTo>
                  <a:lnTo>
                    <a:pt x="1410" y="9270"/>
                  </a:lnTo>
                  <a:lnTo>
                    <a:pt x="1358" y="9304"/>
                  </a:lnTo>
                  <a:lnTo>
                    <a:pt x="1318" y="9299"/>
                  </a:lnTo>
                  <a:lnTo>
                    <a:pt x="1306" y="9207"/>
                  </a:lnTo>
                  <a:lnTo>
                    <a:pt x="1295" y="9190"/>
                  </a:lnTo>
                  <a:lnTo>
                    <a:pt x="1244" y="9294"/>
                  </a:lnTo>
                  <a:lnTo>
                    <a:pt x="1140" y="9311"/>
                  </a:lnTo>
                  <a:lnTo>
                    <a:pt x="1024" y="9254"/>
                  </a:lnTo>
                  <a:lnTo>
                    <a:pt x="893" y="9161"/>
                  </a:lnTo>
                  <a:lnTo>
                    <a:pt x="996" y="9092"/>
                  </a:lnTo>
                  <a:lnTo>
                    <a:pt x="1065" y="9109"/>
                  </a:lnTo>
                  <a:lnTo>
                    <a:pt x="1059" y="9023"/>
                  </a:lnTo>
                  <a:lnTo>
                    <a:pt x="1180" y="9000"/>
                  </a:lnTo>
                  <a:lnTo>
                    <a:pt x="1283" y="8994"/>
                  </a:lnTo>
                  <a:lnTo>
                    <a:pt x="1278" y="8948"/>
                  </a:lnTo>
                  <a:lnTo>
                    <a:pt x="1254" y="8925"/>
                  </a:lnTo>
                  <a:lnTo>
                    <a:pt x="1042" y="8931"/>
                  </a:lnTo>
                  <a:lnTo>
                    <a:pt x="817" y="8874"/>
                  </a:lnTo>
                  <a:lnTo>
                    <a:pt x="765" y="8856"/>
                  </a:lnTo>
                  <a:lnTo>
                    <a:pt x="731" y="8862"/>
                  </a:lnTo>
                  <a:lnTo>
                    <a:pt x="565" y="8913"/>
                  </a:lnTo>
                  <a:lnTo>
                    <a:pt x="501" y="8862"/>
                  </a:lnTo>
                  <a:lnTo>
                    <a:pt x="513" y="8798"/>
                  </a:lnTo>
                  <a:lnTo>
                    <a:pt x="536" y="8763"/>
                  </a:lnTo>
                  <a:lnTo>
                    <a:pt x="570" y="8723"/>
                  </a:lnTo>
                  <a:lnTo>
                    <a:pt x="691" y="8689"/>
                  </a:lnTo>
                  <a:lnTo>
                    <a:pt x="795" y="8677"/>
                  </a:lnTo>
                  <a:lnTo>
                    <a:pt x="800" y="8614"/>
                  </a:lnTo>
                  <a:lnTo>
                    <a:pt x="748" y="8551"/>
                  </a:lnTo>
                  <a:lnTo>
                    <a:pt x="760" y="8430"/>
                  </a:lnTo>
                  <a:lnTo>
                    <a:pt x="910" y="8200"/>
                  </a:lnTo>
                  <a:lnTo>
                    <a:pt x="904" y="8061"/>
                  </a:lnTo>
                  <a:lnTo>
                    <a:pt x="996" y="7980"/>
                  </a:lnTo>
                  <a:lnTo>
                    <a:pt x="1065" y="7940"/>
                  </a:lnTo>
                  <a:lnTo>
                    <a:pt x="1157" y="7900"/>
                  </a:lnTo>
                  <a:lnTo>
                    <a:pt x="1249" y="7825"/>
                  </a:lnTo>
                  <a:lnTo>
                    <a:pt x="1065" y="7641"/>
                  </a:lnTo>
                  <a:lnTo>
                    <a:pt x="1065" y="7572"/>
                  </a:lnTo>
                  <a:lnTo>
                    <a:pt x="1105" y="7520"/>
                  </a:lnTo>
                  <a:lnTo>
                    <a:pt x="1123" y="7463"/>
                  </a:lnTo>
                  <a:lnTo>
                    <a:pt x="1093" y="7417"/>
                  </a:lnTo>
                  <a:lnTo>
                    <a:pt x="1214" y="7249"/>
                  </a:lnTo>
                  <a:lnTo>
                    <a:pt x="1295" y="7054"/>
                  </a:lnTo>
                  <a:lnTo>
                    <a:pt x="1427" y="6772"/>
                  </a:lnTo>
                  <a:lnTo>
                    <a:pt x="1433" y="6645"/>
                  </a:lnTo>
                  <a:lnTo>
                    <a:pt x="1404" y="6645"/>
                  </a:lnTo>
                  <a:lnTo>
                    <a:pt x="1370" y="6604"/>
                  </a:lnTo>
                  <a:lnTo>
                    <a:pt x="1364" y="6461"/>
                  </a:lnTo>
                  <a:lnTo>
                    <a:pt x="1382" y="6409"/>
                  </a:lnTo>
                  <a:lnTo>
                    <a:pt x="1364" y="6323"/>
                  </a:lnTo>
                  <a:lnTo>
                    <a:pt x="1301" y="6317"/>
                  </a:lnTo>
                  <a:lnTo>
                    <a:pt x="1100" y="6259"/>
                  </a:lnTo>
                  <a:lnTo>
                    <a:pt x="708" y="6051"/>
                  </a:lnTo>
                  <a:lnTo>
                    <a:pt x="536" y="6000"/>
                  </a:lnTo>
                  <a:lnTo>
                    <a:pt x="536" y="6144"/>
                  </a:lnTo>
                  <a:lnTo>
                    <a:pt x="484" y="6224"/>
                  </a:lnTo>
                  <a:lnTo>
                    <a:pt x="437" y="6248"/>
                  </a:lnTo>
                  <a:lnTo>
                    <a:pt x="369" y="6202"/>
                  </a:lnTo>
                  <a:lnTo>
                    <a:pt x="404" y="6127"/>
                  </a:lnTo>
                  <a:lnTo>
                    <a:pt x="404" y="6058"/>
                  </a:lnTo>
                  <a:lnTo>
                    <a:pt x="375" y="6051"/>
                  </a:lnTo>
                  <a:lnTo>
                    <a:pt x="311" y="6012"/>
                  </a:lnTo>
                  <a:lnTo>
                    <a:pt x="306" y="5896"/>
                  </a:lnTo>
                  <a:lnTo>
                    <a:pt x="283" y="5833"/>
                  </a:lnTo>
                  <a:lnTo>
                    <a:pt x="202" y="5833"/>
                  </a:lnTo>
                  <a:lnTo>
                    <a:pt x="128" y="5833"/>
                  </a:lnTo>
                  <a:lnTo>
                    <a:pt x="47" y="5821"/>
                  </a:lnTo>
                  <a:lnTo>
                    <a:pt x="0" y="5724"/>
                  </a:lnTo>
                  <a:lnTo>
                    <a:pt x="35" y="5551"/>
                  </a:lnTo>
                  <a:lnTo>
                    <a:pt x="104" y="5407"/>
                  </a:lnTo>
                  <a:lnTo>
                    <a:pt x="207" y="5275"/>
                  </a:lnTo>
                  <a:lnTo>
                    <a:pt x="294" y="5165"/>
                  </a:lnTo>
                  <a:lnTo>
                    <a:pt x="294" y="5125"/>
                  </a:lnTo>
                  <a:lnTo>
                    <a:pt x="242" y="5148"/>
                  </a:lnTo>
                  <a:lnTo>
                    <a:pt x="190" y="5038"/>
                  </a:lnTo>
                  <a:lnTo>
                    <a:pt x="225" y="4992"/>
                  </a:lnTo>
                  <a:lnTo>
                    <a:pt x="387" y="4952"/>
                  </a:lnTo>
                  <a:lnTo>
                    <a:pt x="478" y="4843"/>
                  </a:lnTo>
                  <a:lnTo>
                    <a:pt x="553" y="4710"/>
                  </a:lnTo>
                  <a:lnTo>
                    <a:pt x="668" y="4613"/>
                  </a:lnTo>
                  <a:lnTo>
                    <a:pt x="714" y="4613"/>
                  </a:lnTo>
                  <a:lnTo>
                    <a:pt x="772" y="4670"/>
                  </a:lnTo>
                  <a:lnTo>
                    <a:pt x="795" y="4670"/>
                  </a:lnTo>
                  <a:lnTo>
                    <a:pt x="869" y="4561"/>
                  </a:lnTo>
                  <a:lnTo>
                    <a:pt x="945" y="4463"/>
                  </a:lnTo>
                  <a:lnTo>
                    <a:pt x="1059" y="4394"/>
                  </a:lnTo>
                  <a:lnTo>
                    <a:pt x="1174" y="4365"/>
                  </a:lnTo>
                  <a:lnTo>
                    <a:pt x="1439" y="4261"/>
                  </a:lnTo>
                  <a:lnTo>
                    <a:pt x="1658" y="4100"/>
                  </a:lnTo>
                  <a:lnTo>
                    <a:pt x="2060" y="3835"/>
                  </a:lnTo>
                  <a:lnTo>
                    <a:pt x="2330" y="3611"/>
                  </a:lnTo>
                  <a:lnTo>
                    <a:pt x="2561" y="3340"/>
                  </a:lnTo>
                  <a:lnTo>
                    <a:pt x="2636" y="3173"/>
                  </a:lnTo>
                  <a:lnTo>
                    <a:pt x="2739" y="3035"/>
                  </a:lnTo>
                  <a:lnTo>
                    <a:pt x="2791" y="3081"/>
                  </a:lnTo>
                  <a:lnTo>
                    <a:pt x="2814" y="3081"/>
                  </a:lnTo>
                  <a:lnTo>
                    <a:pt x="2831" y="2995"/>
                  </a:lnTo>
                  <a:lnTo>
                    <a:pt x="2831" y="2914"/>
                  </a:lnTo>
                  <a:lnTo>
                    <a:pt x="2831" y="2741"/>
                  </a:lnTo>
                  <a:lnTo>
                    <a:pt x="2866" y="2603"/>
                  </a:lnTo>
                  <a:lnTo>
                    <a:pt x="2964" y="2477"/>
                  </a:lnTo>
                  <a:lnTo>
                    <a:pt x="3085" y="2378"/>
                  </a:lnTo>
                  <a:lnTo>
                    <a:pt x="3107" y="2408"/>
                  </a:lnTo>
                  <a:lnTo>
                    <a:pt x="3147" y="2425"/>
                  </a:lnTo>
                  <a:lnTo>
                    <a:pt x="3228" y="2418"/>
                  </a:lnTo>
                  <a:lnTo>
                    <a:pt x="3257" y="2309"/>
                  </a:lnTo>
                  <a:lnTo>
                    <a:pt x="3361" y="2229"/>
                  </a:lnTo>
                  <a:lnTo>
                    <a:pt x="3505" y="2332"/>
                  </a:lnTo>
                  <a:lnTo>
                    <a:pt x="3603" y="2482"/>
                  </a:lnTo>
                  <a:lnTo>
                    <a:pt x="3700" y="2632"/>
                  </a:lnTo>
                  <a:lnTo>
                    <a:pt x="3665" y="2667"/>
                  </a:lnTo>
                  <a:lnTo>
                    <a:pt x="3591" y="2712"/>
                  </a:lnTo>
                  <a:lnTo>
                    <a:pt x="3596" y="2741"/>
                  </a:lnTo>
                  <a:lnTo>
                    <a:pt x="3653" y="2747"/>
                  </a:lnTo>
                  <a:lnTo>
                    <a:pt x="3740" y="2747"/>
                  </a:lnTo>
                  <a:lnTo>
                    <a:pt x="3809" y="2764"/>
                  </a:lnTo>
                  <a:lnTo>
                    <a:pt x="3850" y="2828"/>
                  </a:lnTo>
                  <a:lnTo>
                    <a:pt x="3993" y="2805"/>
                  </a:lnTo>
                  <a:lnTo>
                    <a:pt x="4178" y="2793"/>
                  </a:lnTo>
                  <a:lnTo>
                    <a:pt x="4316" y="2891"/>
                  </a:lnTo>
                  <a:lnTo>
                    <a:pt x="4425" y="2880"/>
                  </a:lnTo>
                  <a:lnTo>
                    <a:pt x="4586" y="2885"/>
                  </a:lnTo>
                  <a:lnTo>
                    <a:pt x="4615" y="2833"/>
                  </a:lnTo>
                  <a:lnTo>
                    <a:pt x="4655" y="2793"/>
                  </a:lnTo>
                  <a:lnTo>
                    <a:pt x="4719" y="2793"/>
                  </a:lnTo>
                  <a:lnTo>
                    <a:pt x="4840" y="2891"/>
                  </a:lnTo>
                  <a:lnTo>
                    <a:pt x="4966" y="2885"/>
                  </a:lnTo>
                  <a:lnTo>
                    <a:pt x="5064" y="2805"/>
                  </a:lnTo>
                  <a:lnTo>
                    <a:pt x="5133" y="2678"/>
                  </a:lnTo>
                  <a:lnTo>
                    <a:pt x="5144" y="2539"/>
                  </a:lnTo>
                  <a:lnTo>
                    <a:pt x="5064" y="2448"/>
                  </a:lnTo>
                  <a:lnTo>
                    <a:pt x="4937" y="2356"/>
                  </a:lnTo>
                  <a:lnTo>
                    <a:pt x="4850" y="2195"/>
                  </a:lnTo>
                  <a:lnTo>
                    <a:pt x="4805" y="2033"/>
                  </a:lnTo>
                  <a:lnTo>
                    <a:pt x="4799" y="1936"/>
                  </a:lnTo>
                  <a:lnTo>
                    <a:pt x="4857" y="1837"/>
                  </a:lnTo>
                  <a:lnTo>
                    <a:pt x="4902" y="1895"/>
                  </a:lnTo>
                  <a:lnTo>
                    <a:pt x="4937" y="1889"/>
                  </a:lnTo>
                  <a:lnTo>
                    <a:pt x="4983" y="1849"/>
                  </a:lnTo>
                  <a:lnTo>
                    <a:pt x="5018" y="1815"/>
                  </a:lnTo>
                  <a:lnTo>
                    <a:pt x="5133" y="1785"/>
                  </a:lnTo>
                  <a:lnTo>
                    <a:pt x="5265" y="1780"/>
                  </a:lnTo>
                  <a:lnTo>
                    <a:pt x="5294" y="1785"/>
                  </a:lnTo>
                  <a:lnTo>
                    <a:pt x="5518" y="1803"/>
                  </a:lnTo>
                  <a:lnTo>
                    <a:pt x="5800" y="1728"/>
                  </a:lnTo>
                  <a:lnTo>
                    <a:pt x="5933" y="1734"/>
                  </a:lnTo>
                  <a:lnTo>
                    <a:pt x="5944" y="1665"/>
                  </a:lnTo>
                  <a:lnTo>
                    <a:pt x="6087" y="1514"/>
                  </a:lnTo>
                  <a:lnTo>
                    <a:pt x="6185" y="1504"/>
                  </a:lnTo>
                  <a:lnTo>
                    <a:pt x="6249" y="1457"/>
                  </a:lnTo>
                  <a:lnTo>
                    <a:pt x="6249" y="1348"/>
                  </a:lnTo>
                  <a:lnTo>
                    <a:pt x="6277" y="1233"/>
                  </a:lnTo>
                  <a:lnTo>
                    <a:pt x="6370" y="1101"/>
                  </a:lnTo>
                  <a:lnTo>
                    <a:pt x="6479" y="980"/>
                  </a:lnTo>
                  <a:lnTo>
                    <a:pt x="6531" y="973"/>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15" name="Freeform 729">
              <a:extLst>
                <a:ext uri="{FF2B5EF4-FFF2-40B4-BE49-F238E27FC236}">
                  <a16:creationId xmlns:a16="http://schemas.microsoft.com/office/drawing/2014/main" id="{77099E32-8E48-E86D-1F58-7721EA8DCEB4}"/>
                </a:ext>
              </a:extLst>
            </p:cNvPr>
            <p:cNvSpPr>
              <a:spLocks/>
            </p:cNvSpPr>
            <p:nvPr/>
          </p:nvSpPr>
          <p:spPr bwMode="auto">
            <a:xfrm>
              <a:off x="3483" y="2929"/>
              <a:ext cx="25" cy="42"/>
            </a:xfrm>
            <a:custGeom>
              <a:avLst/>
              <a:gdLst>
                <a:gd name="T0" fmla="*/ 0 w 252"/>
                <a:gd name="T1" fmla="*/ 0 h 415"/>
                <a:gd name="T2" fmla="*/ 0 w 252"/>
                <a:gd name="T3" fmla="*/ 0 h 415"/>
                <a:gd name="T4" fmla="*/ 0 w 252"/>
                <a:gd name="T5" fmla="*/ 0 h 415"/>
                <a:gd name="T6" fmla="*/ 0 w 252"/>
                <a:gd name="T7" fmla="*/ 0 h 415"/>
                <a:gd name="T8" fmla="*/ 0 w 252"/>
                <a:gd name="T9" fmla="*/ 0 h 415"/>
                <a:gd name="T10" fmla="*/ 0 w 252"/>
                <a:gd name="T11" fmla="*/ 0 h 415"/>
                <a:gd name="T12" fmla="*/ 0 w 252"/>
                <a:gd name="T13" fmla="*/ 0 h 415"/>
                <a:gd name="T14" fmla="*/ 0 w 252"/>
                <a:gd name="T15" fmla="*/ 0 h 415"/>
                <a:gd name="T16" fmla="*/ 0 w 252"/>
                <a:gd name="T17" fmla="*/ 0 h 415"/>
                <a:gd name="T18" fmla="*/ 0 w 252"/>
                <a:gd name="T19" fmla="*/ 0 h 4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2" h="415">
                  <a:moveTo>
                    <a:pt x="63" y="0"/>
                  </a:moveTo>
                  <a:lnTo>
                    <a:pt x="0" y="46"/>
                  </a:lnTo>
                  <a:lnTo>
                    <a:pt x="0" y="156"/>
                  </a:lnTo>
                  <a:lnTo>
                    <a:pt x="29" y="299"/>
                  </a:lnTo>
                  <a:lnTo>
                    <a:pt x="63" y="415"/>
                  </a:lnTo>
                  <a:lnTo>
                    <a:pt x="143" y="397"/>
                  </a:lnTo>
                  <a:lnTo>
                    <a:pt x="212" y="277"/>
                  </a:lnTo>
                  <a:lnTo>
                    <a:pt x="252" y="104"/>
                  </a:lnTo>
                  <a:lnTo>
                    <a:pt x="172" y="29"/>
                  </a:lnTo>
                  <a:lnTo>
                    <a:pt x="6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16" name="Freeform 730">
              <a:extLst>
                <a:ext uri="{FF2B5EF4-FFF2-40B4-BE49-F238E27FC236}">
                  <a16:creationId xmlns:a16="http://schemas.microsoft.com/office/drawing/2014/main" id="{1D99D533-54DA-F3A7-91F2-6FE60D462BC9}"/>
                </a:ext>
              </a:extLst>
            </p:cNvPr>
            <p:cNvSpPr>
              <a:spLocks/>
            </p:cNvSpPr>
            <p:nvPr/>
          </p:nvSpPr>
          <p:spPr bwMode="auto">
            <a:xfrm>
              <a:off x="3483" y="2929"/>
              <a:ext cx="25" cy="42"/>
            </a:xfrm>
            <a:custGeom>
              <a:avLst/>
              <a:gdLst>
                <a:gd name="T0" fmla="*/ 0 w 252"/>
                <a:gd name="T1" fmla="*/ 0 h 415"/>
                <a:gd name="T2" fmla="*/ 0 w 252"/>
                <a:gd name="T3" fmla="*/ 0 h 415"/>
                <a:gd name="T4" fmla="*/ 0 w 252"/>
                <a:gd name="T5" fmla="*/ 0 h 415"/>
                <a:gd name="T6" fmla="*/ 0 w 252"/>
                <a:gd name="T7" fmla="*/ 0 h 415"/>
                <a:gd name="T8" fmla="*/ 0 w 252"/>
                <a:gd name="T9" fmla="*/ 0 h 415"/>
                <a:gd name="T10" fmla="*/ 0 w 252"/>
                <a:gd name="T11" fmla="*/ 0 h 415"/>
                <a:gd name="T12" fmla="*/ 0 w 252"/>
                <a:gd name="T13" fmla="*/ 0 h 415"/>
                <a:gd name="T14" fmla="*/ 0 w 252"/>
                <a:gd name="T15" fmla="*/ 0 h 415"/>
                <a:gd name="T16" fmla="*/ 0 w 252"/>
                <a:gd name="T17" fmla="*/ 0 h 415"/>
                <a:gd name="T18" fmla="*/ 0 w 252"/>
                <a:gd name="T19" fmla="*/ 0 h 4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2" h="415">
                  <a:moveTo>
                    <a:pt x="63" y="0"/>
                  </a:moveTo>
                  <a:lnTo>
                    <a:pt x="0" y="46"/>
                  </a:lnTo>
                  <a:lnTo>
                    <a:pt x="0" y="156"/>
                  </a:lnTo>
                  <a:lnTo>
                    <a:pt x="29" y="299"/>
                  </a:lnTo>
                  <a:lnTo>
                    <a:pt x="63" y="415"/>
                  </a:lnTo>
                  <a:lnTo>
                    <a:pt x="143" y="397"/>
                  </a:lnTo>
                  <a:lnTo>
                    <a:pt x="212" y="277"/>
                  </a:lnTo>
                  <a:lnTo>
                    <a:pt x="252" y="104"/>
                  </a:lnTo>
                  <a:lnTo>
                    <a:pt x="172" y="29"/>
                  </a:lnTo>
                  <a:lnTo>
                    <a:pt x="63" y="0"/>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17" name="Freeform 731">
              <a:extLst>
                <a:ext uri="{FF2B5EF4-FFF2-40B4-BE49-F238E27FC236}">
                  <a16:creationId xmlns:a16="http://schemas.microsoft.com/office/drawing/2014/main" id="{1375238F-A8ED-D258-83E2-586C45750CCD}"/>
                </a:ext>
              </a:extLst>
            </p:cNvPr>
            <p:cNvSpPr>
              <a:spLocks/>
            </p:cNvSpPr>
            <p:nvPr/>
          </p:nvSpPr>
          <p:spPr bwMode="auto">
            <a:xfrm>
              <a:off x="3707" y="3429"/>
              <a:ext cx="61" cy="37"/>
            </a:xfrm>
            <a:custGeom>
              <a:avLst/>
              <a:gdLst>
                <a:gd name="T0" fmla="*/ 0 w 610"/>
                <a:gd name="T1" fmla="*/ 0 h 369"/>
                <a:gd name="T2" fmla="*/ 0 w 610"/>
                <a:gd name="T3" fmla="*/ 0 h 369"/>
                <a:gd name="T4" fmla="*/ 0 w 610"/>
                <a:gd name="T5" fmla="*/ 0 h 369"/>
                <a:gd name="T6" fmla="*/ 0 w 610"/>
                <a:gd name="T7" fmla="*/ 0 h 369"/>
                <a:gd name="T8" fmla="*/ 0 w 610"/>
                <a:gd name="T9" fmla="*/ 0 h 369"/>
                <a:gd name="T10" fmla="*/ 0 w 610"/>
                <a:gd name="T11" fmla="*/ 0 h 369"/>
                <a:gd name="T12" fmla="*/ 0 w 610"/>
                <a:gd name="T13" fmla="*/ 0 h 369"/>
                <a:gd name="T14" fmla="*/ 0 w 610"/>
                <a:gd name="T15" fmla="*/ 0 h 369"/>
                <a:gd name="T16" fmla="*/ 0 w 610"/>
                <a:gd name="T17" fmla="*/ 0 h 369"/>
                <a:gd name="T18" fmla="*/ 0 w 610"/>
                <a:gd name="T19" fmla="*/ 0 h 369"/>
                <a:gd name="T20" fmla="*/ 0 w 610"/>
                <a:gd name="T21" fmla="*/ 0 h 369"/>
                <a:gd name="T22" fmla="*/ 0 w 610"/>
                <a:gd name="T23" fmla="*/ 0 h 369"/>
                <a:gd name="T24" fmla="*/ 0 w 610"/>
                <a:gd name="T25" fmla="*/ 0 h 369"/>
                <a:gd name="T26" fmla="*/ 0 w 610"/>
                <a:gd name="T27" fmla="*/ 0 h 369"/>
                <a:gd name="T28" fmla="*/ 0 w 610"/>
                <a:gd name="T29" fmla="*/ 0 h 369"/>
                <a:gd name="T30" fmla="*/ 0 w 610"/>
                <a:gd name="T31" fmla="*/ 0 h 369"/>
                <a:gd name="T32" fmla="*/ 0 w 610"/>
                <a:gd name="T33" fmla="*/ 0 h 369"/>
                <a:gd name="T34" fmla="*/ 0 w 610"/>
                <a:gd name="T35" fmla="*/ 0 h 369"/>
                <a:gd name="T36" fmla="*/ 0 w 610"/>
                <a:gd name="T37" fmla="*/ 0 h 369"/>
                <a:gd name="T38" fmla="*/ 0 w 610"/>
                <a:gd name="T39" fmla="*/ 0 h 369"/>
                <a:gd name="T40" fmla="*/ 0 w 610"/>
                <a:gd name="T41" fmla="*/ 0 h 369"/>
                <a:gd name="T42" fmla="*/ 0 w 610"/>
                <a:gd name="T43" fmla="*/ 0 h 369"/>
                <a:gd name="T44" fmla="*/ 0 w 610"/>
                <a:gd name="T45" fmla="*/ 0 h 369"/>
                <a:gd name="T46" fmla="*/ 0 w 610"/>
                <a:gd name="T47" fmla="*/ 0 h 369"/>
                <a:gd name="T48" fmla="*/ 0 w 610"/>
                <a:gd name="T49" fmla="*/ 0 h 3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0" h="369">
                  <a:moveTo>
                    <a:pt x="127" y="109"/>
                  </a:moveTo>
                  <a:lnTo>
                    <a:pt x="116" y="69"/>
                  </a:lnTo>
                  <a:lnTo>
                    <a:pt x="81" y="0"/>
                  </a:lnTo>
                  <a:lnTo>
                    <a:pt x="6" y="80"/>
                  </a:lnTo>
                  <a:lnTo>
                    <a:pt x="0" y="184"/>
                  </a:lnTo>
                  <a:lnTo>
                    <a:pt x="40" y="265"/>
                  </a:lnTo>
                  <a:lnTo>
                    <a:pt x="99" y="369"/>
                  </a:lnTo>
                  <a:lnTo>
                    <a:pt x="168" y="317"/>
                  </a:lnTo>
                  <a:lnTo>
                    <a:pt x="247" y="357"/>
                  </a:lnTo>
                  <a:lnTo>
                    <a:pt x="311" y="362"/>
                  </a:lnTo>
                  <a:lnTo>
                    <a:pt x="426" y="369"/>
                  </a:lnTo>
                  <a:lnTo>
                    <a:pt x="455" y="334"/>
                  </a:lnTo>
                  <a:lnTo>
                    <a:pt x="467" y="293"/>
                  </a:lnTo>
                  <a:lnTo>
                    <a:pt x="518" y="305"/>
                  </a:lnTo>
                  <a:lnTo>
                    <a:pt x="570" y="276"/>
                  </a:lnTo>
                  <a:lnTo>
                    <a:pt x="553" y="213"/>
                  </a:lnTo>
                  <a:lnTo>
                    <a:pt x="610" y="167"/>
                  </a:lnTo>
                  <a:lnTo>
                    <a:pt x="598" y="104"/>
                  </a:lnTo>
                  <a:lnTo>
                    <a:pt x="536" y="80"/>
                  </a:lnTo>
                  <a:lnTo>
                    <a:pt x="351" y="69"/>
                  </a:lnTo>
                  <a:lnTo>
                    <a:pt x="299" y="69"/>
                  </a:lnTo>
                  <a:lnTo>
                    <a:pt x="287" y="115"/>
                  </a:lnTo>
                  <a:lnTo>
                    <a:pt x="397" y="190"/>
                  </a:lnTo>
                  <a:lnTo>
                    <a:pt x="237" y="178"/>
                  </a:lnTo>
                  <a:lnTo>
                    <a:pt x="127"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18" name="Freeform 732">
              <a:extLst>
                <a:ext uri="{FF2B5EF4-FFF2-40B4-BE49-F238E27FC236}">
                  <a16:creationId xmlns:a16="http://schemas.microsoft.com/office/drawing/2014/main" id="{075130A2-60E4-37B0-5C0E-A935028721B5}"/>
                </a:ext>
              </a:extLst>
            </p:cNvPr>
            <p:cNvSpPr>
              <a:spLocks/>
            </p:cNvSpPr>
            <p:nvPr/>
          </p:nvSpPr>
          <p:spPr bwMode="auto">
            <a:xfrm>
              <a:off x="3707" y="3429"/>
              <a:ext cx="61" cy="37"/>
            </a:xfrm>
            <a:custGeom>
              <a:avLst/>
              <a:gdLst>
                <a:gd name="T0" fmla="*/ 0 w 610"/>
                <a:gd name="T1" fmla="*/ 0 h 369"/>
                <a:gd name="T2" fmla="*/ 0 w 610"/>
                <a:gd name="T3" fmla="*/ 0 h 369"/>
                <a:gd name="T4" fmla="*/ 0 w 610"/>
                <a:gd name="T5" fmla="*/ 0 h 369"/>
                <a:gd name="T6" fmla="*/ 0 w 610"/>
                <a:gd name="T7" fmla="*/ 0 h 369"/>
                <a:gd name="T8" fmla="*/ 0 w 610"/>
                <a:gd name="T9" fmla="*/ 0 h 369"/>
                <a:gd name="T10" fmla="*/ 0 w 610"/>
                <a:gd name="T11" fmla="*/ 0 h 369"/>
                <a:gd name="T12" fmla="*/ 0 w 610"/>
                <a:gd name="T13" fmla="*/ 0 h 369"/>
                <a:gd name="T14" fmla="*/ 0 w 610"/>
                <a:gd name="T15" fmla="*/ 0 h 369"/>
                <a:gd name="T16" fmla="*/ 0 w 610"/>
                <a:gd name="T17" fmla="*/ 0 h 369"/>
                <a:gd name="T18" fmla="*/ 0 w 610"/>
                <a:gd name="T19" fmla="*/ 0 h 369"/>
                <a:gd name="T20" fmla="*/ 0 w 610"/>
                <a:gd name="T21" fmla="*/ 0 h 369"/>
                <a:gd name="T22" fmla="*/ 0 w 610"/>
                <a:gd name="T23" fmla="*/ 0 h 369"/>
                <a:gd name="T24" fmla="*/ 0 w 610"/>
                <a:gd name="T25" fmla="*/ 0 h 369"/>
                <a:gd name="T26" fmla="*/ 0 w 610"/>
                <a:gd name="T27" fmla="*/ 0 h 369"/>
                <a:gd name="T28" fmla="*/ 0 w 610"/>
                <a:gd name="T29" fmla="*/ 0 h 369"/>
                <a:gd name="T30" fmla="*/ 0 w 610"/>
                <a:gd name="T31" fmla="*/ 0 h 369"/>
                <a:gd name="T32" fmla="*/ 0 w 610"/>
                <a:gd name="T33" fmla="*/ 0 h 369"/>
                <a:gd name="T34" fmla="*/ 0 w 610"/>
                <a:gd name="T35" fmla="*/ 0 h 369"/>
                <a:gd name="T36" fmla="*/ 0 w 610"/>
                <a:gd name="T37" fmla="*/ 0 h 369"/>
                <a:gd name="T38" fmla="*/ 0 w 610"/>
                <a:gd name="T39" fmla="*/ 0 h 369"/>
                <a:gd name="T40" fmla="*/ 0 w 610"/>
                <a:gd name="T41" fmla="*/ 0 h 369"/>
                <a:gd name="T42" fmla="*/ 0 w 610"/>
                <a:gd name="T43" fmla="*/ 0 h 369"/>
                <a:gd name="T44" fmla="*/ 0 w 610"/>
                <a:gd name="T45" fmla="*/ 0 h 369"/>
                <a:gd name="T46" fmla="*/ 0 w 610"/>
                <a:gd name="T47" fmla="*/ 0 h 369"/>
                <a:gd name="T48" fmla="*/ 0 w 610"/>
                <a:gd name="T49" fmla="*/ 0 h 3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0" h="369">
                  <a:moveTo>
                    <a:pt x="127" y="109"/>
                  </a:moveTo>
                  <a:lnTo>
                    <a:pt x="116" y="69"/>
                  </a:lnTo>
                  <a:lnTo>
                    <a:pt x="81" y="0"/>
                  </a:lnTo>
                  <a:lnTo>
                    <a:pt x="6" y="80"/>
                  </a:lnTo>
                  <a:lnTo>
                    <a:pt x="0" y="184"/>
                  </a:lnTo>
                  <a:lnTo>
                    <a:pt x="40" y="265"/>
                  </a:lnTo>
                  <a:lnTo>
                    <a:pt x="99" y="369"/>
                  </a:lnTo>
                  <a:lnTo>
                    <a:pt x="168" y="317"/>
                  </a:lnTo>
                  <a:lnTo>
                    <a:pt x="247" y="357"/>
                  </a:lnTo>
                  <a:lnTo>
                    <a:pt x="311" y="362"/>
                  </a:lnTo>
                  <a:lnTo>
                    <a:pt x="426" y="369"/>
                  </a:lnTo>
                  <a:lnTo>
                    <a:pt x="455" y="334"/>
                  </a:lnTo>
                  <a:lnTo>
                    <a:pt x="467" y="293"/>
                  </a:lnTo>
                  <a:lnTo>
                    <a:pt x="518" y="305"/>
                  </a:lnTo>
                  <a:lnTo>
                    <a:pt x="570" y="276"/>
                  </a:lnTo>
                  <a:lnTo>
                    <a:pt x="553" y="213"/>
                  </a:lnTo>
                  <a:lnTo>
                    <a:pt x="610" y="167"/>
                  </a:lnTo>
                  <a:lnTo>
                    <a:pt x="598" y="104"/>
                  </a:lnTo>
                  <a:lnTo>
                    <a:pt x="536" y="80"/>
                  </a:lnTo>
                  <a:lnTo>
                    <a:pt x="351" y="69"/>
                  </a:lnTo>
                  <a:lnTo>
                    <a:pt x="299" y="69"/>
                  </a:lnTo>
                  <a:lnTo>
                    <a:pt x="287" y="115"/>
                  </a:lnTo>
                  <a:lnTo>
                    <a:pt x="397" y="190"/>
                  </a:lnTo>
                  <a:lnTo>
                    <a:pt x="237" y="178"/>
                  </a:lnTo>
                  <a:lnTo>
                    <a:pt x="127" y="109"/>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19" name="Freeform 733">
              <a:extLst>
                <a:ext uri="{FF2B5EF4-FFF2-40B4-BE49-F238E27FC236}">
                  <a16:creationId xmlns:a16="http://schemas.microsoft.com/office/drawing/2014/main" id="{2B34C136-C1F6-478C-563C-1C792AC6D7F5}"/>
                </a:ext>
              </a:extLst>
            </p:cNvPr>
            <p:cNvSpPr>
              <a:spLocks/>
            </p:cNvSpPr>
            <p:nvPr/>
          </p:nvSpPr>
          <p:spPr bwMode="auto">
            <a:xfrm>
              <a:off x="3454" y="2754"/>
              <a:ext cx="497" cy="790"/>
            </a:xfrm>
            <a:custGeom>
              <a:avLst/>
              <a:gdLst>
                <a:gd name="T0" fmla="*/ 0 w 4976"/>
                <a:gd name="T1" fmla="*/ 0 h 7894"/>
                <a:gd name="T2" fmla="*/ 0 w 4976"/>
                <a:gd name="T3" fmla="*/ 0 h 7894"/>
                <a:gd name="T4" fmla="*/ 0 w 4976"/>
                <a:gd name="T5" fmla="*/ 0 h 7894"/>
                <a:gd name="T6" fmla="*/ 0 w 4976"/>
                <a:gd name="T7" fmla="*/ 0 h 7894"/>
                <a:gd name="T8" fmla="*/ 0 w 4976"/>
                <a:gd name="T9" fmla="*/ 0 h 7894"/>
                <a:gd name="T10" fmla="*/ 0 w 4976"/>
                <a:gd name="T11" fmla="*/ 0 h 7894"/>
                <a:gd name="T12" fmla="*/ 0 w 4976"/>
                <a:gd name="T13" fmla="*/ 0 h 7894"/>
                <a:gd name="T14" fmla="*/ 0 w 4976"/>
                <a:gd name="T15" fmla="*/ 0 h 7894"/>
                <a:gd name="T16" fmla="*/ 0 w 4976"/>
                <a:gd name="T17" fmla="*/ 0 h 7894"/>
                <a:gd name="T18" fmla="*/ 0 w 4976"/>
                <a:gd name="T19" fmla="*/ 0 h 7894"/>
                <a:gd name="T20" fmla="*/ 0 w 4976"/>
                <a:gd name="T21" fmla="*/ 0 h 7894"/>
                <a:gd name="T22" fmla="*/ 0 w 4976"/>
                <a:gd name="T23" fmla="*/ 0 h 7894"/>
                <a:gd name="T24" fmla="*/ 0 w 4976"/>
                <a:gd name="T25" fmla="*/ 0 h 7894"/>
                <a:gd name="T26" fmla="*/ 0 w 4976"/>
                <a:gd name="T27" fmla="*/ 0 h 7894"/>
                <a:gd name="T28" fmla="*/ 0 w 4976"/>
                <a:gd name="T29" fmla="*/ 0 h 7894"/>
                <a:gd name="T30" fmla="*/ 0 w 4976"/>
                <a:gd name="T31" fmla="*/ 0 h 7894"/>
                <a:gd name="T32" fmla="*/ 0 w 4976"/>
                <a:gd name="T33" fmla="*/ 0 h 7894"/>
                <a:gd name="T34" fmla="*/ 0 w 4976"/>
                <a:gd name="T35" fmla="*/ 0 h 7894"/>
                <a:gd name="T36" fmla="*/ 0 w 4976"/>
                <a:gd name="T37" fmla="*/ 0 h 7894"/>
                <a:gd name="T38" fmla="*/ 0 w 4976"/>
                <a:gd name="T39" fmla="*/ 0 h 7894"/>
                <a:gd name="T40" fmla="*/ 0 w 4976"/>
                <a:gd name="T41" fmla="*/ 0 h 7894"/>
                <a:gd name="T42" fmla="*/ 0 w 4976"/>
                <a:gd name="T43" fmla="*/ 0 h 7894"/>
                <a:gd name="T44" fmla="*/ 0 w 4976"/>
                <a:gd name="T45" fmla="*/ 0 h 7894"/>
                <a:gd name="T46" fmla="*/ 0 w 4976"/>
                <a:gd name="T47" fmla="*/ 0 h 7894"/>
                <a:gd name="T48" fmla="*/ 0 w 4976"/>
                <a:gd name="T49" fmla="*/ 0 h 7894"/>
                <a:gd name="T50" fmla="*/ 0 w 4976"/>
                <a:gd name="T51" fmla="*/ 0 h 7894"/>
                <a:gd name="T52" fmla="*/ 0 w 4976"/>
                <a:gd name="T53" fmla="*/ 0 h 7894"/>
                <a:gd name="T54" fmla="*/ 0 w 4976"/>
                <a:gd name="T55" fmla="*/ 0 h 7894"/>
                <a:gd name="T56" fmla="*/ 0 w 4976"/>
                <a:gd name="T57" fmla="*/ 0 h 7894"/>
                <a:gd name="T58" fmla="*/ 0 w 4976"/>
                <a:gd name="T59" fmla="*/ 0 h 7894"/>
                <a:gd name="T60" fmla="*/ 0 w 4976"/>
                <a:gd name="T61" fmla="*/ 0 h 7894"/>
                <a:gd name="T62" fmla="*/ 0 w 4976"/>
                <a:gd name="T63" fmla="*/ 0 h 7894"/>
                <a:gd name="T64" fmla="*/ 0 w 4976"/>
                <a:gd name="T65" fmla="*/ 0 h 7894"/>
                <a:gd name="T66" fmla="*/ 0 w 4976"/>
                <a:gd name="T67" fmla="*/ 0 h 7894"/>
                <a:gd name="T68" fmla="*/ 0 w 4976"/>
                <a:gd name="T69" fmla="*/ 0 h 7894"/>
                <a:gd name="T70" fmla="*/ 0 w 4976"/>
                <a:gd name="T71" fmla="*/ 0 h 7894"/>
                <a:gd name="T72" fmla="*/ 0 w 4976"/>
                <a:gd name="T73" fmla="*/ 0 h 7894"/>
                <a:gd name="T74" fmla="*/ 0 w 4976"/>
                <a:gd name="T75" fmla="*/ 0 h 7894"/>
                <a:gd name="T76" fmla="*/ 0 w 4976"/>
                <a:gd name="T77" fmla="*/ 0 h 7894"/>
                <a:gd name="T78" fmla="*/ 0 w 4976"/>
                <a:gd name="T79" fmla="*/ 0 h 7894"/>
                <a:gd name="T80" fmla="*/ 0 w 4976"/>
                <a:gd name="T81" fmla="*/ 0 h 7894"/>
                <a:gd name="T82" fmla="*/ 0 w 4976"/>
                <a:gd name="T83" fmla="*/ 0 h 7894"/>
                <a:gd name="T84" fmla="*/ 0 w 4976"/>
                <a:gd name="T85" fmla="*/ 0 h 7894"/>
                <a:gd name="T86" fmla="*/ 0 w 4976"/>
                <a:gd name="T87" fmla="*/ 0 h 7894"/>
                <a:gd name="T88" fmla="*/ 0 w 4976"/>
                <a:gd name="T89" fmla="*/ 0 h 7894"/>
                <a:gd name="T90" fmla="*/ 0 w 4976"/>
                <a:gd name="T91" fmla="*/ 0 h 7894"/>
                <a:gd name="T92" fmla="*/ 0 w 4976"/>
                <a:gd name="T93" fmla="*/ 0 h 7894"/>
                <a:gd name="T94" fmla="*/ 0 w 4976"/>
                <a:gd name="T95" fmla="*/ 0 h 7894"/>
                <a:gd name="T96" fmla="*/ 0 w 4976"/>
                <a:gd name="T97" fmla="*/ 0 h 7894"/>
                <a:gd name="T98" fmla="*/ 0 w 4976"/>
                <a:gd name="T99" fmla="*/ 0 h 7894"/>
                <a:gd name="T100" fmla="*/ 0 w 4976"/>
                <a:gd name="T101" fmla="*/ 0 h 7894"/>
                <a:gd name="T102" fmla="*/ 0 w 4976"/>
                <a:gd name="T103" fmla="*/ 0 h 7894"/>
                <a:gd name="T104" fmla="*/ 0 w 4976"/>
                <a:gd name="T105" fmla="*/ 0 h 7894"/>
                <a:gd name="T106" fmla="*/ 0 w 4976"/>
                <a:gd name="T107" fmla="*/ 0 h 7894"/>
                <a:gd name="T108" fmla="*/ 0 w 4976"/>
                <a:gd name="T109" fmla="*/ 0 h 7894"/>
                <a:gd name="T110" fmla="*/ 0 w 4976"/>
                <a:gd name="T111" fmla="*/ 0 h 7894"/>
                <a:gd name="T112" fmla="*/ 0 w 4976"/>
                <a:gd name="T113" fmla="*/ 0 h 7894"/>
                <a:gd name="T114" fmla="*/ 0 w 4976"/>
                <a:gd name="T115" fmla="*/ 0 h 7894"/>
                <a:gd name="T116" fmla="*/ 0 w 4976"/>
                <a:gd name="T117" fmla="*/ 0 h 7894"/>
                <a:gd name="T118" fmla="*/ 0 w 4976"/>
                <a:gd name="T119" fmla="*/ 0 h 7894"/>
                <a:gd name="T120" fmla="*/ 0 w 4976"/>
                <a:gd name="T121" fmla="*/ 0 h 7894"/>
                <a:gd name="T122" fmla="*/ 0 w 4976"/>
                <a:gd name="T123" fmla="*/ 0 h 78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76" h="7894">
                  <a:moveTo>
                    <a:pt x="2831" y="12"/>
                  </a:moveTo>
                  <a:lnTo>
                    <a:pt x="2980" y="139"/>
                  </a:lnTo>
                  <a:lnTo>
                    <a:pt x="3199" y="404"/>
                  </a:lnTo>
                  <a:lnTo>
                    <a:pt x="3377" y="721"/>
                  </a:lnTo>
                  <a:lnTo>
                    <a:pt x="3550" y="1089"/>
                  </a:lnTo>
                  <a:lnTo>
                    <a:pt x="3705" y="1365"/>
                  </a:lnTo>
                  <a:lnTo>
                    <a:pt x="3924" y="1688"/>
                  </a:lnTo>
                  <a:lnTo>
                    <a:pt x="4183" y="2050"/>
                  </a:lnTo>
                  <a:lnTo>
                    <a:pt x="4373" y="2344"/>
                  </a:lnTo>
                  <a:lnTo>
                    <a:pt x="4551" y="2707"/>
                  </a:lnTo>
                  <a:lnTo>
                    <a:pt x="4717" y="2880"/>
                  </a:lnTo>
                  <a:lnTo>
                    <a:pt x="4752" y="3023"/>
                  </a:lnTo>
                  <a:lnTo>
                    <a:pt x="4758" y="3265"/>
                  </a:lnTo>
                  <a:lnTo>
                    <a:pt x="4786" y="3611"/>
                  </a:lnTo>
                  <a:lnTo>
                    <a:pt x="4764" y="4107"/>
                  </a:lnTo>
                  <a:lnTo>
                    <a:pt x="4769" y="4555"/>
                  </a:lnTo>
                  <a:lnTo>
                    <a:pt x="4786" y="4693"/>
                  </a:lnTo>
                  <a:lnTo>
                    <a:pt x="4845" y="4693"/>
                  </a:lnTo>
                  <a:lnTo>
                    <a:pt x="4942" y="4601"/>
                  </a:lnTo>
                  <a:lnTo>
                    <a:pt x="4976" y="4860"/>
                  </a:lnTo>
                  <a:lnTo>
                    <a:pt x="4936" y="5062"/>
                  </a:lnTo>
                  <a:lnTo>
                    <a:pt x="4885" y="5258"/>
                  </a:lnTo>
                  <a:lnTo>
                    <a:pt x="4856" y="5448"/>
                  </a:lnTo>
                  <a:lnTo>
                    <a:pt x="4867" y="5552"/>
                  </a:lnTo>
                  <a:lnTo>
                    <a:pt x="4821" y="5626"/>
                  </a:lnTo>
                  <a:lnTo>
                    <a:pt x="4700" y="5752"/>
                  </a:lnTo>
                  <a:lnTo>
                    <a:pt x="4735" y="5873"/>
                  </a:lnTo>
                  <a:lnTo>
                    <a:pt x="4568" y="6144"/>
                  </a:lnTo>
                  <a:lnTo>
                    <a:pt x="4453" y="6259"/>
                  </a:lnTo>
                  <a:lnTo>
                    <a:pt x="4401" y="6357"/>
                  </a:lnTo>
                  <a:lnTo>
                    <a:pt x="4378" y="6414"/>
                  </a:lnTo>
                  <a:lnTo>
                    <a:pt x="4211" y="6456"/>
                  </a:lnTo>
                  <a:lnTo>
                    <a:pt x="4090" y="6380"/>
                  </a:lnTo>
                  <a:lnTo>
                    <a:pt x="4137" y="6207"/>
                  </a:lnTo>
                  <a:lnTo>
                    <a:pt x="4119" y="6207"/>
                  </a:lnTo>
                  <a:lnTo>
                    <a:pt x="4068" y="6328"/>
                  </a:lnTo>
                  <a:lnTo>
                    <a:pt x="3941" y="6392"/>
                  </a:lnTo>
                  <a:lnTo>
                    <a:pt x="3809" y="6392"/>
                  </a:lnTo>
                  <a:lnTo>
                    <a:pt x="3631" y="6311"/>
                  </a:lnTo>
                  <a:lnTo>
                    <a:pt x="3648" y="6345"/>
                  </a:lnTo>
                  <a:lnTo>
                    <a:pt x="3728" y="6426"/>
                  </a:lnTo>
                  <a:lnTo>
                    <a:pt x="3591" y="6426"/>
                  </a:lnTo>
                  <a:lnTo>
                    <a:pt x="3522" y="6426"/>
                  </a:lnTo>
                  <a:lnTo>
                    <a:pt x="3453" y="6444"/>
                  </a:lnTo>
                  <a:lnTo>
                    <a:pt x="3423" y="6495"/>
                  </a:lnTo>
                  <a:lnTo>
                    <a:pt x="3411" y="6582"/>
                  </a:lnTo>
                  <a:lnTo>
                    <a:pt x="3453" y="6651"/>
                  </a:lnTo>
                  <a:lnTo>
                    <a:pt x="3498" y="6680"/>
                  </a:lnTo>
                  <a:lnTo>
                    <a:pt x="3481" y="6732"/>
                  </a:lnTo>
                  <a:lnTo>
                    <a:pt x="3435" y="6795"/>
                  </a:lnTo>
                  <a:lnTo>
                    <a:pt x="3394" y="6829"/>
                  </a:lnTo>
                  <a:lnTo>
                    <a:pt x="3314" y="6824"/>
                  </a:lnTo>
                  <a:lnTo>
                    <a:pt x="3273" y="6784"/>
                  </a:lnTo>
                  <a:lnTo>
                    <a:pt x="3239" y="6737"/>
                  </a:lnTo>
                  <a:lnTo>
                    <a:pt x="3170" y="6720"/>
                  </a:lnTo>
                  <a:lnTo>
                    <a:pt x="3124" y="6760"/>
                  </a:lnTo>
                  <a:lnTo>
                    <a:pt x="3073" y="6755"/>
                  </a:lnTo>
                  <a:lnTo>
                    <a:pt x="3014" y="6784"/>
                  </a:lnTo>
                  <a:lnTo>
                    <a:pt x="2923" y="6767"/>
                  </a:lnTo>
                  <a:lnTo>
                    <a:pt x="2842" y="6715"/>
                  </a:lnTo>
                  <a:lnTo>
                    <a:pt x="2836" y="6634"/>
                  </a:lnTo>
                  <a:lnTo>
                    <a:pt x="2836" y="6565"/>
                  </a:lnTo>
                  <a:lnTo>
                    <a:pt x="2824" y="6535"/>
                  </a:lnTo>
                  <a:lnTo>
                    <a:pt x="2681" y="6680"/>
                  </a:lnTo>
                  <a:lnTo>
                    <a:pt x="2456" y="6668"/>
                  </a:lnTo>
                  <a:lnTo>
                    <a:pt x="2434" y="6708"/>
                  </a:lnTo>
                  <a:lnTo>
                    <a:pt x="2365" y="6726"/>
                  </a:lnTo>
                  <a:lnTo>
                    <a:pt x="2325" y="6737"/>
                  </a:lnTo>
                  <a:lnTo>
                    <a:pt x="2290" y="6760"/>
                  </a:lnTo>
                  <a:lnTo>
                    <a:pt x="2290" y="6824"/>
                  </a:lnTo>
                  <a:lnTo>
                    <a:pt x="2307" y="6864"/>
                  </a:lnTo>
                  <a:lnTo>
                    <a:pt x="2387" y="6784"/>
                  </a:lnTo>
                  <a:lnTo>
                    <a:pt x="2486" y="6864"/>
                  </a:lnTo>
                  <a:lnTo>
                    <a:pt x="2486" y="6973"/>
                  </a:lnTo>
                  <a:lnTo>
                    <a:pt x="2463" y="7042"/>
                  </a:lnTo>
                  <a:lnTo>
                    <a:pt x="2387" y="7054"/>
                  </a:lnTo>
                  <a:lnTo>
                    <a:pt x="2336" y="7042"/>
                  </a:lnTo>
                  <a:lnTo>
                    <a:pt x="2301" y="7048"/>
                  </a:lnTo>
                  <a:lnTo>
                    <a:pt x="2325" y="7118"/>
                  </a:lnTo>
                  <a:lnTo>
                    <a:pt x="2238" y="7215"/>
                  </a:lnTo>
                  <a:lnTo>
                    <a:pt x="2163" y="7077"/>
                  </a:lnTo>
                  <a:lnTo>
                    <a:pt x="2140" y="6979"/>
                  </a:lnTo>
                  <a:lnTo>
                    <a:pt x="2094" y="6922"/>
                  </a:lnTo>
                  <a:lnTo>
                    <a:pt x="1990" y="6922"/>
                  </a:lnTo>
                  <a:lnTo>
                    <a:pt x="1957" y="6945"/>
                  </a:lnTo>
                  <a:lnTo>
                    <a:pt x="1950" y="6979"/>
                  </a:lnTo>
                  <a:lnTo>
                    <a:pt x="1957" y="7135"/>
                  </a:lnTo>
                  <a:lnTo>
                    <a:pt x="2076" y="7290"/>
                  </a:lnTo>
                  <a:lnTo>
                    <a:pt x="2007" y="7353"/>
                  </a:lnTo>
                  <a:lnTo>
                    <a:pt x="1933" y="7491"/>
                  </a:lnTo>
                  <a:lnTo>
                    <a:pt x="1870" y="7520"/>
                  </a:lnTo>
                  <a:lnTo>
                    <a:pt x="1772" y="7550"/>
                  </a:lnTo>
                  <a:lnTo>
                    <a:pt x="1703" y="7543"/>
                  </a:lnTo>
                  <a:lnTo>
                    <a:pt x="1715" y="7595"/>
                  </a:lnTo>
                  <a:lnTo>
                    <a:pt x="1617" y="7612"/>
                  </a:lnTo>
                  <a:lnTo>
                    <a:pt x="1530" y="7572"/>
                  </a:lnTo>
                  <a:lnTo>
                    <a:pt x="1530" y="7451"/>
                  </a:lnTo>
                  <a:lnTo>
                    <a:pt x="1582" y="7405"/>
                  </a:lnTo>
                  <a:lnTo>
                    <a:pt x="1691" y="7388"/>
                  </a:lnTo>
                  <a:lnTo>
                    <a:pt x="1715" y="7353"/>
                  </a:lnTo>
                  <a:lnTo>
                    <a:pt x="1715" y="7325"/>
                  </a:lnTo>
                  <a:lnTo>
                    <a:pt x="1686" y="7278"/>
                  </a:lnTo>
                  <a:lnTo>
                    <a:pt x="1789" y="7163"/>
                  </a:lnTo>
                  <a:lnTo>
                    <a:pt x="1784" y="7100"/>
                  </a:lnTo>
                  <a:lnTo>
                    <a:pt x="1738" y="7094"/>
                  </a:lnTo>
                  <a:lnTo>
                    <a:pt x="1708" y="7123"/>
                  </a:lnTo>
                  <a:lnTo>
                    <a:pt x="1622" y="7239"/>
                  </a:lnTo>
                  <a:lnTo>
                    <a:pt x="1496" y="7239"/>
                  </a:lnTo>
                  <a:lnTo>
                    <a:pt x="1387" y="7267"/>
                  </a:lnTo>
                  <a:lnTo>
                    <a:pt x="1358" y="7377"/>
                  </a:lnTo>
                  <a:lnTo>
                    <a:pt x="1340" y="7498"/>
                  </a:lnTo>
                  <a:lnTo>
                    <a:pt x="1289" y="7601"/>
                  </a:lnTo>
                  <a:lnTo>
                    <a:pt x="1145" y="7647"/>
                  </a:lnTo>
                  <a:lnTo>
                    <a:pt x="1071" y="7595"/>
                  </a:lnTo>
                  <a:lnTo>
                    <a:pt x="1042" y="7532"/>
                  </a:lnTo>
                  <a:lnTo>
                    <a:pt x="1036" y="7451"/>
                  </a:lnTo>
                  <a:lnTo>
                    <a:pt x="1024" y="7422"/>
                  </a:lnTo>
                  <a:lnTo>
                    <a:pt x="967" y="7526"/>
                  </a:lnTo>
                  <a:lnTo>
                    <a:pt x="943" y="7676"/>
                  </a:lnTo>
                  <a:lnTo>
                    <a:pt x="886" y="7837"/>
                  </a:lnTo>
                  <a:lnTo>
                    <a:pt x="748" y="7894"/>
                  </a:lnTo>
                  <a:lnTo>
                    <a:pt x="679" y="7877"/>
                  </a:lnTo>
                  <a:lnTo>
                    <a:pt x="656" y="7820"/>
                  </a:lnTo>
                  <a:lnTo>
                    <a:pt x="656" y="7629"/>
                  </a:lnTo>
                  <a:lnTo>
                    <a:pt x="673" y="7543"/>
                  </a:lnTo>
                  <a:lnTo>
                    <a:pt x="604" y="7555"/>
                  </a:lnTo>
                  <a:lnTo>
                    <a:pt x="518" y="7595"/>
                  </a:lnTo>
                  <a:lnTo>
                    <a:pt x="523" y="7671"/>
                  </a:lnTo>
                  <a:lnTo>
                    <a:pt x="432" y="7780"/>
                  </a:lnTo>
                  <a:lnTo>
                    <a:pt x="299" y="7894"/>
                  </a:lnTo>
                  <a:lnTo>
                    <a:pt x="202" y="7889"/>
                  </a:lnTo>
                  <a:lnTo>
                    <a:pt x="126" y="7837"/>
                  </a:lnTo>
                  <a:lnTo>
                    <a:pt x="92" y="7785"/>
                  </a:lnTo>
                  <a:lnTo>
                    <a:pt x="109" y="7745"/>
                  </a:lnTo>
                  <a:lnTo>
                    <a:pt x="116" y="7671"/>
                  </a:lnTo>
                  <a:lnTo>
                    <a:pt x="150" y="7629"/>
                  </a:lnTo>
                  <a:lnTo>
                    <a:pt x="242" y="7619"/>
                  </a:lnTo>
                  <a:lnTo>
                    <a:pt x="316" y="7590"/>
                  </a:lnTo>
                  <a:lnTo>
                    <a:pt x="276" y="7543"/>
                  </a:lnTo>
                  <a:lnTo>
                    <a:pt x="271" y="7498"/>
                  </a:lnTo>
                  <a:lnTo>
                    <a:pt x="247" y="7451"/>
                  </a:lnTo>
                  <a:lnTo>
                    <a:pt x="259" y="7359"/>
                  </a:lnTo>
                  <a:lnTo>
                    <a:pt x="288" y="7313"/>
                  </a:lnTo>
                  <a:lnTo>
                    <a:pt x="334" y="7318"/>
                  </a:lnTo>
                  <a:lnTo>
                    <a:pt x="391" y="7411"/>
                  </a:lnTo>
                  <a:lnTo>
                    <a:pt x="443" y="7532"/>
                  </a:lnTo>
                  <a:lnTo>
                    <a:pt x="489" y="7520"/>
                  </a:lnTo>
                  <a:lnTo>
                    <a:pt x="587" y="7491"/>
                  </a:lnTo>
                  <a:lnTo>
                    <a:pt x="546" y="7434"/>
                  </a:lnTo>
                  <a:lnTo>
                    <a:pt x="535" y="7348"/>
                  </a:lnTo>
                  <a:lnTo>
                    <a:pt x="581" y="7290"/>
                  </a:lnTo>
                  <a:lnTo>
                    <a:pt x="644" y="7318"/>
                  </a:lnTo>
                  <a:lnTo>
                    <a:pt x="679" y="7359"/>
                  </a:lnTo>
                  <a:lnTo>
                    <a:pt x="708" y="7388"/>
                  </a:lnTo>
                  <a:lnTo>
                    <a:pt x="765" y="7388"/>
                  </a:lnTo>
                  <a:lnTo>
                    <a:pt x="771" y="7330"/>
                  </a:lnTo>
                  <a:lnTo>
                    <a:pt x="852" y="7267"/>
                  </a:lnTo>
                  <a:lnTo>
                    <a:pt x="846" y="7249"/>
                  </a:lnTo>
                  <a:lnTo>
                    <a:pt x="702" y="7163"/>
                  </a:lnTo>
                  <a:lnTo>
                    <a:pt x="581" y="7077"/>
                  </a:lnTo>
                  <a:lnTo>
                    <a:pt x="593" y="7007"/>
                  </a:lnTo>
                  <a:lnTo>
                    <a:pt x="541" y="7042"/>
                  </a:lnTo>
                  <a:lnTo>
                    <a:pt x="501" y="7042"/>
                  </a:lnTo>
                  <a:lnTo>
                    <a:pt x="472" y="7002"/>
                  </a:lnTo>
                  <a:lnTo>
                    <a:pt x="484" y="6905"/>
                  </a:lnTo>
                  <a:lnTo>
                    <a:pt x="506" y="6846"/>
                  </a:lnTo>
                  <a:lnTo>
                    <a:pt x="523" y="6777"/>
                  </a:lnTo>
                  <a:lnTo>
                    <a:pt x="512" y="6755"/>
                  </a:lnTo>
                  <a:lnTo>
                    <a:pt x="477" y="6755"/>
                  </a:lnTo>
                  <a:lnTo>
                    <a:pt x="449" y="6818"/>
                  </a:lnTo>
                  <a:lnTo>
                    <a:pt x="414" y="6812"/>
                  </a:lnTo>
                  <a:lnTo>
                    <a:pt x="403" y="6784"/>
                  </a:lnTo>
                  <a:lnTo>
                    <a:pt x="420" y="6651"/>
                  </a:lnTo>
                  <a:lnTo>
                    <a:pt x="397" y="6570"/>
                  </a:lnTo>
                  <a:lnTo>
                    <a:pt x="328" y="6456"/>
                  </a:lnTo>
                  <a:lnTo>
                    <a:pt x="368" y="6432"/>
                  </a:lnTo>
                  <a:lnTo>
                    <a:pt x="420" y="6456"/>
                  </a:lnTo>
                  <a:lnTo>
                    <a:pt x="449" y="6518"/>
                  </a:lnTo>
                  <a:lnTo>
                    <a:pt x="472" y="6576"/>
                  </a:lnTo>
                  <a:lnTo>
                    <a:pt x="523" y="6622"/>
                  </a:lnTo>
                  <a:lnTo>
                    <a:pt x="558" y="6605"/>
                  </a:lnTo>
                  <a:lnTo>
                    <a:pt x="541" y="6484"/>
                  </a:lnTo>
                  <a:lnTo>
                    <a:pt x="414" y="6345"/>
                  </a:lnTo>
                  <a:lnTo>
                    <a:pt x="380" y="6207"/>
                  </a:lnTo>
                  <a:lnTo>
                    <a:pt x="414" y="6053"/>
                  </a:lnTo>
                  <a:lnTo>
                    <a:pt x="518" y="5885"/>
                  </a:lnTo>
                  <a:lnTo>
                    <a:pt x="598" y="5816"/>
                  </a:lnTo>
                  <a:lnTo>
                    <a:pt x="691" y="5759"/>
                  </a:lnTo>
                  <a:lnTo>
                    <a:pt x="760" y="5707"/>
                  </a:lnTo>
                  <a:lnTo>
                    <a:pt x="765" y="5666"/>
                  </a:lnTo>
                  <a:lnTo>
                    <a:pt x="731" y="5655"/>
                  </a:lnTo>
                  <a:lnTo>
                    <a:pt x="667" y="5638"/>
                  </a:lnTo>
                  <a:lnTo>
                    <a:pt x="593" y="5592"/>
                  </a:lnTo>
                  <a:lnTo>
                    <a:pt x="708" y="5493"/>
                  </a:lnTo>
                  <a:lnTo>
                    <a:pt x="794" y="5390"/>
                  </a:lnTo>
                  <a:lnTo>
                    <a:pt x="874" y="5338"/>
                  </a:lnTo>
                  <a:lnTo>
                    <a:pt x="978" y="5350"/>
                  </a:lnTo>
                  <a:lnTo>
                    <a:pt x="967" y="5280"/>
                  </a:lnTo>
                  <a:lnTo>
                    <a:pt x="915" y="5217"/>
                  </a:lnTo>
                  <a:lnTo>
                    <a:pt x="943" y="5171"/>
                  </a:lnTo>
                  <a:lnTo>
                    <a:pt x="972" y="5166"/>
                  </a:lnTo>
                  <a:lnTo>
                    <a:pt x="972" y="5137"/>
                  </a:lnTo>
                  <a:lnTo>
                    <a:pt x="926" y="5137"/>
                  </a:lnTo>
                  <a:lnTo>
                    <a:pt x="886" y="5102"/>
                  </a:lnTo>
                  <a:lnTo>
                    <a:pt x="881" y="5050"/>
                  </a:lnTo>
                  <a:lnTo>
                    <a:pt x="846" y="5050"/>
                  </a:lnTo>
                  <a:lnTo>
                    <a:pt x="753" y="4964"/>
                  </a:lnTo>
                  <a:lnTo>
                    <a:pt x="760" y="4809"/>
                  </a:lnTo>
                  <a:lnTo>
                    <a:pt x="719" y="4745"/>
                  </a:lnTo>
                  <a:lnTo>
                    <a:pt x="632" y="4624"/>
                  </a:lnTo>
                  <a:lnTo>
                    <a:pt x="632" y="4549"/>
                  </a:lnTo>
                  <a:lnTo>
                    <a:pt x="639" y="4468"/>
                  </a:lnTo>
                  <a:lnTo>
                    <a:pt x="575" y="4302"/>
                  </a:lnTo>
                  <a:lnTo>
                    <a:pt x="570" y="4204"/>
                  </a:lnTo>
                  <a:lnTo>
                    <a:pt x="615" y="4152"/>
                  </a:lnTo>
                  <a:lnTo>
                    <a:pt x="632" y="4089"/>
                  </a:lnTo>
                  <a:lnTo>
                    <a:pt x="615" y="4065"/>
                  </a:lnTo>
                  <a:lnTo>
                    <a:pt x="535" y="4037"/>
                  </a:lnTo>
                  <a:lnTo>
                    <a:pt x="535" y="3986"/>
                  </a:lnTo>
                  <a:lnTo>
                    <a:pt x="598" y="3916"/>
                  </a:lnTo>
                  <a:lnTo>
                    <a:pt x="632" y="3865"/>
                  </a:lnTo>
                  <a:lnTo>
                    <a:pt x="622" y="3801"/>
                  </a:lnTo>
                  <a:lnTo>
                    <a:pt x="598" y="3749"/>
                  </a:lnTo>
                  <a:lnTo>
                    <a:pt x="558" y="3703"/>
                  </a:lnTo>
                  <a:lnTo>
                    <a:pt x="494" y="3697"/>
                  </a:lnTo>
                  <a:lnTo>
                    <a:pt x="414" y="3754"/>
                  </a:lnTo>
                  <a:lnTo>
                    <a:pt x="340" y="3858"/>
                  </a:lnTo>
                  <a:lnTo>
                    <a:pt x="195" y="3749"/>
                  </a:lnTo>
                  <a:lnTo>
                    <a:pt x="138" y="3697"/>
                  </a:lnTo>
                  <a:lnTo>
                    <a:pt x="133" y="3633"/>
                  </a:lnTo>
                  <a:lnTo>
                    <a:pt x="52" y="3628"/>
                  </a:lnTo>
                  <a:lnTo>
                    <a:pt x="0" y="3605"/>
                  </a:lnTo>
                  <a:lnTo>
                    <a:pt x="5" y="3547"/>
                  </a:lnTo>
                  <a:lnTo>
                    <a:pt x="150" y="3444"/>
                  </a:lnTo>
                  <a:lnTo>
                    <a:pt x="242" y="3300"/>
                  </a:lnTo>
                  <a:lnTo>
                    <a:pt x="294" y="3369"/>
                  </a:lnTo>
                  <a:lnTo>
                    <a:pt x="299" y="3467"/>
                  </a:lnTo>
                  <a:lnTo>
                    <a:pt x="311" y="3473"/>
                  </a:lnTo>
                  <a:lnTo>
                    <a:pt x="391" y="3415"/>
                  </a:lnTo>
                  <a:lnTo>
                    <a:pt x="449" y="3254"/>
                  </a:lnTo>
                  <a:lnTo>
                    <a:pt x="489" y="3213"/>
                  </a:lnTo>
                  <a:lnTo>
                    <a:pt x="593" y="3317"/>
                  </a:lnTo>
                  <a:lnTo>
                    <a:pt x="632" y="3317"/>
                  </a:lnTo>
                  <a:lnTo>
                    <a:pt x="632" y="3282"/>
                  </a:lnTo>
                  <a:lnTo>
                    <a:pt x="604" y="3225"/>
                  </a:lnTo>
                  <a:lnTo>
                    <a:pt x="598" y="3185"/>
                  </a:lnTo>
                  <a:lnTo>
                    <a:pt x="650" y="3162"/>
                  </a:lnTo>
                  <a:lnTo>
                    <a:pt x="684" y="3162"/>
                  </a:lnTo>
                  <a:lnTo>
                    <a:pt x="731" y="3203"/>
                  </a:lnTo>
                  <a:lnTo>
                    <a:pt x="777" y="3225"/>
                  </a:lnTo>
                  <a:lnTo>
                    <a:pt x="891" y="3225"/>
                  </a:lnTo>
                  <a:lnTo>
                    <a:pt x="961" y="3289"/>
                  </a:lnTo>
                  <a:lnTo>
                    <a:pt x="1047" y="3398"/>
                  </a:lnTo>
                  <a:lnTo>
                    <a:pt x="1059" y="3433"/>
                  </a:lnTo>
                  <a:lnTo>
                    <a:pt x="1088" y="3438"/>
                  </a:lnTo>
                  <a:lnTo>
                    <a:pt x="1162" y="3369"/>
                  </a:lnTo>
                  <a:lnTo>
                    <a:pt x="1030" y="3243"/>
                  </a:lnTo>
                  <a:lnTo>
                    <a:pt x="1064" y="3196"/>
                  </a:lnTo>
                  <a:lnTo>
                    <a:pt x="1093" y="3173"/>
                  </a:lnTo>
                  <a:lnTo>
                    <a:pt x="1093" y="3144"/>
                  </a:lnTo>
                  <a:lnTo>
                    <a:pt x="1076" y="3127"/>
                  </a:lnTo>
                  <a:lnTo>
                    <a:pt x="1042" y="3133"/>
                  </a:lnTo>
                  <a:lnTo>
                    <a:pt x="1002" y="3156"/>
                  </a:lnTo>
                  <a:lnTo>
                    <a:pt x="943" y="3162"/>
                  </a:lnTo>
                  <a:lnTo>
                    <a:pt x="881" y="3127"/>
                  </a:lnTo>
                  <a:lnTo>
                    <a:pt x="886" y="3047"/>
                  </a:lnTo>
                  <a:lnTo>
                    <a:pt x="961" y="2949"/>
                  </a:lnTo>
                  <a:lnTo>
                    <a:pt x="967" y="2920"/>
                  </a:lnTo>
                  <a:lnTo>
                    <a:pt x="829" y="2949"/>
                  </a:lnTo>
                  <a:lnTo>
                    <a:pt x="788" y="2880"/>
                  </a:lnTo>
                  <a:lnTo>
                    <a:pt x="788" y="2828"/>
                  </a:lnTo>
                  <a:lnTo>
                    <a:pt x="881" y="2764"/>
                  </a:lnTo>
                  <a:lnTo>
                    <a:pt x="909" y="2684"/>
                  </a:lnTo>
                  <a:lnTo>
                    <a:pt x="753" y="2304"/>
                  </a:lnTo>
                  <a:lnTo>
                    <a:pt x="782" y="2258"/>
                  </a:lnTo>
                  <a:lnTo>
                    <a:pt x="846" y="2252"/>
                  </a:lnTo>
                  <a:lnTo>
                    <a:pt x="874" y="2292"/>
                  </a:lnTo>
                  <a:lnTo>
                    <a:pt x="874" y="2269"/>
                  </a:lnTo>
                  <a:lnTo>
                    <a:pt x="869" y="2200"/>
                  </a:lnTo>
                  <a:lnTo>
                    <a:pt x="794" y="2137"/>
                  </a:lnTo>
                  <a:lnTo>
                    <a:pt x="731" y="2143"/>
                  </a:lnTo>
                  <a:lnTo>
                    <a:pt x="639" y="2131"/>
                  </a:lnTo>
                  <a:lnTo>
                    <a:pt x="587" y="2062"/>
                  </a:lnTo>
                  <a:lnTo>
                    <a:pt x="587" y="2005"/>
                  </a:lnTo>
                  <a:lnTo>
                    <a:pt x="644" y="1832"/>
                  </a:lnTo>
                  <a:lnTo>
                    <a:pt x="696" y="1912"/>
                  </a:lnTo>
                  <a:lnTo>
                    <a:pt x="731" y="1964"/>
                  </a:lnTo>
                  <a:lnTo>
                    <a:pt x="777" y="1988"/>
                  </a:lnTo>
                  <a:lnTo>
                    <a:pt x="822" y="1976"/>
                  </a:lnTo>
                  <a:lnTo>
                    <a:pt x="829" y="1953"/>
                  </a:lnTo>
                  <a:lnTo>
                    <a:pt x="846" y="1929"/>
                  </a:lnTo>
                  <a:lnTo>
                    <a:pt x="771" y="1832"/>
                  </a:lnTo>
                  <a:lnTo>
                    <a:pt x="753" y="1734"/>
                  </a:lnTo>
                  <a:lnTo>
                    <a:pt x="794" y="1625"/>
                  </a:lnTo>
                  <a:lnTo>
                    <a:pt x="852" y="1556"/>
                  </a:lnTo>
                  <a:lnTo>
                    <a:pt x="891" y="1429"/>
                  </a:lnTo>
                  <a:lnTo>
                    <a:pt x="961" y="1395"/>
                  </a:lnTo>
                  <a:lnTo>
                    <a:pt x="1024" y="1412"/>
                  </a:lnTo>
                  <a:lnTo>
                    <a:pt x="1151" y="1302"/>
                  </a:lnTo>
                  <a:lnTo>
                    <a:pt x="1168" y="1187"/>
                  </a:lnTo>
                  <a:lnTo>
                    <a:pt x="1220" y="1101"/>
                  </a:lnTo>
                  <a:lnTo>
                    <a:pt x="1335" y="1014"/>
                  </a:lnTo>
                  <a:lnTo>
                    <a:pt x="1404" y="899"/>
                  </a:lnTo>
                  <a:lnTo>
                    <a:pt x="1588" y="750"/>
                  </a:lnTo>
                  <a:lnTo>
                    <a:pt x="1715" y="709"/>
                  </a:lnTo>
                  <a:lnTo>
                    <a:pt x="1870" y="657"/>
                  </a:lnTo>
                  <a:lnTo>
                    <a:pt x="2123" y="634"/>
                  </a:lnTo>
                  <a:lnTo>
                    <a:pt x="2353" y="577"/>
                  </a:lnTo>
                  <a:lnTo>
                    <a:pt x="2463" y="553"/>
                  </a:lnTo>
                  <a:lnTo>
                    <a:pt x="2577" y="462"/>
                  </a:lnTo>
                  <a:lnTo>
                    <a:pt x="2641" y="370"/>
                  </a:lnTo>
                  <a:lnTo>
                    <a:pt x="2779" y="0"/>
                  </a:lnTo>
                  <a:lnTo>
                    <a:pt x="283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20" name="Freeform 734">
              <a:extLst>
                <a:ext uri="{FF2B5EF4-FFF2-40B4-BE49-F238E27FC236}">
                  <a16:creationId xmlns:a16="http://schemas.microsoft.com/office/drawing/2014/main" id="{13DD4C94-BEE9-FB87-1FCA-6C16958BF6B9}"/>
                </a:ext>
              </a:extLst>
            </p:cNvPr>
            <p:cNvSpPr>
              <a:spLocks/>
            </p:cNvSpPr>
            <p:nvPr/>
          </p:nvSpPr>
          <p:spPr bwMode="auto">
            <a:xfrm>
              <a:off x="3454" y="2754"/>
              <a:ext cx="497" cy="790"/>
            </a:xfrm>
            <a:custGeom>
              <a:avLst/>
              <a:gdLst>
                <a:gd name="T0" fmla="*/ 0 w 4976"/>
                <a:gd name="T1" fmla="*/ 0 h 7894"/>
                <a:gd name="T2" fmla="*/ 0 w 4976"/>
                <a:gd name="T3" fmla="*/ 0 h 7894"/>
                <a:gd name="T4" fmla="*/ 0 w 4976"/>
                <a:gd name="T5" fmla="*/ 0 h 7894"/>
                <a:gd name="T6" fmla="*/ 0 w 4976"/>
                <a:gd name="T7" fmla="*/ 0 h 7894"/>
                <a:gd name="T8" fmla="*/ 0 w 4976"/>
                <a:gd name="T9" fmla="*/ 0 h 7894"/>
                <a:gd name="T10" fmla="*/ 0 w 4976"/>
                <a:gd name="T11" fmla="*/ 0 h 7894"/>
                <a:gd name="T12" fmla="*/ 0 w 4976"/>
                <a:gd name="T13" fmla="*/ 0 h 7894"/>
                <a:gd name="T14" fmla="*/ 0 w 4976"/>
                <a:gd name="T15" fmla="*/ 0 h 7894"/>
                <a:gd name="T16" fmla="*/ 0 w 4976"/>
                <a:gd name="T17" fmla="*/ 0 h 7894"/>
                <a:gd name="T18" fmla="*/ 0 w 4976"/>
                <a:gd name="T19" fmla="*/ 0 h 7894"/>
                <a:gd name="T20" fmla="*/ 0 w 4976"/>
                <a:gd name="T21" fmla="*/ 0 h 7894"/>
                <a:gd name="T22" fmla="*/ 0 w 4976"/>
                <a:gd name="T23" fmla="*/ 0 h 7894"/>
                <a:gd name="T24" fmla="*/ 0 w 4976"/>
                <a:gd name="T25" fmla="*/ 0 h 7894"/>
                <a:gd name="T26" fmla="*/ 0 w 4976"/>
                <a:gd name="T27" fmla="*/ 0 h 7894"/>
                <a:gd name="T28" fmla="*/ 0 w 4976"/>
                <a:gd name="T29" fmla="*/ 0 h 7894"/>
                <a:gd name="T30" fmla="*/ 0 w 4976"/>
                <a:gd name="T31" fmla="*/ 0 h 7894"/>
                <a:gd name="T32" fmla="*/ 0 w 4976"/>
                <a:gd name="T33" fmla="*/ 0 h 7894"/>
                <a:gd name="T34" fmla="*/ 0 w 4976"/>
                <a:gd name="T35" fmla="*/ 0 h 7894"/>
                <a:gd name="T36" fmla="*/ 0 w 4976"/>
                <a:gd name="T37" fmla="*/ 0 h 7894"/>
                <a:gd name="T38" fmla="*/ 0 w 4976"/>
                <a:gd name="T39" fmla="*/ 0 h 7894"/>
                <a:gd name="T40" fmla="*/ 0 w 4976"/>
                <a:gd name="T41" fmla="*/ 0 h 7894"/>
                <a:gd name="T42" fmla="*/ 0 w 4976"/>
                <a:gd name="T43" fmla="*/ 0 h 7894"/>
                <a:gd name="T44" fmla="*/ 0 w 4976"/>
                <a:gd name="T45" fmla="*/ 0 h 7894"/>
                <a:gd name="T46" fmla="*/ 0 w 4976"/>
                <a:gd name="T47" fmla="*/ 0 h 7894"/>
                <a:gd name="T48" fmla="*/ 0 w 4976"/>
                <a:gd name="T49" fmla="*/ 0 h 7894"/>
                <a:gd name="T50" fmla="*/ 0 w 4976"/>
                <a:gd name="T51" fmla="*/ 0 h 7894"/>
                <a:gd name="T52" fmla="*/ 0 w 4976"/>
                <a:gd name="T53" fmla="*/ 0 h 7894"/>
                <a:gd name="T54" fmla="*/ 0 w 4976"/>
                <a:gd name="T55" fmla="*/ 0 h 7894"/>
                <a:gd name="T56" fmla="*/ 0 w 4976"/>
                <a:gd name="T57" fmla="*/ 0 h 7894"/>
                <a:gd name="T58" fmla="*/ 0 w 4976"/>
                <a:gd name="T59" fmla="*/ 0 h 7894"/>
                <a:gd name="T60" fmla="*/ 0 w 4976"/>
                <a:gd name="T61" fmla="*/ 0 h 7894"/>
                <a:gd name="T62" fmla="*/ 0 w 4976"/>
                <a:gd name="T63" fmla="*/ 0 h 7894"/>
                <a:gd name="T64" fmla="*/ 0 w 4976"/>
                <a:gd name="T65" fmla="*/ 0 h 7894"/>
                <a:gd name="T66" fmla="*/ 0 w 4976"/>
                <a:gd name="T67" fmla="*/ 0 h 7894"/>
                <a:gd name="T68" fmla="*/ 0 w 4976"/>
                <a:gd name="T69" fmla="*/ 0 h 7894"/>
                <a:gd name="T70" fmla="*/ 0 w 4976"/>
                <a:gd name="T71" fmla="*/ 0 h 7894"/>
                <a:gd name="T72" fmla="*/ 0 w 4976"/>
                <a:gd name="T73" fmla="*/ 0 h 7894"/>
                <a:gd name="T74" fmla="*/ 0 w 4976"/>
                <a:gd name="T75" fmla="*/ 0 h 7894"/>
                <a:gd name="T76" fmla="*/ 0 w 4976"/>
                <a:gd name="T77" fmla="*/ 0 h 7894"/>
                <a:gd name="T78" fmla="*/ 0 w 4976"/>
                <a:gd name="T79" fmla="*/ 0 h 7894"/>
                <a:gd name="T80" fmla="*/ 0 w 4976"/>
                <a:gd name="T81" fmla="*/ 0 h 7894"/>
                <a:gd name="T82" fmla="*/ 0 w 4976"/>
                <a:gd name="T83" fmla="*/ 0 h 7894"/>
                <a:gd name="T84" fmla="*/ 0 w 4976"/>
                <a:gd name="T85" fmla="*/ 0 h 7894"/>
                <a:gd name="T86" fmla="*/ 0 w 4976"/>
                <a:gd name="T87" fmla="*/ 0 h 7894"/>
                <a:gd name="T88" fmla="*/ 0 w 4976"/>
                <a:gd name="T89" fmla="*/ 0 h 7894"/>
                <a:gd name="T90" fmla="*/ 0 w 4976"/>
                <a:gd name="T91" fmla="*/ 0 h 7894"/>
                <a:gd name="T92" fmla="*/ 0 w 4976"/>
                <a:gd name="T93" fmla="*/ 0 h 7894"/>
                <a:gd name="T94" fmla="*/ 0 w 4976"/>
                <a:gd name="T95" fmla="*/ 0 h 7894"/>
                <a:gd name="T96" fmla="*/ 0 w 4976"/>
                <a:gd name="T97" fmla="*/ 0 h 7894"/>
                <a:gd name="T98" fmla="*/ 0 w 4976"/>
                <a:gd name="T99" fmla="*/ 0 h 7894"/>
                <a:gd name="T100" fmla="*/ 0 w 4976"/>
                <a:gd name="T101" fmla="*/ 0 h 7894"/>
                <a:gd name="T102" fmla="*/ 0 w 4976"/>
                <a:gd name="T103" fmla="*/ 0 h 7894"/>
                <a:gd name="T104" fmla="*/ 0 w 4976"/>
                <a:gd name="T105" fmla="*/ 0 h 7894"/>
                <a:gd name="T106" fmla="*/ 0 w 4976"/>
                <a:gd name="T107" fmla="*/ 0 h 7894"/>
                <a:gd name="T108" fmla="*/ 0 w 4976"/>
                <a:gd name="T109" fmla="*/ 0 h 7894"/>
                <a:gd name="T110" fmla="*/ 0 w 4976"/>
                <a:gd name="T111" fmla="*/ 0 h 7894"/>
                <a:gd name="T112" fmla="*/ 0 w 4976"/>
                <a:gd name="T113" fmla="*/ 0 h 7894"/>
                <a:gd name="T114" fmla="*/ 0 w 4976"/>
                <a:gd name="T115" fmla="*/ 0 h 7894"/>
                <a:gd name="T116" fmla="*/ 0 w 4976"/>
                <a:gd name="T117" fmla="*/ 0 h 7894"/>
                <a:gd name="T118" fmla="*/ 0 w 4976"/>
                <a:gd name="T119" fmla="*/ 0 h 7894"/>
                <a:gd name="T120" fmla="*/ 0 w 4976"/>
                <a:gd name="T121" fmla="*/ 0 h 7894"/>
                <a:gd name="T122" fmla="*/ 0 w 4976"/>
                <a:gd name="T123" fmla="*/ 0 h 78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76" h="7894">
                  <a:moveTo>
                    <a:pt x="2831" y="12"/>
                  </a:moveTo>
                  <a:lnTo>
                    <a:pt x="2980" y="139"/>
                  </a:lnTo>
                  <a:lnTo>
                    <a:pt x="3199" y="404"/>
                  </a:lnTo>
                  <a:lnTo>
                    <a:pt x="3377" y="721"/>
                  </a:lnTo>
                  <a:lnTo>
                    <a:pt x="3550" y="1089"/>
                  </a:lnTo>
                  <a:lnTo>
                    <a:pt x="3705" y="1365"/>
                  </a:lnTo>
                  <a:lnTo>
                    <a:pt x="3924" y="1688"/>
                  </a:lnTo>
                  <a:lnTo>
                    <a:pt x="4183" y="2050"/>
                  </a:lnTo>
                  <a:lnTo>
                    <a:pt x="4373" y="2344"/>
                  </a:lnTo>
                  <a:lnTo>
                    <a:pt x="4551" y="2707"/>
                  </a:lnTo>
                  <a:lnTo>
                    <a:pt x="4717" y="2880"/>
                  </a:lnTo>
                  <a:lnTo>
                    <a:pt x="4752" y="3023"/>
                  </a:lnTo>
                  <a:lnTo>
                    <a:pt x="4758" y="3265"/>
                  </a:lnTo>
                  <a:lnTo>
                    <a:pt x="4786" y="3611"/>
                  </a:lnTo>
                  <a:lnTo>
                    <a:pt x="4764" y="4107"/>
                  </a:lnTo>
                  <a:lnTo>
                    <a:pt x="4769" y="4555"/>
                  </a:lnTo>
                  <a:lnTo>
                    <a:pt x="4786" y="4693"/>
                  </a:lnTo>
                  <a:lnTo>
                    <a:pt x="4845" y="4693"/>
                  </a:lnTo>
                  <a:lnTo>
                    <a:pt x="4942" y="4601"/>
                  </a:lnTo>
                  <a:lnTo>
                    <a:pt x="4976" y="4860"/>
                  </a:lnTo>
                  <a:lnTo>
                    <a:pt x="4936" y="5062"/>
                  </a:lnTo>
                  <a:lnTo>
                    <a:pt x="4885" y="5258"/>
                  </a:lnTo>
                  <a:lnTo>
                    <a:pt x="4856" y="5448"/>
                  </a:lnTo>
                  <a:lnTo>
                    <a:pt x="4867" y="5552"/>
                  </a:lnTo>
                  <a:lnTo>
                    <a:pt x="4821" y="5626"/>
                  </a:lnTo>
                  <a:lnTo>
                    <a:pt x="4700" y="5752"/>
                  </a:lnTo>
                  <a:lnTo>
                    <a:pt x="4735" y="5873"/>
                  </a:lnTo>
                  <a:lnTo>
                    <a:pt x="4568" y="6144"/>
                  </a:lnTo>
                  <a:lnTo>
                    <a:pt x="4453" y="6259"/>
                  </a:lnTo>
                  <a:lnTo>
                    <a:pt x="4401" y="6357"/>
                  </a:lnTo>
                  <a:lnTo>
                    <a:pt x="4378" y="6414"/>
                  </a:lnTo>
                  <a:lnTo>
                    <a:pt x="4211" y="6456"/>
                  </a:lnTo>
                  <a:lnTo>
                    <a:pt x="4090" y="6380"/>
                  </a:lnTo>
                  <a:lnTo>
                    <a:pt x="4137" y="6207"/>
                  </a:lnTo>
                  <a:lnTo>
                    <a:pt x="4119" y="6207"/>
                  </a:lnTo>
                  <a:lnTo>
                    <a:pt x="4068" y="6328"/>
                  </a:lnTo>
                  <a:lnTo>
                    <a:pt x="3941" y="6392"/>
                  </a:lnTo>
                  <a:lnTo>
                    <a:pt x="3809" y="6392"/>
                  </a:lnTo>
                  <a:lnTo>
                    <a:pt x="3631" y="6311"/>
                  </a:lnTo>
                  <a:lnTo>
                    <a:pt x="3648" y="6345"/>
                  </a:lnTo>
                  <a:lnTo>
                    <a:pt x="3728" y="6426"/>
                  </a:lnTo>
                  <a:lnTo>
                    <a:pt x="3591" y="6426"/>
                  </a:lnTo>
                  <a:lnTo>
                    <a:pt x="3522" y="6426"/>
                  </a:lnTo>
                  <a:lnTo>
                    <a:pt x="3453" y="6444"/>
                  </a:lnTo>
                  <a:lnTo>
                    <a:pt x="3423" y="6495"/>
                  </a:lnTo>
                  <a:lnTo>
                    <a:pt x="3411" y="6582"/>
                  </a:lnTo>
                  <a:lnTo>
                    <a:pt x="3453" y="6651"/>
                  </a:lnTo>
                  <a:lnTo>
                    <a:pt x="3498" y="6680"/>
                  </a:lnTo>
                  <a:lnTo>
                    <a:pt x="3481" y="6732"/>
                  </a:lnTo>
                  <a:lnTo>
                    <a:pt x="3435" y="6795"/>
                  </a:lnTo>
                  <a:lnTo>
                    <a:pt x="3394" y="6829"/>
                  </a:lnTo>
                  <a:lnTo>
                    <a:pt x="3314" y="6824"/>
                  </a:lnTo>
                  <a:lnTo>
                    <a:pt x="3273" y="6784"/>
                  </a:lnTo>
                  <a:lnTo>
                    <a:pt x="3239" y="6737"/>
                  </a:lnTo>
                  <a:lnTo>
                    <a:pt x="3170" y="6720"/>
                  </a:lnTo>
                  <a:lnTo>
                    <a:pt x="3124" y="6760"/>
                  </a:lnTo>
                  <a:lnTo>
                    <a:pt x="3073" y="6755"/>
                  </a:lnTo>
                  <a:lnTo>
                    <a:pt x="3014" y="6784"/>
                  </a:lnTo>
                  <a:lnTo>
                    <a:pt x="2923" y="6767"/>
                  </a:lnTo>
                  <a:lnTo>
                    <a:pt x="2842" y="6715"/>
                  </a:lnTo>
                  <a:lnTo>
                    <a:pt x="2836" y="6634"/>
                  </a:lnTo>
                  <a:lnTo>
                    <a:pt x="2836" y="6565"/>
                  </a:lnTo>
                  <a:lnTo>
                    <a:pt x="2824" y="6535"/>
                  </a:lnTo>
                  <a:lnTo>
                    <a:pt x="2681" y="6680"/>
                  </a:lnTo>
                  <a:lnTo>
                    <a:pt x="2456" y="6668"/>
                  </a:lnTo>
                  <a:lnTo>
                    <a:pt x="2434" y="6708"/>
                  </a:lnTo>
                  <a:lnTo>
                    <a:pt x="2365" y="6726"/>
                  </a:lnTo>
                  <a:lnTo>
                    <a:pt x="2325" y="6737"/>
                  </a:lnTo>
                  <a:lnTo>
                    <a:pt x="2290" y="6760"/>
                  </a:lnTo>
                  <a:lnTo>
                    <a:pt x="2290" y="6824"/>
                  </a:lnTo>
                  <a:lnTo>
                    <a:pt x="2307" y="6864"/>
                  </a:lnTo>
                  <a:lnTo>
                    <a:pt x="2387" y="6784"/>
                  </a:lnTo>
                  <a:lnTo>
                    <a:pt x="2486" y="6864"/>
                  </a:lnTo>
                  <a:lnTo>
                    <a:pt x="2486" y="6973"/>
                  </a:lnTo>
                  <a:lnTo>
                    <a:pt x="2463" y="7042"/>
                  </a:lnTo>
                  <a:lnTo>
                    <a:pt x="2387" y="7054"/>
                  </a:lnTo>
                  <a:lnTo>
                    <a:pt x="2336" y="7042"/>
                  </a:lnTo>
                  <a:lnTo>
                    <a:pt x="2301" y="7048"/>
                  </a:lnTo>
                  <a:lnTo>
                    <a:pt x="2325" y="7118"/>
                  </a:lnTo>
                  <a:lnTo>
                    <a:pt x="2238" y="7215"/>
                  </a:lnTo>
                  <a:lnTo>
                    <a:pt x="2163" y="7077"/>
                  </a:lnTo>
                  <a:lnTo>
                    <a:pt x="2140" y="6979"/>
                  </a:lnTo>
                  <a:lnTo>
                    <a:pt x="2094" y="6922"/>
                  </a:lnTo>
                  <a:lnTo>
                    <a:pt x="1990" y="6922"/>
                  </a:lnTo>
                  <a:lnTo>
                    <a:pt x="1957" y="6945"/>
                  </a:lnTo>
                  <a:lnTo>
                    <a:pt x="1950" y="6979"/>
                  </a:lnTo>
                  <a:lnTo>
                    <a:pt x="1957" y="7135"/>
                  </a:lnTo>
                  <a:lnTo>
                    <a:pt x="2076" y="7290"/>
                  </a:lnTo>
                  <a:lnTo>
                    <a:pt x="2007" y="7353"/>
                  </a:lnTo>
                  <a:lnTo>
                    <a:pt x="1933" y="7491"/>
                  </a:lnTo>
                  <a:lnTo>
                    <a:pt x="1870" y="7520"/>
                  </a:lnTo>
                  <a:lnTo>
                    <a:pt x="1772" y="7550"/>
                  </a:lnTo>
                  <a:lnTo>
                    <a:pt x="1703" y="7543"/>
                  </a:lnTo>
                  <a:lnTo>
                    <a:pt x="1715" y="7595"/>
                  </a:lnTo>
                  <a:lnTo>
                    <a:pt x="1617" y="7612"/>
                  </a:lnTo>
                  <a:lnTo>
                    <a:pt x="1530" y="7572"/>
                  </a:lnTo>
                  <a:lnTo>
                    <a:pt x="1530" y="7451"/>
                  </a:lnTo>
                  <a:lnTo>
                    <a:pt x="1582" y="7405"/>
                  </a:lnTo>
                  <a:lnTo>
                    <a:pt x="1691" y="7388"/>
                  </a:lnTo>
                  <a:lnTo>
                    <a:pt x="1715" y="7353"/>
                  </a:lnTo>
                  <a:lnTo>
                    <a:pt x="1715" y="7325"/>
                  </a:lnTo>
                  <a:lnTo>
                    <a:pt x="1686" y="7278"/>
                  </a:lnTo>
                  <a:lnTo>
                    <a:pt x="1789" y="7163"/>
                  </a:lnTo>
                  <a:lnTo>
                    <a:pt x="1784" y="7100"/>
                  </a:lnTo>
                  <a:lnTo>
                    <a:pt x="1738" y="7094"/>
                  </a:lnTo>
                  <a:lnTo>
                    <a:pt x="1708" y="7123"/>
                  </a:lnTo>
                  <a:lnTo>
                    <a:pt x="1622" y="7239"/>
                  </a:lnTo>
                  <a:lnTo>
                    <a:pt x="1496" y="7239"/>
                  </a:lnTo>
                  <a:lnTo>
                    <a:pt x="1387" y="7267"/>
                  </a:lnTo>
                  <a:lnTo>
                    <a:pt x="1358" y="7377"/>
                  </a:lnTo>
                  <a:lnTo>
                    <a:pt x="1340" y="7498"/>
                  </a:lnTo>
                  <a:lnTo>
                    <a:pt x="1289" y="7601"/>
                  </a:lnTo>
                  <a:lnTo>
                    <a:pt x="1145" y="7647"/>
                  </a:lnTo>
                  <a:lnTo>
                    <a:pt x="1071" y="7595"/>
                  </a:lnTo>
                  <a:lnTo>
                    <a:pt x="1042" y="7532"/>
                  </a:lnTo>
                  <a:lnTo>
                    <a:pt x="1036" y="7451"/>
                  </a:lnTo>
                  <a:lnTo>
                    <a:pt x="1024" y="7422"/>
                  </a:lnTo>
                  <a:lnTo>
                    <a:pt x="967" y="7526"/>
                  </a:lnTo>
                  <a:lnTo>
                    <a:pt x="943" y="7676"/>
                  </a:lnTo>
                  <a:lnTo>
                    <a:pt x="886" y="7837"/>
                  </a:lnTo>
                  <a:lnTo>
                    <a:pt x="748" y="7894"/>
                  </a:lnTo>
                  <a:lnTo>
                    <a:pt x="679" y="7877"/>
                  </a:lnTo>
                  <a:lnTo>
                    <a:pt x="656" y="7820"/>
                  </a:lnTo>
                  <a:lnTo>
                    <a:pt x="656" y="7629"/>
                  </a:lnTo>
                  <a:lnTo>
                    <a:pt x="673" y="7543"/>
                  </a:lnTo>
                  <a:lnTo>
                    <a:pt x="604" y="7555"/>
                  </a:lnTo>
                  <a:lnTo>
                    <a:pt x="518" y="7595"/>
                  </a:lnTo>
                  <a:lnTo>
                    <a:pt x="523" y="7671"/>
                  </a:lnTo>
                  <a:lnTo>
                    <a:pt x="432" y="7780"/>
                  </a:lnTo>
                  <a:lnTo>
                    <a:pt x="299" y="7894"/>
                  </a:lnTo>
                  <a:lnTo>
                    <a:pt x="202" y="7889"/>
                  </a:lnTo>
                  <a:lnTo>
                    <a:pt x="126" y="7837"/>
                  </a:lnTo>
                  <a:lnTo>
                    <a:pt x="92" y="7785"/>
                  </a:lnTo>
                  <a:lnTo>
                    <a:pt x="109" y="7745"/>
                  </a:lnTo>
                  <a:lnTo>
                    <a:pt x="116" y="7671"/>
                  </a:lnTo>
                  <a:lnTo>
                    <a:pt x="150" y="7629"/>
                  </a:lnTo>
                  <a:lnTo>
                    <a:pt x="242" y="7619"/>
                  </a:lnTo>
                  <a:lnTo>
                    <a:pt x="316" y="7590"/>
                  </a:lnTo>
                  <a:lnTo>
                    <a:pt x="276" y="7543"/>
                  </a:lnTo>
                  <a:lnTo>
                    <a:pt x="271" y="7498"/>
                  </a:lnTo>
                  <a:lnTo>
                    <a:pt x="247" y="7451"/>
                  </a:lnTo>
                  <a:lnTo>
                    <a:pt x="259" y="7359"/>
                  </a:lnTo>
                  <a:lnTo>
                    <a:pt x="288" y="7313"/>
                  </a:lnTo>
                  <a:lnTo>
                    <a:pt x="334" y="7318"/>
                  </a:lnTo>
                  <a:lnTo>
                    <a:pt x="391" y="7411"/>
                  </a:lnTo>
                  <a:lnTo>
                    <a:pt x="443" y="7532"/>
                  </a:lnTo>
                  <a:lnTo>
                    <a:pt x="489" y="7520"/>
                  </a:lnTo>
                  <a:lnTo>
                    <a:pt x="587" y="7491"/>
                  </a:lnTo>
                  <a:lnTo>
                    <a:pt x="546" y="7434"/>
                  </a:lnTo>
                  <a:lnTo>
                    <a:pt x="535" y="7348"/>
                  </a:lnTo>
                  <a:lnTo>
                    <a:pt x="581" y="7290"/>
                  </a:lnTo>
                  <a:lnTo>
                    <a:pt x="644" y="7318"/>
                  </a:lnTo>
                  <a:lnTo>
                    <a:pt x="679" y="7359"/>
                  </a:lnTo>
                  <a:lnTo>
                    <a:pt x="708" y="7388"/>
                  </a:lnTo>
                  <a:lnTo>
                    <a:pt x="765" y="7388"/>
                  </a:lnTo>
                  <a:lnTo>
                    <a:pt x="771" y="7330"/>
                  </a:lnTo>
                  <a:lnTo>
                    <a:pt x="852" y="7267"/>
                  </a:lnTo>
                  <a:lnTo>
                    <a:pt x="846" y="7249"/>
                  </a:lnTo>
                  <a:lnTo>
                    <a:pt x="702" y="7163"/>
                  </a:lnTo>
                  <a:lnTo>
                    <a:pt x="581" y="7077"/>
                  </a:lnTo>
                  <a:lnTo>
                    <a:pt x="593" y="7007"/>
                  </a:lnTo>
                  <a:lnTo>
                    <a:pt x="541" y="7042"/>
                  </a:lnTo>
                  <a:lnTo>
                    <a:pt x="501" y="7042"/>
                  </a:lnTo>
                  <a:lnTo>
                    <a:pt x="472" y="7002"/>
                  </a:lnTo>
                  <a:lnTo>
                    <a:pt x="484" y="6905"/>
                  </a:lnTo>
                  <a:lnTo>
                    <a:pt x="506" y="6846"/>
                  </a:lnTo>
                  <a:lnTo>
                    <a:pt x="523" y="6777"/>
                  </a:lnTo>
                  <a:lnTo>
                    <a:pt x="512" y="6755"/>
                  </a:lnTo>
                  <a:lnTo>
                    <a:pt x="477" y="6755"/>
                  </a:lnTo>
                  <a:lnTo>
                    <a:pt x="449" y="6818"/>
                  </a:lnTo>
                  <a:lnTo>
                    <a:pt x="414" y="6812"/>
                  </a:lnTo>
                  <a:lnTo>
                    <a:pt x="403" y="6784"/>
                  </a:lnTo>
                  <a:lnTo>
                    <a:pt x="420" y="6651"/>
                  </a:lnTo>
                  <a:lnTo>
                    <a:pt x="397" y="6570"/>
                  </a:lnTo>
                  <a:lnTo>
                    <a:pt x="328" y="6456"/>
                  </a:lnTo>
                  <a:lnTo>
                    <a:pt x="368" y="6432"/>
                  </a:lnTo>
                  <a:lnTo>
                    <a:pt x="420" y="6456"/>
                  </a:lnTo>
                  <a:lnTo>
                    <a:pt x="449" y="6518"/>
                  </a:lnTo>
                  <a:lnTo>
                    <a:pt x="472" y="6576"/>
                  </a:lnTo>
                  <a:lnTo>
                    <a:pt x="523" y="6622"/>
                  </a:lnTo>
                  <a:lnTo>
                    <a:pt x="558" y="6605"/>
                  </a:lnTo>
                  <a:lnTo>
                    <a:pt x="541" y="6484"/>
                  </a:lnTo>
                  <a:lnTo>
                    <a:pt x="414" y="6345"/>
                  </a:lnTo>
                  <a:lnTo>
                    <a:pt x="380" y="6207"/>
                  </a:lnTo>
                  <a:lnTo>
                    <a:pt x="414" y="6053"/>
                  </a:lnTo>
                  <a:lnTo>
                    <a:pt x="518" y="5885"/>
                  </a:lnTo>
                  <a:lnTo>
                    <a:pt x="598" y="5816"/>
                  </a:lnTo>
                  <a:lnTo>
                    <a:pt x="691" y="5759"/>
                  </a:lnTo>
                  <a:lnTo>
                    <a:pt x="760" y="5707"/>
                  </a:lnTo>
                  <a:lnTo>
                    <a:pt x="765" y="5666"/>
                  </a:lnTo>
                  <a:lnTo>
                    <a:pt x="731" y="5655"/>
                  </a:lnTo>
                  <a:lnTo>
                    <a:pt x="667" y="5638"/>
                  </a:lnTo>
                  <a:lnTo>
                    <a:pt x="593" y="5592"/>
                  </a:lnTo>
                  <a:lnTo>
                    <a:pt x="708" y="5493"/>
                  </a:lnTo>
                  <a:lnTo>
                    <a:pt x="794" y="5390"/>
                  </a:lnTo>
                  <a:lnTo>
                    <a:pt x="874" y="5338"/>
                  </a:lnTo>
                  <a:lnTo>
                    <a:pt x="978" y="5350"/>
                  </a:lnTo>
                  <a:lnTo>
                    <a:pt x="967" y="5280"/>
                  </a:lnTo>
                  <a:lnTo>
                    <a:pt x="915" y="5217"/>
                  </a:lnTo>
                  <a:lnTo>
                    <a:pt x="943" y="5171"/>
                  </a:lnTo>
                  <a:lnTo>
                    <a:pt x="972" y="5166"/>
                  </a:lnTo>
                  <a:lnTo>
                    <a:pt x="972" y="5137"/>
                  </a:lnTo>
                  <a:lnTo>
                    <a:pt x="926" y="5137"/>
                  </a:lnTo>
                  <a:lnTo>
                    <a:pt x="886" y="5102"/>
                  </a:lnTo>
                  <a:lnTo>
                    <a:pt x="881" y="5050"/>
                  </a:lnTo>
                  <a:lnTo>
                    <a:pt x="846" y="5050"/>
                  </a:lnTo>
                  <a:lnTo>
                    <a:pt x="753" y="4964"/>
                  </a:lnTo>
                  <a:lnTo>
                    <a:pt x="760" y="4809"/>
                  </a:lnTo>
                  <a:lnTo>
                    <a:pt x="719" y="4745"/>
                  </a:lnTo>
                  <a:lnTo>
                    <a:pt x="632" y="4624"/>
                  </a:lnTo>
                  <a:lnTo>
                    <a:pt x="632" y="4549"/>
                  </a:lnTo>
                  <a:lnTo>
                    <a:pt x="639" y="4468"/>
                  </a:lnTo>
                  <a:lnTo>
                    <a:pt x="575" y="4302"/>
                  </a:lnTo>
                  <a:lnTo>
                    <a:pt x="570" y="4204"/>
                  </a:lnTo>
                  <a:lnTo>
                    <a:pt x="615" y="4152"/>
                  </a:lnTo>
                  <a:lnTo>
                    <a:pt x="632" y="4089"/>
                  </a:lnTo>
                  <a:lnTo>
                    <a:pt x="615" y="4065"/>
                  </a:lnTo>
                  <a:lnTo>
                    <a:pt x="535" y="4037"/>
                  </a:lnTo>
                  <a:lnTo>
                    <a:pt x="535" y="3986"/>
                  </a:lnTo>
                  <a:lnTo>
                    <a:pt x="598" y="3916"/>
                  </a:lnTo>
                  <a:lnTo>
                    <a:pt x="632" y="3865"/>
                  </a:lnTo>
                  <a:lnTo>
                    <a:pt x="622" y="3801"/>
                  </a:lnTo>
                  <a:lnTo>
                    <a:pt x="598" y="3749"/>
                  </a:lnTo>
                  <a:lnTo>
                    <a:pt x="558" y="3703"/>
                  </a:lnTo>
                  <a:lnTo>
                    <a:pt x="494" y="3697"/>
                  </a:lnTo>
                  <a:lnTo>
                    <a:pt x="414" y="3754"/>
                  </a:lnTo>
                  <a:lnTo>
                    <a:pt x="340" y="3858"/>
                  </a:lnTo>
                  <a:lnTo>
                    <a:pt x="195" y="3749"/>
                  </a:lnTo>
                  <a:lnTo>
                    <a:pt x="138" y="3697"/>
                  </a:lnTo>
                  <a:lnTo>
                    <a:pt x="133" y="3633"/>
                  </a:lnTo>
                  <a:lnTo>
                    <a:pt x="52" y="3628"/>
                  </a:lnTo>
                  <a:lnTo>
                    <a:pt x="0" y="3605"/>
                  </a:lnTo>
                  <a:lnTo>
                    <a:pt x="5" y="3547"/>
                  </a:lnTo>
                  <a:lnTo>
                    <a:pt x="150" y="3444"/>
                  </a:lnTo>
                  <a:lnTo>
                    <a:pt x="242" y="3300"/>
                  </a:lnTo>
                  <a:lnTo>
                    <a:pt x="294" y="3369"/>
                  </a:lnTo>
                  <a:lnTo>
                    <a:pt x="299" y="3467"/>
                  </a:lnTo>
                  <a:lnTo>
                    <a:pt x="311" y="3473"/>
                  </a:lnTo>
                  <a:lnTo>
                    <a:pt x="391" y="3415"/>
                  </a:lnTo>
                  <a:lnTo>
                    <a:pt x="449" y="3254"/>
                  </a:lnTo>
                  <a:lnTo>
                    <a:pt x="489" y="3213"/>
                  </a:lnTo>
                  <a:lnTo>
                    <a:pt x="593" y="3317"/>
                  </a:lnTo>
                  <a:lnTo>
                    <a:pt x="632" y="3317"/>
                  </a:lnTo>
                  <a:lnTo>
                    <a:pt x="632" y="3282"/>
                  </a:lnTo>
                  <a:lnTo>
                    <a:pt x="604" y="3225"/>
                  </a:lnTo>
                  <a:lnTo>
                    <a:pt x="598" y="3185"/>
                  </a:lnTo>
                  <a:lnTo>
                    <a:pt x="650" y="3162"/>
                  </a:lnTo>
                  <a:lnTo>
                    <a:pt x="684" y="3162"/>
                  </a:lnTo>
                  <a:lnTo>
                    <a:pt x="731" y="3203"/>
                  </a:lnTo>
                  <a:lnTo>
                    <a:pt x="777" y="3225"/>
                  </a:lnTo>
                  <a:lnTo>
                    <a:pt x="891" y="3225"/>
                  </a:lnTo>
                  <a:lnTo>
                    <a:pt x="961" y="3289"/>
                  </a:lnTo>
                  <a:lnTo>
                    <a:pt x="1047" y="3398"/>
                  </a:lnTo>
                  <a:lnTo>
                    <a:pt x="1059" y="3433"/>
                  </a:lnTo>
                  <a:lnTo>
                    <a:pt x="1088" y="3438"/>
                  </a:lnTo>
                  <a:lnTo>
                    <a:pt x="1162" y="3369"/>
                  </a:lnTo>
                  <a:lnTo>
                    <a:pt x="1030" y="3243"/>
                  </a:lnTo>
                  <a:lnTo>
                    <a:pt x="1064" y="3196"/>
                  </a:lnTo>
                  <a:lnTo>
                    <a:pt x="1093" y="3173"/>
                  </a:lnTo>
                  <a:lnTo>
                    <a:pt x="1093" y="3144"/>
                  </a:lnTo>
                  <a:lnTo>
                    <a:pt x="1076" y="3127"/>
                  </a:lnTo>
                  <a:lnTo>
                    <a:pt x="1042" y="3133"/>
                  </a:lnTo>
                  <a:lnTo>
                    <a:pt x="1002" y="3156"/>
                  </a:lnTo>
                  <a:lnTo>
                    <a:pt x="943" y="3162"/>
                  </a:lnTo>
                  <a:lnTo>
                    <a:pt x="881" y="3127"/>
                  </a:lnTo>
                  <a:lnTo>
                    <a:pt x="886" y="3047"/>
                  </a:lnTo>
                  <a:lnTo>
                    <a:pt x="961" y="2949"/>
                  </a:lnTo>
                  <a:lnTo>
                    <a:pt x="967" y="2920"/>
                  </a:lnTo>
                  <a:lnTo>
                    <a:pt x="829" y="2949"/>
                  </a:lnTo>
                  <a:lnTo>
                    <a:pt x="788" y="2880"/>
                  </a:lnTo>
                  <a:lnTo>
                    <a:pt x="788" y="2828"/>
                  </a:lnTo>
                  <a:lnTo>
                    <a:pt x="881" y="2764"/>
                  </a:lnTo>
                  <a:lnTo>
                    <a:pt x="909" y="2684"/>
                  </a:lnTo>
                  <a:lnTo>
                    <a:pt x="753" y="2304"/>
                  </a:lnTo>
                  <a:lnTo>
                    <a:pt x="782" y="2258"/>
                  </a:lnTo>
                  <a:lnTo>
                    <a:pt x="846" y="2252"/>
                  </a:lnTo>
                  <a:lnTo>
                    <a:pt x="874" y="2292"/>
                  </a:lnTo>
                  <a:lnTo>
                    <a:pt x="874" y="2269"/>
                  </a:lnTo>
                  <a:lnTo>
                    <a:pt x="869" y="2200"/>
                  </a:lnTo>
                  <a:lnTo>
                    <a:pt x="794" y="2137"/>
                  </a:lnTo>
                  <a:lnTo>
                    <a:pt x="731" y="2143"/>
                  </a:lnTo>
                  <a:lnTo>
                    <a:pt x="639" y="2131"/>
                  </a:lnTo>
                  <a:lnTo>
                    <a:pt x="587" y="2062"/>
                  </a:lnTo>
                  <a:lnTo>
                    <a:pt x="587" y="2005"/>
                  </a:lnTo>
                  <a:lnTo>
                    <a:pt x="644" y="1832"/>
                  </a:lnTo>
                  <a:lnTo>
                    <a:pt x="696" y="1912"/>
                  </a:lnTo>
                  <a:lnTo>
                    <a:pt x="731" y="1964"/>
                  </a:lnTo>
                  <a:lnTo>
                    <a:pt x="777" y="1988"/>
                  </a:lnTo>
                  <a:lnTo>
                    <a:pt x="822" y="1976"/>
                  </a:lnTo>
                  <a:lnTo>
                    <a:pt x="829" y="1953"/>
                  </a:lnTo>
                  <a:lnTo>
                    <a:pt x="846" y="1929"/>
                  </a:lnTo>
                  <a:lnTo>
                    <a:pt x="771" y="1832"/>
                  </a:lnTo>
                  <a:lnTo>
                    <a:pt x="753" y="1734"/>
                  </a:lnTo>
                  <a:lnTo>
                    <a:pt x="794" y="1625"/>
                  </a:lnTo>
                  <a:lnTo>
                    <a:pt x="852" y="1556"/>
                  </a:lnTo>
                  <a:lnTo>
                    <a:pt x="891" y="1429"/>
                  </a:lnTo>
                  <a:lnTo>
                    <a:pt x="961" y="1395"/>
                  </a:lnTo>
                  <a:lnTo>
                    <a:pt x="1024" y="1412"/>
                  </a:lnTo>
                  <a:lnTo>
                    <a:pt x="1151" y="1302"/>
                  </a:lnTo>
                  <a:lnTo>
                    <a:pt x="1168" y="1187"/>
                  </a:lnTo>
                  <a:lnTo>
                    <a:pt x="1220" y="1101"/>
                  </a:lnTo>
                  <a:lnTo>
                    <a:pt x="1335" y="1014"/>
                  </a:lnTo>
                  <a:lnTo>
                    <a:pt x="1404" y="899"/>
                  </a:lnTo>
                  <a:lnTo>
                    <a:pt x="1588" y="750"/>
                  </a:lnTo>
                  <a:lnTo>
                    <a:pt x="1715" y="709"/>
                  </a:lnTo>
                  <a:lnTo>
                    <a:pt x="1870" y="657"/>
                  </a:lnTo>
                  <a:lnTo>
                    <a:pt x="2123" y="634"/>
                  </a:lnTo>
                  <a:lnTo>
                    <a:pt x="2353" y="577"/>
                  </a:lnTo>
                  <a:lnTo>
                    <a:pt x="2463" y="553"/>
                  </a:lnTo>
                  <a:lnTo>
                    <a:pt x="2577" y="462"/>
                  </a:lnTo>
                  <a:lnTo>
                    <a:pt x="2641" y="370"/>
                  </a:lnTo>
                  <a:lnTo>
                    <a:pt x="2779" y="0"/>
                  </a:lnTo>
                  <a:lnTo>
                    <a:pt x="2831" y="12"/>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21" name="Freeform 735">
              <a:extLst>
                <a:ext uri="{FF2B5EF4-FFF2-40B4-BE49-F238E27FC236}">
                  <a16:creationId xmlns:a16="http://schemas.microsoft.com/office/drawing/2014/main" id="{6CDC40B1-D54C-E429-B3B9-338F33BD86D2}"/>
                </a:ext>
              </a:extLst>
            </p:cNvPr>
            <p:cNvSpPr>
              <a:spLocks/>
            </p:cNvSpPr>
            <p:nvPr/>
          </p:nvSpPr>
          <p:spPr bwMode="auto">
            <a:xfrm>
              <a:off x="3531" y="2754"/>
              <a:ext cx="201" cy="166"/>
            </a:xfrm>
            <a:custGeom>
              <a:avLst/>
              <a:gdLst>
                <a:gd name="T0" fmla="*/ 0 w 2007"/>
                <a:gd name="T1" fmla="*/ 0 h 1659"/>
                <a:gd name="T2" fmla="*/ 0 w 2007"/>
                <a:gd name="T3" fmla="*/ 0 h 1659"/>
                <a:gd name="T4" fmla="*/ 0 w 2007"/>
                <a:gd name="T5" fmla="*/ 0 h 1659"/>
                <a:gd name="T6" fmla="*/ 0 w 2007"/>
                <a:gd name="T7" fmla="*/ 0 h 1659"/>
                <a:gd name="T8" fmla="*/ 0 w 2007"/>
                <a:gd name="T9" fmla="*/ 0 h 1659"/>
                <a:gd name="T10" fmla="*/ 0 w 2007"/>
                <a:gd name="T11" fmla="*/ 0 h 1659"/>
                <a:gd name="T12" fmla="*/ 0 w 2007"/>
                <a:gd name="T13" fmla="*/ 0 h 1659"/>
                <a:gd name="T14" fmla="*/ 0 w 2007"/>
                <a:gd name="T15" fmla="*/ 0 h 1659"/>
                <a:gd name="T16" fmla="*/ 0 w 2007"/>
                <a:gd name="T17" fmla="*/ 0 h 1659"/>
                <a:gd name="T18" fmla="*/ 0 w 2007"/>
                <a:gd name="T19" fmla="*/ 0 h 1659"/>
                <a:gd name="T20" fmla="*/ 0 w 2007"/>
                <a:gd name="T21" fmla="*/ 0 h 1659"/>
                <a:gd name="T22" fmla="*/ 0 w 2007"/>
                <a:gd name="T23" fmla="*/ 0 h 1659"/>
                <a:gd name="T24" fmla="*/ 0 w 2007"/>
                <a:gd name="T25" fmla="*/ 0 h 1659"/>
                <a:gd name="T26" fmla="*/ 0 w 2007"/>
                <a:gd name="T27" fmla="*/ 0 h 1659"/>
                <a:gd name="T28" fmla="*/ 0 w 2007"/>
                <a:gd name="T29" fmla="*/ 0 h 1659"/>
                <a:gd name="T30" fmla="*/ 0 w 2007"/>
                <a:gd name="T31" fmla="*/ 0 h 1659"/>
                <a:gd name="T32" fmla="*/ 0 w 2007"/>
                <a:gd name="T33" fmla="*/ 0 h 1659"/>
                <a:gd name="T34" fmla="*/ 0 w 2007"/>
                <a:gd name="T35" fmla="*/ 0 h 1659"/>
                <a:gd name="T36" fmla="*/ 0 w 2007"/>
                <a:gd name="T37" fmla="*/ 0 h 1659"/>
                <a:gd name="T38" fmla="*/ 0 w 2007"/>
                <a:gd name="T39" fmla="*/ 0 h 1659"/>
                <a:gd name="T40" fmla="*/ 0 w 2007"/>
                <a:gd name="T41" fmla="*/ 0 h 1659"/>
                <a:gd name="T42" fmla="*/ 0 w 2007"/>
                <a:gd name="T43" fmla="*/ 0 h 1659"/>
                <a:gd name="T44" fmla="*/ 0 w 2007"/>
                <a:gd name="T45" fmla="*/ 0 h 1659"/>
                <a:gd name="T46" fmla="*/ 0 w 2007"/>
                <a:gd name="T47" fmla="*/ 0 h 1659"/>
                <a:gd name="T48" fmla="*/ 0 w 2007"/>
                <a:gd name="T49" fmla="*/ 0 h 1659"/>
                <a:gd name="T50" fmla="*/ 0 w 2007"/>
                <a:gd name="T51" fmla="*/ 0 h 1659"/>
                <a:gd name="T52" fmla="*/ 0 w 2007"/>
                <a:gd name="T53" fmla="*/ 0 h 1659"/>
                <a:gd name="T54" fmla="*/ 0 w 2007"/>
                <a:gd name="T55" fmla="*/ 0 h 1659"/>
                <a:gd name="T56" fmla="*/ 0 w 2007"/>
                <a:gd name="T57" fmla="*/ 0 h 1659"/>
                <a:gd name="T58" fmla="*/ 0 w 2007"/>
                <a:gd name="T59" fmla="*/ 0 h 1659"/>
                <a:gd name="T60" fmla="*/ 0 w 2007"/>
                <a:gd name="T61" fmla="*/ 0 h 1659"/>
                <a:gd name="T62" fmla="*/ 0 w 2007"/>
                <a:gd name="T63" fmla="*/ 0 h 1659"/>
                <a:gd name="T64" fmla="*/ 0 w 2007"/>
                <a:gd name="T65" fmla="*/ 0 h 1659"/>
                <a:gd name="T66" fmla="*/ 0 w 2007"/>
                <a:gd name="T67" fmla="*/ 0 h 1659"/>
                <a:gd name="T68" fmla="*/ 0 w 2007"/>
                <a:gd name="T69" fmla="*/ 0 h 1659"/>
                <a:gd name="T70" fmla="*/ 0 w 2007"/>
                <a:gd name="T71" fmla="*/ 0 h 1659"/>
                <a:gd name="T72" fmla="*/ 0 w 2007"/>
                <a:gd name="T73" fmla="*/ 0 h 1659"/>
                <a:gd name="T74" fmla="*/ 0 w 2007"/>
                <a:gd name="T75" fmla="*/ 0 h 16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007" h="1659">
                  <a:moveTo>
                    <a:pt x="2002" y="0"/>
                  </a:moveTo>
                  <a:lnTo>
                    <a:pt x="1968" y="24"/>
                  </a:lnTo>
                  <a:lnTo>
                    <a:pt x="1881" y="260"/>
                  </a:lnTo>
                  <a:lnTo>
                    <a:pt x="1835" y="370"/>
                  </a:lnTo>
                  <a:lnTo>
                    <a:pt x="1760" y="479"/>
                  </a:lnTo>
                  <a:lnTo>
                    <a:pt x="1669" y="531"/>
                  </a:lnTo>
                  <a:lnTo>
                    <a:pt x="1340" y="617"/>
                  </a:lnTo>
                  <a:lnTo>
                    <a:pt x="1104" y="640"/>
                  </a:lnTo>
                  <a:lnTo>
                    <a:pt x="805" y="738"/>
                  </a:lnTo>
                  <a:lnTo>
                    <a:pt x="610" y="894"/>
                  </a:lnTo>
                  <a:lnTo>
                    <a:pt x="529" y="1014"/>
                  </a:lnTo>
                  <a:lnTo>
                    <a:pt x="413" y="1101"/>
                  </a:lnTo>
                  <a:lnTo>
                    <a:pt x="363" y="1181"/>
                  </a:lnTo>
                  <a:lnTo>
                    <a:pt x="351" y="1279"/>
                  </a:lnTo>
                  <a:lnTo>
                    <a:pt x="247" y="1395"/>
                  </a:lnTo>
                  <a:lnTo>
                    <a:pt x="184" y="1383"/>
                  </a:lnTo>
                  <a:lnTo>
                    <a:pt x="97" y="1417"/>
                  </a:lnTo>
                  <a:lnTo>
                    <a:pt x="57" y="1538"/>
                  </a:lnTo>
                  <a:lnTo>
                    <a:pt x="11" y="1607"/>
                  </a:lnTo>
                  <a:lnTo>
                    <a:pt x="0" y="1659"/>
                  </a:lnTo>
                  <a:lnTo>
                    <a:pt x="52" y="1613"/>
                  </a:lnTo>
                  <a:lnTo>
                    <a:pt x="109" y="1544"/>
                  </a:lnTo>
                  <a:lnTo>
                    <a:pt x="132" y="1446"/>
                  </a:lnTo>
                  <a:lnTo>
                    <a:pt x="178" y="1417"/>
                  </a:lnTo>
                  <a:lnTo>
                    <a:pt x="253" y="1440"/>
                  </a:lnTo>
                  <a:lnTo>
                    <a:pt x="408" y="1302"/>
                  </a:lnTo>
                  <a:lnTo>
                    <a:pt x="413" y="1198"/>
                  </a:lnTo>
                  <a:lnTo>
                    <a:pt x="454" y="1118"/>
                  </a:lnTo>
                  <a:lnTo>
                    <a:pt x="575" y="1037"/>
                  </a:lnTo>
                  <a:lnTo>
                    <a:pt x="650" y="916"/>
                  </a:lnTo>
                  <a:lnTo>
                    <a:pt x="817" y="778"/>
                  </a:lnTo>
                  <a:lnTo>
                    <a:pt x="1099" y="681"/>
                  </a:lnTo>
                  <a:lnTo>
                    <a:pt x="1340" y="652"/>
                  </a:lnTo>
                  <a:lnTo>
                    <a:pt x="1709" y="565"/>
                  </a:lnTo>
                  <a:lnTo>
                    <a:pt x="1795" y="491"/>
                  </a:lnTo>
                  <a:lnTo>
                    <a:pt x="1887" y="381"/>
                  </a:lnTo>
                  <a:lnTo>
                    <a:pt x="2007" y="41"/>
                  </a:lnTo>
                  <a:lnTo>
                    <a:pt x="200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22" name="Freeform 736">
              <a:extLst>
                <a:ext uri="{FF2B5EF4-FFF2-40B4-BE49-F238E27FC236}">
                  <a16:creationId xmlns:a16="http://schemas.microsoft.com/office/drawing/2014/main" id="{5173ADF0-D8E3-7B60-EC6E-F358273702E3}"/>
                </a:ext>
              </a:extLst>
            </p:cNvPr>
            <p:cNvSpPr>
              <a:spLocks/>
            </p:cNvSpPr>
            <p:nvPr/>
          </p:nvSpPr>
          <p:spPr bwMode="auto">
            <a:xfrm>
              <a:off x="3531" y="2754"/>
              <a:ext cx="201" cy="166"/>
            </a:xfrm>
            <a:custGeom>
              <a:avLst/>
              <a:gdLst>
                <a:gd name="T0" fmla="*/ 0 w 2007"/>
                <a:gd name="T1" fmla="*/ 0 h 1659"/>
                <a:gd name="T2" fmla="*/ 0 w 2007"/>
                <a:gd name="T3" fmla="*/ 0 h 1659"/>
                <a:gd name="T4" fmla="*/ 0 w 2007"/>
                <a:gd name="T5" fmla="*/ 0 h 1659"/>
                <a:gd name="T6" fmla="*/ 0 w 2007"/>
                <a:gd name="T7" fmla="*/ 0 h 1659"/>
                <a:gd name="T8" fmla="*/ 0 w 2007"/>
                <a:gd name="T9" fmla="*/ 0 h 1659"/>
                <a:gd name="T10" fmla="*/ 0 w 2007"/>
                <a:gd name="T11" fmla="*/ 0 h 1659"/>
                <a:gd name="T12" fmla="*/ 0 w 2007"/>
                <a:gd name="T13" fmla="*/ 0 h 1659"/>
                <a:gd name="T14" fmla="*/ 0 w 2007"/>
                <a:gd name="T15" fmla="*/ 0 h 1659"/>
                <a:gd name="T16" fmla="*/ 0 w 2007"/>
                <a:gd name="T17" fmla="*/ 0 h 1659"/>
                <a:gd name="T18" fmla="*/ 0 w 2007"/>
                <a:gd name="T19" fmla="*/ 0 h 1659"/>
                <a:gd name="T20" fmla="*/ 0 w 2007"/>
                <a:gd name="T21" fmla="*/ 0 h 1659"/>
                <a:gd name="T22" fmla="*/ 0 w 2007"/>
                <a:gd name="T23" fmla="*/ 0 h 1659"/>
                <a:gd name="T24" fmla="*/ 0 w 2007"/>
                <a:gd name="T25" fmla="*/ 0 h 1659"/>
                <a:gd name="T26" fmla="*/ 0 w 2007"/>
                <a:gd name="T27" fmla="*/ 0 h 1659"/>
                <a:gd name="T28" fmla="*/ 0 w 2007"/>
                <a:gd name="T29" fmla="*/ 0 h 1659"/>
                <a:gd name="T30" fmla="*/ 0 w 2007"/>
                <a:gd name="T31" fmla="*/ 0 h 1659"/>
                <a:gd name="T32" fmla="*/ 0 w 2007"/>
                <a:gd name="T33" fmla="*/ 0 h 1659"/>
                <a:gd name="T34" fmla="*/ 0 w 2007"/>
                <a:gd name="T35" fmla="*/ 0 h 1659"/>
                <a:gd name="T36" fmla="*/ 0 w 2007"/>
                <a:gd name="T37" fmla="*/ 0 h 1659"/>
                <a:gd name="T38" fmla="*/ 0 w 2007"/>
                <a:gd name="T39" fmla="*/ 0 h 1659"/>
                <a:gd name="T40" fmla="*/ 0 w 2007"/>
                <a:gd name="T41" fmla="*/ 0 h 1659"/>
                <a:gd name="T42" fmla="*/ 0 w 2007"/>
                <a:gd name="T43" fmla="*/ 0 h 1659"/>
                <a:gd name="T44" fmla="*/ 0 w 2007"/>
                <a:gd name="T45" fmla="*/ 0 h 1659"/>
                <a:gd name="T46" fmla="*/ 0 w 2007"/>
                <a:gd name="T47" fmla="*/ 0 h 1659"/>
                <a:gd name="T48" fmla="*/ 0 w 2007"/>
                <a:gd name="T49" fmla="*/ 0 h 1659"/>
                <a:gd name="T50" fmla="*/ 0 w 2007"/>
                <a:gd name="T51" fmla="*/ 0 h 1659"/>
                <a:gd name="T52" fmla="*/ 0 w 2007"/>
                <a:gd name="T53" fmla="*/ 0 h 1659"/>
                <a:gd name="T54" fmla="*/ 0 w 2007"/>
                <a:gd name="T55" fmla="*/ 0 h 1659"/>
                <a:gd name="T56" fmla="*/ 0 w 2007"/>
                <a:gd name="T57" fmla="*/ 0 h 1659"/>
                <a:gd name="T58" fmla="*/ 0 w 2007"/>
                <a:gd name="T59" fmla="*/ 0 h 1659"/>
                <a:gd name="T60" fmla="*/ 0 w 2007"/>
                <a:gd name="T61" fmla="*/ 0 h 1659"/>
                <a:gd name="T62" fmla="*/ 0 w 2007"/>
                <a:gd name="T63" fmla="*/ 0 h 1659"/>
                <a:gd name="T64" fmla="*/ 0 w 2007"/>
                <a:gd name="T65" fmla="*/ 0 h 1659"/>
                <a:gd name="T66" fmla="*/ 0 w 2007"/>
                <a:gd name="T67" fmla="*/ 0 h 1659"/>
                <a:gd name="T68" fmla="*/ 0 w 2007"/>
                <a:gd name="T69" fmla="*/ 0 h 1659"/>
                <a:gd name="T70" fmla="*/ 0 w 2007"/>
                <a:gd name="T71" fmla="*/ 0 h 1659"/>
                <a:gd name="T72" fmla="*/ 0 w 2007"/>
                <a:gd name="T73" fmla="*/ 0 h 1659"/>
                <a:gd name="T74" fmla="*/ 0 w 2007"/>
                <a:gd name="T75" fmla="*/ 0 h 16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007" h="1659">
                  <a:moveTo>
                    <a:pt x="2002" y="0"/>
                  </a:moveTo>
                  <a:lnTo>
                    <a:pt x="1968" y="24"/>
                  </a:lnTo>
                  <a:lnTo>
                    <a:pt x="1881" y="260"/>
                  </a:lnTo>
                  <a:lnTo>
                    <a:pt x="1835" y="370"/>
                  </a:lnTo>
                  <a:lnTo>
                    <a:pt x="1760" y="479"/>
                  </a:lnTo>
                  <a:lnTo>
                    <a:pt x="1669" y="531"/>
                  </a:lnTo>
                  <a:lnTo>
                    <a:pt x="1340" y="617"/>
                  </a:lnTo>
                  <a:lnTo>
                    <a:pt x="1104" y="640"/>
                  </a:lnTo>
                  <a:lnTo>
                    <a:pt x="805" y="738"/>
                  </a:lnTo>
                  <a:lnTo>
                    <a:pt x="610" y="894"/>
                  </a:lnTo>
                  <a:lnTo>
                    <a:pt x="529" y="1014"/>
                  </a:lnTo>
                  <a:lnTo>
                    <a:pt x="413" y="1101"/>
                  </a:lnTo>
                  <a:lnTo>
                    <a:pt x="363" y="1181"/>
                  </a:lnTo>
                  <a:lnTo>
                    <a:pt x="351" y="1279"/>
                  </a:lnTo>
                  <a:lnTo>
                    <a:pt x="247" y="1395"/>
                  </a:lnTo>
                  <a:lnTo>
                    <a:pt x="184" y="1383"/>
                  </a:lnTo>
                  <a:lnTo>
                    <a:pt x="97" y="1417"/>
                  </a:lnTo>
                  <a:lnTo>
                    <a:pt x="57" y="1538"/>
                  </a:lnTo>
                  <a:lnTo>
                    <a:pt x="11" y="1607"/>
                  </a:lnTo>
                  <a:lnTo>
                    <a:pt x="0" y="1659"/>
                  </a:lnTo>
                  <a:lnTo>
                    <a:pt x="52" y="1613"/>
                  </a:lnTo>
                  <a:lnTo>
                    <a:pt x="109" y="1544"/>
                  </a:lnTo>
                  <a:lnTo>
                    <a:pt x="132" y="1446"/>
                  </a:lnTo>
                  <a:lnTo>
                    <a:pt x="178" y="1417"/>
                  </a:lnTo>
                  <a:lnTo>
                    <a:pt x="253" y="1440"/>
                  </a:lnTo>
                  <a:lnTo>
                    <a:pt x="408" y="1302"/>
                  </a:lnTo>
                  <a:lnTo>
                    <a:pt x="413" y="1198"/>
                  </a:lnTo>
                  <a:lnTo>
                    <a:pt x="454" y="1118"/>
                  </a:lnTo>
                  <a:lnTo>
                    <a:pt x="575" y="1037"/>
                  </a:lnTo>
                  <a:lnTo>
                    <a:pt x="650" y="916"/>
                  </a:lnTo>
                  <a:lnTo>
                    <a:pt x="817" y="778"/>
                  </a:lnTo>
                  <a:lnTo>
                    <a:pt x="1099" y="681"/>
                  </a:lnTo>
                  <a:lnTo>
                    <a:pt x="1340" y="652"/>
                  </a:lnTo>
                  <a:lnTo>
                    <a:pt x="1709" y="565"/>
                  </a:lnTo>
                  <a:lnTo>
                    <a:pt x="1795" y="491"/>
                  </a:lnTo>
                  <a:lnTo>
                    <a:pt x="1887" y="381"/>
                  </a:lnTo>
                  <a:lnTo>
                    <a:pt x="2007" y="41"/>
                  </a:lnTo>
                  <a:lnTo>
                    <a:pt x="2002" y="0"/>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23" name="Freeform 737">
              <a:extLst>
                <a:ext uri="{FF2B5EF4-FFF2-40B4-BE49-F238E27FC236}">
                  <a16:creationId xmlns:a16="http://schemas.microsoft.com/office/drawing/2014/main" id="{499E71C1-98F3-9096-AD8A-96A821692E36}"/>
                </a:ext>
              </a:extLst>
            </p:cNvPr>
            <p:cNvSpPr>
              <a:spLocks/>
            </p:cNvSpPr>
            <p:nvPr/>
          </p:nvSpPr>
          <p:spPr bwMode="auto">
            <a:xfrm>
              <a:off x="3435" y="3678"/>
              <a:ext cx="91" cy="49"/>
            </a:xfrm>
            <a:custGeom>
              <a:avLst/>
              <a:gdLst>
                <a:gd name="T0" fmla="*/ 0 w 910"/>
                <a:gd name="T1" fmla="*/ 0 h 484"/>
                <a:gd name="T2" fmla="*/ 0 w 910"/>
                <a:gd name="T3" fmla="*/ 0 h 484"/>
                <a:gd name="T4" fmla="*/ 0 w 910"/>
                <a:gd name="T5" fmla="*/ 0 h 484"/>
                <a:gd name="T6" fmla="*/ 0 w 910"/>
                <a:gd name="T7" fmla="*/ 0 h 484"/>
                <a:gd name="T8" fmla="*/ 0 w 910"/>
                <a:gd name="T9" fmla="*/ 0 h 484"/>
                <a:gd name="T10" fmla="*/ 0 w 910"/>
                <a:gd name="T11" fmla="*/ 0 h 484"/>
                <a:gd name="T12" fmla="*/ 0 w 910"/>
                <a:gd name="T13" fmla="*/ 0 h 484"/>
                <a:gd name="T14" fmla="*/ 0 w 910"/>
                <a:gd name="T15" fmla="*/ 0 h 484"/>
                <a:gd name="T16" fmla="*/ 0 w 910"/>
                <a:gd name="T17" fmla="*/ 0 h 484"/>
                <a:gd name="T18" fmla="*/ 0 w 910"/>
                <a:gd name="T19" fmla="*/ 0 h 484"/>
                <a:gd name="T20" fmla="*/ 0 w 910"/>
                <a:gd name="T21" fmla="*/ 0 h 484"/>
                <a:gd name="T22" fmla="*/ 0 w 910"/>
                <a:gd name="T23" fmla="*/ 0 h 484"/>
                <a:gd name="T24" fmla="*/ 0 w 910"/>
                <a:gd name="T25" fmla="*/ 0 h 484"/>
                <a:gd name="T26" fmla="*/ 0 w 910"/>
                <a:gd name="T27" fmla="*/ 0 h 484"/>
                <a:gd name="T28" fmla="*/ 0 w 910"/>
                <a:gd name="T29" fmla="*/ 0 h 484"/>
                <a:gd name="T30" fmla="*/ 0 w 910"/>
                <a:gd name="T31" fmla="*/ 0 h 484"/>
                <a:gd name="T32" fmla="*/ 0 w 910"/>
                <a:gd name="T33" fmla="*/ 0 h 484"/>
                <a:gd name="T34" fmla="*/ 0 w 910"/>
                <a:gd name="T35" fmla="*/ 0 h 484"/>
                <a:gd name="T36" fmla="*/ 0 w 910"/>
                <a:gd name="T37" fmla="*/ 0 h 4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10" h="484">
                  <a:moveTo>
                    <a:pt x="881" y="98"/>
                  </a:moveTo>
                  <a:lnTo>
                    <a:pt x="772" y="29"/>
                  </a:lnTo>
                  <a:lnTo>
                    <a:pt x="634" y="0"/>
                  </a:lnTo>
                  <a:lnTo>
                    <a:pt x="513" y="29"/>
                  </a:lnTo>
                  <a:lnTo>
                    <a:pt x="202" y="144"/>
                  </a:lnTo>
                  <a:lnTo>
                    <a:pt x="70" y="207"/>
                  </a:lnTo>
                  <a:lnTo>
                    <a:pt x="30" y="282"/>
                  </a:lnTo>
                  <a:lnTo>
                    <a:pt x="0" y="334"/>
                  </a:lnTo>
                  <a:lnTo>
                    <a:pt x="18" y="397"/>
                  </a:lnTo>
                  <a:lnTo>
                    <a:pt x="93" y="460"/>
                  </a:lnTo>
                  <a:lnTo>
                    <a:pt x="168" y="484"/>
                  </a:lnTo>
                  <a:lnTo>
                    <a:pt x="197" y="460"/>
                  </a:lnTo>
                  <a:lnTo>
                    <a:pt x="249" y="432"/>
                  </a:lnTo>
                  <a:lnTo>
                    <a:pt x="421" y="449"/>
                  </a:lnTo>
                  <a:lnTo>
                    <a:pt x="657" y="408"/>
                  </a:lnTo>
                  <a:lnTo>
                    <a:pt x="772" y="339"/>
                  </a:lnTo>
                  <a:lnTo>
                    <a:pt x="898" y="173"/>
                  </a:lnTo>
                  <a:lnTo>
                    <a:pt x="910" y="138"/>
                  </a:lnTo>
                  <a:lnTo>
                    <a:pt x="881" y="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24" name="Freeform 738">
              <a:extLst>
                <a:ext uri="{FF2B5EF4-FFF2-40B4-BE49-F238E27FC236}">
                  <a16:creationId xmlns:a16="http://schemas.microsoft.com/office/drawing/2014/main" id="{D7F7734C-ED01-E3CF-71EF-663C4EDEC723}"/>
                </a:ext>
              </a:extLst>
            </p:cNvPr>
            <p:cNvSpPr>
              <a:spLocks/>
            </p:cNvSpPr>
            <p:nvPr/>
          </p:nvSpPr>
          <p:spPr bwMode="auto">
            <a:xfrm>
              <a:off x="3435" y="3678"/>
              <a:ext cx="91" cy="49"/>
            </a:xfrm>
            <a:custGeom>
              <a:avLst/>
              <a:gdLst>
                <a:gd name="T0" fmla="*/ 0 w 910"/>
                <a:gd name="T1" fmla="*/ 0 h 484"/>
                <a:gd name="T2" fmla="*/ 0 w 910"/>
                <a:gd name="T3" fmla="*/ 0 h 484"/>
                <a:gd name="T4" fmla="*/ 0 w 910"/>
                <a:gd name="T5" fmla="*/ 0 h 484"/>
                <a:gd name="T6" fmla="*/ 0 w 910"/>
                <a:gd name="T7" fmla="*/ 0 h 484"/>
                <a:gd name="T8" fmla="*/ 0 w 910"/>
                <a:gd name="T9" fmla="*/ 0 h 484"/>
                <a:gd name="T10" fmla="*/ 0 w 910"/>
                <a:gd name="T11" fmla="*/ 0 h 484"/>
                <a:gd name="T12" fmla="*/ 0 w 910"/>
                <a:gd name="T13" fmla="*/ 0 h 484"/>
                <a:gd name="T14" fmla="*/ 0 w 910"/>
                <a:gd name="T15" fmla="*/ 0 h 484"/>
                <a:gd name="T16" fmla="*/ 0 w 910"/>
                <a:gd name="T17" fmla="*/ 0 h 484"/>
                <a:gd name="T18" fmla="*/ 0 w 910"/>
                <a:gd name="T19" fmla="*/ 0 h 484"/>
                <a:gd name="T20" fmla="*/ 0 w 910"/>
                <a:gd name="T21" fmla="*/ 0 h 484"/>
                <a:gd name="T22" fmla="*/ 0 w 910"/>
                <a:gd name="T23" fmla="*/ 0 h 484"/>
                <a:gd name="T24" fmla="*/ 0 w 910"/>
                <a:gd name="T25" fmla="*/ 0 h 484"/>
                <a:gd name="T26" fmla="*/ 0 w 910"/>
                <a:gd name="T27" fmla="*/ 0 h 484"/>
                <a:gd name="T28" fmla="*/ 0 w 910"/>
                <a:gd name="T29" fmla="*/ 0 h 484"/>
                <a:gd name="T30" fmla="*/ 0 w 910"/>
                <a:gd name="T31" fmla="*/ 0 h 484"/>
                <a:gd name="T32" fmla="*/ 0 w 910"/>
                <a:gd name="T33" fmla="*/ 0 h 484"/>
                <a:gd name="T34" fmla="*/ 0 w 910"/>
                <a:gd name="T35" fmla="*/ 0 h 484"/>
                <a:gd name="T36" fmla="*/ 0 w 910"/>
                <a:gd name="T37" fmla="*/ 0 h 4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10" h="484">
                  <a:moveTo>
                    <a:pt x="881" y="98"/>
                  </a:moveTo>
                  <a:lnTo>
                    <a:pt x="772" y="29"/>
                  </a:lnTo>
                  <a:lnTo>
                    <a:pt x="634" y="0"/>
                  </a:lnTo>
                  <a:lnTo>
                    <a:pt x="513" y="29"/>
                  </a:lnTo>
                  <a:lnTo>
                    <a:pt x="202" y="144"/>
                  </a:lnTo>
                  <a:lnTo>
                    <a:pt x="70" y="207"/>
                  </a:lnTo>
                  <a:lnTo>
                    <a:pt x="30" y="282"/>
                  </a:lnTo>
                  <a:lnTo>
                    <a:pt x="0" y="334"/>
                  </a:lnTo>
                  <a:lnTo>
                    <a:pt x="18" y="397"/>
                  </a:lnTo>
                  <a:lnTo>
                    <a:pt x="93" y="460"/>
                  </a:lnTo>
                  <a:lnTo>
                    <a:pt x="168" y="484"/>
                  </a:lnTo>
                  <a:lnTo>
                    <a:pt x="197" y="460"/>
                  </a:lnTo>
                  <a:lnTo>
                    <a:pt x="249" y="432"/>
                  </a:lnTo>
                  <a:lnTo>
                    <a:pt x="421" y="449"/>
                  </a:lnTo>
                  <a:lnTo>
                    <a:pt x="657" y="408"/>
                  </a:lnTo>
                  <a:lnTo>
                    <a:pt x="772" y="339"/>
                  </a:lnTo>
                  <a:lnTo>
                    <a:pt x="898" y="173"/>
                  </a:lnTo>
                  <a:lnTo>
                    <a:pt x="910" y="138"/>
                  </a:lnTo>
                  <a:lnTo>
                    <a:pt x="881" y="98"/>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325" name="Freeform 739">
              <a:extLst>
                <a:ext uri="{FF2B5EF4-FFF2-40B4-BE49-F238E27FC236}">
                  <a16:creationId xmlns:a16="http://schemas.microsoft.com/office/drawing/2014/main" id="{F94BA79F-454F-E06D-5C20-B2E66C06225D}"/>
                </a:ext>
              </a:extLst>
            </p:cNvPr>
            <p:cNvSpPr>
              <a:spLocks/>
            </p:cNvSpPr>
            <p:nvPr/>
          </p:nvSpPr>
          <p:spPr bwMode="auto">
            <a:xfrm>
              <a:off x="3804" y="3401"/>
              <a:ext cx="44" cy="69"/>
            </a:xfrm>
            <a:custGeom>
              <a:avLst/>
              <a:gdLst>
                <a:gd name="T0" fmla="*/ 0 w 437"/>
                <a:gd name="T1" fmla="*/ 0 h 690"/>
                <a:gd name="T2" fmla="*/ 0 w 437"/>
                <a:gd name="T3" fmla="*/ 0 h 690"/>
                <a:gd name="T4" fmla="*/ 0 w 437"/>
                <a:gd name="T5" fmla="*/ 0 h 690"/>
                <a:gd name="T6" fmla="*/ 0 w 437"/>
                <a:gd name="T7" fmla="*/ 0 h 690"/>
                <a:gd name="T8" fmla="*/ 0 w 437"/>
                <a:gd name="T9" fmla="*/ 0 h 690"/>
                <a:gd name="T10" fmla="*/ 0 w 437"/>
                <a:gd name="T11" fmla="*/ 0 h 690"/>
                <a:gd name="T12" fmla="*/ 0 w 437"/>
                <a:gd name="T13" fmla="*/ 0 h 690"/>
                <a:gd name="T14" fmla="*/ 0 w 437"/>
                <a:gd name="T15" fmla="*/ 0 h 690"/>
                <a:gd name="T16" fmla="*/ 0 w 437"/>
                <a:gd name="T17" fmla="*/ 0 h 690"/>
                <a:gd name="T18" fmla="*/ 0 w 437"/>
                <a:gd name="T19" fmla="*/ 0 h 690"/>
                <a:gd name="T20" fmla="*/ 0 w 437"/>
                <a:gd name="T21" fmla="*/ 0 h 690"/>
                <a:gd name="T22" fmla="*/ 0 w 437"/>
                <a:gd name="T23" fmla="*/ 0 h 690"/>
                <a:gd name="T24" fmla="*/ 0 w 437"/>
                <a:gd name="T25" fmla="*/ 0 h 690"/>
                <a:gd name="T26" fmla="*/ 0 w 437"/>
                <a:gd name="T27" fmla="*/ 0 h 690"/>
                <a:gd name="T28" fmla="*/ 0 w 437"/>
                <a:gd name="T29" fmla="*/ 0 h 690"/>
                <a:gd name="T30" fmla="*/ 0 w 437"/>
                <a:gd name="T31" fmla="*/ 0 h 690"/>
                <a:gd name="T32" fmla="*/ 0 w 437"/>
                <a:gd name="T33" fmla="*/ 0 h 690"/>
                <a:gd name="T34" fmla="*/ 0 w 437"/>
                <a:gd name="T35" fmla="*/ 0 h 690"/>
                <a:gd name="T36" fmla="*/ 0 w 437"/>
                <a:gd name="T37" fmla="*/ 0 h 690"/>
                <a:gd name="T38" fmla="*/ 0 w 437"/>
                <a:gd name="T39" fmla="*/ 0 h 690"/>
                <a:gd name="T40" fmla="*/ 0 w 437"/>
                <a:gd name="T41" fmla="*/ 0 h 690"/>
                <a:gd name="T42" fmla="*/ 0 w 437"/>
                <a:gd name="T43" fmla="*/ 0 h 690"/>
                <a:gd name="T44" fmla="*/ 0 w 437"/>
                <a:gd name="T45" fmla="*/ 0 h 690"/>
                <a:gd name="T46" fmla="*/ 0 w 437"/>
                <a:gd name="T47" fmla="*/ 0 h 690"/>
                <a:gd name="T48" fmla="*/ 0 w 437"/>
                <a:gd name="T49" fmla="*/ 0 h 690"/>
                <a:gd name="T50" fmla="*/ 0 w 437"/>
                <a:gd name="T51" fmla="*/ 0 h 690"/>
                <a:gd name="T52" fmla="*/ 0 w 437"/>
                <a:gd name="T53" fmla="*/ 0 h 690"/>
                <a:gd name="T54" fmla="*/ 0 w 437"/>
                <a:gd name="T55" fmla="*/ 0 h 690"/>
                <a:gd name="T56" fmla="*/ 0 w 437"/>
                <a:gd name="T57" fmla="*/ 0 h 690"/>
                <a:gd name="T58" fmla="*/ 0 w 437"/>
                <a:gd name="T59" fmla="*/ 0 h 690"/>
                <a:gd name="T60" fmla="*/ 0 w 437"/>
                <a:gd name="T61" fmla="*/ 0 h 690"/>
                <a:gd name="T62" fmla="*/ 0 w 437"/>
                <a:gd name="T63" fmla="*/ 0 h 690"/>
                <a:gd name="T64" fmla="*/ 0 w 437"/>
                <a:gd name="T65" fmla="*/ 0 h 690"/>
                <a:gd name="T66" fmla="*/ 0 w 437"/>
                <a:gd name="T67" fmla="*/ 0 h 690"/>
                <a:gd name="T68" fmla="*/ 0 w 437"/>
                <a:gd name="T69" fmla="*/ 0 h 690"/>
                <a:gd name="T70" fmla="*/ 0 w 437"/>
                <a:gd name="T71" fmla="*/ 0 h 690"/>
                <a:gd name="T72" fmla="*/ 0 w 437"/>
                <a:gd name="T73" fmla="*/ 0 h 690"/>
                <a:gd name="T74" fmla="*/ 0 w 437"/>
                <a:gd name="T75" fmla="*/ 0 h 690"/>
                <a:gd name="T76" fmla="*/ 0 w 437"/>
                <a:gd name="T77" fmla="*/ 0 h 690"/>
                <a:gd name="T78" fmla="*/ 0 w 437"/>
                <a:gd name="T79" fmla="*/ 0 h 690"/>
                <a:gd name="T80" fmla="*/ 0 w 437"/>
                <a:gd name="T81" fmla="*/ 0 h 690"/>
                <a:gd name="T82" fmla="*/ 0 w 437"/>
                <a:gd name="T83" fmla="*/ 0 h 690"/>
                <a:gd name="T84" fmla="*/ 0 w 437"/>
                <a:gd name="T85" fmla="*/ 0 h 690"/>
                <a:gd name="T86" fmla="*/ 0 w 437"/>
                <a:gd name="T87" fmla="*/ 0 h 690"/>
                <a:gd name="T88" fmla="*/ 0 w 437"/>
                <a:gd name="T89" fmla="*/ 0 h 690"/>
                <a:gd name="T90" fmla="*/ 0 w 437"/>
                <a:gd name="T91" fmla="*/ 0 h 690"/>
                <a:gd name="T92" fmla="*/ 0 w 437"/>
                <a:gd name="T93" fmla="*/ 0 h 6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37" h="690">
                  <a:moveTo>
                    <a:pt x="287" y="685"/>
                  </a:moveTo>
                  <a:lnTo>
                    <a:pt x="327" y="621"/>
                  </a:lnTo>
                  <a:lnTo>
                    <a:pt x="322" y="454"/>
                  </a:lnTo>
                  <a:lnTo>
                    <a:pt x="322" y="403"/>
                  </a:lnTo>
                  <a:lnTo>
                    <a:pt x="339" y="385"/>
                  </a:lnTo>
                  <a:lnTo>
                    <a:pt x="368" y="368"/>
                  </a:lnTo>
                  <a:lnTo>
                    <a:pt x="379" y="339"/>
                  </a:lnTo>
                  <a:lnTo>
                    <a:pt x="386" y="294"/>
                  </a:lnTo>
                  <a:lnTo>
                    <a:pt x="368" y="259"/>
                  </a:lnTo>
                  <a:lnTo>
                    <a:pt x="368" y="230"/>
                  </a:lnTo>
                  <a:lnTo>
                    <a:pt x="396" y="201"/>
                  </a:lnTo>
                  <a:lnTo>
                    <a:pt x="408" y="195"/>
                  </a:lnTo>
                  <a:lnTo>
                    <a:pt x="426" y="173"/>
                  </a:lnTo>
                  <a:lnTo>
                    <a:pt x="437" y="143"/>
                  </a:lnTo>
                  <a:lnTo>
                    <a:pt x="431" y="114"/>
                  </a:lnTo>
                  <a:lnTo>
                    <a:pt x="414" y="92"/>
                  </a:lnTo>
                  <a:lnTo>
                    <a:pt x="408" y="69"/>
                  </a:lnTo>
                  <a:lnTo>
                    <a:pt x="408" y="52"/>
                  </a:lnTo>
                  <a:lnTo>
                    <a:pt x="386" y="34"/>
                  </a:lnTo>
                  <a:lnTo>
                    <a:pt x="362" y="34"/>
                  </a:lnTo>
                  <a:lnTo>
                    <a:pt x="327" y="5"/>
                  </a:lnTo>
                  <a:lnTo>
                    <a:pt x="299" y="0"/>
                  </a:lnTo>
                  <a:lnTo>
                    <a:pt x="270" y="28"/>
                  </a:lnTo>
                  <a:lnTo>
                    <a:pt x="265" y="52"/>
                  </a:lnTo>
                  <a:lnTo>
                    <a:pt x="241" y="80"/>
                  </a:lnTo>
                  <a:lnTo>
                    <a:pt x="201" y="109"/>
                  </a:lnTo>
                  <a:lnTo>
                    <a:pt x="189" y="121"/>
                  </a:lnTo>
                  <a:lnTo>
                    <a:pt x="184" y="149"/>
                  </a:lnTo>
                  <a:lnTo>
                    <a:pt x="196" y="195"/>
                  </a:lnTo>
                  <a:lnTo>
                    <a:pt x="189" y="207"/>
                  </a:lnTo>
                  <a:lnTo>
                    <a:pt x="92" y="253"/>
                  </a:lnTo>
                  <a:lnTo>
                    <a:pt x="40" y="242"/>
                  </a:lnTo>
                  <a:lnTo>
                    <a:pt x="28" y="247"/>
                  </a:lnTo>
                  <a:lnTo>
                    <a:pt x="11" y="264"/>
                  </a:lnTo>
                  <a:lnTo>
                    <a:pt x="0" y="311"/>
                  </a:lnTo>
                  <a:lnTo>
                    <a:pt x="28" y="380"/>
                  </a:lnTo>
                  <a:lnTo>
                    <a:pt x="103" y="432"/>
                  </a:lnTo>
                  <a:lnTo>
                    <a:pt x="120" y="500"/>
                  </a:lnTo>
                  <a:lnTo>
                    <a:pt x="103" y="534"/>
                  </a:lnTo>
                  <a:lnTo>
                    <a:pt x="92" y="586"/>
                  </a:lnTo>
                  <a:lnTo>
                    <a:pt x="144" y="604"/>
                  </a:lnTo>
                  <a:lnTo>
                    <a:pt x="206" y="627"/>
                  </a:lnTo>
                  <a:lnTo>
                    <a:pt x="218" y="645"/>
                  </a:lnTo>
                  <a:lnTo>
                    <a:pt x="224" y="673"/>
                  </a:lnTo>
                  <a:lnTo>
                    <a:pt x="253" y="690"/>
                  </a:lnTo>
                  <a:lnTo>
                    <a:pt x="282" y="690"/>
                  </a:lnTo>
                  <a:lnTo>
                    <a:pt x="287" y="6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326" name="Freeform 740">
              <a:extLst>
                <a:ext uri="{FF2B5EF4-FFF2-40B4-BE49-F238E27FC236}">
                  <a16:creationId xmlns:a16="http://schemas.microsoft.com/office/drawing/2014/main" id="{358373F5-C7DE-E6B6-309C-6E6AFF485939}"/>
                </a:ext>
              </a:extLst>
            </p:cNvPr>
            <p:cNvSpPr>
              <a:spLocks/>
            </p:cNvSpPr>
            <p:nvPr/>
          </p:nvSpPr>
          <p:spPr bwMode="auto">
            <a:xfrm>
              <a:off x="3804" y="3401"/>
              <a:ext cx="44" cy="69"/>
            </a:xfrm>
            <a:custGeom>
              <a:avLst/>
              <a:gdLst>
                <a:gd name="T0" fmla="*/ 0 w 437"/>
                <a:gd name="T1" fmla="*/ 0 h 690"/>
                <a:gd name="T2" fmla="*/ 0 w 437"/>
                <a:gd name="T3" fmla="*/ 0 h 690"/>
                <a:gd name="T4" fmla="*/ 0 w 437"/>
                <a:gd name="T5" fmla="*/ 0 h 690"/>
                <a:gd name="T6" fmla="*/ 0 w 437"/>
                <a:gd name="T7" fmla="*/ 0 h 690"/>
                <a:gd name="T8" fmla="*/ 0 w 437"/>
                <a:gd name="T9" fmla="*/ 0 h 690"/>
                <a:gd name="T10" fmla="*/ 0 w 437"/>
                <a:gd name="T11" fmla="*/ 0 h 690"/>
                <a:gd name="T12" fmla="*/ 0 w 437"/>
                <a:gd name="T13" fmla="*/ 0 h 690"/>
                <a:gd name="T14" fmla="*/ 0 w 437"/>
                <a:gd name="T15" fmla="*/ 0 h 690"/>
                <a:gd name="T16" fmla="*/ 0 w 437"/>
                <a:gd name="T17" fmla="*/ 0 h 690"/>
                <a:gd name="T18" fmla="*/ 0 w 437"/>
                <a:gd name="T19" fmla="*/ 0 h 690"/>
                <a:gd name="T20" fmla="*/ 0 w 437"/>
                <a:gd name="T21" fmla="*/ 0 h 690"/>
                <a:gd name="T22" fmla="*/ 0 w 437"/>
                <a:gd name="T23" fmla="*/ 0 h 690"/>
                <a:gd name="T24" fmla="*/ 0 w 437"/>
                <a:gd name="T25" fmla="*/ 0 h 690"/>
                <a:gd name="T26" fmla="*/ 0 w 437"/>
                <a:gd name="T27" fmla="*/ 0 h 690"/>
                <a:gd name="T28" fmla="*/ 0 w 437"/>
                <a:gd name="T29" fmla="*/ 0 h 690"/>
                <a:gd name="T30" fmla="*/ 0 w 437"/>
                <a:gd name="T31" fmla="*/ 0 h 690"/>
                <a:gd name="T32" fmla="*/ 0 w 437"/>
                <a:gd name="T33" fmla="*/ 0 h 690"/>
                <a:gd name="T34" fmla="*/ 0 w 437"/>
                <a:gd name="T35" fmla="*/ 0 h 690"/>
                <a:gd name="T36" fmla="*/ 0 w 437"/>
                <a:gd name="T37" fmla="*/ 0 h 690"/>
                <a:gd name="T38" fmla="*/ 0 w 437"/>
                <a:gd name="T39" fmla="*/ 0 h 690"/>
                <a:gd name="T40" fmla="*/ 0 w 437"/>
                <a:gd name="T41" fmla="*/ 0 h 690"/>
                <a:gd name="T42" fmla="*/ 0 w 437"/>
                <a:gd name="T43" fmla="*/ 0 h 690"/>
                <a:gd name="T44" fmla="*/ 0 w 437"/>
                <a:gd name="T45" fmla="*/ 0 h 690"/>
                <a:gd name="T46" fmla="*/ 0 w 437"/>
                <a:gd name="T47" fmla="*/ 0 h 690"/>
                <a:gd name="T48" fmla="*/ 0 w 437"/>
                <a:gd name="T49" fmla="*/ 0 h 690"/>
                <a:gd name="T50" fmla="*/ 0 w 437"/>
                <a:gd name="T51" fmla="*/ 0 h 690"/>
                <a:gd name="T52" fmla="*/ 0 w 437"/>
                <a:gd name="T53" fmla="*/ 0 h 690"/>
                <a:gd name="T54" fmla="*/ 0 w 437"/>
                <a:gd name="T55" fmla="*/ 0 h 690"/>
                <a:gd name="T56" fmla="*/ 0 w 437"/>
                <a:gd name="T57" fmla="*/ 0 h 690"/>
                <a:gd name="T58" fmla="*/ 0 w 437"/>
                <a:gd name="T59" fmla="*/ 0 h 690"/>
                <a:gd name="T60" fmla="*/ 0 w 437"/>
                <a:gd name="T61" fmla="*/ 0 h 690"/>
                <a:gd name="T62" fmla="*/ 0 w 437"/>
                <a:gd name="T63" fmla="*/ 0 h 690"/>
                <a:gd name="T64" fmla="*/ 0 w 437"/>
                <a:gd name="T65" fmla="*/ 0 h 690"/>
                <a:gd name="T66" fmla="*/ 0 w 437"/>
                <a:gd name="T67" fmla="*/ 0 h 690"/>
                <a:gd name="T68" fmla="*/ 0 w 437"/>
                <a:gd name="T69" fmla="*/ 0 h 690"/>
                <a:gd name="T70" fmla="*/ 0 w 437"/>
                <a:gd name="T71" fmla="*/ 0 h 690"/>
                <a:gd name="T72" fmla="*/ 0 w 437"/>
                <a:gd name="T73" fmla="*/ 0 h 690"/>
                <a:gd name="T74" fmla="*/ 0 w 437"/>
                <a:gd name="T75" fmla="*/ 0 h 690"/>
                <a:gd name="T76" fmla="*/ 0 w 437"/>
                <a:gd name="T77" fmla="*/ 0 h 690"/>
                <a:gd name="T78" fmla="*/ 0 w 437"/>
                <a:gd name="T79" fmla="*/ 0 h 690"/>
                <a:gd name="T80" fmla="*/ 0 w 437"/>
                <a:gd name="T81" fmla="*/ 0 h 690"/>
                <a:gd name="T82" fmla="*/ 0 w 437"/>
                <a:gd name="T83" fmla="*/ 0 h 690"/>
                <a:gd name="T84" fmla="*/ 0 w 437"/>
                <a:gd name="T85" fmla="*/ 0 h 690"/>
                <a:gd name="T86" fmla="*/ 0 w 437"/>
                <a:gd name="T87" fmla="*/ 0 h 690"/>
                <a:gd name="T88" fmla="*/ 0 w 437"/>
                <a:gd name="T89" fmla="*/ 0 h 690"/>
                <a:gd name="T90" fmla="*/ 0 w 437"/>
                <a:gd name="T91" fmla="*/ 0 h 690"/>
                <a:gd name="T92" fmla="*/ 0 w 437"/>
                <a:gd name="T93" fmla="*/ 0 h 6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37" h="690">
                  <a:moveTo>
                    <a:pt x="287" y="685"/>
                  </a:moveTo>
                  <a:lnTo>
                    <a:pt x="327" y="621"/>
                  </a:lnTo>
                  <a:lnTo>
                    <a:pt x="322" y="454"/>
                  </a:lnTo>
                  <a:lnTo>
                    <a:pt x="322" y="403"/>
                  </a:lnTo>
                  <a:lnTo>
                    <a:pt x="339" y="385"/>
                  </a:lnTo>
                  <a:lnTo>
                    <a:pt x="368" y="368"/>
                  </a:lnTo>
                  <a:lnTo>
                    <a:pt x="379" y="339"/>
                  </a:lnTo>
                  <a:lnTo>
                    <a:pt x="386" y="294"/>
                  </a:lnTo>
                  <a:lnTo>
                    <a:pt x="368" y="259"/>
                  </a:lnTo>
                  <a:lnTo>
                    <a:pt x="368" y="230"/>
                  </a:lnTo>
                  <a:lnTo>
                    <a:pt x="396" y="201"/>
                  </a:lnTo>
                  <a:lnTo>
                    <a:pt x="408" y="195"/>
                  </a:lnTo>
                  <a:lnTo>
                    <a:pt x="426" y="173"/>
                  </a:lnTo>
                  <a:lnTo>
                    <a:pt x="437" y="143"/>
                  </a:lnTo>
                  <a:lnTo>
                    <a:pt x="431" y="114"/>
                  </a:lnTo>
                  <a:lnTo>
                    <a:pt x="414" y="92"/>
                  </a:lnTo>
                  <a:lnTo>
                    <a:pt x="408" y="69"/>
                  </a:lnTo>
                  <a:lnTo>
                    <a:pt x="408" y="52"/>
                  </a:lnTo>
                  <a:lnTo>
                    <a:pt x="386" y="34"/>
                  </a:lnTo>
                  <a:lnTo>
                    <a:pt x="362" y="34"/>
                  </a:lnTo>
                  <a:lnTo>
                    <a:pt x="327" y="5"/>
                  </a:lnTo>
                  <a:lnTo>
                    <a:pt x="299" y="0"/>
                  </a:lnTo>
                  <a:lnTo>
                    <a:pt x="270" y="28"/>
                  </a:lnTo>
                  <a:lnTo>
                    <a:pt x="265" y="52"/>
                  </a:lnTo>
                  <a:lnTo>
                    <a:pt x="241" y="80"/>
                  </a:lnTo>
                  <a:lnTo>
                    <a:pt x="201" y="109"/>
                  </a:lnTo>
                  <a:lnTo>
                    <a:pt x="189" y="121"/>
                  </a:lnTo>
                  <a:lnTo>
                    <a:pt x="184" y="149"/>
                  </a:lnTo>
                  <a:lnTo>
                    <a:pt x="196" y="195"/>
                  </a:lnTo>
                  <a:lnTo>
                    <a:pt x="189" y="207"/>
                  </a:lnTo>
                  <a:lnTo>
                    <a:pt x="92" y="253"/>
                  </a:lnTo>
                  <a:lnTo>
                    <a:pt x="40" y="242"/>
                  </a:lnTo>
                  <a:lnTo>
                    <a:pt x="28" y="247"/>
                  </a:lnTo>
                  <a:lnTo>
                    <a:pt x="11" y="264"/>
                  </a:lnTo>
                  <a:lnTo>
                    <a:pt x="0" y="311"/>
                  </a:lnTo>
                  <a:lnTo>
                    <a:pt x="28" y="380"/>
                  </a:lnTo>
                  <a:lnTo>
                    <a:pt x="103" y="432"/>
                  </a:lnTo>
                  <a:lnTo>
                    <a:pt x="120" y="500"/>
                  </a:lnTo>
                  <a:lnTo>
                    <a:pt x="103" y="534"/>
                  </a:lnTo>
                  <a:lnTo>
                    <a:pt x="92" y="586"/>
                  </a:lnTo>
                  <a:lnTo>
                    <a:pt x="144" y="604"/>
                  </a:lnTo>
                  <a:lnTo>
                    <a:pt x="206" y="627"/>
                  </a:lnTo>
                  <a:lnTo>
                    <a:pt x="218" y="645"/>
                  </a:lnTo>
                  <a:lnTo>
                    <a:pt x="224" y="673"/>
                  </a:lnTo>
                  <a:lnTo>
                    <a:pt x="253" y="690"/>
                  </a:lnTo>
                  <a:lnTo>
                    <a:pt x="282" y="690"/>
                  </a:lnTo>
                  <a:lnTo>
                    <a:pt x="287" y="685"/>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grpSp>
        <p:nvGrpSpPr>
          <p:cNvPr id="417801" name="Group 741">
            <a:extLst>
              <a:ext uri="{FF2B5EF4-FFF2-40B4-BE49-F238E27FC236}">
                <a16:creationId xmlns:a16="http://schemas.microsoft.com/office/drawing/2014/main" id="{59E5ACFE-7304-7FE4-0759-09E0A1241E49}"/>
              </a:ext>
            </a:extLst>
          </p:cNvPr>
          <p:cNvGrpSpPr>
            <a:grpSpLocks/>
          </p:cNvGrpSpPr>
          <p:nvPr/>
        </p:nvGrpSpPr>
        <p:grpSpPr bwMode="auto">
          <a:xfrm>
            <a:off x="1174750" y="3184525"/>
            <a:ext cx="2855913" cy="1379538"/>
            <a:chOff x="3168" y="2928"/>
            <a:chExt cx="2349" cy="1349"/>
          </a:xfrm>
        </p:grpSpPr>
        <p:sp>
          <p:nvSpPr>
            <p:cNvPr id="418295" name="Freeform 742">
              <a:extLst>
                <a:ext uri="{FF2B5EF4-FFF2-40B4-BE49-F238E27FC236}">
                  <a16:creationId xmlns:a16="http://schemas.microsoft.com/office/drawing/2014/main" id="{6FADE895-28FC-A319-10F6-1508192815C7}"/>
                </a:ext>
              </a:extLst>
            </p:cNvPr>
            <p:cNvSpPr>
              <a:spLocks/>
            </p:cNvSpPr>
            <p:nvPr/>
          </p:nvSpPr>
          <p:spPr bwMode="auto">
            <a:xfrm>
              <a:off x="3168" y="2928"/>
              <a:ext cx="1470" cy="1081"/>
            </a:xfrm>
            <a:custGeom>
              <a:avLst/>
              <a:gdLst>
                <a:gd name="T0" fmla="*/ 42 w 2433"/>
                <a:gd name="T1" fmla="*/ 5 h 1833"/>
                <a:gd name="T2" fmla="*/ 38 w 2433"/>
                <a:gd name="T3" fmla="*/ 8 h 1833"/>
                <a:gd name="T4" fmla="*/ 39 w 2433"/>
                <a:gd name="T5" fmla="*/ 5 h 1833"/>
                <a:gd name="T6" fmla="*/ 34 w 2433"/>
                <a:gd name="T7" fmla="*/ 6 h 1833"/>
                <a:gd name="T8" fmla="*/ 34 w 2433"/>
                <a:gd name="T9" fmla="*/ 9 h 1833"/>
                <a:gd name="T10" fmla="*/ 33 w 2433"/>
                <a:gd name="T11" fmla="*/ 11 h 1833"/>
                <a:gd name="T12" fmla="*/ 31 w 2433"/>
                <a:gd name="T13" fmla="*/ 11 h 1833"/>
                <a:gd name="T14" fmla="*/ 30 w 2433"/>
                <a:gd name="T15" fmla="*/ 13 h 1833"/>
                <a:gd name="T16" fmla="*/ 28 w 2433"/>
                <a:gd name="T17" fmla="*/ 16 h 1833"/>
                <a:gd name="T18" fmla="*/ 27 w 2433"/>
                <a:gd name="T19" fmla="*/ 17 h 1833"/>
                <a:gd name="T20" fmla="*/ 27 w 2433"/>
                <a:gd name="T21" fmla="*/ 18 h 1833"/>
                <a:gd name="T22" fmla="*/ 25 w 2433"/>
                <a:gd name="T23" fmla="*/ 15 h 1833"/>
                <a:gd name="T24" fmla="*/ 22 w 2433"/>
                <a:gd name="T25" fmla="*/ 17 h 1833"/>
                <a:gd name="T26" fmla="*/ 21 w 2433"/>
                <a:gd name="T27" fmla="*/ 16 h 1833"/>
                <a:gd name="T28" fmla="*/ 16 w 2433"/>
                <a:gd name="T29" fmla="*/ 13 h 1833"/>
                <a:gd name="T30" fmla="*/ 15 w 2433"/>
                <a:gd name="T31" fmla="*/ 13 h 1833"/>
                <a:gd name="T32" fmla="*/ 16 w 2433"/>
                <a:gd name="T33" fmla="*/ 16 h 1833"/>
                <a:gd name="T34" fmla="*/ 13 w 2433"/>
                <a:gd name="T35" fmla="*/ 14 h 1833"/>
                <a:gd name="T36" fmla="*/ 11 w 2433"/>
                <a:gd name="T37" fmla="*/ 14 h 1833"/>
                <a:gd name="T38" fmla="*/ 15 w 2433"/>
                <a:gd name="T39" fmla="*/ 17 h 1833"/>
                <a:gd name="T40" fmla="*/ 13 w 2433"/>
                <a:gd name="T41" fmla="*/ 19 h 1833"/>
                <a:gd name="T42" fmla="*/ 13 w 2433"/>
                <a:gd name="T43" fmla="*/ 22 h 1833"/>
                <a:gd name="T44" fmla="*/ 11 w 2433"/>
                <a:gd name="T45" fmla="*/ 25 h 1833"/>
                <a:gd name="T46" fmla="*/ 7 w 2433"/>
                <a:gd name="T47" fmla="*/ 27 h 1833"/>
                <a:gd name="T48" fmla="*/ 7 w 2433"/>
                <a:gd name="T49" fmla="*/ 24 h 1833"/>
                <a:gd name="T50" fmla="*/ 7 w 2433"/>
                <a:gd name="T51" fmla="*/ 20 h 1833"/>
                <a:gd name="T52" fmla="*/ 5 w 2433"/>
                <a:gd name="T53" fmla="*/ 18 h 1833"/>
                <a:gd name="T54" fmla="*/ 1 w 2433"/>
                <a:gd name="T55" fmla="*/ 18 h 1833"/>
                <a:gd name="T56" fmla="*/ 1 w 2433"/>
                <a:gd name="T57" fmla="*/ 13 h 1833"/>
                <a:gd name="T58" fmla="*/ 3 w 2433"/>
                <a:gd name="T59" fmla="*/ 11 h 1833"/>
                <a:gd name="T60" fmla="*/ 7 w 2433"/>
                <a:gd name="T61" fmla="*/ 11 h 1833"/>
                <a:gd name="T62" fmla="*/ 11 w 2433"/>
                <a:gd name="T63" fmla="*/ 12 h 1833"/>
                <a:gd name="T64" fmla="*/ 10 w 2433"/>
                <a:gd name="T65" fmla="*/ 11 h 1833"/>
                <a:gd name="T66" fmla="*/ 9 w 2433"/>
                <a:gd name="T67" fmla="*/ 10 h 1833"/>
                <a:gd name="T68" fmla="*/ 8 w 2433"/>
                <a:gd name="T69" fmla="*/ 10 h 1833"/>
                <a:gd name="T70" fmla="*/ 6 w 2433"/>
                <a:gd name="T71" fmla="*/ 9 h 1833"/>
                <a:gd name="T72" fmla="*/ 3 w 2433"/>
                <a:gd name="T73" fmla="*/ 11 h 1833"/>
                <a:gd name="T74" fmla="*/ 4 w 2433"/>
                <a:gd name="T75" fmla="*/ 9 h 1833"/>
                <a:gd name="T76" fmla="*/ 6 w 2433"/>
                <a:gd name="T77" fmla="*/ 6 h 1833"/>
                <a:gd name="T78" fmla="*/ 10 w 2433"/>
                <a:gd name="T79" fmla="*/ 5 h 1833"/>
                <a:gd name="T80" fmla="*/ 8 w 2433"/>
                <a:gd name="T81" fmla="*/ 4 h 1833"/>
                <a:gd name="T82" fmla="*/ 7 w 2433"/>
                <a:gd name="T83" fmla="*/ 5 h 1833"/>
                <a:gd name="T84" fmla="*/ 8 w 2433"/>
                <a:gd name="T85" fmla="*/ 2 h 1833"/>
                <a:gd name="T86" fmla="*/ 11 w 2433"/>
                <a:gd name="T87" fmla="*/ 2 h 1833"/>
                <a:gd name="T88" fmla="*/ 11 w 2433"/>
                <a:gd name="T89" fmla="*/ 4 h 1833"/>
                <a:gd name="T90" fmla="*/ 15 w 2433"/>
                <a:gd name="T91" fmla="*/ 3 h 1833"/>
                <a:gd name="T92" fmla="*/ 18 w 2433"/>
                <a:gd name="T93" fmla="*/ 2 h 1833"/>
                <a:gd name="T94" fmla="*/ 19 w 2433"/>
                <a:gd name="T95" fmla="*/ 2 h 1833"/>
                <a:gd name="T96" fmla="*/ 22 w 2433"/>
                <a:gd name="T97" fmla="*/ 1 h 1833"/>
                <a:gd name="T98" fmla="*/ 27 w 2433"/>
                <a:gd name="T99" fmla="*/ 1 h 1833"/>
                <a:gd name="T100" fmla="*/ 30 w 2433"/>
                <a:gd name="T101" fmla="*/ 1 h 1833"/>
                <a:gd name="T102" fmla="*/ 33 w 2433"/>
                <a:gd name="T103" fmla="*/ 2 h 1833"/>
                <a:gd name="T104" fmla="*/ 37 w 2433"/>
                <a:gd name="T105" fmla="*/ 3 h 1833"/>
                <a:gd name="T106" fmla="*/ 42 w 2433"/>
                <a:gd name="T107" fmla="*/ 4 h 18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433" h="1833">
                  <a:moveTo>
                    <a:pt x="2432" y="296"/>
                  </a:moveTo>
                  <a:lnTo>
                    <a:pt x="2392" y="320"/>
                  </a:lnTo>
                  <a:lnTo>
                    <a:pt x="2352" y="312"/>
                  </a:lnTo>
                  <a:lnTo>
                    <a:pt x="2368" y="352"/>
                  </a:lnTo>
                  <a:lnTo>
                    <a:pt x="2328" y="368"/>
                  </a:lnTo>
                  <a:lnTo>
                    <a:pt x="2288" y="376"/>
                  </a:lnTo>
                  <a:lnTo>
                    <a:pt x="2208" y="408"/>
                  </a:lnTo>
                  <a:lnTo>
                    <a:pt x="2208" y="488"/>
                  </a:lnTo>
                  <a:lnTo>
                    <a:pt x="2192" y="528"/>
                  </a:lnTo>
                  <a:lnTo>
                    <a:pt x="2152" y="560"/>
                  </a:lnTo>
                  <a:lnTo>
                    <a:pt x="2112" y="544"/>
                  </a:lnTo>
                  <a:lnTo>
                    <a:pt x="2112" y="504"/>
                  </a:lnTo>
                  <a:lnTo>
                    <a:pt x="2128" y="464"/>
                  </a:lnTo>
                  <a:lnTo>
                    <a:pt x="2152" y="424"/>
                  </a:lnTo>
                  <a:lnTo>
                    <a:pt x="2168" y="384"/>
                  </a:lnTo>
                  <a:lnTo>
                    <a:pt x="2128" y="376"/>
                  </a:lnTo>
                  <a:lnTo>
                    <a:pt x="2088" y="384"/>
                  </a:lnTo>
                  <a:lnTo>
                    <a:pt x="2048" y="416"/>
                  </a:lnTo>
                  <a:lnTo>
                    <a:pt x="2008" y="408"/>
                  </a:lnTo>
                  <a:lnTo>
                    <a:pt x="1928" y="408"/>
                  </a:lnTo>
                  <a:lnTo>
                    <a:pt x="1904" y="448"/>
                  </a:lnTo>
                  <a:lnTo>
                    <a:pt x="1928" y="488"/>
                  </a:lnTo>
                  <a:lnTo>
                    <a:pt x="1936" y="528"/>
                  </a:lnTo>
                  <a:lnTo>
                    <a:pt x="1952" y="560"/>
                  </a:lnTo>
                  <a:lnTo>
                    <a:pt x="1952" y="608"/>
                  </a:lnTo>
                  <a:lnTo>
                    <a:pt x="1936" y="648"/>
                  </a:lnTo>
                  <a:lnTo>
                    <a:pt x="1896" y="672"/>
                  </a:lnTo>
                  <a:lnTo>
                    <a:pt x="1856" y="688"/>
                  </a:lnTo>
                  <a:lnTo>
                    <a:pt x="1840" y="728"/>
                  </a:lnTo>
                  <a:lnTo>
                    <a:pt x="1848" y="768"/>
                  </a:lnTo>
                  <a:lnTo>
                    <a:pt x="1848" y="808"/>
                  </a:lnTo>
                  <a:lnTo>
                    <a:pt x="1808" y="816"/>
                  </a:lnTo>
                  <a:lnTo>
                    <a:pt x="1784" y="776"/>
                  </a:lnTo>
                  <a:lnTo>
                    <a:pt x="1768" y="736"/>
                  </a:lnTo>
                  <a:lnTo>
                    <a:pt x="1728" y="736"/>
                  </a:lnTo>
                  <a:lnTo>
                    <a:pt x="1720" y="776"/>
                  </a:lnTo>
                  <a:lnTo>
                    <a:pt x="1728" y="816"/>
                  </a:lnTo>
                  <a:lnTo>
                    <a:pt x="1776" y="896"/>
                  </a:lnTo>
                  <a:lnTo>
                    <a:pt x="1752" y="936"/>
                  </a:lnTo>
                  <a:lnTo>
                    <a:pt x="1712" y="920"/>
                  </a:lnTo>
                  <a:lnTo>
                    <a:pt x="1712" y="1000"/>
                  </a:lnTo>
                  <a:lnTo>
                    <a:pt x="1672" y="1024"/>
                  </a:lnTo>
                  <a:lnTo>
                    <a:pt x="1640" y="1064"/>
                  </a:lnTo>
                  <a:lnTo>
                    <a:pt x="1600" y="1048"/>
                  </a:lnTo>
                  <a:lnTo>
                    <a:pt x="1584" y="1088"/>
                  </a:lnTo>
                  <a:lnTo>
                    <a:pt x="1600" y="1128"/>
                  </a:lnTo>
                  <a:lnTo>
                    <a:pt x="1600" y="1168"/>
                  </a:lnTo>
                  <a:lnTo>
                    <a:pt x="1608" y="1208"/>
                  </a:lnTo>
                  <a:lnTo>
                    <a:pt x="1560" y="1208"/>
                  </a:lnTo>
                  <a:lnTo>
                    <a:pt x="1528" y="1176"/>
                  </a:lnTo>
                  <a:lnTo>
                    <a:pt x="1504" y="1216"/>
                  </a:lnTo>
                  <a:lnTo>
                    <a:pt x="1520" y="1256"/>
                  </a:lnTo>
                  <a:lnTo>
                    <a:pt x="1552" y="1296"/>
                  </a:lnTo>
                  <a:lnTo>
                    <a:pt x="1512" y="1320"/>
                  </a:lnTo>
                  <a:lnTo>
                    <a:pt x="1488" y="1200"/>
                  </a:lnTo>
                  <a:lnTo>
                    <a:pt x="1472" y="1160"/>
                  </a:lnTo>
                  <a:lnTo>
                    <a:pt x="1472" y="1120"/>
                  </a:lnTo>
                  <a:lnTo>
                    <a:pt x="1432" y="1128"/>
                  </a:lnTo>
                  <a:lnTo>
                    <a:pt x="1424" y="1080"/>
                  </a:lnTo>
                  <a:lnTo>
                    <a:pt x="1400" y="1048"/>
                  </a:lnTo>
                  <a:lnTo>
                    <a:pt x="1360" y="1016"/>
                  </a:lnTo>
                  <a:lnTo>
                    <a:pt x="1320" y="1032"/>
                  </a:lnTo>
                  <a:lnTo>
                    <a:pt x="1280" y="1064"/>
                  </a:lnTo>
                  <a:lnTo>
                    <a:pt x="1264" y="1104"/>
                  </a:lnTo>
                  <a:lnTo>
                    <a:pt x="1256" y="1144"/>
                  </a:lnTo>
                  <a:lnTo>
                    <a:pt x="1224" y="1184"/>
                  </a:lnTo>
                  <a:lnTo>
                    <a:pt x="1184" y="1208"/>
                  </a:lnTo>
                  <a:lnTo>
                    <a:pt x="1160" y="1168"/>
                  </a:lnTo>
                  <a:lnTo>
                    <a:pt x="1168" y="1128"/>
                  </a:lnTo>
                  <a:lnTo>
                    <a:pt x="1160" y="1080"/>
                  </a:lnTo>
                  <a:lnTo>
                    <a:pt x="1096" y="1008"/>
                  </a:lnTo>
                  <a:lnTo>
                    <a:pt x="1088" y="968"/>
                  </a:lnTo>
                  <a:lnTo>
                    <a:pt x="1048" y="952"/>
                  </a:lnTo>
                  <a:lnTo>
                    <a:pt x="1008" y="960"/>
                  </a:lnTo>
                  <a:lnTo>
                    <a:pt x="928" y="912"/>
                  </a:lnTo>
                  <a:lnTo>
                    <a:pt x="888" y="896"/>
                  </a:lnTo>
                  <a:lnTo>
                    <a:pt x="848" y="864"/>
                  </a:lnTo>
                  <a:lnTo>
                    <a:pt x="808" y="848"/>
                  </a:lnTo>
                  <a:lnTo>
                    <a:pt x="816" y="888"/>
                  </a:lnTo>
                  <a:lnTo>
                    <a:pt x="848" y="912"/>
                  </a:lnTo>
                  <a:lnTo>
                    <a:pt x="896" y="920"/>
                  </a:lnTo>
                  <a:lnTo>
                    <a:pt x="936" y="952"/>
                  </a:lnTo>
                  <a:lnTo>
                    <a:pt x="968" y="992"/>
                  </a:lnTo>
                  <a:lnTo>
                    <a:pt x="920" y="1032"/>
                  </a:lnTo>
                  <a:lnTo>
                    <a:pt x="896" y="1072"/>
                  </a:lnTo>
                  <a:lnTo>
                    <a:pt x="856" y="1096"/>
                  </a:lnTo>
                  <a:lnTo>
                    <a:pt x="776" y="1096"/>
                  </a:lnTo>
                  <a:lnTo>
                    <a:pt x="760" y="1056"/>
                  </a:lnTo>
                  <a:lnTo>
                    <a:pt x="752" y="1016"/>
                  </a:lnTo>
                  <a:lnTo>
                    <a:pt x="728" y="976"/>
                  </a:lnTo>
                  <a:lnTo>
                    <a:pt x="712" y="928"/>
                  </a:lnTo>
                  <a:lnTo>
                    <a:pt x="688" y="896"/>
                  </a:lnTo>
                  <a:lnTo>
                    <a:pt x="648" y="896"/>
                  </a:lnTo>
                  <a:lnTo>
                    <a:pt x="648" y="936"/>
                  </a:lnTo>
                  <a:lnTo>
                    <a:pt x="664" y="976"/>
                  </a:lnTo>
                  <a:lnTo>
                    <a:pt x="680" y="1016"/>
                  </a:lnTo>
                  <a:lnTo>
                    <a:pt x="688" y="1056"/>
                  </a:lnTo>
                  <a:lnTo>
                    <a:pt x="728" y="1088"/>
                  </a:lnTo>
                  <a:lnTo>
                    <a:pt x="768" y="1112"/>
                  </a:lnTo>
                  <a:lnTo>
                    <a:pt x="808" y="1144"/>
                  </a:lnTo>
                  <a:lnTo>
                    <a:pt x="848" y="1152"/>
                  </a:lnTo>
                  <a:lnTo>
                    <a:pt x="840" y="1184"/>
                  </a:lnTo>
                  <a:lnTo>
                    <a:pt x="824" y="1232"/>
                  </a:lnTo>
                  <a:lnTo>
                    <a:pt x="784" y="1256"/>
                  </a:lnTo>
                  <a:lnTo>
                    <a:pt x="744" y="1288"/>
                  </a:lnTo>
                  <a:lnTo>
                    <a:pt x="728" y="1328"/>
                  </a:lnTo>
                  <a:lnTo>
                    <a:pt x="720" y="1360"/>
                  </a:lnTo>
                  <a:lnTo>
                    <a:pt x="704" y="1408"/>
                  </a:lnTo>
                  <a:lnTo>
                    <a:pt x="704" y="1488"/>
                  </a:lnTo>
                  <a:lnTo>
                    <a:pt x="720" y="1528"/>
                  </a:lnTo>
                  <a:lnTo>
                    <a:pt x="704" y="1568"/>
                  </a:lnTo>
                  <a:lnTo>
                    <a:pt x="664" y="1576"/>
                  </a:lnTo>
                  <a:lnTo>
                    <a:pt x="640" y="1616"/>
                  </a:lnTo>
                  <a:lnTo>
                    <a:pt x="640" y="1656"/>
                  </a:lnTo>
                  <a:lnTo>
                    <a:pt x="592" y="1736"/>
                  </a:lnTo>
                  <a:lnTo>
                    <a:pt x="560" y="1776"/>
                  </a:lnTo>
                  <a:lnTo>
                    <a:pt x="520" y="1800"/>
                  </a:lnTo>
                  <a:lnTo>
                    <a:pt x="480" y="1800"/>
                  </a:lnTo>
                  <a:lnTo>
                    <a:pt x="440" y="1832"/>
                  </a:lnTo>
                  <a:lnTo>
                    <a:pt x="400" y="1832"/>
                  </a:lnTo>
                  <a:lnTo>
                    <a:pt x="384" y="1792"/>
                  </a:lnTo>
                  <a:lnTo>
                    <a:pt x="384" y="1744"/>
                  </a:lnTo>
                  <a:lnTo>
                    <a:pt x="392" y="1712"/>
                  </a:lnTo>
                  <a:lnTo>
                    <a:pt x="384" y="1664"/>
                  </a:lnTo>
                  <a:lnTo>
                    <a:pt x="368" y="1632"/>
                  </a:lnTo>
                  <a:lnTo>
                    <a:pt x="344" y="1592"/>
                  </a:lnTo>
                  <a:lnTo>
                    <a:pt x="336" y="1552"/>
                  </a:lnTo>
                  <a:lnTo>
                    <a:pt x="352" y="1464"/>
                  </a:lnTo>
                  <a:lnTo>
                    <a:pt x="368" y="1432"/>
                  </a:lnTo>
                  <a:lnTo>
                    <a:pt x="376" y="1392"/>
                  </a:lnTo>
                  <a:lnTo>
                    <a:pt x="336" y="1368"/>
                  </a:lnTo>
                  <a:lnTo>
                    <a:pt x="328" y="1328"/>
                  </a:lnTo>
                  <a:lnTo>
                    <a:pt x="328" y="1288"/>
                  </a:lnTo>
                  <a:lnTo>
                    <a:pt x="312" y="1248"/>
                  </a:lnTo>
                  <a:lnTo>
                    <a:pt x="272" y="1216"/>
                  </a:lnTo>
                  <a:lnTo>
                    <a:pt x="232" y="1208"/>
                  </a:lnTo>
                  <a:lnTo>
                    <a:pt x="192" y="1208"/>
                  </a:lnTo>
                  <a:lnTo>
                    <a:pt x="152" y="1216"/>
                  </a:lnTo>
                  <a:lnTo>
                    <a:pt x="112" y="1216"/>
                  </a:lnTo>
                  <a:lnTo>
                    <a:pt x="72" y="1224"/>
                  </a:lnTo>
                  <a:lnTo>
                    <a:pt x="0" y="1104"/>
                  </a:lnTo>
                  <a:lnTo>
                    <a:pt x="32" y="1056"/>
                  </a:lnTo>
                  <a:lnTo>
                    <a:pt x="0" y="1024"/>
                  </a:lnTo>
                  <a:lnTo>
                    <a:pt x="0" y="984"/>
                  </a:lnTo>
                  <a:lnTo>
                    <a:pt x="16" y="904"/>
                  </a:lnTo>
                  <a:lnTo>
                    <a:pt x="56" y="888"/>
                  </a:lnTo>
                  <a:lnTo>
                    <a:pt x="96" y="856"/>
                  </a:lnTo>
                  <a:lnTo>
                    <a:pt x="112" y="816"/>
                  </a:lnTo>
                  <a:lnTo>
                    <a:pt x="144" y="776"/>
                  </a:lnTo>
                  <a:lnTo>
                    <a:pt x="184" y="744"/>
                  </a:lnTo>
                  <a:lnTo>
                    <a:pt x="224" y="744"/>
                  </a:lnTo>
                  <a:lnTo>
                    <a:pt x="264" y="736"/>
                  </a:lnTo>
                  <a:lnTo>
                    <a:pt x="304" y="736"/>
                  </a:lnTo>
                  <a:lnTo>
                    <a:pt x="344" y="728"/>
                  </a:lnTo>
                  <a:lnTo>
                    <a:pt x="360" y="768"/>
                  </a:lnTo>
                  <a:lnTo>
                    <a:pt x="392" y="808"/>
                  </a:lnTo>
                  <a:lnTo>
                    <a:pt x="432" y="840"/>
                  </a:lnTo>
                  <a:lnTo>
                    <a:pt x="472" y="840"/>
                  </a:lnTo>
                  <a:lnTo>
                    <a:pt x="512" y="824"/>
                  </a:lnTo>
                  <a:lnTo>
                    <a:pt x="632" y="848"/>
                  </a:lnTo>
                  <a:lnTo>
                    <a:pt x="672" y="800"/>
                  </a:lnTo>
                  <a:lnTo>
                    <a:pt x="680" y="768"/>
                  </a:lnTo>
                  <a:lnTo>
                    <a:pt x="640" y="752"/>
                  </a:lnTo>
                  <a:lnTo>
                    <a:pt x="600" y="744"/>
                  </a:lnTo>
                  <a:lnTo>
                    <a:pt x="560" y="744"/>
                  </a:lnTo>
                  <a:lnTo>
                    <a:pt x="552" y="704"/>
                  </a:lnTo>
                  <a:lnTo>
                    <a:pt x="512" y="680"/>
                  </a:lnTo>
                  <a:lnTo>
                    <a:pt x="520" y="720"/>
                  </a:lnTo>
                  <a:lnTo>
                    <a:pt x="480" y="736"/>
                  </a:lnTo>
                  <a:lnTo>
                    <a:pt x="480" y="688"/>
                  </a:lnTo>
                  <a:lnTo>
                    <a:pt x="464" y="656"/>
                  </a:lnTo>
                  <a:lnTo>
                    <a:pt x="440" y="616"/>
                  </a:lnTo>
                  <a:lnTo>
                    <a:pt x="400" y="600"/>
                  </a:lnTo>
                  <a:lnTo>
                    <a:pt x="400" y="640"/>
                  </a:lnTo>
                  <a:lnTo>
                    <a:pt x="424" y="680"/>
                  </a:lnTo>
                  <a:lnTo>
                    <a:pt x="432" y="720"/>
                  </a:lnTo>
                  <a:lnTo>
                    <a:pt x="392" y="736"/>
                  </a:lnTo>
                  <a:lnTo>
                    <a:pt x="384" y="696"/>
                  </a:lnTo>
                  <a:lnTo>
                    <a:pt x="368" y="656"/>
                  </a:lnTo>
                  <a:lnTo>
                    <a:pt x="336" y="616"/>
                  </a:lnTo>
                  <a:lnTo>
                    <a:pt x="296" y="616"/>
                  </a:lnTo>
                  <a:lnTo>
                    <a:pt x="248" y="640"/>
                  </a:lnTo>
                  <a:lnTo>
                    <a:pt x="240" y="680"/>
                  </a:lnTo>
                  <a:lnTo>
                    <a:pt x="200" y="696"/>
                  </a:lnTo>
                  <a:lnTo>
                    <a:pt x="160" y="736"/>
                  </a:lnTo>
                  <a:lnTo>
                    <a:pt x="128" y="696"/>
                  </a:lnTo>
                  <a:lnTo>
                    <a:pt x="136" y="656"/>
                  </a:lnTo>
                  <a:lnTo>
                    <a:pt x="128" y="616"/>
                  </a:lnTo>
                  <a:lnTo>
                    <a:pt x="168" y="608"/>
                  </a:lnTo>
                  <a:lnTo>
                    <a:pt x="208" y="616"/>
                  </a:lnTo>
                  <a:lnTo>
                    <a:pt x="216" y="576"/>
                  </a:lnTo>
                  <a:lnTo>
                    <a:pt x="200" y="536"/>
                  </a:lnTo>
                  <a:lnTo>
                    <a:pt x="280" y="488"/>
                  </a:lnTo>
                  <a:lnTo>
                    <a:pt x="312" y="448"/>
                  </a:lnTo>
                  <a:lnTo>
                    <a:pt x="352" y="416"/>
                  </a:lnTo>
                  <a:lnTo>
                    <a:pt x="384" y="432"/>
                  </a:lnTo>
                  <a:lnTo>
                    <a:pt x="432" y="440"/>
                  </a:lnTo>
                  <a:lnTo>
                    <a:pt x="512" y="376"/>
                  </a:lnTo>
                  <a:lnTo>
                    <a:pt x="552" y="360"/>
                  </a:lnTo>
                  <a:lnTo>
                    <a:pt x="568" y="320"/>
                  </a:lnTo>
                  <a:lnTo>
                    <a:pt x="528" y="320"/>
                  </a:lnTo>
                  <a:lnTo>
                    <a:pt x="520" y="280"/>
                  </a:lnTo>
                  <a:lnTo>
                    <a:pt x="528" y="240"/>
                  </a:lnTo>
                  <a:lnTo>
                    <a:pt x="488" y="232"/>
                  </a:lnTo>
                  <a:lnTo>
                    <a:pt x="456" y="272"/>
                  </a:lnTo>
                  <a:lnTo>
                    <a:pt x="416" y="304"/>
                  </a:lnTo>
                  <a:lnTo>
                    <a:pt x="432" y="336"/>
                  </a:lnTo>
                  <a:lnTo>
                    <a:pt x="440" y="384"/>
                  </a:lnTo>
                  <a:lnTo>
                    <a:pt x="400" y="400"/>
                  </a:lnTo>
                  <a:lnTo>
                    <a:pt x="376" y="360"/>
                  </a:lnTo>
                  <a:lnTo>
                    <a:pt x="336" y="352"/>
                  </a:lnTo>
                  <a:lnTo>
                    <a:pt x="304" y="272"/>
                  </a:lnTo>
                  <a:lnTo>
                    <a:pt x="344" y="264"/>
                  </a:lnTo>
                  <a:lnTo>
                    <a:pt x="424" y="200"/>
                  </a:lnTo>
                  <a:lnTo>
                    <a:pt x="432" y="160"/>
                  </a:lnTo>
                  <a:lnTo>
                    <a:pt x="456" y="120"/>
                  </a:lnTo>
                  <a:lnTo>
                    <a:pt x="488" y="112"/>
                  </a:lnTo>
                  <a:lnTo>
                    <a:pt x="536" y="112"/>
                  </a:lnTo>
                  <a:lnTo>
                    <a:pt x="576" y="104"/>
                  </a:lnTo>
                  <a:lnTo>
                    <a:pt x="616" y="120"/>
                  </a:lnTo>
                  <a:lnTo>
                    <a:pt x="656" y="152"/>
                  </a:lnTo>
                  <a:lnTo>
                    <a:pt x="696" y="152"/>
                  </a:lnTo>
                  <a:lnTo>
                    <a:pt x="688" y="192"/>
                  </a:lnTo>
                  <a:lnTo>
                    <a:pt x="648" y="200"/>
                  </a:lnTo>
                  <a:lnTo>
                    <a:pt x="656" y="240"/>
                  </a:lnTo>
                  <a:lnTo>
                    <a:pt x="696" y="232"/>
                  </a:lnTo>
                  <a:lnTo>
                    <a:pt x="736" y="208"/>
                  </a:lnTo>
                  <a:lnTo>
                    <a:pt x="752" y="168"/>
                  </a:lnTo>
                  <a:lnTo>
                    <a:pt x="792" y="192"/>
                  </a:lnTo>
                  <a:lnTo>
                    <a:pt x="872" y="192"/>
                  </a:lnTo>
                  <a:lnTo>
                    <a:pt x="912" y="184"/>
                  </a:lnTo>
                  <a:lnTo>
                    <a:pt x="904" y="136"/>
                  </a:lnTo>
                  <a:lnTo>
                    <a:pt x="944" y="104"/>
                  </a:lnTo>
                  <a:lnTo>
                    <a:pt x="952" y="152"/>
                  </a:lnTo>
                  <a:lnTo>
                    <a:pt x="992" y="168"/>
                  </a:lnTo>
                  <a:lnTo>
                    <a:pt x="1024" y="88"/>
                  </a:lnTo>
                  <a:lnTo>
                    <a:pt x="1064" y="72"/>
                  </a:lnTo>
                  <a:lnTo>
                    <a:pt x="1048" y="144"/>
                  </a:lnTo>
                  <a:lnTo>
                    <a:pt x="1056" y="192"/>
                  </a:lnTo>
                  <a:lnTo>
                    <a:pt x="1096" y="160"/>
                  </a:lnTo>
                  <a:lnTo>
                    <a:pt x="1112" y="120"/>
                  </a:lnTo>
                  <a:lnTo>
                    <a:pt x="1152" y="112"/>
                  </a:lnTo>
                  <a:lnTo>
                    <a:pt x="1192" y="72"/>
                  </a:lnTo>
                  <a:lnTo>
                    <a:pt x="1232" y="64"/>
                  </a:lnTo>
                  <a:lnTo>
                    <a:pt x="1272" y="40"/>
                  </a:lnTo>
                  <a:lnTo>
                    <a:pt x="1352" y="8"/>
                  </a:lnTo>
                  <a:lnTo>
                    <a:pt x="1392" y="0"/>
                  </a:lnTo>
                  <a:lnTo>
                    <a:pt x="1432" y="16"/>
                  </a:lnTo>
                  <a:lnTo>
                    <a:pt x="1472" y="16"/>
                  </a:lnTo>
                  <a:lnTo>
                    <a:pt x="1496" y="56"/>
                  </a:lnTo>
                  <a:lnTo>
                    <a:pt x="1536" y="88"/>
                  </a:lnTo>
                  <a:lnTo>
                    <a:pt x="1576" y="88"/>
                  </a:lnTo>
                  <a:lnTo>
                    <a:pt x="1608" y="128"/>
                  </a:lnTo>
                  <a:lnTo>
                    <a:pt x="1648" y="120"/>
                  </a:lnTo>
                  <a:lnTo>
                    <a:pt x="1688" y="88"/>
                  </a:lnTo>
                  <a:lnTo>
                    <a:pt x="1720" y="128"/>
                  </a:lnTo>
                  <a:lnTo>
                    <a:pt x="1752" y="136"/>
                  </a:lnTo>
                  <a:lnTo>
                    <a:pt x="1800" y="152"/>
                  </a:lnTo>
                  <a:lnTo>
                    <a:pt x="1840" y="152"/>
                  </a:lnTo>
                  <a:lnTo>
                    <a:pt x="1848" y="112"/>
                  </a:lnTo>
                  <a:lnTo>
                    <a:pt x="1888" y="96"/>
                  </a:lnTo>
                  <a:lnTo>
                    <a:pt x="1912" y="136"/>
                  </a:lnTo>
                  <a:lnTo>
                    <a:pt x="1952" y="136"/>
                  </a:lnTo>
                  <a:lnTo>
                    <a:pt x="2064" y="184"/>
                  </a:lnTo>
                  <a:lnTo>
                    <a:pt x="2112" y="192"/>
                  </a:lnTo>
                  <a:lnTo>
                    <a:pt x="2152" y="184"/>
                  </a:lnTo>
                  <a:lnTo>
                    <a:pt x="2192" y="200"/>
                  </a:lnTo>
                  <a:lnTo>
                    <a:pt x="2272" y="200"/>
                  </a:lnTo>
                  <a:lnTo>
                    <a:pt x="2312" y="224"/>
                  </a:lnTo>
                  <a:lnTo>
                    <a:pt x="2352" y="240"/>
                  </a:lnTo>
                  <a:lnTo>
                    <a:pt x="2392" y="264"/>
                  </a:lnTo>
                  <a:lnTo>
                    <a:pt x="2432" y="296"/>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296" name="Freeform 743">
              <a:extLst>
                <a:ext uri="{FF2B5EF4-FFF2-40B4-BE49-F238E27FC236}">
                  <a16:creationId xmlns:a16="http://schemas.microsoft.com/office/drawing/2014/main" id="{FF6C1C83-71E0-8DB4-5DB5-2C0AA32445B7}"/>
                </a:ext>
              </a:extLst>
            </p:cNvPr>
            <p:cNvSpPr>
              <a:spLocks/>
            </p:cNvSpPr>
            <p:nvPr/>
          </p:nvSpPr>
          <p:spPr bwMode="auto">
            <a:xfrm>
              <a:off x="4651" y="2984"/>
              <a:ext cx="866" cy="1293"/>
            </a:xfrm>
            <a:custGeom>
              <a:avLst/>
              <a:gdLst>
                <a:gd name="T0" fmla="*/ 15 w 1433"/>
                <a:gd name="T1" fmla="*/ 5 h 2193"/>
                <a:gd name="T2" fmla="*/ 18 w 1433"/>
                <a:gd name="T3" fmla="*/ 6 h 2193"/>
                <a:gd name="T4" fmla="*/ 19 w 1433"/>
                <a:gd name="T5" fmla="*/ 4 h 2193"/>
                <a:gd name="T6" fmla="*/ 21 w 1433"/>
                <a:gd name="T7" fmla="*/ 5 h 2193"/>
                <a:gd name="T8" fmla="*/ 22 w 1433"/>
                <a:gd name="T9" fmla="*/ 5 h 2193"/>
                <a:gd name="T10" fmla="*/ 22 w 1433"/>
                <a:gd name="T11" fmla="*/ 7 h 2193"/>
                <a:gd name="T12" fmla="*/ 22 w 1433"/>
                <a:gd name="T13" fmla="*/ 8 h 2193"/>
                <a:gd name="T14" fmla="*/ 22 w 1433"/>
                <a:gd name="T15" fmla="*/ 8 h 2193"/>
                <a:gd name="T16" fmla="*/ 20 w 1433"/>
                <a:gd name="T17" fmla="*/ 9 h 2193"/>
                <a:gd name="T18" fmla="*/ 18 w 1433"/>
                <a:gd name="T19" fmla="*/ 10 h 2193"/>
                <a:gd name="T20" fmla="*/ 17 w 1433"/>
                <a:gd name="T21" fmla="*/ 11 h 2193"/>
                <a:gd name="T22" fmla="*/ 15 w 1433"/>
                <a:gd name="T23" fmla="*/ 12 h 2193"/>
                <a:gd name="T24" fmla="*/ 13 w 1433"/>
                <a:gd name="T25" fmla="*/ 12 h 2193"/>
                <a:gd name="T26" fmla="*/ 11 w 1433"/>
                <a:gd name="T27" fmla="*/ 13 h 2193"/>
                <a:gd name="T28" fmla="*/ 13 w 1433"/>
                <a:gd name="T29" fmla="*/ 14 h 2193"/>
                <a:gd name="T30" fmla="*/ 14 w 1433"/>
                <a:gd name="T31" fmla="*/ 15 h 2193"/>
                <a:gd name="T32" fmla="*/ 15 w 1433"/>
                <a:gd name="T33" fmla="*/ 17 h 2193"/>
                <a:gd name="T34" fmla="*/ 18 w 1433"/>
                <a:gd name="T35" fmla="*/ 16 h 2193"/>
                <a:gd name="T36" fmla="*/ 20 w 1433"/>
                <a:gd name="T37" fmla="*/ 17 h 2193"/>
                <a:gd name="T38" fmla="*/ 22 w 1433"/>
                <a:gd name="T39" fmla="*/ 18 h 2193"/>
                <a:gd name="T40" fmla="*/ 25 w 1433"/>
                <a:gd name="T41" fmla="*/ 20 h 2193"/>
                <a:gd name="T42" fmla="*/ 24 w 1433"/>
                <a:gd name="T43" fmla="*/ 22 h 2193"/>
                <a:gd name="T44" fmla="*/ 22 w 1433"/>
                <a:gd name="T45" fmla="*/ 26 h 2193"/>
                <a:gd name="T46" fmla="*/ 20 w 1433"/>
                <a:gd name="T47" fmla="*/ 27 h 2193"/>
                <a:gd name="T48" fmla="*/ 18 w 1433"/>
                <a:gd name="T49" fmla="*/ 29 h 2193"/>
                <a:gd name="T50" fmla="*/ 18 w 1433"/>
                <a:gd name="T51" fmla="*/ 32 h 2193"/>
                <a:gd name="T52" fmla="*/ 16 w 1433"/>
                <a:gd name="T53" fmla="*/ 31 h 2193"/>
                <a:gd name="T54" fmla="*/ 16 w 1433"/>
                <a:gd name="T55" fmla="*/ 29 h 2193"/>
                <a:gd name="T56" fmla="*/ 16 w 1433"/>
                <a:gd name="T57" fmla="*/ 27 h 2193"/>
                <a:gd name="T58" fmla="*/ 17 w 1433"/>
                <a:gd name="T59" fmla="*/ 24 h 2193"/>
                <a:gd name="T60" fmla="*/ 17 w 1433"/>
                <a:gd name="T61" fmla="*/ 22 h 2193"/>
                <a:gd name="T62" fmla="*/ 15 w 1433"/>
                <a:gd name="T63" fmla="*/ 21 h 2193"/>
                <a:gd name="T64" fmla="*/ 15 w 1433"/>
                <a:gd name="T65" fmla="*/ 19 h 2193"/>
                <a:gd name="T66" fmla="*/ 16 w 1433"/>
                <a:gd name="T67" fmla="*/ 17 h 2193"/>
                <a:gd name="T68" fmla="*/ 15 w 1433"/>
                <a:gd name="T69" fmla="*/ 16 h 2193"/>
                <a:gd name="T70" fmla="*/ 13 w 1433"/>
                <a:gd name="T71" fmla="*/ 15 h 2193"/>
                <a:gd name="T72" fmla="*/ 10 w 1433"/>
                <a:gd name="T73" fmla="*/ 14 h 2193"/>
                <a:gd name="T74" fmla="*/ 8 w 1433"/>
                <a:gd name="T75" fmla="*/ 12 h 2193"/>
                <a:gd name="T76" fmla="*/ 8 w 1433"/>
                <a:gd name="T77" fmla="*/ 12 h 2193"/>
                <a:gd name="T78" fmla="*/ 7 w 1433"/>
                <a:gd name="T79" fmla="*/ 9 h 2193"/>
                <a:gd name="T80" fmla="*/ 7 w 1433"/>
                <a:gd name="T81" fmla="*/ 6 h 2193"/>
                <a:gd name="T82" fmla="*/ 6 w 1433"/>
                <a:gd name="T83" fmla="*/ 4 h 2193"/>
                <a:gd name="T84" fmla="*/ 4 w 1433"/>
                <a:gd name="T85" fmla="*/ 4 h 2193"/>
                <a:gd name="T86" fmla="*/ 2 w 1433"/>
                <a:gd name="T87" fmla="*/ 4 h 2193"/>
                <a:gd name="T88" fmla="*/ 0 w 1433"/>
                <a:gd name="T89" fmla="*/ 3 h 2193"/>
                <a:gd name="T90" fmla="*/ 1 w 1433"/>
                <a:gd name="T91" fmla="*/ 1 h 2193"/>
                <a:gd name="T92" fmla="*/ 3 w 1433"/>
                <a:gd name="T93" fmla="*/ 0 h 2193"/>
                <a:gd name="T94" fmla="*/ 5 w 1433"/>
                <a:gd name="T95" fmla="*/ 1 h 2193"/>
                <a:gd name="T96" fmla="*/ 8 w 1433"/>
                <a:gd name="T97" fmla="*/ 1 h 2193"/>
                <a:gd name="T98" fmla="*/ 10 w 1433"/>
                <a:gd name="T99" fmla="*/ 1 h 2193"/>
                <a:gd name="T100" fmla="*/ 13 w 1433"/>
                <a:gd name="T101" fmla="*/ 2 h 2193"/>
                <a:gd name="T102" fmla="*/ 15 w 1433"/>
                <a:gd name="T103" fmla="*/ 2 h 2193"/>
                <a:gd name="T104" fmla="*/ 17 w 1433"/>
                <a:gd name="T105" fmla="*/ 1 h 2193"/>
                <a:gd name="T106" fmla="*/ 19 w 1433"/>
                <a:gd name="T107" fmla="*/ 2 h 2193"/>
                <a:gd name="T108" fmla="*/ 17 w 1433"/>
                <a:gd name="T109" fmla="*/ 3 h 2193"/>
                <a:gd name="T110" fmla="*/ 15 w 1433"/>
                <a:gd name="T111" fmla="*/ 4 h 2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33" h="2193">
                  <a:moveTo>
                    <a:pt x="840" y="256"/>
                  </a:moveTo>
                  <a:lnTo>
                    <a:pt x="848" y="296"/>
                  </a:lnTo>
                  <a:lnTo>
                    <a:pt x="872" y="336"/>
                  </a:lnTo>
                  <a:lnTo>
                    <a:pt x="912" y="360"/>
                  </a:lnTo>
                  <a:lnTo>
                    <a:pt x="952" y="392"/>
                  </a:lnTo>
                  <a:lnTo>
                    <a:pt x="984" y="432"/>
                  </a:lnTo>
                  <a:lnTo>
                    <a:pt x="1048" y="352"/>
                  </a:lnTo>
                  <a:lnTo>
                    <a:pt x="1056" y="312"/>
                  </a:lnTo>
                  <a:lnTo>
                    <a:pt x="1048" y="272"/>
                  </a:lnTo>
                  <a:lnTo>
                    <a:pt x="1088" y="248"/>
                  </a:lnTo>
                  <a:lnTo>
                    <a:pt x="1128" y="264"/>
                  </a:lnTo>
                  <a:lnTo>
                    <a:pt x="1136" y="304"/>
                  </a:lnTo>
                  <a:lnTo>
                    <a:pt x="1168" y="328"/>
                  </a:lnTo>
                  <a:lnTo>
                    <a:pt x="1216" y="336"/>
                  </a:lnTo>
                  <a:lnTo>
                    <a:pt x="1224" y="368"/>
                  </a:lnTo>
                  <a:lnTo>
                    <a:pt x="1240" y="416"/>
                  </a:lnTo>
                  <a:lnTo>
                    <a:pt x="1280" y="448"/>
                  </a:lnTo>
                  <a:lnTo>
                    <a:pt x="1280" y="496"/>
                  </a:lnTo>
                  <a:lnTo>
                    <a:pt x="1288" y="528"/>
                  </a:lnTo>
                  <a:lnTo>
                    <a:pt x="1248" y="552"/>
                  </a:lnTo>
                  <a:lnTo>
                    <a:pt x="1248" y="512"/>
                  </a:lnTo>
                  <a:lnTo>
                    <a:pt x="1208" y="480"/>
                  </a:lnTo>
                  <a:lnTo>
                    <a:pt x="1184" y="520"/>
                  </a:lnTo>
                  <a:lnTo>
                    <a:pt x="1200" y="552"/>
                  </a:lnTo>
                  <a:lnTo>
                    <a:pt x="1184" y="600"/>
                  </a:lnTo>
                  <a:lnTo>
                    <a:pt x="1144" y="592"/>
                  </a:lnTo>
                  <a:lnTo>
                    <a:pt x="1104" y="592"/>
                  </a:lnTo>
                  <a:lnTo>
                    <a:pt x="1064" y="600"/>
                  </a:lnTo>
                  <a:lnTo>
                    <a:pt x="1064" y="640"/>
                  </a:lnTo>
                  <a:lnTo>
                    <a:pt x="1024" y="672"/>
                  </a:lnTo>
                  <a:lnTo>
                    <a:pt x="984" y="688"/>
                  </a:lnTo>
                  <a:lnTo>
                    <a:pt x="984" y="728"/>
                  </a:lnTo>
                  <a:lnTo>
                    <a:pt x="944" y="736"/>
                  </a:lnTo>
                  <a:lnTo>
                    <a:pt x="920" y="776"/>
                  </a:lnTo>
                  <a:lnTo>
                    <a:pt x="888" y="856"/>
                  </a:lnTo>
                  <a:lnTo>
                    <a:pt x="856" y="816"/>
                  </a:lnTo>
                  <a:lnTo>
                    <a:pt x="816" y="800"/>
                  </a:lnTo>
                  <a:lnTo>
                    <a:pt x="776" y="832"/>
                  </a:lnTo>
                  <a:lnTo>
                    <a:pt x="744" y="792"/>
                  </a:lnTo>
                  <a:lnTo>
                    <a:pt x="704" y="824"/>
                  </a:lnTo>
                  <a:lnTo>
                    <a:pt x="664" y="832"/>
                  </a:lnTo>
                  <a:lnTo>
                    <a:pt x="640" y="872"/>
                  </a:lnTo>
                  <a:lnTo>
                    <a:pt x="640" y="912"/>
                  </a:lnTo>
                  <a:lnTo>
                    <a:pt x="680" y="944"/>
                  </a:lnTo>
                  <a:lnTo>
                    <a:pt x="720" y="944"/>
                  </a:lnTo>
                  <a:lnTo>
                    <a:pt x="760" y="928"/>
                  </a:lnTo>
                  <a:lnTo>
                    <a:pt x="784" y="968"/>
                  </a:lnTo>
                  <a:lnTo>
                    <a:pt x="784" y="1008"/>
                  </a:lnTo>
                  <a:lnTo>
                    <a:pt x="800" y="1048"/>
                  </a:lnTo>
                  <a:lnTo>
                    <a:pt x="824" y="1088"/>
                  </a:lnTo>
                  <a:lnTo>
                    <a:pt x="872" y="1112"/>
                  </a:lnTo>
                  <a:lnTo>
                    <a:pt x="912" y="1112"/>
                  </a:lnTo>
                  <a:lnTo>
                    <a:pt x="952" y="1088"/>
                  </a:lnTo>
                  <a:lnTo>
                    <a:pt x="992" y="1088"/>
                  </a:lnTo>
                  <a:lnTo>
                    <a:pt x="1032" y="1104"/>
                  </a:lnTo>
                  <a:lnTo>
                    <a:pt x="1072" y="1128"/>
                  </a:lnTo>
                  <a:lnTo>
                    <a:pt x="1112" y="1144"/>
                  </a:lnTo>
                  <a:lnTo>
                    <a:pt x="1152" y="1176"/>
                  </a:lnTo>
                  <a:lnTo>
                    <a:pt x="1160" y="1216"/>
                  </a:lnTo>
                  <a:lnTo>
                    <a:pt x="1200" y="1224"/>
                  </a:lnTo>
                  <a:lnTo>
                    <a:pt x="1224" y="1264"/>
                  </a:lnTo>
                  <a:lnTo>
                    <a:pt x="1240" y="1304"/>
                  </a:lnTo>
                  <a:lnTo>
                    <a:pt x="1400" y="1368"/>
                  </a:lnTo>
                  <a:lnTo>
                    <a:pt x="1432" y="1408"/>
                  </a:lnTo>
                  <a:lnTo>
                    <a:pt x="1408" y="1448"/>
                  </a:lnTo>
                  <a:lnTo>
                    <a:pt x="1368" y="1480"/>
                  </a:lnTo>
                  <a:lnTo>
                    <a:pt x="1352" y="1560"/>
                  </a:lnTo>
                  <a:lnTo>
                    <a:pt x="1224" y="1720"/>
                  </a:lnTo>
                  <a:lnTo>
                    <a:pt x="1208" y="1768"/>
                  </a:lnTo>
                  <a:lnTo>
                    <a:pt x="1184" y="1800"/>
                  </a:lnTo>
                  <a:lnTo>
                    <a:pt x="1144" y="1808"/>
                  </a:lnTo>
                  <a:lnTo>
                    <a:pt x="1112" y="1848"/>
                  </a:lnTo>
                  <a:lnTo>
                    <a:pt x="1072" y="1888"/>
                  </a:lnTo>
                  <a:lnTo>
                    <a:pt x="1032" y="1912"/>
                  </a:lnTo>
                  <a:lnTo>
                    <a:pt x="984" y="1992"/>
                  </a:lnTo>
                  <a:lnTo>
                    <a:pt x="976" y="2032"/>
                  </a:lnTo>
                  <a:lnTo>
                    <a:pt x="992" y="2104"/>
                  </a:lnTo>
                  <a:lnTo>
                    <a:pt x="992" y="2192"/>
                  </a:lnTo>
                  <a:lnTo>
                    <a:pt x="952" y="2176"/>
                  </a:lnTo>
                  <a:lnTo>
                    <a:pt x="928" y="2136"/>
                  </a:lnTo>
                  <a:lnTo>
                    <a:pt x="920" y="2096"/>
                  </a:lnTo>
                  <a:lnTo>
                    <a:pt x="896" y="2056"/>
                  </a:lnTo>
                  <a:lnTo>
                    <a:pt x="896" y="2008"/>
                  </a:lnTo>
                  <a:lnTo>
                    <a:pt x="888" y="1976"/>
                  </a:lnTo>
                  <a:lnTo>
                    <a:pt x="888" y="1936"/>
                  </a:lnTo>
                  <a:lnTo>
                    <a:pt x="896" y="1888"/>
                  </a:lnTo>
                  <a:lnTo>
                    <a:pt x="912" y="1856"/>
                  </a:lnTo>
                  <a:lnTo>
                    <a:pt x="912" y="1768"/>
                  </a:lnTo>
                  <a:lnTo>
                    <a:pt x="928" y="1696"/>
                  </a:lnTo>
                  <a:lnTo>
                    <a:pt x="944" y="1656"/>
                  </a:lnTo>
                  <a:lnTo>
                    <a:pt x="952" y="1616"/>
                  </a:lnTo>
                  <a:lnTo>
                    <a:pt x="944" y="1576"/>
                  </a:lnTo>
                  <a:lnTo>
                    <a:pt x="944" y="1536"/>
                  </a:lnTo>
                  <a:lnTo>
                    <a:pt x="904" y="1512"/>
                  </a:lnTo>
                  <a:lnTo>
                    <a:pt x="872" y="1472"/>
                  </a:lnTo>
                  <a:lnTo>
                    <a:pt x="856" y="1432"/>
                  </a:lnTo>
                  <a:lnTo>
                    <a:pt x="848" y="1392"/>
                  </a:lnTo>
                  <a:lnTo>
                    <a:pt x="832" y="1344"/>
                  </a:lnTo>
                  <a:lnTo>
                    <a:pt x="824" y="1312"/>
                  </a:lnTo>
                  <a:lnTo>
                    <a:pt x="832" y="1272"/>
                  </a:lnTo>
                  <a:lnTo>
                    <a:pt x="864" y="1232"/>
                  </a:lnTo>
                  <a:lnTo>
                    <a:pt x="880" y="1192"/>
                  </a:lnTo>
                  <a:lnTo>
                    <a:pt x="856" y="1152"/>
                  </a:lnTo>
                  <a:lnTo>
                    <a:pt x="816" y="1128"/>
                  </a:lnTo>
                  <a:lnTo>
                    <a:pt x="792" y="1088"/>
                  </a:lnTo>
                  <a:lnTo>
                    <a:pt x="752" y="1064"/>
                  </a:lnTo>
                  <a:lnTo>
                    <a:pt x="728" y="1024"/>
                  </a:lnTo>
                  <a:lnTo>
                    <a:pt x="688" y="1016"/>
                  </a:lnTo>
                  <a:lnTo>
                    <a:pt x="648" y="1016"/>
                  </a:lnTo>
                  <a:lnTo>
                    <a:pt x="624" y="976"/>
                  </a:lnTo>
                  <a:lnTo>
                    <a:pt x="584" y="968"/>
                  </a:lnTo>
                  <a:lnTo>
                    <a:pt x="520" y="808"/>
                  </a:lnTo>
                  <a:lnTo>
                    <a:pt x="488" y="768"/>
                  </a:lnTo>
                  <a:lnTo>
                    <a:pt x="472" y="808"/>
                  </a:lnTo>
                  <a:lnTo>
                    <a:pt x="480" y="840"/>
                  </a:lnTo>
                  <a:lnTo>
                    <a:pt x="480" y="888"/>
                  </a:lnTo>
                  <a:lnTo>
                    <a:pt x="456" y="848"/>
                  </a:lnTo>
                  <a:lnTo>
                    <a:pt x="424" y="688"/>
                  </a:lnTo>
                  <a:lnTo>
                    <a:pt x="392" y="648"/>
                  </a:lnTo>
                  <a:lnTo>
                    <a:pt x="384" y="608"/>
                  </a:lnTo>
                  <a:lnTo>
                    <a:pt x="392" y="576"/>
                  </a:lnTo>
                  <a:lnTo>
                    <a:pt x="392" y="528"/>
                  </a:lnTo>
                  <a:lnTo>
                    <a:pt x="408" y="448"/>
                  </a:lnTo>
                  <a:lnTo>
                    <a:pt x="408" y="408"/>
                  </a:lnTo>
                  <a:lnTo>
                    <a:pt x="392" y="368"/>
                  </a:lnTo>
                  <a:lnTo>
                    <a:pt x="328" y="288"/>
                  </a:lnTo>
                  <a:lnTo>
                    <a:pt x="288" y="248"/>
                  </a:lnTo>
                  <a:lnTo>
                    <a:pt x="248" y="216"/>
                  </a:lnTo>
                  <a:lnTo>
                    <a:pt x="208" y="232"/>
                  </a:lnTo>
                  <a:lnTo>
                    <a:pt x="168" y="224"/>
                  </a:lnTo>
                  <a:lnTo>
                    <a:pt x="144" y="264"/>
                  </a:lnTo>
                  <a:lnTo>
                    <a:pt x="104" y="280"/>
                  </a:lnTo>
                  <a:lnTo>
                    <a:pt x="64" y="280"/>
                  </a:lnTo>
                  <a:lnTo>
                    <a:pt x="40" y="240"/>
                  </a:lnTo>
                  <a:lnTo>
                    <a:pt x="0" y="208"/>
                  </a:lnTo>
                  <a:lnTo>
                    <a:pt x="16" y="168"/>
                  </a:lnTo>
                  <a:lnTo>
                    <a:pt x="56" y="144"/>
                  </a:lnTo>
                  <a:lnTo>
                    <a:pt x="56" y="104"/>
                  </a:lnTo>
                  <a:lnTo>
                    <a:pt x="96" y="72"/>
                  </a:lnTo>
                  <a:lnTo>
                    <a:pt x="104" y="32"/>
                  </a:lnTo>
                  <a:lnTo>
                    <a:pt x="184" y="0"/>
                  </a:lnTo>
                  <a:lnTo>
                    <a:pt x="216" y="8"/>
                  </a:lnTo>
                  <a:lnTo>
                    <a:pt x="264" y="8"/>
                  </a:lnTo>
                  <a:lnTo>
                    <a:pt x="304" y="24"/>
                  </a:lnTo>
                  <a:lnTo>
                    <a:pt x="344" y="24"/>
                  </a:lnTo>
                  <a:lnTo>
                    <a:pt x="384" y="16"/>
                  </a:lnTo>
                  <a:lnTo>
                    <a:pt x="424" y="48"/>
                  </a:lnTo>
                  <a:lnTo>
                    <a:pt x="464" y="40"/>
                  </a:lnTo>
                  <a:lnTo>
                    <a:pt x="504" y="8"/>
                  </a:lnTo>
                  <a:lnTo>
                    <a:pt x="584" y="56"/>
                  </a:lnTo>
                  <a:lnTo>
                    <a:pt x="624" y="64"/>
                  </a:lnTo>
                  <a:lnTo>
                    <a:pt x="664" y="96"/>
                  </a:lnTo>
                  <a:lnTo>
                    <a:pt x="696" y="120"/>
                  </a:lnTo>
                  <a:lnTo>
                    <a:pt x="744" y="128"/>
                  </a:lnTo>
                  <a:lnTo>
                    <a:pt x="824" y="128"/>
                  </a:lnTo>
                  <a:lnTo>
                    <a:pt x="864" y="112"/>
                  </a:lnTo>
                  <a:lnTo>
                    <a:pt x="888" y="72"/>
                  </a:lnTo>
                  <a:lnTo>
                    <a:pt x="928" y="40"/>
                  </a:lnTo>
                  <a:lnTo>
                    <a:pt x="944" y="80"/>
                  </a:lnTo>
                  <a:lnTo>
                    <a:pt x="984" y="104"/>
                  </a:lnTo>
                  <a:lnTo>
                    <a:pt x="1024" y="104"/>
                  </a:lnTo>
                  <a:lnTo>
                    <a:pt x="1064" y="112"/>
                  </a:lnTo>
                  <a:lnTo>
                    <a:pt x="1024" y="144"/>
                  </a:lnTo>
                  <a:lnTo>
                    <a:pt x="984" y="168"/>
                  </a:lnTo>
                  <a:lnTo>
                    <a:pt x="944" y="184"/>
                  </a:lnTo>
                  <a:lnTo>
                    <a:pt x="920" y="224"/>
                  </a:lnTo>
                  <a:lnTo>
                    <a:pt x="880" y="232"/>
                  </a:lnTo>
                  <a:lnTo>
                    <a:pt x="840" y="256"/>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297" name="Freeform 744">
              <a:extLst>
                <a:ext uri="{FF2B5EF4-FFF2-40B4-BE49-F238E27FC236}">
                  <a16:creationId xmlns:a16="http://schemas.microsoft.com/office/drawing/2014/main" id="{87BB69B9-0C4A-D7DA-F1B3-A3080A9274EF}"/>
                </a:ext>
              </a:extLst>
            </p:cNvPr>
            <p:cNvSpPr>
              <a:spLocks/>
            </p:cNvSpPr>
            <p:nvPr/>
          </p:nvSpPr>
          <p:spPr bwMode="auto">
            <a:xfrm>
              <a:off x="3289" y="3107"/>
              <a:ext cx="63" cy="95"/>
            </a:xfrm>
            <a:custGeom>
              <a:avLst/>
              <a:gdLst>
                <a:gd name="T0" fmla="*/ 1 w 105"/>
                <a:gd name="T1" fmla="*/ 0 h 161"/>
                <a:gd name="T2" fmla="*/ 1 w 105"/>
                <a:gd name="T3" fmla="*/ 1 h 161"/>
                <a:gd name="T4" fmla="*/ 1 w 105"/>
                <a:gd name="T5" fmla="*/ 1 h 161"/>
                <a:gd name="T6" fmla="*/ 1 w 105"/>
                <a:gd name="T7" fmla="*/ 1 h 161"/>
                <a:gd name="T8" fmla="*/ 1 w 105"/>
                <a:gd name="T9" fmla="*/ 1 h 161"/>
                <a:gd name="T10" fmla="*/ 2 w 105"/>
                <a:gd name="T11" fmla="*/ 1 h 161"/>
                <a:gd name="T12" fmla="*/ 2 w 105"/>
                <a:gd name="T13" fmla="*/ 2 h 161"/>
                <a:gd name="T14" fmla="*/ 1 w 105"/>
                <a:gd name="T15" fmla="*/ 2 h 161"/>
                <a:gd name="T16" fmla="*/ 1 w 105"/>
                <a:gd name="T17" fmla="*/ 2 h 161"/>
                <a:gd name="T18" fmla="*/ 1 w 105"/>
                <a:gd name="T19" fmla="*/ 2 h 161"/>
                <a:gd name="T20" fmla="*/ 1 w 105"/>
                <a:gd name="T21" fmla="*/ 2 h 161"/>
                <a:gd name="T22" fmla="*/ 1 w 105"/>
                <a:gd name="T23" fmla="*/ 2 h 161"/>
                <a:gd name="T24" fmla="*/ 1 w 105"/>
                <a:gd name="T25" fmla="*/ 2 h 161"/>
                <a:gd name="T26" fmla="*/ 1 w 105"/>
                <a:gd name="T27" fmla="*/ 1 h 161"/>
                <a:gd name="T28" fmla="*/ 1 w 105"/>
                <a:gd name="T29" fmla="*/ 1 h 161"/>
                <a:gd name="T30" fmla="*/ 1 w 105"/>
                <a:gd name="T31" fmla="*/ 1 h 161"/>
                <a:gd name="T32" fmla="*/ 0 w 105"/>
                <a:gd name="T33" fmla="*/ 1 h 161"/>
                <a:gd name="T34" fmla="*/ 0 w 105"/>
                <a:gd name="T35" fmla="*/ 0 h 161"/>
                <a:gd name="T36" fmla="*/ 1 w 105"/>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5" h="161">
                  <a:moveTo>
                    <a:pt x="32" y="0"/>
                  </a:moveTo>
                  <a:lnTo>
                    <a:pt x="40" y="24"/>
                  </a:lnTo>
                  <a:lnTo>
                    <a:pt x="48" y="40"/>
                  </a:lnTo>
                  <a:lnTo>
                    <a:pt x="64" y="48"/>
                  </a:lnTo>
                  <a:lnTo>
                    <a:pt x="72" y="80"/>
                  </a:lnTo>
                  <a:lnTo>
                    <a:pt x="104" y="88"/>
                  </a:lnTo>
                  <a:lnTo>
                    <a:pt x="104" y="112"/>
                  </a:lnTo>
                  <a:lnTo>
                    <a:pt x="80" y="120"/>
                  </a:lnTo>
                  <a:lnTo>
                    <a:pt x="64" y="128"/>
                  </a:lnTo>
                  <a:lnTo>
                    <a:pt x="40" y="160"/>
                  </a:lnTo>
                  <a:lnTo>
                    <a:pt x="24" y="144"/>
                  </a:lnTo>
                  <a:lnTo>
                    <a:pt x="40" y="120"/>
                  </a:lnTo>
                  <a:lnTo>
                    <a:pt x="24" y="112"/>
                  </a:lnTo>
                  <a:lnTo>
                    <a:pt x="24" y="104"/>
                  </a:lnTo>
                  <a:lnTo>
                    <a:pt x="32" y="88"/>
                  </a:lnTo>
                  <a:lnTo>
                    <a:pt x="24" y="64"/>
                  </a:lnTo>
                  <a:lnTo>
                    <a:pt x="0" y="24"/>
                  </a:lnTo>
                  <a:lnTo>
                    <a:pt x="0" y="0"/>
                  </a:lnTo>
                  <a:lnTo>
                    <a:pt x="40"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298" name="Freeform 745">
              <a:extLst>
                <a:ext uri="{FF2B5EF4-FFF2-40B4-BE49-F238E27FC236}">
                  <a16:creationId xmlns:a16="http://schemas.microsoft.com/office/drawing/2014/main" id="{B4F9401B-415B-0478-EC04-1487BFBA6DC6}"/>
                </a:ext>
              </a:extLst>
            </p:cNvPr>
            <p:cNvSpPr>
              <a:spLocks/>
            </p:cNvSpPr>
            <p:nvPr/>
          </p:nvSpPr>
          <p:spPr bwMode="auto">
            <a:xfrm>
              <a:off x="4362" y="3329"/>
              <a:ext cx="39" cy="47"/>
            </a:xfrm>
            <a:custGeom>
              <a:avLst/>
              <a:gdLst>
                <a:gd name="T0" fmla="*/ 1 w 65"/>
                <a:gd name="T1" fmla="*/ 1 h 81"/>
                <a:gd name="T2" fmla="*/ 1 w 65"/>
                <a:gd name="T3" fmla="*/ 1 h 81"/>
                <a:gd name="T4" fmla="*/ 1 w 65"/>
                <a:gd name="T5" fmla="*/ 1 h 81"/>
                <a:gd name="T6" fmla="*/ 1 w 65"/>
                <a:gd name="T7" fmla="*/ 1 h 81"/>
                <a:gd name="T8" fmla="*/ 0 w 65"/>
                <a:gd name="T9" fmla="*/ 1 h 81"/>
                <a:gd name="T10" fmla="*/ 1 w 65"/>
                <a:gd name="T11" fmla="*/ 0 h 81"/>
                <a:gd name="T12" fmla="*/ 1 w 65"/>
                <a:gd name="T13" fmla="*/ 1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81">
                  <a:moveTo>
                    <a:pt x="64" y="8"/>
                  </a:moveTo>
                  <a:lnTo>
                    <a:pt x="56" y="32"/>
                  </a:lnTo>
                  <a:lnTo>
                    <a:pt x="48" y="72"/>
                  </a:lnTo>
                  <a:lnTo>
                    <a:pt x="8" y="80"/>
                  </a:lnTo>
                  <a:lnTo>
                    <a:pt x="0" y="40"/>
                  </a:lnTo>
                  <a:lnTo>
                    <a:pt x="24" y="0"/>
                  </a:lnTo>
                  <a:lnTo>
                    <a:pt x="64"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299" name="Freeform 746">
              <a:extLst>
                <a:ext uri="{FF2B5EF4-FFF2-40B4-BE49-F238E27FC236}">
                  <a16:creationId xmlns:a16="http://schemas.microsoft.com/office/drawing/2014/main" id="{8D2DFA10-6BBA-A4D0-2514-00769D77E262}"/>
                </a:ext>
              </a:extLst>
            </p:cNvPr>
            <p:cNvSpPr>
              <a:spLocks/>
            </p:cNvSpPr>
            <p:nvPr/>
          </p:nvSpPr>
          <p:spPr bwMode="auto">
            <a:xfrm>
              <a:off x="4313" y="3385"/>
              <a:ext cx="64" cy="53"/>
            </a:xfrm>
            <a:custGeom>
              <a:avLst/>
              <a:gdLst>
                <a:gd name="T0" fmla="*/ 1 w 105"/>
                <a:gd name="T1" fmla="*/ 0 h 89"/>
                <a:gd name="T2" fmla="*/ 2 w 105"/>
                <a:gd name="T3" fmla="*/ 1 h 89"/>
                <a:gd name="T4" fmla="*/ 2 w 105"/>
                <a:gd name="T5" fmla="*/ 1 h 89"/>
                <a:gd name="T6" fmla="*/ 1 w 105"/>
                <a:gd name="T7" fmla="*/ 1 h 89"/>
                <a:gd name="T8" fmla="*/ 1 w 105"/>
                <a:gd name="T9" fmla="*/ 1 h 89"/>
                <a:gd name="T10" fmla="*/ 0 w 105"/>
                <a:gd name="T11" fmla="*/ 1 h 89"/>
                <a:gd name="T12" fmla="*/ 1 w 105"/>
                <a:gd name="T13" fmla="*/ 1 h 89"/>
                <a:gd name="T14" fmla="*/ 1 w 105"/>
                <a:gd name="T15" fmla="*/ 0 h 89"/>
                <a:gd name="T16" fmla="*/ 1 w 105"/>
                <a:gd name="T17" fmla="*/ 0 h 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 h="89">
                  <a:moveTo>
                    <a:pt x="88" y="0"/>
                  </a:moveTo>
                  <a:lnTo>
                    <a:pt x="104" y="24"/>
                  </a:lnTo>
                  <a:lnTo>
                    <a:pt x="104" y="64"/>
                  </a:lnTo>
                  <a:lnTo>
                    <a:pt x="64" y="64"/>
                  </a:lnTo>
                  <a:lnTo>
                    <a:pt x="24" y="88"/>
                  </a:lnTo>
                  <a:lnTo>
                    <a:pt x="0" y="48"/>
                  </a:lnTo>
                  <a:lnTo>
                    <a:pt x="40" y="40"/>
                  </a:lnTo>
                  <a:lnTo>
                    <a:pt x="48" y="0"/>
                  </a:lnTo>
                  <a:lnTo>
                    <a:pt x="88"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0" name="Freeform 747">
              <a:extLst>
                <a:ext uri="{FF2B5EF4-FFF2-40B4-BE49-F238E27FC236}">
                  <a16:creationId xmlns:a16="http://schemas.microsoft.com/office/drawing/2014/main" id="{40B61713-2FD2-66B6-B904-E529452E6DF8}"/>
                </a:ext>
              </a:extLst>
            </p:cNvPr>
            <p:cNvSpPr>
              <a:spLocks/>
            </p:cNvSpPr>
            <p:nvPr/>
          </p:nvSpPr>
          <p:spPr bwMode="auto">
            <a:xfrm>
              <a:off x="4280" y="3428"/>
              <a:ext cx="58" cy="52"/>
            </a:xfrm>
            <a:custGeom>
              <a:avLst/>
              <a:gdLst>
                <a:gd name="T0" fmla="*/ 1 w 97"/>
                <a:gd name="T1" fmla="*/ 1 h 89"/>
                <a:gd name="T2" fmla="*/ 1 w 97"/>
                <a:gd name="T3" fmla="*/ 1 h 89"/>
                <a:gd name="T4" fmla="*/ 1 w 97"/>
                <a:gd name="T5" fmla="*/ 1 h 89"/>
                <a:gd name="T6" fmla="*/ 1 w 97"/>
                <a:gd name="T7" fmla="*/ 1 h 89"/>
                <a:gd name="T8" fmla="*/ 1 w 97"/>
                <a:gd name="T9" fmla="*/ 1 h 89"/>
                <a:gd name="T10" fmla="*/ 0 w 97"/>
                <a:gd name="T11" fmla="*/ 1 h 89"/>
                <a:gd name="T12" fmla="*/ 1 w 97"/>
                <a:gd name="T13" fmla="*/ 0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 h="89">
                  <a:moveTo>
                    <a:pt x="32" y="8"/>
                  </a:moveTo>
                  <a:lnTo>
                    <a:pt x="72" y="40"/>
                  </a:lnTo>
                  <a:lnTo>
                    <a:pt x="96" y="56"/>
                  </a:lnTo>
                  <a:lnTo>
                    <a:pt x="72" y="88"/>
                  </a:lnTo>
                  <a:lnTo>
                    <a:pt x="32" y="88"/>
                  </a:lnTo>
                  <a:lnTo>
                    <a:pt x="0" y="48"/>
                  </a:lnTo>
                  <a:lnTo>
                    <a:pt x="32"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1" name="Freeform 748">
              <a:extLst>
                <a:ext uri="{FF2B5EF4-FFF2-40B4-BE49-F238E27FC236}">
                  <a16:creationId xmlns:a16="http://schemas.microsoft.com/office/drawing/2014/main" id="{4C1446A2-4583-EA24-CD7D-63E9F1FC9A8E}"/>
                </a:ext>
              </a:extLst>
            </p:cNvPr>
            <p:cNvSpPr>
              <a:spLocks/>
            </p:cNvSpPr>
            <p:nvPr/>
          </p:nvSpPr>
          <p:spPr bwMode="auto">
            <a:xfrm>
              <a:off x="4202" y="3541"/>
              <a:ext cx="25" cy="29"/>
            </a:xfrm>
            <a:custGeom>
              <a:avLst/>
              <a:gdLst>
                <a:gd name="T0" fmla="*/ 1 w 41"/>
                <a:gd name="T1" fmla="*/ 0 h 49"/>
                <a:gd name="T2" fmla="*/ 0 w 41"/>
                <a:gd name="T3" fmla="*/ 1 h 49"/>
                <a:gd name="T4" fmla="*/ 1 w 41"/>
                <a:gd name="T5" fmla="*/ 1 h 49"/>
                <a:gd name="T6" fmla="*/ 1 w 41"/>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9">
                  <a:moveTo>
                    <a:pt x="32" y="0"/>
                  </a:moveTo>
                  <a:lnTo>
                    <a:pt x="0" y="48"/>
                  </a:lnTo>
                  <a:lnTo>
                    <a:pt x="40" y="48"/>
                  </a:lnTo>
                  <a:lnTo>
                    <a:pt x="32"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2" name="Freeform 749">
              <a:extLst>
                <a:ext uri="{FF2B5EF4-FFF2-40B4-BE49-F238E27FC236}">
                  <a16:creationId xmlns:a16="http://schemas.microsoft.com/office/drawing/2014/main" id="{0DAB77D5-5051-4458-CE7A-B6BD8459D4FC}"/>
                </a:ext>
              </a:extLst>
            </p:cNvPr>
            <p:cNvSpPr>
              <a:spLocks/>
            </p:cNvSpPr>
            <p:nvPr/>
          </p:nvSpPr>
          <p:spPr bwMode="auto">
            <a:xfrm>
              <a:off x="4280" y="3612"/>
              <a:ext cx="49" cy="57"/>
            </a:xfrm>
            <a:custGeom>
              <a:avLst/>
              <a:gdLst>
                <a:gd name="T0" fmla="*/ 1 w 81"/>
                <a:gd name="T1" fmla="*/ 0 h 97"/>
                <a:gd name="T2" fmla="*/ 1 w 81"/>
                <a:gd name="T3" fmla="*/ 1 h 97"/>
                <a:gd name="T4" fmla="*/ 1 w 81"/>
                <a:gd name="T5" fmla="*/ 1 h 97"/>
                <a:gd name="T6" fmla="*/ 1 w 81"/>
                <a:gd name="T7" fmla="*/ 1 h 97"/>
                <a:gd name="T8" fmla="*/ 0 w 81"/>
                <a:gd name="T9" fmla="*/ 1 h 97"/>
                <a:gd name="T10" fmla="*/ 0 w 81"/>
                <a:gd name="T11" fmla="*/ 1 h 97"/>
                <a:gd name="T12" fmla="*/ 1 w 81"/>
                <a:gd name="T13" fmla="*/ 0 h 97"/>
                <a:gd name="T14" fmla="*/ 1 w 81"/>
                <a:gd name="T15" fmla="*/ 0 h 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1" h="97">
                  <a:moveTo>
                    <a:pt x="40" y="0"/>
                  </a:moveTo>
                  <a:lnTo>
                    <a:pt x="56" y="40"/>
                  </a:lnTo>
                  <a:lnTo>
                    <a:pt x="80" y="80"/>
                  </a:lnTo>
                  <a:lnTo>
                    <a:pt x="40" y="96"/>
                  </a:lnTo>
                  <a:lnTo>
                    <a:pt x="0" y="88"/>
                  </a:lnTo>
                  <a:lnTo>
                    <a:pt x="0" y="32"/>
                  </a:lnTo>
                  <a:lnTo>
                    <a:pt x="16" y="0"/>
                  </a:lnTo>
                  <a:lnTo>
                    <a:pt x="32"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3" name="Freeform 750">
              <a:extLst>
                <a:ext uri="{FF2B5EF4-FFF2-40B4-BE49-F238E27FC236}">
                  <a16:creationId xmlns:a16="http://schemas.microsoft.com/office/drawing/2014/main" id="{298E8E05-1A3F-7E2C-C494-2F9E8CA5F84E}"/>
                </a:ext>
              </a:extLst>
            </p:cNvPr>
            <p:cNvSpPr>
              <a:spLocks/>
            </p:cNvSpPr>
            <p:nvPr/>
          </p:nvSpPr>
          <p:spPr bwMode="auto">
            <a:xfrm>
              <a:off x="4270" y="3678"/>
              <a:ext cx="49" cy="24"/>
            </a:xfrm>
            <a:custGeom>
              <a:avLst/>
              <a:gdLst>
                <a:gd name="T0" fmla="*/ 1 w 81"/>
                <a:gd name="T1" fmla="*/ 0 h 41"/>
                <a:gd name="T2" fmla="*/ 1 w 81"/>
                <a:gd name="T3" fmla="*/ 1 h 41"/>
                <a:gd name="T4" fmla="*/ 1 w 81"/>
                <a:gd name="T5" fmla="*/ 1 h 41"/>
                <a:gd name="T6" fmla="*/ 1 w 81"/>
                <a:gd name="T7" fmla="*/ 1 h 41"/>
                <a:gd name="T8" fmla="*/ 0 w 81"/>
                <a:gd name="T9" fmla="*/ 1 h 41"/>
                <a:gd name="T10" fmla="*/ 1 w 81"/>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1" h="41">
                  <a:moveTo>
                    <a:pt x="32" y="0"/>
                  </a:moveTo>
                  <a:lnTo>
                    <a:pt x="48" y="16"/>
                  </a:lnTo>
                  <a:lnTo>
                    <a:pt x="80" y="32"/>
                  </a:lnTo>
                  <a:lnTo>
                    <a:pt x="48" y="40"/>
                  </a:lnTo>
                  <a:lnTo>
                    <a:pt x="0" y="16"/>
                  </a:lnTo>
                  <a:lnTo>
                    <a:pt x="32"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4" name="Freeform 751">
              <a:extLst>
                <a:ext uri="{FF2B5EF4-FFF2-40B4-BE49-F238E27FC236}">
                  <a16:creationId xmlns:a16="http://schemas.microsoft.com/office/drawing/2014/main" id="{4439220B-9D57-F358-0788-B98B6D84CE68}"/>
                </a:ext>
              </a:extLst>
            </p:cNvPr>
            <p:cNvSpPr>
              <a:spLocks/>
            </p:cNvSpPr>
            <p:nvPr/>
          </p:nvSpPr>
          <p:spPr bwMode="auto">
            <a:xfrm>
              <a:off x="4289" y="3715"/>
              <a:ext cx="25" cy="25"/>
            </a:xfrm>
            <a:custGeom>
              <a:avLst/>
              <a:gdLst>
                <a:gd name="T0" fmla="*/ 0 w 41"/>
                <a:gd name="T1" fmla="*/ 0 h 41"/>
                <a:gd name="T2" fmla="*/ 1 w 41"/>
                <a:gd name="T3" fmla="*/ 1 h 41"/>
                <a:gd name="T4" fmla="*/ 1 w 41"/>
                <a:gd name="T5" fmla="*/ 1 h 41"/>
                <a:gd name="T6" fmla="*/ 0 w 41"/>
                <a:gd name="T7" fmla="*/ 1 h 41"/>
                <a:gd name="T8" fmla="*/ 0 w 41"/>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41">
                  <a:moveTo>
                    <a:pt x="0" y="0"/>
                  </a:moveTo>
                  <a:lnTo>
                    <a:pt x="40" y="8"/>
                  </a:lnTo>
                  <a:lnTo>
                    <a:pt x="40" y="16"/>
                  </a:lnTo>
                  <a:lnTo>
                    <a:pt x="0" y="40"/>
                  </a:lnTo>
                  <a:lnTo>
                    <a:pt x="0"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5" name="Freeform 752">
              <a:extLst>
                <a:ext uri="{FF2B5EF4-FFF2-40B4-BE49-F238E27FC236}">
                  <a16:creationId xmlns:a16="http://schemas.microsoft.com/office/drawing/2014/main" id="{D8B48793-F0F2-50E5-21C3-5E6E9D34CB64}"/>
                </a:ext>
              </a:extLst>
            </p:cNvPr>
            <p:cNvSpPr>
              <a:spLocks/>
            </p:cNvSpPr>
            <p:nvPr/>
          </p:nvSpPr>
          <p:spPr bwMode="auto">
            <a:xfrm>
              <a:off x="4052" y="3706"/>
              <a:ext cx="49" cy="100"/>
            </a:xfrm>
            <a:custGeom>
              <a:avLst/>
              <a:gdLst>
                <a:gd name="T0" fmla="*/ 1 w 81"/>
                <a:gd name="T1" fmla="*/ 0 h 169"/>
                <a:gd name="T2" fmla="*/ 1 w 81"/>
                <a:gd name="T3" fmla="*/ 1 h 169"/>
                <a:gd name="T4" fmla="*/ 1 w 81"/>
                <a:gd name="T5" fmla="*/ 1 h 169"/>
                <a:gd name="T6" fmla="*/ 1 w 81"/>
                <a:gd name="T7" fmla="*/ 2 h 169"/>
                <a:gd name="T8" fmla="*/ 1 w 81"/>
                <a:gd name="T9" fmla="*/ 2 h 169"/>
                <a:gd name="T10" fmla="*/ 1 w 81"/>
                <a:gd name="T11" fmla="*/ 2 h 169"/>
                <a:gd name="T12" fmla="*/ 1 w 81"/>
                <a:gd name="T13" fmla="*/ 2 h 169"/>
                <a:gd name="T14" fmla="*/ 1 w 81"/>
                <a:gd name="T15" fmla="*/ 1 h 169"/>
                <a:gd name="T16" fmla="*/ 0 w 81"/>
                <a:gd name="T17" fmla="*/ 1 h 169"/>
                <a:gd name="T18" fmla="*/ 1 w 81"/>
                <a:gd name="T19" fmla="*/ 0 h 1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1" h="169">
                  <a:moveTo>
                    <a:pt x="16" y="0"/>
                  </a:moveTo>
                  <a:lnTo>
                    <a:pt x="40" y="32"/>
                  </a:lnTo>
                  <a:lnTo>
                    <a:pt x="48" y="72"/>
                  </a:lnTo>
                  <a:lnTo>
                    <a:pt x="80" y="120"/>
                  </a:lnTo>
                  <a:lnTo>
                    <a:pt x="80" y="168"/>
                  </a:lnTo>
                  <a:lnTo>
                    <a:pt x="48" y="160"/>
                  </a:lnTo>
                  <a:lnTo>
                    <a:pt x="40" y="120"/>
                  </a:lnTo>
                  <a:lnTo>
                    <a:pt x="8" y="80"/>
                  </a:lnTo>
                  <a:lnTo>
                    <a:pt x="0" y="40"/>
                  </a:lnTo>
                  <a:lnTo>
                    <a:pt x="8"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6" name="Freeform 753">
              <a:extLst>
                <a:ext uri="{FF2B5EF4-FFF2-40B4-BE49-F238E27FC236}">
                  <a16:creationId xmlns:a16="http://schemas.microsoft.com/office/drawing/2014/main" id="{C8527C03-7BD0-1B4A-F65C-37D71538A6D7}"/>
                </a:ext>
              </a:extLst>
            </p:cNvPr>
            <p:cNvSpPr>
              <a:spLocks/>
            </p:cNvSpPr>
            <p:nvPr/>
          </p:nvSpPr>
          <p:spPr bwMode="auto">
            <a:xfrm>
              <a:off x="4115" y="3791"/>
              <a:ext cx="83" cy="43"/>
            </a:xfrm>
            <a:custGeom>
              <a:avLst/>
              <a:gdLst>
                <a:gd name="T0" fmla="*/ 0 w 137"/>
                <a:gd name="T1" fmla="*/ 1 h 73"/>
                <a:gd name="T2" fmla="*/ 1 w 137"/>
                <a:gd name="T3" fmla="*/ 1 h 73"/>
                <a:gd name="T4" fmla="*/ 2 w 137"/>
                <a:gd name="T5" fmla="*/ 1 h 73"/>
                <a:gd name="T6" fmla="*/ 2 w 137"/>
                <a:gd name="T7" fmla="*/ 1 h 73"/>
                <a:gd name="T8" fmla="*/ 2 w 137"/>
                <a:gd name="T9" fmla="*/ 1 h 73"/>
                <a:gd name="T10" fmla="*/ 1 w 137"/>
                <a:gd name="T11" fmla="*/ 1 h 73"/>
                <a:gd name="T12" fmla="*/ 1 w 137"/>
                <a:gd name="T13" fmla="*/ 1 h 73"/>
                <a:gd name="T14" fmla="*/ 0 w 137"/>
                <a:gd name="T15" fmla="*/ 0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7" h="73">
                  <a:moveTo>
                    <a:pt x="0" y="8"/>
                  </a:moveTo>
                  <a:lnTo>
                    <a:pt x="80" y="32"/>
                  </a:lnTo>
                  <a:lnTo>
                    <a:pt x="120" y="32"/>
                  </a:lnTo>
                  <a:lnTo>
                    <a:pt x="136" y="72"/>
                  </a:lnTo>
                  <a:lnTo>
                    <a:pt x="96" y="64"/>
                  </a:lnTo>
                  <a:lnTo>
                    <a:pt x="48" y="72"/>
                  </a:lnTo>
                  <a:lnTo>
                    <a:pt x="8" y="48"/>
                  </a:lnTo>
                  <a:lnTo>
                    <a:pt x="0"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7" name="Freeform 754">
              <a:extLst>
                <a:ext uri="{FF2B5EF4-FFF2-40B4-BE49-F238E27FC236}">
                  <a16:creationId xmlns:a16="http://schemas.microsoft.com/office/drawing/2014/main" id="{DF7BB988-D2C7-8DD7-55AE-97E8446644A7}"/>
                </a:ext>
              </a:extLst>
            </p:cNvPr>
            <p:cNvSpPr>
              <a:spLocks/>
            </p:cNvSpPr>
            <p:nvPr/>
          </p:nvSpPr>
          <p:spPr bwMode="auto">
            <a:xfrm>
              <a:off x="4207" y="3810"/>
              <a:ext cx="35" cy="24"/>
            </a:xfrm>
            <a:custGeom>
              <a:avLst/>
              <a:gdLst>
                <a:gd name="T0" fmla="*/ 1 w 57"/>
                <a:gd name="T1" fmla="*/ 0 h 41"/>
                <a:gd name="T2" fmla="*/ 1 w 57"/>
                <a:gd name="T3" fmla="*/ 1 h 41"/>
                <a:gd name="T4" fmla="*/ 1 w 57"/>
                <a:gd name="T5" fmla="*/ 1 h 41"/>
                <a:gd name="T6" fmla="*/ 0 w 57"/>
                <a:gd name="T7" fmla="*/ 1 h 41"/>
                <a:gd name="T8" fmla="*/ 1 w 57"/>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1">
                  <a:moveTo>
                    <a:pt x="8" y="0"/>
                  </a:moveTo>
                  <a:lnTo>
                    <a:pt x="56" y="8"/>
                  </a:lnTo>
                  <a:lnTo>
                    <a:pt x="40" y="40"/>
                  </a:lnTo>
                  <a:lnTo>
                    <a:pt x="0" y="40"/>
                  </a:lnTo>
                  <a:lnTo>
                    <a:pt x="8"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8" name="Freeform 755">
              <a:extLst>
                <a:ext uri="{FF2B5EF4-FFF2-40B4-BE49-F238E27FC236}">
                  <a16:creationId xmlns:a16="http://schemas.microsoft.com/office/drawing/2014/main" id="{9C770793-AF75-61A8-DB25-BBDB462943AB}"/>
                </a:ext>
              </a:extLst>
            </p:cNvPr>
            <p:cNvSpPr>
              <a:spLocks/>
            </p:cNvSpPr>
            <p:nvPr/>
          </p:nvSpPr>
          <p:spPr bwMode="auto">
            <a:xfrm>
              <a:off x="4328" y="3772"/>
              <a:ext cx="121" cy="48"/>
            </a:xfrm>
            <a:custGeom>
              <a:avLst/>
              <a:gdLst>
                <a:gd name="T0" fmla="*/ 0 w 201"/>
                <a:gd name="T1" fmla="*/ 1 h 81"/>
                <a:gd name="T2" fmla="*/ 1 w 201"/>
                <a:gd name="T3" fmla="*/ 0 h 81"/>
                <a:gd name="T4" fmla="*/ 1 w 201"/>
                <a:gd name="T5" fmla="*/ 1 h 81"/>
                <a:gd name="T6" fmla="*/ 1 w 201"/>
                <a:gd name="T7" fmla="*/ 1 h 81"/>
                <a:gd name="T8" fmla="*/ 1 w 201"/>
                <a:gd name="T9" fmla="*/ 1 h 81"/>
                <a:gd name="T10" fmla="*/ 2 w 201"/>
                <a:gd name="T11" fmla="*/ 1 h 81"/>
                <a:gd name="T12" fmla="*/ 3 w 201"/>
                <a:gd name="T13" fmla="*/ 1 h 81"/>
                <a:gd name="T14" fmla="*/ 4 w 201"/>
                <a:gd name="T15" fmla="*/ 1 h 81"/>
                <a:gd name="T16" fmla="*/ 3 w 201"/>
                <a:gd name="T17" fmla="*/ 1 h 81"/>
                <a:gd name="T18" fmla="*/ 3 w 201"/>
                <a:gd name="T19" fmla="*/ 1 h 81"/>
                <a:gd name="T20" fmla="*/ 2 w 201"/>
                <a:gd name="T21" fmla="*/ 1 h 81"/>
                <a:gd name="T22" fmla="*/ 2 w 201"/>
                <a:gd name="T23" fmla="*/ 1 h 81"/>
                <a:gd name="T24" fmla="*/ 1 w 201"/>
                <a:gd name="T25" fmla="*/ 1 h 81"/>
                <a:gd name="T26" fmla="*/ 1 w 201"/>
                <a:gd name="T27" fmla="*/ 1 h 81"/>
                <a:gd name="T28" fmla="*/ 0 w 201"/>
                <a:gd name="T29" fmla="*/ 1 h 81"/>
                <a:gd name="T30" fmla="*/ 0 w 201"/>
                <a:gd name="T31" fmla="*/ 1 h 81"/>
                <a:gd name="T32" fmla="*/ 1 w 201"/>
                <a:gd name="T33" fmla="*/ 1 h 81"/>
                <a:gd name="T34" fmla="*/ 0 w 201"/>
                <a:gd name="T35" fmla="*/ 1 h 81"/>
                <a:gd name="T36" fmla="*/ 0 w 201"/>
                <a:gd name="T37" fmla="*/ 1 h 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01" h="81">
                  <a:moveTo>
                    <a:pt x="0" y="8"/>
                  </a:moveTo>
                  <a:lnTo>
                    <a:pt x="24" y="0"/>
                  </a:lnTo>
                  <a:lnTo>
                    <a:pt x="56" y="24"/>
                  </a:lnTo>
                  <a:lnTo>
                    <a:pt x="88" y="24"/>
                  </a:lnTo>
                  <a:lnTo>
                    <a:pt x="88" y="40"/>
                  </a:lnTo>
                  <a:lnTo>
                    <a:pt x="104" y="56"/>
                  </a:lnTo>
                  <a:lnTo>
                    <a:pt x="192" y="56"/>
                  </a:lnTo>
                  <a:lnTo>
                    <a:pt x="200" y="72"/>
                  </a:lnTo>
                  <a:lnTo>
                    <a:pt x="176" y="80"/>
                  </a:lnTo>
                  <a:lnTo>
                    <a:pt x="160" y="72"/>
                  </a:lnTo>
                  <a:lnTo>
                    <a:pt x="128" y="72"/>
                  </a:lnTo>
                  <a:lnTo>
                    <a:pt x="120" y="80"/>
                  </a:lnTo>
                  <a:lnTo>
                    <a:pt x="24" y="80"/>
                  </a:lnTo>
                  <a:lnTo>
                    <a:pt x="8" y="72"/>
                  </a:lnTo>
                  <a:lnTo>
                    <a:pt x="0" y="56"/>
                  </a:lnTo>
                  <a:lnTo>
                    <a:pt x="0" y="40"/>
                  </a:lnTo>
                  <a:lnTo>
                    <a:pt x="24" y="40"/>
                  </a:lnTo>
                  <a:lnTo>
                    <a:pt x="0" y="24"/>
                  </a:lnTo>
                  <a:lnTo>
                    <a:pt x="0"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09" name="Freeform 756">
              <a:extLst>
                <a:ext uri="{FF2B5EF4-FFF2-40B4-BE49-F238E27FC236}">
                  <a16:creationId xmlns:a16="http://schemas.microsoft.com/office/drawing/2014/main" id="{9BB1E2B7-6E1A-591B-44CC-AB4AB520F869}"/>
                </a:ext>
              </a:extLst>
            </p:cNvPr>
            <p:cNvSpPr>
              <a:spLocks/>
            </p:cNvSpPr>
            <p:nvPr/>
          </p:nvSpPr>
          <p:spPr bwMode="auto">
            <a:xfrm>
              <a:off x="4149" y="3843"/>
              <a:ext cx="325" cy="264"/>
            </a:xfrm>
            <a:custGeom>
              <a:avLst/>
              <a:gdLst>
                <a:gd name="T0" fmla="*/ 8 w 537"/>
                <a:gd name="T1" fmla="*/ 1 h 449"/>
                <a:gd name="T2" fmla="*/ 8 w 537"/>
                <a:gd name="T3" fmla="*/ 1 h 449"/>
                <a:gd name="T4" fmla="*/ 8 w 537"/>
                <a:gd name="T5" fmla="*/ 1 h 449"/>
                <a:gd name="T6" fmla="*/ 8 w 537"/>
                <a:gd name="T7" fmla="*/ 2 h 449"/>
                <a:gd name="T8" fmla="*/ 9 w 537"/>
                <a:gd name="T9" fmla="*/ 2 h 449"/>
                <a:gd name="T10" fmla="*/ 10 w 537"/>
                <a:gd name="T11" fmla="*/ 3 h 449"/>
                <a:gd name="T12" fmla="*/ 10 w 537"/>
                <a:gd name="T13" fmla="*/ 4 h 449"/>
                <a:gd name="T14" fmla="*/ 10 w 537"/>
                <a:gd name="T15" fmla="*/ 4 h 449"/>
                <a:gd name="T16" fmla="*/ 9 w 537"/>
                <a:gd name="T17" fmla="*/ 5 h 449"/>
                <a:gd name="T18" fmla="*/ 9 w 537"/>
                <a:gd name="T19" fmla="*/ 5 h 449"/>
                <a:gd name="T20" fmla="*/ 8 w 537"/>
                <a:gd name="T21" fmla="*/ 5 h 449"/>
                <a:gd name="T22" fmla="*/ 8 w 537"/>
                <a:gd name="T23" fmla="*/ 6 h 449"/>
                <a:gd name="T24" fmla="*/ 7 w 537"/>
                <a:gd name="T25" fmla="*/ 6 h 449"/>
                <a:gd name="T26" fmla="*/ 6 w 537"/>
                <a:gd name="T27" fmla="*/ 6 h 449"/>
                <a:gd name="T28" fmla="*/ 5 w 537"/>
                <a:gd name="T29" fmla="*/ 6 h 449"/>
                <a:gd name="T30" fmla="*/ 5 w 537"/>
                <a:gd name="T31" fmla="*/ 5 h 449"/>
                <a:gd name="T32" fmla="*/ 4 w 537"/>
                <a:gd name="T33" fmla="*/ 5 h 449"/>
                <a:gd name="T34" fmla="*/ 4 w 537"/>
                <a:gd name="T35" fmla="*/ 5 h 449"/>
                <a:gd name="T36" fmla="*/ 2 w 537"/>
                <a:gd name="T37" fmla="*/ 5 h 449"/>
                <a:gd name="T38" fmla="*/ 1 w 537"/>
                <a:gd name="T39" fmla="*/ 5 h 449"/>
                <a:gd name="T40" fmla="*/ 1 w 537"/>
                <a:gd name="T41" fmla="*/ 5 h 449"/>
                <a:gd name="T42" fmla="*/ 1 w 537"/>
                <a:gd name="T43" fmla="*/ 5 h 449"/>
                <a:gd name="T44" fmla="*/ 1 w 537"/>
                <a:gd name="T45" fmla="*/ 5 h 449"/>
                <a:gd name="T46" fmla="*/ 1 w 537"/>
                <a:gd name="T47" fmla="*/ 4 h 449"/>
                <a:gd name="T48" fmla="*/ 0 w 537"/>
                <a:gd name="T49" fmla="*/ 3 h 449"/>
                <a:gd name="T50" fmla="*/ 1 w 537"/>
                <a:gd name="T51" fmla="*/ 2 h 449"/>
                <a:gd name="T52" fmla="*/ 1 w 537"/>
                <a:gd name="T53" fmla="*/ 2 h 449"/>
                <a:gd name="T54" fmla="*/ 2 w 537"/>
                <a:gd name="T55" fmla="*/ 2 h 449"/>
                <a:gd name="T56" fmla="*/ 2 w 537"/>
                <a:gd name="T57" fmla="*/ 1 h 449"/>
                <a:gd name="T58" fmla="*/ 3 w 537"/>
                <a:gd name="T59" fmla="*/ 1 h 449"/>
                <a:gd name="T60" fmla="*/ 3 w 537"/>
                <a:gd name="T61" fmla="*/ 1 h 449"/>
                <a:gd name="T62" fmla="*/ 4 w 537"/>
                <a:gd name="T63" fmla="*/ 1 h 449"/>
                <a:gd name="T64" fmla="*/ 5 w 537"/>
                <a:gd name="T65" fmla="*/ 1 h 449"/>
                <a:gd name="T66" fmla="*/ 5 w 537"/>
                <a:gd name="T67" fmla="*/ 0 h 449"/>
                <a:gd name="T68" fmla="*/ 6 w 537"/>
                <a:gd name="T69" fmla="*/ 1 h 449"/>
                <a:gd name="T70" fmla="*/ 6 w 537"/>
                <a:gd name="T71" fmla="*/ 1 h 449"/>
                <a:gd name="T72" fmla="*/ 6 w 537"/>
                <a:gd name="T73" fmla="*/ 1 h 449"/>
                <a:gd name="T74" fmla="*/ 7 w 537"/>
                <a:gd name="T75" fmla="*/ 1 h 449"/>
                <a:gd name="T76" fmla="*/ 8 w 537"/>
                <a:gd name="T77" fmla="*/ 1 h 449"/>
                <a:gd name="T78" fmla="*/ 8 w 537"/>
                <a:gd name="T79" fmla="*/ 1 h 4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37" h="449">
                  <a:moveTo>
                    <a:pt x="424" y="8"/>
                  </a:moveTo>
                  <a:lnTo>
                    <a:pt x="456" y="48"/>
                  </a:lnTo>
                  <a:lnTo>
                    <a:pt x="456" y="88"/>
                  </a:lnTo>
                  <a:lnTo>
                    <a:pt x="464" y="128"/>
                  </a:lnTo>
                  <a:lnTo>
                    <a:pt x="488" y="168"/>
                  </a:lnTo>
                  <a:lnTo>
                    <a:pt x="528" y="200"/>
                  </a:lnTo>
                  <a:lnTo>
                    <a:pt x="536" y="240"/>
                  </a:lnTo>
                  <a:lnTo>
                    <a:pt x="536" y="280"/>
                  </a:lnTo>
                  <a:lnTo>
                    <a:pt x="512" y="320"/>
                  </a:lnTo>
                  <a:lnTo>
                    <a:pt x="480" y="360"/>
                  </a:lnTo>
                  <a:lnTo>
                    <a:pt x="440" y="376"/>
                  </a:lnTo>
                  <a:lnTo>
                    <a:pt x="424" y="416"/>
                  </a:lnTo>
                  <a:lnTo>
                    <a:pt x="384" y="448"/>
                  </a:lnTo>
                  <a:lnTo>
                    <a:pt x="344" y="424"/>
                  </a:lnTo>
                  <a:lnTo>
                    <a:pt x="296" y="408"/>
                  </a:lnTo>
                  <a:lnTo>
                    <a:pt x="280" y="368"/>
                  </a:lnTo>
                  <a:lnTo>
                    <a:pt x="240" y="336"/>
                  </a:lnTo>
                  <a:lnTo>
                    <a:pt x="200" y="320"/>
                  </a:lnTo>
                  <a:lnTo>
                    <a:pt x="120" y="336"/>
                  </a:lnTo>
                  <a:lnTo>
                    <a:pt x="80" y="352"/>
                  </a:lnTo>
                  <a:lnTo>
                    <a:pt x="32" y="360"/>
                  </a:lnTo>
                  <a:lnTo>
                    <a:pt x="16" y="360"/>
                  </a:lnTo>
                  <a:lnTo>
                    <a:pt x="16" y="320"/>
                  </a:lnTo>
                  <a:lnTo>
                    <a:pt x="32" y="240"/>
                  </a:lnTo>
                  <a:lnTo>
                    <a:pt x="0" y="200"/>
                  </a:lnTo>
                  <a:lnTo>
                    <a:pt x="24" y="160"/>
                  </a:lnTo>
                  <a:lnTo>
                    <a:pt x="64" y="136"/>
                  </a:lnTo>
                  <a:lnTo>
                    <a:pt x="104" y="136"/>
                  </a:lnTo>
                  <a:lnTo>
                    <a:pt x="128" y="96"/>
                  </a:lnTo>
                  <a:lnTo>
                    <a:pt x="168" y="80"/>
                  </a:lnTo>
                  <a:lnTo>
                    <a:pt x="192" y="40"/>
                  </a:lnTo>
                  <a:lnTo>
                    <a:pt x="232" y="16"/>
                  </a:lnTo>
                  <a:lnTo>
                    <a:pt x="264" y="16"/>
                  </a:lnTo>
                  <a:lnTo>
                    <a:pt x="312" y="0"/>
                  </a:lnTo>
                  <a:lnTo>
                    <a:pt x="352" y="8"/>
                  </a:lnTo>
                  <a:lnTo>
                    <a:pt x="328" y="48"/>
                  </a:lnTo>
                  <a:lnTo>
                    <a:pt x="344" y="88"/>
                  </a:lnTo>
                  <a:lnTo>
                    <a:pt x="376" y="88"/>
                  </a:lnTo>
                  <a:lnTo>
                    <a:pt x="416" y="48"/>
                  </a:lnTo>
                  <a:lnTo>
                    <a:pt x="424"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10" name="Freeform 757">
              <a:extLst>
                <a:ext uri="{FF2B5EF4-FFF2-40B4-BE49-F238E27FC236}">
                  <a16:creationId xmlns:a16="http://schemas.microsoft.com/office/drawing/2014/main" id="{04D8C57D-84D4-64B0-F54A-6CD542AA619C}"/>
                </a:ext>
              </a:extLst>
            </p:cNvPr>
            <p:cNvSpPr>
              <a:spLocks/>
            </p:cNvSpPr>
            <p:nvPr/>
          </p:nvSpPr>
          <p:spPr bwMode="auto">
            <a:xfrm>
              <a:off x="4371" y="4112"/>
              <a:ext cx="30" cy="38"/>
            </a:xfrm>
            <a:custGeom>
              <a:avLst/>
              <a:gdLst>
                <a:gd name="T0" fmla="*/ 1 w 49"/>
                <a:gd name="T1" fmla="*/ 0 h 65"/>
                <a:gd name="T2" fmla="*/ 1 w 49"/>
                <a:gd name="T3" fmla="*/ 1 h 65"/>
                <a:gd name="T4" fmla="*/ 1 w 49"/>
                <a:gd name="T5" fmla="*/ 1 h 65"/>
                <a:gd name="T6" fmla="*/ 0 w 49"/>
                <a:gd name="T7" fmla="*/ 1 h 65"/>
                <a:gd name="T8" fmla="*/ 1 w 49"/>
                <a:gd name="T9" fmla="*/ 0 h 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65">
                  <a:moveTo>
                    <a:pt x="40" y="0"/>
                  </a:moveTo>
                  <a:lnTo>
                    <a:pt x="48" y="32"/>
                  </a:lnTo>
                  <a:lnTo>
                    <a:pt x="16" y="64"/>
                  </a:lnTo>
                  <a:lnTo>
                    <a:pt x="0" y="24"/>
                  </a:lnTo>
                  <a:lnTo>
                    <a:pt x="40"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11" name="Freeform 758">
              <a:extLst>
                <a:ext uri="{FF2B5EF4-FFF2-40B4-BE49-F238E27FC236}">
                  <a16:creationId xmlns:a16="http://schemas.microsoft.com/office/drawing/2014/main" id="{D6C3757C-5325-6261-2161-684B666BCC1E}"/>
                </a:ext>
              </a:extLst>
            </p:cNvPr>
            <p:cNvSpPr>
              <a:spLocks/>
            </p:cNvSpPr>
            <p:nvPr/>
          </p:nvSpPr>
          <p:spPr bwMode="auto">
            <a:xfrm>
              <a:off x="4506" y="4078"/>
              <a:ext cx="78" cy="95"/>
            </a:xfrm>
            <a:custGeom>
              <a:avLst/>
              <a:gdLst>
                <a:gd name="T0" fmla="*/ 1 w 129"/>
                <a:gd name="T1" fmla="*/ 1 h 161"/>
                <a:gd name="T2" fmla="*/ 2 w 129"/>
                <a:gd name="T3" fmla="*/ 0 h 161"/>
                <a:gd name="T4" fmla="*/ 2 w 129"/>
                <a:gd name="T5" fmla="*/ 1 h 161"/>
                <a:gd name="T6" fmla="*/ 2 w 129"/>
                <a:gd name="T7" fmla="*/ 1 h 161"/>
                <a:gd name="T8" fmla="*/ 1 w 129"/>
                <a:gd name="T9" fmla="*/ 1 h 161"/>
                <a:gd name="T10" fmla="*/ 1 w 129"/>
                <a:gd name="T11" fmla="*/ 2 h 161"/>
                <a:gd name="T12" fmla="*/ 1 w 129"/>
                <a:gd name="T13" fmla="*/ 2 h 161"/>
                <a:gd name="T14" fmla="*/ 1 w 129"/>
                <a:gd name="T15" fmla="*/ 2 h 161"/>
                <a:gd name="T16" fmla="*/ 0 w 129"/>
                <a:gd name="T17" fmla="*/ 2 h 161"/>
                <a:gd name="T18" fmla="*/ 1 w 129"/>
                <a:gd name="T19" fmla="*/ 1 h 161"/>
                <a:gd name="T20" fmla="*/ 1 w 129"/>
                <a:gd name="T21" fmla="*/ 1 h 161"/>
                <a:gd name="T22" fmla="*/ 1 w 129"/>
                <a:gd name="T23" fmla="*/ 1 h 161"/>
                <a:gd name="T24" fmla="*/ 1 w 129"/>
                <a:gd name="T25" fmla="*/ 1 h 1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9" h="161">
                  <a:moveTo>
                    <a:pt x="64" y="8"/>
                  </a:moveTo>
                  <a:lnTo>
                    <a:pt x="96" y="0"/>
                  </a:lnTo>
                  <a:lnTo>
                    <a:pt x="128" y="16"/>
                  </a:lnTo>
                  <a:lnTo>
                    <a:pt x="112" y="48"/>
                  </a:lnTo>
                  <a:lnTo>
                    <a:pt x="80" y="88"/>
                  </a:lnTo>
                  <a:lnTo>
                    <a:pt x="64" y="120"/>
                  </a:lnTo>
                  <a:lnTo>
                    <a:pt x="40" y="136"/>
                  </a:lnTo>
                  <a:lnTo>
                    <a:pt x="24" y="160"/>
                  </a:lnTo>
                  <a:lnTo>
                    <a:pt x="0" y="128"/>
                  </a:lnTo>
                  <a:lnTo>
                    <a:pt x="16" y="96"/>
                  </a:lnTo>
                  <a:lnTo>
                    <a:pt x="40" y="72"/>
                  </a:lnTo>
                  <a:lnTo>
                    <a:pt x="72" y="40"/>
                  </a:lnTo>
                  <a:lnTo>
                    <a:pt x="64"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312" name="Freeform 759">
              <a:extLst>
                <a:ext uri="{FF2B5EF4-FFF2-40B4-BE49-F238E27FC236}">
                  <a16:creationId xmlns:a16="http://schemas.microsoft.com/office/drawing/2014/main" id="{AAA67617-D324-BF63-F0CF-EC17FA6377C9}"/>
                </a:ext>
              </a:extLst>
            </p:cNvPr>
            <p:cNvSpPr>
              <a:spLocks/>
            </p:cNvSpPr>
            <p:nvPr/>
          </p:nvSpPr>
          <p:spPr bwMode="auto">
            <a:xfrm>
              <a:off x="4454" y="4168"/>
              <a:ext cx="68" cy="53"/>
            </a:xfrm>
            <a:custGeom>
              <a:avLst/>
              <a:gdLst>
                <a:gd name="T0" fmla="*/ 1 w 113"/>
                <a:gd name="T1" fmla="*/ 0 h 89"/>
                <a:gd name="T2" fmla="*/ 2 w 113"/>
                <a:gd name="T3" fmla="*/ 1 h 89"/>
                <a:gd name="T4" fmla="*/ 1 w 113"/>
                <a:gd name="T5" fmla="*/ 1 h 89"/>
                <a:gd name="T6" fmla="*/ 1 w 113"/>
                <a:gd name="T7" fmla="*/ 1 h 89"/>
                <a:gd name="T8" fmla="*/ 0 w 113"/>
                <a:gd name="T9" fmla="*/ 1 h 89"/>
                <a:gd name="T10" fmla="*/ 1 w 113"/>
                <a:gd name="T11" fmla="*/ 1 h 89"/>
                <a:gd name="T12" fmla="*/ 1 w 113"/>
                <a:gd name="T13" fmla="*/ 1 h 89"/>
                <a:gd name="T14" fmla="*/ 1 w 113"/>
                <a:gd name="T15" fmla="*/ 0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3" h="89">
                  <a:moveTo>
                    <a:pt x="72" y="0"/>
                  </a:moveTo>
                  <a:lnTo>
                    <a:pt x="112" y="8"/>
                  </a:lnTo>
                  <a:lnTo>
                    <a:pt x="72" y="40"/>
                  </a:lnTo>
                  <a:lnTo>
                    <a:pt x="48" y="72"/>
                  </a:lnTo>
                  <a:lnTo>
                    <a:pt x="0" y="88"/>
                  </a:lnTo>
                  <a:lnTo>
                    <a:pt x="8" y="48"/>
                  </a:lnTo>
                  <a:lnTo>
                    <a:pt x="48" y="40"/>
                  </a:lnTo>
                  <a:lnTo>
                    <a:pt x="72"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aphicFrame>
        <p:nvGraphicFramePr>
          <p:cNvPr id="417802" name="Object 760">
            <a:extLst>
              <a:ext uri="{FF2B5EF4-FFF2-40B4-BE49-F238E27FC236}">
                <a16:creationId xmlns:a16="http://schemas.microsoft.com/office/drawing/2014/main" id="{5D6378D2-F06E-0330-D9F9-6B1285F0EFC4}"/>
              </a:ext>
            </a:extLst>
          </p:cNvPr>
          <p:cNvGraphicFramePr>
            <a:graphicFrameLocks noChangeAspect="1"/>
          </p:cNvGraphicFramePr>
          <p:nvPr/>
        </p:nvGraphicFramePr>
        <p:xfrm>
          <a:off x="131763" y="4494213"/>
          <a:ext cx="2116137" cy="708025"/>
        </p:xfrm>
        <a:graphic>
          <a:graphicData uri="http://schemas.openxmlformats.org/presentationml/2006/ole">
            <mc:AlternateContent xmlns:mc="http://schemas.openxmlformats.org/markup-compatibility/2006">
              <mc:Choice xmlns:v="urn:schemas-microsoft-com:vml" Requires="v">
                <p:oleObj name="Image" r:id="rId5" imgW="1587500" imgH="584200" progId="Photoshop.Image.4">
                  <p:embed/>
                </p:oleObj>
              </mc:Choice>
              <mc:Fallback>
                <p:oleObj name="Image" r:id="rId5" imgW="1587500" imgH="584200" progId="Photoshop.Image.4">
                  <p:embed/>
                  <p:pic>
                    <p:nvPicPr>
                      <p:cNvPr id="417802" name="Object 760">
                        <a:extLst>
                          <a:ext uri="{FF2B5EF4-FFF2-40B4-BE49-F238E27FC236}">
                            <a16:creationId xmlns:a16="http://schemas.microsoft.com/office/drawing/2014/main" id="{5D6378D2-F06E-0330-D9F9-6B1285F0EFC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1763" y="4494213"/>
                        <a:ext cx="2116137" cy="708025"/>
                      </a:xfrm>
                      <a:prstGeom prst="rect">
                        <a:avLst/>
                      </a:prstGeom>
                      <a:noFill/>
                      <a:ln>
                        <a:noFill/>
                      </a:ln>
                      <a:effectLst/>
                      <a:extLst>
                        <a:ext uri="{909E8E84-426E-40DD-AFC4-6F175D3DCCD1}">
                          <a14:hiddenFill xmlns:a14="http://schemas.microsoft.com/office/drawing/2010/main">
                            <a:solidFill>
                              <a:srgbClr val="FF00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17803" name="Group 761">
            <a:extLst>
              <a:ext uri="{FF2B5EF4-FFF2-40B4-BE49-F238E27FC236}">
                <a16:creationId xmlns:a16="http://schemas.microsoft.com/office/drawing/2014/main" id="{35BC86AC-8A89-688D-835F-3617BC336A47}"/>
              </a:ext>
            </a:extLst>
          </p:cNvPr>
          <p:cNvGrpSpPr>
            <a:grpSpLocks/>
          </p:cNvGrpSpPr>
          <p:nvPr>
            <p:custDataLst>
              <p:tags r:id="rId1"/>
            </p:custDataLst>
          </p:nvPr>
        </p:nvGrpSpPr>
        <p:grpSpPr bwMode="auto">
          <a:xfrm>
            <a:off x="131763" y="5256213"/>
            <a:ext cx="1830387" cy="712787"/>
            <a:chOff x="4601" y="138"/>
            <a:chExt cx="1077" cy="597"/>
          </a:xfrm>
        </p:grpSpPr>
        <p:sp>
          <p:nvSpPr>
            <p:cNvPr id="418289" name="Freeform 762">
              <a:extLst>
                <a:ext uri="{FF2B5EF4-FFF2-40B4-BE49-F238E27FC236}">
                  <a16:creationId xmlns:a16="http://schemas.microsoft.com/office/drawing/2014/main" id="{95A71CBD-6656-C379-24E7-4A95F397CBD2}"/>
                </a:ext>
              </a:extLst>
            </p:cNvPr>
            <p:cNvSpPr>
              <a:spLocks/>
            </p:cNvSpPr>
            <p:nvPr/>
          </p:nvSpPr>
          <p:spPr bwMode="auto">
            <a:xfrm>
              <a:off x="4601" y="138"/>
              <a:ext cx="357" cy="597"/>
            </a:xfrm>
            <a:custGeom>
              <a:avLst/>
              <a:gdLst>
                <a:gd name="T0" fmla="*/ 103 w 357"/>
                <a:gd name="T1" fmla="*/ 177 h 597"/>
                <a:gd name="T2" fmla="*/ 127 w 357"/>
                <a:gd name="T3" fmla="*/ 219 h 597"/>
                <a:gd name="T4" fmla="*/ 147 w 357"/>
                <a:gd name="T5" fmla="*/ 246 h 597"/>
                <a:gd name="T6" fmla="*/ 78 w 357"/>
                <a:gd name="T7" fmla="*/ 63 h 597"/>
                <a:gd name="T8" fmla="*/ 137 w 357"/>
                <a:gd name="T9" fmla="*/ 163 h 597"/>
                <a:gd name="T10" fmla="*/ 108 w 357"/>
                <a:gd name="T11" fmla="*/ 74 h 597"/>
                <a:gd name="T12" fmla="*/ 134 w 357"/>
                <a:gd name="T13" fmla="*/ 86 h 597"/>
                <a:gd name="T14" fmla="*/ 142 w 357"/>
                <a:gd name="T15" fmla="*/ 91 h 597"/>
                <a:gd name="T16" fmla="*/ 147 w 357"/>
                <a:gd name="T17" fmla="*/ 63 h 597"/>
                <a:gd name="T18" fmla="*/ 194 w 357"/>
                <a:gd name="T19" fmla="*/ 91 h 597"/>
                <a:gd name="T20" fmla="*/ 243 w 357"/>
                <a:gd name="T21" fmla="*/ 130 h 597"/>
                <a:gd name="T22" fmla="*/ 292 w 357"/>
                <a:gd name="T23" fmla="*/ 180 h 597"/>
                <a:gd name="T24" fmla="*/ 306 w 357"/>
                <a:gd name="T25" fmla="*/ 202 h 597"/>
                <a:gd name="T26" fmla="*/ 309 w 357"/>
                <a:gd name="T27" fmla="*/ 238 h 597"/>
                <a:gd name="T28" fmla="*/ 316 w 357"/>
                <a:gd name="T29" fmla="*/ 266 h 597"/>
                <a:gd name="T30" fmla="*/ 314 w 357"/>
                <a:gd name="T31" fmla="*/ 299 h 597"/>
                <a:gd name="T32" fmla="*/ 294 w 357"/>
                <a:gd name="T33" fmla="*/ 288 h 597"/>
                <a:gd name="T34" fmla="*/ 279 w 357"/>
                <a:gd name="T35" fmla="*/ 288 h 597"/>
                <a:gd name="T36" fmla="*/ 262 w 357"/>
                <a:gd name="T37" fmla="*/ 271 h 597"/>
                <a:gd name="T38" fmla="*/ 257 w 357"/>
                <a:gd name="T39" fmla="*/ 302 h 597"/>
                <a:gd name="T40" fmla="*/ 277 w 357"/>
                <a:gd name="T41" fmla="*/ 338 h 597"/>
                <a:gd name="T42" fmla="*/ 297 w 357"/>
                <a:gd name="T43" fmla="*/ 352 h 597"/>
                <a:gd name="T44" fmla="*/ 319 w 357"/>
                <a:gd name="T45" fmla="*/ 352 h 597"/>
                <a:gd name="T46" fmla="*/ 356 w 357"/>
                <a:gd name="T47" fmla="*/ 418 h 597"/>
                <a:gd name="T48" fmla="*/ 341 w 357"/>
                <a:gd name="T49" fmla="*/ 421 h 597"/>
                <a:gd name="T50" fmla="*/ 333 w 357"/>
                <a:gd name="T51" fmla="*/ 443 h 597"/>
                <a:gd name="T52" fmla="*/ 314 w 357"/>
                <a:gd name="T53" fmla="*/ 421 h 597"/>
                <a:gd name="T54" fmla="*/ 316 w 357"/>
                <a:gd name="T55" fmla="*/ 488 h 597"/>
                <a:gd name="T56" fmla="*/ 306 w 357"/>
                <a:gd name="T57" fmla="*/ 518 h 597"/>
                <a:gd name="T58" fmla="*/ 301 w 357"/>
                <a:gd name="T59" fmla="*/ 571 h 597"/>
                <a:gd name="T60" fmla="*/ 301 w 357"/>
                <a:gd name="T61" fmla="*/ 596 h 597"/>
                <a:gd name="T62" fmla="*/ 262 w 357"/>
                <a:gd name="T63" fmla="*/ 501 h 597"/>
                <a:gd name="T64" fmla="*/ 257 w 357"/>
                <a:gd name="T65" fmla="*/ 446 h 597"/>
                <a:gd name="T66" fmla="*/ 257 w 357"/>
                <a:gd name="T67" fmla="*/ 413 h 597"/>
                <a:gd name="T68" fmla="*/ 274 w 357"/>
                <a:gd name="T69" fmla="*/ 377 h 597"/>
                <a:gd name="T70" fmla="*/ 208 w 357"/>
                <a:gd name="T71" fmla="*/ 238 h 597"/>
                <a:gd name="T72" fmla="*/ 218 w 357"/>
                <a:gd name="T73" fmla="*/ 210 h 597"/>
                <a:gd name="T74" fmla="*/ 213 w 357"/>
                <a:gd name="T75" fmla="*/ 194 h 597"/>
                <a:gd name="T76" fmla="*/ 194 w 357"/>
                <a:gd name="T77" fmla="*/ 199 h 597"/>
                <a:gd name="T78" fmla="*/ 189 w 357"/>
                <a:gd name="T79" fmla="*/ 219 h 597"/>
                <a:gd name="T80" fmla="*/ 147 w 357"/>
                <a:gd name="T81" fmla="*/ 144 h 597"/>
                <a:gd name="T82" fmla="*/ 194 w 357"/>
                <a:gd name="T83" fmla="*/ 269 h 597"/>
                <a:gd name="T84" fmla="*/ 174 w 357"/>
                <a:gd name="T85" fmla="*/ 277 h 597"/>
                <a:gd name="T86" fmla="*/ 139 w 357"/>
                <a:gd name="T87" fmla="*/ 199 h 597"/>
                <a:gd name="T88" fmla="*/ 171 w 357"/>
                <a:gd name="T89" fmla="*/ 310 h 597"/>
                <a:gd name="T90" fmla="*/ 117 w 357"/>
                <a:gd name="T91" fmla="*/ 227 h 597"/>
                <a:gd name="T92" fmla="*/ 31 w 357"/>
                <a:gd name="T93" fmla="*/ 61 h 597"/>
                <a:gd name="T94" fmla="*/ 34 w 357"/>
                <a:gd name="T95" fmla="*/ 58 h 59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57" h="597">
                  <a:moveTo>
                    <a:pt x="54" y="91"/>
                  </a:moveTo>
                  <a:lnTo>
                    <a:pt x="66" y="113"/>
                  </a:lnTo>
                  <a:lnTo>
                    <a:pt x="103" y="177"/>
                  </a:lnTo>
                  <a:lnTo>
                    <a:pt x="115" y="194"/>
                  </a:lnTo>
                  <a:lnTo>
                    <a:pt x="112" y="196"/>
                  </a:lnTo>
                  <a:lnTo>
                    <a:pt x="127" y="219"/>
                  </a:lnTo>
                  <a:lnTo>
                    <a:pt x="139" y="244"/>
                  </a:lnTo>
                  <a:lnTo>
                    <a:pt x="144" y="249"/>
                  </a:lnTo>
                  <a:lnTo>
                    <a:pt x="147" y="246"/>
                  </a:lnTo>
                  <a:lnTo>
                    <a:pt x="127" y="188"/>
                  </a:lnTo>
                  <a:lnTo>
                    <a:pt x="78" y="72"/>
                  </a:lnTo>
                  <a:lnTo>
                    <a:pt x="78" y="63"/>
                  </a:lnTo>
                  <a:lnTo>
                    <a:pt x="76" y="61"/>
                  </a:lnTo>
                  <a:lnTo>
                    <a:pt x="85" y="61"/>
                  </a:lnTo>
                  <a:lnTo>
                    <a:pt x="137" y="163"/>
                  </a:lnTo>
                  <a:lnTo>
                    <a:pt x="142" y="169"/>
                  </a:lnTo>
                  <a:lnTo>
                    <a:pt x="144" y="166"/>
                  </a:lnTo>
                  <a:lnTo>
                    <a:pt x="108" y="74"/>
                  </a:lnTo>
                  <a:lnTo>
                    <a:pt x="108" y="55"/>
                  </a:lnTo>
                  <a:lnTo>
                    <a:pt x="115" y="55"/>
                  </a:lnTo>
                  <a:lnTo>
                    <a:pt x="134" y="86"/>
                  </a:lnTo>
                  <a:lnTo>
                    <a:pt x="132" y="88"/>
                  </a:lnTo>
                  <a:lnTo>
                    <a:pt x="139" y="94"/>
                  </a:lnTo>
                  <a:lnTo>
                    <a:pt x="142" y="91"/>
                  </a:lnTo>
                  <a:lnTo>
                    <a:pt x="134" y="72"/>
                  </a:lnTo>
                  <a:lnTo>
                    <a:pt x="142" y="63"/>
                  </a:lnTo>
                  <a:lnTo>
                    <a:pt x="147" y="63"/>
                  </a:lnTo>
                  <a:lnTo>
                    <a:pt x="159" y="88"/>
                  </a:lnTo>
                  <a:lnTo>
                    <a:pt x="164" y="86"/>
                  </a:lnTo>
                  <a:lnTo>
                    <a:pt x="194" y="91"/>
                  </a:lnTo>
                  <a:lnTo>
                    <a:pt x="206" y="105"/>
                  </a:lnTo>
                  <a:lnTo>
                    <a:pt x="225" y="124"/>
                  </a:lnTo>
                  <a:lnTo>
                    <a:pt x="243" y="130"/>
                  </a:lnTo>
                  <a:lnTo>
                    <a:pt x="257" y="155"/>
                  </a:lnTo>
                  <a:lnTo>
                    <a:pt x="277" y="158"/>
                  </a:lnTo>
                  <a:lnTo>
                    <a:pt x="292" y="180"/>
                  </a:lnTo>
                  <a:lnTo>
                    <a:pt x="294" y="180"/>
                  </a:lnTo>
                  <a:lnTo>
                    <a:pt x="304" y="188"/>
                  </a:lnTo>
                  <a:lnTo>
                    <a:pt x="306" y="202"/>
                  </a:lnTo>
                  <a:lnTo>
                    <a:pt x="301" y="227"/>
                  </a:lnTo>
                  <a:lnTo>
                    <a:pt x="301" y="232"/>
                  </a:lnTo>
                  <a:lnTo>
                    <a:pt x="309" y="238"/>
                  </a:lnTo>
                  <a:lnTo>
                    <a:pt x="328" y="238"/>
                  </a:lnTo>
                  <a:lnTo>
                    <a:pt x="333" y="244"/>
                  </a:lnTo>
                  <a:lnTo>
                    <a:pt x="316" y="266"/>
                  </a:lnTo>
                  <a:lnTo>
                    <a:pt x="324" y="296"/>
                  </a:lnTo>
                  <a:lnTo>
                    <a:pt x="321" y="299"/>
                  </a:lnTo>
                  <a:lnTo>
                    <a:pt x="314" y="299"/>
                  </a:lnTo>
                  <a:lnTo>
                    <a:pt x="306" y="282"/>
                  </a:lnTo>
                  <a:lnTo>
                    <a:pt x="304" y="280"/>
                  </a:lnTo>
                  <a:lnTo>
                    <a:pt x="294" y="288"/>
                  </a:lnTo>
                  <a:lnTo>
                    <a:pt x="294" y="299"/>
                  </a:lnTo>
                  <a:lnTo>
                    <a:pt x="284" y="296"/>
                  </a:lnTo>
                  <a:lnTo>
                    <a:pt x="279" y="288"/>
                  </a:lnTo>
                  <a:lnTo>
                    <a:pt x="267" y="282"/>
                  </a:lnTo>
                  <a:lnTo>
                    <a:pt x="265" y="274"/>
                  </a:lnTo>
                  <a:lnTo>
                    <a:pt x="262" y="271"/>
                  </a:lnTo>
                  <a:lnTo>
                    <a:pt x="257" y="271"/>
                  </a:lnTo>
                  <a:lnTo>
                    <a:pt x="255" y="285"/>
                  </a:lnTo>
                  <a:lnTo>
                    <a:pt x="257" y="302"/>
                  </a:lnTo>
                  <a:lnTo>
                    <a:pt x="267" y="338"/>
                  </a:lnTo>
                  <a:lnTo>
                    <a:pt x="272" y="346"/>
                  </a:lnTo>
                  <a:lnTo>
                    <a:pt x="277" y="338"/>
                  </a:lnTo>
                  <a:lnTo>
                    <a:pt x="274" y="321"/>
                  </a:lnTo>
                  <a:lnTo>
                    <a:pt x="289" y="324"/>
                  </a:lnTo>
                  <a:lnTo>
                    <a:pt x="297" y="352"/>
                  </a:lnTo>
                  <a:lnTo>
                    <a:pt x="306" y="363"/>
                  </a:lnTo>
                  <a:lnTo>
                    <a:pt x="314" y="352"/>
                  </a:lnTo>
                  <a:lnTo>
                    <a:pt x="319" y="352"/>
                  </a:lnTo>
                  <a:lnTo>
                    <a:pt x="343" y="388"/>
                  </a:lnTo>
                  <a:lnTo>
                    <a:pt x="356" y="415"/>
                  </a:lnTo>
                  <a:lnTo>
                    <a:pt x="356" y="418"/>
                  </a:lnTo>
                  <a:lnTo>
                    <a:pt x="353" y="421"/>
                  </a:lnTo>
                  <a:lnTo>
                    <a:pt x="343" y="418"/>
                  </a:lnTo>
                  <a:lnTo>
                    <a:pt x="341" y="421"/>
                  </a:lnTo>
                  <a:lnTo>
                    <a:pt x="343" y="429"/>
                  </a:lnTo>
                  <a:lnTo>
                    <a:pt x="343" y="440"/>
                  </a:lnTo>
                  <a:lnTo>
                    <a:pt x="333" y="443"/>
                  </a:lnTo>
                  <a:lnTo>
                    <a:pt x="324" y="427"/>
                  </a:lnTo>
                  <a:lnTo>
                    <a:pt x="319" y="421"/>
                  </a:lnTo>
                  <a:lnTo>
                    <a:pt x="314" y="421"/>
                  </a:lnTo>
                  <a:lnTo>
                    <a:pt x="311" y="424"/>
                  </a:lnTo>
                  <a:lnTo>
                    <a:pt x="324" y="482"/>
                  </a:lnTo>
                  <a:lnTo>
                    <a:pt x="316" y="488"/>
                  </a:lnTo>
                  <a:lnTo>
                    <a:pt x="314" y="507"/>
                  </a:lnTo>
                  <a:lnTo>
                    <a:pt x="311" y="507"/>
                  </a:lnTo>
                  <a:lnTo>
                    <a:pt x="306" y="518"/>
                  </a:lnTo>
                  <a:lnTo>
                    <a:pt x="309" y="526"/>
                  </a:lnTo>
                  <a:lnTo>
                    <a:pt x="304" y="543"/>
                  </a:lnTo>
                  <a:lnTo>
                    <a:pt x="301" y="571"/>
                  </a:lnTo>
                  <a:lnTo>
                    <a:pt x="297" y="573"/>
                  </a:lnTo>
                  <a:lnTo>
                    <a:pt x="301" y="585"/>
                  </a:lnTo>
                  <a:lnTo>
                    <a:pt x="301" y="596"/>
                  </a:lnTo>
                  <a:lnTo>
                    <a:pt x="294" y="596"/>
                  </a:lnTo>
                  <a:lnTo>
                    <a:pt x="279" y="546"/>
                  </a:lnTo>
                  <a:lnTo>
                    <a:pt x="262" y="501"/>
                  </a:lnTo>
                  <a:lnTo>
                    <a:pt x="257" y="479"/>
                  </a:lnTo>
                  <a:lnTo>
                    <a:pt x="265" y="468"/>
                  </a:lnTo>
                  <a:lnTo>
                    <a:pt x="257" y="446"/>
                  </a:lnTo>
                  <a:lnTo>
                    <a:pt x="262" y="429"/>
                  </a:lnTo>
                  <a:lnTo>
                    <a:pt x="257" y="421"/>
                  </a:lnTo>
                  <a:lnTo>
                    <a:pt x="257" y="413"/>
                  </a:lnTo>
                  <a:lnTo>
                    <a:pt x="277" y="390"/>
                  </a:lnTo>
                  <a:lnTo>
                    <a:pt x="274" y="382"/>
                  </a:lnTo>
                  <a:lnTo>
                    <a:pt x="274" y="377"/>
                  </a:lnTo>
                  <a:lnTo>
                    <a:pt x="252" y="335"/>
                  </a:lnTo>
                  <a:lnTo>
                    <a:pt x="225" y="282"/>
                  </a:lnTo>
                  <a:lnTo>
                    <a:pt x="208" y="238"/>
                  </a:lnTo>
                  <a:lnTo>
                    <a:pt x="213" y="235"/>
                  </a:lnTo>
                  <a:lnTo>
                    <a:pt x="221" y="227"/>
                  </a:lnTo>
                  <a:lnTo>
                    <a:pt x="218" y="210"/>
                  </a:lnTo>
                  <a:lnTo>
                    <a:pt x="213" y="199"/>
                  </a:lnTo>
                  <a:lnTo>
                    <a:pt x="216" y="196"/>
                  </a:lnTo>
                  <a:lnTo>
                    <a:pt x="213" y="194"/>
                  </a:lnTo>
                  <a:lnTo>
                    <a:pt x="206" y="185"/>
                  </a:lnTo>
                  <a:lnTo>
                    <a:pt x="191" y="196"/>
                  </a:lnTo>
                  <a:lnTo>
                    <a:pt x="194" y="199"/>
                  </a:lnTo>
                  <a:lnTo>
                    <a:pt x="196" y="199"/>
                  </a:lnTo>
                  <a:lnTo>
                    <a:pt x="194" y="219"/>
                  </a:lnTo>
                  <a:lnTo>
                    <a:pt x="189" y="219"/>
                  </a:lnTo>
                  <a:lnTo>
                    <a:pt x="152" y="144"/>
                  </a:lnTo>
                  <a:lnTo>
                    <a:pt x="149" y="141"/>
                  </a:lnTo>
                  <a:lnTo>
                    <a:pt x="147" y="144"/>
                  </a:lnTo>
                  <a:lnTo>
                    <a:pt x="174" y="216"/>
                  </a:lnTo>
                  <a:lnTo>
                    <a:pt x="184" y="244"/>
                  </a:lnTo>
                  <a:lnTo>
                    <a:pt x="194" y="269"/>
                  </a:lnTo>
                  <a:lnTo>
                    <a:pt x="194" y="285"/>
                  </a:lnTo>
                  <a:lnTo>
                    <a:pt x="184" y="285"/>
                  </a:lnTo>
                  <a:lnTo>
                    <a:pt x="174" y="277"/>
                  </a:lnTo>
                  <a:lnTo>
                    <a:pt x="169" y="257"/>
                  </a:lnTo>
                  <a:lnTo>
                    <a:pt x="142" y="196"/>
                  </a:lnTo>
                  <a:lnTo>
                    <a:pt x="139" y="199"/>
                  </a:lnTo>
                  <a:lnTo>
                    <a:pt x="154" y="246"/>
                  </a:lnTo>
                  <a:lnTo>
                    <a:pt x="174" y="299"/>
                  </a:lnTo>
                  <a:lnTo>
                    <a:pt x="171" y="310"/>
                  </a:lnTo>
                  <a:lnTo>
                    <a:pt x="164" y="307"/>
                  </a:lnTo>
                  <a:lnTo>
                    <a:pt x="149" y="288"/>
                  </a:lnTo>
                  <a:lnTo>
                    <a:pt x="117" y="227"/>
                  </a:lnTo>
                  <a:lnTo>
                    <a:pt x="117" y="221"/>
                  </a:lnTo>
                  <a:lnTo>
                    <a:pt x="68" y="133"/>
                  </a:lnTo>
                  <a:lnTo>
                    <a:pt x="31" y="61"/>
                  </a:lnTo>
                  <a:lnTo>
                    <a:pt x="0" y="5"/>
                  </a:lnTo>
                  <a:lnTo>
                    <a:pt x="0" y="0"/>
                  </a:lnTo>
                  <a:lnTo>
                    <a:pt x="34" y="58"/>
                  </a:lnTo>
                  <a:lnTo>
                    <a:pt x="54" y="91"/>
                  </a:lnTo>
                </a:path>
              </a:pathLst>
            </a:custGeom>
            <a:gradFill rotWithShape="0">
              <a:gsLst>
                <a:gs pos="0">
                  <a:schemeClr val="tx1"/>
                </a:gs>
                <a:gs pos="100000">
                  <a:srgbClr val="660066"/>
                </a:gs>
              </a:gsLst>
              <a:lin ang="5400000" scaled="1"/>
            </a:gradFill>
            <a:ln>
              <a:noFill/>
            </a:ln>
            <a:effectLst>
              <a:outerShdw dist="40161" dir="6506097" algn="ctr" rotWithShape="0">
                <a:schemeClr val="bg2">
                  <a:alpha val="50000"/>
                </a:schemeClr>
              </a:outerShdw>
            </a:effectLst>
            <a:extLst>
              <a:ext uri="{91240B29-F687-4F45-9708-019B960494DF}">
                <a14:hiddenLine xmlns:a14="http://schemas.microsoft.com/office/drawing/2010/main" w="9525" cap="rnd">
                  <a:solidFill>
                    <a:schemeClr val="tx1"/>
                  </a:solidFill>
                  <a:round/>
                  <a:headEnd/>
                  <a:tailEnd/>
                </a14:hiddenLine>
              </a:ext>
            </a:extLst>
          </p:spPr>
          <p:txBody>
            <a:bodyPr/>
            <a:lstStyle/>
            <a:p>
              <a:endParaRPr lang="ko-KR" altLang="en-US"/>
            </a:p>
          </p:txBody>
        </p:sp>
        <p:sp>
          <p:nvSpPr>
            <p:cNvPr id="418290" name="Freeform 763">
              <a:extLst>
                <a:ext uri="{FF2B5EF4-FFF2-40B4-BE49-F238E27FC236}">
                  <a16:creationId xmlns:a16="http://schemas.microsoft.com/office/drawing/2014/main" id="{3359D99E-08CC-3DB5-09BD-8D96FC5FB7D0}"/>
                </a:ext>
              </a:extLst>
            </p:cNvPr>
            <p:cNvSpPr>
              <a:spLocks/>
            </p:cNvSpPr>
            <p:nvPr/>
          </p:nvSpPr>
          <p:spPr bwMode="auto">
            <a:xfrm>
              <a:off x="5017" y="219"/>
              <a:ext cx="661" cy="455"/>
            </a:xfrm>
            <a:custGeom>
              <a:avLst/>
              <a:gdLst>
                <a:gd name="T0" fmla="*/ 135 w 661"/>
                <a:gd name="T1" fmla="*/ 11 h 455"/>
                <a:gd name="T2" fmla="*/ 165 w 661"/>
                <a:gd name="T3" fmla="*/ 36 h 455"/>
                <a:gd name="T4" fmla="*/ 182 w 661"/>
                <a:gd name="T5" fmla="*/ 69 h 455"/>
                <a:gd name="T6" fmla="*/ 221 w 661"/>
                <a:gd name="T7" fmla="*/ 77 h 455"/>
                <a:gd name="T8" fmla="*/ 233 w 661"/>
                <a:gd name="T9" fmla="*/ 74 h 455"/>
                <a:gd name="T10" fmla="*/ 233 w 661"/>
                <a:gd name="T11" fmla="*/ 38 h 455"/>
                <a:gd name="T12" fmla="*/ 268 w 661"/>
                <a:gd name="T13" fmla="*/ 2 h 455"/>
                <a:gd name="T14" fmla="*/ 339 w 661"/>
                <a:gd name="T15" fmla="*/ 66 h 455"/>
                <a:gd name="T16" fmla="*/ 342 w 661"/>
                <a:gd name="T17" fmla="*/ 0 h 455"/>
                <a:gd name="T18" fmla="*/ 354 w 661"/>
                <a:gd name="T19" fmla="*/ 11 h 455"/>
                <a:gd name="T20" fmla="*/ 391 w 661"/>
                <a:gd name="T21" fmla="*/ 19 h 455"/>
                <a:gd name="T22" fmla="*/ 438 w 661"/>
                <a:gd name="T23" fmla="*/ 41 h 455"/>
                <a:gd name="T24" fmla="*/ 443 w 661"/>
                <a:gd name="T25" fmla="*/ 27 h 455"/>
                <a:gd name="T26" fmla="*/ 571 w 661"/>
                <a:gd name="T27" fmla="*/ 221 h 455"/>
                <a:gd name="T28" fmla="*/ 527 w 661"/>
                <a:gd name="T29" fmla="*/ 99 h 455"/>
                <a:gd name="T30" fmla="*/ 524 w 661"/>
                <a:gd name="T31" fmla="*/ 52 h 455"/>
                <a:gd name="T32" fmla="*/ 660 w 661"/>
                <a:gd name="T33" fmla="*/ 326 h 455"/>
                <a:gd name="T34" fmla="*/ 571 w 661"/>
                <a:gd name="T35" fmla="*/ 185 h 455"/>
                <a:gd name="T36" fmla="*/ 598 w 661"/>
                <a:gd name="T37" fmla="*/ 288 h 455"/>
                <a:gd name="T38" fmla="*/ 492 w 661"/>
                <a:gd name="T39" fmla="*/ 108 h 455"/>
                <a:gd name="T40" fmla="*/ 480 w 661"/>
                <a:gd name="T41" fmla="*/ 141 h 455"/>
                <a:gd name="T42" fmla="*/ 460 w 661"/>
                <a:gd name="T43" fmla="*/ 168 h 455"/>
                <a:gd name="T44" fmla="*/ 430 w 661"/>
                <a:gd name="T45" fmla="*/ 152 h 455"/>
                <a:gd name="T46" fmla="*/ 408 w 661"/>
                <a:gd name="T47" fmla="*/ 166 h 455"/>
                <a:gd name="T48" fmla="*/ 398 w 661"/>
                <a:gd name="T49" fmla="*/ 191 h 455"/>
                <a:gd name="T50" fmla="*/ 344 w 661"/>
                <a:gd name="T51" fmla="*/ 130 h 455"/>
                <a:gd name="T52" fmla="*/ 315 w 661"/>
                <a:gd name="T53" fmla="*/ 149 h 455"/>
                <a:gd name="T54" fmla="*/ 310 w 661"/>
                <a:gd name="T55" fmla="*/ 191 h 455"/>
                <a:gd name="T56" fmla="*/ 288 w 661"/>
                <a:gd name="T57" fmla="*/ 213 h 455"/>
                <a:gd name="T58" fmla="*/ 278 w 661"/>
                <a:gd name="T59" fmla="*/ 252 h 455"/>
                <a:gd name="T60" fmla="*/ 233 w 661"/>
                <a:gd name="T61" fmla="*/ 252 h 455"/>
                <a:gd name="T62" fmla="*/ 214 w 661"/>
                <a:gd name="T63" fmla="*/ 254 h 455"/>
                <a:gd name="T64" fmla="*/ 202 w 661"/>
                <a:gd name="T65" fmla="*/ 274 h 455"/>
                <a:gd name="T66" fmla="*/ 165 w 661"/>
                <a:gd name="T67" fmla="*/ 235 h 455"/>
                <a:gd name="T68" fmla="*/ 135 w 661"/>
                <a:gd name="T69" fmla="*/ 254 h 455"/>
                <a:gd name="T70" fmla="*/ 108 w 661"/>
                <a:gd name="T71" fmla="*/ 213 h 455"/>
                <a:gd name="T72" fmla="*/ 123 w 661"/>
                <a:gd name="T73" fmla="*/ 301 h 455"/>
                <a:gd name="T74" fmla="*/ 115 w 661"/>
                <a:gd name="T75" fmla="*/ 362 h 455"/>
                <a:gd name="T76" fmla="*/ 91 w 661"/>
                <a:gd name="T77" fmla="*/ 401 h 455"/>
                <a:gd name="T78" fmla="*/ 96 w 661"/>
                <a:gd name="T79" fmla="*/ 448 h 455"/>
                <a:gd name="T80" fmla="*/ 78 w 661"/>
                <a:gd name="T81" fmla="*/ 431 h 455"/>
                <a:gd name="T82" fmla="*/ 51 w 661"/>
                <a:gd name="T83" fmla="*/ 337 h 455"/>
                <a:gd name="T84" fmla="*/ 17 w 661"/>
                <a:gd name="T85" fmla="*/ 274 h 455"/>
                <a:gd name="T86" fmla="*/ 17 w 661"/>
                <a:gd name="T87" fmla="*/ 235 h 455"/>
                <a:gd name="T88" fmla="*/ 49 w 661"/>
                <a:gd name="T89" fmla="*/ 191 h 455"/>
                <a:gd name="T90" fmla="*/ 76 w 661"/>
                <a:gd name="T91" fmla="*/ 177 h 455"/>
                <a:gd name="T92" fmla="*/ 115 w 661"/>
                <a:gd name="T93" fmla="*/ 185 h 455"/>
                <a:gd name="T94" fmla="*/ 105 w 661"/>
                <a:gd name="T95" fmla="*/ 149 h 455"/>
                <a:gd name="T96" fmla="*/ 78 w 661"/>
                <a:gd name="T97" fmla="*/ 171 h 455"/>
                <a:gd name="T98" fmla="*/ 68 w 661"/>
                <a:gd name="T99" fmla="*/ 144 h 455"/>
                <a:gd name="T100" fmla="*/ 37 w 661"/>
                <a:gd name="T101" fmla="*/ 135 h 455"/>
                <a:gd name="T102" fmla="*/ 41 w 661"/>
                <a:gd name="T103" fmla="*/ 88 h 455"/>
                <a:gd name="T104" fmla="*/ 56 w 661"/>
                <a:gd name="T105" fmla="*/ 105 h 455"/>
                <a:gd name="T106" fmla="*/ 83 w 661"/>
                <a:gd name="T107" fmla="*/ 66 h 455"/>
                <a:gd name="T108" fmla="*/ 130 w 661"/>
                <a:gd name="T109" fmla="*/ 61 h 455"/>
                <a:gd name="T110" fmla="*/ 91 w 661"/>
                <a:gd name="T111" fmla="*/ 19 h 455"/>
                <a:gd name="T112" fmla="*/ 100 w 661"/>
                <a:gd name="T113" fmla="*/ 0 h 45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61" h="455">
                  <a:moveTo>
                    <a:pt x="113" y="11"/>
                  </a:moveTo>
                  <a:lnTo>
                    <a:pt x="115" y="8"/>
                  </a:lnTo>
                  <a:lnTo>
                    <a:pt x="120" y="8"/>
                  </a:lnTo>
                  <a:lnTo>
                    <a:pt x="127" y="13"/>
                  </a:lnTo>
                  <a:lnTo>
                    <a:pt x="135" y="11"/>
                  </a:lnTo>
                  <a:lnTo>
                    <a:pt x="145" y="11"/>
                  </a:lnTo>
                  <a:lnTo>
                    <a:pt x="150" y="16"/>
                  </a:lnTo>
                  <a:lnTo>
                    <a:pt x="157" y="16"/>
                  </a:lnTo>
                  <a:lnTo>
                    <a:pt x="162" y="25"/>
                  </a:lnTo>
                  <a:lnTo>
                    <a:pt x="165" y="36"/>
                  </a:lnTo>
                  <a:lnTo>
                    <a:pt x="165" y="47"/>
                  </a:lnTo>
                  <a:lnTo>
                    <a:pt x="159" y="47"/>
                  </a:lnTo>
                  <a:lnTo>
                    <a:pt x="157" y="49"/>
                  </a:lnTo>
                  <a:lnTo>
                    <a:pt x="167" y="61"/>
                  </a:lnTo>
                  <a:lnTo>
                    <a:pt x="182" y="69"/>
                  </a:lnTo>
                  <a:lnTo>
                    <a:pt x="187" y="66"/>
                  </a:lnTo>
                  <a:lnTo>
                    <a:pt x="197" y="66"/>
                  </a:lnTo>
                  <a:lnTo>
                    <a:pt x="211" y="94"/>
                  </a:lnTo>
                  <a:lnTo>
                    <a:pt x="216" y="77"/>
                  </a:lnTo>
                  <a:lnTo>
                    <a:pt x="221" y="77"/>
                  </a:lnTo>
                  <a:lnTo>
                    <a:pt x="231" y="91"/>
                  </a:lnTo>
                  <a:lnTo>
                    <a:pt x="233" y="88"/>
                  </a:lnTo>
                  <a:lnTo>
                    <a:pt x="231" y="80"/>
                  </a:lnTo>
                  <a:lnTo>
                    <a:pt x="231" y="77"/>
                  </a:lnTo>
                  <a:lnTo>
                    <a:pt x="233" y="74"/>
                  </a:lnTo>
                  <a:lnTo>
                    <a:pt x="231" y="72"/>
                  </a:lnTo>
                  <a:lnTo>
                    <a:pt x="233" y="61"/>
                  </a:lnTo>
                  <a:lnTo>
                    <a:pt x="229" y="52"/>
                  </a:lnTo>
                  <a:lnTo>
                    <a:pt x="229" y="38"/>
                  </a:lnTo>
                  <a:lnTo>
                    <a:pt x="233" y="38"/>
                  </a:lnTo>
                  <a:lnTo>
                    <a:pt x="238" y="33"/>
                  </a:lnTo>
                  <a:lnTo>
                    <a:pt x="238" y="22"/>
                  </a:lnTo>
                  <a:lnTo>
                    <a:pt x="261" y="25"/>
                  </a:lnTo>
                  <a:lnTo>
                    <a:pt x="268" y="13"/>
                  </a:lnTo>
                  <a:lnTo>
                    <a:pt x="268" y="2"/>
                  </a:lnTo>
                  <a:lnTo>
                    <a:pt x="280" y="2"/>
                  </a:lnTo>
                  <a:lnTo>
                    <a:pt x="297" y="27"/>
                  </a:lnTo>
                  <a:lnTo>
                    <a:pt x="315" y="30"/>
                  </a:lnTo>
                  <a:lnTo>
                    <a:pt x="335" y="55"/>
                  </a:lnTo>
                  <a:lnTo>
                    <a:pt x="339" y="66"/>
                  </a:lnTo>
                  <a:lnTo>
                    <a:pt x="349" y="77"/>
                  </a:lnTo>
                  <a:lnTo>
                    <a:pt x="352" y="74"/>
                  </a:lnTo>
                  <a:lnTo>
                    <a:pt x="322" y="13"/>
                  </a:lnTo>
                  <a:lnTo>
                    <a:pt x="322" y="8"/>
                  </a:lnTo>
                  <a:lnTo>
                    <a:pt x="342" y="0"/>
                  </a:lnTo>
                  <a:lnTo>
                    <a:pt x="344" y="0"/>
                  </a:lnTo>
                  <a:lnTo>
                    <a:pt x="349" y="5"/>
                  </a:lnTo>
                  <a:lnTo>
                    <a:pt x="347" y="8"/>
                  </a:lnTo>
                  <a:lnTo>
                    <a:pt x="349" y="11"/>
                  </a:lnTo>
                  <a:lnTo>
                    <a:pt x="354" y="11"/>
                  </a:lnTo>
                  <a:lnTo>
                    <a:pt x="359" y="0"/>
                  </a:lnTo>
                  <a:lnTo>
                    <a:pt x="364" y="0"/>
                  </a:lnTo>
                  <a:lnTo>
                    <a:pt x="386" y="25"/>
                  </a:lnTo>
                  <a:lnTo>
                    <a:pt x="389" y="22"/>
                  </a:lnTo>
                  <a:lnTo>
                    <a:pt x="391" y="19"/>
                  </a:lnTo>
                  <a:lnTo>
                    <a:pt x="401" y="19"/>
                  </a:lnTo>
                  <a:lnTo>
                    <a:pt x="411" y="36"/>
                  </a:lnTo>
                  <a:lnTo>
                    <a:pt x="421" y="47"/>
                  </a:lnTo>
                  <a:lnTo>
                    <a:pt x="426" y="41"/>
                  </a:lnTo>
                  <a:lnTo>
                    <a:pt x="438" y="41"/>
                  </a:lnTo>
                  <a:lnTo>
                    <a:pt x="438" y="44"/>
                  </a:lnTo>
                  <a:lnTo>
                    <a:pt x="443" y="49"/>
                  </a:lnTo>
                  <a:lnTo>
                    <a:pt x="445" y="47"/>
                  </a:lnTo>
                  <a:lnTo>
                    <a:pt x="443" y="38"/>
                  </a:lnTo>
                  <a:lnTo>
                    <a:pt x="443" y="27"/>
                  </a:lnTo>
                  <a:lnTo>
                    <a:pt x="450" y="25"/>
                  </a:lnTo>
                  <a:lnTo>
                    <a:pt x="460" y="25"/>
                  </a:lnTo>
                  <a:lnTo>
                    <a:pt x="504" y="94"/>
                  </a:lnTo>
                  <a:lnTo>
                    <a:pt x="568" y="218"/>
                  </a:lnTo>
                  <a:lnTo>
                    <a:pt x="571" y="221"/>
                  </a:lnTo>
                  <a:lnTo>
                    <a:pt x="573" y="218"/>
                  </a:lnTo>
                  <a:lnTo>
                    <a:pt x="556" y="171"/>
                  </a:lnTo>
                  <a:lnTo>
                    <a:pt x="532" y="116"/>
                  </a:lnTo>
                  <a:lnTo>
                    <a:pt x="529" y="102"/>
                  </a:lnTo>
                  <a:lnTo>
                    <a:pt x="527" y="99"/>
                  </a:lnTo>
                  <a:lnTo>
                    <a:pt x="529" y="97"/>
                  </a:lnTo>
                  <a:lnTo>
                    <a:pt x="527" y="94"/>
                  </a:lnTo>
                  <a:lnTo>
                    <a:pt x="514" y="58"/>
                  </a:lnTo>
                  <a:lnTo>
                    <a:pt x="514" y="52"/>
                  </a:lnTo>
                  <a:lnTo>
                    <a:pt x="524" y="52"/>
                  </a:lnTo>
                  <a:lnTo>
                    <a:pt x="571" y="130"/>
                  </a:lnTo>
                  <a:lnTo>
                    <a:pt x="598" y="182"/>
                  </a:lnTo>
                  <a:lnTo>
                    <a:pt x="603" y="202"/>
                  </a:lnTo>
                  <a:lnTo>
                    <a:pt x="660" y="324"/>
                  </a:lnTo>
                  <a:lnTo>
                    <a:pt x="660" y="326"/>
                  </a:lnTo>
                  <a:lnTo>
                    <a:pt x="654" y="326"/>
                  </a:lnTo>
                  <a:lnTo>
                    <a:pt x="586" y="182"/>
                  </a:lnTo>
                  <a:lnTo>
                    <a:pt x="546" y="108"/>
                  </a:lnTo>
                  <a:lnTo>
                    <a:pt x="544" y="110"/>
                  </a:lnTo>
                  <a:lnTo>
                    <a:pt x="571" y="185"/>
                  </a:lnTo>
                  <a:lnTo>
                    <a:pt x="586" y="224"/>
                  </a:lnTo>
                  <a:lnTo>
                    <a:pt x="583" y="227"/>
                  </a:lnTo>
                  <a:lnTo>
                    <a:pt x="591" y="240"/>
                  </a:lnTo>
                  <a:lnTo>
                    <a:pt x="598" y="282"/>
                  </a:lnTo>
                  <a:lnTo>
                    <a:pt x="598" y="288"/>
                  </a:lnTo>
                  <a:lnTo>
                    <a:pt x="588" y="282"/>
                  </a:lnTo>
                  <a:lnTo>
                    <a:pt x="568" y="249"/>
                  </a:lnTo>
                  <a:lnTo>
                    <a:pt x="527" y="160"/>
                  </a:lnTo>
                  <a:lnTo>
                    <a:pt x="495" y="105"/>
                  </a:lnTo>
                  <a:lnTo>
                    <a:pt x="492" y="108"/>
                  </a:lnTo>
                  <a:lnTo>
                    <a:pt x="514" y="180"/>
                  </a:lnTo>
                  <a:lnTo>
                    <a:pt x="514" y="182"/>
                  </a:lnTo>
                  <a:lnTo>
                    <a:pt x="504" y="182"/>
                  </a:lnTo>
                  <a:lnTo>
                    <a:pt x="480" y="146"/>
                  </a:lnTo>
                  <a:lnTo>
                    <a:pt x="480" y="141"/>
                  </a:lnTo>
                  <a:lnTo>
                    <a:pt x="477" y="138"/>
                  </a:lnTo>
                  <a:lnTo>
                    <a:pt x="470" y="144"/>
                  </a:lnTo>
                  <a:lnTo>
                    <a:pt x="457" y="141"/>
                  </a:lnTo>
                  <a:lnTo>
                    <a:pt x="455" y="144"/>
                  </a:lnTo>
                  <a:lnTo>
                    <a:pt x="460" y="168"/>
                  </a:lnTo>
                  <a:lnTo>
                    <a:pt x="465" y="180"/>
                  </a:lnTo>
                  <a:lnTo>
                    <a:pt x="465" y="191"/>
                  </a:lnTo>
                  <a:lnTo>
                    <a:pt x="453" y="185"/>
                  </a:lnTo>
                  <a:lnTo>
                    <a:pt x="433" y="149"/>
                  </a:lnTo>
                  <a:lnTo>
                    <a:pt x="430" y="152"/>
                  </a:lnTo>
                  <a:lnTo>
                    <a:pt x="430" y="160"/>
                  </a:lnTo>
                  <a:lnTo>
                    <a:pt x="416" y="157"/>
                  </a:lnTo>
                  <a:lnTo>
                    <a:pt x="413" y="160"/>
                  </a:lnTo>
                  <a:lnTo>
                    <a:pt x="413" y="166"/>
                  </a:lnTo>
                  <a:lnTo>
                    <a:pt x="408" y="166"/>
                  </a:lnTo>
                  <a:lnTo>
                    <a:pt x="406" y="168"/>
                  </a:lnTo>
                  <a:lnTo>
                    <a:pt x="413" y="185"/>
                  </a:lnTo>
                  <a:lnTo>
                    <a:pt x="413" y="193"/>
                  </a:lnTo>
                  <a:lnTo>
                    <a:pt x="406" y="191"/>
                  </a:lnTo>
                  <a:lnTo>
                    <a:pt x="398" y="191"/>
                  </a:lnTo>
                  <a:lnTo>
                    <a:pt x="386" y="177"/>
                  </a:lnTo>
                  <a:lnTo>
                    <a:pt x="369" y="135"/>
                  </a:lnTo>
                  <a:lnTo>
                    <a:pt x="359" y="121"/>
                  </a:lnTo>
                  <a:lnTo>
                    <a:pt x="349" y="121"/>
                  </a:lnTo>
                  <a:lnTo>
                    <a:pt x="344" y="130"/>
                  </a:lnTo>
                  <a:lnTo>
                    <a:pt x="330" y="121"/>
                  </a:lnTo>
                  <a:lnTo>
                    <a:pt x="327" y="121"/>
                  </a:lnTo>
                  <a:lnTo>
                    <a:pt x="322" y="130"/>
                  </a:lnTo>
                  <a:lnTo>
                    <a:pt x="327" y="135"/>
                  </a:lnTo>
                  <a:lnTo>
                    <a:pt x="315" y="149"/>
                  </a:lnTo>
                  <a:lnTo>
                    <a:pt x="320" y="163"/>
                  </a:lnTo>
                  <a:lnTo>
                    <a:pt x="320" y="168"/>
                  </a:lnTo>
                  <a:lnTo>
                    <a:pt x="317" y="168"/>
                  </a:lnTo>
                  <a:lnTo>
                    <a:pt x="312" y="174"/>
                  </a:lnTo>
                  <a:lnTo>
                    <a:pt x="310" y="191"/>
                  </a:lnTo>
                  <a:lnTo>
                    <a:pt x="305" y="196"/>
                  </a:lnTo>
                  <a:lnTo>
                    <a:pt x="302" y="213"/>
                  </a:lnTo>
                  <a:lnTo>
                    <a:pt x="295" y="210"/>
                  </a:lnTo>
                  <a:lnTo>
                    <a:pt x="290" y="210"/>
                  </a:lnTo>
                  <a:lnTo>
                    <a:pt x="288" y="213"/>
                  </a:lnTo>
                  <a:lnTo>
                    <a:pt x="297" y="243"/>
                  </a:lnTo>
                  <a:lnTo>
                    <a:pt x="285" y="249"/>
                  </a:lnTo>
                  <a:lnTo>
                    <a:pt x="285" y="246"/>
                  </a:lnTo>
                  <a:lnTo>
                    <a:pt x="283" y="243"/>
                  </a:lnTo>
                  <a:lnTo>
                    <a:pt x="278" y="252"/>
                  </a:lnTo>
                  <a:lnTo>
                    <a:pt x="273" y="257"/>
                  </a:lnTo>
                  <a:lnTo>
                    <a:pt x="261" y="243"/>
                  </a:lnTo>
                  <a:lnTo>
                    <a:pt x="253" y="249"/>
                  </a:lnTo>
                  <a:lnTo>
                    <a:pt x="243" y="252"/>
                  </a:lnTo>
                  <a:lnTo>
                    <a:pt x="233" y="252"/>
                  </a:lnTo>
                  <a:lnTo>
                    <a:pt x="233" y="249"/>
                  </a:lnTo>
                  <a:lnTo>
                    <a:pt x="229" y="243"/>
                  </a:lnTo>
                  <a:lnTo>
                    <a:pt x="221" y="252"/>
                  </a:lnTo>
                  <a:lnTo>
                    <a:pt x="216" y="252"/>
                  </a:lnTo>
                  <a:lnTo>
                    <a:pt x="214" y="254"/>
                  </a:lnTo>
                  <a:lnTo>
                    <a:pt x="216" y="268"/>
                  </a:lnTo>
                  <a:lnTo>
                    <a:pt x="214" y="271"/>
                  </a:lnTo>
                  <a:lnTo>
                    <a:pt x="214" y="276"/>
                  </a:lnTo>
                  <a:lnTo>
                    <a:pt x="206" y="274"/>
                  </a:lnTo>
                  <a:lnTo>
                    <a:pt x="202" y="274"/>
                  </a:lnTo>
                  <a:lnTo>
                    <a:pt x="187" y="246"/>
                  </a:lnTo>
                  <a:lnTo>
                    <a:pt x="182" y="240"/>
                  </a:lnTo>
                  <a:lnTo>
                    <a:pt x="170" y="243"/>
                  </a:lnTo>
                  <a:lnTo>
                    <a:pt x="170" y="240"/>
                  </a:lnTo>
                  <a:lnTo>
                    <a:pt x="165" y="235"/>
                  </a:lnTo>
                  <a:lnTo>
                    <a:pt x="155" y="243"/>
                  </a:lnTo>
                  <a:lnTo>
                    <a:pt x="162" y="265"/>
                  </a:lnTo>
                  <a:lnTo>
                    <a:pt x="157" y="271"/>
                  </a:lnTo>
                  <a:lnTo>
                    <a:pt x="145" y="268"/>
                  </a:lnTo>
                  <a:lnTo>
                    <a:pt x="135" y="254"/>
                  </a:lnTo>
                  <a:lnTo>
                    <a:pt x="120" y="221"/>
                  </a:lnTo>
                  <a:lnTo>
                    <a:pt x="130" y="207"/>
                  </a:lnTo>
                  <a:lnTo>
                    <a:pt x="123" y="202"/>
                  </a:lnTo>
                  <a:lnTo>
                    <a:pt x="115" y="202"/>
                  </a:lnTo>
                  <a:lnTo>
                    <a:pt x="108" y="213"/>
                  </a:lnTo>
                  <a:lnTo>
                    <a:pt x="110" y="232"/>
                  </a:lnTo>
                  <a:lnTo>
                    <a:pt x="115" y="243"/>
                  </a:lnTo>
                  <a:lnTo>
                    <a:pt x="110" y="249"/>
                  </a:lnTo>
                  <a:lnTo>
                    <a:pt x="123" y="288"/>
                  </a:lnTo>
                  <a:lnTo>
                    <a:pt x="123" y="301"/>
                  </a:lnTo>
                  <a:lnTo>
                    <a:pt x="115" y="310"/>
                  </a:lnTo>
                  <a:lnTo>
                    <a:pt x="120" y="326"/>
                  </a:lnTo>
                  <a:lnTo>
                    <a:pt x="120" y="332"/>
                  </a:lnTo>
                  <a:lnTo>
                    <a:pt x="113" y="337"/>
                  </a:lnTo>
                  <a:lnTo>
                    <a:pt x="115" y="362"/>
                  </a:lnTo>
                  <a:lnTo>
                    <a:pt x="118" y="371"/>
                  </a:lnTo>
                  <a:lnTo>
                    <a:pt x="118" y="382"/>
                  </a:lnTo>
                  <a:lnTo>
                    <a:pt x="110" y="379"/>
                  </a:lnTo>
                  <a:lnTo>
                    <a:pt x="100" y="379"/>
                  </a:lnTo>
                  <a:lnTo>
                    <a:pt x="91" y="401"/>
                  </a:lnTo>
                  <a:lnTo>
                    <a:pt x="86" y="407"/>
                  </a:lnTo>
                  <a:lnTo>
                    <a:pt x="93" y="426"/>
                  </a:lnTo>
                  <a:lnTo>
                    <a:pt x="91" y="429"/>
                  </a:lnTo>
                  <a:lnTo>
                    <a:pt x="96" y="434"/>
                  </a:lnTo>
                  <a:lnTo>
                    <a:pt x="96" y="448"/>
                  </a:lnTo>
                  <a:lnTo>
                    <a:pt x="93" y="448"/>
                  </a:lnTo>
                  <a:lnTo>
                    <a:pt x="91" y="451"/>
                  </a:lnTo>
                  <a:lnTo>
                    <a:pt x="93" y="454"/>
                  </a:lnTo>
                  <a:lnTo>
                    <a:pt x="86" y="451"/>
                  </a:lnTo>
                  <a:lnTo>
                    <a:pt x="78" y="431"/>
                  </a:lnTo>
                  <a:lnTo>
                    <a:pt x="54" y="393"/>
                  </a:lnTo>
                  <a:lnTo>
                    <a:pt x="54" y="384"/>
                  </a:lnTo>
                  <a:lnTo>
                    <a:pt x="56" y="382"/>
                  </a:lnTo>
                  <a:lnTo>
                    <a:pt x="46" y="362"/>
                  </a:lnTo>
                  <a:lnTo>
                    <a:pt x="51" y="337"/>
                  </a:lnTo>
                  <a:lnTo>
                    <a:pt x="49" y="321"/>
                  </a:lnTo>
                  <a:lnTo>
                    <a:pt x="54" y="312"/>
                  </a:lnTo>
                  <a:lnTo>
                    <a:pt x="54" y="307"/>
                  </a:lnTo>
                  <a:lnTo>
                    <a:pt x="19" y="274"/>
                  </a:lnTo>
                  <a:lnTo>
                    <a:pt x="17" y="274"/>
                  </a:lnTo>
                  <a:lnTo>
                    <a:pt x="14" y="276"/>
                  </a:lnTo>
                  <a:lnTo>
                    <a:pt x="7" y="268"/>
                  </a:lnTo>
                  <a:lnTo>
                    <a:pt x="0" y="246"/>
                  </a:lnTo>
                  <a:lnTo>
                    <a:pt x="7" y="238"/>
                  </a:lnTo>
                  <a:lnTo>
                    <a:pt x="17" y="235"/>
                  </a:lnTo>
                  <a:lnTo>
                    <a:pt x="19" y="232"/>
                  </a:lnTo>
                  <a:lnTo>
                    <a:pt x="17" y="218"/>
                  </a:lnTo>
                  <a:lnTo>
                    <a:pt x="34" y="213"/>
                  </a:lnTo>
                  <a:lnTo>
                    <a:pt x="49" y="202"/>
                  </a:lnTo>
                  <a:lnTo>
                    <a:pt x="49" y="191"/>
                  </a:lnTo>
                  <a:lnTo>
                    <a:pt x="46" y="188"/>
                  </a:lnTo>
                  <a:lnTo>
                    <a:pt x="56" y="177"/>
                  </a:lnTo>
                  <a:lnTo>
                    <a:pt x="56" y="171"/>
                  </a:lnTo>
                  <a:lnTo>
                    <a:pt x="64" y="168"/>
                  </a:lnTo>
                  <a:lnTo>
                    <a:pt x="76" y="177"/>
                  </a:lnTo>
                  <a:lnTo>
                    <a:pt x="81" y="185"/>
                  </a:lnTo>
                  <a:lnTo>
                    <a:pt x="83" y="188"/>
                  </a:lnTo>
                  <a:lnTo>
                    <a:pt x="98" y="182"/>
                  </a:lnTo>
                  <a:lnTo>
                    <a:pt x="100" y="180"/>
                  </a:lnTo>
                  <a:lnTo>
                    <a:pt x="115" y="185"/>
                  </a:lnTo>
                  <a:lnTo>
                    <a:pt x="120" y="185"/>
                  </a:lnTo>
                  <a:lnTo>
                    <a:pt x="123" y="182"/>
                  </a:lnTo>
                  <a:lnTo>
                    <a:pt x="118" y="160"/>
                  </a:lnTo>
                  <a:lnTo>
                    <a:pt x="118" y="157"/>
                  </a:lnTo>
                  <a:lnTo>
                    <a:pt x="105" y="149"/>
                  </a:lnTo>
                  <a:lnTo>
                    <a:pt x="91" y="152"/>
                  </a:lnTo>
                  <a:lnTo>
                    <a:pt x="88" y="155"/>
                  </a:lnTo>
                  <a:lnTo>
                    <a:pt x="91" y="163"/>
                  </a:lnTo>
                  <a:lnTo>
                    <a:pt x="91" y="168"/>
                  </a:lnTo>
                  <a:lnTo>
                    <a:pt x="78" y="171"/>
                  </a:lnTo>
                  <a:lnTo>
                    <a:pt x="76" y="168"/>
                  </a:lnTo>
                  <a:lnTo>
                    <a:pt x="73" y="168"/>
                  </a:lnTo>
                  <a:lnTo>
                    <a:pt x="76" y="160"/>
                  </a:lnTo>
                  <a:lnTo>
                    <a:pt x="71" y="146"/>
                  </a:lnTo>
                  <a:lnTo>
                    <a:pt x="68" y="144"/>
                  </a:lnTo>
                  <a:lnTo>
                    <a:pt x="51" y="149"/>
                  </a:lnTo>
                  <a:lnTo>
                    <a:pt x="49" y="152"/>
                  </a:lnTo>
                  <a:lnTo>
                    <a:pt x="34" y="149"/>
                  </a:lnTo>
                  <a:lnTo>
                    <a:pt x="37" y="141"/>
                  </a:lnTo>
                  <a:lnTo>
                    <a:pt x="37" y="135"/>
                  </a:lnTo>
                  <a:lnTo>
                    <a:pt x="54" y="113"/>
                  </a:lnTo>
                  <a:lnTo>
                    <a:pt x="54" y="108"/>
                  </a:lnTo>
                  <a:lnTo>
                    <a:pt x="41" y="99"/>
                  </a:lnTo>
                  <a:lnTo>
                    <a:pt x="39" y="91"/>
                  </a:lnTo>
                  <a:lnTo>
                    <a:pt x="41" y="88"/>
                  </a:lnTo>
                  <a:lnTo>
                    <a:pt x="41" y="80"/>
                  </a:lnTo>
                  <a:lnTo>
                    <a:pt x="44" y="80"/>
                  </a:lnTo>
                  <a:lnTo>
                    <a:pt x="51" y="88"/>
                  </a:lnTo>
                  <a:lnTo>
                    <a:pt x="54" y="102"/>
                  </a:lnTo>
                  <a:lnTo>
                    <a:pt x="56" y="105"/>
                  </a:lnTo>
                  <a:lnTo>
                    <a:pt x="76" y="97"/>
                  </a:lnTo>
                  <a:lnTo>
                    <a:pt x="71" y="80"/>
                  </a:lnTo>
                  <a:lnTo>
                    <a:pt x="71" y="69"/>
                  </a:lnTo>
                  <a:lnTo>
                    <a:pt x="73" y="66"/>
                  </a:lnTo>
                  <a:lnTo>
                    <a:pt x="83" y="66"/>
                  </a:lnTo>
                  <a:lnTo>
                    <a:pt x="83" y="69"/>
                  </a:lnTo>
                  <a:lnTo>
                    <a:pt x="86" y="72"/>
                  </a:lnTo>
                  <a:lnTo>
                    <a:pt x="93" y="66"/>
                  </a:lnTo>
                  <a:lnTo>
                    <a:pt x="110" y="69"/>
                  </a:lnTo>
                  <a:lnTo>
                    <a:pt x="130" y="61"/>
                  </a:lnTo>
                  <a:lnTo>
                    <a:pt x="135" y="52"/>
                  </a:lnTo>
                  <a:lnTo>
                    <a:pt x="127" y="44"/>
                  </a:lnTo>
                  <a:lnTo>
                    <a:pt x="100" y="49"/>
                  </a:lnTo>
                  <a:lnTo>
                    <a:pt x="88" y="49"/>
                  </a:lnTo>
                  <a:lnTo>
                    <a:pt x="91" y="19"/>
                  </a:lnTo>
                  <a:lnTo>
                    <a:pt x="96" y="19"/>
                  </a:lnTo>
                  <a:lnTo>
                    <a:pt x="98" y="16"/>
                  </a:lnTo>
                  <a:lnTo>
                    <a:pt x="96" y="8"/>
                  </a:lnTo>
                  <a:lnTo>
                    <a:pt x="96" y="2"/>
                  </a:lnTo>
                  <a:lnTo>
                    <a:pt x="100" y="0"/>
                  </a:lnTo>
                  <a:lnTo>
                    <a:pt x="108" y="2"/>
                  </a:lnTo>
                  <a:lnTo>
                    <a:pt x="113" y="11"/>
                  </a:lnTo>
                </a:path>
              </a:pathLst>
            </a:custGeom>
            <a:gradFill rotWithShape="0">
              <a:gsLst>
                <a:gs pos="0">
                  <a:schemeClr val="tx1"/>
                </a:gs>
                <a:gs pos="100000">
                  <a:srgbClr val="660066"/>
                </a:gs>
              </a:gsLst>
              <a:lin ang="5400000" scaled="1"/>
            </a:gradFill>
            <a:ln>
              <a:noFill/>
            </a:ln>
            <a:effectLst>
              <a:outerShdw dist="40161" dir="6506097" algn="ctr" rotWithShape="0">
                <a:schemeClr val="bg2">
                  <a:alpha val="50000"/>
                </a:schemeClr>
              </a:outerShdw>
            </a:effectLst>
            <a:extLst>
              <a:ext uri="{91240B29-F687-4F45-9708-019B960494DF}">
                <a14:hiddenLine xmlns:a14="http://schemas.microsoft.com/office/drawing/2010/main" w="9525" cap="rnd">
                  <a:solidFill>
                    <a:schemeClr val="tx1"/>
                  </a:solidFill>
                  <a:round/>
                  <a:headEnd/>
                  <a:tailEnd/>
                </a14:hiddenLine>
              </a:ext>
            </a:extLst>
          </p:spPr>
          <p:txBody>
            <a:bodyPr/>
            <a:lstStyle/>
            <a:p>
              <a:endParaRPr lang="ko-KR" altLang="en-US"/>
            </a:p>
          </p:txBody>
        </p:sp>
        <p:sp>
          <p:nvSpPr>
            <p:cNvPr id="418291" name="Freeform 764">
              <a:extLst>
                <a:ext uri="{FF2B5EF4-FFF2-40B4-BE49-F238E27FC236}">
                  <a16:creationId xmlns:a16="http://schemas.microsoft.com/office/drawing/2014/main" id="{8FDD7095-82F7-61EB-DC4E-D0E77BDB9379}"/>
                </a:ext>
              </a:extLst>
            </p:cNvPr>
            <p:cNvSpPr>
              <a:spLocks/>
            </p:cNvSpPr>
            <p:nvPr/>
          </p:nvSpPr>
          <p:spPr bwMode="auto">
            <a:xfrm>
              <a:off x="4751" y="250"/>
              <a:ext cx="22" cy="17"/>
            </a:xfrm>
            <a:custGeom>
              <a:avLst/>
              <a:gdLst>
                <a:gd name="T0" fmla="*/ 5 w 22"/>
                <a:gd name="T1" fmla="*/ 2 h 17"/>
                <a:gd name="T2" fmla="*/ 16 w 22"/>
                <a:gd name="T3" fmla="*/ 13 h 17"/>
                <a:gd name="T4" fmla="*/ 21 w 22"/>
                <a:gd name="T5" fmla="*/ 13 h 17"/>
                <a:gd name="T6" fmla="*/ 21 w 22"/>
                <a:gd name="T7" fmla="*/ 16 h 17"/>
                <a:gd name="T8" fmla="*/ 16 w 22"/>
                <a:gd name="T9" fmla="*/ 16 h 17"/>
                <a:gd name="T10" fmla="*/ 0 w 22"/>
                <a:gd name="T11" fmla="*/ 0 h 17"/>
                <a:gd name="T12" fmla="*/ 10 w 22"/>
                <a:gd name="T13" fmla="*/ 0 h 17"/>
                <a:gd name="T14" fmla="*/ 5 w 22"/>
                <a:gd name="T15" fmla="*/ 2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 h="17">
                  <a:moveTo>
                    <a:pt x="5" y="2"/>
                  </a:moveTo>
                  <a:lnTo>
                    <a:pt x="16" y="13"/>
                  </a:lnTo>
                  <a:lnTo>
                    <a:pt x="21" y="13"/>
                  </a:lnTo>
                  <a:lnTo>
                    <a:pt x="21" y="16"/>
                  </a:lnTo>
                  <a:lnTo>
                    <a:pt x="16" y="16"/>
                  </a:lnTo>
                  <a:lnTo>
                    <a:pt x="0" y="0"/>
                  </a:lnTo>
                  <a:lnTo>
                    <a:pt x="10" y="0"/>
                  </a:lnTo>
                  <a:lnTo>
                    <a:pt x="5" y="2"/>
                  </a:lnTo>
                </a:path>
              </a:pathLst>
            </a:custGeom>
            <a:gradFill rotWithShape="0">
              <a:gsLst>
                <a:gs pos="0">
                  <a:schemeClr val="tx1"/>
                </a:gs>
                <a:gs pos="100000">
                  <a:srgbClr val="660066"/>
                </a:gs>
              </a:gsLst>
              <a:lin ang="5400000" scaled="1"/>
            </a:gradFill>
            <a:ln>
              <a:noFill/>
            </a:ln>
            <a:effectLst>
              <a:outerShdw dist="40161" dir="6506097" algn="ctr" rotWithShape="0">
                <a:schemeClr val="bg2">
                  <a:alpha val="50000"/>
                </a:schemeClr>
              </a:outerShdw>
            </a:effectLst>
            <a:extLst>
              <a:ext uri="{91240B29-F687-4F45-9708-019B960494DF}">
                <a14:hiddenLine xmlns:a14="http://schemas.microsoft.com/office/drawing/2010/main" w="9525" cap="rnd">
                  <a:solidFill>
                    <a:schemeClr val="tx1"/>
                  </a:solidFill>
                  <a:round/>
                  <a:headEnd/>
                  <a:tailEnd/>
                </a14:hiddenLine>
              </a:ext>
            </a:extLst>
          </p:spPr>
          <p:txBody>
            <a:bodyPr/>
            <a:lstStyle/>
            <a:p>
              <a:endParaRPr lang="ko-KR" altLang="en-US"/>
            </a:p>
          </p:txBody>
        </p:sp>
        <p:sp>
          <p:nvSpPr>
            <p:cNvPr id="418292" name="Freeform 765">
              <a:extLst>
                <a:ext uri="{FF2B5EF4-FFF2-40B4-BE49-F238E27FC236}">
                  <a16:creationId xmlns:a16="http://schemas.microsoft.com/office/drawing/2014/main" id="{359BC1AE-A7DB-41BF-7328-BBBACC583002}"/>
                </a:ext>
              </a:extLst>
            </p:cNvPr>
            <p:cNvSpPr>
              <a:spLocks/>
            </p:cNvSpPr>
            <p:nvPr/>
          </p:nvSpPr>
          <p:spPr bwMode="auto">
            <a:xfrm>
              <a:off x="5159" y="288"/>
              <a:ext cx="22" cy="20"/>
            </a:xfrm>
            <a:custGeom>
              <a:avLst/>
              <a:gdLst>
                <a:gd name="T0" fmla="*/ 21 w 22"/>
                <a:gd name="T1" fmla="*/ 19 h 20"/>
                <a:gd name="T2" fmla="*/ 0 w 22"/>
                <a:gd name="T3" fmla="*/ 0 h 20"/>
                <a:gd name="T4" fmla="*/ 21 w 22"/>
                <a:gd name="T5" fmla="*/ 4 h 20"/>
                <a:gd name="T6" fmla="*/ 21 w 22"/>
                <a:gd name="T7" fmla="*/ 19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20">
                  <a:moveTo>
                    <a:pt x="21" y="19"/>
                  </a:moveTo>
                  <a:lnTo>
                    <a:pt x="0" y="0"/>
                  </a:lnTo>
                  <a:lnTo>
                    <a:pt x="21" y="4"/>
                  </a:lnTo>
                  <a:lnTo>
                    <a:pt x="21" y="19"/>
                  </a:lnTo>
                </a:path>
              </a:pathLst>
            </a:custGeom>
            <a:gradFill rotWithShape="0">
              <a:gsLst>
                <a:gs pos="0">
                  <a:schemeClr val="tx1"/>
                </a:gs>
                <a:gs pos="100000">
                  <a:srgbClr val="660066"/>
                </a:gs>
              </a:gsLst>
              <a:lin ang="5400000" scaled="1"/>
            </a:gradFill>
            <a:ln>
              <a:noFill/>
            </a:ln>
            <a:effectLst>
              <a:outerShdw dist="40161" dir="6506097" algn="ctr" rotWithShape="0">
                <a:schemeClr val="bg2">
                  <a:alpha val="50000"/>
                </a:schemeClr>
              </a:outerShdw>
            </a:effectLst>
            <a:extLst>
              <a:ext uri="{91240B29-F687-4F45-9708-019B960494DF}">
                <a14:hiddenLine xmlns:a14="http://schemas.microsoft.com/office/drawing/2010/main" w="9525" cap="rnd">
                  <a:solidFill>
                    <a:schemeClr val="tx1"/>
                  </a:solidFill>
                  <a:round/>
                  <a:headEnd/>
                  <a:tailEnd/>
                </a14:hiddenLine>
              </a:ext>
            </a:extLst>
          </p:spPr>
          <p:txBody>
            <a:bodyPr/>
            <a:lstStyle/>
            <a:p>
              <a:endParaRPr lang="ko-KR" altLang="en-US"/>
            </a:p>
          </p:txBody>
        </p:sp>
        <p:sp>
          <p:nvSpPr>
            <p:cNvPr id="418293" name="Freeform 766">
              <a:extLst>
                <a:ext uri="{FF2B5EF4-FFF2-40B4-BE49-F238E27FC236}">
                  <a16:creationId xmlns:a16="http://schemas.microsoft.com/office/drawing/2014/main" id="{3DB6EA2F-32D9-1F72-0B7A-CD0A4F7480F9}"/>
                </a:ext>
              </a:extLst>
            </p:cNvPr>
            <p:cNvSpPr>
              <a:spLocks/>
            </p:cNvSpPr>
            <p:nvPr/>
          </p:nvSpPr>
          <p:spPr bwMode="auto">
            <a:xfrm>
              <a:off x="5361" y="392"/>
              <a:ext cx="59" cy="120"/>
            </a:xfrm>
            <a:custGeom>
              <a:avLst/>
              <a:gdLst>
                <a:gd name="T0" fmla="*/ 12 w 59"/>
                <a:gd name="T1" fmla="*/ 0 h 120"/>
                <a:gd name="T2" fmla="*/ 21 w 59"/>
                <a:gd name="T3" fmla="*/ 0 h 120"/>
                <a:gd name="T4" fmla="*/ 41 w 59"/>
                <a:gd name="T5" fmla="*/ 27 h 120"/>
                <a:gd name="T6" fmla="*/ 55 w 59"/>
                <a:gd name="T7" fmla="*/ 78 h 120"/>
                <a:gd name="T8" fmla="*/ 58 w 59"/>
                <a:gd name="T9" fmla="*/ 81 h 120"/>
                <a:gd name="T10" fmla="*/ 58 w 59"/>
                <a:gd name="T11" fmla="*/ 94 h 120"/>
                <a:gd name="T12" fmla="*/ 48 w 59"/>
                <a:gd name="T13" fmla="*/ 94 h 120"/>
                <a:gd name="T14" fmla="*/ 45 w 59"/>
                <a:gd name="T15" fmla="*/ 91 h 120"/>
                <a:gd name="T16" fmla="*/ 41 w 59"/>
                <a:gd name="T17" fmla="*/ 97 h 120"/>
                <a:gd name="T18" fmla="*/ 45 w 59"/>
                <a:gd name="T19" fmla="*/ 108 h 120"/>
                <a:gd name="T20" fmla="*/ 45 w 59"/>
                <a:gd name="T21" fmla="*/ 119 h 120"/>
                <a:gd name="T22" fmla="*/ 33 w 59"/>
                <a:gd name="T23" fmla="*/ 119 h 120"/>
                <a:gd name="T24" fmla="*/ 14 w 59"/>
                <a:gd name="T25" fmla="*/ 83 h 120"/>
                <a:gd name="T26" fmla="*/ 2 w 59"/>
                <a:gd name="T27" fmla="*/ 48 h 120"/>
                <a:gd name="T28" fmla="*/ 2 w 59"/>
                <a:gd name="T29" fmla="*/ 45 h 120"/>
                <a:gd name="T30" fmla="*/ 4 w 59"/>
                <a:gd name="T31" fmla="*/ 45 h 120"/>
                <a:gd name="T32" fmla="*/ 14 w 59"/>
                <a:gd name="T33" fmla="*/ 56 h 120"/>
                <a:gd name="T34" fmla="*/ 16 w 59"/>
                <a:gd name="T35" fmla="*/ 54 h 120"/>
                <a:gd name="T36" fmla="*/ 7 w 59"/>
                <a:gd name="T37" fmla="*/ 18 h 120"/>
                <a:gd name="T38" fmla="*/ 0 w 59"/>
                <a:gd name="T39" fmla="*/ 0 h 120"/>
                <a:gd name="T40" fmla="*/ 9 w 59"/>
                <a:gd name="T41" fmla="*/ 2 h 120"/>
                <a:gd name="T42" fmla="*/ 12 w 59"/>
                <a:gd name="T43" fmla="*/ 0 h 1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9" h="120">
                  <a:moveTo>
                    <a:pt x="12" y="0"/>
                  </a:moveTo>
                  <a:lnTo>
                    <a:pt x="21" y="0"/>
                  </a:lnTo>
                  <a:lnTo>
                    <a:pt x="41" y="27"/>
                  </a:lnTo>
                  <a:lnTo>
                    <a:pt x="55" y="78"/>
                  </a:lnTo>
                  <a:lnTo>
                    <a:pt x="58" y="81"/>
                  </a:lnTo>
                  <a:lnTo>
                    <a:pt x="58" y="94"/>
                  </a:lnTo>
                  <a:lnTo>
                    <a:pt x="48" y="94"/>
                  </a:lnTo>
                  <a:lnTo>
                    <a:pt x="45" y="91"/>
                  </a:lnTo>
                  <a:lnTo>
                    <a:pt x="41" y="97"/>
                  </a:lnTo>
                  <a:lnTo>
                    <a:pt x="45" y="108"/>
                  </a:lnTo>
                  <a:lnTo>
                    <a:pt x="45" y="119"/>
                  </a:lnTo>
                  <a:lnTo>
                    <a:pt x="33" y="119"/>
                  </a:lnTo>
                  <a:lnTo>
                    <a:pt x="14" y="83"/>
                  </a:lnTo>
                  <a:lnTo>
                    <a:pt x="2" y="48"/>
                  </a:lnTo>
                  <a:lnTo>
                    <a:pt x="2" y="45"/>
                  </a:lnTo>
                  <a:lnTo>
                    <a:pt x="4" y="45"/>
                  </a:lnTo>
                  <a:lnTo>
                    <a:pt x="14" y="56"/>
                  </a:lnTo>
                  <a:lnTo>
                    <a:pt x="16" y="54"/>
                  </a:lnTo>
                  <a:lnTo>
                    <a:pt x="7" y="18"/>
                  </a:lnTo>
                  <a:lnTo>
                    <a:pt x="0" y="0"/>
                  </a:lnTo>
                  <a:lnTo>
                    <a:pt x="9" y="2"/>
                  </a:lnTo>
                  <a:lnTo>
                    <a:pt x="12" y="0"/>
                  </a:lnTo>
                </a:path>
              </a:pathLst>
            </a:custGeom>
            <a:gradFill rotWithShape="0">
              <a:gsLst>
                <a:gs pos="0">
                  <a:schemeClr val="tx1"/>
                </a:gs>
                <a:gs pos="100000">
                  <a:srgbClr val="660066"/>
                </a:gs>
              </a:gsLst>
              <a:lin ang="5400000" scaled="1"/>
            </a:gradFill>
            <a:ln>
              <a:noFill/>
            </a:ln>
            <a:effectLst>
              <a:outerShdw dist="40161" dir="6506097" algn="ctr" rotWithShape="0">
                <a:schemeClr val="bg2">
                  <a:alpha val="50000"/>
                </a:schemeClr>
              </a:outerShdw>
            </a:effectLst>
            <a:extLst>
              <a:ext uri="{91240B29-F687-4F45-9708-019B960494DF}">
                <a14:hiddenLine xmlns:a14="http://schemas.microsoft.com/office/drawing/2010/main" w="9525" cap="rnd">
                  <a:solidFill>
                    <a:schemeClr val="tx1"/>
                  </a:solidFill>
                  <a:round/>
                  <a:headEnd/>
                  <a:tailEnd/>
                </a14:hiddenLine>
              </a:ext>
            </a:extLst>
          </p:spPr>
          <p:txBody>
            <a:bodyPr/>
            <a:lstStyle/>
            <a:p>
              <a:endParaRPr lang="ko-KR" altLang="en-US"/>
            </a:p>
          </p:txBody>
        </p:sp>
        <p:sp>
          <p:nvSpPr>
            <p:cNvPr id="418294" name="Freeform 767">
              <a:extLst>
                <a:ext uri="{FF2B5EF4-FFF2-40B4-BE49-F238E27FC236}">
                  <a16:creationId xmlns:a16="http://schemas.microsoft.com/office/drawing/2014/main" id="{E7299CCC-C863-6D8E-EF73-0EA74CA559BA}"/>
                </a:ext>
              </a:extLst>
            </p:cNvPr>
            <p:cNvSpPr>
              <a:spLocks/>
            </p:cNvSpPr>
            <p:nvPr/>
          </p:nvSpPr>
          <p:spPr bwMode="auto">
            <a:xfrm>
              <a:off x="5285" y="581"/>
              <a:ext cx="91" cy="84"/>
            </a:xfrm>
            <a:custGeom>
              <a:avLst/>
              <a:gdLst>
                <a:gd name="T0" fmla="*/ 53 w 91"/>
                <a:gd name="T1" fmla="*/ 2 h 84"/>
                <a:gd name="T2" fmla="*/ 53 w 91"/>
                <a:gd name="T3" fmla="*/ 0 h 84"/>
                <a:gd name="T4" fmla="*/ 65 w 91"/>
                <a:gd name="T5" fmla="*/ 2 h 84"/>
                <a:gd name="T6" fmla="*/ 87 w 91"/>
                <a:gd name="T7" fmla="*/ 40 h 84"/>
                <a:gd name="T8" fmla="*/ 90 w 91"/>
                <a:gd name="T9" fmla="*/ 58 h 84"/>
                <a:gd name="T10" fmla="*/ 82 w 91"/>
                <a:gd name="T11" fmla="*/ 64 h 84"/>
                <a:gd name="T12" fmla="*/ 80 w 91"/>
                <a:gd name="T13" fmla="*/ 66 h 84"/>
                <a:gd name="T14" fmla="*/ 85 w 91"/>
                <a:gd name="T15" fmla="*/ 75 h 84"/>
                <a:gd name="T16" fmla="*/ 77 w 91"/>
                <a:gd name="T17" fmla="*/ 83 h 84"/>
                <a:gd name="T18" fmla="*/ 65 w 91"/>
                <a:gd name="T19" fmla="*/ 80 h 84"/>
                <a:gd name="T20" fmla="*/ 48 w 91"/>
                <a:gd name="T21" fmla="*/ 66 h 84"/>
                <a:gd name="T22" fmla="*/ 29 w 91"/>
                <a:gd name="T23" fmla="*/ 75 h 84"/>
                <a:gd name="T24" fmla="*/ 29 w 91"/>
                <a:gd name="T25" fmla="*/ 77 h 84"/>
                <a:gd name="T26" fmla="*/ 19 w 91"/>
                <a:gd name="T27" fmla="*/ 77 h 84"/>
                <a:gd name="T28" fmla="*/ 4 w 91"/>
                <a:gd name="T29" fmla="*/ 58 h 84"/>
                <a:gd name="T30" fmla="*/ 0 w 91"/>
                <a:gd name="T31" fmla="*/ 45 h 84"/>
                <a:gd name="T32" fmla="*/ 0 w 91"/>
                <a:gd name="T33" fmla="*/ 40 h 84"/>
                <a:gd name="T34" fmla="*/ 12 w 91"/>
                <a:gd name="T35" fmla="*/ 29 h 84"/>
                <a:gd name="T36" fmla="*/ 26 w 91"/>
                <a:gd name="T37" fmla="*/ 13 h 84"/>
                <a:gd name="T38" fmla="*/ 29 w 91"/>
                <a:gd name="T39" fmla="*/ 13 h 84"/>
                <a:gd name="T40" fmla="*/ 34 w 91"/>
                <a:gd name="T41" fmla="*/ 0 h 84"/>
                <a:gd name="T42" fmla="*/ 51 w 91"/>
                <a:gd name="T43" fmla="*/ 5 h 84"/>
                <a:gd name="T44" fmla="*/ 53 w 91"/>
                <a:gd name="T45" fmla="*/ 2 h 8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1" h="84">
                  <a:moveTo>
                    <a:pt x="53" y="2"/>
                  </a:moveTo>
                  <a:lnTo>
                    <a:pt x="53" y="0"/>
                  </a:lnTo>
                  <a:lnTo>
                    <a:pt x="65" y="2"/>
                  </a:lnTo>
                  <a:lnTo>
                    <a:pt x="87" y="40"/>
                  </a:lnTo>
                  <a:lnTo>
                    <a:pt x="90" y="58"/>
                  </a:lnTo>
                  <a:lnTo>
                    <a:pt x="82" y="64"/>
                  </a:lnTo>
                  <a:lnTo>
                    <a:pt x="80" y="66"/>
                  </a:lnTo>
                  <a:lnTo>
                    <a:pt x="85" y="75"/>
                  </a:lnTo>
                  <a:lnTo>
                    <a:pt x="77" y="83"/>
                  </a:lnTo>
                  <a:lnTo>
                    <a:pt x="65" y="80"/>
                  </a:lnTo>
                  <a:lnTo>
                    <a:pt x="48" y="66"/>
                  </a:lnTo>
                  <a:lnTo>
                    <a:pt x="29" y="75"/>
                  </a:lnTo>
                  <a:lnTo>
                    <a:pt x="29" y="77"/>
                  </a:lnTo>
                  <a:lnTo>
                    <a:pt x="19" y="77"/>
                  </a:lnTo>
                  <a:lnTo>
                    <a:pt x="4" y="58"/>
                  </a:lnTo>
                  <a:lnTo>
                    <a:pt x="0" y="45"/>
                  </a:lnTo>
                  <a:lnTo>
                    <a:pt x="0" y="40"/>
                  </a:lnTo>
                  <a:lnTo>
                    <a:pt x="12" y="29"/>
                  </a:lnTo>
                  <a:lnTo>
                    <a:pt x="26" y="13"/>
                  </a:lnTo>
                  <a:lnTo>
                    <a:pt x="29" y="13"/>
                  </a:lnTo>
                  <a:lnTo>
                    <a:pt x="34" y="0"/>
                  </a:lnTo>
                  <a:lnTo>
                    <a:pt x="51" y="5"/>
                  </a:lnTo>
                  <a:lnTo>
                    <a:pt x="53" y="2"/>
                  </a:lnTo>
                </a:path>
              </a:pathLst>
            </a:custGeom>
            <a:gradFill rotWithShape="0">
              <a:gsLst>
                <a:gs pos="0">
                  <a:schemeClr val="tx1"/>
                </a:gs>
                <a:gs pos="100000">
                  <a:srgbClr val="660066"/>
                </a:gs>
              </a:gsLst>
              <a:lin ang="5400000" scaled="1"/>
            </a:gradFill>
            <a:ln>
              <a:noFill/>
            </a:ln>
            <a:effectLst>
              <a:outerShdw dist="40161" dir="6506097" algn="ctr" rotWithShape="0">
                <a:schemeClr val="bg2">
                  <a:alpha val="50000"/>
                </a:schemeClr>
              </a:outerShdw>
            </a:effectLst>
            <a:extLst>
              <a:ext uri="{91240B29-F687-4F45-9708-019B960494DF}">
                <a14:hiddenLine xmlns:a14="http://schemas.microsoft.com/office/drawing/2010/main" w="9525" cap="rnd">
                  <a:solidFill>
                    <a:schemeClr val="tx1"/>
                  </a:solidFill>
                  <a:round/>
                  <a:headEnd/>
                  <a:tailEnd/>
                </a14:hiddenLine>
              </a:ext>
            </a:extLst>
          </p:spPr>
          <p:txBody>
            <a:bodyPr/>
            <a:lstStyle/>
            <a:p>
              <a:endParaRPr lang="ko-KR" altLang="en-US"/>
            </a:p>
          </p:txBody>
        </p:sp>
      </p:grpSp>
      <p:pic>
        <p:nvPicPr>
          <p:cNvPr id="417804" name="Picture 768">
            <a:extLst>
              <a:ext uri="{FF2B5EF4-FFF2-40B4-BE49-F238E27FC236}">
                <a16:creationId xmlns:a16="http://schemas.microsoft.com/office/drawing/2014/main" id="{45145CBC-A693-6752-6583-FCD47BE2571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8463" y="1644650"/>
            <a:ext cx="890587" cy="71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7805" name="Group 769">
            <a:extLst>
              <a:ext uri="{FF2B5EF4-FFF2-40B4-BE49-F238E27FC236}">
                <a16:creationId xmlns:a16="http://schemas.microsoft.com/office/drawing/2014/main" id="{00D3D9BA-EF57-ADB4-ED78-0E672204BF44}"/>
              </a:ext>
            </a:extLst>
          </p:cNvPr>
          <p:cNvGrpSpPr>
            <a:grpSpLocks/>
          </p:cNvGrpSpPr>
          <p:nvPr/>
        </p:nvGrpSpPr>
        <p:grpSpPr bwMode="auto">
          <a:xfrm>
            <a:off x="3952875" y="2106613"/>
            <a:ext cx="3213100" cy="1666875"/>
            <a:chOff x="1351" y="1544"/>
            <a:chExt cx="4607" cy="2843"/>
          </a:xfrm>
        </p:grpSpPr>
        <p:sp>
          <p:nvSpPr>
            <p:cNvPr id="418097" name="Freeform 770">
              <a:extLst>
                <a:ext uri="{FF2B5EF4-FFF2-40B4-BE49-F238E27FC236}">
                  <a16:creationId xmlns:a16="http://schemas.microsoft.com/office/drawing/2014/main" id="{68A89322-7B81-7954-960D-7A5C5B73E306}"/>
                </a:ext>
              </a:extLst>
            </p:cNvPr>
            <p:cNvSpPr>
              <a:spLocks/>
            </p:cNvSpPr>
            <p:nvPr/>
          </p:nvSpPr>
          <p:spPr bwMode="auto">
            <a:xfrm>
              <a:off x="5411" y="4281"/>
              <a:ext cx="16" cy="25"/>
            </a:xfrm>
            <a:custGeom>
              <a:avLst/>
              <a:gdLst>
                <a:gd name="T0" fmla="*/ 0 w 64"/>
                <a:gd name="T1" fmla="*/ 0 h 98"/>
                <a:gd name="T2" fmla="*/ 0 w 64"/>
                <a:gd name="T3" fmla="*/ 0 h 98"/>
                <a:gd name="T4" fmla="*/ 0 w 64"/>
                <a:gd name="T5" fmla="*/ 0 h 98"/>
                <a:gd name="T6" fmla="*/ 0 w 64"/>
                <a:gd name="T7" fmla="*/ 0 h 98"/>
                <a:gd name="T8" fmla="*/ 0 w 64"/>
                <a:gd name="T9" fmla="*/ 0 h 98"/>
                <a:gd name="T10" fmla="*/ 0 w 64"/>
                <a:gd name="T11" fmla="*/ 0 h 98"/>
                <a:gd name="T12" fmla="*/ 0 w 64"/>
                <a:gd name="T13" fmla="*/ 0 h 98"/>
                <a:gd name="T14" fmla="*/ 0 w 64"/>
                <a:gd name="T15" fmla="*/ 0 h 9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4" h="98">
                  <a:moveTo>
                    <a:pt x="58" y="28"/>
                  </a:moveTo>
                  <a:lnTo>
                    <a:pt x="64" y="0"/>
                  </a:lnTo>
                  <a:lnTo>
                    <a:pt x="41" y="5"/>
                  </a:lnTo>
                  <a:lnTo>
                    <a:pt x="0" y="70"/>
                  </a:lnTo>
                  <a:lnTo>
                    <a:pt x="24" y="98"/>
                  </a:lnTo>
                  <a:lnTo>
                    <a:pt x="35" y="87"/>
                  </a:lnTo>
                  <a:lnTo>
                    <a:pt x="41" y="63"/>
                  </a:lnTo>
                  <a:lnTo>
                    <a:pt x="58" y="28"/>
                  </a:lnTo>
                  <a:close/>
                </a:path>
              </a:pathLst>
            </a:custGeom>
            <a:solidFill>
              <a:schemeClr val="hlink"/>
            </a:solidFill>
            <a:ln w="9525">
              <a:solidFill>
                <a:schemeClr val="hlink"/>
              </a:solidFill>
              <a:round/>
              <a:headEnd/>
              <a:tailEnd/>
            </a:ln>
          </p:spPr>
          <p:txBody>
            <a:bodyPr/>
            <a:lstStyle/>
            <a:p>
              <a:endParaRPr lang="ko-KR" altLang="en-US"/>
            </a:p>
          </p:txBody>
        </p:sp>
        <p:sp>
          <p:nvSpPr>
            <p:cNvPr id="418098" name="Freeform 771">
              <a:extLst>
                <a:ext uri="{FF2B5EF4-FFF2-40B4-BE49-F238E27FC236}">
                  <a16:creationId xmlns:a16="http://schemas.microsoft.com/office/drawing/2014/main" id="{20E43FFE-CB2D-096C-A0BA-454C43C8D4E8}"/>
                </a:ext>
              </a:extLst>
            </p:cNvPr>
            <p:cNvSpPr>
              <a:spLocks/>
            </p:cNvSpPr>
            <p:nvPr/>
          </p:nvSpPr>
          <p:spPr bwMode="auto">
            <a:xfrm>
              <a:off x="5245" y="4238"/>
              <a:ext cx="9" cy="17"/>
            </a:xfrm>
            <a:custGeom>
              <a:avLst/>
              <a:gdLst>
                <a:gd name="T0" fmla="*/ 0 w 29"/>
                <a:gd name="T1" fmla="*/ 0 h 63"/>
                <a:gd name="T2" fmla="*/ 0 w 29"/>
                <a:gd name="T3" fmla="*/ 0 h 63"/>
                <a:gd name="T4" fmla="*/ 0 w 29"/>
                <a:gd name="T5" fmla="*/ 0 h 63"/>
                <a:gd name="T6" fmla="*/ 0 w 29"/>
                <a:gd name="T7" fmla="*/ 0 h 63"/>
                <a:gd name="T8" fmla="*/ 0 w 29"/>
                <a:gd name="T9" fmla="*/ 0 h 63"/>
                <a:gd name="T10" fmla="*/ 0 w 29"/>
                <a:gd name="T11" fmla="*/ 0 h 63"/>
                <a:gd name="T12" fmla="*/ 0 w 29"/>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63">
                  <a:moveTo>
                    <a:pt x="17" y="0"/>
                  </a:moveTo>
                  <a:lnTo>
                    <a:pt x="0" y="0"/>
                  </a:lnTo>
                  <a:lnTo>
                    <a:pt x="0" y="63"/>
                  </a:lnTo>
                  <a:lnTo>
                    <a:pt x="24" y="40"/>
                  </a:lnTo>
                  <a:lnTo>
                    <a:pt x="24" y="17"/>
                  </a:lnTo>
                  <a:lnTo>
                    <a:pt x="29" y="0"/>
                  </a:lnTo>
                  <a:lnTo>
                    <a:pt x="17" y="0"/>
                  </a:lnTo>
                  <a:close/>
                </a:path>
              </a:pathLst>
            </a:custGeom>
            <a:solidFill>
              <a:schemeClr val="hlink"/>
            </a:solidFill>
            <a:ln w="9525">
              <a:solidFill>
                <a:schemeClr val="hlink"/>
              </a:solidFill>
              <a:round/>
              <a:headEnd/>
              <a:tailEnd/>
            </a:ln>
          </p:spPr>
          <p:txBody>
            <a:bodyPr/>
            <a:lstStyle/>
            <a:p>
              <a:endParaRPr lang="ko-KR" altLang="en-US"/>
            </a:p>
          </p:txBody>
        </p:sp>
        <p:sp>
          <p:nvSpPr>
            <p:cNvPr id="418099" name="Freeform 772">
              <a:extLst>
                <a:ext uri="{FF2B5EF4-FFF2-40B4-BE49-F238E27FC236}">
                  <a16:creationId xmlns:a16="http://schemas.microsoft.com/office/drawing/2014/main" id="{97AB9932-C053-1EB5-A78C-62BF82B367F2}"/>
                </a:ext>
              </a:extLst>
            </p:cNvPr>
            <p:cNvSpPr>
              <a:spLocks/>
            </p:cNvSpPr>
            <p:nvPr/>
          </p:nvSpPr>
          <p:spPr bwMode="auto">
            <a:xfrm>
              <a:off x="5260" y="4302"/>
              <a:ext cx="10" cy="13"/>
            </a:xfrm>
            <a:custGeom>
              <a:avLst/>
              <a:gdLst>
                <a:gd name="T0" fmla="*/ 0 w 35"/>
                <a:gd name="T1" fmla="*/ 0 h 46"/>
                <a:gd name="T2" fmla="*/ 0 w 35"/>
                <a:gd name="T3" fmla="*/ 0 h 46"/>
                <a:gd name="T4" fmla="*/ 0 w 35"/>
                <a:gd name="T5" fmla="*/ 0 h 46"/>
                <a:gd name="T6" fmla="*/ 0 w 35"/>
                <a:gd name="T7" fmla="*/ 0 h 46"/>
                <a:gd name="T8" fmla="*/ 0 w 35"/>
                <a:gd name="T9" fmla="*/ 0 h 46"/>
                <a:gd name="T10" fmla="*/ 0 w 35"/>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46">
                  <a:moveTo>
                    <a:pt x="29" y="17"/>
                  </a:moveTo>
                  <a:lnTo>
                    <a:pt x="6" y="0"/>
                  </a:lnTo>
                  <a:lnTo>
                    <a:pt x="0" y="29"/>
                  </a:lnTo>
                  <a:lnTo>
                    <a:pt x="24" y="46"/>
                  </a:lnTo>
                  <a:lnTo>
                    <a:pt x="35" y="23"/>
                  </a:lnTo>
                  <a:lnTo>
                    <a:pt x="29" y="17"/>
                  </a:lnTo>
                  <a:close/>
                </a:path>
              </a:pathLst>
            </a:custGeom>
            <a:solidFill>
              <a:schemeClr val="hlink"/>
            </a:solidFill>
            <a:ln w="9525">
              <a:solidFill>
                <a:schemeClr val="hlink"/>
              </a:solidFill>
              <a:round/>
              <a:headEnd/>
              <a:tailEnd/>
            </a:ln>
          </p:spPr>
          <p:txBody>
            <a:bodyPr/>
            <a:lstStyle/>
            <a:p>
              <a:endParaRPr lang="ko-KR" altLang="en-US"/>
            </a:p>
          </p:txBody>
        </p:sp>
        <p:sp>
          <p:nvSpPr>
            <p:cNvPr id="418100" name="Freeform 773">
              <a:extLst>
                <a:ext uri="{FF2B5EF4-FFF2-40B4-BE49-F238E27FC236}">
                  <a16:creationId xmlns:a16="http://schemas.microsoft.com/office/drawing/2014/main" id="{D04B45C8-B05A-4CFE-0FDD-379B43FE3518}"/>
                </a:ext>
              </a:extLst>
            </p:cNvPr>
            <p:cNvSpPr>
              <a:spLocks/>
            </p:cNvSpPr>
            <p:nvPr/>
          </p:nvSpPr>
          <p:spPr bwMode="auto">
            <a:xfrm>
              <a:off x="5282" y="4335"/>
              <a:ext cx="18" cy="12"/>
            </a:xfrm>
            <a:custGeom>
              <a:avLst/>
              <a:gdLst>
                <a:gd name="T0" fmla="*/ 0 w 70"/>
                <a:gd name="T1" fmla="*/ 0 h 34"/>
                <a:gd name="T2" fmla="*/ 0 w 70"/>
                <a:gd name="T3" fmla="*/ 0 h 34"/>
                <a:gd name="T4" fmla="*/ 0 w 70"/>
                <a:gd name="T5" fmla="*/ 0 h 34"/>
                <a:gd name="T6" fmla="*/ 0 w 70"/>
                <a:gd name="T7" fmla="*/ 0 h 34"/>
                <a:gd name="T8" fmla="*/ 0 w 70"/>
                <a:gd name="T9" fmla="*/ 0 h 34"/>
                <a:gd name="T10" fmla="*/ 0 w 70"/>
                <a:gd name="T11" fmla="*/ 0 h 34"/>
                <a:gd name="T12" fmla="*/ 0 w 70"/>
                <a:gd name="T13" fmla="*/ 0 h 34"/>
                <a:gd name="T14" fmla="*/ 0 w 70"/>
                <a:gd name="T15" fmla="*/ 0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34">
                  <a:moveTo>
                    <a:pt x="41" y="5"/>
                  </a:moveTo>
                  <a:lnTo>
                    <a:pt x="6" y="0"/>
                  </a:lnTo>
                  <a:lnTo>
                    <a:pt x="0" y="12"/>
                  </a:lnTo>
                  <a:lnTo>
                    <a:pt x="17" y="34"/>
                  </a:lnTo>
                  <a:lnTo>
                    <a:pt x="52" y="29"/>
                  </a:lnTo>
                  <a:lnTo>
                    <a:pt x="70" y="29"/>
                  </a:lnTo>
                  <a:lnTo>
                    <a:pt x="70" y="17"/>
                  </a:lnTo>
                  <a:lnTo>
                    <a:pt x="41" y="5"/>
                  </a:lnTo>
                  <a:close/>
                </a:path>
              </a:pathLst>
            </a:custGeom>
            <a:solidFill>
              <a:schemeClr val="hlink"/>
            </a:solidFill>
            <a:ln w="9525">
              <a:solidFill>
                <a:schemeClr val="hlink"/>
              </a:solidFill>
              <a:round/>
              <a:headEnd/>
              <a:tailEnd/>
            </a:ln>
          </p:spPr>
          <p:txBody>
            <a:bodyPr/>
            <a:lstStyle/>
            <a:p>
              <a:endParaRPr lang="ko-KR" altLang="en-US"/>
            </a:p>
          </p:txBody>
        </p:sp>
        <p:sp>
          <p:nvSpPr>
            <p:cNvPr id="418101" name="Freeform 774">
              <a:extLst>
                <a:ext uri="{FF2B5EF4-FFF2-40B4-BE49-F238E27FC236}">
                  <a16:creationId xmlns:a16="http://schemas.microsoft.com/office/drawing/2014/main" id="{2B8B2F16-6B00-B706-8BAA-C5669D1B5B42}"/>
                </a:ext>
              </a:extLst>
            </p:cNvPr>
            <p:cNvSpPr>
              <a:spLocks/>
            </p:cNvSpPr>
            <p:nvPr/>
          </p:nvSpPr>
          <p:spPr bwMode="auto">
            <a:xfrm>
              <a:off x="5706" y="3436"/>
              <a:ext cx="5" cy="6"/>
            </a:xfrm>
            <a:custGeom>
              <a:avLst/>
              <a:gdLst>
                <a:gd name="T0" fmla="*/ 0 w 30"/>
                <a:gd name="T1" fmla="*/ 0 h 18"/>
                <a:gd name="T2" fmla="*/ 0 w 30"/>
                <a:gd name="T3" fmla="*/ 0 h 18"/>
                <a:gd name="T4" fmla="*/ 0 w 30"/>
                <a:gd name="T5" fmla="*/ 0 h 18"/>
                <a:gd name="T6" fmla="*/ 0 w 30"/>
                <a:gd name="T7" fmla="*/ 0 h 18"/>
                <a:gd name="T8" fmla="*/ 0 w 30"/>
                <a:gd name="T9" fmla="*/ 0 h 18"/>
                <a:gd name="T10" fmla="*/ 0 w 3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18">
                  <a:moveTo>
                    <a:pt x="12" y="0"/>
                  </a:moveTo>
                  <a:lnTo>
                    <a:pt x="6" y="0"/>
                  </a:lnTo>
                  <a:lnTo>
                    <a:pt x="0" y="11"/>
                  </a:lnTo>
                  <a:lnTo>
                    <a:pt x="12" y="18"/>
                  </a:lnTo>
                  <a:lnTo>
                    <a:pt x="30" y="6"/>
                  </a:lnTo>
                  <a:lnTo>
                    <a:pt x="12" y="0"/>
                  </a:lnTo>
                  <a:close/>
                </a:path>
              </a:pathLst>
            </a:custGeom>
            <a:solidFill>
              <a:schemeClr val="hlink"/>
            </a:solidFill>
            <a:ln w="9525">
              <a:solidFill>
                <a:schemeClr val="hlink"/>
              </a:solidFill>
              <a:round/>
              <a:headEnd/>
              <a:tailEnd/>
            </a:ln>
          </p:spPr>
          <p:txBody>
            <a:bodyPr/>
            <a:lstStyle/>
            <a:p>
              <a:endParaRPr lang="ko-KR" altLang="en-US"/>
            </a:p>
          </p:txBody>
        </p:sp>
        <p:sp>
          <p:nvSpPr>
            <p:cNvPr id="418102" name="Freeform 775">
              <a:extLst>
                <a:ext uri="{FF2B5EF4-FFF2-40B4-BE49-F238E27FC236}">
                  <a16:creationId xmlns:a16="http://schemas.microsoft.com/office/drawing/2014/main" id="{A3474984-3060-76F8-A05F-05F99487FB31}"/>
                </a:ext>
              </a:extLst>
            </p:cNvPr>
            <p:cNvSpPr>
              <a:spLocks/>
            </p:cNvSpPr>
            <p:nvPr/>
          </p:nvSpPr>
          <p:spPr bwMode="auto">
            <a:xfrm>
              <a:off x="5724" y="3425"/>
              <a:ext cx="14" cy="11"/>
            </a:xfrm>
            <a:custGeom>
              <a:avLst/>
              <a:gdLst>
                <a:gd name="T0" fmla="*/ 0 w 53"/>
                <a:gd name="T1" fmla="*/ 0 h 47"/>
                <a:gd name="T2" fmla="*/ 0 w 53"/>
                <a:gd name="T3" fmla="*/ 0 h 47"/>
                <a:gd name="T4" fmla="*/ 0 w 53"/>
                <a:gd name="T5" fmla="*/ 0 h 47"/>
                <a:gd name="T6" fmla="*/ 0 w 53"/>
                <a:gd name="T7" fmla="*/ 0 h 47"/>
                <a:gd name="T8" fmla="*/ 0 w 53"/>
                <a:gd name="T9" fmla="*/ 0 h 47"/>
                <a:gd name="T10" fmla="*/ 0 w 53"/>
                <a:gd name="T11" fmla="*/ 0 h 47"/>
                <a:gd name="T12" fmla="*/ 0 w 53"/>
                <a:gd name="T13" fmla="*/ 0 h 47"/>
                <a:gd name="T14" fmla="*/ 0 w 53"/>
                <a:gd name="T15" fmla="*/ 0 h 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47">
                  <a:moveTo>
                    <a:pt x="18" y="0"/>
                  </a:moveTo>
                  <a:lnTo>
                    <a:pt x="0" y="18"/>
                  </a:lnTo>
                  <a:lnTo>
                    <a:pt x="0" y="41"/>
                  </a:lnTo>
                  <a:lnTo>
                    <a:pt x="35" y="47"/>
                  </a:lnTo>
                  <a:lnTo>
                    <a:pt x="35" y="35"/>
                  </a:lnTo>
                  <a:lnTo>
                    <a:pt x="53" y="23"/>
                  </a:lnTo>
                  <a:lnTo>
                    <a:pt x="42" y="6"/>
                  </a:lnTo>
                  <a:lnTo>
                    <a:pt x="18" y="0"/>
                  </a:lnTo>
                  <a:close/>
                </a:path>
              </a:pathLst>
            </a:custGeom>
            <a:solidFill>
              <a:schemeClr val="hlink"/>
            </a:solidFill>
            <a:ln w="9525">
              <a:solidFill>
                <a:schemeClr val="hlink"/>
              </a:solidFill>
              <a:round/>
              <a:headEnd/>
              <a:tailEnd/>
            </a:ln>
          </p:spPr>
          <p:txBody>
            <a:bodyPr/>
            <a:lstStyle/>
            <a:p>
              <a:endParaRPr lang="ko-KR" altLang="en-US"/>
            </a:p>
          </p:txBody>
        </p:sp>
        <p:sp>
          <p:nvSpPr>
            <p:cNvPr id="418103" name="Freeform 776">
              <a:extLst>
                <a:ext uri="{FF2B5EF4-FFF2-40B4-BE49-F238E27FC236}">
                  <a16:creationId xmlns:a16="http://schemas.microsoft.com/office/drawing/2014/main" id="{6541140D-F32C-7701-FB5A-87B85CCA6FC8}"/>
                </a:ext>
              </a:extLst>
            </p:cNvPr>
            <p:cNvSpPr>
              <a:spLocks/>
            </p:cNvSpPr>
            <p:nvPr/>
          </p:nvSpPr>
          <p:spPr bwMode="auto">
            <a:xfrm>
              <a:off x="5201" y="3162"/>
              <a:ext cx="216" cy="297"/>
            </a:xfrm>
            <a:custGeom>
              <a:avLst/>
              <a:gdLst>
                <a:gd name="T0" fmla="*/ 0 w 860"/>
                <a:gd name="T1" fmla="*/ 0 h 1116"/>
                <a:gd name="T2" fmla="*/ 0 w 860"/>
                <a:gd name="T3" fmla="*/ 0 h 1116"/>
                <a:gd name="T4" fmla="*/ 0 w 860"/>
                <a:gd name="T5" fmla="*/ 0 h 1116"/>
                <a:gd name="T6" fmla="*/ 0 w 860"/>
                <a:gd name="T7" fmla="*/ 0 h 1116"/>
                <a:gd name="T8" fmla="*/ 0 w 860"/>
                <a:gd name="T9" fmla="*/ 0 h 1116"/>
                <a:gd name="T10" fmla="*/ 0 w 860"/>
                <a:gd name="T11" fmla="*/ 0 h 1116"/>
                <a:gd name="T12" fmla="*/ 0 w 860"/>
                <a:gd name="T13" fmla="*/ 0 h 1116"/>
                <a:gd name="T14" fmla="*/ 0 w 860"/>
                <a:gd name="T15" fmla="*/ 0 h 1116"/>
                <a:gd name="T16" fmla="*/ 0 w 860"/>
                <a:gd name="T17" fmla="*/ 0 h 1116"/>
                <a:gd name="T18" fmla="*/ 0 w 860"/>
                <a:gd name="T19" fmla="*/ 0 h 1116"/>
                <a:gd name="T20" fmla="*/ 0 w 860"/>
                <a:gd name="T21" fmla="*/ 0 h 1116"/>
                <a:gd name="T22" fmla="*/ 0 w 860"/>
                <a:gd name="T23" fmla="*/ 0 h 1116"/>
                <a:gd name="T24" fmla="*/ 0 w 860"/>
                <a:gd name="T25" fmla="*/ 0 h 1116"/>
                <a:gd name="T26" fmla="*/ 0 w 860"/>
                <a:gd name="T27" fmla="*/ 0 h 1116"/>
                <a:gd name="T28" fmla="*/ 0 w 860"/>
                <a:gd name="T29" fmla="*/ 0 h 1116"/>
                <a:gd name="T30" fmla="*/ 0 w 860"/>
                <a:gd name="T31" fmla="*/ 0 h 1116"/>
                <a:gd name="T32" fmla="*/ 0 w 860"/>
                <a:gd name="T33" fmla="*/ 0 h 1116"/>
                <a:gd name="T34" fmla="*/ 0 w 860"/>
                <a:gd name="T35" fmla="*/ 0 h 1116"/>
                <a:gd name="T36" fmla="*/ 0 w 860"/>
                <a:gd name="T37" fmla="*/ 0 h 1116"/>
                <a:gd name="T38" fmla="*/ 0 w 860"/>
                <a:gd name="T39" fmla="*/ 0 h 1116"/>
                <a:gd name="T40" fmla="*/ 0 w 860"/>
                <a:gd name="T41" fmla="*/ 0 h 1116"/>
                <a:gd name="T42" fmla="*/ 0 w 860"/>
                <a:gd name="T43" fmla="*/ 0 h 1116"/>
                <a:gd name="T44" fmla="*/ 0 w 860"/>
                <a:gd name="T45" fmla="*/ 0 h 1116"/>
                <a:gd name="T46" fmla="*/ 0 w 860"/>
                <a:gd name="T47" fmla="*/ 0 h 1116"/>
                <a:gd name="T48" fmla="*/ 0 w 860"/>
                <a:gd name="T49" fmla="*/ 0 h 1116"/>
                <a:gd name="T50" fmla="*/ 0 w 860"/>
                <a:gd name="T51" fmla="*/ 0 h 1116"/>
                <a:gd name="T52" fmla="*/ 0 w 860"/>
                <a:gd name="T53" fmla="*/ 0 h 1116"/>
                <a:gd name="T54" fmla="*/ 0 w 860"/>
                <a:gd name="T55" fmla="*/ 0 h 1116"/>
                <a:gd name="T56" fmla="*/ 0 w 860"/>
                <a:gd name="T57" fmla="*/ 0 h 1116"/>
                <a:gd name="T58" fmla="*/ 0 w 860"/>
                <a:gd name="T59" fmla="*/ 0 h 1116"/>
                <a:gd name="T60" fmla="*/ 0 w 860"/>
                <a:gd name="T61" fmla="*/ 0 h 1116"/>
                <a:gd name="T62" fmla="*/ 0 w 860"/>
                <a:gd name="T63" fmla="*/ 0 h 1116"/>
                <a:gd name="T64" fmla="*/ 0 w 860"/>
                <a:gd name="T65" fmla="*/ 0 h 1116"/>
                <a:gd name="T66" fmla="*/ 0 w 860"/>
                <a:gd name="T67" fmla="*/ 0 h 1116"/>
                <a:gd name="T68" fmla="*/ 0 w 860"/>
                <a:gd name="T69" fmla="*/ 0 h 1116"/>
                <a:gd name="T70" fmla="*/ 0 w 860"/>
                <a:gd name="T71" fmla="*/ 0 h 1116"/>
                <a:gd name="T72" fmla="*/ 0 w 860"/>
                <a:gd name="T73" fmla="*/ 0 h 1116"/>
                <a:gd name="T74" fmla="*/ 0 w 860"/>
                <a:gd name="T75" fmla="*/ 0 h 1116"/>
                <a:gd name="T76" fmla="*/ 0 w 860"/>
                <a:gd name="T77" fmla="*/ 0 h 1116"/>
                <a:gd name="T78" fmla="*/ 0 w 860"/>
                <a:gd name="T79" fmla="*/ 0 h 1116"/>
                <a:gd name="T80" fmla="*/ 0 w 860"/>
                <a:gd name="T81" fmla="*/ 0 h 1116"/>
                <a:gd name="T82" fmla="*/ 0 w 860"/>
                <a:gd name="T83" fmla="*/ 0 h 1116"/>
                <a:gd name="T84" fmla="*/ 0 w 860"/>
                <a:gd name="T85" fmla="*/ 0 h 1116"/>
                <a:gd name="T86" fmla="*/ 0 w 860"/>
                <a:gd name="T87" fmla="*/ 0 h 1116"/>
                <a:gd name="T88" fmla="*/ 0 w 860"/>
                <a:gd name="T89" fmla="*/ 0 h 1116"/>
                <a:gd name="T90" fmla="*/ 0 w 860"/>
                <a:gd name="T91" fmla="*/ 0 h 11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0" h="1116">
                  <a:moveTo>
                    <a:pt x="157" y="570"/>
                  </a:moveTo>
                  <a:lnTo>
                    <a:pt x="0" y="687"/>
                  </a:lnTo>
                  <a:lnTo>
                    <a:pt x="105" y="744"/>
                  </a:lnTo>
                  <a:lnTo>
                    <a:pt x="99" y="785"/>
                  </a:lnTo>
                  <a:lnTo>
                    <a:pt x="244" y="797"/>
                  </a:lnTo>
                  <a:lnTo>
                    <a:pt x="285" y="802"/>
                  </a:lnTo>
                  <a:lnTo>
                    <a:pt x="354" y="936"/>
                  </a:lnTo>
                  <a:lnTo>
                    <a:pt x="482" y="954"/>
                  </a:lnTo>
                  <a:lnTo>
                    <a:pt x="569" y="994"/>
                  </a:lnTo>
                  <a:lnTo>
                    <a:pt x="558" y="1111"/>
                  </a:lnTo>
                  <a:lnTo>
                    <a:pt x="581" y="1116"/>
                  </a:lnTo>
                  <a:lnTo>
                    <a:pt x="674" y="919"/>
                  </a:lnTo>
                  <a:lnTo>
                    <a:pt x="633" y="872"/>
                  </a:lnTo>
                  <a:lnTo>
                    <a:pt x="639" y="832"/>
                  </a:lnTo>
                  <a:lnTo>
                    <a:pt x="698" y="785"/>
                  </a:lnTo>
                  <a:lnTo>
                    <a:pt x="656" y="767"/>
                  </a:lnTo>
                  <a:lnTo>
                    <a:pt x="663" y="739"/>
                  </a:lnTo>
                  <a:lnTo>
                    <a:pt x="698" y="744"/>
                  </a:lnTo>
                  <a:lnTo>
                    <a:pt x="743" y="779"/>
                  </a:lnTo>
                  <a:lnTo>
                    <a:pt x="796" y="779"/>
                  </a:lnTo>
                  <a:lnTo>
                    <a:pt x="825" y="832"/>
                  </a:lnTo>
                  <a:lnTo>
                    <a:pt x="860" y="837"/>
                  </a:lnTo>
                  <a:lnTo>
                    <a:pt x="848" y="797"/>
                  </a:lnTo>
                  <a:lnTo>
                    <a:pt x="855" y="756"/>
                  </a:lnTo>
                  <a:lnTo>
                    <a:pt x="808" y="669"/>
                  </a:lnTo>
                  <a:lnTo>
                    <a:pt x="831" y="605"/>
                  </a:lnTo>
                  <a:lnTo>
                    <a:pt x="813" y="576"/>
                  </a:lnTo>
                  <a:lnTo>
                    <a:pt x="843" y="478"/>
                  </a:lnTo>
                  <a:lnTo>
                    <a:pt x="721" y="471"/>
                  </a:lnTo>
                  <a:lnTo>
                    <a:pt x="541" y="361"/>
                  </a:lnTo>
                  <a:lnTo>
                    <a:pt x="499" y="274"/>
                  </a:lnTo>
                  <a:lnTo>
                    <a:pt x="453" y="279"/>
                  </a:lnTo>
                  <a:lnTo>
                    <a:pt x="511" y="192"/>
                  </a:lnTo>
                  <a:lnTo>
                    <a:pt x="494" y="122"/>
                  </a:lnTo>
                  <a:lnTo>
                    <a:pt x="541" y="105"/>
                  </a:lnTo>
                  <a:lnTo>
                    <a:pt x="593" y="18"/>
                  </a:lnTo>
                  <a:lnTo>
                    <a:pt x="552" y="0"/>
                  </a:lnTo>
                  <a:lnTo>
                    <a:pt x="523" y="24"/>
                  </a:lnTo>
                  <a:lnTo>
                    <a:pt x="302" y="94"/>
                  </a:lnTo>
                  <a:lnTo>
                    <a:pt x="290" y="134"/>
                  </a:lnTo>
                  <a:lnTo>
                    <a:pt x="232" y="244"/>
                  </a:lnTo>
                  <a:lnTo>
                    <a:pt x="180" y="262"/>
                  </a:lnTo>
                  <a:lnTo>
                    <a:pt x="157" y="326"/>
                  </a:lnTo>
                  <a:lnTo>
                    <a:pt x="174" y="478"/>
                  </a:lnTo>
                  <a:lnTo>
                    <a:pt x="140" y="500"/>
                  </a:lnTo>
                  <a:lnTo>
                    <a:pt x="157" y="570"/>
                  </a:lnTo>
                  <a:close/>
                </a:path>
              </a:pathLst>
            </a:custGeom>
            <a:solidFill>
              <a:schemeClr val="hlink"/>
            </a:solidFill>
            <a:ln w="9525">
              <a:solidFill>
                <a:schemeClr val="hlink"/>
              </a:solidFill>
              <a:round/>
              <a:headEnd/>
              <a:tailEnd/>
            </a:ln>
          </p:spPr>
          <p:txBody>
            <a:bodyPr/>
            <a:lstStyle/>
            <a:p>
              <a:endParaRPr lang="ko-KR" altLang="en-US"/>
            </a:p>
          </p:txBody>
        </p:sp>
        <p:sp>
          <p:nvSpPr>
            <p:cNvPr id="418104" name="Freeform 777">
              <a:extLst>
                <a:ext uri="{FF2B5EF4-FFF2-40B4-BE49-F238E27FC236}">
                  <a16:creationId xmlns:a16="http://schemas.microsoft.com/office/drawing/2014/main" id="{F23AA158-4E2C-E09A-6DF5-35564151099D}"/>
                </a:ext>
              </a:extLst>
            </p:cNvPr>
            <p:cNvSpPr>
              <a:spLocks/>
            </p:cNvSpPr>
            <p:nvPr/>
          </p:nvSpPr>
          <p:spPr bwMode="auto">
            <a:xfrm>
              <a:off x="5171" y="3346"/>
              <a:ext cx="91" cy="108"/>
            </a:xfrm>
            <a:custGeom>
              <a:avLst/>
              <a:gdLst>
                <a:gd name="T0" fmla="*/ 0 w 361"/>
                <a:gd name="T1" fmla="*/ 0 h 412"/>
                <a:gd name="T2" fmla="*/ 0 w 361"/>
                <a:gd name="T3" fmla="*/ 0 h 412"/>
                <a:gd name="T4" fmla="*/ 0 w 361"/>
                <a:gd name="T5" fmla="*/ 0 h 412"/>
                <a:gd name="T6" fmla="*/ 0 w 361"/>
                <a:gd name="T7" fmla="*/ 0 h 412"/>
                <a:gd name="T8" fmla="*/ 0 w 361"/>
                <a:gd name="T9" fmla="*/ 0 h 412"/>
                <a:gd name="T10" fmla="*/ 0 w 361"/>
                <a:gd name="T11" fmla="*/ 0 h 412"/>
                <a:gd name="T12" fmla="*/ 0 w 361"/>
                <a:gd name="T13" fmla="*/ 0 h 412"/>
                <a:gd name="T14" fmla="*/ 0 w 361"/>
                <a:gd name="T15" fmla="*/ 0 h 412"/>
                <a:gd name="T16" fmla="*/ 0 w 361"/>
                <a:gd name="T17" fmla="*/ 0 h 412"/>
                <a:gd name="T18" fmla="*/ 0 w 361"/>
                <a:gd name="T19" fmla="*/ 0 h 412"/>
                <a:gd name="T20" fmla="*/ 0 w 361"/>
                <a:gd name="T21" fmla="*/ 0 h 412"/>
                <a:gd name="T22" fmla="*/ 0 w 361"/>
                <a:gd name="T23" fmla="*/ 0 h 412"/>
                <a:gd name="T24" fmla="*/ 0 w 361"/>
                <a:gd name="T25" fmla="*/ 0 h 412"/>
                <a:gd name="T26" fmla="*/ 0 w 361"/>
                <a:gd name="T27" fmla="*/ 0 h 412"/>
                <a:gd name="T28" fmla="*/ 0 w 361"/>
                <a:gd name="T29" fmla="*/ 0 h 412"/>
                <a:gd name="T30" fmla="*/ 0 w 361"/>
                <a:gd name="T31" fmla="*/ 0 h 4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1" h="412">
                  <a:moveTo>
                    <a:pt x="123" y="0"/>
                  </a:moveTo>
                  <a:lnTo>
                    <a:pt x="59" y="45"/>
                  </a:lnTo>
                  <a:lnTo>
                    <a:pt x="0" y="197"/>
                  </a:lnTo>
                  <a:lnTo>
                    <a:pt x="0" y="267"/>
                  </a:lnTo>
                  <a:lnTo>
                    <a:pt x="24" y="272"/>
                  </a:lnTo>
                  <a:lnTo>
                    <a:pt x="65" y="220"/>
                  </a:lnTo>
                  <a:lnTo>
                    <a:pt x="70" y="237"/>
                  </a:lnTo>
                  <a:lnTo>
                    <a:pt x="42" y="336"/>
                  </a:lnTo>
                  <a:lnTo>
                    <a:pt x="100" y="412"/>
                  </a:lnTo>
                  <a:lnTo>
                    <a:pt x="216" y="324"/>
                  </a:lnTo>
                  <a:lnTo>
                    <a:pt x="227" y="272"/>
                  </a:lnTo>
                  <a:lnTo>
                    <a:pt x="309" y="249"/>
                  </a:lnTo>
                  <a:lnTo>
                    <a:pt x="361" y="110"/>
                  </a:lnTo>
                  <a:lnTo>
                    <a:pt x="216" y="98"/>
                  </a:lnTo>
                  <a:lnTo>
                    <a:pt x="222" y="57"/>
                  </a:lnTo>
                  <a:lnTo>
                    <a:pt x="123" y="0"/>
                  </a:lnTo>
                  <a:close/>
                </a:path>
              </a:pathLst>
            </a:custGeom>
            <a:solidFill>
              <a:schemeClr val="hlink"/>
            </a:solidFill>
            <a:ln w="9525">
              <a:solidFill>
                <a:schemeClr val="hlink"/>
              </a:solidFill>
              <a:round/>
              <a:headEnd/>
              <a:tailEnd/>
            </a:ln>
          </p:spPr>
          <p:txBody>
            <a:bodyPr/>
            <a:lstStyle/>
            <a:p>
              <a:endParaRPr lang="ko-KR" altLang="en-US"/>
            </a:p>
          </p:txBody>
        </p:sp>
        <p:sp>
          <p:nvSpPr>
            <p:cNvPr id="418105" name="Freeform 778">
              <a:extLst>
                <a:ext uri="{FF2B5EF4-FFF2-40B4-BE49-F238E27FC236}">
                  <a16:creationId xmlns:a16="http://schemas.microsoft.com/office/drawing/2014/main" id="{5020E3B6-0D7F-8928-1415-2F4B45CE9670}"/>
                </a:ext>
              </a:extLst>
            </p:cNvPr>
            <p:cNvSpPr>
              <a:spLocks/>
            </p:cNvSpPr>
            <p:nvPr/>
          </p:nvSpPr>
          <p:spPr bwMode="auto">
            <a:xfrm>
              <a:off x="5317" y="3175"/>
              <a:ext cx="245" cy="215"/>
            </a:xfrm>
            <a:custGeom>
              <a:avLst/>
              <a:gdLst>
                <a:gd name="T0" fmla="*/ 0 w 977"/>
                <a:gd name="T1" fmla="*/ 0 h 808"/>
                <a:gd name="T2" fmla="*/ 0 w 977"/>
                <a:gd name="T3" fmla="*/ 0 h 808"/>
                <a:gd name="T4" fmla="*/ 0 w 977"/>
                <a:gd name="T5" fmla="*/ 0 h 808"/>
                <a:gd name="T6" fmla="*/ 0 w 977"/>
                <a:gd name="T7" fmla="*/ 0 h 808"/>
                <a:gd name="T8" fmla="*/ 0 w 977"/>
                <a:gd name="T9" fmla="*/ 0 h 808"/>
                <a:gd name="T10" fmla="*/ 0 w 977"/>
                <a:gd name="T11" fmla="*/ 0 h 808"/>
                <a:gd name="T12" fmla="*/ 0 w 977"/>
                <a:gd name="T13" fmla="*/ 0 h 808"/>
                <a:gd name="T14" fmla="*/ 0 w 977"/>
                <a:gd name="T15" fmla="*/ 0 h 808"/>
                <a:gd name="T16" fmla="*/ 0 w 977"/>
                <a:gd name="T17" fmla="*/ 0 h 808"/>
                <a:gd name="T18" fmla="*/ 0 w 977"/>
                <a:gd name="T19" fmla="*/ 0 h 808"/>
                <a:gd name="T20" fmla="*/ 0 w 977"/>
                <a:gd name="T21" fmla="*/ 0 h 808"/>
                <a:gd name="T22" fmla="*/ 0 w 977"/>
                <a:gd name="T23" fmla="*/ 0 h 808"/>
                <a:gd name="T24" fmla="*/ 0 w 977"/>
                <a:gd name="T25" fmla="*/ 0 h 808"/>
                <a:gd name="T26" fmla="*/ 0 w 977"/>
                <a:gd name="T27" fmla="*/ 0 h 808"/>
                <a:gd name="T28" fmla="*/ 0 w 977"/>
                <a:gd name="T29" fmla="*/ 0 h 808"/>
                <a:gd name="T30" fmla="*/ 0 w 977"/>
                <a:gd name="T31" fmla="*/ 0 h 808"/>
                <a:gd name="T32" fmla="*/ 0 w 977"/>
                <a:gd name="T33" fmla="*/ 0 h 808"/>
                <a:gd name="T34" fmla="*/ 0 w 977"/>
                <a:gd name="T35" fmla="*/ 0 h 808"/>
                <a:gd name="T36" fmla="*/ 0 w 977"/>
                <a:gd name="T37" fmla="*/ 0 h 808"/>
                <a:gd name="T38" fmla="*/ 0 w 977"/>
                <a:gd name="T39" fmla="*/ 0 h 808"/>
                <a:gd name="T40" fmla="*/ 0 w 977"/>
                <a:gd name="T41" fmla="*/ 0 h 808"/>
                <a:gd name="T42" fmla="*/ 0 w 977"/>
                <a:gd name="T43" fmla="*/ 0 h 808"/>
                <a:gd name="T44" fmla="*/ 0 w 977"/>
                <a:gd name="T45" fmla="*/ 0 h 808"/>
                <a:gd name="T46" fmla="*/ 0 w 977"/>
                <a:gd name="T47" fmla="*/ 0 h 808"/>
                <a:gd name="T48" fmla="*/ 0 w 977"/>
                <a:gd name="T49" fmla="*/ 0 h 808"/>
                <a:gd name="T50" fmla="*/ 0 w 977"/>
                <a:gd name="T51" fmla="*/ 0 h 808"/>
                <a:gd name="T52" fmla="*/ 0 w 977"/>
                <a:gd name="T53" fmla="*/ 0 h 808"/>
                <a:gd name="T54" fmla="*/ 0 w 977"/>
                <a:gd name="T55" fmla="*/ 0 h 808"/>
                <a:gd name="T56" fmla="*/ 0 w 977"/>
                <a:gd name="T57" fmla="*/ 0 h 808"/>
                <a:gd name="T58" fmla="*/ 0 w 977"/>
                <a:gd name="T59" fmla="*/ 0 h 808"/>
                <a:gd name="T60" fmla="*/ 0 w 977"/>
                <a:gd name="T61" fmla="*/ 0 h 808"/>
                <a:gd name="T62" fmla="*/ 0 w 977"/>
                <a:gd name="T63" fmla="*/ 0 h 808"/>
                <a:gd name="T64" fmla="*/ 0 w 977"/>
                <a:gd name="T65" fmla="*/ 0 h 808"/>
                <a:gd name="T66" fmla="*/ 0 w 977"/>
                <a:gd name="T67" fmla="*/ 0 h 808"/>
                <a:gd name="T68" fmla="*/ 0 w 977"/>
                <a:gd name="T69" fmla="*/ 0 h 808"/>
                <a:gd name="T70" fmla="*/ 0 w 977"/>
                <a:gd name="T71" fmla="*/ 0 h 808"/>
                <a:gd name="T72" fmla="*/ 0 w 977"/>
                <a:gd name="T73" fmla="*/ 0 h 808"/>
                <a:gd name="T74" fmla="*/ 0 w 977"/>
                <a:gd name="T75" fmla="*/ 0 h 808"/>
                <a:gd name="T76" fmla="*/ 0 w 977"/>
                <a:gd name="T77" fmla="*/ 0 h 808"/>
                <a:gd name="T78" fmla="*/ 0 w 977"/>
                <a:gd name="T79" fmla="*/ 0 h 80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77" h="808">
                  <a:moveTo>
                    <a:pt x="75" y="52"/>
                  </a:moveTo>
                  <a:lnTo>
                    <a:pt x="93" y="134"/>
                  </a:lnTo>
                  <a:lnTo>
                    <a:pt x="139" y="180"/>
                  </a:lnTo>
                  <a:lnTo>
                    <a:pt x="145" y="146"/>
                  </a:lnTo>
                  <a:lnTo>
                    <a:pt x="127" y="87"/>
                  </a:lnTo>
                  <a:lnTo>
                    <a:pt x="174" y="64"/>
                  </a:lnTo>
                  <a:lnTo>
                    <a:pt x="197" y="0"/>
                  </a:lnTo>
                  <a:lnTo>
                    <a:pt x="319" y="52"/>
                  </a:lnTo>
                  <a:lnTo>
                    <a:pt x="354" y="111"/>
                  </a:lnTo>
                  <a:lnTo>
                    <a:pt x="750" y="146"/>
                  </a:lnTo>
                  <a:lnTo>
                    <a:pt x="750" y="174"/>
                  </a:lnTo>
                  <a:lnTo>
                    <a:pt x="855" y="238"/>
                  </a:lnTo>
                  <a:lnTo>
                    <a:pt x="849" y="290"/>
                  </a:lnTo>
                  <a:lnTo>
                    <a:pt x="977" y="372"/>
                  </a:lnTo>
                  <a:lnTo>
                    <a:pt x="872" y="395"/>
                  </a:lnTo>
                  <a:lnTo>
                    <a:pt x="901" y="442"/>
                  </a:lnTo>
                  <a:lnTo>
                    <a:pt x="872" y="470"/>
                  </a:lnTo>
                  <a:lnTo>
                    <a:pt x="849" y="470"/>
                  </a:lnTo>
                  <a:lnTo>
                    <a:pt x="855" y="564"/>
                  </a:lnTo>
                  <a:lnTo>
                    <a:pt x="820" y="639"/>
                  </a:lnTo>
                  <a:lnTo>
                    <a:pt x="727" y="627"/>
                  </a:lnTo>
                  <a:lnTo>
                    <a:pt x="698" y="645"/>
                  </a:lnTo>
                  <a:lnTo>
                    <a:pt x="570" y="569"/>
                  </a:lnTo>
                  <a:lnTo>
                    <a:pt x="546" y="592"/>
                  </a:lnTo>
                  <a:lnTo>
                    <a:pt x="633" y="714"/>
                  </a:lnTo>
                  <a:lnTo>
                    <a:pt x="511" y="808"/>
                  </a:lnTo>
                  <a:lnTo>
                    <a:pt x="401" y="784"/>
                  </a:lnTo>
                  <a:lnTo>
                    <a:pt x="389" y="744"/>
                  </a:lnTo>
                  <a:lnTo>
                    <a:pt x="396" y="703"/>
                  </a:lnTo>
                  <a:lnTo>
                    <a:pt x="354" y="622"/>
                  </a:lnTo>
                  <a:lnTo>
                    <a:pt x="372" y="552"/>
                  </a:lnTo>
                  <a:lnTo>
                    <a:pt x="354" y="523"/>
                  </a:lnTo>
                  <a:lnTo>
                    <a:pt x="384" y="425"/>
                  </a:lnTo>
                  <a:lnTo>
                    <a:pt x="250" y="413"/>
                  </a:lnTo>
                  <a:lnTo>
                    <a:pt x="70" y="308"/>
                  </a:lnTo>
                  <a:lnTo>
                    <a:pt x="40" y="221"/>
                  </a:lnTo>
                  <a:lnTo>
                    <a:pt x="0" y="226"/>
                  </a:lnTo>
                  <a:lnTo>
                    <a:pt x="52" y="139"/>
                  </a:lnTo>
                  <a:lnTo>
                    <a:pt x="35" y="69"/>
                  </a:lnTo>
                  <a:lnTo>
                    <a:pt x="75" y="52"/>
                  </a:lnTo>
                  <a:close/>
                </a:path>
              </a:pathLst>
            </a:custGeom>
            <a:solidFill>
              <a:schemeClr val="hlink"/>
            </a:solidFill>
            <a:ln w="9525">
              <a:solidFill>
                <a:schemeClr val="hlink"/>
              </a:solidFill>
              <a:round/>
              <a:headEnd/>
              <a:tailEnd/>
            </a:ln>
          </p:spPr>
          <p:txBody>
            <a:bodyPr/>
            <a:lstStyle/>
            <a:p>
              <a:endParaRPr lang="ko-KR" altLang="en-US"/>
            </a:p>
          </p:txBody>
        </p:sp>
        <p:sp>
          <p:nvSpPr>
            <p:cNvPr id="418106" name="Freeform 779">
              <a:extLst>
                <a:ext uri="{FF2B5EF4-FFF2-40B4-BE49-F238E27FC236}">
                  <a16:creationId xmlns:a16="http://schemas.microsoft.com/office/drawing/2014/main" id="{03BB61A8-46AD-8185-D880-D52ABA54B598}"/>
                </a:ext>
              </a:extLst>
            </p:cNvPr>
            <p:cNvSpPr>
              <a:spLocks/>
            </p:cNvSpPr>
            <p:nvPr/>
          </p:nvSpPr>
          <p:spPr bwMode="auto">
            <a:xfrm>
              <a:off x="5159" y="3373"/>
              <a:ext cx="210" cy="343"/>
            </a:xfrm>
            <a:custGeom>
              <a:avLst/>
              <a:gdLst>
                <a:gd name="T0" fmla="*/ 0 w 825"/>
                <a:gd name="T1" fmla="*/ 0 h 1283"/>
                <a:gd name="T2" fmla="*/ 0 w 825"/>
                <a:gd name="T3" fmla="*/ 0 h 1283"/>
                <a:gd name="T4" fmla="*/ 0 w 825"/>
                <a:gd name="T5" fmla="*/ 0 h 1283"/>
                <a:gd name="T6" fmla="*/ 0 w 825"/>
                <a:gd name="T7" fmla="*/ 0 h 1283"/>
                <a:gd name="T8" fmla="*/ 0 w 825"/>
                <a:gd name="T9" fmla="*/ 0 h 1283"/>
                <a:gd name="T10" fmla="*/ 0 w 825"/>
                <a:gd name="T11" fmla="*/ 0 h 1283"/>
                <a:gd name="T12" fmla="*/ 0 w 825"/>
                <a:gd name="T13" fmla="*/ 0 h 1283"/>
                <a:gd name="T14" fmla="*/ 0 w 825"/>
                <a:gd name="T15" fmla="*/ 0 h 1283"/>
                <a:gd name="T16" fmla="*/ 0 w 825"/>
                <a:gd name="T17" fmla="*/ 0 h 1283"/>
                <a:gd name="T18" fmla="*/ 0 w 825"/>
                <a:gd name="T19" fmla="*/ 0 h 1283"/>
                <a:gd name="T20" fmla="*/ 0 w 825"/>
                <a:gd name="T21" fmla="*/ 0 h 1283"/>
                <a:gd name="T22" fmla="*/ 0 w 825"/>
                <a:gd name="T23" fmla="*/ 0 h 1283"/>
                <a:gd name="T24" fmla="*/ 0 w 825"/>
                <a:gd name="T25" fmla="*/ 0 h 1283"/>
                <a:gd name="T26" fmla="*/ 0 w 825"/>
                <a:gd name="T27" fmla="*/ 0 h 1283"/>
                <a:gd name="T28" fmla="*/ 0 w 825"/>
                <a:gd name="T29" fmla="*/ 0 h 1283"/>
                <a:gd name="T30" fmla="*/ 0 w 825"/>
                <a:gd name="T31" fmla="*/ 0 h 1283"/>
                <a:gd name="T32" fmla="*/ 0 w 825"/>
                <a:gd name="T33" fmla="*/ 0 h 1283"/>
                <a:gd name="T34" fmla="*/ 0 w 825"/>
                <a:gd name="T35" fmla="*/ 0 h 1283"/>
                <a:gd name="T36" fmla="*/ 0 w 825"/>
                <a:gd name="T37" fmla="*/ 0 h 1283"/>
                <a:gd name="T38" fmla="*/ 0 w 825"/>
                <a:gd name="T39" fmla="*/ 0 h 1283"/>
                <a:gd name="T40" fmla="*/ 0 w 825"/>
                <a:gd name="T41" fmla="*/ 0 h 1283"/>
                <a:gd name="T42" fmla="*/ 0 w 825"/>
                <a:gd name="T43" fmla="*/ 0 h 1283"/>
                <a:gd name="T44" fmla="*/ 0 w 825"/>
                <a:gd name="T45" fmla="*/ 0 h 1283"/>
                <a:gd name="T46" fmla="*/ 0 w 825"/>
                <a:gd name="T47" fmla="*/ 0 h 1283"/>
                <a:gd name="T48" fmla="*/ 0 w 825"/>
                <a:gd name="T49" fmla="*/ 0 h 1283"/>
                <a:gd name="T50" fmla="*/ 0 w 825"/>
                <a:gd name="T51" fmla="*/ 0 h 1283"/>
                <a:gd name="T52" fmla="*/ 0 w 825"/>
                <a:gd name="T53" fmla="*/ 0 h 1283"/>
                <a:gd name="T54" fmla="*/ 0 w 825"/>
                <a:gd name="T55" fmla="*/ 0 h 1283"/>
                <a:gd name="T56" fmla="*/ 0 w 825"/>
                <a:gd name="T57" fmla="*/ 0 h 1283"/>
                <a:gd name="T58" fmla="*/ 0 w 825"/>
                <a:gd name="T59" fmla="*/ 0 h 1283"/>
                <a:gd name="T60" fmla="*/ 0 w 825"/>
                <a:gd name="T61" fmla="*/ 0 h 1283"/>
                <a:gd name="T62" fmla="*/ 0 w 825"/>
                <a:gd name="T63" fmla="*/ 0 h 1283"/>
                <a:gd name="T64" fmla="*/ 0 w 825"/>
                <a:gd name="T65" fmla="*/ 0 h 1283"/>
                <a:gd name="T66" fmla="*/ 0 w 825"/>
                <a:gd name="T67" fmla="*/ 0 h 1283"/>
                <a:gd name="T68" fmla="*/ 0 w 825"/>
                <a:gd name="T69" fmla="*/ 0 h 1283"/>
                <a:gd name="T70" fmla="*/ 0 w 825"/>
                <a:gd name="T71" fmla="*/ 0 h 1283"/>
                <a:gd name="T72" fmla="*/ 0 w 825"/>
                <a:gd name="T73" fmla="*/ 0 h 1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25" h="1283">
                  <a:moveTo>
                    <a:pt x="87" y="226"/>
                  </a:moveTo>
                  <a:lnTo>
                    <a:pt x="0" y="291"/>
                  </a:lnTo>
                  <a:lnTo>
                    <a:pt x="5" y="406"/>
                  </a:lnTo>
                  <a:lnTo>
                    <a:pt x="92" y="470"/>
                  </a:lnTo>
                  <a:lnTo>
                    <a:pt x="104" y="551"/>
                  </a:lnTo>
                  <a:lnTo>
                    <a:pt x="157" y="575"/>
                  </a:lnTo>
                  <a:lnTo>
                    <a:pt x="168" y="725"/>
                  </a:lnTo>
                  <a:lnTo>
                    <a:pt x="284" y="854"/>
                  </a:lnTo>
                  <a:lnTo>
                    <a:pt x="284" y="952"/>
                  </a:lnTo>
                  <a:lnTo>
                    <a:pt x="417" y="1115"/>
                  </a:lnTo>
                  <a:lnTo>
                    <a:pt x="604" y="1179"/>
                  </a:lnTo>
                  <a:lnTo>
                    <a:pt x="650" y="1283"/>
                  </a:lnTo>
                  <a:lnTo>
                    <a:pt x="766" y="1168"/>
                  </a:lnTo>
                  <a:lnTo>
                    <a:pt x="772" y="1086"/>
                  </a:lnTo>
                  <a:lnTo>
                    <a:pt x="825" y="976"/>
                  </a:lnTo>
                  <a:lnTo>
                    <a:pt x="755" y="819"/>
                  </a:lnTo>
                  <a:lnTo>
                    <a:pt x="696" y="778"/>
                  </a:lnTo>
                  <a:lnTo>
                    <a:pt x="708" y="714"/>
                  </a:lnTo>
                  <a:lnTo>
                    <a:pt x="673" y="680"/>
                  </a:lnTo>
                  <a:lnTo>
                    <a:pt x="598" y="714"/>
                  </a:lnTo>
                  <a:lnTo>
                    <a:pt x="551" y="650"/>
                  </a:lnTo>
                  <a:lnTo>
                    <a:pt x="493" y="697"/>
                  </a:lnTo>
                  <a:lnTo>
                    <a:pt x="469" y="586"/>
                  </a:lnTo>
                  <a:lnTo>
                    <a:pt x="528" y="488"/>
                  </a:lnTo>
                  <a:lnTo>
                    <a:pt x="534" y="436"/>
                  </a:lnTo>
                  <a:lnTo>
                    <a:pt x="743" y="319"/>
                  </a:lnTo>
                  <a:lnTo>
                    <a:pt x="720" y="314"/>
                  </a:lnTo>
                  <a:lnTo>
                    <a:pt x="731" y="197"/>
                  </a:lnTo>
                  <a:lnTo>
                    <a:pt x="650" y="157"/>
                  </a:lnTo>
                  <a:lnTo>
                    <a:pt x="516" y="139"/>
                  </a:lnTo>
                  <a:lnTo>
                    <a:pt x="447" y="5"/>
                  </a:lnTo>
                  <a:lnTo>
                    <a:pt x="406" y="0"/>
                  </a:lnTo>
                  <a:lnTo>
                    <a:pt x="354" y="139"/>
                  </a:lnTo>
                  <a:lnTo>
                    <a:pt x="272" y="162"/>
                  </a:lnTo>
                  <a:lnTo>
                    <a:pt x="261" y="226"/>
                  </a:lnTo>
                  <a:lnTo>
                    <a:pt x="139" y="308"/>
                  </a:lnTo>
                  <a:lnTo>
                    <a:pt x="87" y="226"/>
                  </a:lnTo>
                  <a:close/>
                </a:path>
              </a:pathLst>
            </a:custGeom>
            <a:solidFill>
              <a:schemeClr val="hlink"/>
            </a:solidFill>
            <a:ln w="9525">
              <a:solidFill>
                <a:schemeClr val="hlink"/>
              </a:solidFill>
              <a:round/>
              <a:headEnd/>
              <a:tailEnd/>
            </a:ln>
          </p:spPr>
          <p:txBody>
            <a:bodyPr/>
            <a:lstStyle/>
            <a:p>
              <a:endParaRPr lang="ko-KR" altLang="en-US"/>
            </a:p>
          </p:txBody>
        </p:sp>
        <p:sp>
          <p:nvSpPr>
            <p:cNvPr id="418107" name="Freeform 780">
              <a:extLst>
                <a:ext uri="{FF2B5EF4-FFF2-40B4-BE49-F238E27FC236}">
                  <a16:creationId xmlns:a16="http://schemas.microsoft.com/office/drawing/2014/main" id="{A3ED6560-1CCA-9482-487C-5819D09A7743}"/>
                </a:ext>
              </a:extLst>
            </p:cNvPr>
            <p:cNvSpPr>
              <a:spLocks/>
            </p:cNvSpPr>
            <p:nvPr/>
          </p:nvSpPr>
          <p:spPr bwMode="auto">
            <a:xfrm>
              <a:off x="5260" y="3698"/>
              <a:ext cx="119" cy="637"/>
            </a:xfrm>
            <a:custGeom>
              <a:avLst/>
              <a:gdLst>
                <a:gd name="T0" fmla="*/ 0 w 471"/>
                <a:gd name="T1" fmla="*/ 0 h 2399"/>
                <a:gd name="T2" fmla="*/ 0 w 471"/>
                <a:gd name="T3" fmla="*/ 0 h 2399"/>
                <a:gd name="T4" fmla="*/ 0 w 471"/>
                <a:gd name="T5" fmla="*/ 0 h 2399"/>
                <a:gd name="T6" fmla="*/ 0 w 471"/>
                <a:gd name="T7" fmla="*/ 0 h 2399"/>
                <a:gd name="T8" fmla="*/ 0 w 471"/>
                <a:gd name="T9" fmla="*/ 0 h 2399"/>
                <a:gd name="T10" fmla="*/ 0 w 471"/>
                <a:gd name="T11" fmla="*/ 0 h 2399"/>
                <a:gd name="T12" fmla="*/ 0 w 471"/>
                <a:gd name="T13" fmla="*/ 0 h 2399"/>
                <a:gd name="T14" fmla="*/ 0 w 471"/>
                <a:gd name="T15" fmla="*/ 0 h 2399"/>
                <a:gd name="T16" fmla="*/ 0 w 471"/>
                <a:gd name="T17" fmla="*/ 0 h 2399"/>
                <a:gd name="T18" fmla="*/ 0 w 471"/>
                <a:gd name="T19" fmla="*/ 0 h 2399"/>
                <a:gd name="T20" fmla="*/ 0 w 471"/>
                <a:gd name="T21" fmla="*/ 0 h 2399"/>
                <a:gd name="T22" fmla="*/ 0 w 471"/>
                <a:gd name="T23" fmla="*/ 0 h 2399"/>
                <a:gd name="T24" fmla="*/ 0 w 471"/>
                <a:gd name="T25" fmla="*/ 0 h 2399"/>
                <a:gd name="T26" fmla="*/ 0 w 471"/>
                <a:gd name="T27" fmla="*/ 0 h 2399"/>
                <a:gd name="T28" fmla="*/ 0 w 471"/>
                <a:gd name="T29" fmla="*/ 0 h 2399"/>
                <a:gd name="T30" fmla="*/ 0 w 471"/>
                <a:gd name="T31" fmla="*/ 0 h 2399"/>
                <a:gd name="T32" fmla="*/ 0 w 471"/>
                <a:gd name="T33" fmla="*/ 0 h 2399"/>
                <a:gd name="T34" fmla="*/ 0 w 471"/>
                <a:gd name="T35" fmla="*/ 0 h 2399"/>
                <a:gd name="T36" fmla="*/ 0 w 471"/>
                <a:gd name="T37" fmla="*/ 0 h 2399"/>
                <a:gd name="T38" fmla="*/ 0 w 471"/>
                <a:gd name="T39" fmla="*/ 0 h 2399"/>
                <a:gd name="T40" fmla="*/ 0 w 471"/>
                <a:gd name="T41" fmla="*/ 0 h 2399"/>
                <a:gd name="T42" fmla="*/ 0 w 471"/>
                <a:gd name="T43" fmla="*/ 0 h 2399"/>
                <a:gd name="T44" fmla="*/ 0 w 471"/>
                <a:gd name="T45" fmla="*/ 0 h 2399"/>
                <a:gd name="T46" fmla="*/ 0 w 471"/>
                <a:gd name="T47" fmla="*/ 0 h 2399"/>
                <a:gd name="T48" fmla="*/ 0 w 471"/>
                <a:gd name="T49" fmla="*/ 0 h 2399"/>
                <a:gd name="T50" fmla="*/ 0 w 471"/>
                <a:gd name="T51" fmla="*/ 0 h 2399"/>
                <a:gd name="T52" fmla="*/ 0 w 471"/>
                <a:gd name="T53" fmla="*/ 0 h 2399"/>
                <a:gd name="T54" fmla="*/ 0 w 471"/>
                <a:gd name="T55" fmla="*/ 0 h 2399"/>
                <a:gd name="T56" fmla="*/ 0 w 471"/>
                <a:gd name="T57" fmla="*/ 0 h 2399"/>
                <a:gd name="T58" fmla="*/ 0 w 471"/>
                <a:gd name="T59" fmla="*/ 0 h 2399"/>
                <a:gd name="T60" fmla="*/ 0 w 471"/>
                <a:gd name="T61" fmla="*/ 0 h 2399"/>
                <a:gd name="T62" fmla="*/ 0 w 471"/>
                <a:gd name="T63" fmla="*/ 0 h 23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71" h="2399">
                  <a:moveTo>
                    <a:pt x="250" y="63"/>
                  </a:moveTo>
                  <a:lnTo>
                    <a:pt x="285" y="133"/>
                  </a:lnTo>
                  <a:lnTo>
                    <a:pt x="233" y="558"/>
                  </a:lnTo>
                  <a:lnTo>
                    <a:pt x="268" y="586"/>
                  </a:lnTo>
                  <a:lnTo>
                    <a:pt x="204" y="650"/>
                  </a:lnTo>
                  <a:lnTo>
                    <a:pt x="163" y="830"/>
                  </a:lnTo>
                  <a:lnTo>
                    <a:pt x="204" y="929"/>
                  </a:lnTo>
                  <a:lnTo>
                    <a:pt x="128" y="1208"/>
                  </a:lnTo>
                  <a:lnTo>
                    <a:pt x="69" y="1324"/>
                  </a:lnTo>
                  <a:lnTo>
                    <a:pt x="93" y="1417"/>
                  </a:lnTo>
                  <a:lnTo>
                    <a:pt x="87" y="1550"/>
                  </a:lnTo>
                  <a:lnTo>
                    <a:pt x="128" y="1632"/>
                  </a:lnTo>
                  <a:lnTo>
                    <a:pt x="139" y="1679"/>
                  </a:lnTo>
                  <a:lnTo>
                    <a:pt x="93" y="1719"/>
                  </a:lnTo>
                  <a:lnTo>
                    <a:pt x="128" y="1812"/>
                  </a:lnTo>
                  <a:lnTo>
                    <a:pt x="104" y="1864"/>
                  </a:lnTo>
                  <a:lnTo>
                    <a:pt x="6" y="1899"/>
                  </a:lnTo>
                  <a:lnTo>
                    <a:pt x="0" y="1928"/>
                  </a:lnTo>
                  <a:lnTo>
                    <a:pt x="52" y="1946"/>
                  </a:lnTo>
                  <a:lnTo>
                    <a:pt x="41" y="1998"/>
                  </a:lnTo>
                  <a:lnTo>
                    <a:pt x="81" y="2021"/>
                  </a:lnTo>
                  <a:lnTo>
                    <a:pt x="59" y="2068"/>
                  </a:lnTo>
                  <a:lnTo>
                    <a:pt x="41" y="2172"/>
                  </a:lnTo>
                  <a:lnTo>
                    <a:pt x="69" y="2260"/>
                  </a:lnTo>
                  <a:lnTo>
                    <a:pt x="93" y="2282"/>
                  </a:lnTo>
                  <a:lnTo>
                    <a:pt x="104" y="2358"/>
                  </a:lnTo>
                  <a:lnTo>
                    <a:pt x="134" y="2364"/>
                  </a:lnTo>
                  <a:lnTo>
                    <a:pt x="151" y="2352"/>
                  </a:lnTo>
                  <a:lnTo>
                    <a:pt x="163" y="2329"/>
                  </a:lnTo>
                  <a:lnTo>
                    <a:pt x="174" y="2340"/>
                  </a:lnTo>
                  <a:lnTo>
                    <a:pt x="157" y="2382"/>
                  </a:lnTo>
                  <a:lnTo>
                    <a:pt x="192" y="2399"/>
                  </a:lnTo>
                  <a:lnTo>
                    <a:pt x="256" y="2364"/>
                  </a:lnTo>
                  <a:lnTo>
                    <a:pt x="279" y="2329"/>
                  </a:lnTo>
                  <a:lnTo>
                    <a:pt x="238" y="2317"/>
                  </a:lnTo>
                  <a:lnTo>
                    <a:pt x="221" y="2335"/>
                  </a:lnTo>
                  <a:lnTo>
                    <a:pt x="169" y="2312"/>
                  </a:lnTo>
                  <a:lnTo>
                    <a:pt x="157" y="2271"/>
                  </a:lnTo>
                  <a:lnTo>
                    <a:pt x="93" y="2248"/>
                  </a:lnTo>
                  <a:lnTo>
                    <a:pt x="93" y="2166"/>
                  </a:lnTo>
                  <a:lnTo>
                    <a:pt x="146" y="2114"/>
                  </a:lnTo>
                  <a:lnTo>
                    <a:pt x="157" y="2045"/>
                  </a:lnTo>
                  <a:lnTo>
                    <a:pt x="122" y="2010"/>
                  </a:lnTo>
                  <a:lnTo>
                    <a:pt x="122" y="1998"/>
                  </a:lnTo>
                  <a:lnTo>
                    <a:pt x="157" y="1963"/>
                  </a:lnTo>
                  <a:lnTo>
                    <a:pt x="163" y="1911"/>
                  </a:lnTo>
                  <a:lnTo>
                    <a:pt x="181" y="1888"/>
                  </a:lnTo>
                  <a:lnTo>
                    <a:pt x="204" y="1836"/>
                  </a:lnTo>
                  <a:lnTo>
                    <a:pt x="198" y="1801"/>
                  </a:lnTo>
                  <a:lnTo>
                    <a:pt x="221" y="1306"/>
                  </a:lnTo>
                  <a:lnTo>
                    <a:pt x="308" y="1278"/>
                  </a:lnTo>
                  <a:lnTo>
                    <a:pt x="314" y="1243"/>
                  </a:lnTo>
                  <a:lnTo>
                    <a:pt x="261" y="1214"/>
                  </a:lnTo>
                  <a:lnTo>
                    <a:pt x="291" y="1092"/>
                  </a:lnTo>
                  <a:lnTo>
                    <a:pt x="261" y="900"/>
                  </a:lnTo>
                  <a:lnTo>
                    <a:pt x="383" y="621"/>
                  </a:lnTo>
                  <a:lnTo>
                    <a:pt x="383" y="511"/>
                  </a:lnTo>
                  <a:lnTo>
                    <a:pt x="418" y="471"/>
                  </a:lnTo>
                  <a:lnTo>
                    <a:pt x="460" y="488"/>
                  </a:lnTo>
                  <a:lnTo>
                    <a:pt x="471" y="464"/>
                  </a:lnTo>
                  <a:lnTo>
                    <a:pt x="471" y="394"/>
                  </a:lnTo>
                  <a:lnTo>
                    <a:pt x="425" y="354"/>
                  </a:lnTo>
                  <a:lnTo>
                    <a:pt x="372" y="11"/>
                  </a:lnTo>
                  <a:lnTo>
                    <a:pt x="314" y="0"/>
                  </a:lnTo>
                  <a:lnTo>
                    <a:pt x="250" y="63"/>
                  </a:lnTo>
                  <a:close/>
                </a:path>
              </a:pathLst>
            </a:custGeom>
            <a:solidFill>
              <a:schemeClr val="hlink"/>
            </a:solidFill>
            <a:ln w="9525">
              <a:solidFill>
                <a:schemeClr val="hlink"/>
              </a:solidFill>
              <a:round/>
              <a:headEnd/>
              <a:tailEnd/>
            </a:ln>
          </p:spPr>
          <p:txBody>
            <a:bodyPr/>
            <a:lstStyle/>
            <a:p>
              <a:endParaRPr lang="ko-KR" altLang="en-US"/>
            </a:p>
          </p:txBody>
        </p:sp>
        <p:sp>
          <p:nvSpPr>
            <p:cNvPr id="418108" name="Freeform 781">
              <a:extLst>
                <a:ext uri="{FF2B5EF4-FFF2-40B4-BE49-F238E27FC236}">
                  <a16:creationId xmlns:a16="http://schemas.microsoft.com/office/drawing/2014/main" id="{B1AD3B4B-526A-15D7-1FD2-91246B0DAF51}"/>
                </a:ext>
              </a:extLst>
            </p:cNvPr>
            <p:cNvSpPr>
              <a:spLocks/>
            </p:cNvSpPr>
            <p:nvPr/>
          </p:nvSpPr>
          <p:spPr bwMode="auto">
            <a:xfrm>
              <a:off x="5260" y="4180"/>
              <a:ext cx="8" cy="9"/>
            </a:xfrm>
            <a:custGeom>
              <a:avLst/>
              <a:gdLst>
                <a:gd name="T0" fmla="*/ 0 w 29"/>
                <a:gd name="T1" fmla="*/ 0 h 29"/>
                <a:gd name="T2" fmla="*/ 0 w 29"/>
                <a:gd name="T3" fmla="*/ 0 h 29"/>
                <a:gd name="T4" fmla="*/ 0 w 29"/>
                <a:gd name="T5" fmla="*/ 0 h 29"/>
                <a:gd name="T6" fmla="*/ 0 w 29"/>
                <a:gd name="T7" fmla="*/ 0 h 29"/>
                <a:gd name="T8" fmla="*/ 0 w 29"/>
                <a:gd name="T9" fmla="*/ 0 h 29"/>
                <a:gd name="T10" fmla="*/ 0 w 29"/>
                <a:gd name="T11" fmla="*/ 0 h 2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 h="29">
                  <a:moveTo>
                    <a:pt x="6" y="0"/>
                  </a:moveTo>
                  <a:lnTo>
                    <a:pt x="0" y="11"/>
                  </a:lnTo>
                  <a:lnTo>
                    <a:pt x="6" y="29"/>
                  </a:lnTo>
                  <a:lnTo>
                    <a:pt x="29" y="18"/>
                  </a:lnTo>
                  <a:lnTo>
                    <a:pt x="17" y="6"/>
                  </a:lnTo>
                  <a:lnTo>
                    <a:pt x="6" y="0"/>
                  </a:lnTo>
                  <a:close/>
                </a:path>
              </a:pathLst>
            </a:custGeom>
            <a:solidFill>
              <a:schemeClr val="hlink"/>
            </a:solidFill>
            <a:ln w="9525">
              <a:solidFill>
                <a:schemeClr val="hlink"/>
              </a:solidFill>
              <a:round/>
              <a:headEnd/>
              <a:tailEnd/>
            </a:ln>
          </p:spPr>
          <p:txBody>
            <a:bodyPr/>
            <a:lstStyle/>
            <a:p>
              <a:endParaRPr lang="ko-KR" altLang="en-US"/>
            </a:p>
          </p:txBody>
        </p:sp>
        <p:sp>
          <p:nvSpPr>
            <p:cNvPr id="418109" name="Freeform 782">
              <a:extLst>
                <a:ext uri="{FF2B5EF4-FFF2-40B4-BE49-F238E27FC236}">
                  <a16:creationId xmlns:a16="http://schemas.microsoft.com/office/drawing/2014/main" id="{A08875CE-606E-AC56-4945-46AE2C9D2EB2}"/>
                </a:ext>
              </a:extLst>
            </p:cNvPr>
            <p:cNvSpPr>
              <a:spLocks/>
            </p:cNvSpPr>
            <p:nvPr/>
          </p:nvSpPr>
          <p:spPr bwMode="auto">
            <a:xfrm>
              <a:off x="5268" y="4124"/>
              <a:ext cx="10" cy="29"/>
            </a:xfrm>
            <a:custGeom>
              <a:avLst/>
              <a:gdLst>
                <a:gd name="T0" fmla="*/ 0 w 40"/>
                <a:gd name="T1" fmla="*/ 0 h 111"/>
                <a:gd name="T2" fmla="*/ 0 w 40"/>
                <a:gd name="T3" fmla="*/ 0 h 111"/>
                <a:gd name="T4" fmla="*/ 0 w 40"/>
                <a:gd name="T5" fmla="*/ 0 h 111"/>
                <a:gd name="T6" fmla="*/ 0 w 40"/>
                <a:gd name="T7" fmla="*/ 0 h 111"/>
                <a:gd name="T8" fmla="*/ 0 w 40"/>
                <a:gd name="T9" fmla="*/ 0 h 111"/>
                <a:gd name="T10" fmla="*/ 0 w 40"/>
                <a:gd name="T11" fmla="*/ 0 h 111"/>
                <a:gd name="T12" fmla="*/ 0 w 40"/>
                <a:gd name="T13" fmla="*/ 0 h 111"/>
                <a:gd name="T14" fmla="*/ 0 w 40"/>
                <a:gd name="T15" fmla="*/ 0 h 111"/>
                <a:gd name="T16" fmla="*/ 0 w 40"/>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111">
                  <a:moveTo>
                    <a:pt x="23" y="0"/>
                  </a:moveTo>
                  <a:lnTo>
                    <a:pt x="0" y="24"/>
                  </a:lnTo>
                  <a:lnTo>
                    <a:pt x="6" y="52"/>
                  </a:lnTo>
                  <a:lnTo>
                    <a:pt x="0" y="93"/>
                  </a:lnTo>
                  <a:lnTo>
                    <a:pt x="23" y="111"/>
                  </a:lnTo>
                  <a:lnTo>
                    <a:pt x="40" y="99"/>
                  </a:lnTo>
                  <a:lnTo>
                    <a:pt x="30" y="69"/>
                  </a:lnTo>
                  <a:lnTo>
                    <a:pt x="40" y="29"/>
                  </a:lnTo>
                  <a:lnTo>
                    <a:pt x="23" y="0"/>
                  </a:lnTo>
                  <a:close/>
                </a:path>
              </a:pathLst>
            </a:custGeom>
            <a:solidFill>
              <a:schemeClr val="hlink"/>
            </a:solidFill>
            <a:ln w="9525">
              <a:solidFill>
                <a:schemeClr val="hlink"/>
              </a:solidFill>
              <a:round/>
              <a:headEnd/>
              <a:tailEnd/>
            </a:ln>
          </p:spPr>
          <p:txBody>
            <a:bodyPr/>
            <a:lstStyle/>
            <a:p>
              <a:endParaRPr lang="ko-KR" altLang="en-US"/>
            </a:p>
          </p:txBody>
        </p:sp>
        <p:sp>
          <p:nvSpPr>
            <p:cNvPr id="418110" name="Freeform 783">
              <a:extLst>
                <a:ext uri="{FF2B5EF4-FFF2-40B4-BE49-F238E27FC236}">
                  <a16:creationId xmlns:a16="http://schemas.microsoft.com/office/drawing/2014/main" id="{DEC2BAAF-E130-179D-8AA8-B745D63F6358}"/>
                </a:ext>
              </a:extLst>
            </p:cNvPr>
            <p:cNvSpPr>
              <a:spLocks/>
            </p:cNvSpPr>
            <p:nvPr/>
          </p:nvSpPr>
          <p:spPr bwMode="auto">
            <a:xfrm>
              <a:off x="5304" y="4333"/>
              <a:ext cx="45" cy="54"/>
            </a:xfrm>
            <a:custGeom>
              <a:avLst/>
              <a:gdLst>
                <a:gd name="T0" fmla="*/ 0 w 179"/>
                <a:gd name="T1" fmla="*/ 0 h 198"/>
                <a:gd name="T2" fmla="*/ 0 w 179"/>
                <a:gd name="T3" fmla="*/ 0 h 198"/>
                <a:gd name="T4" fmla="*/ 0 w 179"/>
                <a:gd name="T5" fmla="*/ 0 h 198"/>
                <a:gd name="T6" fmla="*/ 0 w 179"/>
                <a:gd name="T7" fmla="*/ 0 h 198"/>
                <a:gd name="T8" fmla="*/ 0 w 179"/>
                <a:gd name="T9" fmla="*/ 0 h 198"/>
                <a:gd name="T10" fmla="*/ 0 w 179"/>
                <a:gd name="T11" fmla="*/ 0 h 198"/>
                <a:gd name="T12" fmla="*/ 0 w 179"/>
                <a:gd name="T13" fmla="*/ 0 h 198"/>
                <a:gd name="T14" fmla="*/ 0 w 179"/>
                <a:gd name="T15" fmla="*/ 0 h 198"/>
                <a:gd name="T16" fmla="*/ 0 w 179"/>
                <a:gd name="T17" fmla="*/ 0 h 198"/>
                <a:gd name="T18" fmla="*/ 0 w 179"/>
                <a:gd name="T19" fmla="*/ 0 h 198"/>
                <a:gd name="T20" fmla="*/ 0 w 179"/>
                <a:gd name="T21" fmla="*/ 0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9" h="198">
                  <a:moveTo>
                    <a:pt x="139" y="0"/>
                  </a:moveTo>
                  <a:lnTo>
                    <a:pt x="87" y="29"/>
                  </a:lnTo>
                  <a:lnTo>
                    <a:pt x="92" y="81"/>
                  </a:lnTo>
                  <a:lnTo>
                    <a:pt x="23" y="99"/>
                  </a:lnTo>
                  <a:lnTo>
                    <a:pt x="0" y="134"/>
                  </a:lnTo>
                  <a:lnTo>
                    <a:pt x="81" y="134"/>
                  </a:lnTo>
                  <a:lnTo>
                    <a:pt x="104" y="180"/>
                  </a:lnTo>
                  <a:lnTo>
                    <a:pt x="139" y="198"/>
                  </a:lnTo>
                  <a:lnTo>
                    <a:pt x="179" y="168"/>
                  </a:lnTo>
                  <a:lnTo>
                    <a:pt x="157" y="104"/>
                  </a:lnTo>
                  <a:lnTo>
                    <a:pt x="139" y="0"/>
                  </a:lnTo>
                  <a:close/>
                </a:path>
              </a:pathLst>
            </a:custGeom>
            <a:solidFill>
              <a:schemeClr val="hlink"/>
            </a:solidFill>
            <a:ln w="9525">
              <a:solidFill>
                <a:schemeClr val="hlink"/>
              </a:solidFill>
              <a:round/>
              <a:headEnd/>
              <a:tailEnd/>
            </a:ln>
          </p:spPr>
          <p:txBody>
            <a:bodyPr/>
            <a:lstStyle/>
            <a:p>
              <a:endParaRPr lang="ko-KR" altLang="en-US"/>
            </a:p>
          </p:txBody>
        </p:sp>
        <p:sp>
          <p:nvSpPr>
            <p:cNvPr id="418111" name="Freeform 784">
              <a:extLst>
                <a:ext uri="{FF2B5EF4-FFF2-40B4-BE49-F238E27FC236}">
                  <a16:creationId xmlns:a16="http://schemas.microsoft.com/office/drawing/2014/main" id="{138B2B4D-8906-8462-1473-074BA621FF90}"/>
                </a:ext>
              </a:extLst>
            </p:cNvPr>
            <p:cNvSpPr>
              <a:spLocks/>
            </p:cNvSpPr>
            <p:nvPr/>
          </p:nvSpPr>
          <p:spPr bwMode="auto">
            <a:xfrm>
              <a:off x="5339" y="4333"/>
              <a:ext cx="41" cy="50"/>
            </a:xfrm>
            <a:custGeom>
              <a:avLst/>
              <a:gdLst>
                <a:gd name="T0" fmla="*/ 0 w 169"/>
                <a:gd name="T1" fmla="*/ 0 h 186"/>
                <a:gd name="T2" fmla="*/ 0 w 169"/>
                <a:gd name="T3" fmla="*/ 0 h 186"/>
                <a:gd name="T4" fmla="*/ 0 w 169"/>
                <a:gd name="T5" fmla="*/ 0 h 186"/>
                <a:gd name="T6" fmla="*/ 0 w 169"/>
                <a:gd name="T7" fmla="*/ 0 h 186"/>
                <a:gd name="T8" fmla="*/ 0 w 169"/>
                <a:gd name="T9" fmla="*/ 0 h 186"/>
                <a:gd name="T10" fmla="*/ 0 w 169"/>
                <a:gd name="T11" fmla="*/ 0 h 186"/>
                <a:gd name="T12" fmla="*/ 0 w 169"/>
                <a:gd name="T13" fmla="*/ 0 h 186"/>
                <a:gd name="T14" fmla="*/ 0 w 169"/>
                <a:gd name="T15" fmla="*/ 0 h 186"/>
                <a:gd name="T16" fmla="*/ 0 w 169"/>
                <a:gd name="T17" fmla="*/ 0 h 186"/>
                <a:gd name="T18" fmla="*/ 0 w 169"/>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9" h="186">
                  <a:moveTo>
                    <a:pt x="0" y="0"/>
                  </a:moveTo>
                  <a:lnTo>
                    <a:pt x="18" y="104"/>
                  </a:lnTo>
                  <a:lnTo>
                    <a:pt x="40" y="168"/>
                  </a:lnTo>
                  <a:lnTo>
                    <a:pt x="99" y="186"/>
                  </a:lnTo>
                  <a:lnTo>
                    <a:pt x="169" y="174"/>
                  </a:lnTo>
                  <a:lnTo>
                    <a:pt x="134" y="122"/>
                  </a:lnTo>
                  <a:lnTo>
                    <a:pt x="110" y="122"/>
                  </a:lnTo>
                  <a:lnTo>
                    <a:pt x="70" y="99"/>
                  </a:lnTo>
                  <a:lnTo>
                    <a:pt x="30" y="12"/>
                  </a:lnTo>
                  <a:lnTo>
                    <a:pt x="0" y="0"/>
                  </a:lnTo>
                  <a:close/>
                </a:path>
              </a:pathLst>
            </a:custGeom>
            <a:solidFill>
              <a:schemeClr val="hlink"/>
            </a:solidFill>
            <a:ln w="9525">
              <a:solidFill>
                <a:schemeClr val="hlink"/>
              </a:solidFill>
              <a:round/>
              <a:headEnd/>
              <a:tailEnd/>
            </a:ln>
          </p:spPr>
          <p:txBody>
            <a:bodyPr/>
            <a:lstStyle/>
            <a:p>
              <a:endParaRPr lang="ko-KR" altLang="en-US"/>
            </a:p>
          </p:txBody>
        </p:sp>
        <p:sp>
          <p:nvSpPr>
            <p:cNvPr id="418112" name="Freeform 785">
              <a:extLst>
                <a:ext uri="{FF2B5EF4-FFF2-40B4-BE49-F238E27FC236}">
                  <a16:creationId xmlns:a16="http://schemas.microsoft.com/office/drawing/2014/main" id="{F75E3F3D-1BF6-81D6-F3D3-93B4E1169B08}"/>
                </a:ext>
              </a:extLst>
            </p:cNvPr>
            <p:cNvSpPr>
              <a:spLocks/>
            </p:cNvSpPr>
            <p:nvPr/>
          </p:nvSpPr>
          <p:spPr bwMode="auto">
            <a:xfrm>
              <a:off x="5284" y="3783"/>
              <a:ext cx="305" cy="537"/>
            </a:xfrm>
            <a:custGeom>
              <a:avLst/>
              <a:gdLst>
                <a:gd name="T0" fmla="*/ 0 w 1209"/>
                <a:gd name="T1" fmla="*/ 0 h 2010"/>
                <a:gd name="T2" fmla="*/ 0 w 1209"/>
                <a:gd name="T3" fmla="*/ 0 h 2010"/>
                <a:gd name="T4" fmla="*/ 0 w 1209"/>
                <a:gd name="T5" fmla="*/ 0 h 2010"/>
                <a:gd name="T6" fmla="*/ 0 w 1209"/>
                <a:gd name="T7" fmla="*/ 0 h 2010"/>
                <a:gd name="T8" fmla="*/ 0 w 1209"/>
                <a:gd name="T9" fmla="*/ 0 h 2010"/>
                <a:gd name="T10" fmla="*/ 0 w 1209"/>
                <a:gd name="T11" fmla="*/ 0 h 2010"/>
                <a:gd name="T12" fmla="*/ 0 w 1209"/>
                <a:gd name="T13" fmla="*/ 0 h 2010"/>
                <a:gd name="T14" fmla="*/ 0 w 1209"/>
                <a:gd name="T15" fmla="*/ 0 h 2010"/>
                <a:gd name="T16" fmla="*/ 0 w 1209"/>
                <a:gd name="T17" fmla="*/ 0 h 2010"/>
                <a:gd name="T18" fmla="*/ 0 w 1209"/>
                <a:gd name="T19" fmla="*/ 0 h 2010"/>
                <a:gd name="T20" fmla="*/ 0 w 1209"/>
                <a:gd name="T21" fmla="*/ 0 h 2010"/>
                <a:gd name="T22" fmla="*/ 0 w 1209"/>
                <a:gd name="T23" fmla="*/ 0 h 2010"/>
                <a:gd name="T24" fmla="*/ 0 w 1209"/>
                <a:gd name="T25" fmla="*/ 0 h 2010"/>
                <a:gd name="T26" fmla="*/ 0 w 1209"/>
                <a:gd name="T27" fmla="*/ 0 h 2010"/>
                <a:gd name="T28" fmla="*/ 0 w 1209"/>
                <a:gd name="T29" fmla="*/ 0 h 2010"/>
                <a:gd name="T30" fmla="*/ 0 w 1209"/>
                <a:gd name="T31" fmla="*/ 0 h 2010"/>
                <a:gd name="T32" fmla="*/ 0 w 1209"/>
                <a:gd name="T33" fmla="*/ 0 h 2010"/>
                <a:gd name="T34" fmla="*/ 0 w 1209"/>
                <a:gd name="T35" fmla="*/ 0 h 2010"/>
                <a:gd name="T36" fmla="*/ 0 w 1209"/>
                <a:gd name="T37" fmla="*/ 0 h 2010"/>
                <a:gd name="T38" fmla="*/ 0 w 1209"/>
                <a:gd name="T39" fmla="*/ 0 h 2010"/>
                <a:gd name="T40" fmla="*/ 0 w 1209"/>
                <a:gd name="T41" fmla="*/ 0 h 2010"/>
                <a:gd name="T42" fmla="*/ 0 w 1209"/>
                <a:gd name="T43" fmla="*/ 0 h 2010"/>
                <a:gd name="T44" fmla="*/ 0 w 1209"/>
                <a:gd name="T45" fmla="*/ 0 h 2010"/>
                <a:gd name="T46" fmla="*/ 0 w 1209"/>
                <a:gd name="T47" fmla="*/ 0 h 2010"/>
                <a:gd name="T48" fmla="*/ 0 w 1209"/>
                <a:gd name="T49" fmla="*/ 0 h 2010"/>
                <a:gd name="T50" fmla="*/ 0 w 1209"/>
                <a:gd name="T51" fmla="*/ 0 h 2010"/>
                <a:gd name="T52" fmla="*/ 0 w 1209"/>
                <a:gd name="T53" fmla="*/ 0 h 2010"/>
                <a:gd name="T54" fmla="*/ 0 w 1209"/>
                <a:gd name="T55" fmla="*/ 0 h 2010"/>
                <a:gd name="T56" fmla="*/ 0 w 1209"/>
                <a:gd name="T57" fmla="*/ 0 h 2010"/>
                <a:gd name="T58" fmla="*/ 0 w 1209"/>
                <a:gd name="T59" fmla="*/ 0 h 2010"/>
                <a:gd name="T60" fmla="*/ 0 w 1209"/>
                <a:gd name="T61" fmla="*/ 0 h 2010"/>
                <a:gd name="T62" fmla="*/ 0 w 1209"/>
                <a:gd name="T63" fmla="*/ 0 h 2010"/>
                <a:gd name="T64" fmla="*/ 0 w 1209"/>
                <a:gd name="T65" fmla="*/ 0 h 2010"/>
                <a:gd name="T66" fmla="*/ 0 w 1209"/>
                <a:gd name="T67" fmla="*/ 0 h 2010"/>
                <a:gd name="T68" fmla="*/ 0 w 1209"/>
                <a:gd name="T69" fmla="*/ 0 h 20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9" h="2010">
                  <a:moveTo>
                    <a:pt x="372" y="69"/>
                  </a:moveTo>
                  <a:lnTo>
                    <a:pt x="384" y="134"/>
                  </a:lnTo>
                  <a:lnTo>
                    <a:pt x="367" y="163"/>
                  </a:lnTo>
                  <a:lnTo>
                    <a:pt x="325" y="146"/>
                  </a:lnTo>
                  <a:lnTo>
                    <a:pt x="290" y="186"/>
                  </a:lnTo>
                  <a:lnTo>
                    <a:pt x="290" y="285"/>
                  </a:lnTo>
                  <a:lnTo>
                    <a:pt x="168" y="575"/>
                  </a:lnTo>
                  <a:lnTo>
                    <a:pt x="203" y="767"/>
                  </a:lnTo>
                  <a:lnTo>
                    <a:pt x="168" y="889"/>
                  </a:lnTo>
                  <a:lnTo>
                    <a:pt x="221" y="918"/>
                  </a:lnTo>
                  <a:lnTo>
                    <a:pt x="215" y="953"/>
                  </a:lnTo>
                  <a:lnTo>
                    <a:pt x="128" y="981"/>
                  </a:lnTo>
                  <a:lnTo>
                    <a:pt x="105" y="1476"/>
                  </a:lnTo>
                  <a:lnTo>
                    <a:pt x="111" y="1511"/>
                  </a:lnTo>
                  <a:lnTo>
                    <a:pt x="93" y="1563"/>
                  </a:lnTo>
                  <a:lnTo>
                    <a:pt x="64" y="1598"/>
                  </a:lnTo>
                  <a:lnTo>
                    <a:pt x="64" y="1644"/>
                  </a:lnTo>
                  <a:lnTo>
                    <a:pt x="29" y="1668"/>
                  </a:lnTo>
                  <a:lnTo>
                    <a:pt x="29" y="1685"/>
                  </a:lnTo>
                  <a:lnTo>
                    <a:pt x="64" y="1720"/>
                  </a:lnTo>
                  <a:lnTo>
                    <a:pt x="58" y="1783"/>
                  </a:lnTo>
                  <a:lnTo>
                    <a:pt x="0" y="1841"/>
                  </a:lnTo>
                  <a:lnTo>
                    <a:pt x="6" y="1923"/>
                  </a:lnTo>
                  <a:lnTo>
                    <a:pt x="70" y="1957"/>
                  </a:lnTo>
                  <a:lnTo>
                    <a:pt x="76" y="1987"/>
                  </a:lnTo>
                  <a:lnTo>
                    <a:pt x="128" y="2010"/>
                  </a:lnTo>
                  <a:lnTo>
                    <a:pt x="140" y="1998"/>
                  </a:lnTo>
                  <a:lnTo>
                    <a:pt x="186" y="2004"/>
                  </a:lnTo>
                  <a:lnTo>
                    <a:pt x="198" y="1980"/>
                  </a:lnTo>
                  <a:lnTo>
                    <a:pt x="186" y="1940"/>
                  </a:lnTo>
                  <a:lnTo>
                    <a:pt x="198" y="1905"/>
                  </a:lnTo>
                  <a:lnTo>
                    <a:pt x="349" y="1778"/>
                  </a:lnTo>
                  <a:lnTo>
                    <a:pt x="337" y="1691"/>
                  </a:lnTo>
                  <a:lnTo>
                    <a:pt x="285" y="1673"/>
                  </a:lnTo>
                  <a:lnTo>
                    <a:pt x="302" y="1598"/>
                  </a:lnTo>
                  <a:lnTo>
                    <a:pt x="378" y="1569"/>
                  </a:lnTo>
                  <a:lnTo>
                    <a:pt x="419" y="1435"/>
                  </a:lnTo>
                  <a:lnTo>
                    <a:pt x="500" y="1417"/>
                  </a:lnTo>
                  <a:lnTo>
                    <a:pt x="494" y="1389"/>
                  </a:lnTo>
                  <a:lnTo>
                    <a:pt x="459" y="1377"/>
                  </a:lnTo>
                  <a:lnTo>
                    <a:pt x="482" y="1342"/>
                  </a:lnTo>
                  <a:lnTo>
                    <a:pt x="587" y="1302"/>
                  </a:lnTo>
                  <a:lnTo>
                    <a:pt x="611" y="1232"/>
                  </a:lnTo>
                  <a:lnTo>
                    <a:pt x="604" y="1208"/>
                  </a:lnTo>
                  <a:lnTo>
                    <a:pt x="791" y="1185"/>
                  </a:lnTo>
                  <a:lnTo>
                    <a:pt x="883" y="1127"/>
                  </a:lnTo>
                  <a:lnTo>
                    <a:pt x="907" y="999"/>
                  </a:lnTo>
                  <a:lnTo>
                    <a:pt x="843" y="866"/>
                  </a:lnTo>
                  <a:lnTo>
                    <a:pt x="860" y="709"/>
                  </a:lnTo>
                  <a:lnTo>
                    <a:pt x="960" y="575"/>
                  </a:lnTo>
                  <a:lnTo>
                    <a:pt x="1204" y="453"/>
                  </a:lnTo>
                  <a:lnTo>
                    <a:pt x="1209" y="348"/>
                  </a:lnTo>
                  <a:lnTo>
                    <a:pt x="1169" y="343"/>
                  </a:lnTo>
                  <a:lnTo>
                    <a:pt x="1117" y="401"/>
                  </a:lnTo>
                  <a:lnTo>
                    <a:pt x="1005" y="465"/>
                  </a:lnTo>
                  <a:lnTo>
                    <a:pt x="883" y="441"/>
                  </a:lnTo>
                  <a:lnTo>
                    <a:pt x="872" y="401"/>
                  </a:lnTo>
                  <a:lnTo>
                    <a:pt x="960" y="308"/>
                  </a:lnTo>
                  <a:lnTo>
                    <a:pt x="878" y="226"/>
                  </a:lnTo>
                  <a:lnTo>
                    <a:pt x="826" y="221"/>
                  </a:lnTo>
                  <a:lnTo>
                    <a:pt x="808" y="163"/>
                  </a:lnTo>
                  <a:lnTo>
                    <a:pt x="726" y="151"/>
                  </a:lnTo>
                  <a:lnTo>
                    <a:pt x="674" y="41"/>
                  </a:lnTo>
                  <a:lnTo>
                    <a:pt x="611" y="29"/>
                  </a:lnTo>
                  <a:lnTo>
                    <a:pt x="581" y="76"/>
                  </a:lnTo>
                  <a:lnTo>
                    <a:pt x="564" y="69"/>
                  </a:lnTo>
                  <a:lnTo>
                    <a:pt x="512" y="6"/>
                  </a:lnTo>
                  <a:lnTo>
                    <a:pt x="459" y="0"/>
                  </a:lnTo>
                  <a:lnTo>
                    <a:pt x="407" y="58"/>
                  </a:lnTo>
                  <a:lnTo>
                    <a:pt x="372" y="69"/>
                  </a:lnTo>
                  <a:close/>
                </a:path>
              </a:pathLst>
            </a:custGeom>
            <a:solidFill>
              <a:schemeClr val="hlink"/>
            </a:solidFill>
            <a:ln w="9525">
              <a:solidFill>
                <a:schemeClr val="hlink"/>
              </a:solidFill>
              <a:round/>
              <a:headEnd/>
              <a:tailEnd/>
            </a:ln>
          </p:spPr>
          <p:txBody>
            <a:bodyPr/>
            <a:lstStyle/>
            <a:p>
              <a:endParaRPr lang="ko-KR" altLang="en-US"/>
            </a:p>
          </p:txBody>
        </p:sp>
        <p:sp>
          <p:nvSpPr>
            <p:cNvPr id="418113" name="Freeform 786">
              <a:extLst>
                <a:ext uri="{FF2B5EF4-FFF2-40B4-BE49-F238E27FC236}">
                  <a16:creationId xmlns:a16="http://schemas.microsoft.com/office/drawing/2014/main" id="{47B1246B-5204-92F9-64C8-6B3DF132A3BA}"/>
                </a:ext>
              </a:extLst>
            </p:cNvPr>
            <p:cNvSpPr>
              <a:spLocks/>
            </p:cNvSpPr>
            <p:nvPr/>
          </p:nvSpPr>
          <p:spPr bwMode="auto">
            <a:xfrm>
              <a:off x="5496" y="3937"/>
              <a:ext cx="87" cy="99"/>
            </a:xfrm>
            <a:custGeom>
              <a:avLst/>
              <a:gdLst>
                <a:gd name="T0" fmla="*/ 0 w 343"/>
                <a:gd name="T1" fmla="*/ 0 h 371"/>
                <a:gd name="T2" fmla="*/ 0 w 343"/>
                <a:gd name="T3" fmla="*/ 0 h 371"/>
                <a:gd name="T4" fmla="*/ 0 w 343"/>
                <a:gd name="T5" fmla="*/ 0 h 371"/>
                <a:gd name="T6" fmla="*/ 0 w 343"/>
                <a:gd name="T7" fmla="*/ 0 h 371"/>
                <a:gd name="T8" fmla="*/ 0 w 343"/>
                <a:gd name="T9" fmla="*/ 0 h 371"/>
                <a:gd name="T10" fmla="*/ 0 w 343"/>
                <a:gd name="T11" fmla="*/ 0 h 371"/>
                <a:gd name="T12" fmla="*/ 0 w 343"/>
                <a:gd name="T13" fmla="*/ 0 h 371"/>
                <a:gd name="T14" fmla="*/ 0 w 343"/>
                <a:gd name="T15" fmla="*/ 0 h 371"/>
                <a:gd name="T16" fmla="*/ 0 w 343"/>
                <a:gd name="T17" fmla="*/ 0 h 371"/>
                <a:gd name="T18" fmla="*/ 0 w 343"/>
                <a:gd name="T19" fmla="*/ 0 h 371"/>
                <a:gd name="T20" fmla="*/ 0 w 343"/>
                <a:gd name="T21" fmla="*/ 0 h 371"/>
                <a:gd name="T22" fmla="*/ 0 w 343"/>
                <a:gd name="T23" fmla="*/ 0 h 3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43" h="371">
                  <a:moveTo>
                    <a:pt x="117" y="0"/>
                  </a:moveTo>
                  <a:lnTo>
                    <a:pt x="162" y="35"/>
                  </a:lnTo>
                  <a:lnTo>
                    <a:pt x="169" y="93"/>
                  </a:lnTo>
                  <a:lnTo>
                    <a:pt x="221" y="99"/>
                  </a:lnTo>
                  <a:lnTo>
                    <a:pt x="291" y="162"/>
                  </a:lnTo>
                  <a:lnTo>
                    <a:pt x="284" y="204"/>
                  </a:lnTo>
                  <a:lnTo>
                    <a:pt x="343" y="279"/>
                  </a:lnTo>
                  <a:lnTo>
                    <a:pt x="244" y="371"/>
                  </a:lnTo>
                  <a:lnTo>
                    <a:pt x="87" y="343"/>
                  </a:lnTo>
                  <a:lnTo>
                    <a:pt x="0" y="291"/>
                  </a:lnTo>
                  <a:lnTo>
                    <a:pt x="17" y="134"/>
                  </a:lnTo>
                  <a:lnTo>
                    <a:pt x="117" y="0"/>
                  </a:lnTo>
                  <a:close/>
                </a:path>
              </a:pathLst>
            </a:custGeom>
            <a:solidFill>
              <a:schemeClr val="hlink"/>
            </a:solidFill>
            <a:ln w="9525">
              <a:solidFill>
                <a:schemeClr val="hlink"/>
              </a:solidFill>
              <a:round/>
              <a:headEnd/>
              <a:tailEnd/>
            </a:ln>
          </p:spPr>
          <p:txBody>
            <a:bodyPr/>
            <a:lstStyle/>
            <a:p>
              <a:endParaRPr lang="ko-KR" altLang="en-US"/>
            </a:p>
          </p:txBody>
        </p:sp>
        <p:sp>
          <p:nvSpPr>
            <p:cNvPr id="418114" name="Freeform 787">
              <a:extLst>
                <a:ext uri="{FF2B5EF4-FFF2-40B4-BE49-F238E27FC236}">
                  <a16:creationId xmlns:a16="http://schemas.microsoft.com/office/drawing/2014/main" id="{BF2115A8-0D93-6326-F196-44A52590197F}"/>
                </a:ext>
              </a:extLst>
            </p:cNvPr>
            <p:cNvSpPr>
              <a:spLocks/>
            </p:cNvSpPr>
            <p:nvPr/>
          </p:nvSpPr>
          <p:spPr bwMode="auto">
            <a:xfrm>
              <a:off x="5339" y="3576"/>
              <a:ext cx="205" cy="226"/>
            </a:xfrm>
            <a:custGeom>
              <a:avLst/>
              <a:gdLst>
                <a:gd name="T0" fmla="*/ 0 w 820"/>
                <a:gd name="T1" fmla="*/ 0 h 854"/>
                <a:gd name="T2" fmla="*/ 0 w 820"/>
                <a:gd name="T3" fmla="*/ 0 h 854"/>
                <a:gd name="T4" fmla="*/ 0 w 820"/>
                <a:gd name="T5" fmla="*/ 0 h 854"/>
                <a:gd name="T6" fmla="*/ 0 w 820"/>
                <a:gd name="T7" fmla="*/ 0 h 854"/>
                <a:gd name="T8" fmla="*/ 0 w 820"/>
                <a:gd name="T9" fmla="*/ 0 h 854"/>
                <a:gd name="T10" fmla="*/ 0 w 820"/>
                <a:gd name="T11" fmla="*/ 0 h 854"/>
                <a:gd name="T12" fmla="*/ 0 w 820"/>
                <a:gd name="T13" fmla="*/ 0 h 854"/>
                <a:gd name="T14" fmla="*/ 0 w 820"/>
                <a:gd name="T15" fmla="*/ 0 h 854"/>
                <a:gd name="T16" fmla="*/ 0 w 820"/>
                <a:gd name="T17" fmla="*/ 0 h 854"/>
                <a:gd name="T18" fmla="*/ 0 w 820"/>
                <a:gd name="T19" fmla="*/ 0 h 854"/>
                <a:gd name="T20" fmla="*/ 0 w 820"/>
                <a:gd name="T21" fmla="*/ 0 h 854"/>
                <a:gd name="T22" fmla="*/ 0 w 820"/>
                <a:gd name="T23" fmla="*/ 0 h 854"/>
                <a:gd name="T24" fmla="*/ 0 w 820"/>
                <a:gd name="T25" fmla="*/ 0 h 854"/>
                <a:gd name="T26" fmla="*/ 0 w 820"/>
                <a:gd name="T27" fmla="*/ 0 h 854"/>
                <a:gd name="T28" fmla="*/ 0 w 820"/>
                <a:gd name="T29" fmla="*/ 0 h 854"/>
                <a:gd name="T30" fmla="*/ 0 w 820"/>
                <a:gd name="T31" fmla="*/ 0 h 854"/>
                <a:gd name="T32" fmla="*/ 0 w 820"/>
                <a:gd name="T33" fmla="*/ 0 h 854"/>
                <a:gd name="T34" fmla="*/ 0 w 820"/>
                <a:gd name="T35" fmla="*/ 0 h 854"/>
                <a:gd name="T36" fmla="*/ 0 w 820"/>
                <a:gd name="T37" fmla="*/ 0 h 854"/>
                <a:gd name="T38" fmla="*/ 0 w 820"/>
                <a:gd name="T39" fmla="*/ 0 h 854"/>
                <a:gd name="T40" fmla="*/ 0 w 820"/>
                <a:gd name="T41" fmla="*/ 0 h 854"/>
                <a:gd name="T42" fmla="*/ 0 w 820"/>
                <a:gd name="T43" fmla="*/ 0 h 854"/>
                <a:gd name="T44" fmla="*/ 0 w 820"/>
                <a:gd name="T45" fmla="*/ 0 h 854"/>
                <a:gd name="T46" fmla="*/ 0 w 820"/>
                <a:gd name="T47" fmla="*/ 0 h 854"/>
                <a:gd name="T48" fmla="*/ 0 w 820"/>
                <a:gd name="T49" fmla="*/ 0 h 854"/>
                <a:gd name="T50" fmla="*/ 0 w 820"/>
                <a:gd name="T51" fmla="*/ 0 h 854"/>
                <a:gd name="T52" fmla="*/ 0 w 820"/>
                <a:gd name="T53" fmla="*/ 0 h 854"/>
                <a:gd name="T54" fmla="*/ 0 w 820"/>
                <a:gd name="T55" fmla="*/ 0 h 854"/>
                <a:gd name="T56" fmla="*/ 0 w 820"/>
                <a:gd name="T57" fmla="*/ 0 h 854"/>
                <a:gd name="T58" fmla="*/ 0 w 820"/>
                <a:gd name="T59" fmla="*/ 0 h 854"/>
                <a:gd name="T60" fmla="*/ 0 w 820"/>
                <a:gd name="T61" fmla="*/ 0 h 854"/>
                <a:gd name="T62" fmla="*/ 0 w 820"/>
                <a:gd name="T63" fmla="*/ 0 h 854"/>
                <a:gd name="T64" fmla="*/ 0 w 820"/>
                <a:gd name="T65" fmla="*/ 0 h 854"/>
                <a:gd name="T66" fmla="*/ 0 w 820"/>
                <a:gd name="T67" fmla="*/ 0 h 854"/>
                <a:gd name="T68" fmla="*/ 0 w 820"/>
                <a:gd name="T69" fmla="*/ 0 h 854"/>
                <a:gd name="T70" fmla="*/ 0 w 820"/>
                <a:gd name="T71" fmla="*/ 0 h 854"/>
                <a:gd name="T72" fmla="*/ 0 w 820"/>
                <a:gd name="T73" fmla="*/ 0 h 854"/>
                <a:gd name="T74" fmla="*/ 0 w 820"/>
                <a:gd name="T75" fmla="*/ 0 h 854"/>
                <a:gd name="T76" fmla="*/ 0 w 820"/>
                <a:gd name="T77" fmla="*/ 0 h 8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20" h="854">
                  <a:moveTo>
                    <a:pt x="0" y="460"/>
                  </a:moveTo>
                  <a:lnTo>
                    <a:pt x="58" y="471"/>
                  </a:lnTo>
                  <a:lnTo>
                    <a:pt x="117" y="809"/>
                  </a:lnTo>
                  <a:lnTo>
                    <a:pt x="157" y="854"/>
                  </a:lnTo>
                  <a:lnTo>
                    <a:pt x="197" y="843"/>
                  </a:lnTo>
                  <a:lnTo>
                    <a:pt x="244" y="779"/>
                  </a:lnTo>
                  <a:lnTo>
                    <a:pt x="297" y="785"/>
                  </a:lnTo>
                  <a:lnTo>
                    <a:pt x="349" y="854"/>
                  </a:lnTo>
                  <a:lnTo>
                    <a:pt x="366" y="854"/>
                  </a:lnTo>
                  <a:lnTo>
                    <a:pt x="396" y="814"/>
                  </a:lnTo>
                  <a:lnTo>
                    <a:pt x="466" y="826"/>
                  </a:lnTo>
                  <a:lnTo>
                    <a:pt x="506" y="727"/>
                  </a:lnTo>
                  <a:lnTo>
                    <a:pt x="611" y="687"/>
                  </a:lnTo>
                  <a:lnTo>
                    <a:pt x="750" y="687"/>
                  </a:lnTo>
                  <a:lnTo>
                    <a:pt x="750" y="727"/>
                  </a:lnTo>
                  <a:lnTo>
                    <a:pt x="785" y="744"/>
                  </a:lnTo>
                  <a:lnTo>
                    <a:pt x="790" y="704"/>
                  </a:lnTo>
                  <a:lnTo>
                    <a:pt x="820" y="669"/>
                  </a:lnTo>
                  <a:lnTo>
                    <a:pt x="779" y="512"/>
                  </a:lnTo>
                  <a:lnTo>
                    <a:pt x="686" y="483"/>
                  </a:lnTo>
                  <a:lnTo>
                    <a:pt x="668" y="413"/>
                  </a:lnTo>
                  <a:lnTo>
                    <a:pt x="640" y="396"/>
                  </a:lnTo>
                  <a:lnTo>
                    <a:pt x="645" y="373"/>
                  </a:lnTo>
                  <a:lnTo>
                    <a:pt x="675" y="349"/>
                  </a:lnTo>
                  <a:lnTo>
                    <a:pt x="500" y="198"/>
                  </a:lnTo>
                  <a:lnTo>
                    <a:pt x="407" y="181"/>
                  </a:lnTo>
                  <a:lnTo>
                    <a:pt x="349" y="111"/>
                  </a:lnTo>
                  <a:lnTo>
                    <a:pt x="396" y="87"/>
                  </a:lnTo>
                  <a:lnTo>
                    <a:pt x="407" y="7"/>
                  </a:lnTo>
                  <a:lnTo>
                    <a:pt x="366" y="0"/>
                  </a:lnTo>
                  <a:lnTo>
                    <a:pt x="197" y="30"/>
                  </a:lnTo>
                  <a:lnTo>
                    <a:pt x="192" y="18"/>
                  </a:lnTo>
                  <a:lnTo>
                    <a:pt x="134" y="18"/>
                  </a:lnTo>
                  <a:lnTo>
                    <a:pt x="110" y="70"/>
                  </a:lnTo>
                  <a:lnTo>
                    <a:pt x="47" y="59"/>
                  </a:lnTo>
                  <a:lnTo>
                    <a:pt x="117" y="221"/>
                  </a:lnTo>
                  <a:lnTo>
                    <a:pt x="58" y="331"/>
                  </a:lnTo>
                  <a:lnTo>
                    <a:pt x="58" y="408"/>
                  </a:lnTo>
                  <a:lnTo>
                    <a:pt x="0" y="460"/>
                  </a:lnTo>
                  <a:close/>
                </a:path>
              </a:pathLst>
            </a:custGeom>
            <a:solidFill>
              <a:schemeClr val="hlink"/>
            </a:solidFill>
            <a:ln w="9525">
              <a:solidFill>
                <a:schemeClr val="hlink"/>
              </a:solidFill>
              <a:round/>
              <a:headEnd/>
              <a:tailEnd/>
            </a:ln>
          </p:spPr>
          <p:txBody>
            <a:bodyPr/>
            <a:lstStyle/>
            <a:p>
              <a:endParaRPr lang="ko-KR" altLang="en-US"/>
            </a:p>
          </p:txBody>
        </p:sp>
        <p:sp>
          <p:nvSpPr>
            <p:cNvPr id="418115" name="Freeform 788">
              <a:extLst>
                <a:ext uri="{FF2B5EF4-FFF2-40B4-BE49-F238E27FC236}">
                  <a16:creationId xmlns:a16="http://schemas.microsoft.com/office/drawing/2014/main" id="{7AC5CF76-BD25-2E5F-D8C6-25FEABF5C35D}"/>
                </a:ext>
              </a:extLst>
            </p:cNvPr>
            <p:cNvSpPr>
              <a:spLocks/>
            </p:cNvSpPr>
            <p:nvPr/>
          </p:nvSpPr>
          <p:spPr bwMode="auto">
            <a:xfrm>
              <a:off x="5453" y="3758"/>
              <a:ext cx="136" cy="152"/>
            </a:xfrm>
            <a:custGeom>
              <a:avLst/>
              <a:gdLst>
                <a:gd name="T0" fmla="*/ 0 w 535"/>
                <a:gd name="T1" fmla="*/ 0 h 563"/>
                <a:gd name="T2" fmla="*/ 0 w 535"/>
                <a:gd name="T3" fmla="*/ 0 h 563"/>
                <a:gd name="T4" fmla="*/ 0 w 535"/>
                <a:gd name="T5" fmla="*/ 0 h 563"/>
                <a:gd name="T6" fmla="*/ 0 w 535"/>
                <a:gd name="T7" fmla="*/ 0 h 563"/>
                <a:gd name="T8" fmla="*/ 0 w 535"/>
                <a:gd name="T9" fmla="*/ 0 h 563"/>
                <a:gd name="T10" fmla="*/ 0 w 535"/>
                <a:gd name="T11" fmla="*/ 0 h 563"/>
                <a:gd name="T12" fmla="*/ 0 w 535"/>
                <a:gd name="T13" fmla="*/ 0 h 563"/>
                <a:gd name="T14" fmla="*/ 0 w 535"/>
                <a:gd name="T15" fmla="*/ 0 h 563"/>
                <a:gd name="T16" fmla="*/ 0 w 535"/>
                <a:gd name="T17" fmla="*/ 0 h 563"/>
                <a:gd name="T18" fmla="*/ 0 w 535"/>
                <a:gd name="T19" fmla="*/ 0 h 563"/>
                <a:gd name="T20" fmla="*/ 0 w 535"/>
                <a:gd name="T21" fmla="*/ 0 h 563"/>
                <a:gd name="T22" fmla="*/ 0 w 535"/>
                <a:gd name="T23" fmla="*/ 0 h 563"/>
                <a:gd name="T24" fmla="*/ 0 w 535"/>
                <a:gd name="T25" fmla="*/ 0 h 563"/>
                <a:gd name="T26" fmla="*/ 0 w 535"/>
                <a:gd name="T27" fmla="*/ 0 h 563"/>
                <a:gd name="T28" fmla="*/ 0 w 535"/>
                <a:gd name="T29" fmla="*/ 0 h 563"/>
                <a:gd name="T30" fmla="*/ 0 w 535"/>
                <a:gd name="T31" fmla="*/ 0 h 563"/>
                <a:gd name="T32" fmla="*/ 0 w 535"/>
                <a:gd name="T33" fmla="*/ 0 h 563"/>
                <a:gd name="T34" fmla="*/ 0 w 535"/>
                <a:gd name="T35" fmla="*/ 0 h 563"/>
                <a:gd name="T36" fmla="*/ 0 w 535"/>
                <a:gd name="T37" fmla="*/ 0 h 563"/>
                <a:gd name="T38" fmla="*/ 0 w 535"/>
                <a:gd name="T39" fmla="*/ 0 h 563"/>
                <a:gd name="T40" fmla="*/ 0 w 535"/>
                <a:gd name="T41" fmla="*/ 0 h 563"/>
                <a:gd name="T42" fmla="*/ 0 w 535"/>
                <a:gd name="T43" fmla="*/ 0 h 563"/>
                <a:gd name="T44" fmla="*/ 0 w 535"/>
                <a:gd name="T45" fmla="*/ 0 h 563"/>
                <a:gd name="T46" fmla="*/ 0 w 535"/>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5" h="563">
                  <a:moveTo>
                    <a:pt x="326" y="57"/>
                  </a:moveTo>
                  <a:lnTo>
                    <a:pt x="309" y="162"/>
                  </a:lnTo>
                  <a:lnTo>
                    <a:pt x="343" y="202"/>
                  </a:lnTo>
                  <a:lnTo>
                    <a:pt x="384" y="191"/>
                  </a:lnTo>
                  <a:lnTo>
                    <a:pt x="495" y="267"/>
                  </a:lnTo>
                  <a:lnTo>
                    <a:pt x="483" y="331"/>
                  </a:lnTo>
                  <a:lnTo>
                    <a:pt x="535" y="366"/>
                  </a:lnTo>
                  <a:lnTo>
                    <a:pt x="523" y="446"/>
                  </a:lnTo>
                  <a:lnTo>
                    <a:pt x="495" y="441"/>
                  </a:lnTo>
                  <a:lnTo>
                    <a:pt x="443" y="499"/>
                  </a:lnTo>
                  <a:lnTo>
                    <a:pt x="331" y="563"/>
                  </a:lnTo>
                  <a:lnTo>
                    <a:pt x="209" y="539"/>
                  </a:lnTo>
                  <a:lnTo>
                    <a:pt x="198" y="499"/>
                  </a:lnTo>
                  <a:lnTo>
                    <a:pt x="286" y="411"/>
                  </a:lnTo>
                  <a:lnTo>
                    <a:pt x="209" y="331"/>
                  </a:lnTo>
                  <a:lnTo>
                    <a:pt x="152" y="319"/>
                  </a:lnTo>
                  <a:lnTo>
                    <a:pt x="134" y="267"/>
                  </a:lnTo>
                  <a:lnTo>
                    <a:pt x="52" y="255"/>
                  </a:lnTo>
                  <a:lnTo>
                    <a:pt x="0" y="139"/>
                  </a:lnTo>
                  <a:lnTo>
                    <a:pt x="47" y="40"/>
                  </a:lnTo>
                  <a:lnTo>
                    <a:pt x="152" y="0"/>
                  </a:lnTo>
                  <a:lnTo>
                    <a:pt x="291" y="0"/>
                  </a:lnTo>
                  <a:lnTo>
                    <a:pt x="291" y="40"/>
                  </a:lnTo>
                  <a:lnTo>
                    <a:pt x="326" y="57"/>
                  </a:lnTo>
                  <a:close/>
                </a:path>
              </a:pathLst>
            </a:custGeom>
            <a:solidFill>
              <a:schemeClr val="hlink"/>
            </a:solidFill>
            <a:ln w="9525">
              <a:solidFill>
                <a:schemeClr val="hlink"/>
              </a:solidFill>
              <a:round/>
              <a:headEnd/>
              <a:tailEnd/>
            </a:ln>
          </p:spPr>
          <p:txBody>
            <a:bodyPr/>
            <a:lstStyle/>
            <a:p>
              <a:endParaRPr lang="ko-KR" altLang="en-US"/>
            </a:p>
          </p:txBody>
        </p:sp>
        <p:sp>
          <p:nvSpPr>
            <p:cNvPr id="418116" name="Freeform 789">
              <a:extLst>
                <a:ext uri="{FF2B5EF4-FFF2-40B4-BE49-F238E27FC236}">
                  <a16:creationId xmlns:a16="http://schemas.microsoft.com/office/drawing/2014/main" id="{3FADB586-9788-0DCF-09C5-EEC388448681}"/>
                </a:ext>
              </a:extLst>
            </p:cNvPr>
            <p:cNvSpPr>
              <a:spLocks/>
            </p:cNvSpPr>
            <p:nvPr/>
          </p:nvSpPr>
          <p:spPr bwMode="auto">
            <a:xfrm>
              <a:off x="5528" y="3275"/>
              <a:ext cx="91" cy="126"/>
            </a:xfrm>
            <a:custGeom>
              <a:avLst/>
              <a:gdLst>
                <a:gd name="T0" fmla="*/ 0 w 354"/>
                <a:gd name="T1" fmla="*/ 0 h 471"/>
                <a:gd name="T2" fmla="*/ 0 w 354"/>
                <a:gd name="T3" fmla="*/ 0 h 471"/>
                <a:gd name="T4" fmla="*/ 0 w 354"/>
                <a:gd name="T5" fmla="*/ 0 h 471"/>
                <a:gd name="T6" fmla="*/ 0 w 354"/>
                <a:gd name="T7" fmla="*/ 0 h 471"/>
                <a:gd name="T8" fmla="*/ 0 w 354"/>
                <a:gd name="T9" fmla="*/ 0 h 471"/>
                <a:gd name="T10" fmla="*/ 0 w 354"/>
                <a:gd name="T11" fmla="*/ 0 h 471"/>
                <a:gd name="T12" fmla="*/ 0 w 354"/>
                <a:gd name="T13" fmla="*/ 0 h 471"/>
                <a:gd name="T14" fmla="*/ 0 w 354"/>
                <a:gd name="T15" fmla="*/ 0 h 471"/>
                <a:gd name="T16" fmla="*/ 0 w 354"/>
                <a:gd name="T17" fmla="*/ 0 h 471"/>
                <a:gd name="T18" fmla="*/ 0 w 354"/>
                <a:gd name="T19" fmla="*/ 0 h 471"/>
                <a:gd name="T20" fmla="*/ 0 w 354"/>
                <a:gd name="T21" fmla="*/ 0 h 471"/>
                <a:gd name="T22" fmla="*/ 0 w 354"/>
                <a:gd name="T23" fmla="*/ 0 h 471"/>
                <a:gd name="T24" fmla="*/ 0 w 354"/>
                <a:gd name="T25" fmla="*/ 0 h 471"/>
                <a:gd name="T26" fmla="*/ 0 w 354"/>
                <a:gd name="T27" fmla="*/ 0 h 471"/>
                <a:gd name="T28" fmla="*/ 0 w 354"/>
                <a:gd name="T29" fmla="*/ 0 h 471"/>
                <a:gd name="T30" fmla="*/ 0 w 354"/>
                <a:gd name="T31" fmla="*/ 0 h 471"/>
                <a:gd name="T32" fmla="*/ 0 w 354"/>
                <a:gd name="T33" fmla="*/ 0 h 471"/>
                <a:gd name="T34" fmla="*/ 0 w 354"/>
                <a:gd name="T35" fmla="*/ 0 h 471"/>
                <a:gd name="T36" fmla="*/ 0 w 354"/>
                <a:gd name="T37" fmla="*/ 0 h 4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54" h="471">
                  <a:moveTo>
                    <a:pt x="134" y="0"/>
                  </a:moveTo>
                  <a:lnTo>
                    <a:pt x="69" y="6"/>
                  </a:lnTo>
                  <a:lnTo>
                    <a:pt x="34" y="23"/>
                  </a:lnTo>
                  <a:lnTo>
                    <a:pt x="58" y="70"/>
                  </a:lnTo>
                  <a:lnTo>
                    <a:pt x="29" y="98"/>
                  </a:lnTo>
                  <a:lnTo>
                    <a:pt x="0" y="98"/>
                  </a:lnTo>
                  <a:lnTo>
                    <a:pt x="12" y="168"/>
                  </a:lnTo>
                  <a:lnTo>
                    <a:pt x="69" y="192"/>
                  </a:lnTo>
                  <a:lnTo>
                    <a:pt x="64" y="232"/>
                  </a:lnTo>
                  <a:lnTo>
                    <a:pt x="87" y="250"/>
                  </a:lnTo>
                  <a:lnTo>
                    <a:pt x="87" y="424"/>
                  </a:lnTo>
                  <a:lnTo>
                    <a:pt x="111" y="471"/>
                  </a:lnTo>
                  <a:lnTo>
                    <a:pt x="308" y="436"/>
                  </a:lnTo>
                  <a:lnTo>
                    <a:pt x="285" y="360"/>
                  </a:lnTo>
                  <a:lnTo>
                    <a:pt x="221" y="325"/>
                  </a:lnTo>
                  <a:lnTo>
                    <a:pt x="233" y="244"/>
                  </a:lnTo>
                  <a:lnTo>
                    <a:pt x="354" y="151"/>
                  </a:lnTo>
                  <a:lnTo>
                    <a:pt x="238" y="145"/>
                  </a:lnTo>
                  <a:lnTo>
                    <a:pt x="134" y="0"/>
                  </a:lnTo>
                  <a:close/>
                </a:path>
              </a:pathLst>
            </a:custGeom>
            <a:solidFill>
              <a:schemeClr val="hlink"/>
            </a:solidFill>
            <a:ln w="9525">
              <a:solidFill>
                <a:schemeClr val="hlink"/>
              </a:solidFill>
              <a:round/>
              <a:headEnd/>
              <a:tailEnd/>
            </a:ln>
          </p:spPr>
          <p:txBody>
            <a:bodyPr/>
            <a:lstStyle/>
            <a:p>
              <a:endParaRPr lang="ko-KR" altLang="en-US"/>
            </a:p>
          </p:txBody>
        </p:sp>
        <p:sp>
          <p:nvSpPr>
            <p:cNvPr id="418117" name="Freeform 790">
              <a:extLst>
                <a:ext uri="{FF2B5EF4-FFF2-40B4-BE49-F238E27FC236}">
                  <a16:creationId xmlns:a16="http://schemas.microsoft.com/office/drawing/2014/main" id="{2E8BBFA9-51A3-CCE7-A09C-686956149716}"/>
                </a:ext>
              </a:extLst>
            </p:cNvPr>
            <p:cNvSpPr>
              <a:spLocks/>
            </p:cNvSpPr>
            <p:nvPr/>
          </p:nvSpPr>
          <p:spPr bwMode="auto">
            <a:xfrm>
              <a:off x="5584" y="3315"/>
              <a:ext cx="77" cy="75"/>
            </a:xfrm>
            <a:custGeom>
              <a:avLst/>
              <a:gdLst>
                <a:gd name="T0" fmla="*/ 0 w 302"/>
                <a:gd name="T1" fmla="*/ 0 h 285"/>
                <a:gd name="T2" fmla="*/ 0 w 302"/>
                <a:gd name="T3" fmla="*/ 0 h 285"/>
                <a:gd name="T4" fmla="*/ 0 w 302"/>
                <a:gd name="T5" fmla="*/ 0 h 285"/>
                <a:gd name="T6" fmla="*/ 0 w 302"/>
                <a:gd name="T7" fmla="*/ 0 h 285"/>
                <a:gd name="T8" fmla="*/ 0 w 302"/>
                <a:gd name="T9" fmla="*/ 0 h 285"/>
                <a:gd name="T10" fmla="*/ 0 w 302"/>
                <a:gd name="T11" fmla="*/ 0 h 285"/>
                <a:gd name="T12" fmla="*/ 0 w 302"/>
                <a:gd name="T13" fmla="*/ 0 h 285"/>
                <a:gd name="T14" fmla="*/ 0 w 302"/>
                <a:gd name="T15" fmla="*/ 0 h 285"/>
                <a:gd name="T16" fmla="*/ 0 w 302"/>
                <a:gd name="T17" fmla="*/ 0 h 285"/>
                <a:gd name="T18" fmla="*/ 0 w 302"/>
                <a:gd name="T19" fmla="*/ 0 h 285"/>
                <a:gd name="T20" fmla="*/ 0 w 302"/>
                <a:gd name="T21" fmla="*/ 0 h 285"/>
                <a:gd name="T22" fmla="*/ 0 w 302"/>
                <a:gd name="T23" fmla="*/ 0 h 285"/>
                <a:gd name="T24" fmla="*/ 0 w 302"/>
                <a:gd name="T25" fmla="*/ 0 h 285"/>
                <a:gd name="T26" fmla="*/ 0 w 302"/>
                <a:gd name="T27" fmla="*/ 0 h 2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02" h="285">
                  <a:moveTo>
                    <a:pt x="133" y="0"/>
                  </a:moveTo>
                  <a:lnTo>
                    <a:pt x="12" y="93"/>
                  </a:lnTo>
                  <a:lnTo>
                    <a:pt x="0" y="174"/>
                  </a:lnTo>
                  <a:lnTo>
                    <a:pt x="64" y="209"/>
                  </a:lnTo>
                  <a:lnTo>
                    <a:pt x="87" y="285"/>
                  </a:lnTo>
                  <a:lnTo>
                    <a:pt x="133" y="250"/>
                  </a:lnTo>
                  <a:lnTo>
                    <a:pt x="185" y="285"/>
                  </a:lnTo>
                  <a:lnTo>
                    <a:pt x="255" y="285"/>
                  </a:lnTo>
                  <a:lnTo>
                    <a:pt x="296" y="180"/>
                  </a:lnTo>
                  <a:lnTo>
                    <a:pt x="272" y="134"/>
                  </a:lnTo>
                  <a:lnTo>
                    <a:pt x="302" y="87"/>
                  </a:lnTo>
                  <a:lnTo>
                    <a:pt x="244" y="76"/>
                  </a:lnTo>
                  <a:lnTo>
                    <a:pt x="162" y="6"/>
                  </a:lnTo>
                  <a:lnTo>
                    <a:pt x="133" y="0"/>
                  </a:lnTo>
                  <a:close/>
                </a:path>
              </a:pathLst>
            </a:custGeom>
            <a:solidFill>
              <a:schemeClr val="hlink"/>
            </a:solidFill>
            <a:ln w="9525">
              <a:solidFill>
                <a:schemeClr val="hlink"/>
              </a:solidFill>
              <a:round/>
              <a:headEnd/>
              <a:tailEnd/>
            </a:ln>
          </p:spPr>
          <p:txBody>
            <a:bodyPr/>
            <a:lstStyle/>
            <a:p>
              <a:endParaRPr lang="ko-KR" altLang="en-US"/>
            </a:p>
          </p:txBody>
        </p:sp>
        <p:sp>
          <p:nvSpPr>
            <p:cNvPr id="418118" name="Freeform 791">
              <a:extLst>
                <a:ext uri="{FF2B5EF4-FFF2-40B4-BE49-F238E27FC236}">
                  <a16:creationId xmlns:a16="http://schemas.microsoft.com/office/drawing/2014/main" id="{BE557649-D0F9-1A3F-A9D2-5C580E0437AB}"/>
                </a:ext>
              </a:extLst>
            </p:cNvPr>
            <p:cNvSpPr>
              <a:spLocks/>
            </p:cNvSpPr>
            <p:nvPr/>
          </p:nvSpPr>
          <p:spPr bwMode="auto">
            <a:xfrm>
              <a:off x="5649" y="3339"/>
              <a:ext cx="40" cy="59"/>
            </a:xfrm>
            <a:custGeom>
              <a:avLst/>
              <a:gdLst>
                <a:gd name="T0" fmla="*/ 0 w 163"/>
                <a:gd name="T1" fmla="*/ 0 h 226"/>
                <a:gd name="T2" fmla="*/ 0 w 163"/>
                <a:gd name="T3" fmla="*/ 0 h 226"/>
                <a:gd name="T4" fmla="*/ 0 w 163"/>
                <a:gd name="T5" fmla="*/ 0 h 226"/>
                <a:gd name="T6" fmla="*/ 0 w 163"/>
                <a:gd name="T7" fmla="*/ 0 h 226"/>
                <a:gd name="T8" fmla="*/ 0 w 163"/>
                <a:gd name="T9" fmla="*/ 0 h 226"/>
                <a:gd name="T10" fmla="*/ 0 w 163"/>
                <a:gd name="T11" fmla="*/ 0 h 226"/>
                <a:gd name="T12" fmla="*/ 0 w 163"/>
                <a:gd name="T13" fmla="*/ 0 h 226"/>
                <a:gd name="T14" fmla="*/ 0 w 163"/>
                <a:gd name="T15" fmla="*/ 0 h 226"/>
                <a:gd name="T16" fmla="*/ 0 w 163"/>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3" h="226">
                  <a:moveTo>
                    <a:pt x="47" y="0"/>
                  </a:moveTo>
                  <a:lnTo>
                    <a:pt x="17" y="47"/>
                  </a:lnTo>
                  <a:lnTo>
                    <a:pt x="41" y="93"/>
                  </a:lnTo>
                  <a:lnTo>
                    <a:pt x="0" y="198"/>
                  </a:lnTo>
                  <a:lnTo>
                    <a:pt x="35" y="226"/>
                  </a:lnTo>
                  <a:lnTo>
                    <a:pt x="76" y="221"/>
                  </a:lnTo>
                  <a:lnTo>
                    <a:pt x="163" y="93"/>
                  </a:lnTo>
                  <a:lnTo>
                    <a:pt x="82" y="12"/>
                  </a:lnTo>
                  <a:lnTo>
                    <a:pt x="47" y="0"/>
                  </a:lnTo>
                  <a:close/>
                </a:path>
              </a:pathLst>
            </a:custGeom>
            <a:solidFill>
              <a:schemeClr val="hlink"/>
            </a:solidFill>
            <a:ln w="9525">
              <a:solidFill>
                <a:schemeClr val="hlink"/>
              </a:solidFill>
              <a:round/>
              <a:headEnd/>
              <a:tailEnd/>
            </a:ln>
          </p:spPr>
          <p:txBody>
            <a:bodyPr/>
            <a:lstStyle/>
            <a:p>
              <a:endParaRPr lang="ko-KR" altLang="en-US"/>
            </a:p>
          </p:txBody>
        </p:sp>
        <p:sp>
          <p:nvSpPr>
            <p:cNvPr id="418119" name="Freeform 792">
              <a:extLst>
                <a:ext uri="{FF2B5EF4-FFF2-40B4-BE49-F238E27FC236}">
                  <a16:creationId xmlns:a16="http://schemas.microsoft.com/office/drawing/2014/main" id="{C7553047-6183-2346-7859-88C4945EEBB8}"/>
                </a:ext>
              </a:extLst>
            </p:cNvPr>
            <p:cNvSpPr>
              <a:spLocks/>
            </p:cNvSpPr>
            <p:nvPr/>
          </p:nvSpPr>
          <p:spPr bwMode="auto">
            <a:xfrm>
              <a:off x="5280" y="3319"/>
              <a:ext cx="678" cy="692"/>
            </a:xfrm>
            <a:custGeom>
              <a:avLst/>
              <a:gdLst>
                <a:gd name="T0" fmla="*/ 0 w 2685"/>
                <a:gd name="T1" fmla="*/ 0 h 2603"/>
                <a:gd name="T2" fmla="*/ 0 w 2685"/>
                <a:gd name="T3" fmla="*/ 0 h 2603"/>
                <a:gd name="T4" fmla="*/ 0 w 2685"/>
                <a:gd name="T5" fmla="*/ 0 h 2603"/>
                <a:gd name="T6" fmla="*/ 0 w 2685"/>
                <a:gd name="T7" fmla="*/ 0 h 2603"/>
                <a:gd name="T8" fmla="*/ 0 w 2685"/>
                <a:gd name="T9" fmla="*/ 0 h 2603"/>
                <a:gd name="T10" fmla="*/ 0 w 2685"/>
                <a:gd name="T11" fmla="*/ 0 h 2603"/>
                <a:gd name="T12" fmla="*/ 0 w 2685"/>
                <a:gd name="T13" fmla="*/ 0 h 2603"/>
                <a:gd name="T14" fmla="*/ 0 w 2685"/>
                <a:gd name="T15" fmla="*/ 0 h 2603"/>
                <a:gd name="T16" fmla="*/ 0 w 2685"/>
                <a:gd name="T17" fmla="*/ 0 h 2603"/>
                <a:gd name="T18" fmla="*/ 0 w 2685"/>
                <a:gd name="T19" fmla="*/ 0 h 2603"/>
                <a:gd name="T20" fmla="*/ 0 w 2685"/>
                <a:gd name="T21" fmla="*/ 0 h 2603"/>
                <a:gd name="T22" fmla="*/ 0 w 2685"/>
                <a:gd name="T23" fmla="*/ 0 h 2603"/>
                <a:gd name="T24" fmla="*/ 0 w 2685"/>
                <a:gd name="T25" fmla="*/ 0 h 2603"/>
                <a:gd name="T26" fmla="*/ 0 w 2685"/>
                <a:gd name="T27" fmla="*/ 0 h 2603"/>
                <a:gd name="T28" fmla="*/ 0 w 2685"/>
                <a:gd name="T29" fmla="*/ 0 h 2603"/>
                <a:gd name="T30" fmla="*/ 0 w 2685"/>
                <a:gd name="T31" fmla="*/ 0 h 2603"/>
                <a:gd name="T32" fmla="*/ 0 w 2685"/>
                <a:gd name="T33" fmla="*/ 0 h 2603"/>
                <a:gd name="T34" fmla="*/ 0 w 2685"/>
                <a:gd name="T35" fmla="*/ 0 h 2603"/>
                <a:gd name="T36" fmla="*/ 0 w 2685"/>
                <a:gd name="T37" fmla="*/ 0 h 2603"/>
                <a:gd name="T38" fmla="*/ 0 w 2685"/>
                <a:gd name="T39" fmla="*/ 0 h 2603"/>
                <a:gd name="T40" fmla="*/ 0 w 2685"/>
                <a:gd name="T41" fmla="*/ 0 h 2603"/>
                <a:gd name="T42" fmla="*/ 0 w 2685"/>
                <a:gd name="T43" fmla="*/ 0 h 2603"/>
                <a:gd name="T44" fmla="*/ 0 w 2685"/>
                <a:gd name="T45" fmla="*/ 0 h 2603"/>
                <a:gd name="T46" fmla="*/ 0 w 2685"/>
                <a:gd name="T47" fmla="*/ 0 h 2603"/>
                <a:gd name="T48" fmla="*/ 0 w 2685"/>
                <a:gd name="T49" fmla="*/ 0 h 2603"/>
                <a:gd name="T50" fmla="*/ 0 w 2685"/>
                <a:gd name="T51" fmla="*/ 0 h 2603"/>
                <a:gd name="T52" fmla="*/ 0 w 2685"/>
                <a:gd name="T53" fmla="*/ 0 h 2603"/>
                <a:gd name="T54" fmla="*/ 0 w 2685"/>
                <a:gd name="T55" fmla="*/ 0 h 2603"/>
                <a:gd name="T56" fmla="*/ 0 w 2685"/>
                <a:gd name="T57" fmla="*/ 0 h 2603"/>
                <a:gd name="T58" fmla="*/ 0 w 2685"/>
                <a:gd name="T59" fmla="*/ 0 h 2603"/>
                <a:gd name="T60" fmla="*/ 0 w 2685"/>
                <a:gd name="T61" fmla="*/ 0 h 2603"/>
                <a:gd name="T62" fmla="*/ 0 w 2685"/>
                <a:gd name="T63" fmla="*/ 0 h 2603"/>
                <a:gd name="T64" fmla="*/ 0 w 2685"/>
                <a:gd name="T65" fmla="*/ 0 h 2603"/>
                <a:gd name="T66" fmla="*/ 0 w 2685"/>
                <a:gd name="T67" fmla="*/ 0 h 2603"/>
                <a:gd name="T68" fmla="*/ 0 w 2685"/>
                <a:gd name="T69" fmla="*/ 0 h 2603"/>
                <a:gd name="T70" fmla="*/ 0 w 2685"/>
                <a:gd name="T71" fmla="*/ 0 h 2603"/>
                <a:gd name="T72" fmla="*/ 0 w 2685"/>
                <a:gd name="T73" fmla="*/ 0 h 2603"/>
                <a:gd name="T74" fmla="*/ 0 w 2685"/>
                <a:gd name="T75" fmla="*/ 0 h 2603"/>
                <a:gd name="T76" fmla="*/ 0 w 2685"/>
                <a:gd name="T77" fmla="*/ 0 h 2603"/>
                <a:gd name="T78" fmla="*/ 0 w 2685"/>
                <a:gd name="T79" fmla="*/ 0 h 2603"/>
                <a:gd name="T80" fmla="*/ 0 w 2685"/>
                <a:gd name="T81" fmla="*/ 0 h 2603"/>
                <a:gd name="T82" fmla="*/ 0 w 2685"/>
                <a:gd name="T83" fmla="*/ 0 h 2603"/>
                <a:gd name="T84" fmla="*/ 0 w 2685"/>
                <a:gd name="T85" fmla="*/ 0 h 2603"/>
                <a:gd name="T86" fmla="*/ 0 w 2685"/>
                <a:gd name="T87" fmla="*/ 0 h 2603"/>
                <a:gd name="T88" fmla="*/ 0 w 2685"/>
                <a:gd name="T89" fmla="*/ 0 h 2603"/>
                <a:gd name="T90" fmla="*/ 0 w 2685"/>
                <a:gd name="T91" fmla="*/ 0 h 2603"/>
                <a:gd name="T92" fmla="*/ 0 w 2685"/>
                <a:gd name="T93" fmla="*/ 0 h 2603"/>
                <a:gd name="T94" fmla="*/ 0 w 2685"/>
                <a:gd name="T95" fmla="*/ 0 h 2603"/>
                <a:gd name="T96" fmla="*/ 0 w 2685"/>
                <a:gd name="T97" fmla="*/ 0 h 2603"/>
                <a:gd name="T98" fmla="*/ 0 w 2685"/>
                <a:gd name="T99" fmla="*/ 0 h 2603"/>
                <a:gd name="T100" fmla="*/ 0 w 2685"/>
                <a:gd name="T101" fmla="*/ 0 h 2603"/>
                <a:gd name="T102" fmla="*/ 0 w 2685"/>
                <a:gd name="T103" fmla="*/ 0 h 2603"/>
                <a:gd name="T104" fmla="*/ 0 w 2685"/>
                <a:gd name="T105" fmla="*/ 0 h 2603"/>
                <a:gd name="T106" fmla="*/ 0 w 2685"/>
                <a:gd name="T107" fmla="*/ 0 h 2603"/>
                <a:gd name="T108" fmla="*/ 0 w 2685"/>
                <a:gd name="T109" fmla="*/ 0 h 2603"/>
                <a:gd name="T110" fmla="*/ 0 w 2685"/>
                <a:gd name="T111" fmla="*/ 0 h 2603"/>
                <a:gd name="T112" fmla="*/ 0 w 2685"/>
                <a:gd name="T113" fmla="*/ 0 h 2603"/>
                <a:gd name="T114" fmla="*/ 0 w 2685"/>
                <a:gd name="T115" fmla="*/ 0 h 2603"/>
                <a:gd name="T116" fmla="*/ 0 w 2685"/>
                <a:gd name="T117" fmla="*/ 0 h 2603"/>
                <a:gd name="T118" fmla="*/ 0 w 2685"/>
                <a:gd name="T119" fmla="*/ 0 h 2603"/>
                <a:gd name="T120" fmla="*/ 0 w 2685"/>
                <a:gd name="T121" fmla="*/ 0 h 26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85" h="2603">
                  <a:moveTo>
                    <a:pt x="1633" y="163"/>
                  </a:moveTo>
                  <a:lnTo>
                    <a:pt x="1662" y="192"/>
                  </a:lnTo>
                  <a:lnTo>
                    <a:pt x="1715" y="308"/>
                  </a:lnTo>
                  <a:lnTo>
                    <a:pt x="1760" y="343"/>
                  </a:lnTo>
                  <a:lnTo>
                    <a:pt x="1580" y="523"/>
                  </a:lnTo>
                  <a:lnTo>
                    <a:pt x="1673" y="512"/>
                  </a:lnTo>
                  <a:lnTo>
                    <a:pt x="1737" y="477"/>
                  </a:lnTo>
                  <a:lnTo>
                    <a:pt x="1790" y="488"/>
                  </a:lnTo>
                  <a:lnTo>
                    <a:pt x="1772" y="535"/>
                  </a:lnTo>
                  <a:lnTo>
                    <a:pt x="1703" y="540"/>
                  </a:lnTo>
                  <a:lnTo>
                    <a:pt x="1778" y="582"/>
                  </a:lnTo>
                  <a:lnTo>
                    <a:pt x="1854" y="523"/>
                  </a:lnTo>
                  <a:lnTo>
                    <a:pt x="2022" y="535"/>
                  </a:lnTo>
                  <a:lnTo>
                    <a:pt x="2028" y="570"/>
                  </a:lnTo>
                  <a:lnTo>
                    <a:pt x="2057" y="570"/>
                  </a:lnTo>
                  <a:lnTo>
                    <a:pt x="2046" y="622"/>
                  </a:lnTo>
                  <a:lnTo>
                    <a:pt x="2086" y="640"/>
                  </a:lnTo>
                  <a:lnTo>
                    <a:pt x="2069" y="662"/>
                  </a:lnTo>
                  <a:lnTo>
                    <a:pt x="2191" y="669"/>
                  </a:lnTo>
                  <a:lnTo>
                    <a:pt x="2284" y="721"/>
                  </a:lnTo>
                  <a:lnTo>
                    <a:pt x="2348" y="680"/>
                  </a:lnTo>
                  <a:lnTo>
                    <a:pt x="2395" y="704"/>
                  </a:lnTo>
                  <a:lnTo>
                    <a:pt x="2545" y="872"/>
                  </a:lnTo>
                  <a:lnTo>
                    <a:pt x="2587" y="884"/>
                  </a:lnTo>
                  <a:lnTo>
                    <a:pt x="2644" y="860"/>
                  </a:lnTo>
                  <a:lnTo>
                    <a:pt x="2679" y="894"/>
                  </a:lnTo>
                  <a:lnTo>
                    <a:pt x="2685" y="1081"/>
                  </a:lnTo>
                  <a:lnTo>
                    <a:pt x="2644" y="1156"/>
                  </a:lnTo>
                  <a:lnTo>
                    <a:pt x="2580" y="1180"/>
                  </a:lnTo>
                  <a:lnTo>
                    <a:pt x="2400" y="1342"/>
                  </a:lnTo>
                  <a:lnTo>
                    <a:pt x="2348" y="1372"/>
                  </a:lnTo>
                  <a:lnTo>
                    <a:pt x="2336" y="1494"/>
                  </a:lnTo>
                  <a:lnTo>
                    <a:pt x="2290" y="1592"/>
                  </a:lnTo>
                  <a:lnTo>
                    <a:pt x="2266" y="1703"/>
                  </a:lnTo>
                  <a:lnTo>
                    <a:pt x="2051" y="1975"/>
                  </a:lnTo>
                  <a:lnTo>
                    <a:pt x="2004" y="1993"/>
                  </a:lnTo>
                  <a:lnTo>
                    <a:pt x="1917" y="1982"/>
                  </a:lnTo>
                  <a:lnTo>
                    <a:pt x="1795" y="2045"/>
                  </a:lnTo>
                  <a:lnTo>
                    <a:pt x="1743" y="2034"/>
                  </a:lnTo>
                  <a:lnTo>
                    <a:pt x="1558" y="2127"/>
                  </a:lnTo>
                  <a:lnTo>
                    <a:pt x="1516" y="2306"/>
                  </a:lnTo>
                  <a:lnTo>
                    <a:pt x="1319" y="2521"/>
                  </a:lnTo>
                  <a:lnTo>
                    <a:pt x="1279" y="2521"/>
                  </a:lnTo>
                  <a:lnTo>
                    <a:pt x="1342" y="2382"/>
                  </a:lnTo>
                  <a:lnTo>
                    <a:pt x="1313" y="2394"/>
                  </a:lnTo>
                  <a:lnTo>
                    <a:pt x="1203" y="2603"/>
                  </a:lnTo>
                  <a:lnTo>
                    <a:pt x="1144" y="2528"/>
                  </a:lnTo>
                  <a:lnTo>
                    <a:pt x="1151" y="2486"/>
                  </a:lnTo>
                  <a:lnTo>
                    <a:pt x="1081" y="2423"/>
                  </a:lnTo>
                  <a:lnTo>
                    <a:pt x="1034" y="2417"/>
                  </a:lnTo>
                  <a:lnTo>
                    <a:pt x="1029" y="2359"/>
                  </a:lnTo>
                  <a:lnTo>
                    <a:pt x="977" y="2324"/>
                  </a:lnTo>
                  <a:lnTo>
                    <a:pt x="1226" y="2196"/>
                  </a:lnTo>
                  <a:lnTo>
                    <a:pt x="1226" y="2104"/>
                  </a:lnTo>
                  <a:lnTo>
                    <a:pt x="1214" y="2097"/>
                  </a:lnTo>
                  <a:lnTo>
                    <a:pt x="1226" y="2017"/>
                  </a:lnTo>
                  <a:lnTo>
                    <a:pt x="1174" y="1982"/>
                  </a:lnTo>
                  <a:lnTo>
                    <a:pt x="1186" y="1918"/>
                  </a:lnTo>
                  <a:lnTo>
                    <a:pt x="1075" y="1842"/>
                  </a:lnTo>
                  <a:lnTo>
                    <a:pt x="1034" y="1853"/>
                  </a:lnTo>
                  <a:lnTo>
                    <a:pt x="1000" y="1825"/>
                  </a:lnTo>
                  <a:lnTo>
                    <a:pt x="1022" y="1668"/>
                  </a:lnTo>
                  <a:lnTo>
                    <a:pt x="1052" y="1633"/>
                  </a:lnTo>
                  <a:lnTo>
                    <a:pt x="1011" y="1476"/>
                  </a:lnTo>
                  <a:lnTo>
                    <a:pt x="918" y="1447"/>
                  </a:lnTo>
                  <a:lnTo>
                    <a:pt x="900" y="1383"/>
                  </a:lnTo>
                  <a:lnTo>
                    <a:pt x="877" y="1360"/>
                  </a:lnTo>
                  <a:lnTo>
                    <a:pt x="877" y="1342"/>
                  </a:lnTo>
                  <a:lnTo>
                    <a:pt x="918" y="1313"/>
                  </a:lnTo>
                  <a:lnTo>
                    <a:pt x="726" y="1156"/>
                  </a:lnTo>
                  <a:lnTo>
                    <a:pt x="639" y="1145"/>
                  </a:lnTo>
                  <a:lnTo>
                    <a:pt x="581" y="1069"/>
                  </a:lnTo>
                  <a:lnTo>
                    <a:pt x="628" y="1051"/>
                  </a:lnTo>
                  <a:lnTo>
                    <a:pt x="639" y="971"/>
                  </a:lnTo>
                  <a:lnTo>
                    <a:pt x="598" y="964"/>
                  </a:lnTo>
                  <a:lnTo>
                    <a:pt x="429" y="994"/>
                  </a:lnTo>
                  <a:lnTo>
                    <a:pt x="424" y="976"/>
                  </a:lnTo>
                  <a:lnTo>
                    <a:pt x="366" y="982"/>
                  </a:lnTo>
                  <a:lnTo>
                    <a:pt x="342" y="1034"/>
                  </a:lnTo>
                  <a:lnTo>
                    <a:pt x="284" y="1023"/>
                  </a:lnTo>
                  <a:lnTo>
                    <a:pt x="215" y="988"/>
                  </a:lnTo>
                  <a:lnTo>
                    <a:pt x="232" y="918"/>
                  </a:lnTo>
                  <a:lnTo>
                    <a:pt x="203" y="889"/>
                  </a:lnTo>
                  <a:lnTo>
                    <a:pt x="122" y="918"/>
                  </a:lnTo>
                  <a:lnTo>
                    <a:pt x="87" y="860"/>
                  </a:lnTo>
                  <a:lnTo>
                    <a:pt x="23" y="901"/>
                  </a:lnTo>
                  <a:lnTo>
                    <a:pt x="0" y="784"/>
                  </a:lnTo>
                  <a:lnTo>
                    <a:pt x="52" y="692"/>
                  </a:lnTo>
                  <a:lnTo>
                    <a:pt x="58" y="640"/>
                  </a:lnTo>
                  <a:lnTo>
                    <a:pt x="262" y="529"/>
                  </a:lnTo>
                  <a:lnTo>
                    <a:pt x="360" y="326"/>
                  </a:lnTo>
                  <a:lnTo>
                    <a:pt x="314" y="285"/>
                  </a:lnTo>
                  <a:lnTo>
                    <a:pt x="319" y="239"/>
                  </a:lnTo>
                  <a:lnTo>
                    <a:pt x="384" y="192"/>
                  </a:lnTo>
                  <a:lnTo>
                    <a:pt x="360" y="186"/>
                  </a:lnTo>
                  <a:lnTo>
                    <a:pt x="342" y="174"/>
                  </a:lnTo>
                  <a:lnTo>
                    <a:pt x="349" y="146"/>
                  </a:lnTo>
                  <a:lnTo>
                    <a:pt x="377" y="151"/>
                  </a:lnTo>
                  <a:lnTo>
                    <a:pt x="429" y="186"/>
                  </a:lnTo>
                  <a:lnTo>
                    <a:pt x="476" y="186"/>
                  </a:lnTo>
                  <a:lnTo>
                    <a:pt x="511" y="239"/>
                  </a:lnTo>
                  <a:lnTo>
                    <a:pt x="656" y="268"/>
                  </a:lnTo>
                  <a:lnTo>
                    <a:pt x="778" y="174"/>
                  </a:lnTo>
                  <a:lnTo>
                    <a:pt x="691" y="52"/>
                  </a:lnTo>
                  <a:lnTo>
                    <a:pt x="720" y="29"/>
                  </a:lnTo>
                  <a:lnTo>
                    <a:pt x="843" y="105"/>
                  </a:lnTo>
                  <a:lnTo>
                    <a:pt x="872" y="87"/>
                  </a:lnTo>
                  <a:lnTo>
                    <a:pt x="965" y="99"/>
                  </a:lnTo>
                  <a:lnTo>
                    <a:pt x="1000" y="24"/>
                  </a:lnTo>
                  <a:lnTo>
                    <a:pt x="1000" y="0"/>
                  </a:lnTo>
                  <a:lnTo>
                    <a:pt x="1057" y="24"/>
                  </a:lnTo>
                  <a:lnTo>
                    <a:pt x="1052" y="59"/>
                  </a:lnTo>
                  <a:lnTo>
                    <a:pt x="1075" y="82"/>
                  </a:lnTo>
                  <a:lnTo>
                    <a:pt x="1075" y="256"/>
                  </a:lnTo>
                  <a:lnTo>
                    <a:pt x="1099" y="303"/>
                  </a:lnTo>
                  <a:lnTo>
                    <a:pt x="1296" y="268"/>
                  </a:lnTo>
                  <a:lnTo>
                    <a:pt x="1342" y="233"/>
                  </a:lnTo>
                  <a:lnTo>
                    <a:pt x="1401" y="268"/>
                  </a:lnTo>
                  <a:lnTo>
                    <a:pt x="1470" y="268"/>
                  </a:lnTo>
                  <a:lnTo>
                    <a:pt x="1499" y="296"/>
                  </a:lnTo>
                  <a:lnTo>
                    <a:pt x="1540" y="291"/>
                  </a:lnTo>
                  <a:lnTo>
                    <a:pt x="1633" y="163"/>
                  </a:lnTo>
                  <a:close/>
                </a:path>
              </a:pathLst>
            </a:custGeom>
            <a:solidFill>
              <a:schemeClr val="hlink"/>
            </a:solidFill>
            <a:ln w="9525">
              <a:solidFill>
                <a:schemeClr val="hlink"/>
              </a:solidFill>
              <a:round/>
              <a:headEnd/>
              <a:tailEnd/>
            </a:ln>
          </p:spPr>
          <p:txBody>
            <a:bodyPr/>
            <a:lstStyle/>
            <a:p>
              <a:endParaRPr lang="ko-KR" altLang="en-US"/>
            </a:p>
          </p:txBody>
        </p:sp>
        <p:sp>
          <p:nvSpPr>
            <p:cNvPr id="418120" name="Freeform 793">
              <a:extLst>
                <a:ext uri="{FF2B5EF4-FFF2-40B4-BE49-F238E27FC236}">
                  <a16:creationId xmlns:a16="http://schemas.microsoft.com/office/drawing/2014/main" id="{05C7D580-9C82-FA0E-4CEB-5F645ED90F76}"/>
                </a:ext>
              </a:extLst>
            </p:cNvPr>
            <p:cNvSpPr>
              <a:spLocks/>
            </p:cNvSpPr>
            <p:nvPr/>
          </p:nvSpPr>
          <p:spPr bwMode="auto">
            <a:xfrm rot="-882543">
              <a:off x="4284" y="1722"/>
              <a:ext cx="25" cy="10"/>
            </a:xfrm>
            <a:custGeom>
              <a:avLst/>
              <a:gdLst>
                <a:gd name="T0" fmla="*/ 0 w 99"/>
                <a:gd name="T1" fmla="*/ 0 h 46"/>
                <a:gd name="T2" fmla="*/ 0 w 99"/>
                <a:gd name="T3" fmla="*/ 0 h 46"/>
                <a:gd name="T4" fmla="*/ 0 w 99"/>
                <a:gd name="T5" fmla="*/ 0 h 46"/>
                <a:gd name="T6" fmla="*/ 0 w 99"/>
                <a:gd name="T7" fmla="*/ 0 h 46"/>
                <a:gd name="T8" fmla="*/ 0 w 99"/>
                <a:gd name="T9" fmla="*/ 0 h 46"/>
                <a:gd name="T10" fmla="*/ 0 w 99"/>
                <a:gd name="T11" fmla="*/ 0 h 46"/>
                <a:gd name="T12" fmla="*/ 0 w 99"/>
                <a:gd name="T13" fmla="*/ 0 h 4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46">
                  <a:moveTo>
                    <a:pt x="64" y="11"/>
                  </a:moveTo>
                  <a:lnTo>
                    <a:pt x="12" y="0"/>
                  </a:lnTo>
                  <a:lnTo>
                    <a:pt x="0" y="11"/>
                  </a:lnTo>
                  <a:lnTo>
                    <a:pt x="12" y="40"/>
                  </a:lnTo>
                  <a:lnTo>
                    <a:pt x="64" y="46"/>
                  </a:lnTo>
                  <a:lnTo>
                    <a:pt x="99" y="17"/>
                  </a:lnTo>
                  <a:lnTo>
                    <a:pt x="64" y="11"/>
                  </a:lnTo>
                  <a:close/>
                </a:path>
              </a:pathLst>
            </a:custGeom>
            <a:solidFill>
              <a:srgbClr val="DDDDDD"/>
            </a:solidFill>
            <a:ln w="9525">
              <a:solidFill>
                <a:srgbClr val="DDDDDD"/>
              </a:solidFill>
              <a:round/>
              <a:headEnd/>
              <a:tailEnd/>
            </a:ln>
          </p:spPr>
          <p:txBody>
            <a:bodyPr/>
            <a:lstStyle/>
            <a:p>
              <a:endParaRPr lang="ko-KR" altLang="en-US"/>
            </a:p>
          </p:txBody>
        </p:sp>
        <p:sp>
          <p:nvSpPr>
            <p:cNvPr id="418121" name="Freeform 794">
              <a:extLst>
                <a:ext uri="{FF2B5EF4-FFF2-40B4-BE49-F238E27FC236}">
                  <a16:creationId xmlns:a16="http://schemas.microsoft.com/office/drawing/2014/main" id="{F5D59668-04D2-AE18-971E-9B72DC430A2F}"/>
                </a:ext>
              </a:extLst>
            </p:cNvPr>
            <p:cNvSpPr>
              <a:spLocks/>
            </p:cNvSpPr>
            <p:nvPr/>
          </p:nvSpPr>
          <p:spPr bwMode="auto">
            <a:xfrm rot="-882543">
              <a:off x="4241" y="1835"/>
              <a:ext cx="28" cy="12"/>
            </a:xfrm>
            <a:custGeom>
              <a:avLst/>
              <a:gdLst>
                <a:gd name="T0" fmla="*/ 0 w 110"/>
                <a:gd name="T1" fmla="*/ 0 h 52"/>
                <a:gd name="T2" fmla="*/ 0 w 110"/>
                <a:gd name="T3" fmla="*/ 0 h 52"/>
                <a:gd name="T4" fmla="*/ 0 w 110"/>
                <a:gd name="T5" fmla="*/ 0 h 52"/>
                <a:gd name="T6" fmla="*/ 0 w 110"/>
                <a:gd name="T7" fmla="*/ 0 h 52"/>
                <a:gd name="T8" fmla="*/ 0 w 110"/>
                <a:gd name="T9" fmla="*/ 0 h 52"/>
                <a:gd name="T10" fmla="*/ 0 w 110"/>
                <a:gd name="T11" fmla="*/ 0 h 52"/>
                <a:gd name="T12" fmla="*/ 0 w 110"/>
                <a:gd name="T13" fmla="*/ 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0" h="52">
                  <a:moveTo>
                    <a:pt x="58" y="0"/>
                  </a:moveTo>
                  <a:lnTo>
                    <a:pt x="0" y="24"/>
                  </a:lnTo>
                  <a:lnTo>
                    <a:pt x="23" y="41"/>
                  </a:lnTo>
                  <a:lnTo>
                    <a:pt x="105" y="52"/>
                  </a:lnTo>
                  <a:lnTo>
                    <a:pt x="110" y="17"/>
                  </a:lnTo>
                  <a:lnTo>
                    <a:pt x="81" y="0"/>
                  </a:lnTo>
                  <a:lnTo>
                    <a:pt x="58" y="0"/>
                  </a:lnTo>
                  <a:close/>
                </a:path>
              </a:pathLst>
            </a:custGeom>
            <a:solidFill>
              <a:srgbClr val="DDDDDD"/>
            </a:solidFill>
            <a:ln w="9525">
              <a:solidFill>
                <a:srgbClr val="DDDDDD"/>
              </a:solidFill>
              <a:round/>
              <a:headEnd/>
              <a:tailEnd/>
            </a:ln>
          </p:spPr>
          <p:txBody>
            <a:bodyPr/>
            <a:lstStyle/>
            <a:p>
              <a:endParaRPr lang="ko-KR" altLang="en-US"/>
            </a:p>
          </p:txBody>
        </p:sp>
        <p:sp>
          <p:nvSpPr>
            <p:cNvPr id="418122" name="Freeform 795">
              <a:extLst>
                <a:ext uri="{FF2B5EF4-FFF2-40B4-BE49-F238E27FC236}">
                  <a16:creationId xmlns:a16="http://schemas.microsoft.com/office/drawing/2014/main" id="{727A3C8E-CBE6-345F-18A4-A3F34AA1A5EE}"/>
                </a:ext>
              </a:extLst>
            </p:cNvPr>
            <p:cNvSpPr>
              <a:spLocks/>
            </p:cNvSpPr>
            <p:nvPr/>
          </p:nvSpPr>
          <p:spPr bwMode="auto">
            <a:xfrm rot="-882543">
              <a:off x="5460" y="2090"/>
              <a:ext cx="111" cy="109"/>
            </a:xfrm>
            <a:custGeom>
              <a:avLst/>
              <a:gdLst>
                <a:gd name="T0" fmla="*/ 0 w 436"/>
                <a:gd name="T1" fmla="*/ 0 h 424"/>
                <a:gd name="T2" fmla="*/ 0 w 436"/>
                <a:gd name="T3" fmla="*/ 0 h 424"/>
                <a:gd name="T4" fmla="*/ 0 w 436"/>
                <a:gd name="T5" fmla="*/ 0 h 424"/>
                <a:gd name="T6" fmla="*/ 0 w 436"/>
                <a:gd name="T7" fmla="*/ 0 h 424"/>
                <a:gd name="T8" fmla="*/ 0 w 436"/>
                <a:gd name="T9" fmla="*/ 0 h 424"/>
                <a:gd name="T10" fmla="*/ 0 w 436"/>
                <a:gd name="T11" fmla="*/ 0 h 424"/>
                <a:gd name="T12" fmla="*/ 0 w 436"/>
                <a:gd name="T13" fmla="*/ 0 h 424"/>
                <a:gd name="T14" fmla="*/ 0 w 436"/>
                <a:gd name="T15" fmla="*/ 0 h 424"/>
                <a:gd name="T16" fmla="*/ 0 w 436"/>
                <a:gd name="T17" fmla="*/ 0 h 424"/>
                <a:gd name="T18" fmla="*/ 0 w 436"/>
                <a:gd name="T19" fmla="*/ 0 h 424"/>
                <a:gd name="T20" fmla="*/ 0 w 436"/>
                <a:gd name="T21" fmla="*/ 0 h 424"/>
                <a:gd name="T22" fmla="*/ 0 w 436"/>
                <a:gd name="T23" fmla="*/ 0 h 424"/>
                <a:gd name="T24" fmla="*/ 0 w 436"/>
                <a:gd name="T25" fmla="*/ 0 h 424"/>
                <a:gd name="T26" fmla="*/ 0 w 436"/>
                <a:gd name="T27" fmla="*/ 0 h 424"/>
                <a:gd name="T28" fmla="*/ 0 w 436"/>
                <a:gd name="T29" fmla="*/ 0 h 424"/>
                <a:gd name="T30" fmla="*/ 0 w 436"/>
                <a:gd name="T31" fmla="*/ 0 h 424"/>
                <a:gd name="T32" fmla="*/ 0 w 436"/>
                <a:gd name="T33" fmla="*/ 0 h 424"/>
                <a:gd name="T34" fmla="*/ 0 w 436"/>
                <a:gd name="T35" fmla="*/ 0 h 424"/>
                <a:gd name="T36" fmla="*/ 0 w 436"/>
                <a:gd name="T37" fmla="*/ 0 h 424"/>
                <a:gd name="T38" fmla="*/ 0 w 436"/>
                <a:gd name="T39" fmla="*/ 0 h 4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6" h="424">
                  <a:moveTo>
                    <a:pt x="180" y="0"/>
                  </a:moveTo>
                  <a:lnTo>
                    <a:pt x="105" y="198"/>
                  </a:lnTo>
                  <a:lnTo>
                    <a:pt x="0" y="250"/>
                  </a:lnTo>
                  <a:lnTo>
                    <a:pt x="81" y="255"/>
                  </a:lnTo>
                  <a:lnTo>
                    <a:pt x="81" y="360"/>
                  </a:lnTo>
                  <a:lnTo>
                    <a:pt x="162" y="389"/>
                  </a:lnTo>
                  <a:lnTo>
                    <a:pt x="255" y="342"/>
                  </a:lnTo>
                  <a:lnTo>
                    <a:pt x="279" y="354"/>
                  </a:lnTo>
                  <a:lnTo>
                    <a:pt x="337" y="401"/>
                  </a:lnTo>
                  <a:lnTo>
                    <a:pt x="394" y="372"/>
                  </a:lnTo>
                  <a:lnTo>
                    <a:pt x="412" y="424"/>
                  </a:lnTo>
                  <a:lnTo>
                    <a:pt x="436" y="255"/>
                  </a:lnTo>
                  <a:lnTo>
                    <a:pt x="384" y="273"/>
                  </a:lnTo>
                  <a:lnTo>
                    <a:pt x="412" y="203"/>
                  </a:lnTo>
                  <a:lnTo>
                    <a:pt x="360" y="163"/>
                  </a:lnTo>
                  <a:lnTo>
                    <a:pt x="366" y="145"/>
                  </a:lnTo>
                  <a:lnTo>
                    <a:pt x="255" y="122"/>
                  </a:lnTo>
                  <a:lnTo>
                    <a:pt x="197" y="151"/>
                  </a:lnTo>
                  <a:lnTo>
                    <a:pt x="227" y="35"/>
                  </a:lnTo>
                  <a:lnTo>
                    <a:pt x="180" y="0"/>
                  </a:lnTo>
                  <a:close/>
                </a:path>
              </a:pathLst>
            </a:custGeom>
            <a:solidFill>
              <a:srgbClr val="DDDDDD"/>
            </a:solidFill>
            <a:ln w="9525">
              <a:solidFill>
                <a:srgbClr val="DDDDDD"/>
              </a:solidFill>
              <a:round/>
              <a:headEnd/>
              <a:tailEnd/>
            </a:ln>
          </p:spPr>
          <p:txBody>
            <a:bodyPr/>
            <a:lstStyle/>
            <a:p>
              <a:endParaRPr lang="ko-KR" altLang="en-US"/>
            </a:p>
          </p:txBody>
        </p:sp>
        <p:sp>
          <p:nvSpPr>
            <p:cNvPr id="418123" name="Freeform 796">
              <a:extLst>
                <a:ext uri="{FF2B5EF4-FFF2-40B4-BE49-F238E27FC236}">
                  <a16:creationId xmlns:a16="http://schemas.microsoft.com/office/drawing/2014/main" id="{AD03CA52-EA1F-ABFB-1331-E090929E34C8}"/>
                </a:ext>
              </a:extLst>
            </p:cNvPr>
            <p:cNvSpPr>
              <a:spLocks/>
            </p:cNvSpPr>
            <p:nvPr/>
          </p:nvSpPr>
          <p:spPr bwMode="auto">
            <a:xfrm rot="-882543">
              <a:off x="5408" y="2175"/>
              <a:ext cx="31" cy="14"/>
            </a:xfrm>
            <a:custGeom>
              <a:avLst/>
              <a:gdLst>
                <a:gd name="T0" fmla="*/ 0 w 122"/>
                <a:gd name="T1" fmla="*/ 0 h 53"/>
                <a:gd name="T2" fmla="*/ 0 w 122"/>
                <a:gd name="T3" fmla="*/ 0 h 53"/>
                <a:gd name="T4" fmla="*/ 0 w 122"/>
                <a:gd name="T5" fmla="*/ 0 h 53"/>
                <a:gd name="T6" fmla="*/ 0 w 122"/>
                <a:gd name="T7" fmla="*/ 0 h 53"/>
                <a:gd name="T8" fmla="*/ 0 w 122"/>
                <a:gd name="T9" fmla="*/ 0 h 53"/>
                <a:gd name="T10" fmla="*/ 0 w 122"/>
                <a:gd name="T11" fmla="*/ 0 h 53"/>
                <a:gd name="T12" fmla="*/ 0 w 122"/>
                <a:gd name="T13" fmla="*/ 0 h 53"/>
                <a:gd name="T14" fmla="*/ 0 w 122"/>
                <a:gd name="T15" fmla="*/ 0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53">
                  <a:moveTo>
                    <a:pt x="93" y="0"/>
                  </a:moveTo>
                  <a:lnTo>
                    <a:pt x="30" y="7"/>
                  </a:lnTo>
                  <a:lnTo>
                    <a:pt x="0" y="7"/>
                  </a:lnTo>
                  <a:lnTo>
                    <a:pt x="0" y="24"/>
                  </a:lnTo>
                  <a:lnTo>
                    <a:pt x="82" y="35"/>
                  </a:lnTo>
                  <a:lnTo>
                    <a:pt x="99" y="53"/>
                  </a:lnTo>
                  <a:lnTo>
                    <a:pt x="122" y="30"/>
                  </a:lnTo>
                  <a:lnTo>
                    <a:pt x="93" y="0"/>
                  </a:lnTo>
                  <a:close/>
                </a:path>
              </a:pathLst>
            </a:custGeom>
            <a:solidFill>
              <a:srgbClr val="DDDDDD"/>
            </a:solidFill>
            <a:ln w="9525">
              <a:solidFill>
                <a:srgbClr val="DDDDDD"/>
              </a:solidFill>
              <a:round/>
              <a:headEnd/>
              <a:tailEnd/>
            </a:ln>
          </p:spPr>
          <p:txBody>
            <a:bodyPr/>
            <a:lstStyle/>
            <a:p>
              <a:endParaRPr lang="ko-KR" altLang="en-US"/>
            </a:p>
          </p:txBody>
        </p:sp>
        <p:sp>
          <p:nvSpPr>
            <p:cNvPr id="418124" name="Freeform 797">
              <a:extLst>
                <a:ext uri="{FF2B5EF4-FFF2-40B4-BE49-F238E27FC236}">
                  <a16:creationId xmlns:a16="http://schemas.microsoft.com/office/drawing/2014/main" id="{363F7444-0D9F-96B8-D3AC-BDB760F916D7}"/>
                </a:ext>
              </a:extLst>
            </p:cNvPr>
            <p:cNvSpPr>
              <a:spLocks/>
            </p:cNvSpPr>
            <p:nvPr/>
          </p:nvSpPr>
          <p:spPr bwMode="auto">
            <a:xfrm rot="-882543">
              <a:off x="5430" y="2236"/>
              <a:ext cx="18" cy="12"/>
            </a:xfrm>
            <a:custGeom>
              <a:avLst/>
              <a:gdLst>
                <a:gd name="T0" fmla="*/ 0 w 75"/>
                <a:gd name="T1" fmla="*/ 0 h 47"/>
                <a:gd name="T2" fmla="*/ 0 w 75"/>
                <a:gd name="T3" fmla="*/ 0 h 47"/>
                <a:gd name="T4" fmla="*/ 0 w 75"/>
                <a:gd name="T5" fmla="*/ 0 h 47"/>
                <a:gd name="T6" fmla="*/ 0 w 75"/>
                <a:gd name="T7" fmla="*/ 0 h 47"/>
                <a:gd name="T8" fmla="*/ 0 w 75"/>
                <a:gd name="T9" fmla="*/ 0 h 47"/>
                <a:gd name="T10" fmla="*/ 0 w 75"/>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 h="47">
                  <a:moveTo>
                    <a:pt x="40" y="0"/>
                  </a:moveTo>
                  <a:lnTo>
                    <a:pt x="0" y="24"/>
                  </a:lnTo>
                  <a:lnTo>
                    <a:pt x="17" y="42"/>
                  </a:lnTo>
                  <a:lnTo>
                    <a:pt x="75" y="47"/>
                  </a:lnTo>
                  <a:lnTo>
                    <a:pt x="69" y="12"/>
                  </a:lnTo>
                  <a:lnTo>
                    <a:pt x="40" y="0"/>
                  </a:lnTo>
                  <a:close/>
                </a:path>
              </a:pathLst>
            </a:custGeom>
            <a:solidFill>
              <a:srgbClr val="DDDDDD"/>
            </a:solidFill>
            <a:ln w="9525">
              <a:solidFill>
                <a:srgbClr val="DDDDDD"/>
              </a:solidFill>
              <a:round/>
              <a:headEnd/>
              <a:tailEnd/>
            </a:ln>
          </p:spPr>
          <p:txBody>
            <a:bodyPr/>
            <a:lstStyle/>
            <a:p>
              <a:endParaRPr lang="ko-KR" altLang="en-US"/>
            </a:p>
          </p:txBody>
        </p:sp>
        <p:sp>
          <p:nvSpPr>
            <p:cNvPr id="418125" name="Freeform 798">
              <a:extLst>
                <a:ext uri="{FF2B5EF4-FFF2-40B4-BE49-F238E27FC236}">
                  <a16:creationId xmlns:a16="http://schemas.microsoft.com/office/drawing/2014/main" id="{93ED554F-0907-C1A5-462E-4AD41168F0A8}"/>
                </a:ext>
              </a:extLst>
            </p:cNvPr>
            <p:cNvSpPr>
              <a:spLocks/>
            </p:cNvSpPr>
            <p:nvPr/>
          </p:nvSpPr>
          <p:spPr bwMode="auto">
            <a:xfrm rot="-882543">
              <a:off x="5471" y="2223"/>
              <a:ext cx="22" cy="27"/>
            </a:xfrm>
            <a:custGeom>
              <a:avLst/>
              <a:gdLst>
                <a:gd name="T0" fmla="*/ 0 w 87"/>
                <a:gd name="T1" fmla="*/ 0 h 105"/>
                <a:gd name="T2" fmla="*/ 0 w 87"/>
                <a:gd name="T3" fmla="*/ 0 h 105"/>
                <a:gd name="T4" fmla="*/ 0 w 87"/>
                <a:gd name="T5" fmla="*/ 0 h 105"/>
                <a:gd name="T6" fmla="*/ 0 w 87"/>
                <a:gd name="T7" fmla="*/ 0 h 105"/>
                <a:gd name="T8" fmla="*/ 0 w 87"/>
                <a:gd name="T9" fmla="*/ 0 h 105"/>
                <a:gd name="T10" fmla="*/ 0 w 87"/>
                <a:gd name="T11" fmla="*/ 0 h 105"/>
                <a:gd name="T12" fmla="*/ 0 w 87"/>
                <a:gd name="T13" fmla="*/ 0 h 105"/>
                <a:gd name="T14" fmla="*/ 0 w 87"/>
                <a:gd name="T15" fmla="*/ 0 h 105"/>
                <a:gd name="T16" fmla="*/ 0 w 87"/>
                <a:gd name="T17" fmla="*/ 0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105">
                  <a:moveTo>
                    <a:pt x="17" y="100"/>
                  </a:moveTo>
                  <a:lnTo>
                    <a:pt x="0" y="59"/>
                  </a:lnTo>
                  <a:lnTo>
                    <a:pt x="28" y="0"/>
                  </a:lnTo>
                  <a:lnTo>
                    <a:pt x="52" y="12"/>
                  </a:lnTo>
                  <a:lnTo>
                    <a:pt x="40" y="47"/>
                  </a:lnTo>
                  <a:lnTo>
                    <a:pt x="87" y="70"/>
                  </a:lnTo>
                  <a:lnTo>
                    <a:pt x="75" y="105"/>
                  </a:lnTo>
                  <a:lnTo>
                    <a:pt x="28" y="100"/>
                  </a:lnTo>
                  <a:lnTo>
                    <a:pt x="17" y="100"/>
                  </a:lnTo>
                  <a:close/>
                </a:path>
              </a:pathLst>
            </a:custGeom>
            <a:solidFill>
              <a:srgbClr val="DDDDDD"/>
            </a:solidFill>
            <a:ln w="9525">
              <a:solidFill>
                <a:srgbClr val="DDDDDD"/>
              </a:solidFill>
              <a:round/>
              <a:headEnd/>
              <a:tailEnd/>
            </a:ln>
          </p:spPr>
          <p:txBody>
            <a:bodyPr/>
            <a:lstStyle/>
            <a:p>
              <a:endParaRPr lang="ko-KR" altLang="en-US"/>
            </a:p>
          </p:txBody>
        </p:sp>
        <p:sp>
          <p:nvSpPr>
            <p:cNvPr id="418126" name="Freeform 799">
              <a:extLst>
                <a:ext uri="{FF2B5EF4-FFF2-40B4-BE49-F238E27FC236}">
                  <a16:creationId xmlns:a16="http://schemas.microsoft.com/office/drawing/2014/main" id="{073709C0-844F-1108-0D51-187CEC68AE0E}"/>
                </a:ext>
              </a:extLst>
            </p:cNvPr>
            <p:cNvSpPr>
              <a:spLocks/>
            </p:cNvSpPr>
            <p:nvPr/>
          </p:nvSpPr>
          <p:spPr bwMode="auto">
            <a:xfrm rot="-882543">
              <a:off x="4492" y="2168"/>
              <a:ext cx="21" cy="59"/>
            </a:xfrm>
            <a:custGeom>
              <a:avLst/>
              <a:gdLst>
                <a:gd name="T0" fmla="*/ 0 w 76"/>
                <a:gd name="T1" fmla="*/ 0 h 232"/>
                <a:gd name="T2" fmla="*/ 0 w 76"/>
                <a:gd name="T3" fmla="*/ 0 h 232"/>
                <a:gd name="T4" fmla="*/ 0 w 76"/>
                <a:gd name="T5" fmla="*/ 0 h 232"/>
                <a:gd name="T6" fmla="*/ 0 w 76"/>
                <a:gd name="T7" fmla="*/ 0 h 232"/>
                <a:gd name="T8" fmla="*/ 0 w 76"/>
                <a:gd name="T9" fmla="*/ 0 h 232"/>
                <a:gd name="T10" fmla="*/ 0 w 76"/>
                <a:gd name="T11" fmla="*/ 0 h 232"/>
                <a:gd name="T12" fmla="*/ 0 w 76"/>
                <a:gd name="T13" fmla="*/ 0 h 232"/>
                <a:gd name="T14" fmla="*/ 0 w 76"/>
                <a:gd name="T15" fmla="*/ 0 h 232"/>
                <a:gd name="T16" fmla="*/ 0 w 76"/>
                <a:gd name="T17" fmla="*/ 0 h 232"/>
                <a:gd name="T18" fmla="*/ 0 w 76"/>
                <a:gd name="T19" fmla="*/ 0 h 232"/>
                <a:gd name="T20" fmla="*/ 0 w 76"/>
                <a:gd name="T21" fmla="*/ 0 h 2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6" h="232">
                  <a:moveTo>
                    <a:pt x="70" y="214"/>
                  </a:moveTo>
                  <a:lnTo>
                    <a:pt x="59" y="157"/>
                  </a:lnTo>
                  <a:lnTo>
                    <a:pt x="76" y="58"/>
                  </a:lnTo>
                  <a:lnTo>
                    <a:pt x="59" y="0"/>
                  </a:lnTo>
                  <a:lnTo>
                    <a:pt x="0" y="0"/>
                  </a:lnTo>
                  <a:lnTo>
                    <a:pt x="47" y="46"/>
                  </a:lnTo>
                  <a:lnTo>
                    <a:pt x="0" y="127"/>
                  </a:lnTo>
                  <a:lnTo>
                    <a:pt x="29" y="174"/>
                  </a:lnTo>
                  <a:lnTo>
                    <a:pt x="41" y="220"/>
                  </a:lnTo>
                  <a:lnTo>
                    <a:pt x="64" y="232"/>
                  </a:lnTo>
                  <a:lnTo>
                    <a:pt x="70" y="214"/>
                  </a:lnTo>
                  <a:close/>
                </a:path>
              </a:pathLst>
            </a:custGeom>
            <a:solidFill>
              <a:srgbClr val="DDDDDD"/>
            </a:solidFill>
            <a:ln w="9525">
              <a:solidFill>
                <a:srgbClr val="DDDDDD"/>
              </a:solidFill>
              <a:round/>
              <a:headEnd/>
              <a:tailEnd/>
            </a:ln>
          </p:spPr>
          <p:txBody>
            <a:bodyPr/>
            <a:lstStyle/>
            <a:p>
              <a:endParaRPr lang="ko-KR" altLang="en-US"/>
            </a:p>
          </p:txBody>
        </p:sp>
        <p:sp>
          <p:nvSpPr>
            <p:cNvPr id="418127" name="Freeform 800">
              <a:extLst>
                <a:ext uri="{FF2B5EF4-FFF2-40B4-BE49-F238E27FC236}">
                  <a16:creationId xmlns:a16="http://schemas.microsoft.com/office/drawing/2014/main" id="{9E959DB7-943B-19B0-7EDF-1D82BF39A068}"/>
                </a:ext>
              </a:extLst>
            </p:cNvPr>
            <p:cNvSpPr>
              <a:spLocks/>
            </p:cNvSpPr>
            <p:nvPr/>
          </p:nvSpPr>
          <p:spPr bwMode="auto">
            <a:xfrm rot="-882543">
              <a:off x="5058" y="1918"/>
              <a:ext cx="64" cy="47"/>
            </a:xfrm>
            <a:custGeom>
              <a:avLst/>
              <a:gdLst>
                <a:gd name="T0" fmla="*/ 0 w 256"/>
                <a:gd name="T1" fmla="*/ 0 h 187"/>
                <a:gd name="T2" fmla="*/ 0 w 256"/>
                <a:gd name="T3" fmla="*/ 0 h 187"/>
                <a:gd name="T4" fmla="*/ 0 w 256"/>
                <a:gd name="T5" fmla="*/ 0 h 187"/>
                <a:gd name="T6" fmla="*/ 0 w 256"/>
                <a:gd name="T7" fmla="*/ 0 h 187"/>
                <a:gd name="T8" fmla="*/ 0 w 256"/>
                <a:gd name="T9" fmla="*/ 0 h 187"/>
                <a:gd name="T10" fmla="*/ 0 w 256"/>
                <a:gd name="T11" fmla="*/ 0 h 187"/>
                <a:gd name="T12" fmla="*/ 0 w 256"/>
                <a:gd name="T13" fmla="*/ 0 h 187"/>
                <a:gd name="T14" fmla="*/ 0 w 256"/>
                <a:gd name="T15" fmla="*/ 0 h 187"/>
                <a:gd name="T16" fmla="*/ 0 w 256"/>
                <a:gd name="T17" fmla="*/ 0 h 187"/>
                <a:gd name="T18" fmla="*/ 0 w 256"/>
                <a:gd name="T19" fmla="*/ 0 h 187"/>
                <a:gd name="T20" fmla="*/ 0 w 256"/>
                <a:gd name="T21" fmla="*/ 0 h 187"/>
                <a:gd name="T22" fmla="*/ 0 w 256"/>
                <a:gd name="T23" fmla="*/ 0 h 187"/>
                <a:gd name="T24" fmla="*/ 0 w 256"/>
                <a:gd name="T25" fmla="*/ 0 h 187"/>
                <a:gd name="T26" fmla="*/ 0 w 256"/>
                <a:gd name="T27" fmla="*/ 0 h 1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6" h="187">
                  <a:moveTo>
                    <a:pt x="29" y="0"/>
                  </a:moveTo>
                  <a:lnTo>
                    <a:pt x="41" y="30"/>
                  </a:lnTo>
                  <a:lnTo>
                    <a:pt x="0" y="122"/>
                  </a:lnTo>
                  <a:lnTo>
                    <a:pt x="69" y="187"/>
                  </a:lnTo>
                  <a:lnTo>
                    <a:pt x="111" y="169"/>
                  </a:lnTo>
                  <a:lnTo>
                    <a:pt x="104" y="122"/>
                  </a:lnTo>
                  <a:lnTo>
                    <a:pt x="157" y="169"/>
                  </a:lnTo>
                  <a:lnTo>
                    <a:pt x="215" y="187"/>
                  </a:lnTo>
                  <a:lnTo>
                    <a:pt x="256" y="164"/>
                  </a:lnTo>
                  <a:lnTo>
                    <a:pt x="238" y="111"/>
                  </a:lnTo>
                  <a:lnTo>
                    <a:pt x="191" y="117"/>
                  </a:lnTo>
                  <a:lnTo>
                    <a:pt x="157" y="47"/>
                  </a:lnTo>
                  <a:lnTo>
                    <a:pt x="87" y="0"/>
                  </a:lnTo>
                  <a:lnTo>
                    <a:pt x="29" y="0"/>
                  </a:lnTo>
                  <a:close/>
                </a:path>
              </a:pathLst>
            </a:custGeom>
            <a:solidFill>
              <a:srgbClr val="DDDDDD"/>
            </a:solidFill>
            <a:ln w="9525">
              <a:solidFill>
                <a:srgbClr val="DDDDDD"/>
              </a:solidFill>
              <a:round/>
              <a:headEnd/>
              <a:tailEnd/>
            </a:ln>
          </p:spPr>
          <p:txBody>
            <a:bodyPr/>
            <a:lstStyle/>
            <a:p>
              <a:endParaRPr lang="ko-KR" altLang="en-US"/>
            </a:p>
          </p:txBody>
        </p:sp>
        <p:sp>
          <p:nvSpPr>
            <p:cNvPr id="418128" name="Freeform 801">
              <a:extLst>
                <a:ext uri="{FF2B5EF4-FFF2-40B4-BE49-F238E27FC236}">
                  <a16:creationId xmlns:a16="http://schemas.microsoft.com/office/drawing/2014/main" id="{69C2B6BC-D33E-724D-D5D3-00E1452E8208}"/>
                </a:ext>
              </a:extLst>
            </p:cNvPr>
            <p:cNvSpPr>
              <a:spLocks/>
            </p:cNvSpPr>
            <p:nvPr/>
          </p:nvSpPr>
          <p:spPr bwMode="auto">
            <a:xfrm rot="-882543">
              <a:off x="5081" y="1981"/>
              <a:ext cx="14" cy="18"/>
            </a:xfrm>
            <a:custGeom>
              <a:avLst/>
              <a:gdLst>
                <a:gd name="T0" fmla="*/ 0 w 52"/>
                <a:gd name="T1" fmla="*/ 0 h 70"/>
                <a:gd name="T2" fmla="*/ 0 w 52"/>
                <a:gd name="T3" fmla="*/ 0 h 70"/>
                <a:gd name="T4" fmla="*/ 0 w 52"/>
                <a:gd name="T5" fmla="*/ 0 h 70"/>
                <a:gd name="T6" fmla="*/ 0 w 52"/>
                <a:gd name="T7" fmla="*/ 0 h 70"/>
                <a:gd name="T8" fmla="*/ 0 w 52"/>
                <a:gd name="T9" fmla="*/ 0 h 70"/>
                <a:gd name="T10" fmla="*/ 0 w 52"/>
                <a:gd name="T11" fmla="*/ 0 h 70"/>
                <a:gd name="T12" fmla="*/ 0 w 52"/>
                <a:gd name="T13" fmla="*/ 0 h 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 h="70">
                  <a:moveTo>
                    <a:pt x="41" y="0"/>
                  </a:moveTo>
                  <a:lnTo>
                    <a:pt x="0" y="5"/>
                  </a:lnTo>
                  <a:lnTo>
                    <a:pt x="0" y="70"/>
                  </a:lnTo>
                  <a:lnTo>
                    <a:pt x="24" y="52"/>
                  </a:lnTo>
                  <a:lnTo>
                    <a:pt x="47" y="47"/>
                  </a:lnTo>
                  <a:lnTo>
                    <a:pt x="52" y="29"/>
                  </a:lnTo>
                  <a:lnTo>
                    <a:pt x="41" y="0"/>
                  </a:lnTo>
                  <a:close/>
                </a:path>
              </a:pathLst>
            </a:custGeom>
            <a:solidFill>
              <a:srgbClr val="DDDDDD"/>
            </a:solidFill>
            <a:ln w="9525">
              <a:solidFill>
                <a:srgbClr val="DDDDDD"/>
              </a:solidFill>
              <a:round/>
              <a:headEnd/>
              <a:tailEnd/>
            </a:ln>
          </p:spPr>
          <p:txBody>
            <a:bodyPr/>
            <a:lstStyle/>
            <a:p>
              <a:endParaRPr lang="ko-KR" altLang="en-US"/>
            </a:p>
          </p:txBody>
        </p:sp>
        <p:sp>
          <p:nvSpPr>
            <p:cNvPr id="418129" name="Freeform 802">
              <a:extLst>
                <a:ext uri="{FF2B5EF4-FFF2-40B4-BE49-F238E27FC236}">
                  <a16:creationId xmlns:a16="http://schemas.microsoft.com/office/drawing/2014/main" id="{797DF99D-2ABB-ED62-F4EE-549A5EA815CA}"/>
                </a:ext>
              </a:extLst>
            </p:cNvPr>
            <p:cNvSpPr>
              <a:spLocks/>
            </p:cNvSpPr>
            <p:nvPr/>
          </p:nvSpPr>
          <p:spPr bwMode="auto">
            <a:xfrm rot="-882543">
              <a:off x="4760" y="1706"/>
              <a:ext cx="77" cy="62"/>
            </a:xfrm>
            <a:custGeom>
              <a:avLst/>
              <a:gdLst>
                <a:gd name="T0" fmla="*/ 0 w 309"/>
                <a:gd name="T1" fmla="*/ 0 h 244"/>
                <a:gd name="T2" fmla="*/ 0 w 309"/>
                <a:gd name="T3" fmla="*/ 0 h 244"/>
                <a:gd name="T4" fmla="*/ 0 w 309"/>
                <a:gd name="T5" fmla="*/ 0 h 244"/>
                <a:gd name="T6" fmla="*/ 0 w 309"/>
                <a:gd name="T7" fmla="*/ 0 h 244"/>
                <a:gd name="T8" fmla="*/ 0 w 309"/>
                <a:gd name="T9" fmla="*/ 0 h 244"/>
                <a:gd name="T10" fmla="*/ 0 w 309"/>
                <a:gd name="T11" fmla="*/ 0 h 244"/>
                <a:gd name="T12" fmla="*/ 0 w 309"/>
                <a:gd name="T13" fmla="*/ 0 h 244"/>
                <a:gd name="T14" fmla="*/ 0 w 309"/>
                <a:gd name="T15" fmla="*/ 0 h 244"/>
                <a:gd name="T16" fmla="*/ 0 w 309"/>
                <a:gd name="T17" fmla="*/ 0 h 2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9" h="244">
                  <a:moveTo>
                    <a:pt x="187" y="0"/>
                  </a:moveTo>
                  <a:lnTo>
                    <a:pt x="88" y="105"/>
                  </a:lnTo>
                  <a:lnTo>
                    <a:pt x="0" y="128"/>
                  </a:lnTo>
                  <a:lnTo>
                    <a:pt x="18" y="232"/>
                  </a:lnTo>
                  <a:lnTo>
                    <a:pt x="100" y="244"/>
                  </a:lnTo>
                  <a:lnTo>
                    <a:pt x="145" y="175"/>
                  </a:lnTo>
                  <a:lnTo>
                    <a:pt x="309" y="180"/>
                  </a:lnTo>
                  <a:lnTo>
                    <a:pt x="245" y="18"/>
                  </a:lnTo>
                  <a:lnTo>
                    <a:pt x="187" y="0"/>
                  </a:lnTo>
                  <a:close/>
                </a:path>
              </a:pathLst>
            </a:custGeom>
            <a:solidFill>
              <a:srgbClr val="DDDDDD"/>
            </a:solidFill>
            <a:ln w="9525">
              <a:solidFill>
                <a:srgbClr val="DDDDDD"/>
              </a:solidFill>
              <a:round/>
              <a:headEnd/>
              <a:tailEnd/>
            </a:ln>
          </p:spPr>
          <p:txBody>
            <a:bodyPr/>
            <a:lstStyle/>
            <a:p>
              <a:endParaRPr lang="ko-KR" altLang="en-US"/>
            </a:p>
          </p:txBody>
        </p:sp>
        <p:sp>
          <p:nvSpPr>
            <p:cNvPr id="418130" name="Freeform 803">
              <a:extLst>
                <a:ext uri="{FF2B5EF4-FFF2-40B4-BE49-F238E27FC236}">
                  <a16:creationId xmlns:a16="http://schemas.microsoft.com/office/drawing/2014/main" id="{72C26E62-7FB9-5BF1-4776-F445B019AC37}"/>
                </a:ext>
              </a:extLst>
            </p:cNvPr>
            <p:cNvSpPr>
              <a:spLocks/>
            </p:cNvSpPr>
            <p:nvPr/>
          </p:nvSpPr>
          <p:spPr bwMode="auto">
            <a:xfrm rot="-882543">
              <a:off x="4806" y="1743"/>
              <a:ext cx="107" cy="124"/>
            </a:xfrm>
            <a:custGeom>
              <a:avLst/>
              <a:gdLst>
                <a:gd name="T0" fmla="*/ 0 w 424"/>
                <a:gd name="T1" fmla="*/ 0 h 476"/>
                <a:gd name="T2" fmla="*/ 0 w 424"/>
                <a:gd name="T3" fmla="*/ 0 h 476"/>
                <a:gd name="T4" fmla="*/ 0 w 424"/>
                <a:gd name="T5" fmla="*/ 0 h 476"/>
                <a:gd name="T6" fmla="*/ 0 w 424"/>
                <a:gd name="T7" fmla="*/ 0 h 476"/>
                <a:gd name="T8" fmla="*/ 0 w 424"/>
                <a:gd name="T9" fmla="*/ 0 h 476"/>
                <a:gd name="T10" fmla="*/ 0 w 424"/>
                <a:gd name="T11" fmla="*/ 0 h 476"/>
                <a:gd name="T12" fmla="*/ 0 w 424"/>
                <a:gd name="T13" fmla="*/ 0 h 476"/>
                <a:gd name="T14" fmla="*/ 0 w 424"/>
                <a:gd name="T15" fmla="*/ 0 h 476"/>
                <a:gd name="T16" fmla="*/ 0 w 424"/>
                <a:gd name="T17" fmla="*/ 0 h 476"/>
                <a:gd name="T18" fmla="*/ 0 w 424"/>
                <a:gd name="T19" fmla="*/ 0 h 476"/>
                <a:gd name="T20" fmla="*/ 0 w 424"/>
                <a:gd name="T21" fmla="*/ 0 h 476"/>
                <a:gd name="T22" fmla="*/ 0 w 424"/>
                <a:gd name="T23" fmla="*/ 0 h 476"/>
                <a:gd name="T24" fmla="*/ 0 w 424"/>
                <a:gd name="T25" fmla="*/ 0 h 476"/>
                <a:gd name="T26" fmla="*/ 0 w 424"/>
                <a:gd name="T27" fmla="*/ 0 h 476"/>
                <a:gd name="T28" fmla="*/ 0 w 424"/>
                <a:gd name="T29" fmla="*/ 0 h 476"/>
                <a:gd name="T30" fmla="*/ 0 w 424"/>
                <a:gd name="T31" fmla="*/ 0 h 476"/>
                <a:gd name="T32" fmla="*/ 0 w 424"/>
                <a:gd name="T33" fmla="*/ 0 h 476"/>
                <a:gd name="T34" fmla="*/ 0 w 424"/>
                <a:gd name="T35" fmla="*/ 0 h 476"/>
                <a:gd name="T36" fmla="*/ 0 w 424"/>
                <a:gd name="T37" fmla="*/ 0 h 476"/>
                <a:gd name="T38" fmla="*/ 0 w 424"/>
                <a:gd name="T39" fmla="*/ 0 h 476"/>
                <a:gd name="T40" fmla="*/ 0 w 424"/>
                <a:gd name="T41" fmla="*/ 0 h 476"/>
                <a:gd name="T42" fmla="*/ 0 w 424"/>
                <a:gd name="T43" fmla="*/ 0 h 4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24" h="476">
                  <a:moveTo>
                    <a:pt x="197" y="6"/>
                  </a:moveTo>
                  <a:lnTo>
                    <a:pt x="75" y="0"/>
                  </a:lnTo>
                  <a:lnTo>
                    <a:pt x="70" y="35"/>
                  </a:lnTo>
                  <a:lnTo>
                    <a:pt x="63" y="94"/>
                  </a:lnTo>
                  <a:lnTo>
                    <a:pt x="46" y="146"/>
                  </a:lnTo>
                  <a:lnTo>
                    <a:pt x="105" y="209"/>
                  </a:lnTo>
                  <a:lnTo>
                    <a:pt x="0" y="209"/>
                  </a:lnTo>
                  <a:lnTo>
                    <a:pt x="75" y="279"/>
                  </a:lnTo>
                  <a:lnTo>
                    <a:pt x="105" y="383"/>
                  </a:lnTo>
                  <a:lnTo>
                    <a:pt x="244" y="395"/>
                  </a:lnTo>
                  <a:lnTo>
                    <a:pt x="354" y="476"/>
                  </a:lnTo>
                  <a:lnTo>
                    <a:pt x="407" y="436"/>
                  </a:lnTo>
                  <a:lnTo>
                    <a:pt x="384" y="395"/>
                  </a:lnTo>
                  <a:lnTo>
                    <a:pt x="419" y="401"/>
                  </a:lnTo>
                  <a:lnTo>
                    <a:pt x="372" y="267"/>
                  </a:lnTo>
                  <a:lnTo>
                    <a:pt x="424" y="111"/>
                  </a:lnTo>
                  <a:lnTo>
                    <a:pt x="384" y="76"/>
                  </a:lnTo>
                  <a:lnTo>
                    <a:pt x="342" y="174"/>
                  </a:lnTo>
                  <a:lnTo>
                    <a:pt x="349" y="162"/>
                  </a:lnTo>
                  <a:lnTo>
                    <a:pt x="314" y="87"/>
                  </a:lnTo>
                  <a:lnTo>
                    <a:pt x="238" y="59"/>
                  </a:lnTo>
                  <a:lnTo>
                    <a:pt x="197" y="6"/>
                  </a:lnTo>
                  <a:close/>
                </a:path>
              </a:pathLst>
            </a:custGeom>
            <a:solidFill>
              <a:srgbClr val="DDDDDD"/>
            </a:solidFill>
            <a:ln w="9525">
              <a:solidFill>
                <a:srgbClr val="DDDDDD"/>
              </a:solidFill>
              <a:round/>
              <a:headEnd/>
              <a:tailEnd/>
            </a:ln>
          </p:spPr>
          <p:txBody>
            <a:bodyPr/>
            <a:lstStyle/>
            <a:p>
              <a:endParaRPr lang="ko-KR" altLang="en-US"/>
            </a:p>
          </p:txBody>
        </p:sp>
        <p:sp>
          <p:nvSpPr>
            <p:cNvPr id="418131" name="Freeform 804">
              <a:extLst>
                <a:ext uri="{FF2B5EF4-FFF2-40B4-BE49-F238E27FC236}">
                  <a16:creationId xmlns:a16="http://schemas.microsoft.com/office/drawing/2014/main" id="{A665ED5A-4112-1BFD-EF88-7E3CCC5492B2}"/>
                </a:ext>
              </a:extLst>
            </p:cNvPr>
            <p:cNvSpPr>
              <a:spLocks/>
            </p:cNvSpPr>
            <p:nvPr/>
          </p:nvSpPr>
          <p:spPr bwMode="auto">
            <a:xfrm rot="-882543">
              <a:off x="4923" y="1746"/>
              <a:ext cx="42" cy="59"/>
            </a:xfrm>
            <a:custGeom>
              <a:avLst/>
              <a:gdLst>
                <a:gd name="T0" fmla="*/ 0 w 163"/>
                <a:gd name="T1" fmla="*/ 0 h 233"/>
                <a:gd name="T2" fmla="*/ 0 w 163"/>
                <a:gd name="T3" fmla="*/ 0 h 233"/>
                <a:gd name="T4" fmla="*/ 0 w 163"/>
                <a:gd name="T5" fmla="*/ 0 h 233"/>
                <a:gd name="T6" fmla="*/ 0 w 163"/>
                <a:gd name="T7" fmla="*/ 0 h 233"/>
                <a:gd name="T8" fmla="*/ 0 w 163"/>
                <a:gd name="T9" fmla="*/ 0 h 233"/>
                <a:gd name="T10" fmla="*/ 0 w 163"/>
                <a:gd name="T11" fmla="*/ 0 h 233"/>
                <a:gd name="T12" fmla="*/ 0 w 163"/>
                <a:gd name="T13" fmla="*/ 0 h 233"/>
                <a:gd name="T14" fmla="*/ 0 w 163"/>
                <a:gd name="T15" fmla="*/ 0 h 233"/>
                <a:gd name="T16" fmla="*/ 0 w 163"/>
                <a:gd name="T17" fmla="*/ 0 h 233"/>
                <a:gd name="T18" fmla="*/ 0 w 163"/>
                <a:gd name="T19" fmla="*/ 0 h 233"/>
                <a:gd name="T20" fmla="*/ 0 w 163"/>
                <a:gd name="T21" fmla="*/ 0 h 2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3" h="233">
                  <a:moveTo>
                    <a:pt x="0" y="82"/>
                  </a:moveTo>
                  <a:lnTo>
                    <a:pt x="52" y="163"/>
                  </a:lnTo>
                  <a:lnTo>
                    <a:pt x="29" y="233"/>
                  </a:lnTo>
                  <a:lnTo>
                    <a:pt x="70" y="233"/>
                  </a:lnTo>
                  <a:lnTo>
                    <a:pt x="151" y="180"/>
                  </a:lnTo>
                  <a:lnTo>
                    <a:pt x="163" y="145"/>
                  </a:lnTo>
                  <a:lnTo>
                    <a:pt x="146" y="18"/>
                  </a:lnTo>
                  <a:lnTo>
                    <a:pt x="94" y="0"/>
                  </a:lnTo>
                  <a:lnTo>
                    <a:pt x="64" y="70"/>
                  </a:lnTo>
                  <a:lnTo>
                    <a:pt x="29" y="58"/>
                  </a:lnTo>
                  <a:lnTo>
                    <a:pt x="0" y="82"/>
                  </a:lnTo>
                  <a:close/>
                </a:path>
              </a:pathLst>
            </a:custGeom>
            <a:solidFill>
              <a:srgbClr val="DDDDDD"/>
            </a:solidFill>
            <a:ln w="9525">
              <a:solidFill>
                <a:srgbClr val="DDDDDD"/>
              </a:solidFill>
              <a:round/>
              <a:headEnd/>
              <a:tailEnd/>
            </a:ln>
          </p:spPr>
          <p:txBody>
            <a:bodyPr/>
            <a:lstStyle/>
            <a:p>
              <a:endParaRPr lang="ko-KR" altLang="en-US"/>
            </a:p>
          </p:txBody>
        </p:sp>
        <p:sp>
          <p:nvSpPr>
            <p:cNvPr id="418132" name="Freeform 805">
              <a:extLst>
                <a:ext uri="{FF2B5EF4-FFF2-40B4-BE49-F238E27FC236}">
                  <a16:creationId xmlns:a16="http://schemas.microsoft.com/office/drawing/2014/main" id="{AD600625-B6DE-9816-6B9F-9CDCD8F1DA92}"/>
                </a:ext>
              </a:extLst>
            </p:cNvPr>
            <p:cNvSpPr>
              <a:spLocks/>
            </p:cNvSpPr>
            <p:nvPr/>
          </p:nvSpPr>
          <p:spPr bwMode="auto">
            <a:xfrm rot="-882543">
              <a:off x="4971" y="1738"/>
              <a:ext cx="30" cy="39"/>
            </a:xfrm>
            <a:custGeom>
              <a:avLst/>
              <a:gdLst>
                <a:gd name="T0" fmla="*/ 0 w 116"/>
                <a:gd name="T1" fmla="*/ 0 h 150"/>
                <a:gd name="T2" fmla="*/ 0 w 116"/>
                <a:gd name="T3" fmla="*/ 0 h 150"/>
                <a:gd name="T4" fmla="*/ 0 w 116"/>
                <a:gd name="T5" fmla="*/ 0 h 150"/>
                <a:gd name="T6" fmla="*/ 0 w 116"/>
                <a:gd name="T7" fmla="*/ 0 h 150"/>
                <a:gd name="T8" fmla="*/ 0 w 116"/>
                <a:gd name="T9" fmla="*/ 0 h 150"/>
                <a:gd name="T10" fmla="*/ 0 w 116"/>
                <a:gd name="T11" fmla="*/ 0 h 150"/>
                <a:gd name="T12" fmla="*/ 0 w 116"/>
                <a:gd name="T13" fmla="*/ 0 h 1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50">
                  <a:moveTo>
                    <a:pt x="11" y="46"/>
                  </a:moveTo>
                  <a:lnTo>
                    <a:pt x="0" y="145"/>
                  </a:lnTo>
                  <a:lnTo>
                    <a:pt x="58" y="150"/>
                  </a:lnTo>
                  <a:lnTo>
                    <a:pt x="116" y="46"/>
                  </a:lnTo>
                  <a:lnTo>
                    <a:pt x="75" y="0"/>
                  </a:lnTo>
                  <a:lnTo>
                    <a:pt x="29" y="0"/>
                  </a:lnTo>
                  <a:lnTo>
                    <a:pt x="11" y="46"/>
                  </a:lnTo>
                  <a:close/>
                </a:path>
              </a:pathLst>
            </a:custGeom>
            <a:solidFill>
              <a:srgbClr val="DDDDDD"/>
            </a:solidFill>
            <a:ln w="9525">
              <a:solidFill>
                <a:srgbClr val="DDDDDD"/>
              </a:solidFill>
              <a:round/>
              <a:headEnd/>
              <a:tailEnd/>
            </a:ln>
          </p:spPr>
          <p:txBody>
            <a:bodyPr/>
            <a:lstStyle/>
            <a:p>
              <a:endParaRPr lang="ko-KR" altLang="en-US"/>
            </a:p>
          </p:txBody>
        </p:sp>
        <p:sp>
          <p:nvSpPr>
            <p:cNvPr id="418133" name="Freeform 806">
              <a:extLst>
                <a:ext uri="{FF2B5EF4-FFF2-40B4-BE49-F238E27FC236}">
                  <a16:creationId xmlns:a16="http://schemas.microsoft.com/office/drawing/2014/main" id="{D2BF6537-91C3-723F-4455-850AA69C29F8}"/>
                </a:ext>
              </a:extLst>
            </p:cNvPr>
            <p:cNvSpPr>
              <a:spLocks/>
            </p:cNvSpPr>
            <p:nvPr/>
          </p:nvSpPr>
          <p:spPr bwMode="auto">
            <a:xfrm rot="-882543">
              <a:off x="5022" y="1712"/>
              <a:ext cx="250" cy="275"/>
            </a:xfrm>
            <a:custGeom>
              <a:avLst/>
              <a:gdLst>
                <a:gd name="T0" fmla="*/ 0 w 987"/>
                <a:gd name="T1" fmla="*/ 0 h 1074"/>
                <a:gd name="T2" fmla="*/ 0 w 987"/>
                <a:gd name="T3" fmla="*/ 0 h 1074"/>
                <a:gd name="T4" fmla="*/ 0 w 987"/>
                <a:gd name="T5" fmla="*/ 0 h 1074"/>
                <a:gd name="T6" fmla="*/ 0 w 987"/>
                <a:gd name="T7" fmla="*/ 0 h 1074"/>
                <a:gd name="T8" fmla="*/ 0 w 987"/>
                <a:gd name="T9" fmla="*/ 0 h 1074"/>
                <a:gd name="T10" fmla="*/ 0 w 987"/>
                <a:gd name="T11" fmla="*/ 0 h 1074"/>
                <a:gd name="T12" fmla="*/ 0 w 987"/>
                <a:gd name="T13" fmla="*/ 0 h 1074"/>
                <a:gd name="T14" fmla="*/ 0 w 987"/>
                <a:gd name="T15" fmla="*/ 0 h 1074"/>
                <a:gd name="T16" fmla="*/ 0 w 987"/>
                <a:gd name="T17" fmla="*/ 0 h 1074"/>
                <a:gd name="T18" fmla="*/ 0 w 987"/>
                <a:gd name="T19" fmla="*/ 0 h 1074"/>
                <a:gd name="T20" fmla="*/ 0 w 987"/>
                <a:gd name="T21" fmla="*/ 0 h 1074"/>
                <a:gd name="T22" fmla="*/ 0 w 987"/>
                <a:gd name="T23" fmla="*/ 0 h 1074"/>
                <a:gd name="T24" fmla="*/ 0 w 987"/>
                <a:gd name="T25" fmla="*/ 0 h 1074"/>
                <a:gd name="T26" fmla="*/ 0 w 987"/>
                <a:gd name="T27" fmla="*/ 0 h 1074"/>
                <a:gd name="T28" fmla="*/ 0 w 987"/>
                <a:gd name="T29" fmla="*/ 0 h 1074"/>
                <a:gd name="T30" fmla="*/ 0 w 987"/>
                <a:gd name="T31" fmla="*/ 0 h 1074"/>
                <a:gd name="T32" fmla="*/ 0 w 987"/>
                <a:gd name="T33" fmla="*/ 0 h 1074"/>
                <a:gd name="T34" fmla="*/ 0 w 987"/>
                <a:gd name="T35" fmla="*/ 0 h 1074"/>
                <a:gd name="T36" fmla="*/ 0 w 987"/>
                <a:gd name="T37" fmla="*/ 0 h 1074"/>
                <a:gd name="T38" fmla="*/ 0 w 987"/>
                <a:gd name="T39" fmla="*/ 0 h 1074"/>
                <a:gd name="T40" fmla="*/ 0 w 987"/>
                <a:gd name="T41" fmla="*/ 0 h 1074"/>
                <a:gd name="T42" fmla="*/ 0 w 987"/>
                <a:gd name="T43" fmla="*/ 0 h 1074"/>
                <a:gd name="T44" fmla="*/ 0 w 987"/>
                <a:gd name="T45" fmla="*/ 0 h 1074"/>
                <a:gd name="T46" fmla="*/ 0 w 987"/>
                <a:gd name="T47" fmla="*/ 0 h 1074"/>
                <a:gd name="T48" fmla="*/ 0 w 987"/>
                <a:gd name="T49" fmla="*/ 0 h 1074"/>
                <a:gd name="T50" fmla="*/ 0 w 987"/>
                <a:gd name="T51" fmla="*/ 0 h 1074"/>
                <a:gd name="T52" fmla="*/ 0 w 987"/>
                <a:gd name="T53" fmla="*/ 0 h 1074"/>
                <a:gd name="T54" fmla="*/ 0 w 987"/>
                <a:gd name="T55" fmla="*/ 0 h 1074"/>
                <a:gd name="T56" fmla="*/ 0 w 987"/>
                <a:gd name="T57" fmla="*/ 0 h 1074"/>
                <a:gd name="T58" fmla="*/ 0 w 987"/>
                <a:gd name="T59" fmla="*/ 0 h 1074"/>
                <a:gd name="T60" fmla="*/ 0 w 987"/>
                <a:gd name="T61" fmla="*/ 0 h 1074"/>
                <a:gd name="T62" fmla="*/ 0 w 987"/>
                <a:gd name="T63" fmla="*/ 0 h 10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7" h="1074">
                  <a:moveTo>
                    <a:pt x="110" y="0"/>
                  </a:moveTo>
                  <a:lnTo>
                    <a:pt x="93" y="52"/>
                  </a:lnTo>
                  <a:lnTo>
                    <a:pt x="16" y="80"/>
                  </a:lnTo>
                  <a:lnTo>
                    <a:pt x="0" y="133"/>
                  </a:lnTo>
                  <a:lnTo>
                    <a:pt x="58" y="197"/>
                  </a:lnTo>
                  <a:lnTo>
                    <a:pt x="28" y="226"/>
                  </a:lnTo>
                  <a:lnTo>
                    <a:pt x="86" y="284"/>
                  </a:lnTo>
                  <a:lnTo>
                    <a:pt x="191" y="296"/>
                  </a:lnTo>
                  <a:lnTo>
                    <a:pt x="330" y="377"/>
                  </a:lnTo>
                  <a:lnTo>
                    <a:pt x="342" y="336"/>
                  </a:lnTo>
                  <a:lnTo>
                    <a:pt x="307" y="267"/>
                  </a:lnTo>
                  <a:lnTo>
                    <a:pt x="377" y="296"/>
                  </a:lnTo>
                  <a:lnTo>
                    <a:pt x="394" y="359"/>
                  </a:lnTo>
                  <a:lnTo>
                    <a:pt x="494" y="377"/>
                  </a:lnTo>
                  <a:lnTo>
                    <a:pt x="522" y="418"/>
                  </a:lnTo>
                  <a:lnTo>
                    <a:pt x="482" y="470"/>
                  </a:lnTo>
                  <a:lnTo>
                    <a:pt x="586" y="523"/>
                  </a:lnTo>
                  <a:lnTo>
                    <a:pt x="563" y="592"/>
                  </a:lnTo>
                  <a:lnTo>
                    <a:pt x="539" y="610"/>
                  </a:lnTo>
                  <a:lnTo>
                    <a:pt x="557" y="714"/>
                  </a:lnTo>
                  <a:lnTo>
                    <a:pt x="499" y="755"/>
                  </a:lnTo>
                  <a:lnTo>
                    <a:pt x="435" y="725"/>
                  </a:lnTo>
                  <a:lnTo>
                    <a:pt x="424" y="865"/>
                  </a:lnTo>
                  <a:lnTo>
                    <a:pt x="529" y="859"/>
                  </a:lnTo>
                  <a:lnTo>
                    <a:pt x="557" y="836"/>
                  </a:lnTo>
                  <a:lnTo>
                    <a:pt x="668" y="976"/>
                  </a:lnTo>
                  <a:lnTo>
                    <a:pt x="714" y="976"/>
                  </a:lnTo>
                  <a:lnTo>
                    <a:pt x="738" y="1011"/>
                  </a:lnTo>
                  <a:lnTo>
                    <a:pt x="947" y="1074"/>
                  </a:lnTo>
                  <a:lnTo>
                    <a:pt x="941" y="1028"/>
                  </a:lnTo>
                  <a:lnTo>
                    <a:pt x="842" y="952"/>
                  </a:lnTo>
                  <a:lnTo>
                    <a:pt x="825" y="912"/>
                  </a:lnTo>
                  <a:lnTo>
                    <a:pt x="953" y="993"/>
                  </a:lnTo>
                  <a:lnTo>
                    <a:pt x="970" y="946"/>
                  </a:lnTo>
                  <a:lnTo>
                    <a:pt x="918" y="865"/>
                  </a:lnTo>
                  <a:lnTo>
                    <a:pt x="923" y="847"/>
                  </a:lnTo>
                  <a:lnTo>
                    <a:pt x="825" y="772"/>
                  </a:lnTo>
                  <a:lnTo>
                    <a:pt x="842" y="720"/>
                  </a:lnTo>
                  <a:lnTo>
                    <a:pt x="784" y="673"/>
                  </a:lnTo>
                  <a:lnTo>
                    <a:pt x="930" y="714"/>
                  </a:lnTo>
                  <a:lnTo>
                    <a:pt x="930" y="772"/>
                  </a:lnTo>
                  <a:lnTo>
                    <a:pt x="947" y="778"/>
                  </a:lnTo>
                  <a:lnTo>
                    <a:pt x="965" y="702"/>
                  </a:lnTo>
                  <a:lnTo>
                    <a:pt x="987" y="673"/>
                  </a:lnTo>
                  <a:lnTo>
                    <a:pt x="975" y="586"/>
                  </a:lnTo>
                  <a:lnTo>
                    <a:pt x="895" y="580"/>
                  </a:lnTo>
                  <a:lnTo>
                    <a:pt x="860" y="523"/>
                  </a:lnTo>
                  <a:lnTo>
                    <a:pt x="749" y="488"/>
                  </a:lnTo>
                  <a:lnTo>
                    <a:pt x="714" y="435"/>
                  </a:lnTo>
                  <a:lnTo>
                    <a:pt x="738" y="389"/>
                  </a:lnTo>
                  <a:lnTo>
                    <a:pt x="703" y="313"/>
                  </a:lnTo>
                  <a:lnTo>
                    <a:pt x="633" y="284"/>
                  </a:lnTo>
                  <a:lnTo>
                    <a:pt x="539" y="249"/>
                  </a:lnTo>
                  <a:lnTo>
                    <a:pt x="529" y="174"/>
                  </a:lnTo>
                  <a:lnTo>
                    <a:pt x="435" y="197"/>
                  </a:lnTo>
                  <a:lnTo>
                    <a:pt x="412" y="145"/>
                  </a:lnTo>
                  <a:lnTo>
                    <a:pt x="319" y="174"/>
                  </a:lnTo>
                  <a:lnTo>
                    <a:pt x="302" y="104"/>
                  </a:lnTo>
                  <a:lnTo>
                    <a:pt x="382" y="92"/>
                  </a:lnTo>
                  <a:lnTo>
                    <a:pt x="278" y="57"/>
                  </a:lnTo>
                  <a:lnTo>
                    <a:pt x="191" y="63"/>
                  </a:lnTo>
                  <a:lnTo>
                    <a:pt x="168" y="179"/>
                  </a:lnTo>
                  <a:lnTo>
                    <a:pt x="133" y="122"/>
                  </a:lnTo>
                  <a:lnTo>
                    <a:pt x="150" y="52"/>
                  </a:lnTo>
                  <a:lnTo>
                    <a:pt x="110" y="0"/>
                  </a:lnTo>
                  <a:close/>
                </a:path>
              </a:pathLst>
            </a:custGeom>
            <a:solidFill>
              <a:srgbClr val="DDDDDD"/>
            </a:solidFill>
            <a:ln w="9525">
              <a:solidFill>
                <a:srgbClr val="DDDDDD"/>
              </a:solidFill>
              <a:round/>
              <a:headEnd/>
              <a:tailEnd/>
            </a:ln>
          </p:spPr>
          <p:txBody>
            <a:bodyPr/>
            <a:lstStyle/>
            <a:p>
              <a:endParaRPr lang="ko-KR" altLang="en-US"/>
            </a:p>
          </p:txBody>
        </p:sp>
        <p:sp>
          <p:nvSpPr>
            <p:cNvPr id="418134" name="Freeform 807">
              <a:extLst>
                <a:ext uri="{FF2B5EF4-FFF2-40B4-BE49-F238E27FC236}">
                  <a16:creationId xmlns:a16="http://schemas.microsoft.com/office/drawing/2014/main" id="{B7286063-EFF6-6F06-4FD5-0E679A2B6EDB}"/>
                </a:ext>
              </a:extLst>
            </p:cNvPr>
            <p:cNvSpPr>
              <a:spLocks/>
            </p:cNvSpPr>
            <p:nvPr/>
          </p:nvSpPr>
          <p:spPr bwMode="auto">
            <a:xfrm rot="-882543">
              <a:off x="4973" y="1670"/>
              <a:ext cx="89" cy="57"/>
            </a:xfrm>
            <a:custGeom>
              <a:avLst/>
              <a:gdLst>
                <a:gd name="T0" fmla="*/ 0 w 354"/>
                <a:gd name="T1" fmla="*/ 0 h 227"/>
                <a:gd name="T2" fmla="*/ 0 w 354"/>
                <a:gd name="T3" fmla="*/ 0 h 227"/>
                <a:gd name="T4" fmla="*/ 0 w 354"/>
                <a:gd name="T5" fmla="*/ 0 h 227"/>
                <a:gd name="T6" fmla="*/ 0 w 354"/>
                <a:gd name="T7" fmla="*/ 0 h 227"/>
                <a:gd name="T8" fmla="*/ 0 w 354"/>
                <a:gd name="T9" fmla="*/ 0 h 227"/>
                <a:gd name="T10" fmla="*/ 0 w 354"/>
                <a:gd name="T11" fmla="*/ 0 h 227"/>
                <a:gd name="T12" fmla="*/ 0 w 354"/>
                <a:gd name="T13" fmla="*/ 0 h 227"/>
                <a:gd name="T14" fmla="*/ 0 w 354"/>
                <a:gd name="T15" fmla="*/ 0 h 227"/>
                <a:gd name="T16" fmla="*/ 0 w 354"/>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54" h="227">
                  <a:moveTo>
                    <a:pt x="0" y="41"/>
                  </a:moveTo>
                  <a:lnTo>
                    <a:pt x="52" y="82"/>
                  </a:lnTo>
                  <a:lnTo>
                    <a:pt x="52" y="197"/>
                  </a:lnTo>
                  <a:lnTo>
                    <a:pt x="354" y="227"/>
                  </a:lnTo>
                  <a:lnTo>
                    <a:pt x="354" y="169"/>
                  </a:lnTo>
                  <a:lnTo>
                    <a:pt x="162" y="122"/>
                  </a:lnTo>
                  <a:lnTo>
                    <a:pt x="57" y="18"/>
                  </a:lnTo>
                  <a:lnTo>
                    <a:pt x="0" y="0"/>
                  </a:lnTo>
                  <a:lnTo>
                    <a:pt x="0" y="41"/>
                  </a:lnTo>
                  <a:close/>
                </a:path>
              </a:pathLst>
            </a:custGeom>
            <a:solidFill>
              <a:srgbClr val="DDDDDD"/>
            </a:solidFill>
            <a:ln w="9525">
              <a:solidFill>
                <a:srgbClr val="DDDDDD"/>
              </a:solidFill>
              <a:round/>
              <a:headEnd/>
              <a:tailEnd/>
            </a:ln>
          </p:spPr>
          <p:txBody>
            <a:bodyPr/>
            <a:lstStyle/>
            <a:p>
              <a:endParaRPr lang="ko-KR" altLang="en-US"/>
            </a:p>
          </p:txBody>
        </p:sp>
        <p:sp>
          <p:nvSpPr>
            <p:cNvPr id="418135" name="Freeform 808">
              <a:extLst>
                <a:ext uri="{FF2B5EF4-FFF2-40B4-BE49-F238E27FC236}">
                  <a16:creationId xmlns:a16="http://schemas.microsoft.com/office/drawing/2014/main" id="{CDBF62C3-4F7C-3A44-EB3B-462EDBF45787}"/>
                </a:ext>
              </a:extLst>
            </p:cNvPr>
            <p:cNvSpPr>
              <a:spLocks/>
            </p:cNvSpPr>
            <p:nvPr/>
          </p:nvSpPr>
          <p:spPr bwMode="auto">
            <a:xfrm rot="-882543">
              <a:off x="4850" y="1677"/>
              <a:ext cx="71" cy="48"/>
            </a:xfrm>
            <a:custGeom>
              <a:avLst/>
              <a:gdLst>
                <a:gd name="T0" fmla="*/ 0 w 284"/>
                <a:gd name="T1" fmla="*/ 0 h 185"/>
                <a:gd name="T2" fmla="*/ 0 w 284"/>
                <a:gd name="T3" fmla="*/ 0 h 185"/>
                <a:gd name="T4" fmla="*/ 0 w 284"/>
                <a:gd name="T5" fmla="*/ 0 h 185"/>
                <a:gd name="T6" fmla="*/ 0 w 284"/>
                <a:gd name="T7" fmla="*/ 0 h 185"/>
                <a:gd name="T8" fmla="*/ 0 w 284"/>
                <a:gd name="T9" fmla="*/ 0 h 185"/>
                <a:gd name="T10" fmla="*/ 0 w 284"/>
                <a:gd name="T11" fmla="*/ 0 h 185"/>
                <a:gd name="T12" fmla="*/ 0 w 284"/>
                <a:gd name="T13" fmla="*/ 0 h 185"/>
                <a:gd name="T14" fmla="*/ 0 w 284"/>
                <a:gd name="T15" fmla="*/ 0 h 185"/>
                <a:gd name="T16" fmla="*/ 0 w 284"/>
                <a:gd name="T17" fmla="*/ 0 h 1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4" h="185">
                  <a:moveTo>
                    <a:pt x="63" y="0"/>
                  </a:moveTo>
                  <a:lnTo>
                    <a:pt x="202" y="52"/>
                  </a:lnTo>
                  <a:lnTo>
                    <a:pt x="284" y="122"/>
                  </a:lnTo>
                  <a:lnTo>
                    <a:pt x="197" y="185"/>
                  </a:lnTo>
                  <a:lnTo>
                    <a:pt x="110" y="162"/>
                  </a:lnTo>
                  <a:lnTo>
                    <a:pt x="52" y="133"/>
                  </a:lnTo>
                  <a:lnTo>
                    <a:pt x="45" y="92"/>
                  </a:lnTo>
                  <a:lnTo>
                    <a:pt x="0" y="52"/>
                  </a:lnTo>
                  <a:lnTo>
                    <a:pt x="63" y="0"/>
                  </a:lnTo>
                  <a:close/>
                </a:path>
              </a:pathLst>
            </a:custGeom>
            <a:solidFill>
              <a:srgbClr val="DDDDDD"/>
            </a:solidFill>
            <a:ln w="9525">
              <a:solidFill>
                <a:srgbClr val="DDDDDD"/>
              </a:solidFill>
              <a:round/>
              <a:headEnd/>
              <a:tailEnd/>
            </a:ln>
          </p:spPr>
          <p:txBody>
            <a:bodyPr/>
            <a:lstStyle/>
            <a:p>
              <a:endParaRPr lang="ko-KR" altLang="en-US"/>
            </a:p>
          </p:txBody>
        </p:sp>
        <p:sp>
          <p:nvSpPr>
            <p:cNvPr id="418136" name="Freeform 809">
              <a:extLst>
                <a:ext uri="{FF2B5EF4-FFF2-40B4-BE49-F238E27FC236}">
                  <a16:creationId xmlns:a16="http://schemas.microsoft.com/office/drawing/2014/main" id="{9EEBEEB8-0E9C-DE02-952E-34757345D69E}"/>
                </a:ext>
              </a:extLst>
            </p:cNvPr>
            <p:cNvSpPr>
              <a:spLocks/>
            </p:cNvSpPr>
            <p:nvPr/>
          </p:nvSpPr>
          <p:spPr bwMode="auto">
            <a:xfrm rot="-882543">
              <a:off x="4924" y="1689"/>
              <a:ext cx="32" cy="36"/>
            </a:xfrm>
            <a:custGeom>
              <a:avLst/>
              <a:gdLst>
                <a:gd name="T0" fmla="*/ 0 w 127"/>
                <a:gd name="T1" fmla="*/ 0 h 134"/>
                <a:gd name="T2" fmla="*/ 0 w 127"/>
                <a:gd name="T3" fmla="*/ 0 h 134"/>
                <a:gd name="T4" fmla="*/ 0 w 127"/>
                <a:gd name="T5" fmla="*/ 0 h 134"/>
                <a:gd name="T6" fmla="*/ 0 w 127"/>
                <a:gd name="T7" fmla="*/ 0 h 134"/>
                <a:gd name="T8" fmla="*/ 0 w 127"/>
                <a:gd name="T9" fmla="*/ 0 h 134"/>
                <a:gd name="T10" fmla="*/ 0 w 127"/>
                <a:gd name="T11" fmla="*/ 0 h 134"/>
                <a:gd name="T12" fmla="*/ 0 w 127"/>
                <a:gd name="T13" fmla="*/ 0 h 134"/>
                <a:gd name="T14" fmla="*/ 0 w 127"/>
                <a:gd name="T15" fmla="*/ 0 h 134"/>
                <a:gd name="T16" fmla="*/ 0 w 127"/>
                <a:gd name="T17" fmla="*/ 0 h 134"/>
                <a:gd name="T18" fmla="*/ 0 w 127"/>
                <a:gd name="T19" fmla="*/ 0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 h="134">
                  <a:moveTo>
                    <a:pt x="92" y="0"/>
                  </a:moveTo>
                  <a:lnTo>
                    <a:pt x="17" y="24"/>
                  </a:lnTo>
                  <a:lnTo>
                    <a:pt x="0" y="65"/>
                  </a:lnTo>
                  <a:lnTo>
                    <a:pt x="40" y="77"/>
                  </a:lnTo>
                  <a:lnTo>
                    <a:pt x="40" y="117"/>
                  </a:lnTo>
                  <a:lnTo>
                    <a:pt x="98" y="134"/>
                  </a:lnTo>
                  <a:lnTo>
                    <a:pt x="127" y="129"/>
                  </a:lnTo>
                  <a:lnTo>
                    <a:pt x="98" y="77"/>
                  </a:lnTo>
                  <a:lnTo>
                    <a:pt x="127" y="65"/>
                  </a:lnTo>
                  <a:lnTo>
                    <a:pt x="92" y="0"/>
                  </a:lnTo>
                  <a:close/>
                </a:path>
              </a:pathLst>
            </a:custGeom>
            <a:solidFill>
              <a:srgbClr val="DDDDDD"/>
            </a:solidFill>
            <a:ln w="9525">
              <a:solidFill>
                <a:srgbClr val="DDDDDD"/>
              </a:solidFill>
              <a:round/>
              <a:headEnd/>
              <a:tailEnd/>
            </a:ln>
          </p:spPr>
          <p:txBody>
            <a:bodyPr/>
            <a:lstStyle/>
            <a:p>
              <a:endParaRPr lang="ko-KR" altLang="en-US"/>
            </a:p>
          </p:txBody>
        </p:sp>
        <p:sp>
          <p:nvSpPr>
            <p:cNvPr id="418137" name="Freeform 810">
              <a:extLst>
                <a:ext uri="{FF2B5EF4-FFF2-40B4-BE49-F238E27FC236}">
                  <a16:creationId xmlns:a16="http://schemas.microsoft.com/office/drawing/2014/main" id="{919173B6-EFE4-7C07-2219-6E75C0EBFE63}"/>
                </a:ext>
              </a:extLst>
            </p:cNvPr>
            <p:cNvSpPr>
              <a:spLocks/>
            </p:cNvSpPr>
            <p:nvPr/>
          </p:nvSpPr>
          <p:spPr bwMode="auto">
            <a:xfrm rot="-882543">
              <a:off x="4822" y="1686"/>
              <a:ext cx="12" cy="9"/>
            </a:xfrm>
            <a:custGeom>
              <a:avLst/>
              <a:gdLst>
                <a:gd name="T0" fmla="*/ 0 w 47"/>
                <a:gd name="T1" fmla="*/ 0 h 35"/>
                <a:gd name="T2" fmla="*/ 0 w 47"/>
                <a:gd name="T3" fmla="*/ 0 h 35"/>
                <a:gd name="T4" fmla="*/ 0 w 47"/>
                <a:gd name="T5" fmla="*/ 0 h 35"/>
                <a:gd name="T6" fmla="*/ 0 w 47"/>
                <a:gd name="T7" fmla="*/ 0 h 35"/>
                <a:gd name="T8" fmla="*/ 0 w 47"/>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35">
                  <a:moveTo>
                    <a:pt x="29" y="0"/>
                  </a:moveTo>
                  <a:lnTo>
                    <a:pt x="0" y="0"/>
                  </a:lnTo>
                  <a:lnTo>
                    <a:pt x="17" y="35"/>
                  </a:lnTo>
                  <a:lnTo>
                    <a:pt x="47" y="23"/>
                  </a:lnTo>
                  <a:lnTo>
                    <a:pt x="29" y="0"/>
                  </a:lnTo>
                  <a:close/>
                </a:path>
              </a:pathLst>
            </a:custGeom>
            <a:solidFill>
              <a:srgbClr val="DDDDDD"/>
            </a:solidFill>
            <a:ln w="9525">
              <a:solidFill>
                <a:srgbClr val="DDDDDD"/>
              </a:solidFill>
              <a:round/>
              <a:headEnd/>
              <a:tailEnd/>
            </a:ln>
          </p:spPr>
          <p:txBody>
            <a:bodyPr/>
            <a:lstStyle/>
            <a:p>
              <a:endParaRPr lang="ko-KR" altLang="en-US"/>
            </a:p>
          </p:txBody>
        </p:sp>
        <p:sp>
          <p:nvSpPr>
            <p:cNvPr id="418138" name="Freeform 811">
              <a:extLst>
                <a:ext uri="{FF2B5EF4-FFF2-40B4-BE49-F238E27FC236}">
                  <a16:creationId xmlns:a16="http://schemas.microsoft.com/office/drawing/2014/main" id="{F0081691-B27C-2603-FE90-0881F71087C4}"/>
                </a:ext>
              </a:extLst>
            </p:cNvPr>
            <p:cNvSpPr>
              <a:spLocks/>
            </p:cNvSpPr>
            <p:nvPr/>
          </p:nvSpPr>
          <p:spPr bwMode="auto">
            <a:xfrm rot="-882543">
              <a:off x="4973" y="1707"/>
              <a:ext cx="6" cy="11"/>
            </a:xfrm>
            <a:custGeom>
              <a:avLst/>
              <a:gdLst>
                <a:gd name="T0" fmla="*/ 0 w 24"/>
                <a:gd name="T1" fmla="*/ 0 h 41"/>
                <a:gd name="T2" fmla="*/ 0 w 24"/>
                <a:gd name="T3" fmla="*/ 0 h 41"/>
                <a:gd name="T4" fmla="*/ 0 w 24"/>
                <a:gd name="T5" fmla="*/ 0 h 41"/>
                <a:gd name="T6" fmla="*/ 0 w 24"/>
                <a:gd name="T7" fmla="*/ 0 h 41"/>
                <a:gd name="T8" fmla="*/ 0 w 24"/>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41">
                  <a:moveTo>
                    <a:pt x="24" y="18"/>
                  </a:moveTo>
                  <a:lnTo>
                    <a:pt x="12" y="0"/>
                  </a:lnTo>
                  <a:lnTo>
                    <a:pt x="0" y="41"/>
                  </a:lnTo>
                  <a:lnTo>
                    <a:pt x="17" y="41"/>
                  </a:lnTo>
                  <a:lnTo>
                    <a:pt x="24" y="18"/>
                  </a:lnTo>
                  <a:close/>
                </a:path>
              </a:pathLst>
            </a:custGeom>
            <a:solidFill>
              <a:srgbClr val="DDDDDD"/>
            </a:solidFill>
            <a:ln w="9525">
              <a:solidFill>
                <a:srgbClr val="DDDDDD"/>
              </a:solidFill>
              <a:round/>
              <a:headEnd/>
              <a:tailEnd/>
            </a:ln>
          </p:spPr>
          <p:txBody>
            <a:bodyPr/>
            <a:lstStyle/>
            <a:p>
              <a:endParaRPr lang="ko-KR" altLang="en-US"/>
            </a:p>
          </p:txBody>
        </p:sp>
        <p:sp>
          <p:nvSpPr>
            <p:cNvPr id="418139" name="Freeform 812">
              <a:extLst>
                <a:ext uri="{FF2B5EF4-FFF2-40B4-BE49-F238E27FC236}">
                  <a16:creationId xmlns:a16="http://schemas.microsoft.com/office/drawing/2014/main" id="{2CCFA1EF-A32E-AE3E-82D6-91A3B632DB2D}"/>
                </a:ext>
              </a:extLst>
            </p:cNvPr>
            <p:cNvSpPr>
              <a:spLocks/>
            </p:cNvSpPr>
            <p:nvPr/>
          </p:nvSpPr>
          <p:spPr bwMode="auto">
            <a:xfrm rot="-882543">
              <a:off x="5127" y="1836"/>
              <a:ext cx="16" cy="29"/>
            </a:xfrm>
            <a:custGeom>
              <a:avLst/>
              <a:gdLst>
                <a:gd name="T0" fmla="*/ 0 w 70"/>
                <a:gd name="T1" fmla="*/ 0 h 104"/>
                <a:gd name="T2" fmla="*/ 0 w 70"/>
                <a:gd name="T3" fmla="*/ 0 h 104"/>
                <a:gd name="T4" fmla="*/ 0 w 70"/>
                <a:gd name="T5" fmla="*/ 0 h 104"/>
                <a:gd name="T6" fmla="*/ 0 w 70"/>
                <a:gd name="T7" fmla="*/ 0 h 104"/>
                <a:gd name="T8" fmla="*/ 0 w 70"/>
                <a:gd name="T9" fmla="*/ 0 h 104"/>
                <a:gd name="T10" fmla="*/ 0 w 70"/>
                <a:gd name="T11" fmla="*/ 0 h 104"/>
                <a:gd name="T12" fmla="*/ 0 w 70"/>
                <a:gd name="T13" fmla="*/ 0 h 104"/>
                <a:gd name="T14" fmla="*/ 0 w 70"/>
                <a:gd name="T15" fmla="*/ 0 h 1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04">
                  <a:moveTo>
                    <a:pt x="58" y="92"/>
                  </a:moveTo>
                  <a:lnTo>
                    <a:pt x="70" y="47"/>
                  </a:lnTo>
                  <a:lnTo>
                    <a:pt x="23" y="0"/>
                  </a:lnTo>
                  <a:lnTo>
                    <a:pt x="12" y="12"/>
                  </a:lnTo>
                  <a:lnTo>
                    <a:pt x="17" y="58"/>
                  </a:lnTo>
                  <a:lnTo>
                    <a:pt x="0" y="104"/>
                  </a:lnTo>
                  <a:lnTo>
                    <a:pt x="47" y="104"/>
                  </a:lnTo>
                  <a:lnTo>
                    <a:pt x="58" y="92"/>
                  </a:lnTo>
                  <a:close/>
                </a:path>
              </a:pathLst>
            </a:custGeom>
            <a:solidFill>
              <a:srgbClr val="DDDDDD"/>
            </a:solidFill>
            <a:ln w="9525">
              <a:solidFill>
                <a:srgbClr val="DDDDDD"/>
              </a:solidFill>
              <a:round/>
              <a:headEnd/>
              <a:tailEnd/>
            </a:ln>
          </p:spPr>
          <p:txBody>
            <a:bodyPr/>
            <a:lstStyle/>
            <a:p>
              <a:endParaRPr lang="ko-KR" altLang="en-US"/>
            </a:p>
          </p:txBody>
        </p:sp>
        <p:sp>
          <p:nvSpPr>
            <p:cNvPr id="418140" name="Freeform 813">
              <a:extLst>
                <a:ext uri="{FF2B5EF4-FFF2-40B4-BE49-F238E27FC236}">
                  <a16:creationId xmlns:a16="http://schemas.microsoft.com/office/drawing/2014/main" id="{49056B15-7A2C-D825-2B42-C32E8F238CFF}"/>
                </a:ext>
              </a:extLst>
            </p:cNvPr>
            <p:cNvSpPr>
              <a:spLocks/>
            </p:cNvSpPr>
            <p:nvPr/>
          </p:nvSpPr>
          <p:spPr bwMode="auto">
            <a:xfrm rot="-882543">
              <a:off x="4280" y="1637"/>
              <a:ext cx="380" cy="463"/>
            </a:xfrm>
            <a:custGeom>
              <a:avLst/>
              <a:gdLst>
                <a:gd name="T0" fmla="*/ 0 w 1518"/>
                <a:gd name="T1" fmla="*/ 0 h 1801"/>
                <a:gd name="T2" fmla="*/ 0 w 1518"/>
                <a:gd name="T3" fmla="*/ 0 h 1801"/>
                <a:gd name="T4" fmla="*/ 0 w 1518"/>
                <a:gd name="T5" fmla="*/ 0 h 1801"/>
                <a:gd name="T6" fmla="*/ 0 w 1518"/>
                <a:gd name="T7" fmla="*/ 0 h 1801"/>
                <a:gd name="T8" fmla="*/ 0 w 1518"/>
                <a:gd name="T9" fmla="*/ 0 h 1801"/>
                <a:gd name="T10" fmla="*/ 0 w 1518"/>
                <a:gd name="T11" fmla="*/ 0 h 1801"/>
                <a:gd name="T12" fmla="*/ 0 w 1518"/>
                <a:gd name="T13" fmla="*/ 0 h 1801"/>
                <a:gd name="T14" fmla="*/ 0 w 1518"/>
                <a:gd name="T15" fmla="*/ 0 h 1801"/>
                <a:gd name="T16" fmla="*/ 0 w 1518"/>
                <a:gd name="T17" fmla="*/ 0 h 1801"/>
                <a:gd name="T18" fmla="*/ 0 w 1518"/>
                <a:gd name="T19" fmla="*/ 0 h 1801"/>
                <a:gd name="T20" fmla="*/ 0 w 1518"/>
                <a:gd name="T21" fmla="*/ 0 h 1801"/>
                <a:gd name="T22" fmla="*/ 0 w 1518"/>
                <a:gd name="T23" fmla="*/ 0 h 1801"/>
                <a:gd name="T24" fmla="*/ 0 w 1518"/>
                <a:gd name="T25" fmla="*/ 0 h 1801"/>
                <a:gd name="T26" fmla="*/ 0 w 1518"/>
                <a:gd name="T27" fmla="*/ 0 h 1801"/>
                <a:gd name="T28" fmla="*/ 0 w 1518"/>
                <a:gd name="T29" fmla="*/ 0 h 1801"/>
                <a:gd name="T30" fmla="*/ 0 w 1518"/>
                <a:gd name="T31" fmla="*/ 0 h 1801"/>
                <a:gd name="T32" fmla="*/ 0 w 1518"/>
                <a:gd name="T33" fmla="*/ 0 h 1801"/>
                <a:gd name="T34" fmla="*/ 0 w 1518"/>
                <a:gd name="T35" fmla="*/ 0 h 1801"/>
                <a:gd name="T36" fmla="*/ 0 w 1518"/>
                <a:gd name="T37" fmla="*/ 0 h 1801"/>
                <a:gd name="T38" fmla="*/ 0 w 1518"/>
                <a:gd name="T39" fmla="*/ 0 h 1801"/>
                <a:gd name="T40" fmla="*/ 0 w 1518"/>
                <a:gd name="T41" fmla="*/ 0 h 1801"/>
                <a:gd name="T42" fmla="*/ 0 w 1518"/>
                <a:gd name="T43" fmla="*/ 0 h 1801"/>
                <a:gd name="T44" fmla="*/ 0 w 1518"/>
                <a:gd name="T45" fmla="*/ 0 h 1801"/>
                <a:gd name="T46" fmla="*/ 0 w 1518"/>
                <a:gd name="T47" fmla="*/ 0 h 1801"/>
                <a:gd name="T48" fmla="*/ 0 w 1518"/>
                <a:gd name="T49" fmla="*/ 0 h 1801"/>
                <a:gd name="T50" fmla="*/ 0 w 1518"/>
                <a:gd name="T51" fmla="*/ 0 h 1801"/>
                <a:gd name="T52" fmla="*/ 0 w 1518"/>
                <a:gd name="T53" fmla="*/ 0 h 1801"/>
                <a:gd name="T54" fmla="*/ 0 w 1518"/>
                <a:gd name="T55" fmla="*/ 0 h 1801"/>
                <a:gd name="T56" fmla="*/ 0 w 1518"/>
                <a:gd name="T57" fmla="*/ 0 h 1801"/>
                <a:gd name="T58" fmla="*/ 0 w 1518"/>
                <a:gd name="T59" fmla="*/ 0 h 1801"/>
                <a:gd name="T60" fmla="*/ 0 w 1518"/>
                <a:gd name="T61" fmla="*/ 0 h 1801"/>
                <a:gd name="T62" fmla="*/ 0 w 1518"/>
                <a:gd name="T63" fmla="*/ 0 h 1801"/>
                <a:gd name="T64" fmla="*/ 0 w 1518"/>
                <a:gd name="T65" fmla="*/ 0 h 1801"/>
                <a:gd name="T66" fmla="*/ 0 w 1518"/>
                <a:gd name="T67" fmla="*/ 0 h 1801"/>
                <a:gd name="T68" fmla="*/ 0 w 1518"/>
                <a:gd name="T69" fmla="*/ 0 h 1801"/>
                <a:gd name="T70" fmla="*/ 0 w 1518"/>
                <a:gd name="T71" fmla="*/ 0 h 1801"/>
                <a:gd name="T72" fmla="*/ 0 w 1518"/>
                <a:gd name="T73" fmla="*/ 0 h 1801"/>
                <a:gd name="T74" fmla="*/ 0 w 1518"/>
                <a:gd name="T75" fmla="*/ 0 h 1801"/>
                <a:gd name="T76" fmla="*/ 0 w 1518"/>
                <a:gd name="T77" fmla="*/ 0 h 1801"/>
                <a:gd name="T78" fmla="*/ 0 w 1518"/>
                <a:gd name="T79" fmla="*/ 0 h 1801"/>
                <a:gd name="T80" fmla="*/ 0 w 1518"/>
                <a:gd name="T81" fmla="*/ 0 h 1801"/>
                <a:gd name="T82" fmla="*/ 0 w 1518"/>
                <a:gd name="T83" fmla="*/ 0 h 1801"/>
                <a:gd name="T84" fmla="*/ 0 w 1518"/>
                <a:gd name="T85" fmla="*/ 0 h 1801"/>
                <a:gd name="T86" fmla="*/ 0 w 1518"/>
                <a:gd name="T87" fmla="*/ 0 h 1801"/>
                <a:gd name="T88" fmla="*/ 0 w 1518"/>
                <a:gd name="T89" fmla="*/ 0 h 1801"/>
                <a:gd name="T90" fmla="*/ 0 w 1518"/>
                <a:gd name="T91" fmla="*/ 0 h 1801"/>
                <a:gd name="T92" fmla="*/ 0 w 1518"/>
                <a:gd name="T93" fmla="*/ 0 h 1801"/>
                <a:gd name="T94" fmla="*/ 0 w 1518"/>
                <a:gd name="T95" fmla="*/ 0 h 1801"/>
                <a:gd name="T96" fmla="*/ 0 w 1518"/>
                <a:gd name="T97" fmla="*/ 0 h 1801"/>
                <a:gd name="T98" fmla="*/ 0 w 1518"/>
                <a:gd name="T99" fmla="*/ 0 h 1801"/>
                <a:gd name="T100" fmla="*/ 0 w 1518"/>
                <a:gd name="T101" fmla="*/ 0 h 1801"/>
                <a:gd name="T102" fmla="*/ 0 w 1518"/>
                <a:gd name="T103" fmla="*/ 0 h 1801"/>
                <a:gd name="T104" fmla="*/ 0 w 1518"/>
                <a:gd name="T105" fmla="*/ 0 h 18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8" h="1801">
                  <a:moveTo>
                    <a:pt x="762" y="1801"/>
                  </a:moveTo>
                  <a:lnTo>
                    <a:pt x="907" y="1766"/>
                  </a:lnTo>
                  <a:lnTo>
                    <a:pt x="937" y="1301"/>
                  </a:lnTo>
                  <a:lnTo>
                    <a:pt x="872" y="1254"/>
                  </a:lnTo>
                  <a:lnTo>
                    <a:pt x="855" y="1150"/>
                  </a:lnTo>
                  <a:lnTo>
                    <a:pt x="919" y="1011"/>
                  </a:lnTo>
                  <a:lnTo>
                    <a:pt x="1518" y="604"/>
                  </a:lnTo>
                  <a:lnTo>
                    <a:pt x="1506" y="546"/>
                  </a:lnTo>
                  <a:lnTo>
                    <a:pt x="1436" y="465"/>
                  </a:lnTo>
                  <a:lnTo>
                    <a:pt x="1436" y="407"/>
                  </a:lnTo>
                  <a:lnTo>
                    <a:pt x="1378" y="325"/>
                  </a:lnTo>
                  <a:lnTo>
                    <a:pt x="1395" y="210"/>
                  </a:lnTo>
                  <a:lnTo>
                    <a:pt x="1326" y="122"/>
                  </a:lnTo>
                  <a:lnTo>
                    <a:pt x="1151" y="105"/>
                  </a:lnTo>
                  <a:lnTo>
                    <a:pt x="1047" y="0"/>
                  </a:lnTo>
                  <a:lnTo>
                    <a:pt x="907" y="151"/>
                  </a:lnTo>
                  <a:lnTo>
                    <a:pt x="919" y="180"/>
                  </a:lnTo>
                  <a:lnTo>
                    <a:pt x="867" y="215"/>
                  </a:lnTo>
                  <a:lnTo>
                    <a:pt x="843" y="175"/>
                  </a:lnTo>
                  <a:lnTo>
                    <a:pt x="849" y="110"/>
                  </a:lnTo>
                  <a:lnTo>
                    <a:pt x="803" y="29"/>
                  </a:lnTo>
                  <a:lnTo>
                    <a:pt x="703" y="58"/>
                  </a:lnTo>
                  <a:lnTo>
                    <a:pt x="663" y="180"/>
                  </a:lnTo>
                  <a:lnTo>
                    <a:pt x="698" y="255"/>
                  </a:lnTo>
                  <a:lnTo>
                    <a:pt x="651" y="267"/>
                  </a:lnTo>
                  <a:lnTo>
                    <a:pt x="471" y="163"/>
                  </a:lnTo>
                  <a:lnTo>
                    <a:pt x="267" y="279"/>
                  </a:lnTo>
                  <a:lnTo>
                    <a:pt x="256" y="372"/>
                  </a:lnTo>
                  <a:lnTo>
                    <a:pt x="291" y="384"/>
                  </a:lnTo>
                  <a:lnTo>
                    <a:pt x="198" y="447"/>
                  </a:lnTo>
                  <a:lnTo>
                    <a:pt x="262" y="477"/>
                  </a:lnTo>
                  <a:lnTo>
                    <a:pt x="232" y="541"/>
                  </a:lnTo>
                  <a:lnTo>
                    <a:pt x="297" y="628"/>
                  </a:lnTo>
                  <a:lnTo>
                    <a:pt x="7" y="611"/>
                  </a:lnTo>
                  <a:lnTo>
                    <a:pt x="0" y="639"/>
                  </a:lnTo>
                  <a:lnTo>
                    <a:pt x="344" y="721"/>
                  </a:lnTo>
                  <a:lnTo>
                    <a:pt x="546" y="738"/>
                  </a:lnTo>
                  <a:lnTo>
                    <a:pt x="454" y="802"/>
                  </a:lnTo>
                  <a:lnTo>
                    <a:pt x="511" y="872"/>
                  </a:lnTo>
                  <a:lnTo>
                    <a:pt x="623" y="872"/>
                  </a:lnTo>
                  <a:lnTo>
                    <a:pt x="640" y="808"/>
                  </a:lnTo>
                  <a:lnTo>
                    <a:pt x="686" y="843"/>
                  </a:lnTo>
                  <a:lnTo>
                    <a:pt x="668" y="912"/>
                  </a:lnTo>
                  <a:lnTo>
                    <a:pt x="698" y="924"/>
                  </a:lnTo>
                  <a:lnTo>
                    <a:pt x="698" y="994"/>
                  </a:lnTo>
                  <a:lnTo>
                    <a:pt x="762" y="1075"/>
                  </a:lnTo>
                  <a:lnTo>
                    <a:pt x="780" y="1167"/>
                  </a:lnTo>
                  <a:lnTo>
                    <a:pt x="762" y="1237"/>
                  </a:lnTo>
                  <a:lnTo>
                    <a:pt x="797" y="1336"/>
                  </a:lnTo>
                  <a:lnTo>
                    <a:pt x="843" y="1366"/>
                  </a:lnTo>
                  <a:lnTo>
                    <a:pt x="872" y="1411"/>
                  </a:lnTo>
                  <a:lnTo>
                    <a:pt x="780" y="1603"/>
                  </a:lnTo>
                  <a:lnTo>
                    <a:pt x="762" y="1801"/>
                  </a:lnTo>
                  <a:close/>
                </a:path>
              </a:pathLst>
            </a:custGeom>
            <a:solidFill>
              <a:srgbClr val="DDDDDD"/>
            </a:solidFill>
            <a:ln w="9525">
              <a:solidFill>
                <a:srgbClr val="DDDDDD"/>
              </a:solidFill>
              <a:round/>
              <a:headEnd/>
              <a:tailEnd/>
            </a:ln>
          </p:spPr>
          <p:txBody>
            <a:bodyPr/>
            <a:lstStyle/>
            <a:p>
              <a:endParaRPr lang="ko-KR" altLang="en-US"/>
            </a:p>
          </p:txBody>
        </p:sp>
        <p:sp>
          <p:nvSpPr>
            <p:cNvPr id="418141" name="Freeform 814">
              <a:extLst>
                <a:ext uri="{FF2B5EF4-FFF2-40B4-BE49-F238E27FC236}">
                  <a16:creationId xmlns:a16="http://schemas.microsoft.com/office/drawing/2014/main" id="{3218CC3E-E3DA-FD94-BEB2-5417259ECFB6}"/>
                </a:ext>
              </a:extLst>
            </p:cNvPr>
            <p:cNvSpPr>
              <a:spLocks/>
            </p:cNvSpPr>
            <p:nvPr/>
          </p:nvSpPr>
          <p:spPr bwMode="auto">
            <a:xfrm rot="-882543">
              <a:off x="4515" y="1642"/>
              <a:ext cx="940" cy="839"/>
            </a:xfrm>
            <a:custGeom>
              <a:avLst/>
              <a:gdLst>
                <a:gd name="T0" fmla="*/ 0 w 3724"/>
                <a:gd name="T1" fmla="*/ 0 h 3264"/>
                <a:gd name="T2" fmla="*/ 0 w 3724"/>
                <a:gd name="T3" fmla="*/ 0 h 3264"/>
                <a:gd name="T4" fmla="*/ 0 w 3724"/>
                <a:gd name="T5" fmla="*/ 0 h 3264"/>
                <a:gd name="T6" fmla="*/ 0 w 3724"/>
                <a:gd name="T7" fmla="*/ 0 h 3264"/>
                <a:gd name="T8" fmla="*/ 0 w 3724"/>
                <a:gd name="T9" fmla="*/ 0 h 3264"/>
                <a:gd name="T10" fmla="*/ 0 w 3724"/>
                <a:gd name="T11" fmla="*/ 0 h 3264"/>
                <a:gd name="T12" fmla="*/ 0 w 3724"/>
                <a:gd name="T13" fmla="*/ 0 h 3264"/>
                <a:gd name="T14" fmla="*/ 0 w 3724"/>
                <a:gd name="T15" fmla="*/ 0 h 3264"/>
                <a:gd name="T16" fmla="*/ 0 w 3724"/>
                <a:gd name="T17" fmla="*/ 0 h 3264"/>
                <a:gd name="T18" fmla="*/ 0 w 3724"/>
                <a:gd name="T19" fmla="*/ 0 h 3264"/>
                <a:gd name="T20" fmla="*/ 0 w 3724"/>
                <a:gd name="T21" fmla="*/ 0 h 3264"/>
                <a:gd name="T22" fmla="*/ 0 w 3724"/>
                <a:gd name="T23" fmla="*/ 0 h 3264"/>
                <a:gd name="T24" fmla="*/ 0 w 3724"/>
                <a:gd name="T25" fmla="*/ 0 h 3264"/>
                <a:gd name="T26" fmla="*/ 0 w 3724"/>
                <a:gd name="T27" fmla="*/ 0 h 3264"/>
                <a:gd name="T28" fmla="*/ 0 w 3724"/>
                <a:gd name="T29" fmla="*/ 0 h 3264"/>
                <a:gd name="T30" fmla="*/ 0 w 3724"/>
                <a:gd name="T31" fmla="*/ 0 h 3264"/>
                <a:gd name="T32" fmla="*/ 0 w 3724"/>
                <a:gd name="T33" fmla="*/ 0 h 3264"/>
                <a:gd name="T34" fmla="*/ 0 w 3724"/>
                <a:gd name="T35" fmla="*/ 0 h 3264"/>
                <a:gd name="T36" fmla="*/ 0 w 3724"/>
                <a:gd name="T37" fmla="*/ 0 h 3264"/>
                <a:gd name="T38" fmla="*/ 0 w 3724"/>
                <a:gd name="T39" fmla="*/ 0 h 3264"/>
                <a:gd name="T40" fmla="*/ 0 w 3724"/>
                <a:gd name="T41" fmla="*/ 0 h 3264"/>
                <a:gd name="T42" fmla="*/ 0 w 3724"/>
                <a:gd name="T43" fmla="*/ 0 h 3264"/>
                <a:gd name="T44" fmla="*/ 0 w 3724"/>
                <a:gd name="T45" fmla="*/ 0 h 3264"/>
                <a:gd name="T46" fmla="*/ 0 w 3724"/>
                <a:gd name="T47" fmla="*/ 0 h 3264"/>
                <a:gd name="T48" fmla="*/ 0 w 3724"/>
                <a:gd name="T49" fmla="*/ 0 h 3264"/>
                <a:gd name="T50" fmla="*/ 0 w 3724"/>
                <a:gd name="T51" fmla="*/ 0 h 3264"/>
                <a:gd name="T52" fmla="*/ 0 w 3724"/>
                <a:gd name="T53" fmla="*/ 0 h 3264"/>
                <a:gd name="T54" fmla="*/ 0 w 3724"/>
                <a:gd name="T55" fmla="*/ 0 h 3264"/>
                <a:gd name="T56" fmla="*/ 0 w 3724"/>
                <a:gd name="T57" fmla="*/ 0 h 3264"/>
                <a:gd name="T58" fmla="*/ 0 w 3724"/>
                <a:gd name="T59" fmla="*/ 0 h 3264"/>
                <a:gd name="T60" fmla="*/ 0 w 3724"/>
                <a:gd name="T61" fmla="*/ 0 h 3264"/>
                <a:gd name="T62" fmla="*/ 0 w 3724"/>
                <a:gd name="T63" fmla="*/ 0 h 3264"/>
                <a:gd name="T64" fmla="*/ 0 w 3724"/>
                <a:gd name="T65" fmla="*/ 0 h 3264"/>
                <a:gd name="T66" fmla="*/ 0 w 3724"/>
                <a:gd name="T67" fmla="*/ 0 h 3264"/>
                <a:gd name="T68" fmla="*/ 0 w 3724"/>
                <a:gd name="T69" fmla="*/ 0 h 3264"/>
                <a:gd name="T70" fmla="*/ 0 w 3724"/>
                <a:gd name="T71" fmla="*/ 0 h 3264"/>
                <a:gd name="T72" fmla="*/ 0 w 3724"/>
                <a:gd name="T73" fmla="*/ 0 h 3264"/>
                <a:gd name="T74" fmla="*/ 0 w 3724"/>
                <a:gd name="T75" fmla="*/ 0 h 3264"/>
                <a:gd name="T76" fmla="*/ 0 w 3724"/>
                <a:gd name="T77" fmla="*/ 0 h 3264"/>
                <a:gd name="T78" fmla="*/ 0 w 3724"/>
                <a:gd name="T79" fmla="*/ 0 h 3264"/>
                <a:gd name="T80" fmla="*/ 0 w 3724"/>
                <a:gd name="T81" fmla="*/ 0 h 3264"/>
                <a:gd name="T82" fmla="*/ 0 w 3724"/>
                <a:gd name="T83" fmla="*/ 0 h 3264"/>
                <a:gd name="T84" fmla="*/ 0 w 3724"/>
                <a:gd name="T85" fmla="*/ 0 h 3264"/>
                <a:gd name="T86" fmla="*/ 0 w 3724"/>
                <a:gd name="T87" fmla="*/ 0 h 3264"/>
                <a:gd name="T88" fmla="*/ 0 w 3724"/>
                <a:gd name="T89" fmla="*/ 0 h 3264"/>
                <a:gd name="T90" fmla="*/ 0 w 3724"/>
                <a:gd name="T91" fmla="*/ 0 h 3264"/>
                <a:gd name="T92" fmla="*/ 0 w 3724"/>
                <a:gd name="T93" fmla="*/ 0 h 3264"/>
                <a:gd name="T94" fmla="*/ 0 w 3724"/>
                <a:gd name="T95" fmla="*/ 0 h 3264"/>
                <a:gd name="T96" fmla="*/ 0 w 3724"/>
                <a:gd name="T97" fmla="*/ 0 h 3264"/>
                <a:gd name="T98" fmla="*/ 0 w 3724"/>
                <a:gd name="T99" fmla="*/ 0 h 3264"/>
                <a:gd name="T100" fmla="*/ 0 w 3724"/>
                <a:gd name="T101" fmla="*/ 0 h 32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24" h="3264">
                  <a:moveTo>
                    <a:pt x="3248" y="3056"/>
                  </a:moveTo>
                  <a:lnTo>
                    <a:pt x="3196" y="3049"/>
                  </a:lnTo>
                  <a:lnTo>
                    <a:pt x="3150" y="2968"/>
                  </a:lnTo>
                  <a:lnTo>
                    <a:pt x="3185" y="2904"/>
                  </a:lnTo>
                  <a:lnTo>
                    <a:pt x="3190" y="2887"/>
                  </a:lnTo>
                  <a:lnTo>
                    <a:pt x="3115" y="2881"/>
                  </a:lnTo>
                  <a:lnTo>
                    <a:pt x="2981" y="3026"/>
                  </a:lnTo>
                  <a:lnTo>
                    <a:pt x="2795" y="3061"/>
                  </a:lnTo>
                  <a:lnTo>
                    <a:pt x="2662" y="3131"/>
                  </a:lnTo>
                  <a:lnTo>
                    <a:pt x="2574" y="3096"/>
                  </a:lnTo>
                  <a:lnTo>
                    <a:pt x="2470" y="3212"/>
                  </a:lnTo>
                  <a:lnTo>
                    <a:pt x="2278" y="3264"/>
                  </a:lnTo>
                  <a:lnTo>
                    <a:pt x="2237" y="3264"/>
                  </a:lnTo>
                  <a:lnTo>
                    <a:pt x="2266" y="3212"/>
                  </a:lnTo>
                  <a:lnTo>
                    <a:pt x="2359" y="3148"/>
                  </a:lnTo>
                  <a:lnTo>
                    <a:pt x="2365" y="3078"/>
                  </a:lnTo>
                  <a:lnTo>
                    <a:pt x="2400" y="3148"/>
                  </a:lnTo>
                  <a:lnTo>
                    <a:pt x="2435" y="3166"/>
                  </a:lnTo>
                  <a:lnTo>
                    <a:pt x="2428" y="3026"/>
                  </a:lnTo>
                  <a:lnTo>
                    <a:pt x="2226" y="2916"/>
                  </a:lnTo>
                  <a:lnTo>
                    <a:pt x="2168" y="2800"/>
                  </a:lnTo>
                  <a:lnTo>
                    <a:pt x="2104" y="2695"/>
                  </a:lnTo>
                  <a:lnTo>
                    <a:pt x="2004" y="2637"/>
                  </a:lnTo>
                  <a:lnTo>
                    <a:pt x="1894" y="2678"/>
                  </a:lnTo>
                  <a:lnTo>
                    <a:pt x="1069" y="2352"/>
                  </a:lnTo>
                  <a:lnTo>
                    <a:pt x="506" y="2073"/>
                  </a:lnTo>
                  <a:lnTo>
                    <a:pt x="46" y="1823"/>
                  </a:lnTo>
                  <a:lnTo>
                    <a:pt x="17" y="1725"/>
                  </a:lnTo>
                  <a:lnTo>
                    <a:pt x="5" y="1656"/>
                  </a:lnTo>
                  <a:lnTo>
                    <a:pt x="35" y="1586"/>
                  </a:lnTo>
                  <a:lnTo>
                    <a:pt x="0" y="1551"/>
                  </a:lnTo>
                  <a:lnTo>
                    <a:pt x="70" y="1300"/>
                  </a:lnTo>
                  <a:lnTo>
                    <a:pt x="46" y="1260"/>
                  </a:lnTo>
                  <a:lnTo>
                    <a:pt x="58" y="1185"/>
                  </a:lnTo>
                  <a:lnTo>
                    <a:pt x="192" y="1173"/>
                  </a:lnTo>
                  <a:lnTo>
                    <a:pt x="227" y="708"/>
                  </a:lnTo>
                  <a:lnTo>
                    <a:pt x="162" y="650"/>
                  </a:lnTo>
                  <a:lnTo>
                    <a:pt x="145" y="545"/>
                  </a:lnTo>
                  <a:lnTo>
                    <a:pt x="209" y="418"/>
                  </a:lnTo>
                  <a:lnTo>
                    <a:pt x="808" y="0"/>
                  </a:lnTo>
                  <a:lnTo>
                    <a:pt x="848" y="151"/>
                  </a:lnTo>
                  <a:lnTo>
                    <a:pt x="1028" y="197"/>
                  </a:lnTo>
                  <a:lnTo>
                    <a:pt x="1045" y="266"/>
                  </a:lnTo>
                  <a:lnTo>
                    <a:pt x="1139" y="244"/>
                  </a:lnTo>
                  <a:lnTo>
                    <a:pt x="1156" y="273"/>
                  </a:lnTo>
                  <a:lnTo>
                    <a:pt x="1115" y="331"/>
                  </a:lnTo>
                  <a:lnTo>
                    <a:pt x="1174" y="360"/>
                  </a:lnTo>
                  <a:lnTo>
                    <a:pt x="1284" y="446"/>
                  </a:lnTo>
                  <a:lnTo>
                    <a:pt x="1301" y="540"/>
                  </a:lnTo>
                  <a:lnTo>
                    <a:pt x="1394" y="575"/>
                  </a:lnTo>
                  <a:lnTo>
                    <a:pt x="1359" y="621"/>
                  </a:lnTo>
                  <a:lnTo>
                    <a:pt x="1366" y="662"/>
                  </a:lnTo>
                  <a:lnTo>
                    <a:pt x="1534" y="743"/>
                  </a:lnTo>
                  <a:lnTo>
                    <a:pt x="1545" y="807"/>
                  </a:lnTo>
                  <a:lnTo>
                    <a:pt x="1627" y="801"/>
                  </a:lnTo>
                  <a:lnTo>
                    <a:pt x="1603" y="732"/>
                  </a:lnTo>
                  <a:lnTo>
                    <a:pt x="1697" y="767"/>
                  </a:lnTo>
                  <a:lnTo>
                    <a:pt x="1807" y="894"/>
                  </a:lnTo>
                  <a:lnTo>
                    <a:pt x="1859" y="854"/>
                  </a:lnTo>
                  <a:lnTo>
                    <a:pt x="1847" y="801"/>
                  </a:lnTo>
                  <a:lnTo>
                    <a:pt x="1859" y="767"/>
                  </a:lnTo>
                  <a:lnTo>
                    <a:pt x="1935" y="772"/>
                  </a:lnTo>
                  <a:lnTo>
                    <a:pt x="1952" y="801"/>
                  </a:lnTo>
                  <a:lnTo>
                    <a:pt x="1929" y="941"/>
                  </a:lnTo>
                  <a:lnTo>
                    <a:pt x="1947" y="946"/>
                  </a:lnTo>
                  <a:lnTo>
                    <a:pt x="1970" y="911"/>
                  </a:lnTo>
                  <a:lnTo>
                    <a:pt x="2016" y="917"/>
                  </a:lnTo>
                  <a:lnTo>
                    <a:pt x="2011" y="882"/>
                  </a:lnTo>
                  <a:lnTo>
                    <a:pt x="2051" y="836"/>
                  </a:lnTo>
                  <a:lnTo>
                    <a:pt x="1987" y="714"/>
                  </a:lnTo>
                  <a:lnTo>
                    <a:pt x="2039" y="633"/>
                  </a:lnTo>
                  <a:lnTo>
                    <a:pt x="2074" y="645"/>
                  </a:lnTo>
                  <a:lnTo>
                    <a:pt x="2126" y="737"/>
                  </a:lnTo>
                  <a:lnTo>
                    <a:pt x="2109" y="777"/>
                  </a:lnTo>
                  <a:lnTo>
                    <a:pt x="2126" y="894"/>
                  </a:lnTo>
                  <a:lnTo>
                    <a:pt x="2196" y="894"/>
                  </a:lnTo>
                  <a:lnTo>
                    <a:pt x="2226" y="911"/>
                  </a:lnTo>
                  <a:lnTo>
                    <a:pt x="2214" y="952"/>
                  </a:lnTo>
                  <a:lnTo>
                    <a:pt x="2243" y="1028"/>
                  </a:lnTo>
                  <a:lnTo>
                    <a:pt x="2341" y="941"/>
                  </a:lnTo>
                  <a:lnTo>
                    <a:pt x="2330" y="854"/>
                  </a:lnTo>
                  <a:lnTo>
                    <a:pt x="2423" y="882"/>
                  </a:lnTo>
                  <a:lnTo>
                    <a:pt x="2446" y="1045"/>
                  </a:lnTo>
                  <a:lnTo>
                    <a:pt x="2400" y="1138"/>
                  </a:lnTo>
                  <a:lnTo>
                    <a:pt x="2278" y="1121"/>
                  </a:lnTo>
                  <a:lnTo>
                    <a:pt x="2226" y="1178"/>
                  </a:lnTo>
                  <a:lnTo>
                    <a:pt x="2144" y="1178"/>
                  </a:lnTo>
                  <a:lnTo>
                    <a:pt x="2184" y="1225"/>
                  </a:lnTo>
                  <a:lnTo>
                    <a:pt x="2138" y="1300"/>
                  </a:lnTo>
                  <a:lnTo>
                    <a:pt x="2098" y="1290"/>
                  </a:lnTo>
                  <a:lnTo>
                    <a:pt x="2081" y="1318"/>
                  </a:lnTo>
                  <a:lnTo>
                    <a:pt x="2028" y="1324"/>
                  </a:lnTo>
                  <a:lnTo>
                    <a:pt x="2039" y="1370"/>
                  </a:lnTo>
                  <a:lnTo>
                    <a:pt x="1859" y="1499"/>
                  </a:lnTo>
                  <a:lnTo>
                    <a:pt x="1772" y="1644"/>
                  </a:lnTo>
                  <a:lnTo>
                    <a:pt x="1871" y="1748"/>
                  </a:lnTo>
                  <a:lnTo>
                    <a:pt x="1871" y="1858"/>
                  </a:lnTo>
                  <a:lnTo>
                    <a:pt x="2069" y="1933"/>
                  </a:lnTo>
                  <a:lnTo>
                    <a:pt x="2219" y="2085"/>
                  </a:lnTo>
                  <a:lnTo>
                    <a:pt x="2353" y="2114"/>
                  </a:lnTo>
                  <a:lnTo>
                    <a:pt x="2324" y="2195"/>
                  </a:lnTo>
                  <a:lnTo>
                    <a:pt x="2400" y="2219"/>
                  </a:lnTo>
                  <a:lnTo>
                    <a:pt x="2365" y="2306"/>
                  </a:lnTo>
                  <a:lnTo>
                    <a:pt x="2463" y="2445"/>
                  </a:lnTo>
                  <a:lnTo>
                    <a:pt x="2545" y="2434"/>
                  </a:lnTo>
                  <a:lnTo>
                    <a:pt x="2550" y="2311"/>
                  </a:lnTo>
                  <a:lnTo>
                    <a:pt x="2458" y="2230"/>
                  </a:lnTo>
                  <a:lnTo>
                    <a:pt x="2481" y="2149"/>
                  </a:lnTo>
                  <a:lnTo>
                    <a:pt x="2597" y="2055"/>
                  </a:lnTo>
                  <a:lnTo>
                    <a:pt x="2562" y="1858"/>
                  </a:lnTo>
                  <a:lnTo>
                    <a:pt x="2510" y="1841"/>
                  </a:lnTo>
                  <a:lnTo>
                    <a:pt x="2516" y="1783"/>
                  </a:lnTo>
                  <a:lnTo>
                    <a:pt x="2585" y="1713"/>
                  </a:lnTo>
                  <a:lnTo>
                    <a:pt x="2562" y="1661"/>
                  </a:lnTo>
                  <a:lnTo>
                    <a:pt x="2557" y="1510"/>
                  </a:lnTo>
                  <a:lnTo>
                    <a:pt x="2697" y="1527"/>
                  </a:lnTo>
                  <a:lnTo>
                    <a:pt x="2766" y="1504"/>
                  </a:lnTo>
                  <a:lnTo>
                    <a:pt x="2847" y="1562"/>
                  </a:lnTo>
                  <a:lnTo>
                    <a:pt x="2864" y="1603"/>
                  </a:lnTo>
                  <a:lnTo>
                    <a:pt x="2964" y="1684"/>
                  </a:lnTo>
                  <a:lnTo>
                    <a:pt x="2981" y="1812"/>
                  </a:lnTo>
                  <a:lnTo>
                    <a:pt x="3028" y="1841"/>
                  </a:lnTo>
                  <a:lnTo>
                    <a:pt x="3091" y="1853"/>
                  </a:lnTo>
                  <a:lnTo>
                    <a:pt x="3150" y="1708"/>
                  </a:lnTo>
                  <a:lnTo>
                    <a:pt x="3255" y="1864"/>
                  </a:lnTo>
                  <a:lnTo>
                    <a:pt x="3342" y="1899"/>
                  </a:lnTo>
                  <a:lnTo>
                    <a:pt x="3335" y="1975"/>
                  </a:lnTo>
                  <a:lnTo>
                    <a:pt x="3429" y="2090"/>
                  </a:lnTo>
                  <a:lnTo>
                    <a:pt x="3614" y="2090"/>
                  </a:lnTo>
                  <a:lnTo>
                    <a:pt x="3661" y="2132"/>
                  </a:lnTo>
                  <a:lnTo>
                    <a:pt x="3667" y="2224"/>
                  </a:lnTo>
                  <a:lnTo>
                    <a:pt x="3724" y="2299"/>
                  </a:lnTo>
                  <a:lnTo>
                    <a:pt x="3724" y="2352"/>
                  </a:lnTo>
                  <a:lnTo>
                    <a:pt x="3679" y="2376"/>
                  </a:lnTo>
                  <a:lnTo>
                    <a:pt x="3586" y="2498"/>
                  </a:lnTo>
                  <a:lnTo>
                    <a:pt x="3446" y="2544"/>
                  </a:lnTo>
                  <a:lnTo>
                    <a:pt x="3272" y="2550"/>
                  </a:lnTo>
                  <a:lnTo>
                    <a:pt x="3138" y="2695"/>
                  </a:lnTo>
                  <a:lnTo>
                    <a:pt x="3033" y="2753"/>
                  </a:lnTo>
                  <a:lnTo>
                    <a:pt x="2969" y="2834"/>
                  </a:lnTo>
                  <a:lnTo>
                    <a:pt x="3074" y="2829"/>
                  </a:lnTo>
                  <a:lnTo>
                    <a:pt x="3255" y="2678"/>
                  </a:lnTo>
                  <a:lnTo>
                    <a:pt x="3272" y="2666"/>
                  </a:lnTo>
                  <a:lnTo>
                    <a:pt x="3335" y="2707"/>
                  </a:lnTo>
                  <a:lnTo>
                    <a:pt x="3370" y="2759"/>
                  </a:lnTo>
                  <a:lnTo>
                    <a:pt x="3312" y="2800"/>
                  </a:lnTo>
                  <a:lnTo>
                    <a:pt x="3347" y="2805"/>
                  </a:lnTo>
                  <a:lnTo>
                    <a:pt x="3342" y="2881"/>
                  </a:lnTo>
                  <a:lnTo>
                    <a:pt x="3562" y="2956"/>
                  </a:lnTo>
                  <a:lnTo>
                    <a:pt x="3469" y="3014"/>
                  </a:lnTo>
                  <a:lnTo>
                    <a:pt x="3347" y="3160"/>
                  </a:lnTo>
                  <a:lnTo>
                    <a:pt x="3312" y="3108"/>
                  </a:lnTo>
                  <a:lnTo>
                    <a:pt x="3370" y="3009"/>
                  </a:lnTo>
                  <a:lnTo>
                    <a:pt x="3272" y="3044"/>
                  </a:lnTo>
                  <a:lnTo>
                    <a:pt x="3248" y="3056"/>
                  </a:lnTo>
                  <a:close/>
                </a:path>
              </a:pathLst>
            </a:custGeom>
            <a:solidFill>
              <a:srgbClr val="DDDDDD"/>
            </a:solidFill>
            <a:ln w="9525">
              <a:solidFill>
                <a:srgbClr val="DDDDDD"/>
              </a:solidFill>
              <a:round/>
              <a:headEnd/>
              <a:tailEnd/>
            </a:ln>
          </p:spPr>
          <p:txBody>
            <a:bodyPr/>
            <a:lstStyle/>
            <a:p>
              <a:endParaRPr lang="ko-KR" altLang="en-US"/>
            </a:p>
          </p:txBody>
        </p:sp>
        <p:sp>
          <p:nvSpPr>
            <p:cNvPr id="418142" name="Freeform 815">
              <a:extLst>
                <a:ext uri="{FF2B5EF4-FFF2-40B4-BE49-F238E27FC236}">
                  <a16:creationId xmlns:a16="http://schemas.microsoft.com/office/drawing/2014/main" id="{88B0EDEB-4F25-5FFD-157E-452A3E9A8A2A}"/>
                </a:ext>
              </a:extLst>
            </p:cNvPr>
            <p:cNvSpPr>
              <a:spLocks/>
            </p:cNvSpPr>
            <p:nvPr/>
          </p:nvSpPr>
          <p:spPr bwMode="auto">
            <a:xfrm rot="-882543">
              <a:off x="4479" y="2119"/>
              <a:ext cx="951" cy="769"/>
            </a:xfrm>
            <a:custGeom>
              <a:avLst/>
              <a:gdLst>
                <a:gd name="T0" fmla="*/ 0 w 3767"/>
                <a:gd name="T1" fmla="*/ 0 h 2992"/>
                <a:gd name="T2" fmla="*/ 0 w 3767"/>
                <a:gd name="T3" fmla="*/ 0 h 2992"/>
                <a:gd name="T4" fmla="*/ 0 w 3767"/>
                <a:gd name="T5" fmla="*/ 0 h 2992"/>
                <a:gd name="T6" fmla="*/ 0 w 3767"/>
                <a:gd name="T7" fmla="*/ 0 h 2992"/>
                <a:gd name="T8" fmla="*/ 0 w 3767"/>
                <a:gd name="T9" fmla="*/ 0 h 2992"/>
                <a:gd name="T10" fmla="*/ 0 w 3767"/>
                <a:gd name="T11" fmla="*/ 0 h 2992"/>
                <a:gd name="T12" fmla="*/ 0 w 3767"/>
                <a:gd name="T13" fmla="*/ 0 h 2992"/>
                <a:gd name="T14" fmla="*/ 0 w 3767"/>
                <a:gd name="T15" fmla="*/ 0 h 2992"/>
                <a:gd name="T16" fmla="*/ 0 w 3767"/>
                <a:gd name="T17" fmla="*/ 0 h 2992"/>
                <a:gd name="T18" fmla="*/ 0 w 3767"/>
                <a:gd name="T19" fmla="*/ 0 h 2992"/>
                <a:gd name="T20" fmla="*/ 0 w 3767"/>
                <a:gd name="T21" fmla="*/ 0 h 2992"/>
                <a:gd name="T22" fmla="*/ 0 w 3767"/>
                <a:gd name="T23" fmla="*/ 0 h 2992"/>
                <a:gd name="T24" fmla="*/ 0 w 3767"/>
                <a:gd name="T25" fmla="*/ 0 h 2992"/>
                <a:gd name="T26" fmla="*/ 0 w 3767"/>
                <a:gd name="T27" fmla="*/ 0 h 2992"/>
                <a:gd name="T28" fmla="*/ 0 w 3767"/>
                <a:gd name="T29" fmla="*/ 0 h 2992"/>
                <a:gd name="T30" fmla="*/ 0 w 3767"/>
                <a:gd name="T31" fmla="*/ 0 h 2992"/>
                <a:gd name="T32" fmla="*/ 0 w 3767"/>
                <a:gd name="T33" fmla="*/ 0 h 2992"/>
                <a:gd name="T34" fmla="*/ 0 w 3767"/>
                <a:gd name="T35" fmla="*/ 0 h 2992"/>
                <a:gd name="T36" fmla="*/ 0 w 3767"/>
                <a:gd name="T37" fmla="*/ 0 h 2992"/>
                <a:gd name="T38" fmla="*/ 0 w 3767"/>
                <a:gd name="T39" fmla="*/ 0 h 2992"/>
                <a:gd name="T40" fmla="*/ 0 w 3767"/>
                <a:gd name="T41" fmla="*/ 0 h 2992"/>
                <a:gd name="T42" fmla="*/ 0 w 3767"/>
                <a:gd name="T43" fmla="*/ 0 h 2992"/>
                <a:gd name="T44" fmla="*/ 0 w 3767"/>
                <a:gd name="T45" fmla="*/ 0 h 2992"/>
                <a:gd name="T46" fmla="*/ 0 w 3767"/>
                <a:gd name="T47" fmla="*/ 0 h 2992"/>
                <a:gd name="T48" fmla="*/ 0 w 3767"/>
                <a:gd name="T49" fmla="*/ 0 h 2992"/>
                <a:gd name="T50" fmla="*/ 0 w 3767"/>
                <a:gd name="T51" fmla="*/ 0 h 2992"/>
                <a:gd name="T52" fmla="*/ 0 w 3767"/>
                <a:gd name="T53" fmla="*/ 0 h 2992"/>
                <a:gd name="T54" fmla="*/ 0 w 3767"/>
                <a:gd name="T55" fmla="*/ 0 h 2992"/>
                <a:gd name="T56" fmla="*/ 0 w 3767"/>
                <a:gd name="T57" fmla="*/ 0 h 2992"/>
                <a:gd name="T58" fmla="*/ 0 w 3767"/>
                <a:gd name="T59" fmla="*/ 0 h 2992"/>
                <a:gd name="T60" fmla="*/ 0 w 3767"/>
                <a:gd name="T61" fmla="*/ 0 h 2992"/>
                <a:gd name="T62" fmla="*/ 0 w 3767"/>
                <a:gd name="T63" fmla="*/ 0 h 2992"/>
                <a:gd name="T64" fmla="*/ 0 w 3767"/>
                <a:gd name="T65" fmla="*/ 0 h 2992"/>
                <a:gd name="T66" fmla="*/ 0 w 3767"/>
                <a:gd name="T67" fmla="*/ 0 h 2992"/>
                <a:gd name="T68" fmla="*/ 0 w 3767"/>
                <a:gd name="T69" fmla="*/ 0 h 2992"/>
                <a:gd name="T70" fmla="*/ 0 w 3767"/>
                <a:gd name="T71" fmla="*/ 0 h 2992"/>
                <a:gd name="T72" fmla="*/ 0 w 3767"/>
                <a:gd name="T73" fmla="*/ 0 h 2992"/>
                <a:gd name="T74" fmla="*/ 0 w 3767"/>
                <a:gd name="T75" fmla="*/ 0 h 2992"/>
                <a:gd name="T76" fmla="*/ 0 w 3767"/>
                <a:gd name="T77" fmla="*/ 0 h 2992"/>
                <a:gd name="T78" fmla="*/ 0 w 3767"/>
                <a:gd name="T79" fmla="*/ 0 h 2992"/>
                <a:gd name="T80" fmla="*/ 0 w 3767"/>
                <a:gd name="T81" fmla="*/ 0 h 2992"/>
                <a:gd name="T82" fmla="*/ 0 w 3767"/>
                <a:gd name="T83" fmla="*/ 0 h 2992"/>
                <a:gd name="T84" fmla="*/ 0 w 3767"/>
                <a:gd name="T85" fmla="*/ 0 h 2992"/>
                <a:gd name="T86" fmla="*/ 0 w 3767"/>
                <a:gd name="T87" fmla="*/ 0 h 2992"/>
                <a:gd name="T88" fmla="*/ 0 w 3767"/>
                <a:gd name="T89" fmla="*/ 0 h 2992"/>
                <a:gd name="T90" fmla="*/ 0 w 3767"/>
                <a:gd name="T91" fmla="*/ 0 h 2992"/>
                <a:gd name="T92" fmla="*/ 0 w 3767"/>
                <a:gd name="T93" fmla="*/ 0 h 2992"/>
                <a:gd name="T94" fmla="*/ 0 w 3767"/>
                <a:gd name="T95" fmla="*/ 0 h 2992"/>
                <a:gd name="T96" fmla="*/ 0 w 3767"/>
                <a:gd name="T97" fmla="*/ 0 h 2992"/>
                <a:gd name="T98" fmla="*/ 0 w 3767"/>
                <a:gd name="T99" fmla="*/ 0 h 2992"/>
                <a:gd name="T100" fmla="*/ 0 w 3767"/>
                <a:gd name="T101" fmla="*/ 0 h 2992"/>
                <a:gd name="T102" fmla="*/ 0 w 3767"/>
                <a:gd name="T103" fmla="*/ 0 h 2992"/>
                <a:gd name="T104" fmla="*/ 0 w 3767"/>
                <a:gd name="T105" fmla="*/ 0 h 2992"/>
                <a:gd name="T106" fmla="*/ 0 w 3767"/>
                <a:gd name="T107" fmla="*/ 0 h 2992"/>
                <a:gd name="T108" fmla="*/ 0 w 3767"/>
                <a:gd name="T109" fmla="*/ 0 h 2992"/>
                <a:gd name="T110" fmla="*/ 0 w 3767"/>
                <a:gd name="T111" fmla="*/ 0 h 2992"/>
                <a:gd name="T112" fmla="*/ 0 w 3767"/>
                <a:gd name="T113" fmla="*/ 0 h 2992"/>
                <a:gd name="T114" fmla="*/ 0 w 3767"/>
                <a:gd name="T115" fmla="*/ 0 h 2992"/>
                <a:gd name="T116" fmla="*/ 0 w 3767"/>
                <a:gd name="T117" fmla="*/ 0 h 2992"/>
                <a:gd name="T118" fmla="*/ 0 w 3767"/>
                <a:gd name="T119" fmla="*/ 0 h 299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67" h="2992">
                  <a:moveTo>
                    <a:pt x="570" y="59"/>
                  </a:moveTo>
                  <a:lnTo>
                    <a:pt x="505" y="52"/>
                  </a:lnTo>
                  <a:lnTo>
                    <a:pt x="425" y="0"/>
                  </a:lnTo>
                  <a:lnTo>
                    <a:pt x="413" y="140"/>
                  </a:lnTo>
                  <a:lnTo>
                    <a:pt x="296" y="314"/>
                  </a:lnTo>
                  <a:lnTo>
                    <a:pt x="174" y="361"/>
                  </a:lnTo>
                  <a:lnTo>
                    <a:pt x="157" y="465"/>
                  </a:lnTo>
                  <a:lnTo>
                    <a:pt x="69" y="535"/>
                  </a:lnTo>
                  <a:lnTo>
                    <a:pt x="12" y="802"/>
                  </a:lnTo>
                  <a:lnTo>
                    <a:pt x="0" y="1116"/>
                  </a:lnTo>
                  <a:lnTo>
                    <a:pt x="122" y="1302"/>
                  </a:lnTo>
                  <a:lnTo>
                    <a:pt x="128" y="1360"/>
                  </a:lnTo>
                  <a:lnTo>
                    <a:pt x="320" y="1487"/>
                  </a:lnTo>
                  <a:lnTo>
                    <a:pt x="442" y="1726"/>
                  </a:lnTo>
                  <a:lnTo>
                    <a:pt x="697" y="1830"/>
                  </a:lnTo>
                  <a:lnTo>
                    <a:pt x="709" y="1796"/>
                  </a:lnTo>
                  <a:lnTo>
                    <a:pt x="831" y="1836"/>
                  </a:lnTo>
                  <a:lnTo>
                    <a:pt x="896" y="1946"/>
                  </a:lnTo>
                  <a:lnTo>
                    <a:pt x="906" y="2080"/>
                  </a:lnTo>
                  <a:lnTo>
                    <a:pt x="959" y="2162"/>
                  </a:lnTo>
                  <a:lnTo>
                    <a:pt x="1116" y="2162"/>
                  </a:lnTo>
                  <a:lnTo>
                    <a:pt x="1180" y="2423"/>
                  </a:lnTo>
                  <a:lnTo>
                    <a:pt x="1255" y="2551"/>
                  </a:lnTo>
                  <a:lnTo>
                    <a:pt x="1320" y="2591"/>
                  </a:lnTo>
                  <a:lnTo>
                    <a:pt x="1372" y="2399"/>
                  </a:lnTo>
                  <a:lnTo>
                    <a:pt x="1424" y="2353"/>
                  </a:lnTo>
                  <a:lnTo>
                    <a:pt x="1703" y="2336"/>
                  </a:lnTo>
                  <a:lnTo>
                    <a:pt x="1766" y="2376"/>
                  </a:lnTo>
                  <a:lnTo>
                    <a:pt x="1790" y="2388"/>
                  </a:lnTo>
                  <a:lnTo>
                    <a:pt x="1848" y="2382"/>
                  </a:lnTo>
                  <a:lnTo>
                    <a:pt x="1878" y="2429"/>
                  </a:lnTo>
                  <a:lnTo>
                    <a:pt x="1918" y="2446"/>
                  </a:lnTo>
                  <a:lnTo>
                    <a:pt x="1941" y="2486"/>
                  </a:lnTo>
                  <a:lnTo>
                    <a:pt x="2000" y="2458"/>
                  </a:lnTo>
                  <a:lnTo>
                    <a:pt x="2028" y="2486"/>
                  </a:lnTo>
                  <a:lnTo>
                    <a:pt x="2063" y="2481"/>
                  </a:lnTo>
                  <a:lnTo>
                    <a:pt x="2046" y="2399"/>
                  </a:lnTo>
                  <a:lnTo>
                    <a:pt x="2185" y="2429"/>
                  </a:lnTo>
                  <a:lnTo>
                    <a:pt x="2232" y="2406"/>
                  </a:lnTo>
                  <a:lnTo>
                    <a:pt x="2307" y="2434"/>
                  </a:lnTo>
                  <a:lnTo>
                    <a:pt x="2325" y="2481"/>
                  </a:lnTo>
                  <a:lnTo>
                    <a:pt x="2499" y="2528"/>
                  </a:lnTo>
                  <a:lnTo>
                    <a:pt x="2569" y="2591"/>
                  </a:lnTo>
                  <a:lnTo>
                    <a:pt x="2540" y="2765"/>
                  </a:lnTo>
                  <a:lnTo>
                    <a:pt x="2586" y="2789"/>
                  </a:lnTo>
                  <a:lnTo>
                    <a:pt x="2604" y="2882"/>
                  </a:lnTo>
                  <a:lnTo>
                    <a:pt x="2633" y="2962"/>
                  </a:lnTo>
                  <a:lnTo>
                    <a:pt x="2628" y="2992"/>
                  </a:lnTo>
                  <a:lnTo>
                    <a:pt x="2708" y="2945"/>
                  </a:lnTo>
                  <a:lnTo>
                    <a:pt x="2743" y="2830"/>
                  </a:lnTo>
                  <a:lnTo>
                    <a:pt x="2696" y="2516"/>
                  </a:lnTo>
                  <a:lnTo>
                    <a:pt x="2731" y="2382"/>
                  </a:lnTo>
                  <a:lnTo>
                    <a:pt x="3069" y="2173"/>
                  </a:lnTo>
                  <a:lnTo>
                    <a:pt x="3121" y="2085"/>
                  </a:lnTo>
                  <a:lnTo>
                    <a:pt x="3197" y="2068"/>
                  </a:lnTo>
                  <a:lnTo>
                    <a:pt x="3121" y="1918"/>
                  </a:lnTo>
                  <a:lnTo>
                    <a:pt x="3127" y="1859"/>
                  </a:lnTo>
                  <a:lnTo>
                    <a:pt x="3150" y="1906"/>
                  </a:lnTo>
                  <a:lnTo>
                    <a:pt x="3179" y="1888"/>
                  </a:lnTo>
                  <a:lnTo>
                    <a:pt x="3197" y="1818"/>
                  </a:lnTo>
                  <a:lnTo>
                    <a:pt x="3307" y="1719"/>
                  </a:lnTo>
                  <a:lnTo>
                    <a:pt x="3331" y="1644"/>
                  </a:lnTo>
                  <a:lnTo>
                    <a:pt x="3505" y="1604"/>
                  </a:lnTo>
                  <a:lnTo>
                    <a:pt x="3586" y="1505"/>
                  </a:lnTo>
                  <a:lnTo>
                    <a:pt x="3540" y="1510"/>
                  </a:lnTo>
                  <a:lnTo>
                    <a:pt x="3533" y="1475"/>
                  </a:lnTo>
                  <a:lnTo>
                    <a:pt x="3690" y="1330"/>
                  </a:lnTo>
                  <a:lnTo>
                    <a:pt x="3732" y="1337"/>
                  </a:lnTo>
                  <a:lnTo>
                    <a:pt x="3767" y="1285"/>
                  </a:lnTo>
                  <a:lnTo>
                    <a:pt x="3714" y="1273"/>
                  </a:lnTo>
                  <a:lnTo>
                    <a:pt x="3662" y="1197"/>
                  </a:lnTo>
                  <a:lnTo>
                    <a:pt x="3708" y="1116"/>
                  </a:lnTo>
                  <a:lnTo>
                    <a:pt x="3627" y="1104"/>
                  </a:lnTo>
                  <a:lnTo>
                    <a:pt x="3488" y="1255"/>
                  </a:lnTo>
                  <a:lnTo>
                    <a:pt x="3307" y="1290"/>
                  </a:lnTo>
                  <a:lnTo>
                    <a:pt x="3174" y="1360"/>
                  </a:lnTo>
                  <a:lnTo>
                    <a:pt x="3156" y="1430"/>
                  </a:lnTo>
                  <a:lnTo>
                    <a:pt x="3086" y="1458"/>
                  </a:lnTo>
                  <a:lnTo>
                    <a:pt x="3017" y="1470"/>
                  </a:lnTo>
                  <a:lnTo>
                    <a:pt x="2912" y="1552"/>
                  </a:lnTo>
                  <a:lnTo>
                    <a:pt x="2818" y="1580"/>
                  </a:lnTo>
                  <a:lnTo>
                    <a:pt x="2738" y="1528"/>
                  </a:lnTo>
                  <a:lnTo>
                    <a:pt x="2731" y="1505"/>
                  </a:lnTo>
                  <a:lnTo>
                    <a:pt x="2749" y="1493"/>
                  </a:lnTo>
                  <a:lnTo>
                    <a:pt x="2778" y="1435"/>
                  </a:lnTo>
                  <a:lnTo>
                    <a:pt x="2731" y="1430"/>
                  </a:lnTo>
                  <a:lnTo>
                    <a:pt x="2714" y="1424"/>
                  </a:lnTo>
                  <a:lnTo>
                    <a:pt x="2714" y="1360"/>
                  </a:lnTo>
                  <a:lnTo>
                    <a:pt x="2645" y="1395"/>
                  </a:lnTo>
                  <a:lnTo>
                    <a:pt x="2621" y="1348"/>
                  </a:lnTo>
                  <a:lnTo>
                    <a:pt x="2703" y="1285"/>
                  </a:lnTo>
                  <a:lnTo>
                    <a:pt x="2673" y="1197"/>
                  </a:lnTo>
                  <a:lnTo>
                    <a:pt x="2638" y="1185"/>
                  </a:lnTo>
                  <a:lnTo>
                    <a:pt x="2610" y="1173"/>
                  </a:lnTo>
                  <a:lnTo>
                    <a:pt x="2523" y="1238"/>
                  </a:lnTo>
                  <a:lnTo>
                    <a:pt x="2482" y="1337"/>
                  </a:lnTo>
                  <a:lnTo>
                    <a:pt x="2488" y="1424"/>
                  </a:lnTo>
                  <a:lnTo>
                    <a:pt x="2453" y="1470"/>
                  </a:lnTo>
                  <a:lnTo>
                    <a:pt x="2389" y="1505"/>
                  </a:lnTo>
                  <a:lnTo>
                    <a:pt x="2314" y="1424"/>
                  </a:lnTo>
                  <a:lnTo>
                    <a:pt x="2366" y="1278"/>
                  </a:lnTo>
                  <a:lnTo>
                    <a:pt x="2429" y="1220"/>
                  </a:lnTo>
                  <a:lnTo>
                    <a:pt x="2394" y="1208"/>
                  </a:lnTo>
                  <a:lnTo>
                    <a:pt x="2406" y="1163"/>
                  </a:lnTo>
                  <a:lnTo>
                    <a:pt x="2528" y="1110"/>
                  </a:lnTo>
                  <a:lnTo>
                    <a:pt x="2656" y="1151"/>
                  </a:lnTo>
                  <a:lnTo>
                    <a:pt x="2569" y="1063"/>
                  </a:lnTo>
                  <a:lnTo>
                    <a:pt x="2499" y="1075"/>
                  </a:lnTo>
                  <a:lnTo>
                    <a:pt x="2441" y="1034"/>
                  </a:lnTo>
                  <a:lnTo>
                    <a:pt x="2476" y="1034"/>
                  </a:lnTo>
                  <a:lnTo>
                    <a:pt x="2436" y="976"/>
                  </a:lnTo>
                  <a:lnTo>
                    <a:pt x="2296" y="1046"/>
                  </a:lnTo>
                  <a:lnTo>
                    <a:pt x="2220" y="1017"/>
                  </a:lnTo>
                  <a:lnTo>
                    <a:pt x="2197" y="1034"/>
                  </a:lnTo>
                  <a:lnTo>
                    <a:pt x="2145" y="1017"/>
                  </a:lnTo>
                  <a:lnTo>
                    <a:pt x="2272" y="936"/>
                  </a:lnTo>
                  <a:lnTo>
                    <a:pt x="2406" y="907"/>
                  </a:lnTo>
                  <a:lnTo>
                    <a:pt x="1616" y="587"/>
                  </a:lnTo>
                  <a:lnTo>
                    <a:pt x="1023" y="302"/>
                  </a:lnTo>
                  <a:lnTo>
                    <a:pt x="570" y="59"/>
                  </a:lnTo>
                  <a:close/>
                </a:path>
              </a:pathLst>
            </a:custGeom>
            <a:solidFill>
              <a:srgbClr val="DDDDDD"/>
            </a:solidFill>
            <a:ln w="9525">
              <a:solidFill>
                <a:srgbClr val="DDDDDD"/>
              </a:solidFill>
              <a:round/>
              <a:headEnd/>
              <a:tailEnd/>
            </a:ln>
          </p:spPr>
          <p:txBody>
            <a:bodyPr/>
            <a:lstStyle/>
            <a:p>
              <a:endParaRPr lang="ko-KR" altLang="en-US"/>
            </a:p>
          </p:txBody>
        </p:sp>
        <p:sp>
          <p:nvSpPr>
            <p:cNvPr id="418143" name="Freeform 816">
              <a:extLst>
                <a:ext uri="{FF2B5EF4-FFF2-40B4-BE49-F238E27FC236}">
                  <a16:creationId xmlns:a16="http://schemas.microsoft.com/office/drawing/2014/main" id="{23CDE872-F741-0CA6-07FC-5A6AA0302AD2}"/>
                </a:ext>
              </a:extLst>
            </p:cNvPr>
            <p:cNvSpPr>
              <a:spLocks/>
            </p:cNvSpPr>
            <p:nvPr/>
          </p:nvSpPr>
          <p:spPr bwMode="auto">
            <a:xfrm rot="-882543">
              <a:off x="4561" y="2522"/>
              <a:ext cx="498" cy="582"/>
            </a:xfrm>
            <a:custGeom>
              <a:avLst/>
              <a:gdLst>
                <a:gd name="T0" fmla="*/ 0 w 1976"/>
                <a:gd name="T1" fmla="*/ 0 h 2259"/>
                <a:gd name="T2" fmla="*/ 0 w 1976"/>
                <a:gd name="T3" fmla="*/ 0 h 2259"/>
                <a:gd name="T4" fmla="*/ 0 w 1976"/>
                <a:gd name="T5" fmla="*/ 0 h 2259"/>
                <a:gd name="T6" fmla="*/ 0 w 1976"/>
                <a:gd name="T7" fmla="*/ 0 h 2259"/>
                <a:gd name="T8" fmla="*/ 0 w 1976"/>
                <a:gd name="T9" fmla="*/ 0 h 2259"/>
                <a:gd name="T10" fmla="*/ 0 w 1976"/>
                <a:gd name="T11" fmla="*/ 0 h 2259"/>
                <a:gd name="T12" fmla="*/ 0 w 1976"/>
                <a:gd name="T13" fmla="*/ 0 h 2259"/>
                <a:gd name="T14" fmla="*/ 0 w 1976"/>
                <a:gd name="T15" fmla="*/ 0 h 2259"/>
                <a:gd name="T16" fmla="*/ 0 w 1976"/>
                <a:gd name="T17" fmla="*/ 0 h 2259"/>
                <a:gd name="T18" fmla="*/ 0 w 1976"/>
                <a:gd name="T19" fmla="*/ 0 h 2259"/>
                <a:gd name="T20" fmla="*/ 0 w 1976"/>
                <a:gd name="T21" fmla="*/ 0 h 2259"/>
                <a:gd name="T22" fmla="*/ 0 w 1976"/>
                <a:gd name="T23" fmla="*/ 0 h 2259"/>
                <a:gd name="T24" fmla="*/ 0 w 1976"/>
                <a:gd name="T25" fmla="*/ 0 h 2259"/>
                <a:gd name="T26" fmla="*/ 0 w 1976"/>
                <a:gd name="T27" fmla="*/ 0 h 2259"/>
                <a:gd name="T28" fmla="*/ 0 w 1976"/>
                <a:gd name="T29" fmla="*/ 0 h 2259"/>
                <a:gd name="T30" fmla="*/ 0 w 1976"/>
                <a:gd name="T31" fmla="*/ 0 h 2259"/>
                <a:gd name="T32" fmla="*/ 0 w 1976"/>
                <a:gd name="T33" fmla="*/ 0 h 2259"/>
                <a:gd name="T34" fmla="*/ 0 w 1976"/>
                <a:gd name="T35" fmla="*/ 0 h 2259"/>
                <a:gd name="T36" fmla="*/ 0 w 1976"/>
                <a:gd name="T37" fmla="*/ 0 h 2259"/>
                <a:gd name="T38" fmla="*/ 0 w 1976"/>
                <a:gd name="T39" fmla="*/ 0 h 2259"/>
                <a:gd name="T40" fmla="*/ 0 w 1976"/>
                <a:gd name="T41" fmla="*/ 0 h 2259"/>
                <a:gd name="T42" fmla="*/ 0 w 1976"/>
                <a:gd name="T43" fmla="*/ 0 h 2259"/>
                <a:gd name="T44" fmla="*/ 0 w 1976"/>
                <a:gd name="T45" fmla="*/ 0 h 2259"/>
                <a:gd name="T46" fmla="*/ 0 w 1976"/>
                <a:gd name="T47" fmla="*/ 0 h 2259"/>
                <a:gd name="T48" fmla="*/ 0 w 1976"/>
                <a:gd name="T49" fmla="*/ 0 h 2259"/>
                <a:gd name="T50" fmla="*/ 0 w 1976"/>
                <a:gd name="T51" fmla="*/ 0 h 2259"/>
                <a:gd name="T52" fmla="*/ 0 w 1976"/>
                <a:gd name="T53" fmla="*/ 0 h 2259"/>
                <a:gd name="T54" fmla="*/ 0 w 1976"/>
                <a:gd name="T55" fmla="*/ 0 h 2259"/>
                <a:gd name="T56" fmla="*/ 0 w 1976"/>
                <a:gd name="T57" fmla="*/ 0 h 2259"/>
                <a:gd name="T58" fmla="*/ 0 w 1976"/>
                <a:gd name="T59" fmla="*/ 0 h 2259"/>
                <a:gd name="T60" fmla="*/ 0 w 1976"/>
                <a:gd name="T61" fmla="*/ 0 h 2259"/>
                <a:gd name="T62" fmla="*/ 0 w 1976"/>
                <a:gd name="T63" fmla="*/ 0 h 2259"/>
                <a:gd name="T64" fmla="*/ 0 w 1976"/>
                <a:gd name="T65" fmla="*/ 0 h 2259"/>
                <a:gd name="T66" fmla="*/ 0 w 1976"/>
                <a:gd name="T67" fmla="*/ 0 h 2259"/>
                <a:gd name="T68" fmla="*/ 0 w 1976"/>
                <a:gd name="T69" fmla="*/ 0 h 2259"/>
                <a:gd name="T70" fmla="*/ 0 w 1976"/>
                <a:gd name="T71" fmla="*/ 0 h 22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76" h="2259">
                  <a:moveTo>
                    <a:pt x="47" y="0"/>
                  </a:moveTo>
                  <a:lnTo>
                    <a:pt x="47" y="40"/>
                  </a:lnTo>
                  <a:lnTo>
                    <a:pt x="18" y="122"/>
                  </a:lnTo>
                  <a:lnTo>
                    <a:pt x="105" y="453"/>
                  </a:lnTo>
                  <a:lnTo>
                    <a:pt x="65" y="499"/>
                  </a:lnTo>
                  <a:lnTo>
                    <a:pt x="0" y="453"/>
                  </a:lnTo>
                  <a:lnTo>
                    <a:pt x="47" y="633"/>
                  </a:lnTo>
                  <a:lnTo>
                    <a:pt x="82" y="645"/>
                  </a:lnTo>
                  <a:lnTo>
                    <a:pt x="128" y="720"/>
                  </a:lnTo>
                  <a:lnTo>
                    <a:pt x="76" y="847"/>
                  </a:lnTo>
                  <a:lnTo>
                    <a:pt x="198" y="1063"/>
                  </a:lnTo>
                  <a:lnTo>
                    <a:pt x="222" y="959"/>
                  </a:lnTo>
                  <a:lnTo>
                    <a:pt x="180" y="900"/>
                  </a:lnTo>
                  <a:lnTo>
                    <a:pt x="187" y="802"/>
                  </a:lnTo>
                  <a:lnTo>
                    <a:pt x="140" y="580"/>
                  </a:lnTo>
                  <a:lnTo>
                    <a:pt x="180" y="488"/>
                  </a:lnTo>
                  <a:lnTo>
                    <a:pt x="117" y="359"/>
                  </a:lnTo>
                  <a:lnTo>
                    <a:pt x="152" y="214"/>
                  </a:lnTo>
                  <a:lnTo>
                    <a:pt x="187" y="232"/>
                  </a:lnTo>
                  <a:lnTo>
                    <a:pt x="250" y="307"/>
                  </a:lnTo>
                  <a:lnTo>
                    <a:pt x="285" y="603"/>
                  </a:lnTo>
                  <a:lnTo>
                    <a:pt x="326" y="627"/>
                  </a:lnTo>
                  <a:lnTo>
                    <a:pt x="302" y="703"/>
                  </a:lnTo>
                  <a:lnTo>
                    <a:pt x="332" y="795"/>
                  </a:lnTo>
                  <a:lnTo>
                    <a:pt x="372" y="807"/>
                  </a:lnTo>
                  <a:lnTo>
                    <a:pt x="332" y="859"/>
                  </a:lnTo>
                  <a:lnTo>
                    <a:pt x="407" y="935"/>
                  </a:lnTo>
                  <a:lnTo>
                    <a:pt x="506" y="1290"/>
                  </a:lnTo>
                  <a:lnTo>
                    <a:pt x="396" y="1423"/>
                  </a:lnTo>
                  <a:lnTo>
                    <a:pt x="524" y="1667"/>
                  </a:lnTo>
                  <a:lnTo>
                    <a:pt x="634" y="1731"/>
                  </a:lnTo>
                  <a:lnTo>
                    <a:pt x="762" y="1853"/>
                  </a:lnTo>
                  <a:lnTo>
                    <a:pt x="1070" y="2050"/>
                  </a:lnTo>
                  <a:lnTo>
                    <a:pt x="1244" y="2073"/>
                  </a:lnTo>
                  <a:lnTo>
                    <a:pt x="1343" y="2143"/>
                  </a:lnTo>
                  <a:lnTo>
                    <a:pt x="1378" y="2259"/>
                  </a:lnTo>
                  <a:lnTo>
                    <a:pt x="1406" y="2213"/>
                  </a:lnTo>
                  <a:lnTo>
                    <a:pt x="1605" y="2167"/>
                  </a:lnTo>
                  <a:lnTo>
                    <a:pt x="1558" y="2091"/>
                  </a:lnTo>
                  <a:lnTo>
                    <a:pt x="1616" y="2033"/>
                  </a:lnTo>
                  <a:lnTo>
                    <a:pt x="1709" y="2068"/>
                  </a:lnTo>
                  <a:lnTo>
                    <a:pt x="1779" y="2062"/>
                  </a:lnTo>
                  <a:lnTo>
                    <a:pt x="1837" y="2085"/>
                  </a:lnTo>
                  <a:lnTo>
                    <a:pt x="1866" y="2033"/>
                  </a:lnTo>
                  <a:lnTo>
                    <a:pt x="1912" y="1998"/>
                  </a:lnTo>
                  <a:lnTo>
                    <a:pt x="1912" y="1923"/>
                  </a:lnTo>
                  <a:lnTo>
                    <a:pt x="1976" y="1864"/>
                  </a:lnTo>
                  <a:lnTo>
                    <a:pt x="1971" y="1783"/>
                  </a:lnTo>
                  <a:lnTo>
                    <a:pt x="1895" y="1754"/>
                  </a:lnTo>
                  <a:lnTo>
                    <a:pt x="1720" y="1783"/>
                  </a:lnTo>
                  <a:lnTo>
                    <a:pt x="1663" y="1905"/>
                  </a:lnTo>
                  <a:lnTo>
                    <a:pt x="1598" y="1958"/>
                  </a:lnTo>
                  <a:lnTo>
                    <a:pt x="1465" y="1911"/>
                  </a:lnTo>
                  <a:lnTo>
                    <a:pt x="1372" y="1916"/>
                  </a:lnTo>
                  <a:lnTo>
                    <a:pt x="1181" y="1812"/>
                  </a:lnTo>
                  <a:lnTo>
                    <a:pt x="1128" y="1748"/>
                  </a:lnTo>
                  <a:lnTo>
                    <a:pt x="1169" y="1602"/>
                  </a:lnTo>
                  <a:lnTo>
                    <a:pt x="1099" y="1498"/>
                  </a:lnTo>
                  <a:lnTo>
                    <a:pt x="1139" y="1365"/>
                  </a:lnTo>
                  <a:lnTo>
                    <a:pt x="1215" y="1307"/>
                  </a:lnTo>
                  <a:lnTo>
                    <a:pt x="1244" y="1225"/>
                  </a:lnTo>
                  <a:lnTo>
                    <a:pt x="1128" y="1103"/>
                  </a:lnTo>
                  <a:lnTo>
                    <a:pt x="1029" y="795"/>
                  </a:lnTo>
                  <a:lnTo>
                    <a:pt x="884" y="802"/>
                  </a:lnTo>
                  <a:lnTo>
                    <a:pt x="825" y="725"/>
                  </a:lnTo>
                  <a:lnTo>
                    <a:pt x="815" y="586"/>
                  </a:lnTo>
                  <a:lnTo>
                    <a:pt x="750" y="476"/>
                  </a:lnTo>
                  <a:lnTo>
                    <a:pt x="628" y="436"/>
                  </a:lnTo>
                  <a:lnTo>
                    <a:pt x="616" y="470"/>
                  </a:lnTo>
                  <a:lnTo>
                    <a:pt x="367" y="366"/>
                  </a:lnTo>
                  <a:lnTo>
                    <a:pt x="239" y="127"/>
                  </a:lnTo>
                  <a:lnTo>
                    <a:pt x="47" y="0"/>
                  </a:lnTo>
                  <a:close/>
                </a:path>
              </a:pathLst>
            </a:custGeom>
            <a:solidFill>
              <a:schemeClr val="hlink"/>
            </a:solidFill>
            <a:ln w="9525">
              <a:solidFill>
                <a:schemeClr val="hlink"/>
              </a:solidFill>
              <a:round/>
              <a:headEnd/>
              <a:tailEnd/>
            </a:ln>
          </p:spPr>
          <p:txBody>
            <a:bodyPr/>
            <a:lstStyle/>
            <a:p>
              <a:endParaRPr lang="ko-KR" altLang="en-US"/>
            </a:p>
          </p:txBody>
        </p:sp>
        <p:sp>
          <p:nvSpPr>
            <p:cNvPr id="418144" name="Freeform 817">
              <a:extLst>
                <a:ext uri="{FF2B5EF4-FFF2-40B4-BE49-F238E27FC236}">
                  <a16:creationId xmlns:a16="http://schemas.microsoft.com/office/drawing/2014/main" id="{CDD5BA10-848E-19FB-14CF-7DD35101BA8B}"/>
                </a:ext>
              </a:extLst>
            </p:cNvPr>
            <p:cNvSpPr>
              <a:spLocks/>
            </p:cNvSpPr>
            <p:nvPr/>
          </p:nvSpPr>
          <p:spPr bwMode="auto">
            <a:xfrm rot="-882543">
              <a:off x="5043" y="2984"/>
              <a:ext cx="32" cy="45"/>
            </a:xfrm>
            <a:custGeom>
              <a:avLst/>
              <a:gdLst>
                <a:gd name="T0" fmla="*/ 0 w 128"/>
                <a:gd name="T1" fmla="*/ 0 h 175"/>
                <a:gd name="T2" fmla="*/ 0 w 128"/>
                <a:gd name="T3" fmla="*/ 0 h 175"/>
                <a:gd name="T4" fmla="*/ 0 w 128"/>
                <a:gd name="T5" fmla="*/ 0 h 175"/>
                <a:gd name="T6" fmla="*/ 0 w 128"/>
                <a:gd name="T7" fmla="*/ 0 h 175"/>
                <a:gd name="T8" fmla="*/ 0 w 128"/>
                <a:gd name="T9" fmla="*/ 0 h 175"/>
                <a:gd name="T10" fmla="*/ 0 w 128"/>
                <a:gd name="T11" fmla="*/ 0 h 175"/>
                <a:gd name="T12" fmla="*/ 0 w 128"/>
                <a:gd name="T13" fmla="*/ 0 h 175"/>
                <a:gd name="T14" fmla="*/ 0 w 128"/>
                <a:gd name="T15" fmla="*/ 0 h 1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8" h="175">
                  <a:moveTo>
                    <a:pt x="128" y="23"/>
                  </a:moveTo>
                  <a:lnTo>
                    <a:pt x="99" y="116"/>
                  </a:lnTo>
                  <a:lnTo>
                    <a:pt x="58" y="175"/>
                  </a:lnTo>
                  <a:lnTo>
                    <a:pt x="0" y="151"/>
                  </a:lnTo>
                  <a:lnTo>
                    <a:pt x="35" y="87"/>
                  </a:lnTo>
                  <a:lnTo>
                    <a:pt x="41" y="0"/>
                  </a:lnTo>
                  <a:lnTo>
                    <a:pt x="76" y="0"/>
                  </a:lnTo>
                  <a:lnTo>
                    <a:pt x="128" y="23"/>
                  </a:lnTo>
                  <a:close/>
                </a:path>
              </a:pathLst>
            </a:custGeom>
            <a:solidFill>
              <a:schemeClr val="hlink"/>
            </a:solidFill>
            <a:ln w="9525">
              <a:solidFill>
                <a:schemeClr val="hlink"/>
              </a:solidFill>
              <a:round/>
              <a:headEnd/>
              <a:tailEnd/>
            </a:ln>
          </p:spPr>
          <p:txBody>
            <a:bodyPr/>
            <a:lstStyle/>
            <a:p>
              <a:endParaRPr lang="ko-KR" altLang="en-US"/>
            </a:p>
          </p:txBody>
        </p:sp>
        <p:sp>
          <p:nvSpPr>
            <p:cNvPr id="418145" name="Freeform 818">
              <a:extLst>
                <a:ext uri="{FF2B5EF4-FFF2-40B4-BE49-F238E27FC236}">
                  <a16:creationId xmlns:a16="http://schemas.microsoft.com/office/drawing/2014/main" id="{8BC11922-F256-629F-44D4-C907EA82B27B}"/>
                </a:ext>
              </a:extLst>
            </p:cNvPr>
            <p:cNvSpPr>
              <a:spLocks/>
            </p:cNvSpPr>
            <p:nvPr/>
          </p:nvSpPr>
          <p:spPr bwMode="auto">
            <a:xfrm rot="-882543">
              <a:off x="4964" y="2989"/>
              <a:ext cx="101" cy="91"/>
            </a:xfrm>
            <a:custGeom>
              <a:avLst/>
              <a:gdLst>
                <a:gd name="T0" fmla="*/ 0 w 395"/>
                <a:gd name="T1" fmla="*/ 0 h 348"/>
                <a:gd name="T2" fmla="*/ 0 w 395"/>
                <a:gd name="T3" fmla="*/ 0 h 348"/>
                <a:gd name="T4" fmla="*/ 0 w 395"/>
                <a:gd name="T5" fmla="*/ 0 h 348"/>
                <a:gd name="T6" fmla="*/ 0 w 395"/>
                <a:gd name="T7" fmla="*/ 0 h 348"/>
                <a:gd name="T8" fmla="*/ 0 w 395"/>
                <a:gd name="T9" fmla="*/ 0 h 348"/>
                <a:gd name="T10" fmla="*/ 0 w 395"/>
                <a:gd name="T11" fmla="*/ 0 h 348"/>
                <a:gd name="T12" fmla="*/ 0 w 395"/>
                <a:gd name="T13" fmla="*/ 0 h 348"/>
                <a:gd name="T14" fmla="*/ 0 w 395"/>
                <a:gd name="T15" fmla="*/ 0 h 348"/>
                <a:gd name="T16" fmla="*/ 0 w 395"/>
                <a:gd name="T17" fmla="*/ 0 h 348"/>
                <a:gd name="T18" fmla="*/ 0 w 395"/>
                <a:gd name="T19" fmla="*/ 0 h 348"/>
                <a:gd name="T20" fmla="*/ 0 w 395"/>
                <a:gd name="T21" fmla="*/ 0 h 348"/>
                <a:gd name="T22" fmla="*/ 0 w 395"/>
                <a:gd name="T23" fmla="*/ 0 h 348"/>
                <a:gd name="T24" fmla="*/ 0 w 395"/>
                <a:gd name="T25" fmla="*/ 0 h 348"/>
                <a:gd name="T26" fmla="*/ 0 w 395"/>
                <a:gd name="T27" fmla="*/ 0 h 348"/>
                <a:gd name="T28" fmla="*/ 0 w 395"/>
                <a:gd name="T29" fmla="*/ 0 h 348"/>
                <a:gd name="T30" fmla="*/ 0 w 395"/>
                <a:gd name="T31" fmla="*/ 0 h 3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5" h="348">
                  <a:moveTo>
                    <a:pt x="383" y="204"/>
                  </a:moveTo>
                  <a:lnTo>
                    <a:pt x="395" y="221"/>
                  </a:lnTo>
                  <a:lnTo>
                    <a:pt x="319" y="249"/>
                  </a:lnTo>
                  <a:lnTo>
                    <a:pt x="291" y="302"/>
                  </a:lnTo>
                  <a:lnTo>
                    <a:pt x="226" y="348"/>
                  </a:lnTo>
                  <a:lnTo>
                    <a:pt x="92" y="319"/>
                  </a:lnTo>
                  <a:lnTo>
                    <a:pt x="0" y="226"/>
                  </a:lnTo>
                  <a:lnTo>
                    <a:pt x="22" y="180"/>
                  </a:lnTo>
                  <a:lnTo>
                    <a:pt x="221" y="127"/>
                  </a:lnTo>
                  <a:lnTo>
                    <a:pt x="174" y="58"/>
                  </a:lnTo>
                  <a:lnTo>
                    <a:pt x="226" y="0"/>
                  </a:lnTo>
                  <a:lnTo>
                    <a:pt x="325" y="35"/>
                  </a:lnTo>
                  <a:lnTo>
                    <a:pt x="366" y="29"/>
                  </a:lnTo>
                  <a:lnTo>
                    <a:pt x="360" y="122"/>
                  </a:lnTo>
                  <a:lnTo>
                    <a:pt x="325" y="174"/>
                  </a:lnTo>
                  <a:lnTo>
                    <a:pt x="383" y="204"/>
                  </a:lnTo>
                  <a:close/>
                </a:path>
              </a:pathLst>
            </a:custGeom>
            <a:solidFill>
              <a:schemeClr val="hlink"/>
            </a:solidFill>
            <a:ln w="9525">
              <a:solidFill>
                <a:schemeClr val="hlink"/>
              </a:solidFill>
              <a:round/>
              <a:headEnd/>
              <a:tailEnd/>
            </a:ln>
          </p:spPr>
          <p:txBody>
            <a:bodyPr/>
            <a:lstStyle/>
            <a:p>
              <a:endParaRPr lang="ko-KR" altLang="en-US"/>
            </a:p>
          </p:txBody>
        </p:sp>
        <p:sp>
          <p:nvSpPr>
            <p:cNvPr id="418146" name="Freeform 819">
              <a:extLst>
                <a:ext uri="{FF2B5EF4-FFF2-40B4-BE49-F238E27FC236}">
                  <a16:creationId xmlns:a16="http://schemas.microsoft.com/office/drawing/2014/main" id="{A9E8A597-E80B-8FCC-2F9B-2FFE18ECD5BD}"/>
                </a:ext>
              </a:extLst>
            </p:cNvPr>
            <p:cNvSpPr>
              <a:spLocks/>
            </p:cNvSpPr>
            <p:nvPr/>
          </p:nvSpPr>
          <p:spPr bwMode="auto">
            <a:xfrm rot="-882543">
              <a:off x="5045" y="3021"/>
              <a:ext cx="115" cy="64"/>
            </a:xfrm>
            <a:custGeom>
              <a:avLst/>
              <a:gdLst>
                <a:gd name="T0" fmla="*/ 0 w 458"/>
                <a:gd name="T1" fmla="*/ 0 h 249"/>
                <a:gd name="T2" fmla="*/ 0 w 458"/>
                <a:gd name="T3" fmla="*/ 0 h 249"/>
                <a:gd name="T4" fmla="*/ 0 w 458"/>
                <a:gd name="T5" fmla="*/ 0 h 249"/>
                <a:gd name="T6" fmla="*/ 0 w 458"/>
                <a:gd name="T7" fmla="*/ 0 h 249"/>
                <a:gd name="T8" fmla="*/ 0 w 458"/>
                <a:gd name="T9" fmla="*/ 0 h 249"/>
                <a:gd name="T10" fmla="*/ 0 w 458"/>
                <a:gd name="T11" fmla="*/ 0 h 249"/>
                <a:gd name="T12" fmla="*/ 0 w 458"/>
                <a:gd name="T13" fmla="*/ 0 h 249"/>
                <a:gd name="T14" fmla="*/ 0 w 458"/>
                <a:gd name="T15" fmla="*/ 0 h 249"/>
                <a:gd name="T16" fmla="*/ 0 w 458"/>
                <a:gd name="T17" fmla="*/ 0 h 249"/>
                <a:gd name="T18" fmla="*/ 0 w 458"/>
                <a:gd name="T19" fmla="*/ 0 h 249"/>
                <a:gd name="T20" fmla="*/ 0 w 458"/>
                <a:gd name="T21" fmla="*/ 0 h 249"/>
                <a:gd name="T22" fmla="*/ 0 w 458"/>
                <a:gd name="T23" fmla="*/ 0 h 24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58" h="249">
                  <a:moveTo>
                    <a:pt x="104" y="0"/>
                  </a:moveTo>
                  <a:lnTo>
                    <a:pt x="28" y="23"/>
                  </a:lnTo>
                  <a:lnTo>
                    <a:pt x="0" y="87"/>
                  </a:lnTo>
                  <a:lnTo>
                    <a:pt x="122" y="127"/>
                  </a:lnTo>
                  <a:lnTo>
                    <a:pt x="122" y="232"/>
                  </a:lnTo>
                  <a:lnTo>
                    <a:pt x="133" y="249"/>
                  </a:lnTo>
                  <a:lnTo>
                    <a:pt x="249" y="220"/>
                  </a:lnTo>
                  <a:lnTo>
                    <a:pt x="290" y="227"/>
                  </a:lnTo>
                  <a:lnTo>
                    <a:pt x="458" y="115"/>
                  </a:lnTo>
                  <a:lnTo>
                    <a:pt x="441" y="93"/>
                  </a:lnTo>
                  <a:lnTo>
                    <a:pt x="127" y="46"/>
                  </a:lnTo>
                  <a:lnTo>
                    <a:pt x="104" y="0"/>
                  </a:lnTo>
                  <a:close/>
                </a:path>
              </a:pathLst>
            </a:custGeom>
            <a:solidFill>
              <a:schemeClr val="hlink"/>
            </a:solidFill>
            <a:ln w="9525">
              <a:solidFill>
                <a:schemeClr val="hlink"/>
              </a:solidFill>
              <a:round/>
              <a:headEnd/>
              <a:tailEnd/>
            </a:ln>
          </p:spPr>
          <p:txBody>
            <a:bodyPr/>
            <a:lstStyle/>
            <a:p>
              <a:endParaRPr lang="ko-KR" altLang="en-US"/>
            </a:p>
          </p:txBody>
        </p:sp>
        <p:sp>
          <p:nvSpPr>
            <p:cNvPr id="418147" name="Freeform 820">
              <a:extLst>
                <a:ext uri="{FF2B5EF4-FFF2-40B4-BE49-F238E27FC236}">
                  <a16:creationId xmlns:a16="http://schemas.microsoft.com/office/drawing/2014/main" id="{9DEA4894-21C8-430F-3DE4-9213048B6844}"/>
                </a:ext>
              </a:extLst>
            </p:cNvPr>
            <p:cNvSpPr>
              <a:spLocks/>
            </p:cNvSpPr>
            <p:nvPr/>
          </p:nvSpPr>
          <p:spPr bwMode="auto">
            <a:xfrm rot="-882543">
              <a:off x="5033" y="3056"/>
              <a:ext cx="47" cy="40"/>
            </a:xfrm>
            <a:custGeom>
              <a:avLst/>
              <a:gdLst>
                <a:gd name="T0" fmla="*/ 0 w 187"/>
                <a:gd name="T1" fmla="*/ 0 h 151"/>
                <a:gd name="T2" fmla="*/ 0 w 187"/>
                <a:gd name="T3" fmla="*/ 0 h 151"/>
                <a:gd name="T4" fmla="*/ 0 w 187"/>
                <a:gd name="T5" fmla="*/ 0 h 151"/>
                <a:gd name="T6" fmla="*/ 0 w 187"/>
                <a:gd name="T7" fmla="*/ 0 h 151"/>
                <a:gd name="T8" fmla="*/ 0 w 187"/>
                <a:gd name="T9" fmla="*/ 0 h 151"/>
                <a:gd name="T10" fmla="*/ 0 w 187"/>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7" h="151">
                  <a:moveTo>
                    <a:pt x="65" y="0"/>
                  </a:moveTo>
                  <a:lnTo>
                    <a:pt x="187" y="46"/>
                  </a:lnTo>
                  <a:lnTo>
                    <a:pt x="187" y="151"/>
                  </a:lnTo>
                  <a:lnTo>
                    <a:pt x="75" y="111"/>
                  </a:lnTo>
                  <a:lnTo>
                    <a:pt x="0" y="46"/>
                  </a:lnTo>
                  <a:lnTo>
                    <a:pt x="65" y="0"/>
                  </a:lnTo>
                  <a:close/>
                </a:path>
              </a:pathLst>
            </a:custGeom>
            <a:solidFill>
              <a:schemeClr val="hlink"/>
            </a:solidFill>
            <a:ln w="9525">
              <a:solidFill>
                <a:schemeClr val="hlink"/>
              </a:solidFill>
              <a:round/>
              <a:headEnd/>
              <a:tailEnd/>
            </a:ln>
          </p:spPr>
          <p:txBody>
            <a:bodyPr/>
            <a:lstStyle/>
            <a:p>
              <a:endParaRPr lang="ko-KR" altLang="en-US"/>
            </a:p>
          </p:txBody>
        </p:sp>
        <p:sp>
          <p:nvSpPr>
            <p:cNvPr id="418148" name="Freeform 821">
              <a:extLst>
                <a:ext uri="{FF2B5EF4-FFF2-40B4-BE49-F238E27FC236}">
                  <a16:creationId xmlns:a16="http://schemas.microsoft.com/office/drawing/2014/main" id="{C7E7E1E6-4589-4F9E-ACEF-4F0C44CBA808}"/>
                </a:ext>
              </a:extLst>
            </p:cNvPr>
            <p:cNvSpPr>
              <a:spLocks/>
            </p:cNvSpPr>
            <p:nvPr/>
          </p:nvSpPr>
          <p:spPr bwMode="auto">
            <a:xfrm rot="-882543">
              <a:off x="5087" y="3042"/>
              <a:ext cx="108" cy="96"/>
            </a:xfrm>
            <a:custGeom>
              <a:avLst/>
              <a:gdLst>
                <a:gd name="T0" fmla="*/ 0 w 425"/>
                <a:gd name="T1" fmla="*/ 0 h 377"/>
                <a:gd name="T2" fmla="*/ 0 w 425"/>
                <a:gd name="T3" fmla="*/ 0 h 377"/>
                <a:gd name="T4" fmla="*/ 0 w 425"/>
                <a:gd name="T5" fmla="*/ 0 h 377"/>
                <a:gd name="T6" fmla="*/ 0 w 425"/>
                <a:gd name="T7" fmla="*/ 0 h 377"/>
                <a:gd name="T8" fmla="*/ 0 w 425"/>
                <a:gd name="T9" fmla="*/ 0 h 377"/>
                <a:gd name="T10" fmla="*/ 0 w 425"/>
                <a:gd name="T11" fmla="*/ 0 h 377"/>
                <a:gd name="T12" fmla="*/ 0 w 425"/>
                <a:gd name="T13" fmla="*/ 0 h 377"/>
                <a:gd name="T14" fmla="*/ 0 w 425"/>
                <a:gd name="T15" fmla="*/ 0 h 377"/>
                <a:gd name="T16" fmla="*/ 0 w 425"/>
                <a:gd name="T17" fmla="*/ 0 h 377"/>
                <a:gd name="T18" fmla="*/ 0 w 425"/>
                <a:gd name="T19" fmla="*/ 0 h 377"/>
                <a:gd name="T20" fmla="*/ 0 w 425"/>
                <a:gd name="T21" fmla="*/ 0 h 377"/>
                <a:gd name="T22" fmla="*/ 0 w 425"/>
                <a:gd name="T23" fmla="*/ 0 h 377"/>
                <a:gd name="T24" fmla="*/ 0 w 425"/>
                <a:gd name="T25" fmla="*/ 0 h 377"/>
                <a:gd name="T26" fmla="*/ 0 w 425"/>
                <a:gd name="T27" fmla="*/ 0 h 3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5" h="377">
                  <a:moveTo>
                    <a:pt x="116" y="349"/>
                  </a:moveTo>
                  <a:lnTo>
                    <a:pt x="203" y="377"/>
                  </a:lnTo>
                  <a:lnTo>
                    <a:pt x="226" y="342"/>
                  </a:lnTo>
                  <a:lnTo>
                    <a:pt x="268" y="354"/>
                  </a:lnTo>
                  <a:lnTo>
                    <a:pt x="279" y="279"/>
                  </a:lnTo>
                  <a:lnTo>
                    <a:pt x="425" y="110"/>
                  </a:lnTo>
                  <a:lnTo>
                    <a:pt x="425" y="58"/>
                  </a:lnTo>
                  <a:lnTo>
                    <a:pt x="325" y="0"/>
                  </a:lnTo>
                  <a:lnTo>
                    <a:pt x="157" y="105"/>
                  </a:lnTo>
                  <a:lnTo>
                    <a:pt x="111" y="98"/>
                  </a:lnTo>
                  <a:lnTo>
                    <a:pt x="0" y="127"/>
                  </a:lnTo>
                  <a:lnTo>
                    <a:pt x="87" y="284"/>
                  </a:lnTo>
                  <a:lnTo>
                    <a:pt x="116" y="319"/>
                  </a:lnTo>
                  <a:lnTo>
                    <a:pt x="116" y="349"/>
                  </a:lnTo>
                  <a:close/>
                </a:path>
              </a:pathLst>
            </a:custGeom>
            <a:solidFill>
              <a:schemeClr val="hlink"/>
            </a:solidFill>
            <a:ln w="9525">
              <a:solidFill>
                <a:schemeClr val="hlink"/>
              </a:solidFill>
              <a:round/>
              <a:headEnd/>
              <a:tailEnd/>
            </a:ln>
          </p:spPr>
          <p:txBody>
            <a:bodyPr/>
            <a:lstStyle/>
            <a:p>
              <a:endParaRPr lang="ko-KR" altLang="en-US"/>
            </a:p>
          </p:txBody>
        </p:sp>
        <p:sp>
          <p:nvSpPr>
            <p:cNvPr id="418149" name="Freeform 822">
              <a:extLst>
                <a:ext uri="{FF2B5EF4-FFF2-40B4-BE49-F238E27FC236}">
                  <a16:creationId xmlns:a16="http://schemas.microsoft.com/office/drawing/2014/main" id="{139FDB25-0195-F762-FBA5-CA470A5D752C}"/>
                </a:ext>
              </a:extLst>
            </p:cNvPr>
            <p:cNvSpPr>
              <a:spLocks/>
            </p:cNvSpPr>
            <p:nvPr/>
          </p:nvSpPr>
          <p:spPr bwMode="auto">
            <a:xfrm rot="-882543">
              <a:off x="5131" y="3126"/>
              <a:ext cx="59" cy="70"/>
            </a:xfrm>
            <a:custGeom>
              <a:avLst/>
              <a:gdLst>
                <a:gd name="T0" fmla="*/ 0 w 226"/>
                <a:gd name="T1" fmla="*/ 0 h 274"/>
                <a:gd name="T2" fmla="*/ 0 w 226"/>
                <a:gd name="T3" fmla="*/ 0 h 274"/>
                <a:gd name="T4" fmla="*/ 0 w 226"/>
                <a:gd name="T5" fmla="*/ 0 h 274"/>
                <a:gd name="T6" fmla="*/ 0 w 226"/>
                <a:gd name="T7" fmla="*/ 0 h 274"/>
                <a:gd name="T8" fmla="*/ 0 w 226"/>
                <a:gd name="T9" fmla="*/ 0 h 274"/>
                <a:gd name="T10" fmla="*/ 0 w 226"/>
                <a:gd name="T11" fmla="*/ 0 h 274"/>
                <a:gd name="T12" fmla="*/ 0 w 226"/>
                <a:gd name="T13" fmla="*/ 0 h 274"/>
                <a:gd name="T14" fmla="*/ 0 w 226"/>
                <a:gd name="T15" fmla="*/ 0 h 274"/>
                <a:gd name="T16" fmla="*/ 0 w 226"/>
                <a:gd name="T17" fmla="*/ 0 h 274"/>
                <a:gd name="T18" fmla="*/ 0 w 226"/>
                <a:gd name="T19" fmla="*/ 0 h 274"/>
                <a:gd name="T20" fmla="*/ 0 w 226"/>
                <a:gd name="T21" fmla="*/ 0 h 2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6" h="274">
                  <a:moveTo>
                    <a:pt x="5" y="12"/>
                  </a:moveTo>
                  <a:lnTo>
                    <a:pt x="92" y="35"/>
                  </a:lnTo>
                  <a:lnTo>
                    <a:pt x="115" y="0"/>
                  </a:lnTo>
                  <a:lnTo>
                    <a:pt x="157" y="12"/>
                  </a:lnTo>
                  <a:lnTo>
                    <a:pt x="139" y="122"/>
                  </a:lnTo>
                  <a:lnTo>
                    <a:pt x="220" y="180"/>
                  </a:lnTo>
                  <a:lnTo>
                    <a:pt x="226" y="209"/>
                  </a:lnTo>
                  <a:lnTo>
                    <a:pt x="214" y="274"/>
                  </a:lnTo>
                  <a:lnTo>
                    <a:pt x="197" y="262"/>
                  </a:lnTo>
                  <a:lnTo>
                    <a:pt x="0" y="52"/>
                  </a:lnTo>
                  <a:lnTo>
                    <a:pt x="5" y="12"/>
                  </a:lnTo>
                  <a:close/>
                </a:path>
              </a:pathLst>
            </a:custGeom>
            <a:solidFill>
              <a:schemeClr val="hlink"/>
            </a:solidFill>
            <a:ln w="9525">
              <a:solidFill>
                <a:schemeClr val="hlink"/>
              </a:solidFill>
              <a:round/>
              <a:headEnd/>
              <a:tailEnd/>
            </a:ln>
          </p:spPr>
          <p:txBody>
            <a:bodyPr/>
            <a:lstStyle/>
            <a:p>
              <a:endParaRPr lang="ko-KR" altLang="en-US"/>
            </a:p>
          </p:txBody>
        </p:sp>
        <p:sp>
          <p:nvSpPr>
            <p:cNvPr id="418150" name="Freeform 823">
              <a:extLst>
                <a:ext uri="{FF2B5EF4-FFF2-40B4-BE49-F238E27FC236}">
                  <a16:creationId xmlns:a16="http://schemas.microsoft.com/office/drawing/2014/main" id="{8E064984-2851-A69A-4ACB-5AF925E236DF}"/>
                </a:ext>
              </a:extLst>
            </p:cNvPr>
            <p:cNvSpPr>
              <a:spLocks/>
            </p:cNvSpPr>
            <p:nvPr/>
          </p:nvSpPr>
          <p:spPr bwMode="auto">
            <a:xfrm rot="-882543">
              <a:off x="5193" y="3145"/>
              <a:ext cx="127" cy="72"/>
            </a:xfrm>
            <a:custGeom>
              <a:avLst/>
              <a:gdLst>
                <a:gd name="T0" fmla="*/ 0 w 506"/>
                <a:gd name="T1" fmla="*/ 0 h 285"/>
                <a:gd name="T2" fmla="*/ 0 w 506"/>
                <a:gd name="T3" fmla="*/ 0 h 285"/>
                <a:gd name="T4" fmla="*/ 0 w 506"/>
                <a:gd name="T5" fmla="*/ 0 h 285"/>
                <a:gd name="T6" fmla="*/ 0 w 506"/>
                <a:gd name="T7" fmla="*/ 0 h 285"/>
                <a:gd name="T8" fmla="*/ 0 w 506"/>
                <a:gd name="T9" fmla="*/ 0 h 285"/>
                <a:gd name="T10" fmla="*/ 0 w 506"/>
                <a:gd name="T11" fmla="*/ 0 h 285"/>
                <a:gd name="T12" fmla="*/ 0 w 506"/>
                <a:gd name="T13" fmla="*/ 0 h 285"/>
                <a:gd name="T14" fmla="*/ 0 w 506"/>
                <a:gd name="T15" fmla="*/ 0 h 285"/>
                <a:gd name="T16" fmla="*/ 0 w 506"/>
                <a:gd name="T17" fmla="*/ 0 h 285"/>
                <a:gd name="T18" fmla="*/ 0 w 506"/>
                <a:gd name="T19" fmla="*/ 0 h 285"/>
                <a:gd name="T20" fmla="*/ 0 w 506"/>
                <a:gd name="T21" fmla="*/ 0 h 285"/>
                <a:gd name="T22" fmla="*/ 0 w 506"/>
                <a:gd name="T23" fmla="*/ 0 h 285"/>
                <a:gd name="T24" fmla="*/ 0 w 506"/>
                <a:gd name="T25" fmla="*/ 0 h 285"/>
                <a:gd name="T26" fmla="*/ 0 w 506"/>
                <a:gd name="T27" fmla="*/ 0 h 285"/>
                <a:gd name="T28" fmla="*/ 0 w 506"/>
                <a:gd name="T29" fmla="*/ 0 h 285"/>
                <a:gd name="T30" fmla="*/ 0 w 506"/>
                <a:gd name="T31" fmla="*/ 0 h 285"/>
                <a:gd name="T32" fmla="*/ 0 w 506"/>
                <a:gd name="T33" fmla="*/ 0 h 2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06" h="285">
                  <a:moveTo>
                    <a:pt x="12" y="0"/>
                  </a:moveTo>
                  <a:lnTo>
                    <a:pt x="111" y="64"/>
                  </a:lnTo>
                  <a:lnTo>
                    <a:pt x="326" y="6"/>
                  </a:lnTo>
                  <a:lnTo>
                    <a:pt x="477" y="104"/>
                  </a:lnTo>
                  <a:lnTo>
                    <a:pt x="506" y="250"/>
                  </a:lnTo>
                  <a:lnTo>
                    <a:pt x="448" y="285"/>
                  </a:lnTo>
                  <a:lnTo>
                    <a:pt x="355" y="198"/>
                  </a:lnTo>
                  <a:lnTo>
                    <a:pt x="390" y="169"/>
                  </a:lnTo>
                  <a:lnTo>
                    <a:pt x="396" y="151"/>
                  </a:lnTo>
                  <a:lnTo>
                    <a:pt x="314" y="87"/>
                  </a:lnTo>
                  <a:lnTo>
                    <a:pt x="268" y="104"/>
                  </a:lnTo>
                  <a:lnTo>
                    <a:pt x="180" y="111"/>
                  </a:lnTo>
                  <a:lnTo>
                    <a:pt x="262" y="181"/>
                  </a:lnTo>
                  <a:lnTo>
                    <a:pt x="204" y="198"/>
                  </a:lnTo>
                  <a:lnTo>
                    <a:pt x="0" y="94"/>
                  </a:lnTo>
                  <a:lnTo>
                    <a:pt x="18" y="29"/>
                  </a:lnTo>
                  <a:lnTo>
                    <a:pt x="12" y="0"/>
                  </a:lnTo>
                  <a:close/>
                </a:path>
              </a:pathLst>
            </a:custGeom>
            <a:solidFill>
              <a:schemeClr val="hlink"/>
            </a:solidFill>
            <a:ln w="9525">
              <a:solidFill>
                <a:schemeClr val="hlink"/>
              </a:solidFill>
              <a:round/>
              <a:headEnd/>
              <a:tailEnd/>
            </a:ln>
          </p:spPr>
          <p:txBody>
            <a:bodyPr/>
            <a:lstStyle/>
            <a:p>
              <a:endParaRPr lang="ko-KR" altLang="en-US"/>
            </a:p>
          </p:txBody>
        </p:sp>
        <p:sp>
          <p:nvSpPr>
            <p:cNvPr id="418151" name="Freeform 824">
              <a:extLst>
                <a:ext uri="{FF2B5EF4-FFF2-40B4-BE49-F238E27FC236}">
                  <a16:creationId xmlns:a16="http://schemas.microsoft.com/office/drawing/2014/main" id="{0AF6CD43-9389-D318-BF56-C5AFFED11E74}"/>
                </a:ext>
              </a:extLst>
            </p:cNvPr>
            <p:cNvSpPr>
              <a:spLocks/>
            </p:cNvSpPr>
            <p:nvPr/>
          </p:nvSpPr>
          <p:spPr bwMode="auto">
            <a:xfrm rot="-882543">
              <a:off x="4898" y="1595"/>
              <a:ext cx="105" cy="68"/>
            </a:xfrm>
            <a:custGeom>
              <a:avLst/>
              <a:gdLst>
                <a:gd name="T0" fmla="*/ 0 w 412"/>
                <a:gd name="T1" fmla="*/ 0 h 268"/>
                <a:gd name="T2" fmla="*/ 0 w 412"/>
                <a:gd name="T3" fmla="*/ 0 h 268"/>
                <a:gd name="T4" fmla="*/ 0 w 412"/>
                <a:gd name="T5" fmla="*/ 0 h 268"/>
                <a:gd name="T6" fmla="*/ 0 w 412"/>
                <a:gd name="T7" fmla="*/ 0 h 268"/>
                <a:gd name="T8" fmla="*/ 0 w 412"/>
                <a:gd name="T9" fmla="*/ 0 h 268"/>
                <a:gd name="T10" fmla="*/ 0 w 412"/>
                <a:gd name="T11" fmla="*/ 0 h 268"/>
                <a:gd name="T12" fmla="*/ 0 w 412"/>
                <a:gd name="T13" fmla="*/ 0 h 268"/>
                <a:gd name="T14" fmla="*/ 0 w 412"/>
                <a:gd name="T15" fmla="*/ 0 h 268"/>
                <a:gd name="T16" fmla="*/ 0 w 412"/>
                <a:gd name="T17" fmla="*/ 0 h 268"/>
                <a:gd name="T18" fmla="*/ 0 w 412"/>
                <a:gd name="T19" fmla="*/ 0 h 268"/>
                <a:gd name="T20" fmla="*/ 0 w 412"/>
                <a:gd name="T21" fmla="*/ 0 h 268"/>
                <a:gd name="T22" fmla="*/ 0 w 412"/>
                <a:gd name="T23" fmla="*/ 0 h 268"/>
                <a:gd name="T24" fmla="*/ 0 w 412"/>
                <a:gd name="T25" fmla="*/ 0 h 268"/>
                <a:gd name="T26" fmla="*/ 0 w 412"/>
                <a:gd name="T27" fmla="*/ 0 h 268"/>
                <a:gd name="T28" fmla="*/ 0 w 412"/>
                <a:gd name="T29" fmla="*/ 0 h 268"/>
                <a:gd name="T30" fmla="*/ 0 w 412"/>
                <a:gd name="T31" fmla="*/ 0 h 268"/>
                <a:gd name="T32" fmla="*/ 0 w 412"/>
                <a:gd name="T33" fmla="*/ 0 h 268"/>
                <a:gd name="T34" fmla="*/ 0 w 412"/>
                <a:gd name="T35" fmla="*/ 0 h 268"/>
                <a:gd name="T36" fmla="*/ 0 w 412"/>
                <a:gd name="T37" fmla="*/ 0 h 268"/>
                <a:gd name="T38" fmla="*/ 0 w 412"/>
                <a:gd name="T39" fmla="*/ 0 h 268"/>
                <a:gd name="T40" fmla="*/ 0 w 412"/>
                <a:gd name="T41" fmla="*/ 0 h 268"/>
                <a:gd name="T42" fmla="*/ 0 w 412"/>
                <a:gd name="T43" fmla="*/ 0 h 268"/>
                <a:gd name="T44" fmla="*/ 0 w 412"/>
                <a:gd name="T45" fmla="*/ 0 h 268"/>
                <a:gd name="T46" fmla="*/ 0 w 412"/>
                <a:gd name="T47" fmla="*/ 0 h 268"/>
                <a:gd name="T48" fmla="*/ 0 w 412"/>
                <a:gd name="T49" fmla="*/ 0 h 268"/>
                <a:gd name="T50" fmla="*/ 0 w 412"/>
                <a:gd name="T51" fmla="*/ 0 h 268"/>
                <a:gd name="T52" fmla="*/ 0 w 412"/>
                <a:gd name="T53" fmla="*/ 0 h 268"/>
                <a:gd name="T54" fmla="*/ 0 w 412"/>
                <a:gd name="T55" fmla="*/ 0 h 26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12" h="268">
                  <a:moveTo>
                    <a:pt x="365" y="0"/>
                  </a:moveTo>
                  <a:lnTo>
                    <a:pt x="302" y="12"/>
                  </a:lnTo>
                  <a:lnTo>
                    <a:pt x="290" y="87"/>
                  </a:lnTo>
                  <a:lnTo>
                    <a:pt x="261" y="104"/>
                  </a:lnTo>
                  <a:lnTo>
                    <a:pt x="220" y="87"/>
                  </a:lnTo>
                  <a:lnTo>
                    <a:pt x="185" y="81"/>
                  </a:lnTo>
                  <a:lnTo>
                    <a:pt x="157" y="81"/>
                  </a:lnTo>
                  <a:lnTo>
                    <a:pt x="150" y="6"/>
                  </a:lnTo>
                  <a:lnTo>
                    <a:pt x="110" y="0"/>
                  </a:lnTo>
                  <a:lnTo>
                    <a:pt x="46" y="17"/>
                  </a:lnTo>
                  <a:lnTo>
                    <a:pt x="70" y="69"/>
                  </a:lnTo>
                  <a:lnTo>
                    <a:pt x="58" y="87"/>
                  </a:lnTo>
                  <a:lnTo>
                    <a:pt x="5" y="104"/>
                  </a:lnTo>
                  <a:lnTo>
                    <a:pt x="5" y="139"/>
                  </a:lnTo>
                  <a:lnTo>
                    <a:pt x="58" y="163"/>
                  </a:lnTo>
                  <a:lnTo>
                    <a:pt x="70" y="191"/>
                  </a:lnTo>
                  <a:lnTo>
                    <a:pt x="0" y="221"/>
                  </a:lnTo>
                  <a:lnTo>
                    <a:pt x="23" y="268"/>
                  </a:lnTo>
                  <a:lnTo>
                    <a:pt x="139" y="268"/>
                  </a:lnTo>
                  <a:lnTo>
                    <a:pt x="192" y="226"/>
                  </a:lnTo>
                  <a:lnTo>
                    <a:pt x="261" y="250"/>
                  </a:lnTo>
                  <a:lnTo>
                    <a:pt x="302" y="250"/>
                  </a:lnTo>
                  <a:lnTo>
                    <a:pt x="337" y="203"/>
                  </a:lnTo>
                  <a:lnTo>
                    <a:pt x="319" y="151"/>
                  </a:lnTo>
                  <a:lnTo>
                    <a:pt x="372" y="104"/>
                  </a:lnTo>
                  <a:lnTo>
                    <a:pt x="412" y="17"/>
                  </a:lnTo>
                  <a:lnTo>
                    <a:pt x="372" y="0"/>
                  </a:lnTo>
                  <a:lnTo>
                    <a:pt x="365" y="0"/>
                  </a:lnTo>
                  <a:close/>
                </a:path>
              </a:pathLst>
            </a:custGeom>
            <a:solidFill>
              <a:srgbClr val="DDDDDD"/>
            </a:solidFill>
            <a:ln w="9525">
              <a:solidFill>
                <a:srgbClr val="DDDDDD"/>
              </a:solidFill>
              <a:round/>
              <a:headEnd/>
              <a:tailEnd/>
            </a:ln>
          </p:spPr>
          <p:txBody>
            <a:bodyPr/>
            <a:lstStyle/>
            <a:p>
              <a:endParaRPr lang="ko-KR" altLang="en-US"/>
            </a:p>
          </p:txBody>
        </p:sp>
        <p:sp>
          <p:nvSpPr>
            <p:cNvPr id="418152" name="Freeform 825">
              <a:extLst>
                <a:ext uri="{FF2B5EF4-FFF2-40B4-BE49-F238E27FC236}">
                  <a16:creationId xmlns:a16="http://schemas.microsoft.com/office/drawing/2014/main" id="{F83A331A-B4C3-D4F5-258C-F9C1B0B71380}"/>
                </a:ext>
              </a:extLst>
            </p:cNvPr>
            <p:cNvSpPr>
              <a:spLocks/>
            </p:cNvSpPr>
            <p:nvPr/>
          </p:nvSpPr>
          <p:spPr bwMode="auto">
            <a:xfrm>
              <a:off x="1375" y="2851"/>
              <a:ext cx="153" cy="109"/>
            </a:xfrm>
            <a:custGeom>
              <a:avLst/>
              <a:gdLst>
                <a:gd name="T0" fmla="*/ 0 w 605"/>
                <a:gd name="T1" fmla="*/ 0 h 430"/>
                <a:gd name="T2" fmla="*/ 0 w 605"/>
                <a:gd name="T3" fmla="*/ 0 h 430"/>
                <a:gd name="T4" fmla="*/ 0 w 605"/>
                <a:gd name="T5" fmla="*/ 0 h 430"/>
                <a:gd name="T6" fmla="*/ 0 w 605"/>
                <a:gd name="T7" fmla="*/ 0 h 430"/>
                <a:gd name="T8" fmla="*/ 0 w 605"/>
                <a:gd name="T9" fmla="*/ 0 h 430"/>
                <a:gd name="T10" fmla="*/ 0 w 605"/>
                <a:gd name="T11" fmla="*/ 0 h 430"/>
                <a:gd name="T12" fmla="*/ 0 w 605"/>
                <a:gd name="T13" fmla="*/ 0 h 430"/>
                <a:gd name="T14" fmla="*/ 0 w 605"/>
                <a:gd name="T15" fmla="*/ 0 h 430"/>
                <a:gd name="T16" fmla="*/ 0 w 605"/>
                <a:gd name="T17" fmla="*/ 0 h 430"/>
                <a:gd name="T18" fmla="*/ 0 w 605"/>
                <a:gd name="T19" fmla="*/ 0 h 430"/>
                <a:gd name="T20" fmla="*/ 0 w 605"/>
                <a:gd name="T21" fmla="*/ 0 h 4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5" h="430">
                  <a:moveTo>
                    <a:pt x="331" y="18"/>
                  </a:moveTo>
                  <a:lnTo>
                    <a:pt x="605" y="0"/>
                  </a:lnTo>
                  <a:lnTo>
                    <a:pt x="582" y="70"/>
                  </a:lnTo>
                  <a:lnTo>
                    <a:pt x="384" y="81"/>
                  </a:lnTo>
                  <a:lnTo>
                    <a:pt x="343" y="255"/>
                  </a:lnTo>
                  <a:lnTo>
                    <a:pt x="256" y="273"/>
                  </a:lnTo>
                  <a:lnTo>
                    <a:pt x="233" y="401"/>
                  </a:lnTo>
                  <a:lnTo>
                    <a:pt x="12" y="430"/>
                  </a:lnTo>
                  <a:lnTo>
                    <a:pt x="0" y="389"/>
                  </a:lnTo>
                  <a:lnTo>
                    <a:pt x="227" y="93"/>
                  </a:lnTo>
                  <a:lnTo>
                    <a:pt x="331" y="18"/>
                  </a:lnTo>
                  <a:close/>
                </a:path>
              </a:pathLst>
            </a:custGeom>
            <a:solidFill>
              <a:schemeClr val="hlink"/>
            </a:solidFill>
            <a:ln w="9525">
              <a:solidFill>
                <a:schemeClr val="hlink"/>
              </a:solidFill>
              <a:round/>
              <a:headEnd/>
              <a:tailEnd/>
            </a:ln>
          </p:spPr>
          <p:txBody>
            <a:bodyPr/>
            <a:lstStyle/>
            <a:p>
              <a:endParaRPr lang="ko-KR" altLang="en-US"/>
            </a:p>
          </p:txBody>
        </p:sp>
        <p:sp>
          <p:nvSpPr>
            <p:cNvPr id="418153" name="Freeform 826">
              <a:extLst>
                <a:ext uri="{FF2B5EF4-FFF2-40B4-BE49-F238E27FC236}">
                  <a16:creationId xmlns:a16="http://schemas.microsoft.com/office/drawing/2014/main" id="{69AA78BE-8B23-E5A3-BB87-6B561F0A5BC0}"/>
                </a:ext>
              </a:extLst>
            </p:cNvPr>
            <p:cNvSpPr>
              <a:spLocks/>
            </p:cNvSpPr>
            <p:nvPr/>
          </p:nvSpPr>
          <p:spPr bwMode="auto">
            <a:xfrm>
              <a:off x="1458" y="2697"/>
              <a:ext cx="204" cy="158"/>
            </a:xfrm>
            <a:custGeom>
              <a:avLst/>
              <a:gdLst>
                <a:gd name="T0" fmla="*/ 0 w 814"/>
                <a:gd name="T1" fmla="*/ 0 h 616"/>
                <a:gd name="T2" fmla="*/ 0 w 814"/>
                <a:gd name="T3" fmla="*/ 0 h 616"/>
                <a:gd name="T4" fmla="*/ 0 w 814"/>
                <a:gd name="T5" fmla="*/ 0 h 616"/>
                <a:gd name="T6" fmla="*/ 0 w 814"/>
                <a:gd name="T7" fmla="*/ 0 h 616"/>
                <a:gd name="T8" fmla="*/ 0 w 814"/>
                <a:gd name="T9" fmla="*/ 0 h 616"/>
                <a:gd name="T10" fmla="*/ 0 w 814"/>
                <a:gd name="T11" fmla="*/ 0 h 616"/>
                <a:gd name="T12" fmla="*/ 0 w 814"/>
                <a:gd name="T13" fmla="*/ 0 h 616"/>
                <a:gd name="T14" fmla="*/ 0 w 814"/>
                <a:gd name="T15" fmla="*/ 0 h 616"/>
                <a:gd name="T16" fmla="*/ 0 w 814"/>
                <a:gd name="T17" fmla="*/ 0 h 616"/>
                <a:gd name="T18" fmla="*/ 0 w 814"/>
                <a:gd name="T19" fmla="*/ 0 h 616"/>
                <a:gd name="T20" fmla="*/ 0 w 814"/>
                <a:gd name="T21" fmla="*/ 0 h 616"/>
                <a:gd name="T22" fmla="*/ 0 w 814"/>
                <a:gd name="T23" fmla="*/ 0 h 616"/>
                <a:gd name="T24" fmla="*/ 0 w 814"/>
                <a:gd name="T25" fmla="*/ 0 h 616"/>
                <a:gd name="T26" fmla="*/ 0 w 814"/>
                <a:gd name="T27" fmla="*/ 0 h 616"/>
                <a:gd name="T28" fmla="*/ 0 w 814"/>
                <a:gd name="T29" fmla="*/ 0 h 6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14" h="616">
                  <a:moveTo>
                    <a:pt x="0" y="616"/>
                  </a:moveTo>
                  <a:lnTo>
                    <a:pt x="262" y="418"/>
                  </a:lnTo>
                  <a:lnTo>
                    <a:pt x="274" y="337"/>
                  </a:lnTo>
                  <a:lnTo>
                    <a:pt x="378" y="203"/>
                  </a:lnTo>
                  <a:lnTo>
                    <a:pt x="535" y="105"/>
                  </a:lnTo>
                  <a:lnTo>
                    <a:pt x="587" y="0"/>
                  </a:lnTo>
                  <a:lnTo>
                    <a:pt x="720" y="70"/>
                  </a:lnTo>
                  <a:lnTo>
                    <a:pt x="814" y="58"/>
                  </a:lnTo>
                  <a:lnTo>
                    <a:pt x="802" y="238"/>
                  </a:lnTo>
                  <a:lnTo>
                    <a:pt x="715" y="262"/>
                  </a:lnTo>
                  <a:lnTo>
                    <a:pt x="529" y="429"/>
                  </a:lnTo>
                  <a:lnTo>
                    <a:pt x="354" y="464"/>
                  </a:lnTo>
                  <a:lnTo>
                    <a:pt x="279" y="598"/>
                  </a:lnTo>
                  <a:lnTo>
                    <a:pt x="12" y="616"/>
                  </a:lnTo>
                  <a:lnTo>
                    <a:pt x="0" y="616"/>
                  </a:lnTo>
                  <a:close/>
                </a:path>
              </a:pathLst>
            </a:custGeom>
            <a:solidFill>
              <a:schemeClr val="hlink"/>
            </a:solidFill>
            <a:ln w="9525">
              <a:solidFill>
                <a:schemeClr val="hlink"/>
              </a:solidFill>
              <a:round/>
              <a:headEnd/>
              <a:tailEnd/>
            </a:ln>
          </p:spPr>
          <p:txBody>
            <a:bodyPr/>
            <a:lstStyle/>
            <a:p>
              <a:endParaRPr lang="ko-KR" altLang="en-US"/>
            </a:p>
          </p:txBody>
        </p:sp>
        <p:sp>
          <p:nvSpPr>
            <p:cNvPr id="418154" name="Freeform 827">
              <a:extLst>
                <a:ext uri="{FF2B5EF4-FFF2-40B4-BE49-F238E27FC236}">
                  <a16:creationId xmlns:a16="http://schemas.microsoft.com/office/drawing/2014/main" id="{4841E194-DA00-2353-3ED9-DA236A0BDA25}"/>
                </a:ext>
              </a:extLst>
            </p:cNvPr>
            <p:cNvSpPr>
              <a:spLocks/>
            </p:cNvSpPr>
            <p:nvPr/>
          </p:nvSpPr>
          <p:spPr bwMode="auto">
            <a:xfrm>
              <a:off x="1369" y="2851"/>
              <a:ext cx="208" cy="220"/>
            </a:xfrm>
            <a:custGeom>
              <a:avLst/>
              <a:gdLst>
                <a:gd name="T0" fmla="*/ 0 w 825"/>
                <a:gd name="T1" fmla="*/ 0 h 860"/>
                <a:gd name="T2" fmla="*/ 0 w 825"/>
                <a:gd name="T3" fmla="*/ 0 h 860"/>
                <a:gd name="T4" fmla="*/ 0 w 825"/>
                <a:gd name="T5" fmla="*/ 0 h 860"/>
                <a:gd name="T6" fmla="*/ 0 w 825"/>
                <a:gd name="T7" fmla="*/ 0 h 860"/>
                <a:gd name="T8" fmla="*/ 0 w 825"/>
                <a:gd name="T9" fmla="*/ 0 h 860"/>
                <a:gd name="T10" fmla="*/ 0 w 825"/>
                <a:gd name="T11" fmla="*/ 0 h 860"/>
                <a:gd name="T12" fmla="*/ 0 w 825"/>
                <a:gd name="T13" fmla="*/ 0 h 860"/>
                <a:gd name="T14" fmla="*/ 0 w 825"/>
                <a:gd name="T15" fmla="*/ 0 h 860"/>
                <a:gd name="T16" fmla="*/ 0 w 825"/>
                <a:gd name="T17" fmla="*/ 0 h 860"/>
                <a:gd name="T18" fmla="*/ 0 w 825"/>
                <a:gd name="T19" fmla="*/ 0 h 860"/>
                <a:gd name="T20" fmla="*/ 0 w 825"/>
                <a:gd name="T21" fmla="*/ 0 h 860"/>
                <a:gd name="T22" fmla="*/ 0 w 825"/>
                <a:gd name="T23" fmla="*/ 0 h 860"/>
                <a:gd name="T24" fmla="*/ 0 w 825"/>
                <a:gd name="T25" fmla="*/ 0 h 860"/>
                <a:gd name="T26" fmla="*/ 0 w 825"/>
                <a:gd name="T27" fmla="*/ 0 h 860"/>
                <a:gd name="T28" fmla="*/ 0 w 825"/>
                <a:gd name="T29" fmla="*/ 0 h 860"/>
                <a:gd name="T30" fmla="*/ 0 w 825"/>
                <a:gd name="T31" fmla="*/ 0 h 860"/>
                <a:gd name="T32" fmla="*/ 0 w 825"/>
                <a:gd name="T33" fmla="*/ 0 h 860"/>
                <a:gd name="T34" fmla="*/ 0 w 825"/>
                <a:gd name="T35" fmla="*/ 0 h 860"/>
                <a:gd name="T36" fmla="*/ 0 w 825"/>
                <a:gd name="T37" fmla="*/ 0 h 860"/>
                <a:gd name="T38" fmla="*/ 0 w 825"/>
                <a:gd name="T39" fmla="*/ 0 h 860"/>
                <a:gd name="T40" fmla="*/ 0 w 825"/>
                <a:gd name="T41" fmla="*/ 0 h 860"/>
                <a:gd name="T42" fmla="*/ 0 w 825"/>
                <a:gd name="T43" fmla="*/ 0 h 860"/>
                <a:gd name="T44" fmla="*/ 0 w 825"/>
                <a:gd name="T45" fmla="*/ 0 h 860"/>
                <a:gd name="T46" fmla="*/ 0 w 825"/>
                <a:gd name="T47" fmla="*/ 0 h 860"/>
                <a:gd name="T48" fmla="*/ 0 w 825"/>
                <a:gd name="T49" fmla="*/ 0 h 860"/>
                <a:gd name="T50" fmla="*/ 0 w 825"/>
                <a:gd name="T51" fmla="*/ 0 h 8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25" h="860">
                  <a:moveTo>
                    <a:pt x="628" y="0"/>
                  </a:moveTo>
                  <a:lnTo>
                    <a:pt x="825" y="151"/>
                  </a:lnTo>
                  <a:lnTo>
                    <a:pt x="721" y="145"/>
                  </a:lnTo>
                  <a:lnTo>
                    <a:pt x="675" y="708"/>
                  </a:lnTo>
                  <a:lnTo>
                    <a:pt x="745" y="708"/>
                  </a:lnTo>
                  <a:lnTo>
                    <a:pt x="738" y="790"/>
                  </a:lnTo>
                  <a:lnTo>
                    <a:pt x="506" y="790"/>
                  </a:lnTo>
                  <a:lnTo>
                    <a:pt x="476" y="750"/>
                  </a:lnTo>
                  <a:lnTo>
                    <a:pt x="442" y="825"/>
                  </a:lnTo>
                  <a:lnTo>
                    <a:pt x="361" y="825"/>
                  </a:lnTo>
                  <a:lnTo>
                    <a:pt x="344" y="790"/>
                  </a:lnTo>
                  <a:lnTo>
                    <a:pt x="320" y="860"/>
                  </a:lnTo>
                  <a:lnTo>
                    <a:pt x="274" y="860"/>
                  </a:lnTo>
                  <a:lnTo>
                    <a:pt x="128" y="732"/>
                  </a:lnTo>
                  <a:lnTo>
                    <a:pt x="75" y="778"/>
                  </a:lnTo>
                  <a:lnTo>
                    <a:pt x="0" y="773"/>
                  </a:lnTo>
                  <a:lnTo>
                    <a:pt x="40" y="708"/>
                  </a:lnTo>
                  <a:lnTo>
                    <a:pt x="30" y="529"/>
                  </a:lnTo>
                  <a:lnTo>
                    <a:pt x="58" y="482"/>
                  </a:lnTo>
                  <a:lnTo>
                    <a:pt x="35" y="430"/>
                  </a:lnTo>
                  <a:lnTo>
                    <a:pt x="256" y="401"/>
                  </a:lnTo>
                  <a:lnTo>
                    <a:pt x="279" y="273"/>
                  </a:lnTo>
                  <a:lnTo>
                    <a:pt x="366" y="255"/>
                  </a:lnTo>
                  <a:lnTo>
                    <a:pt x="407" y="81"/>
                  </a:lnTo>
                  <a:lnTo>
                    <a:pt x="605" y="70"/>
                  </a:lnTo>
                  <a:lnTo>
                    <a:pt x="628" y="0"/>
                  </a:lnTo>
                  <a:close/>
                </a:path>
              </a:pathLst>
            </a:custGeom>
            <a:solidFill>
              <a:schemeClr val="hlink"/>
            </a:solidFill>
            <a:ln w="9525">
              <a:solidFill>
                <a:schemeClr val="hlink"/>
              </a:solidFill>
              <a:round/>
              <a:headEnd/>
              <a:tailEnd/>
            </a:ln>
          </p:spPr>
          <p:txBody>
            <a:bodyPr/>
            <a:lstStyle/>
            <a:p>
              <a:endParaRPr lang="ko-KR" altLang="en-US"/>
            </a:p>
          </p:txBody>
        </p:sp>
        <p:sp>
          <p:nvSpPr>
            <p:cNvPr id="418155" name="Freeform 828">
              <a:extLst>
                <a:ext uri="{FF2B5EF4-FFF2-40B4-BE49-F238E27FC236}">
                  <a16:creationId xmlns:a16="http://schemas.microsoft.com/office/drawing/2014/main" id="{3C5143D6-45C0-39CE-02CD-14BFF548D330}"/>
                </a:ext>
              </a:extLst>
            </p:cNvPr>
            <p:cNvSpPr>
              <a:spLocks/>
            </p:cNvSpPr>
            <p:nvPr/>
          </p:nvSpPr>
          <p:spPr bwMode="auto">
            <a:xfrm>
              <a:off x="1528" y="2676"/>
              <a:ext cx="299" cy="317"/>
            </a:xfrm>
            <a:custGeom>
              <a:avLst/>
              <a:gdLst>
                <a:gd name="T0" fmla="*/ 0 w 1191"/>
                <a:gd name="T1" fmla="*/ 0 h 1226"/>
                <a:gd name="T2" fmla="*/ 0 w 1191"/>
                <a:gd name="T3" fmla="*/ 0 h 1226"/>
                <a:gd name="T4" fmla="*/ 0 w 1191"/>
                <a:gd name="T5" fmla="*/ 0 h 1226"/>
                <a:gd name="T6" fmla="*/ 0 w 1191"/>
                <a:gd name="T7" fmla="*/ 0 h 1226"/>
                <a:gd name="T8" fmla="*/ 0 w 1191"/>
                <a:gd name="T9" fmla="*/ 0 h 1226"/>
                <a:gd name="T10" fmla="*/ 0 w 1191"/>
                <a:gd name="T11" fmla="*/ 0 h 1226"/>
                <a:gd name="T12" fmla="*/ 0 w 1191"/>
                <a:gd name="T13" fmla="*/ 0 h 1226"/>
                <a:gd name="T14" fmla="*/ 0 w 1191"/>
                <a:gd name="T15" fmla="*/ 0 h 1226"/>
                <a:gd name="T16" fmla="*/ 0 w 1191"/>
                <a:gd name="T17" fmla="*/ 0 h 1226"/>
                <a:gd name="T18" fmla="*/ 0 w 1191"/>
                <a:gd name="T19" fmla="*/ 0 h 1226"/>
                <a:gd name="T20" fmla="*/ 0 w 1191"/>
                <a:gd name="T21" fmla="*/ 0 h 1226"/>
                <a:gd name="T22" fmla="*/ 0 w 1191"/>
                <a:gd name="T23" fmla="*/ 0 h 1226"/>
                <a:gd name="T24" fmla="*/ 0 w 1191"/>
                <a:gd name="T25" fmla="*/ 0 h 1226"/>
                <a:gd name="T26" fmla="*/ 0 w 1191"/>
                <a:gd name="T27" fmla="*/ 0 h 1226"/>
                <a:gd name="T28" fmla="*/ 0 w 1191"/>
                <a:gd name="T29" fmla="*/ 0 h 1226"/>
                <a:gd name="T30" fmla="*/ 0 w 1191"/>
                <a:gd name="T31" fmla="*/ 0 h 1226"/>
                <a:gd name="T32" fmla="*/ 0 w 1191"/>
                <a:gd name="T33" fmla="*/ 0 h 1226"/>
                <a:gd name="T34" fmla="*/ 0 w 1191"/>
                <a:gd name="T35" fmla="*/ 0 h 1226"/>
                <a:gd name="T36" fmla="*/ 0 w 1191"/>
                <a:gd name="T37" fmla="*/ 0 h 1226"/>
                <a:gd name="T38" fmla="*/ 0 w 1191"/>
                <a:gd name="T39" fmla="*/ 0 h 1226"/>
                <a:gd name="T40" fmla="*/ 0 w 1191"/>
                <a:gd name="T41" fmla="*/ 0 h 1226"/>
                <a:gd name="T42" fmla="*/ 0 w 1191"/>
                <a:gd name="T43" fmla="*/ 0 h 12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191" h="1226">
                  <a:moveTo>
                    <a:pt x="0" y="674"/>
                  </a:moveTo>
                  <a:lnTo>
                    <a:pt x="610" y="1138"/>
                  </a:lnTo>
                  <a:lnTo>
                    <a:pt x="645" y="1145"/>
                  </a:lnTo>
                  <a:lnTo>
                    <a:pt x="651" y="1203"/>
                  </a:lnTo>
                  <a:lnTo>
                    <a:pt x="698" y="1226"/>
                  </a:lnTo>
                  <a:lnTo>
                    <a:pt x="1191" y="941"/>
                  </a:lnTo>
                  <a:lnTo>
                    <a:pt x="1122" y="889"/>
                  </a:lnTo>
                  <a:lnTo>
                    <a:pt x="1052" y="737"/>
                  </a:lnTo>
                  <a:lnTo>
                    <a:pt x="1099" y="639"/>
                  </a:lnTo>
                  <a:lnTo>
                    <a:pt x="1092" y="471"/>
                  </a:lnTo>
                  <a:lnTo>
                    <a:pt x="1122" y="442"/>
                  </a:lnTo>
                  <a:lnTo>
                    <a:pt x="1005" y="198"/>
                  </a:lnTo>
                  <a:lnTo>
                    <a:pt x="1052" y="151"/>
                  </a:lnTo>
                  <a:lnTo>
                    <a:pt x="1075" y="0"/>
                  </a:lnTo>
                  <a:lnTo>
                    <a:pt x="912" y="17"/>
                  </a:lnTo>
                  <a:lnTo>
                    <a:pt x="796" y="6"/>
                  </a:lnTo>
                  <a:lnTo>
                    <a:pt x="529" y="128"/>
                  </a:lnTo>
                  <a:lnTo>
                    <a:pt x="523" y="314"/>
                  </a:lnTo>
                  <a:lnTo>
                    <a:pt x="436" y="338"/>
                  </a:lnTo>
                  <a:lnTo>
                    <a:pt x="250" y="505"/>
                  </a:lnTo>
                  <a:lnTo>
                    <a:pt x="75" y="540"/>
                  </a:lnTo>
                  <a:lnTo>
                    <a:pt x="0" y="674"/>
                  </a:lnTo>
                  <a:close/>
                </a:path>
              </a:pathLst>
            </a:custGeom>
            <a:solidFill>
              <a:schemeClr val="hlink"/>
            </a:solidFill>
            <a:ln w="9525">
              <a:solidFill>
                <a:schemeClr val="hlink"/>
              </a:solidFill>
              <a:round/>
              <a:headEnd/>
              <a:tailEnd/>
            </a:ln>
          </p:spPr>
          <p:txBody>
            <a:bodyPr/>
            <a:lstStyle/>
            <a:p>
              <a:endParaRPr lang="ko-KR" altLang="en-US"/>
            </a:p>
          </p:txBody>
        </p:sp>
        <p:sp>
          <p:nvSpPr>
            <p:cNvPr id="418156" name="Freeform 829">
              <a:extLst>
                <a:ext uri="{FF2B5EF4-FFF2-40B4-BE49-F238E27FC236}">
                  <a16:creationId xmlns:a16="http://schemas.microsoft.com/office/drawing/2014/main" id="{4C4300E9-F920-B2ED-3B7E-11DA21810818}"/>
                </a:ext>
              </a:extLst>
            </p:cNvPr>
            <p:cNvSpPr>
              <a:spLocks/>
            </p:cNvSpPr>
            <p:nvPr/>
          </p:nvSpPr>
          <p:spPr bwMode="auto">
            <a:xfrm>
              <a:off x="1353" y="3110"/>
              <a:ext cx="56" cy="30"/>
            </a:xfrm>
            <a:custGeom>
              <a:avLst/>
              <a:gdLst>
                <a:gd name="T0" fmla="*/ 0 w 221"/>
                <a:gd name="T1" fmla="*/ 0 h 116"/>
                <a:gd name="T2" fmla="*/ 0 w 221"/>
                <a:gd name="T3" fmla="*/ 0 h 116"/>
                <a:gd name="T4" fmla="*/ 0 w 221"/>
                <a:gd name="T5" fmla="*/ 0 h 116"/>
                <a:gd name="T6" fmla="*/ 0 w 221"/>
                <a:gd name="T7" fmla="*/ 0 h 116"/>
                <a:gd name="T8" fmla="*/ 0 w 221"/>
                <a:gd name="T9" fmla="*/ 0 h 116"/>
                <a:gd name="T10" fmla="*/ 0 w 221"/>
                <a:gd name="T11" fmla="*/ 0 h 1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1" h="116">
                  <a:moveTo>
                    <a:pt x="216" y="0"/>
                  </a:moveTo>
                  <a:lnTo>
                    <a:pt x="221" y="46"/>
                  </a:lnTo>
                  <a:lnTo>
                    <a:pt x="134" y="53"/>
                  </a:lnTo>
                  <a:lnTo>
                    <a:pt x="111" y="116"/>
                  </a:lnTo>
                  <a:lnTo>
                    <a:pt x="0" y="18"/>
                  </a:lnTo>
                  <a:lnTo>
                    <a:pt x="216" y="0"/>
                  </a:lnTo>
                  <a:close/>
                </a:path>
              </a:pathLst>
            </a:custGeom>
            <a:solidFill>
              <a:schemeClr val="hlink"/>
            </a:solidFill>
            <a:ln w="9525">
              <a:solidFill>
                <a:schemeClr val="hlink"/>
              </a:solidFill>
              <a:round/>
              <a:headEnd/>
              <a:tailEnd/>
            </a:ln>
          </p:spPr>
          <p:txBody>
            <a:bodyPr/>
            <a:lstStyle/>
            <a:p>
              <a:endParaRPr lang="ko-KR" altLang="en-US"/>
            </a:p>
          </p:txBody>
        </p:sp>
        <p:sp>
          <p:nvSpPr>
            <p:cNvPr id="418157" name="Freeform 830">
              <a:extLst>
                <a:ext uri="{FF2B5EF4-FFF2-40B4-BE49-F238E27FC236}">
                  <a16:creationId xmlns:a16="http://schemas.microsoft.com/office/drawing/2014/main" id="{C3E70F2C-6AC8-BB9A-5558-EF0ADF73895A}"/>
                </a:ext>
              </a:extLst>
            </p:cNvPr>
            <p:cNvSpPr>
              <a:spLocks/>
            </p:cNvSpPr>
            <p:nvPr/>
          </p:nvSpPr>
          <p:spPr bwMode="auto">
            <a:xfrm>
              <a:off x="1351" y="3038"/>
              <a:ext cx="87" cy="76"/>
            </a:xfrm>
            <a:custGeom>
              <a:avLst/>
              <a:gdLst>
                <a:gd name="T0" fmla="*/ 0 w 344"/>
                <a:gd name="T1" fmla="*/ 0 h 297"/>
                <a:gd name="T2" fmla="*/ 0 w 344"/>
                <a:gd name="T3" fmla="*/ 0 h 297"/>
                <a:gd name="T4" fmla="*/ 0 w 344"/>
                <a:gd name="T5" fmla="*/ 0 h 297"/>
                <a:gd name="T6" fmla="*/ 0 w 344"/>
                <a:gd name="T7" fmla="*/ 0 h 297"/>
                <a:gd name="T8" fmla="*/ 0 w 344"/>
                <a:gd name="T9" fmla="*/ 0 h 297"/>
                <a:gd name="T10" fmla="*/ 0 w 344"/>
                <a:gd name="T11" fmla="*/ 0 h 297"/>
                <a:gd name="T12" fmla="*/ 0 w 344"/>
                <a:gd name="T13" fmla="*/ 0 h 297"/>
                <a:gd name="T14" fmla="*/ 0 w 344"/>
                <a:gd name="T15" fmla="*/ 0 h 297"/>
                <a:gd name="T16" fmla="*/ 0 w 344"/>
                <a:gd name="T17" fmla="*/ 0 h 297"/>
                <a:gd name="T18" fmla="*/ 0 w 344"/>
                <a:gd name="T19" fmla="*/ 0 h 297"/>
                <a:gd name="T20" fmla="*/ 0 w 344"/>
                <a:gd name="T21" fmla="*/ 0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4" h="297">
                  <a:moveTo>
                    <a:pt x="0" y="168"/>
                  </a:moveTo>
                  <a:lnTo>
                    <a:pt x="0" y="128"/>
                  </a:lnTo>
                  <a:lnTo>
                    <a:pt x="76" y="23"/>
                  </a:lnTo>
                  <a:lnTo>
                    <a:pt x="134" y="46"/>
                  </a:lnTo>
                  <a:lnTo>
                    <a:pt x="198" y="0"/>
                  </a:lnTo>
                  <a:lnTo>
                    <a:pt x="344" y="128"/>
                  </a:lnTo>
                  <a:lnTo>
                    <a:pt x="320" y="273"/>
                  </a:lnTo>
                  <a:lnTo>
                    <a:pt x="12" y="297"/>
                  </a:lnTo>
                  <a:lnTo>
                    <a:pt x="6" y="255"/>
                  </a:lnTo>
                  <a:lnTo>
                    <a:pt x="250" y="180"/>
                  </a:lnTo>
                  <a:lnTo>
                    <a:pt x="0" y="168"/>
                  </a:lnTo>
                  <a:close/>
                </a:path>
              </a:pathLst>
            </a:custGeom>
            <a:solidFill>
              <a:schemeClr val="hlink"/>
            </a:solidFill>
            <a:ln w="9525">
              <a:solidFill>
                <a:schemeClr val="hlink"/>
              </a:solidFill>
              <a:round/>
              <a:headEnd/>
              <a:tailEnd/>
            </a:ln>
          </p:spPr>
          <p:txBody>
            <a:bodyPr/>
            <a:lstStyle/>
            <a:p>
              <a:endParaRPr lang="ko-KR" altLang="en-US"/>
            </a:p>
          </p:txBody>
        </p:sp>
        <p:sp>
          <p:nvSpPr>
            <p:cNvPr id="418158" name="Freeform 831">
              <a:extLst>
                <a:ext uri="{FF2B5EF4-FFF2-40B4-BE49-F238E27FC236}">
                  <a16:creationId xmlns:a16="http://schemas.microsoft.com/office/drawing/2014/main" id="{B18AAA40-E09B-FAB1-33E6-E77A6E6FA5F4}"/>
                </a:ext>
              </a:extLst>
            </p:cNvPr>
            <p:cNvSpPr>
              <a:spLocks/>
            </p:cNvSpPr>
            <p:nvPr/>
          </p:nvSpPr>
          <p:spPr bwMode="auto">
            <a:xfrm>
              <a:off x="1351" y="3081"/>
              <a:ext cx="65" cy="22"/>
            </a:xfrm>
            <a:custGeom>
              <a:avLst/>
              <a:gdLst>
                <a:gd name="T0" fmla="*/ 0 w 250"/>
                <a:gd name="T1" fmla="*/ 0 h 87"/>
                <a:gd name="T2" fmla="*/ 0 w 250"/>
                <a:gd name="T3" fmla="*/ 0 h 87"/>
                <a:gd name="T4" fmla="*/ 0 w 250"/>
                <a:gd name="T5" fmla="*/ 0 h 87"/>
                <a:gd name="T6" fmla="*/ 0 w 250"/>
                <a:gd name="T7" fmla="*/ 0 h 8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0" h="87">
                  <a:moveTo>
                    <a:pt x="0" y="0"/>
                  </a:moveTo>
                  <a:lnTo>
                    <a:pt x="250" y="12"/>
                  </a:lnTo>
                  <a:lnTo>
                    <a:pt x="6" y="87"/>
                  </a:lnTo>
                  <a:lnTo>
                    <a:pt x="0" y="0"/>
                  </a:lnTo>
                  <a:close/>
                </a:path>
              </a:pathLst>
            </a:custGeom>
            <a:solidFill>
              <a:schemeClr val="hlink"/>
            </a:solidFill>
            <a:ln w="9525">
              <a:solidFill>
                <a:schemeClr val="hlink"/>
              </a:solidFill>
              <a:round/>
              <a:headEnd/>
              <a:tailEnd/>
            </a:ln>
          </p:spPr>
          <p:txBody>
            <a:bodyPr/>
            <a:lstStyle/>
            <a:p>
              <a:endParaRPr lang="ko-KR" altLang="en-US"/>
            </a:p>
          </p:txBody>
        </p:sp>
        <p:sp>
          <p:nvSpPr>
            <p:cNvPr id="418159" name="Freeform 832">
              <a:extLst>
                <a:ext uri="{FF2B5EF4-FFF2-40B4-BE49-F238E27FC236}">
                  <a16:creationId xmlns:a16="http://schemas.microsoft.com/office/drawing/2014/main" id="{4415D1A6-89F8-BCE4-C2F6-82BAED737842}"/>
                </a:ext>
              </a:extLst>
            </p:cNvPr>
            <p:cNvSpPr>
              <a:spLocks/>
            </p:cNvSpPr>
            <p:nvPr/>
          </p:nvSpPr>
          <p:spPr bwMode="auto">
            <a:xfrm>
              <a:off x="1432" y="2888"/>
              <a:ext cx="274" cy="255"/>
            </a:xfrm>
            <a:custGeom>
              <a:avLst/>
              <a:gdLst>
                <a:gd name="T0" fmla="*/ 0 w 1093"/>
                <a:gd name="T1" fmla="*/ 0 h 994"/>
                <a:gd name="T2" fmla="*/ 0 w 1093"/>
                <a:gd name="T3" fmla="*/ 0 h 994"/>
                <a:gd name="T4" fmla="*/ 0 w 1093"/>
                <a:gd name="T5" fmla="*/ 0 h 994"/>
                <a:gd name="T6" fmla="*/ 0 w 1093"/>
                <a:gd name="T7" fmla="*/ 0 h 994"/>
                <a:gd name="T8" fmla="*/ 0 w 1093"/>
                <a:gd name="T9" fmla="*/ 0 h 994"/>
                <a:gd name="T10" fmla="*/ 0 w 1093"/>
                <a:gd name="T11" fmla="*/ 0 h 994"/>
                <a:gd name="T12" fmla="*/ 0 w 1093"/>
                <a:gd name="T13" fmla="*/ 0 h 994"/>
                <a:gd name="T14" fmla="*/ 0 w 1093"/>
                <a:gd name="T15" fmla="*/ 0 h 994"/>
                <a:gd name="T16" fmla="*/ 0 w 1093"/>
                <a:gd name="T17" fmla="*/ 0 h 994"/>
                <a:gd name="T18" fmla="*/ 0 w 1093"/>
                <a:gd name="T19" fmla="*/ 0 h 994"/>
                <a:gd name="T20" fmla="*/ 0 w 1093"/>
                <a:gd name="T21" fmla="*/ 0 h 994"/>
                <a:gd name="T22" fmla="*/ 0 w 1093"/>
                <a:gd name="T23" fmla="*/ 0 h 994"/>
                <a:gd name="T24" fmla="*/ 0 w 1093"/>
                <a:gd name="T25" fmla="*/ 0 h 994"/>
                <a:gd name="T26" fmla="*/ 0 w 1093"/>
                <a:gd name="T27" fmla="*/ 0 h 994"/>
                <a:gd name="T28" fmla="*/ 0 w 1093"/>
                <a:gd name="T29" fmla="*/ 0 h 994"/>
                <a:gd name="T30" fmla="*/ 0 w 1093"/>
                <a:gd name="T31" fmla="*/ 0 h 994"/>
                <a:gd name="T32" fmla="*/ 0 w 1093"/>
                <a:gd name="T33" fmla="*/ 0 h 994"/>
                <a:gd name="T34" fmla="*/ 0 w 1093"/>
                <a:gd name="T35" fmla="*/ 0 h 994"/>
                <a:gd name="T36" fmla="*/ 0 w 1093"/>
                <a:gd name="T37" fmla="*/ 0 h 994"/>
                <a:gd name="T38" fmla="*/ 0 w 1093"/>
                <a:gd name="T39" fmla="*/ 0 h 994"/>
                <a:gd name="T40" fmla="*/ 0 w 1093"/>
                <a:gd name="T41" fmla="*/ 0 h 994"/>
                <a:gd name="T42" fmla="*/ 0 w 1093"/>
                <a:gd name="T43" fmla="*/ 0 h 994"/>
                <a:gd name="T44" fmla="*/ 0 w 1093"/>
                <a:gd name="T45" fmla="*/ 0 h 994"/>
                <a:gd name="T46" fmla="*/ 0 w 1093"/>
                <a:gd name="T47" fmla="*/ 0 h 994"/>
                <a:gd name="T48" fmla="*/ 0 w 1093"/>
                <a:gd name="T49" fmla="*/ 0 h 994"/>
                <a:gd name="T50" fmla="*/ 0 w 1093"/>
                <a:gd name="T51" fmla="*/ 0 h 994"/>
                <a:gd name="T52" fmla="*/ 0 w 1093"/>
                <a:gd name="T53" fmla="*/ 0 h 994"/>
                <a:gd name="T54" fmla="*/ 0 w 1093"/>
                <a:gd name="T55" fmla="*/ 0 h 9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93" h="994">
                  <a:moveTo>
                    <a:pt x="0" y="860"/>
                  </a:moveTo>
                  <a:lnTo>
                    <a:pt x="6" y="889"/>
                  </a:lnTo>
                  <a:lnTo>
                    <a:pt x="204" y="907"/>
                  </a:lnTo>
                  <a:lnTo>
                    <a:pt x="250" y="971"/>
                  </a:lnTo>
                  <a:lnTo>
                    <a:pt x="279" y="971"/>
                  </a:lnTo>
                  <a:lnTo>
                    <a:pt x="291" y="994"/>
                  </a:lnTo>
                  <a:lnTo>
                    <a:pt x="407" y="988"/>
                  </a:lnTo>
                  <a:lnTo>
                    <a:pt x="524" y="842"/>
                  </a:lnTo>
                  <a:lnTo>
                    <a:pt x="616" y="819"/>
                  </a:lnTo>
                  <a:lnTo>
                    <a:pt x="628" y="773"/>
                  </a:lnTo>
                  <a:lnTo>
                    <a:pt x="849" y="692"/>
                  </a:lnTo>
                  <a:lnTo>
                    <a:pt x="1024" y="616"/>
                  </a:lnTo>
                  <a:lnTo>
                    <a:pt x="1093" y="407"/>
                  </a:lnTo>
                  <a:lnTo>
                    <a:pt x="1035" y="372"/>
                  </a:lnTo>
                  <a:lnTo>
                    <a:pt x="1029" y="326"/>
                  </a:lnTo>
                  <a:lnTo>
                    <a:pt x="576" y="0"/>
                  </a:lnTo>
                  <a:lnTo>
                    <a:pt x="477" y="0"/>
                  </a:lnTo>
                  <a:lnTo>
                    <a:pt x="419" y="563"/>
                  </a:lnTo>
                  <a:lnTo>
                    <a:pt x="501" y="563"/>
                  </a:lnTo>
                  <a:lnTo>
                    <a:pt x="494" y="645"/>
                  </a:lnTo>
                  <a:lnTo>
                    <a:pt x="262" y="645"/>
                  </a:lnTo>
                  <a:lnTo>
                    <a:pt x="232" y="605"/>
                  </a:lnTo>
                  <a:lnTo>
                    <a:pt x="210" y="663"/>
                  </a:lnTo>
                  <a:lnTo>
                    <a:pt x="117" y="680"/>
                  </a:lnTo>
                  <a:lnTo>
                    <a:pt x="100" y="645"/>
                  </a:lnTo>
                  <a:lnTo>
                    <a:pt x="76" y="715"/>
                  </a:lnTo>
                  <a:lnTo>
                    <a:pt x="30" y="715"/>
                  </a:lnTo>
                  <a:lnTo>
                    <a:pt x="0" y="860"/>
                  </a:lnTo>
                  <a:close/>
                </a:path>
              </a:pathLst>
            </a:custGeom>
            <a:solidFill>
              <a:schemeClr val="hlink"/>
            </a:solidFill>
            <a:ln w="9525">
              <a:solidFill>
                <a:schemeClr val="hlink"/>
              </a:solidFill>
              <a:round/>
              <a:headEnd/>
              <a:tailEnd/>
            </a:ln>
          </p:spPr>
          <p:txBody>
            <a:bodyPr/>
            <a:lstStyle/>
            <a:p>
              <a:endParaRPr lang="ko-KR" altLang="en-US"/>
            </a:p>
          </p:txBody>
        </p:sp>
        <p:sp>
          <p:nvSpPr>
            <p:cNvPr id="418160" name="Freeform 833">
              <a:extLst>
                <a:ext uri="{FF2B5EF4-FFF2-40B4-BE49-F238E27FC236}">
                  <a16:creationId xmlns:a16="http://schemas.microsoft.com/office/drawing/2014/main" id="{E854ACFC-A854-F01B-2CC9-AEFA28866538}"/>
                </a:ext>
              </a:extLst>
            </p:cNvPr>
            <p:cNvSpPr>
              <a:spLocks/>
            </p:cNvSpPr>
            <p:nvPr/>
          </p:nvSpPr>
          <p:spPr bwMode="auto">
            <a:xfrm>
              <a:off x="1781" y="2670"/>
              <a:ext cx="66" cy="121"/>
            </a:xfrm>
            <a:custGeom>
              <a:avLst/>
              <a:gdLst>
                <a:gd name="T0" fmla="*/ 0 w 262"/>
                <a:gd name="T1" fmla="*/ 0 h 470"/>
                <a:gd name="T2" fmla="*/ 0 w 262"/>
                <a:gd name="T3" fmla="*/ 0 h 470"/>
                <a:gd name="T4" fmla="*/ 0 w 262"/>
                <a:gd name="T5" fmla="*/ 0 h 470"/>
                <a:gd name="T6" fmla="*/ 0 w 262"/>
                <a:gd name="T7" fmla="*/ 0 h 470"/>
                <a:gd name="T8" fmla="*/ 0 w 262"/>
                <a:gd name="T9" fmla="*/ 0 h 470"/>
                <a:gd name="T10" fmla="*/ 0 w 262"/>
                <a:gd name="T11" fmla="*/ 0 h 470"/>
                <a:gd name="T12" fmla="*/ 0 w 262"/>
                <a:gd name="T13" fmla="*/ 0 h 470"/>
                <a:gd name="T14" fmla="*/ 0 w 262"/>
                <a:gd name="T15" fmla="*/ 0 h 470"/>
                <a:gd name="T16" fmla="*/ 0 w 262"/>
                <a:gd name="T17" fmla="*/ 0 h 4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 h="470">
                  <a:moveTo>
                    <a:pt x="70" y="28"/>
                  </a:moveTo>
                  <a:lnTo>
                    <a:pt x="47" y="179"/>
                  </a:lnTo>
                  <a:lnTo>
                    <a:pt x="0" y="226"/>
                  </a:lnTo>
                  <a:lnTo>
                    <a:pt x="117" y="470"/>
                  </a:lnTo>
                  <a:lnTo>
                    <a:pt x="251" y="278"/>
                  </a:lnTo>
                  <a:lnTo>
                    <a:pt x="181" y="226"/>
                  </a:lnTo>
                  <a:lnTo>
                    <a:pt x="262" y="110"/>
                  </a:lnTo>
                  <a:lnTo>
                    <a:pt x="192" y="0"/>
                  </a:lnTo>
                  <a:lnTo>
                    <a:pt x="70" y="28"/>
                  </a:lnTo>
                  <a:close/>
                </a:path>
              </a:pathLst>
            </a:custGeom>
            <a:solidFill>
              <a:schemeClr val="hlink"/>
            </a:solidFill>
            <a:ln w="9525">
              <a:solidFill>
                <a:schemeClr val="hlink"/>
              </a:solidFill>
              <a:round/>
              <a:headEnd/>
              <a:tailEnd/>
            </a:ln>
          </p:spPr>
          <p:txBody>
            <a:bodyPr/>
            <a:lstStyle/>
            <a:p>
              <a:endParaRPr lang="ko-KR" altLang="en-US"/>
            </a:p>
          </p:txBody>
        </p:sp>
        <p:sp>
          <p:nvSpPr>
            <p:cNvPr id="418161" name="Freeform 834">
              <a:extLst>
                <a:ext uri="{FF2B5EF4-FFF2-40B4-BE49-F238E27FC236}">
                  <a16:creationId xmlns:a16="http://schemas.microsoft.com/office/drawing/2014/main" id="{A857132F-1FE6-248E-D702-7070BB06A8AE}"/>
                </a:ext>
              </a:extLst>
            </p:cNvPr>
            <p:cNvSpPr>
              <a:spLocks/>
            </p:cNvSpPr>
            <p:nvPr/>
          </p:nvSpPr>
          <p:spPr bwMode="auto">
            <a:xfrm>
              <a:off x="1381" y="3108"/>
              <a:ext cx="127" cy="86"/>
            </a:xfrm>
            <a:custGeom>
              <a:avLst/>
              <a:gdLst>
                <a:gd name="T0" fmla="*/ 0 w 506"/>
                <a:gd name="T1" fmla="*/ 0 h 331"/>
                <a:gd name="T2" fmla="*/ 0 w 506"/>
                <a:gd name="T3" fmla="*/ 0 h 331"/>
                <a:gd name="T4" fmla="*/ 0 w 506"/>
                <a:gd name="T5" fmla="*/ 0 h 331"/>
                <a:gd name="T6" fmla="*/ 0 w 506"/>
                <a:gd name="T7" fmla="*/ 0 h 331"/>
                <a:gd name="T8" fmla="*/ 0 w 506"/>
                <a:gd name="T9" fmla="*/ 0 h 331"/>
                <a:gd name="T10" fmla="*/ 0 w 506"/>
                <a:gd name="T11" fmla="*/ 0 h 331"/>
                <a:gd name="T12" fmla="*/ 0 w 506"/>
                <a:gd name="T13" fmla="*/ 0 h 331"/>
                <a:gd name="T14" fmla="*/ 0 w 506"/>
                <a:gd name="T15" fmla="*/ 0 h 331"/>
                <a:gd name="T16" fmla="*/ 0 w 506"/>
                <a:gd name="T17" fmla="*/ 0 h 331"/>
                <a:gd name="T18" fmla="*/ 0 w 506"/>
                <a:gd name="T19" fmla="*/ 0 h 331"/>
                <a:gd name="T20" fmla="*/ 0 w 506"/>
                <a:gd name="T21" fmla="*/ 0 h 331"/>
                <a:gd name="T22" fmla="*/ 0 w 506"/>
                <a:gd name="T23" fmla="*/ 0 h 331"/>
                <a:gd name="T24" fmla="*/ 0 w 506"/>
                <a:gd name="T25" fmla="*/ 0 h 331"/>
                <a:gd name="T26" fmla="*/ 0 w 506"/>
                <a:gd name="T27" fmla="*/ 0 h 331"/>
                <a:gd name="T28" fmla="*/ 0 w 506"/>
                <a:gd name="T29" fmla="*/ 0 h 331"/>
                <a:gd name="T30" fmla="*/ 0 w 506"/>
                <a:gd name="T31" fmla="*/ 0 h 331"/>
                <a:gd name="T32" fmla="*/ 0 w 506"/>
                <a:gd name="T33" fmla="*/ 0 h 331"/>
                <a:gd name="T34" fmla="*/ 0 w 506"/>
                <a:gd name="T35" fmla="*/ 0 h 331"/>
                <a:gd name="T36" fmla="*/ 0 w 506"/>
                <a:gd name="T37" fmla="*/ 0 h 331"/>
                <a:gd name="T38" fmla="*/ 0 w 506"/>
                <a:gd name="T39" fmla="*/ 0 h 331"/>
                <a:gd name="T40" fmla="*/ 0 w 506"/>
                <a:gd name="T41" fmla="*/ 0 h 3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06" h="331">
                  <a:moveTo>
                    <a:pt x="0" y="128"/>
                  </a:moveTo>
                  <a:lnTo>
                    <a:pt x="23" y="59"/>
                  </a:lnTo>
                  <a:lnTo>
                    <a:pt x="110" y="52"/>
                  </a:lnTo>
                  <a:lnTo>
                    <a:pt x="105" y="6"/>
                  </a:lnTo>
                  <a:lnTo>
                    <a:pt x="197" y="0"/>
                  </a:lnTo>
                  <a:lnTo>
                    <a:pt x="203" y="29"/>
                  </a:lnTo>
                  <a:lnTo>
                    <a:pt x="401" y="47"/>
                  </a:lnTo>
                  <a:lnTo>
                    <a:pt x="447" y="111"/>
                  </a:lnTo>
                  <a:lnTo>
                    <a:pt x="476" y="111"/>
                  </a:lnTo>
                  <a:lnTo>
                    <a:pt x="506" y="163"/>
                  </a:lnTo>
                  <a:lnTo>
                    <a:pt x="436" y="169"/>
                  </a:lnTo>
                  <a:lnTo>
                    <a:pt x="476" y="291"/>
                  </a:lnTo>
                  <a:lnTo>
                    <a:pt x="389" y="279"/>
                  </a:lnTo>
                  <a:lnTo>
                    <a:pt x="401" y="303"/>
                  </a:lnTo>
                  <a:lnTo>
                    <a:pt x="366" y="331"/>
                  </a:lnTo>
                  <a:lnTo>
                    <a:pt x="331" y="273"/>
                  </a:lnTo>
                  <a:lnTo>
                    <a:pt x="302" y="279"/>
                  </a:lnTo>
                  <a:lnTo>
                    <a:pt x="227" y="139"/>
                  </a:lnTo>
                  <a:lnTo>
                    <a:pt x="105" y="244"/>
                  </a:lnTo>
                  <a:lnTo>
                    <a:pt x="81" y="204"/>
                  </a:lnTo>
                  <a:lnTo>
                    <a:pt x="0" y="128"/>
                  </a:lnTo>
                  <a:close/>
                </a:path>
              </a:pathLst>
            </a:custGeom>
            <a:solidFill>
              <a:schemeClr val="hlink"/>
            </a:solidFill>
            <a:ln w="9525">
              <a:solidFill>
                <a:schemeClr val="hlink"/>
              </a:solidFill>
              <a:round/>
              <a:headEnd/>
              <a:tailEnd/>
            </a:ln>
          </p:spPr>
          <p:txBody>
            <a:bodyPr/>
            <a:lstStyle/>
            <a:p>
              <a:endParaRPr lang="ko-KR" altLang="en-US"/>
            </a:p>
          </p:txBody>
        </p:sp>
        <p:sp>
          <p:nvSpPr>
            <p:cNvPr id="418162" name="Freeform 835">
              <a:extLst>
                <a:ext uri="{FF2B5EF4-FFF2-40B4-BE49-F238E27FC236}">
                  <a16:creationId xmlns:a16="http://schemas.microsoft.com/office/drawing/2014/main" id="{A7412831-FAF2-C1F1-80AC-7DAB5188D65A}"/>
                </a:ext>
              </a:extLst>
            </p:cNvPr>
            <p:cNvSpPr>
              <a:spLocks/>
            </p:cNvSpPr>
            <p:nvPr/>
          </p:nvSpPr>
          <p:spPr bwMode="auto">
            <a:xfrm>
              <a:off x="1407" y="3145"/>
              <a:ext cx="51" cy="65"/>
            </a:xfrm>
            <a:custGeom>
              <a:avLst/>
              <a:gdLst>
                <a:gd name="T0" fmla="*/ 0 w 197"/>
                <a:gd name="T1" fmla="*/ 0 h 256"/>
                <a:gd name="T2" fmla="*/ 0 w 197"/>
                <a:gd name="T3" fmla="*/ 0 h 256"/>
                <a:gd name="T4" fmla="*/ 0 w 197"/>
                <a:gd name="T5" fmla="*/ 0 h 256"/>
                <a:gd name="T6" fmla="*/ 0 w 197"/>
                <a:gd name="T7" fmla="*/ 0 h 256"/>
                <a:gd name="T8" fmla="*/ 0 w 197"/>
                <a:gd name="T9" fmla="*/ 0 h 256"/>
                <a:gd name="T10" fmla="*/ 0 w 197"/>
                <a:gd name="T11" fmla="*/ 0 h 2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7" h="256">
                  <a:moveTo>
                    <a:pt x="0" y="105"/>
                  </a:moveTo>
                  <a:lnTo>
                    <a:pt x="52" y="215"/>
                  </a:lnTo>
                  <a:lnTo>
                    <a:pt x="104" y="256"/>
                  </a:lnTo>
                  <a:lnTo>
                    <a:pt x="197" y="140"/>
                  </a:lnTo>
                  <a:lnTo>
                    <a:pt x="122" y="0"/>
                  </a:lnTo>
                  <a:lnTo>
                    <a:pt x="0" y="105"/>
                  </a:lnTo>
                  <a:close/>
                </a:path>
              </a:pathLst>
            </a:custGeom>
            <a:solidFill>
              <a:schemeClr val="hlink"/>
            </a:solidFill>
            <a:ln w="9525">
              <a:solidFill>
                <a:schemeClr val="hlink"/>
              </a:solidFill>
              <a:round/>
              <a:headEnd/>
              <a:tailEnd/>
            </a:ln>
          </p:spPr>
          <p:txBody>
            <a:bodyPr/>
            <a:lstStyle/>
            <a:p>
              <a:endParaRPr lang="ko-KR" altLang="en-US"/>
            </a:p>
          </p:txBody>
        </p:sp>
        <p:sp>
          <p:nvSpPr>
            <p:cNvPr id="418163" name="Freeform 836">
              <a:extLst>
                <a:ext uri="{FF2B5EF4-FFF2-40B4-BE49-F238E27FC236}">
                  <a16:creationId xmlns:a16="http://schemas.microsoft.com/office/drawing/2014/main" id="{FF09127D-EFDF-74CC-A866-5B4C75F8127A}"/>
                </a:ext>
              </a:extLst>
            </p:cNvPr>
            <p:cNvSpPr>
              <a:spLocks/>
            </p:cNvSpPr>
            <p:nvPr/>
          </p:nvSpPr>
          <p:spPr bwMode="auto">
            <a:xfrm>
              <a:off x="1434" y="3180"/>
              <a:ext cx="66" cy="69"/>
            </a:xfrm>
            <a:custGeom>
              <a:avLst/>
              <a:gdLst>
                <a:gd name="T0" fmla="*/ 0 w 262"/>
                <a:gd name="T1" fmla="*/ 0 h 273"/>
                <a:gd name="T2" fmla="*/ 0 w 262"/>
                <a:gd name="T3" fmla="*/ 0 h 273"/>
                <a:gd name="T4" fmla="*/ 0 w 262"/>
                <a:gd name="T5" fmla="*/ 0 h 273"/>
                <a:gd name="T6" fmla="*/ 0 w 262"/>
                <a:gd name="T7" fmla="*/ 0 h 273"/>
                <a:gd name="T8" fmla="*/ 0 w 262"/>
                <a:gd name="T9" fmla="*/ 0 h 273"/>
                <a:gd name="T10" fmla="*/ 0 w 262"/>
                <a:gd name="T11" fmla="*/ 0 h 273"/>
                <a:gd name="T12" fmla="*/ 0 w 262"/>
                <a:gd name="T13" fmla="*/ 0 h 273"/>
                <a:gd name="T14" fmla="*/ 0 w 262"/>
                <a:gd name="T15" fmla="*/ 0 h 273"/>
                <a:gd name="T16" fmla="*/ 0 w 262"/>
                <a:gd name="T17" fmla="*/ 0 h 273"/>
                <a:gd name="T18" fmla="*/ 0 w 262"/>
                <a:gd name="T19" fmla="*/ 0 h 2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2" h="273">
                  <a:moveTo>
                    <a:pt x="0" y="122"/>
                  </a:moveTo>
                  <a:lnTo>
                    <a:pt x="255" y="273"/>
                  </a:lnTo>
                  <a:lnTo>
                    <a:pt x="262" y="185"/>
                  </a:lnTo>
                  <a:lnTo>
                    <a:pt x="215" y="133"/>
                  </a:lnTo>
                  <a:lnTo>
                    <a:pt x="244" y="93"/>
                  </a:lnTo>
                  <a:lnTo>
                    <a:pt x="192" y="35"/>
                  </a:lnTo>
                  <a:lnTo>
                    <a:pt x="157" y="58"/>
                  </a:lnTo>
                  <a:lnTo>
                    <a:pt x="122" y="0"/>
                  </a:lnTo>
                  <a:lnTo>
                    <a:pt x="93" y="6"/>
                  </a:lnTo>
                  <a:lnTo>
                    <a:pt x="0" y="122"/>
                  </a:lnTo>
                  <a:close/>
                </a:path>
              </a:pathLst>
            </a:custGeom>
            <a:solidFill>
              <a:schemeClr val="hlink"/>
            </a:solidFill>
            <a:ln w="9525">
              <a:solidFill>
                <a:schemeClr val="hlink"/>
              </a:solidFill>
              <a:round/>
              <a:headEnd/>
              <a:tailEnd/>
            </a:ln>
          </p:spPr>
          <p:txBody>
            <a:bodyPr/>
            <a:lstStyle/>
            <a:p>
              <a:endParaRPr lang="ko-KR" altLang="en-US"/>
            </a:p>
          </p:txBody>
        </p:sp>
        <p:sp>
          <p:nvSpPr>
            <p:cNvPr id="418164" name="Freeform 837">
              <a:extLst>
                <a:ext uri="{FF2B5EF4-FFF2-40B4-BE49-F238E27FC236}">
                  <a16:creationId xmlns:a16="http://schemas.microsoft.com/office/drawing/2014/main" id="{3E91C5D8-7EAB-398E-66AD-D73581A54CF1}"/>
                </a:ext>
              </a:extLst>
            </p:cNvPr>
            <p:cNvSpPr>
              <a:spLocks/>
            </p:cNvSpPr>
            <p:nvPr/>
          </p:nvSpPr>
          <p:spPr bwMode="auto">
            <a:xfrm>
              <a:off x="1480" y="3140"/>
              <a:ext cx="113" cy="109"/>
            </a:xfrm>
            <a:custGeom>
              <a:avLst/>
              <a:gdLst>
                <a:gd name="T0" fmla="*/ 0 w 454"/>
                <a:gd name="T1" fmla="*/ 0 h 418"/>
                <a:gd name="T2" fmla="*/ 0 w 454"/>
                <a:gd name="T3" fmla="*/ 0 h 418"/>
                <a:gd name="T4" fmla="*/ 0 w 454"/>
                <a:gd name="T5" fmla="*/ 0 h 418"/>
                <a:gd name="T6" fmla="*/ 0 w 454"/>
                <a:gd name="T7" fmla="*/ 0 h 418"/>
                <a:gd name="T8" fmla="*/ 0 w 454"/>
                <a:gd name="T9" fmla="*/ 0 h 418"/>
                <a:gd name="T10" fmla="*/ 0 w 454"/>
                <a:gd name="T11" fmla="*/ 0 h 418"/>
                <a:gd name="T12" fmla="*/ 0 w 454"/>
                <a:gd name="T13" fmla="*/ 0 h 418"/>
                <a:gd name="T14" fmla="*/ 0 w 454"/>
                <a:gd name="T15" fmla="*/ 0 h 418"/>
                <a:gd name="T16" fmla="*/ 0 w 454"/>
                <a:gd name="T17" fmla="*/ 0 h 418"/>
                <a:gd name="T18" fmla="*/ 0 w 454"/>
                <a:gd name="T19" fmla="*/ 0 h 418"/>
                <a:gd name="T20" fmla="*/ 0 w 454"/>
                <a:gd name="T21" fmla="*/ 0 h 418"/>
                <a:gd name="T22" fmla="*/ 0 w 454"/>
                <a:gd name="T23" fmla="*/ 0 h 418"/>
                <a:gd name="T24" fmla="*/ 0 w 454"/>
                <a:gd name="T25" fmla="*/ 0 h 418"/>
                <a:gd name="T26" fmla="*/ 0 w 454"/>
                <a:gd name="T27" fmla="*/ 0 h 418"/>
                <a:gd name="T28" fmla="*/ 0 w 454"/>
                <a:gd name="T29" fmla="*/ 0 h 418"/>
                <a:gd name="T30" fmla="*/ 0 w 454"/>
                <a:gd name="T31" fmla="*/ 0 h 418"/>
                <a:gd name="T32" fmla="*/ 0 w 454"/>
                <a:gd name="T33" fmla="*/ 0 h 418"/>
                <a:gd name="T34" fmla="*/ 0 w 454"/>
                <a:gd name="T35" fmla="*/ 0 h 418"/>
                <a:gd name="T36" fmla="*/ 0 w 454"/>
                <a:gd name="T37" fmla="*/ 0 h 418"/>
                <a:gd name="T38" fmla="*/ 0 w 454"/>
                <a:gd name="T39" fmla="*/ 0 h 4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4" h="418">
                  <a:moveTo>
                    <a:pt x="75" y="418"/>
                  </a:moveTo>
                  <a:lnTo>
                    <a:pt x="267" y="377"/>
                  </a:lnTo>
                  <a:lnTo>
                    <a:pt x="454" y="407"/>
                  </a:lnTo>
                  <a:lnTo>
                    <a:pt x="378" y="226"/>
                  </a:lnTo>
                  <a:lnTo>
                    <a:pt x="436" y="151"/>
                  </a:lnTo>
                  <a:lnTo>
                    <a:pt x="431" y="110"/>
                  </a:lnTo>
                  <a:lnTo>
                    <a:pt x="384" y="58"/>
                  </a:lnTo>
                  <a:lnTo>
                    <a:pt x="274" y="64"/>
                  </a:lnTo>
                  <a:lnTo>
                    <a:pt x="215" y="0"/>
                  </a:lnTo>
                  <a:lnTo>
                    <a:pt x="99" y="6"/>
                  </a:lnTo>
                  <a:lnTo>
                    <a:pt x="117" y="35"/>
                  </a:lnTo>
                  <a:lnTo>
                    <a:pt x="47" y="41"/>
                  </a:lnTo>
                  <a:lnTo>
                    <a:pt x="82" y="157"/>
                  </a:lnTo>
                  <a:lnTo>
                    <a:pt x="0" y="145"/>
                  </a:lnTo>
                  <a:lnTo>
                    <a:pt x="6" y="180"/>
                  </a:lnTo>
                  <a:lnTo>
                    <a:pt x="64" y="238"/>
                  </a:lnTo>
                  <a:lnTo>
                    <a:pt x="35" y="278"/>
                  </a:lnTo>
                  <a:lnTo>
                    <a:pt x="82" y="330"/>
                  </a:lnTo>
                  <a:lnTo>
                    <a:pt x="75" y="389"/>
                  </a:lnTo>
                  <a:lnTo>
                    <a:pt x="75" y="418"/>
                  </a:lnTo>
                  <a:close/>
                </a:path>
              </a:pathLst>
            </a:custGeom>
            <a:solidFill>
              <a:schemeClr val="hlink"/>
            </a:solidFill>
            <a:ln w="9525">
              <a:solidFill>
                <a:schemeClr val="hlink"/>
              </a:solidFill>
              <a:round/>
              <a:headEnd/>
              <a:tailEnd/>
            </a:ln>
          </p:spPr>
          <p:txBody>
            <a:bodyPr/>
            <a:lstStyle/>
            <a:p>
              <a:endParaRPr lang="ko-KR" altLang="en-US"/>
            </a:p>
          </p:txBody>
        </p:sp>
        <p:sp>
          <p:nvSpPr>
            <p:cNvPr id="418165" name="Freeform 838">
              <a:extLst>
                <a:ext uri="{FF2B5EF4-FFF2-40B4-BE49-F238E27FC236}">
                  <a16:creationId xmlns:a16="http://schemas.microsoft.com/office/drawing/2014/main" id="{8754691A-9FE0-CE1E-18D0-821BEA9BB20E}"/>
                </a:ext>
              </a:extLst>
            </p:cNvPr>
            <p:cNvSpPr>
              <a:spLocks/>
            </p:cNvSpPr>
            <p:nvPr/>
          </p:nvSpPr>
          <p:spPr bwMode="auto">
            <a:xfrm>
              <a:off x="1532" y="3064"/>
              <a:ext cx="144" cy="113"/>
            </a:xfrm>
            <a:custGeom>
              <a:avLst/>
              <a:gdLst>
                <a:gd name="T0" fmla="*/ 0 w 565"/>
                <a:gd name="T1" fmla="*/ 0 h 436"/>
                <a:gd name="T2" fmla="*/ 0 w 565"/>
                <a:gd name="T3" fmla="*/ 0 h 436"/>
                <a:gd name="T4" fmla="*/ 0 w 565"/>
                <a:gd name="T5" fmla="*/ 0 h 436"/>
                <a:gd name="T6" fmla="*/ 0 w 565"/>
                <a:gd name="T7" fmla="*/ 0 h 436"/>
                <a:gd name="T8" fmla="*/ 0 w 565"/>
                <a:gd name="T9" fmla="*/ 0 h 436"/>
                <a:gd name="T10" fmla="*/ 0 w 565"/>
                <a:gd name="T11" fmla="*/ 0 h 436"/>
                <a:gd name="T12" fmla="*/ 0 w 565"/>
                <a:gd name="T13" fmla="*/ 0 h 436"/>
                <a:gd name="T14" fmla="*/ 0 w 565"/>
                <a:gd name="T15" fmla="*/ 0 h 436"/>
                <a:gd name="T16" fmla="*/ 0 w 565"/>
                <a:gd name="T17" fmla="*/ 0 h 436"/>
                <a:gd name="T18" fmla="*/ 0 w 565"/>
                <a:gd name="T19" fmla="*/ 0 h 436"/>
                <a:gd name="T20" fmla="*/ 0 w 565"/>
                <a:gd name="T21" fmla="*/ 0 h 436"/>
                <a:gd name="T22" fmla="*/ 0 w 565"/>
                <a:gd name="T23" fmla="*/ 0 h 436"/>
                <a:gd name="T24" fmla="*/ 0 w 565"/>
                <a:gd name="T25" fmla="*/ 0 h 436"/>
                <a:gd name="T26" fmla="*/ 0 w 565"/>
                <a:gd name="T27" fmla="*/ 0 h 4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65" h="436">
                  <a:moveTo>
                    <a:pt x="442" y="0"/>
                  </a:moveTo>
                  <a:lnTo>
                    <a:pt x="565" y="185"/>
                  </a:lnTo>
                  <a:lnTo>
                    <a:pt x="530" y="244"/>
                  </a:lnTo>
                  <a:lnTo>
                    <a:pt x="291" y="272"/>
                  </a:lnTo>
                  <a:lnTo>
                    <a:pt x="221" y="255"/>
                  </a:lnTo>
                  <a:lnTo>
                    <a:pt x="221" y="436"/>
                  </a:lnTo>
                  <a:lnTo>
                    <a:pt x="198" y="389"/>
                  </a:lnTo>
                  <a:lnTo>
                    <a:pt x="169" y="354"/>
                  </a:lnTo>
                  <a:lnTo>
                    <a:pt x="59" y="360"/>
                  </a:lnTo>
                  <a:lnTo>
                    <a:pt x="0" y="296"/>
                  </a:lnTo>
                  <a:lnTo>
                    <a:pt x="117" y="150"/>
                  </a:lnTo>
                  <a:lnTo>
                    <a:pt x="216" y="127"/>
                  </a:lnTo>
                  <a:lnTo>
                    <a:pt x="221" y="81"/>
                  </a:lnTo>
                  <a:lnTo>
                    <a:pt x="442" y="0"/>
                  </a:lnTo>
                  <a:close/>
                </a:path>
              </a:pathLst>
            </a:custGeom>
            <a:solidFill>
              <a:schemeClr val="hlink"/>
            </a:solidFill>
            <a:ln w="9525">
              <a:solidFill>
                <a:schemeClr val="hlink"/>
              </a:solidFill>
              <a:round/>
              <a:headEnd/>
              <a:tailEnd/>
            </a:ln>
          </p:spPr>
          <p:txBody>
            <a:bodyPr/>
            <a:lstStyle/>
            <a:p>
              <a:endParaRPr lang="ko-KR" altLang="en-US"/>
            </a:p>
          </p:txBody>
        </p:sp>
        <p:sp>
          <p:nvSpPr>
            <p:cNvPr id="418166" name="Freeform 839">
              <a:extLst>
                <a:ext uri="{FF2B5EF4-FFF2-40B4-BE49-F238E27FC236}">
                  <a16:creationId xmlns:a16="http://schemas.microsoft.com/office/drawing/2014/main" id="{4777D85F-E102-5C80-C8AD-69CC94F72C50}"/>
                </a:ext>
              </a:extLst>
            </p:cNvPr>
            <p:cNvSpPr>
              <a:spLocks/>
            </p:cNvSpPr>
            <p:nvPr/>
          </p:nvSpPr>
          <p:spPr bwMode="auto">
            <a:xfrm>
              <a:off x="1575" y="3130"/>
              <a:ext cx="54" cy="115"/>
            </a:xfrm>
            <a:custGeom>
              <a:avLst/>
              <a:gdLst>
                <a:gd name="T0" fmla="*/ 0 w 221"/>
                <a:gd name="T1" fmla="*/ 0 h 448"/>
                <a:gd name="T2" fmla="*/ 0 w 221"/>
                <a:gd name="T3" fmla="*/ 0 h 448"/>
                <a:gd name="T4" fmla="*/ 0 w 221"/>
                <a:gd name="T5" fmla="*/ 0 h 448"/>
                <a:gd name="T6" fmla="*/ 0 w 221"/>
                <a:gd name="T7" fmla="*/ 0 h 448"/>
                <a:gd name="T8" fmla="*/ 0 w 221"/>
                <a:gd name="T9" fmla="*/ 0 h 448"/>
                <a:gd name="T10" fmla="*/ 0 w 221"/>
                <a:gd name="T11" fmla="*/ 0 h 448"/>
                <a:gd name="T12" fmla="*/ 0 w 221"/>
                <a:gd name="T13" fmla="*/ 0 h 448"/>
                <a:gd name="T14" fmla="*/ 0 w 221"/>
                <a:gd name="T15" fmla="*/ 0 h 44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1" h="448">
                  <a:moveTo>
                    <a:pt x="198" y="12"/>
                  </a:moveTo>
                  <a:lnTo>
                    <a:pt x="221" y="378"/>
                  </a:lnTo>
                  <a:lnTo>
                    <a:pt x="76" y="448"/>
                  </a:lnTo>
                  <a:lnTo>
                    <a:pt x="0" y="267"/>
                  </a:lnTo>
                  <a:lnTo>
                    <a:pt x="58" y="192"/>
                  </a:lnTo>
                  <a:lnTo>
                    <a:pt x="58" y="0"/>
                  </a:lnTo>
                  <a:lnTo>
                    <a:pt x="128" y="17"/>
                  </a:lnTo>
                  <a:lnTo>
                    <a:pt x="198" y="12"/>
                  </a:lnTo>
                  <a:close/>
                </a:path>
              </a:pathLst>
            </a:custGeom>
            <a:solidFill>
              <a:schemeClr val="hlink"/>
            </a:solidFill>
            <a:ln w="9525">
              <a:solidFill>
                <a:schemeClr val="hlink"/>
              </a:solidFill>
              <a:round/>
              <a:headEnd/>
              <a:tailEnd/>
            </a:ln>
          </p:spPr>
          <p:txBody>
            <a:bodyPr/>
            <a:lstStyle/>
            <a:p>
              <a:endParaRPr lang="ko-KR" altLang="en-US"/>
            </a:p>
          </p:txBody>
        </p:sp>
        <p:sp>
          <p:nvSpPr>
            <p:cNvPr id="418167" name="Freeform 840">
              <a:extLst>
                <a:ext uri="{FF2B5EF4-FFF2-40B4-BE49-F238E27FC236}">
                  <a16:creationId xmlns:a16="http://schemas.microsoft.com/office/drawing/2014/main" id="{A2589EEE-4DB9-7484-DF1F-C136D321A6D5}"/>
                </a:ext>
              </a:extLst>
            </p:cNvPr>
            <p:cNvSpPr>
              <a:spLocks/>
            </p:cNvSpPr>
            <p:nvPr/>
          </p:nvSpPr>
          <p:spPr bwMode="auto">
            <a:xfrm>
              <a:off x="1623" y="3130"/>
              <a:ext cx="32" cy="97"/>
            </a:xfrm>
            <a:custGeom>
              <a:avLst/>
              <a:gdLst>
                <a:gd name="T0" fmla="*/ 0 w 127"/>
                <a:gd name="T1" fmla="*/ 0 h 384"/>
                <a:gd name="T2" fmla="*/ 0 w 127"/>
                <a:gd name="T3" fmla="*/ 0 h 384"/>
                <a:gd name="T4" fmla="*/ 0 w 127"/>
                <a:gd name="T5" fmla="*/ 0 h 384"/>
                <a:gd name="T6" fmla="*/ 0 w 127"/>
                <a:gd name="T7" fmla="*/ 0 h 384"/>
                <a:gd name="T8" fmla="*/ 0 w 127"/>
                <a:gd name="T9" fmla="*/ 0 h 384"/>
                <a:gd name="T10" fmla="*/ 0 w 127"/>
                <a:gd name="T11" fmla="*/ 0 h 384"/>
                <a:gd name="T12" fmla="*/ 0 w 127"/>
                <a:gd name="T13" fmla="*/ 0 h 3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384">
                  <a:moveTo>
                    <a:pt x="0" y="18"/>
                  </a:moveTo>
                  <a:lnTo>
                    <a:pt x="23" y="384"/>
                  </a:lnTo>
                  <a:lnTo>
                    <a:pt x="104" y="349"/>
                  </a:lnTo>
                  <a:lnTo>
                    <a:pt x="92" y="152"/>
                  </a:lnTo>
                  <a:lnTo>
                    <a:pt x="127" y="100"/>
                  </a:lnTo>
                  <a:lnTo>
                    <a:pt x="110" y="0"/>
                  </a:lnTo>
                  <a:lnTo>
                    <a:pt x="0" y="18"/>
                  </a:lnTo>
                  <a:close/>
                </a:path>
              </a:pathLst>
            </a:custGeom>
            <a:solidFill>
              <a:schemeClr val="hlink"/>
            </a:solidFill>
            <a:ln w="9525">
              <a:solidFill>
                <a:schemeClr val="hlink"/>
              </a:solidFill>
              <a:round/>
              <a:headEnd/>
              <a:tailEnd/>
            </a:ln>
          </p:spPr>
          <p:txBody>
            <a:bodyPr/>
            <a:lstStyle/>
            <a:p>
              <a:endParaRPr lang="ko-KR" altLang="en-US"/>
            </a:p>
          </p:txBody>
        </p:sp>
        <p:sp>
          <p:nvSpPr>
            <p:cNvPr id="418168" name="Freeform 841">
              <a:extLst>
                <a:ext uri="{FF2B5EF4-FFF2-40B4-BE49-F238E27FC236}">
                  <a16:creationId xmlns:a16="http://schemas.microsoft.com/office/drawing/2014/main" id="{94984298-E760-02C7-D007-67ADCAEDD882}"/>
                </a:ext>
              </a:extLst>
            </p:cNvPr>
            <p:cNvSpPr>
              <a:spLocks/>
            </p:cNvSpPr>
            <p:nvPr/>
          </p:nvSpPr>
          <p:spPr bwMode="auto">
            <a:xfrm>
              <a:off x="1647" y="3112"/>
              <a:ext cx="53" cy="107"/>
            </a:xfrm>
            <a:custGeom>
              <a:avLst/>
              <a:gdLst>
                <a:gd name="T0" fmla="*/ 0 w 210"/>
                <a:gd name="T1" fmla="*/ 0 h 418"/>
                <a:gd name="T2" fmla="*/ 0 w 210"/>
                <a:gd name="T3" fmla="*/ 0 h 418"/>
                <a:gd name="T4" fmla="*/ 0 w 210"/>
                <a:gd name="T5" fmla="*/ 0 h 418"/>
                <a:gd name="T6" fmla="*/ 0 w 210"/>
                <a:gd name="T7" fmla="*/ 0 h 418"/>
                <a:gd name="T8" fmla="*/ 0 w 210"/>
                <a:gd name="T9" fmla="*/ 0 h 418"/>
                <a:gd name="T10" fmla="*/ 0 w 210"/>
                <a:gd name="T11" fmla="*/ 0 h 418"/>
                <a:gd name="T12" fmla="*/ 0 w 210"/>
                <a:gd name="T13" fmla="*/ 0 h 418"/>
                <a:gd name="T14" fmla="*/ 0 w 210"/>
                <a:gd name="T15" fmla="*/ 0 h 418"/>
                <a:gd name="T16" fmla="*/ 0 w 210"/>
                <a:gd name="T17" fmla="*/ 0 h 418"/>
                <a:gd name="T18" fmla="*/ 0 w 210"/>
                <a:gd name="T19" fmla="*/ 0 h 418"/>
                <a:gd name="T20" fmla="*/ 0 w 210"/>
                <a:gd name="T21" fmla="*/ 0 h 418"/>
                <a:gd name="T22" fmla="*/ 0 w 210"/>
                <a:gd name="T23" fmla="*/ 0 h 4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0" h="418">
                  <a:moveTo>
                    <a:pt x="18" y="69"/>
                  </a:moveTo>
                  <a:lnTo>
                    <a:pt x="30" y="169"/>
                  </a:lnTo>
                  <a:lnTo>
                    <a:pt x="0" y="221"/>
                  </a:lnTo>
                  <a:lnTo>
                    <a:pt x="12" y="418"/>
                  </a:lnTo>
                  <a:lnTo>
                    <a:pt x="122" y="383"/>
                  </a:lnTo>
                  <a:lnTo>
                    <a:pt x="112" y="204"/>
                  </a:lnTo>
                  <a:lnTo>
                    <a:pt x="187" y="139"/>
                  </a:lnTo>
                  <a:lnTo>
                    <a:pt x="210" y="87"/>
                  </a:lnTo>
                  <a:lnTo>
                    <a:pt x="199" y="0"/>
                  </a:lnTo>
                  <a:lnTo>
                    <a:pt x="112" y="5"/>
                  </a:lnTo>
                  <a:lnTo>
                    <a:pt x="88" y="35"/>
                  </a:lnTo>
                  <a:lnTo>
                    <a:pt x="18" y="69"/>
                  </a:lnTo>
                  <a:close/>
                </a:path>
              </a:pathLst>
            </a:custGeom>
            <a:solidFill>
              <a:schemeClr val="hlink"/>
            </a:solidFill>
            <a:ln w="9525">
              <a:solidFill>
                <a:schemeClr val="hlink"/>
              </a:solidFill>
              <a:round/>
              <a:headEnd/>
              <a:tailEnd/>
            </a:ln>
          </p:spPr>
          <p:txBody>
            <a:bodyPr/>
            <a:lstStyle/>
            <a:p>
              <a:endParaRPr lang="ko-KR" altLang="en-US"/>
            </a:p>
          </p:txBody>
        </p:sp>
        <p:sp>
          <p:nvSpPr>
            <p:cNvPr id="418169" name="Freeform 842">
              <a:extLst>
                <a:ext uri="{FF2B5EF4-FFF2-40B4-BE49-F238E27FC236}">
                  <a16:creationId xmlns:a16="http://schemas.microsoft.com/office/drawing/2014/main" id="{87CAA90D-6C9E-028D-0B94-65BCF7D264EE}"/>
                </a:ext>
              </a:extLst>
            </p:cNvPr>
            <p:cNvSpPr>
              <a:spLocks/>
            </p:cNvSpPr>
            <p:nvPr/>
          </p:nvSpPr>
          <p:spPr bwMode="auto">
            <a:xfrm>
              <a:off x="1645" y="2910"/>
              <a:ext cx="257" cy="204"/>
            </a:xfrm>
            <a:custGeom>
              <a:avLst/>
              <a:gdLst>
                <a:gd name="T0" fmla="*/ 0 w 1023"/>
                <a:gd name="T1" fmla="*/ 0 h 790"/>
                <a:gd name="T2" fmla="*/ 0 w 1023"/>
                <a:gd name="T3" fmla="*/ 0 h 790"/>
                <a:gd name="T4" fmla="*/ 0 w 1023"/>
                <a:gd name="T5" fmla="*/ 0 h 790"/>
                <a:gd name="T6" fmla="*/ 0 w 1023"/>
                <a:gd name="T7" fmla="*/ 0 h 790"/>
                <a:gd name="T8" fmla="*/ 0 w 1023"/>
                <a:gd name="T9" fmla="*/ 0 h 790"/>
                <a:gd name="T10" fmla="*/ 0 w 1023"/>
                <a:gd name="T11" fmla="*/ 0 h 790"/>
                <a:gd name="T12" fmla="*/ 0 w 1023"/>
                <a:gd name="T13" fmla="*/ 0 h 790"/>
                <a:gd name="T14" fmla="*/ 0 w 1023"/>
                <a:gd name="T15" fmla="*/ 0 h 790"/>
                <a:gd name="T16" fmla="*/ 0 w 1023"/>
                <a:gd name="T17" fmla="*/ 0 h 790"/>
                <a:gd name="T18" fmla="*/ 0 w 1023"/>
                <a:gd name="T19" fmla="*/ 0 h 790"/>
                <a:gd name="T20" fmla="*/ 0 w 1023"/>
                <a:gd name="T21" fmla="*/ 0 h 790"/>
                <a:gd name="T22" fmla="*/ 0 w 1023"/>
                <a:gd name="T23" fmla="*/ 0 h 790"/>
                <a:gd name="T24" fmla="*/ 0 w 1023"/>
                <a:gd name="T25" fmla="*/ 0 h 790"/>
                <a:gd name="T26" fmla="*/ 0 w 1023"/>
                <a:gd name="T27" fmla="*/ 0 h 790"/>
                <a:gd name="T28" fmla="*/ 0 w 1023"/>
                <a:gd name="T29" fmla="*/ 0 h 790"/>
                <a:gd name="T30" fmla="*/ 0 w 1023"/>
                <a:gd name="T31" fmla="*/ 0 h 790"/>
                <a:gd name="T32" fmla="*/ 0 w 1023"/>
                <a:gd name="T33" fmla="*/ 0 h 790"/>
                <a:gd name="T34" fmla="*/ 0 w 1023"/>
                <a:gd name="T35" fmla="*/ 0 h 790"/>
                <a:gd name="T36" fmla="*/ 0 w 1023"/>
                <a:gd name="T37" fmla="*/ 0 h 790"/>
                <a:gd name="T38" fmla="*/ 0 w 1023"/>
                <a:gd name="T39" fmla="*/ 0 h 790"/>
                <a:gd name="T40" fmla="*/ 0 w 1023"/>
                <a:gd name="T41" fmla="*/ 0 h 7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23" h="790">
                  <a:moveTo>
                    <a:pt x="0" y="605"/>
                  </a:moveTo>
                  <a:lnTo>
                    <a:pt x="123" y="790"/>
                  </a:lnTo>
                  <a:lnTo>
                    <a:pt x="210" y="785"/>
                  </a:lnTo>
                  <a:lnTo>
                    <a:pt x="255" y="668"/>
                  </a:lnTo>
                  <a:lnTo>
                    <a:pt x="378" y="633"/>
                  </a:lnTo>
                  <a:lnTo>
                    <a:pt x="424" y="698"/>
                  </a:lnTo>
                  <a:lnTo>
                    <a:pt x="488" y="698"/>
                  </a:lnTo>
                  <a:lnTo>
                    <a:pt x="552" y="720"/>
                  </a:lnTo>
                  <a:lnTo>
                    <a:pt x="662" y="668"/>
                  </a:lnTo>
                  <a:lnTo>
                    <a:pt x="738" y="710"/>
                  </a:lnTo>
                  <a:lnTo>
                    <a:pt x="854" y="640"/>
                  </a:lnTo>
                  <a:lnTo>
                    <a:pt x="854" y="588"/>
                  </a:lnTo>
                  <a:lnTo>
                    <a:pt x="1023" y="389"/>
                  </a:lnTo>
                  <a:lnTo>
                    <a:pt x="1023" y="239"/>
                  </a:lnTo>
                  <a:lnTo>
                    <a:pt x="983" y="187"/>
                  </a:lnTo>
                  <a:lnTo>
                    <a:pt x="993" y="0"/>
                  </a:lnTo>
                  <a:lnTo>
                    <a:pt x="913" y="65"/>
                  </a:lnTo>
                  <a:lnTo>
                    <a:pt x="726" y="35"/>
                  </a:lnTo>
                  <a:lnTo>
                    <a:pt x="244" y="314"/>
                  </a:lnTo>
                  <a:lnTo>
                    <a:pt x="175" y="529"/>
                  </a:lnTo>
                  <a:lnTo>
                    <a:pt x="0" y="605"/>
                  </a:lnTo>
                  <a:close/>
                </a:path>
              </a:pathLst>
            </a:custGeom>
            <a:solidFill>
              <a:schemeClr val="hlink"/>
            </a:solidFill>
            <a:ln w="9525">
              <a:solidFill>
                <a:schemeClr val="hlink"/>
              </a:solidFill>
              <a:round/>
              <a:headEnd/>
              <a:tailEnd/>
            </a:ln>
          </p:spPr>
          <p:txBody>
            <a:bodyPr/>
            <a:lstStyle/>
            <a:p>
              <a:endParaRPr lang="ko-KR" altLang="en-US"/>
            </a:p>
          </p:txBody>
        </p:sp>
        <p:sp>
          <p:nvSpPr>
            <p:cNvPr id="418170" name="Freeform 843">
              <a:extLst>
                <a:ext uri="{FF2B5EF4-FFF2-40B4-BE49-F238E27FC236}">
                  <a16:creationId xmlns:a16="http://schemas.microsoft.com/office/drawing/2014/main" id="{D13E5F91-3A7E-DFE2-907F-BC44DDC38B01}"/>
                </a:ext>
              </a:extLst>
            </p:cNvPr>
            <p:cNvSpPr>
              <a:spLocks/>
            </p:cNvSpPr>
            <p:nvPr/>
          </p:nvSpPr>
          <p:spPr bwMode="auto">
            <a:xfrm>
              <a:off x="1793" y="2742"/>
              <a:ext cx="248" cy="240"/>
            </a:xfrm>
            <a:custGeom>
              <a:avLst/>
              <a:gdLst>
                <a:gd name="T0" fmla="*/ 0 w 982"/>
                <a:gd name="T1" fmla="*/ 0 h 935"/>
                <a:gd name="T2" fmla="*/ 0 w 982"/>
                <a:gd name="T3" fmla="*/ 0 h 935"/>
                <a:gd name="T4" fmla="*/ 0 w 982"/>
                <a:gd name="T5" fmla="*/ 0 h 935"/>
                <a:gd name="T6" fmla="*/ 0 w 982"/>
                <a:gd name="T7" fmla="*/ 0 h 935"/>
                <a:gd name="T8" fmla="*/ 0 w 982"/>
                <a:gd name="T9" fmla="*/ 0 h 935"/>
                <a:gd name="T10" fmla="*/ 0 w 982"/>
                <a:gd name="T11" fmla="*/ 0 h 935"/>
                <a:gd name="T12" fmla="*/ 0 w 982"/>
                <a:gd name="T13" fmla="*/ 0 h 935"/>
                <a:gd name="T14" fmla="*/ 0 w 982"/>
                <a:gd name="T15" fmla="*/ 0 h 935"/>
                <a:gd name="T16" fmla="*/ 0 w 982"/>
                <a:gd name="T17" fmla="*/ 0 h 935"/>
                <a:gd name="T18" fmla="*/ 0 w 982"/>
                <a:gd name="T19" fmla="*/ 0 h 935"/>
                <a:gd name="T20" fmla="*/ 0 w 982"/>
                <a:gd name="T21" fmla="*/ 0 h 935"/>
                <a:gd name="T22" fmla="*/ 0 w 982"/>
                <a:gd name="T23" fmla="*/ 0 h 935"/>
                <a:gd name="T24" fmla="*/ 0 w 982"/>
                <a:gd name="T25" fmla="*/ 0 h 935"/>
                <a:gd name="T26" fmla="*/ 0 w 982"/>
                <a:gd name="T27" fmla="*/ 0 h 935"/>
                <a:gd name="T28" fmla="*/ 0 w 982"/>
                <a:gd name="T29" fmla="*/ 0 h 935"/>
                <a:gd name="T30" fmla="*/ 0 w 982"/>
                <a:gd name="T31" fmla="*/ 0 h 935"/>
                <a:gd name="T32" fmla="*/ 0 w 982"/>
                <a:gd name="T33" fmla="*/ 0 h 935"/>
                <a:gd name="T34" fmla="*/ 0 w 982"/>
                <a:gd name="T35" fmla="*/ 0 h 935"/>
                <a:gd name="T36" fmla="*/ 0 w 982"/>
                <a:gd name="T37" fmla="*/ 0 h 935"/>
                <a:gd name="T38" fmla="*/ 0 w 982"/>
                <a:gd name="T39" fmla="*/ 0 h 935"/>
                <a:gd name="T40" fmla="*/ 0 w 982"/>
                <a:gd name="T41" fmla="*/ 0 h 9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82" h="935">
                  <a:moveTo>
                    <a:pt x="204" y="0"/>
                  </a:moveTo>
                  <a:lnTo>
                    <a:pt x="40" y="221"/>
                  </a:lnTo>
                  <a:lnTo>
                    <a:pt x="47" y="389"/>
                  </a:lnTo>
                  <a:lnTo>
                    <a:pt x="0" y="487"/>
                  </a:lnTo>
                  <a:lnTo>
                    <a:pt x="70" y="633"/>
                  </a:lnTo>
                  <a:lnTo>
                    <a:pt x="151" y="691"/>
                  </a:lnTo>
                  <a:lnTo>
                    <a:pt x="331" y="721"/>
                  </a:lnTo>
                  <a:lnTo>
                    <a:pt x="406" y="656"/>
                  </a:lnTo>
                  <a:lnTo>
                    <a:pt x="901" y="935"/>
                  </a:lnTo>
                  <a:lnTo>
                    <a:pt x="895" y="883"/>
                  </a:lnTo>
                  <a:lnTo>
                    <a:pt x="982" y="883"/>
                  </a:lnTo>
                  <a:lnTo>
                    <a:pt x="930" y="233"/>
                  </a:lnTo>
                  <a:lnTo>
                    <a:pt x="971" y="203"/>
                  </a:lnTo>
                  <a:lnTo>
                    <a:pt x="954" y="105"/>
                  </a:lnTo>
                  <a:lnTo>
                    <a:pt x="808" y="18"/>
                  </a:lnTo>
                  <a:lnTo>
                    <a:pt x="697" y="35"/>
                  </a:lnTo>
                  <a:lnTo>
                    <a:pt x="657" y="180"/>
                  </a:lnTo>
                  <a:lnTo>
                    <a:pt x="616" y="198"/>
                  </a:lnTo>
                  <a:lnTo>
                    <a:pt x="448" y="110"/>
                  </a:lnTo>
                  <a:lnTo>
                    <a:pt x="384" y="29"/>
                  </a:lnTo>
                  <a:lnTo>
                    <a:pt x="204" y="0"/>
                  </a:lnTo>
                  <a:close/>
                </a:path>
              </a:pathLst>
            </a:custGeom>
            <a:solidFill>
              <a:schemeClr val="hlink"/>
            </a:solidFill>
            <a:ln w="9525">
              <a:solidFill>
                <a:schemeClr val="hlink"/>
              </a:solidFill>
              <a:round/>
              <a:headEnd/>
              <a:tailEnd/>
            </a:ln>
          </p:spPr>
          <p:txBody>
            <a:bodyPr/>
            <a:lstStyle/>
            <a:p>
              <a:endParaRPr lang="ko-KR" altLang="en-US"/>
            </a:p>
          </p:txBody>
        </p:sp>
        <p:sp>
          <p:nvSpPr>
            <p:cNvPr id="418171" name="Freeform 844">
              <a:extLst>
                <a:ext uri="{FF2B5EF4-FFF2-40B4-BE49-F238E27FC236}">
                  <a16:creationId xmlns:a16="http://schemas.microsoft.com/office/drawing/2014/main" id="{8AFAC178-E327-B4E8-C659-CEB6A378F528}"/>
                </a:ext>
              </a:extLst>
            </p:cNvPr>
            <p:cNvSpPr>
              <a:spLocks/>
            </p:cNvSpPr>
            <p:nvPr/>
          </p:nvSpPr>
          <p:spPr bwMode="auto">
            <a:xfrm>
              <a:off x="1676" y="3073"/>
              <a:ext cx="201" cy="178"/>
            </a:xfrm>
            <a:custGeom>
              <a:avLst/>
              <a:gdLst>
                <a:gd name="T0" fmla="*/ 0 w 801"/>
                <a:gd name="T1" fmla="*/ 0 h 698"/>
                <a:gd name="T2" fmla="*/ 0 w 801"/>
                <a:gd name="T3" fmla="*/ 0 h 698"/>
                <a:gd name="T4" fmla="*/ 0 w 801"/>
                <a:gd name="T5" fmla="*/ 0 h 698"/>
                <a:gd name="T6" fmla="*/ 0 w 801"/>
                <a:gd name="T7" fmla="*/ 0 h 698"/>
                <a:gd name="T8" fmla="*/ 0 w 801"/>
                <a:gd name="T9" fmla="*/ 0 h 698"/>
                <a:gd name="T10" fmla="*/ 0 w 801"/>
                <a:gd name="T11" fmla="*/ 0 h 698"/>
                <a:gd name="T12" fmla="*/ 0 w 801"/>
                <a:gd name="T13" fmla="*/ 0 h 698"/>
                <a:gd name="T14" fmla="*/ 0 w 801"/>
                <a:gd name="T15" fmla="*/ 0 h 698"/>
                <a:gd name="T16" fmla="*/ 0 w 801"/>
                <a:gd name="T17" fmla="*/ 0 h 698"/>
                <a:gd name="T18" fmla="*/ 0 w 801"/>
                <a:gd name="T19" fmla="*/ 0 h 698"/>
                <a:gd name="T20" fmla="*/ 0 w 801"/>
                <a:gd name="T21" fmla="*/ 0 h 698"/>
                <a:gd name="T22" fmla="*/ 0 w 801"/>
                <a:gd name="T23" fmla="*/ 0 h 698"/>
                <a:gd name="T24" fmla="*/ 0 w 801"/>
                <a:gd name="T25" fmla="*/ 0 h 698"/>
                <a:gd name="T26" fmla="*/ 0 w 801"/>
                <a:gd name="T27" fmla="*/ 0 h 698"/>
                <a:gd name="T28" fmla="*/ 0 w 801"/>
                <a:gd name="T29" fmla="*/ 0 h 698"/>
                <a:gd name="T30" fmla="*/ 0 w 801"/>
                <a:gd name="T31" fmla="*/ 0 h 698"/>
                <a:gd name="T32" fmla="*/ 0 w 801"/>
                <a:gd name="T33" fmla="*/ 0 h 698"/>
                <a:gd name="T34" fmla="*/ 0 w 801"/>
                <a:gd name="T35" fmla="*/ 0 h 698"/>
                <a:gd name="T36" fmla="*/ 0 w 801"/>
                <a:gd name="T37" fmla="*/ 0 h 698"/>
                <a:gd name="T38" fmla="*/ 0 w 801"/>
                <a:gd name="T39" fmla="*/ 0 h 698"/>
                <a:gd name="T40" fmla="*/ 0 w 801"/>
                <a:gd name="T41" fmla="*/ 0 h 698"/>
                <a:gd name="T42" fmla="*/ 0 w 801"/>
                <a:gd name="T43" fmla="*/ 0 h 698"/>
                <a:gd name="T44" fmla="*/ 0 w 801"/>
                <a:gd name="T45" fmla="*/ 0 h 698"/>
                <a:gd name="T46" fmla="*/ 0 w 801"/>
                <a:gd name="T47" fmla="*/ 0 h 698"/>
                <a:gd name="T48" fmla="*/ 0 w 801"/>
                <a:gd name="T49" fmla="*/ 0 h 698"/>
                <a:gd name="T50" fmla="*/ 0 w 801"/>
                <a:gd name="T51" fmla="*/ 0 h 698"/>
                <a:gd name="T52" fmla="*/ 0 w 801"/>
                <a:gd name="T53" fmla="*/ 0 h 69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01" h="698">
                  <a:moveTo>
                    <a:pt x="731" y="7"/>
                  </a:moveTo>
                  <a:lnTo>
                    <a:pt x="801" y="146"/>
                  </a:lnTo>
                  <a:lnTo>
                    <a:pt x="708" y="251"/>
                  </a:lnTo>
                  <a:lnTo>
                    <a:pt x="725" y="291"/>
                  </a:lnTo>
                  <a:lnTo>
                    <a:pt x="633" y="349"/>
                  </a:lnTo>
                  <a:lnTo>
                    <a:pt x="626" y="471"/>
                  </a:lnTo>
                  <a:lnTo>
                    <a:pt x="574" y="511"/>
                  </a:lnTo>
                  <a:lnTo>
                    <a:pt x="546" y="471"/>
                  </a:lnTo>
                  <a:lnTo>
                    <a:pt x="476" y="476"/>
                  </a:lnTo>
                  <a:lnTo>
                    <a:pt x="382" y="633"/>
                  </a:lnTo>
                  <a:lnTo>
                    <a:pt x="301" y="698"/>
                  </a:lnTo>
                  <a:lnTo>
                    <a:pt x="208" y="680"/>
                  </a:lnTo>
                  <a:lnTo>
                    <a:pt x="127" y="558"/>
                  </a:lnTo>
                  <a:lnTo>
                    <a:pt x="10" y="535"/>
                  </a:lnTo>
                  <a:lnTo>
                    <a:pt x="0" y="356"/>
                  </a:lnTo>
                  <a:lnTo>
                    <a:pt x="75" y="297"/>
                  </a:lnTo>
                  <a:lnTo>
                    <a:pt x="98" y="239"/>
                  </a:lnTo>
                  <a:lnTo>
                    <a:pt x="92" y="192"/>
                  </a:lnTo>
                  <a:lnTo>
                    <a:pt x="87" y="157"/>
                  </a:lnTo>
                  <a:lnTo>
                    <a:pt x="132" y="35"/>
                  </a:lnTo>
                  <a:lnTo>
                    <a:pt x="255" y="0"/>
                  </a:lnTo>
                  <a:lnTo>
                    <a:pt x="301" y="65"/>
                  </a:lnTo>
                  <a:lnTo>
                    <a:pt x="371" y="65"/>
                  </a:lnTo>
                  <a:lnTo>
                    <a:pt x="429" y="87"/>
                  </a:lnTo>
                  <a:lnTo>
                    <a:pt x="539" y="35"/>
                  </a:lnTo>
                  <a:lnTo>
                    <a:pt x="615" y="77"/>
                  </a:lnTo>
                  <a:lnTo>
                    <a:pt x="731" y="7"/>
                  </a:lnTo>
                  <a:close/>
                </a:path>
              </a:pathLst>
            </a:custGeom>
            <a:solidFill>
              <a:schemeClr val="hlink"/>
            </a:solidFill>
            <a:ln w="9525">
              <a:solidFill>
                <a:schemeClr val="hlink"/>
              </a:solidFill>
              <a:round/>
              <a:headEnd/>
              <a:tailEnd/>
            </a:ln>
          </p:spPr>
          <p:txBody>
            <a:bodyPr/>
            <a:lstStyle/>
            <a:p>
              <a:endParaRPr lang="ko-KR" altLang="en-US"/>
            </a:p>
          </p:txBody>
        </p:sp>
        <p:sp>
          <p:nvSpPr>
            <p:cNvPr id="418172" name="Freeform 845">
              <a:extLst>
                <a:ext uri="{FF2B5EF4-FFF2-40B4-BE49-F238E27FC236}">
                  <a16:creationId xmlns:a16="http://schemas.microsoft.com/office/drawing/2014/main" id="{BA1F8886-21CB-CE16-BB54-E925C6BABF11}"/>
                </a:ext>
              </a:extLst>
            </p:cNvPr>
            <p:cNvSpPr>
              <a:spLocks/>
            </p:cNvSpPr>
            <p:nvPr/>
          </p:nvSpPr>
          <p:spPr bwMode="auto">
            <a:xfrm>
              <a:off x="1859" y="2910"/>
              <a:ext cx="168" cy="294"/>
            </a:xfrm>
            <a:custGeom>
              <a:avLst/>
              <a:gdLst>
                <a:gd name="T0" fmla="*/ 0 w 657"/>
                <a:gd name="T1" fmla="*/ 0 h 1144"/>
                <a:gd name="T2" fmla="*/ 0 w 657"/>
                <a:gd name="T3" fmla="*/ 0 h 1144"/>
                <a:gd name="T4" fmla="*/ 0 w 657"/>
                <a:gd name="T5" fmla="*/ 0 h 1144"/>
                <a:gd name="T6" fmla="*/ 0 w 657"/>
                <a:gd name="T7" fmla="*/ 0 h 1144"/>
                <a:gd name="T8" fmla="*/ 0 w 657"/>
                <a:gd name="T9" fmla="*/ 0 h 1144"/>
                <a:gd name="T10" fmla="*/ 0 w 657"/>
                <a:gd name="T11" fmla="*/ 0 h 1144"/>
                <a:gd name="T12" fmla="*/ 0 w 657"/>
                <a:gd name="T13" fmla="*/ 0 h 1144"/>
                <a:gd name="T14" fmla="*/ 0 w 657"/>
                <a:gd name="T15" fmla="*/ 0 h 1144"/>
                <a:gd name="T16" fmla="*/ 0 w 657"/>
                <a:gd name="T17" fmla="*/ 0 h 1144"/>
                <a:gd name="T18" fmla="*/ 0 w 657"/>
                <a:gd name="T19" fmla="*/ 0 h 1144"/>
                <a:gd name="T20" fmla="*/ 0 w 657"/>
                <a:gd name="T21" fmla="*/ 0 h 1144"/>
                <a:gd name="T22" fmla="*/ 0 w 657"/>
                <a:gd name="T23" fmla="*/ 0 h 1144"/>
                <a:gd name="T24" fmla="*/ 0 w 657"/>
                <a:gd name="T25" fmla="*/ 0 h 1144"/>
                <a:gd name="T26" fmla="*/ 0 w 657"/>
                <a:gd name="T27" fmla="*/ 0 h 1144"/>
                <a:gd name="T28" fmla="*/ 0 w 657"/>
                <a:gd name="T29" fmla="*/ 0 h 1144"/>
                <a:gd name="T30" fmla="*/ 0 w 657"/>
                <a:gd name="T31" fmla="*/ 0 h 1144"/>
                <a:gd name="T32" fmla="*/ 0 w 657"/>
                <a:gd name="T33" fmla="*/ 0 h 1144"/>
                <a:gd name="T34" fmla="*/ 0 w 657"/>
                <a:gd name="T35" fmla="*/ 0 h 1144"/>
                <a:gd name="T36" fmla="*/ 0 w 657"/>
                <a:gd name="T37" fmla="*/ 0 h 1144"/>
                <a:gd name="T38" fmla="*/ 0 w 657"/>
                <a:gd name="T39" fmla="*/ 0 h 1144"/>
                <a:gd name="T40" fmla="*/ 0 w 657"/>
                <a:gd name="T41" fmla="*/ 0 h 1144"/>
                <a:gd name="T42" fmla="*/ 0 w 657"/>
                <a:gd name="T43" fmla="*/ 0 h 1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57" h="1144">
                  <a:moveTo>
                    <a:pt x="0" y="640"/>
                  </a:moveTo>
                  <a:lnTo>
                    <a:pt x="105" y="732"/>
                  </a:lnTo>
                  <a:lnTo>
                    <a:pt x="122" y="919"/>
                  </a:lnTo>
                  <a:lnTo>
                    <a:pt x="41" y="919"/>
                  </a:lnTo>
                  <a:lnTo>
                    <a:pt x="129" y="1058"/>
                  </a:lnTo>
                  <a:lnTo>
                    <a:pt x="82" y="1144"/>
                  </a:lnTo>
                  <a:lnTo>
                    <a:pt x="320" y="1058"/>
                  </a:lnTo>
                  <a:lnTo>
                    <a:pt x="413" y="994"/>
                  </a:lnTo>
                  <a:lnTo>
                    <a:pt x="495" y="982"/>
                  </a:lnTo>
                  <a:lnTo>
                    <a:pt x="587" y="866"/>
                  </a:lnTo>
                  <a:lnTo>
                    <a:pt x="628" y="866"/>
                  </a:lnTo>
                  <a:lnTo>
                    <a:pt x="547" y="703"/>
                  </a:lnTo>
                  <a:lnTo>
                    <a:pt x="593" y="529"/>
                  </a:lnTo>
                  <a:lnTo>
                    <a:pt x="657" y="511"/>
                  </a:lnTo>
                  <a:lnTo>
                    <a:pt x="634" y="279"/>
                  </a:lnTo>
                  <a:lnTo>
                    <a:pt x="139" y="0"/>
                  </a:lnTo>
                  <a:lnTo>
                    <a:pt x="129" y="187"/>
                  </a:lnTo>
                  <a:lnTo>
                    <a:pt x="169" y="239"/>
                  </a:lnTo>
                  <a:lnTo>
                    <a:pt x="169" y="389"/>
                  </a:lnTo>
                  <a:lnTo>
                    <a:pt x="0" y="588"/>
                  </a:lnTo>
                  <a:lnTo>
                    <a:pt x="0" y="628"/>
                  </a:lnTo>
                  <a:lnTo>
                    <a:pt x="0" y="640"/>
                  </a:lnTo>
                  <a:close/>
                </a:path>
              </a:pathLst>
            </a:custGeom>
            <a:solidFill>
              <a:schemeClr val="hlink"/>
            </a:solidFill>
            <a:ln w="9525">
              <a:solidFill>
                <a:schemeClr val="hlink"/>
              </a:solidFill>
              <a:round/>
              <a:headEnd/>
              <a:tailEnd/>
            </a:ln>
          </p:spPr>
          <p:txBody>
            <a:bodyPr/>
            <a:lstStyle/>
            <a:p>
              <a:endParaRPr lang="ko-KR" altLang="en-US"/>
            </a:p>
          </p:txBody>
        </p:sp>
        <p:sp>
          <p:nvSpPr>
            <p:cNvPr id="418173" name="Freeform 846">
              <a:extLst>
                <a:ext uri="{FF2B5EF4-FFF2-40B4-BE49-F238E27FC236}">
                  <a16:creationId xmlns:a16="http://schemas.microsoft.com/office/drawing/2014/main" id="{896FBC17-8B40-69C1-3914-B248233D9CEA}"/>
                </a:ext>
              </a:extLst>
            </p:cNvPr>
            <p:cNvSpPr>
              <a:spLocks/>
            </p:cNvSpPr>
            <p:nvPr/>
          </p:nvSpPr>
          <p:spPr bwMode="auto">
            <a:xfrm>
              <a:off x="2027" y="2765"/>
              <a:ext cx="183" cy="168"/>
            </a:xfrm>
            <a:custGeom>
              <a:avLst/>
              <a:gdLst>
                <a:gd name="T0" fmla="*/ 0 w 727"/>
                <a:gd name="T1" fmla="*/ 0 h 655"/>
                <a:gd name="T2" fmla="*/ 0 w 727"/>
                <a:gd name="T3" fmla="*/ 0 h 655"/>
                <a:gd name="T4" fmla="*/ 0 w 727"/>
                <a:gd name="T5" fmla="*/ 0 h 655"/>
                <a:gd name="T6" fmla="*/ 0 w 727"/>
                <a:gd name="T7" fmla="*/ 0 h 655"/>
                <a:gd name="T8" fmla="*/ 0 w 727"/>
                <a:gd name="T9" fmla="*/ 0 h 655"/>
                <a:gd name="T10" fmla="*/ 0 w 727"/>
                <a:gd name="T11" fmla="*/ 0 h 655"/>
                <a:gd name="T12" fmla="*/ 0 w 727"/>
                <a:gd name="T13" fmla="*/ 0 h 655"/>
                <a:gd name="T14" fmla="*/ 0 w 727"/>
                <a:gd name="T15" fmla="*/ 0 h 655"/>
                <a:gd name="T16" fmla="*/ 0 w 727"/>
                <a:gd name="T17" fmla="*/ 0 h 655"/>
                <a:gd name="T18" fmla="*/ 0 w 727"/>
                <a:gd name="T19" fmla="*/ 0 h 655"/>
                <a:gd name="T20" fmla="*/ 0 w 727"/>
                <a:gd name="T21" fmla="*/ 0 h 655"/>
                <a:gd name="T22" fmla="*/ 0 w 727"/>
                <a:gd name="T23" fmla="*/ 0 h 655"/>
                <a:gd name="T24" fmla="*/ 0 w 727"/>
                <a:gd name="T25" fmla="*/ 0 h 655"/>
                <a:gd name="T26" fmla="*/ 0 w 727"/>
                <a:gd name="T27" fmla="*/ 0 h 655"/>
                <a:gd name="T28" fmla="*/ 0 w 727"/>
                <a:gd name="T29" fmla="*/ 0 h 6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27" h="655">
                  <a:moveTo>
                    <a:pt x="24" y="10"/>
                  </a:moveTo>
                  <a:lnTo>
                    <a:pt x="256" y="80"/>
                  </a:lnTo>
                  <a:lnTo>
                    <a:pt x="366" y="0"/>
                  </a:lnTo>
                  <a:lnTo>
                    <a:pt x="546" y="45"/>
                  </a:lnTo>
                  <a:lnTo>
                    <a:pt x="598" y="115"/>
                  </a:lnTo>
                  <a:lnTo>
                    <a:pt x="605" y="150"/>
                  </a:lnTo>
                  <a:lnTo>
                    <a:pt x="581" y="261"/>
                  </a:lnTo>
                  <a:lnTo>
                    <a:pt x="488" y="162"/>
                  </a:lnTo>
                  <a:lnTo>
                    <a:pt x="430" y="127"/>
                  </a:lnTo>
                  <a:lnTo>
                    <a:pt x="465" y="232"/>
                  </a:lnTo>
                  <a:lnTo>
                    <a:pt x="727" y="609"/>
                  </a:lnTo>
                  <a:lnTo>
                    <a:pt x="41" y="655"/>
                  </a:lnTo>
                  <a:lnTo>
                    <a:pt x="0" y="145"/>
                  </a:lnTo>
                  <a:lnTo>
                    <a:pt x="41" y="115"/>
                  </a:lnTo>
                  <a:lnTo>
                    <a:pt x="24" y="10"/>
                  </a:lnTo>
                  <a:close/>
                </a:path>
              </a:pathLst>
            </a:custGeom>
            <a:solidFill>
              <a:schemeClr val="hlink"/>
            </a:solidFill>
            <a:ln w="9525">
              <a:solidFill>
                <a:schemeClr val="hlink"/>
              </a:solidFill>
              <a:round/>
              <a:headEnd/>
              <a:tailEnd/>
            </a:ln>
          </p:spPr>
          <p:txBody>
            <a:bodyPr/>
            <a:lstStyle/>
            <a:p>
              <a:endParaRPr lang="ko-KR" altLang="en-US"/>
            </a:p>
          </p:txBody>
        </p:sp>
        <p:sp>
          <p:nvSpPr>
            <p:cNvPr id="418174" name="Freeform 847">
              <a:extLst>
                <a:ext uri="{FF2B5EF4-FFF2-40B4-BE49-F238E27FC236}">
                  <a16:creationId xmlns:a16="http://schemas.microsoft.com/office/drawing/2014/main" id="{18FE77B3-6343-1C80-0BF2-893E6880CE53}"/>
                </a:ext>
              </a:extLst>
            </p:cNvPr>
            <p:cNvSpPr>
              <a:spLocks/>
            </p:cNvSpPr>
            <p:nvPr/>
          </p:nvSpPr>
          <p:spPr bwMode="auto">
            <a:xfrm>
              <a:off x="1772" y="3075"/>
              <a:ext cx="125" cy="207"/>
            </a:xfrm>
            <a:custGeom>
              <a:avLst/>
              <a:gdLst>
                <a:gd name="T0" fmla="*/ 0 w 495"/>
                <a:gd name="T1" fmla="*/ 0 h 807"/>
                <a:gd name="T2" fmla="*/ 0 w 495"/>
                <a:gd name="T3" fmla="*/ 0 h 807"/>
                <a:gd name="T4" fmla="*/ 0 w 495"/>
                <a:gd name="T5" fmla="*/ 0 h 807"/>
                <a:gd name="T6" fmla="*/ 0 w 495"/>
                <a:gd name="T7" fmla="*/ 0 h 807"/>
                <a:gd name="T8" fmla="*/ 0 w 495"/>
                <a:gd name="T9" fmla="*/ 0 h 807"/>
                <a:gd name="T10" fmla="*/ 0 w 495"/>
                <a:gd name="T11" fmla="*/ 0 h 807"/>
                <a:gd name="T12" fmla="*/ 0 w 495"/>
                <a:gd name="T13" fmla="*/ 0 h 807"/>
                <a:gd name="T14" fmla="*/ 0 w 495"/>
                <a:gd name="T15" fmla="*/ 0 h 807"/>
                <a:gd name="T16" fmla="*/ 0 w 495"/>
                <a:gd name="T17" fmla="*/ 0 h 807"/>
                <a:gd name="T18" fmla="*/ 0 w 495"/>
                <a:gd name="T19" fmla="*/ 0 h 807"/>
                <a:gd name="T20" fmla="*/ 0 w 495"/>
                <a:gd name="T21" fmla="*/ 0 h 807"/>
                <a:gd name="T22" fmla="*/ 0 w 495"/>
                <a:gd name="T23" fmla="*/ 0 h 807"/>
                <a:gd name="T24" fmla="*/ 0 w 495"/>
                <a:gd name="T25" fmla="*/ 0 h 807"/>
                <a:gd name="T26" fmla="*/ 0 w 495"/>
                <a:gd name="T27" fmla="*/ 0 h 807"/>
                <a:gd name="T28" fmla="*/ 0 w 495"/>
                <a:gd name="T29" fmla="*/ 0 h 807"/>
                <a:gd name="T30" fmla="*/ 0 w 495"/>
                <a:gd name="T31" fmla="*/ 0 h 807"/>
                <a:gd name="T32" fmla="*/ 0 w 495"/>
                <a:gd name="T33" fmla="*/ 0 h 807"/>
                <a:gd name="T34" fmla="*/ 0 w 495"/>
                <a:gd name="T35" fmla="*/ 0 h 807"/>
                <a:gd name="T36" fmla="*/ 0 w 495"/>
                <a:gd name="T37" fmla="*/ 0 h 807"/>
                <a:gd name="T38" fmla="*/ 0 w 495"/>
                <a:gd name="T39" fmla="*/ 0 h 8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95" h="807">
                  <a:moveTo>
                    <a:pt x="0" y="626"/>
                  </a:moveTo>
                  <a:lnTo>
                    <a:pt x="87" y="679"/>
                  </a:lnTo>
                  <a:lnTo>
                    <a:pt x="82" y="807"/>
                  </a:lnTo>
                  <a:lnTo>
                    <a:pt x="495" y="807"/>
                  </a:lnTo>
                  <a:lnTo>
                    <a:pt x="488" y="720"/>
                  </a:lnTo>
                  <a:lnTo>
                    <a:pt x="408" y="574"/>
                  </a:lnTo>
                  <a:lnTo>
                    <a:pt x="483" y="412"/>
                  </a:lnTo>
                  <a:lnTo>
                    <a:pt x="390" y="279"/>
                  </a:lnTo>
                  <a:lnTo>
                    <a:pt x="471" y="279"/>
                  </a:lnTo>
                  <a:lnTo>
                    <a:pt x="454" y="92"/>
                  </a:lnTo>
                  <a:lnTo>
                    <a:pt x="349" y="0"/>
                  </a:lnTo>
                  <a:lnTo>
                    <a:pt x="419" y="139"/>
                  </a:lnTo>
                  <a:lnTo>
                    <a:pt x="314" y="244"/>
                  </a:lnTo>
                  <a:lnTo>
                    <a:pt x="343" y="284"/>
                  </a:lnTo>
                  <a:lnTo>
                    <a:pt x="251" y="337"/>
                  </a:lnTo>
                  <a:lnTo>
                    <a:pt x="244" y="447"/>
                  </a:lnTo>
                  <a:lnTo>
                    <a:pt x="192" y="504"/>
                  </a:lnTo>
                  <a:lnTo>
                    <a:pt x="164" y="464"/>
                  </a:lnTo>
                  <a:lnTo>
                    <a:pt x="94" y="469"/>
                  </a:lnTo>
                  <a:lnTo>
                    <a:pt x="0" y="626"/>
                  </a:lnTo>
                  <a:close/>
                </a:path>
              </a:pathLst>
            </a:custGeom>
            <a:solidFill>
              <a:schemeClr val="hlink"/>
            </a:solidFill>
            <a:ln w="9525">
              <a:solidFill>
                <a:schemeClr val="hlink"/>
              </a:solidFill>
              <a:round/>
              <a:headEnd/>
              <a:tailEnd/>
            </a:ln>
          </p:spPr>
          <p:txBody>
            <a:bodyPr/>
            <a:lstStyle/>
            <a:p>
              <a:endParaRPr lang="ko-KR" altLang="en-US"/>
            </a:p>
          </p:txBody>
        </p:sp>
        <p:sp>
          <p:nvSpPr>
            <p:cNvPr id="418175" name="Freeform 848">
              <a:extLst>
                <a:ext uri="{FF2B5EF4-FFF2-40B4-BE49-F238E27FC236}">
                  <a16:creationId xmlns:a16="http://schemas.microsoft.com/office/drawing/2014/main" id="{BAFF673F-C41B-3F5B-0723-E29A679C9C5F}"/>
                </a:ext>
              </a:extLst>
            </p:cNvPr>
            <p:cNvSpPr>
              <a:spLocks/>
            </p:cNvSpPr>
            <p:nvPr/>
          </p:nvSpPr>
          <p:spPr bwMode="auto">
            <a:xfrm>
              <a:off x="1998" y="2921"/>
              <a:ext cx="258" cy="328"/>
            </a:xfrm>
            <a:custGeom>
              <a:avLst/>
              <a:gdLst>
                <a:gd name="T0" fmla="*/ 0 w 1028"/>
                <a:gd name="T1" fmla="*/ 0 h 1284"/>
                <a:gd name="T2" fmla="*/ 0 w 1028"/>
                <a:gd name="T3" fmla="*/ 0 h 1284"/>
                <a:gd name="T4" fmla="*/ 0 w 1028"/>
                <a:gd name="T5" fmla="*/ 0 h 1284"/>
                <a:gd name="T6" fmla="*/ 0 w 1028"/>
                <a:gd name="T7" fmla="*/ 0 h 1284"/>
                <a:gd name="T8" fmla="*/ 0 w 1028"/>
                <a:gd name="T9" fmla="*/ 0 h 1284"/>
                <a:gd name="T10" fmla="*/ 0 w 1028"/>
                <a:gd name="T11" fmla="*/ 0 h 1284"/>
                <a:gd name="T12" fmla="*/ 0 w 1028"/>
                <a:gd name="T13" fmla="*/ 0 h 1284"/>
                <a:gd name="T14" fmla="*/ 0 w 1028"/>
                <a:gd name="T15" fmla="*/ 0 h 1284"/>
                <a:gd name="T16" fmla="*/ 0 w 1028"/>
                <a:gd name="T17" fmla="*/ 0 h 1284"/>
                <a:gd name="T18" fmla="*/ 0 w 1028"/>
                <a:gd name="T19" fmla="*/ 0 h 1284"/>
                <a:gd name="T20" fmla="*/ 0 w 1028"/>
                <a:gd name="T21" fmla="*/ 0 h 1284"/>
                <a:gd name="T22" fmla="*/ 0 w 1028"/>
                <a:gd name="T23" fmla="*/ 0 h 1284"/>
                <a:gd name="T24" fmla="*/ 0 w 1028"/>
                <a:gd name="T25" fmla="*/ 0 h 1284"/>
                <a:gd name="T26" fmla="*/ 0 w 1028"/>
                <a:gd name="T27" fmla="*/ 0 h 1284"/>
                <a:gd name="T28" fmla="*/ 0 w 1028"/>
                <a:gd name="T29" fmla="*/ 0 h 1284"/>
                <a:gd name="T30" fmla="*/ 0 w 1028"/>
                <a:gd name="T31" fmla="*/ 0 h 1284"/>
                <a:gd name="T32" fmla="*/ 0 w 1028"/>
                <a:gd name="T33" fmla="*/ 0 h 1284"/>
                <a:gd name="T34" fmla="*/ 0 w 1028"/>
                <a:gd name="T35" fmla="*/ 0 h 1284"/>
                <a:gd name="T36" fmla="*/ 0 w 1028"/>
                <a:gd name="T37" fmla="*/ 0 h 1284"/>
                <a:gd name="T38" fmla="*/ 0 w 1028"/>
                <a:gd name="T39" fmla="*/ 0 h 1284"/>
                <a:gd name="T40" fmla="*/ 0 w 1028"/>
                <a:gd name="T41" fmla="*/ 0 h 1284"/>
                <a:gd name="T42" fmla="*/ 0 w 1028"/>
                <a:gd name="T43" fmla="*/ 0 h 1284"/>
                <a:gd name="T44" fmla="*/ 0 w 1028"/>
                <a:gd name="T45" fmla="*/ 0 h 1284"/>
                <a:gd name="T46" fmla="*/ 0 w 1028"/>
                <a:gd name="T47" fmla="*/ 0 h 1284"/>
                <a:gd name="T48" fmla="*/ 0 w 1028"/>
                <a:gd name="T49" fmla="*/ 0 h 1284"/>
                <a:gd name="T50" fmla="*/ 0 w 1028"/>
                <a:gd name="T51" fmla="*/ 0 h 1284"/>
                <a:gd name="T52" fmla="*/ 0 w 1028"/>
                <a:gd name="T53" fmla="*/ 0 h 1284"/>
                <a:gd name="T54" fmla="*/ 0 w 1028"/>
                <a:gd name="T55" fmla="*/ 0 h 1284"/>
                <a:gd name="T56" fmla="*/ 0 w 1028"/>
                <a:gd name="T57" fmla="*/ 0 h 1284"/>
                <a:gd name="T58" fmla="*/ 0 w 1028"/>
                <a:gd name="T59" fmla="*/ 0 h 1284"/>
                <a:gd name="T60" fmla="*/ 0 w 1028"/>
                <a:gd name="T61" fmla="*/ 0 h 1284"/>
                <a:gd name="T62" fmla="*/ 0 w 1028"/>
                <a:gd name="T63" fmla="*/ 0 h 1284"/>
                <a:gd name="T64" fmla="*/ 0 w 1028"/>
                <a:gd name="T65" fmla="*/ 0 h 1284"/>
                <a:gd name="T66" fmla="*/ 0 w 1028"/>
                <a:gd name="T67" fmla="*/ 0 h 12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28" h="1284">
                  <a:moveTo>
                    <a:pt x="848" y="0"/>
                  </a:moveTo>
                  <a:lnTo>
                    <a:pt x="157" y="46"/>
                  </a:lnTo>
                  <a:lnTo>
                    <a:pt x="168" y="186"/>
                  </a:lnTo>
                  <a:lnTo>
                    <a:pt x="75" y="180"/>
                  </a:lnTo>
                  <a:lnTo>
                    <a:pt x="110" y="470"/>
                  </a:lnTo>
                  <a:lnTo>
                    <a:pt x="46" y="488"/>
                  </a:lnTo>
                  <a:lnTo>
                    <a:pt x="0" y="662"/>
                  </a:lnTo>
                  <a:lnTo>
                    <a:pt x="116" y="918"/>
                  </a:lnTo>
                  <a:lnTo>
                    <a:pt x="220" y="1000"/>
                  </a:lnTo>
                  <a:lnTo>
                    <a:pt x="232" y="1035"/>
                  </a:lnTo>
                  <a:lnTo>
                    <a:pt x="307" y="1075"/>
                  </a:lnTo>
                  <a:lnTo>
                    <a:pt x="354" y="1185"/>
                  </a:lnTo>
                  <a:lnTo>
                    <a:pt x="412" y="1220"/>
                  </a:lnTo>
                  <a:lnTo>
                    <a:pt x="470" y="1220"/>
                  </a:lnTo>
                  <a:lnTo>
                    <a:pt x="499" y="1243"/>
                  </a:lnTo>
                  <a:lnTo>
                    <a:pt x="522" y="1214"/>
                  </a:lnTo>
                  <a:lnTo>
                    <a:pt x="587" y="1284"/>
                  </a:lnTo>
                  <a:lnTo>
                    <a:pt x="726" y="1272"/>
                  </a:lnTo>
                  <a:lnTo>
                    <a:pt x="848" y="1202"/>
                  </a:lnTo>
                  <a:lnTo>
                    <a:pt x="930" y="1197"/>
                  </a:lnTo>
                  <a:lnTo>
                    <a:pt x="912" y="1127"/>
                  </a:lnTo>
                  <a:lnTo>
                    <a:pt x="825" y="1092"/>
                  </a:lnTo>
                  <a:lnTo>
                    <a:pt x="819" y="982"/>
                  </a:lnTo>
                  <a:lnTo>
                    <a:pt x="743" y="988"/>
                  </a:lnTo>
                  <a:lnTo>
                    <a:pt x="743" y="948"/>
                  </a:lnTo>
                  <a:lnTo>
                    <a:pt x="825" y="883"/>
                  </a:lnTo>
                  <a:lnTo>
                    <a:pt x="831" y="773"/>
                  </a:lnTo>
                  <a:lnTo>
                    <a:pt x="941" y="610"/>
                  </a:lnTo>
                  <a:lnTo>
                    <a:pt x="923" y="488"/>
                  </a:lnTo>
                  <a:lnTo>
                    <a:pt x="941" y="390"/>
                  </a:lnTo>
                  <a:lnTo>
                    <a:pt x="1028" y="296"/>
                  </a:lnTo>
                  <a:lnTo>
                    <a:pt x="935" y="244"/>
                  </a:lnTo>
                  <a:lnTo>
                    <a:pt x="923" y="122"/>
                  </a:lnTo>
                  <a:lnTo>
                    <a:pt x="848" y="0"/>
                  </a:lnTo>
                  <a:close/>
                </a:path>
              </a:pathLst>
            </a:custGeom>
            <a:solidFill>
              <a:schemeClr val="hlink"/>
            </a:solidFill>
            <a:ln w="9525">
              <a:solidFill>
                <a:schemeClr val="hlink"/>
              </a:solidFill>
              <a:round/>
              <a:headEnd/>
              <a:tailEnd/>
            </a:ln>
          </p:spPr>
          <p:txBody>
            <a:bodyPr/>
            <a:lstStyle/>
            <a:p>
              <a:endParaRPr lang="ko-KR" altLang="en-US"/>
            </a:p>
          </p:txBody>
        </p:sp>
        <p:sp>
          <p:nvSpPr>
            <p:cNvPr id="418176" name="Freeform 849">
              <a:extLst>
                <a:ext uri="{FF2B5EF4-FFF2-40B4-BE49-F238E27FC236}">
                  <a16:creationId xmlns:a16="http://schemas.microsoft.com/office/drawing/2014/main" id="{895991CD-2A4D-051F-D171-F64ABBE0007F}"/>
                </a:ext>
              </a:extLst>
            </p:cNvPr>
            <p:cNvSpPr>
              <a:spLocks/>
            </p:cNvSpPr>
            <p:nvPr/>
          </p:nvSpPr>
          <p:spPr bwMode="auto">
            <a:xfrm>
              <a:off x="1875" y="3130"/>
              <a:ext cx="212" cy="134"/>
            </a:xfrm>
            <a:custGeom>
              <a:avLst/>
              <a:gdLst>
                <a:gd name="T0" fmla="*/ 0 w 842"/>
                <a:gd name="T1" fmla="*/ 0 h 517"/>
                <a:gd name="T2" fmla="*/ 0 w 842"/>
                <a:gd name="T3" fmla="*/ 0 h 517"/>
                <a:gd name="T4" fmla="*/ 0 w 842"/>
                <a:gd name="T5" fmla="*/ 0 h 517"/>
                <a:gd name="T6" fmla="*/ 0 w 842"/>
                <a:gd name="T7" fmla="*/ 0 h 517"/>
                <a:gd name="T8" fmla="*/ 0 w 842"/>
                <a:gd name="T9" fmla="*/ 0 h 517"/>
                <a:gd name="T10" fmla="*/ 0 w 842"/>
                <a:gd name="T11" fmla="*/ 0 h 517"/>
                <a:gd name="T12" fmla="*/ 0 w 842"/>
                <a:gd name="T13" fmla="*/ 0 h 517"/>
                <a:gd name="T14" fmla="*/ 0 w 842"/>
                <a:gd name="T15" fmla="*/ 0 h 517"/>
                <a:gd name="T16" fmla="*/ 0 w 842"/>
                <a:gd name="T17" fmla="*/ 0 h 517"/>
                <a:gd name="T18" fmla="*/ 0 w 842"/>
                <a:gd name="T19" fmla="*/ 0 h 517"/>
                <a:gd name="T20" fmla="*/ 0 w 842"/>
                <a:gd name="T21" fmla="*/ 0 h 517"/>
                <a:gd name="T22" fmla="*/ 0 w 842"/>
                <a:gd name="T23" fmla="*/ 0 h 517"/>
                <a:gd name="T24" fmla="*/ 0 w 842"/>
                <a:gd name="T25" fmla="*/ 0 h 517"/>
                <a:gd name="T26" fmla="*/ 0 w 842"/>
                <a:gd name="T27" fmla="*/ 0 h 517"/>
                <a:gd name="T28" fmla="*/ 0 w 842"/>
                <a:gd name="T29" fmla="*/ 0 h 517"/>
                <a:gd name="T30" fmla="*/ 0 w 842"/>
                <a:gd name="T31" fmla="*/ 0 h 517"/>
                <a:gd name="T32" fmla="*/ 0 w 842"/>
                <a:gd name="T33" fmla="*/ 0 h 517"/>
                <a:gd name="T34" fmla="*/ 0 w 842"/>
                <a:gd name="T35" fmla="*/ 0 h 517"/>
                <a:gd name="T36" fmla="*/ 0 w 842"/>
                <a:gd name="T37" fmla="*/ 0 h 517"/>
                <a:gd name="T38" fmla="*/ 0 w 842"/>
                <a:gd name="T39" fmla="*/ 0 h 517"/>
                <a:gd name="T40" fmla="*/ 0 w 842"/>
                <a:gd name="T41" fmla="*/ 0 h 517"/>
                <a:gd name="T42" fmla="*/ 0 w 842"/>
                <a:gd name="T43" fmla="*/ 0 h 51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42" h="517">
                  <a:moveTo>
                    <a:pt x="35" y="279"/>
                  </a:moveTo>
                  <a:lnTo>
                    <a:pt x="0" y="354"/>
                  </a:lnTo>
                  <a:lnTo>
                    <a:pt x="75" y="500"/>
                  </a:lnTo>
                  <a:lnTo>
                    <a:pt x="145" y="459"/>
                  </a:lnTo>
                  <a:lnTo>
                    <a:pt x="267" y="517"/>
                  </a:lnTo>
                  <a:lnTo>
                    <a:pt x="290" y="418"/>
                  </a:lnTo>
                  <a:lnTo>
                    <a:pt x="359" y="383"/>
                  </a:lnTo>
                  <a:lnTo>
                    <a:pt x="516" y="430"/>
                  </a:lnTo>
                  <a:lnTo>
                    <a:pt x="621" y="366"/>
                  </a:lnTo>
                  <a:lnTo>
                    <a:pt x="691" y="371"/>
                  </a:lnTo>
                  <a:lnTo>
                    <a:pt x="749" y="343"/>
                  </a:lnTo>
                  <a:lnTo>
                    <a:pt x="842" y="361"/>
                  </a:lnTo>
                  <a:lnTo>
                    <a:pt x="795" y="256"/>
                  </a:lnTo>
                  <a:lnTo>
                    <a:pt x="720" y="216"/>
                  </a:lnTo>
                  <a:lnTo>
                    <a:pt x="715" y="181"/>
                  </a:lnTo>
                  <a:lnTo>
                    <a:pt x="621" y="111"/>
                  </a:lnTo>
                  <a:lnTo>
                    <a:pt x="563" y="0"/>
                  </a:lnTo>
                  <a:lnTo>
                    <a:pt x="528" y="6"/>
                  </a:lnTo>
                  <a:lnTo>
                    <a:pt x="436" y="122"/>
                  </a:lnTo>
                  <a:lnTo>
                    <a:pt x="354" y="134"/>
                  </a:lnTo>
                  <a:lnTo>
                    <a:pt x="267" y="192"/>
                  </a:lnTo>
                  <a:lnTo>
                    <a:pt x="35" y="279"/>
                  </a:lnTo>
                  <a:close/>
                </a:path>
              </a:pathLst>
            </a:custGeom>
            <a:solidFill>
              <a:schemeClr val="hlink"/>
            </a:solidFill>
            <a:ln w="9525">
              <a:solidFill>
                <a:schemeClr val="hlink"/>
              </a:solidFill>
              <a:round/>
              <a:headEnd/>
              <a:tailEnd/>
            </a:ln>
          </p:spPr>
          <p:txBody>
            <a:bodyPr/>
            <a:lstStyle/>
            <a:p>
              <a:endParaRPr lang="ko-KR" altLang="en-US"/>
            </a:p>
          </p:txBody>
        </p:sp>
        <p:sp>
          <p:nvSpPr>
            <p:cNvPr id="418177" name="Freeform 850">
              <a:extLst>
                <a:ext uri="{FF2B5EF4-FFF2-40B4-BE49-F238E27FC236}">
                  <a16:creationId xmlns:a16="http://schemas.microsoft.com/office/drawing/2014/main" id="{3C001A80-8862-DEDA-270D-0396176F8868}"/>
                </a:ext>
              </a:extLst>
            </p:cNvPr>
            <p:cNvSpPr>
              <a:spLocks/>
            </p:cNvSpPr>
            <p:nvPr/>
          </p:nvSpPr>
          <p:spPr bwMode="auto">
            <a:xfrm>
              <a:off x="2186" y="2997"/>
              <a:ext cx="236" cy="252"/>
            </a:xfrm>
            <a:custGeom>
              <a:avLst/>
              <a:gdLst>
                <a:gd name="T0" fmla="*/ 0 w 942"/>
                <a:gd name="T1" fmla="*/ 0 h 988"/>
                <a:gd name="T2" fmla="*/ 0 w 942"/>
                <a:gd name="T3" fmla="*/ 0 h 988"/>
                <a:gd name="T4" fmla="*/ 0 w 942"/>
                <a:gd name="T5" fmla="*/ 0 h 988"/>
                <a:gd name="T6" fmla="*/ 0 w 942"/>
                <a:gd name="T7" fmla="*/ 0 h 988"/>
                <a:gd name="T8" fmla="*/ 0 w 942"/>
                <a:gd name="T9" fmla="*/ 0 h 988"/>
                <a:gd name="T10" fmla="*/ 0 w 942"/>
                <a:gd name="T11" fmla="*/ 0 h 988"/>
                <a:gd name="T12" fmla="*/ 0 w 942"/>
                <a:gd name="T13" fmla="*/ 0 h 988"/>
                <a:gd name="T14" fmla="*/ 0 w 942"/>
                <a:gd name="T15" fmla="*/ 0 h 988"/>
                <a:gd name="T16" fmla="*/ 0 w 942"/>
                <a:gd name="T17" fmla="*/ 0 h 988"/>
                <a:gd name="T18" fmla="*/ 0 w 942"/>
                <a:gd name="T19" fmla="*/ 0 h 988"/>
                <a:gd name="T20" fmla="*/ 0 w 942"/>
                <a:gd name="T21" fmla="*/ 0 h 988"/>
                <a:gd name="T22" fmla="*/ 0 w 942"/>
                <a:gd name="T23" fmla="*/ 0 h 988"/>
                <a:gd name="T24" fmla="*/ 0 w 942"/>
                <a:gd name="T25" fmla="*/ 0 h 988"/>
                <a:gd name="T26" fmla="*/ 0 w 942"/>
                <a:gd name="T27" fmla="*/ 0 h 988"/>
                <a:gd name="T28" fmla="*/ 0 w 942"/>
                <a:gd name="T29" fmla="*/ 0 h 988"/>
                <a:gd name="T30" fmla="*/ 0 w 942"/>
                <a:gd name="T31" fmla="*/ 0 h 988"/>
                <a:gd name="T32" fmla="*/ 0 w 942"/>
                <a:gd name="T33" fmla="*/ 0 h 988"/>
                <a:gd name="T34" fmla="*/ 0 w 942"/>
                <a:gd name="T35" fmla="*/ 0 h 988"/>
                <a:gd name="T36" fmla="*/ 0 w 942"/>
                <a:gd name="T37" fmla="*/ 0 h 988"/>
                <a:gd name="T38" fmla="*/ 0 w 942"/>
                <a:gd name="T39" fmla="*/ 0 h 988"/>
                <a:gd name="T40" fmla="*/ 0 w 942"/>
                <a:gd name="T41" fmla="*/ 0 h 988"/>
                <a:gd name="T42" fmla="*/ 0 w 942"/>
                <a:gd name="T43" fmla="*/ 0 h 988"/>
                <a:gd name="T44" fmla="*/ 0 w 942"/>
                <a:gd name="T45" fmla="*/ 0 h 988"/>
                <a:gd name="T46" fmla="*/ 0 w 942"/>
                <a:gd name="T47" fmla="*/ 0 h 988"/>
                <a:gd name="T48" fmla="*/ 0 w 942"/>
                <a:gd name="T49" fmla="*/ 0 h 988"/>
                <a:gd name="T50" fmla="*/ 0 w 942"/>
                <a:gd name="T51" fmla="*/ 0 h 988"/>
                <a:gd name="T52" fmla="*/ 0 w 942"/>
                <a:gd name="T53" fmla="*/ 0 h 988"/>
                <a:gd name="T54" fmla="*/ 0 w 942"/>
                <a:gd name="T55" fmla="*/ 0 h 9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42" h="988">
                  <a:moveTo>
                    <a:pt x="280" y="0"/>
                  </a:moveTo>
                  <a:lnTo>
                    <a:pt x="361" y="186"/>
                  </a:lnTo>
                  <a:lnTo>
                    <a:pt x="581" y="343"/>
                  </a:lnTo>
                  <a:lnTo>
                    <a:pt x="518" y="407"/>
                  </a:lnTo>
                  <a:lnTo>
                    <a:pt x="506" y="477"/>
                  </a:lnTo>
                  <a:lnTo>
                    <a:pt x="634" y="453"/>
                  </a:lnTo>
                  <a:lnTo>
                    <a:pt x="593" y="500"/>
                  </a:lnTo>
                  <a:lnTo>
                    <a:pt x="658" y="593"/>
                  </a:lnTo>
                  <a:lnTo>
                    <a:pt x="756" y="640"/>
                  </a:lnTo>
                  <a:lnTo>
                    <a:pt x="942" y="640"/>
                  </a:lnTo>
                  <a:lnTo>
                    <a:pt x="797" y="831"/>
                  </a:lnTo>
                  <a:lnTo>
                    <a:pt x="529" y="953"/>
                  </a:lnTo>
                  <a:lnTo>
                    <a:pt x="454" y="924"/>
                  </a:lnTo>
                  <a:lnTo>
                    <a:pt x="402" y="988"/>
                  </a:lnTo>
                  <a:lnTo>
                    <a:pt x="332" y="982"/>
                  </a:lnTo>
                  <a:lnTo>
                    <a:pt x="239" y="894"/>
                  </a:lnTo>
                  <a:lnTo>
                    <a:pt x="187" y="894"/>
                  </a:lnTo>
                  <a:lnTo>
                    <a:pt x="169" y="831"/>
                  </a:lnTo>
                  <a:lnTo>
                    <a:pt x="82" y="796"/>
                  </a:lnTo>
                  <a:lnTo>
                    <a:pt x="76" y="686"/>
                  </a:lnTo>
                  <a:lnTo>
                    <a:pt x="0" y="692"/>
                  </a:lnTo>
                  <a:lnTo>
                    <a:pt x="0" y="652"/>
                  </a:lnTo>
                  <a:lnTo>
                    <a:pt x="82" y="587"/>
                  </a:lnTo>
                  <a:lnTo>
                    <a:pt x="88" y="477"/>
                  </a:lnTo>
                  <a:lnTo>
                    <a:pt x="198" y="314"/>
                  </a:lnTo>
                  <a:lnTo>
                    <a:pt x="180" y="186"/>
                  </a:lnTo>
                  <a:lnTo>
                    <a:pt x="198" y="94"/>
                  </a:lnTo>
                  <a:lnTo>
                    <a:pt x="280" y="0"/>
                  </a:lnTo>
                  <a:close/>
                </a:path>
              </a:pathLst>
            </a:custGeom>
            <a:solidFill>
              <a:schemeClr val="hlink"/>
            </a:solidFill>
            <a:ln w="9525">
              <a:solidFill>
                <a:schemeClr val="hlink"/>
              </a:solidFill>
              <a:round/>
              <a:headEnd/>
              <a:tailEnd/>
            </a:ln>
          </p:spPr>
          <p:txBody>
            <a:bodyPr/>
            <a:lstStyle/>
            <a:p>
              <a:endParaRPr lang="ko-KR" altLang="en-US"/>
            </a:p>
          </p:txBody>
        </p:sp>
        <p:sp>
          <p:nvSpPr>
            <p:cNvPr id="418178" name="Freeform 851">
              <a:extLst>
                <a:ext uri="{FF2B5EF4-FFF2-40B4-BE49-F238E27FC236}">
                  <a16:creationId xmlns:a16="http://schemas.microsoft.com/office/drawing/2014/main" id="{4CAC1329-E39A-3703-0A2F-76BC3CB021C1}"/>
                </a:ext>
              </a:extLst>
            </p:cNvPr>
            <p:cNvSpPr>
              <a:spLocks/>
            </p:cNvSpPr>
            <p:nvPr/>
          </p:nvSpPr>
          <p:spPr bwMode="auto">
            <a:xfrm>
              <a:off x="2315" y="3085"/>
              <a:ext cx="30" cy="35"/>
            </a:xfrm>
            <a:custGeom>
              <a:avLst/>
              <a:gdLst>
                <a:gd name="T0" fmla="*/ 0 w 122"/>
                <a:gd name="T1" fmla="*/ 0 h 134"/>
                <a:gd name="T2" fmla="*/ 0 w 122"/>
                <a:gd name="T3" fmla="*/ 0 h 134"/>
                <a:gd name="T4" fmla="*/ 0 w 122"/>
                <a:gd name="T5" fmla="*/ 0 h 134"/>
                <a:gd name="T6" fmla="*/ 0 w 122"/>
                <a:gd name="T7" fmla="*/ 0 h 134"/>
                <a:gd name="T8" fmla="*/ 0 w 122"/>
                <a:gd name="T9" fmla="*/ 0 h 1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134">
                  <a:moveTo>
                    <a:pt x="64" y="0"/>
                  </a:moveTo>
                  <a:lnTo>
                    <a:pt x="6" y="64"/>
                  </a:lnTo>
                  <a:lnTo>
                    <a:pt x="0" y="134"/>
                  </a:lnTo>
                  <a:lnTo>
                    <a:pt x="122" y="110"/>
                  </a:lnTo>
                  <a:lnTo>
                    <a:pt x="64" y="0"/>
                  </a:lnTo>
                  <a:close/>
                </a:path>
              </a:pathLst>
            </a:custGeom>
            <a:solidFill>
              <a:schemeClr val="hlink"/>
            </a:solidFill>
            <a:ln w="9525">
              <a:solidFill>
                <a:schemeClr val="hlink"/>
              </a:solidFill>
              <a:round/>
              <a:headEnd/>
              <a:tailEnd/>
            </a:ln>
          </p:spPr>
          <p:txBody>
            <a:bodyPr/>
            <a:lstStyle/>
            <a:p>
              <a:endParaRPr lang="ko-KR" altLang="en-US"/>
            </a:p>
          </p:txBody>
        </p:sp>
        <p:sp>
          <p:nvSpPr>
            <p:cNvPr id="418179" name="Freeform 852">
              <a:extLst>
                <a:ext uri="{FF2B5EF4-FFF2-40B4-BE49-F238E27FC236}">
                  <a16:creationId xmlns:a16="http://schemas.microsoft.com/office/drawing/2014/main" id="{CDCA9874-8B8D-58A8-88E0-0FD79E1EF725}"/>
                </a:ext>
              </a:extLst>
            </p:cNvPr>
            <p:cNvSpPr>
              <a:spLocks/>
            </p:cNvSpPr>
            <p:nvPr/>
          </p:nvSpPr>
          <p:spPr bwMode="auto">
            <a:xfrm>
              <a:off x="2309" y="3093"/>
              <a:ext cx="165" cy="239"/>
            </a:xfrm>
            <a:custGeom>
              <a:avLst/>
              <a:gdLst>
                <a:gd name="T0" fmla="*/ 0 w 651"/>
                <a:gd name="T1" fmla="*/ 0 h 929"/>
                <a:gd name="T2" fmla="*/ 0 w 651"/>
                <a:gd name="T3" fmla="*/ 0 h 929"/>
                <a:gd name="T4" fmla="*/ 0 w 651"/>
                <a:gd name="T5" fmla="*/ 0 h 929"/>
                <a:gd name="T6" fmla="*/ 0 w 651"/>
                <a:gd name="T7" fmla="*/ 0 h 929"/>
                <a:gd name="T8" fmla="*/ 0 w 651"/>
                <a:gd name="T9" fmla="*/ 0 h 929"/>
                <a:gd name="T10" fmla="*/ 0 w 651"/>
                <a:gd name="T11" fmla="*/ 0 h 929"/>
                <a:gd name="T12" fmla="*/ 0 w 651"/>
                <a:gd name="T13" fmla="*/ 0 h 929"/>
                <a:gd name="T14" fmla="*/ 0 w 651"/>
                <a:gd name="T15" fmla="*/ 0 h 929"/>
                <a:gd name="T16" fmla="*/ 0 w 651"/>
                <a:gd name="T17" fmla="*/ 0 h 929"/>
                <a:gd name="T18" fmla="*/ 0 w 651"/>
                <a:gd name="T19" fmla="*/ 0 h 929"/>
                <a:gd name="T20" fmla="*/ 0 w 651"/>
                <a:gd name="T21" fmla="*/ 0 h 929"/>
                <a:gd name="T22" fmla="*/ 0 w 651"/>
                <a:gd name="T23" fmla="*/ 0 h 929"/>
                <a:gd name="T24" fmla="*/ 0 w 651"/>
                <a:gd name="T25" fmla="*/ 0 h 929"/>
                <a:gd name="T26" fmla="*/ 0 w 651"/>
                <a:gd name="T27" fmla="*/ 0 h 929"/>
                <a:gd name="T28" fmla="*/ 0 w 651"/>
                <a:gd name="T29" fmla="*/ 0 h 929"/>
                <a:gd name="T30" fmla="*/ 0 w 651"/>
                <a:gd name="T31" fmla="*/ 0 h 929"/>
                <a:gd name="T32" fmla="*/ 0 w 651"/>
                <a:gd name="T33" fmla="*/ 0 h 9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51" h="929">
                  <a:moveTo>
                    <a:pt x="140" y="75"/>
                  </a:moveTo>
                  <a:lnTo>
                    <a:pt x="157" y="117"/>
                  </a:lnTo>
                  <a:lnTo>
                    <a:pt x="297" y="105"/>
                  </a:lnTo>
                  <a:lnTo>
                    <a:pt x="436" y="87"/>
                  </a:lnTo>
                  <a:lnTo>
                    <a:pt x="535" y="58"/>
                  </a:lnTo>
                  <a:lnTo>
                    <a:pt x="611" y="0"/>
                  </a:lnTo>
                  <a:lnTo>
                    <a:pt x="651" y="82"/>
                  </a:lnTo>
                  <a:lnTo>
                    <a:pt x="448" y="540"/>
                  </a:lnTo>
                  <a:lnTo>
                    <a:pt x="35" y="929"/>
                  </a:lnTo>
                  <a:lnTo>
                    <a:pt x="0" y="848"/>
                  </a:lnTo>
                  <a:lnTo>
                    <a:pt x="30" y="575"/>
                  </a:lnTo>
                  <a:lnTo>
                    <a:pt x="303" y="453"/>
                  </a:lnTo>
                  <a:lnTo>
                    <a:pt x="448" y="262"/>
                  </a:lnTo>
                  <a:lnTo>
                    <a:pt x="262" y="262"/>
                  </a:lnTo>
                  <a:lnTo>
                    <a:pt x="164" y="215"/>
                  </a:lnTo>
                  <a:lnTo>
                    <a:pt x="99" y="122"/>
                  </a:lnTo>
                  <a:lnTo>
                    <a:pt x="140" y="75"/>
                  </a:lnTo>
                  <a:close/>
                </a:path>
              </a:pathLst>
            </a:custGeom>
            <a:solidFill>
              <a:schemeClr val="hlink"/>
            </a:solidFill>
            <a:ln w="9525">
              <a:solidFill>
                <a:schemeClr val="hlink"/>
              </a:solidFill>
              <a:round/>
              <a:headEnd/>
              <a:tailEnd/>
            </a:ln>
          </p:spPr>
          <p:txBody>
            <a:bodyPr/>
            <a:lstStyle/>
            <a:p>
              <a:endParaRPr lang="ko-KR" altLang="en-US"/>
            </a:p>
          </p:txBody>
        </p:sp>
        <p:sp>
          <p:nvSpPr>
            <p:cNvPr id="418180" name="Freeform 853">
              <a:extLst>
                <a:ext uri="{FF2B5EF4-FFF2-40B4-BE49-F238E27FC236}">
                  <a16:creationId xmlns:a16="http://schemas.microsoft.com/office/drawing/2014/main" id="{C578C559-C443-5404-8819-D16A5C07A551}"/>
                </a:ext>
              </a:extLst>
            </p:cNvPr>
            <p:cNvSpPr>
              <a:spLocks/>
            </p:cNvSpPr>
            <p:nvPr/>
          </p:nvSpPr>
          <p:spPr bwMode="auto">
            <a:xfrm>
              <a:off x="1789" y="3280"/>
              <a:ext cx="30" cy="21"/>
            </a:xfrm>
            <a:custGeom>
              <a:avLst/>
              <a:gdLst>
                <a:gd name="T0" fmla="*/ 0 w 122"/>
                <a:gd name="T1" fmla="*/ 0 h 81"/>
                <a:gd name="T2" fmla="*/ 0 w 122"/>
                <a:gd name="T3" fmla="*/ 0 h 81"/>
                <a:gd name="T4" fmla="*/ 0 w 122"/>
                <a:gd name="T5" fmla="*/ 0 h 81"/>
                <a:gd name="T6" fmla="*/ 0 w 122"/>
                <a:gd name="T7" fmla="*/ 0 h 81"/>
                <a:gd name="T8" fmla="*/ 0 w 122"/>
                <a:gd name="T9" fmla="*/ 0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81">
                  <a:moveTo>
                    <a:pt x="18" y="0"/>
                  </a:moveTo>
                  <a:lnTo>
                    <a:pt x="122" y="6"/>
                  </a:lnTo>
                  <a:lnTo>
                    <a:pt x="111" y="81"/>
                  </a:lnTo>
                  <a:lnTo>
                    <a:pt x="0" y="76"/>
                  </a:lnTo>
                  <a:lnTo>
                    <a:pt x="18" y="0"/>
                  </a:lnTo>
                  <a:close/>
                </a:path>
              </a:pathLst>
            </a:custGeom>
            <a:solidFill>
              <a:schemeClr val="hlink"/>
            </a:solidFill>
            <a:ln w="9525">
              <a:solidFill>
                <a:schemeClr val="hlink"/>
              </a:solidFill>
              <a:round/>
              <a:headEnd/>
              <a:tailEnd/>
            </a:ln>
          </p:spPr>
          <p:txBody>
            <a:bodyPr/>
            <a:lstStyle/>
            <a:p>
              <a:endParaRPr lang="ko-KR" altLang="en-US"/>
            </a:p>
          </p:txBody>
        </p:sp>
        <p:sp>
          <p:nvSpPr>
            <p:cNvPr id="418181" name="Freeform 854">
              <a:extLst>
                <a:ext uri="{FF2B5EF4-FFF2-40B4-BE49-F238E27FC236}">
                  <a16:creationId xmlns:a16="http://schemas.microsoft.com/office/drawing/2014/main" id="{31D8C6E6-23B5-B1CD-C816-CD212A9EA5F5}"/>
                </a:ext>
              </a:extLst>
            </p:cNvPr>
            <p:cNvSpPr>
              <a:spLocks/>
            </p:cNvSpPr>
            <p:nvPr/>
          </p:nvSpPr>
          <p:spPr bwMode="auto">
            <a:xfrm>
              <a:off x="1779" y="3282"/>
              <a:ext cx="94" cy="121"/>
            </a:xfrm>
            <a:custGeom>
              <a:avLst/>
              <a:gdLst>
                <a:gd name="T0" fmla="*/ 0 w 371"/>
                <a:gd name="T1" fmla="*/ 0 h 476"/>
                <a:gd name="T2" fmla="*/ 0 w 371"/>
                <a:gd name="T3" fmla="*/ 0 h 476"/>
                <a:gd name="T4" fmla="*/ 0 w 371"/>
                <a:gd name="T5" fmla="*/ 0 h 476"/>
                <a:gd name="T6" fmla="*/ 0 w 371"/>
                <a:gd name="T7" fmla="*/ 0 h 476"/>
                <a:gd name="T8" fmla="*/ 0 w 371"/>
                <a:gd name="T9" fmla="*/ 0 h 476"/>
                <a:gd name="T10" fmla="*/ 0 w 371"/>
                <a:gd name="T11" fmla="*/ 0 h 476"/>
                <a:gd name="T12" fmla="*/ 0 w 371"/>
                <a:gd name="T13" fmla="*/ 0 h 476"/>
                <a:gd name="T14" fmla="*/ 0 w 371"/>
                <a:gd name="T15" fmla="*/ 0 h 476"/>
                <a:gd name="T16" fmla="*/ 0 w 371"/>
                <a:gd name="T17" fmla="*/ 0 h 476"/>
                <a:gd name="T18" fmla="*/ 0 w 371"/>
                <a:gd name="T19" fmla="*/ 0 h 476"/>
                <a:gd name="T20" fmla="*/ 0 w 371"/>
                <a:gd name="T21" fmla="*/ 0 h 476"/>
                <a:gd name="T22" fmla="*/ 0 w 371"/>
                <a:gd name="T23" fmla="*/ 0 h 476"/>
                <a:gd name="T24" fmla="*/ 0 w 371"/>
                <a:gd name="T25" fmla="*/ 0 h 4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1" h="476">
                  <a:moveTo>
                    <a:pt x="156" y="0"/>
                  </a:moveTo>
                  <a:lnTo>
                    <a:pt x="308" y="0"/>
                  </a:lnTo>
                  <a:lnTo>
                    <a:pt x="313" y="52"/>
                  </a:lnTo>
                  <a:lnTo>
                    <a:pt x="354" y="46"/>
                  </a:lnTo>
                  <a:lnTo>
                    <a:pt x="371" y="307"/>
                  </a:lnTo>
                  <a:lnTo>
                    <a:pt x="191" y="319"/>
                  </a:lnTo>
                  <a:lnTo>
                    <a:pt x="203" y="476"/>
                  </a:lnTo>
                  <a:lnTo>
                    <a:pt x="151" y="389"/>
                  </a:lnTo>
                  <a:lnTo>
                    <a:pt x="46" y="290"/>
                  </a:lnTo>
                  <a:lnTo>
                    <a:pt x="0" y="203"/>
                  </a:lnTo>
                  <a:lnTo>
                    <a:pt x="34" y="70"/>
                  </a:lnTo>
                  <a:lnTo>
                    <a:pt x="145" y="75"/>
                  </a:lnTo>
                  <a:lnTo>
                    <a:pt x="156" y="0"/>
                  </a:lnTo>
                  <a:close/>
                </a:path>
              </a:pathLst>
            </a:custGeom>
            <a:solidFill>
              <a:schemeClr val="hlink"/>
            </a:solidFill>
            <a:ln w="9525">
              <a:solidFill>
                <a:schemeClr val="hlink"/>
              </a:solidFill>
              <a:round/>
              <a:headEnd/>
              <a:tailEnd/>
            </a:ln>
          </p:spPr>
          <p:txBody>
            <a:bodyPr/>
            <a:lstStyle/>
            <a:p>
              <a:endParaRPr lang="ko-KR" altLang="en-US"/>
            </a:p>
          </p:txBody>
        </p:sp>
        <p:sp>
          <p:nvSpPr>
            <p:cNvPr id="418182" name="Freeform 855">
              <a:extLst>
                <a:ext uri="{FF2B5EF4-FFF2-40B4-BE49-F238E27FC236}">
                  <a16:creationId xmlns:a16="http://schemas.microsoft.com/office/drawing/2014/main" id="{9948A301-16AA-4899-51A5-27077ABE291C}"/>
                </a:ext>
              </a:extLst>
            </p:cNvPr>
            <p:cNvSpPr>
              <a:spLocks/>
            </p:cNvSpPr>
            <p:nvPr/>
          </p:nvSpPr>
          <p:spPr bwMode="auto">
            <a:xfrm>
              <a:off x="1827" y="3249"/>
              <a:ext cx="115" cy="152"/>
            </a:xfrm>
            <a:custGeom>
              <a:avLst/>
              <a:gdLst>
                <a:gd name="T0" fmla="*/ 0 w 454"/>
                <a:gd name="T1" fmla="*/ 0 h 599"/>
                <a:gd name="T2" fmla="*/ 0 w 454"/>
                <a:gd name="T3" fmla="*/ 0 h 599"/>
                <a:gd name="T4" fmla="*/ 0 w 454"/>
                <a:gd name="T5" fmla="*/ 0 h 599"/>
                <a:gd name="T6" fmla="*/ 0 w 454"/>
                <a:gd name="T7" fmla="*/ 0 h 599"/>
                <a:gd name="T8" fmla="*/ 0 w 454"/>
                <a:gd name="T9" fmla="*/ 0 h 599"/>
                <a:gd name="T10" fmla="*/ 0 w 454"/>
                <a:gd name="T11" fmla="*/ 0 h 599"/>
                <a:gd name="T12" fmla="*/ 0 w 454"/>
                <a:gd name="T13" fmla="*/ 0 h 599"/>
                <a:gd name="T14" fmla="*/ 0 w 454"/>
                <a:gd name="T15" fmla="*/ 0 h 599"/>
                <a:gd name="T16" fmla="*/ 0 w 454"/>
                <a:gd name="T17" fmla="*/ 0 h 599"/>
                <a:gd name="T18" fmla="*/ 0 w 454"/>
                <a:gd name="T19" fmla="*/ 0 h 599"/>
                <a:gd name="T20" fmla="*/ 0 w 454"/>
                <a:gd name="T21" fmla="*/ 0 h 599"/>
                <a:gd name="T22" fmla="*/ 0 w 454"/>
                <a:gd name="T23" fmla="*/ 0 h 599"/>
                <a:gd name="T24" fmla="*/ 0 w 454"/>
                <a:gd name="T25" fmla="*/ 0 h 599"/>
                <a:gd name="T26" fmla="*/ 0 w 454"/>
                <a:gd name="T27" fmla="*/ 0 h 599"/>
                <a:gd name="T28" fmla="*/ 0 w 454"/>
                <a:gd name="T29" fmla="*/ 0 h 599"/>
                <a:gd name="T30" fmla="*/ 0 w 454"/>
                <a:gd name="T31" fmla="*/ 0 h 599"/>
                <a:gd name="T32" fmla="*/ 0 w 454"/>
                <a:gd name="T33" fmla="*/ 0 h 5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54" h="599">
                  <a:moveTo>
                    <a:pt x="0" y="447"/>
                  </a:moveTo>
                  <a:lnTo>
                    <a:pt x="12" y="599"/>
                  </a:lnTo>
                  <a:lnTo>
                    <a:pt x="82" y="592"/>
                  </a:lnTo>
                  <a:lnTo>
                    <a:pt x="122" y="552"/>
                  </a:lnTo>
                  <a:lnTo>
                    <a:pt x="204" y="557"/>
                  </a:lnTo>
                  <a:lnTo>
                    <a:pt x="285" y="512"/>
                  </a:lnTo>
                  <a:lnTo>
                    <a:pt x="291" y="395"/>
                  </a:lnTo>
                  <a:lnTo>
                    <a:pt x="413" y="279"/>
                  </a:lnTo>
                  <a:lnTo>
                    <a:pt x="454" y="58"/>
                  </a:lnTo>
                  <a:lnTo>
                    <a:pt x="332" y="0"/>
                  </a:lnTo>
                  <a:lnTo>
                    <a:pt x="267" y="41"/>
                  </a:lnTo>
                  <a:lnTo>
                    <a:pt x="274" y="128"/>
                  </a:lnTo>
                  <a:lnTo>
                    <a:pt x="117" y="128"/>
                  </a:lnTo>
                  <a:lnTo>
                    <a:pt x="122" y="180"/>
                  </a:lnTo>
                  <a:lnTo>
                    <a:pt x="169" y="186"/>
                  </a:lnTo>
                  <a:lnTo>
                    <a:pt x="180" y="435"/>
                  </a:lnTo>
                  <a:lnTo>
                    <a:pt x="0" y="447"/>
                  </a:lnTo>
                  <a:close/>
                </a:path>
              </a:pathLst>
            </a:custGeom>
            <a:solidFill>
              <a:schemeClr val="hlink"/>
            </a:solidFill>
            <a:ln w="9525">
              <a:solidFill>
                <a:schemeClr val="hlink"/>
              </a:solidFill>
              <a:round/>
              <a:headEnd/>
              <a:tailEnd/>
            </a:ln>
          </p:spPr>
          <p:txBody>
            <a:bodyPr/>
            <a:lstStyle/>
            <a:p>
              <a:endParaRPr lang="ko-KR" altLang="en-US"/>
            </a:p>
          </p:txBody>
        </p:sp>
        <p:sp>
          <p:nvSpPr>
            <p:cNvPr id="418183" name="Freeform 856">
              <a:extLst>
                <a:ext uri="{FF2B5EF4-FFF2-40B4-BE49-F238E27FC236}">
                  <a16:creationId xmlns:a16="http://schemas.microsoft.com/office/drawing/2014/main" id="{0949BCEA-7E26-DC2B-9848-F998BFA80011}"/>
                </a:ext>
              </a:extLst>
            </p:cNvPr>
            <p:cNvSpPr>
              <a:spLocks/>
            </p:cNvSpPr>
            <p:nvPr/>
          </p:nvSpPr>
          <p:spPr bwMode="auto">
            <a:xfrm>
              <a:off x="1829" y="3399"/>
              <a:ext cx="20" cy="21"/>
            </a:xfrm>
            <a:custGeom>
              <a:avLst/>
              <a:gdLst>
                <a:gd name="T0" fmla="*/ 0 w 76"/>
                <a:gd name="T1" fmla="*/ 0 h 82"/>
                <a:gd name="T2" fmla="*/ 0 w 76"/>
                <a:gd name="T3" fmla="*/ 0 h 82"/>
                <a:gd name="T4" fmla="*/ 0 w 76"/>
                <a:gd name="T5" fmla="*/ 0 h 82"/>
                <a:gd name="T6" fmla="*/ 0 w 76"/>
                <a:gd name="T7" fmla="*/ 0 h 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 h="82">
                  <a:moveTo>
                    <a:pt x="76" y="0"/>
                  </a:moveTo>
                  <a:lnTo>
                    <a:pt x="0" y="5"/>
                  </a:lnTo>
                  <a:lnTo>
                    <a:pt x="41" y="82"/>
                  </a:lnTo>
                  <a:lnTo>
                    <a:pt x="76" y="0"/>
                  </a:lnTo>
                  <a:close/>
                </a:path>
              </a:pathLst>
            </a:custGeom>
            <a:solidFill>
              <a:schemeClr val="hlink"/>
            </a:solidFill>
            <a:ln w="9525">
              <a:solidFill>
                <a:schemeClr val="hlink"/>
              </a:solidFill>
              <a:round/>
              <a:headEnd/>
              <a:tailEnd/>
            </a:ln>
          </p:spPr>
          <p:txBody>
            <a:bodyPr/>
            <a:lstStyle/>
            <a:p>
              <a:endParaRPr lang="ko-KR" altLang="en-US"/>
            </a:p>
          </p:txBody>
        </p:sp>
        <p:sp>
          <p:nvSpPr>
            <p:cNvPr id="418184" name="Freeform 857">
              <a:extLst>
                <a:ext uri="{FF2B5EF4-FFF2-40B4-BE49-F238E27FC236}">
                  <a16:creationId xmlns:a16="http://schemas.microsoft.com/office/drawing/2014/main" id="{A49978B9-E21C-41EC-C8F5-3D0511C49CC3}"/>
                </a:ext>
              </a:extLst>
            </p:cNvPr>
            <p:cNvSpPr>
              <a:spLocks/>
            </p:cNvSpPr>
            <p:nvPr/>
          </p:nvSpPr>
          <p:spPr bwMode="auto">
            <a:xfrm>
              <a:off x="1839" y="3219"/>
              <a:ext cx="315" cy="324"/>
            </a:xfrm>
            <a:custGeom>
              <a:avLst/>
              <a:gdLst>
                <a:gd name="T0" fmla="*/ 0 w 1244"/>
                <a:gd name="T1" fmla="*/ 0 h 1266"/>
                <a:gd name="T2" fmla="*/ 0 w 1244"/>
                <a:gd name="T3" fmla="*/ 0 h 1266"/>
                <a:gd name="T4" fmla="*/ 0 w 1244"/>
                <a:gd name="T5" fmla="*/ 0 h 1266"/>
                <a:gd name="T6" fmla="*/ 0 w 1244"/>
                <a:gd name="T7" fmla="*/ 0 h 1266"/>
                <a:gd name="T8" fmla="*/ 0 w 1244"/>
                <a:gd name="T9" fmla="*/ 0 h 1266"/>
                <a:gd name="T10" fmla="*/ 0 w 1244"/>
                <a:gd name="T11" fmla="*/ 0 h 1266"/>
                <a:gd name="T12" fmla="*/ 0 w 1244"/>
                <a:gd name="T13" fmla="*/ 0 h 1266"/>
                <a:gd name="T14" fmla="*/ 0 w 1244"/>
                <a:gd name="T15" fmla="*/ 0 h 1266"/>
                <a:gd name="T16" fmla="*/ 0 w 1244"/>
                <a:gd name="T17" fmla="*/ 0 h 1266"/>
                <a:gd name="T18" fmla="*/ 0 w 1244"/>
                <a:gd name="T19" fmla="*/ 0 h 1266"/>
                <a:gd name="T20" fmla="*/ 0 w 1244"/>
                <a:gd name="T21" fmla="*/ 0 h 1266"/>
                <a:gd name="T22" fmla="*/ 0 w 1244"/>
                <a:gd name="T23" fmla="*/ 0 h 1266"/>
                <a:gd name="T24" fmla="*/ 0 w 1244"/>
                <a:gd name="T25" fmla="*/ 0 h 1266"/>
                <a:gd name="T26" fmla="*/ 0 w 1244"/>
                <a:gd name="T27" fmla="*/ 0 h 1266"/>
                <a:gd name="T28" fmla="*/ 0 w 1244"/>
                <a:gd name="T29" fmla="*/ 0 h 1266"/>
                <a:gd name="T30" fmla="*/ 0 w 1244"/>
                <a:gd name="T31" fmla="*/ 0 h 1266"/>
                <a:gd name="T32" fmla="*/ 0 w 1244"/>
                <a:gd name="T33" fmla="*/ 0 h 1266"/>
                <a:gd name="T34" fmla="*/ 0 w 1244"/>
                <a:gd name="T35" fmla="*/ 0 h 1266"/>
                <a:gd name="T36" fmla="*/ 0 w 1244"/>
                <a:gd name="T37" fmla="*/ 0 h 1266"/>
                <a:gd name="T38" fmla="*/ 0 w 1244"/>
                <a:gd name="T39" fmla="*/ 0 h 1266"/>
                <a:gd name="T40" fmla="*/ 0 w 1244"/>
                <a:gd name="T41" fmla="*/ 0 h 1266"/>
                <a:gd name="T42" fmla="*/ 0 w 1244"/>
                <a:gd name="T43" fmla="*/ 0 h 1266"/>
                <a:gd name="T44" fmla="*/ 0 w 1244"/>
                <a:gd name="T45" fmla="*/ 0 h 1266"/>
                <a:gd name="T46" fmla="*/ 0 w 1244"/>
                <a:gd name="T47" fmla="*/ 0 h 1266"/>
                <a:gd name="T48" fmla="*/ 0 w 1244"/>
                <a:gd name="T49" fmla="*/ 0 h 1266"/>
                <a:gd name="T50" fmla="*/ 0 w 1244"/>
                <a:gd name="T51" fmla="*/ 0 h 1266"/>
                <a:gd name="T52" fmla="*/ 0 w 1244"/>
                <a:gd name="T53" fmla="*/ 0 h 1266"/>
                <a:gd name="T54" fmla="*/ 0 w 1244"/>
                <a:gd name="T55" fmla="*/ 0 h 1266"/>
                <a:gd name="T56" fmla="*/ 0 w 1244"/>
                <a:gd name="T57" fmla="*/ 0 h 1266"/>
                <a:gd name="T58" fmla="*/ 0 w 1244"/>
                <a:gd name="T59" fmla="*/ 0 h 1266"/>
                <a:gd name="T60" fmla="*/ 0 w 1244"/>
                <a:gd name="T61" fmla="*/ 0 h 1266"/>
                <a:gd name="T62" fmla="*/ 0 w 1244"/>
                <a:gd name="T63" fmla="*/ 0 h 1266"/>
                <a:gd name="T64" fmla="*/ 0 w 1244"/>
                <a:gd name="T65" fmla="*/ 0 h 1266"/>
                <a:gd name="T66" fmla="*/ 0 w 1244"/>
                <a:gd name="T67" fmla="*/ 0 h 1266"/>
                <a:gd name="T68" fmla="*/ 0 w 1244"/>
                <a:gd name="T69" fmla="*/ 0 h 1266"/>
                <a:gd name="T70" fmla="*/ 0 w 1244"/>
                <a:gd name="T71" fmla="*/ 0 h 1266"/>
                <a:gd name="T72" fmla="*/ 0 w 1244"/>
                <a:gd name="T73" fmla="*/ 0 h 1266"/>
                <a:gd name="T74" fmla="*/ 0 w 1244"/>
                <a:gd name="T75" fmla="*/ 0 h 1266"/>
                <a:gd name="T76" fmla="*/ 0 w 1244"/>
                <a:gd name="T77" fmla="*/ 0 h 1266"/>
                <a:gd name="T78" fmla="*/ 0 w 1244"/>
                <a:gd name="T79" fmla="*/ 0 h 1266"/>
                <a:gd name="T80" fmla="*/ 0 w 1244"/>
                <a:gd name="T81" fmla="*/ 0 h 1266"/>
                <a:gd name="T82" fmla="*/ 0 w 1244"/>
                <a:gd name="T83" fmla="*/ 0 h 1266"/>
                <a:gd name="T84" fmla="*/ 0 w 1244"/>
                <a:gd name="T85" fmla="*/ 0 h 1266"/>
                <a:gd name="T86" fmla="*/ 0 w 1244"/>
                <a:gd name="T87" fmla="*/ 0 h 1266"/>
                <a:gd name="T88" fmla="*/ 0 w 1244"/>
                <a:gd name="T89" fmla="*/ 0 h 1266"/>
                <a:gd name="T90" fmla="*/ 0 w 1244"/>
                <a:gd name="T91" fmla="*/ 0 h 1266"/>
                <a:gd name="T92" fmla="*/ 0 w 1244"/>
                <a:gd name="T93" fmla="*/ 0 h 1266"/>
                <a:gd name="T94" fmla="*/ 0 w 1244"/>
                <a:gd name="T95" fmla="*/ 0 h 1266"/>
                <a:gd name="T96" fmla="*/ 0 w 1244"/>
                <a:gd name="T97" fmla="*/ 0 h 1266"/>
                <a:gd name="T98" fmla="*/ 0 w 1244"/>
                <a:gd name="T99" fmla="*/ 0 h 1266"/>
                <a:gd name="T100" fmla="*/ 0 w 1244"/>
                <a:gd name="T101" fmla="*/ 0 h 1266"/>
                <a:gd name="T102" fmla="*/ 0 w 1244"/>
                <a:gd name="T103" fmla="*/ 0 h 1266"/>
                <a:gd name="T104" fmla="*/ 0 w 1244"/>
                <a:gd name="T105" fmla="*/ 0 h 12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44" h="1266">
                  <a:moveTo>
                    <a:pt x="0" y="785"/>
                  </a:moveTo>
                  <a:lnTo>
                    <a:pt x="35" y="703"/>
                  </a:lnTo>
                  <a:lnTo>
                    <a:pt x="75" y="668"/>
                  </a:lnTo>
                  <a:lnTo>
                    <a:pt x="116" y="663"/>
                  </a:lnTo>
                  <a:lnTo>
                    <a:pt x="168" y="673"/>
                  </a:lnTo>
                  <a:lnTo>
                    <a:pt x="238" y="628"/>
                  </a:lnTo>
                  <a:lnTo>
                    <a:pt x="244" y="511"/>
                  </a:lnTo>
                  <a:lnTo>
                    <a:pt x="366" y="395"/>
                  </a:lnTo>
                  <a:lnTo>
                    <a:pt x="430" y="75"/>
                  </a:lnTo>
                  <a:lnTo>
                    <a:pt x="499" y="40"/>
                  </a:lnTo>
                  <a:lnTo>
                    <a:pt x="656" y="87"/>
                  </a:lnTo>
                  <a:lnTo>
                    <a:pt x="773" y="18"/>
                  </a:lnTo>
                  <a:lnTo>
                    <a:pt x="831" y="28"/>
                  </a:lnTo>
                  <a:lnTo>
                    <a:pt x="889" y="0"/>
                  </a:lnTo>
                  <a:lnTo>
                    <a:pt x="976" y="23"/>
                  </a:lnTo>
                  <a:lnTo>
                    <a:pt x="1040" y="58"/>
                  </a:lnTo>
                  <a:lnTo>
                    <a:pt x="1098" y="58"/>
                  </a:lnTo>
                  <a:lnTo>
                    <a:pt x="1127" y="81"/>
                  </a:lnTo>
                  <a:lnTo>
                    <a:pt x="1150" y="52"/>
                  </a:lnTo>
                  <a:lnTo>
                    <a:pt x="1215" y="128"/>
                  </a:lnTo>
                  <a:lnTo>
                    <a:pt x="1220" y="185"/>
                  </a:lnTo>
                  <a:lnTo>
                    <a:pt x="1244" y="227"/>
                  </a:lnTo>
                  <a:lnTo>
                    <a:pt x="1168" y="296"/>
                  </a:lnTo>
                  <a:lnTo>
                    <a:pt x="1139" y="453"/>
                  </a:lnTo>
                  <a:lnTo>
                    <a:pt x="1115" y="511"/>
                  </a:lnTo>
                  <a:lnTo>
                    <a:pt x="1115" y="761"/>
                  </a:lnTo>
                  <a:lnTo>
                    <a:pt x="1197" y="842"/>
                  </a:lnTo>
                  <a:lnTo>
                    <a:pt x="1197" y="883"/>
                  </a:lnTo>
                  <a:lnTo>
                    <a:pt x="1070" y="900"/>
                  </a:lnTo>
                  <a:lnTo>
                    <a:pt x="1035" y="1022"/>
                  </a:lnTo>
                  <a:lnTo>
                    <a:pt x="1092" y="1029"/>
                  </a:lnTo>
                  <a:lnTo>
                    <a:pt x="1058" y="1144"/>
                  </a:lnTo>
                  <a:lnTo>
                    <a:pt x="1133" y="1179"/>
                  </a:lnTo>
                  <a:lnTo>
                    <a:pt x="1162" y="1156"/>
                  </a:lnTo>
                  <a:lnTo>
                    <a:pt x="1168" y="1266"/>
                  </a:lnTo>
                  <a:lnTo>
                    <a:pt x="1110" y="1266"/>
                  </a:lnTo>
                  <a:lnTo>
                    <a:pt x="965" y="1156"/>
                  </a:lnTo>
                  <a:lnTo>
                    <a:pt x="965" y="1179"/>
                  </a:lnTo>
                  <a:lnTo>
                    <a:pt x="923" y="1179"/>
                  </a:lnTo>
                  <a:lnTo>
                    <a:pt x="837" y="1116"/>
                  </a:lnTo>
                  <a:lnTo>
                    <a:pt x="785" y="1121"/>
                  </a:lnTo>
                  <a:lnTo>
                    <a:pt x="779" y="1092"/>
                  </a:lnTo>
                  <a:lnTo>
                    <a:pt x="651" y="1104"/>
                  </a:lnTo>
                  <a:lnTo>
                    <a:pt x="599" y="854"/>
                  </a:lnTo>
                  <a:lnTo>
                    <a:pt x="564" y="854"/>
                  </a:lnTo>
                  <a:lnTo>
                    <a:pt x="552" y="813"/>
                  </a:lnTo>
                  <a:lnTo>
                    <a:pt x="494" y="819"/>
                  </a:lnTo>
                  <a:lnTo>
                    <a:pt x="489" y="889"/>
                  </a:lnTo>
                  <a:lnTo>
                    <a:pt x="343" y="900"/>
                  </a:lnTo>
                  <a:lnTo>
                    <a:pt x="337" y="872"/>
                  </a:lnTo>
                  <a:lnTo>
                    <a:pt x="314" y="872"/>
                  </a:lnTo>
                  <a:lnTo>
                    <a:pt x="273" y="750"/>
                  </a:lnTo>
                  <a:lnTo>
                    <a:pt x="0" y="785"/>
                  </a:lnTo>
                  <a:close/>
                </a:path>
              </a:pathLst>
            </a:custGeom>
            <a:solidFill>
              <a:schemeClr val="hlink"/>
            </a:solidFill>
            <a:ln w="9525">
              <a:solidFill>
                <a:schemeClr val="hlink"/>
              </a:solidFill>
              <a:round/>
              <a:headEnd/>
              <a:tailEnd/>
            </a:ln>
          </p:spPr>
          <p:txBody>
            <a:bodyPr/>
            <a:lstStyle/>
            <a:p>
              <a:endParaRPr lang="ko-KR" altLang="en-US"/>
            </a:p>
          </p:txBody>
        </p:sp>
        <p:sp>
          <p:nvSpPr>
            <p:cNvPr id="418185" name="Freeform 858">
              <a:extLst>
                <a:ext uri="{FF2B5EF4-FFF2-40B4-BE49-F238E27FC236}">
                  <a16:creationId xmlns:a16="http://schemas.microsoft.com/office/drawing/2014/main" id="{4B59D72C-28C0-58DA-3151-076B96E2F31E}"/>
                </a:ext>
              </a:extLst>
            </p:cNvPr>
            <p:cNvSpPr>
              <a:spLocks/>
            </p:cNvSpPr>
            <p:nvPr/>
          </p:nvSpPr>
          <p:spPr bwMode="auto">
            <a:xfrm>
              <a:off x="2127" y="3233"/>
              <a:ext cx="87" cy="99"/>
            </a:xfrm>
            <a:custGeom>
              <a:avLst/>
              <a:gdLst>
                <a:gd name="T0" fmla="*/ 0 w 343"/>
                <a:gd name="T1" fmla="*/ 0 h 383"/>
                <a:gd name="T2" fmla="*/ 0 w 343"/>
                <a:gd name="T3" fmla="*/ 0 h 383"/>
                <a:gd name="T4" fmla="*/ 0 w 343"/>
                <a:gd name="T5" fmla="*/ 0 h 383"/>
                <a:gd name="T6" fmla="*/ 0 w 343"/>
                <a:gd name="T7" fmla="*/ 0 h 383"/>
                <a:gd name="T8" fmla="*/ 0 w 343"/>
                <a:gd name="T9" fmla="*/ 0 h 383"/>
                <a:gd name="T10" fmla="*/ 0 w 343"/>
                <a:gd name="T11" fmla="*/ 0 h 383"/>
                <a:gd name="T12" fmla="*/ 0 w 343"/>
                <a:gd name="T13" fmla="*/ 0 h 383"/>
                <a:gd name="T14" fmla="*/ 0 w 343"/>
                <a:gd name="T15" fmla="*/ 0 h 383"/>
                <a:gd name="T16" fmla="*/ 0 w 343"/>
                <a:gd name="T17" fmla="*/ 0 h 383"/>
                <a:gd name="T18" fmla="*/ 0 w 343"/>
                <a:gd name="T19" fmla="*/ 0 h 383"/>
                <a:gd name="T20" fmla="*/ 0 w 343"/>
                <a:gd name="T21" fmla="*/ 0 h 383"/>
                <a:gd name="T22" fmla="*/ 0 w 343"/>
                <a:gd name="T23" fmla="*/ 0 h 3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43" h="383">
                  <a:moveTo>
                    <a:pt x="291" y="0"/>
                  </a:moveTo>
                  <a:lnTo>
                    <a:pt x="343" y="169"/>
                  </a:lnTo>
                  <a:lnTo>
                    <a:pt x="291" y="244"/>
                  </a:lnTo>
                  <a:lnTo>
                    <a:pt x="267" y="261"/>
                  </a:lnTo>
                  <a:lnTo>
                    <a:pt x="256" y="343"/>
                  </a:lnTo>
                  <a:lnTo>
                    <a:pt x="0" y="383"/>
                  </a:lnTo>
                  <a:lnTo>
                    <a:pt x="23" y="238"/>
                  </a:lnTo>
                  <a:lnTo>
                    <a:pt x="99" y="169"/>
                  </a:lnTo>
                  <a:lnTo>
                    <a:pt x="75" y="127"/>
                  </a:lnTo>
                  <a:lnTo>
                    <a:pt x="70" y="64"/>
                  </a:lnTo>
                  <a:lnTo>
                    <a:pt x="214" y="52"/>
                  </a:lnTo>
                  <a:lnTo>
                    <a:pt x="291" y="0"/>
                  </a:lnTo>
                  <a:close/>
                </a:path>
              </a:pathLst>
            </a:custGeom>
            <a:solidFill>
              <a:schemeClr val="hlink"/>
            </a:solidFill>
            <a:ln w="9525">
              <a:solidFill>
                <a:schemeClr val="hlink"/>
              </a:solidFill>
              <a:round/>
              <a:headEnd/>
              <a:tailEnd/>
            </a:ln>
          </p:spPr>
          <p:txBody>
            <a:bodyPr/>
            <a:lstStyle/>
            <a:p>
              <a:endParaRPr lang="ko-KR" altLang="en-US"/>
            </a:p>
          </p:txBody>
        </p:sp>
        <p:sp>
          <p:nvSpPr>
            <p:cNvPr id="418186" name="Freeform 859">
              <a:extLst>
                <a:ext uri="{FF2B5EF4-FFF2-40B4-BE49-F238E27FC236}">
                  <a16:creationId xmlns:a16="http://schemas.microsoft.com/office/drawing/2014/main" id="{BE9B8E0E-C6C7-461D-872F-189F1052D811}"/>
                </a:ext>
              </a:extLst>
            </p:cNvPr>
            <p:cNvSpPr>
              <a:spLocks/>
            </p:cNvSpPr>
            <p:nvPr/>
          </p:nvSpPr>
          <p:spPr bwMode="auto">
            <a:xfrm>
              <a:off x="2192" y="3227"/>
              <a:ext cx="129" cy="162"/>
            </a:xfrm>
            <a:custGeom>
              <a:avLst/>
              <a:gdLst>
                <a:gd name="T0" fmla="*/ 0 w 506"/>
                <a:gd name="T1" fmla="*/ 0 h 635"/>
                <a:gd name="T2" fmla="*/ 0 w 506"/>
                <a:gd name="T3" fmla="*/ 0 h 635"/>
                <a:gd name="T4" fmla="*/ 0 w 506"/>
                <a:gd name="T5" fmla="*/ 0 h 635"/>
                <a:gd name="T6" fmla="*/ 0 w 506"/>
                <a:gd name="T7" fmla="*/ 0 h 635"/>
                <a:gd name="T8" fmla="*/ 0 w 506"/>
                <a:gd name="T9" fmla="*/ 0 h 635"/>
                <a:gd name="T10" fmla="*/ 0 w 506"/>
                <a:gd name="T11" fmla="*/ 0 h 635"/>
                <a:gd name="T12" fmla="*/ 0 w 506"/>
                <a:gd name="T13" fmla="*/ 0 h 635"/>
                <a:gd name="T14" fmla="*/ 0 w 506"/>
                <a:gd name="T15" fmla="*/ 0 h 635"/>
                <a:gd name="T16" fmla="*/ 0 w 506"/>
                <a:gd name="T17" fmla="*/ 0 h 635"/>
                <a:gd name="T18" fmla="*/ 0 w 506"/>
                <a:gd name="T19" fmla="*/ 0 h 635"/>
                <a:gd name="T20" fmla="*/ 0 w 506"/>
                <a:gd name="T21" fmla="*/ 0 h 635"/>
                <a:gd name="T22" fmla="*/ 0 w 506"/>
                <a:gd name="T23" fmla="*/ 0 h 635"/>
                <a:gd name="T24" fmla="*/ 0 w 506"/>
                <a:gd name="T25" fmla="*/ 0 h 635"/>
                <a:gd name="T26" fmla="*/ 0 w 506"/>
                <a:gd name="T27" fmla="*/ 0 h 635"/>
                <a:gd name="T28" fmla="*/ 0 w 506"/>
                <a:gd name="T29" fmla="*/ 0 h 635"/>
                <a:gd name="T30" fmla="*/ 0 w 506"/>
                <a:gd name="T31" fmla="*/ 0 h 635"/>
                <a:gd name="T32" fmla="*/ 0 w 506"/>
                <a:gd name="T33" fmla="*/ 0 h 635"/>
                <a:gd name="T34" fmla="*/ 0 w 506"/>
                <a:gd name="T35" fmla="*/ 0 h 635"/>
                <a:gd name="T36" fmla="*/ 0 w 506"/>
                <a:gd name="T37" fmla="*/ 0 h 6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06" h="635">
                  <a:moveTo>
                    <a:pt x="0" y="373"/>
                  </a:moveTo>
                  <a:lnTo>
                    <a:pt x="145" y="436"/>
                  </a:lnTo>
                  <a:lnTo>
                    <a:pt x="232" y="530"/>
                  </a:lnTo>
                  <a:lnTo>
                    <a:pt x="296" y="553"/>
                  </a:lnTo>
                  <a:lnTo>
                    <a:pt x="337" y="623"/>
                  </a:lnTo>
                  <a:lnTo>
                    <a:pt x="384" y="635"/>
                  </a:lnTo>
                  <a:lnTo>
                    <a:pt x="506" y="413"/>
                  </a:lnTo>
                  <a:lnTo>
                    <a:pt x="459" y="314"/>
                  </a:lnTo>
                  <a:lnTo>
                    <a:pt x="499" y="59"/>
                  </a:lnTo>
                  <a:lnTo>
                    <a:pt x="424" y="30"/>
                  </a:lnTo>
                  <a:lnTo>
                    <a:pt x="372" y="94"/>
                  </a:lnTo>
                  <a:lnTo>
                    <a:pt x="302" y="88"/>
                  </a:lnTo>
                  <a:lnTo>
                    <a:pt x="215" y="0"/>
                  </a:lnTo>
                  <a:lnTo>
                    <a:pt x="70" y="12"/>
                  </a:lnTo>
                  <a:lnTo>
                    <a:pt x="40" y="30"/>
                  </a:lnTo>
                  <a:lnTo>
                    <a:pt x="87" y="199"/>
                  </a:lnTo>
                  <a:lnTo>
                    <a:pt x="35" y="268"/>
                  </a:lnTo>
                  <a:lnTo>
                    <a:pt x="11" y="286"/>
                  </a:lnTo>
                  <a:lnTo>
                    <a:pt x="0" y="373"/>
                  </a:lnTo>
                  <a:close/>
                </a:path>
              </a:pathLst>
            </a:custGeom>
            <a:solidFill>
              <a:schemeClr val="hlink"/>
            </a:solidFill>
            <a:ln w="9525">
              <a:solidFill>
                <a:schemeClr val="hlink"/>
              </a:solidFill>
              <a:round/>
              <a:headEnd/>
              <a:tailEnd/>
            </a:ln>
          </p:spPr>
          <p:txBody>
            <a:bodyPr/>
            <a:lstStyle/>
            <a:p>
              <a:endParaRPr lang="ko-KR" altLang="en-US"/>
            </a:p>
          </p:txBody>
        </p:sp>
        <p:sp>
          <p:nvSpPr>
            <p:cNvPr id="418187" name="Freeform 860">
              <a:extLst>
                <a:ext uri="{FF2B5EF4-FFF2-40B4-BE49-F238E27FC236}">
                  <a16:creationId xmlns:a16="http://schemas.microsoft.com/office/drawing/2014/main" id="{4FB14055-7192-3401-431C-783A02B27D75}"/>
                </a:ext>
              </a:extLst>
            </p:cNvPr>
            <p:cNvSpPr>
              <a:spLocks/>
            </p:cNvSpPr>
            <p:nvPr/>
          </p:nvSpPr>
          <p:spPr bwMode="auto">
            <a:xfrm>
              <a:off x="2121" y="3321"/>
              <a:ext cx="184" cy="191"/>
            </a:xfrm>
            <a:custGeom>
              <a:avLst/>
              <a:gdLst>
                <a:gd name="T0" fmla="*/ 0 w 727"/>
                <a:gd name="T1" fmla="*/ 0 h 743"/>
                <a:gd name="T2" fmla="*/ 0 w 727"/>
                <a:gd name="T3" fmla="*/ 0 h 743"/>
                <a:gd name="T4" fmla="*/ 0 w 727"/>
                <a:gd name="T5" fmla="*/ 0 h 743"/>
                <a:gd name="T6" fmla="*/ 0 w 727"/>
                <a:gd name="T7" fmla="*/ 0 h 743"/>
                <a:gd name="T8" fmla="*/ 0 w 727"/>
                <a:gd name="T9" fmla="*/ 0 h 743"/>
                <a:gd name="T10" fmla="*/ 0 w 727"/>
                <a:gd name="T11" fmla="*/ 0 h 743"/>
                <a:gd name="T12" fmla="*/ 0 w 727"/>
                <a:gd name="T13" fmla="*/ 0 h 743"/>
                <a:gd name="T14" fmla="*/ 0 w 727"/>
                <a:gd name="T15" fmla="*/ 0 h 743"/>
                <a:gd name="T16" fmla="*/ 0 w 727"/>
                <a:gd name="T17" fmla="*/ 0 h 743"/>
                <a:gd name="T18" fmla="*/ 0 w 727"/>
                <a:gd name="T19" fmla="*/ 0 h 743"/>
                <a:gd name="T20" fmla="*/ 0 w 727"/>
                <a:gd name="T21" fmla="*/ 0 h 743"/>
                <a:gd name="T22" fmla="*/ 0 w 727"/>
                <a:gd name="T23" fmla="*/ 0 h 743"/>
                <a:gd name="T24" fmla="*/ 0 w 727"/>
                <a:gd name="T25" fmla="*/ 0 h 743"/>
                <a:gd name="T26" fmla="*/ 0 w 727"/>
                <a:gd name="T27" fmla="*/ 0 h 743"/>
                <a:gd name="T28" fmla="*/ 0 w 727"/>
                <a:gd name="T29" fmla="*/ 0 h 743"/>
                <a:gd name="T30" fmla="*/ 0 w 727"/>
                <a:gd name="T31" fmla="*/ 0 h 743"/>
                <a:gd name="T32" fmla="*/ 0 w 727"/>
                <a:gd name="T33" fmla="*/ 0 h 743"/>
                <a:gd name="T34" fmla="*/ 0 w 727"/>
                <a:gd name="T35" fmla="*/ 0 h 743"/>
                <a:gd name="T36" fmla="*/ 0 w 727"/>
                <a:gd name="T37" fmla="*/ 0 h 743"/>
                <a:gd name="T38" fmla="*/ 0 w 727"/>
                <a:gd name="T39" fmla="*/ 0 h 743"/>
                <a:gd name="T40" fmla="*/ 0 w 727"/>
                <a:gd name="T41" fmla="*/ 0 h 743"/>
                <a:gd name="T42" fmla="*/ 0 w 727"/>
                <a:gd name="T43" fmla="*/ 0 h 743"/>
                <a:gd name="T44" fmla="*/ 0 w 727"/>
                <a:gd name="T45" fmla="*/ 0 h 74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27" h="743">
                  <a:moveTo>
                    <a:pt x="122" y="23"/>
                  </a:moveTo>
                  <a:lnTo>
                    <a:pt x="94" y="116"/>
                  </a:lnTo>
                  <a:lnTo>
                    <a:pt x="129" y="168"/>
                  </a:lnTo>
                  <a:lnTo>
                    <a:pt x="0" y="319"/>
                  </a:lnTo>
                  <a:lnTo>
                    <a:pt x="0" y="360"/>
                  </a:lnTo>
                  <a:lnTo>
                    <a:pt x="82" y="441"/>
                  </a:lnTo>
                  <a:lnTo>
                    <a:pt x="82" y="482"/>
                  </a:lnTo>
                  <a:lnTo>
                    <a:pt x="256" y="569"/>
                  </a:lnTo>
                  <a:lnTo>
                    <a:pt x="321" y="743"/>
                  </a:lnTo>
                  <a:lnTo>
                    <a:pt x="367" y="715"/>
                  </a:lnTo>
                  <a:lnTo>
                    <a:pt x="518" y="732"/>
                  </a:lnTo>
                  <a:lnTo>
                    <a:pt x="547" y="685"/>
                  </a:lnTo>
                  <a:lnTo>
                    <a:pt x="727" y="673"/>
                  </a:lnTo>
                  <a:lnTo>
                    <a:pt x="692" y="593"/>
                  </a:lnTo>
                  <a:lnTo>
                    <a:pt x="692" y="394"/>
                  </a:lnTo>
                  <a:lnTo>
                    <a:pt x="663" y="366"/>
                  </a:lnTo>
                  <a:lnTo>
                    <a:pt x="670" y="255"/>
                  </a:lnTo>
                  <a:lnTo>
                    <a:pt x="623" y="250"/>
                  </a:lnTo>
                  <a:lnTo>
                    <a:pt x="582" y="180"/>
                  </a:lnTo>
                  <a:lnTo>
                    <a:pt x="518" y="157"/>
                  </a:lnTo>
                  <a:lnTo>
                    <a:pt x="431" y="63"/>
                  </a:lnTo>
                  <a:lnTo>
                    <a:pt x="286" y="0"/>
                  </a:lnTo>
                  <a:lnTo>
                    <a:pt x="122" y="23"/>
                  </a:lnTo>
                  <a:close/>
                </a:path>
              </a:pathLst>
            </a:custGeom>
            <a:solidFill>
              <a:schemeClr val="hlink"/>
            </a:solidFill>
            <a:ln w="9525">
              <a:solidFill>
                <a:schemeClr val="hlink"/>
              </a:solidFill>
              <a:round/>
              <a:headEnd/>
              <a:tailEnd/>
            </a:ln>
          </p:spPr>
          <p:txBody>
            <a:bodyPr/>
            <a:lstStyle/>
            <a:p>
              <a:endParaRPr lang="ko-KR" altLang="en-US"/>
            </a:p>
          </p:txBody>
        </p:sp>
        <p:sp>
          <p:nvSpPr>
            <p:cNvPr id="418188" name="Freeform 861">
              <a:extLst>
                <a:ext uri="{FF2B5EF4-FFF2-40B4-BE49-F238E27FC236}">
                  <a16:creationId xmlns:a16="http://schemas.microsoft.com/office/drawing/2014/main" id="{E0BFBE47-2D24-4DFC-97BD-017864663D35}"/>
                </a:ext>
              </a:extLst>
            </p:cNvPr>
            <p:cNvSpPr>
              <a:spLocks/>
            </p:cNvSpPr>
            <p:nvPr/>
          </p:nvSpPr>
          <p:spPr bwMode="auto">
            <a:xfrm>
              <a:off x="2121" y="3356"/>
              <a:ext cx="33" cy="47"/>
            </a:xfrm>
            <a:custGeom>
              <a:avLst/>
              <a:gdLst>
                <a:gd name="T0" fmla="*/ 0 w 129"/>
                <a:gd name="T1" fmla="*/ 0 h 186"/>
                <a:gd name="T2" fmla="*/ 0 w 129"/>
                <a:gd name="T3" fmla="*/ 0 h 186"/>
                <a:gd name="T4" fmla="*/ 0 w 129"/>
                <a:gd name="T5" fmla="*/ 0 h 186"/>
                <a:gd name="T6" fmla="*/ 0 w 129"/>
                <a:gd name="T7" fmla="*/ 0 h 186"/>
                <a:gd name="T8" fmla="*/ 0 w 129"/>
                <a:gd name="T9" fmla="*/ 0 h 186"/>
                <a:gd name="T10" fmla="*/ 0 w 129"/>
                <a:gd name="T11" fmla="*/ 0 h 1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9" h="186">
                  <a:moveTo>
                    <a:pt x="0" y="186"/>
                  </a:moveTo>
                  <a:lnTo>
                    <a:pt x="129" y="35"/>
                  </a:lnTo>
                  <a:lnTo>
                    <a:pt x="117" y="17"/>
                  </a:lnTo>
                  <a:lnTo>
                    <a:pt x="65" y="0"/>
                  </a:lnTo>
                  <a:lnTo>
                    <a:pt x="0" y="35"/>
                  </a:lnTo>
                  <a:lnTo>
                    <a:pt x="0" y="186"/>
                  </a:lnTo>
                  <a:close/>
                </a:path>
              </a:pathLst>
            </a:custGeom>
            <a:solidFill>
              <a:schemeClr val="hlink"/>
            </a:solidFill>
            <a:ln w="9525">
              <a:solidFill>
                <a:schemeClr val="hlink"/>
              </a:solidFill>
              <a:round/>
              <a:headEnd/>
              <a:tailEnd/>
            </a:ln>
          </p:spPr>
          <p:txBody>
            <a:bodyPr/>
            <a:lstStyle/>
            <a:p>
              <a:endParaRPr lang="ko-KR" altLang="en-US"/>
            </a:p>
          </p:txBody>
        </p:sp>
        <p:sp>
          <p:nvSpPr>
            <p:cNvPr id="418189" name="Freeform 862">
              <a:extLst>
                <a:ext uri="{FF2B5EF4-FFF2-40B4-BE49-F238E27FC236}">
                  <a16:creationId xmlns:a16="http://schemas.microsoft.com/office/drawing/2014/main" id="{9D8C81CF-6AA3-C108-099F-4FA39A2E103C}"/>
                </a:ext>
              </a:extLst>
            </p:cNvPr>
            <p:cNvSpPr>
              <a:spLocks/>
            </p:cNvSpPr>
            <p:nvPr/>
          </p:nvSpPr>
          <p:spPr bwMode="auto">
            <a:xfrm>
              <a:off x="2121" y="3327"/>
              <a:ext cx="31" cy="37"/>
            </a:xfrm>
            <a:custGeom>
              <a:avLst/>
              <a:gdLst>
                <a:gd name="T0" fmla="*/ 0 w 122"/>
                <a:gd name="T1" fmla="*/ 0 h 145"/>
                <a:gd name="T2" fmla="*/ 0 w 122"/>
                <a:gd name="T3" fmla="*/ 0 h 145"/>
                <a:gd name="T4" fmla="*/ 0 w 122"/>
                <a:gd name="T5" fmla="*/ 0 h 145"/>
                <a:gd name="T6" fmla="*/ 0 w 122"/>
                <a:gd name="T7" fmla="*/ 0 h 145"/>
                <a:gd name="T8" fmla="*/ 0 w 122"/>
                <a:gd name="T9" fmla="*/ 0 h 145"/>
                <a:gd name="T10" fmla="*/ 0 w 122"/>
                <a:gd name="T11" fmla="*/ 0 h 145"/>
                <a:gd name="T12" fmla="*/ 0 w 122"/>
                <a:gd name="T13" fmla="*/ 0 h 145"/>
                <a:gd name="T14" fmla="*/ 0 w 122"/>
                <a:gd name="T15" fmla="*/ 0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145">
                  <a:moveTo>
                    <a:pt x="0" y="87"/>
                  </a:moveTo>
                  <a:lnTo>
                    <a:pt x="0" y="145"/>
                  </a:lnTo>
                  <a:lnTo>
                    <a:pt x="65" y="110"/>
                  </a:lnTo>
                  <a:lnTo>
                    <a:pt x="117" y="127"/>
                  </a:lnTo>
                  <a:lnTo>
                    <a:pt x="94" y="87"/>
                  </a:lnTo>
                  <a:lnTo>
                    <a:pt x="122" y="0"/>
                  </a:lnTo>
                  <a:lnTo>
                    <a:pt x="24" y="17"/>
                  </a:lnTo>
                  <a:lnTo>
                    <a:pt x="0" y="87"/>
                  </a:lnTo>
                  <a:close/>
                </a:path>
              </a:pathLst>
            </a:custGeom>
            <a:solidFill>
              <a:schemeClr val="hlink"/>
            </a:solidFill>
            <a:ln w="9525">
              <a:solidFill>
                <a:schemeClr val="hlink"/>
              </a:solidFill>
              <a:round/>
              <a:headEnd/>
              <a:tailEnd/>
            </a:ln>
          </p:spPr>
          <p:txBody>
            <a:bodyPr/>
            <a:lstStyle/>
            <a:p>
              <a:endParaRPr lang="ko-KR" altLang="en-US"/>
            </a:p>
          </p:txBody>
        </p:sp>
        <p:sp>
          <p:nvSpPr>
            <p:cNvPr id="418190" name="Freeform 863">
              <a:extLst>
                <a:ext uri="{FF2B5EF4-FFF2-40B4-BE49-F238E27FC236}">
                  <a16:creationId xmlns:a16="http://schemas.microsoft.com/office/drawing/2014/main" id="{494F45BB-B7E8-2BA7-C729-CFC675982281}"/>
                </a:ext>
              </a:extLst>
            </p:cNvPr>
            <p:cNvSpPr>
              <a:spLocks/>
            </p:cNvSpPr>
            <p:nvPr/>
          </p:nvSpPr>
          <p:spPr bwMode="auto">
            <a:xfrm>
              <a:off x="1835" y="3412"/>
              <a:ext cx="202" cy="219"/>
            </a:xfrm>
            <a:custGeom>
              <a:avLst/>
              <a:gdLst>
                <a:gd name="T0" fmla="*/ 0 w 802"/>
                <a:gd name="T1" fmla="*/ 0 h 859"/>
                <a:gd name="T2" fmla="*/ 0 w 802"/>
                <a:gd name="T3" fmla="*/ 0 h 859"/>
                <a:gd name="T4" fmla="*/ 0 w 802"/>
                <a:gd name="T5" fmla="*/ 0 h 859"/>
                <a:gd name="T6" fmla="*/ 0 w 802"/>
                <a:gd name="T7" fmla="*/ 0 h 859"/>
                <a:gd name="T8" fmla="*/ 0 w 802"/>
                <a:gd name="T9" fmla="*/ 0 h 859"/>
                <a:gd name="T10" fmla="*/ 0 w 802"/>
                <a:gd name="T11" fmla="*/ 0 h 859"/>
                <a:gd name="T12" fmla="*/ 0 w 802"/>
                <a:gd name="T13" fmla="*/ 0 h 859"/>
                <a:gd name="T14" fmla="*/ 0 w 802"/>
                <a:gd name="T15" fmla="*/ 0 h 859"/>
                <a:gd name="T16" fmla="*/ 0 w 802"/>
                <a:gd name="T17" fmla="*/ 0 h 859"/>
                <a:gd name="T18" fmla="*/ 0 w 802"/>
                <a:gd name="T19" fmla="*/ 0 h 859"/>
                <a:gd name="T20" fmla="*/ 0 w 802"/>
                <a:gd name="T21" fmla="*/ 0 h 859"/>
                <a:gd name="T22" fmla="*/ 0 w 802"/>
                <a:gd name="T23" fmla="*/ 0 h 859"/>
                <a:gd name="T24" fmla="*/ 0 w 802"/>
                <a:gd name="T25" fmla="*/ 0 h 859"/>
                <a:gd name="T26" fmla="*/ 0 w 802"/>
                <a:gd name="T27" fmla="*/ 0 h 859"/>
                <a:gd name="T28" fmla="*/ 0 w 802"/>
                <a:gd name="T29" fmla="*/ 0 h 859"/>
                <a:gd name="T30" fmla="*/ 0 w 802"/>
                <a:gd name="T31" fmla="*/ 0 h 859"/>
                <a:gd name="T32" fmla="*/ 0 w 802"/>
                <a:gd name="T33" fmla="*/ 0 h 859"/>
                <a:gd name="T34" fmla="*/ 0 w 802"/>
                <a:gd name="T35" fmla="*/ 0 h 859"/>
                <a:gd name="T36" fmla="*/ 0 w 802"/>
                <a:gd name="T37" fmla="*/ 0 h 859"/>
                <a:gd name="T38" fmla="*/ 0 w 802"/>
                <a:gd name="T39" fmla="*/ 0 h 859"/>
                <a:gd name="T40" fmla="*/ 0 w 802"/>
                <a:gd name="T41" fmla="*/ 0 h 859"/>
                <a:gd name="T42" fmla="*/ 0 w 802"/>
                <a:gd name="T43" fmla="*/ 0 h 859"/>
                <a:gd name="T44" fmla="*/ 0 w 802"/>
                <a:gd name="T45" fmla="*/ 0 h 859"/>
                <a:gd name="T46" fmla="*/ 0 w 802"/>
                <a:gd name="T47" fmla="*/ 0 h 859"/>
                <a:gd name="T48" fmla="*/ 0 w 802"/>
                <a:gd name="T49" fmla="*/ 0 h 859"/>
                <a:gd name="T50" fmla="*/ 0 w 802"/>
                <a:gd name="T51" fmla="*/ 0 h 859"/>
                <a:gd name="T52" fmla="*/ 0 w 802"/>
                <a:gd name="T53" fmla="*/ 0 h 859"/>
                <a:gd name="T54" fmla="*/ 0 w 802"/>
                <a:gd name="T55" fmla="*/ 0 h 859"/>
                <a:gd name="T56" fmla="*/ 0 w 802"/>
                <a:gd name="T57" fmla="*/ 0 h 859"/>
                <a:gd name="T58" fmla="*/ 0 w 802"/>
                <a:gd name="T59" fmla="*/ 0 h 859"/>
                <a:gd name="T60" fmla="*/ 0 w 802"/>
                <a:gd name="T61" fmla="*/ 0 h 8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02" h="859">
                  <a:moveTo>
                    <a:pt x="17" y="35"/>
                  </a:moveTo>
                  <a:lnTo>
                    <a:pt x="92" y="157"/>
                  </a:lnTo>
                  <a:lnTo>
                    <a:pt x="52" y="244"/>
                  </a:lnTo>
                  <a:lnTo>
                    <a:pt x="75" y="331"/>
                  </a:lnTo>
                  <a:lnTo>
                    <a:pt x="122" y="354"/>
                  </a:lnTo>
                  <a:lnTo>
                    <a:pt x="110" y="453"/>
                  </a:lnTo>
                  <a:lnTo>
                    <a:pt x="17" y="568"/>
                  </a:lnTo>
                  <a:lnTo>
                    <a:pt x="0" y="696"/>
                  </a:lnTo>
                  <a:lnTo>
                    <a:pt x="0" y="835"/>
                  </a:lnTo>
                  <a:lnTo>
                    <a:pt x="92" y="772"/>
                  </a:lnTo>
                  <a:lnTo>
                    <a:pt x="157" y="824"/>
                  </a:lnTo>
                  <a:lnTo>
                    <a:pt x="429" y="778"/>
                  </a:lnTo>
                  <a:lnTo>
                    <a:pt x="598" y="859"/>
                  </a:lnTo>
                  <a:lnTo>
                    <a:pt x="732" y="824"/>
                  </a:lnTo>
                  <a:lnTo>
                    <a:pt x="656" y="760"/>
                  </a:lnTo>
                  <a:lnTo>
                    <a:pt x="656" y="505"/>
                  </a:lnTo>
                  <a:lnTo>
                    <a:pt x="767" y="493"/>
                  </a:lnTo>
                  <a:lnTo>
                    <a:pt x="755" y="418"/>
                  </a:lnTo>
                  <a:lnTo>
                    <a:pt x="802" y="418"/>
                  </a:lnTo>
                  <a:lnTo>
                    <a:pt x="796" y="342"/>
                  </a:lnTo>
                  <a:lnTo>
                    <a:pt x="668" y="354"/>
                  </a:lnTo>
                  <a:lnTo>
                    <a:pt x="616" y="104"/>
                  </a:lnTo>
                  <a:lnTo>
                    <a:pt x="581" y="104"/>
                  </a:lnTo>
                  <a:lnTo>
                    <a:pt x="569" y="63"/>
                  </a:lnTo>
                  <a:lnTo>
                    <a:pt x="511" y="69"/>
                  </a:lnTo>
                  <a:lnTo>
                    <a:pt x="506" y="139"/>
                  </a:lnTo>
                  <a:lnTo>
                    <a:pt x="360" y="150"/>
                  </a:lnTo>
                  <a:lnTo>
                    <a:pt x="354" y="122"/>
                  </a:lnTo>
                  <a:lnTo>
                    <a:pt x="331" y="122"/>
                  </a:lnTo>
                  <a:lnTo>
                    <a:pt x="290" y="0"/>
                  </a:lnTo>
                  <a:lnTo>
                    <a:pt x="17" y="35"/>
                  </a:lnTo>
                  <a:close/>
                </a:path>
              </a:pathLst>
            </a:custGeom>
            <a:solidFill>
              <a:schemeClr val="hlink"/>
            </a:solidFill>
            <a:ln w="9525">
              <a:solidFill>
                <a:schemeClr val="hlink"/>
              </a:solidFill>
              <a:round/>
              <a:headEnd/>
              <a:tailEnd/>
            </a:ln>
          </p:spPr>
          <p:txBody>
            <a:bodyPr/>
            <a:lstStyle/>
            <a:p>
              <a:endParaRPr lang="ko-KR" altLang="en-US"/>
            </a:p>
          </p:txBody>
        </p:sp>
        <p:sp>
          <p:nvSpPr>
            <p:cNvPr id="418191" name="Freeform 864">
              <a:extLst>
                <a:ext uri="{FF2B5EF4-FFF2-40B4-BE49-F238E27FC236}">
                  <a16:creationId xmlns:a16="http://schemas.microsoft.com/office/drawing/2014/main" id="{B6883837-2585-059F-FD16-5F1F9DE3E983}"/>
                </a:ext>
              </a:extLst>
            </p:cNvPr>
            <p:cNvSpPr>
              <a:spLocks/>
            </p:cNvSpPr>
            <p:nvPr/>
          </p:nvSpPr>
          <p:spPr bwMode="auto">
            <a:xfrm>
              <a:off x="2000" y="3445"/>
              <a:ext cx="198" cy="180"/>
            </a:xfrm>
            <a:custGeom>
              <a:avLst/>
              <a:gdLst>
                <a:gd name="T0" fmla="*/ 0 w 779"/>
                <a:gd name="T1" fmla="*/ 0 h 702"/>
                <a:gd name="T2" fmla="*/ 0 w 779"/>
                <a:gd name="T3" fmla="*/ 0 h 702"/>
                <a:gd name="T4" fmla="*/ 0 w 779"/>
                <a:gd name="T5" fmla="*/ 0 h 702"/>
                <a:gd name="T6" fmla="*/ 0 w 779"/>
                <a:gd name="T7" fmla="*/ 0 h 702"/>
                <a:gd name="T8" fmla="*/ 0 w 779"/>
                <a:gd name="T9" fmla="*/ 0 h 702"/>
                <a:gd name="T10" fmla="*/ 0 w 779"/>
                <a:gd name="T11" fmla="*/ 0 h 702"/>
                <a:gd name="T12" fmla="*/ 0 w 779"/>
                <a:gd name="T13" fmla="*/ 0 h 702"/>
                <a:gd name="T14" fmla="*/ 0 w 779"/>
                <a:gd name="T15" fmla="*/ 0 h 702"/>
                <a:gd name="T16" fmla="*/ 0 w 779"/>
                <a:gd name="T17" fmla="*/ 0 h 702"/>
                <a:gd name="T18" fmla="*/ 0 w 779"/>
                <a:gd name="T19" fmla="*/ 0 h 702"/>
                <a:gd name="T20" fmla="*/ 0 w 779"/>
                <a:gd name="T21" fmla="*/ 0 h 702"/>
                <a:gd name="T22" fmla="*/ 0 w 779"/>
                <a:gd name="T23" fmla="*/ 0 h 702"/>
                <a:gd name="T24" fmla="*/ 0 w 779"/>
                <a:gd name="T25" fmla="*/ 0 h 702"/>
                <a:gd name="T26" fmla="*/ 0 w 779"/>
                <a:gd name="T27" fmla="*/ 0 h 702"/>
                <a:gd name="T28" fmla="*/ 0 w 779"/>
                <a:gd name="T29" fmla="*/ 0 h 702"/>
                <a:gd name="T30" fmla="*/ 0 w 779"/>
                <a:gd name="T31" fmla="*/ 0 h 702"/>
                <a:gd name="T32" fmla="*/ 0 w 779"/>
                <a:gd name="T33" fmla="*/ 0 h 702"/>
                <a:gd name="T34" fmla="*/ 0 w 779"/>
                <a:gd name="T35" fmla="*/ 0 h 702"/>
                <a:gd name="T36" fmla="*/ 0 w 779"/>
                <a:gd name="T37" fmla="*/ 0 h 702"/>
                <a:gd name="T38" fmla="*/ 0 w 779"/>
                <a:gd name="T39" fmla="*/ 0 h 702"/>
                <a:gd name="T40" fmla="*/ 0 w 779"/>
                <a:gd name="T41" fmla="*/ 0 h 702"/>
                <a:gd name="T42" fmla="*/ 0 w 779"/>
                <a:gd name="T43" fmla="*/ 0 h 702"/>
                <a:gd name="T44" fmla="*/ 0 w 779"/>
                <a:gd name="T45" fmla="*/ 0 h 702"/>
                <a:gd name="T46" fmla="*/ 0 w 779"/>
                <a:gd name="T47" fmla="*/ 0 h 702"/>
                <a:gd name="T48" fmla="*/ 0 w 779"/>
                <a:gd name="T49" fmla="*/ 0 h 702"/>
                <a:gd name="T50" fmla="*/ 0 w 779"/>
                <a:gd name="T51" fmla="*/ 0 h 702"/>
                <a:gd name="T52" fmla="*/ 0 w 779"/>
                <a:gd name="T53" fmla="*/ 0 h 702"/>
                <a:gd name="T54" fmla="*/ 0 w 779"/>
                <a:gd name="T55" fmla="*/ 0 h 702"/>
                <a:gd name="T56" fmla="*/ 0 w 779"/>
                <a:gd name="T57" fmla="*/ 0 h 702"/>
                <a:gd name="T58" fmla="*/ 0 w 779"/>
                <a:gd name="T59" fmla="*/ 0 h 702"/>
                <a:gd name="T60" fmla="*/ 0 w 779"/>
                <a:gd name="T61" fmla="*/ 0 h 702"/>
                <a:gd name="T62" fmla="*/ 0 w 779"/>
                <a:gd name="T63" fmla="*/ 0 h 7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79" h="702">
                  <a:moveTo>
                    <a:pt x="779" y="203"/>
                  </a:moveTo>
                  <a:lnTo>
                    <a:pt x="720" y="296"/>
                  </a:lnTo>
                  <a:lnTo>
                    <a:pt x="680" y="325"/>
                  </a:lnTo>
                  <a:lnTo>
                    <a:pt x="686" y="413"/>
                  </a:lnTo>
                  <a:lnTo>
                    <a:pt x="523" y="482"/>
                  </a:lnTo>
                  <a:lnTo>
                    <a:pt x="553" y="535"/>
                  </a:lnTo>
                  <a:lnTo>
                    <a:pt x="483" y="540"/>
                  </a:lnTo>
                  <a:lnTo>
                    <a:pt x="337" y="702"/>
                  </a:lnTo>
                  <a:lnTo>
                    <a:pt x="221" y="697"/>
                  </a:lnTo>
                  <a:lnTo>
                    <a:pt x="157" y="662"/>
                  </a:lnTo>
                  <a:lnTo>
                    <a:pt x="76" y="691"/>
                  </a:lnTo>
                  <a:lnTo>
                    <a:pt x="0" y="627"/>
                  </a:lnTo>
                  <a:lnTo>
                    <a:pt x="0" y="372"/>
                  </a:lnTo>
                  <a:lnTo>
                    <a:pt x="105" y="355"/>
                  </a:lnTo>
                  <a:lnTo>
                    <a:pt x="99" y="285"/>
                  </a:lnTo>
                  <a:lnTo>
                    <a:pt x="146" y="285"/>
                  </a:lnTo>
                  <a:lnTo>
                    <a:pt x="146" y="238"/>
                  </a:lnTo>
                  <a:lnTo>
                    <a:pt x="204" y="233"/>
                  </a:lnTo>
                  <a:lnTo>
                    <a:pt x="284" y="303"/>
                  </a:lnTo>
                  <a:lnTo>
                    <a:pt x="326" y="296"/>
                  </a:lnTo>
                  <a:lnTo>
                    <a:pt x="326" y="273"/>
                  </a:lnTo>
                  <a:lnTo>
                    <a:pt x="476" y="383"/>
                  </a:lnTo>
                  <a:lnTo>
                    <a:pt x="529" y="383"/>
                  </a:lnTo>
                  <a:lnTo>
                    <a:pt x="523" y="273"/>
                  </a:lnTo>
                  <a:lnTo>
                    <a:pt x="494" y="296"/>
                  </a:lnTo>
                  <a:lnTo>
                    <a:pt x="419" y="261"/>
                  </a:lnTo>
                  <a:lnTo>
                    <a:pt x="453" y="146"/>
                  </a:lnTo>
                  <a:lnTo>
                    <a:pt x="396" y="139"/>
                  </a:lnTo>
                  <a:lnTo>
                    <a:pt x="431" y="17"/>
                  </a:lnTo>
                  <a:lnTo>
                    <a:pt x="558" y="0"/>
                  </a:lnTo>
                  <a:lnTo>
                    <a:pt x="732" y="87"/>
                  </a:lnTo>
                  <a:lnTo>
                    <a:pt x="779" y="203"/>
                  </a:lnTo>
                  <a:close/>
                </a:path>
              </a:pathLst>
            </a:custGeom>
            <a:solidFill>
              <a:schemeClr val="hlink"/>
            </a:solidFill>
            <a:ln w="9525">
              <a:solidFill>
                <a:schemeClr val="hlink"/>
              </a:solidFill>
              <a:round/>
              <a:headEnd/>
              <a:tailEnd/>
            </a:ln>
          </p:spPr>
          <p:txBody>
            <a:bodyPr/>
            <a:lstStyle/>
            <a:p>
              <a:endParaRPr lang="ko-KR" altLang="en-US"/>
            </a:p>
          </p:txBody>
        </p:sp>
        <p:sp>
          <p:nvSpPr>
            <p:cNvPr id="418192" name="Freeform 865">
              <a:extLst>
                <a:ext uri="{FF2B5EF4-FFF2-40B4-BE49-F238E27FC236}">
                  <a16:creationId xmlns:a16="http://schemas.microsoft.com/office/drawing/2014/main" id="{16D28CBE-3C48-2D21-F491-A0F7842E649D}"/>
                </a:ext>
              </a:extLst>
            </p:cNvPr>
            <p:cNvSpPr>
              <a:spLocks/>
            </p:cNvSpPr>
            <p:nvPr/>
          </p:nvSpPr>
          <p:spPr bwMode="auto">
            <a:xfrm>
              <a:off x="2172" y="3496"/>
              <a:ext cx="48" cy="119"/>
            </a:xfrm>
            <a:custGeom>
              <a:avLst/>
              <a:gdLst>
                <a:gd name="T0" fmla="*/ 0 w 192"/>
                <a:gd name="T1" fmla="*/ 0 h 459"/>
                <a:gd name="T2" fmla="*/ 0 w 192"/>
                <a:gd name="T3" fmla="*/ 0 h 459"/>
                <a:gd name="T4" fmla="*/ 0 w 192"/>
                <a:gd name="T5" fmla="*/ 0 h 459"/>
                <a:gd name="T6" fmla="*/ 0 w 192"/>
                <a:gd name="T7" fmla="*/ 0 h 459"/>
                <a:gd name="T8" fmla="*/ 0 w 192"/>
                <a:gd name="T9" fmla="*/ 0 h 459"/>
                <a:gd name="T10" fmla="*/ 0 w 192"/>
                <a:gd name="T11" fmla="*/ 0 h 459"/>
                <a:gd name="T12" fmla="*/ 0 w 192"/>
                <a:gd name="T13" fmla="*/ 0 h 459"/>
                <a:gd name="T14" fmla="*/ 0 w 192"/>
                <a:gd name="T15" fmla="*/ 0 h 459"/>
                <a:gd name="T16" fmla="*/ 0 w 192"/>
                <a:gd name="T17" fmla="*/ 0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2" h="459">
                  <a:moveTo>
                    <a:pt x="6" y="215"/>
                  </a:moveTo>
                  <a:lnTo>
                    <a:pt x="105" y="249"/>
                  </a:lnTo>
                  <a:lnTo>
                    <a:pt x="145" y="459"/>
                  </a:lnTo>
                  <a:lnTo>
                    <a:pt x="187" y="371"/>
                  </a:lnTo>
                  <a:lnTo>
                    <a:pt x="192" y="225"/>
                  </a:lnTo>
                  <a:lnTo>
                    <a:pt x="99" y="0"/>
                  </a:lnTo>
                  <a:lnTo>
                    <a:pt x="40" y="93"/>
                  </a:lnTo>
                  <a:lnTo>
                    <a:pt x="0" y="127"/>
                  </a:lnTo>
                  <a:lnTo>
                    <a:pt x="6" y="215"/>
                  </a:lnTo>
                  <a:close/>
                </a:path>
              </a:pathLst>
            </a:custGeom>
            <a:solidFill>
              <a:schemeClr val="hlink"/>
            </a:solidFill>
            <a:ln w="9525">
              <a:solidFill>
                <a:schemeClr val="hlink"/>
              </a:solidFill>
              <a:round/>
              <a:headEnd/>
              <a:tailEnd/>
            </a:ln>
          </p:spPr>
          <p:txBody>
            <a:bodyPr/>
            <a:lstStyle/>
            <a:p>
              <a:endParaRPr lang="ko-KR" altLang="en-US"/>
            </a:p>
          </p:txBody>
        </p:sp>
        <p:sp>
          <p:nvSpPr>
            <p:cNvPr id="418193" name="Freeform 866">
              <a:extLst>
                <a:ext uri="{FF2B5EF4-FFF2-40B4-BE49-F238E27FC236}">
                  <a16:creationId xmlns:a16="http://schemas.microsoft.com/office/drawing/2014/main" id="{BE4D8CE8-C627-1737-C6A6-E6862A1465D0}"/>
                </a:ext>
              </a:extLst>
            </p:cNvPr>
            <p:cNvSpPr>
              <a:spLocks/>
            </p:cNvSpPr>
            <p:nvPr/>
          </p:nvSpPr>
          <p:spPr bwMode="auto">
            <a:xfrm>
              <a:off x="1835" y="3609"/>
              <a:ext cx="153" cy="222"/>
            </a:xfrm>
            <a:custGeom>
              <a:avLst/>
              <a:gdLst>
                <a:gd name="T0" fmla="*/ 0 w 610"/>
                <a:gd name="T1" fmla="*/ 0 h 860"/>
                <a:gd name="T2" fmla="*/ 0 w 610"/>
                <a:gd name="T3" fmla="*/ 0 h 860"/>
                <a:gd name="T4" fmla="*/ 0 w 610"/>
                <a:gd name="T5" fmla="*/ 0 h 860"/>
                <a:gd name="T6" fmla="*/ 0 w 610"/>
                <a:gd name="T7" fmla="*/ 0 h 860"/>
                <a:gd name="T8" fmla="*/ 0 w 610"/>
                <a:gd name="T9" fmla="*/ 0 h 860"/>
                <a:gd name="T10" fmla="*/ 0 w 610"/>
                <a:gd name="T11" fmla="*/ 0 h 860"/>
                <a:gd name="T12" fmla="*/ 0 w 610"/>
                <a:gd name="T13" fmla="*/ 0 h 860"/>
                <a:gd name="T14" fmla="*/ 0 w 610"/>
                <a:gd name="T15" fmla="*/ 0 h 860"/>
                <a:gd name="T16" fmla="*/ 0 w 610"/>
                <a:gd name="T17" fmla="*/ 0 h 860"/>
                <a:gd name="T18" fmla="*/ 0 w 610"/>
                <a:gd name="T19" fmla="*/ 0 h 860"/>
                <a:gd name="T20" fmla="*/ 0 w 610"/>
                <a:gd name="T21" fmla="*/ 0 h 860"/>
                <a:gd name="T22" fmla="*/ 0 w 610"/>
                <a:gd name="T23" fmla="*/ 0 h 860"/>
                <a:gd name="T24" fmla="*/ 0 w 610"/>
                <a:gd name="T25" fmla="*/ 0 h 860"/>
                <a:gd name="T26" fmla="*/ 0 w 610"/>
                <a:gd name="T27" fmla="*/ 0 h 860"/>
                <a:gd name="T28" fmla="*/ 0 w 610"/>
                <a:gd name="T29" fmla="*/ 0 h 860"/>
                <a:gd name="T30" fmla="*/ 0 w 610"/>
                <a:gd name="T31" fmla="*/ 0 h 8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10" h="860">
                  <a:moveTo>
                    <a:pt x="610" y="87"/>
                  </a:moveTo>
                  <a:lnTo>
                    <a:pt x="598" y="314"/>
                  </a:lnTo>
                  <a:lnTo>
                    <a:pt x="516" y="366"/>
                  </a:lnTo>
                  <a:lnTo>
                    <a:pt x="516" y="796"/>
                  </a:lnTo>
                  <a:lnTo>
                    <a:pt x="464" y="860"/>
                  </a:lnTo>
                  <a:lnTo>
                    <a:pt x="389" y="837"/>
                  </a:lnTo>
                  <a:lnTo>
                    <a:pt x="383" y="755"/>
                  </a:lnTo>
                  <a:lnTo>
                    <a:pt x="337" y="825"/>
                  </a:lnTo>
                  <a:lnTo>
                    <a:pt x="237" y="703"/>
                  </a:lnTo>
                  <a:lnTo>
                    <a:pt x="174" y="349"/>
                  </a:lnTo>
                  <a:lnTo>
                    <a:pt x="110" y="290"/>
                  </a:lnTo>
                  <a:lnTo>
                    <a:pt x="0" y="63"/>
                  </a:lnTo>
                  <a:lnTo>
                    <a:pt x="92" y="0"/>
                  </a:lnTo>
                  <a:lnTo>
                    <a:pt x="157" y="52"/>
                  </a:lnTo>
                  <a:lnTo>
                    <a:pt x="429" y="6"/>
                  </a:lnTo>
                  <a:lnTo>
                    <a:pt x="610" y="87"/>
                  </a:lnTo>
                  <a:close/>
                </a:path>
              </a:pathLst>
            </a:custGeom>
            <a:solidFill>
              <a:schemeClr val="hlink"/>
            </a:solidFill>
            <a:ln w="9525">
              <a:solidFill>
                <a:schemeClr val="hlink"/>
              </a:solidFill>
              <a:round/>
              <a:headEnd/>
              <a:tailEnd/>
            </a:ln>
          </p:spPr>
          <p:txBody>
            <a:bodyPr/>
            <a:lstStyle/>
            <a:p>
              <a:endParaRPr lang="ko-KR" altLang="en-US"/>
            </a:p>
          </p:txBody>
        </p:sp>
        <p:sp>
          <p:nvSpPr>
            <p:cNvPr id="418194" name="Freeform 867">
              <a:extLst>
                <a:ext uri="{FF2B5EF4-FFF2-40B4-BE49-F238E27FC236}">
                  <a16:creationId xmlns:a16="http://schemas.microsoft.com/office/drawing/2014/main" id="{23BC9BD1-CCE7-8BEB-93DF-E6DD8E4E21EE}"/>
                </a:ext>
              </a:extLst>
            </p:cNvPr>
            <p:cNvSpPr>
              <a:spLocks/>
            </p:cNvSpPr>
            <p:nvPr/>
          </p:nvSpPr>
          <p:spPr bwMode="auto">
            <a:xfrm>
              <a:off x="2133" y="3492"/>
              <a:ext cx="172" cy="294"/>
            </a:xfrm>
            <a:custGeom>
              <a:avLst/>
              <a:gdLst>
                <a:gd name="T0" fmla="*/ 0 w 680"/>
                <a:gd name="T1" fmla="*/ 0 h 1144"/>
                <a:gd name="T2" fmla="*/ 0 w 680"/>
                <a:gd name="T3" fmla="*/ 0 h 1144"/>
                <a:gd name="T4" fmla="*/ 0 w 680"/>
                <a:gd name="T5" fmla="*/ 0 h 1144"/>
                <a:gd name="T6" fmla="*/ 0 w 680"/>
                <a:gd name="T7" fmla="*/ 0 h 1144"/>
                <a:gd name="T8" fmla="*/ 0 w 680"/>
                <a:gd name="T9" fmla="*/ 0 h 1144"/>
                <a:gd name="T10" fmla="*/ 0 w 680"/>
                <a:gd name="T11" fmla="*/ 0 h 1144"/>
                <a:gd name="T12" fmla="*/ 0 w 680"/>
                <a:gd name="T13" fmla="*/ 0 h 1144"/>
                <a:gd name="T14" fmla="*/ 0 w 680"/>
                <a:gd name="T15" fmla="*/ 0 h 1144"/>
                <a:gd name="T16" fmla="*/ 0 w 680"/>
                <a:gd name="T17" fmla="*/ 0 h 1144"/>
                <a:gd name="T18" fmla="*/ 0 w 680"/>
                <a:gd name="T19" fmla="*/ 0 h 1144"/>
                <a:gd name="T20" fmla="*/ 0 w 680"/>
                <a:gd name="T21" fmla="*/ 0 h 1144"/>
                <a:gd name="T22" fmla="*/ 0 w 680"/>
                <a:gd name="T23" fmla="*/ 0 h 1144"/>
                <a:gd name="T24" fmla="*/ 0 w 680"/>
                <a:gd name="T25" fmla="*/ 0 h 1144"/>
                <a:gd name="T26" fmla="*/ 0 w 680"/>
                <a:gd name="T27" fmla="*/ 0 h 1144"/>
                <a:gd name="T28" fmla="*/ 0 w 680"/>
                <a:gd name="T29" fmla="*/ 0 h 1144"/>
                <a:gd name="T30" fmla="*/ 0 w 680"/>
                <a:gd name="T31" fmla="*/ 0 h 1144"/>
                <a:gd name="T32" fmla="*/ 0 w 680"/>
                <a:gd name="T33" fmla="*/ 0 h 1144"/>
                <a:gd name="T34" fmla="*/ 0 w 680"/>
                <a:gd name="T35" fmla="*/ 0 h 1144"/>
                <a:gd name="T36" fmla="*/ 0 w 680"/>
                <a:gd name="T37" fmla="*/ 0 h 1144"/>
                <a:gd name="T38" fmla="*/ 0 w 680"/>
                <a:gd name="T39" fmla="*/ 0 h 1144"/>
                <a:gd name="T40" fmla="*/ 0 w 680"/>
                <a:gd name="T41" fmla="*/ 0 h 1144"/>
                <a:gd name="T42" fmla="*/ 0 w 680"/>
                <a:gd name="T43" fmla="*/ 0 h 1144"/>
                <a:gd name="T44" fmla="*/ 0 w 680"/>
                <a:gd name="T45" fmla="*/ 0 h 1144"/>
                <a:gd name="T46" fmla="*/ 0 w 680"/>
                <a:gd name="T47" fmla="*/ 0 h 1144"/>
                <a:gd name="T48" fmla="*/ 0 w 680"/>
                <a:gd name="T49" fmla="*/ 0 h 1144"/>
                <a:gd name="T50" fmla="*/ 0 w 680"/>
                <a:gd name="T51" fmla="*/ 0 h 1144"/>
                <a:gd name="T52" fmla="*/ 0 w 680"/>
                <a:gd name="T53" fmla="*/ 0 h 1144"/>
                <a:gd name="T54" fmla="*/ 0 w 680"/>
                <a:gd name="T55" fmla="*/ 0 h 11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80" h="1144">
                  <a:moveTo>
                    <a:pt x="30" y="355"/>
                  </a:moveTo>
                  <a:lnTo>
                    <a:pt x="175" y="453"/>
                  </a:lnTo>
                  <a:lnTo>
                    <a:pt x="187" y="564"/>
                  </a:lnTo>
                  <a:lnTo>
                    <a:pt x="128" y="569"/>
                  </a:lnTo>
                  <a:lnTo>
                    <a:pt x="163" y="662"/>
                  </a:lnTo>
                  <a:lnTo>
                    <a:pt x="47" y="831"/>
                  </a:lnTo>
                  <a:lnTo>
                    <a:pt x="82" y="1132"/>
                  </a:lnTo>
                  <a:lnTo>
                    <a:pt x="145" y="1144"/>
                  </a:lnTo>
                  <a:lnTo>
                    <a:pt x="175" y="1028"/>
                  </a:lnTo>
                  <a:lnTo>
                    <a:pt x="320" y="923"/>
                  </a:lnTo>
                  <a:lnTo>
                    <a:pt x="309" y="709"/>
                  </a:lnTo>
                  <a:lnTo>
                    <a:pt x="267" y="686"/>
                  </a:lnTo>
                  <a:lnTo>
                    <a:pt x="291" y="627"/>
                  </a:lnTo>
                  <a:lnTo>
                    <a:pt x="378" y="569"/>
                  </a:lnTo>
                  <a:lnTo>
                    <a:pt x="407" y="517"/>
                  </a:lnTo>
                  <a:lnTo>
                    <a:pt x="640" y="343"/>
                  </a:lnTo>
                  <a:lnTo>
                    <a:pt x="680" y="0"/>
                  </a:lnTo>
                  <a:lnTo>
                    <a:pt x="500" y="23"/>
                  </a:lnTo>
                  <a:lnTo>
                    <a:pt x="471" y="70"/>
                  </a:lnTo>
                  <a:lnTo>
                    <a:pt x="332" y="53"/>
                  </a:lnTo>
                  <a:lnTo>
                    <a:pt x="274" y="81"/>
                  </a:lnTo>
                  <a:lnTo>
                    <a:pt x="344" y="233"/>
                  </a:lnTo>
                  <a:lnTo>
                    <a:pt x="344" y="400"/>
                  </a:lnTo>
                  <a:lnTo>
                    <a:pt x="302" y="477"/>
                  </a:lnTo>
                  <a:lnTo>
                    <a:pt x="262" y="267"/>
                  </a:lnTo>
                  <a:lnTo>
                    <a:pt x="163" y="233"/>
                  </a:lnTo>
                  <a:lnTo>
                    <a:pt x="0" y="302"/>
                  </a:lnTo>
                  <a:lnTo>
                    <a:pt x="30" y="355"/>
                  </a:lnTo>
                  <a:close/>
                </a:path>
              </a:pathLst>
            </a:custGeom>
            <a:solidFill>
              <a:schemeClr val="hlink"/>
            </a:solidFill>
            <a:ln w="9525">
              <a:solidFill>
                <a:schemeClr val="hlink"/>
              </a:solidFill>
              <a:round/>
              <a:headEnd/>
              <a:tailEnd/>
            </a:ln>
          </p:spPr>
          <p:txBody>
            <a:bodyPr/>
            <a:lstStyle/>
            <a:p>
              <a:endParaRPr lang="ko-KR" altLang="en-US"/>
            </a:p>
          </p:txBody>
        </p:sp>
        <p:sp>
          <p:nvSpPr>
            <p:cNvPr id="418195" name="Freeform 868">
              <a:extLst>
                <a:ext uri="{FF2B5EF4-FFF2-40B4-BE49-F238E27FC236}">
                  <a16:creationId xmlns:a16="http://schemas.microsoft.com/office/drawing/2014/main" id="{9FAABB1B-7B6F-BF9D-A210-7E35E17B5A7E}"/>
                </a:ext>
              </a:extLst>
            </p:cNvPr>
            <p:cNvSpPr>
              <a:spLocks/>
            </p:cNvSpPr>
            <p:nvPr/>
          </p:nvSpPr>
          <p:spPr bwMode="auto">
            <a:xfrm>
              <a:off x="2057" y="3582"/>
              <a:ext cx="123" cy="123"/>
            </a:xfrm>
            <a:custGeom>
              <a:avLst/>
              <a:gdLst>
                <a:gd name="T0" fmla="*/ 0 w 489"/>
                <a:gd name="T1" fmla="*/ 0 h 476"/>
                <a:gd name="T2" fmla="*/ 0 w 489"/>
                <a:gd name="T3" fmla="*/ 0 h 476"/>
                <a:gd name="T4" fmla="*/ 0 w 489"/>
                <a:gd name="T5" fmla="*/ 0 h 476"/>
                <a:gd name="T6" fmla="*/ 0 w 489"/>
                <a:gd name="T7" fmla="*/ 0 h 476"/>
                <a:gd name="T8" fmla="*/ 0 w 489"/>
                <a:gd name="T9" fmla="*/ 0 h 476"/>
                <a:gd name="T10" fmla="*/ 0 w 489"/>
                <a:gd name="T11" fmla="*/ 0 h 476"/>
                <a:gd name="T12" fmla="*/ 0 w 489"/>
                <a:gd name="T13" fmla="*/ 0 h 476"/>
                <a:gd name="T14" fmla="*/ 0 w 489"/>
                <a:gd name="T15" fmla="*/ 0 h 476"/>
                <a:gd name="T16" fmla="*/ 0 w 489"/>
                <a:gd name="T17" fmla="*/ 0 h 476"/>
                <a:gd name="T18" fmla="*/ 0 w 489"/>
                <a:gd name="T19" fmla="*/ 0 h 476"/>
                <a:gd name="T20" fmla="*/ 0 w 489"/>
                <a:gd name="T21" fmla="*/ 0 h 476"/>
                <a:gd name="T22" fmla="*/ 0 w 489"/>
                <a:gd name="T23" fmla="*/ 0 h 476"/>
                <a:gd name="T24" fmla="*/ 0 w 489"/>
                <a:gd name="T25" fmla="*/ 0 h 4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9" h="476">
                  <a:moveTo>
                    <a:pt x="0" y="162"/>
                  </a:moveTo>
                  <a:lnTo>
                    <a:pt x="63" y="336"/>
                  </a:lnTo>
                  <a:lnTo>
                    <a:pt x="116" y="336"/>
                  </a:lnTo>
                  <a:lnTo>
                    <a:pt x="133" y="389"/>
                  </a:lnTo>
                  <a:lnTo>
                    <a:pt x="349" y="476"/>
                  </a:lnTo>
                  <a:lnTo>
                    <a:pt x="465" y="307"/>
                  </a:lnTo>
                  <a:lnTo>
                    <a:pt x="430" y="214"/>
                  </a:lnTo>
                  <a:lnTo>
                    <a:pt x="489" y="209"/>
                  </a:lnTo>
                  <a:lnTo>
                    <a:pt x="477" y="98"/>
                  </a:lnTo>
                  <a:lnTo>
                    <a:pt x="332" y="0"/>
                  </a:lnTo>
                  <a:lnTo>
                    <a:pt x="262" y="5"/>
                  </a:lnTo>
                  <a:lnTo>
                    <a:pt x="116" y="167"/>
                  </a:lnTo>
                  <a:lnTo>
                    <a:pt x="0" y="162"/>
                  </a:lnTo>
                  <a:close/>
                </a:path>
              </a:pathLst>
            </a:custGeom>
            <a:solidFill>
              <a:schemeClr val="hlink"/>
            </a:solidFill>
            <a:ln w="9525">
              <a:solidFill>
                <a:schemeClr val="hlink"/>
              </a:solidFill>
              <a:round/>
              <a:headEnd/>
              <a:tailEnd/>
            </a:ln>
          </p:spPr>
          <p:txBody>
            <a:bodyPr/>
            <a:lstStyle/>
            <a:p>
              <a:endParaRPr lang="ko-KR" altLang="en-US"/>
            </a:p>
          </p:txBody>
        </p:sp>
        <p:sp>
          <p:nvSpPr>
            <p:cNvPr id="418196" name="Freeform 869">
              <a:extLst>
                <a:ext uri="{FF2B5EF4-FFF2-40B4-BE49-F238E27FC236}">
                  <a16:creationId xmlns:a16="http://schemas.microsoft.com/office/drawing/2014/main" id="{F518C7EE-B171-0973-E4C7-4EC1BC3C5938}"/>
                </a:ext>
              </a:extLst>
            </p:cNvPr>
            <p:cNvSpPr>
              <a:spLocks/>
            </p:cNvSpPr>
            <p:nvPr/>
          </p:nvSpPr>
          <p:spPr bwMode="auto">
            <a:xfrm>
              <a:off x="1966" y="3615"/>
              <a:ext cx="149" cy="175"/>
            </a:xfrm>
            <a:custGeom>
              <a:avLst/>
              <a:gdLst>
                <a:gd name="T0" fmla="*/ 0 w 593"/>
                <a:gd name="T1" fmla="*/ 0 h 674"/>
                <a:gd name="T2" fmla="*/ 0 w 593"/>
                <a:gd name="T3" fmla="*/ 0 h 674"/>
                <a:gd name="T4" fmla="*/ 0 w 593"/>
                <a:gd name="T5" fmla="*/ 0 h 674"/>
                <a:gd name="T6" fmla="*/ 0 w 593"/>
                <a:gd name="T7" fmla="*/ 0 h 674"/>
                <a:gd name="T8" fmla="*/ 0 w 593"/>
                <a:gd name="T9" fmla="*/ 0 h 674"/>
                <a:gd name="T10" fmla="*/ 0 w 593"/>
                <a:gd name="T11" fmla="*/ 0 h 674"/>
                <a:gd name="T12" fmla="*/ 0 w 593"/>
                <a:gd name="T13" fmla="*/ 0 h 674"/>
                <a:gd name="T14" fmla="*/ 0 w 593"/>
                <a:gd name="T15" fmla="*/ 0 h 674"/>
                <a:gd name="T16" fmla="*/ 0 w 593"/>
                <a:gd name="T17" fmla="*/ 0 h 674"/>
                <a:gd name="T18" fmla="*/ 0 w 593"/>
                <a:gd name="T19" fmla="*/ 0 h 674"/>
                <a:gd name="T20" fmla="*/ 0 w 593"/>
                <a:gd name="T21" fmla="*/ 0 h 674"/>
                <a:gd name="T22" fmla="*/ 0 w 593"/>
                <a:gd name="T23" fmla="*/ 0 h 674"/>
                <a:gd name="T24" fmla="*/ 0 w 593"/>
                <a:gd name="T25" fmla="*/ 0 h 674"/>
                <a:gd name="T26" fmla="*/ 0 w 593"/>
                <a:gd name="T27" fmla="*/ 0 h 674"/>
                <a:gd name="T28" fmla="*/ 0 w 593"/>
                <a:gd name="T29" fmla="*/ 0 h 674"/>
                <a:gd name="T30" fmla="*/ 0 w 593"/>
                <a:gd name="T31" fmla="*/ 0 h 674"/>
                <a:gd name="T32" fmla="*/ 0 w 593"/>
                <a:gd name="T33" fmla="*/ 0 h 6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93" h="674">
                  <a:moveTo>
                    <a:pt x="0" y="622"/>
                  </a:moveTo>
                  <a:lnTo>
                    <a:pt x="53" y="674"/>
                  </a:lnTo>
                  <a:lnTo>
                    <a:pt x="135" y="640"/>
                  </a:lnTo>
                  <a:lnTo>
                    <a:pt x="216" y="552"/>
                  </a:lnTo>
                  <a:lnTo>
                    <a:pt x="338" y="581"/>
                  </a:lnTo>
                  <a:lnTo>
                    <a:pt x="379" y="552"/>
                  </a:lnTo>
                  <a:lnTo>
                    <a:pt x="361" y="488"/>
                  </a:lnTo>
                  <a:lnTo>
                    <a:pt x="593" y="296"/>
                  </a:lnTo>
                  <a:lnTo>
                    <a:pt x="501" y="262"/>
                  </a:lnTo>
                  <a:lnTo>
                    <a:pt x="477" y="209"/>
                  </a:lnTo>
                  <a:lnTo>
                    <a:pt x="424" y="209"/>
                  </a:lnTo>
                  <a:lnTo>
                    <a:pt x="361" y="35"/>
                  </a:lnTo>
                  <a:lnTo>
                    <a:pt x="297" y="0"/>
                  </a:lnTo>
                  <a:lnTo>
                    <a:pt x="94" y="64"/>
                  </a:lnTo>
                  <a:lnTo>
                    <a:pt x="82" y="291"/>
                  </a:lnTo>
                  <a:lnTo>
                    <a:pt x="0" y="337"/>
                  </a:lnTo>
                  <a:lnTo>
                    <a:pt x="0" y="622"/>
                  </a:lnTo>
                  <a:close/>
                </a:path>
              </a:pathLst>
            </a:custGeom>
            <a:solidFill>
              <a:schemeClr val="hlink"/>
            </a:solidFill>
            <a:ln w="9525">
              <a:solidFill>
                <a:schemeClr val="hlink"/>
              </a:solidFill>
              <a:round/>
              <a:headEnd/>
              <a:tailEnd/>
            </a:ln>
          </p:spPr>
          <p:txBody>
            <a:bodyPr/>
            <a:lstStyle/>
            <a:p>
              <a:endParaRPr lang="ko-KR" altLang="en-US"/>
            </a:p>
          </p:txBody>
        </p:sp>
        <p:sp>
          <p:nvSpPr>
            <p:cNvPr id="418197" name="Freeform 870">
              <a:extLst>
                <a:ext uri="{FF2B5EF4-FFF2-40B4-BE49-F238E27FC236}">
                  <a16:creationId xmlns:a16="http://schemas.microsoft.com/office/drawing/2014/main" id="{A65D1572-B6D4-A680-3480-6DB77FEF2D62}"/>
                </a:ext>
              </a:extLst>
            </p:cNvPr>
            <p:cNvSpPr>
              <a:spLocks/>
            </p:cNvSpPr>
            <p:nvPr/>
          </p:nvSpPr>
          <p:spPr bwMode="auto">
            <a:xfrm>
              <a:off x="1920" y="3691"/>
              <a:ext cx="248" cy="251"/>
            </a:xfrm>
            <a:custGeom>
              <a:avLst/>
              <a:gdLst>
                <a:gd name="T0" fmla="*/ 0 w 982"/>
                <a:gd name="T1" fmla="*/ 0 h 970"/>
                <a:gd name="T2" fmla="*/ 0 w 982"/>
                <a:gd name="T3" fmla="*/ 0 h 970"/>
                <a:gd name="T4" fmla="*/ 0 w 982"/>
                <a:gd name="T5" fmla="*/ 0 h 970"/>
                <a:gd name="T6" fmla="*/ 0 w 982"/>
                <a:gd name="T7" fmla="*/ 0 h 970"/>
                <a:gd name="T8" fmla="*/ 0 w 982"/>
                <a:gd name="T9" fmla="*/ 0 h 970"/>
                <a:gd name="T10" fmla="*/ 0 w 982"/>
                <a:gd name="T11" fmla="*/ 0 h 970"/>
                <a:gd name="T12" fmla="*/ 0 w 982"/>
                <a:gd name="T13" fmla="*/ 0 h 970"/>
                <a:gd name="T14" fmla="*/ 0 w 982"/>
                <a:gd name="T15" fmla="*/ 0 h 970"/>
                <a:gd name="T16" fmla="*/ 0 w 982"/>
                <a:gd name="T17" fmla="*/ 0 h 970"/>
                <a:gd name="T18" fmla="*/ 0 w 982"/>
                <a:gd name="T19" fmla="*/ 0 h 970"/>
                <a:gd name="T20" fmla="*/ 0 w 982"/>
                <a:gd name="T21" fmla="*/ 0 h 970"/>
                <a:gd name="T22" fmla="*/ 0 w 982"/>
                <a:gd name="T23" fmla="*/ 0 h 970"/>
                <a:gd name="T24" fmla="*/ 0 w 982"/>
                <a:gd name="T25" fmla="*/ 0 h 970"/>
                <a:gd name="T26" fmla="*/ 0 w 982"/>
                <a:gd name="T27" fmla="*/ 0 h 970"/>
                <a:gd name="T28" fmla="*/ 0 w 982"/>
                <a:gd name="T29" fmla="*/ 0 h 970"/>
                <a:gd name="T30" fmla="*/ 0 w 982"/>
                <a:gd name="T31" fmla="*/ 0 h 970"/>
                <a:gd name="T32" fmla="*/ 0 w 982"/>
                <a:gd name="T33" fmla="*/ 0 h 970"/>
                <a:gd name="T34" fmla="*/ 0 w 982"/>
                <a:gd name="T35" fmla="*/ 0 h 970"/>
                <a:gd name="T36" fmla="*/ 0 w 982"/>
                <a:gd name="T37" fmla="*/ 0 h 970"/>
                <a:gd name="T38" fmla="*/ 0 w 982"/>
                <a:gd name="T39" fmla="*/ 0 h 970"/>
                <a:gd name="T40" fmla="*/ 0 w 982"/>
                <a:gd name="T41" fmla="*/ 0 h 970"/>
                <a:gd name="T42" fmla="*/ 0 w 982"/>
                <a:gd name="T43" fmla="*/ 0 h 970"/>
                <a:gd name="T44" fmla="*/ 0 w 982"/>
                <a:gd name="T45" fmla="*/ 0 h 970"/>
                <a:gd name="T46" fmla="*/ 0 w 982"/>
                <a:gd name="T47" fmla="*/ 0 h 970"/>
                <a:gd name="T48" fmla="*/ 0 w 982"/>
                <a:gd name="T49" fmla="*/ 0 h 970"/>
                <a:gd name="T50" fmla="*/ 0 w 982"/>
                <a:gd name="T51" fmla="*/ 0 h 970"/>
                <a:gd name="T52" fmla="*/ 0 w 982"/>
                <a:gd name="T53" fmla="*/ 0 h 970"/>
                <a:gd name="T54" fmla="*/ 0 w 982"/>
                <a:gd name="T55" fmla="*/ 0 h 970"/>
                <a:gd name="T56" fmla="*/ 0 w 982"/>
                <a:gd name="T57" fmla="*/ 0 h 970"/>
                <a:gd name="T58" fmla="*/ 0 w 982"/>
                <a:gd name="T59" fmla="*/ 0 h 970"/>
                <a:gd name="T60" fmla="*/ 0 w 982"/>
                <a:gd name="T61" fmla="*/ 0 h 9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82" h="970">
                  <a:moveTo>
                    <a:pt x="0" y="500"/>
                  </a:moveTo>
                  <a:lnTo>
                    <a:pt x="110" y="710"/>
                  </a:lnTo>
                  <a:lnTo>
                    <a:pt x="87" y="831"/>
                  </a:lnTo>
                  <a:lnTo>
                    <a:pt x="127" y="942"/>
                  </a:lnTo>
                  <a:lnTo>
                    <a:pt x="203" y="970"/>
                  </a:lnTo>
                  <a:lnTo>
                    <a:pt x="296" y="907"/>
                  </a:lnTo>
                  <a:lnTo>
                    <a:pt x="418" y="895"/>
                  </a:lnTo>
                  <a:lnTo>
                    <a:pt x="593" y="814"/>
                  </a:lnTo>
                  <a:lnTo>
                    <a:pt x="755" y="721"/>
                  </a:lnTo>
                  <a:lnTo>
                    <a:pt x="964" y="431"/>
                  </a:lnTo>
                  <a:lnTo>
                    <a:pt x="982" y="366"/>
                  </a:lnTo>
                  <a:lnTo>
                    <a:pt x="924" y="354"/>
                  </a:lnTo>
                  <a:lnTo>
                    <a:pt x="860" y="413"/>
                  </a:lnTo>
                  <a:lnTo>
                    <a:pt x="819" y="407"/>
                  </a:lnTo>
                  <a:lnTo>
                    <a:pt x="842" y="332"/>
                  </a:lnTo>
                  <a:lnTo>
                    <a:pt x="848" y="302"/>
                  </a:lnTo>
                  <a:lnTo>
                    <a:pt x="924" y="302"/>
                  </a:lnTo>
                  <a:lnTo>
                    <a:pt x="889" y="53"/>
                  </a:lnTo>
                  <a:lnTo>
                    <a:pt x="760" y="0"/>
                  </a:lnTo>
                  <a:lnTo>
                    <a:pt x="540" y="175"/>
                  </a:lnTo>
                  <a:lnTo>
                    <a:pt x="558" y="256"/>
                  </a:lnTo>
                  <a:lnTo>
                    <a:pt x="517" y="285"/>
                  </a:lnTo>
                  <a:lnTo>
                    <a:pt x="395" y="256"/>
                  </a:lnTo>
                  <a:lnTo>
                    <a:pt x="326" y="332"/>
                  </a:lnTo>
                  <a:lnTo>
                    <a:pt x="232" y="378"/>
                  </a:lnTo>
                  <a:lnTo>
                    <a:pt x="179" y="326"/>
                  </a:lnTo>
                  <a:lnTo>
                    <a:pt x="179" y="477"/>
                  </a:lnTo>
                  <a:lnTo>
                    <a:pt x="127" y="541"/>
                  </a:lnTo>
                  <a:lnTo>
                    <a:pt x="64" y="518"/>
                  </a:lnTo>
                  <a:lnTo>
                    <a:pt x="46" y="436"/>
                  </a:lnTo>
                  <a:lnTo>
                    <a:pt x="0" y="500"/>
                  </a:lnTo>
                  <a:close/>
                </a:path>
              </a:pathLst>
            </a:custGeom>
            <a:solidFill>
              <a:schemeClr val="hlink"/>
            </a:solidFill>
            <a:ln w="9525">
              <a:solidFill>
                <a:schemeClr val="hlink"/>
              </a:solidFill>
              <a:round/>
              <a:headEnd/>
              <a:tailEnd/>
            </a:ln>
          </p:spPr>
          <p:txBody>
            <a:bodyPr/>
            <a:lstStyle/>
            <a:p>
              <a:endParaRPr lang="ko-KR" altLang="en-US"/>
            </a:p>
          </p:txBody>
        </p:sp>
        <p:sp>
          <p:nvSpPr>
            <p:cNvPr id="418198" name="Freeform 871">
              <a:extLst>
                <a:ext uri="{FF2B5EF4-FFF2-40B4-BE49-F238E27FC236}">
                  <a16:creationId xmlns:a16="http://schemas.microsoft.com/office/drawing/2014/main" id="{84749CE0-E5A8-C331-0F31-502A2A9971FA}"/>
                </a:ext>
              </a:extLst>
            </p:cNvPr>
            <p:cNvSpPr>
              <a:spLocks/>
            </p:cNvSpPr>
            <p:nvPr/>
          </p:nvSpPr>
          <p:spPr bwMode="auto">
            <a:xfrm>
              <a:off x="2125" y="3769"/>
              <a:ext cx="29" cy="29"/>
            </a:xfrm>
            <a:custGeom>
              <a:avLst/>
              <a:gdLst>
                <a:gd name="T0" fmla="*/ 0 w 116"/>
                <a:gd name="T1" fmla="*/ 0 h 111"/>
                <a:gd name="T2" fmla="*/ 0 w 116"/>
                <a:gd name="T3" fmla="*/ 0 h 111"/>
                <a:gd name="T4" fmla="*/ 0 w 116"/>
                <a:gd name="T5" fmla="*/ 0 h 111"/>
                <a:gd name="T6" fmla="*/ 0 w 116"/>
                <a:gd name="T7" fmla="*/ 0 h 111"/>
                <a:gd name="T8" fmla="*/ 0 w 116"/>
                <a:gd name="T9" fmla="*/ 0 h 111"/>
                <a:gd name="T10" fmla="*/ 0 w 116"/>
                <a:gd name="T11" fmla="*/ 0 h 1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6" h="111">
                  <a:moveTo>
                    <a:pt x="104" y="0"/>
                  </a:moveTo>
                  <a:lnTo>
                    <a:pt x="41" y="0"/>
                  </a:lnTo>
                  <a:lnTo>
                    <a:pt x="0" y="99"/>
                  </a:lnTo>
                  <a:lnTo>
                    <a:pt x="47" y="111"/>
                  </a:lnTo>
                  <a:lnTo>
                    <a:pt x="116" y="52"/>
                  </a:lnTo>
                  <a:lnTo>
                    <a:pt x="104" y="0"/>
                  </a:lnTo>
                  <a:close/>
                </a:path>
              </a:pathLst>
            </a:custGeom>
            <a:solidFill>
              <a:schemeClr val="hlink"/>
            </a:solidFill>
            <a:ln w="9525">
              <a:solidFill>
                <a:schemeClr val="hlink"/>
              </a:solidFill>
              <a:round/>
              <a:headEnd/>
              <a:tailEnd/>
            </a:ln>
          </p:spPr>
          <p:txBody>
            <a:bodyPr/>
            <a:lstStyle/>
            <a:p>
              <a:endParaRPr lang="ko-KR" altLang="en-US"/>
            </a:p>
          </p:txBody>
        </p:sp>
        <p:sp>
          <p:nvSpPr>
            <p:cNvPr id="418199" name="Freeform 872">
              <a:extLst>
                <a:ext uri="{FF2B5EF4-FFF2-40B4-BE49-F238E27FC236}">
                  <a16:creationId xmlns:a16="http://schemas.microsoft.com/office/drawing/2014/main" id="{565607D1-84E7-A635-4ABD-0D16FDB3F9D9}"/>
                </a:ext>
              </a:extLst>
            </p:cNvPr>
            <p:cNvSpPr>
              <a:spLocks/>
            </p:cNvSpPr>
            <p:nvPr/>
          </p:nvSpPr>
          <p:spPr bwMode="auto">
            <a:xfrm>
              <a:off x="2075" y="3816"/>
              <a:ext cx="32" cy="37"/>
            </a:xfrm>
            <a:custGeom>
              <a:avLst/>
              <a:gdLst>
                <a:gd name="T0" fmla="*/ 0 w 133"/>
                <a:gd name="T1" fmla="*/ 0 h 145"/>
                <a:gd name="T2" fmla="*/ 0 w 133"/>
                <a:gd name="T3" fmla="*/ 0 h 145"/>
                <a:gd name="T4" fmla="*/ 0 w 133"/>
                <a:gd name="T5" fmla="*/ 0 h 145"/>
                <a:gd name="T6" fmla="*/ 0 w 133"/>
                <a:gd name="T7" fmla="*/ 0 h 145"/>
                <a:gd name="T8" fmla="*/ 0 w 133"/>
                <a:gd name="T9" fmla="*/ 0 h 145"/>
                <a:gd name="T10" fmla="*/ 0 w 133"/>
                <a:gd name="T11" fmla="*/ 0 h 145"/>
                <a:gd name="T12" fmla="*/ 0 w 133"/>
                <a:gd name="T13" fmla="*/ 0 h 145"/>
                <a:gd name="T14" fmla="*/ 0 w 133"/>
                <a:gd name="T15" fmla="*/ 0 h 145"/>
                <a:gd name="T16" fmla="*/ 0 w 133"/>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 h="145">
                  <a:moveTo>
                    <a:pt x="98" y="0"/>
                  </a:moveTo>
                  <a:lnTo>
                    <a:pt x="17" y="23"/>
                  </a:lnTo>
                  <a:lnTo>
                    <a:pt x="0" y="81"/>
                  </a:lnTo>
                  <a:lnTo>
                    <a:pt x="28" y="145"/>
                  </a:lnTo>
                  <a:lnTo>
                    <a:pt x="81" y="145"/>
                  </a:lnTo>
                  <a:lnTo>
                    <a:pt x="133" y="70"/>
                  </a:lnTo>
                  <a:lnTo>
                    <a:pt x="133" y="40"/>
                  </a:lnTo>
                  <a:lnTo>
                    <a:pt x="128" y="17"/>
                  </a:lnTo>
                  <a:lnTo>
                    <a:pt x="98" y="0"/>
                  </a:lnTo>
                  <a:close/>
                </a:path>
              </a:pathLst>
            </a:custGeom>
            <a:solidFill>
              <a:schemeClr val="hlink"/>
            </a:solidFill>
            <a:ln w="9525">
              <a:solidFill>
                <a:schemeClr val="hlink"/>
              </a:solidFill>
              <a:round/>
              <a:headEnd/>
              <a:tailEnd/>
            </a:ln>
          </p:spPr>
          <p:txBody>
            <a:bodyPr/>
            <a:lstStyle/>
            <a:p>
              <a:endParaRPr lang="ko-KR" altLang="en-US"/>
            </a:p>
          </p:txBody>
        </p:sp>
        <p:sp>
          <p:nvSpPr>
            <p:cNvPr id="418200" name="Freeform 873">
              <a:extLst>
                <a:ext uri="{FF2B5EF4-FFF2-40B4-BE49-F238E27FC236}">
                  <a16:creationId xmlns:a16="http://schemas.microsoft.com/office/drawing/2014/main" id="{394626E2-34EF-A664-B3F9-357C6143F846}"/>
                </a:ext>
              </a:extLst>
            </p:cNvPr>
            <p:cNvSpPr>
              <a:spLocks/>
            </p:cNvSpPr>
            <p:nvPr/>
          </p:nvSpPr>
          <p:spPr bwMode="auto">
            <a:xfrm>
              <a:off x="1662" y="2177"/>
              <a:ext cx="6" cy="14"/>
            </a:xfrm>
            <a:custGeom>
              <a:avLst/>
              <a:gdLst>
                <a:gd name="T0" fmla="*/ 0 w 24"/>
                <a:gd name="T1" fmla="*/ 0 h 58"/>
                <a:gd name="T2" fmla="*/ 0 w 24"/>
                <a:gd name="T3" fmla="*/ 0 h 58"/>
                <a:gd name="T4" fmla="*/ 0 w 24"/>
                <a:gd name="T5" fmla="*/ 0 h 58"/>
                <a:gd name="T6" fmla="*/ 0 w 24"/>
                <a:gd name="T7" fmla="*/ 0 h 58"/>
                <a:gd name="T8" fmla="*/ 0 w 24"/>
                <a:gd name="T9" fmla="*/ 0 h 58"/>
                <a:gd name="T10" fmla="*/ 0 w 24"/>
                <a:gd name="T11" fmla="*/ 0 h 58"/>
                <a:gd name="T12" fmla="*/ 0 w 24"/>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58">
                  <a:moveTo>
                    <a:pt x="12" y="0"/>
                  </a:moveTo>
                  <a:lnTo>
                    <a:pt x="24" y="35"/>
                  </a:lnTo>
                  <a:lnTo>
                    <a:pt x="6" y="58"/>
                  </a:lnTo>
                  <a:lnTo>
                    <a:pt x="6" y="52"/>
                  </a:lnTo>
                  <a:lnTo>
                    <a:pt x="6" y="40"/>
                  </a:lnTo>
                  <a:lnTo>
                    <a:pt x="0" y="12"/>
                  </a:lnTo>
                  <a:lnTo>
                    <a:pt x="12" y="0"/>
                  </a:lnTo>
                  <a:close/>
                </a:path>
              </a:pathLst>
            </a:custGeom>
            <a:solidFill>
              <a:srgbClr val="DDDDDD"/>
            </a:solidFill>
            <a:ln w="9525">
              <a:solidFill>
                <a:srgbClr val="DDDDDD"/>
              </a:solidFill>
              <a:round/>
              <a:headEnd/>
              <a:tailEnd/>
            </a:ln>
          </p:spPr>
          <p:txBody>
            <a:bodyPr/>
            <a:lstStyle/>
            <a:p>
              <a:endParaRPr lang="ko-KR" altLang="en-US"/>
            </a:p>
          </p:txBody>
        </p:sp>
        <p:sp>
          <p:nvSpPr>
            <p:cNvPr id="418201" name="Freeform 874">
              <a:extLst>
                <a:ext uri="{FF2B5EF4-FFF2-40B4-BE49-F238E27FC236}">
                  <a16:creationId xmlns:a16="http://schemas.microsoft.com/office/drawing/2014/main" id="{F9946548-F211-5D95-A178-517FC2F00BD3}"/>
                </a:ext>
              </a:extLst>
            </p:cNvPr>
            <p:cNvSpPr>
              <a:spLocks/>
            </p:cNvSpPr>
            <p:nvPr/>
          </p:nvSpPr>
          <p:spPr bwMode="auto">
            <a:xfrm>
              <a:off x="1653" y="2179"/>
              <a:ext cx="5" cy="8"/>
            </a:xfrm>
            <a:custGeom>
              <a:avLst/>
              <a:gdLst>
                <a:gd name="T0" fmla="*/ 0 w 18"/>
                <a:gd name="T1" fmla="*/ 0 h 35"/>
                <a:gd name="T2" fmla="*/ 0 w 18"/>
                <a:gd name="T3" fmla="*/ 0 h 35"/>
                <a:gd name="T4" fmla="*/ 0 w 18"/>
                <a:gd name="T5" fmla="*/ 0 h 35"/>
                <a:gd name="T6" fmla="*/ 0 w 18"/>
                <a:gd name="T7" fmla="*/ 0 h 35"/>
                <a:gd name="T8" fmla="*/ 0 w 18"/>
                <a:gd name="T9" fmla="*/ 0 h 35"/>
                <a:gd name="T10" fmla="*/ 0 w 18"/>
                <a:gd name="T11" fmla="*/ 0 h 3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35">
                  <a:moveTo>
                    <a:pt x="6" y="0"/>
                  </a:moveTo>
                  <a:lnTo>
                    <a:pt x="0" y="24"/>
                  </a:lnTo>
                  <a:lnTo>
                    <a:pt x="11" y="35"/>
                  </a:lnTo>
                  <a:lnTo>
                    <a:pt x="18" y="18"/>
                  </a:lnTo>
                  <a:lnTo>
                    <a:pt x="18" y="7"/>
                  </a:lnTo>
                  <a:lnTo>
                    <a:pt x="6" y="0"/>
                  </a:lnTo>
                  <a:close/>
                </a:path>
              </a:pathLst>
            </a:custGeom>
            <a:solidFill>
              <a:srgbClr val="DDDDDD"/>
            </a:solidFill>
            <a:ln w="9525">
              <a:solidFill>
                <a:srgbClr val="DDDDDD"/>
              </a:solidFill>
              <a:round/>
              <a:headEnd/>
              <a:tailEnd/>
            </a:ln>
          </p:spPr>
          <p:txBody>
            <a:bodyPr/>
            <a:lstStyle/>
            <a:p>
              <a:endParaRPr lang="ko-KR" altLang="en-US"/>
            </a:p>
          </p:txBody>
        </p:sp>
        <p:sp>
          <p:nvSpPr>
            <p:cNvPr id="418202" name="Freeform 875">
              <a:extLst>
                <a:ext uri="{FF2B5EF4-FFF2-40B4-BE49-F238E27FC236}">
                  <a16:creationId xmlns:a16="http://schemas.microsoft.com/office/drawing/2014/main" id="{DB84F7F6-3A0B-E9E6-3DC8-56386C55114E}"/>
                </a:ext>
              </a:extLst>
            </p:cNvPr>
            <p:cNvSpPr>
              <a:spLocks/>
            </p:cNvSpPr>
            <p:nvPr/>
          </p:nvSpPr>
          <p:spPr bwMode="auto">
            <a:xfrm>
              <a:off x="1655" y="2161"/>
              <a:ext cx="15" cy="10"/>
            </a:xfrm>
            <a:custGeom>
              <a:avLst/>
              <a:gdLst>
                <a:gd name="T0" fmla="*/ 0 w 53"/>
                <a:gd name="T1" fmla="*/ 0 h 47"/>
                <a:gd name="T2" fmla="*/ 0 w 53"/>
                <a:gd name="T3" fmla="*/ 0 h 47"/>
                <a:gd name="T4" fmla="*/ 0 w 53"/>
                <a:gd name="T5" fmla="*/ 0 h 47"/>
                <a:gd name="T6" fmla="*/ 0 w 53"/>
                <a:gd name="T7" fmla="*/ 0 h 47"/>
                <a:gd name="T8" fmla="*/ 0 w 53"/>
                <a:gd name="T9" fmla="*/ 0 h 47"/>
                <a:gd name="T10" fmla="*/ 0 w 53"/>
                <a:gd name="T11" fmla="*/ 0 h 47"/>
                <a:gd name="T12" fmla="*/ 0 w 53"/>
                <a:gd name="T13" fmla="*/ 0 h 47"/>
                <a:gd name="T14" fmla="*/ 0 w 53"/>
                <a:gd name="T15" fmla="*/ 0 h 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 h="47">
                  <a:moveTo>
                    <a:pt x="7" y="18"/>
                  </a:moveTo>
                  <a:lnTo>
                    <a:pt x="0" y="30"/>
                  </a:lnTo>
                  <a:lnTo>
                    <a:pt x="18" y="47"/>
                  </a:lnTo>
                  <a:lnTo>
                    <a:pt x="42" y="41"/>
                  </a:lnTo>
                  <a:lnTo>
                    <a:pt x="53" y="18"/>
                  </a:lnTo>
                  <a:lnTo>
                    <a:pt x="30" y="0"/>
                  </a:lnTo>
                  <a:lnTo>
                    <a:pt x="7" y="0"/>
                  </a:lnTo>
                  <a:lnTo>
                    <a:pt x="7" y="18"/>
                  </a:lnTo>
                  <a:close/>
                </a:path>
              </a:pathLst>
            </a:custGeom>
            <a:solidFill>
              <a:srgbClr val="DDDDDD"/>
            </a:solidFill>
            <a:ln w="9525">
              <a:solidFill>
                <a:srgbClr val="DDDDDD"/>
              </a:solidFill>
              <a:round/>
              <a:headEnd/>
              <a:tailEnd/>
            </a:ln>
          </p:spPr>
          <p:txBody>
            <a:bodyPr/>
            <a:lstStyle/>
            <a:p>
              <a:endParaRPr lang="ko-KR" altLang="en-US"/>
            </a:p>
          </p:txBody>
        </p:sp>
        <p:sp>
          <p:nvSpPr>
            <p:cNvPr id="418203" name="Freeform 876">
              <a:extLst>
                <a:ext uri="{FF2B5EF4-FFF2-40B4-BE49-F238E27FC236}">
                  <a16:creationId xmlns:a16="http://schemas.microsoft.com/office/drawing/2014/main" id="{1DA15E8A-99F8-06C3-0C7E-D7BEB6F1D996}"/>
                </a:ext>
              </a:extLst>
            </p:cNvPr>
            <p:cNvSpPr>
              <a:spLocks/>
            </p:cNvSpPr>
            <p:nvPr/>
          </p:nvSpPr>
          <p:spPr bwMode="auto">
            <a:xfrm>
              <a:off x="1702" y="2154"/>
              <a:ext cx="8" cy="7"/>
            </a:xfrm>
            <a:custGeom>
              <a:avLst/>
              <a:gdLst>
                <a:gd name="T0" fmla="*/ 0 w 28"/>
                <a:gd name="T1" fmla="*/ 0 h 23"/>
                <a:gd name="T2" fmla="*/ 0 w 28"/>
                <a:gd name="T3" fmla="*/ 0 h 23"/>
                <a:gd name="T4" fmla="*/ 0 w 28"/>
                <a:gd name="T5" fmla="*/ 0 h 23"/>
                <a:gd name="T6" fmla="*/ 0 w 28"/>
                <a:gd name="T7" fmla="*/ 0 h 23"/>
                <a:gd name="T8" fmla="*/ 0 w 28"/>
                <a:gd name="T9" fmla="*/ 0 h 23"/>
                <a:gd name="T10" fmla="*/ 0 w 28"/>
                <a:gd name="T11" fmla="*/ 0 h 23"/>
                <a:gd name="T12" fmla="*/ 0 w 28"/>
                <a:gd name="T13" fmla="*/ 0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23">
                  <a:moveTo>
                    <a:pt x="11" y="6"/>
                  </a:moveTo>
                  <a:lnTo>
                    <a:pt x="0" y="18"/>
                  </a:lnTo>
                  <a:lnTo>
                    <a:pt x="11" y="23"/>
                  </a:lnTo>
                  <a:lnTo>
                    <a:pt x="28" y="23"/>
                  </a:lnTo>
                  <a:lnTo>
                    <a:pt x="23" y="6"/>
                  </a:lnTo>
                  <a:lnTo>
                    <a:pt x="17" y="0"/>
                  </a:lnTo>
                  <a:lnTo>
                    <a:pt x="11" y="6"/>
                  </a:lnTo>
                  <a:close/>
                </a:path>
              </a:pathLst>
            </a:custGeom>
            <a:solidFill>
              <a:srgbClr val="DDDDDD"/>
            </a:solidFill>
            <a:ln w="9525">
              <a:solidFill>
                <a:srgbClr val="DDDDDD"/>
              </a:solidFill>
              <a:round/>
              <a:headEnd/>
              <a:tailEnd/>
            </a:ln>
          </p:spPr>
          <p:txBody>
            <a:bodyPr/>
            <a:lstStyle/>
            <a:p>
              <a:endParaRPr lang="ko-KR" altLang="en-US"/>
            </a:p>
          </p:txBody>
        </p:sp>
        <p:sp>
          <p:nvSpPr>
            <p:cNvPr id="418204" name="Freeform 877">
              <a:extLst>
                <a:ext uri="{FF2B5EF4-FFF2-40B4-BE49-F238E27FC236}">
                  <a16:creationId xmlns:a16="http://schemas.microsoft.com/office/drawing/2014/main" id="{E3CCC1A6-91F4-7220-B10D-059F8D80D5FC}"/>
                </a:ext>
              </a:extLst>
            </p:cNvPr>
            <p:cNvSpPr>
              <a:spLocks/>
            </p:cNvSpPr>
            <p:nvPr/>
          </p:nvSpPr>
          <p:spPr bwMode="auto">
            <a:xfrm>
              <a:off x="1641" y="2230"/>
              <a:ext cx="31" cy="33"/>
            </a:xfrm>
            <a:custGeom>
              <a:avLst/>
              <a:gdLst>
                <a:gd name="T0" fmla="*/ 0 w 123"/>
                <a:gd name="T1" fmla="*/ 0 h 127"/>
                <a:gd name="T2" fmla="*/ 0 w 123"/>
                <a:gd name="T3" fmla="*/ 0 h 127"/>
                <a:gd name="T4" fmla="*/ 0 w 123"/>
                <a:gd name="T5" fmla="*/ 0 h 127"/>
                <a:gd name="T6" fmla="*/ 0 w 123"/>
                <a:gd name="T7" fmla="*/ 0 h 127"/>
                <a:gd name="T8" fmla="*/ 0 w 123"/>
                <a:gd name="T9" fmla="*/ 0 h 127"/>
                <a:gd name="T10" fmla="*/ 0 w 123"/>
                <a:gd name="T11" fmla="*/ 0 h 127"/>
                <a:gd name="T12" fmla="*/ 0 w 123"/>
                <a:gd name="T13" fmla="*/ 0 h 127"/>
                <a:gd name="T14" fmla="*/ 0 w 123"/>
                <a:gd name="T15" fmla="*/ 0 h 127"/>
                <a:gd name="T16" fmla="*/ 0 w 123"/>
                <a:gd name="T17" fmla="*/ 0 h 127"/>
                <a:gd name="T18" fmla="*/ 0 w 123"/>
                <a:gd name="T19" fmla="*/ 0 h 127"/>
                <a:gd name="T20" fmla="*/ 0 w 123"/>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27">
                  <a:moveTo>
                    <a:pt x="53" y="0"/>
                  </a:moveTo>
                  <a:lnTo>
                    <a:pt x="12" y="35"/>
                  </a:lnTo>
                  <a:lnTo>
                    <a:pt x="0" y="80"/>
                  </a:lnTo>
                  <a:lnTo>
                    <a:pt x="12" y="104"/>
                  </a:lnTo>
                  <a:lnTo>
                    <a:pt x="30" y="98"/>
                  </a:lnTo>
                  <a:lnTo>
                    <a:pt x="82" y="127"/>
                  </a:lnTo>
                  <a:lnTo>
                    <a:pt x="88" y="122"/>
                  </a:lnTo>
                  <a:lnTo>
                    <a:pt x="123" y="80"/>
                  </a:lnTo>
                  <a:lnTo>
                    <a:pt x="111" y="23"/>
                  </a:lnTo>
                  <a:lnTo>
                    <a:pt x="70" y="11"/>
                  </a:lnTo>
                  <a:lnTo>
                    <a:pt x="53" y="0"/>
                  </a:lnTo>
                  <a:close/>
                </a:path>
              </a:pathLst>
            </a:custGeom>
            <a:solidFill>
              <a:srgbClr val="DDDDDD"/>
            </a:solidFill>
            <a:ln w="9525">
              <a:solidFill>
                <a:srgbClr val="DDDDDD"/>
              </a:solidFill>
              <a:round/>
              <a:headEnd/>
              <a:tailEnd/>
            </a:ln>
          </p:spPr>
          <p:txBody>
            <a:bodyPr/>
            <a:lstStyle/>
            <a:p>
              <a:endParaRPr lang="ko-KR" altLang="en-US"/>
            </a:p>
          </p:txBody>
        </p:sp>
        <p:sp>
          <p:nvSpPr>
            <p:cNvPr id="418205" name="Freeform 878">
              <a:extLst>
                <a:ext uri="{FF2B5EF4-FFF2-40B4-BE49-F238E27FC236}">
                  <a16:creationId xmlns:a16="http://schemas.microsoft.com/office/drawing/2014/main" id="{B8EDE092-2722-86DE-CF2C-16B634F4416D}"/>
                </a:ext>
              </a:extLst>
            </p:cNvPr>
            <p:cNvSpPr>
              <a:spLocks/>
            </p:cNvSpPr>
            <p:nvPr/>
          </p:nvSpPr>
          <p:spPr bwMode="auto">
            <a:xfrm>
              <a:off x="1605" y="2226"/>
              <a:ext cx="59" cy="78"/>
            </a:xfrm>
            <a:custGeom>
              <a:avLst/>
              <a:gdLst>
                <a:gd name="T0" fmla="*/ 0 w 233"/>
                <a:gd name="T1" fmla="*/ 0 h 308"/>
                <a:gd name="T2" fmla="*/ 0 w 233"/>
                <a:gd name="T3" fmla="*/ 0 h 308"/>
                <a:gd name="T4" fmla="*/ 0 w 233"/>
                <a:gd name="T5" fmla="*/ 0 h 308"/>
                <a:gd name="T6" fmla="*/ 0 w 233"/>
                <a:gd name="T7" fmla="*/ 0 h 308"/>
                <a:gd name="T8" fmla="*/ 0 w 233"/>
                <a:gd name="T9" fmla="*/ 0 h 308"/>
                <a:gd name="T10" fmla="*/ 0 w 233"/>
                <a:gd name="T11" fmla="*/ 0 h 308"/>
                <a:gd name="T12" fmla="*/ 0 w 233"/>
                <a:gd name="T13" fmla="*/ 0 h 308"/>
                <a:gd name="T14" fmla="*/ 0 w 233"/>
                <a:gd name="T15" fmla="*/ 0 h 308"/>
                <a:gd name="T16" fmla="*/ 0 w 233"/>
                <a:gd name="T17" fmla="*/ 0 h 308"/>
                <a:gd name="T18" fmla="*/ 0 w 233"/>
                <a:gd name="T19" fmla="*/ 0 h 308"/>
                <a:gd name="T20" fmla="*/ 0 w 233"/>
                <a:gd name="T21" fmla="*/ 0 h 308"/>
                <a:gd name="T22" fmla="*/ 0 w 233"/>
                <a:gd name="T23" fmla="*/ 0 h 308"/>
                <a:gd name="T24" fmla="*/ 0 w 233"/>
                <a:gd name="T25" fmla="*/ 0 h 308"/>
                <a:gd name="T26" fmla="*/ 0 w 233"/>
                <a:gd name="T27" fmla="*/ 0 h 308"/>
                <a:gd name="T28" fmla="*/ 0 w 233"/>
                <a:gd name="T29" fmla="*/ 0 h 308"/>
                <a:gd name="T30" fmla="*/ 0 w 233"/>
                <a:gd name="T31" fmla="*/ 0 h 308"/>
                <a:gd name="T32" fmla="*/ 0 w 233"/>
                <a:gd name="T33" fmla="*/ 0 h 308"/>
                <a:gd name="T34" fmla="*/ 0 w 233"/>
                <a:gd name="T35" fmla="*/ 0 h 308"/>
                <a:gd name="T36" fmla="*/ 0 w 233"/>
                <a:gd name="T37" fmla="*/ 0 h 308"/>
                <a:gd name="T38" fmla="*/ 0 w 233"/>
                <a:gd name="T39" fmla="*/ 0 h 308"/>
                <a:gd name="T40" fmla="*/ 0 w 233"/>
                <a:gd name="T41" fmla="*/ 0 h 308"/>
                <a:gd name="T42" fmla="*/ 0 w 233"/>
                <a:gd name="T43" fmla="*/ 0 h 308"/>
                <a:gd name="T44" fmla="*/ 0 w 233"/>
                <a:gd name="T45" fmla="*/ 0 h 308"/>
                <a:gd name="T46" fmla="*/ 0 w 233"/>
                <a:gd name="T47" fmla="*/ 0 h 308"/>
                <a:gd name="T48" fmla="*/ 0 w 233"/>
                <a:gd name="T49" fmla="*/ 0 h 308"/>
                <a:gd name="T50" fmla="*/ 0 w 233"/>
                <a:gd name="T51" fmla="*/ 0 h 308"/>
                <a:gd name="T52" fmla="*/ 0 w 233"/>
                <a:gd name="T53" fmla="*/ 0 h 30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33" h="308">
                  <a:moveTo>
                    <a:pt x="198" y="18"/>
                  </a:moveTo>
                  <a:lnTo>
                    <a:pt x="192" y="0"/>
                  </a:lnTo>
                  <a:lnTo>
                    <a:pt x="157" y="29"/>
                  </a:lnTo>
                  <a:lnTo>
                    <a:pt x="123" y="35"/>
                  </a:lnTo>
                  <a:lnTo>
                    <a:pt x="88" y="46"/>
                  </a:lnTo>
                  <a:lnTo>
                    <a:pt x="116" y="81"/>
                  </a:lnTo>
                  <a:lnTo>
                    <a:pt x="70" y="70"/>
                  </a:lnTo>
                  <a:lnTo>
                    <a:pt x="53" y="87"/>
                  </a:lnTo>
                  <a:lnTo>
                    <a:pt x="64" y="133"/>
                  </a:lnTo>
                  <a:lnTo>
                    <a:pt x="41" y="140"/>
                  </a:lnTo>
                  <a:lnTo>
                    <a:pt x="41" y="151"/>
                  </a:lnTo>
                  <a:lnTo>
                    <a:pt x="64" y="180"/>
                  </a:lnTo>
                  <a:lnTo>
                    <a:pt x="0" y="244"/>
                  </a:lnTo>
                  <a:lnTo>
                    <a:pt x="46" y="290"/>
                  </a:lnTo>
                  <a:lnTo>
                    <a:pt x="116" y="308"/>
                  </a:lnTo>
                  <a:lnTo>
                    <a:pt x="163" y="255"/>
                  </a:lnTo>
                  <a:lnTo>
                    <a:pt x="198" y="297"/>
                  </a:lnTo>
                  <a:lnTo>
                    <a:pt x="221" y="273"/>
                  </a:lnTo>
                  <a:lnTo>
                    <a:pt x="210" y="209"/>
                  </a:lnTo>
                  <a:lnTo>
                    <a:pt x="227" y="186"/>
                  </a:lnTo>
                  <a:lnTo>
                    <a:pt x="233" y="140"/>
                  </a:lnTo>
                  <a:lnTo>
                    <a:pt x="227" y="145"/>
                  </a:lnTo>
                  <a:lnTo>
                    <a:pt x="175" y="116"/>
                  </a:lnTo>
                  <a:lnTo>
                    <a:pt x="157" y="122"/>
                  </a:lnTo>
                  <a:lnTo>
                    <a:pt x="145" y="98"/>
                  </a:lnTo>
                  <a:lnTo>
                    <a:pt x="157" y="53"/>
                  </a:lnTo>
                  <a:lnTo>
                    <a:pt x="198" y="18"/>
                  </a:lnTo>
                  <a:close/>
                </a:path>
              </a:pathLst>
            </a:custGeom>
            <a:solidFill>
              <a:srgbClr val="DDDDDD"/>
            </a:solidFill>
            <a:ln w="9525">
              <a:solidFill>
                <a:srgbClr val="DDDDDD"/>
              </a:solidFill>
              <a:round/>
              <a:headEnd/>
              <a:tailEnd/>
            </a:ln>
          </p:spPr>
          <p:txBody>
            <a:bodyPr/>
            <a:lstStyle/>
            <a:p>
              <a:endParaRPr lang="ko-KR" altLang="en-US"/>
            </a:p>
          </p:txBody>
        </p:sp>
        <p:sp>
          <p:nvSpPr>
            <p:cNvPr id="418206" name="Freeform 879">
              <a:extLst>
                <a:ext uri="{FF2B5EF4-FFF2-40B4-BE49-F238E27FC236}">
                  <a16:creationId xmlns:a16="http://schemas.microsoft.com/office/drawing/2014/main" id="{98E35F77-3106-1F9E-9AF4-47B7836B8611}"/>
                </a:ext>
              </a:extLst>
            </p:cNvPr>
            <p:cNvSpPr>
              <a:spLocks/>
            </p:cNvSpPr>
            <p:nvPr/>
          </p:nvSpPr>
          <p:spPr bwMode="auto">
            <a:xfrm>
              <a:off x="1672" y="2274"/>
              <a:ext cx="30" cy="41"/>
            </a:xfrm>
            <a:custGeom>
              <a:avLst/>
              <a:gdLst>
                <a:gd name="T0" fmla="*/ 0 w 122"/>
                <a:gd name="T1" fmla="*/ 0 h 163"/>
                <a:gd name="T2" fmla="*/ 0 w 122"/>
                <a:gd name="T3" fmla="*/ 0 h 163"/>
                <a:gd name="T4" fmla="*/ 0 w 122"/>
                <a:gd name="T5" fmla="*/ 0 h 163"/>
                <a:gd name="T6" fmla="*/ 0 w 122"/>
                <a:gd name="T7" fmla="*/ 0 h 163"/>
                <a:gd name="T8" fmla="*/ 0 w 122"/>
                <a:gd name="T9" fmla="*/ 0 h 163"/>
                <a:gd name="T10" fmla="*/ 0 w 122"/>
                <a:gd name="T11" fmla="*/ 0 h 163"/>
                <a:gd name="T12" fmla="*/ 0 w 122"/>
                <a:gd name="T13" fmla="*/ 0 h 163"/>
                <a:gd name="T14" fmla="*/ 0 w 122"/>
                <a:gd name="T15" fmla="*/ 0 h 163"/>
                <a:gd name="T16" fmla="*/ 0 w 122"/>
                <a:gd name="T17" fmla="*/ 0 h 163"/>
                <a:gd name="T18" fmla="*/ 0 w 122"/>
                <a:gd name="T19" fmla="*/ 0 h 163"/>
                <a:gd name="T20" fmla="*/ 0 w 122"/>
                <a:gd name="T21" fmla="*/ 0 h 163"/>
                <a:gd name="T22" fmla="*/ 0 w 122"/>
                <a:gd name="T23" fmla="*/ 0 h 163"/>
                <a:gd name="T24" fmla="*/ 0 w 122"/>
                <a:gd name="T25" fmla="*/ 0 h 163"/>
                <a:gd name="T26" fmla="*/ 0 w 122"/>
                <a:gd name="T27" fmla="*/ 0 h 163"/>
                <a:gd name="T28" fmla="*/ 0 w 122"/>
                <a:gd name="T29" fmla="*/ 0 h 1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2" h="163">
                  <a:moveTo>
                    <a:pt x="98" y="6"/>
                  </a:moveTo>
                  <a:lnTo>
                    <a:pt x="122" y="46"/>
                  </a:lnTo>
                  <a:lnTo>
                    <a:pt x="98" y="52"/>
                  </a:lnTo>
                  <a:lnTo>
                    <a:pt x="110" y="76"/>
                  </a:lnTo>
                  <a:lnTo>
                    <a:pt x="93" y="111"/>
                  </a:lnTo>
                  <a:lnTo>
                    <a:pt x="98" y="122"/>
                  </a:lnTo>
                  <a:lnTo>
                    <a:pt x="63" y="163"/>
                  </a:lnTo>
                  <a:lnTo>
                    <a:pt x="0" y="146"/>
                  </a:lnTo>
                  <a:lnTo>
                    <a:pt x="6" y="104"/>
                  </a:lnTo>
                  <a:lnTo>
                    <a:pt x="35" y="99"/>
                  </a:lnTo>
                  <a:lnTo>
                    <a:pt x="40" y="34"/>
                  </a:lnTo>
                  <a:lnTo>
                    <a:pt x="35" y="6"/>
                  </a:lnTo>
                  <a:lnTo>
                    <a:pt x="46" y="0"/>
                  </a:lnTo>
                  <a:lnTo>
                    <a:pt x="70" y="12"/>
                  </a:lnTo>
                  <a:lnTo>
                    <a:pt x="98" y="6"/>
                  </a:lnTo>
                  <a:close/>
                </a:path>
              </a:pathLst>
            </a:custGeom>
            <a:solidFill>
              <a:srgbClr val="DDDDDD"/>
            </a:solidFill>
            <a:ln w="9525">
              <a:solidFill>
                <a:srgbClr val="DDDDDD"/>
              </a:solidFill>
              <a:round/>
              <a:headEnd/>
              <a:tailEnd/>
            </a:ln>
          </p:spPr>
          <p:txBody>
            <a:bodyPr/>
            <a:lstStyle/>
            <a:p>
              <a:endParaRPr lang="ko-KR" altLang="en-US"/>
            </a:p>
          </p:txBody>
        </p:sp>
        <p:sp>
          <p:nvSpPr>
            <p:cNvPr id="418207" name="Freeform 880">
              <a:extLst>
                <a:ext uri="{FF2B5EF4-FFF2-40B4-BE49-F238E27FC236}">
                  <a16:creationId xmlns:a16="http://schemas.microsoft.com/office/drawing/2014/main" id="{968D42EC-C2C6-1B4C-06B0-5C9600192811}"/>
                </a:ext>
              </a:extLst>
            </p:cNvPr>
            <p:cNvSpPr>
              <a:spLocks/>
            </p:cNvSpPr>
            <p:nvPr/>
          </p:nvSpPr>
          <p:spPr bwMode="auto">
            <a:xfrm>
              <a:off x="1662" y="2232"/>
              <a:ext cx="90" cy="107"/>
            </a:xfrm>
            <a:custGeom>
              <a:avLst/>
              <a:gdLst>
                <a:gd name="T0" fmla="*/ 0 w 360"/>
                <a:gd name="T1" fmla="*/ 0 h 413"/>
                <a:gd name="T2" fmla="*/ 0 w 360"/>
                <a:gd name="T3" fmla="*/ 0 h 413"/>
                <a:gd name="T4" fmla="*/ 0 w 360"/>
                <a:gd name="T5" fmla="*/ 0 h 413"/>
                <a:gd name="T6" fmla="*/ 0 w 360"/>
                <a:gd name="T7" fmla="*/ 0 h 413"/>
                <a:gd name="T8" fmla="*/ 0 w 360"/>
                <a:gd name="T9" fmla="*/ 0 h 413"/>
                <a:gd name="T10" fmla="*/ 0 w 360"/>
                <a:gd name="T11" fmla="*/ 0 h 413"/>
                <a:gd name="T12" fmla="*/ 0 w 360"/>
                <a:gd name="T13" fmla="*/ 0 h 413"/>
                <a:gd name="T14" fmla="*/ 0 w 360"/>
                <a:gd name="T15" fmla="*/ 0 h 413"/>
                <a:gd name="T16" fmla="*/ 0 w 360"/>
                <a:gd name="T17" fmla="*/ 0 h 413"/>
                <a:gd name="T18" fmla="*/ 0 w 360"/>
                <a:gd name="T19" fmla="*/ 0 h 413"/>
                <a:gd name="T20" fmla="*/ 0 w 360"/>
                <a:gd name="T21" fmla="*/ 0 h 413"/>
                <a:gd name="T22" fmla="*/ 0 w 360"/>
                <a:gd name="T23" fmla="*/ 0 h 413"/>
                <a:gd name="T24" fmla="*/ 0 w 360"/>
                <a:gd name="T25" fmla="*/ 0 h 413"/>
                <a:gd name="T26" fmla="*/ 0 w 360"/>
                <a:gd name="T27" fmla="*/ 0 h 413"/>
                <a:gd name="T28" fmla="*/ 0 w 360"/>
                <a:gd name="T29" fmla="*/ 0 h 413"/>
                <a:gd name="T30" fmla="*/ 0 w 360"/>
                <a:gd name="T31" fmla="*/ 0 h 413"/>
                <a:gd name="T32" fmla="*/ 0 w 360"/>
                <a:gd name="T33" fmla="*/ 0 h 413"/>
                <a:gd name="T34" fmla="*/ 0 w 360"/>
                <a:gd name="T35" fmla="*/ 0 h 413"/>
                <a:gd name="T36" fmla="*/ 0 w 360"/>
                <a:gd name="T37" fmla="*/ 0 h 413"/>
                <a:gd name="T38" fmla="*/ 0 w 360"/>
                <a:gd name="T39" fmla="*/ 0 h 413"/>
                <a:gd name="T40" fmla="*/ 0 w 360"/>
                <a:gd name="T41" fmla="*/ 0 h 413"/>
                <a:gd name="T42" fmla="*/ 0 w 360"/>
                <a:gd name="T43" fmla="*/ 0 h 413"/>
                <a:gd name="T44" fmla="*/ 0 w 360"/>
                <a:gd name="T45" fmla="*/ 0 h 413"/>
                <a:gd name="T46" fmla="*/ 0 w 360"/>
                <a:gd name="T47" fmla="*/ 0 h 413"/>
                <a:gd name="T48" fmla="*/ 0 w 360"/>
                <a:gd name="T49" fmla="*/ 0 h 413"/>
                <a:gd name="T50" fmla="*/ 0 w 360"/>
                <a:gd name="T51" fmla="*/ 0 h 413"/>
                <a:gd name="T52" fmla="*/ 0 w 360"/>
                <a:gd name="T53" fmla="*/ 0 h 413"/>
                <a:gd name="T54" fmla="*/ 0 w 360"/>
                <a:gd name="T55" fmla="*/ 0 h 413"/>
                <a:gd name="T56" fmla="*/ 0 w 360"/>
                <a:gd name="T57" fmla="*/ 0 h 413"/>
                <a:gd name="T58" fmla="*/ 0 w 360"/>
                <a:gd name="T59" fmla="*/ 0 h 413"/>
                <a:gd name="T60" fmla="*/ 0 w 360"/>
                <a:gd name="T61" fmla="*/ 0 h 413"/>
                <a:gd name="T62" fmla="*/ 0 w 360"/>
                <a:gd name="T63" fmla="*/ 0 h 413"/>
                <a:gd name="T64" fmla="*/ 0 w 360"/>
                <a:gd name="T65" fmla="*/ 0 h 413"/>
                <a:gd name="T66" fmla="*/ 0 w 360"/>
                <a:gd name="T67" fmla="*/ 0 h 413"/>
                <a:gd name="T68" fmla="*/ 0 w 360"/>
                <a:gd name="T69" fmla="*/ 0 h 413"/>
                <a:gd name="T70" fmla="*/ 0 w 360"/>
                <a:gd name="T71" fmla="*/ 0 h 4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60" h="413">
                  <a:moveTo>
                    <a:pt x="128" y="116"/>
                  </a:moveTo>
                  <a:lnTo>
                    <a:pt x="157" y="104"/>
                  </a:lnTo>
                  <a:lnTo>
                    <a:pt x="163" y="69"/>
                  </a:lnTo>
                  <a:lnTo>
                    <a:pt x="203" y="29"/>
                  </a:lnTo>
                  <a:lnTo>
                    <a:pt x="208" y="6"/>
                  </a:lnTo>
                  <a:lnTo>
                    <a:pt x="215" y="0"/>
                  </a:lnTo>
                  <a:lnTo>
                    <a:pt x="226" y="24"/>
                  </a:lnTo>
                  <a:lnTo>
                    <a:pt x="215" y="69"/>
                  </a:lnTo>
                  <a:lnTo>
                    <a:pt x="243" y="69"/>
                  </a:lnTo>
                  <a:lnTo>
                    <a:pt x="267" y="93"/>
                  </a:lnTo>
                  <a:lnTo>
                    <a:pt x="261" y="139"/>
                  </a:lnTo>
                  <a:lnTo>
                    <a:pt x="278" y="191"/>
                  </a:lnTo>
                  <a:lnTo>
                    <a:pt x="313" y="198"/>
                  </a:lnTo>
                  <a:lnTo>
                    <a:pt x="360" y="256"/>
                  </a:lnTo>
                  <a:lnTo>
                    <a:pt x="348" y="296"/>
                  </a:lnTo>
                  <a:lnTo>
                    <a:pt x="296" y="325"/>
                  </a:lnTo>
                  <a:lnTo>
                    <a:pt x="337" y="366"/>
                  </a:lnTo>
                  <a:lnTo>
                    <a:pt x="313" y="383"/>
                  </a:lnTo>
                  <a:lnTo>
                    <a:pt x="267" y="390"/>
                  </a:lnTo>
                  <a:lnTo>
                    <a:pt x="250" y="383"/>
                  </a:lnTo>
                  <a:lnTo>
                    <a:pt x="232" y="395"/>
                  </a:lnTo>
                  <a:lnTo>
                    <a:pt x="163" y="401"/>
                  </a:lnTo>
                  <a:lnTo>
                    <a:pt x="133" y="383"/>
                  </a:lnTo>
                  <a:lnTo>
                    <a:pt x="58" y="413"/>
                  </a:lnTo>
                  <a:lnTo>
                    <a:pt x="6" y="395"/>
                  </a:lnTo>
                  <a:lnTo>
                    <a:pt x="0" y="383"/>
                  </a:lnTo>
                  <a:lnTo>
                    <a:pt x="29" y="378"/>
                  </a:lnTo>
                  <a:lnTo>
                    <a:pt x="53" y="337"/>
                  </a:lnTo>
                  <a:lnTo>
                    <a:pt x="98" y="320"/>
                  </a:lnTo>
                  <a:lnTo>
                    <a:pt x="128" y="279"/>
                  </a:lnTo>
                  <a:lnTo>
                    <a:pt x="128" y="268"/>
                  </a:lnTo>
                  <a:lnTo>
                    <a:pt x="145" y="233"/>
                  </a:lnTo>
                  <a:lnTo>
                    <a:pt x="140" y="203"/>
                  </a:lnTo>
                  <a:lnTo>
                    <a:pt x="157" y="198"/>
                  </a:lnTo>
                  <a:lnTo>
                    <a:pt x="133" y="163"/>
                  </a:lnTo>
                  <a:lnTo>
                    <a:pt x="128" y="116"/>
                  </a:lnTo>
                  <a:close/>
                </a:path>
              </a:pathLst>
            </a:custGeom>
            <a:solidFill>
              <a:srgbClr val="DDDDDD"/>
            </a:solidFill>
            <a:ln w="9525">
              <a:solidFill>
                <a:srgbClr val="DDDDDD"/>
              </a:solidFill>
              <a:round/>
              <a:headEnd/>
              <a:tailEnd/>
            </a:ln>
          </p:spPr>
          <p:txBody>
            <a:bodyPr/>
            <a:lstStyle/>
            <a:p>
              <a:endParaRPr lang="ko-KR" altLang="en-US"/>
            </a:p>
          </p:txBody>
        </p:sp>
        <p:sp>
          <p:nvSpPr>
            <p:cNvPr id="418208" name="Freeform 881">
              <a:extLst>
                <a:ext uri="{FF2B5EF4-FFF2-40B4-BE49-F238E27FC236}">
                  <a16:creationId xmlns:a16="http://schemas.microsoft.com/office/drawing/2014/main" id="{C38EA308-CE0F-F807-A4F6-D9AA6D2032CC}"/>
                </a:ext>
              </a:extLst>
            </p:cNvPr>
            <p:cNvSpPr>
              <a:spLocks/>
            </p:cNvSpPr>
            <p:nvPr/>
          </p:nvSpPr>
          <p:spPr bwMode="auto">
            <a:xfrm>
              <a:off x="1668" y="2161"/>
              <a:ext cx="48" cy="102"/>
            </a:xfrm>
            <a:custGeom>
              <a:avLst/>
              <a:gdLst>
                <a:gd name="T0" fmla="*/ 0 w 197"/>
                <a:gd name="T1" fmla="*/ 0 h 401"/>
                <a:gd name="T2" fmla="*/ 0 w 197"/>
                <a:gd name="T3" fmla="*/ 0 h 401"/>
                <a:gd name="T4" fmla="*/ 0 w 197"/>
                <a:gd name="T5" fmla="*/ 0 h 401"/>
                <a:gd name="T6" fmla="*/ 0 w 197"/>
                <a:gd name="T7" fmla="*/ 0 h 401"/>
                <a:gd name="T8" fmla="*/ 0 w 197"/>
                <a:gd name="T9" fmla="*/ 0 h 401"/>
                <a:gd name="T10" fmla="*/ 0 w 197"/>
                <a:gd name="T11" fmla="*/ 0 h 401"/>
                <a:gd name="T12" fmla="*/ 0 w 197"/>
                <a:gd name="T13" fmla="*/ 0 h 401"/>
                <a:gd name="T14" fmla="*/ 0 w 197"/>
                <a:gd name="T15" fmla="*/ 0 h 401"/>
                <a:gd name="T16" fmla="*/ 0 w 197"/>
                <a:gd name="T17" fmla="*/ 0 h 401"/>
                <a:gd name="T18" fmla="*/ 0 w 197"/>
                <a:gd name="T19" fmla="*/ 0 h 401"/>
                <a:gd name="T20" fmla="*/ 0 w 197"/>
                <a:gd name="T21" fmla="*/ 0 h 401"/>
                <a:gd name="T22" fmla="*/ 0 w 197"/>
                <a:gd name="T23" fmla="*/ 0 h 401"/>
                <a:gd name="T24" fmla="*/ 0 w 197"/>
                <a:gd name="T25" fmla="*/ 0 h 401"/>
                <a:gd name="T26" fmla="*/ 0 w 197"/>
                <a:gd name="T27" fmla="*/ 0 h 401"/>
                <a:gd name="T28" fmla="*/ 0 w 197"/>
                <a:gd name="T29" fmla="*/ 0 h 401"/>
                <a:gd name="T30" fmla="*/ 0 w 197"/>
                <a:gd name="T31" fmla="*/ 0 h 401"/>
                <a:gd name="T32" fmla="*/ 0 w 197"/>
                <a:gd name="T33" fmla="*/ 0 h 401"/>
                <a:gd name="T34" fmla="*/ 0 w 197"/>
                <a:gd name="T35" fmla="*/ 0 h 401"/>
                <a:gd name="T36" fmla="*/ 0 w 197"/>
                <a:gd name="T37" fmla="*/ 0 h 401"/>
                <a:gd name="T38" fmla="*/ 0 w 197"/>
                <a:gd name="T39" fmla="*/ 0 h 401"/>
                <a:gd name="T40" fmla="*/ 0 w 197"/>
                <a:gd name="T41" fmla="*/ 0 h 401"/>
                <a:gd name="T42" fmla="*/ 0 w 197"/>
                <a:gd name="T43" fmla="*/ 0 h 401"/>
                <a:gd name="T44" fmla="*/ 0 w 197"/>
                <a:gd name="T45" fmla="*/ 0 h 401"/>
                <a:gd name="T46" fmla="*/ 0 w 197"/>
                <a:gd name="T47" fmla="*/ 0 h 401"/>
                <a:gd name="T48" fmla="*/ 0 w 197"/>
                <a:gd name="T49" fmla="*/ 0 h 401"/>
                <a:gd name="T50" fmla="*/ 0 w 197"/>
                <a:gd name="T51" fmla="*/ 0 h 401"/>
                <a:gd name="T52" fmla="*/ 0 w 197"/>
                <a:gd name="T53" fmla="*/ 0 h 401"/>
                <a:gd name="T54" fmla="*/ 0 w 197"/>
                <a:gd name="T55" fmla="*/ 0 h 401"/>
                <a:gd name="T56" fmla="*/ 0 w 197"/>
                <a:gd name="T57" fmla="*/ 0 h 401"/>
                <a:gd name="T58" fmla="*/ 0 w 197"/>
                <a:gd name="T59" fmla="*/ 0 h 401"/>
                <a:gd name="T60" fmla="*/ 0 w 197"/>
                <a:gd name="T61" fmla="*/ 0 h 401"/>
                <a:gd name="T62" fmla="*/ 0 w 197"/>
                <a:gd name="T63" fmla="*/ 0 h 40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7" h="401">
                  <a:moveTo>
                    <a:pt x="115" y="401"/>
                  </a:moveTo>
                  <a:lnTo>
                    <a:pt x="98" y="354"/>
                  </a:lnTo>
                  <a:lnTo>
                    <a:pt x="104" y="314"/>
                  </a:lnTo>
                  <a:lnTo>
                    <a:pt x="69" y="337"/>
                  </a:lnTo>
                  <a:lnTo>
                    <a:pt x="40" y="309"/>
                  </a:lnTo>
                  <a:lnTo>
                    <a:pt x="35" y="250"/>
                  </a:lnTo>
                  <a:lnTo>
                    <a:pt x="17" y="204"/>
                  </a:lnTo>
                  <a:lnTo>
                    <a:pt x="0" y="209"/>
                  </a:lnTo>
                  <a:lnTo>
                    <a:pt x="0" y="175"/>
                  </a:lnTo>
                  <a:lnTo>
                    <a:pt x="23" y="140"/>
                  </a:lnTo>
                  <a:lnTo>
                    <a:pt x="17" y="122"/>
                  </a:lnTo>
                  <a:lnTo>
                    <a:pt x="23" y="75"/>
                  </a:lnTo>
                  <a:lnTo>
                    <a:pt x="40" y="65"/>
                  </a:lnTo>
                  <a:lnTo>
                    <a:pt x="28" y="47"/>
                  </a:lnTo>
                  <a:lnTo>
                    <a:pt x="40" y="6"/>
                  </a:lnTo>
                  <a:lnTo>
                    <a:pt x="45" y="0"/>
                  </a:lnTo>
                  <a:lnTo>
                    <a:pt x="127" y="18"/>
                  </a:lnTo>
                  <a:lnTo>
                    <a:pt x="127" y="41"/>
                  </a:lnTo>
                  <a:lnTo>
                    <a:pt x="98" y="47"/>
                  </a:lnTo>
                  <a:lnTo>
                    <a:pt x="87" y="87"/>
                  </a:lnTo>
                  <a:lnTo>
                    <a:pt x="110" y="82"/>
                  </a:lnTo>
                  <a:lnTo>
                    <a:pt x="115" y="99"/>
                  </a:lnTo>
                  <a:lnTo>
                    <a:pt x="145" y="99"/>
                  </a:lnTo>
                  <a:lnTo>
                    <a:pt x="173" y="128"/>
                  </a:lnTo>
                  <a:lnTo>
                    <a:pt x="127" y="232"/>
                  </a:lnTo>
                  <a:lnTo>
                    <a:pt x="179" y="244"/>
                  </a:lnTo>
                  <a:lnTo>
                    <a:pt x="197" y="285"/>
                  </a:lnTo>
                  <a:lnTo>
                    <a:pt x="190" y="291"/>
                  </a:lnTo>
                  <a:lnTo>
                    <a:pt x="185" y="314"/>
                  </a:lnTo>
                  <a:lnTo>
                    <a:pt x="145" y="354"/>
                  </a:lnTo>
                  <a:lnTo>
                    <a:pt x="139" y="389"/>
                  </a:lnTo>
                  <a:lnTo>
                    <a:pt x="115" y="401"/>
                  </a:lnTo>
                  <a:close/>
                </a:path>
              </a:pathLst>
            </a:custGeom>
            <a:solidFill>
              <a:srgbClr val="DDDDDD"/>
            </a:solidFill>
            <a:ln w="9525">
              <a:solidFill>
                <a:srgbClr val="DDDDDD"/>
              </a:solidFill>
              <a:round/>
              <a:headEnd/>
              <a:tailEnd/>
            </a:ln>
          </p:spPr>
          <p:txBody>
            <a:bodyPr/>
            <a:lstStyle/>
            <a:p>
              <a:endParaRPr lang="ko-KR" altLang="en-US"/>
            </a:p>
          </p:txBody>
        </p:sp>
        <p:sp>
          <p:nvSpPr>
            <p:cNvPr id="418209" name="Freeform 882">
              <a:extLst>
                <a:ext uri="{FF2B5EF4-FFF2-40B4-BE49-F238E27FC236}">
                  <a16:creationId xmlns:a16="http://schemas.microsoft.com/office/drawing/2014/main" id="{9CEE6359-0E37-F369-18DC-8B2BAEFCA7F8}"/>
                </a:ext>
              </a:extLst>
            </p:cNvPr>
            <p:cNvSpPr>
              <a:spLocks/>
            </p:cNvSpPr>
            <p:nvPr/>
          </p:nvSpPr>
          <p:spPr bwMode="auto">
            <a:xfrm>
              <a:off x="2734" y="2280"/>
              <a:ext cx="815" cy="676"/>
            </a:xfrm>
            <a:custGeom>
              <a:avLst/>
              <a:gdLst>
                <a:gd name="T0" fmla="*/ 0 w 3231"/>
                <a:gd name="T1" fmla="*/ 0 h 2637"/>
                <a:gd name="T2" fmla="*/ 0 w 3231"/>
                <a:gd name="T3" fmla="*/ 0 h 2637"/>
                <a:gd name="T4" fmla="*/ 0 w 3231"/>
                <a:gd name="T5" fmla="*/ 0 h 2637"/>
                <a:gd name="T6" fmla="*/ 0 w 3231"/>
                <a:gd name="T7" fmla="*/ 0 h 2637"/>
                <a:gd name="T8" fmla="*/ 0 w 3231"/>
                <a:gd name="T9" fmla="*/ 0 h 2637"/>
                <a:gd name="T10" fmla="*/ 0 w 3231"/>
                <a:gd name="T11" fmla="*/ 0 h 2637"/>
                <a:gd name="T12" fmla="*/ 0 w 3231"/>
                <a:gd name="T13" fmla="*/ 0 h 2637"/>
                <a:gd name="T14" fmla="*/ 0 w 3231"/>
                <a:gd name="T15" fmla="*/ 0 h 2637"/>
                <a:gd name="T16" fmla="*/ 0 w 3231"/>
                <a:gd name="T17" fmla="*/ 0 h 2637"/>
                <a:gd name="T18" fmla="*/ 0 w 3231"/>
                <a:gd name="T19" fmla="*/ 0 h 2637"/>
                <a:gd name="T20" fmla="*/ 0 w 3231"/>
                <a:gd name="T21" fmla="*/ 0 h 2637"/>
                <a:gd name="T22" fmla="*/ 0 w 3231"/>
                <a:gd name="T23" fmla="*/ 0 h 2637"/>
                <a:gd name="T24" fmla="*/ 0 w 3231"/>
                <a:gd name="T25" fmla="*/ 0 h 2637"/>
                <a:gd name="T26" fmla="*/ 0 w 3231"/>
                <a:gd name="T27" fmla="*/ 0 h 2637"/>
                <a:gd name="T28" fmla="*/ 0 w 3231"/>
                <a:gd name="T29" fmla="*/ 0 h 2637"/>
                <a:gd name="T30" fmla="*/ 0 w 3231"/>
                <a:gd name="T31" fmla="*/ 0 h 2637"/>
                <a:gd name="T32" fmla="*/ 0 w 3231"/>
                <a:gd name="T33" fmla="*/ 0 h 2637"/>
                <a:gd name="T34" fmla="*/ 0 w 3231"/>
                <a:gd name="T35" fmla="*/ 0 h 2637"/>
                <a:gd name="T36" fmla="*/ 0 w 3231"/>
                <a:gd name="T37" fmla="*/ 0 h 2637"/>
                <a:gd name="T38" fmla="*/ 0 w 3231"/>
                <a:gd name="T39" fmla="*/ 0 h 2637"/>
                <a:gd name="T40" fmla="*/ 0 w 3231"/>
                <a:gd name="T41" fmla="*/ 0 h 2637"/>
                <a:gd name="T42" fmla="*/ 0 w 3231"/>
                <a:gd name="T43" fmla="*/ 0 h 2637"/>
                <a:gd name="T44" fmla="*/ 0 w 3231"/>
                <a:gd name="T45" fmla="*/ 0 h 2637"/>
                <a:gd name="T46" fmla="*/ 0 w 3231"/>
                <a:gd name="T47" fmla="*/ 0 h 2637"/>
                <a:gd name="T48" fmla="*/ 0 w 3231"/>
                <a:gd name="T49" fmla="*/ 0 h 2637"/>
                <a:gd name="T50" fmla="*/ 0 w 3231"/>
                <a:gd name="T51" fmla="*/ 0 h 2637"/>
                <a:gd name="T52" fmla="*/ 0 w 3231"/>
                <a:gd name="T53" fmla="*/ 0 h 2637"/>
                <a:gd name="T54" fmla="*/ 0 w 3231"/>
                <a:gd name="T55" fmla="*/ 0 h 2637"/>
                <a:gd name="T56" fmla="*/ 0 w 3231"/>
                <a:gd name="T57" fmla="*/ 0 h 2637"/>
                <a:gd name="T58" fmla="*/ 0 w 3231"/>
                <a:gd name="T59" fmla="*/ 0 h 2637"/>
                <a:gd name="T60" fmla="*/ 0 w 3231"/>
                <a:gd name="T61" fmla="*/ 0 h 2637"/>
                <a:gd name="T62" fmla="*/ 0 w 3231"/>
                <a:gd name="T63" fmla="*/ 0 h 2637"/>
                <a:gd name="T64" fmla="*/ 0 w 3231"/>
                <a:gd name="T65" fmla="*/ 0 h 2637"/>
                <a:gd name="T66" fmla="*/ 0 w 3231"/>
                <a:gd name="T67" fmla="*/ 0 h 2637"/>
                <a:gd name="T68" fmla="*/ 0 w 3231"/>
                <a:gd name="T69" fmla="*/ 0 h 2637"/>
                <a:gd name="T70" fmla="*/ 0 w 3231"/>
                <a:gd name="T71" fmla="*/ 0 h 2637"/>
                <a:gd name="T72" fmla="*/ 0 w 3231"/>
                <a:gd name="T73" fmla="*/ 0 h 2637"/>
                <a:gd name="T74" fmla="*/ 0 w 3231"/>
                <a:gd name="T75" fmla="*/ 0 h 2637"/>
                <a:gd name="T76" fmla="*/ 0 w 3231"/>
                <a:gd name="T77" fmla="*/ 0 h 2637"/>
                <a:gd name="T78" fmla="*/ 0 w 3231"/>
                <a:gd name="T79" fmla="*/ 0 h 2637"/>
                <a:gd name="T80" fmla="*/ 0 w 3231"/>
                <a:gd name="T81" fmla="*/ 0 h 2637"/>
                <a:gd name="T82" fmla="*/ 0 w 3231"/>
                <a:gd name="T83" fmla="*/ 0 h 26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31" h="2637">
                  <a:moveTo>
                    <a:pt x="81" y="1458"/>
                  </a:moveTo>
                  <a:lnTo>
                    <a:pt x="133" y="1580"/>
                  </a:lnTo>
                  <a:lnTo>
                    <a:pt x="256" y="1598"/>
                  </a:lnTo>
                  <a:lnTo>
                    <a:pt x="337" y="1545"/>
                  </a:lnTo>
                  <a:lnTo>
                    <a:pt x="337" y="1638"/>
                  </a:lnTo>
                  <a:lnTo>
                    <a:pt x="273" y="1767"/>
                  </a:lnTo>
                  <a:lnTo>
                    <a:pt x="261" y="1807"/>
                  </a:lnTo>
                  <a:lnTo>
                    <a:pt x="302" y="1911"/>
                  </a:lnTo>
                  <a:lnTo>
                    <a:pt x="343" y="1946"/>
                  </a:lnTo>
                  <a:lnTo>
                    <a:pt x="400" y="1958"/>
                  </a:lnTo>
                  <a:lnTo>
                    <a:pt x="540" y="2011"/>
                  </a:lnTo>
                  <a:lnTo>
                    <a:pt x="651" y="2103"/>
                  </a:lnTo>
                  <a:lnTo>
                    <a:pt x="767" y="2080"/>
                  </a:lnTo>
                  <a:lnTo>
                    <a:pt x="791" y="2150"/>
                  </a:lnTo>
                  <a:lnTo>
                    <a:pt x="901" y="2150"/>
                  </a:lnTo>
                  <a:lnTo>
                    <a:pt x="1017" y="2150"/>
                  </a:lnTo>
                  <a:lnTo>
                    <a:pt x="1133" y="2126"/>
                  </a:lnTo>
                  <a:lnTo>
                    <a:pt x="1220" y="2056"/>
                  </a:lnTo>
                  <a:lnTo>
                    <a:pt x="1307" y="2056"/>
                  </a:lnTo>
                  <a:lnTo>
                    <a:pt x="1307" y="2103"/>
                  </a:lnTo>
                  <a:lnTo>
                    <a:pt x="1471" y="2150"/>
                  </a:lnTo>
                  <a:lnTo>
                    <a:pt x="1517" y="2260"/>
                  </a:lnTo>
                  <a:lnTo>
                    <a:pt x="1517" y="2341"/>
                  </a:lnTo>
                  <a:lnTo>
                    <a:pt x="1581" y="2405"/>
                  </a:lnTo>
                  <a:lnTo>
                    <a:pt x="1668" y="2422"/>
                  </a:lnTo>
                  <a:lnTo>
                    <a:pt x="1691" y="2527"/>
                  </a:lnTo>
                  <a:lnTo>
                    <a:pt x="1743" y="2544"/>
                  </a:lnTo>
                  <a:lnTo>
                    <a:pt x="1865" y="2475"/>
                  </a:lnTo>
                  <a:lnTo>
                    <a:pt x="1935" y="2480"/>
                  </a:lnTo>
                  <a:lnTo>
                    <a:pt x="1941" y="2527"/>
                  </a:lnTo>
                  <a:lnTo>
                    <a:pt x="1988" y="2567"/>
                  </a:lnTo>
                  <a:lnTo>
                    <a:pt x="2075" y="2550"/>
                  </a:lnTo>
                  <a:lnTo>
                    <a:pt x="2104" y="2637"/>
                  </a:lnTo>
                  <a:lnTo>
                    <a:pt x="2167" y="2637"/>
                  </a:lnTo>
                  <a:lnTo>
                    <a:pt x="2167" y="2567"/>
                  </a:lnTo>
                  <a:lnTo>
                    <a:pt x="2279" y="2550"/>
                  </a:lnTo>
                  <a:lnTo>
                    <a:pt x="2324" y="2480"/>
                  </a:lnTo>
                  <a:lnTo>
                    <a:pt x="2394" y="2504"/>
                  </a:lnTo>
                  <a:lnTo>
                    <a:pt x="2505" y="2434"/>
                  </a:lnTo>
                  <a:lnTo>
                    <a:pt x="2638" y="2283"/>
                  </a:lnTo>
                  <a:lnTo>
                    <a:pt x="2638" y="2236"/>
                  </a:lnTo>
                  <a:lnTo>
                    <a:pt x="2685" y="2213"/>
                  </a:lnTo>
                  <a:lnTo>
                    <a:pt x="2715" y="2126"/>
                  </a:lnTo>
                  <a:lnTo>
                    <a:pt x="2755" y="2011"/>
                  </a:lnTo>
                  <a:lnTo>
                    <a:pt x="2755" y="1987"/>
                  </a:lnTo>
                  <a:lnTo>
                    <a:pt x="2685" y="2011"/>
                  </a:lnTo>
                  <a:lnTo>
                    <a:pt x="2638" y="1946"/>
                  </a:lnTo>
                  <a:lnTo>
                    <a:pt x="2668" y="1899"/>
                  </a:lnTo>
                  <a:lnTo>
                    <a:pt x="2621" y="1830"/>
                  </a:lnTo>
                  <a:lnTo>
                    <a:pt x="2715" y="1830"/>
                  </a:lnTo>
                  <a:lnTo>
                    <a:pt x="2685" y="1767"/>
                  </a:lnTo>
                  <a:lnTo>
                    <a:pt x="2621" y="1650"/>
                  </a:lnTo>
                  <a:lnTo>
                    <a:pt x="2551" y="1603"/>
                  </a:lnTo>
                  <a:lnTo>
                    <a:pt x="2551" y="1563"/>
                  </a:lnTo>
                  <a:lnTo>
                    <a:pt x="2668" y="1446"/>
                  </a:lnTo>
                  <a:lnTo>
                    <a:pt x="2598" y="1401"/>
                  </a:lnTo>
                  <a:lnTo>
                    <a:pt x="2575" y="1383"/>
                  </a:lnTo>
                  <a:lnTo>
                    <a:pt x="2528" y="1446"/>
                  </a:lnTo>
                  <a:lnTo>
                    <a:pt x="2464" y="1401"/>
                  </a:lnTo>
                  <a:lnTo>
                    <a:pt x="2418" y="1359"/>
                  </a:lnTo>
                  <a:lnTo>
                    <a:pt x="2418" y="1289"/>
                  </a:lnTo>
                  <a:lnTo>
                    <a:pt x="2528" y="1226"/>
                  </a:lnTo>
                  <a:lnTo>
                    <a:pt x="2598" y="1132"/>
                  </a:lnTo>
                  <a:lnTo>
                    <a:pt x="2621" y="1156"/>
                  </a:lnTo>
                  <a:lnTo>
                    <a:pt x="2621" y="1226"/>
                  </a:lnTo>
                  <a:lnTo>
                    <a:pt x="2621" y="1266"/>
                  </a:lnTo>
                  <a:lnTo>
                    <a:pt x="2715" y="1226"/>
                  </a:lnTo>
                  <a:lnTo>
                    <a:pt x="2778" y="1202"/>
                  </a:lnTo>
                  <a:lnTo>
                    <a:pt x="2848" y="1110"/>
                  </a:lnTo>
                  <a:lnTo>
                    <a:pt x="2889" y="1063"/>
                  </a:lnTo>
                  <a:lnTo>
                    <a:pt x="2959" y="1017"/>
                  </a:lnTo>
                  <a:lnTo>
                    <a:pt x="2982" y="953"/>
                  </a:lnTo>
                  <a:lnTo>
                    <a:pt x="3045" y="883"/>
                  </a:lnTo>
                  <a:lnTo>
                    <a:pt x="3045" y="836"/>
                  </a:lnTo>
                  <a:lnTo>
                    <a:pt x="3069" y="796"/>
                  </a:lnTo>
                  <a:lnTo>
                    <a:pt x="3092" y="703"/>
                  </a:lnTo>
                  <a:lnTo>
                    <a:pt x="3161" y="726"/>
                  </a:lnTo>
                  <a:lnTo>
                    <a:pt x="3231" y="546"/>
                  </a:lnTo>
                  <a:lnTo>
                    <a:pt x="3184" y="436"/>
                  </a:lnTo>
                  <a:lnTo>
                    <a:pt x="3080" y="494"/>
                  </a:lnTo>
                  <a:lnTo>
                    <a:pt x="2959" y="454"/>
                  </a:lnTo>
                  <a:lnTo>
                    <a:pt x="2959" y="407"/>
                  </a:lnTo>
                  <a:lnTo>
                    <a:pt x="2889" y="360"/>
                  </a:lnTo>
                  <a:lnTo>
                    <a:pt x="2778" y="360"/>
                  </a:lnTo>
                  <a:lnTo>
                    <a:pt x="2638" y="203"/>
                  </a:lnTo>
                  <a:lnTo>
                    <a:pt x="2621" y="70"/>
                  </a:lnTo>
                  <a:lnTo>
                    <a:pt x="2528" y="0"/>
                  </a:lnTo>
                  <a:lnTo>
                    <a:pt x="2279" y="93"/>
                  </a:lnTo>
                  <a:lnTo>
                    <a:pt x="2348" y="116"/>
                  </a:lnTo>
                  <a:lnTo>
                    <a:pt x="2324" y="163"/>
                  </a:lnTo>
                  <a:lnTo>
                    <a:pt x="2324" y="320"/>
                  </a:lnTo>
                  <a:lnTo>
                    <a:pt x="2214" y="389"/>
                  </a:lnTo>
                  <a:lnTo>
                    <a:pt x="2167" y="436"/>
                  </a:lnTo>
                  <a:lnTo>
                    <a:pt x="2167" y="546"/>
                  </a:lnTo>
                  <a:lnTo>
                    <a:pt x="2279" y="546"/>
                  </a:lnTo>
                  <a:lnTo>
                    <a:pt x="2324" y="523"/>
                  </a:lnTo>
                  <a:lnTo>
                    <a:pt x="2371" y="593"/>
                  </a:lnTo>
                  <a:lnTo>
                    <a:pt x="2371" y="639"/>
                  </a:lnTo>
                  <a:lnTo>
                    <a:pt x="2371" y="680"/>
                  </a:lnTo>
                  <a:lnTo>
                    <a:pt x="2301" y="680"/>
                  </a:lnTo>
                  <a:lnTo>
                    <a:pt x="2167" y="813"/>
                  </a:lnTo>
                  <a:lnTo>
                    <a:pt x="2010" y="860"/>
                  </a:lnTo>
                  <a:lnTo>
                    <a:pt x="2010" y="953"/>
                  </a:lnTo>
                  <a:lnTo>
                    <a:pt x="1900" y="1045"/>
                  </a:lnTo>
                  <a:lnTo>
                    <a:pt x="1674" y="1110"/>
                  </a:lnTo>
                  <a:lnTo>
                    <a:pt x="1627" y="1132"/>
                  </a:lnTo>
                  <a:lnTo>
                    <a:pt x="1424" y="1063"/>
                  </a:lnTo>
                  <a:lnTo>
                    <a:pt x="1377" y="1045"/>
                  </a:lnTo>
                  <a:lnTo>
                    <a:pt x="1220" y="1045"/>
                  </a:lnTo>
                  <a:lnTo>
                    <a:pt x="1063" y="906"/>
                  </a:lnTo>
                  <a:lnTo>
                    <a:pt x="948" y="906"/>
                  </a:lnTo>
                  <a:lnTo>
                    <a:pt x="836" y="860"/>
                  </a:lnTo>
                  <a:lnTo>
                    <a:pt x="836" y="726"/>
                  </a:lnTo>
                  <a:lnTo>
                    <a:pt x="791" y="656"/>
                  </a:lnTo>
                  <a:lnTo>
                    <a:pt x="680" y="639"/>
                  </a:lnTo>
                  <a:lnTo>
                    <a:pt x="634" y="593"/>
                  </a:lnTo>
                  <a:lnTo>
                    <a:pt x="587" y="680"/>
                  </a:lnTo>
                  <a:lnTo>
                    <a:pt x="447" y="726"/>
                  </a:lnTo>
                  <a:lnTo>
                    <a:pt x="383" y="813"/>
                  </a:lnTo>
                  <a:lnTo>
                    <a:pt x="430" y="883"/>
                  </a:lnTo>
                  <a:lnTo>
                    <a:pt x="290" y="906"/>
                  </a:lnTo>
                  <a:lnTo>
                    <a:pt x="360" y="1000"/>
                  </a:lnTo>
                  <a:lnTo>
                    <a:pt x="360" y="1063"/>
                  </a:lnTo>
                  <a:lnTo>
                    <a:pt x="273" y="1156"/>
                  </a:lnTo>
                  <a:lnTo>
                    <a:pt x="203" y="1226"/>
                  </a:lnTo>
                  <a:lnTo>
                    <a:pt x="116" y="1226"/>
                  </a:lnTo>
                  <a:lnTo>
                    <a:pt x="0" y="1313"/>
                  </a:lnTo>
                  <a:lnTo>
                    <a:pt x="81" y="1458"/>
                  </a:lnTo>
                  <a:close/>
                </a:path>
              </a:pathLst>
            </a:custGeom>
            <a:solidFill>
              <a:schemeClr val="hlink"/>
            </a:solidFill>
            <a:ln w="9525">
              <a:solidFill>
                <a:schemeClr val="hlink"/>
              </a:solidFill>
              <a:round/>
              <a:headEnd/>
              <a:tailEnd/>
            </a:ln>
          </p:spPr>
          <p:txBody>
            <a:bodyPr/>
            <a:lstStyle/>
            <a:p>
              <a:endParaRPr lang="ko-KR" altLang="en-US"/>
            </a:p>
          </p:txBody>
        </p:sp>
        <p:sp>
          <p:nvSpPr>
            <p:cNvPr id="418210" name="Freeform 883">
              <a:extLst>
                <a:ext uri="{FF2B5EF4-FFF2-40B4-BE49-F238E27FC236}">
                  <a16:creationId xmlns:a16="http://schemas.microsoft.com/office/drawing/2014/main" id="{4F3A0AD8-FFF5-1EF2-5524-76800FB4899D}"/>
                </a:ext>
              </a:extLst>
            </p:cNvPr>
            <p:cNvSpPr>
              <a:spLocks/>
            </p:cNvSpPr>
            <p:nvPr/>
          </p:nvSpPr>
          <p:spPr bwMode="auto">
            <a:xfrm>
              <a:off x="2894" y="2356"/>
              <a:ext cx="439" cy="213"/>
            </a:xfrm>
            <a:custGeom>
              <a:avLst/>
              <a:gdLst>
                <a:gd name="T0" fmla="*/ 0 w 1744"/>
                <a:gd name="T1" fmla="*/ 0 h 835"/>
                <a:gd name="T2" fmla="*/ 0 w 1744"/>
                <a:gd name="T3" fmla="*/ 0 h 835"/>
                <a:gd name="T4" fmla="*/ 0 w 1744"/>
                <a:gd name="T5" fmla="*/ 0 h 835"/>
                <a:gd name="T6" fmla="*/ 0 w 1744"/>
                <a:gd name="T7" fmla="*/ 0 h 835"/>
                <a:gd name="T8" fmla="*/ 0 w 1744"/>
                <a:gd name="T9" fmla="*/ 0 h 835"/>
                <a:gd name="T10" fmla="*/ 0 w 1744"/>
                <a:gd name="T11" fmla="*/ 0 h 835"/>
                <a:gd name="T12" fmla="*/ 0 w 1744"/>
                <a:gd name="T13" fmla="*/ 0 h 835"/>
                <a:gd name="T14" fmla="*/ 0 w 1744"/>
                <a:gd name="T15" fmla="*/ 0 h 835"/>
                <a:gd name="T16" fmla="*/ 0 w 1744"/>
                <a:gd name="T17" fmla="*/ 0 h 835"/>
                <a:gd name="T18" fmla="*/ 0 w 1744"/>
                <a:gd name="T19" fmla="*/ 0 h 835"/>
                <a:gd name="T20" fmla="*/ 0 w 1744"/>
                <a:gd name="T21" fmla="*/ 0 h 835"/>
                <a:gd name="T22" fmla="*/ 0 w 1744"/>
                <a:gd name="T23" fmla="*/ 0 h 835"/>
                <a:gd name="T24" fmla="*/ 0 w 1744"/>
                <a:gd name="T25" fmla="*/ 0 h 835"/>
                <a:gd name="T26" fmla="*/ 0 w 1744"/>
                <a:gd name="T27" fmla="*/ 0 h 835"/>
                <a:gd name="T28" fmla="*/ 0 w 1744"/>
                <a:gd name="T29" fmla="*/ 0 h 835"/>
                <a:gd name="T30" fmla="*/ 0 w 1744"/>
                <a:gd name="T31" fmla="*/ 0 h 835"/>
                <a:gd name="T32" fmla="*/ 0 w 1744"/>
                <a:gd name="T33" fmla="*/ 0 h 835"/>
                <a:gd name="T34" fmla="*/ 0 w 1744"/>
                <a:gd name="T35" fmla="*/ 0 h 835"/>
                <a:gd name="T36" fmla="*/ 0 w 1744"/>
                <a:gd name="T37" fmla="*/ 0 h 835"/>
                <a:gd name="T38" fmla="*/ 0 w 1744"/>
                <a:gd name="T39" fmla="*/ 0 h 835"/>
                <a:gd name="T40" fmla="*/ 0 w 1744"/>
                <a:gd name="T41" fmla="*/ 0 h 835"/>
                <a:gd name="T42" fmla="*/ 0 w 1744"/>
                <a:gd name="T43" fmla="*/ 0 h 835"/>
                <a:gd name="T44" fmla="*/ 0 w 1744"/>
                <a:gd name="T45" fmla="*/ 0 h 835"/>
                <a:gd name="T46" fmla="*/ 0 w 1744"/>
                <a:gd name="T47" fmla="*/ 0 h 835"/>
                <a:gd name="T48" fmla="*/ 0 w 1744"/>
                <a:gd name="T49" fmla="*/ 0 h 835"/>
                <a:gd name="T50" fmla="*/ 0 w 1744"/>
                <a:gd name="T51" fmla="*/ 0 h 835"/>
                <a:gd name="T52" fmla="*/ 0 w 1744"/>
                <a:gd name="T53" fmla="*/ 0 h 835"/>
                <a:gd name="T54" fmla="*/ 0 w 1744"/>
                <a:gd name="T55" fmla="*/ 0 h 835"/>
                <a:gd name="T56" fmla="*/ 0 w 1744"/>
                <a:gd name="T57" fmla="*/ 0 h 835"/>
                <a:gd name="T58" fmla="*/ 0 w 1744"/>
                <a:gd name="T59" fmla="*/ 0 h 835"/>
                <a:gd name="T60" fmla="*/ 0 w 1744"/>
                <a:gd name="T61" fmla="*/ 0 h 835"/>
                <a:gd name="T62" fmla="*/ 0 w 1744"/>
                <a:gd name="T63" fmla="*/ 0 h 835"/>
                <a:gd name="T64" fmla="*/ 0 w 1744"/>
                <a:gd name="T65" fmla="*/ 0 h 835"/>
                <a:gd name="T66" fmla="*/ 0 w 1744"/>
                <a:gd name="T67" fmla="*/ 0 h 835"/>
                <a:gd name="T68" fmla="*/ 0 w 1744"/>
                <a:gd name="T69" fmla="*/ 0 h 835"/>
                <a:gd name="T70" fmla="*/ 0 w 1744"/>
                <a:gd name="T71" fmla="*/ 0 h 835"/>
                <a:gd name="T72" fmla="*/ 0 w 1744"/>
                <a:gd name="T73" fmla="*/ 0 h 835"/>
                <a:gd name="T74" fmla="*/ 0 w 1744"/>
                <a:gd name="T75" fmla="*/ 0 h 835"/>
                <a:gd name="T76" fmla="*/ 0 w 1744"/>
                <a:gd name="T77" fmla="*/ 0 h 8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44" h="835">
                  <a:moveTo>
                    <a:pt x="0" y="267"/>
                  </a:moveTo>
                  <a:lnTo>
                    <a:pt x="99" y="202"/>
                  </a:lnTo>
                  <a:lnTo>
                    <a:pt x="268" y="98"/>
                  </a:lnTo>
                  <a:lnTo>
                    <a:pt x="326" y="92"/>
                  </a:lnTo>
                  <a:lnTo>
                    <a:pt x="454" y="174"/>
                  </a:lnTo>
                  <a:lnTo>
                    <a:pt x="530" y="157"/>
                  </a:lnTo>
                  <a:lnTo>
                    <a:pt x="617" y="0"/>
                  </a:lnTo>
                  <a:lnTo>
                    <a:pt x="710" y="0"/>
                  </a:lnTo>
                  <a:lnTo>
                    <a:pt x="797" y="139"/>
                  </a:lnTo>
                  <a:lnTo>
                    <a:pt x="867" y="139"/>
                  </a:lnTo>
                  <a:lnTo>
                    <a:pt x="994" y="75"/>
                  </a:lnTo>
                  <a:lnTo>
                    <a:pt x="1111" y="157"/>
                  </a:lnTo>
                  <a:lnTo>
                    <a:pt x="1338" y="139"/>
                  </a:lnTo>
                  <a:lnTo>
                    <a:pt x="1407" y="46"/>
                  </a:lnTo>
                  <a:lnTo>
                    <a:pt x="1488" y="87"/>
                  </a:lnTo>
                  <a:lnTo>
                    <a:pt x="1582" y="92"/>
                  </a:lnTo>
                  <a:lnTo>
                    <a:pt x="1540" y="127"/>
                  </a:lnTo>
                  <a:lnTo>
                    <a:pt x="1540" y="249"/>
                  </a:lnTo>
                  <a:lnTo>
                    <a:pt x="1652" y="244"/>
                  </a:lnTo>
                  <a:lnTo>
                    <a:pt x="1704" y="232"/>
                  </a:lnTo>
                  <a:lnTo>
                    <a:pt x="1744" y="302"/>
                  </a:lnTo>
                  <a:lnTo>
                    <a:pt x="1744" y="383"/>
                  </a:lnTo>
                  <a:lnTo>
                    <a:pt x="1674" y="383"/>
                  </a:lnTo>
                  <a:lnTo>
                    <a:pt x="1535" y="528"/>
                  </a:lnTo>
                  <a:lnTo>
                    <a:pt x="1383" y="557"/>
                  </a:lnTo>
                  <a:lnTo>
                    <a:pt x="1383" y="650"/>
                  </a:lnTo>
                  <a:lnTo>
                    <a:pt x="1268" y="743"/>
                  </a:lnTo>
                  <a:lnTo>
                    <a:pt x="1000" y="835"/>
                  </a:lnTo>
                  <a:lnTo>
                    <a:pt x="785" y="766"/>
                  </a:lnTo>
                  <a:lnTo>
                    <a:pt x="750" y="748"/>
                  </a:lnTo>
                  <a:lnTo>
                    <a:pt x="593" y="748"/>
                  </a:lnTo>
                  <a:lnTo>
                    <a:pt x="436" y="609"/>
                  </a:lnTo>
                  <a:lnTo>
                    <a:pt x="303" y="609"/>
                  </a:lnTo>
                  <a:lnTo>
                    <a:pt x="209" y="563"/>
                  </a:lnTo>
                  <a:lnTo>
                    <a:pt x="209" y="429"/>
                  </a:lnTo>
                  <a:lnTo>
                    <a:pt x="140" y="359"/>
                  </a:lnTo>
                  <a:lnTo>
                    <a:pt x="59" y="342"/>
                  </a:lnTo>
                  <a:lnTo>
                    <a:pt x="0" y="307"/>
                  </a:lnTo>
                  <a:lnTo>
                    <a:pt x="0" y="267"/>
                  </a:lnTo>
                  <a:close/>
                </a:path>
              </a:pathLst>
            </a:custGeom>
            <a:solidFill>
              <a:schemeClr val="hlink"/>
            </a:solidFill>
            <a:ln w="9525">
              <a:solidFill>
                <a:schemeClr val="hlink"/>
              </a:solidFill>
              <a:round/>
              <a:headEnd/>
              <a:tailEnd/>
            </a:ln>
          </p:spPr>
          <p:txBody>
            <a:bodyPr/>
            <a:lstStyle/>
            <a:p>
              <a:endParaRPr lang="ko-KR" altLang="en-US"/>
            </a:p>
          </p:txBody>
        </p:sp>
        <p:sp>
          <p:nvSpPr>
            <p:cNvPr id="418211" name="Freeform 884">
              <a:extLst>
                <a:ext uri="{FF2B5EF4-FFF2-40B4-BE49-F238E27FC236}">
                  <a16:creationId xmlns:a16="http://schemas.microsoft.com/office/drawing/2014/main" id="{927ADFB7-9B78-E9DE-E8A1-6E4F5EE3CB7B}"/>
                </a:ext>
              </a:extLst>
            </p:cNvPr>
            <p:cNvSpPr>
              <a:spLocks/>
            </p:cNvSpPr>
            <p:nvPr/>
          </p:nvSpPr>
          <p:spPr bwMode="auto">
            <a:xfrm>
              <a:off x="3440" y="2483"/>
              <a:ext cx="85" cy="146"/>
            </a:xfrm>
            <a:custGeom>
              <a:avLst/>
              <a:gdLst>
                <a:gd name="T0" fmla="*/ 0 w 337"/>
                <a:gd name="T1" fmla="*/ 0 h 563"/>
                <a:gd name="T2" fmla="*/ 0 w 337"/>
                <a:gd name="T3" fmla="*/ 0 h 563"/>
                <a:gd name="T4" fmla="*/ 0 w 337"/>
                <a:gd name="T5" fmla="*/ 0 h 563"/>
                <a:gd name="T6" fmla="*/ 0 w 337"/>
                <a:gd name="T7" fmla="*/ 0 h 563"/>
                <a:gd name="T8" fmla="*/ 0 w 337"/>
                <a:gd name="T9" fmla="*/ 0 h 563"/>
                <a:gd name="T10" fmla="*/ 0 w 337"/>
                <a:gd name="T11" fmla="*/ 0 h 563"/>
                <a:gd name="T12" fmla="*/ 0 w 337"/>
                <a:gd name="T13" fmla="*/ 0 h 563"/>
                <a:gd name="T14" fmla="*/ 0 w 337"/>
                <a:gd name="T15" fmla="*/ 0 h 563"/>
                <a:gd name="T16" fmla="*/ 0 w 337"/>
                <a:gd name="T17" fmla="*/ 0 h 563"/>
                <a:gd name="T18" fmla="*/ 0 w 337"/>
                <a:gd name="T19" fmla="*/ 0 h 563"/>
                <a:gd name="T20" fmla="*/ 0 w 337"/>
                <a:gd name="T21" fmla="*/ 0 h 563"/>
                <a:gd name="T22" fmla="*/ 0 w 337"/>
                <a:gd name="T23" fmla="*/ 0 h 563"/>
                <a:gd name="T24" fmla="*/ 0 w 337"/>
                <a:gd name="T25" fmla="*/ 0 h 563"/>
                <a:gd name="T26" fmla="*/ 0 w 337"/>
                <a:gd name="T27" fmla="*/ 0 h 563"/>
                <a:gd name="T28" fmla="*/ 0 w 337"/>
                <a:gd name="T29" fmla="*/ 0 h 563"/>
                <a:gd name="T30" fmla="*/ 0 w 337"/>
                <a:gd name="T31" fmla="*/ 0 h 563"/>
                <a:gd name="T32" fmla="*/ 0 w 337"/>
                <a:gd name="T33" fmla="*/ 0 h 563"/>
                <a:gd name="T34" fmla="*/ 0 w 337"/>
                <a:gd name="T35" fmla="*/ 0 h 563"/>
                <a:gd name="T36" fmla="*/ 0 w 337"/>
                <a:gd name="T37" fmla="*/ 0 h 563"/>
                <a:gd name="T38" fmla="*/ 0 w 337"/>
                <a:gd name="T39" fmla="*/ 0 h 56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7" h="563">
                  <a:moveTo>
                    <a:pt x="267" y="0"/>
                  </a:moveTo>
                  <a:lnTo>
                    <a:pt x="337" y="64"/>
                  </a:lnTo>
                  <a:lnTo>
                    <a:pt x="290" y="134"/>
                  </a:lnTo>
                  <a:lnTo>
                    <a:pt x="267" y="221"/>
                  </a:lnTo>
                  <a:lnTo>
                    <a:pt x="267" y="291"/>
                  </a:lnTo>
                  <a:lnTo>
                    <a:pt x="180" y="383"/>
                  </a:lnTo>
                  <a:lnTo>
                    <a:pt x="157" y="448"/>
                  </a:lnTo>
                  <a:lnTo>
                    <a:pt x="225" y="517"/>
                  </a:lnTo>
                  <a:lnTo>
                    <a:pt x="203" y="540"/>
                  </a:lnTo>
                  <a:lnTo>
                    <a:pt x="133" y="563"/>
                  </a:lnTo>
                  <a:lnTo>
                    <a:pt x="70" y="563"/>
                  </a:lnTo>
                  <a:lnTo>
                    <a:pt x="70" y="470"/>
                  </a:lnTo>
                  <a:lnTo>
                    <a:pt x="46" y="430"/>
                  </a:lnTo>
                  <a:lnTo>
                    <a:pt x="0" y="383"/>
                  </a:lnTo>
                  <a:lnTo>
                    <a:pt x="80" y="273"/>
                  </a:lnTo>
                  <a:lnTo>
                    <a:pt x="133" y="249"/>
                  </a:lnTo>
                  <a:lnTo>
                    <a:pt x="180" y="157"/>
                  </a:lnTo>
                  <a:lnTo>
                    <a:pt x="243" y="87"/>
                  </a:lnTo>
                  <a:lnTo>
                    <a:pt x="243" y="17"/>
                  </a:lnTo>
                  <a:lnTo>
                    <a:pt x="267" y="0"/>
                  </a:lnTo>
                  <a:close/>
                </a:path>
              </a:pathLst>
            </a:custGeom>
            <a:solidFill>
              <a:schemeClr val="hlink"/>
            </a:solidFill>
            <a:ln w="9525">
              <a:solidFill>
                <a:schemeClr val="hlink"/>
              </a:solidFill>
              <a:round/>
              <a:headEnd/>
              <a:tailEnd/>
            </a:ln>
          </p:spPr>
          <p:txBody>
            <a:bodyPr/>
            <a:lstStyle/>
            <a:p>
              <a:endParaRPr lang="ko-KR" altLang="en-US"/>
            </a:p>
          </p:txBody>
        </p:sp>
        <p:sp>
          <p:nvSpPr>
            <p:cNvPr id="418212" name="Freeform 885">
              <a:extLst>
                <a:ext uri="{FF2B5EF4-FFF2-40B4-BE49-F238E27FC236}">
                  <a16:creationId xmlns:a16="http://schemas.microsoft.com/office/drawing/2014/main" id="{500DDD5B-E983-C7EE-04FA-258D54155157}"/>
                </a:ext>
              </a:extLst>
            </p:cNvPr>
            <p:cNvSpPr>
              <a:spLocks/>
            </p:cNvSpPr>
            <p:nvPr/>
          </p:nvSpPr>
          <p:spPr bwMode="auto">
            <a:xfrm>
              <a:off x="3468" y="2617"/>
              <a:ext cx="51" cy="67"/>
            </a:xfrm>
            <a:custGeom>
              <a:avLst/>
              <a:gdLst>
                <a:gd name="T0" fmla="*/ 0 w 203"/>
                <a:gd name="T1" fmla="*/ 0 h 267"/>
                <a:gd name="T2" fmla="*/ 0 w 203"/>
                <a:gd name="T3" fmla="*/ 0 h 267"/>
                <a:gd name="T4" fmla="*/ 0 w 203"/>
                <a:gd name="T5" fmla="*/ 0 h 267"/>
                <a:gd name="T6" fmla="*/ 0 w 203"/>
                <a:gd name="T7" fmla="*/ 0 h 267"/>
                <a:gd name="T8" fmla="*/ 0 w 203"/>
                <a:gd name="T9" fmla="*/ 0 h 267"/>
                <a:gd name="T10" fmla="*/ 0 w 203"/>
                <a:gd name="T11" fmla="*/ 0 h 267"/>
                <a:gd name="T12" fmla="*/ 0 w 203"/>
                <a:gd name="T13" fmla="*/ 0 h 267"/>
                <a:gd name="T14" fmla="*/ 0 w 203"/>
                <a:gd name="T15" fmla="*/ 0 h 267"/>
                <a:gd name="T16" fmla="*/ 0 w 203"/>
                <a:gd name="T17" fmla="*/ 0 h 267"/>
                <a:gd name="T18" fmla="*/ 0 w 203"/>
                <a:gd name="T19" fmla="*/ 0 h 267"/>
                <a:gd name="T20" fmla="*/ 0 w 203"/>
                <a:gd name="T21" fmla="*/ 0 h 2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3" h="267">
                  <a:moveTo>
                    <a:pt x="0" y="46"/>
                  </a:moveTo>
                  <a:lnTo>
                    <a:pt x="47" y="88"/>
                  </a:lnTo>
                  <a:lnTo>
                    <a:pt x="70" y="180"/>
                  </a:lnTo>
                  <a:lnTo>
                    <a:pt x="70" y="267"/>
                  </a:lnTo>
                  <a:lnTo>
                    <a:pt x="115" y="267"/>
                  </a:lnTo>
                  <a:lnTo>
                    <a:pt x="203" y="250"/>
                  </a:lnTo>
                  <a:lnTo>
                    <a:pt x="203" y="180"/>
                  </a:lnTo>
                  <a:lnTo>
                    <a:pt x="157" y="88"/>
                  </a:lnTo>
                  <a:lnTo>
                    <a:pt x="115" y="0"/>
                  </a:lnTo>
                  <a:lnTo>
                    <a:pt x="70" y="23"/>
                  </a:lnTo>
                  <a:lnTo>
                    <a:pt x="0" y="46"/>
                  </a:lnTo>
                  <a:close/>
                </a:path>
              </a:pathLst>
            </a:custGeom>
            <a:solidFill>
              <a:schemeClr val="hlink"/>
            </a:solidFill>
            <a:ln w="9525">
              <a:solidFill>
                <a:schemeClr val="hlink"/>
              </a:solidFill>
              <a:round/>
              <a:headEnd/>
              <a:tailEnd/>
            </a:ln>
          </p:spPr>
          <p:txBody>
            <a:bodyPr/>
            <a:lstStyle/>
            <a:p>
              <a:endParaRPr lang="ko-KR" altLang="en-US"/>
            </a:p>
          </p:txBody>
        </p:sp>
        <p:sp>
          <p:nvSpPr>
            <p:cNvPr id="418213" name="Freeform 886">
              <a:extLst>
                <a:ext uri="{FF2B5EF4-FFF2-40B4-BE49-F238E27FC236}">
                  <a16:creationId xmlns:a16="http://schemas.microsoft.com/office/drawing/2014/main" id="{AD326DC0-6989-79AD-5D17-78A16DB342A5}"/>
                </a:ext>
              </a:extLst>
            </p:cNvPr>
            <p:cNvSpPr>
              <a:spLocks/>
            </p:cNvSpPr>
            <p:nvPr/>
          </p:nvSpPr>
          <p:spPr bwMode="auto">
            <a:xfrm>
              <a:off x="3599" y="2228"/>
              <a:ext cx="69" cy="204"/>
            </a:xfrm>
            <a:custGeom>
              <a:avLst/>
              <a:gdLst>
                <a:gd name="T0" fmla="*/ 0 w 273"/>
                <a:gd name="T1" fmla="*/ 0 h 791"/>
                <a:gd name="T2" fmla="*/ 0 w 273"/>
                <a:gd name="T3" fmla="*/ 0 h 791"/>
                <a:gd name="T4" fmla="*/ 0 w 273"/>
                <a:gd name="T5" fmla="*/ 0 h 791"/>
                <a:gd name="T6" fmla="*/ 0 w 273"/>
                <a:gd name="T7" fmla="*/ 0 h 791"/>
                <a:gd name="T8" fmla="*/ 0 w 273"/>
                <a:gd name="T9" fmla="*/ 0 h 791"/>
                <a:gd name="T10" fmla="*/ 0 w 273"/>
                <a:gd name="T11" fmla="*/ 0 h 791"/>
                <a:gd name="T12" fmla="*/ 0 w 273"/>
                <a:gd name="T13" fmla="*/ 0 h 791"/>
                <a:gd name="T14" fmla="*/ 0 w 273"/>
                <a:gd name="T15" fmla="*/ 0 h 791"/>
                <a:gd name="T16" fmla="*/ 0 w 273"/>
                <a:gd name="T17" fmla="*/ 0 h 791"/>
                <a:gd name="T18" fmla="*/ 0 w 273"/>
                <a:gd name="T19" fmla="*/ 0 h 791"/>
                <a:gd name="T20" fmla="*/ 0 w 273"/>
                <a:gd name="T21" fmla="*/ 0 h 791"/>
                <a:gd name="T22" fmla="*/ 0 w 273"/>
                <a:gd name="T23" fmla="*/ 0 h 791"/>
                <a:gd name="T24" fmla="*/ 0 w 273"/>
                <a:gd name="T25" fmla="*/ 0 h 791"/>
                <a:gd name="T26" fmla="*/ 0 w 273"/>
                <a:gd name="T27" fmla="*/ 0 h 791"/>
                <a:gd name="T28" fmla="*/ 0 w 273"/>
                <a:gd name="T29" fmla="*/ 0 h 791"/>
                <a:gd name="T30" fmla="*/ 0 w 273"/>
                <a:gd name="T31" fmla="*/ 0 h 791"/>
                <a:gd name="T32" fmla="*/ 0 w 273"/>
                <a:gd name="T33" fmla="*/ 0 h 791"/>
                <a:gd name="T34" fmla="*/ 0 w 273"/>
                <a:gd name="T35" fmla="*/ 0 h 7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3" h="791">
                  <a:moveTo>
                    <a:pt x="0" y="0"/>
                  </a:moveTo>
                  <a:lnTo>
                    <a:pt x="46" y="87"/>
                  </a:lnTo>
                  <a:lnTo>
                    <a:pt x="69" y="251"/>
                  </a:lnTo>
                  <a:lnTo>
                    <a:pt x="116" y="587"/>
                  </a:lnTo>
                  <a:lnTo>
                    <a:pt x="139" y="767"/>
                  </a:lnTo>
                  <a:lnTo>
                    <a:pt x="139" y="791"/>
                  </a:lnTo>
                  <a:lnTo>
                    <a:pt x="203" y="744"/>
                  </a:lnTo>
                  <a:lnTo>
                    <a:pt x="250" y="791"/>
                  </a:lnTo>
                  <a:lnTo>
                    <a:pt x="273" y="744"/>
                  </a:lnTo>
                  <a:lnTo>
                    <a:pt x="203" y="697"/>
                  </a:lnTo>
                  <a:lnTo>
                    <a:pt x="163" y="495"/>
                  </a:lnTo>
                  <a:lnTo>
                    <a:pt x="203" y="495"/>
                  </a:lnTo>
                  <a:lnTo>
                    <a:pt x="203" y="425"/>
                  </a:lnTo>
                  <a:lnTo>
                    <a:pt x="116" y="314"/>
                  </a:lnTo>
                  <a:lnTo>
                    <a:pt x="116" y="157"/>
                  </a:lnTo>
                  <a:lnTo>
                    <a:pt x="69" y="24"/>
                  </a:lnTo>
                  <a:lnTo>
                    <a:pt x="23" y="0"/>
                  </a:lnTo>
                  <a:lnTo>
                    <a:pt x="0" y="0"/>
                  </a:lnTo>
                  <a:close/>
                </a:path>
              </a:pathLst>
            </a:custGeom>
            <a:solidFill>
              <a:schemeClr val="hlink"/>
            </a:solidFill>
            <a:ln w="9525">
              <a:solidFill>
                <a:schemeClr val="hlink"/>
              </a:solidFill>
              <a:round/>
              <a:headEnd/>
              <a:tailEnd/>
            </a:ln>
          </p:spPr>
          <p:txBody>
            <a:bodyPr/>
            <a:lstStyle/>
            <a:p>
              <a:endParaRPr lang="ko-KR" altLang="en-US"/>
            </a:p>
          </p:txBody>
        </p:sp>
        <p:sp>
          <p:nvSpPr>
            <p:cNvPr id="418214" name="Freeform 887">
              <a:extLst>
                <a:ext uri="{FF2B5EF4-FFF2-40B4-BE49-F238E27FC236}">
                  <a16:creationId xmlns:a16="http://schemas.microsoft.com/office/drawing/2014/main" id="{4A117AC1-4B47-74B5-9563-0D5AD70191A5}"/>
                </a:ext>
              </a:extLst>
            </p:cNvPr>
            <p:cNvSpPr>
              <a:spLocks/>
            </p:cNvSpPr>
            <p:nvPr/>
          </p:nvSpPr>
          <p:spPr bwMode="auto">
            <a:xfrm>
              <a:off x="3646" y="2442"/>
              <a:ext cx="72" cy="86"/>
            </a:xfrm>
            <a:custGeom>
              <a:avLst/>
              <a:gdLst>
                <a:gd name="T0" fmla="*/ 0 w 291"/>
                <a:gd name="T1" fmla="*/ 0 h 331"/>
                <a:gd name="T2" fmla="*/ 0 w 291"/>
                <a:gd name="T3" fmla="*/ 0 h 331"/>
                <a:gd name="T4" fmla="*/ 0 w 291"/>
                <a:gd name="T5" fmla="*/ 0 h 331"/>
                <a:gd name="T6" fmla="*/ 0 w 291"/>
                <a:gd name="T7" fmla="*/ 0 h 331"/>
                <a:gd name="T8" fmla="*/ 0 w 291"/>
                <a:gd name="T9" fmla="*/ 0 h 331"/>
                <a:gd name="T10" fmla="*/ 0 w 291"/>
                <a:gd name="T11" fmla="*/ 0 h 331"/>
                <a:gd name="T12" fmla="*/ 0 w 291"/>
                <a:gd name="T13" fmla="*/ 0 h 331"/>
                <a:gd name="T14" fmla="*/ 0 w 291"/>
                <a:gd name="T15" fmla="*/ 0 h 331"/>
                <a:gd name="T16" fmla="*/ 0 w 291"/>
                <a:gd name="T17" fmla="*/ 0 h 331"/>
                <a:gd name="T18" fmla="*/ 0 w 291"/>
                <a:gd name="T19" fmla="*/ 0 h 331"/>
                <a:gd name="T20" fmla="*/ 0 w 291"/>
                <a:gd name="T21" fmla="*/ 0 h 331"/>
                <a:gd name="T22" fmla="*/ 0 w 291"/>
                <a:gd name="T23" fmla="*/ 0 h 3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1" h="331">
                  <a:moveTo>
                    <a:pt x="0" y="0"/>
                  </a:moveTo>
                  <a:lnTo>
                    <a:pt x="17" y="134"/>
                  </a:lnTo>
                  <a:lnTo>
                    <a:pt x="0" y="314"/>
                  </a:lnTo>
                  <a:lnTo>
                    <a:pt x="87" y="291"/>
                  </a:lnTo>
                  <a:lnTo>
                    <a:pt x="151" y="331"/>
                  </a:lnTo>
                  <a:lnTo>
                    <a:pt x="180" y="314"/>
                  </a:lnTo>
                  <a:lnTo>
                    <a:pt x="180" y="267"/>
                  </a:lnTo>
                  <a:lnTo>
                    <a:pt x="291" y="174"/>
                  </a:lnTo>
                  <a:lnTo>
                    <a:pt x="244" y="134"/>
                  </a:lnTo>
                  <a:lnTo>
                    <a:pt x="151" y="111"/>
                  </a:lnTo>
                  <a:lnTo>
                    <a:pt x="40" y="17"/>
                  </a:lnTo>
                  <a:lnTo>
                    <a:pt x="0" y="0"/>
                  </a:lnTo>
                  <a:close/>
                </a:path>
              </a:pathLst>
            </a:custGeom>
            <a:solidFill>
              <a:schemeClr val="hlink"/>
            </a:solidFill>
            <a:ln w="9525">
              <a:solidFill>
                <a:schemeClr val="hlink"/>
              </a:solidFill>
              <a:round/>
              <a:headEnd/>
              <a:tailEnd/>
            </a:ln>
          </p:spPr>
          <p:txBody>
            <a:bodyPr/>
            <a:lstStyle/>
            <a:p>
              <a:endParaRPr lang="ko-KR" altLang="en-US"/>
            </a:p>
          </p:txBody>
        </p:sp>
        <p:sp>
          <p:nvSpPr>
            <p:cNvPr id="418215" name="Freeform 888">
              <a:extLst>
                <a:ext uri="{FF2B5EF4-FFF2-40B4-BE49-F238E27FC236}">
                  <a16:creationId xmlns:a16="http://schemas.microsoft.com/office/drawing/2014/main" id="{37722BA0-EC49-3281-DC0F-0FAD03AE747A}"/>
                </a:ext>
              </a:extLst>
            </p:cNvPr>
            <p:cNvSpPr>
              <a:spLocks/>
            </p:cNvSpPr>
            <p:nvPr/>
          </p:nvSpPr>
          <p:spPr bwMode="auto">
            <a:xfrm>
              <a:off x="3549" y="2541"/>
              <a:ext cx="131" cy="162"/>
            </a:xfrm>
            <a:custGeom>
              <a:avLst/>
              <a:gdLst>
                <a:gd name="T0" fmla="*/ 0 w 518"/>
                <a:gd name="T1" fmla="*/ 0 h 633"/>
                <a:gd name="T2" fmla="*/ 0 w 518"/>
                <a:gd name="T3" fmla="*/ 0 h 633"/>
                <a:gd name="T4" fmla="*/ 0 w 518"/>
                <a:gd name="T5" fmla="*/ 0 h 633"/>
                <a:gd name="T6" fmla="*/ 0 w 518"/>
                <a:gd name="T7" fmla="*/ 0 h 633"/>
                <a:gd name="T8" fmla="*/ 0 w 518"/>
                <a:gd name="T9" fmla="*/ 0 h 633"/>
                <a:gd name="T10" fmla="*/ 0 w 518"/>
                <a:gd name="T11" fmla="*/ 0 h 633"/>
                <a:gd name="T12" fmla="*/ 0 w 518"/>
                <a:gd name="T13" fmla="*/ 0 h 633"/>
                <a:gd name="T14" fmla="*/ 0 w 518"/>
                <a:gd name="T15" fmla="*/ 0 h 633"/>
                <a:gd name="T16" fmla="*/ 0 w 518"/>
                <a:gd name="T17" fmla="*/ 0 h 633"/>
                <a:gd name="T18" fmla="*/ 0 w 518"/>
                <a:gd name="T19" fmla="*/ 0 h 633"/>
                <a:gd name="T20" fmla="*/ 0 w 518"/>
                <a:gd name="T21" fmla="*/ 0 h 633"/>
                <a:gd name="T22" fmla="*/ 0 w 518"/>
                <a:gd name="T23" fmla="*/ 0 h 633"/>
                <a:gd name="T24" fmla="*/ 0 w 518"/>
                <a:gd name="T25" fmla="*/ 0 h 633"/>
                <a:gd name="T26" fmla="*/ 0 w 518"/>
                <a:gd name="T27" fmla="*/ 0 h 633"/>
                <a:gd name="T28" fmla="*/ 0 w 518"/>
                <a:gd name="T29" fmla="*/ 0 h 633"/>
                <a:gd name="T30" fmla="*/ 0 w 518"/>
                <a:gd name="T31" fmla="*/ 0 h 633"/>
                <a:gd name="T32" fmla="*/ 0 w 518"/>
                <a:gd name="T33" fmla="*/ 0 h 633"/>
                <a:gd name="T34" fmla="*/ 0 w 518"/>
                <a:gd name="T35" fmla="*/ 0 h 633"/>
                <a:gd name="T36" fmla="*/ 0 w 518"/>
                <a:gd name="T37" fmla="*/ 0 h 633"/>
                <a:gd name="T38" fmla="*/ 0 w 518"/>
                <a:gd name="T39" fmla="*/ 0 h 633"/>
                <a:gd name="T40" fmla="*/ 0 w 518"/>
                <a:gd name="T41" fmla="*/ 0 h 633"/>
                <a:gd name="T42" fmla="*/ 0 w 518"/>
                <a:gd name="T43" fmla="*/ 0 h 633"/>
                <a:gd name="T44" fmla="*/ 0 w 518"/>
                <a:gd name="T45" fmla="*/ 0 h 633"/>
                <a:gd name="T46" fmla="*/ 0 w 518"/>
                <a:gd name="T47" fmla="*/ 0 h 633"/>
                <a:gd name="T48" fmla="*/ 0 w 518"/>
                <a:gd name="T49" fmla="*/ 0 h 633"/>
                <a:gd name="T50" fmla="*/ 0 w 518"/>
                <a:gd name="T51" fmla="*/ 0 h 633"/>
                <a:gd name="T52" fmla="*/ 0 w 518"/>
                <a:gd name="T53" fmla="*/ 0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18" h="633">
                  <a:moveTo>
                    <a:pt x="384" y="0"/>
                  </a:moveTo>
                  <a:lnTo>
                    <a:pt x="361" y="209"/>
                  </a:lnTo>
                  <a:lnTo>
                    <a:pt x="361" y="296"/>
                  </a:lnTo>
                  <a:lnTo>
                    <a:pt x="198" y="429"/>
                  </a:lnTo>
                  <a:lnTo>
                    <a:pt x="198" y="476"/>
                  </a:lnTo>
                  <a:lnTo>
                    <a:pt x="47" y="523"/>
                  </a:lnTo>
                  <a:lnTo>
                    <a:pt x="0" y="586"/>
                  </a:lnTo>
                  <a:lnTo>
                    <a:pt x="65" y="610"/>
                  </a:lnTo>
                  <a:lnTo>
                    <a:pt x="110" y="586"/>
                  </a:lnTo>
                  <a:lnTo>
                    <a:pt x="157" y="586"/>
                  </a:lnTo>
                  <a:lnTo>
                    <a:pt x="221" y="563"/>
                  </a:lnTo>
                  <a:lnTo>
                    <a:pt x="244" y="633"/>
                  </a:lnTo>
                  <a:lnTo>
                    <a:pt x="314" y="610"/>
                  </a:lnTo>
                  <a:lnTo>
                    <a:pt x="314" y="546"/>
                  </a:lnTo>
                  <a:lnTo>
                    <a:pt x="337" y="546"/>
                  </a:lnTo>
                  <a:lnTo>
                    <a:pt x="361" y="523"/>
                  </a:lnTo>
                  <a:lnTo>
                    <a:pt x="448" y="523"/>
                  </a:lnTo>
                  <a:lnTo>
                    <a:pt x="448" y="476"/>
                  </a:lnTo>
                  <a:lnTo>
                    <a:pt x="518" y="499"/>
                  </a:lnTo>
                  <a:lnTo>
                    <a:pt x="494" y="366"/>
                  </a:lnTo>
                  <a:lnTo>
                    <a:pt x="471" y="296"/>
                  </a:lnTo>
                  <a:lnTo>
                    <a:pt x="494" y="227"/>
                  </a:lnTo>
                  <a:lnTo>
                    <a:pt x="494" y="185"/>
                  </a:lnTo>
                  <a:lnTo>
                    <a:pt x="518" y="115"/>
                  </a:lnTo>
                  <a:lnTo>
                    <a:pt x="471" y="28"/>
                  </a:lnTo>
                  <a:lnTo>
                    <a:pt x="448" y="28"/>
                  </a:lnTo>
                  <a:lnTo>
                    <a:pt x="384" y="0"/>
                  </a:lnTo>
                  <a:close/>
                </a:path>
              </a:pathLst>
            </a:custGeom>
            <a:solidFill>
              <a:schemeClr val="hlink"/>
            </a:solidFill>
            <a:ln w="9525">
              <a:solidFill>
                <a:schemeClr val="hlink"/>
              </a:solidFill>
              <a:round/>
              <a:headEnd/>
              <a:tailEnd/>
            </a:ln>
          </p:spPr>
          <p:txBody>
            <a:bodyPr/>
            <a:lstStyle/>
            <a:p>
              <a:endParaRPr lang="ko-KR" altLang="en-US"/>
            </a:p>
          </p:txBody>
        </p:sp>
        <p:sp>
          <p:nvSpPr>
            <p:cNvPr id="418216" name="Freeform 889">
              <a:extLst>
                <a:ext uri="{FF2B5EF4-FFF2-40B4-BE49-F238E27FC236}">
                  <a16:creationId xmlns:a16="http://schemas.microsoft.com/office/drawing/2014/main" id="{A27EBB0C-4913-2D3C-5978-7AFFB2DC2205}"/>
                </a:ext>
              </a:extLst>
            </p:cNvPr>
            <p:cNvSpPr>
              <a:spLocks/>
            </p:cNvSpPr>
            <p:nvPr/>
          </p:nvSpPr>
          <p:spPr bwMode="auto">
            <a:xfrm>
              <a:off x="3577" y="2703"/>
              <a:ext cx="22" cy="18"/>
            </a:xfrm>
            <a:custGeom>
              <a:avLst/>
              <a:gdLst>
                <a:gd name="T0" fmla="*/ 0 w 88"/>
                <a:gd name="T1" fmla="*/ 0 h 70"/>
                <a:gd name="T2" fmla="*/ 0 w 88"/>
                <a:gd name="T3" fmla="*/ 0 h 70"/>
                <a:gd name="T4" fmla="*/ 0 w 88"/>
                <a:gd name="T5" fmla="*/ 0 h 70"/>
                <a:gd name="T6" fmla="*/ 0 w 88"/>
                <a:gd name="T7" fmla="*/ 0 h 70"/>
                <a:gd name="T8" fmla="*/ 0 w 88"/>
                <a:gd name="T9" fmla="*/ 0 h 70"/>
                <a:gd name="T10" fmla="*/ 0 w 88"/>
                <a:gd name="T11" fmla="*/ 0 h 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8" h="70">
                  <a:moveTo>
                    <a:pt x="47" y="0"/>
                  </a:moveTo>
                  <a:lnTo>
                    <a:pt x="0" y="23"/>
                  </a:lnTo>
                  <a:lnTo>
                    <a:pt x="0" y="70"/>
                  </a:lnTo>
                  <a:lnTo>
                    <a:pt x="88" y="70"/>
                  </a:lnTo>
                  <a:lnTo>
                    <a:pt x="88" y="23"/>
                  </a:lnTo>
                  <a:lnTo>
                    <a:pt x="47" y="0"/>
                  </a:lnTo>
                  <a:close/>
                </a:path>
              </a:pathLst>
            </a:custGeom>
            <a:solidFill>
              <a:schemeClr val="hlink"/>
            </a:solidFill>
            <a:ln w="9525">
              <a:solidFill>
                <a:schemeClr val="hlink"/>
              </a:solidFill>
              <a:round/>
              <a:headEnd/>
              <a:tailEnd/>
            </a:ln>
          </p:spPr>
          <p:txBody>
            <a:bodyPr/>
            <a:lstStyle/>
            <a:p>
              <a:endParaRPr lang="ko-KR" altLang="en-US"/>
            </a:p>
          </p:txBody>
        </p:sp>
        <p:sp>
          <p:nvSpPr>
            <p:cNvPr id="418217" name="Freeform 890">
              <a:extLst>
                <a:ext uri="{FF2B5EF4-FFF2-40B4-BE49-F238E27FC236}">
                  <a16:creationId xmlns:a16="http://schemas.microsoft.com/office/drawing/2014/main" id="{B11B3BC4-0007-06E6-F163-844FE7267E79}"/>
                </a:ext>
              </a:extLst>
            </p:cNvPr>
            <p:cNvSpPr>
              <a:spLocks/>
            </p:cNvSpPr>
            <p:nvPr/>
          </p:nvSpPr>
          <p:spPr bwMode="auto">
            <a:xfrm>
              <a:off x="3543" y="2709"/>
              <a:ext cx="22" cy="51"/>
            </a:xfrm>
            <a:custGeom>
              <a:avLst/>
              <a:gdLst>
                <a:gd name="T0" fmla="*/ 0 w 88"/>
                <a:gd name="T1" fmla="*/ 0 h 204"/>
                <a:gd name="T2" fmla="*/ 0 w 88"/>
                <a:gd name="T3" fmla="*/ 0 h 204"/>
                <a:gd name="T4" fmla="*/ 0 w 88"/>
                <a:gd name="T5" fmla="*/ 0 h 204"/>
                <a:gd name="T6" fmla="*/ 0 w 88"/>
                <a:gd name="T7" fmla="*/ 0 h 204"/>
                <a:gd name="T8" fmla="*/ 0 w 88"/>
                <a:gd name="T9" fmla="*/ 0 h 204"/>
                <a:gd name="T10" fmla="*/ 0 w 88"/>
                <a:gd name="T11" fmla="*/ 0 h 204"/>
                <a:gd name="T12" fmla="*/ 0 w 88"/>
                <a:gd name="T13" fmla="*/ 0 h 204"/>
                <a:gd name="T14" fmla="*/ 0 w 88"/>
                <a:gd name="T15" fmla="*/ 0 h 2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204">
                  <a:moveTo>
                    <a:pt x="88" y="47"/>
                  </a:moveTo>
                  <a:lnTo>
                    <a:pt x="41" y="0"/>
                  </a:lnTo>
                  <a:lnTo>
                    <a:pt x="0" y="47"/>
                  </a:lnTo>
                  <a:lnTo>
                    <a:pt x="0" y="157"/>
                  </a:lnTo>
                  <a:lnTo>
                    <a:pt x="41" y="204"/>
                  </a:lnTo>
                  <a:lnTo>
                    <a:pt x="70" y="157"/>
                  </a:lnTo>
                  <a:lnTo>
                    <a:pt x="70" y="94"/>
                  </a:lnTo>
                  <a:lnTo>
                    <a:pt x="88" y="47"/>
                  </a:lnTo>
                  <a:close/>
                </a:path>
              </a:pathLst>
            </a:custGeom>
            <a:solidFill>
              <a:schemeClr val="hlink"/>
            </a:solidFill>
            <a:ln w="9525">
              <a:solidFill>
                <a:schemeClr val="hlink"/>
              </a:solidFill>
              <a:round/>
              <a:headEnd/>
              <a:tailEnd/>
            </a:ln>
          </p:spPr>
          <p:txBody>
            <a:bodyPr/>
            <a:lstStyle/>
            <a:p>
              <a:endParaRPr lang="ko-KR" altLang="en-US"/>
            </a:p>
          </p:txBody>
        </p:sp>
        <p:sp>
          <p:nvSpPr>
            <p:cNvPr id="418218" name="Freeform 891">
              <a:extLst>
                <a:ext uri="{FF2B5EF4-FFF2-40B4-BE49-F238E27FC236}">
                  <a16:creationId xmlns:a16="http://schemas.microsoft.com/office/drawing/2014/main" id="{848BE15B-3C7B-FF0F-85E2-94522B02E154}"/>
                </a:ext>
              </a:extLst>
            </p:cNvPr>
            <p:cNvSpPr>
              <a:spLocks/>
            </p:cNvSpPr>
            <p:nvPr/>
          </p:nvSpPr>
          <p:spPr bwMode="auto">
            <a:xfrm>
              <a:off x="3253" y="2968"/>
              <a:ext cx="34" cy="25"/>
            </a:xfrm>
            <a:custGeom>
              <a:avLst/>
              <a:gdLst>
                <a:gd name="T0" fmla="*/ 0 w 134"/>
                <a:gd name="T1" fmla="*/ 0 h 93"/>
                <a:gd name="T2" fmla="*/ 0 w 134"/>
                <a:gd name="T3" fmla="*/ 0 h 93"/>
                <a:gd name="T4" fmla="*/ 0 w 134"/>
                <a:gd name="T5" fmla="*/ 0 h 93"/>
                <a:gd name="T6" fmla="*/ 0 w 134"/>
                <a:gd name="T7" fmla="*/ 0 h 93"/>
                <a:gd name="T8" fmla="*/ 0 w 134"/>
                <a:gd name="T9" fmla="*/ 0 h 93"/>
                <a:gd name="T10" fmla="*/ 0 w 134"/>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4" h="93">
                  <a:moveTo>
                    <a:pt x="110" y="0"/>
                  </a:moveTo>
                  <a:lnTo>
                    <a:pt x="47" y="0"/>
                  </a:lnTo>
                  <a:lnTo>
                    <a:pt x="0" y="47"/>
                  </a:lnTo>
                  <a:lnTo>
                    <a:pt x="47" y="93"/>
                  </a:lnTo>
                  <a:lnTo>
                    <a:pt x="134" y="47"/>
                  </a:lnTo>
                  <a:lnTo>
                    <a:pt x="110" y="0"/>
                  </a:lnTo>
                  <a:close/>
                </a:path>
              </a:pathLst>
            </a:custGeom>
            <a:solidFill>
              <a:schemeClr val="hlink"/>
            </a:solidFill>
            <a:ln w="9525">
              <a:solidFill>
                <a:schemeClr val="hlink"/>
              </a:solidFill>
              <a:round/>
              <a:headEnd/>
              <a:tailEnd/>
            </a:ln>
          </p:spPr>
          <p:txBody>
            <a:bodyPr/>
            <a:lstStyle/>
            <a:p>
              <a:endParaRPr lang="ko-KR" altLang="en-US"/>
            </a:p>
          </p:txBody>
        </p:sp>
        <p:sp>
          <p:nvSpPr>
            <p:cNvPr id="418219" name="Freeform 892">
              <a:extLst>
                <a:ext uri="{FF2B5EF4-FFF2-40B4-BE49-F238E27FC236}">
                  <a16:creationId xmlns:a16="http://schemas.microsoft.com/office/drawing/2014/main" id="{DC7C5A3E-7A79-4892-5087-D5B4F0CCCEA1}"/>
                </a:ext>
              </a:extLst>
            </p:cNvPr>
            <p:cNvSpPr>
              <a:spLocks/>
            </p:cNvSpPr>
            <p:nvPr/>
          </p:nvSpPr>
          <p:spPr bwMode="auto">
            <a:xfrm>
              <a:off x="3168" y="2917"/>
              <a:ext cx="107" cy="230"/>
            </a:xfrm>
            <a:custGeom>
              <a:avLst/>
              <a:gdLst>
                <a:gd name="T0" fmla="*/ 0 w 424"/>
                <a:gd name="T1" fmla="*/ 0 h 901"/>
                <a:gd name="T2" fmla="*/ 0 w 424"/>
                <a:gd name="T3" fmla="*/ 0 h 901"/>
                <a:gd name="T4" fmla="*/ 0 w 424"/>
                <a:gd name="T5" fmla="*/ 0 h 901"/>
                <a:gd name="T6" fmla="*/ 0 w 424"/>
                <a:gd name="T7" fmla="*/ 0 h 901"/>
                <a:gd name="T8" fmla="*/ 0 w 424"/>
                <a:gd name="T9" fmla="*/ 0 h 901"/>
                <a:gd name="T10" fmla="*/ 0 w 424"/>
                <a:gd name="T11" fmla="*/ 0 h 901"/>
                <a:gd name="T12" fmla="*/ 0 w 424"/>
                <a:gd name="T13" fmla="*/ 0 h 901"/>
                <a:gd name="T14" fmla="*/ 0 w 424"/>
                <a:gd name="T15" fmla="*/ 0 h 901"/>
                <a:gd name="T16" fmla="*/ 0 w 424"/>
                <a:gd name="T17" fmla="*/ 0 h 901"/>
                <a:gd name="T18" fmla="*/ 0 w 424"/>
                <a:gd name="T19" fmla="*/ 0 h 901"/>
                <a:gd name="T20" fmla="*/ 0 w 424"/>
                <a:gd name="T21" fmla="*/ 0 h 901"/>
                <a:gd name="T22" fmla="*/ 0 w 424"/>
                <a:gd name="T23" fmla="*/ 0 h 901"/>
                <a:gd name="T24" fmla="*/ 0 w 424"/>
                <a:gd name="T25" fmla="*/ 0 h 901"/>
                <a:gd name="T26" fmla="*/ 0 w 424"/>
                <a:gd name="T27" fmla="*/ 0 h 901"/>
                <a:gd name="T28" fmla="*/ 0 w 424"/>
                <a:gd name="T29" fmla="*/ 0 h 901"/>
                <a:gd name="T30" fmla="*/ 0 w 424"/>
                <a:gd name="T31" fmla="*/ 0 h 901"/>
                <a:gd name="T32" fmla="*/ 0 w 424"/>
                <a:gd name="T33" fmla="*/ 0 h 901"/>
                <a:gd name="T34" fmla="*/ 0 w 424"/>
                <a:gd name="T35" fmla="*/ 0 h 901"/>
                <a:gd name="T36" fmla="*/ 0 w 424"/>
                <a:gd name="T37" fmla="*/ 0 h 901"/>
                <a:gd name="T38" fmla="*/ 0 w 424"/>
                <a:gd name="T39" fmla="*/ 0 h 901"/>
                <a:gd name="T40" fmla="*/ 0 w 424"/>
                <a:gd name="T41" fmla="*/ 0 h 901"/>
                <a:gd name="T42" fmla="*/ 0 w 424"/>
                <a:gd name="T43" fmla="*/ 0 h 901"/>
                <a:gd name="T44" fmla="*/ 0 w 424"/>
                <a:gd name="T45" fmla="*/ 0 h 901"/>
                <a:gd name="T46" fmla="*/ 0 w 424"/>
                <a:gd name="T47" fmla="*/ 0 h 901"/>
                <a:gd name="T48" fmla="*/ 0 w 424"/>
                <a:gd name="T49" fmla="*/ 0 h 901"/>
                <a:gd name="T50" fmla="*/ 0 w 424"/>
                <a:gd name="T51" fmla="*/ 0 h 901"/>
                <a:gd name="T52" fmla="*/ 0 w 424"/>
                <a:gd name="T53" fmla="*/ 0 h 901"/>
                <a:gd name="T54" fmla="*/ 0 w 424"/>
                <a:gd name="T55" fmla="*/ 0 h 901"/>
                <a:gd name="T56" fmla="*/ 0 w 424"/>
                <a:gd name="T57" fmla="*/ 0 h 901"/>
                <a:gd name="T58" fmla="*/ 0 w 424"/>
                <a:gd name="T59" fmla="*/ 0 h 901"/>
                <a:gd name="T60" fmla="*/ 0 w 424"/>
                <a:gd name="T61" fmla="*/ 0 h 901"/>
                <a:gd name="T62" fmla="*/ 0 w 424"/>
                <a:gd name="T63" fmla="*/ 0 h 901"/>
                <a:gd name="T64" fmla="*/ 0 w 424"/>
                <a:gd name="T65" fmla="*/ 0 h 901"/>
                <a:gd name="T66" fmla="*/ 0 w 424"/>
                <a:gd name="T67" fmla="*/ 0 h 9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24" h="901">
                  <a:moveTo>
                    <a:pt x="0" y="47"/>
                  </a:moveTo>
                  <a:lnTo>
                    <a:pt x="18" y="111"/>
                  </a:lnTo>
                  <a:lnTo>
                    <a:pt x="88" y="111"/>
                  </a:lnTo>
                  <a:lnTo>
                    <a:pt x="133" y="181"/>
                  </a:lnTo>
                  <a:lnTo>
                    <a:pt x="111" y="251"/>
                  </a:lnTo>
                  <a:lnTo>
                    <a:pt x="221" y="384"/>
                  </a:lnTo>
                  <a:lnTo>
                    <a:pt x="314" y="518"/>
                  </a:lnTo>
                  <a:lnTo>
                    <a:pt x="268" y="587"/>
                  </a:lnTo>
                  <a:lnTo>
                    <a:pt x="314" y="704"/>
                  </a:lnTo>
                  <a:lnTo>
                    <a:pt x="221" y="744"/>
                  </a:lnTo>
                  <a:lnTo>
                    <a:pt x="221" y="791"/>
                  </a:lnTo>
                  <a:lnTo>
                    <a:pt x="157" y="814"/>
                  </a:lnTo>
                  <a:lnTo>
                    <a:pt x="157" y="861"/>
                  </a:lnTo>
                  <a:lnTo>
                    <a:pt x="180" y="901"/>
                  </a:lnTo>
                  <a:lnTo>
                    <a:pt x="221" y="878"/>
                  </a:lnTo>
                  <a:lnTo>
                    <a:pt x="355" y="767"/>
                  </a:lnTo>
                  <a:lnTo>
                    <a:pt x="402" y="721"/>
                  </a:lnTo>
                  <a:lnTo>
                    <a:pt x="424" y="634"/>
                  </a:lnTo>
                  <a:lnTo>
                    <a:pt x="402" y="518"/>
                  </a:lnTo>
                  <a:lnTo>
                    <a:pt x="355" y="453"/>
                  </a:lnTo>
                  <a:lnTo>
                    <a:pt x="355" y="408"/>
                  </a:lnTo>
                  <a:lnTo>
                    <a:pt x="290" y="408"/>
                  </a:lnTo>
                  <a:lnTo>
                    <a:pt x="245" y="338"/>
                  </a:lnTo>
                  <a:lnTo>
                    <a:pt x="198" y="251"/>
                  </a:lnTo>
                  <a:lnTo>
                    <a:pt x="198" y="181"/>
                  </a:lnTo>
                  <a:lnTo>
                    <a:pt x="268" y="111"/>
                  </a:lnTo>
                  <a:lnTo>
                    <a:pt x="290" y="87"/>
                  </a:lnTo>
                  <a:lnTo>
                    <a:pt x="268" y="87"/>
                  </a:lnTo>
                  <a:lnTo>
                    <a:pt x="221" y="47"/>
                  </a:lnTo>
                  <a:lnTo>
                    <a:pt x="221" y="0"/>
                  </a:lnTo>
                  <a:lnTo>
                    <a:pt x="198" y="0"/>
                  </a:lnTo>
                  <a:lnTo>
                    <a:pt x="133" y="0"/>
                  </a:lnTo>
                  <a:lnTo>
                    <a:pt x="18" y="70"/>
                  </a:lnTo>
                  <a:lnTo>
                    <a:pt x="0" y="47"/>
                  </a:lnTo>
                  <a:close/>
                </a:path>
              </a:pathLst>
            </a:custGeom>
            <a:solidFill>
              <a:schemeClr val="hlink"/>
            </a:solidFill>
            <a:ln w="9525">
              <a:solidFill>
                <a:schemeClr val="hlink"/>
              </a:solidFill>
              <a:round/>
              <a:headEnd/>
              <a:tailEnd/>
            </a:ln>
          </p:spPr>
          <p:txBody>
            <a:bodyPr/>
            <a:lstStyle/>
            <a:p>
              <a:endParaRPr lang="ko-KR" altLang="en-US"/>
            </a:p>
          </p:txBody>
        </p:sp>
        <p:sp>
          <p:nvSpPr>
            <p:cNvPr id="418220" name="Freeform 893">
              <a:extLst>
                <a:ext uri="{FF2B5EF4-FFF2-40B4-BE49-F238E27FC236}">
                  <a16:creationId xmlns:a16="http://schemas.microsoft.com/office/drawing/2014/main" id="{D80CC287-01F4-A9F7-0B0F-4D8D2F14D378}"/>
                </a:ext>
              </a:extLst>
            </p:cNvPr>
            <p:cNvSpPr>
              <a:spLocks/>
            </p:cNvSpPr>
            <p:nvPr/>
          </p:nvSpPr>
          <p:spPr bwMode="auto">
            <a:xfrm>
              <a:off x="3134" y="2929"/>
              <a:ext cx="113" cy="207"/>
            </a:xfrm>
            <a:custGeom>
              <a:avLst/>
              <a:gdLst>
                <a:gd name="T0" fmla="*/ 0 w 453"/>
                <a:gd name="T1" fmla="*/ 0 h 814"/>
                <a:gd name="T2" fmla="*/ 0 w 453"/>
                <a:gd name="T3" fmla="*/ 0 h 814"/>
                <a:gd name="T4" fmla="*/ 0 w 453"/>
                <a:gd name="T5" fmla="*/ 0 h 814"/>
                <a:gd name="T6" fmla="*/ 0 w 453"/>
                <a:gd name="T7" fmla="*/ 0 h 814"/>
                <a:gd name="T8" fmla="*/ 0 w 453"/>
                <a:gd name="T9" fmla="*/ 0 h 814"/>
                <a:gd name="T10" fmla="*/ 0 w 453"/>
                <a:gd name="T11" fmla="*/ 0 h 814"/>
                <a:gd name="T12" fmla="*/ 0 w 453"/>
                <a:gd name="T13" fmla="*/ 0 h 814"/>
                <a:gd name="T14" fmla="*/ 0 w 453"/>
                <a:gd name="T15" fmla="*/ 0 h 814"/>
                <a:gd name="T16" fmla="*/ 0 w 453"/>
                <a:gd name="T17" fmla="*/ 0 h 814"/>
                <a:gd name="T18" fmla="*/ 0 w 453"/>
                <a:gd name="T19" fmla="*/ 0 h 814"/>
                <a:gd name="T20" fmla="*/ 0 w 453"/>
                <a:gd name="T21" fmla="*/ 0 h 814"/>
                <a:gd name="T22" fmla="*/ 0 w 453"/>
                <a:gd name="T23" fmla="*/ 0 h 814"/>
                <a:gd name="T24" fmla="*/ 0 w 453"/>
                <a:gd name="T25" fmla="*/ 0 h 814"/>
                <a:gd name="T26" fmla="*/ 0 w 453"/>
                <a:gd name="T27" fmla="*/ 0 h 814"/>
                <a:gd name="T28" fmla="*/ 0 w 453"/>
                <a:gd name="T29" fmla="*/ 0 h 814"/>
                <a:gd name="T30" fmla="*/ 0 w 453"/>
                <a:gd name="T31" fmla="*/ 0 h 814"/>
                <a:gd name="T32" fmla="*/ 0 w 453"/>
                <a:gd name="T33" fmla="*/ 0 h 814"/>
                <a:gd name="T34" fmla="*/ 0 w 453"/>
                <a:gd name="T35" fmla="*/ 0 h 814"/>
                <a:gd name="T36" fmla="*/ 0 w 453"/>
                <a:gd name="T37" fmla="*/ 0 h 814"/>
                <a:gd name="T38" fmla="*/ 0 w 453"/>
                <a:gd name="T39" fmla="*/ 0 h 814"/>
                <a:gd name="T40" fmla="*/ 0 w 453"/>
                <a:gd name="T41" fmla="*/ 0 h 814"/>
                <a:gd name="T42" fmla="*/ 0 w 453"/>
                <a:gd name="T43" fmla="*/ 0 h 814"/>
                <a:gd name="T44" fmla="*/ 0 w 453"/>
                <a:gd name="T45" fmla="*/ 0 h 814"/>
                <a:gd name="T46" fmla="*/ 0 w 453"/>
                <a:gd name="T47" fmla="*/ 0 h 814"/>
                <a:gd name="T48" fmla="*/ 0 w 453"/>
                <a:gd name="T49" fmla="*/ 0 h 814"/>
                <a:gd name="T50" fmla="*/ 0 w 453"/>
                <a:gd name="T51" fmla="*/ 0 h 814"/>
                <a:gd name="T52" fmla="*/ 0 w 453"/>
                <a:gd name="T53" fmla="*/ 0 h 814"/>
                <a:gd name="T54" fmla="*/ 0 w 453"/>
                <a:gd name="T55" fmla="*/ 0 h 814"/>
                <a:gd name="T56" fmla="*/ 0 w 453"/>
                <a:gd name="T57" fmla="*/ 0 h 814"/>
                <a:gd name="T58" fmla="*/ 0 w 453"/>
                <a:gd name="T59" fmla="*/ 0 h 814"/>
                <a:gd name="T60" fmla="*/ 0 w 453"/>
                <a:gd name="T61" fmla="*/ 0 h 814"/>
                <a:gd name="T62" fmla="*/ 0 w 453"/>
                <a:gd name="T63" fmla="*/ 0 h 814"/>
                <a:gd name="T64" fmla="*/ 0 w 453"/>
                <a:gd name="T65" fmla="*/ 0 h 814"/>
                <a:gd name="T66" fmla="*/ 0 w 453"/>
                <a:gd name="T67" fmla="*/ 0 h 814"/>
                <a:gd name="T68" fmla="*/ 0 w 453"/>
                <a:gd name="T69" fmla="*/ 0 h 814"/>
                <a:gd name="T70" fmla="*/ 0 w 453"/>
                <a:gd name="T71" fmla="*/ 0 h 814"/>
                <a:gd name="T72" fmla="*/ 0 w 453"/>
                <a:gd name="T73" fmla="*/ 0 h 814"/>
                <a:gd name="T74" fmla="*/ 0 w 453"/>
                <a:gd name="T75" fmla="*/ 0 h 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53" h="814">
                  <a:moveTo>
                    <a:pt x="110" y="0"/>
                  </a:moveTo>
                  <a:lnTo>
                    <a:pt x="52" y="52"/>
                  </a:lnTo>
                  <a:lnTo>
                    <a:pt x="0" y="134"/>
                  </a:lnTo>
                  <a:lnTo>
                    <a:pt x="70" y="180"/>
                  </a:lnTo>
                  <a:lnTo>
                    <a:pt x="70" y="291"/>
                  </a:lnTo>
                  <a:lnTo>
                    <a:pt x="110" y="314"/>
                  </a:lnTo>
                  <a:lnTo>
                    <a:pt x="180" y="267"/>
                  </a:lnTo>
                  <a:lnTo>
                    <a:pt x="227" y="267"/>
                  </a:lnTo>
                  <a:lnTo>
                    <a:pt x="337" y="406"/>
                  </a:lnTo>
                  <a:lnTo>
                    <a:pt x="337" y="453"/>
                  </a:lnTo>
                  <a:lnTo>
                    <a:pt x="360" y="494"/>
                  </a:lnTo>
                  <a:lnTo>
                    <a:pt x="360" y="563"/>
                  </a:lnTo>
                  <a:lnTo>
                    <a:pt x="337" y="587"/>
                  </a:lnTo>
                  <a:lnTo>
                    <a:pt x="272" y="563"/>
                  </a:lnTo>
                  <a:lnTo>
                    <a:pt x="227" y="518"/>
                  </a:lnTo>
                  <a:lnTo>
                    <a:pt x="174" y="570"/>
                  </a:lnTo>
                  <a:lnTo>
                    <a:pt x="157" y="610"/>
                  </a:lnTo>
                  <a:lnTo>
                    <a:pt x="180" y="697"/>
                  </a:lnTo>
                  <a:lnTo>
                    <a:pt x="227" y="744"/>
                  </a:lnTo>
                  <a:lnTo>
                    <a:pt x="296" y="814"/>
                  </a:lnTo>
                  <a:lnTo>
                    <a:pt x="319" y="790"/>
                  </a:lnTo>
                  <a:lnTo>
                    <a:pt x="360" y="744"/>
                  </a:lnTo>
                  <a:lnTo>
                    <a:pt x="360" y="697"/>
                  </a:lnTo>
                  <a:lnTo>
                    <a:pt x="407" y="674"/>
                  </a:lnTo>
                  <a:lnTo>
                    <a:pt x="447" y="650"/>
                  </a:lnTo>
                  <a:lnTo>
                    <a:pt x="453" y="610"/>
                  </a:lnTo>
                  <a:lnTo>
                    <a:pt x="407" y="563"/>
                  </a:lnTo>
                  <a:lnTo>
                    <a:pt x="436" y="494"/>
                  </a:lnTo>
                  <a:lnTo>
                    <a:pt x="447" y="471"/>
                  </a:lnTo>
                  <a:lnTo>
                    <a:pt x="424" y="424"/>
                  </a:lnTo>
                  <a:lnTo>
                    <a:pt x="319" y="267"/>
                  </a:lnTo>
                  <a:lnTo>
                    <a:pt x="250" y="204"/>
                  </a:lnTo>
                  <a:lnTo>
                    <a:pt x="272" y="134"/>
                  </a:lnTo>
                  <a:lnTo>
                    <a:pt x="250" y="87"/>
                  </a:lnTo>
                  <a:lnTo>
                    <a:pt x="227" y="64"/>
                  </a:lnTo>
                  <a:lnTo>
                    <a:pt x="157" y="64"/>
                  </a:lnTo>
                  <a:lnTo>
                    <a:pt x="157" y="23"/>
                  </a:lnTo>
                  <a:lnTo>
                    <a:pt x="110" y="0"/>
                  </a:lnTo>
                  <a:close/>
                </a:path>
              </a:pathLst>
            </a:custGeom>
            <a:solidFill>
              <a:schemeClr val="hlink"/>
            </a:solidFill>
            <a:ln w="9525">
              <a:solidFill>
                <a:schemeClr val="hlink"/>
              </a:solidFill>
              <a:round/>
              <a:headEnd/>
              <a:tailEnd/>
            </a:ln>
          </p:spPr>
          <p:txBody>
            <a:bodyPr/>
            <a:lstStyle/>
            <a:p>
              <a:endParaRPr lang="ko-KR" altLang="en-US"/>
            </a:p>
          </p:txBody>
        </p:sp>
        <p:sp>
          <p:nvSpPr>
            <p:cNvPr id="418221" name="Freeform 894">
              <a:extLst>
                <a:ext uri="{FF2B5EF4-FFF2-40B4-BE49-F238E27FC236}">
                  <a16:creationId xmlns:a16="http://schemas.microsoft.com/office/drawing/2014/main" id="{B9B43994-A0E4-D02F-27C1-BEE76BFE07B0}"/>
                </a:ext>
              </a:extLst>
            </p:cNvPr>
            <p:cNvSpPr>
              <a:spLocks/>
            </p:cNvSpPr>
            <p:nvPr/>
          </p:nvSpPr>
          <p:spPr bwMode="auto">
            <a:xfrm>
              <a:off x="3101" y="2962"/>
              <a:ext cx="123" cy="220"/>
            </a:xfrm>
            <a:custGeom>
              <a:avLst/>
              <a:gdLst>
                <a:gd name="T0" fmla="*/ 0 w 482"/>
                <a:gd name="T1" fmla="*/ 0 h 854"/>
                <a:gd name="T2" fmla="*/ 0 w 482"/>
                <a:gd name="T3" fmla="*/ 0 h 854"/>
                <a:gd name="T4" fmla="*/ 0 w 482"/>
                <a:gd name="T5" fmla="*/ 0 h 854"/>
                <a:gd name="T6" fmla="*/ 0 w 482"/>
                <a:gd name="T7" fmla="*/ 0 h 854"/>
                <a:gd name="T8" fmla="*/ 0 w 482"/>
                <a:gd name="T9" fmla="*/ 0 h 854"/>
                <a:gd name="T10" fmla="*/ 0 w 482"/>
                <a:gd name="T11" fmla="*/ 0 h 854"/>
                <a:gd name="T12" fmla="*/ 0 w 482"/>
                <a:gd name="T13" fmla="*/ 0 h 854"/>
                <a:gd name="T14" fmla="*/ 0 w 482"/>
                <a:gd name="T15" fmla="*/ 0 h 854"/>
                <a:gd name="T16" fmla="*/ 0 w 482"/>
                <a:gd name="T17" fmla="*/ 0 h 854"/>
                <a:gd name="T18" fmla="*/ 0 w 482"/>
                <a:gd name="T19" fmla="*/ 0 h 854"/>
                <a:gd name="T20" fmla="*/ 0 w 482"/>
                <a:gd name="T21" fmla="*/ 0 h 854"/>
                <a:gd name="T22" fmla="*/ 0 w 482"/>
                <a:gd name="T23" fmla="*/ 0 h 854"/>
                <a:gd name="T24" fmla="*/ 0 w 482"/>
                <a:gd name="T25" fmla="*/ 0 h 854"/>
                <a:gd name="T26" fmla="*/ 0 w 482"/>
                <a:gd name="T27" fmla="*/ 0 h 854"/>
                <a:gd name="T28" fmla="*/ 0 w 482"/>
                <a:gd name="T29" fmla="*/ 0 h 854"/>
                <a:gd name="T30" fmla="*/ 0 w 482"/>
                <a:gd name="T31" fmla="*/ 0 h 854"/>
                <a:gd name="T32" fmla="*/ 0 w 482"/>
                <a:gd name="T33" fmla="*/ 0 h 854"/>
                <a:gd name="T34" fmla="*/ 0 w 482"/>
                <a:gd name="T35" fmla="*/ 0 h 854"/>
                <a:gd name="T36" fmla="*/ 0 w 482"/>
                <a:gd name="T37" fmla="*/ 0 h 854"/>
                <a:gd name="T38" fmla="*/ 0 w 482"/>
                <a:gd name="T39" fmla="*/ 0 h 854"/>
                <a:gd name="T40" fmla="*/ 0 w 482"/>
                <a:gd name="T41" fmla="*/ 0 h 854"/>
                <a:gd name="T42" fmla="*/ 0 w 482"/>
                <a:gd name="T43" fmla="*/ 0 h 854"/>
                <a:gd name="T44" fmla="*/ 0 w 482"/>
                <a:gd name="T45" fmla="*/ 0 h 854"/>
                <a:gd name="T46" fmla="*/ 0 w 482"/>
                <a:gd name="T47" fmla="*/ 0 h 854"/>
                <a:gd name="T48" fmla="*/ 0 w 482"/>
                <a:gd name="T49" fmla="*/ 0 h 854"/>
                <a:gd name="T50" fmla="*/ 0 w 482"/>
                <a:gd name="T51" fmla="*/ 0 h 854"/>
                <a:gd name="T52" fmla="*/ 0 w 482"/>
                <a:gd name="T53" fmla="*/ 0 h 854"/>
                <a:gd name="T54" fmla="*/ 0 w 482"/>
                <a:gd name="T55" fmla="*/ 0 h 854"/>
                <a:gd name="T56" fmla="*/ 0 w 482"/>
                <a:gd name="T57" fmla="*/ 0 h 854"/>
                <a:gd name="T58" fmla="*/ 0 w 482"/>
                <a:gd name="T59" fmla="*/ 0 h 854"/>
                <a:gd name="T60" fmla="*/ 0 w 482"/>
                <a:gd name="T61" fmla="*/ 0 h 854"/>
                <a:gd name="T62" fmla="*/ 0 w 482"/>
                <a:gd name="T63" fmla="*/ 0 h 854"/>
                <a:gd name="T64" fmla="*/ 0 w 482"/>
                <a:gd name="T65" fmla="*/ 0 h 854"/>
                <a:gd name="T66" fmla="*/ 0 w 482"/>
                <a:gd name="T67" fmla="*/ 0 h 8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82" h="854">
                  <a:moveTo>
                    <a:pt x="122" y="0"/>
                  </a:moveTo>
                  <a:lnTo>
                    <a:pt x="99" y="28"/>
                  </a:lnTo>
                  <a:lnTo>
                    <a:pt x="58" y="75"/>
                  </a:lnTo>
                  <a:lnTo>
                    <a:pt x="0" y="140"/>
                  </a:lnTo>
                  <a:lnTo>
                    <a:pt x="75" y="272"/>
                  </a:lnTo>
                  <a:lnTo>
                    <a:pt x="75" y="360"/>
                  </a:lnTo>
                  <a:lnTo>
                    <a:pt x="75" y="406"/>
                  </a:lnTo>
                  <a:lnTo>
                    <a:pt x="99" y="476"/>
                  </a:lnTo>
                  <a:lnTo>
                    <a:pt x="75" y="656"/>
                  </a:lnTo>
                  <a:lnTo>
                    <a:pt x="75" y="720"/>
                  </a:lnTo>
                  <a:lnTo>
                    <a:pt x="145" y="767"/>
                  </a:lnTo>
                  <a:lnTo>
                    <a:pt x="168" y="848"/>
                  </a:lnTo>
                  <a:lnTo>
                    <a:pt x="232" y="854"/>
                  </a:lnTo>
                  <a:lnTo>
                    <a:pt x="192" y="743"/>
                  </a:lnTo>
                  <a:lnTo>
                    <a:pt x="145" y="697"/>
                  </a:lnTo>
                  <a:lnTo>
                    <a:pt x="168" y="540"/>
                  </a:lnTo>
                  <a:lnTo>
                    <a:pt x="168" y="453"/>
                  </a:lnTo>
                  <a:lnTo>
                    <a:pt x="232" y="476"/>
                  </a:lnTo>
                  <a:lnTo>
                    <a:pt x="279" y="476"/>
                  </a:lnTo>
                  <a:lnTo>
                    <a:pt x="302" y="429"/>
                  </a:lnTo>
                  <a:lnTo>
                    <a:pt x="349" y="384"/>
                  </a:lnTo>
                  <a:lnTo>
                    <a:pt x="394" y="429"/>
                  </a:lnTo>
                  <a:lnTo>
                    <a:pt x="476" y="453"/>
                  </a:lnTo>
                  <a:lnTo>
                    <a:pt x="482" y="406"/>
                  </a:lnTo>
                  <a:lnTo>
                    <a:pt x="482" y="337"/>
                  </a:lnTo>
                  <a:lnTo>
                    <a:pt x="459" y="272"/>
                  </a:lnTo>
                  <a:lnTo>
                    <a:pt x="394" y="180"/>
                  </a:lnTo>
                  <a:lnTo>
                    <a:pt x="349" y="133"/>
                  </a:lnTo>
                  <a:lnTo>
                    <a:pt x="296" y="140"/>
                  </a:lnTo>
                  <a:lnTo>
                    <a:pt x="232" y="180"/>
                  </a:lnTo>
                  <a:lnTo>
                    <a:pt x="192" y="133"/>
                  </a:lnTo>
                  <a:lnTo>
                    <a:pt x="185" y="58"/>
                  </a:lnTo>
                  <a:lnTo>
                    <a:pt x="168" y="23"/>
                  </a:lnTo>
                  <a:lnTo>
                    <a:pt x="122" y="0"/>
                  </a:lnTo>
                  <a:close/>
                </a:path>
              </a:pathLst>
            </a:custGeom>
            <a:solidFill>
              <a:schemeClr val="hlink"/>
            </a:solidFill>
            <a:ln w="9525">
              <a:solidFill>
                <a:schemeClr val="hlink"/>
              </a:solidFill>
              <a:round/>
              <a:headEnd/>
              <a:tailEnd/>
            </a:ln>
          </p:spPr>
          <p:txBody>
            <a:bodyPr/>
            <a:lstStyle/>
            <a:p>
              <a:endParaRPr lang="ko-KR" altLang="en-US"/>
            </a:p>
          </p:txBody>
        </p:sp>
        <p:sp>
          <p:nvSpPr>
            <p:cNvPr id="418222" name="Freeform 895">
              <a:extLst>
                <a:ext uri="{FF2B5EF4-FFF2-40B4-BE49-F238E27FC236}">
                  <a16:creationId xmlns:a16="http://schemas.microsoft.com/office/drawing/2014/main" id="{05C48F30-4F1F-94C2-BDED-8A66ED8FAAC9}"/>
                </a:ext>
              </a:extLst>
            </p:cNvPr>
            <p:cNvSpPr>
              <a:spLocks/>
            </p:cNvSpPr>
            <p:nvPr/>
          </p:nvSpPr>
          <p:spPr bwMode="auto">
            <a:xfrm>
              <a:off x="3027" y="2824"/>
              <a:ext cx="135" cy="277"/>
            </a:xfrm>
            <a:custGeom>
              <a:avLst/>
              <a:gdLst>
                <a:gd name="T0" fmla="*/ 0 w 534"/>
                <a:gd name="T1" fmla="*/ 0 h 1075"/>
                <a:gd name="T2" fmla="*/ 0 w 534"/>
                <a:gd name="T3" fmla="*/ 0 h 1075"/>
                <a:gd name="T4" fmla="*/ 0 w 534"/>
                <a:gd name="T5" fmla="*/ 0 h 1075"/>
                <a:gd name="T6" fmla="*/ 0 w 534"/>
                <a:gd name="T7" fmla="*/ 0 h 1075"/>
                <a:gd name="T8" fmla="*/ 0 w 534"/>
                <a:gd name="T9" fmla="*/ 0 h 1075"/>
                <a:gd name="T10" fmla="*/ 0 w 534"/>
                <a:gd name="T11" fmla="*/ 0 h 1075"/>
                <a:gd name="T12" fmla="*/ 0 w 534"/>
                <a:gd name="T13" fmla="*/ 0 h 1075"/>
                <a:gd name="T14" fmla="*/ 0 w 534"/>
                <a:gd name="T15" fmla="*/ 0 h 1075"/>
                <a:gd name="T16" fmla="*/ 0 w 534"/>
                <a:gd name="T17" fmla="*/ 0 h 1075"/>
                <a:gd name="T18" fmla="*/ 0 w 534"/>
                <a:gd name="T19" fmla="*/ 0 h 1075"/>
                <a:gd name="T20" fmla="*/ 0 w 534"/>
                <a:gd name="T21" fmla="*/ 0 h 1075"/>
                <a:gd name="T22" fmla="*/ 0 w 534"/>
                <a:gd name="T23" fmla="*/ 0 h 1075"/>
                <a:gd name="T24" fmla="*/ 0 w 534"/>
                <a:gd name="T25" fmla="*/ 0 h 1075"/>
                <a:gd name="T26" fmla="*/ 0 w 534"/>
                <a:gd name="T27" fmla="*/ 0 h 1075"/>
                <a:gd name="T28" fmla="*/ 0 w 534"/>
                <a:gd name="T29" fmla="*/ 0 h 1075"/>
                <a:gd name="T30" fmla="*/ 0 w 534"/>
                <a:gd name="T31" fmla="*/ 0 h 1075"/>
                <a:gd name="T32" fmla="*/ 0 w 534"/>
                <a:gd name="T33" fmla="*/ 0 h 1075"/>
                <a:gd name="T34" fmla="*/ 0 w 534"/>
                <a:gd name="T35" fmla="*/ 0 h 1075"/>
                <a:gd name="T36" fmla="*/ 0 w 534"/>
                <a:gd name="T37" fmla="*/ 0 h 1075"/>
                <a:gd name="T38" fmla="*/ 0 w 534"/>
                <a:gd name="T39" fmla="*/ 0 h 1075"/>
                <a:gd name="T40" fmla="*/ 0 w 534"/>
                <a:gd name="T41" fmla="*/ 0 h 1075"/>
                <a:gd name="T42" fmla="*/ 0 w 534"/>
                <a:gd name="T43" fmla="*/ 0 h 1075"/>
                <a:gd name="T44" fmla="*/ 0 w 534"/>
                <a:gd name="T45" fmla="*/ 0 h 1075"/>
                <a:gd name="T46" fmla="*/ 0 w 534"/>
                <a:gd name="T47" fmla="*/ 0 h 1075"/>
                <a:gd name="T48" fmla="*/ 0 w 534"/>
                <a:gd name="T49" fmla="*/ 0 h 1075"/>
                <a:gd name="T50" fmla="*/ 0 w 534"/>
                <a:gd name="T51" fmla="*/ 0 h 1075"/>
                <a:gd name="T52" fmla="*/ 0 w 534"/>
                <a:gd name="T53" fmla="*/ 0 h 1075"/>
                <a:gd name="T54" fmla="*/ 0 w 534"/>
                <a:gd name="T55" fmla="*/ 0 h 1075"/>
                <a:gd name="T56" fmla="*/ 0 w 534"/>
                <a:gd name="T57" fmla="*/ 0 h 1075"/>
                <a:gd name="T58" fmla="*/ 0 w 534"/>
                <a:gd name="T59" fmla="*/ 0 h 1075"/>
                <a:gd name="T60" fmla="*/ 0 w 534"/>
                <a:gd name="T61" fmla="*/ 0 h 1075"/>
                <a:gd name="T62" fmla="*/ 0 w 534"/>
                <a:gd name="T63" fmla="*/ 0 h 1075"/>
                <a:gd name="T64" fmla="*/ 0 w 534"/>
                <a:gd name="T65" fmla="*/ 0 h 1075"/>
                <a:gd name="T66" fmla="*/ 0 w 534"/>
                <a:gd name="T67" fmla="*/ 0 h 1075"/>
                <a:gd name="T68" fmla="*/ 0 w 534"/>
                <a:gd name="T69" fmla="*/ 0 h 1075"/>
                <a:gd name="T70" fmla="*/ 0 w 534"/>
                <a:gd name="T71" fmla="*/ 0 h 1075"/>
                <a:gd name="T72" fmla="*/ 0 w 534"/>
                <a:gd name="T73" fmla="*/ 0 h 1075"/>
                <a:gd name="T74" fmla="*/ 0 w 534"/>
                <a:gd name="T75" fmla="*/ 0 h 10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34" h="1075">
                  <a:moveTo>
                    <a:pt x="244" y="0"/>
                  </a:moveTo>
                  <a:lnTo>
                    <a:pt x="203" y="47"/>
                  </a:lnTo>
                  <a:lnTo>
                    <a:pt x="133" y="110"/>
                  </a:lnTo>
                  <a:lnTo>
                    <a:pt x="93" y="204"/>
                  </a:lnTo>
                  <a:lnTo>
                    <a:pt x="93" y="308"/>
                  </a:lnTo>
                  <a:lnTo>
                    <a:pt x="35" y="308"/>
                  </a:lnTo>
                  <a:lnTo>
                    <a:pt x="23" y="354"/>
                  </a:lnTo>
                  <a:lnTo>
                    <a:pt x="17" y="459"/>
                  </a:lnTo>
                  <a:lnTo>
                    <a:pt x="0" y="511"/>
                  </a:lnTo>
                  <a:lnTo>
                    <a:pt x="63" y="558"/>
                  </a:lnTo>
                  <a:lnTo>
                    <a:pt x="110" y="715"/>
                  </a:lnTo>
                  <a:lnTo>
                    <a:pt x="150" y="785"/>
                  </a:lnTo>
                  <a:lnTo>
                    <a:pt x="180" y="807"/>
                  </a:lnTo>
                  <a:lnTo>
                    <a:pt x="220" y="807"/>
                  </a:lnTo>
                  <a:lnTo>
                    <a:pt x="244" y="715"/>
                  </a:lnTo>
                  <a:lnTo>
                    <a:pt x="290" y="762"/>
                  </a:lnTo>
                  <a:lnTo>
                    <a:pt x="290" y="825"/>
                  </a:lnTo>
                  <a:lnTo>
                    <a:pt x="337" y="895"/>
                  </a:lnTo>
                  <a:lnTo>
                    <a:pt x="354" y="919"/>
                  </a:lnTo>
                  <a:lnTo>
                    <a:pt x="354" y="1011"/>
                  </a:lnTo>
                  <a:lnTo>
                    <a:pt x="401" y="1075"/>
                  </a:lnTo>
                  <a:lnTo>
                    <a:pt x="401" y="988"/>
                  </a:lnTo>
                  <a:lnTo>
                    <a:pt x="377" y="941"/>
                  </a:lnTo>
                  <a:lnTo>
                    <a:pt x="377" y="825"/>
                  </a:lnTo>
                  <a:lnTo>
                    <a:pt x="337" y="738"/>
                  </a:lnTo>
                  <a:lnTo>
                    <a:pt x="302" y="663"/>
                  </a:lnTo>
                  <a:lnTo>
                    <a:pt x="349" y="610"/>
                  </a:lnTo>
                  <a:lnTo>
                    <a:pt x="384" y="575"/>
                  </a:lnTo>
                  <a:lnTo>
                    <a:pt x="424" y="535"/>
                  </a:lnTo>
                  <a:lnTo>
                    <a:pt x="470" y="465"/>
                  </a:lnTo>
                  <a:lnTo>
                    <a:pt x="534" y="406"/>
                  </a:lnTo>
                  <a:lnTo>
                    <a:pt x="505" y="291"/>
                  </a:lnTo>
                  <a:lnTo>
                    <a:pt x="424" y="284"/>
                  </a:lnTo>
                  <a:lnTo>
                    <a:pt x="354" y="221"/>
                  </a:lnTo>
                  <a:lnTo>
                    <a:pt x="354" y="134"/>
                  </a:lnTo>
                  <a:lnTo>
                    <a:pt x="314" y="30"/>
                  </a:lnTo>
                  <a:lnTo>
                    <a:pt x="290" y="24"/>
                  </a:lnTo>
                  <a:lnTo>
                    <a:pt x="244" y="0"/>
                  </a:lnTo>
                  <a:close/>
                </a:path>
              </a:pathLst>
            </a:custGeom>
            <a:solidFill>
              <a:schemeClr val="hlink"/>
            </a:solidFill>
            <a:ln w="9525">
              <a:solidFill>
                <a:schemeClr val="hlink"/>
              </a:solidFill>
              <a:round/>
              <a:headEnd/>
              <a:tailEnd/>
            </a:ln>
          </p:spPr>
          <p:txBody>
            <a:bodyPr/>
            <a:lstStyle/>
            <a:p>
              <a:endParaRPr lang="ko-KR" altLang="en-US"/>
            </a:p>
          </p:txBody>
        </p:sp>
        <p:sp>
          <p:nvSpPr>
            <p:cNvPr id="418223" name="Freeform 896">
              <a:extLst>
                <a:ext uri="{FF2B5EF4-FFF2-40B4-BE49-F238E27FC236}">
                  <a16:creationId xmlns:a16="http://schemas.microsoft.com/office/drawing/2014/main" id="{AD2FAD75-1A9B-17A6-D322-8F048ECBAC08}"/>
                </a:ext>
              </a:extLst>
            </p:cNvPr>
            <p:cNvSpPr>
              <a:spLocks/>
            </p:cNvSpPr>
            <p:nvPr/>
          </p:nvSpPr>
          <p:spPr bwMode="auto">
            <a:xfrm>
              <a:off x="2958" y="2863"/>
              <a:ext cx="73" cy="95"/>
            </a:xfrm>
            <a:custGeom>
              <a:avLst/>
              <a:gdLst>
                <a:gd name="T0" fmla="*/ 0 w 291"/>
                <a:gd name="T1" fmla="*/ 0 h 366"/>
                <a:gd name="T2" fmla="*/ 0 w 291"/>
                <a:gd name="T3" fmla="*/ 0 h 366"/>
                <a:gd name="T4" fmla="*/ 0 w 291"/>
                <a:gd name="T5" fmla="*/ 0 h 366"/>
                <a:gd name="T6" fmla="*/ 0 w 291"/>
                <a:gd name="T7" fmla="*/ 0 h 366"/>
                <a:gd name="T8" fmla="*/ 0 w 291"/>
                <a:gd name="T9" fmla="*/ 0 h 366"/>
                <a:gd name="T10" fmla="*/ 0 w 291"/>
                <a:gd name="T11" fmla="*/ 0 h 366"/>
                <a:gd name="T12" fmla="*/ 0 w 291"/>
                <a:gd name="T13" fmla="*/ 0 h 366"/>
                <a:gd name="T14" fmla="*/ 0 w 291"/>
                <a:gd name="T15" fmla="*/ 0 h 366"/>
                <a:gd name="T16" fmla="*/ 0 w 291"/>
                <a:gd name="T17" fmla="*/ 0 h 366"/>
                <a:gd name="T18" fmla="*/ 0 w 291"/>
                <a:gd name="T19" fmla="*/ 0 h 366"/>
                <a:gd name="T20" fmla="*/ 0 w 291"/>
                <a:gd name="T21" fmla="*/ 0 h 366"/>
                <a:gd name="T22" fmla="*/ 0 w 291"/>
                <a:gd name="T23" fmla="*/ 0 h 366"/>
                <a:gd name="T24" fmla="*/ 0 w 291"/>
                <a:gd name="T25" fmla="*/ 0 h 366"/>
                <a:gd name="T26" fmla="*/ 0 w 291"/>
                <a:gd name="T27" fmla="*/ 0 h 366"/>
                <a:gd name="T28" fmla="*/ 0 w 291"/>
                <a:gd name="T29" fmla="*/ 0 h 366"/>
                <a:gd name="T30" fmla="*/ 0 w 291"/>
                <a:gd name="T31" fmla="*/ 0 h 366"/>
                <a:gd name="T32" fmla="*/ 0 w 291"/>
                <a:gd name="T33" fmla="*/ 0 h 366"/>
                <a:gd name="T34" fmla="*/ 0 w 291"/>
                <a:gd name="T35" fmla="*/ 0 h 366"/>
                <a:gd name="T36" fmla="*/ 0 w 291"/>
                <a:gd name="T37" fmla="*/ 0 h 366"/>
                <a:gd name="T38" fmla="*/ 0 w 291"/>
                <a:gd name="T39" fmla="*/ 0 h 366"/>
                <a:gd name="T40" fmla="*/ 0 w 291"/>
                <a:gd name="T41" fmla="*/ 0 h 366"/>
                <a:gd name="T42" fmla="*/ 0 w 291"/>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1" h="366">
                  <a:moveTo>
                    <a:pt x="274" y="366"/>
                  </a:moveTo>
                  <a:lnTo>
                    <a:pt x="245" y="289"/>
                  </a:lnTo>
                  <a:lnTo>
                    <a:pt x="175" y="202"/>
                  </a:lnTo>
                  <a:lnTo>
                    <a:pt x="134" y="156"/>
                  </a:lnTo>
                  <a:lnTo>
                    <a:pt x="88" y="92"/>
                  </a:lnTo>
                  <a:lnTo>
                    <a:pt x="65" y="110"/>
                  </a:lnTo>
                  <a:lnTo>
                    <a:pt x="65" y="179"/>
                  </a:lnTo>
                  <a:lnTo>
                    <a:pt x="18" y="249"/>
                  </a:lnTo>
                  <a:lnTo>
                    <a:pt x="18" y="179"/>
                  </a:lnTo>
                  <a:lnTo>
                    <a:pt x="18" y="69"/>
                  </a:lnTo>
                  <a:lnTo>
                    <a:pt x="0" y="45"/>
                  </a:lnTo>
                  <a:lnTo>
                    <a:pt x="0" y="5"/>
                  </a:lnTo>
                  <a:lnTo>
                    <a:pt x="30" y="0"/>
                  </a:lnTo>
                  <a:lnTo>
                    <a:pt x="140" y="22"/>
                  </a:lnTo>
                  <a:lnTo>
                    <a:pt x="152" y="63"/>
                  </a:lnTo>
                  <a:lnTo>
                    <a:pt x="204" y="57"/>
                  </a:lnTo>
                  <a:lnTo>
                    <a:pt x="227" y="98"/>
                  </a:lnTo>
                  <a:lnTo>
                    <a:pt x="233" y="162"/>
                  </a:lnTo>
                  <a:lnTo>
                    <a:pt x="279" y="226"/>
                  </a:lnTo>
                  <a:lnTo>
                    <a:pt x="291" y="249"/>
                  </a:lnTo>
                  <a:lnTo>
                    <a:pt x="285" y="313"/>
                  </a:lnTo>
                  <a:lnTo>
                    <a:pt x="274" y="366"/>
                  </a:lnTo>
                  <a:close/>
                </a:path>
              </a:pathLst>
            </a:custGeom>
            <a:solidFill>
              <a:schemeClr val="hlink"/>
            </a:solidFill>
            <a:ln w="9525">
              <a:solidFill>
                <a:schemeClr val="hlink"/>
              </a:solidFill>
              <a:round/>
              <a:headEnd/>
              <a:tailEnd/>
            </a:ln>
          </p:spPr>
          <p:txBody>
            <a:bodyPr/>
            <a:lstStyle/>
            <a:p>
              <a:endParaRPr lang="ko-KR" altLang="en-US"/>
            </a:p>
          </p:txBody>
        </p:sp>
        <p:sp>
          <p:nvSpPr>
            <p:cNvPr id="418224" name="Freeform 897">
              <a:extLst>
                <a:ext uri="{FF2B5EF4-FFF2-40B4-BE49-F238E27FC236}">
                  <a16:creationId xmlns:a16="http://schemas.microsoft.com/office/drawing/2014/main" id="{19BF3A20-8C98-8DE5-4EEA-6BB2DB9C31E3}"/>
                </a:ext>
              </a:extLst>
            </p:cNvPr>
            <p:cNvSpPr>
              <a:spLocks/>
            </p:cNvSpPr>
            <p:nvPr/>
          </p:nvSpPr>
          <p:spPr bwMode="auto">
            <a:xfrm>
              <a:off x="2952" y="2808"/>
              <a:ext cx="133" cy="137"/>
            </a:xfrm>
            <a:custGeom>
              <a:avLst/>
              <a:gdLst>
                <a:gd name="T0" fmla="*/ 0 w 535"/>
                <a:gd name="T1" fmla="*/ 0 h 535"/>
                <a:gd name="T2" fmla="*/ 0 w 535"/>
                <a:gd name="T3" fmla="*/ 0 h 535"/>
                <a:gd name="T4" fmla="*/ 0 w 535"/>
                <a:gd name="T5" fmla="*/ 0 h 535"/>
                <a:gd name="T6" fmla="*/ 0 w 535"/>
                <a:gd name="T7" fmla="*/ 0 h 535"/>
                <a:gd name="T8" fmla="*/ 0 w 535"/>
                <a:gd name="T9" fmla="*/ 0 h 535"/>
                <a:gd name="T10" fmla="*/ 0 w 535"/>
                <a:gd name="T11" fmla="*/ 0 h 535"/>
                <a:gd name="T12" fmla="*/ 0 w 535"/>
                <a:gd name="T13" fmla="*/ 0 h 535"/>
                <a:gd name="T14" fmla="*/ 0 w 535"/>
                <a:gd name="T15" fmla="*/ 0 h 535"/>
                <a:gd name="T16" fmla="*/ 0 w 535"/>
                <a:gd name="T17" fmla="*/ 0 h 535"/>
                <a:gd name="T18" fmla="*/ 0 w 535"/>
                <a:gd name="T19" fmla="*/ 0 h 535"/>
                <a:gd name="T20" fmla="*/ 0 w 535"/>
                <a:gd name="T21" fmla="*/ 0 h 535"/>
                <a:gd name="T22" fmla="*/ 0 w 535"/>
                <a:gd name="T23" fmla="*/ 0 h 535"/>
                <a:gd name="T24" fmla="*/ 0 w 535"/>
                <a:gd name="T25" fmla="*/ 0 h 535"/>
                <a:gd name="T26" fmla="*/ 0 w 535"/>
                <a:gd name="T27" fmla="*/ 0 h 535"/>
                <a:gd name="T28" fmla="*/ 0 w 535"/>
                <a:gd name="T29" fmla="*/ 0 h 535"/>
                <a:gd name="T30" fmla="*/ 0 w 535"/>
                <a:gd name="T31" fmla="*/ 0 h 535"/>
                <a:gd name="T32" fmla="*/ 0 w 535"/>
                <a:gd name="T33" fmla="*/ 0 h 535"/>
                <a:gd name="T34" fmla="*/ 0 w 535"/>
                <a:gd name="T35" fmla="*/ 0 h 535"/>
                <a:gd name="T36" fmla="*/ 0 w 535"/>
                <a:gd name="T37" fmla="*/ 0 h 535"/>
                <a:gd name="T38" fmla="*/ 0 w 535"/>
                <a:gd name="T39" fmla="*/ 0 h 535"/>
                <a:gd name="T40" fmla="*/ 0 w 535"/>
                <a:gd name="T41" fmla="*/ 0 h 535"/>
                <a:gd name="T42" fmla="*/ 0 w 535"/>
                <a:gd name="T43" fmla="*/ 0 h 535"/>
                <a:gd name="T44" fmla="*/ 0 w 535"/>
                <a:gd name="T45" fmla="*/ 0 h 535"/>
                <a:gd name="T46" fmla="*/ 0 w 535"/>
                <a:gd name="T47" fmla="*/ 0 h 535"/>
                <a:gd name="T48" fmla="*/ 0 w 535"/>
                <a:gd name="T49" fmla="*/ 0 h 535"/>
                <a:gd name="T50" fmla="*/ 0 w 535"/>
                <a:gd name="T51" fmla="*/ 0 h 535"/>
                <a:gd name="T52" fmla="*/ 0 w 535"/>
                <a:gd name="T53" fmla="*/ 0 h 535"/>
                <a:gd name="T54" fmla="*/ 0 w 535"/>
                <a:gd name="T55" fmla="*/ 0 h 535"/>
                <a:gd name="T56" fmla="*/ 0 w 535"/>
                <a:gd name="T57" fmla="*/ 0 h 535"/>
                <a:gd name="T58" fmla="*/ 0 w 535"/>
                <a:gd name="T59" fmla="*/ 0 h 535"/>
                <a:gd name="T60" fmla="*/ 0 w 535"/>
                <a:gd name="T61" fmla="*/ 0 h 535"/>
                <a:gd name="T62" fmla="*/ 0 w 535"/>
                <a:gd name="T63" fmla="*/ 0 h 5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5" h="535">
                  <a:moveTo>
                    <a:pt x="314" y="535"/>
                  </a:moveTo>
                  <a:lnTo>
                    <a:pt x="314" y="471"/>
                  </a:lnTo>
                  <a:lnTo>
                    <a:pt x="250" y="378"/>
                  </a:lnTo>
                  <a:lnTo>
                    <a:pt x="250" y="332"/>
                  </a:lnTo>
                  <a:lnTo>
                    <a:pt x="250" y="309"/>
                  </a:lnTo>
                  <a:lnTo>
                    <a:pt x="238" y="285"/>
                  </a:lnTo>
                  <a:lnTo>
                    <a:pt x="175" y="291"/>
                  </a:lnTo>
                  <a:lnTo>
                    <a:pt x="163" y="250"/>
                  </a:lnTo>
                  <a:lnTo>
                    <a:pt x="41" y="222"/>
                  </a:lnTo>
                  <a:lnTo>
                    <a:pt x="6" y="222"/>
                  </a:lnTo>
                  <a:lnTo>
                    <a:pt x="0" y="198"/>
                  </a:lnTo>
                  <a:lnTo>
                    <a:pt x="35" y="94"/>
                  </a:lnTo>
                  <a:lnTo>
                    <a:pt x="70" y="94"/>
                  </a:lnTo>
                  <a:lnTo>
                    <a:pt x="70" y="157"/>
                  </a:lnTo>
                  <a:lnTo>
                    <a:pt x="111" y="204"/>
                  </a:lnTo>
                  <a:lnTo>
                    <a:pt x="227" y="180"/>
                  </a:lnTo>
                  <a:lnTo>
                    <a:pt x="227" y="77"/>
                  </a:lnTo>
                  <a:lnTo>
                    <a:pt x="273" y="65"/>
                  </a:lnTo>
                  <a:lnTo>
                    <a:pt x="325" y="30"/>
                  </a:lnTo>
                  <a:lnTo>
                    <a:pt x="367" y="0"/>
                  </a:lnTo>
                  <a:lnTo>
                    <a:pt x="424" y="0"/>
                  </a:lnTo>
                  <a:lnTo>
                    <a:pt x="442" y="0"/>
                  </a:lnTo>
                  <a:lnTo>
                    <a:pt x="459" y="42"/>
                  </a:lnTo>
                  <a:lnTo>
                    <a:pt x="535" y="70"/>
                  </a:lnTo>
                  <a:lnTo>
                    <a:pt x="506" y="105"/>
                  </a:lnTo>
                  <a:lnTo>
                    <a:pt x="424" y="192"/>
                  </a:lnTo>
                  <a:lnTo>
                    <a:pt x="395" y="250"/>
                  </a:lnTo>
                  <a:lnTo>
                    <a:pt x="384" y="332"/>
                  </a:lnTo>
                  <a:lnTo>
                    <a:pt x="384" y="378"/>
                  </a:lnTo>
                  <a:lnTo>
                    <a:pt x="337" y="378"/>
                  </a:lnTo>
                  <a:lnTo>
                    <a:pt x="314" y="448"/>
                  </a:lnTo>
                  <a:lnTo>
                    <a:pt x="314" y="535"/>
                  </a:lnTo>
                  <a:close/>
                </a:path>
              </a:pathLst>
            </a:custGeom>
            <a:solidFill>
              <a:schemeClr val="hlink"/>
            </a:solidFill>
            <a:ln w="9525">
              <a:solidFill>
                <a:schemeClr val="hlink"/>
              </a:solidFill>
              <a:round/>
              <a:headEnd/>
              <a:tailEnd/>
            </a:ln>
          </p:spPr>
          <p:txBody>
            <a:bodyPr/>
            <a:lstStyle/>
            <a:p>
              <a:endParaRPr lang="ko-KR" altLang="en-US"/>
            </a:p>
          </p:txBody>
        </p:sp>
        <p:sp>
          <p:nvSpPr>
            <p:cNvPr id="418225" name="Freeform 898">
              <a:extLst>
                <a:ext uri="{FF2B5EF4-FFF2-40B4-BE49-F238E27FC236}">
                  <a16:creationId xmlns:a16="http://schemas.microsoft.com/office/drawing/2014/main" id="{74B3648C-4A95-6B08-1786-F307AD872D5F}"/>
                </a:ext>
              </a:extLst>
            </p:cNvPr>
            <p:cNvSpPr>
              <a:spLocks/>
            </p:cNvSpPr>
            <p:nvPr/>
          </p:nvSpPr>
          <p:spPr bwMode="auto">
            <a:xfrm>
              <a:off x="2968" y="2826"/>
              <a:ext cx="43" cy="33"/>
            </a:xfrm>
            <a:custGeom>
              <a:avLst/>
              <a:gdLst>
                <a:gd name="T0" fmla="*/ 0 w 168"/>
                <a:gd name="T1" fmla="*/ 0 h 127"/>
                <a:gd name="T2" fmla="*/ 0 w 168"/>
                <a:gd name="T3" fmla="*/ 0 h 127"/>
                <a:gd name="T4" fmla="*/ 0 w 168"/>
                <a:gd name="T5" fmla="*/ 0 h 127"/>
                <a:gd name="T6" fmla="*/ 0 w 168"/>
                <a:gd name="T7" fmla="*/ 0 h 127"/>
                <a:gd name="T8" fmla="*/ 0 w 168"/>
                <a:gd name="T9" fmla="*/ 0 h 127"/>
                <a:gd name="T10" fmla="*/ 0 w 168"/>
                <a:gd name="T11" fmla="*/ 0 h 127"/>
                <a:gd name="T12" fmla="*/ 0 w 168"/>
                <a:gd name="T13" fmla="*/ 0 h 127"/>
                <a:gd name="T14" fmla="*/ 0 w 168"/>
                <a:gd name="T15" fmla="*/ 0 h 127"/>
                <a:gd name="T16" fmla="*/ 0 w 168"/>
                <a:gd name="T17" fmla="*/ 0 h 127"/>
                <a:gd name="T18" fmla="*/ 0 w 168"/>
                <a:gd name="T19" fmla="*/ 0 h 127"/>
                <a:gd name="T20" fmla="*/ 0 w 168"/>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8" h="127">
                  <a:moveTo>
                    <a:pt x="0" y="17"/>
                  </a:moveTo>
                  <a:lnTo>
                    <a:pt x="0" y="75"/>
                  </a:lnTo>
                  <a:lnTo>
                    <a:pt x="18" y="103"/>
                  </a:lnTo>
                  <a:lnTo>
                    <a:pt x="46" y="127"/>
                  </a:lnTo>
                  <a:lnTo>
                    <a:pt x="116" y="110"/>
                  </a:lnTo>
                  <a:lnTo>
                    <a:pt x="168" y="98"/>
                  </a:lnTo>
                  <a:lnTo>
                    <a:pt x="163" y="33"/>
                  </a:lnTo>
                  <a:lnTo>
                    <a:pt x="168" y="0"/>
                  </a:lnTo>
                  <a:lnTo>
                    <a:pt x="98" y="17"/>
                  </a:lnTo>
                  <a:lnTo>
                    <a:pt x="29" y="17"/>
                  </a:lnTo>
                  <a:lnTo>
                    <a:pt x="0" y="17"/>
                  </a:lnTo>
                  <a:close/>
                </a:path>
              </a:pathLst>
            </a:custGeom>
            <a:solidFill>
              <a:schemeClr val="hlink"/>
            </a:solidFill>
            <a:ln w="9525">
              <a:solidFill>
                <a:schemeClr val="hlink"/>
              </a:solidFill>
              <a:round/>
              <a:headEnd/>
              <a:tailEnd/>
            </a:ln>
          </p:spPr>
          <p:txBody>
            <a:bodyPr/>
            <a:lstStyle/>
            <a:p>
              <a:endParaRPr lang="ko-KR" altLang="en-US"/>
            </a:p>
          </p:txBody>
        </p:sp>
        <p:sp>
          <p:nvSpPr>
            <p:cNvPr id="418226" name="Freeform 899">
              <a:extLst>
                <a:ext uri="{FF2B5EF4-FFF2-40B4-BE49-F238E27FC236}">
                  <a16:creationId xmlns:a16="http://schemas.microsoft.com/office/drawing/2014/main" id="{773CE2CF-B3E5-9259-F239-48F221429A15}"/>
                </a:ext>
              </a:extLst>
            </p:cNvPr>
            <p:cNvSpPr>
              <a:spLocks/>
            </p:cNvSpPr>
            <p:nvPr/>
          </p:nvSpPr>
          <p:spPr bwMode="auto">
            <a:xfrm>
              <a:off x="2668" y="2662"/>
              <a:ext cx="294" cy="474"/>
            </a:xfrm>
            <a:custGeom>
              <a:avLst/>
              <a:gdLst>
                <a:gd name="T0" fmla="*/ 0 w 1169"/>
                <a:gd name="T1" fmla="*/ 0 h 1848"/>
                <a:gd name="T2" fmla="*/ 0 w 1169"/>
                <a:gd name="T3" fmla="*/ 0 h 1848"/>
                <a:gd name="T4" fmla="*/ 0 w 1169"/>
                <a:gd name="T5" fmla="*/ 0 h 1848"/>
                <a:gd name="T6" fmla="*/ 0 w 1169"/>
                <a:gd name="T7" fmla="*/ 0 h 1848"/>
                <a:gd name="T8" fmla="*/ 0 w 1169"/>
                <a:gd name="T9" fmla="*/ 0 h 1848"/>
                <a:gd name="T10" fmla="*/ 0 w 1169"/>
                <a:gd name="T11" fmla="*/ 0 h 1848"/>
                <a:gd name="T12" fmla="*/ 0 w 1169"/>
                <a:gd name="T13" fmla="*/ 0 h 1848"/>
                <a:gd name="T14" fmla="*/ 0 w 1169"/>
                <a:gd name="T15" fmla="*/ 0 h 1848"/>
                <a:gd name="T16" fmla="*/ 0 w 1169"/>
                <a:gd name="T17" fmla="*/ 0 h 1848"/>
                <a:gd name="T18" fmla="*/ 0 w 1169"/>
                <a:gd name="T19" fmla="*/ 0 h 1848"/>
                <a:gd name="T20" fmla="*/ 0 w 1169"/>
                <a:gd name="T21" fmla="*/ 0 h 1848"/>
                <a:gd name="T22" fmla="*/ 0 w 1169"/>
                <a:gd name="T23" fmla="*/ 0 h 1848"/>
                <a:gd name="T24" fmla="*/ 0 w 1169"/>
                <a:gd name="T25" fmla="*/ 0 h 1848"/>
                <a:gd name="T26" fmla="*/ 0 w 1169"/>
                <a:gd name="T27" fmla="*/ 0 h 1848"/>
                <a:gd name="T28" fmla="*/ 0 w 1169"/>
                <a:gd name="T29" fmla="*/ 0 h 1848"/>
                <a:gd name="T30" fmla="*/ 0 w 1169"/>
                <a:gd name="T31" fmla="*/ 0 h 1848"/>
                <a:gd name="T32" fmla="*/ 0 w 1169"/>
                <a:gd name="T33" fmla="*/ 0 h 1848"/>
                <a:gd name="T34" fmla="*/ 0 w 1169"/>
                <a:gd name="T35" fmla="*/ 0 h 1848"/>
                <a:gd name="T36" fmla="*/ 0 w 1169"/>
                <a:gd name="T37" fmla="*/ 0 h 1848"/>
                <a:gd name="T38" fmla="*/ 0 w 1169"/>
                <a:gd name="T39" fmla="*/ 0 h 1848"/>
                <a:gd name="T40" fmla="*/ 0 w 1169"/>
                <a:gd name="T41" fmla="*/ 0 h 1848"/>
                <a:gd name="T42" fmla="*/ 0 w 1169"/>
                <a:gd name="T43" fmla="*/ 0 h 1848"/>
                <a:gd name="T44" fmla="*/ 0 w 1169"/>
                <a:gd name="T45" fmla="*/ 0 h 1848"/>
                <a:gd name="T46" fmla="*/ 0 w 1169"/>
                <a:gd name="T47" fmla="*/ 0 h 1848"/>
                <a:gd name="T48" fmla="*/ 0 w 1169"/>
                <a:gd name="T49" fmla="*/ 0 h 1848"/>
                <a:gd name="T50" fmla="*/ 0 w 1169"/>
                <a:gd name="T51" fmla="*/ 0 h 1848"/>
                <a:gd name="T52" fmla="*/ 0 w 1169"/>
                <a:gd name="T53" fmla="*/ 0 h 1848"/>
                <a:gd name="T54" fmla="*/ 0 w 1169"/>
                <a:gd name="T55" fmla="*/ 0 h 1848"/>
                <a:gd name="T56" fmla="*/ 0 w 1169"/>
                <a:gd name="T57" fmla="*/ 0 h 1848"/>
                <a:gd name="T58" fmla="*/ 0 w 1169"/>
                <a:gd name="T59" fmla="*/ 0 h 1848"/>
                <a:gd name="T60" fmla="*/ 0 w 1169"/>
                <a:gd name="T61" fmla="*/ 0 h 1848"/>
                <a:gd name="T62" fmla="*/ 0 w 1169"/>
                <a:gd name="T63" fmla="*/ 0 h 1848"/>
                <a:gd name="T64" fmla="*/ 0 w 1169"/>
                <a:gd name="T65" fmla="*/ 0 h 1848"/>
                <a:gd name="T66" fmla="*/ 0 w 1169"/>
                <a:gd name="T67" fmla="*/ 0 h 1848"/>
                <a:gd name="T68" fmla="*/ 0 w 1169"/>
                <a:gd name="T69" fmla="*/ 0 h 1848"/>
                <a:gd name="T70" fmla="*/ 0 w 1169"/>
                <a:gd name="T71" fmla="*/ 0 h 1848"/>
                <a:gd name="T72" fmla="*/ 0 w 1169"/>
                <a:gd name="T73" fmla="*/ 0 h 1848"/>
                <a:gd name="T74" fmla="*/ 0 w 1169"/>
                <a:gd name="T75" fmla="*/ 0 h 1848"/>
                <a:gd name="T76" fmla="*/ 0 w 1169"/>
                <a:gd name="T77" fmla="*/ 0 h 1848"/>
                <a:gd name="T78" fmla="*/ 0 w 1169"/>
                <a:gd name="T79" fmla="*/ 0 h 1848"/>
                <a:gd name="T80" fmla="*/ 0 w 1169"/>
                <a:gd name="T81" fmla="*/ 0 h 1848"/>
                <a:gd name="T82" fmla="*/ 0 w 1169"/>
                <a:gd name="T83" fmla="*/ 0 h 1848"/>
                <a:gd name="T84" fmla="*/ 0 w 1169"/>
                <a:gd name="T85" fmla="*/ 0 h 1848"/>
                <a:gd name="T86" fmla="*/ 0 w 1169"/>
                <a:gd name="T87" fmla="*/ 0 h 1848"/>
                <a:gd name="T88" fmla="*/ 0 w 1169"/>
                <a:gd name="T89" fmla="*/ 0 h 1848"/>
                <a:gd name="T90" fmla="*/ 0 w 1169"/>
                <a:gd name="T91" fmla="*/ 0 h 1848"/>
                <a:gd name="T92" fmla="*/ 0 w 1169"/>
                <a:gd name="T93" fmla="*/ 0 h 1848"/>
                <a:gd name="T94" fmla="*/ 0 w 1169"/>
                <a:gd name="T95" fmla="*/ 0 h 1848"/>
                <a:gd name="T96" fmla="*/ 0 w 1169"/>
                <a:gd name="T97" fmla="*/ 0 h 1848"/>
                <a:gd name="T98" fmla="*/ 0 w 1169"/>
                <a:gd name="T99" fmla="*/ 0 h 1848"/>
                <a:gd name="T100" fmla="*/ 0 w 1169"/>
                <a:gd name="T101" fmla="*/ 0 h 1848"/>
                <a:gd name="T102" fmla="*/ 0 w 1169"/>
                <a:gd name="T103" fmla="*/ 0 h 1848"/>
                <a:gd name="T104" fmla="*/ 0 w 1169"/>
                <a:gd name="T105" fmla="*/ 0 h 1848"/>
                <a:gd name="T106" fmla="*/ 0 w 1169"/>
                <a:gd name="T107" fmla="*/ 0 h 1848"/>
                <a:gd name="T108" fmla="*/ 0 w 1169"/>
                <a:gd name="T109" fmla="*/ 0 h 1848"/>
                <a:gd name="T110" fmla="*/ 0 w 1169"/>
                <a:gd name="T111" fmla="*/ 0 h 1848"/>
                <a:gd name="T112" fmla="*/ 0 w 1169"/>
                <a:gd name="T113" fmla="*/ 0 h 1848"/>
                <a:gd name="T114" fmla="*/ 0 w 1169"/>
                <a:gd name="T115" fmla="*/ 0 h 1848"/>
                <a:gd name="T116" fmla="*/ 0 w 1169"/>
                <a:gd name="T117" fmla="*/ 0 h 1848"/>
                <a:gd name="T118" fmla="*/ 0 w 1169"/>
                <a:gd name="T119" fmla="*/ 0 h 1848"/>
                <a:gd name="T120" fmla="*/ 0 w 1169"/>
                <a:gd name="T121" fmla="*/ 0 h 1848"/>
                <a:gd name="T122" fmla="*/ 0 w 1169"/>
                <a:gd name="T123" fmla="*/ 0 h 18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169" h="1848">
                  <a:moveTo>
                    <a:pt x="356" y="0"/>
                  </a:moveTo>
                  <a:lnTo>
                    <a:pt x="222" y="47"/>
                  </a:lnTo>
                  <a:lnTo>
                    <a:pt x="199" y="70"/>
                  </a:lnTo>
                  <a:lnTo>
                    <a:pt x="199" y="110"/>
                  </a:lnTo>
                  <a:lnTo>
                    <a:pt x="268" y="180"/>
                  </a:lnTo>
                  <a:lnTo>
                    <a:pt x="222" y="250"/>
                  </a:lnTo>
                  <a:lnTo>
                    <a:pt x="244" y="314"/>
                  </a:lnTo>
                  <a:lnTo>
                    <a:pt x="384" y="337"/>
                  </a:lnTo>
                  <a:lnTo>
                    <a:pt x="384" y="361"/>
                  </a:lnTo>
                  <a:lnTo>
                    <a:pt x="338" y="406"/>
                  </a:lnTo>
                  <a:lnTo>
                    <a:pt x="268" y="587"/>
                  </a:lnTo>
                  <a:lnTo>
                    <a:pt x="222" y="657"/>
                  </a:lnTo>
                  <a:lnTo>
                    <a:pt x="88" y="697"/>
                  </a:lnTo>
                  <a:lnTo>
                    <a:pt x="112" y="767"/>
                  </a:lnTo>
                  <a:lnTo>
                    <a:pt x="175" y="854"/>
                  </a:lnTo>
                  <a:lnTo>
                    <a:pt x="112" y="895"/>
                  </a:lnTo>
                  <a:lnTo>
                    <a:pt x="65" y="872"/>
                  </a:lnTo>
                  <a:lnTo>
                    <a:pt x="0" y="854"/>
                  </a:lnTo>
                  <a:lnTo>
                    <a:pt x="0" y="895"/>
                  </a:lnTo>
                  <a:lnTo>
                    <a:pt x="24" y="941"/>
                  </a:lnTo>
                  <a:lnTo>
                    <a:pt x="134" y="941"/>
                  </a:lnTo>
                  <a:lnTo>
                    <a:pt x="134" y="964"/>
                  </a:lnTo>
                  <a:lnTo>
                    <a:pt x="65" y="987"/>
                  </a:lnTo>
                  <a:lnTo>
                    <a:pt x="134" y="1074"/>
                  </a:lnTo>
                  <a:lnTo>
                    <a:pt x="199" y="1074"/>
                  </a:lnTo>
                  <a:lnTo>
                    <a:pt x="244" y="964"/>
                  </a:lnTo>
                  <a:lnTo>
                    <a:pt x="268" y="1034"/>
                  </a:lnTo>
                  <a:lnTo>
                    <a:pt x="291" y="1261"/>
                  </a:lnTo>
                  <a:lnTo>
                    <a:pt x="401" y="1552"/>
                  </a:lnTo>
                  <a:lnTo>
                    <a:pt x="471" y="1708"/>
                  </a:lnTo>
                  <a:lnTo>
                    <a:pt x="541" y="1824"/>
                  </a:lnTo>
                  <a:lnTo>
                    <a:pt x="558" y="1848"/>
                  </a:lnTo>
                  <a:lnTo>
                    <a:pt x="675" y="1778"/>
                  </a:lnTo>
                  <a:lnTo>
                    <a:pt x="785" y="1552"/>
                  </a:lnTo>
                  <a:lnTo>
                    <a:pt x="832" y="1325"/>
                  </a:lnTo>
                  <a:lnTo>
                    <a:pt x="902" y="1284"/>
                  </a:lnTo>
                  <a:lnTo>
                    <a:pt x="1082" y="1168"/>
                  </a:lnTo>
                  <a:lnTo>
                    <a:pt x="1151" y="1057"/>
                  </a:lnTo>
                  <a:lnTo>
                    <a:pt x="1169" y="1034"/>
                  </a:lnTo>
                  <a:lnTo>
                    <a:pt x="1169" y="854"/>
                  </a:lnTo>
                  <a:lnTo>
                    <a:pt x="1151" y="807"/>
                  </a:lnTo>
                  <a:lnTo>
                    <a:pt x="1128" y="767"/>
                  </a:lnTo>
                  <a:lnTo>
                    <a:pt x="1128" y="743"/>
                  </a:lnTo>
                  <a:lnTo>
                    <a:pt x="994" y="743"/>
                  </a:lnTo>
                  <a:lnTo>
                    <a:pt x="948" y="720"/>
                  </a:lnTo>
                  <a:lnTo>
                    <a:pt x="878" y="680"/>
                  </a:lnTo>
                  <a:lnTo>
                    <a:pt x="785" y="680"/>
                  </a:lnTo>
                  <a:lnTo>
                    <a:pt x="675" y="563"/>
                  </a:lnTo>
                  <a:lnTo>
                    <a:pt x="675" y="541"/>
                  </a:lnTo>
                  <a:lnTo>
                    <a:pt x="675" y="471"/>
                  </a:lnTo>
                  <a:lnTo>
                    <a:pt x="605" y="453"/>
                  </a:lnTo>
                  <a:lnTo>
                    <a:pt x="558" y="406"/>
                  </a:lnTo>
                  <a:lnTo>
                    <a:pt x="541" y="314"/>
                  </a:lnTo>
                  <a:lnTo>
                    <a:pt x="541" y="274"/>
                  </a:lnTo>
                  <a:lnTo>
                    <a:pt x="581" y="180"/>
                  </a:lnTo>
                  <a:lnTo>
                    <a:pt x="605" y="134"/>
                  </a:lnTo>
                  <a:lnTo>
                    <a:pt x="605" y="47"/>
                  </a:lnTo>
                  <a:lnTo>
                    <a:pt x="541" y="99"/>
                  </a:lnTo>
                  <a:lnTo>
                    <a:pt x="506" y="105"/>
                  </a:lnTo>
                  <a:lnTo>
                    <a:pt x="401" y="93"/>
                  </a:lnTo>
                  <a:lnTo>
                    <a:pt x="373" y="23"/>
                  </a:lnTo>
                  <a:lnTo>
                    <a:pt x="356" y="0"/>
                  </a:lnTo>
                  <a:close/>
                </a:path>
              </a:pathLst>
            </a:custGeom>
            <a:solidFill>
              <a:schemeClr val="hlink"/>
            </a:solidFill>
            <a:ln w="9525">
              <a:solidFill>
                <a:schemeClr val="hlink"/>
              </a:solidFill>
              <a:round/>
              <a:headEnd/>
              <a:tailEnd/>
            </a:ln>
          </p:spPr>
          <p:txBody>
            <a:bodyPr/>
            <a:lstStyle/>
            <a:p>
              <a:endParaRPr lang="ko-KR" altLang="en-US"/>
            </a:p>
          </p:txBody>
        </p:sp>
        <p:sp>
          <p:nvSpPr>
            <p:cNvPr id="418227" name="Freeform 900">
              <a:extLst>
                <a:ext uri="{FF2B5EF4-FFF2-40B4-BE49-F238E27FC236}">
                  <a16:creationId xmlns:a16="http://schemas.microsoft.com/office/drawing/2014/main" id="{08FD6777-4B98-FD1B-8FF7-4EF0E9DA9516}"/>
                </a:ext>
              </a:extLst>
            </p:cNvPr>
            <p:cNvSpPr>
              <a:spLocks/>
            </p:cNvSpPr>
            <p:nvPr/>
          </p:nvSpPr>
          <p:spPr bwMode="auto">
            <a:xfrm>
              <a:off x="2837" y="2783"/>
              <a:ext cx="123" cy="70"/>
            </a:xfrm>
            <a:custGeom>
              <a:avLst/>
              <a:gdLst>
                <a:gd name="T0" fmla="*/ 0 w 488"/>
                <a:gd name="T1" fmla="*/ 0 h 272"/>
                <a:gd name="T2" fmla="*/ 0 w 488"/>
                <a:gd name="T3" fmla="*/ 0 h 272"/>
                <a:gd name="T4" fmla="*/ 0 w 488"/>
                <a:gd name="T5" fmla="*/ 0 h 272"/>
                <a:gd name="T6" fmla="*/ 0 w 488"/>
                <a:gd name="T7" fmla="*/ 0 h 272"/>
                <a:gd name="T8" fmla="*/ 0 w 488"/>
                <a:gd name="T9" fmla="*/ 0 h 272"/>
                <a:gd name="T10" fmla="*/ 0 w 488"/>
                <a:gd name="T11" fmla="*/ 0 h 272"/>
                <a:gd name="T12" fmla="*/ 0 w 488"/>
                <a:gd name="T13" fmla="*/ 0 h 272"/>
                <a:gd name="T14" fmla="*/ 0 w 488"/>
                <a:gd name="T15" fmla="*/ 0 h 272"/>
                <a:gd name="T16" fmla="*/ 0 w 488"/>
                <a:gd name="T17" fmla="*/ 0 h 272"/>
                <a:gd name="T18" fmla="*/ 0 w 488"/>
                <a:gd name="T19" fmla="*/ 0 h 272"/>
                <a:gd name="T20" fmla="*/ 0 w 488"/>
                <a:gd name="T21" fmla="*/ 0 h 272"/>
                <a:gd name="T22" fmla="*/ 0 w 488"/>
                <a:gd name="T23" fmla="*/ 0 h 272"/>
                <a:gd name="T24" fmla="*/ 0 w 488"/>
                <a:gd name="T25" fmla="*/ 0 h 272"/>
                <a:gd name="T26" fmla="*/ 0 w 488"/>
                <a:gd name="T27" fmla="*/ 0 h 272"/>
                <a:gd name="T28" fmla="*/ 0 w 488"/>
                <a:gd name="T29" fmla="*/ 0 h 272"/>
                <a:gd name="T30" fmla="*/ 0 w 488"/>
                <a:gd name="T31" fmla="*/ 0 h 272"/>
                <a:gd name="T32" fmla="*/ 0 w 488"/>
                <a:gd name="T33" fmla="*/ 0 h 272"/>
                <a:gd name="T34" fmla="*/ 0 w 488"/>
                <a:gd name="T35" fmla="*/ 0 h 272"/>
                <a:gd name="T36" fmla="*/ 0 w 488"/>
                <a:gd name="T37" fmla="*/ 0 h 272"/>
                <a:gd name="T38" fmla="*/ 0 w 488"/>
                <a:gd name="T39" fmla="*/ 0 h 272"/>
                <a:gd name="T40" fmla="*/ 0 w 488"/>
                <a:gd name="T41" fmla="*/ 0 h 272"/>
                <a:gd name="T42" fmla="*/ 0 w 488"/>
                <a:gd name="T43" fmla="*/ 0 h 2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8" h="272">
                  <a:moveTo>
                    <a:pt x="0" y="0"/>
                  </a:moveTo>
                  <a:lnTo>
                    <a:pt x="0" y="47"/>
                  </a:lnTo>
                  <a:lnTo>
                    <a:pt x="0" y="92"/>
                  </a:lnTo>
                  <a:lnTo>
                    <a:pt x="93" y="186"/>
                  </a:lnTo>
                  <a:lnTo>
                    <a:pt x="116" y="209"/>
                  </a:lnTo>
                  <a:lnTo>
                    <a:pt x="203" y="209"/>
                  </a:lnTo>
                  <a:lnTo>
                    <a:pt x="273" y="249"/>
                  </a:lnTo>
                  <a:lnTo>
                    <a:pt x="314" y="272"/>
                  </a:lnTo>
                  <a:lnTo>
                    <a:pt x="337" y="272"/>
                  </a:lnTo>
                  <a:lnTo>
                    <a:pt x="429" y="272"/>
                  </a:lnTo>
                  <a:lnTo>
                    <a:pt x="459" y="272"/>
                  </a:lnTo>
                  <a:lnTo>
                    <a:pt x="488" y="226"/>
                  </a:lnTo>
                  <a:lnTo>
                    <a:pt x="488" y="186"/>
                  </a:lnTo>
                  <a:lnTo>
                    <a:pt x="407" y="186"/>
                  </a:lnTo>
                  <a:lnTo>
                    <a:pt x="384" y="162"/>
                  </a:lnTo>
                  <a:lnTo>
                    <a:pt x="360" y="122"/>
                  </a:lnTo>
                  <a:lnTo>
                    <a:pt x="319" y="122"/>
                  </a:lnTo>
                  <a:lnTo>
                    <a:pt x="279" y="134"/>
                  </a:lnTo>
                  <a:lnTo>
                    <a:pt x="192" y="92"/>
                  </a:lnTo>
                  <a:lnTo>
                    <a:pt x="128" y="47"/>
                  </a:lnTo>
                  <a:lnTo>
                    <a:pt x="63" y="23"/>
                  </a:lnTo>
                  <a:lnTo>
                    <a:pt x="0" y="0"/>
                  </a:lnTo>
                  <a:close/>
                </a:path>
              </a:pathLst>
            </a:custGeom>
            <a:solidFill>
              <a:schemeClr val="hlink"/>
            </a:solidFill>
            <a:ln w="9525">
              <a:solidFill>
                <a:schemeClr val="hlink"/>
              </a:solidFill>
              <a:round/>
              <a:headEnd/>
              <a:tailEnd/>
            </a:ln>
          </p:spPr>
          <p:txBody>
            <a:bodyPr/>
            <a:lstStyle/>
            <a:p>
              <a:endParaRPr lang="ko-KR" altLang="en-US"/>
            </a:p>
          </p:txBody>
        </p:sp>
        <p:sp>
          <p:nvSpPr>
            <p:cNvPr id="418228" name="Freeform 901">
              <a:extLst>
                <a:ext uri="{FF2B5EF4-FFF2-40B4-BE49-F238E27FC236}">
                  <a16:creationId xmlns:a16="http://schemas.microsoft.com/office/drawing/2014/main" id="{581C26E5-A567-40BB-4ADC-C45F296F516F}"/>
                </a:ext>
              </a:extLst>
            </p:cNvPr>
            <p:cNvSpPr>
              <a:spLocks/>
            </p:cNvSpPr>
            <p:nvPr/>
          </p:nvSpPr>
          <p:spPr bwMode="auto">
            <a:xfrm>
              <a:off x="2563" y="2680"/>
              <a:ext cx="202" cy="212"/>
            </a:xfrm>
            <a:custGeom>
              <a:avLst/>
              <a:gdLst>
                <a:gd name="T0" fmla="*/ 0 w 796"/>
                <a:gd name="T1" fmla="*/ 0 h 825"/>
                <a:gd name="T2" fmla="*/ 0 w 796"/>
                <a:gd name="T3" fmla="*/ 0 h 825"/>
                <a:gd name="T4" fmla="*/ 0 w 796"/>
                <a:gd name="T5" fmla="*/ 0 h 825"/>
                <a:gd name="T6" fmla="*/ 0 w 796"/>
                <a:gd name="T7" fmla="*/ 0 h 825"/>
                <a:gd name="T8" fmla="*/ 0 w 796"/>
                <a:gd name="T9" fmla="*/ 0 h 825"/>
                <a:gd name="T10" fmla="*/ 0 w 796"/>
                <a:gd name="T11" fmla="*/ 0 h 825"/>
                <a:gd name="T12" fmla="*/ 0 w 796"/>
                <a:gd name="T13" fmla="*/ 0 h 825"/>
                <a:gd name="T14" fmla="*/ 0 w 796"/>
                <a:gd name="T15" fmla="*/ 0 h 825"/>
                <a:gd name="T16" fmla="*/ 0 w 796"/>
                <a:gd name="T17" fmla="*/ 0 h 825"/>
                <a:gd name="T18" fmla="*/ 0 w 796"/>
                <a:gd name="T19" fmla="*/ 0 h 825"/>
                <a:gd name="T20" fmla="*/ 0 w 796"/>
                <a:gd name="T21" fmla="*/ 0 h 825"/>
                <a:gd name="T22" fmla="*/ 0 w 796"/>
                <a:gd name="T23" fmla="*/ 0 h 825"/>
                <a:gd name="T24" fmla="*/ 0 w 796"/>
                <a:gd name="T25" fmla="*/ 0 h 825"/>
                <a:gd name="T26" fmla="*/ 0 w 796"/>
                <a:gd name="T27" fmla="*/ 0 h 825"/>
                <a:gd name="T28" fmla="*/ 0 w 796"/>
                <a:gd name="T29" fmla="*/ 0 h 825"/>
                <a:gd name="T30" fmla="*/ 0 w 796"/>
                <a:gd name="T31" fmla="*/ 0 h 825"/>
                <a:gd name="T32" fmla="*/ 0 w 796"/>
                <a:gd name="T33" fmla="*/ 0 h 825"/>
                <a:gd name="T34" fmla="*/ 0 w 796"/>
                <a:gd name="T35" fmla="*/ 0 h 825"/>
                <a:gd name="T36" fmla="*/ 0 w 796"/>
                <a:gd name="T37" fmla="*/ 0 h 825"/>
                <a:gd name="T38" fmla="*/ 0 w 796"/>
                <a:gd name="T39" fmla="*/ 0 h 825"/>
                <a:gd name="T40" fmla="*/ 0 w 796"/>
                <a:gd name="T41" fmla="*/ 0 h 825"/>
                <a:gd name="T42" fmla="*/ 0 w 796"/>
                <a:gd name="T43" fmla="*/ 0 h 825"/>
                <a:gd name="T44" fmla="*/ 0 w 796"/>
                <a:gd name="T45" fmla="*/ 0 h 825"/>
                <a:gd name="T46" fmla="*/ 0 w 796"/>
                <a:gd name="T47" fmla="*/ 0 h 825"/>
                <a:gd name="T48" fmla="*/ 0 w 796"/>
                <a:gd name="T49" fmla="*/ 0 h 825"/>
                <a:gd name="T50" fmla="*/ 0 w 796"/>
                <a:gd name="T51" fmla="*/ 0 h 825"/>
                <a:gd name="T52" fmla="*/ 0 w 796"/>
                <a:gd name="T53" fmla="*/ 0 h 825"/>
                <a:gd name="T54" fmla="*/ 0 w 796"/>
                <a:gd name="T55" fmla="*/ 0 h 825"/>
                <a:gd name="T56" fmla="*/ 0 w 796"/>
                <a:gd name="T57" fmla="*/ 0 h 825"/>
                <a:gd name="T58" fmla="*/ 0 w 796"/>
                <a:gd name="T59" fmla="*/ 0 h 825"/>
                <a:gd name="T60" fmla="*/ 0 w 796"/>
                <a:gd name="T61" fmla="*/ 0 h 825"/>
                <a:gd name="T62" fmla="*/ 0 w 796"/>
                <a:gd name="T63" fmla="*/ 0 h 825"/>
                <a:gd name="T64" fmla="*/ 0 w 796"/>
                <a:gd name="T65" fmla="*/ 0 h 825"/>
                <a:gd name="T66" fmla="*/ 0 w 796"/>
                <a:gd name="T67" fmla="*/ 0 h 825"/>
                <a:gd name="T68" fmla="*/ 0 w 796"/>
                <a:gd name="T69" fmla="*/ 0 h 825"/>
                <a:gd name="T70" fmla="*/ 0 w 796"/>
                <a:gd name="T71" fmla="*/ 0 h 825"/>
                <a:gd name="T72" fmla="*/ 0 w 796"/>
                <a:gd name="T73" fmla="*/ 0 h 825"/>
                <a:gd name="T74" fmla="*/ 0 w 796"/>
                <a:gd name="T75" fmla="*/ 0 h 825"/>
                <a:gd name="T76" fmla="*/ 0 w 796"/>
                <a:gd name="T77" fmla="*/ 0 h 825"/>
                <a:gd name="T78" fmla="*/ 0 w 796"/>
                <a:gd name="T79" fmla="*/ 0 h 8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6" h="825">
                  <a:moveTo>
                    <a:pt x="611" y="0"/>
                  </a:moveTo>
                  <a:lnTo>
                    <a:pt x="546" y="17"/>
                  </a:lnTo>
                  <a:lnTo>
                    <a:pt x="524" y="17"/>
                  </a:lnTo>
                  <a:lnTo>
                    <a:pt x="517" y="92"/>
                  </a:lnTo>
                  <a:lnTo>
                    <a:pt x="500" y="157"/>
                  </a:lnTo>
                  <a:lnTo>
                    <a:pt x="477" y="157"/>
                  </a:lnTo>
                  <a:lnTo>
                    <a:pt x="436" y="267"/>
                  </a:lnTo>
                  <a:lnTo>
                    <a:pt x="389" y="296"/>
                  </a:lnTo>
                  <a:lnTo>
                    <a:pt x="360" y="354"/>
                  </a:lnTo>
                  <a:lnTo>
                    <a:pt x="250" y="360"/>
                  </a:lnTo>
                  <a:lnTo>
                    <a:pt x="250" y="448"/>
                  </a:lnTo>
                  <a:lnTo>
                    <a:pt x="163" y="471"/>
                  </a:lnTo>
                  <a:lnTo>
                    <a:pt x="93" y="448"/>
                  </a:lnTo>
                  <a:lnTo>
                    <a:pt x="0" y="424"/>
                  </a:lnTo>
                  <a:lnTo>
                    <a:pt x="0" y="493"/>
                  </a:lnTo>
                  <a:lnTo>
                    <a:pt x="93" y="563"/>
                  </a:lnTo>
                  <a:lnTo>
                    <a:pt x="93" y="627"/>
                  </a:lnTo>
                  <a:lnTo>
                    <a:pt x="46" y="627"/>
                  </a:lnTo>
                  <a:lnTo>
                    <a:pt x="23" y="720"/>
                  </a:lnTo>
                  <a:lnTo>
                    <a:pt x="116" y="720"/>
                  </a:lnTo>
                  <a:lnTo>
                    <a:pt x="297" y="720"/>
                  </a:lnTo>
                  <a:lnTo>
                    <a:pt x="343" y="760"/>
                  </a:lnTo>
                  <a:lnTo>
                    <a:pt x="412" y="825"/>
                  </a:lnTo>
                  <a:lnTo>
                    <a:pt x="412" y="784"/>
                  </a:lnTo>
                  <a:lnTo>
                    <a:pt x="454" y="802"/>
                  </a:lnTo>
                  <a:lnTo>
                    <a:pt x="517" y="825"/>
                  </a:lnTo>
                  <a:lnTo>
                    <a:pt x="587" y="784"/>
                  </a:lnTo>
                  <a:lnTo>
                    <a:pt x="500" y="627"/>
                  </a:lnTo>
                  <a:lnTo>
                    <a:pt x="564" y="610"/>
                  </a:lnTo>
                  <a:lnTo>
                    <a:pt x="634" y="587"/>
                  </a:lnTo>
                  <a:lnTo>
                    <a:pt x="750" y="401"/>
                  </a:lnTo>
                  <a:lnTo>
                    <a:pt x="750" y="360"/>
                  </a:lnTo>
                  <a:lnTo>
                    <a:pt x="796" y="267"/>
                  </a:lnTo>
                  <a:lnTo>
                    <a:pt x="703" y="244"/>
                  </a:lnTo>
                  <a:lnTo>
                    <a:pt x="663" y="244"/>
                  </a:lnTo>
                  <a:lnTo>
                    <a:pt x="634" y="169"/>
                  </a:lnTo>
                  <a:lnTo>
                    <a:pt x="680" y="110"/>
                  </a:lnTo>
                  <a:lnTo>
                    <a:pt x="622" y="52"/>
                  </a:lnTo>
                  <a:lnTo>
                    <a:pt x="611" y="17"/>
                  </a:lnTo>
                  <a:lnTo>
                    <a:pt x="611" y="0"/>
                  </a:lnTo>
                  <a:close/>
                </a:path>
              </a:pathLst>
            </a:custGeom>
            <a:solidFill>
              <a:schemeClr val="hlink"/>
            </a:solidFill>
            <a:ln w="9525">
              <a:solidFill>
                <a:schemeClr val="hlink"/>
              </a:solidFill>
              <a:round/>
              <a:headEnd/>
              <a:tailEnd/>
            </a:ln>
          </p:spPr>
          <p:txBody>
            <a:bodyPr/>
            <a:lstStyle/>
            <a:p>
              <a:endParaRPr lang="ko-KR" altLang="en-US"/>
            </a:p>
          </p:txBody>
        </p:sp>
        <p:sp>
          <p:nvSpPr>
            <p:cNvPr id="418229" name="Freeform 902">
              <a:extLst>
                <a:ext uri="{FF2B5EF4-FFF2-40B4-BE49-F238E27FC236}">
                  <a16:creationId xmlns:a16="http://schemas.microsoft.com/office/drawing/2014/main" id="{DAC89CE7-04CD-6402-22E1-E3CD0AE64C0E}"/>
                </a:ext>
              </a:extLst>
            </p:cNvPr>
            <p:cNvSpPr>
              <a:spLocks/>
            </p:cNvSpPr>
            <p:nvPr/>
          </p:nvSpPr>
          <p:spPr bwMode="auto">
            <a:xfrm>
              <a:off x="2541" y="2645"/>
              <a:ext cx="216" cy="156"/>
            </a:xfrm>
            <a:custGeom>
              <a:avLst/>
              <a:gdLst>
                <a:gd name="T0" fmla="*/ 0 w 855"/>
                <a:gd name="T1" fmla="*/ 0 h 611"/>
                <a:gd name="T2" fmla="*/ 0 w 855"/>
                <a:gd name="T3" fmla="*/ 0 h 611"/>
                <a:gd name="T4" fmla="*/ 0 w 855"/>
                <a:gd name="T5" fmla="*/ 0 h 611"/>
                <a:gd name="T6" fmla="*/ 0 w 855"/>
                <a:gd name="T7" fmla="*/ 0 h 611"/>
                <a:gd name="T8" fmla="*/ 0 w 855"/>
                <a:gd name="T9" fmla="*/ 0 h 611"/>
                <a:gd name="T10" fmla="*/ 0 w 855"/>
                <a:gd name="T11" fmla="*/ 0 h 611"/>
                <a:gd name="T12" fmla="*/ 0 w 855"/>
                <a:gd name="T13" fmla="*/ 0 h 611"/>
                <a:gd name="T14" fmla="*/ 0 w 855"/>
                <a:gd name="T15" fmla="*/ 0 h 611"/>
                <a:gd name="T16" fmla="*/ 0 w 855"/>
                <a:gd name="T17" fmla="*/ 0 h 611"/>
                <a:gd name="T18" fmla="*/ 0 w 855"/>
                <a:gd name="T19" fmla="*/ 0 h 611"/>
                <a:gd name="T20" fmla="*/ 0 w 855"/>
                <a:gd name="T21" fmla="*/ 0 h 611"/>
                <a:gd name="T22" fmla="*/ 0 w 855"/>
                <a:gd name="T23" fmla="*/ 0 h 611"/>
                <a:gd name="T24" fmla="*/ 0 w 855"/>
                <a:gd name="T25" fmla="*/ 0 h 611"/>
                <a:gd name="T26" fmla="*/ 0 w 855"/>
                <a:gd name="T27" fmla="*/ 0 h 611"/>
                <a:gd name="T28" fmla="*/ 0 w 855"/>
                <a:gd name="T29" fmla="*/ 0 h 611"/>
                <a:gd name="T30" fmla="*/ 0 w 855"/>
                <a:gd name="T31" fmla="*/ 0 h 611"/>
                <a:gd name="T32" fmla="*/ 0 w 855"/>
                <a:gd name="T33" fmla="*/ 0 h 611"/>
                <a:gd name="T34" fmla="*/ 0 w 855"/>
                <a:gd name="T35" fmla="*/ 0 h 611"/>
                <a:gd name="T36" fmla="*/ 0 w 855"/>
                <a:gd name="T37" fmla="*/ 0 h 611"/>
                <a:gd name="T38" fmla="*/ 0 w 855"/>
                <a:gd name="T39" fmla="*/ 0 h 611"/>
                <a:gd name="T40" fmla="*/ 0 w 855"/>
                <a:gd name="T41" fmla="*/ 0 h 611"/>
                <a:gd name="T42" fmla="*/ 0 w 855"/>
                <a:gd name="T43" fmla="*/ 0 h 611"/>
                <a:gd name="T44" fmla="*/ 0 w 855"/>
                <a:gd name="T45" fmla="*/ 0 h 611"/>
                <a:gd name="T46" fmla="*/ 0 w 855"/>
                <a:gd name="T47" fmla="*/ 0 h 611"/>
                <a:gd name="T48" fmla="*/ 0 w 855"/>
                <a:gd name="T49" fmla="*/ 0 h 611"/>
                <a:gd name="T50" fmla="*/ 0 w 855"/>
                <a:gd name="T51" fmla="*/ 0 h 611"/>
                <a:gd name="T52" fmla="*/ 0 w 855"/>
                <a:gd name="T53" fmla="*/ 0 h 611"/>
                <a:gd name="T54" fmla="*/ 0 w 855"/>
                <a:gd name="T55" fmla="*/ 0 h 611"/>
                <a:gd name="T56" fmla="*/ 0 w 855"/>
                <a:gd name="T57" fmla="*/ 0 h 611"/>
                <a:gd name="T58" fmla="*/ 0 w 855"/>
                <a:gd name="T59" fmla="*/ 0 h 611"/>
                <a:gd name="T60" fmla="*/ 0 w 855"/>
                <a:gd name="T61" fmla="*/ 0 h 611"/>
                <a:gd name="T62" fmla="*/ 0 w 855"/>
                <a:gd name="T63" fmla="*/ 0 h 611"/>
                <a:gd name="T64" fmla="*/ 0 w 855"/>
                <a:gd name="T65" fmla="*/ 0 h 6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55" h="611">
                  <a:moveTo>
                    <a:pt x="63" y="169"/>
                  </a:moveTo>
                  <a:lnTo>
                    <a:pt x="18" y="274"/>
                  </a:lnTo>
                  <a:lnTo>
                    <a:pt x="46" y="344"/>
                  </a:lnTo>
                  <a:lnTo>
                    <a:pt x="0" y="431"/>
                  </a:lnTo>
                  <a:lnTo>
                    <a:pt x="46" y="476"/>
                  </a:lnTo>
                  <a:lnTo>
                    <a:pt x="110" y="476"/>
                  </a:lnTo>
                  <a:lnTo>
                    <a:pt x="110" y="541"/>
                  </a:lnTo>
                  <a:lnTo>
                    <a:pt x="87" y="564"/>
                  </a:lnTo>
                  <a:lnTo>
                    <a:pt x="250" y="611"/>
                  </a:lnTo>
                  <a:lnTo>
                    <a:pt x="337" y="588"/>
                  </a:lnTo>
                  <a:lnTo>
                    <a:pt x="337" y="500"/>
                  </a:lnTo>
                  <a:lnTo>
                    <a:pt x="454" y="500"/>
                  </a:lnTo>
                  <a:lnTo>
                    <a:pt x="476" y="431"/>
                  </a:lnTo>
                  <a:lnTo>
                    <a:pt x="523" y="407"/>
                  </a:lnTo>
                  <a:lnTo>
                    <a:pt x="564" y="297"/>
                  </a:lnTo>
                  <a:lnTo>
                    <a:pt x="587" y="297"/>
                  </a:lnTo>
                  <a:lnTo>
                    <a:pt x="611" y="227"/>
                  </a:lnTo>
                  <a:lnTo>
                    <a:pt x="611" y="157"/>
                  </a:lnTo>
                  <a:lnTo>
                    <a:pt x="633" y="157"/>
                  </a:lnTo>
                  <a:lnTo>
                    <a:pt x="698" y="140"/>
                  </a:lnTo>
                  <a:lnTo>
                    <a:pt x="721" y="117"/>
                  </a:lnTo>
                  <a:lnTo>
                    <a:pt x="855" y="70"/>
                  </a:lnTo>
                  <a:lnTo>
                    <a:pt x="825" y="0"/>
                  </a:lnTo>
                  <a:lnTo>
                    <a:pt x="715" y="30"/>
                  </a:lnTo>
                  <a:lnTo>
                    <a:pt x="651" y="41"/>
                  </a:lnTo>
                  <a:lnTo>
                    <a:pt x="611" y="6"/>
                  </a:lnTo>
                  <a:lnTo>
                    <a:pt x="499" y="47"/>
                  </a:lnTo>
                  <a:lnTo>
                    <a:pt x="389" y="30"/>
                  </a:lnTo>
                  <a:lnTo>
                    <a:pt x="279" y="105"/>
                  </a:lnTo>
                  <a:lnTo>
                    <a:pt x="227" y="145"/>
                  </a:lnTo>
                  <a:lnTo>
                    <a:pt x="140" y="204"/>
                  </a:lnTo>
                  <a:lnTo>
                    <a:pt x="93" y="180"/>
                  </a:lnTo>
                  <a:lnTo>
                    <a:pt x="63" y="169"/>
                  </a:lnTo>
                  <a:close/>
                </a:path>
              </a:pathLst>
            </a:custGeom>
            <a:solidFill>
              <a:schemeClr val="hlink"/>
            </a:solidFill>
            <a:ln w="9525">
              <a:solidFill>
                <a:schemeClr val="hlink"/>
              </a:solidFill>
              <a:round/>
              <a:headEnd/>
              <a:tailEnd/>
            </a:ln>
          </p:spPr>
          <p:txBody>
            <a:bodyPr/>
            <a:lstStyle/>
            <a:p>
              <a:endParaRPr lang="ko-KR" altLang="en-US"/>
            </a:p>
          </p:txBody>
        </p:sp>
        <p:sp>
          <p:nvSpPr>
            <p:cNvPr id="418230" name="Freeform 903">
              <a:extLst>
                <a:ext uri="{FF2B5EF4-FFF2-40B4-BE49-F238E27FC236}">
                  <a16:creationId xmlns:a16="http://schemas.microsoft.com/office/drawing/2014/main" id="{511345CE-367B-EB5A-7509-80594687B804}"/>
                </a:ext>
              </a:extLst>
            </p:cNvPr>
            <p:cNvSpPr>
              <a:spLocks/>
            </p:cNvSpPr>
            <p:nvPr/>
          </p:nvSpPr>
          <p:spPr bwMode="auto">
            <a:xfrm>
              <a:off x="2309" y="2612"/>
              <a:ext cx="278" cy="253"/>
            </a:xfrm>
            <a:custGeom>
              <a:avLst/>
              <a:gdLst>
                <a:gd name="T0" fmla="*/ 0 w 1104"/>
                <a:gd name="T1" fmla="*/ 0 h 982"/>
                <a:gd name="T2" fmla="*/ 0 w 1104"/>
                <a:gd name="T3" fmla="*/ 0 h 982"/>
                <a:gd name="T4" fmla="*/ 0 w 1104"/>
                <a:gd name="T5" fmla="*/ 0 h 982"/>
                <a:gd name="T6" fmla="*/ 0 w 1104"/>
                <a:gd name="T7" fmla="*/ 0 h 982"/>
                <a:gd name="T8" fmla="*/ 0 w 1104"/>
                <a:gd name="T9" fmla="*/ 0 h 982"/>
                <a:gd name="T10" fmla="*/ 0 w 1104"/>
                <a:gd name="T11" fmla="*/ 0 h 982"/>
                <a:gd name="T12" fmla="*/ 0 w 1104"/>
                <a:gd name="T13" fmla="*/ 0 h 982"/>
                <a:gd name="T14" fmla="*/ 0 w 1104"/>
                <a:gd name="T15" fmla="*/ 0 h 982"/>
                <a:gd name="T16" fmla="*/ 0 w 1104"/>
                <a:gd name="T17" fmla="*/ 0 h 982"/>
                <a:gd name="T18" fmla="*/ 0 w 1104"/>
                <a:gd name="T19" fmla="*/ 0 h 982"/>
                <a:gd name="T20" fmla="*/ 0 w 1104"/>
                <a:gd name="T21" fmla="*/ 0 h 982"/>
                <a:gd name="T22" fmla="*/ 0 w 1104"/>
                <a:gd name="T23" fmla="*/ 0 h 982"/>
                <a:gd name="T24" fmla="*/ 0 w 1104"/>
                <a:gd name="T25" fmla="*/ 0 h 982"/>
                <a:gd name="T26" fmla="*/ 0 w 1104"/>
                <a:gd name="T27" fmla="*/ 0 h 982"/>
                <a:gd name="T28" fmla="*/ 0 w 1104"/>
                <a:gd name="T29" fmla="*/ 0 h 982"/>
                <a:gd name="T30" fmla="*/ 0 w 1104"/>
                <a:gd name="T31" fmla="*/ 0 h 982"/>
                <a:gd name="T32" fmla="*/ 0 w 1104"/>
                <a:gd name="T33" fmla="*/ 0 h 982"/>
                <a:gd name="T34" fmla="*/ 0 w 1104"/>
                <a:gd name="T35" fmla="*/ 0 h 982"/>
                <a:gd name="T36" fmla="*/ 0 w 1104"/>
                <a:gd name="T37" fmla="*/ 0 h 982"/>
                <a:gd name="T38" fmla="*/ 0 w 1104"/>
                <a:gd name="T39" fmla="*/ 0 h 982"/>
                <a:gd name="T40" fmla="*/ 0 w 1104"/>
                <a:gd name="T41" fmla="*/ 0 h 982"/>
                <a:gd name="T42" fmla="*/ 0 w 1104"/>
                <a:gd name="T43" fmla="*/ 0 h 982"/>
                <a:gd name="T44" fmla="*/ 0 w 1104"/>
                <a:gd name="T45" fmla="*/ 0 h 982"/>
                <a:gd name="T46" fmla="*/ 0 w 1104"/>
                <a:gd name="T47" fmla="*/ 0 h 982"/>
                <a:gd name="T48" fmla="*/ 0 w 1104"/>
                <a:gd name="T49" fmla="*/ 0 h 982"/>
                <a:gd name="T50" fmla="*/ 0 w 1104"/>
                <a:gd name="T51" fmla="*/ 0 h 982"/>
                <a:gd name="T52" fmla="*/ 0 w 1104"/>
                <a:gd name="T53" fmla="*/ 0 h 982"/>
                <a:gd name="T54" fmla="*/ 0 w 1104"/>
                <a:gd name="T55" fmla="*/ 0 h 982"/>
                <a:gd name="T56" fmla="*/ 0 w 1104"/>
                <a:gd name="T57" fmla="*/ 0 h 982"/>
                <a:gd name="T58" fmla="*/ 0 w 1104"/>
                <a:gd name="T59" fmla="*/ 0 h 982"/>
                <a:gd name="T60" fmla="*/ 0 w 1104"/>
                <a:gd name="T61" fmla="*/ 0 h 982"/>
                <a:gd name="T62" fmla="*/ 0 w 1104"/>
                <a:gd name="T63" fmla="*/ 0 h 982"/>
                <a:gd name="T64" fmla="*/ 0 w 1104"/>
                <a:gd name="T65" fmla="*/ 0 h 982"/>
                <a:gd name="T66" fmla="*/ 0 w 1104"/>
                <a:gd name="T67" fmla="*/ 0 h 982"/>
                <a:gd name="T68" fmla="*/ 0 w 1104"/>
                <a:gd name="T69" fmla="*/ 0 h 982"/>
                <a:gd name="T70" fmla="*/ 0 w 1104"/>
                <a:gd name="T71" fmla="*/ 0 h 982"/>
                <a:gd name="T72" fmla="*/ 0 w 1104"/>
                <a:gd name="T73" fmla="*/ 0 h 982"/>
                <a:gd name="T74" fmla="*/ 0 w 1104"/>
                <a:gd name="T75" fmla="*/ 0 h 982"/>
                <a:gd name="T76" fmla="*/ 0 w 1104"/>
                <a:gd name="T77" fmla="*/ 0 h 982"/>
                <a:gd name="T78" fmla="*/ 0 w 1104"/>
                <a:gd name="T79" fmla="*/ 0 h 982"/>
                <a:gd name="T80" fmla="*/ 0 w 1104"/>
                <a:gd name="T81" fmla="*/ 0 h 982"/>
                <a:gd name="T82" fmla="*/ 0 w 1104"/>
                <a:gd name="T83" fmla="*/ 0 h 982"/>
                <a:gd name="T84" fmla="*/ 0 w 1104"/>
                <a:gd name="T85" fmla="*/ 0 h 982"/>
                <a:gd name="T86" fmla="*/ 0 w 1104"/>
                <a:gd name="T87" fmla="*/ 0 h 982"/>
                <a:gd name="T88" fmla="*/ 0 w 1104"/>
                <a:gd name="T89" fmla="*/ 0 h 982"/>
                <a:gd name="T90" fmla="*/ 0 w 1104"/>
                <a:gd name="T91" fmla="*/ 0 h 9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04" h="982">
                  <a:moveTo>
                    <a:pt x="17" y="0"/>
                  </a:moveTo>
                  <a:lnTo>
                    <a:pt x="0" y="100"/>
                  </a:lnTo>
                  <a:lnTo>
                    <a:pt x="0" y="145"/>
                  </a:lnTo>
                  <a:lnTo>
                    <a:pt x="70" y="262"/>
                  </a:lnTo>
                  <a:lnTo>
                    <a:pt x="157" y="279"/>
                  </a:lnTo>
                  <a:lnTo>
                    <a:pt x="110" y="372"/>
                  </a:lnTo>
                  <a:lnTo>
                    <a:pt x="134" y="442"/>
                  </a:lnTo>
                  <a:lnTo>
                    <a:pt x="227" y="466"/>
                  </a:lnTo>
                  <a:lnTo>
                    <a:pt x="249" y="576"/>
                  </a:lnTo>
                  <a:lnTo>
                    <a:pt x="314" y="663"/>
                  </a:lnTo>
                  <a:lnTo>
                    <a:pt x="383" y="686"/>
                  </a:lnTo>
                  <a:lnTo>
                    <a:pt x="430" y="779"/>
                  </a:lnTo>
                  <a:lnTo>
                    <a:pt x="471" y="802"/>
                  </a:lnTo>
                  <a:lnTo>
                    <a:pt x="586" y="872"/>
                  </a:lnTo>
                  <a:lnTo>
                    <a:pt x="651" y="889"/>
                  </a:lnTo>
                  <a:lnTo>
                    <a:pt x="767" y="872"/>
                  </a:lnTo>
                  <a:lnTo>
                    <a:pt x="790" y="935"/>
                  </a:lnTo>
                  <a:lnTo>
                    <a:pt x="947" y="959"/>
                  </a:lnTo>
                  <a:lnTo>
                    <a:pt x="1052" y="982"/>
                  </a:lnTo>
                  <a:lnTo>
                    <a:pt x="1057" y="907"/>
                  </a:lnTo>
                  <a:lnTo>
                    <a:pt x="1104" y="883"/>
                  </a:lnTo>
                  <a:lnTo>
                    <a:pt x="1104" y="825"/>
                  </a:lnTo>
                  <a:lnTo>
                    <a:pt x="1011" y="755"/>
                  </a:lnTo>
                  <a:lnTo>
                    <a:pt x="1011" y="686"/>
                  </a:lnTo>
                  <a:lnTo>
                    <a:pt x="1034" y="663"/>
                  </a:lnTo>
                  <a:lnTo>
                    <a:pt x="1034" y="598"/>
                  </a:lnTo>
                  <a:lnTo>
                    <a:pt x="970" y="598"/>
                  </a:lnTo>
                  <a:lnTo>
                    <a:pt x="924" y="553"/>
                  </a:lnTo>
                  <a:lnTo>
                    <a:pt x="970" y="471"/>
                  </a:lnTo>
                  <a:lnTo>
                    <a:pt x="947" y="396"/>
                  </a:lnTo>
                  <a:lnTo>
                    <a:pt x="987" y="279"/>
                  </a:lnTo>
                  <a:lnTo>
                    <a:pt x="970" y="215"/>
                  </a:lnTo>
                  <a:lnTo>
                    <a:pt x="900" y="145"/>
                  </a:lnTo>
                  <a:lnTo>
                    <a:pt x="767" y="128"/>
                  </a:lnTo>
                  <a:lnTo>
                    <a:pt x="685" y="122"/>
                  </a:lnTo>
                  <a:lnTo>
                    <a:pt x="639" y="128"/>
                  </a:lnTo>
                  <a:lnTo>
                    <a:pt x="586" y="145"/>
                  </a:lnTo>
                  <a:lnTo>
                    <a:pt x="581" y="192"/>
                  </a:lnTo>
                  <a:lnTo>
                    <a:pt x="453" y="215"/>
                  </a:lnTo>
                  <a:lnTo>
                    <a:pt x="361" y="169"/>
                  </a:lnTo>
                  <a:lnTo>
                    <a:pt x="267" y="58"/>
                  </a:lnTo>
                  <a:lnTo>
                    <a:pt x="244" y="35"/>
                  </a:lnTo>
                  <a:lnTo>
                    <a:pt x="122" y="82"/>
                  </a:lnTo>
                  <a:lnTo>
                    <a:pt x="64" y="0"/>
                  </a:lnTo>
                  <a:lnTo>
                    <a:pt x="40" y="0"/>
                  </a:lnTo>
                  <a:lnTo>
                    <a:pt x="17" y="0"/>
                  </a:lnTo>
                  <a:close/>
                </a:path>
              </a:pathLst>
            </a:custGeom>
            <a:solidFill>
              <a:schemeClr val="hlink"/>
            </a:solidFill>
            <a:ln w="9525">
              <a:solidFill>
                <a:schemeClr val="hlink"/>
              </a:solidFill>
              <a:round/>
              <a:headEnd/>
              <a:tailEnd/>
            </a:ln>
          </p:spPr>
          <p:txBody>
            <a:bodyPr/>
            <a:lstStyle/>
            <a:p>
              <a:endParaRPr lang="ko-KR" altLang="en-US"/>
            </a:p>
          </p:txBody>
        </p:sp>
        <p:sp>
          <p:nvSpPr>
            <p:cNvPr id="418231" name="Freeform 904">
              <a:extLst>
                <a:ext uri="{FF2B5EF4-FFF2-40B4-BE49-F238E27FC236}">
                  <a16:creationId xmlns:a16="http://schemas.microsoft.com/office/drawing/2014/main" id="{4DA1FED6-5403-0C40-CB4E-D828B83BEB4E}"/>
                </a:ext>
              </a:extLst>
            </p:cNvPr>
            <p:cNvSpPr>
              <a:spLocks/>
            </p:cNvSpPr>
            <p:nvPr/>
          </p:nvSpPr>
          <p:spPr bwMode="auto">
            <a:xfrm>
              <a:off x="2418" y="2836"/>
              <a:ext cx="10" cy="17"/>
            </a:xfrm>
            <a:custGeom>
              <a:avLst/>
              <a:gdLst>
                <a:gd name="T0" fmla="*/ 0 w 41"/>
                <a:gd name="T1" fmla="*/ 0 h 63"/>
                <a:gd name="T2" fmla="*/ 0 w 41"/>
                <a:gd name="T3" fmla="*/ 0 h 63"/>
                <a:gd name="T4" fmla="*/ 0 w 41"/>
                <a:gd name="T5" fmla="*/ 0 h 63"/>
                <a:gd name="T6" fmla="*/ 0 w 41"/>
                <a:gd name="T7" fmla="*/ 0 h 63"/>
                <a:gd name="T8" fmla="*/ 0 w 41"/>
                <a:gd name="T9" fmla="*/ 0 h 63"/>
                <a:gd name="T10" fmla="*/ 0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40"/>
                  </a:moveTo>
                  <a:lnTo>
                    <a:pt x="23" y="0"/>
                  </a:lnTo>
                  <a:lnTo>
                    <a:pt x="0" y="0"/>
                  </a:lnTo>
                  <a:lnTo>
                    <a:pt x="0" y="40"/>
                  </a:lnTo>
                  <a:lnTo>
                    <a:pt x="41" y="63"/>
                  </a:lnTo>
                  <a:lnTo>
                    <a:pt x="41" y="40"/>
                  </a:lnTo>
                  <a:close/>
                </a:path>
              </a:pathLst>
            </a:custGeom>
            <a:solidFill>
              <a:schemeClr val="hlink"/>
            </a:solidFill>
            <a:ln w="9525">
              <a:solidFill>
                <a:schemeClr val="hlink"/>
              </a:solidFill>
              <a:round/>
              <a:headEnd/>
              <a:tailEnd/>
            </a:ln>
          </p:spPr>
          <p:txBody>
            <a:bodyPr/>
            <a:lstStyle/>
            <a:p>
              <a:endParaRPr lang="ko-KR" altLang="en-US"/>
            </a:p>
          </p:txBody>
        </p:sp>
        <p:sp>
          <p:nvSpPr>
            <p:cNvPr id="418232" name="Freeform 905">
              <a:extLst>
                <a:ext uri="{FF2B5EF4-FFF2-40B4-BE49-F238E27FC236}">
                  <a16:creationId xmlns:a16="http://schemas.microsoft.com/office/drawing/2014/main" id="{688DC2FA-60F1-E81A-B917-3737A73D923F}"/>
                </a:ext>
              </a:extLst>
            </p:cNvPr>
            <p:cNvSpPr>
              <a:spLocks/>
            </p:cNvSpPr>
            <p:nvPr/>
          </p:nvSpPr>
          <p:spPr bwMode="auto">
            <a:xfrm>
              <a:off x="2176" y="2754"/>
              <a:ext cx="302" cy="261"/>
            </a:xfrm>
            <a:custGeom>
              <a:avLst/>
              <a:gdLst>
                <a:gd name="T0" fmla="*/ 0 w 1196"/>
                <a:gd name="T1" fmla="*/ 0 h 1010"/>
                <a:gd name="T2" fmla="*/ 0 w 1196"/>
                <a:gd name="T3" fmla="*/ 0 h 1010"/>
                <a:gd name="T4" fmla="*/ 0 w 1196"/>
                <a:gd name="T5" fmla="*/ 0 h 1010"/>
                <a:gd name="T6" fmla="*/ 0 w 1196"/>
                <a:gd name="T7" fmla="*/ 0 h 1010"/>
                <a:gd name="T8" fmla="*/ 0 w 1196"/>
                <a:gd name="T9" fmla="*/ 0 h 1010"/>
                <a:gd name="T10" fmla="*/ 0 w 1196"/>
                <a:gd name="T11" fmla="*/ 0 h 1010"/>
                <a:gd name="T12" fmla="*/ 0 w 1196"/>
                <a:gd name="T13" fmla="*/ 0 h 1010"/>
                <a:gd name="T14" fmla="*/ 0 w 1196"/>
                <a:gd name="T15" fmla="*/ 0 h 1010"/>
                <a:gd name="T16" fmla="*/ 0 w 1196"/>
                <a:gd name="T17" fmla="*/ 0 h 1010"/>
                <a:gd name="T18" fmla="*/ 0 w 1196"/>
                <a:gd name="T19" fmla="*/ 0 h 1010"/>
                <a:gd name="T20" fmla="*/ 0 w 1196"/>
                <a:gd name="T21" fmla="*/ 0 h 1010"/>
                <a:gd name="T22" fmla="*/ 0 w 1196"/>
                <a:gd name="T23" fmla="*/ 0 h 1010"/>
                <a:gd name="T24" fmla="*/ 0 w 1196"/>
                <a:gd name="T25" fmla="*/ 0 h 1010"/>
                <a:gd name="T26" fmla="*/ 0 w 1196"/>
                <a:gd name="T27" fmla="*/ 0 h 1010"/>
                <a:gd name="T28" fmla="*/ 0 w 1196"/>
                <a:gd name="T29" fmla="*/ 0 h 1010"/>
                <a:gd name="T30" fmla="*/ 0 w 1196"/>
                <a:gd name="T31" fmla="*/ 0 h 1010"/>
                <a:gd name="T32" fmla="*/ 0 w 1196"/>
                <a:gd name="T33" fmla="*/ 0 h 1010"/>
                <a:gd name="T34" fmla="*/ 0 w 1196"/>
                <a:gd name="T35" fmla="*/ 0 h 1010"/>
                <a:gd name="T36" fmla="*/ 0 w 1196"/>
                <a:gd name="T37" fmla="*/ 0 h 1010"/>
                <a:gd name="T38" fmla="*/ 0 w 1196"/>
                <a:gd name="T39" fmla="*/ 0 h 1010"/>
                <a:gd name="T40" fmla="*/ 0 w 1196"/>
                <a:gd name="T41" fmla="*/ 0 h 1010"/>
                <a:gd name="T42" fmla="*/ 0 w 1196"/>
                <a:gd name="T43" fmla="*/ 0 h 1010"/>
                <a:gd name="T44" fmla="*/ 0 w 1196"/>
                <a:gd name="T45" fmla="*/ 0 h 1010"/>
                <a:gd name="T46" fmla="*/ 0 w 1196"/>
                <a:gd name="T47" fmla="*/ 0 h 1010"/>
                <a:gd name="T48" fmla="*/ 0 w 1196"/>
                <a:gd name="T49" fmla="*/ 0 h 1010"/>
                <a:gd name="T50" fmla="*/ 0 w 1196"/>
                <a:gd name="T51" fmla="*/ 0 h 1010"/>
                <a:gd name="T52" fmla="*/ 0 w 1196"/>
                <a:gd name="T53" fmla="*/ 0 h 1010"/>
                <a:gd name="T54" fmla="*/ 0 w 1196"/>
                <a:gd name="T55" fmla="*/ 0 h 1010"/>
                <a:gd name="T56" fmla="*/ 0 w 1196"/>
                <a:gd name="T57" fmla="*/ 0 h 1010"/>
                <a:gd name="T58" fmla="*/ 0 w 1196"/>
                <a:gd name="T59" fmla="*/ 0 h 1010"/>
                <a:gd name="T60" fmla="*/ 0 w 1196"/>
                <a:gd name="T61" fmla="*/ 0 h 1010"/>
                <a:gd name="T62" fmla="*/ 0 w 1196"/>
                <a:gd name="T63" fmla="*/ 0 h 1010"/>
                <a:gd name="T64" fmla="*/ 0 w 1196"/>
                <a:gd name="T65" fmla="*/ 0 h 1010"/>
                <a:gd name="T66" fmla="*/ 0 w 1196"/>
                <a:gd name="T67" fmla="*/ 0 h 1010"/>
                <a:gd name="T68" fmla="*/ 0 w 1196"/>
                <a:gd name="T69" fmla="*/ 0 h 1010"/>
                <a:gd name="T70" fmla="*/ 0 w 1196"/>
                <a:gd name="T71" fmla="*/ 0 h 1010"/>
                <a:gd name="T72" fmla="*/ 0 w 1196"/>
                <a:gd name="T73" fmla="*/ 0 h 1010"/>
                <a:gd name="T74" fmla="*/ 0 w 1196"/>
                <a:gd name="T75" fmla="*/ 0 h 1010"/>
                <a:gd name="T76" fmla="*/ 0 w 1196"/>
                <a:gd name="T77" fmla="*/ 0 h 10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96" h="1010">
                  <a:moveTo>
                    <a:pt x="0" y="157"/>
                  </a:moveTo>
                  <a:lnTo>
                    <a:pt x="0" y="226"/>
                  </a:lnTo>
                  <a:lnTo>
                    <a:pt x="46" y="272"/>
                  </a:lnTo>
                  <a:lnTo>
                    <a:pt x="162" y="406"/>
                  </a:lnTo>
                  <a:lnTo>
                    <a:pt x="186" y="446"/>
                  </a:lnTo>
                  <a:lnTo>
                    <a:pt x="226" y="626"/>
                  </a:lnTo>
                  <a:lnTo>
                    <a:pt x="366" y="807"/>
                  </a:lnTo>
                  <a:lnTo>
                    <a:pt x="453" y="1010"/>
                  </a:lnTo>
                  <a:lnTo>
                    <a:pt x="500" y="975"/>
                  </a:lnTo>
                  <a:lnTo>
                    <a:pt x="500" y="923"/>
                  </a:lnTo>
                  <a:lnTo>
                    <a:pt x="587" y="917"/>
                  </a:lnTo>
                  <a:lnTo>
                    <a:pt x="639" y="940"/>
                  </a:lnTo>
                  <a:lnTo>
                    <a:pt x="668" y="957"/>
                  </a:lnTo>
                  <a:lnTo>
                    <a:pt x="727" y="987"/>
                  </a:lnTo>
                  <a:lnTo>
                    <a:pt x="744" y="987"/>
                  </a:lnTo>
                  <a:lnTo>
                    <a:pt x="790" y="877"/>
                  </a:lnTo>
                  <a:lnTo>
                    <a:pt x="1133" y="783"/>
                  </a:lnTo>
                  <a:lnTo>
                    <a:pt x="1174" y="783"/>
                  </a:lnTo>
                  <a:lnTo>
                    <a:pt x="1196" y="673"/>
                  </a:lnTo>
                  <a:lnTo>
                    <a:pt x="1174" y="603"/>
                  </a:lnTo>
                  <a:lnTo>
                    <a:pt x="953" y="580"/>
                  </a:lnTo>
                  <a:lnTo>
                    <a:pt x="884" y="446"/>
                  </a:lnTo>
                  <a:lnTo>
                    <a:pt x="906" y="296"/>
                  </a:lnTo>
                  <a:lnTo>
                    <a:pt x="837" y="226"/>
                  </a:lnTo>
                  <a:lnTo>
                    <a:pt x="772" y="226"/>
                  </a:lnTo>
                  <a:lnTo>
                    <a:pt x="680" y="180"/>
                  </a:lnTo>
                  <a:lnTo>
                    <a:pt x="570" y="226"/>
                  </a:lnTo>
                  <a:lnTo>
                    <a:pt x="500" y="133"/>
                  </a:lnTo>
                  <a:lnTo>
                    <a:pt x="500" y="110"/>
                  </a:lnTo>
                  <a:lnTo>
                    <a:pt x="383" y="0"/>
                  </a:lnTo>
                  <a:lnTo>
                    <a:pt x="343" y="0"/>
                  </a:lnTo>
                  <a:lnTo>
                    <a:pt x="162" y="23"/>
                  </a:lnTo>
                  <a:lnTo>
                    <a:pt x="162" y="69"/>
                  </a:lnTo>
                  <a:lnTo>
                    <a:pt x="249" y="92"/>
                  </a:lnTo>
                  <a:lnTo>
                    <a:pt x="226" y="157"/>
                  </a:lnTo>
                  <a:lnTo>
                    <a:pt x="157" y="157"/>
                  </a:lnTo>
                  <a:lnTo>
                    <a:pt x="116" y="180"/>
                  </a:lnTo>
                  <a:lnTo>
                    <a:pt x="46" y="168"/>
                  </a:lnTo>
                  <a:lnTo>
                    <a:pt x="0" y="157"/>
                  </a:lnTo>
                  <a:close/>
                </a:path>
              </a:pathLst>
            </a:custGeom>
            <a:solidFill>
              <a:schemeClr val="hlink"/>
            </a:solidFill>
            <a:ln w="9525">
              <a:solidFill>
                <a:schemeClr val="hlink"/>
              </a:solidFill>
              <a:round/>
              <a:headEnd/>
              <a:tailEnd/>
            </a:ln>
          </p:spPr>
          <p:txBody>
            <a:bodyPr/>
            <a:lstStyle/>
            <a:p>
              <a:endParaRPr lang="ko-KR" altLang="en-US"/>
            </a:p>
          </p:txBody>
        </p:sp>
        <p:sp>
          <p:nvSpPr>
            <p:cNvPr id="418233" name="Freeform 906">
              <a:extLst>
                <a:ext uri="{FF2B5EF4-FFF2-40B4-BE49-F238E27FC236}">
                  <a16:creationId xmlns:a16="http://schemas.microsoft.com/office/drawing/2014/main" id="{E9CB49A9-76AB-A78C-D702-301A186B6E28}"/>
                </a:ext>
              </a:extLst>
            </p:cNvPr>
            <p:cNvSpPr>
              <a:spLocks/>
            </p:cNvSpPr>
            <p:nvPr/>
          </p:nvSpPr>
          <p:spPr bwMode="auto">
            <a:xfrm>
              <a:off x="2291" y="2993"/>
              <a:ext cx="72" cy="61"/>
            </a:xfrm>
            <a:custGeom>
              <a:avLst/>
              <a:gdLst>
                <a:gd name="T0" fmla="*/ 0 w 291"/>
                <a:gd name="T1" fmla="*/ 0 h 244"/>
                <a:gd name="T2" fmla="*/ 0 w 291"/>
                <a:gd name="T3" fmla="*/ 0 h 244"/>
                <a:gd name="T4" fmla="*/ 0 w 291"/>
                <a:gd name="T5" fmla="*/ 0 h 244"/>
                <a:gd name="T6" fmla="*/ 0 w 291"/>
                <a:gd name="T7" fmla="*/ 0 h 244"/>
                <a:gd name="T8" fmla="*/ 0 w 291"/>
                <a:gd name="T9" fmla="*/ 0 h 244"/>
                <a:gd name="T10" fmla="*/ 0 w 291"/>
                <a:gd name="T11" fmla="*/ 0 h 244"/>
                <a:gd name="T12" fmla="*/ 0 w 291"/>
                <a:gd name="T13" fmla="*/ 0 h 244"/>
                <a:gd name="T14" fmla="*/ 0 w 291"/>
                <a:gd name="T15" fmla="*/ 0 h 244"/>
                <a:gd name="T16" fmla="*/ 0 w 291"/>
                <a:gd name="T17" fmla="*/ 0 h 244"/>
                <a:gd name="T18" fmla="*/ 0 w 291"/>
                <a:gd name="T19" fmla="*/ 0 h 244"/>
                <a:gd name="T20" fmla="*/ 0 w 291"/>
                <a:gd name="T21" fmla="*/ 0 h 244"/>
                <a:gd name="T22" fmla="*/ 0 w 291"/>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1" h="244">
                  <a:moveTo>
                    <a:pt x="0" y="87"/>
                  </a:moveTo>
                  <a:lnTo>
                    <a:pt x="47" y="203"/>
                  </a:lnTo>
                  <a:lnTo>
                    <a:pt x="122" y="244"/>
                  </a:lnTo>
                  <a:lnTo>
                    <a:pt x="162" y="191"/>
                  </a:lnTo>
                  <a:lnTo>
                    <a:pt x="209" y="168"/>
                  </a:lnTo>
                  <a:lnTo>
                    <a:pt x="227" y="128"/>
                  </a:lnTo>
                  <a:lnTo>
                    <a:pt x="291" y="69"/>
                  </a:lnTo>
                  <a:lnTo>
                    <a:pt x="197" y="17"/>
                  </a:lnTo>
                  <a:lnTo>
                    <a:pt x="140" y="0"/>
                  </a:lnTo>
                  <a:lnTo>
                    <a:pt x="47" y="0"/>
                  </a:lnTo>
                  <a:lnTo>
                    <a:pt x="47" y="52"/>
                  </a:lnTo>
                  <a:lnTo>
                    <a:pt x="0" y="87"/>
                  </a:lnTo>
                  <a:close/>
                </a:path>
              </a:pathLst>
            </a:custGeom>
            <a:solidFill>
              <a:schemeClr val="hlink"/>
            </a:solidFill>
            <a:ln w="9525">
              <a:solidFill>
                <a:schemeClr val="hlink"/>
              </a:solidFill>
              <a:round/>
              <a:headEnd/>
              <a:tailEnd/>
            </a:ln>
          </p:spPr>
          <p:txBody>
            <a:bodyPr/>
            <a:lstStyle/>
            <a:p>
              <a:endParaRPr lang="ko-KR" altLang="en-US"/>
            </a:p>
          </p:txBody>
        </p:sp>
        <p:sp>
          <p:nvSpPr>
            <p:cNvPr id="418234" name="Freeform 907">
              <a:extLst>
                <a:ext uri="{FF2B5EF4-FFF2-40B4-BE49-F238E27FC236}">
                  <a16:creationId xmlns:a16="http://schemas.microsoft.com/office/drawing/2014/main" id="{FE38F3E9-705C-A60D-456B-75C5922A0E4D}"/>
                </a:ext>
              </a:extLst>
            </p:cNvPr>
            <p:cNvSpPr>
              <a:spLocks/>
            </p:cNvSpPr>
            <p:nvPr/>
          </p:nvSpPr>
          <p:spPr bwMode="auto">
            <a:xfrm>
              <a:off x="2323" y="2962"/>
              <a:ext cx="125" cy="92"/>
            </a:xfrm>
            <a:custGeom>
              <a:avLst/>
              <a:gdLst>
                <a:gd name="T0" fmla="*/ 0 w 493"/>
                <a:gd name="T1" fmla="*/ 0 h 360"/>
                <a:gd name="T2" fmla="*/ 0 w 493"/>
                <a:gd name="T3" fmla="*/ 0 h 360"/>
                <a:gd name="T4" fmla="*/ 0 w 493"/>
                <a:gd name="T5" fmla="*/ 0 h 360"/>
                <a:gd name="T6" fmla="*/ 0 w 493"/>
                <a:gd name="T7" fmla="*/ 0 h 360"/>
                <a:gd name="T8" fmla="*/ 0 w 493"/>
                <a:gd name="T9" fmla="*/ 0 h 360"/>
                <a:gd name="T10" fmla="*/ 0 w 493"/>
                <a:gd name="T11" fmla="*/ 0 h 360"/>
                <a:gd name="T12" fmla="*/ 0 w 493"/>
                <a:gd name="T13" fmla="*/ 0 h 360"/>
                <a:gd name="T14" fmla="*/ 0 w 493"/>
                <a:gd name="T15" fmla="*/ 0 h 360"/>
                <a:gd name="T16" fmla="*/ 0 w 493"/>
                <a:gd name="T17" fmla="*/ 0 h 360"/>
                <a:gd name="T18" fmla="*/ 0 w 493"/>
                <a:gd name="T19" fmla="*/ 0 h 360"/>
                <a:gd name="T20" fmla="*/ 0 w 493"/>
                <a:gd name="T21" fmla="*/ 0 h 360"/>
                <a:gd name="T22" fmla="*/ 0 w 493"/>
                <a:gd name="T23" fmla="*/ 0 h 360"/>
                <a:gd name="T24" fmla="*/ 0 w 493"/>
                <a:gd name="T25" fmla="*/ 0 h 360"/>
                <a:gd name="T26" fmla="*/ 0 w 493"/>
                <a:gd name="T27" fmla="*/ 0 h 360"/>
                <a:gd name="T28" fmla="*/ 0 w 493"/>
                <a:gd name="T29" fmla="*/ 0 h 360"/>
                <a:gd name="T30" fmla="*/ 0 w 493"/>
                <a:gd name="T31" fmla="*/ 0 h 360"/>
                <a:gd name="T32" fmla="*/ 0 w 493"/>
                <a:gd name="T33" fmla="*/ 0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3" h="360">
                  <a:moveTo>
                    <a:pt x="0" y="360"/>
                  </a:moveTo>
                  <a:lnTo>
                    <a:pt x="99" y="337"/>
                  </a:lnTo>
                  <a:lnTo>
                    <a:pt x="191" y="290"/>
                  </a:lnTo>
                  <a:lnTo>
                    <a:pt x="256" y="272"/>
                  </a:lnTo>
                  <a:lnTo>
                    <a:pt x="413" y="227"/>
                  </a:lnTo>
                  <a:lnTo>
                    <a:pt x="493" y="168"/>
                  </a:lnTo>
                  <a:lnTo>
                    <a:pt x="476" y="122"/>
                  </a:lnTo>
                  <a:lnTo>
                    <a:pt x="476" y="87"/>
                  </a:lnTo>
                  <a:lnTo>
                    <a:pt x="458" y="0"/>
                  </a:lnTo>
                  <a:lnTo>
                    <a:pt x="256" y="46"/>
                  </a:lnTo>
                  <a:lnTo>
                    <a:pt x="209" y="70"/>
                  </a:lnTo>
                  <a:lnTo>
                    <a:pt x="169" y="180"/>
                  </a:lnTo>
                  <a:lnTo>
                    <a:pt x="146" y="203"/>
                  </a:lnTo>
                  <a:lnTo>
                    <a:pt x="99" y="250"/>
                  </a:lnTo>
                  <a:lnTo>
                    <a:pt x="87" y="284"/>
                  </a:lnTo>
                  <a:lnTo>
                    <a:pt x="34" y="314"/>
                  </a:lnTo>
                  <a:lnTo>
                    <a:pt x="0" y="360"/>
                  </a:lnTo>
                  <a:close/>
                </a:path>
              </a:pathLst>
            </a:custGeom>
            <a:solidFill>
              <a:schemeClr val="hlink"/>
            </a:solidFill>
            <a:ln w="9525">
              <a:solidFill>
                <a:schemeClr val="hlink"/>
              </a:solidFill>
              <a:round/>
              <a:headEnd/>
              <a:tailEnd/>
            </a:ln>
          </p:spPr>
          <p:txBody>
            <a:bodyPr/>
            <a:lstStyle/>
            <a:p>
              <a:endParaRPr lang="ko-KR" altLang="en-US"/>
            </a:p>
          </p:txBody>
        </p:sp>
        <p:sp>
          <p:nvSpPr>
            <p:cNvPr id="418235" name="Freeform 908">
              <a:extLst>
                <a:ext uri="{FF2B5EF4-FFF2-40B4-BE49-F238E27FC236}">
                  <a16:creationId xmlns:a16="http://schemas.microsoft.com/office/drawing/2014/main" id="{AFBD87F2-44F8-981D-82DF-7CBBE80C2C5D}"/>
                </a:ext>
              </a:extLst>
            </p:cNvPr>
            <p:cNvSpPr>
              <a:spLocks/>
            </p:cNvSpPr>
            <p:nvPr/>
          </p:nvSpPr>
          <p:spPr bwMode="auto">
            <a:xfrm>
              <a:off x="2432" y="2869"/>
              <a:ext cx="103" cy="136"/>
            </a:xfrm>
            <a:custGeom>
              <a:avLst/>
              <a:gdLst>
                <a:gd name="T0" fmla="*/ 0 w 406"/>
                <a:gd name="T1" fmla="*/ 0 h 529"/>
                <a:gd name="T2" fmla="*/ 0 w 406"/>
                <a:gd name="T3" fmla="*/ 0 h 529"/>
                <a:gd name="T4" fmla="*/ 0 w 406"/>
                <a:gd name="T5" fmla="*/ 0 h 529"/>
                <a:gd name="T6" fmla="*/ 0 w 406"/>
                <a:gd name="T7" fmla="*/ 0 h 529"/>
                <a:gd name="T8" fmla="*/ 0 w 406"/>
                <a:gd name="T9" fmla="*/ 0 h 529"/>
                <a:gd name="T10" fmla="*/ 0 w 406"/>
                <a:gd name="T11" fmla="*/ 0 h 529"/>
                <a:gd name="T12" fmla="*/ 0 w 406"/>
                <a:gd name="T13" fmla="*/ 0 h 529"/>
                <a:gd name="T14" fmla="*/ 0 w 406"/>
                <a:gd name="T15" fmla="*/ 0 h 529"/>
                <a:gd name="T16" fmla="*/ 0 w 406"/>
                <a:gd name="T17" fmla="*/ 0 h 529"/>
                <a:gd name="T18" fmla="*/ 0 w 406"/>
                <a:gd name="T19" fmla="*/ 0 h 529"/>
                <a:gd name="T20" fmla="*/ 0 w 406"/>
                <a:gd name="T21" fmla="*/ 0 h 529"/>
                <a:gd name="T22" fmla="*/ 0 w 406"/>
                <a:gd name="T23" fmla="*/ 0 h 529"/>
                <a:gd name="T24" fmla="*/ 0 w 406"/>
                <a:gd name="T25" fmla="*/ 0 h 529"/>
                <a:gd name="T26" fmla="*/ 0 w 406"/>
                <a:gd name="T27" fmla="*/ 0 h 529"/>
                <a:gd name="T28" fmla="*/ 0 w 406"/>
                <a:gd name="T29" fmla="*/ 0 h 529"/>
                <a:gd name="T30" fmla="*/ 0 w 406"/>
                <a:gd name="T31" fmla="*/ 0 h 529"/>
                <a:gd name="T32" fmla="*/ 0 w 406"/>
                <a:gd name="T33" fmla="*/ 0 h 529"/>
                <a:gd name="T34" fmla="*/ 0 w 406"/>
                <a:gd name="T35" fmla="*/ 0 h 529"/>
                <a:gd name="T36" fmla="*/ 0 w 406"/>
                <a:gd name="T37" fmla="*/ 0 h 529"/>
                <a:gd name="T38" fmla="*/ 0 w 406"/>
                <a:gd name="T39" fmla="*/ 0 h 529"/>
                <a:gd name="T40" fmla="*/ 0 w 406"/>
                <a:gd name="T41" fmla="*/ 0 h 5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6" h="529">
                  <a:moveTo>
                    <a:pt x="0" y="361"/>
                  </a:moveTo>
                  <a:lnTo>
                    <a:pt x="139" y="314"/>
                  </a:lnTo>
                  <a:lnTo>
                    <a:pt x="174" y="267"/>
                  </a:lnTo>
                  <a:lnTo>
                    <a:pt x="162" y="163"/>
                  </a:lnTo>
                  <a:lnTo>
                    <a:pt x="197" y="93"/>
                  </a:lnTo>
                  <a:lnTo>
                    <a:pt x="214" y="41"/>
                  </a:lnTo>
                  <a:lnTo>
                    <a:pt x="209" y="0"/>
                  </a:lnTo>
                  <a:lnTo>
                    <a:pt x="256" y="65"/>
                  </a:lnTo>
                  <a:lnTo>
                    <a:pt x="325" y="122"/>
                  </a:lnTo>
                  <a:lnTo>
                    <a:pt x="383" y="134"/>
                  </a:lnTo>
                  <a:lnTo>
                    <a:pt x="389" y="175"/>
                  </a:lnTo>
                  <a:lnTo>
                    <a:pt x="406" y="204"/>
                  </a:lnTo>
                  <a:lnTo>
                    <a:pt x="406" y="250"/>
                  </a:lnTo>
                  <a:lnTo>
                    <a:pt x="336" y="291"/>
                  </a:lnTo>
                  <a:lnTo>
                    <a:pt x="296" y="384"/>
                  </a:lnTo>
                  <a:lnTo>
                    <a:pt x="226" y="431"/>
                  </a:lnTo>
                  <a:lnTo>
                    <a:pt x="116" y="494"/>
                  </a:lnTo>
                  <a:lnTo>
                    <a:pt x="57" y="529"/>
                  </a:lnTo>
                  <a:lnTo>
                    <a:pt x="40" y="483"/>
                  </a:lnTo>
                  <a:lnTo>
                    <a:pt x="34" y="448"/>
                  </a:lnTo>
                  <a:lnTo>
                    <a:pt x="0" y="361"/>
                  </a:lnTo>
                  <a:close/>
                </a:path>
              </a:pathLst>
            </a:custGeom>
            <a:solidFill>
              <a:schemeClr val="hlink"/>
            </a:solidFill>
            <a:ln w="9525">
              <a:solidFill>
                <a:schemeClr val="hlink"/>
              </a:solidFill>
              <a:round/>
              <a:headEnd/>
              <a:tailEnd/>
            </a:ln>
          </p:spPr>
          <p:txBody>
            <a:bodyPr/>
            <a:lstStyle/>
            <a:p>
              <a:endParaRPr lang="ko-KR" altLang="en-US"/>
            </a:p>
          </p:txBody>
        </p:sp>
        <p:sp>
          <p:nvSpPr>
            <p:cNvPr id="418236" name="Freeform 909">
              <a:extLst>
                <a:ext uri="{FF2B5EF4-FFF2-40B4-BE49-F238E27FC236}">
                  <a16:creationId xmlns:a16="http://schemas.microsoft.com/office/drawing/2014/main" id="{8732BA4B-79D3-8005-B3BD-AD338FC17651}"/>
                </a:ext>
              </a:extLst>
            </p:cNvPr>
            <p:cNvSpPr>
              <a:spLocks/>
            </p:cNvSpPr>
            <p:nvPr/>
          </p:nvSpPr>
          <p:spPr bwMode="auto">
            <a:xfrm>
              <a:off x="2400" y="2836"/>
              <a:ext cx="88" cy="74"/>
            </a:xfrm>
            <a:custGeom>
              <a:avLst/>
              <a:gdLst>
                <a:gd name="T0" fmla="*/ 0 w 354"/>
                <a:gd name="T1" fmla="*/ 0 h 284"/>
                <a:gd name="T2" fmla="*/ 0 w 354"/>
                <a:gd name="T3" fmla="*/ 0 h 284"/>
                <a:gd name="T4" fmla="*/ 0 w 354"/>
                <a:gd name="T5" fmla="*/ 0 h 284"/>
                <a:gd name="T6" fmla="*/ 0 w 354"/>
                <a:gd name="T7" fmla="*/ 0 h 284"/>
                <a:gd name="T8" fmla="*/ 0 w 354"/>
                <a:gd name="T9" fmla="*/ 0 h 284"/>
                <a:gd name="T10" fmla="*/ 0 w 354"/>
                <a:gd name="T11" fmla="*/ 0 h 284"/>
                <a:gd name="T12" fmla="*/ 0 w 354"/>
                <a:gd name="T13" fmla="*/ 0 h 284"/>
                <a:gd name="T14" fmla="*/ 0 w 354"/>
                <a:gd name="T15" fmla="*/ 0 h 284"/>
                <a:gd name="T16" fmla="*/ 0 w 354"/>
                <a:gd name="T17" fmla="*/ 0 h 284"/>
                <a:gd name="T18" fmla="*/ 0 w 354"/>
                <a:gd name="T19" fmla="*/ 0 h 284"/>
                <a:gd name="T20" fmla="*/ 0 w 354"/>
                <a:gd name="T21" fmla="*/ 0 h 284"/>
                <a:gd name="T22" fmla="*/ 0 w 354"/>
                <a:gd name="T23" fmla="*/ 0 h 284"/>
                <a:gd name="T24" fmla="*/ 0 w 354"/>
                <a:gd name="T25" fmla="*/ 0 h 284"/>
                <a:gd name="T26" fmla="*/ 0 w 354"/>
                <a:gd name="T27" fmla="*/ 0 h 284"/>
                <a:gd name="T28" fmla="*/ 0 w 354"/>
                <a:gd name="T29" fmla="*/ 0 h 284"/>
                <a:gd name="T30" fmla="*/ 0 w 354"/>
                <a:gd name="T31" fmla="*/ 0 h 284"/>
                <a:gd name="T32" fmla="*/ 0 w 354"/>
                <a:gd name="T33" fmla="*/ 0 h 284"/>
                <a:gd name="T34" fmla="*/ 0 w 354"/>
                <a:gd name="T35" fmla="*/ 0 h 2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4" h="284">
                  <a:moveTo>
                    <a:pt x="22" y="0"/>
                  </a:moveTo>
                  <a:lnTo>
                    <a:pt x="0" y="105"/>
                  </a:lnTo>
                  <a:lnTo>
                    <a:pt x="0" y="122"/>
                  </a:lnTo>
                  <a:lnTo>
                    <a:pt x="52" y="232"/>
                  </a:lnTo>
                  <a:lnTo>
                    <a:pt x="69" y="261"/>
                  </a:lnTo>
                  <a:lnTo>
                    <a:pt x="249" y="284"/>
                  </a:lnTo>
                  <a:lnTo>
                    <a:pt x="290" y="284"/>
                  </a:lnTo>
                  <a:lnTo>
                    <a:pt x="354" y="168"/>
                  </a:lnTo>
                  <a:lnTo>
                    <a:pt x="336" y="110"/>
                  </a:lnTo>
                  <a:lnTo>
                    <a:pt x="312" y="110"/>
                  </a:lnTo>
                  <a:lnTo>
                    <a:pt x="249" y="150"/>
                  </a:lnTo>
                  <a:lnTo>
                    <a:pt x="249" y="174"/>
                  </a:lnTo>
                  <a:lnTo>
                    <a:pt x="121" y="157"/>
                  </a:lnTo>
                  <a:lnTo>
                    <a:pt x="110" y="127"/>
                  </a:lnTo>
                  <a:lnTo>
                    <a:pt x="110" y="110"/>
                  </a:lnTo>
                  <a:lnTo>
                    <a:pt x="69" y="127"/>
                  </a:lnTo>
                  <a:lnTo>
                    <a:pt x="22" y="17"/>
                  </a:lnTo>
                  <a:lnTo>
                    <a:pt x="22" y="0"/>
                  </a:lnTo>
                  <a:close/>
                </a:path>
              </a:pathLst>
            </a:custGeom>
            <a:solidFill>
              <a:schemeClr val="hlink"/>
            </a:solidFill>
            <a:ln w="9525">
              <a:solidFill>
                <a:schemeClr val="hlink"/>
              </a:solidFill>
              <a:round/>
              <a:headEnd/>
              <a:tailEnd/>
            </a:ln>
          </p:spPr>
          <p:txBody>
            <a:bodyPr/>
            <a:lstStyle/>
            <a:p>
              <a:endParaRPr lang="ko-KR" altLang="en-US"/>
            </a:p>
          </p:txBody>
        </p:sp>
        <p:sp>
          <p:nvSpPr>
            <p:cNvPr id="418237" name="Freeform 910">
              <a:extLst>
                <a:ext uri="{FF2B5EF4-FFF2-40B4-BE49-F238E27FC236}">
                  <a16:creationId xmlns:a16="http://schemas.microsoft.com/office/drawing/2014/main" id="{9966A29F-B285-5A3E-3B48-8761212E38E8}"/>
                </a:ext>
              </a:extLst>
            </p:cNvPr>
            <p:cNvSpPr>
              <a:spLocks/>
            </p:cNvSpPr>
            <p:nvPr/>
          </p:nvSpPr>
          <p:spPr bwMode="auto">
            <a:xfrm>
              <a:off x="2353" y="2789"/>
              <a:ext cx="30" cy="25"/>
            </a:xfrm>
            <a:custGeom>
              <a:avLst/>
              <a:gdLst>
                <a:gd name="T0" fmla="*/ 0 w 122"/>
                <a:gd name="T1" fmla="*/ 0 h 93"/>
                <a:gd name="T2" fmla="*/ 0 w 122"/>
                <a:gd name="T3" fmla="*/ 0 h 93"/>
                <a:gd name="T4" fmla="*/ 0 w 122"/>
                <a:gd name="T5" fmla="*/ 0 h 93"/>
                <a:gd name="T6" fmla="*/ 0 w 122"/>
                <a:gd name="T7" fmla="*/ 0 h 93"/>
                <a:gd name="T8" fmla="*/ 0 w 122"/>
                <a:gd name="T9" fmla="*/ 0 h 93"/>
                <a:gd name="T10" fmla="*/ 0 w 122"/>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2" h="93">
                  <a:moveTo>
                    <a:pt x="122" y="93"/>
                  </a:moveTo>
                  <a:lnTo>
                    <a:pt x="93" y="0"/>
                  </a:lnTo>
                  <a:lnTo>
                    <a:pt x="35" y="6"/>
                  </a:lnTo>
                  <a:lnTo>
                    <a:pt x="0" y="52"/>
                  </a:lnTo>
                  <a:lnTo>
                    <a:pt x="75" y="93"/>
                  </a:lnTo>
                  <a:lnTo>
                    <a:pt x="122" y="93"/>
                  </a:lnTo>
                  <a:close/>
                </a:path>
              </a:pathLst>
            </a:custGeom>
            <a:solidFill>
              <a:schemeClr val="hlink"/>
            </a:solidFill>
            <a:ln w="9525">
              <a:solidFill>
                <a:schemeClr val="hlink"/>
              </a:solidFill>
              <a:round/>
              <a:headEnd/>
              <a:tailEnd/>
            </a:ln>
          </p:spPr>
          <p:txBody>
            <a:bodyPr/>
            <a:lstStyle/>
            <a:p>
              <a:endParaRPr lang="ko-KR" altLang="en-US"/>
            </a:p>
          </p:txBody>
        </p:sp>
        <p:sp>
          <p:nvSpPr>
            <p:cNvPr id="418238" name="Freeform 911">
              <a:extLst>
                <a:ext uri="{FF2B5EF4-FFF2-40B4-BE49-F238E27FC236}">
                  <a16:creationId xmlns:a16="http://schemas.microsoft.com/office/drawing/2014/main" id="{AFA19C29-04C7-C1EC-EAE4-6D9CBE2F6630}"/>
                </a:ext>
              </a:extLst>
            </p:cNvPr>
            <p:cNvSpPr>
              <a:spLocks/>
            </p:cNvSpPr>
            <p:nvPr/>
          </p:nvSpPr>
          <p:spPr bwMode="auto">
            <a:xfrm>
              <a:off x="2240" y="2656"/>
              <a:ext cx="143" cy="158"/>
            </a:xfrm>
            <a:custGeom>
              <a:avLst/>
              <a:gdLst>
                <a:gd name="T0" fmla="*/ 0 w 570"/>
                <a:gd name="T1" fmla="*/ 0 h 610"/>
                <a:gd name="T2" fmla="*/ 0 w 570"/>
                <a:gd name="T3" fmla="*/ 0 h 610"/>
                <a:gd name="T4" fmla="*/ 0 w 570"/>
                <a:gd name="T5" fmla="*/ 0 h 610"/>
                <a:gd name="T6" fmla="*/ 0 w 570"/>
                <a:gd name="T7" fmla="*/ 0 h 610"/>
                <a:gd name="T8" fmla="*/ 0 w 570"/>
                <a:gd name="T9" fmla="*/ 0 h 610"/>
                <a:gd name="T10" fmla="*/ 0 w 570"/>
                <a:gd name="T11" fmla="*/ 0 h 610"/>
                <a:gd name="T12" fmla="*/ 0 w 570"/>
                <a:gd name="T13" fmla="*/ 0 h 610"/>
                <a:gd name="T14" fmla="*/ 0 w 570"/>
                <a:gd name="T15" fmla="*/ 0 h 610"/>
                <a:gd name="T16" fmla="*/ 0 w 570"/>
                <a:gd name="T17" fmla="*/ 0 h 610"/>
                <a:gd name="T18" fmla="*/ 0 w 570"/>
                <a:gd name="T19" fmla="*/ 0 h 610"/>
                <a:gd name="T20" fmla="*/ 0 w 570"/>
                <a:gd name="T21" fmla="*/ 0 h 610"/>
                <a:gd name="T22" fmla="*/ 0 w 570"/>
                <a:gd name="T23" fmla="*/ 0 h 610"/>
                <a:gd name="T24" fmla="*/ 0 w 570"/>
                <a:gd name="T25" fmla="*/ 0 h 610"/>
                <a:gd name="T26" fmla="*/ 0 w 570"/>
                <a:gd name="T27" fmla="*/ 0 h 610"/>
                <a:gd name="T28" fmla="*/ 0 w 570"/>
                <a:gd name="T29" fmla="*/ 0 h 610"/>
                <a:gd name="T30" fmla="*/ 0 w 570"/>
                <a:gd name="T31" fmla="*/ 0 h 610"/>
                <a:gd name="T32" fmla="*/ 0 w 570"/>
                <a:gd name="T33" fmla="*/ 0 h 610"/>
                <a:gd name="T34" fmla="*/ 0 w 570"/>
                <a:gd name="T35" fmla="*/ 0 h 610"/>
                <a:gd name="T36" fmla="*/ 0 w 570"/>
                <a:gd name="T37" fmla="*/ 0 h 610"/>
                <a:gd name="T38" fmla="*/ 0 w 570"/>
                <a:gd name="T39" fmla="*/ 0 h 610"/>
                <a:gd name="T40" fmla="*/ 0 w 570"/>
                <a:gd name="T41" fmla="*/ 0 h 610"/>
                <a:gd name="T42" fmla="*/ 0 w 570"/>
                <a:gd name="T43" fmla="*/ 0 h 610"/>
                <a:gd name="T44" fmla="*/ 0 w 570"/>
                <a:gd name="T45" fmla="*/ 0 h 610"/>
                <a:gd name="T46" fmla="*/ 0 w 570"/>
                <a:gd name="T47" fmla="*/ 0 h 610"/>
                <a:gd name="T48" fmla="*/ 0 w 570"/>
                <a:gd name="T49" fmla="*/ 0 h 610"/>
                <a:gd name="T50" fmla="*/ 0 w 570"/>
                <a:gd name="T51" fmla="*/ 0 h 6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70" h="610">
                  <a:moveTo>
                    <a:pt x="541" y="517"/>
                  </a:moveTo>
                  <a:lnTo>
                    <a:pt x="570" y="476"/>
                  </a:lnTo>
                  <a:lnTo>
                    <a:pt x="523" y="384"/>
                  </a:lnTo>
                  <a:lnTo>
                    <a:pt x="501" y="297"/>
                  </a:lnTo>
                  <a:lnTo>
                    <a:pt x="408" y="273"/>
                  </a:lnTo>
                  <a:lnTo>
                    <a:pt x="390" y="209"/>
                  </a:lnTo>
                  <a:lnTo>
                    <a:pt x="431" y="110"/>
                  </a:lnTo>
                  <a:lnTo>
                    <a:pt x="361" y="93"/>
                  </a:lnTo>
                  <a:lnTo>
                    <a:pt x="326" y="70"/>
                  </a:lnTo>
                  <a:lnTo>
                    <a:pt x="291" y="0"/>
                  </a:lnTo>
                  <a:lnTo>
                    <a:pt x="233" y="0"/>
                  </a:lnTo>
                  <a:lnTo>
                    <a:pt x="129" y="41"/>
                  </a:lnTo>
                  <a:lnTo>
                    <a:pt x="140" y="87"/>
                  </a:lnTo>
                  <a:lnTo>
                    <a:pt x="105" y="185"/>
                  </a:lnTo>
                  <a:lnTo>
                    <a:pt x="24" y="250"/>
                  </a:lnTo>
                  <a:lnTo>
                    <a:pt x="0" y="314"/>
                  </a:lnTo>
                  <a:lnTo>
                    <a:pt x="30" y="389"/>
                  </a:lnTo>
                  <a:lnTo>
                    <a:pt x="134" y="384"/>
                  </a:lnTo>
                  <a:lnTo>
                    <a:pt x="251" y="494"/>
                  </a:lnTo>
                  <a:lnTo>
                    <a:pt x="251" y="523"/>
                  </a:lnTo>
                  <a:lnTo>
                    <a:pt x="321" y="610"/>
                  </a:lnTo>
                  <a:lnTo>
                    <a:pt x="425" y="564"/>
                  </a:lnTo>
                  <a:lnTo>
                    <a:pt x="454" y="564"/>
                  </a:lnTo>
                  <a:lnTo>
                    <a:pt x="478" y="523"/>
                  </a:lnTo>
                  <a:lnTo>
                    <a:pt x="523" y="517"/>
                  </a:lnTo>
                  <a:lnTo>
                    <a:pt x="541" y="517"/>
                  </a:lnTo>
                  <a:close/>
                </a:path>
              </a:pathLst>
            </a:custGeom>
            <a:solidFill>
              <a:schemeClr val="hlink"/>
            </a:solidFill>
            <a:ln w="9525">
              <a:solidFill>
                <a:schemeClr val="hlink"/>
              </a:solidFill>
              <a:round/>
              <a:headEnd/>
              <a:tailEnd/>
            </a:ln>
          </p:spPr>
          <p:txBody>
            <a:bodyPr/>
            <a:lstStyle/>
            <a:p>
              <a:endParaRPr lang="ko-KR" altLang="en-US"/>
            </a:p>
          </p:txBody>
        </p:sp>
        <p:sp>
          <p:nvSpPr>
            <p:cNvPr id="418239" name="Freeform 912">
              <a:extLst>
                <a:ext uri="{FF2B5EF4-FFF2-40B4-BE49-F238E27FC236}">
                  <a16:creationId xmlns:a16="http://schemas.microsoft.com/office/drawing/2014/main" id="{0ECAECDF-24D4-48BF-DF86-802B8E661D4E}"/>
                </a:ext>
              </a:extLst>
            </p:cNvPr>
            <p:cNvSpPr>
              <a:spLocks/>
            </p:cNvSpPr>
            <p:nvPr/>
          </p:nvSpPr>
          <p:spPr bwMode="auto">
            <a:xfrm>
              <a:off x="2172" y="2736"/>
              <a:ext cx="76" cy="65"/>
            </a:xfrm>
            <a:custGeom>
              <a:avLst/>
              <a:gdLst>
                <a:gd name="T0" fmla="*/ 0 w 302"/>
                <a:gd name="T1" fmla="*/ 0 h 257"/>
                <a:gd name="T2" fmla="*/ 0 w 302"/>
                <a:gd name="T3" fmla="*/ 0 h 257"/>
                <a:gd name="T4" fmla="*/ 0 w 302"/>
                <a:gd name="T5" fmla="*/ 0 h 257"/>
                <a:gd name="T6" fmla="*/ 0 w 302"/>
                <a:gd name="T7" fmla="*/ 0 h 257"/>
                <a:gd name="T8" fmla="*/ 0 w 302"/>
                <a:gd name="T9" fmla="*/ 0 h 257"/>
                <a:gd name="T10" fmla="*/ 0 w 302"/>
                <a:gd name="T11" fmla="*/ 0 h 257"/>
                <a:gd name="T12" fmla="*/ 0 w 302"/>
                <a:gd name="T13" fmla="*/ 0 h 257"/>
                <a:gd name="T14" fmla="*/ 0 w 302"/>
                <a:gd name="T15" fmla="*/ 0 h 257"/>
                <a:gd name="T16" fmla="*/ 0 w 302"/>
                <a:gd name="T17" fmla="*/ 0 h 257"/>
                <a:gd name="T18" fmla="*/ 0 w 302"/>
                <a:gd name="T19" fmla="*/ 0 h 257"/>
                <a:gd name="T20" fmla="*/ 0 w 302"/>
                <a:gd name="T21" fmla="*/ 0 h 257"/>
                <a:gd name="T22" fmla="*/ 0 w 302"/>
                <a:gd name="T23" fmla="*/ 0 h 257"/>
                <a:gd name="T24" fmla="*/ 0 w 302"/>
                <a:gd name="T25" fmla="*/ 0 h 257"/>
                <a:gd name="T26" fmla="*/ 0 w 302"/>
                <a:gd name="T27" fmla="*/ 0 h 257"/>
                <a:gd name="T28" fmla="*/ 0 w 302"/>
                <a:gd name="T29" fmla="*/ 0 h 257"/>
                <a:gd name="T30" fmla="*/ 0 w 302"/>
                <a:gd name="T31" fmla="*/ 0 h 257"/>
                <a:gd name="T32" fmla="*/ 0 w 302"/>
                <a:gd name="T33" fmla="*/ 0 h 257"/>
                <a:gd name="T34" fmla="*/ 0 w 302"/>
                <a:gd name="T35" fmla="*/ 0 h 257"/>
                <a:gd name="T36" fmla="*/ 0 w 302"/>
                <a:gd name="T37" fmla="*/ 0 h 257"/>
                <a:gd name="T38" fmla="*/ 0 w 302"/>
                <a:gd name="T39" fmla="*/ 0 h 25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2" h="257">
                  <a:moveTo>
                    <a:pt x="267" y="12"/>
                  </a:moveTo>
                  <a:lnTo>
                    <a:pt x="215" y="12"/>
                  </a:lnTo>
                  <a:lnTo>
                    <a:pt x="187" y="30"/>
                  </a:lnTo>
                  <a:lnTo>
                    <a:pt x="117" y="30"/>
                  </a:lnTo>
                  <a:lnTo>
                    <a:pt x="35" y="0"/>
                  </a:lnTo>
                  <a:lnTo>
                    <a:pt x="23" y="59"/>
                  </a:lnTo>
                  <a:lnTo>
                    <a:pt x="47" y="140"/>
                  </a:lnTo>
                  <a:lnTo>
                    <a:pt x="18" y="169"/>
                  </a:lnTo>
                  <a:lnTo>
                    <a:pt x="0" y="187"/>
                  </a:lnTo>
                  <a:lnTo>
                    <a:pt x="18" y="234"/>
                  </a:lnTo>
                  <a:lnTo>
                    <a:pt x="75" y="251"/>
                  </a:lnTo>
                  <a:lnTo>
                    <a:pt x="134" y="257"/>
                  </a:lnTo>
                  <a:lnTo>
                    <a:pt x="175" y="234"/>
                  </a:lnTo>
                  <a:lnTo>
                    <a:pt x="244" y="234"/>
                  </a:lnTo>
                  <a:lnTo>
                    <a:pt x="267" y="169"/>
                  </a:lnTo>
                  <a:lnTo>
                    <a:pt x="180" y="146"/>
                  </a:lnTo>
                  <a:lnTo>
                    <a:pt x="180" y="100"/>
                  </a:lnTo>
                  <a:lnTo>
                    <a:pt x="250" y="88"/>
                  </a:lnTo>
                  <a:lnTo>
                    <a:pt x="302" y="82"/>
                  </a:lnTo>
                  <a:lnTo>
                    <a:pt x="267" y="12"/>
                  </a:lnTo>
                  <a:close/>
                </a:path>
              </a:pathLst>
            </a:custGeom>
            <a:solidFill>
              <a:schemeClr val="hlink"/>
            </a:solidFill>
            <a:ln w="9525">
              <a:solidFill>
                <a:schemeClr val="hlink"/>
              </a:solidFill>
              <a:round/>
              <a:headEnd/>
              <a:tailEnd/>
            </a:ln>
          </p:spPr>
          <p:txBody>
            <a:bodyPr/>
            <a:lstStyle/>
            <a:p>
              <a:endParaRPr lang="ko-KR" altLang="en-US"/>
            </a:p>
          </p:txBody>
        </p:sp>
        <p:sp>
          <p:nvSpPr>
            <p:cNvPr id="418240" name="Freeform 913">
              <a:extLst>
                <a:ext uri="{FF2B5EF4-FFF2-40B4-BE49-F238E27FC236}">
                  <a16:creationId xmlns:a16="http://schemas.microsoft.com/office/drawing/2014/main" id="{335B565B-1A7A-0657-DA97-A76D16CFA560}"/>
                </a:ext>
              </a:extLst>
            </p:cNvPr>
            <p:cNvSpPr>
              <a:spLocks/>
            </p:cNvSpPr>
            <p:nvPr/>
          </p:nvSpPr>
          <p:spPr bwMode="auto">
            <a:xfrm>
              <a:off x="2164" y="2730"/>
              <a:ext cx="22" cy="53"/>
            </a:xfrm>
            <a:custGeom>
              <a:avLst/>
              <a:gdLst>
                <a:gd name="T0" fmla="*/ 0 w 87"/>
                <a:gd name="T1" fmla="*/ 0 h 209"/>
                <a:gd name="T2" fmla="*/ 0 w 87"/>
                <a:gd name="T3" fmla="*/ 0 h 209"/>
                <a:gd name="T4" fmla="*/ 0 w 87"/>
                <a:gd name="T5" fmla="*/ 0 h 209"/>
                <a:gd name="T6" fmla="*/ 0 w 87"/>
                <a:gd name="T7" fmla="*/ 0 h 209"/>
                <a:gd name="T8" fmla="*/ 0 w 87"/>
                <a:gd name="T9" fmla="*/ 0 h 209"/>
                <a:gd name="T10" fmla="*/ 0 w 87"/>
                <a:gd name="T11" fmla="*/ 0 h 209"/>
                <a:gd name="T12" fmla="*/ 0 w 87"/>
                <a:gd name="T13" fmla="*/ 0 h 209"/>
                <a:gd name="T14" fmla="*/ 0 w 87"/>
                <a:gd name="T15" fmla="*/ 0 h 209"/>
                <a:gd name="T16" fmla="*/ 0 w 87"/>
                <a:gd name="T17" fmla="*/ 0 h 209"/>
                <a:gd name="T18" fmla="*/ 0 w 87"/>
                <a:gd name="T19" fmla="*/ 0 h 209"/>
                <a:gd name="T20" fmla="*/ 0 w 87"/>
                <a:gd name="T21" fmla="*/ 0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7" h="209">
                  <a:moveTo>
                    <a:pt x="87" y="29"/>
                  </a:moveTo>
                  <a:lnTo>
                    <a:pt x="47" y="0"/>
                  </a:lnTo>
                  <a:lnTo>
                    <a:pt x="17" y="104"/>
                  </a:lnTo>
                  <a:lnTo>
                    <a:pt x="24" y="144"/>
                  </a:lnTo>
                  <a:lnTo>
                    <a:pt x="0" y="174"/>
                  </a:lnTo>
                  <a:lnTo>
                    <a:pt x="29" y="209"/>
                  </a:lnTo>
                  <a:lnTo>
                    <a:pt x="76" y="168"/>
                  </a:lnTo>
                  <a:lnTo>
                    <a:pt x="76" y="144"/>
                  </a:lnTo>
                  <a:lnTo>
                    <a:pt x="59" y="81"/>
                  </a:lnTo>
                  <a:lnTo>
                    <a:pt x="69" y="40"/>
                  </a:lnTo>
                  <a:lnTo>
                    <a:pt x="87" y="29"/>
                  </a:lnTo>
                  <a:close/>
                </a:path>
              </a:pathLst>
            </a:custGeom>
            <a:solidFill>
              <a:schemeClr val="hlink"/>
            </a:solidFill>
            <a:ln w="9525">
              <a:solidFill>
                <a:schemeClr val="hlink"/>
              </a:solidFill>
              <a:round/>
              <a:headEnd/>
              <a:tailEnd/>
            </a:ln>
          </p:spPr>
          <p:txBody>
            <a:bodyPr/>
            <a:lstStyle/>
            <a:p>
              <a:endParaRPr lang="ko-KR" altLang="en-US"/>
            </a:p>
          </p:txBody>
        </p:sp>
        <p:sp>
          <p:nvSpPr>
            <p:cNvPr id="418241" name="Freeform 914">
              <a:extLst>
                <a:ext uri="{FF2B5EF4-FFF2-40B4-BE49-F238E27FC236}">
                  <a16:creationId xmlns:a16="http://schemas.microsoft.com/office/drawing/2014/main" id="{48EF891F-403D-FD2F-D683-27492F971980}"/>
                </a:ext>
              </a:extLst>
            </p:cNvPr>
            <p:cNvSpPr>
              <a:spLocks/>
            </p:cNvSpPr>
            <p:nvPr/>
          </p:nvSpPr>
          <p:spPr bwMode="auto">
            <a:xfrm>
              <a:off x="2176" y="2703"/>
              <a:ext cx="24" cy="35"/>
            </a:xfrm>
            <a:custGeom>
              <a:avLst/>
              <a:gdLst>
                <a:gd name="T0" fmla="*/ 0 w 92"/>
                <a:gd name="T1" fmla="*/ 0 h 139"/>
                <a:gd name="T2" fmla="*/ 0 w 92"/>
                <a:gd name="T3" fmla="*/ 0 h 139"/>
                <a:gd name="T4" fmla="*/ 0 w 92"/>
                <a:gd name="T5" fmla="*/ 0 h 139"/>
                <a:gd name="T6" fmla="*/ 0 w 92"/>
                <a:gd name="T7" fmla="*/ 0 h 139"/>
                <a:gd name="T8" fmla="*/ 0 w 92"/>
                <a:gd name="T9" fmla="*/ 0 h 139"/>
                <a:gd name="T10" fmla="*/ 0 w 92"/>
                <a:gd name="T11" fmla="*/ 0 h 139"/>
                <a:gd name="T12" fmla="*/ 0 w 92"/>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139">
                  <a:moveTo>
                    <a:pt x="0" y="117"/>
                  </a:moveTo>
                  <a:lnTo>
                    <a:pt x="29" y="70"/>
                  </a:lnTo>
                  <a:lnTo>
                    <a:pt x="46" y="0"/>
                  </a:lnTo>
                  <a:lnTo>
                    <a:pt x="92" y="23"/>
                  </a:lnTo>
                  <a:lnTo>
                    <a:pt x="69" y="70"/>
                  </a:lnTo>
                  <a:lnTo>
                    <a:pt x="46" y="139"/>
                  </a:lnTo>
                  <a:lnTo>
                    <a:pt x="0" y="117"/>
                  </a:lnTo>
                  <a:close/>
                </a:path>
              </a:pathLst>
            </a:custGeom>
            <a:solidFill>
              <a:schemeClr val="hlink"/>
            </a:solidFill>
            <a:ln w="9525">
              <a:solidFill>
                <a:schemeClr val="hlink"/>
              </a:solidFill>
              <a:round/>
              <a:headEnd/>
              <a:tailEnd/>
            </a:ln>
          </p:spPr>
          <p:txBody>
            <a:bodyPr/>
            <a:lstStyle/>
            <a:p>
              <a:endParaRPr lang="ko-KR" altLang="en-US"/>
            </a:p>
          </p:txBody>
        </p:sp>
        <p:sp>
          <p:nvSpPr>
            <p:cNvPr id="418242" name="Freeform 915">
              <a:extLst>
                <a:ext uri="{FF2B5EF4-FFF2-40B4-BE49-F238E27FC236}">
                  <a16:creationId xmlns:a16="http://schemas.microsoft.com/office/drawing/2014/main" id="{58B744B3-F5E1-C99C-C76A-EA02A9CCC0F9}"/>
                </a:ext>
              </a:extLst>
            </p:cNvPr>
            <p:cNvSpPr>
              <a:spLocks/>
            </p:cNvSpPr>
            <p:nvPr/>
          </p:nvSpPr>
          <p:spPr bwMode="auto">
            <a:xfrm>
              <a:off x="2184" y="2662"/>
              <a:ext cx="89" cy="80"/>
            </a:xfrm>
            <a:custGeom>
              <a:avLst/>
              <a:gdLst>
                <a:gd name="T0" fmla="*/ 0 w 354"/>
                <a:gd name="T1" fmla="*/ 0 h 314"/>
                <a:gd name="T2" fmla="*/ 0 w 354"/>
                <a:gd name="T3" fmla="*/ 0 h 314"/>
                <a:gd name="T4" fmla="*/ 0 w 354"/>
                <a:gd name="T5" fmla="*/ 0 h 314"/>
                <a:gd name="T6" fmla="*/ 0 w 354"/>
                <a:gd name="T7" fmla="*/ 0 h 314"/>
                <a:gd name="T8" fmla="*/ 0 w 354"/>
                <a:gd name="T9" fmla="*/ 0 h 314"/>
                <a:gd name="T10" fmla="*/ 0 w 354"/>
                <a:gd name="T11" fmla="*/ 0 h 314"/>
                <a:gd name="T12" fmla="*/ 0 w 354"/>
                <a:gd name="T13" fmla="*/ 0 h 314"/>
                <a:gd name="T14" fmla="*/ 0 w 354"/>
                <a:gd name="T15" fmla="*/ 0 h 314"/>
                <a:gd name="T16" fmla="*/ 0 w 354"/>
                <a:gd name="T17" fmla="*/ 0 h 314"/>
                <a:gd name="T18" fmla="*/ 0 w 354"/>
                <a:gd name="T19" fmla="*/ 0 h 314"/>
                <a:gd name="T20" fmla="*/ 0 w 354"/>
                <a:gd name="T21" fmla="*/ 0 h 314"/>
                <a:gd name="T22" fmla="*/ 0 w 354"/>
                <a:gd name="T23" fmla="*/ 0 h 314"/>
                <a:gd name="T24" fmla="*/ 0 w 354"/>
                <a:gd name="T25" fmla="*/ 0 h 314"/>
                <a:gd name="T26" fmla="*/ 0 w 354"/>
                <a:gd name="T27" fmla="*/ 0 h 314"/>
                <a:gd name="T28" fmla="*/ 0 w 354"/>
                <a:gd name="T29" fmla="*/ 0 h 314"/>
                <a:gd name="T30" fmla="*/ 0 w 354"/>
                <a:gd name="T31" fmla="*/ 0 h 314"/>
                <a:gd name="T32" fmla="*/ 0 w 354"/>
                <a:gd name="T33" fmla="*/ 0 h 314"/>
                <a:gd name="T34" fmla="*/ 0 w 354"/>
                <a:gd name="T35" fmla="*/ 0 h 314"/>
                <a:gd name="T36" fmla="*/ 0 w 354"/>
                <a:gd name="T37" fmla="*/ 0 h 314"/>
                <a:gd name="T38" fmla="*/ 0 w 354"/>
                <a:gd name="T39" fmla="*/ 0 h 314"/>
                <a:gd name="T40" fmla="*/ 0 w 354"/>
                <a:gd name="T41" fmla="*/ 0 h 314"/>
                <a:gd name="T42" fmla="*/ 0 w 354"/>
                <a:gd name="T43" fmla="*/ 0 h 3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54" h="314">
                  <a:moveTo>
                    <a:pt x="0" y="291"/>
                  </a:moveTo>
                  <a:lnTo>
                    <a:pt x="63" y="314"/>
                  </a:lnTo>
                  <a:lnTo>
                    <a:pt x="133" y="314"/>
                  </a:lnTo>
                  <a:lnTo>
                    <a:pt x="168" y="302"/>
                  </a:lnTo>
                  <a:lnTo>
                    <a:pt x="220" y="296"/>
                  </a:lnTo>
                  <a:lnTo>
                    <a:pt x="244" y="227"/>
                  </a:lnTo>
                  <a:lnTo>
                    <a:pt x="337" y="157"/>
                  </a:lnTo>
                  <a:lnTo>
                    <a:pt x="354" y="70"/>
                  </a:lnTo>
                  <a:lnTo>
                    <a:pt x="354" y="23"/>
                  </a:lnTo>
                  <a:lnTo>
                    <a:pt x="337" y="18"/>
                  </a:lnTo>
                  <a:lnTo>
                    <a:pt x="290" y="6"/>
                  </a:lnTo>
                  <a:lnTo>
                    <a:pt x="255" y="23"/>
                  </a:lnTo>
                  <a:lnTo>
                    <a:pt x="203" y="18"/>
                  </a:lnTo>
                  <a:lnTo>
                    <a:pt x="174" y="0"/>
                  </a:lnTo>
                  <a:lnTo>
                    <a:pt x="133" y="6"/>
                  </a:lnTo>
                  <a:lnTo>
                    <a:pt x="81" y="23"/>
                  </a:lnTo>
                  <a:lnTo>
                    <a:pt x="40" y="70"/>
                  </a:lnTo>
                  <a:lnTo>
                    <a:pt x="17" y="157"/>
                  </a:lnTo>
                  <a:lnTo>
                    <a:pt x="46" y="169"/>
                  </a:lnTo>
                  <a:lnTo>
                    <a:pt x="63" y="186"/>
                  </a:lnTo>
                  <a:lnTo>
                    <a:pt x="40" y="221"/>
                  </a:lnTo>
                  <a:lnTo>
                    <a:pt x="0" y="291"/>
                  </a:lnTo>
                  <a:close/>
                </a:path>
              </a:pathLst>
            </a:custGeom>
            <a:solidFill>
              <a:schemeClr val="hlink"/>
            </a:solidFill>
            <a:ln w="9525">
              <a:solidFill>
                <a:schemeClr val="hlink"/>
              </a:solidFill>
              <a:round/>
              <a:headEnd/>
              <a:tailEnd/>
            </a:ln>
          </p:spPr>
          <p:txBody>
            <a:bodyPr/>
            <a:lstStyle/>
            <a:p>
              <a:endParaRPr lang="ko-KR" altLang="en-US"/>
            </a:p>
          </p:txBody>
        </p:sp>
        <p:sp>
          <p:nvSpPr>
            <p:cNvPr id="418243" name="Freeform 916">
              <a:extLst>
                <a:ext uri="{FF2B5EF4-FFF2-40B4-BE49-F238E27FC236}">
                  <a16:creationId xmlns:a16="http://schemas.microsoft.com/office/drawing/2014/main" id="{880B740E-8823-FF9C-F1B2-6820CE59F066}"/>
                </a:ext>
              </a:extLst>
            </p:cNvPr>
            <p:cNvSpPr>
              <a:spLocks/>
            </p:cNvSpPr>
            <p:nvPr/>
          </p:nvSpPr>
          <p:spPr bwMode="auto">
            <a:xfrm>
              <a:off x="2053" y="2563"/>
              <a:ext cx="262" cy="117"/>
            </a:xfrm>
            <a:custGeom>
              <a:avLst/>
              <a:gdLst>
                <a:gd name="T0" fmla="*/ 0 w 1035"/>
                <a:gd name="T1" fmla="*/ 0 h 453"/>
                <a:gd name="T2" fmla="*/ 0 w 1035"/>
                <a:gd name="T3" fmla="*/ 0 h 453"/>
                <a:gd name="T4" fmla="*/ 0 w 1035"/>
                <a:gd name="T5" fmla="*/ 0 h 453"/>
                <a:gd name="T6" fmla="*/ 0 w 1035"/>
                <a:gd name="T7" fmla="*/ 0 h 453"/>
                <a:gd name="T8" fmla="*/ 0 w 1035"/>
                <a:gd name="T9" fmla="*/ 0 h 453"/>
                <a:gd name="T10" fmla="*/ 0 w 1035"/>
                <a:gd name="T11" fmla="*/ 0 h 453"/>
                <a:gd name="T12" fmla="*/ 0 w 1035"/>
                <a:gd name="T13" fmla="*/ 0 h 453"/>
                <a:gd name="T14" fmla="*/ 0 w 1035"/>
                <a:gd name="T15" fmla="*/ 0 h 453"/>
                <a:gd name="T16" fmla="*/ 0 w 1035"/>
                <a:gd name="T17" fmla="*/ 0 h 453"/>
                <a:gd name="T18" fmla="*/ 0 w 1035"/>
                <a:gd name="T19" fmla="*/ 0 h 453"/>
                <a:gd name="T20" fmla="*/ 0 w 1035"/>
                <a:gd name="T21" fmla="*/ 0 h 453"/>
                <a:gd name="T22" fmla="*/ 0 w 1035"/>
                <a:gd name="T23" fmla="*/ 0 h 453"/>
                <a:gd name="T24" fmla="*/ 0 w 1035"/>
                <a:gd name="T25" fmla="*/ 0 h 453"/>
                <a:gd name="T26" fmla="*/ 0 w 1035"/>
                <a:gd name="T27" fmla="*/ 0 h 453"/>
                <a:gd name="T28" fmla="*/ 0 w 1035"/>
                <a:gd name="T29" fmla="*/ 0 h 453"/>
                <a:gd name="T30" fmla="*/ 0 w 1035"/>
                <a:gd name="T31" fmla="*/ 0 h 453"/>
                <a:gd name="T32" fmla="*/ 0 w 1035"/>
                <a:gd name="T33" fmla="*/ 0 h 453"/>
                <a:gd name="T34" fmla="*/ 0 w 1035"/>
                <a:gd name="T35" fmla="*/ 0 h 453"/>
                <a:gd name="T36" fmla="*/ 0 w 1035"/>
                <a:gd name="T37" fmla="*/ 0 h 453"/>
                <a:gd name="T38" fmla="*/ 0 w 1035"/>
                <a:gd name="T39" fmla="*/ 0 h 453"/>
                <a:gd name="T40" fmla="*/ 0 w 1035"/>
                <a:gd name="T41" fmla="*/ 0 h 453"/>
                <a:gd name="T42" fmla="*/ 0 w 1035"/>
                <a:gd name="T43" fmla="*/ 0 h 453"/>
                <a:gd name="T44" fmla="*/ 0 w 1035"/>
                <a:gd name="T45" fmla="*/ 0 h 453"/>
                <a:gd name="T46" fmla="*/ 0 w 1035"/>
                <a:gd name="T47" fmla="*/ 0 h 453"/>
                <a:gd name="T48" fmla="*/ 0 w 1035"/>
                <a:gd name="T49" fmla="*/ 0 h 453"/>
                <a:gd name="T50" fmla="*/ 0 w 1035"/>
                <a:gd name="T51" fmla="*/ 0 h 453"/>
                <a:gd name="T52" fmla="*/ 0 w 1035"/>
                <a:gd name="T53" fmla="*/ 0 h 453"/>
                <a:gd name="T54" fmla="*/ 0 w 1035"/>
                <a:gd name="T55" fmla="*/ 0 h 453"/>
                <a:gd name="T56" fmla="*/ 0 w 1035"/>
                <a:gd name="T57" fmla="*/ 0 h 453"/>
                <a:gd name="T58" fmla="*/ 0 w 1035"/>
                <a:gd name="T59" fmla="*/ 0 h 453"/>
                <a:gd name="T60" fmla="*/ 0 w 1035"/>
                <a:gd name="T61" fmla="*/ 0 h 453"/>
                <a:gd name="T62" fmla="*/ 0 w 1035"/>
                <a:gd name="T63" fmla="*/ 0 h 453"/>
                <a:gd name="T64" fmla="*/ 0 w 1035"/>
                <a:gd name="T65" fmla="*/ 0 h 453"/>
                <a:gd name="T66" fmla="*/ 0 w 1035"/>
                <a:gd name="T67" fmla="*/ 0 h 453"/>
                <a:gd name="T68" fmla="*/ 0 w 1035"/>
                <a:gd name="T69" fmla="*/ 0 h 453"/>
                <a:gd name="T70" fmla="*/ 0 w 1035"/>
                <a:gd name="T71" fmla="*/ 0 h 453"/>
                <a:gd name="T72" fmla="*/ 0 w 1035"/>
                <a:gd name="T73" fmla="*/ 0 h 453"/>
                <a:gd name="T74" fmla="*/ 0 w 1035"/>
                <a:gd name="T75" fmla="*/ 0 h 453"/>
                <a:gd name="T76" fmla="*/ 0 w 1035"/>
                <a:gd name="T77" fmla="*/ 0 h 453"/>
                <a:gd name="T78" fmla="*/ 0 w 1035"/>
                <a:gd name="T79" fmla="*/ 0 h 453"/>
                <a:gd name="T80" fmla="*/ 0 w 1035"/>
                <a:gd name="T81" fmla="*/ 0 h 4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35" h="453">
                  <a:moveTo>
                    <a:pt x="24" y="116"/>
                  </a:moveTo>
                  <a:lnTo>
                    <a:pt x="24" y="179"/>
                  </a:lnTo>
                  <a:lnTo>
                    <a:pt x="0" y="273"/>
                  </a:lnTo>
                  <a:lnTo>
                    <a:pt x="47" y="291"/>
                  </a:lnTo>
                  <a:lnTo>
                    <a:pt x="93" y="336"/>
                  </a:lnTo>
                  <a:lnTo>
                    <a:pt x="128" y="383"/>
                  </a:lnTo>
                  <a:lnTo>
                    <a:pt x="198" y="406"/>
                  </a:lnTo>
                  <a:lnTo>
                    <a:pt x="314" y="383"/>
                  </a:lnTo>
                  <a:lnTo>
                    <a:pt x="355" y="430"/>
                  </a:lnTo>
                  <a:lnTo>
                    <a:pt x="378" y="430"/>
                  </a:lnTo>
                  <a:lnTo>
                    <a:pt x="471" y="406"/>
                  </a:lnTo>
                  <a:lnTo>
                    <a:pt x="518" y="406"/>
                  </a:lnTo>
                  <a:lnTo>
                    <a:pt x="535" y="406"/>
                  </a:lnTo>
                  <a:lnTo>
                    <a:pt x="558" y="453"/>
                  </a:lnTo>
                  <a:lnTo>
                    <a:pt x="605" y="406"/>
                  </a:lnTo>
                  <a:lnTo>
                    <a:pt x="675" y="383"/>
                  </a:lnTo>
                  <a:lnTo>
                    <a:pt x="698" y="383"/>
                  </a:lnTo>
                  <a:lnTo>
                    <a:pt x="715" y="406"/>
                  </a:lnTo>
                  <a:lnTo>
                    <a:pt x="762" y="406"/>
                  </a:lnTo>
                  <a:lnTo>
                    <a:pt x="808" y="383"/>
                  </a:lnTo>
                  <a:lnTo>
                    <a:pt x="855" y="406"/>
                  </a:lnTo>
                  <a:lnTo>
                    <a:pt x="895" y="383"/>
                  </a:lnTo>
                  <a:lnTo>
                    <a:pt x="965" y="360"/>
                  </a:lnTo>
                  <a:lnTo>
                    <a:pt x="1012" y="360"/>
                  </a:lnTo>
                  <a:lnTo>
                    <a:pt x="1012" y="291"/>
                  </a:lnTo>
                  <a:lnTo>
                    <a:pt x="1035" y="203"/>
                  </a:lnTo>
                  <a:lnTo>
                    <a:pt x="1012" y="156"/>
                  </a:lnTo>
                  <a:lnTo>
                    <a:pt x="965" y="46"/>
                  </a:lnTo>
                  <a:lnTo>
                    <a:pt x="919" y="22"/>
                  </a:lnTo>
                  <a:lnTo>
                    <a:pt x="855" y="22"/>
                  </a:lnTo>
                  <a:lnTo>
                    <a:pt x="762" y="46"/>
                  </a:lnTo>
                  <a:lnTo>
                    <a:pt x="715" y="92"/>
                  </a:lnTo>
                  <a:lnTo>
                    <a:pt x="651" y="69"/>
                  </a:lnTo>
                  <a:lnTo>
                    <a:pt x="448" y="0"/>
                  </a:lnTo>
                  <a:lnTo>
                    <a:pt x="332" y="0"/>
                  </a:lnTo>
                  <a:lnTo>
                    <a:pt x="222" y="46"/>
                  </a:lnTo>
                  <a:lnTo>
                    <a:pt x="128" y="69"/>
                  </a:lnTo>
                  <a:lnTo>
                    <a:pt x="117" y="87"/>
                  </a:lnTo>
                  <a:lnTo>
                    <a:pt x="122" y="116"/>
                  </a:lnTo>
                  <a:lnTo>
                    <a:pt x="58" y="104"/>
                  </a:lnTo>
                  <a:lnTo>
                    <a:pt x="24" y="116"/>
                  </a:lnTo>
                  <a:close/>
                </a:path>
              </a:pathLst>
            </a:custGeom>
            <a:solidFill>
              <a:schemeClr val="hlink"/>
            </a:solidFill>
            <a:ln w="9525">
              <a:solidFill>
                <a:schemeClr val="hlink"/>
              </a:solidFill>
              <a:round/>
              <a:headEnd/>
              <a:tailEnd/>
            </a:ln>
          </p:spPr>
          <p:txBody>
            <a:bodyPr/>
            <a:lstStyle/>
            <a:p>
              <a:endParaRPr lang="ko-KR" altLang="en-US"/>
            </a:p>
          </p:txBody>
        </p:sp>
        <p:sp>
          <p:nvSpPr>
            <p:cNvPr id="418244" name="Freeform 917">
              <a:extLst>
                <a:ext uri="{FF2B5EF4-FFF2-40B4-BE49-F238E27FC236}">
                  <a16:creationId xmlns:a16="http://schemas.microsoft.com/office/drawing/2014/main" id="{F3871AD2-EDC4-DCD8-33F8-2EC43BCC7D91}"/>
                </a:ext>
              </a:extLst>
            </p:cNvPr>
            <p:cNvSpPr>
              <a:spLocks/>
            </p:cNvSpPr>
            <p:nvPr/>
          </p:nvSpPr>
          <p:spPr bwMode="auto">
            <a:xfrm>
              <a:off x="2137" y="2691"/>
              <a:ext cx="23" cy="18"/>
            </a:xfrm>
            <a:custGeom>
              <a:avLst/>
              <a:gdLst>
                <a:gd name="T0" fmla="*/ 0 w 92"/>
                <a:gd name="T1" fmla="*/ 0 h 70"/>
                <a:gd name="T2" fmla="*/ 0 w 92"/>
                <a:gd name="T3" fmla="*/ 0 h 70"/>
                <a:gd name="T4" fmla="*/ 0 w 92"/>
                <a:gd name="T5" fmla="*/ 0 h 70"/>
                <a:gd name="T6" fmla="*/ 0 w 92"/>
                <a:gd name="T7" fmla="*/ 0 h 70"/>
                <a:gd name="T8" fmla="*/ 0 w 92"/>
                <a:gd name="T9" fmla="*/ 0 h 70"/>
                <a:gd name="T10" fmla="*/ 0 w 92"/>
                <a:gd name="T11" fmla="*/ 0 h 70"/>
                <a:gd name="T12" fmla="*/ 0 w 92"/>
                <a:gd name="T13" fmla="*/ 0 h 70"/>
                <a:gd name="T14" fmla="*/ 0 w 92"/>
                <a:gd name="T15" fmla="*/ 0 h 70"/>
                <a:gd name="T16" fmla="*/ 0 w 92"/>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 h="70">
                  <a:moveTo>
                    <a:pt x="92" y="0"/>
                  </a:moveTo>
                  <a:lnTo>
                    <a:pt x="46" y="0"/>
                  </a:lnTo>
                  <a:lnTo>
                    <a:pt x="0" y="24"/>
                  </a:lnTo>
                  <a:lnTo>
                    <a:pt x="0" y="70"/>
                  </a:lnTo>
                  <a:lnTo>
                    <a:pt x="23" y="70"/>
                  </a:lnTo>
                  <a:lnTo>
                    <a:pt x="46" y="47"/>
                  </a:lnTo>
                  <a:lnTo>
                    <a:pt x="69" y="47"/>
                  </a:lnTo>
                  <a:lnTo>
                    <a:pt x="92" y="24"/>
                  </a:lnTo>
                  <a:lnTo>
                    <a:pt x="92" y="0"/>
                  </a:lnTo>
                  <a:close/>
                </a:path>
              </a:pathLst>
            </a:custGeom>
            <a:solidFill>
              <a:schemeClr val="hlink"/>
            </a:solidFill>
            <a:ln w="9525">
              <a:solidFill>
                <a:schemeClr val="hlink"/>
              </a:solidFill>
              <a:round/>
              <a:headEnd/>
              <a:tailEnd/>
            </a:ln>
          </p:spPr>
          <p:txBody>
            <a:bodyPr/>
            <a:lstStyle/>
            <a:p>
              <a:endParaRPr lang="ko-KR" altLang="en-US"/>
            </a:p>
          </p:txBody>
        </p:sp>
        <p:sp>
          <p:nvSpPr>
            <p:cNvPr id="418245" name="Freeform 918">
              <a:extLst>
                <a:ext uri="{FF2B5EF4-FFF2-40B4-BE49-F238E27FC236}">
                  <a16:creationId xmlns:a16="http://schemas.microsoft.com/office/drawing/2014/main" id="{0FAEAE9F-7AB6-A83B-24E8-722D94757493}"/>
                </a:ext>
              </a:extLst>
            </p:cNvPr>
            <p:cNvSpPr>
              <a:spLocks/>
            </p:cNvSpPr>
            <p:nvPr/>
          </p:nvSpPr>
          <p:spPr bwMode="auto">
            <a:xfrm>
              <a:off x="1990" y="2362"/>
              <a:ext cx="234" cy="142"/>
            </a:xfrm>
            <a:custGeom>
              <a:avLst/>
              <a:gdLst>
                <a:gd name="T0" fmla="*/ 0 w 924"/>
                <a:gd name="T1" fmla="*/ 0 h 558"/>
                <a:gd name="T2" fmla="*/ 0 w 924"/>
                <a:gd name="T3" fmla="*/ 0 h 558"/>
                <a:gd name="T4" fmla="*/ 0 w 924"/>
                <a:gd name="T5" fmla="*/ 0 h 558"/>
                <a:gd name="T6" fmla="*/ 0 w 924"/>
                <a:gd name="T7" fmla="*/ 0 h 558"/>
                <a:gd name="T8" fmla="*/ 0 w 924"/>
                <a:gd name="T9" fmla="*/ 0 h 558"/>
                <a:gd name="T10" fmla="*/ 0 w 924"/>
                <a:gd name="T11" fmla="*/ 0 h 558"/>
                <a:gd name="T12" fmla="*/ 0 w 924"/>
                <a:gd name="T13" fmla="*/ 0 h 558"/>
                <a:gd name="T14" fmla="*/ 0 w 924"/>
                <a:gd name="T15" fmla="*/ 0 h 558"/>
                <a:gd name="T16" fmla="*/ 0 w 924"/>
                <a:gd name="T17" fmla="*/ 0 h 558"/>
                <a:gd name="T18" fmla="*/ 0 w 924"/>
                <a:gd name="T19" fmla="*/ 0 h 558"/>
                <a:gd name="T20" fmla="*/ 0 w 924"/>
                <a:gd name="T21" fmla="*/ 0 h 558"/>
                <a:gd name="T22" fmla="*/ 0 w 924"/>
                <a:gd name="T23" fmla="*/ 0 h 558"/>
                <a:gd name="T24" fmla="*/ 0 w 924"/>
                <a:gd name="T25" fmla="*/ 0 h 558"/>
                <a:gd name="T26" fmla="*/ 0 w 924"/>
                <a:gd name="T27" fmla="*/ 0 h 558"/>
                <a:gd name="T28" fmla="*/ 0 w 924"/>
                <a:gd name="T29" fmla="*/ 0 h 558"/>
                <a:gd name="T30" fmla="*/ 0 w 924"/>
                <a:gd name="T31" fmla="*/ 0 h 558"/>
                <a:gd name="T32" fmla="*/ 0 w 924"/>
                <a:gd name="T33" fmla="*/ 0 h 558"/>
                <a:gd name="T34" fmla="*/ 0 w 924"/>
                <a:gd name="T35" fmla="*/ 0 h 558"/>
                <a:gd name="T36" fmla="*/ 0 w 924"/>
                <a:gd name="T37" fmla="*/ 0 h 558"/>
                <a:gd name="T38" fmla="*/ 0 w 924"/>
                <a:gd name="T39" fmla="*/ 0 h 558"/>
                <a:gd name="T40" fmla="*/ 0 w 924"/>
                <a:gd name="T41" fmla="*/ 0 h 558"/>
                <a:gd name="T42" fmla="*/ 0 w 924"/>
                <a:gd name="T43" fmla="*/ 0 h 558"/>
                <a:gd name="T44" fmla="*/ 0 w 924"/>
                <a:gd name="T45" fmla="*/ 0 h 558"/>
                <a:gd name="T46" fmla="*/ 0 w 924"/>
                <a:gd name="T47" fmla="*/ 0 h 558"/>
                <a:gd name="T48" fmla="*/ 0 w 924"/>
                <a:gd name="T49" fmla="*/ 0 h 558"/>
                <a:gd name="T50" fmla="*/ 0 w 924"/>
                <a:gd name="T51" fmla="*/ 0 h 558"/>
                <a:gd name="T52" fmla="*/ 0 w 924"/>
                <a:gd name="T53" fmla="*/ 0 h 558"/>
                <a:gd name="T54" fmla="*/ 0 w 924"/>
                <a:gd name="T55" fmla="*/ 0 h 558"/>
                <a:gd name="T56" fmla="*/ 0 w 924"/>
                <a:gd name="T57" fmla="*/ 0 h 558"/>
                <a:gd name="T58" fmla="*/ 0 w 924"/>
                <a:gd name="T59" fmla="*/ 0 h 558"/>
                <a:gd name="T60" fmla="*/ 0 w 924"/>
                <a:gd name="T61" fmla="*/ 0 h 558"/>
                <a:gd name="T62" fmla="*/ 0 w 924"/>
                <a:gd name="T63" fmla="*/ 0 h 558"/>
                <a:gd name="T64" fmla="*/ 0 w 924"/>
                <a:gd name="T65" fmla="*/ 0 h 558"/>
                <a:gd name="T66" fmla="*/ 0 w 924"/>
                <a:gd name="T67" fmla="*/ 0 h 558"/>
                <a:gd name="T68" fmla="*/ 0 w 924"/>
                <a:gd name="T69" fmla="*/ 0 h 558"/>
                <a:gd name="T70" fmla="*/ 0 w 924"/>
                <a:gd name="T71" fmla="*/ 0 h 558"/>
                <a:gd name="T72" fmla="*/ 0 w 924"/>
                <a:gd name="T73" fmla="*/ 0 h 558"/>
                <a:gd name="T74" fmla="*/ 0 w 924"/>
                <a:gd name="T75" fmla="*/ 0 h 558"/>
                <a:gd name="T76" fmla="*/ 0 w 924"/>
                <a:gd name="T77" fmla="*/ 0 h 558"/>
                <a:gd name="T78" fmla="*/ 0 w 924"/>
                <a:gd name="T79" fmla="*/ 0 h 558"/>
                <a:gd name="T80" fmla="*/ 0 w 924"/>
                <a:gd name="T81" fmla="*/ 0 h 558"/>
                <a:gd name="T82" fmla="*/ 0 w 924"/>
                <a:gd name="T83" fmla="*/ 0 h 558"/>
                <a:gd name="T84" fmla="*/ 0 w 924"/>
                <a:gd name="T85" fmla="*/ 0 h 558"/>
                <a:gd name="T86" fmla="*/ 0 w 924"/>
                <a:gd name="T87" fmla="*/ 0 h 558"/>
                <a:gd name="T88" fmla="*/ 0 w 924"/>
                <a:gd name="T89" fmla="*/ 0 h 558"/>
                <a:gd name="T90" fmla="*/ 0 w 924"/>
                <a:gd name="T91" fmla="*/ 0 h 558"/>
                <a:gd name="T92" fmla="*/ 0 w 924"/>
                <a:gd name="T93" fmla="*/ 0 h 558"/>
                <a:gd name="T94" fmla="*/ 0 w 924"/>
                <a:gd name="T95" fmla="*/ 0 h 558"/>
                <a:gd name="T96" fmla="*/ 0 w 924"/>
                <a:gd name="T97" fmla="*/ 0 h 558"/>
                <a:gd name="T98" fmla="*/ 0 w 924"/>
                <a:gd name="T99" fmla="*/ 0 h 5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24" h="558">
                  <a:moveTo>
                    <a:pt x="877" y="360"/>
                  </a:moveTo>
                  <a:lnTo>
                    <a:pt x="830" y="383"/>
                  </a:lnTo>
                  <a:lnTo>
                    <a:pt x="784" y="430"/>
                  </a:lnTo>
                  <a:lnTo>
                    <a:pt x="697" y="453"/>
                  </a:lnTo>
                  <a:lnTo>
                    <a:pt x="650" y="453"/>
                  </a:lnTo>
                  <a:lnTo>
                    <a:pt x="650" y="493"/>
                  </a:lnTo>
                  <a:lnTo>
                    <a:pt x="697" y="516"/>
                  </a:lnTo>
                  <a:lnTo>
                    <a:pt x="650" y="540"/>
                  </a:lnTo>
                  <a:lnTo>
                    <a:pt x="627" y="540"/>
                  </a:lnTo>
                  <a:lnTo>
                    <a:pt x="581" y="476"/>
                  </a:lnTo>
                  <a:lnTo>
                    <a:pt x="563" y="453"/>
                  </a:lnTo>
                  <a:lnTo>
                    <a:pt x="516" y="453"/>
                  </a:lnTo>
                  <a:lnTo>
                    <a:pt x="471" y="453"/>
                  </a:lnTo>
                  <a:lnTo>
                    <a:pt x="447" y="516"/>
                  </a:lnTo>
                  <a:lnTo>
                    <a:pt x="401" y="540"/>
                  </a:lnTo>
                  <a:lnTo>
                    <a:pt x="377" y="540"/>
                  </a:lnTo>
                  <a:lnTo>
                    <a:pt x="359" y="558"/>
                  </a:lnTo>
                  <a:lnTo>
                    <a:pt x="359" y="441"/>
                  </a:lnTo>
                  <a:lnTo>
                    <a:pt x="412" y="395"/>
                  </a:lnTo>
                  <a:lnTo>
                    <a:pt x="447" y="383"/>
                  </a:lnTo>
                  <a:lnTo>
                    <a:pt x="424" y="336"/>
                  </a:lnTo>
                  <a:lnTo>
                    <a:pt x="377" y="273"/>
                  </a:lnTo>
                  <a:lnTo>
                    <a:pt x="342" y="273"/>
                  </a:lnTo>
                  <a:lnTo>
                    <a:pt x="273" y="296"/>
                  </a:lnTo>
                  <a:lnTo>
                    <a:pt x="249" y="343"/>
                  </a:lnTo>
                  <a:lnTo>
                    <a:pt x="162" y="336"/>
                  </a:lnTo>
                  <a:lnTo>
                    <a:pt x="57" y="343"/>
                  </a:lnTo>
                  <a:lnTo>
                    <a:pt x="17" y="308"/>
                  </a:lnTo>
                  <a:lnTo>
                    <a:pt x="0" y="249"/>
                  </a:lnTo>
                  <a:lnTo>
                    <a:pt x="92" y="116"/>
                  </a:lnTo>
                  <a:lnTo>
                    <a:pt x="69" y="69"/>
                  </a:lnTo>
                  <a:lnTo>
                    <a:pt x="116" y="40"/>
                  </a:lnTo>
                  <a:lnTo>
                    <a:pt x="162" y="40"/>
                  </a:lnTo>
                  <a:lnTo>
                    <a:pt x="180" y="40"/>
                  </a:lnTo>
                  <a:lnTo>
                    <a:pt x="249" y="87"/>
                  </a:lnTo>
                  <a:lnTo>
                    <a:pt x="359" y="40"/>
                  </a:lnTo>
                  <a:lnTo>
                    <a:pt x="377" y="69"/>
                  </a:lnTo>
                  <a:lnTo>
                    <a:pt x="401" y="40"/>
                  </a:lnTo>
                  <a:lnTo>
                    <a:pt x="447" y="23"/>
                  </a:lnTo>
                  <a:lnTo>
                    <a:pt x="493" y="23"/>
                  </a:lnTo>
                  <a:lnTo>
                    <a:pt x="581" y="0"/>
                  </a:lnTo>
                  <a:lnTo>
                    <a:pt x="697" y="0"/>
                  </a:lnTo>
                  <a:lnTo>
                    <a:pt x="738" y="69"/>
                  </a:lnTo>
                  <a:lnTo>
                    <a:pt x="784" y="116"/>
                  </a:lnTo>
                  <a:lnTo>
                    <a:pt x="854" y="116"/>
                  </a:lnTo>
                  <a:lnTo>
                    <a:pt x="900" y="226"/>
                  </a:lnTo>
                  <a:lnTo>
                    <a:pt x="900" y="249"/>
                  </a:lnTo>
                  <a:lnTo>
                    <a:pt x="924" y="319"/>
                  </a:lnTo>
                  <a:lnTo>
                    <a:pt x="854" y="336"/>
                  </a:lnTo>
                  <a:lnTo>
                    <a:pt x="877" y="360"/>
                  </a:lnTo>
                  <a:close/>
                </a:path>
              </a:pathLst>
            </a:custGeom>
            <a:solidFill>
              <a:srgbClr val="DDDDDD"/>
            </a:solidFill>
            <a:ln w="9525">
              <a:solidFill>
                <a:srgbClr val="DDDDDD"/>
              </a:solidFill>
              <a:round/>
              <a:headEnd/>
              <a:tailEnd/>
            </a:ln>
          </p:spPr>
          <p:txBody>
            <a:bodyPr/>
            <a:lstStyle/>
            <a:p>
              <a:endParaRPr lang="ko-KR" altLang="en-US"/>
            </a:p>
          </p:txBody>
        </p:sp>
        <p:sp>
          <p:nvSpPr>
            <p:cNvPr id="418246" name="Freeform 919">
              <a:extLst>
                <a:ext uri="{FF2B5EF4-FFF2-40B4-BE49-F238E27FC236}">
                  <a16:creationId xmlns:a16="http://schemas.microsoft.com/office/drawing/2014/main" id="{F562744C-143A-D56E-A29F-7CA2D4F419F7}"/>
                </a:ext>
              </a:extLst>
            </p:cNvPr>
            <p:cNvSpPr>
              <a:spLocks/>
            </p:cNvSpPr>
            <p:nvPr/>
          </p:nvSpPr>
          <p:spPr bwMode="auto">
            <a:xfrm>
              <a:off x="2061" y="2432"/>
              <a:ext cx="44" cy="43"/>
            </a:xfrm>
            <a:custGeom>
              <a:avLst/>
              <a:gdLst>
                <a:gd name="T0" fmla="*/ 0 w 174"/>
                <a:gd name="T1" fmla="*/ 0 h 168"/>
                <a:gd name="T2" fmla="*/ 0 w 174"/>
                <a:gd name="T3" fmla="*/ 0 h 168"/>
                <a:gd name="T4" fmla="*/ 0 w 174"/>
                <a:gd name="T5" fmla="*/ 0 h 168"/>
                <a:gd name="T6" fmla="*/ 0 w 174"/>
                <a:gd name="T7" fmla="*/ 0 h 168"/>
                <a:gd name="T8" fmla="*/ 0 w 174"/>
                <a:gd name="T9" fmla="*/ 0 h 168"/>
                <a:gd name="T10" fmla="*/ 0 w 174"/>
                <a:gd name="T11" fmla="*/ 0 h 168"/>
                <a:gd name="T12" fmla="*/ 0 w 174"/>
                <a:gd name="T13" fmla="*/ 0 h 168"/>
                <a:gd name="T14" fmla="*/ 0 w 174"/>
                <a:gd name="T15" fmla="*/ 0 h 168"/>
                <a:gd name="T16" fmla="*/ 0 w 174"/>
                <a:gd name="T17" fmla="*/ 0 h 168"/>
                <a:gd name="T18" fmla="*/ 0 w 174"/>
                <a:gd name="T19" fmla="*/ 0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4" h="168">
                  <a:moveTo>
                    <a:pt x="0" y="18"/>
                  </a:moveTo>
                  <a:lnTo>
                    <a:pt x="75" y="133"/>
                  </a:lnTo>
                  <a:lnTo>
                    <a:pt x="80" y="168"/>
                  </a:lnTo>
                  <a:lnTo>
                    <a:pt x="133" y="122"/>
                  </a:lnTo>
                  <a:lnTo>
                    <a:pt x="174" y="110"/>
                  </a:lnTo>
                  <a:lnTo>
                    <a:pt x="127" y="35"/>
                  </a:lnTo>
                  <a:lnTo>
                    <a:pt x="98" y="0"/>
                  </a:lnTo>
                  <a:lnTo>
                    <a:pt x="63" y="0"/>
                  </a:lnTo>
                  <a:lnTo>
                    <a:pt x="23" y="11"/>
                  </a:lnTo>
                  <a:lnTo>
                    <a:pt x="0" y="18"/>
                  </a:lnTo>
                  <a:close/>
                </a:path>
              </a:pathLst>
            </a:custGeom>
            <a:solidFill>
              <a:srgbClr val="DDDDDD"/>
            </a:solidFill>
            <a:ln w="9525">
              <a:solidFill>
                <a:srgbClr val="DDDDDD"/>
              </a:solidFill>
              <a:round/>
              <a:headEnd/>
              <a:tailEnd/>
            </a:ln>
          </p:spPr>
          <p:txBody>
            <a:bodyPr/>
            <a:lstStyle/>
            <a:p>
              <a:endParaRPr lang="ko-KR" altLang="en-US"/>
            </a:p>
          </p:txBody>
        </p:sp>
        <p:sp>
          <p:nvSpPr>
            <p:cNvPr id="418247" name="Freeform 920">
              <a:extLst>
                <a:ext uri="{FF2B5EF4-FFF2-40B4-BE49-F238E27FC236}">
                  <a16:creationId xmlns:a16="http://schemas.microsoft.com/office/drawing/2014/main" id="{3B4C8471-EBBF-B29D-F61A-E5DE5A29606F}"/>
                </a:ext>
              </a:extLst>
            </p:cNvPr>
            <p:cNvSpPr>
              <a:spLocks/>
            </p:cNvSpPr>
            <p:nvPr/>
          </p:nvSpPr>
          <p:spPr bwMode="auto">
            <a:xfrm>
              <a:off x="2002" y="2276"/>
              <a:ext cx="139" cy="106"/>
            </a:xfrm>
            <a:custGeom>
              <a:avLst/>
              <a:gdLst>
                <a:gd name="T0" fmla="*/ 0 w 551"/>
                <a:gd name="T1" fmla="*/ 0 h 424"/>
                <a:gd name="T2" fmla="*/ 0 w 551"/>
                <a:gd name="T3" fmla="*/ 0 h 424"/>
                <a:gd name="T4" fmla="*/ 0 w 551"/>
                <a:gd name="T5" fmla="*/ 0 h 424"/>
                <a:gd name="T6" fmla="*/ 0 w 551"/>
                <a:gd name="T7" fmla="*/ 0 h 424"/>
                <a:gd name="T8" fmla="*/ 0 w 551"/>
                <a:gd name="T9" fmla="*/ 0 h 424"/>
                <a:gd name="T10" fmla="*/ 0 w 551"/>
                <a:gd name="T11" fmla="*/ 0 h 424"/>
                <a:gd name="T12" fmla="*/ 0 w 551"/>
                <a:gd name="T13" fmla="*/ 0 h 424"/>
                <a:gd name="T14" fmla="*/ 0 w 551"/>
                <a:gd name="T15" fmla="*/ 0 h 424"/>
                <a:gd name="T16" fmla="*/ 0 w 551"/>
                <a:gd name="T17" fmla="*/ 0 h 424"/>
                <a:gd name="T18" fmla="*/ 0 w 551"/>
                <a:gd name="T19" fmla="*/ 0 h 424"/>
                <a:gd name="T20" fmla="*/ 0 w 551"/>
                <a:gd name="T21" fmla="*/ 0 h 424"/>
                <a:gd name="T22" fmla="*/ 0 w 551"/>
                <a:gd name="T23" fmla="*/ 0 h 424"/>
                <a:gd name="T24" fmla="*/ 0 w 551"/>
                <a:gd name="T25" fmla="*/ 0 h 424"/>
                <a:gd name="T26" fmla="*/ 0 w 551"/>
                <a:gd name="T27" fmla="*/ 0 h 424"/>
                <a:gd name="T28" fmla="*/ 0 w 551"/>
                <a:gd name="T29" fmla="*/ 0 h 424"/>
                <a:gd name="T30" fmla="*/ 0 w 551"/>
                <a:gd name="T31" fmla="*/ 0 h 424"/>
                <a:gd name="T32" fmla="*/ 0 w 551"/>
                <a:gd name="T33" fmla="*/ 0 h 424"/>
                <a:gd name="T34" fmla="*/ 0 w 551"/>
                <a:gd name="T35" fmla="*/ 0 h 424"/>
                <a:gd name="T36" fmla="*/ 0 w 551"/>
                <a:gd name="T37" fmla="*/ 0 h 424"/>
                <a:gd name="T38" fmla="*/ 0 w 551"/>
                <a:gd name="T39" fmla="*/ 0 h 424"/>
                <a:gd name="T40" fmla="*/ 0 w 551"/>
                <a:gd name="T41" fmla="*/ 0 h 424"/>
                <a:gd name="T42" fmla="*/ 0 w 551"/>
                <a:gd name="T43" fmla="*/ 0 h 424"/>
                <a:gd name="T44" fmla="*/ 0 w 551"/>
                <a:gd name="T45" fmla="*/ 0 h 424"/>
                <a:gd name="T46" fmla="*/ 0 w 551"/>
                <a:gd name="T47" fmla="*/ 0 h 4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424">
                  <a:moveTo>
                    <a:pt x="40" y="401"/>
                  </a:moveTo>
                  <a:lnTo>
                    <a:pt x="0" y="337"/>
                  </a:lnTo>
                  <a:lnTo>
                    <a:pt x="22" y="290"/>
                  </a:lnTo>
                  <a:lnTo>
                    <a:pt x="22" y="232"/>
                  </a:lnTo>
                  <a:lnTo>
                    <a:pt x="87" y="209"/>
                  </a:lnTo>
                  <a:lnTo>
                    <a:pt x="133" y="157"/>
                  </a:lnTo>
                  <a:lnTo>
                    <a:pt x="162" y="87"/>
                  </a:lnTo>
                  <a:lnTo>
                    <a:pt x="272" y="0"/>
                  </a:lnTo>
                  <a:lnTo>
                    <a:pt x="371" y="46"/>
                  </a:lnTo>
                  <a:lnTo>
                    <a:pt x="458" y="58"/>
                  </a:lnTo>
                  <a:lnTo>
                    <a:pt x="476" y="105"/>
                  </a:lnTo>
                  <a:lnTo>
                    <a:pt x="528" y="140"/>
                  </a:lnTo>
                  <a:lnTo>
                    <a:pt x="551" y="197"/>
                  </a:lnTo>
                  <a:lnTo>
                    <a:pt x="516" y="284"/>
                  </a:lnTo>
                  <a:lnTo>
                    <a:pt x="528" y="342"/>
                  </a:lnTo>
                  <a:lnTo>
                    <a:pt x="464" y="366"/>
                  </a:lnTo>
                  <a:lnTo>
                    <a:pt x="400" y="360"/>
                  </a:lnTo>
                  <a:lnTo>
                    <a:pt x="330" y="406"/>
                  </a:lnTo>
                  <a:lnTo>
                    <a:pt x="312" y="377"/>
                  </a:lnTo>
                  <a:lnTo>
                    <a:pt x="272" y="394"/>
                  </a:lnTo>
                  <a:lnTo>
                    <a:pt x="202" y="424"/>
                  </a:lnTo>
                  <a:lnTo>
                    <a:pt x="133" y="377"/>
                  </a:lnTo>
                  <a:lnTo>
                    <a:pt x="69" y="377"/>
                  </a:lnTo>
                  <a:lnTo>
                    <a:pt x="40" y="401"/>
                  </a:lnTo>
                  <a:close/>
                </a:path>
              </a:pathLst>
            </a:custGeom>
            <a:solidFill>
              <a:srgbClr val="DDDDDD"/>
            </a:solidFill>
            <a:ln w="9525">
              <a:solidFill>
                <a:srgbClr val="DDDDDD"/>
              </a:solidFill>
              <a:round/>
              <a:headEnd/>
              <a:tailEnd/>
            </a:ln>
          </p:spPr>
          <p:txBody>
            <a:bodyPr/>
            <a:lstStyle/>
            <a:p>
              <a:endParaRPr lang="ko-KR" altLang="en-US"/>
            </a:p>
          </p:txBody>
        </p:sp>
        <p:sp>
          <p:nvSpPr>
            <p:cNvPr id="418248" name="Freeform 921">
              <a:extLst>
                <a:ext uri="{FF2B5EF4-FFF2-40B4-BE49-F238E27FC236}">
                  <a16:creationId xmlns:a16="http://schemas.microsoft.com/office/drawing/2014/main" id="{28BBB4C9-0D6F-364E-3A77-42BE72D15711}"/>
                </a:ext>
              </a:extLst>
            </p:cNvPr>
            <p:cNvSpPr>
              <a:spLocks/>
            </p:cNvSpPr>
            <p:nvPr/>
          </p:nvSpPr>
          <p:spPr bwMode="auto">
            <a:xfrm>
              <a:off x="1968" y="2436"/>
              <a:ext cx="113" cy="92"/>
            </a:xfrm>
            <a:custGeom>
              <a:avLst/>
              <a:gdLst>
                <a:gd name="T0" fmla="*/ 0 w 447"/>
                <a:gd name="T1" fmla="*/ 0 h 359"/>
                <a:gd name="T2" fmla="*/ 0 w 447"/>
                <a:gd name="T3" fmla="*/ 0 h 359"/>
                <a:gd name="T4" fmla="*/ 0 w 447"/>
                <a:gd name="T5" fmla="*/ 0 h 359"/>
                <a:gd name="T6" fmla="*/ 0 w 447"/>
                <a:gd name="T7" fmla="*/ 0 h 359"/>
                <a:gd name="T8" fmla="*/ 0 w 447"/>
                <a:gd name="T9" fmla="*/ 0 h 359"/>
                <a:gd name="T10" fmla="*/ 0 w 447"/>
                <a:gd name="T11" fmla="*/ 0 h 359"/>
                <a:gd name="T12" fmla="*/ 0 w 447"/>
                <a:gd name="T13" fmla="*/ 0 h 359"/>
                <a:gd name="T14" fmla="*/ 0 w 447"/>
                <a:gd name="T15" fmla="*/ 0 h 359"/>
                <a:gd name="T16" fmla="*/ 0 w 447"/>
                <a:gd name="T17" fmla="*/ 0 h 359"/>
                <a:gd name="T18" fmla="*/ 0 w 447"/>
                <a:gd name="T19" fmla="*/ 0 h 359"/>
                <a:gd name="T20" fmla="*/ 0 w 447"/>
                <a:gd name="T21" fmla="*/ 0 h 359"/>
                <a:gd name="T22" fmla="*/ 0 w 447"/>
                <a:gd name="T23" fmla="*/ 0 h 359"/>
                <a:gd name="T24" fmla="*/ 0 w 447"/>
                <a:gd name="T25" fmla="*/ 0 h 359"/>
                <a:gd name="T26" fmla="*/ 0 w 447"/>
                <a:gd name="T27" fmla="*/ 0 h 359"/>
                <a:gd name="T28" fmla="*/ 0 w 447"/>
                <a:gd name="T29" fmla="*/ 0 h 359"/>
                <a:gd name="T30" fmla="*/ 0 w 447"/>
                <a:gd name="T31" fmla="*/ 0 h 359"/>
                <a:gd name="T32" fmla="*/ 0 w 447"/>
                <a:gd name="T33" fmla="*/ 0 h 359"/>
                <a:gd name="T34" fmla="*/ 0 w 447"/>
                <a:gd name="T35" fmla="*/ 0 h 359"/>
                <a:gd name="T36" fmla="*/ 0 w 447"/>
                <a:gd name="T37" fmla="*/ 0 h 359"/>
                <a:gd name="T38" fmla="*/ 0 w 447"/>
                <a:gd name="T39" fmla="*/ 0 h 3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47" h="359">
                  <a:moveTo>
                    <a:pt x="111" y="28"/>
                  </a:moveTo>
                  <a:lnTo>
                    <a:pt x="65" y="115"/>
                  </a:lnTo>
                  <a:lnTo>
                    <a:pt x="0" y="185"/>
                  </a:lnTo>
                  <a:lnTo>
                    <a:pt x="0" y="225"/>
                  </a:lnTo>
                  <a:lnTo>
                    <a:pt x="41" y="272"/>
                  </a:lnTo>
                  <a:lnTo>
                    <a:pt x="111" y="295"/>
                  </a:lnTo>
                  <a:lnTo>
                    <a:pt x="135" y="312"/>
                  </a:lnTo>
                  <a:lnTo>
                    <a:pt x="227" y="359"/>
                  </a:lnTo>
                  <a:lnTo>
                    <a:pt x="314" y="295"/>
                  </a:lnTo>
                  <a:lnTo>
                    <a:pt x="361" y="336"/>
                  </a:lnTo>
                  <a:lnTo>
                    <a:pt x="430" y="312"/>
                  </a:lnTo>
                  <a:lnTo>
                    <a:pt x="436" y="295"/>
                  </a:lnTo>
                  <a:lnTo>
                    <a:pt x="442" y="272"/>
                  </a:lnTo>
                  <a:lnTo>
                    <a:pt x="447" y="202"/>
                  </a:lnTo>
                  <a:lnTo>
                    <a:pt x="447" y="115"/>
                  </a:lnTo>
                  <a:lnTo>
                    <a:pt x="407" y="45"/>
                  </a:lnTo>
                  <a:lnTo>
                    <a:pt x="361" y="0"/>
                  </a:lnTo>
                  <a:lnTo>
                    <a:pt x="337" y="45"/>
                  </a:lnTo>
                  <a:lnTo>
                    <a:pt x="157" y="45"/>
                  </a:lnTo>
                  <a:lnTo>
                    <a:pt x="111" y="28"/>
                  </a:lnTo>
                  <a:close/>
                </a:path>
              </a:pathLst>
            </a:custGeom>
            <a:solidFill>
              <a:srgbClr val="DDDDDD"/>
            </a:solidFill>
            <a:ln w="9525">
              <a:solidFill>
                <a:srgbClr val="DDDDDD"/>
              </a:solidFill>
              <a:round/>
              <a:headEnd/>
              <a:tailEnd/>
            </a:ln>
          </p:spPr>
          <p:txBody>
            <a:bodyPr/>
            <a:lstStyle/>
            <a:p>
              <a:endParaRPr lang="ko-KR" altLang="en-US"/>
            </a:p>
          </p:txBody>
        </p:sp>
        <p:sp>
          <p:nvSpPr>
            <p:cNvPr id="418249" name="Freeform 922">
              <a:extLst>
                <a:ext uri="{FF2B5EF4-FFF2-40B4-BE49-F238E27FC236}">
                  <a16:creationId xmlns:a16="http://schemas.microsoft.com/office/drawing/2014/main" id="{D0DEFDE3-597A-E456-2ACF-E19F21CAAFD2}"/>
                </a:ext>
              </a:extLst>
            </p:cNvPr>
            <p:cNvSpPr>
              <a:spLocks/>
            </p:cNvSpPr>
            <p:nvPr/>
          </p:nvSpPr>
          <p:spPr bwMode="auto">
            <a:xfrm>
              <a:off x="1859" y="2382"/>
              <a:ext cx="135" cy="66"/>
            </a:xfrm>
            <a:custGeom>
              <a:avLst/>
              <a:gdLst>
                <a:gd name="T0" fmla="*/ 0 w 535"/>
                <a:gd name="T1" fmla="*/ 0 h 249"/>
                <a:gd name="T2" fmla="*/ 0 w 535"/>
                <a:gd name="T3" fmla="*/ 0 h 249"/>
                <a:gd name="T4" fmla="*/ 0 w 535"/>
                <a:gd name="T5" fmla="*/ 0 h 249"/>
                <a:gd name="T6" fmla="*/ 0 w 535"/>
                <a:gd name="T7" fmla="*/ 0 h 249"/>
                <a:gd name="T8" fmla="*/ 0 w 535"/>
                <a:gd name="T9" fmla="*/ 0 h 249"/>
                <a:gd name="T10" fmla="*/ 0 w 535"/>
                <a:gd name="T11" fmla="*/ 0 h 249"/>
                <a:gd name="T12" fmla="*/ 0 w 535"/>
                <a:gd name="T13" fmla="*/ 0 h 249"/>
                <a:gd name="T14" fmla="*/ 0 w 535"/>
                <a:gd name="T15" fmla="*/ 0 h 249"/>
                <a:gd name="T16" fmla="*/ 0 w 535"/>
                <a:gd name="T17" fmla="*/ 0 h 249"/>
                <a:gd name="T18" fmla="*/ 0 w 535"/>
                <a:gd name="T19" fmla="*/ 0 h 249"/>
                <a:gd name="T20" fmla="*/ 0 w 535"/>
                <a:gd name="T21" fmla="*/ 0 h 249"/>
                <a:gd name="T22" fmla="*/ 0 w 535"/>
                <a:gd name="T23" fmla="*/ 0 h 249"/>
                <a:gd name="T24" fmla="*/ 0 w 535"/>
                <a:gd name="T25" fmla="*/ 0 h 249"/>
                <a:gd name="T26" fmla="*/ 0 w 535"/>
                <a:gd name="T27" fmla="*/ 0 h 249"/>
                <a:gd name="T28" fmla="*/ 0 w 535"/>
                <a:gd name="T29" fmla="*/ 0 h 249"/>
                <a:gd name="T30" fmla="*/ 0 w 535"/>
                <a:gd name="T31" fmla="*/ 0 h 249"/>
                <a:gd name="T32" fmla="*/ 0 w 535"/>
                <a:gd name="T33" fmla="*/ 0 h 249"/>
                <a:gd name="T34" fmla="*/ 0 w 535"/>
                <a:gd name="T35" fmla="*/ 0 h 249"/>
                <a:gd name="T36" fmla="*/ 0 w 535"/>
                <a:gd name="T37" fmla="*/ 0 h 2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5" h="249">
                  <a:moveTo>
                    <a:pt x="518" y="174"/>
                  </a:moveTo>
                  <a:lnTo>
                    <a:pt x="453" y="139"/>
                  </a:lnTo>
                  <a:lnTo>
                    <a:pt x="384" y="139"/>
                  </a:lnTo>
                  <a:lnTo>
                    <a:pt x="343" y="139"/>
                  </a:lnTo>
                  <a:lnTo>
                    <a:pt x="273" y="70"/>
                  </a:lnTo>
                  <a:lnTo>
                    <a:pt x="117" y="0"/>
                  </a:lnTo>
                  <a:lnTo>
                    <a:pt x="0" y="92"/>
                  </a:lnTo>
                  <a:lnTo>
                    <a:pt x="47" y="139"/>
                  </a:lnTo>
                  <a:lnTo>
                    <a:pt x="47" y="186"/>
                  </a:lnTo>
                  <a:lnTo>
                    <a:pt x="117" y="186"/>
                  </a:lnTo>
                  <a:lnTo>
                    <a:pt x="157" y="162"/>
                  </a:lnTo>
                  <a:lnTo>
                    <a:pt x="181" y="186"/>
                  </a:lnTo>
                  <a:lnTo>
                    <a:pt x="227" y="186"/>
                  </a:lnTo>
                  <a:lnTo>
                    <a:pt x="251" y="249"/>
                  </a:lnTo>
                  <a:lnTo>
                    <a:pt x="366" y="249"/>
                  </a:lnTo>
                  <a:lnTo>
                    <a:pt x="408" y="232"/>
                  </a:lnTo>
                  <a:lnTo>
                    <a:pt x="477" y="232"/>
                  </a:lnTo>
                  <a:lnTo>
                    <a:pt x="535" y="221"/>
                  </a:lnTo>
                  <a:lnTo>
                    <a:pt x="518" y="174"/>
                  </a:lnTo>
                  <a:close/>
                </a:path>
              </a:pathLst>
            </a:custGeom>
            <a:solidFill>
              <a:srgbClr val="DDDDDD"/>
            </a:solidFill>
            <a:ln w="9525">
              <a:solidFill>
                <a:srgbClr val="DDDDDD"/>
              </a:solidFill>
              <a:round/>
              <a:headEnd/>
              <a:tailEnd/>
            </a:ln>
          </p:spPr>
          <p:txBody>
            <a:bodyPr/>
            <a:lstStyle/>
            <a:p>
              <a:endParaRPr lang="ko-KR" altLang="en-US"/>
            </a:p>
          </p:txBody>
        </p:sp>
        <p:sp>
          <p:nvSpPr>
            <p:cNvPr id="418250" name="Freeform 923">
              <a:extLst>
                <a:ext uri="{FF2B5EF4-FFF2-40B4-BE49-F238E27FC236}">
                  <a16:creationId xmlns:a16="http://schemas.microsoft.com/office/drawing/2014/main" id="{BA67D0D0-09C0-8D30-EB7A-56534DFF3285}"/>
                </a:ext>
              </a:extLst>
            </p:cNvPr>
            <p:cNvSpPr>
              <a:spLocks/>
            </p:cNvSpPr>
            <p:nvPr/>
          </p:nvSpPr>
          <p:spPr bwMode="auto">
            <a:xfrm>
              <a:off x="1877" y="2308"/>
              <a:ext cx="137" cy="120"/>
            </a:xfrm>
            <a:custGeom>
              <a:avLst/>
              <a:gdLst>
                <a:gd name="T0" fmla="*/ 0 w 540"/>
                <a:gd name="T1" fmla="*/ 0 h 465"/>
                <a:gd name="T2" fmla="*/ 0 w 540"/>
                <a:gd name="T3" fmla="*/ 0 h 465"/>
                <a:gd name="T4" fmla="*/ 0 w 540"/>
                <a:gd name="T5" fmla="*/ 0 h 465"/>
                <a:gd name="T6" fmla="*/ 0 w 540"/>
                <a:gd name="T7" fmla="*/ 0 h 465"/>
                <a:gd name="T8" fmla="*/ 0 w 540"/>
                <a:gd name="T9" fmla="*/ 0 h 465"/>
                <a:gd name="T10" fmla="*/ 0 w 540"/>
                <a:gd name="T11" fmla="*/ 0 h 465"/>
                <a:gd name="T12" fmla="*/ 0 w 540"/>
                <a:gd name="T13" fmla="*/ 0 h 465"/>
                <a:gd name="T14" fmla="*/ 0 w 540"/>
                <a:gd name="T15" fmla="*/ 0 h 465"/>
                <a:gd name="T16" fmla="*/ 0 w 540"/>
                <a:gd name="T17" fmla="*/ 0 h 465"/>
                <a:gd name="T18" fmla="*/ 0 w 540"/>
                <a:gd name="T19" fmla="*/ 0 h 465"/>
                <a:gd name="T20" fmla="*/ 0 w 540"/>
                <a:gd name="T21" fmla="*/ 0 h 465"/>
                <a:gd name="T22" fmla="*/ 0 w 540"/>
                <a:gd name="T23" fmla="*/ 0 h 465"/>
                <a:gd name="T24" fmla="*/ 0 w 540"/>
                <a:gd name="T25" fmla="*/ 0 h 465"/>
                <a:gd name="T26" fmla="*/ 0 w 540"/>
                <a:gd name="T27" fmla="*/ 0 h 465"/>
                <a:gd name="T28" fmla="*/ 0 w 540"/>
                <a:gd name="T29" fmla="*/ 0 h 465"/>
                <a:gd name="T30" fmla="*/ 0 w 540"/>
                <a:gd name="T31" fmla="*/ 0 h 465"/>
                <a:gd name="T32" fmla="*/ 0 w 540"/>
                <a:gd name="T33" fmla="*/ 0 h 465"/>
                <a:gd name="T34" fmla="*/ 0 w 540"/>
                <a:gd name="T35" fmla="*/ 0 h 465"/>
                <a:gd name="T36" fmla="*/ 0 w 540"/>
                <a:gd name="T37" fmla="*/ 0 h 465"/>
                <a:gd name="T38" fmla="*/ 0 w 540"/>
                <a:gd name="T39" fmla="*/ 0 h 465"/>
                <a:gd name="T40" fmla="*/ 0 w 540"/>
                <a:gd name="T41" fmla="*/ 0 h 465"/>
                <a:gd name="T42" fmla="*/ 0 w 540"/>
                <a:gd name="T43" fmla="*/ 0 h 465"/>
                <a:gd name="T44" fmla="*/ 0 w 540"/>
                <a:gd name="T45" fmla="*/ 0 h 465"/>
                <a:gd name="T46" fmla="*/ 0 w 540"/>
                <a:gd name="T47" fmla="*/ 0 h 46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40" h="465">
                  <a:moveTo>
                    <a:pt x="47" y="296"/>
                  </a:moveTo>
                  <a:lnTo>
                    <a:pt x="47" y="244"/>
                  </a:lnTo>
                  <a:lnTo>
                    <a:pt x="47" y="204"/>
                  </a:lnTo>
                  <a:lnTo>
                    <a:pt x="0" y="181"/>
                  </a:lnTo>
                  <a:lnTo>
                    <a:pt x="17" y="111"/>
                  </a:lnTo>
                  <a:lnTo>
                    <a:pt x="17" y="70"/>
                  </a:lnTo>
                  <a:lnTo>
                    <a:pt x="157" y="0"/>
                  </a:lnTo>
                  <a:lnTo>
                    <a:pt x="273" y="0"/>
                  </a:lnTo>
                  <a:lnTo>
                    <a:pt x="296" y="0"/>
                  </a:lnTo>
                  <a:lnTo>
                    <a:pt x="407" y="47"/>
                  </a:lnTo>
                  <a:lnTo>
                    <a:pt x="448" y="70"/>
                  </a:lnTo>
                  <a:lnTo>
                    <a:pt x="517" y="87"/>
                  </a:lnTo>
                  <a:lnTo>
                    <a:pt x="517" y="157"/>
                  </a:lnTo>
                  <a:lnTo>
                    <a:pt x="495" y="204"/>
                  </a:lnTo>
                  <a:lnTo>
                    <a:pt x="517" y="244"/>
                  </a:lnTo>
                  <a:lnTo>
                    <a:pt x="540" y="291"/>
                  </a:lnTo>
                  <a:lnTo>
                    <a:pt x="523" y="355"/>
                  </a:lnTo>
                  <a:lnTo>
                    <a:pt x="465" y="430"/>
                  </a:lnTo>
                  <a:lnTo>
                    <a:pt x="448" y="465"/>
                  </a:lnTo>
                  <a:lnTo>
                    <a:pt x="366" y="430"/>
                  </a:lnTo>
                  <a:lnTo>
                    <a:pt x="268" y="430"/>
                  </a:lnTo>
                  <a:lnTo>
                    <a:pt x="198" y="355"/>
                  </a:lnTo>
                  <a:lnTo>
                    <a:pt x="139" y="326"/>
                  </a:lnTo>
                  <a:lnTo>
                    <a:pt x="47" y="296"/>
                  </a:lnTo>
                  <a:close/>
                </a:path>
              </a:pathLst>
            </a:custGeom>
            <a:solidFill>
              <a:srgbClr val="DDDDDD"/>
            </a:solidFill>
            <a:ln w="9525">
              <a:solidFill>
                <a:srgbClr val="DDDDDD"/>
              </a:solidFill>
              <a:round/>
              <a:headEnd/>
              <a:tailEnd/>
            </a:ln>
          </p:spPr>
          <p:txBody>
            <a:bodyPr/>
            <a:lstStyle/>
            <a:p>
              <a:endParaRPr lang="ko-KR" altLang="en-US"/>
            </a:p>
          </p:txBody>
        </p:sp>
        <p:sp>
          <p:nvSpPr>
            <p:cNvPr id="418251" name="Freeform 924">
              <a:extLst>
                <a:ext uri="{FF2B5EF4-FFF2-40B4-BE49-F238E27FC236}">
                  <a16:creationId xmlns:a16="http://schemas.microsoft.com/office/drawing/2014/main" id="{270CC964-412E-F411-F68B-35756CC430BE}"/>
                </a:ext>
              </a:extLst>
            </p:cNvPr>
            <p:cNvSpPr>
              <a:spLocks/>
            </p:cNvSpPr>
            <p:nvPr/>
          </p:nvSpPr>
          <p:spPr bwMode="auto">
            <a:xfrm>
              <a:off x="1952" y="2271"/>
              <a:ext cx="91" cy="62"/>
            </a:xfrm>
            <a:custGeom>
              <a:avLst/>
              <a:gdLst>
                <a:gd name="T0" fmla="*/ 0 w 361"/>
                <a:gd name="T1" fmla="*/ 0 h 239"/>
                <a:gd name="T2" fmla="*/ 0 w 361"/>
                <a:gd name="T3" fmla="*/ 0 h 239"/>
                <a:gd name="T4" fmla="*/ 0 w 361"/>
                <a:gd name="T5" fmla="*/ 0 h 239"/>
                <a:gd name="T6" fmla="*/ 0 w 361"/>
                <a:gd name="T7" fmla="*/ 0 h 239"/>
                <a:gd name="T8" fmla="*/ 0 w 361"/>
                <a:gd name="T9" fmla="*/ 0 h 239"/>
                <a:gd name="T10" fmla="*/ 0 w 361"/>
                <a:gd name="T11" fmla="*/ 0 h 239"/>
                <a:gd name="T12" fmla="*/ 0 w 361"/>
                <a:gd name="T13" fmla="*/ 0 h 239"/>
                <a:gd name="T14" fmla="*/ 0 w 361"/>
                <a:gd name="T15" fmla="*/ 0 h 239"/>
                <a:gd name="T16" fmla="*/ 0 w 361"/>
                <a:gd name="T17" fmla="*/ 0 h 239"/>
                <a:gd name="T18" fmla="*/ 0 w 361"/>
                <a:gd name="T19" fmla="*/ 0 h 239"/>
                <a:gd name="T20" fmla="*/ 0 w 361"/>
                <a:gd name="T21" fmla="*/ 0 h 239"/>
                <a:gd name="T22" fmla="*/ 0 w 361"/>
                <a:gd name="T23" fmla="*/ 0 h 239"/>
                <a:gd name="T24" fmla="*/ 0 w 361"/>
                <a:gd name="T25" fmla="*/ 0 h 239"/>
                <a:gd name="T26" fmla="*/ 0 w 361"/>
                <a:gd name="T27" fmla="*/ 0 h 239"/>
                <a:gd name="T28" fmla="*/ 0 w 361"/>
                <a:gd name="T29" fmla="*/ 0 h 239"/>
                <a:gd name="T30" fmla="*/ 0 w 361"/>
                <a:gd name="T31" fmla="*/ 0 h 239"/>
                <a:gd name="T32" fmla="*/ 0 w 361"/>
                <a:gd name="T33" fmla="*/ 0 h 239"/>
                <a:gd name="T34" fmla="*/ 0 w 361"/>
                <a:gd name="T35" fmla="*/ 0 h 2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1" h="239">
                  <a:moveTo>
                    <a:pt x="0" y="145"/>
                  </a:moveTo>
                  <a:lnTo>
                    <a:pt x="42" y="117"/>
                  </a:lnTo>
                  <a:lnTo>
                    <a:pt x="42" y="87"/>
                  </a:lnTo>
                  <a:lnTo>
                    <a:pt x="52" y="29"/>
                  </a:lnTo>
                  <a:lnTo>
                    <a:pt x="87" y="18"/>
                  </a:lnTo>
                  <a:lnTo>
                    <a:pt x="111" y="0"/>
                  </a:lnTo>
                  <a:lnTo>
                    <a:pt x="129" y="29"/>
                  </a:lnTo>
                  <a:lnTo>
                    <a:pt x="152" y="58"/>
                  </a:lnTo>
                  <a:lnTo>
                    <a:pt x="221" y="75"/>
                  </a:lnTo>
                  <a:lnTo>
                    <a:pt x="286" y="58"/>
                  </a:lnTo>
                  <a:lnTo>
                    <a:pt x="314" y="75"/>
                  </a:lnTo>
                  <a:lnTo>
                    <a:pt x="361" y="105"/>
                  </a:lnTo>
                  <a:lnTo>
                    <a:pt x="332" y="169"/>
                  </a:lnTo>
                  <a:lnTo>
                    <a:pt x="279" y="221"/>
                  </a:lnTo>
                  <a:lnTo>
                    <a:pt x="221" y="239"/>
                  </a:lnTo>
                  <a:lnTo>
                    <a:pt x="152" y="215"/>
                  </a:lnTo>
                  <a:lnTo>
                    <a:pt x="42" y="169"/>
                  </a:lnTo>
                  <a:lnTo>
                    <a:pt x="0" y="145"/>
                  </a:lnTo>
                  <a:close/>
                </a:path>
              </a:pathLst>
            </a:custGeom>
            <a:solidFill>
              <a:srgbClr val="DDDDDD"/>
            </a:solidFill>
            <a:ln w="9525">
              <a:solidFill>
                <a:srgbClr val="DDDDDD"/>
              </a:solidFill>
              <a:round/>
              <a:headEnd/>
              <a:tailEnd/>
            </a:ln>
          </p:spPr>
          <p:txBody>
            <a:bodyPr/>
            <a:lstStyle/>
            <a:p>
              <a:endParaRPr lang="ko-KR" altLang="en-US"/>
            </a:p>
          </p:txBody>
        </p:sp>
        <p:sp>
          <p:nvSpPr>
            <p:cNvPr id="418252" name="Freeform 925">
              <a:extLst>
                <a:ext uri="{FF2B5EF4-FFF2-40B4-BE49-F238E27FC236}">
                  <a16:creationId xmlns:a16="http://schemas.microsoft.com/office/drawing/2014/main" id="{7FDEAB18-65B5-4541-92C9-E99278E5CB0D}"/>
                </a:ext>
              </a:extLst>
            </p:cNvPr>
            <p:cNvSpPr>
              <a:spLocks/>
            </p:cNvSpPr>
            <p:nvPr/>
          </p:nvSpPr>
          <p:spPr bwMode="auto">
            <a:xfrm>
              <a:off x="1968" y="2234"/>
              <a:ext cx="103" cy="62"/>
            </a:xfrm>
            <a:custGeom>
              <a:avLst/>
              <a:gdLst>
                <a:gd name="T0" fmla="*/ 0 w 407"/>
                <a:gd name="T1" fmla="*/ 0 h 244"/>
                <a:gd name="T2" fmla="*/ 0 w 407"/>
                <a:gd name="T3" fmla="*/ 0 h 244"/>
                <a:gd name="T4" fmla="*/ 0 w 407"/>
                <a:gd name="T5" fmla="*/ 0 h 244"/>
                <a:gd name="T6" fmla="*/ 0 w 407"/>
                <a:gd name="T7" fmla="*/ 0 h 244"/>
                <a:gd name="T8" fmla="*/ 0 w 407"/>
                <a:gd name="T9" fmla="*/ 0 h 244"/>
                <a:gd name="T10" fmla="*/ 0 w 407"/>
                <a:gd name="T11" fmla="*/ 0 h 244"/>
                <a:gd name="T12" fmla="*/ 0 w 407"/>
                <a:gd name="T13" fmla="*/ 0 h 244"/>
                <a:gd name="T14" fmla="*/ 0 w 407"/>
                <a:gd name="T15" fmla="*/ 0 h 244"/>
                <a:gd name="T16" fmla="*/ 0 w 407"/>
                <a:gd name="T17" fmla="*/ 0 h 244"/>
                <a:gd name="T18" fmla="*/ 0 w 407"/>
                <a:gd name="T19" fmla="*/ 0 h 244"/>
                <a:gd name="T20" fmla="*/ 0 w 407"/>
                <a:gd name="T21" fmla="*/ 0 h 244"/>
                <a:gd name="T22" fmla="*/ 0 w 407"/>
                <a:gd name="T23" fmla="*/ 0 h 244"/>
                <a:gd name="T24" fmla="*/ 0 w 407"/>
                <a:gd name="T25" fmla="*/ 0 h 244"/>
                <a:gd name="T26" fmla="*/ 0 w 407"/>
                <a:gd name="T27" fmla="*/ 0 h 244"/>
                <a:gd name="T28" fmla="*/ 0 w 407"/>
                <a:gd name="T29" fmla="*/ 0 h 244"/>
                <a:gd name="T30" fmla="*/ 0 w 407"/>
                <a:gd name="T31" fmla="*/ 0 h 244"/>
                <a:gd name="T32" fmla="*/ 0 w 407"/>
                <a:gd name="T33" fmla="*/ 0 h 244"/>
                <a:gd name="T34" fmla="*/ 0 w 407"/>
                <a:gd name="T35" fmla="*/ 0 h 244"/>
                <a:gd name="T36" fmla="*/ 0 w 407"/>
                <a:gd name="T37" fmla="*/ 0 h 2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7" h="244">
                  <a:moveTo>
                    <a:pt x="0" y="174"/>
                  </a:moveTo>
                  <a:lnTo>
                    <a:pt x="0" y="110"/>
                  </a:lnTo>
                  <a:lnTo>
                    <a:pt x="47" y="63"/>
                  </a:lnTo>
                  <a:lnTo>
                    <a:pt x="135" y="87"/>
                  </a:lnTo>
                  <a:lnTo>
                    <a:pt x="157" y="87"/>
                  </a:lnTo>
                  <a:lnTo>
                    <a:pt x="135" y="0"/>
                  </a:lnTo>
                  <a:lnTo>
                    <a:pt x="204" y="63"/>
                  </a:lnTo>
                  <a:lnTo>
                    <a:pt x="250" y="63"/>
                  </a:lnTo>
                  <a:lnTo>
                    <a:pt x="297" y="70"/>
                  </a:lnTo>
                  <a:lnTo>
                    <a:pt x="407" y="151"/>
                  </a:lnTo>
                  <a:lnTo>
                    <a:pt x="378" y="180"/>
                  </a:lnTo>
                  <a:lnTo>
                    <a:pt x="297" y="244"/>
                  </a:lnTo>
                  <a:lnTo>
                    <a:pt x="222" y="203"/>
                  </a:lnTo>
                  <a:lnTo>
                    <a:pt x="145" y="220"/>
                  </a:lnTo>
                  <a:lnTo>
                    <a:pt x="88" y="203"/>
                  </a:lnTo>
                  <a:lnTo>
                    <a:pt x="65" y="174"/>
                  </a:lnTo>
                  <a:lnTo>
                    <a:pt x="47" y="133"/>
                  </a:lnTo>
                  <a:lnTo>
                    <a:pt x="23" y="163"/>
                  </a:lnTo>
                  <a:lnTo>
                    <a:pt x="0" y="174"/>
                  </a:lnTo>
                  <a:close/>
                </a:path>
              </a:pathLst>
            </a:custGeom>
            <a:solidFill>
              <a:srgbClr val="DDDDDD"/>
            </a:solidFill>
            <a:ln w="9525">
              <a:solidFill>
                <a:srgbClr val="DDDDDD"/>
              </a:solidFill>
              <a:round/>
              <a:headEnd/>
              <a:tailEnd/>
            </a:ln>
          </p:spPr>
          <p:txBody>
            <a:bodyPr/>
            <a:lstStyle/>
            <a:p>
              <a:endParaRPr lang="ko-KR" altLang="en-US"/>
            </a:p>
          </p:txBody>
        </p:sp>
        <p:sp>
          <p:nvSpPr>
            <p:cNvPr id="418253" name="Freeform 926">
              <a:extLst>
                <a:ext uri="{FF2B5EF4-FFF2-40B4-BE49-F238E27FC236}">
                  <a16:creationId xmlns:a16="http://schemas.microsoft.com/office/drawing/2014/main" id="{2AF54A00-BAFB-3709-0832-AF030EBD1E0A}"/>
                </a:ext>
              </a:extLst>
            </p:cNvPr>
            <p:cNvSpPr>
              <a:spLocks/>
            </p:cNvSpPr>
            <p:nvPr/>
          </p:nvSpPr>
          <p:spPr bwMode="auto">
            <a:xfrm>
              <a:off x="2002" y="2198"/>
              <a:ext cx="75" cy="71"/>
            </a:xfrm>
            <a:custGeom>
              <a:avLst/>
              <a:gdLst>
                <a:gd name="T0" fmla="*/ 0 w 295"/>
                <a:gd name="T1" fmla="*/ 0 h 272"/>
                <a:gd name="T2" fmla="*/ 0 w 295"/>
                <a:gd name="T3" fmla="*/ 0 h 272"/>
                <a:gd name="T4" fmla="*/ 0 w 295"/>
                <a:gd name="T5" fmla="*/ 0 h 272"/>
                <a:gd name="T6" fmla="*/ 0 w 295"/>
                <a:gd name="T7" fmla="*/ 0 h 272"/>
                <a:gd name="T8" fmla="*/ 0 w 295"/>
                <a:gd name="T9" fmla="*/ 0 h 272"/>
                <a:gd name="T10" fmla="*/ 0 w 295"/>
                <a:gd name="T11" fmla="*/ 0 h 272"/>
                <a:gd name="T12" fmla="*/ 0 w 295"/>
                <a:gd name="T13" fmla="*/ 0 h 272"/>
                <a:gd name="T14" fmla="*/ 0 w 295"/>
                <a:gd name="T15" fmla="*/ 0 h 272"/>
                <a:gd name="T16" fmla="*/ 0 w 295"/>
                <a:gd name="T17" fmla="*/ 0 h 272"/>
                <a:gd name="T18" fmla="*/ 0 w 295"/>
                <a:gd name="T19" fmla="*/ 0 h 272"/>
                <a:gd name="T20" fmla="*/ 0 w 295"/>
                <a:gd name="T21" fmla="*/ 0 h 272"/>
                <a:gd name="T22" fmla="*/ 0 w 295"/>
                <a:gd name="T23" fmla="*/ 0 h 272"/>
                <a:gd name="T24" fmla="*/ 0 w 295"/>
                <a:gd name="T25" fmla="*/ 0 h 272"/>
                <a:gd name="T26" fmla="*/ 0 w 295"/>
                <a:gd name="T27" fmla="*/ 0 h 272"/>
                <a:gd name="T28" fmla="*/ 0 w 295"/>
                <a:gd name="T29" fmla="*/ 0 h 272"/>
                <a:gd name="T30" fmla="*/ 0 w 295"/>
                <a:gd name="T31" fmla="*/ 0 h 2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95" h="272">
                  <a:moveTo>
                    <a:pt x="0" y="139"/>
                  </a:moveTo>
                  <a:lnTo>
                    <a:pt x="0" y="69"/>
                  </a:lnTo>
                  <a:lnTo>
                    <a:pt x="45" y="45"/>
                  </a:lnTo>
                  <a:lnTo>
                    <a:pt x="133" y="23"/>
                  </a:lnTo>
                  <a:lnTo>
                    <a:pt x="162" y="0"/>
                  </a:lnTo>
                  <a:lnTo>
                    <a:pt x="202" y="0"/>
                  </a:lnTo>
                  <a:lnTo>
                    <a:pt x="295" y="23"/>
                  </a:lnTo>
                  <a:lnTo>
                    <a:pt x="249" y="45"/>
                  </a:lnTo>
                  <a:lnTo>
                    <a:pt x="272" y="115"/>
                  </a:lnTo>
                  <a:lnTo>
                    <a:pt x="295" y="157"/>
                  </a:lnTo>
                  <a:lnTo>
                    <a:pt x="272" y="220"/>
                  </a:lnTo>
                  <a:lnTo>
                    <a:pt x="249" y="272"/>
                  </a:lnTo>
                  <a:lnTo>
                    <a:pt x="162" y="202"/>
                  </a:lnTo>
                  <a:lnTo>
                    <a:pt x="69" y="202"/>
                  </a:lnTo>
                  <a:lnTo>
                    <a:pt x="22" y="157"/>
                  </a:lnTo>
                  <a:lnTo>
                    <a:pt x="0" y="139"/>
                  </a:lnTo>
                  <a:close/>
                </a:path>
              </a:pathLst>
            </a:custGeom>
            <a:solidFill>
              <a:srgbClr val="DDDDDD"/>
            </a:solidFill>
            <a:ln w="9525">
              <a:solidFill>
                <a:srgbClr val="DDDDDD"/>
              </a:solidFill>
              <a:round/>
              <a:headEnd/>
              <a:tailEnd/>
            </a:ln>
          </p:spPr>
          <p:txBody>
            <a:bodyPr/>
            <a:lstStyle/>
            <a:p>
              <a:endParaRPr lang="ko-KR" altLang="en-US"/>
            </a:p>
          </p:txBody>
        </p:sp>
        <p:sp>
          <p:nvSpPr>
            <p:cNvPr id="418254" name="Freeform 927">
              <a:extLst>
                <a:ext uri="{FF2B5EF4-FFF2-40B4-BE49-F238E27FC236}">
                  <a16:creationId xmlns:a16="http://schemas.microsoft.com/office/drawing/2014/main" id="{AED9D225-EBBC-1D6A-91E1-C68CDAF9D093}"/>
                </a:ext>
              </a:extLst>
            </p:cNvPr>
            <p:cNvSpPr>
              <a:spLocks/>
            </p:cNvSpPr>
            <p:nvPr/>
          </p:nvSpPr>
          <p:spPr bwMode="auto">
            <a:xfrm>
              <a:off x="1940" y="1935"/>
              <a:ext cx="163" cy="246"/>
            </a:xfrm>
            <a:custGeom>
              <a:avLst/>
              <a:gdLst>
                <a:gd name="T0" fmla="*/ 0 w 651"/>
                <a:gd name="T1" fmla="*/ 0 h 959"/>
                <a:gd name="T2" fmla="*/ 0 w 651"/>
                <a:gd name="T3" fmla="*/ 0 h 959"/>
                <a:gd name="T4" fmla="*/ 0 w 651"/>
                <a:gd name="T5" fmla="*/ 0 h 959"/>
                <a:gd name="T6" fmla="*/ 0 w 651"/>
                <a:gd name="T7" fmla="*/ 0 h 959"/>
                <a:gd name="T8" fmla="*/ 0 w 651"/>
                <a:gd name="T9" fmla="*/ 0 h 959"/>
                <a:gd name="T10" fmla="*/ 0 w 651"/>
                <a:gd name="T11" fmla="*/ 0 h 959"/>
                <a:gd name="T12" fmla="*/ 0 w 651"/>
                <a:gd name="T13" fmla="*/ 0 h 959"/>
                <a:gd name="T14" fmla="*/ 0 w 651"/>
                <a:gd name="T15" fmla="*/ 0 h 959"/>
                <a:gd name="T16" fmla="*/ 0 w 651"/>
                <a:gd name="T17" fmla="*/ 0 h 959"/>
                <a:gd name="T18" fmla="*/ 0 w 651"/>
                <a:gd name="T19" fmla="*/ 0 h 959"/>
                <a:gd name="T20" fmla="*/ 0 w 651"/>
                <a:gd name="T21" fmla="*/ 0 h 959"/>
                <a:gd name="T22" fmla="*/ 0 w 651"/>
                <a:gd name="T23" fmla="*/ 0 h 959"/>
                <a:gd name="T24" fmla="*/ 0 w 651"/>
                <a:gd name="T25" fmla="*/ 0 h 959"/>
                <a:gd name="T26" fmla="*/ 0 w 651"/>
                <a:gd name="T27" fmla="*/ 0 h 959"/>
                <a:gd name="T28" fmla="*/ 0 w 651"/>
                <a:gd name="T29" fmla="*/ 0 h 959"/>
                <a:gd name="T30" fmla="*/ 0 w 651"/>
                <a:gd name="T31" fmla="*/ 0 h 959"/>
                <a:gd name="T32" fmla="*/ 0 w 651"/>
                <a:gd name="T33" fmla="*/ 0 h 959"/>
                <a:gd name="T34" fmla="*/ 0 w 651"/>
                <a:gd name="T35" fmla="*/ 0 h 959"/>
                <a:gd name="T36" fmla="*/ 0 w 651"/>
                <a:gd name="T37" fmla="*/ 0 h 959"/>
                <a:gd name="T38" fmla="*/ 0 w 651"/>
                <a:gd name="T39" fmla="*/ 0 h 959"/>
                <a:gd name="T40" fmla="*/ 0 w 651"/>
                <a:gd name="T41" fmla="*/ 0 h 959"/>
                <a:gd name="T42" fmla="*/ 0 w 651"/>
                <a:gd name="T43" fmla="*/ 0 h 959"/>
                <a:gd name="T44" fmla="*/ 0 w 651"/>
                <a:gd name="T45" fmla="*/ 0 h 959"/>
                <a:gd name="T46" fmla="*/ 0 w 651"/>
                <a:gd name="T47" fmla="*/ 0 h 959"/>
                <a:gd name="T48" fmla="*/ 0 w 651"/>
                <a:gd name="T49" fmla="*/ 0 h 959"/>
                <a:gd name="T50" fmla="*/ 0 w 651"/>
                <a:gd name="T51" fmla="*/ 0 h 959"/>
                <a:gd name="T52" fmla="*/ 0 w 651"/>
                <a:gd name="T53" fmla="*/ 0 h 959"/>
                <a:gd name="T54" fmla="*/ 0 w 651"/>
                <a:gd name="T55" fmla="*/ 0 h 959"/>
                <a:gd name="T56" fmla="*/ 0 w 651"/>
                <a:gd name="T57" fmla="*/ 0 h 959"/>
                <a:gd name="T58" fmla="*/ 0 w 651"/>
                <a:gd name="T59" fmla="*/ 0 h 959"/>
                <a:gd name="T60" fmla="*/ 0 w 651"/>
                <a:gd name="T61" fmla="*/ 0 h 959"/>
                <a:gd name="T62" fmla="*/ 0 w 651"/>
                <a:gd name="T63" fmla="*/ 0 h 959"/>
                <a:gd name="T64" fmla="*/ 0 w 651"/>
                <a:gd name="T65" fmla="*/ 0 h 959"/>
                <a:gd name="T66" fmla="*/ 0 w 651"/>
                <a:gd name="T67" fmla="*/ 0 h 959"/>
                <a:gd name="T68" fmla="*/ 0 w 651"/>
                <a:gd name="T69" fmla="*/ 0 h 959"/>
                <a:gd name="T70" fmla="*/ 0 w 651"/>
                <a:gd name="T71" fmla="*/ 0 h 959"/>
                <a:gd name="T72" fmla="*/ 0 w 651"/>
                <a:gd name="T73" fmla="*/ 0 h 959"/>
                <a:gd name="T74" fmla="*/ 0 w 651"/>
                <a:gd name="T75" fmla="*/ 0 h 959"/>
                <a:gd name="T76" fmla="*/ 0 w 651"/>
                <a:gd name="T77" fmla="*/ 0 h 959"/>
                <a:gd name="T78" fmla="*/ 0 w 651"/>
                <a:gd name="T79" fmla="*/ 0 h 959"/>
                <a:gd name="T80" fmla="*/ 0 w 651"/>
                <a:gd name="T81" fmla="*/ 0 h 959"/>
                <a:gd name="T82" fmla="*/ 0 w 651"/>
                <a:gd name="T83" fmla="*/ 0 h 9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51" h="959">
                  <a:moveTo>
                    <a:pt x="546" y="942"/>
                  </a:moveTo>
                  <a:lnTo>
                    <a:pt x="523" y="942"/>
                  </a:lnTo>
                  <a:lnTo>
                    <a:pt x="477" y="918"/>
                  </a:lnTo>
                  <a:lnTo>
                    <a:pt x="477" y="872"/>
                  </a:lnTo>
                  <a:lnTo>
                    <a:pt x="453" y="872"/>
                  </a:lnTo>
                  <a:lnTo>
                    <a:pt x="430" y="918"/>
                  </a:lnTo>
                  <a:lnTo>
                    <a:pt x="273" y="959"/>
                  </a:lnTo>
                  <a:lnTo>
                    <a:pt x="181" y="942"/>
                  </a:lnTo>
                  <a:lnTo>
                    <a:pt x="116" y="942"/>
                  </a:lnTo>
                  <a:lnTo>
                    <a:pt x="116" y="895"/>
                  </a:lnTo>
                  <a:lnTo>
                    <a:pt x="139" y="848"/>
                  </a:lnTo>
                  <a:lnTo>
                    <a:pt x="94" y="802"/>
                  </a:lnTo>
                  <a:lnTo>
                    <a:pt x="94" y="738"/>
                  </a:lnTo>
                  <a:lnTo>
                    <a:pt x="116" y="692"/>
                  </a:lnTo>
                  <a:lnTo>
                    <a:pt x="163" y="692"/>
                  </a:lnTo>
                  <a:lnTo>
                    <a:pt x="163" y="645"/>
                  </a:lnTo>
                  <a:lnTo>
                    <a:pt x="273" y="558"/>
                  </a:lnTo>
                  <a:lnTo>
                    <a:pt x="296" y="511"/>
                  </a:lnTo>
                  <a:lnTo>
                    <a:pt x="273" y="465"/>
                  </a:lnTo>
                  <a:lnTo>
                    <a:pt x="227" y="424"/>
                  </a:lnTo>
                  <a:lnTo>
                    <a:pt x="181" y="424"/>
                  </a:lnTo>
                  <a:lnTo>
                    <a:pt x="181" y="331"/>
                  </a:lnTo>
                  <a:lnTo>
                    <a:pt x="139" y="215"/>
                  </a:lnTo>
                  <a:lnTo>
                    <a:pt x="0" y="75"/>
                  </a:lnTo>
                  <a:lnTo>
                    <a:pt x="41" y="64"/>
                  </a:lnTo>
                  <a:lnTo>
                    <a:pt x="163" y="117"/>
                  </a:lnTo>
                  <a:lnTo>
                    <a:pt x="227" y="99"/>
                  </a:lnTo>
                  <a:lnTo>
                    <a:pt x="320" y="18"/>
                  </a:lnTo>
                  <a:lnTo>
                    <a:pt x="401" y="0"/>
                  </a:lnTo>
                  <a:lnTo>
                    <a:pt x="390" y="41"/>
                  </a:lnTo>
                  <a:lnTo>
                    <a:pt x="430" y="128"/>
                  </a:lnTo>
                  <a:lnTo>
                    <a:pt x="430" y="221"/>
                  </a:lnTo>
                  <a:lnTo>
                    <a:pt x="453" y="267"/>
                  </a:lnTo>
                  <a:lnTo>
                    <a:pt x="500" y="331"/>
                  </a:lnTo>
                  <a:lnTo>
                    <a:pt x="500" y="424"/>
                  </a:lnTo>
                  <a:lnTo>
                    <a:pt x="546" y="488"/>
                  </a:lnTo>
                  <a:lnTo>
                    <a:pt x="546" y="581"/>
                  </a:lnTo>
                  <a:lnTo>
                    <a:pt x="605" y="692"/>
                  </a:lnTo>
                  <a:lnTo>
                    <a:pt x="651" y="761"/>
                  </a:lnTo>
                  <a:lnTo>
                    <a:pt x="605" y="872"/>
                  </a:lnTo>
                  <a:lnTo>
                    <a:pt x="523" y="895"/>
                  </a:lnTo>
                  <a:lnTo>
                    <a:pt x="546" y="942"/>
                  </a:lnTo>
                  <a:close/>
                </a:path>
              </a:pathLst>
            </a:custGeom>
            <a:solidFill>
              <a:srgbClr val="DDDDDD"/>
            </a:solidFill>
            <a:ln w="9525">
              <a:solidFill>
                <a:srgbClr val="DDDDDD"/>
              </a:solidFill>
              <a:round/>
              <a:headEnd/>
              <a:tailEnd/>
            </a:ln>
          </p:spPr>
          <p:txBody>
            <a:bodyPr/>
            <a:lstStyle/>
            <a:p>
              <a:endParaRPr lang="ko-KR" altLang="en-US"/>
            </a:p>
          </p:txBody>
        </p:sp>
        <p:sp>
          <p:nvSpPr>
            <p:cNvPr id="418255" name="Freeform 928">
              <a:extLst>
                <a:ext uri="{FF2B5EF4-FFF2-40B4-BE49-F238E27FC236}">
                  <a16:creationId xmlns:a16="http://schemas.microsoft.com/office/drawing/2014/main" id="{279E3831-44E9-98B9-AFC9-0B982E2DC356}"/>
                </a:ext>
              </a:extLst>
            </p:cNvPr>
            <p:cNvSpPr>
              <a:spLocks/>
            </p:cNvSpPr>
            <p:nvPr/>
          </p:nvSpPr>
          <p:spPr bwMode="auto">
            <a:xfrm>
              <a:off x="1843" y="1974"/>
              <a:ext cx="145" cy="312"/>
            </a:xfrm>
            <a:custGeom>
              <a:avLst/>
              <a:gdLst>
                <a:gd name="T0" fmla="*/ 0 w 576"/>
                <a:gd name="T1" fmla="*/ 0 h 1219"/>
                <a:gd name="T2" fmla="*/ 0 w 576"/>
                <a:gd name="T3" fmla="*/ 0 h 1219"/>
                <a:gd name="T4" fmla="*/ 0 w 576"/>
                <a:gd name="T5" fmla="*/ 0 h 1219"/>
                <a:gd name="T6" fmla="*/ 0 w 576"/>
                <a:gd name="T7" fmla="*/ 0 h 1219"/>
                <a:gd name="T8" fmla="*/ 0 w 576"/>
                <a:gd name="T9" fmla="*/ 0 h 1219"/>
                <a:gd name="T10" fmla="*/ 0 w 576"/>
                <a:gd name="T11" fmla="*/ 0 h 1219"/>
                <a:gd name="T12" fmla="*/ 0 w 576"/>
                <a:gd name="T13" fmla="*/ 0 h 1219"/>
                <a:gd name="T14" fmla="*/ 0 w 576"/>
                <a:gd name="T15" fmla="*/ 0 h 1219"/>
                <a:gd name="T16" fmla="*/ 0 w 576"/>
                <a:gd name="T17" fmla="*/ 0 h 1219"/>
                <a:gd name="T18" fmla="*/ 0 w 576"/>
                <a:gd name="T19" fmla="*/ 0 h 1219"/>
                <a:gd name="T20" fmla="*/ 0 w 576"/>
                <a:gd name="T21" fmla="*/ 0 h 1219"/>
                <a:gd name="T22" fmla="*/ 0 w 576"/>
                <a:gd name="T23" fmla="*/ 0 h 1219"/>
                <a:gd name="T24" fmla="*/ 0 w 576"/>
                <a:gd name="T25" fmla="*/ 0 h 1219"/>
                <a:gd name="T26" fmla="*/ 0 w 576"/>
                <a:gd name="T27" fmla="*/ 0 h 1219"/>
                <a:gd name="T28" fmla="*/ 0 w 576"/>
                <a:gd name="T29" fmla="*/ 0 h 1219"/>
                <a:gd name="T30" fmla="*/ 0 w 576"/>
                <a:gd name="T31" fmla="*/ 0 h 1219"/>
                <a:gd name="T32" fmla="*/ 0 w 576"/>
                <a:gd name="T33" fmla="*/ 0 h 1219"/>
                <a:gd name="T34" fmla="*/ 0 w 576"/>
                <a:gd name="T35" fmla="*/ 0 h 1219"/>
                <a:gd name="T36" fmla="*/ 0 w 576"/>
                <a:gd name="T37" fmla="*/ 0 h 1219"/>
                <a:gd name="T38" fmla="*/ 0 w 576"/>
                <a:gd name="T39" fmla="*/ 0 h 1219"/>
                <a:gd name="T40" fmla="*/ 0 w 576"/>
                <a:gd name="T41" fmla="*/ 0 h 1219"/>
                <a:gd name="T42" fmla="*/ 0 w 576"/>
                <a:gd name="T43" fmla="*/ 0 h 1219"/>
                <a:gd name="T44" fmla="*/ 0 w 576"/>
                <a:gd name="T45" fmla="*/ 0 h 1219"/>
                <a:gd name="T46" fmla="*/ 0 w 576"/>
                <a:gd name="T47" fmla="*/ 0 h 1219"/>
                <a:gd name="T48" fmla="*/ 0 w 576"/>
                <a:gd name="T49" fmla="*/ 0 h 1219"/>
                <a:gd name="T50" fmla="*/ 0 w 576"/>
                <a:gd name="T51" fmla="*/ 0 h 1219"/>
                <a:gd name="T52" fmla="*/ 0 w 576"/>
                <a:gd name="T53" fmla="*/ 0 h 1219"/>
                <a:gd name="T54" fmla="*/ 0 w 576"/>
                <a:gd name="T55" fmla="*/ 0 h 1219"/>
                <a:gd name="T56" fmla="*/ 0 w 576"/>
                <a:gd name="T57" fmla="*/ 0 h 1219"/>
                <a:gd name="T58" fmla="*/ 0 w 576"/>
                <a:gd name="T59" fmla="*/ 0 h 1219"/>
                <a:gd name="T60" fmla="*/ 0 w 576"/>
                <a:gd name="T61" fmla="*/ 0 h 1219"/>
                <a:gd name="T62" fmla="*/ 0 w 576"/>
                <a:gd name="T63" fmla="*/ 0 h 1219"/>
                <a:gd name="T64" fmla="*/ 0 w 576"/>
                <a:gd name="T65" fmla="*/ 0 h 1219"/>
                <a:gd name="T66" fmla="*/ 0 w 576"/>
                <a:gd name="T67" fmla="*/ 0 h 1219"/>
                <a:gd name="T68" fmla="*/ 0 w 576"/>
                <a:gd name="T69" fmla="*/ 0 h 1219"/>
                <a:gd name="T70" fmla="*/ 0 w 576"/>
                <a:gd name="T71" fmla="*/ 0 h 1219"/>
                <a:gd name="T72" fmla="*/ 0 w 576"/>
                <a:gd name="T73" fmla="*/ 0 h 1219"/>
                <a:gd name="T74" fmla="*/ 0 w 576"/>
                <a:gd name="T75" fmla="*/ 0 h 1219"/>
                <a:gd name="T76" fmla="*/ 0 w 576"/>
                <a:gd name="T77" fmla="*/ 0 h 1219"/>
                <a:gd name="T78" fmla="*/ 0 w 576"/>
                <a:gd name="T79" fmla="*/ 0 h 1219"/>
                <a:gd name="T80" fmla="*/ 0 w 576"/>
                <a:gd name="T81" fmla="*/ 0 h 1219"/>
                <a:gd name="T82" fmla="*/ 0 w 576"/>
                <a:gd name="T83" fmla="*/ 0 h 12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76" h="1219">
                  <a:moveTo>
                    <a:pt x="576" y="272"/>
                  </a:moveTo>
                  <a:lnTo>
                    <a:pt x="500" y="336"/>
                  </a:lnTo>
                  <a:lnTo>
                    <a:pt x="478" y="446"/>
                  </a:lnTo>
                  <a:lnTo>
                    <a:pt x="454" y="516"/>
                  </a:lnTo>
                  <a:lnTo>
                    <a:pt x="390" y="586"/>
                  </a:lnTo>
                  <a:lnTo>
                    <a:pt x="321" y="609"/>
                  </a:lnTo>
                  <a:lnTo>
                    <a:pt x="274" y="720"/>
                  </a:lnTo>
                  <a:lnTo>
                    <a:pt x="274" y="766"/>
                  </a:lnTo>
                  <a:lnTo>
                    <a:pt x="343" y="853"/>
                  </a:lnTo>
                  <a:lnTo>
                    <a:pt x="343" y="877"/>
                  </a:lnTo>
                  <a:lnTo>
                    <a:pt x="297" y="900"/>
                  </a:lnTo>
                  <a:lnTo>
                    <a:pt x="274" y="877"/>
                  </a:lnTo>
                  <a:lnTo>
                    <a:pt x="251" y="900"/>
                  </a:lnTo>
                  <a:lnTo>
                    <a:pt x="274" y="922"/>
                  </a:lnTo>
                  <a:lnTo>
                    <a:pt x="274" y="969"/>
                  </a:lnTo>
                  <a:lnTo>
                    <a:pt x="274" y="992"/>
                  </a:lnTo>
                  <a:lnTo>
                    <a:pt x="274" y="1079"/>
                  </a:lnTo>
                  <a:lnTo>
                    <a:pt x="227" y="1126"/>
                  </a:lnTo>
                  <a:lnTo>
                    <a:pt x="157" y="1149"/>
                  </a:lnTo>
                  <a:lnTo>
                    <a:pt x="140" y="1219"/>
                  </a:lnTo>
                  <a:lnTo>
                    <a:pt x="94" y="1219"/>
                  </a:lnTo>
                  <a:lnTo>
                    <a:pt x="70" y="1149"/>
                  </a:lnTo>
                  <a:lnTo>
                    <a:pt x="47" y="1079"/>
                  </a:lnTo>
                  <a:lnTo>
                    <a:pt x="7" y="1044"/>
                  </a:lnTo>
                  <a:lnTo>
                    <a:pt x="0" y="969"/>
                  </a:lnTo>
                  <a:lnTo>
                    <a:pt x="0" y="900"/>
                  </a:lnTo>
                  <a:lnTo>
                    <a:pt x="0" y="877"/>
                  </a:lnTo>
                  <a:lnTo>
                    <a:pt x="47" y="807"/>
                  </a:lnTo>
                  <a:lnTo>
                    <a:pt x="70" y="673"/>
                  </a:lnTo>
                  <a:lnTo>
                    <a:pt x="47" y="540"/>
                  </a:lnTo>
                  <a:lnTo>
                    <a:pt x="70" y="476"/>
                  </a:lnTo>
                  <a:lnTo>
                    <a:pt x="175" y="366"/>
                  </a:lnTo>
                  <a:lnTo>
                    <a:pt x="187" y="296"/>
                  </a:lnTo>
                  <a:lnTo>
                    <a:pt x="274" y="139"/>
                  </a:lnTo>
                  <a:lnTo>
                    <a:pt x="303" y="57"/>
                  </a:lnTo>
                  <a:lnTo>
                    <a:pt x="378" y="35"/>
                  </a:lnTo>
                  <a:lnTo>
                    <a:pt x="413" y="0"/>
                  </a:lnTo>
                  <a:lnTo>
                    <a:pt x="483" y="0"/>
                  </a:lnTo>
                  <a:lnTo>
                    <a:pt x="518" y="57"/>
                  </a:lnTo>
                  <a:lnTo>
                    <a:pt x="565" y="157"/>
                  </a:lnTo>
                  <a:lnTo>
                    <a:pt x="565" y="202"/>
                  </a:lnTo>
                  <a:lnTo>
                    <a:pt x="576" y="272"/>
                  </a:lnTo>
                  <a:close/>
                </a:path>
              </a:pathLst>
            </a:custGeom>
            <a:solidFill>
              <a:srgbClr val="DDDDDD"/>
            </a:solidFill>
            <a:ln w="9525">
              <a:solidFill>
                <a:srgbClr val="DDDDDD"/>
              </a:solidFill>
              <a:round/>
              <a:headEnd/>
              <a:tailEnd/>
            </a:ln>
          </p:spPr>
          <p:txBody>
            <a:bodyPr/>
            <a:lstStyle/>
            <a:p>
              <a:endParaRPr lang="ko-KR" altLang="en-US"/>
            </a:p>
          </p:txBody>
        </p:sp>
        <p:sp>
          <p:nvSpPr>
            <p:cNvPr id="418256" name="Freeform 929">
              <a:extLst>
                <a:ext uri="{FF2B5EF4-FFF2-40B4-BE49-F238E27FC236}">
                  <a16:creationId xmlns:a16="http://schemas.microsoft.com/office/drawing/2014/main" id="{A80DB80F-1D28-54D6-D38B-C33937E05D91}"/>
                </a:ext>
              </a:extLst>
            </p:cNvPr>
            <p:cNvSpPr>
              <a:spLocks/>
            </p:cNvSpPr>
            <p:nvPr/>
          </p:nvSpPr>
          <p:spPr bwMode="auto">
            <a:xfrm>
              <a:off x="1768" y="1910"/>
              <a:ext cx="291" cy="324"/>
            </a:xfrm>
            <a:custGeom>
              <a:avLst/>
              <a:gdLst>
                <a:gd name="T0" fmla="*/ 0 w 1151"/>
                <a:gd name="T1" fmla="*/ 0 h 1267"/>
                <a:gd name="T2" fmla="*/ 0 w 1151"/>
                <a:gd name="T3" fmla="*/ 0 h 1267"/>
                <a:gd name="T4" fmla="*/ 0 w 1151"/>
                <a:gd name="T5" fmla="*/ 0 h 1267"/>
                <a:gd name="T6" fmla="*/ 0 w 1151"/>
                <a:gd name="T7" fmla="*/ 0 h 1267"/>
                <a:gd name="T8" fmla="*/ 0 w 1151"/>
                <a:gd name="T9" fmla="*/ 0 h 1267"/>
                <a:gd name="T10" fmla="*/ 0 w 1151"/>
                <a:gd name="T11" fmla="*/ 0 h 1267"/>
                <a:gd name="T12" fmla="*/ 0 w 1151"/>
                <a:gd name="T13" fmla="*/ 0 h 1267"/>
                <a:gd name="T14" fmla="*/ 0 w 1151"/>
                <a:gd name="T15" fmla="*/ 0 h 1267"/>
                <a:gd name="T16" fmla="*/ 0 w 1151"/>
                <a:gd name="T17" fmla="*/ 0 h 1267"/>
                <a:gd name="T18" fmla="*/ 0 w 1151"/>
                <a:gd name="T19" fmla="*/ 0 h 1267"/>
                <a:gd name="T20" fmla="*/ 0 w 1151"/>
                <a:gd name="T21" fmla="*/ 0 h 1267"/>
                <a:gd name="T22" fmla="*/ 0 w 1151"/>
                <a:gd name="T23" fmla="*/ 0 h 1267"/>
                <a:gd name="T24" fmla="*/ 0 w 1151"/>
                <a:gd name="T25" fmla="*/ 0 h 1267"/>
                <a:gd name="T26" fmla="*/ 0 w 1151"/>
                <a:gd name="T27" fmla="*/ 0 h 1267"/>
                <a:gd name="T28" fmla="*/ 0 w 1151"/>
                <a:gd name="T29" fmla="*/ 0 h 1267"/>
                <a:gd name="T30" fmla="*/ 0 w 1151"/>
                <a:gd name="T31" fmla="*/ 0 h 1267"/>
                <a:gd name="T32" fmla="*/ 0 w 1151"/>
                <a:gd name="T33" fmla="*/ 0 h 1267"/>
                <a:gd name="T34" fmla="*/ 0 w 1151"/>
                <a:gd name="T35" fmla="*/ 0 h 1267"/>
                <a:gd name="T36" fmla="*/ 0 w 1151"/>
                <a:gd name="T37" fmla="*/ 0 h 1267"/>
                <a:gd name="T38" fmla="*/ 0 w 1151"/>
                <a:gd name="T39" fmla="*/ 0 h 1267"/>
                <a:gd name="T40" fmla="*/ 0 w 1151"/>
                <a:gd name="T41" fmla="*/ 0 h 1267"/>
                <a:gd name="T42" fmla="*/ 0 w 1151"/>
                <a:gd name="T43" fmla="*/ 0 h 1267"/>
                <a:gd name="T44" fmla="*/ 0 w 1151"/>
                <a:gd name="T45" fmla="*/ 0 h 1267"/>
                <a:gd name="T46" fmla="*/ 0 w 1151"/>
                <a:gd name="T47" fmla="*/ 0 h 1267"/>
                <a:gd name="T48" fmla="*/ 0 w 1151"/>
                <a:gd name="T49" fmla="*/ 0 h 1267"/>
                <a:gd name="T50" fmla="*/ 0 w 1151"/>
                <a:gd name="T51" fmla="*/ 0 h 1267"/>
                <a:gd name="T52" fmla="*/ 0 w 1151"/>
                <a:gd name="T53" fmla="*/ 0 h 1267"/>
                <a:gd name="T54" fmla="*/ 0 w 1151"/>
                <a:gd name="T55" fmla="*/ 0 h 1267"/>
                <a:gd name="T56" fmla="*/ 0 w 1151"/>
                <a:gd name="T57" fmla="*/ 0 h 1267"/>
                <a:gd name="T58" fmla="*/ 0 w 1151"/>
                <a:gd name="T59" fmla="*/ 0 h 1267"/>
                <a:gd name="T60" fmla="*/ 0 w 1151"/>
                <a:gd name="T61" fmla="*/ 0 h 1267"/>
                <a:gd name="T62" fmla="*/ 0 w 1151"/>
                <a:gd name="T63" fmla="*/ 0 h 12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151" h="1267">
                  <a:moveTo>
                    <a:pt x="1127" y="0"/>
                  </a:moveTo>
                  <a:lnTo>
                    <a:pt x="1012" y="0"/>
                  </a:lnTo>
                  <a:lnTo>
                    <a:pt x="970" y="47"/>
                  </a:lnTo>
                  <a:lnTo>
                    <a:pt x="947" y="0"/>
                  </a:lnTo>
                  <a:lnTo>
                    <a:pt x="878" y="0"/>
                  </a:lnTo>
                  <a:lnTo>
                    <a:pt x="878" y="24"/>
                  </a:lnTo>
                  <a:lnTo>
                    <a:pt x="837" y="24"/>
                  </a:lnTo>
                  <a:lnTo>
                    <a:pt x="768" y="47"/>
                  </a:lnTo>
                  <a:lnTo>
                    <a:pt x="761" y="117"/>
                  </a:lnTo>
                  <a:lnTo>
                    <a:pt x="680" y="117"/>
                  </a:lnTo>
                  <a:lnTo>
                    <a:pt x="611" y="140"/>
                  </a:lnTo>
                  <a:lnTo>
                    <a:pt x="517" y="251"/>
                  </a:lnTo>
                  <a:lnTo>
                    <a:pt x="564" y="274"/>
                  </a:lnTo>
                  <a:lnTo>
                    <a:pt x="494" y="296"/>
                  </a:lnTo>
                  <a:lnTo>
                    <a:pt x="494" y="338"/>
                  </a:lnTo>
                  <a:lnTo>
                    <a:pt x="477" y="366"/>
                  </a:lnTo>
                  <a:lnTo>
                    <a:pt x="430" y="338"/>
                  </a:lnTo>
                  <a:lnTo>
                    <a:pt x="384" y="430"/>
                  </a:lnTo>
                  <a:lnTo>
                    <a:pt x="384" y="477"/>
                  </a:lnTo>
                  <a:lnTo>
                    <a:pt x="290" y="610"/>
                  </a:lnTo>
                  <a:lnTo>
                    <a:pt x="203" y="727"/>
                  </a:lnTo>
                  <a:lnTo>
                    <a:pt x="203" y="744"/>
                  </a:lnTo>
                  <a:lnTo>
                    <a:pt x="267" y="744"/>
                  </a:lnTo>
                  <a:lnTo>
                    <a:pt x="244" y="767"/>
                  </a:lnTo>
                  <a:lnTo>
                    <a:pt x="180" y="767"/>
                  </a:lnTo>
                  <a:lnTo>
                    <a:pt x="157" y="814"/>
                  </a:lnTo>
                  <a:lnTo>
                    <a:pt x="46" y="884"/>
                  </a:lnTo>
                  <a:lnTo>
                    <a:pt x="0" y="924"/>
                  </a:lnTo>
                  <a:lnTo>
                    <a:pt x="0" y="994"/>
                  </a:lnTo>
                  <a:lnTo>
                    <a:pt x="63" y="971"/>
                  </a:lnTo>
                  <a:lnTo>
                    <a:pt x="93" y="971"/>
                  </a:lnTo>
                  <a:lnTo>
                    <a:pt x="63" y="1017"/>
                  </a:lnTo>
                  <a:lnTo>
                    <a:pt x="23" y="1017"/>
                  </a:lnTo>
                  <a:lnTo>
                    <a:pt x="23" y="1058"/>
                  </a:lnTo>
                  <a:lnTo>
                    <a:pt x="6" y="1104"/>
                  </a:lnTo>
                  <a:lnTo>
                    <a:pt x="23" y="1128"/>
                  </a:lnTo>
                  <a:lnTo>
                    <a:pt x="6" y="1145"/>
                  </a:lnTo>
                  <a:lnTo>
                    <a:pt x="23" y="1197"/>
                  </a:lnTo>
                  <a:lnTo>
                    <a:pt x="0" y="1220"/>
                  </a:lnTo>
                  <a:lnTo>
                    <a:pt x="46" y="1267"/>
                  </a:lnTo>
                  <a:lnTo>
                    <a:pt x="157" y="1243"/>
                  </a:lnTo>
                  <a:lnTo>
                    <a:pt x="227" y="1197"/>
                  </a:lnTo>
                  <a:lnTo>
                    <a:pt x="290" y="1151"/>
                  </a:lnTo>
                  <a:lnTo>
                    <a:pt x="337" y="1058"/>
                  </a:lnTo>
                  <a:lnTo>
                    <a:pt x="360" y="924"/>
                  </a:lnTo>
                  <a:lnTo>
                    <a:pt x="360" y="884"/>
                  </a:lnTo>
                  <a:lnTo>
                    <a:pt x="337" y="791"/>
                  </a:lnTo>
                  <a:lnTo>
                    <a:pt x="384" y="697"/>
                  </a:lnTo>
                  <a:lnTo>
                    <a:pt x="430" y="657"/>
                  </a:lnTo>
                  <a:lnTo>
                    <a:pt x="477" y="610"/>
                  </a:lnTo>
                  <a:lnTo>
                    <a:pt x="477" y="564"/>
                  </a:lnTo>
                  <a:lnTo>
                    <a:pt x="517" y="477"/>
                  </a:lnTo>
                  <a:lnTo>
                    <a:pt x="587" y="320"/>
                  </a:lnTo>
                  <a:lnTo>
                    <a:pt x="656" y="296"/>
                  </a:lnTo>
                  <a:lnTo>
                    <a:pt x="778" y="256"/>
                  </a:lnTo>
                  <a:lnTo>
                    <a:pt x="680" y="163"/>
                  </a:lnTo>
                  <a:lnTo>
                    <a:pt x="715" y="157"/>
                  </a:lnTo>
                  <a:lnTo>
                    <a:pt x="831" y="221"/>
                  </a:lnTo>
                  <a:lnTo>
                    <a:pt x="883" y="216"/>
                  </a:lnTo>
                  <a:lnTo>
                    <a:pt x="965" y="140"/>
                  </a:lnTo>
                  <a:lnTo>
                    <a:pt x="994" y="117"/>
                  </a:lnTo>
                  <a:lnTo>
                    <a:pt x="1087" y="94"/>
                  </a:lnTo>
                  <a:lnTo>
                    <a:pt x="1087" y="70"/>
                  </a:lnTo>
                  <a:lnTo>
                    <a:pt x="1151" y="47"/>
                  </a:lnTo>
                  <a:lnTo>
                    <a:pt x="1127" y="0"/>
                  </a:lnTo>
                  <a:close/>
                </a:path>
              </a:pathLst>
            </a:custGeom>
            <a:solidFill>
              <a:srgbClr val="DDDDDD"/>
            </a:solidFill>
            <a:ln w="9525">
              <a:solidFill>
                <a:srgbClr val="DDDDDD"/>
              </a:solidFill>
              <a:round/>
              <a:headEnd/>
              <a:tailEnd/>
            </a:ln>
          </p:spPr>
          <p:txBody>
            <a:bodyPr/>
            <a:lstStyle/>
            <a:p>
              <a:endParaRPr lang="ko-KR" altLang="en-US"/>
            </a:p>
          </p:txBody>
        </p:sp>
        <p:sp>
          <p:nvSpPr>
            <p:cNvPr id="418257" name="Freeform 930">
              <a:extLst>
                <a:ext uri="{FF2B5EF4-FFF2-40B4-BE49-F238E27FC236}">
                  <a16:creationId xmlns:a16="http://schemas.microsoft.com/office/drawing/2014/main" id="{E99246C0-F508-177F-AB5E-CF336051B5C0}"/>
                </a:ext>
              </a:extLst>
            </p:cNvPr>
            <p:cNvSpPr>
              <a:spLocks/>
            </p:cNvSpPr>
            <p:nvPr/>
          </p:nvSpPr>
          <p:spPr bwMode="auto">
            <a:xfrm>
              <a:off x="1918" y="2234"/>
              <a:ext cx="16" cy="23"/>
            </a:xfrm>
            <a:custGeom>
              <a:avLst/>
              <a:gdLst>
                <a:gd name="T0" fmla="*/ 0 w 69"/>
                <a:gd name="T1" fmla="*/ 0 h 87"/>
                <a:gd name="T2" fmla="*/ 0 w 69"/>
                <a:gd name="T3" fmla="*/ 0 h 87"/>
                <a:gd name="T4" fmla="*/ 0 w 69"/>
                <a:gd name="T5" fmla="*/ 0 h 87"/>
                <a:gd name="T6" fmla="*/ 0 w 69"/>
                <a:gd name="T7" fmla="*/ 0 h 87"/>
                <a:gd name="T8" fmla="*/ 0 w 69"/>
                <a:gd name="T9" fmla="*/ 0 h 87"/>
                <a:gd name="T10" fmla="*/ 0 w 69"/>
                <a:gd name="T11" fmla="*/ 0 h 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9" h="87">
                  <a:moveTo>
                    <a:pt x="46" y="0"/>
                  </a:moveTo>
                  <a:lnTo>
                    <a:pt x="0" y="18"/>
                  </a:lnTo>
                  <a:lnTo>
                    <a:pt x="24" y="87"/>
                  </a:lnTo>
                  <a:lnTo>
                    <a:pt x="46" y="63"/>
                  </a:lnTo>
                  <a:lnTo>
                    <a:pt x="69" y="40"/>
                  </a:lnTo>
                  <a:lnTo>
                    <a:pt x="46" y="0"/>
                  </a:lnTo>
                  <a:close/>
                </a:path>
              </a:pathLst>
            </a:custGeom>
            <a:solidFill>
              <a:srgbClr val="DDDDDD"/>
            </a:solidFill>
            <a:ln w="9525">
              <a:solidFill>
                <a:srgbClr val="DDDDDD"/>
              </a:solidFill>
              <a:round/>
              <a:headEnd/>
              <a:tailEnd/>
            </a:ln>
          </p:spPr>
          <p:txBody>
            <a:bodyPr/>
            <a:lstStyle/>
            <a:p>
              <a:endParaRPr lang="ko-KR" altLang="en-US"/>
            </a:p>
          </p:txBody>
        </p:sp>
        <p:sp>
          <p:nvSpPr>
            <p:cNvPr id="418258" name="Freeform 931">
              <a:extLst>
                <a:ext uri="{FF2B5EF4-FFF2-40B4-BE49-F238E27FC236}">
                  <a16:creationId xmlns:a16="http://schemas.microsoft.com/office/drawing/2014/main" id="{458C94C2-6C1F-A99D-0384-3B716D0D493E}"/>
                </a:ext>
              </a:extLst>
            </p:cNvPr>
            <p:cNvSpPr>
              <a:spLocks/>
            </p:cNvSpPr>
            <p:nvPr/>
          </p:nvSpPr>
          <p:spPr bwMode="auto">
            <a:xfrm>
              <a:off x="1837" y="2292"/>
              <a:ext cx="18" cy="16"/>
            </a:xfrm>
            <a:custGeom>
              <a:avLst/>
              <a:gdLst>
                <a:gd name="T0" fmla="*/ 0 w 70"/>
                <a:gd name="T1" fmla="*/ 0 h 63"/>
                <a:gd name="T2" fmla="*/ 0 w 70"/>
                <a:gd name="T3" fmla="*/ 0 h 63"/>
                <a:gd name="T4" fmla="*/ 0 w 70"/>
                <a:gd name="T5" fmla="*/ 0 h 63"/>
                <a:gd name="T6" fmla="*/ 0 w 70"/>
                <a:gd name="T7" fmla="*/ 0 h 63"/>
                <a:gd name="T8" fmla="*/ 0 w 70"/>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63">
                  <a:moveTo>
                    <a:pt x="47" y="0"/>
                  </a:moveTo>
                  <a:lnTo>
                    <a:pt x="0" y="40"/>
                  </a:lnTo>
                  <a:lnTo>
                    <a:pt x="23" y="63"/>
                  </a:lnTo>
                  <a:lnTo>
                    <a:pt x="70" y="40"/>
                  </a:lnTo>
                  <a:lnTo>
                    <a:pt x="47" y="0"/>
                  </a:lnTo>
                  <a:close/>
                </a:path>
              </a:pathLst>
            </a:custGeom>
            <a:solidFill>
              <a:srgbClr val="DDDDDD"/>
            </a:solidFill>
            <a:ln w="9525">
              <a:solidFill>
                <a:srgbClr val="DDDDDD"/>
              </a:solidFill>
              <a:round/>
              <a:headEnd/>
              <a:tailEnd/>
            </a:ln>
          </p:spPr>
          <p:txBody>
            <a:bodyPr/>
            <a:lstStyle/>
            <a:p>
              <a:endParaRPr lang="ko-KR" altLang="en-US"/>
            </a:p>
          </p:txBody>
        </p:sp>
        <p:sp>
          <p:nvSpPr>
            <p:cNvPr id="418259" name="Freeform 932">
              <a:extLst>
                <a:ext uri="{FF2B5EF4-FFF2-40B4-BE49-F238E27FC236}">
                  <a16:creationId xmlns:a16="http://schemas.microsoft.com/office/drawing/2014/main" id="{DDD009C2-4384-DEE2-3424-08D0721B38D9}"/>
                </a:ext>
              </a:extLst>
            </p:cNvPr>
            <p:cNvSpPr>
              <a:spLocks/>
            </p:cNvSpPr>
            <p:nvPr/>
          </p:nvSpPr>
          <p:spPr bwMode="auto">
            <a:xfrm>
              <a:off x="1992" y="2512"/>
              <a:ext cx="85" cy="55"/>
            </a:xfrm>
            <a:custGeom>
              <a:avLst/>
              <a:gdLst>
                <a:gd name="T0" fmla="*/ 0 w 337"/>
                <a:gd name="T1" fmla="*/ 0 h 216"/>
                <a:gd name="T2" fmla="*/ 0 w 337"/>
                <a:gd name="T3" fmla="*/ 0 h 216"/>
                <a:gd name="T4" fmla="*/ 0 w 337"/>
                <a:gd name="T5" fmla="*/ 0 h 216"/>
                <a:gd name="T6" fmla="*/ 0 w 337"/>
                <a:gd name="T7" fmla="*/ 0 h 216"/>
                <a:gd name="T8" fmla="*/ 0 w 337"/>
                <a:gd name="T9" fmla="*/ 0 h 216"/>
                <a:gd name="T10" fmla="*/ 0 w 337"/>
                <a:gd name="T11" fmla="*/ 0 h 216"/>
                <a:gd name="T12" fmla="*/ 0 w 337"/>
                <a:gd name="T13" fmla="*/ 0 h 216"/>
                <a:gd name="T14" fmla="*/ 0 w 337"/>
                <a:gd name="T15" fmla="*/ 0 h 216"/>
                <a:gd name="T16" fmla="*/ 0 w 337"/>
                <a:gd name="T17" fmla="*/ 0 h 216"/>
                <a:gd name="T18" fmla="*/ 0 w 337"/>
                <a:gd name="T19" fmla="*/ 0 h 216"/>
                <a:gd name="T20" fmla="*/ 0 w 337"/>
                <a:gd name="T21" fmla="*/ 0 h 216"/>
                <a:gd name="T22" fmla="*/ 0 w 337"/>
                <a:gd name="T23" fmla="*/ 0 h 216"/>
                <a:gd name="T24" fmla="*/ 0 w 337"/>
                <a:gd name="T25" fmla="*/ 0 h 216"/>
                <a:gd name="T26" fmla="*/ 0 w 337"/>
                <a:gd name="T27" fmla="*/ 0 h 216"/>
                <a:gd name="T28" fmla="*/ 0 w 337"/>
                <a:gd name="T29" fmla="*/ 0 h 216"/>
                <a:gd name="T30" fmla="*/ 0 w 337"/>
                <a:gd name="T31" fmla="*/ 0 h 216"/>
                <a:gd name="T32" fmla="*/ 0 w 337"/>
                <a:gd name="T33" fmla="*/ 0 h 216"/>
                <a:gd name="T34" fmla="*/ 0 w 337"/>
                <a:gd name="T35" fmla="*/ 0 h 2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37" h="216">
                  <a:moveTo>
                    <a:pt x="337" y="24"/>
                  </a:moveTo>
                  <a:lnTo>
                    <a:pt x="314" y="64"/>
                  </a:lnTo>
                  <a:lnTo>
                    <a:pt x="268" y="111"/>
                  </a:lnTo>
                  <a:lnTo>
                    <a:pt x="314" y="157"/>
                  </a:lnTo>
                  <a:lnTo>
                    <a:pt x="268" y="204"/>
                  </a:lnTo>
                  <a:lnTo>
                    <a:pt x="221" y="204"/>
                  </a:lnTo>
                  <a:lnTo>
                    <a:pt x="111" y="204"/>
                  </a:lnTo>
                  <a:lnTo>
                    <a:pt x="42" y="216"/>
                  </a:lnTo>
                  <a:lnTo>
                    <a:pt x="18" y="181"/>
                  </a:lnTo>
                  <a:lnTo>
                    <a:pt x="35" y="157"/>
                  </a:lnTo>
                  <a:lnTo>
                    <a:pt x="0" y="99"/>
                  </a:lnTo>
                  <a:lnTo>
                    <a:pt x="18" y="87"/>
                  </a:lnTo>
                  <a:lnTo>
                    <a:pt x="24" y="35"/>
                  </a:lnTo>
                  <a:lnTo>
                    <a:pt x="42" y="24"/>
                  </a:lnTo>
                  <a:lnTo>
                    <a:pt x="129" y="64"/>
                  </a:lnTo>
                  <a:lnTo>
                    <a:pt x="221" y="0"/>
                  </a:lnTo>
                  <a:lnTo>
                    <a:pt x="268" y="47"/>
                  </a:lnTo>
                  <a:lnTo>
                    <a:pt x="337" y="24"/>
                  </a:lnTo>
                  <a:close/>
                </a:path>
              </a:pathLst>
            </a:custGeom>
            <a:solidFill>
              <a:srgbClr val="DDDDDD"/>
            </a:solidFill>
            <a:ln w="9525">
              <a:solidFill>
                <a:srgbClr val="DDDDDD"/>
              </a:solidFill>
              <a:round/>
              <a:headEnd/>
              <a:tailEnd/>
            </a:ln>
          </p:spPr>
          <p:txBody>
            <a:bodyPr/>
            <a:lstStyle/>
            <a:p>
              <a:endParaRPr lang="ko-KR" altLang="en-US"/>
            </a:p>
          </p:txBody>
        </p:sp>
        <p:sp>
          <p:nvSpPr>
            <p:cNvPr id="418260" name="Freeform 933">
              <a:extLst>
                <a:ext uri="{FF2B5EF4-FFF2-40B4-BE49-F238E27FC236}">
                  <a16:creationId xmlns:a16="http://schemas.microsoft.com/office/drawing/2014/main" id="{189CD89D-29E8-3529-0F5E-904A3E28D87D}"/>
                </a:ext>
              </a:extLst>
            </p:cNvPr>
            <p:cNvSpPr>
              <a:spLocks/>
            </p:cNvSpPr>
            <p:nvPr/>
          </p:nvSpPr>
          <p:spPr bwMode="auto">
            <a:xfrm>
              <a:off x="2043" y="2555"/>
              <a:ext cx="36" cy="37"/>
            </a:xfrm>
            <a:custGeom>
              <a:avLst/>
              <a:gdLst>
                <a:gd name="T0" fmla="*/ 0 w 139"/>
                <a:gd name="T1" fmla="*/ 0 h 145"/>
                <a:gd name="T2" fmla="*/ 0 w 139"/>
                <a:gd name="T3" fmla="*/ 0 h 145"/>
                <a:gd name="T4" fmla="*/ 0 w 139"/>
                <a:gd name="T5" fmla="*/ 0 h 145"/>
                <a:gd name="T6" fmla="*/ 0 w 139"/>
                <a:gd name="T7" fmla="*/ 0 h 145"/>
                <a:gd name="T8" fmla="*/ 0 w 139"/>
                <a:gd name="T9" fmla="*/ 0 h 145"/>
                <a:gd name="T10" fmla="*/ 0 w 139"/>
                <a:gd name="T11" fmla="*/ 0 h 145"/>
                <a:gd name="T12" fmla="*/ 0 w 139"/>
                <a:gd name="T13" fmla="*/ 0 h 145"/>
                <a:gd name="T14" fmla="*/ 0 w 139"/>
                <a:gd name="T15" fmla="*/ 0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9" h="145">
                  <a:moveTo>
                    <a:pt x="110" y="0"/>
                  </a:moveTo>
                  <a:lnTo>
                    <a:pt x="35" y="64"/>
                  </a:lnTo>
                  <a:lnTo>
                    <a:pt x="0" y="104"/>
                  </a:lnTo>
                  <a:lnTo>
                    <a:pt x="52" y="145"/>
                  </a:lnTo>
                  <a:lnTo>
                    <a:pt x="93" y="104"/>
                  </a:lnTo>
                  <a:lnTo>
                    <a:pt x="139" y="64"/>
                  </a:lnTo>
                  <a:lnTo>
                    <a:pt x="127" y="5"/>
                  </a:lnTo>
                  <a:lnTo>
                    <a:pt x="110" y="0"/>
                  </a:lnTo>
                  <a:close/>
                </a:path>
              </a:pathLst>
            </a:custGeom>
            <a:solidFill>
              <a:srgbClr val="DDDDDD"/>
            </a:solidFill>
            <a:ln w="9525">
              <a:solidFill>
                <a:srgbClr val="DDDDDD"/>
              </a:solidFill>
              <a:round/>
              <a:headEnd/>
              <a:tailEnd/>
            </a:ln>
          </p:spPr>
          <p:txBody>
            <a:bodyPr/>
            <a:lstStyle/>
            <a:p>
              <a:endParaRPr lang="ko-KR" altLang="en-US"/>
            </a:p>
          </p:txBody>
        </p:sp>
        <p:sp>
          <p:nvSpPr>
            <p:cNvPr id="418261" name="Freeform 934">
              <a:extLst>
                <a:ext uri="{FF2B5EF4-FFF2-40B4-BE49-F238E27FC236}">
                  <a16:creationId xmlns:a16="http://schemas.microsoft.com/office/drawing/2014/main" id="{5BE74841-BD61-7CE3-2176-8BC473D64ADA}"/>
                </a:ext>
              </a:extLst>
            </p:cNvPr>
            <p:cNvSpPr>
              <a:spLocks/>
            </p:cNvSpPr>
            <p:nvPr/>
          </p:nvSpPr>
          <p:spPr bwMode="auto">
            <a:xfrm>
              <a:off x="1974" y="2563"/>
              <a:ext cx="79" cy="93"/>
            </a:xfrm>
            <a:custGeom>
              <a:avLst/>
              <a:gdLst>
                <a:gd name="T0" fmla="*/ 0 w 314"/>
                <a:gd name="T1" fmla="*/ 0 h 360"/>
                <a:gd name="T2" fmla="*/ 0 w 314"/>
                <a:gd name="T3" fmla="*/ 0 h 360"/>
                <a:gd name="T4" fmla="*/ 0 w 314"/>
                <a:gd name="T5" fmla="*/ 0 h 360"/>
                <a:gd name="T6" fmla="*/ 0 w 314"/>
                <a:gd name="T7" fmla="*/ 0 h 360"/>
                <a:gd name="T8" fmla="*/ 0 w 314"/>
                <a:gd name="T9" fmla="*/ 0 h 360"/>
                <a:gd name="T10" fmla="*/ 0 w 314"/>
                <a:gd name="T11" fmla="*/ 0 h 360"/>
                <a:gd name="T12" fmla="*/ 0 w 314"/>
                <a:gd name="T13" fmla="*/ 0 h 360"/>
                <a:gd name="T14" fmla="*/ 0 w 314"/>
                <a:gd name="T15" fmla="*/ 0 h 360"/>
                <a:gd name="T16" fmla="*/ 0 w 314"/>
                <a:gd name="T17" fmla="*/ 0 h 360"/>
                <a:gd name="T18" fmla="*/ 0 w 314"/>
                <a:gd name="T19" fmla="*/ 0 h 360"/>
                <a:gd name="T20" fmla="*/ 0 w 314"/>
                <a:gd name="T21" fmla="*/ 0 h 360"/>
                <a:gd name="T22" fmla="*/ 0 w 314"/>
                <a:gd name="T23" fmla="*/ 0 h 360"/>
                <a:gd name="T24" fmla="*/ 0 w 314"/>
                <a:gd name="T25" fmla="*/ 0 h 360"/>
                <a:gd name="T26" fmla="*/ 0 w 314"/>
                <a:gd name="T27" fmla="*/ 0 h 360"/>
                <a:gd name="T28" fmla="*/ 0 w 314"/>
                <a:gd name="T29" fmla="*/ 0 h 360"/>
                <a:gd name="T30" fmla="*/ 0 w 314"/>
                <a:gd name="T31" fmla="*/ 0 h 360"/>
                <a:gd name="T32" fmla="*/ 0 w 314"/>
                <a:gd name="T33" fmla="*/ 0 h 360"/>
                <a:gd name="T34" fmla="*/ 0 w 314"/>
                <a:gd name="T35" fmla="*/ 0 h 360"/>
                <a:gd name="T36" fmla="*/ 0 w 314"/>
                <a:gd name="T37" fmla="*/ 0 h 360"/>
                <a:gd name="T38" fmla="*/ 0 w 314"/>
                <a:gd name="T39" fmla="*/ 0 h 360"/>
                <a:gd name="T40" fmla="*/ 0 w 314"/>
                <a:gd name="T41" fmla="*/ 0 h 360"/>
                <a:gd name="T42" fmla="*/ 0 w 314"/>
                <a:gd name="T43" fmla="*/ 0 h 360"/>
                <a:gd name="T44" fmla="*/ 0 w 314"/>
                <a:gd name="T45" fmla="*/ 0 h 360"/>
                <a:gd name="T46" fmla="*/ 0 w 314"/>
                <a:gd name="T47" fmla="*/ 0 h 360"/>
                <a:gd name="T48" fmla="*/ 0 w 314"/>
                <a:gd name="T49" fmla="*/ 0 h 360"/>
                <a:gd name="T50" fmla="*/ 0 w 314"/>
                <a:gd name="T51" fmla="*/ 0 h 360"/>
                <a:gd name="T52" fmla="*/ 0 w 314"/>
                <a:gd name="T53" fmla="*/ 0 h 360"/>
                <a:gd name="T54" fmla="*/ 0 w 314"/>
                <a:gd name="T55" fmla="*/ 0 h 360"/>
                <a:gd name="T56" fmla="*/ 0 w 314"/>
                <a:gd name="T57" fmla="*/ 0 h 360"/>
                <a:gd name="T58" fmla="*/ 0 w 314"/>
                <a:gd name="T59" fmla="*/ 0 h 360"/>
                <a:gd name="T60" fmla="*/ 0 w 314"/>
                <a:gd name="T61" fmla="*/ 0 h 360"/>
                <a:gd name="T62" fmla="*/ 0 w 314"/>
                <a:gd name="T63" fmla="*/ 0 h 360"/>
                <a:gd name="T64" fmla="*/ 0 w 314"/>
                <a:gd name="T65" fmla="*/ 0 h 3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4" h="360">
                  <a:moveTo>
                    <a:pt x="274" y="69"/>
                  </a:moveTo>
                  <a:lnTo>
                    <a:pt x="245" y="69"/>
                  </a:lnTo>
                  <a:lnTo>
                    <a:pt x="199" y="92"/>
                  </a:lnTo>
                  <a:lnTo>
                    <a:pt x="157" y="69"/>
                  </a:lnTo>
                  <a:lnTo>
                    <a:pt x="157" y="116"/>
                  </a:lnTo>
                  <a:lnTo>
                    <a:pt x="112" y="92"/>
                  </a:lnTo>
                  <a:lnTo>
                    <a:pt x="77" y="87"/>
                  </a:lnTo>
                  <a:lnTo>
                    <a:pt x="157" y="156"/>
                  </a:lnTo>
                  <a:lnTo>
                    <a:pt x="88" y="134"/>
                  </a:lnTo>
                  <a:lnTo>
                    <a:pt x="88" y="179"/>
                  </a:lnTo>
                  <a:lnTo>
                    <a:pt x="134" y="226"/>
                  </a:lnTo>
                  <a:lnTo>
                    <a:pt x="157" y="273"/>
                  </a:lnTo>
                  <a:lnTo>
                    <a:pt x="122" y="256"/>
                  </a:lnTo>
                  <a:lnTo>
                    <a:pt x="181" y="319"/>
                  </a:lnTo>
                  <a:lnTo>
                    <a:pt x="134" y="291"/>
                  </a:lnTo>
                  <a:lnTo>
                    <a:pt x="100" y="279"/>
                  </a:lnTo>
                  <a:lnTo>
                    <a:pt x="152" y="331"/>
                  </a:lnTo>
                  <a:lnTo>
                    <a:pt x="157" y="360"/>
                  </a:lnTo>
                  <a:lnTo>
                    <a:pt x="88" y="354"/>
                  </a:lnTo>
                  <a:lnTo>
                    <a:pt x="42" y="336"/>
                  </a:lnTo>
                  <a:lnTo>
                    <a:pt x="24" y="249"/>
                  </a:lnTo>
                  <a:lnTo>
                    <a:pt x="12" y="209"/>
                  </a:lnTo>
                  <a:lnTo>
                    <a:pt x="100" y="267"/>
                  </a:lnTo>
                  <a:lnTo>
                    <a:pt x="42" y="191"/>
                  </a:lnTo>
                  <a:lnTo>
                    <a:pt x="12" y="156"/>
                  </a:lnTo>
                  <a:lnTo>
                    <a:pt x="0" y="87"/>
                  </a:lnTo>
                  <a:lnTo>
                    <a:pt x="42" y="69"/>
                  </a:lnTo>
                  <a:lnTo>
                    <a:pt x="88" y="22"/>
                  </a:lnTo>
                  <a:lnTo>
                    <a:pt x="157" y="0"/>
                  </a:lnTo>
                  <a:lnTo>
                    <a:pt x="274" y="0"/>
                  </a:lnTo>
                  <a:lnTo>
                    <a:pt x="314" y="0"/>
                  </a:lnTo>
                  <a:lnTo>
                    <a:pt x="314" y="22"/>
                  </a:lnTo>
                  <a:lnTo>
                    <a:pt x="274" y="69"/>
                  </a:lnTo>
                  <a:close/>
                </a:path>
              </a:pathLst>
            </a:custGeom>
            <a:solidFill>
              <a:srgbClr val="DDDDDD"/>
            </a:solidFill>
            <a:ln w="9525">
              <a:solidFill>
                <a:srgbClr val="DDDDDD"/>
              </a:solidFill>
              <a:round/>
              <a:headEnd/>
              <a:tailEnd/>
            </a:ln>
          </p:spPr>
          <p:txBody>
            <a:bodyPr/>
            <a:lstStyle/>
            <a:p>
              <a:endParaRPr lang="ko-KR" altLang="en-US"/>
            </a:p>
          </p:txBody>
        </p:sp>
        <p:sp>
          <p:nvSpPr>
            <p:cNvPr id="418262" name="Freeform 935">
              <a:extLst>
                <a:ext uri="{FF2B5EF4-FFF2-40B4-BE49-F238E27FC236}">
                  <a16:creationId xmlns:a16="http://schemas.microsoft.com/office/drawing/2014/main" id="{AFE32F5E-F8B3-8658-3FF5-34A370396763}"/>
                </a:ext>
              </a:extLst>
            </p:cNvPr>
            <p:cNvSpPr>
              <a:spLocks/>
            </p:cNvSpPr>
            <p:nvPr/>
          </p:nvSpPr>
          <p:spPr bwMode="auto">
            <a:xfrm>
              <a:off x="2020" y="2623"/>
              <a:ext cx="23" cy="26"/>
            </a:xfrm>
            <a:custGeom>
              <a:avLst/>
              <a:gdLst>
                <a:gd name="T0" fmla="*/ 0 w 93"/>
                <a:gd name="T1" fmla="*/ 0 h 110"/>
                <a:gd name="T2" fmla="*/ 0 w 93"/>
                <a:gd name="T3" fmla="*/ 0 h 110"/>
                <a:gd name="T4" fmla="*/ 0 w 93"/>
                <a:gd name="T5" fmla="*/ 0 h 110"/>
                <a:gd name="T6" fmla="*/ 0 w 93"/>
                <a:gd name="T7" fmla="*/ 0 h 110"/>
                <a:gd name="T8" fmla="*/ 0 w 93"/>
                <a:gd name="T9" fmla="*/ 0 h 110"/>
                <a:gd name="T10" fmla="*/ 0 w 93"/>
                <a:gd name="T11" fmla="*/ 0 h 1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3" h="110">
                  <a:moveTo>
                    <a:pt x="0" y="0"/>
                  </a:moveTo>
                  <a:lnTo>
                    <a:pt x="46" y="47"/>
                  </a:lnTo>
                  <a:lnTo>
                    <a:pt x="93" y="110"/>
                  </a:lnTo>
                  <a:lnTo>
                    <a:pt x="64" y="65"/>
                  </a:lnTo>
                  <a:lnTo>
                    <a:pt x="18" y="23"/>
                  </a:lnTo>
                  <a:lnTo>
                    <a:pt x="0" y="0"/>
                  </a:lnTo>
                  <a:close/>
                </a:path>
              </a:pathLst>
            </a:custGeom>
            <a:solidFill>
              <a:srgbClr val="DDDDDD"/>
            </a:solidFill>
            <a:ln w="9525">
              <a:solidFill>
                <a:srgbClr val="DDDDDD"/>
              </a:solidFill>
              <a:round/>
              <a:headEnd/>
              <a:tailEnd/>
            </a:ln>
          </p:spPr>
          <p:txBody>
            <a:bodyPr/>
            <a:lstStyle/>
            <a:p>
              <a:endParaRPr lang="ko-KR" altLang="en-US"/>
            </a:p>
          </p:txBody>
        </p:sp>
        <p:sp>
          <p:nvSpPr>
            <p:cNvPr id="418263" name="Freeform 936">
              <a:extLst>
                <a:ext uri="{FF2B5EF4-FFF2-40B4-BE49-F238E27FC236}">
                  <a16:creationId xmlns:a16="http://schemas.microsoft.com/office/drawing/2014/main" id="{A57D73FC-CC61-77C8-6674-D672804581ED}"/>
                </a:ext>
              </a:extLst>
            </p:cNvPr>
            <p:cNvSpPr>
              <a:spLocks/>
            </p:cNvSpPr>
            <p:nvPr/>
          </p:nvSpPr>
          <p:spPr bwMode="auto">
            <a:xfrm>
              <a:off x="2008" y="2684"/>
              <a:ext cx="35" cy="13"/>
            </a:xfrm>
            <a:custGeom>
              <a:avLst/>
              <a:gdLst>
                <a:gd name="T0" fmla="*/ 0 w 140"/>
                <a:gd name="T1" fmla="*/ 0 h 47"/>
                <a:gd name="T2" fmla="*/ 0 w 140"/>
                <a:gd name="T3" fmla="*/ 0 h 47"/>
                <a:gd name="T4" fmla="*/ 0 w 140"/>
                <a:gd name="T5" fmla="*/ 0 h 47"/>
                <a:gd name="T6" fmla="*/ 0 w 140"/>
                <a:gd name="T7" fmla="*/ 0 h 47"/>
                <a:gd name="T8" fmla="*/ 0 w 140"/>
                <a:gd name="T9" fmla="*/ 0 h 47"/>
                <a:gd name="T10" fmla="*/ 0 w 140"/>
                <a:gd name="T11" fmla="*/ 0 h 47"/>
                <a:gd name="T12" fmla="*/ 0 w 140"/>
                <a:gd name="T13" fmla="*/ 0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47">
                  <a:moveTo>
                    <a:pt x="0" y="23"/>
                  </a:moveTo>
                  <a:lnTo>
                    <a:pt x="23" y="47"/>
                  </a:lnTo>
                  <a:lnTo>
                    <a:pt x="65" y="47"/>
                  </a:lnTo>
                  <a:lnTo>
                    <a:pt x="140" y="23"/>
                  </a:lnTo>
                  <a:lnTo>
                    <a:pt x="93" y="23"/>
                  </a:lnTo>
                  <a:lnTo>
                    <a:pt x="0" y="0"/>
                  </a:lnTo>
                  <a:lnTo>
                    <a:pt x="0" y="23"/>
                  </a:lnTo>
                  <a:close/>
                </a:path>
              </a:pathLst>
            </a:custGeom>
            <a:solidFill>
              <a:schemeClr val="hlink"/>
            </a:solidFill>
            <a:ln w="9525">
              <a:solidFill>
                <a:schemeClr val="hlink"/>
              </a:solidFill>
              <a:round/>
              <a:headEnd/>
              <a:tailEnd/>
            </a:ln>
          </p:spPr>
          <p:txBody>
            <a:bodyPr/>
            <a:lstStyle/>
            <a:p>
              <a:endParaRPr lang="ko-KR" altLang="en-US"/>
            </a:p>
          </p:txBody>
        </p:sp>
        <p:sp>
          <p:nvSpPr>
            <p:cNvPr id="418264" name="Rectangle 937">
              <a:extLst>
                <a:ext uri="{FF2B5EF4-FFF2-40B4-BE49-F238E27FC236}">
                  <a16:creationId xmlns:a16="http://schemas.microsoft.com/office/drawing/2014/main" id="{936C772B-06E7-99CE-0D0A-551719BC1F1D}"/>
                </a:ext>
              </a:extLst>
            </p:cNvPr>
            <p:cNvSpPr>
              <a:spLocks noChangeArrowheads="1"/>
            </p:cNvSpPr>
            <p:nvPr/>
          </p:nvSpPr>
          <p:spPr bwMode="auto">
            <a:xfrm>
              <a:off x="2065" y="2674"/>
              <a:ext cx="12" cy="6"/>
            </a:xfrm>
            <a:prstGeom prst="rect">
              <a:avLst/>
            </a:prstGeom>
            <a:solidFill>
              <a:srgbClr val="DDDDDD"/>
            </a:solidFill>
            <a:ln w="9525">
              <a:solidFill>
                <a:srgbClr val="DDDDDD"/>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265" name="Freeform 938">
              <a:extLst>
                <a:ext uri="{FF2B5EF4-FFF2-40B4-BE49-F238E27FC236}">
                  <a16:creationId xmlns:a16="http://schemas.microsoft.com/office/drawing/2014/main" id="{83AD5ACC-4F13-B788-8878-5B749DBF4B5E}"/>
                </a:ext>
              </a:extLst>
            </p:cNvPr>
            <p:cNvSpPr>
              <a:spLocks/>
            </p:cNvSpPr>
            <p:nvPr/>
          </p:nvSpPr>
          <p:spPr bwMode="auto">
            <a:xfrm>
              <a:off x="1855" y="2471"/>
              <a:ext cx="147" cy="105"/>
            </a:xfrm>
            <a:custGeom>
              <a:avLst/>
              <a:gdLst>
                <a:gd name="T0" fmla="*/ 0 w 588"/>
                <a:gd name="T1" fmla="*/ 0 h 406"/>
                <a:gd name="T2" fmla="*/ 0 w 588"/>
                <a:gd name="T3" fmla="*/ 0 h 406"/>
                <a:gd name="T4" fmla="*/ 0 w 588"/>
                <a:gd name="T5" fmla="*/ 0 h 406"/>
                <a:gd name="T6" fmla="*/ 0 w 588"/>
                <a:gd name="T7" fmla="*/ 0 h 406"/>
                <a:gd name="T8" fmla="*/ 0 w 588"/>
                <a:gd name="T9" fmla="*/ 0 h 406"/>
                <a:gd name="T10" fmla="*/ 0 w 588"/>
                <a:gd name="T11" fmla="*/ 0 h 406"/>
                <a:gd name="T12" fmla="*/ 0 w 588"/>
                <a:gd name="T13" fmla="*/ 0 h 406"/>
                <a:gd name="T14" fmla="*/ 0 w 588"/>
                <a:gd name="T15" fmla="*/ 0 h 406"/>
                <a:gd name="T16" fmla="*/ 0 w 588"/>
                <a:gd name="T17" fmla="*/ 0 h 406"/>
                <a:gd name="T18" fmla="*/ 0 w 588"/>
                <a:gd name="T19" fmla="*/ 0 h 406"/>
                <a:gd name="T20" fmla="*/ 0 w 588"/>
                <a:gd name="T21" fmla="*/ 0 h 406"/>
                <a:gd name="T22" fmla="*/ 0 w 588"/>
                <a:gd name="T23" fmla="*/ 0 h 406"/>
                <a:gd name="T24" fmla="*/ 0 w 588"/>
                <a:gd name="T25" fmla="*/ 0 h 406"/>
                <a:gd name="T26" fmla="*/ 0 w 588"/>
                <a:gd name="T27" fmla="*/ 0 h 406"/>
                <a:gd name="T28" fmla="*/ 0 w 588"/>
                <a:gd name="T29" fmla="*/ 0 h 406"/>
                <a:gd name="T30" fmla="*/ 0 w 588"/>
                <a:gd name="T31" fmla="*/ 0 h 406"/>
                <a:gd name="T32" fmla="*/ 0 w 588"/>
                <a:gd name="T33" fmla="*/ 0 h 406"/>
                <a:gd name="T34" fmla="*/ 0 w 588"/>
                <a:gd name="T35" fmla="*/ 0 h 406"/>
                <a:gd name="T36" fmla="*/ 0 w 588"/>
                <a:gd name="T37" fmla="*/ 0 h 406"/>
                <a:gd name="T38" fmla="*/ 0 w 588"/>
                <a:gd name="T39" fmla="*/ 0 h 406"/>
                <a:gd name="T40" fmla="*/ 0 w 588"/>
                <a:gd name="T41" fmla="*/ 0 h 406"/>
                <a:gd name="T42" fmla="*/ 0 w 588"/>
                <a:gd name="T43" fmla="*/ 0 h 406"/>
                <a:gd name="T44" fmla="*/ 0 w 588"/>
                <a:gd name="T45" fmla="*/ 0 h 406"/>
                <a:gd name="T46" fmla="*/ 0 w 588"/>
                <a:gd name="T47" fmla="*/ 0 h 406"/>
                <a:gd name="T48" fmla="*/ 0 w 588"/>
                <a:gd name="T49" fmla="*/ 0 h 406"/>
                <a:gd name="T50" fmla="*/ 0 w 588"/>
                <a:gd name="T51" fmla="*/ 0 h 406"/>
                <a:gd name="T52" fmla="*/ 0 w 588"/>
                <a:gd name="T53" fmla="*/ 0 h 406"/>
                <a:gd name="T54" fmla="*/ 0 w 588"/>
                <a:gd name="T55" fmla="*/ 0 h 406"/>
                <a:gd name="T56" fmla="*/ 0 w 588"/>
                <a:gd name="T57" fmla="*/ 0 h 406"/>
                <a:gd name="T58" fmla="*/ 0 w 588"/>
                <a:gd name="T59" fmla="*/ 0 h 406"/>
                <a:gd name="T60" fmla="*/ 0 w 588"/>
                <a:gd name="T61" fmla="*/ 0 h 406"/>
                <a:gd name="T62" fmla="*/ 0 w 588"/>
                <a:gd name="T63" fmla="*/ 0 h 406"/>
                <a:gd name="T64" fmla="*/ 0 w 588"/>
                <a:gd name="T65" fmla="*/ 0 h 4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8" h="406">
                  <a:moveTo>
                    <a:pt x="23" y="23"/>
                  </a:moveTo>
                  <a:lnTo>
                    <a:pt x="0" y="63"/>
                  </a:lnTo>
                  <a:lnTo>
                    <a:pt x="47" y="86"/>
                  </a:lnTo>
                  <a:lnTo>
                    <a:pt x="180" y="110"/>
                  </a:lnTo>
                  <a:lnTo>
                    <a:pt x="180" y="133"/>
                  </a:lnTo>
                  <a:lnTo>
                    <a:pt x="157" y="133"/>
                  </a:lnTo>
                  <a:lnTo>
                    <a:pt x="204" y="203"/>
                  </a:lnTo>
                  <a:lnTo>
                    <a:pt x="274" y="250"/>
                  </a:lnTo>
                  <a:lnTo>
                    <a:pt x="366" y="267"/>
                  </a:lnTo>
                  <a:lnTo>
                    <a:pt x="389" y="313"/>
                  </a:lnTo>
                  <a:lnTo>
                    <a:pt x="431" y="313"/>
                  </a:lnTo>
                  <a:lnTo>
                    <a:pt x="476" y="337"/>
                  </a:lnTo>
                  <a:lnTo>
                    <a:pt x="518" y="382"/>
                  </a:lnTo>
                  <a:lnTo>
                    <a:pt x="541" y="406"/>
                  </a:lnTo>
                  <a:lnTo>
                    <a:pt x="588" y="382"/>
                  </a:lnTo>
                  <a:lnTo>
                    <a:pt x="564" y="337"/>
                  </a:lnTo>
                  <a:lnTo>
                    <a:pt x="588" y="313"/>
                  </a:lnTo>
                  <a:lnTo>
                    <a:pt x="541" y="250"/>
                  </a:lnTo>
                  <a:lnTo>
                    <a:pt x="570" y="243"/>
                  </a:lnTo>
                  <a:lnTo>
                    <a:pt x="570" y="203"/>
                  </a:lnTo>
                  <a:lnTo>
                    <a:pt x="581" y="173"/>
                  </a:lnTo>
                  <a:lnTo>
                    <a:pt x="570" y="156"/>
                  </a:lnTo>
                  <a:lnTo>
                    <a:pt x="500" y="133"/>
                  </a:lnTo>
                  <a:lnTo>
                    <a:pt x="453" y="86"/>
                  </a:lnTo>
                  <a:lnTo>
                    <a:pt x="453" y="63"/>
                  </a:lnTo>
                  <a:lnTo>
                    <a:pt x="366" y="86"/>
                  </a:lnTo>
                  <a:lnTo>
                    <a:pt x="319" y="110"/>
                  </a:lnTo>
                  <a:lnTo>
                    <a:pt x="274" y="46"/>
                  </a:lnTo>
                  <a:lnTo>
                    <a:pt x="180" y="0"/>
                  </a:lnTo>
                  <a:lnTo>
                    <a:pt x="140" y="23"/>
                  </a:lnTo>
                  <a:lnTo>
                    <a:pt x="110" y="23"/>
                  </a:lnTo>
                  <a:lnTo>
                    <a:pt x="70" y="23"/>
                  </a:lnTo>
                  <a:lnTo>
                    <a:pt x="23" y="23"/>
                  </a:lnTo>
                  <a:close/>
                </a:path>
              </a:pathLst>
            </a:custGeom>
            <a:solidFill>
              <a:srgbClr val="DDDDDD"/>
            </a:solidFill>
            <a:ln w="9525">
              <a:solidFill>
                <a:srgbClr val="DDDDDD"/>
              </a:solidFill>
              <a:round/>
              <a:headEnd/>
              <a:tailEnd/>
            </a:ln>
          </p:spPr>
          <p:txBody>
            <a:bodyPr/>
            <a:lstStyle/>
            <a:p>
              <a:endParaRPr lang="ko-KR" altLang="en-US"/>
            </a:p>
          </p:txBody>
        </p:sp>
        <p:sp>
          <p:nvSpPr>
            <p:cNvPr id="418266" name="Freeform 939">
              <a:extLst>
                <a:ext uri="{FF2B5EF4-FFF2-40B4-BE49-F238E27FC236}">
                  <a16:creationId xmlns:a16="http://schemas.microsoft.com/office/drawing/2014/main" id="{19B6A6AE-011E-A0F0-FCDC-50CE644D83DD}"/>
                </a:ext>
              </a:extLst>
            </p:cNvPr>
            <p:cNvSpPr>
              <a:spLocks/>
            </p:cNvSpPr>
            <p:nvPr/>
          </p:nvSpPr>
          <p:spPr bwMode="auto">
            <a:xfrm>
              <a:off x="1819" y="2426"/>
              <a:ext cx="107" cy="51"/>
            </a:xfrm>
            <a:custGeom>
              <a:avLst/>
              <a:gdLst>
                <a:gd name="T0" fmla="*/ 0 w 425"/>
                <a:gd name="T1" fmla="*/ 0 h 204"/>
                <a:gd name="T2" fmla="*/ 0 w 425"/>
                <a:gd name="T3" fmla="*/ 0 h 204"/>
                <a:gd name="T4" fmla="*/ 0 w 425"/>
                <a:gd name="T5" fmla="*/ 0 h 204"/>
                <a:gd name="T6" fmla="*/ 0 w 425"/>
                <a:gd name="T7" fmla="*/ 0 h 204"/>
                <a:gd name="T8" fmla="*/ 0 w 425"/>
                <a:gd name="T9" fmla="*/ 0 h 204"/>
                <a:gd name="T10" fmla="*/ 0 w 425"/>
                <a:gd name="T11" fmla="*/ 0 h 204"/>
                <a:gd name="T12" fmla="*/ 0 w 425"/>
                <a:gd name="T13" fmla="*/ 0 h 204"/>
                <a:gd name="T14" fmla="*/ 0 w 425"/>
                <a:gd name="T15" fmla="*/ 0 h 204"/>
                <a:gd name="T16" fmla="*/ 0 w 425"/>
                <a:gd name="T17" fmla="*/ 0 h 204"/>
                <a:gd name="T18" fmla="*/ 0 w 425"/>
                <a:gd name="T19" fmla="*/ 0 h 204"/>
                <a:gd name="T20" fmla="*/ 0 w 425"/>
                <a:gd name="T21" fmla="*/ 0 h 204"/>
                <a:gd name="T22" fmla="*/ 0 w 425"/>
                <a:gd name="T23" fmla="*/ 0 h 204"/>
                <a:gd name="T24" fmla="*/ 0 w 425"/>
                <a:gd name="T25" fmla="*/ 0 h 204"/>
                <a:gd name="T26" fmla="*/ 0 w 425"/>
                <a:gd name="T27" fmla="*/ 0 h 204"/>
                <a:gd name="T28" fmla="*/ 0 w 425"/>
                <a:gd name="T29" fmla="*/ 0 h 204"/>
                <a:gd name="T30" fmla="*/ 0 w 425"/>
                <a:gd name="T31" fmla="*/ 0 h 204"/>
                <a:gd name="T32" fmla="*/ 0 w 425"/>
                <a:gd name="T33" fmla="*/ 0 h 204"/>
                <a:gd name="T34" fmla="*/ 0 w 425"/>
                <a:gd name="T35" fmla="*/ 0 h 204"/>
                <a:gd name="T36" fmla="*/ 0 w 425"/>
                <a:gd name="T37" fmla="*/ 0 h 204"/>
                <a:gd name="T38" fmla="*/ 0 w 425"/>
                <a:gd name="T39" fmla="*/ 0 h 204"/>
                <a:gd name="T40" fmla="*/ 0 w 425"/>
                <a:gd name="T41" fmla="*/ 0 h 204"/>
                <a:gd name="T42" fmla="*/ 0 w 425"/>
                <a:gd name="T43" fmla="*/ 0 h 204"/>
                <a:gd name="T44" fmla="*/ 0 w 425"/>
                <a:gd name="T45" fmla="*/ 0 h 204"/>
                <a:gd name="T46" fmla="*/ 0 w 425"/>
                <a:gd name="T47" fmla="*/ 0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5" h="204">
                  <a:moveTo>
                    <a:pt x="0" y="134"/>
                  </a:moveTo>
                  <a:lnTo>
                    <a:pt x="6" y="157"/>
                  </a:lnTo>
                  <a:lnTo>
                    <a:pt x="70" y="181"/>
                  </a:lnTo>
                  <a:lnTo>
                    <a:pt x="100" y="134"/>
                  </a:lnTo>
                  <a:lnTo>
                    <a:pt x="187" y="152"/>
                  </a:lnTo>
                  <a:lnTo>
                    <a:pt x="187" y="181"/>
                  </a:lnTo>
                  <a:lnTo>
                    <a:pt x="163" y="204"/>
                  </a:lnTo>
                  <a:lnTo>
                    <a:pt x="285" y="198"/>
                  </a:lnTo>
                  <a:lnTo>
                    <a:pt x="320" y="181"/>
                  </a:lnTo>
                  <a:lnTo>
                    <a:pt x="344" y="181"/>
                  </a:lnTo>
                  <a:lnTo>
                    <a:pt x="367" y="134"/>
                  </a:lnTo>
                  <a:lnTo>
                    <a:pt x="425" y="94"/>
                  </a:lnTo>
                  <a:lnTo>
                    <a:pt x="407" y="47"/>
                  </a:lnTo>
                  <a:lnTo>
                    <a:pt x="390" y="24"/>
                  </a:lnTo>
                  <a:lnTo>
                    <a:pt x="372" y="24"/>
                  </a:lnTo>
                  <a:lnTo>
                    <a:pt x="320" y="0"/>
                  </a:lnTo>
                  <a:lnTo>
                    <a:pt x="280" y="12"/>
                  </a:lnTo>
                  <a:lnTo>
                    <a:pt x="210" y="24"/>
                  </a:lnTo>
                  <a:lnTo>
                    <a:pt x="163" y="42"/>
                  </a:lnTo>
                  <a:lnTo>
                    <a:pt x="163" y="87"/>
                  </a:lnTo>
                  <a:lnTo>
                    <a:pt x="140" y="87"/>
                  </a:lnTo>
                  <a:lnTo>
                    <a:pt x="53" y="87"/>
                  </a:lnTo>
                  <a:lnTo>
                    <a:pt x="12" y="99"/>
                  </a:lnTo>
                  <a:lnTo>
                    <a:pt x="0" y="134"/>
                  </a:lnTo>
                  <a:close/>
                </a:path>
              </a:pathLst>
            </a:custGeom>
            <a:solidFill>
              <a:srgbClr val="DDDDDD"/>
            </a:solidFill>
            <a:ln w="9525">
              <a:solidFill>
                <a:srgbClr val="DDDDDD"/>
              </a:solidFill>
              <a:round/>
              <a:headEnd/>
              <a:tailEnd/>
            </a:ln>
          </p:spPr>
          <p:txBody>
            <a:bodyPr/>
            <a:lstStyle/>
            <a:p>
              <a:endParaRPr lang="ko-KR" altLang="en-US"/>
            </a:p>
          </p:txBody>
        </p:sp>
        <p:sp>
          <p:nvSpPr>
            <p:cNvPr id="418267" name="Freeform 940">
              <a:extLst>
                <a:ext uri="{FF2B5EF4-FFF2-40B4-BE49-F238E27FC236}">
                  <a16:creationId xmlns:a16="http://schemas.microsoft.com/office/drawing/2014/main" id="{C2723A24-3F8A-FD1C-1B46-C94F6503A605}"/>
                </a:ext>
              </a:extLst>
            </p:cNvPr>
            <p:cNvSpPr>
              <a:spLocks/>
            </p:cNvSpPr>
            <p:nvPr/>
          </p:nvSpPr>
          <p:spPr bwMode="auto">
            <a:xfrm>
              <a:off x="1902" y="2442"/>
              <a:ext cx="94" cy="57"/>
            </a:xfrm>
            <a:custGeom>
              <a:avLst/>
              <a:gdLst>
                <a:gd name="T0" fmla="*/ 0 w 372"/>
                <a:gd name="T1" fmla="*/ 0 h 227"/>
                <a:gd name="T2" fmla="*/ 0 w 372"/>
                <a:gd name="T3" fmla="*/ 0 h 227"/>
                <a:gd name="T4" fmla="*/ 0 w 372"/>
                <a:gd name="T5" fmla="*/ 0 h 227"/>
                <a:gd name="T6" fmla="*/ 0 w 372"/>
                <a:gd name="T7" fmla="*/ 0 h 227"/>
                <a:gd name="T8" fmla="*/ 0 w 372"/>
                <a:gd name="T9" fmla="*/ 0 h 227"/>
                <a:gd name="T10" fmla="*/ 0 w 372"/>
                <a:gd name="T11" fmla="*/ 0 h 227"/>
                <a:gd name="T12" fmla="*/ 0 w 372"/>
                <a:gd name="T13" fmla="*/ 0 h 227"/>
                <a:gd name="T14" fmla="*/ 0 w 372"/>
                <a:gd name="T15" fmla="*/ 0 h 227"/>
                <a:gd name="T16" fmla="*/ 0 w 372"/>
                <a:gd name="T17" fmla="*/ 0 h 227"/>
                <a:gd name="T18" fmla="*/ 0 w 372"/>
                <a:gd name="T19" fmla="*/ 0 h 227"/>
                <a:gd name="T20" fmla="*/ 0 w 372"/>
                <a:gd name="T21" fmla="*/ 0 h 227"/>
                <a:gd name="T22" fmla="*/ 0 w 372"/>
                <a:gd name="T23" fmla="*/ 0 h 227"/>
                <a:gd name="T24" fmla="*/ 0 w 372"/>
                <a:gd name="T25" fmla="*/ 0 h 227"/>
                <a:gd name="T26" fmla="*/ 0 w 372"/>
                <a:gd name="T27" fmla="*/ 0 h 227"/>
                <a:gd name="T28" fmla="*/ 0 w 372"/>
                <a:gd name="T29" fmla="*/ 0 h 227"/>
                <a:gd name="T30" fmla="*/ 0 w 372"/>
                <a:gd name="T31" fmla="*/ 0 h 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72" h="227">
                  <a:moveTo>
                    <a:pt x="104" y="23"/>
                  </a:moveTo>
                  <a:lnTo>
                    <a:pt x="35" y="70"/>
                  </a:lnTo>
                  <a:lnTo>
                    <a:pt x="0" y="123"/>
                  </a:lnTo>
                  <a:lnTo>
                    <a:pt x="70" y="157"/>
                  </a:lnTo>
                  <a:lnTo>
                    <a:pt x="104" y="203"/>
                  </a:lnTo>
                  <a:lnTo>
                    <a:pt x="116" y="227"/>
                  </a:lnTo>
                  <a:lnTo>
                    <a:pt x="174" y="203"/>
                  </a:lnTo>
                  <a:lnTo>
                    <a:pt x="204" y="198"/>
                  </a:lnTo>
                  <a:lnTo>
                    <a:pt x="239" y="180"/>
                  </a:lnTo>
                  <a:lnTo>
                    <a:pt x="261" y="163"/>
                  </a:lnTo>
                  <a:lnTo>
                    <a:pt x="308" y="117"/>
                  </a:lnTo>
                  <a:lnTo>
                    <a:pt x="349" y="65"/>
                  </a:lnTo>
                  <a:lnTo>
                    <a:pt x="372" y="0"/>
                  </a:lnTo>
                  <a:lnTo>
                    <a:pt x="261" y="6"/>
                  </a:lnTo>
                  <a:lnTo>
                    <a:pt x="197" y="23"/>
                  </a:lnTo>
                  <a:lnTo>
                    <a:pt x="104" y="23"/>
                  </a:lnTo>
                  <a:close/>
                </a:path>
              </a:pathLst>
            </a:custGeom>
            <a:solidFill>
              <a:srgbClr val="DDDDDD"/>
            </a:solidFill>
            <a:ln w="9525">
              <a:solidFill>
                <a:srgbClr val="DDDDDD"/>
              </a:solidFill>
              <a:round/>
              <a:headEnd/>
              <a:tailEnd/>
            </a:ln>
          </p:spPr>
          <p:txBody>
            <a:bodyPr/>
            <a:lstStyle/>
            <a:p>
              <a:endParaRPr lang="ko-KR" altLang="en-US"/>
            </a:p>
          </p:txBody>
        </p:sp>
        <p:sp>
          <p:nvSpPr>
            <p:cNvPr id="418268" name="Freeform 941">
              <a:extLst>
                <a:ext uri="{FF2B5EF4-FFF2-40B4-BE49-F238E27FC236}">
                  <a16:creationId xmlns:a16="http://schemas.microsoft.com/office/drawing/2014/main" id="{62CA1F81-6825-E0FC-6CBE-F6AC15942E3F}"/>
                </a:ext>
              </a:extLst>
            </p:cNvPr>
            <p:cNvSpPr>
              <a:spLocks/>
            </p:cNvSpPr>
            <p:nvPr/>
          </p:nvSpPr>
          <p:spPr bwMode="auto">
            <a:xfrm>
              <a:off x="1809" y="2450"/>
              <a:ext cx="14" cy="10"/>
            </a:xfrm>
            <a:custGeom>
              <a:avLst/>
              <a:gdLst>
                <a:gd name="T0" fmla="*/ 0 w 52"/>
                <a:gd name="T1" fmla="*/ 0 h 41"/>
                <a:gd name="T2" fmla="*/ 0 w 52"/>
                <a:gd name="T3" fmla="*/ 0 h 41"/>
                <a:gd name="T4" fmla="*/ 0 w 52"/>
                <a:gd name="T5" fmla="*/ 0 h 41"/>
                <a:gd name="T6" fmla="*/ 0 w 52"/>
                <a:gd name="T7" fmla="*/ 0 h 41"/>
                <a:gd name="T8" fmla="*/ 0 w 52"/>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41">
                  <a:moveTo>
                    <a:pt x="52" y="0"/>
                  </a:moveTo>
                  <a:lnTo>
                    <a:pt x="0" y="0"/>
                  </a:lnTo>
                  <a:lnTo>
                    <a:pt x="6" y="35"/>
                  </a:lnTo>
                  <a:lnTo>
                    <a:pt x="35" y="41"/>
                  </a:lnTo>
                  <a:lnTo>
                    <a:pt x="52" y="0"/>
                  </a:lnTo>
                  <a:close/>
                </a:path>
              </a:pathLst>
            </a:custGeom>
            <a:solidFill>
              <a:srgbClr val="DDDDDD"/>
            </a:solidFill>
            <a:ln w="9525">
              <a:solidFill>
                <a:srgbClr val="DDDDDD"/>
              </a:solidFill>
              <a:round/>
              <a:headEnd/>
              <a:tailEnd/>
            </a:ln>
          </p:spPr>
          <p:txBody>
            <a:bodyPr/>
            <a:lstStyle/>
            <a:p>
              <a:endParaRPr lang="ko-KR" altLang="en-US"/>
            </a:p>
          </p:txBody>
        </p:sp>
        <p:sp>
          <p:nvSpPr>
            <p:cNvPr id="418269" name="Freeform 942">
              <a:extLst>
                <a:ext uri="{FF2B5EF4-FFF2-40B4-BE49-F238E27FC236}">
                  <a16:creationId xmlns:a16="http://schemas.microsoft.com/office/drawing/2014/main" id="{6496A9FE-CE76-A406-9A5A-FFB948427285}"/>
                </a:ext>
              </a:extLst>
            </p:cNvPr>
            <p:cNvSpPr>
              <a:spLocks/>
            </p:cNvSpPr>
            <p:nvPr/>
          </p:nvSpPr>
          <p:spPr bwMode="auto">
            <a:xfrm>
              <a:off x="1762" y="2446"/>
              <a:ext cx="49" cy="41"/>
            </a:xfrm>
            <a:custGeom>
              <a:avLst/>
              <a:gdLst>
                <a:gd name="T0" fmla="*/ 0 w 192"/>
                <a:gd name="T1" fmla="*/ 0 h 162"/>
                <a:gd name="T2" fmla="*/ 0 w 192"/>
                <a:gd name="T3" fmla="*/ 0 h 162"/>
                <a:gd name="T4" fmla="*/ 0 w 192"/>
                <a:gd name="T5" fmla="*/ 0 h 162"/>
                <a:gd name="T6" fmla="*/ 0 w 192"/>
                <a:gd name="T7" fmla="*/ 0 h 162"/>
                <a:gd name="T8" fmla="*/ 0 w 192"/>
                <a:gd name="T9" fmla="*/ 0 h 162"/>
                <a:gd name="T10" fmla="*/ 0 w 192"/>
                <a:gd name="T11" fmla="*/ 0 h 162"/>
                <a:gd name="T12" fmla="*/ 0 w 192"/>
                <a:gd name="T13" fmla="*/ 0 h 162"/>
                <a:gd name="T14" fmla="*/ 0 w 192"/>
                <a:gd name="T15" fmla="*/ 0 h 162"/>
                <a:gd name="T16" fmla="*/ 0 w 192"/>
                <a:gd name="T17" fmla="*/ 0 h 162"/>
                <a:gd name="T18" fmla="*/ 0 w 192"/>
                <a:gd name="T19" fmla="*/ 0 h 162"/>
                <a:gd name="T20" fmla="*/ 0 w 192"/>
                <a:gd name="T21" fmla="*/ 0 h 162"/>
                <a:gd name="T22" fmla="*/ 0 w 192"/>
                <a:gd name="T23" fmla="*/ 0 h 162"/>
                <a:gd name="T24" fmla="*/ 0 w 192"/>
                <a:gd name="T25" fmla="*/ 0 h 1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2" h="162">
                  <a:moveTo>
                    <a:pt x="181" y="23"/>
                  </a:moveTo>
                  <a:lnTo>
                    <a:pt x="99" y="0"/>
                  </a:lnTo>
                  <a:lnTo>
                    <a:pt x="47" y="29"/>
                  </a:lnTo>
                  <a:lnTo>
                    <a:pt x="0" y="75"/>
                  </a:lnTo>
                  <a:lnTo>
                    <a:pt x="24" y="145"/>
                  </a:lnTo>
                  <a:lnTo>
                    <a:pt x="70" y="162"/>
                  </a:lnTo>
                  <a:lnTo>
                    <a:pt x="117" y="145"/>
                  </a:lnTo>
                  <a:lnTo>
                    <a:pt x="122" y="99"/>
                  </a:lnTo>
                  <a:lnTo>
                    <a:pt x="140" y="99"/>
                  </a:lnTo>
                  <a:lnTo>
                    <a:pt x="164" y="87"/>
                  </a:lnTo>
                  <a:lnTo>
                    <a:pt x="181" y="75"/>
                  </a:lnTo>
                  <a:lnTo>
                    <a:pt x="192" y="52"/>
                  </a:lnTo>
                  <a:lnTo>
                    <a:pt x="181" y="23"/>
                  </a:lnTo>
                  <a:close/>
                </a:path>
              </a:pathLst>
            </a:custGeom>
            <a:solidFill>
              <a:srgbClr val="DDDDDD"/>
            </a:solidFill>
            <a:ln w="9525">
              <a:solidFill>
                <a:srgbClr val="DDDDDD"/>
              </a:solidFill>
              <a:round/>
              <a:headEnd/>
              <a:tailEnd/>
            </a:ln>
          </p:spPr>
          <p:txBody>
            <a:bodyPr/>
            <a:lstStyle/>
            <a:p>
              <a:endParaRPr lang="ko-KR" altLang="en-US"/>
            </a:p>
          </p:txBody>
        </p:sp>
        <p:sp>
          <p:nvSpPr>
            <p:cNvPr id="418270" name="Freeform 943">
              <a:extLst>
                <a:ext uri="{FF2B5EF4-FFF2-40B4-BE49-F238E27FC236}">
                  <a16:creationId xmlns:a16="http://schemas.microsoft.com/office/drawing/2014/main" id="{9A056F0B-A6CF-C7B2-99B0-542EFFF62C81}"/>
                </a:ext>
              </a:extLst>
            </p:cNvPr>
            <p:cNvSpPr>
              <a:spLocks/>
            </p:cNvSpPr>
            <p:nvPr/>
          </p:nvSpPr>
          <p:spPr bwMode="auto">
            <a:xfrm>
              <a:off x="1758" y="2460"/>
              <a:ext cx="172" cy="169"/>
            </a:xfrm>
            <a:custGeom>
              <a:avLst/>
              <a:gdLst>
                <a:gd name="T0" fmla="*/ 0 w 680"/>
                <a:gd name="T1" fmla="*/ 0 h 656"/>
                <a:gd name="T2" fmla="*/ 0 w 680"/>
                <a:gd name="T3" fmla="*/ 0 h 656"/>
                <a:gd name="T4" fmla="*/ 0 w 680"/>
                <a:gd name="T5" fmla="*/ 0 h 656"/>
                <a:gd name="T6" fmla="*/ 0 w 680"/>
                <a:gd name="T7" fmla="*/ 0 h 656"/>
                <a:gd name="T8" fmla="*/ 0 w 680"/>
                <a:gd name="T9" fmla="*/ 0 h 656"/>
                <a:gd name="T10" fmla="*/ 0 w 680"/>
                <a:gd name="T11" fmla="*/ 0 h 656"/>
                <a:gd name="T12" fmla="*/ 0 w 680"/>
                <a:gd name="T13" fmla="*/ 0 h 656"/>
                <a:gd name="T14" fmla="*/ 0 w 680"/>
                <a:gd name="T15" fmla="*/ 0 h 656"/>
                <a:gd name="T16" fmla="*/ 0 w 680"/>
                <a:gd name="T17" fmla="*/ 0 h 656"/>
                <a:gd name="T18" fmla="*/ 0 w 680"/>
                <a:gd name="T19" fmla="*/ 0 h 656"/>
                <a:gd name="T20" fmla="*/ 0 w 680"/>
                <a:gd name="T21" fmla="*/ 0 h 656"/>
                <a:gd name="T22" fmla="*/ 0 w 680"/>
                <a:gd name="T23" fmla="*/ 0 h 656"/>
                <a:gd name="T24" fmla="*/ 0 w 680"/>
                <a:gd name="T25" fmla="*/ 0 h 656"/>
                <a:gd name="T26" fmla="*/ 0 w 680"/>
                <a:gd name="T27" fmla="*/ 0 h 656"/>
                <a:gd name="T28" fmla="*/ 0 w 680"/>
                <a:gd name="T29" fmla="*/ 0 h 656"/>
                <a:gd name="T30" fmla="*/ 0 w 680"/>
                <a:gd name="T31" fmla="*/ 0 h 656"/>
                <a:gd name="T32" fmla="*/ 0 w 680"/>
                <a:gd name="T33" fmla="*/ 0 h 656"/>
                <a:gd name="T34" fmla="*/ 0 w 680"/>
                <a:gd name="T35" fmla="*/ 0 h 656"/>
                <a:gd name="T36" fmla="*/ 0 w 680"/>
                <a:gd name="T37" fmla="*/ 0 h 656"/>
                <a:gd name="T38" fmla="*/ 0 w 680"/>
                <a:gd name="T39" fmla="*/ 0 h 656"/>
                <a:gd name="T40" fmla="*/ 0 w 680"/>
                <a:gd name="T41" fmla="*/ 0 h 656"/>
                <a:gd name="T42" fmla="*/ 0 w 680"/>
                <a:gd name="T43" fmla="*/ 0 h 656"/>
                <a:gd name="T44" fmla="*/ 0 w 680"/>
                <a:gd name="T45" fmla="*/ 0 h 656"/>
                <a:gd name="T46" fmla="*/ 0 w 680"/>
                <a:gd name="T47" fmla="*/ 0 h 656"/>
                <a:gd name="T48" fmla="*/ 0 w 680"/>
                <a:gd name="T49" fmla="*/ 0 h 656"/>
                <a:gd name="T50" fmla="*/ 0 w 680"/>
                <a:gd name="T51" fmla="*/ 0 h 656"/>
                <a:gd name="T52" fmla="*/ 0 w 680"/>
                <a:gd name="T53" fmla="*/ 0 h 656"/>
                <a:gd name="T54" fmla="*/ 0 w 680"/>
                <a:gd name="T55" fmla="*/ 0 h 656"/>
                <a:gd name="T56" fmla="*/ 0 w 680"/>
                <a:gd name="T57" fmla="*/ 0 h 656"/>
                <a:gd name="T58" fmla="*/ 0 w 680"/>
                <a:gd name="T59" fmla="*/ 0 h 656"/>
                <a:gd name="T60" fmla="*/ 0 w 680"/>
                <a:gd name="T61" fmla="*/ 0 h 656"/>
                <a:gd name="T62" fmla="*/ 0 w 680"/>
                <a:gd name="T63" fmla="*/ 0 h 656"/>
                <a:gd name="T64" fmla="*/ 0 w 680"/>
                <a:gd name="T65" fmla="*/ 0 h 656"/>
                <a:gd name="T66" fmla="*/ 0 w 680"/>
                <a:gd name="T67" fmla="*/ 0 h 656"/>
                <a:gd name="T68" fmla="*/ 0 w 680"/>
                <a:gd name="T69" fmla="*/ 0 h 656"/>
                <a:gd name="T70" fmla="*/ 0 w 680"/>
                <a:gd name="T71" fmla="*/ 0 h 656"/>
                <a:gd name="T72" fmla="*/ 0 w 680"/>
                <a:gd name="T73" fmla="*/ 0 h 656"/>
                <a:gd name="T74" fmla="*/ 0 w 680"/>
                <a:gd name="T75" fmla="*/ 0 h 656"/>
                <a:gd name="T76" fmla="*/ 0 w 680"/>
                <a:gd name="T77" fmla="*/ 0 h 656"/>
                <a:gd name="T78" fmla="*/ 0 w 680"/>
                <a:gd name="T79" fmla="*/ 0 h 656"/>
                <a:gd name="T80" fmla="*/ 0 w 680"/>
                <a:gd name="T81" fmla="*/ 0 h 656"/>
                <a:gd name="T82" fmla="*/ 0 w 680"/>
                <a:gd name="T83" fmla="*/ 0 h 656"/>
                <a:gd name="T84" fmla="*/ 0 w 680"/>
                <a:gd name="T85" fmla="*/ 0 h 656"/>
                <a:gd name="T86" fmla="*/ 0 w 680"/>
                <a:gd name="T87" fmla="*/ 0 h 656"/>
                <a:gd name="T88" fmla="*/ 0 w 680"/>
                <a:gd name="T89" fmla="*/ 0 h 656"/>
                <a:gd name="T90" fmla="*/ 0 w 680"/>
                <a:gd name="T91" fmla="*/ 0 h 656"/>
                <a:gd name="T92" fmla="*/ 0 w 680"/>
                <a:gd name="T93" fmla="*/ 0 h 656"/>
                <a:gd name="T94" fmla="*/ 0 w 680"/>
                <a:gd name="T95" fmla="*/ 0 h 656"/>
                <a:gd name="T96" fmla="*/ 0 w 680"/>
                <a:gd name="T97" fmla="*/ 0 h 6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80" h="656">
                  <a:moveTo>
                    <a:pt x="53" y="93"/>
                  </a:moveTo>
                  <a:lnTo>
                    <a:pt x="41" y="128"/>
                  </a:lnTo>
                  <a:lnTo>
                    <a:pt x="18" y="140"/>
                  </a:lnTo>
                  <a:lnTo>
                    <a:pt x="6" y="175"/>
                  </a:lnTo>
                  <a:lnTo>
                    <a:pt x="0" y="203"/>
                  </a:lnTo>
                  <a:lnTo>
                    <a:pt x="0" y="255"/>
                  </a:lnTo>
                  <a:lnTo>
                    <a:pt x="30" y="238"/>
                  </a:lnTo>
                  <a:lnTo>
                    <a:pt x="65" y="220"/>
                  </a:lnTo>
                  <a:lnTo>
                    <a:pt x="122" y="203"/>
                  </a:lnTo>
                  <a:lnTo>
                    <a:pt x="180" y="180"/>
                  </a:lnTo>
                  <a:lnTo>
                    <a:pt x="274" y="203"/>
                  </a:lnTo>
                  <a:lnTo>
                    <a:pt x="297" y="250"/>
                  </a:lnTo>
                  <a:lnTo>
                    <a:pt x="297" y="290"/>
                  </a:lnTo>
                  <a:lnTo>
                    <a:pt x="431" y="429"/>
                  </a:lnTo>
                  <a:lnTo>
                    <a:pt x="494" y="441"/>
                  </a:lnTo>
                  <a:lnTo>
                    <a:pt x="564" y="499"/>
                  </a:lnTo>
                  <a:lnTo>
                    <a:pt x="588" y="563"/>
                  </a:lnTo>
                  <a:lnTo>
                    <a:pt x="558" y="610"/>
                  </a:lnTo>
                  <a:lnTo>
                    <a:pt x="564" y="656"/>
                  </a:lnTo>
                  <a:lnTo>
                    <a:pt x="628" y="575"/>
                  </a:lnTo>
                  <a:lnTo>
                    <a:pt x="605" y="511"/>
                  </a:lnTo>
                  <a:lnTo>
                    <a:pt x="611" y="453"/>
                  </a:lnTo>
                  <a:lnTo>
                    <a:pt x="651" y="499"/>
                  </a:lnTo>
                  <a:lnTo>
                    <a:pt x="680" y="523"/>
                  </a:lnTo>
                  <a:lnTo>
                    <a:pt x="680" y="476"/>
                  </a:lnTo>
                  <a:lnTo>
                    <a:pt x="611" y="407"/>
                  </a:lnTo>
                  <a:lnTo>
                    <a:pt x="588" y="407"/>
                  </a:lnTo>
                  <a:lnTo>
                    <a:pt x="564" y="360"/>
                  </a:lnTo>
                  <a:lnTo>
                    <a:pt x="524" y="342"/>
                  </a:lnTo>
                  <a:lnTo>
                    <a:pt x="477" y="314"/>
                  </a:lnTo>
                  <a:lnTo>
                    <a:pt x="424" y="279"/>
                  </a:lnTo>
                  <a:lnTo>
                    <a:pt x="384" y="227"/>
                  </a:lnTo>
                  <a:lnTo>
                    <a:pt x="361" y="180"/>
                  </a:lnTo>
                  <a:lnTo>
                    <a:pt x="361" y="157"/>
                  </a:lnTo>
                  <a:lnTo>
                    <a:pt x="361" y="110"/>
                  </a:lnTo>
                  <a:lnTo>
                    <a:pt x="384" y="110"/>
                  </a:lnTo>
                  <a:lnTo>
                    <a:pt x="407" y="70"/>
                  </a:lnTo>
                  <a:lnTo>
                    <a:pt x="431" y="47"/>
                  </a:lnTo>
                  <a:lnTo>
                    <a:pt x="431" y="23"/>
                  </a:lnTo>
                  <a:lnTo>
                    <a:pt x="337" y="0"/>
                  </a:lnTo>
                  <a:lnTo>
                    <a:pt x="314" y="47"/>
                  </a:lnTo>
                  <a:lnTo>
                    <a:pt x="250" y="23"/>
                  </a:lnTo>
                  <a:lnTo>
                    <a:pt x="227" y="0"/>
                  </a:lnTo>
                  <a:lnTo>
                    <a:pt x="180" y="41"/>
                  </a:lnTo>
                  <a:lnTo>
                    <a:pt x="140" y="47"/>
                  </a:lnTo>
                  <a:lnTo>
                    <a:pt x="134" y="87"/>
                  </a:lnTo>
                  <a:lnTo>
                    <a:pt x="100" y="110"/>
                  </a:lnTo>
                  <a:lnTo>
                    <a:pt x="70" y="110"/>
                  </a:lnTo>
                  <a:lnTo>
                    <a:pt x="53" y="93"/>
                  </a:lnTo>
                  <a:close/>
                </a:path>
              </a:pathLst>
            </a:custGeom>
            <a:solidFill>
              <a:srgbClr val="DDDDDD"/>
            </a:solidFill>
            <a:ln w="9525">
              <a:solidFill>
                <a:srgbClr val="DDDDDD"/>
              </a:solidFill>
              <a:round/>
              <a:headEnd/>
              <a:tailEnd/>
            </a:ln>
          </p:spPr>
          <p:txBody>
            <a:bodyPr/>
            <a:lstStyle/>
            <a:p>
              <a:endParaRPr lang="ko-KR" altLang="en-US"/>
            </a:p>
          </p:txBody>
        </p:sp>
        <p:sp>
          <p:nvSpPr>
            <p:cNvPr id="418271" name="Freeform 944">
              <a:extLst>
                <a:ext uri="{FF2B5EF4-FFF2-40B4-BE49-F238E27FC236}">
                  <a16:creationId xmlns:a16="http://schemas.microsoft.com/office/drawing/2014/main" id="{7C9E96F0-FD6A-AC9B-D8F5-6B72B064FA47}"/>
                </a:ext>
              </a:extLst>
            </p:cNvPr>
            <p:cNvSpPr>
              <a:spLocks/>
            </p:cNvSpPr>
            <p:nvPr/>
          </p:nvSpPr>
          <p:spPr bwMode="auto">
            <a:xfrm>
              <a:off x="1849" y="2623"/>
              <a:ext cx="40" cy="26"/>
            </a:xfrm>
            <a:custGeom>
              <a:avLst/>
              <a:gdLst>
                <a:gd name="T0" fmla="*/ 0 w 163"/>
                <a:gd name="T1" fmla="*/ 0 h 105"/>
                <a:gd name="T2" fmla="*/ 0 w 163"/>
                <a:gd name="T3" fmla="*/ 0 h 105"/>
                <a:gd name="T4" fmla="*/ 0 w 163"/>
                <a:gd name="T5" fmla="*/ 0 h 105"/>
                <a:gd name="T6" fmla="*/ 0 w 163"/>
                <a:gd name="T7" fmla="*/ 0 h 105"/>
                <a:gd name="T8" fmla="*/ 0 w 163"/>
                <a:gd name="T9" fmla="*/ 0 h 105"/>
                <a:gd name="T10" fmla="*/ 0 w 163"/>
                <a:gd name="T11" fmla="*/ 0 h 105"/>
                <a:gd name="T12" fmla="*/ 0 w 163"/>
                <a:gd name="T13" fmla="*/ 0 h 105"/>
                <a:gd name="T14" fmla="*/ 0 w 163"/>
                <a:gd name="T15" fmla="*/ 0 h 105"/>
                <a:gd name="T16" fmla="*/ 0 w 163"/>
                <a:gd name="T17" fmla="*/ 0 h 105"/>
                <a:gd name="T18" fmla="*/ 0 w 163"/>
                <a:gd name="T19" fmla="*/ 0 h 105"/>
                <a:gd name="T20" fmla="*/ 0 w 163"/>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3" h="105">
                  <a:moveTo>
                    <a:pt x="163" y="23"/>
                  </a:moveTo>
                  <a:lnTo>
                    <a:pt x="133" y="47"/>
                  </a:lnTo>
                  <a:lnTo>
                    <a:pt x="145" y="105"/>
                  </a:lnTo>
                  <a:lnTo>
                    <a:pt x="70" y="93"/>
                  </a:lnTo>
                  <a:lnTo>
                    <a:pt x="0" y="93"/>
                  </a:lnTo>
                  <a:lnTo>
                    <a:pt x="0" y="65"/>
                  </a:lnTo>
                  <a:lnTo>
                    <a:pt x="23" y="23"/>
                  </a:lnTo>
                  <a:lnTo>
                    <a:pt x="70" y="23"/>
                  </a:lnTo>
                  <a:lnTo>
                    <a:pt x="116" y="0"/>
                  </a:lnTo>
                  <a:lnTo>
                    <a:pt x="133" y="0"/>
                  </a:lnTo>
                  <a:lnTo>
                    <a:pt x="163" y="23"/>
                  </a:lnTo>
                  <a:close/>
                </a:path>
              </a:pathLst>
            </a:custGeom>
            <a:solidFill>
              <a:srgbClr val="DDDDDD"/>
            </a:solidFill>
            <a:ln w="9525">
              <a:solidFill>
                <a:srgbClr val="DDDDDD"/>
              </a:solidFill>
              <a:round/>
              <a:headEnd/>
              <a:tailEnd/>
            </a:ln>
          </p:spPr>
          <p:txBody>
            <a:bodyPr/>
            <a:lstStyle/>
            <a:p>
              <a:endParaRPr lang="ko-KR" altLang="en-US"/>
            </a:p>
          </p:txBody>
        </p:sp>
        <p:sp>
          <p:nvSpPr>
            <p:cNvPr id="418272" name="Freeform 945">
              <a:extLst>
                <a:ext uri="{FF2B5EF4-FFF2-40B4-BE49-F238E27FC236}">
                  <a16:creationId xmlns:a16="http://schemas.microsoft.com/office/drawing/2014/main" id="{AE540CA4-B6FD-B16C-B51B-978A1E849B66}"/>
                </a:ext>
              </a:extLst>
            </p:cNvPr>
            <p:cNvSpPr>
              <a:spLocks/>
            </p:cNvSpPr>
            <p:nvPr/>
          </p:nvSpPr>
          <p:spPr bwMode="auto">
            <a:xfrm>
              <a:off x="1621" y="2382"/>
              <a:ext cx="166" cy="175"/>
            </a:xfrm>
            <a:custGeom>
              <a:avLst/>
              <a:gdLst>
                <a:gd name="T0" fmla="*/ 0 w 657"/>
                <a:gd name="T1" fmla="*/ 0 h 680"/>
                <a:gd name="T2" fmla="*/ 0 w 657"/>
                <a:gd name="T3" fmla="*/ 0 h 680"/>
                <a:gd name="T4" fmla="*/ 0 w 657"/>
                <a:gd name="T5" fmla="*/ 0 h 680"/>
                <a:gd name="T6" fmla="*/ 0 w 657"/>
                <a:gd name="T7" fmla="*/ 0 h 680"/>
                <a:gd name="T8" fmla="*/ 0 w 657"/>
                <a:gd name="T9" fmla="*/ 0 h 680"/>
                <a:gd name="T10" fmla="*/ 0 w 657"/>
                <a:gd name="T11" fmla="*/ 0 h 680"/>
                <a:gd name="T12" fmla="*/ 0 w 657"/>
                <a:gd name="T13" fmla="*/ 0 h 680"/>
                <a:gd name="T14" fmla="*/ 0 w 657"/>
                <a:gd name="T15" fmla="*/ 0 h 680"/>
                <a:gd name="T16" fmla="*/ 0 w 657"/>
                <a:gd name="T17" fmla="*/ 0 h 680"/>
                <a:gd name="T18" fmla="*/ 0 w 657"/>
                <a:gd name="T19" fmla="*/ 0 h 680"/>
                <a:gd name="T20" fmla="*/ 0 w 657"/>
                <a:gd name="T21" fmla="*/ 0 h 680"/>
                <a:gd name="T22" fmla="*/ 0 w 657"/>
                <a:gd name="T23" fmla="*/ 0 h 680"/>
                <a:gd name="T24" fmla="*/ 0 w 657"/>
                <a:gd name="T25" fmla="*/ 0 h 680"/>
                <a:gd name="T26" fmla="*/ 0 w 657"/>
                <a:gd name="T27" fmla="*/ 0 h 680"/>
                <a:gd name="T28" fmla="*/ 0 w 657"/>
                <a:gd name="T29" fmla="*/ 0 h 680"/>
                <a:gd name="T30" fmla="*/ 0 w 657"/>
                <a:gd name="T31" fmla="*/ 0 h 680"/>
                <a:gd name="T32" fmla="*/ 0 w 657"/>
                <a:gd name="T33" fmla="*/ 0 h 680"/>
                <a:gd name="T34" fmla="*/ 0 w 657"/>
                <a:gd name="T35" fmla="*/ 0 h 680"/>
                <a:gd name="T36" fmla="*/ 0 w 657"/>
                <a:gd name="T37" fmla="*/ 0 h 680"/>
                <a:gd name="T38" fmla="*/ 0 w 657"/>
                <a:gd name="T39" fmla="*/ 0 h 680"/>
                <a:gd name="T40" fmla="*/ 0 w 657"/>
                <a:gd name="T41" fmla="*/ 0 h 680"/>
                <a:gd name="T42" fmla="*/ 0 w 657"/>
                <a:gd name="T43" fmla="*/ 0 h 680"/>
                <a:gd name="T44" fmla="*/ 0 w 657"/>
                <a:gd name="T45" fmla="*/ 0 h 680"/>
                <a:gd name="T46" fmla="*/ 0 w 657"/>
                <a:gd name="T47" fmla="*/ 0 h 680"/>
                <a:gd name="T48" fmla="*/ 0 w 657"/>
                <a:gd name="T49" fmla="*/ 0 h 680"/>
                <a:gd name="T50" fmla="*/ 0 w 657"/>
                <a:gd name="T51" fmla="*/ 0 h 680"/>
                <a:gd name="T52" fmla="*/ 0 w 657"/>
                <a:gd name="T53" fmla="*/ 0 h 680"/>
                <a:gd name="T54" fmla="*/ 0 w 657"/>
                <a:gd name="T55" fmla="*/ 0 h 680"/>
                <a:gd name="T56" fmla="*/ 0 w 657"/>
                <a:gd name="T57" fmla="*/ 0 h 680"/>
                <a:gd name="T58" fmla="*/ 0 w 657"/>
                <a:gd name="T59" fmla="*/ 0 h 680"/>
                <a:gd name="T60" fmla="*/ 0 w 657"/>
                <a:gd name="T61" fmla="*/ 0 h 680"/>
                <a:gd name="T62" fmla="*/ 0 w 657"/>
                <a:gd name="T63" fmla="*/ 0 h 680"/>
                <a:gd name="T64" fmla="*/ 0 w 657"/>
                <a:gd name="T65" fmla="*/ 0 h 680"/>
                <a:gd name="T66" fmla="*/ 0 w 657"/>
                <a:gd name="T67" fmla="*/ 0 h 680"/>
                <a:gd name="T68" fmla="*/ 0 w 657"/>
                <a:gd name="T69" fmla="*/ 0 h 6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57" h="680">
                  <a:moveTo>
                    <a:pt x="540" y="546"/>
                  </a:moveTo>
                  <a:lnTo>
                    <a:pt x="471" y="546"/>
                  </a:lnTo>
                  <a:lnTo>
                    <a:pt x="471" y="593"/>
                  </a:lnTo>
                  <a:lnTo>
                    <a:pt x="430" y="593"/>
                  </a:lnTo>
                  <a:lnTo>
                    <a:pt x="406" y="610"/>
                  </a:lnTo>
                  <a:lnTo>
                    <a:pt x="383" y="680"/>
                  </a:lnTo>
                  <a:lnTo>
                    <a:pt x="273" y="593"/>
                  </a:lnTo>
                  <a:lnTo>
                    <a:pt x="250" y="563"/>
                  </a:lnTo>
                  <a:lnTo>
                    <a:pt x="116" y="546"/>
                  </a:lnTo>
                  <a:lnTo>
                    <a:pt x="69" y="499"/>
                  </a:lnTo>
                  <a:lnTo>
                    <a:pt x="116" y="453"/>
                  </a:lnTo>
                  <a:lnTo>
                    <a:pt x="134" y="319"/>
                  </a:lnTo>
                  <a:lnTo>
                    <a:pt x="116" y="273"/>
                  </a:lnTo>
                  <a:lnTo>
                    <a:pt x="69" y="232"/>
                  </a:lnTo>
                  <a:lnTo>
                    <a:pt x="0" y="186"/>
                  </a:lnTo>
                  <a:lnTo>
                    <a:pt x="0" y="162"/>
                  </a:lnTo>
                  <a:lnTo>
                    <a:pt x="47" y="139"/>
                  </a:lnTo>
                  <a:lnTo>
                    <a:pt x="93" y="116"/>
                  </a:lnTo>
                  <a:lnTo>
                    <a:pt x="204" y="70"/>
                  </a:lnTo>
                  <a:lnTo>
                    <a:pt x="273" y="70"/>
                  </a:lnTo>
                  <a:lnTo>
                    <a:pt x="360" y="0"/>
                  </a:lnTo>
                  <a:lnTo>
                    <a:pt x="424" y="47"/>
                  </a:lnTo>
                  <a:lnTo>
                    <a:pt x="540" y="116"/>
                  </a:lnTo>
                  <a:lnTo>
                    <a:pt x="581" y="139"/>
                  </a:lnTo>
                  <a:lnTo>
                    <a:pt x="616" y="134"/>
                  </a:lnTo>
                  <a:lnTo>
                    <a:pt x="650" y="162"/>
                  </a:lnTo>
                  <a:lnTo>
                    <a:pt x="650" y="197"/>
                  </a:lnTo>
                  <a:lnTo>
                    <a:pt x="657" y="244"/>
                  </a:lnTo>
                  <a:lnTo>
                    <a:pt x="587" y="296"/>
                  </a:lnTo>
                  <a:lnTo>
                    <a:pt x="563" y="319"/>
                  </a:lnTo>
                  <a:lnTo>
                    <a:pt x="587" y="406"/>
                  </a:lnTo>
                  <a:lnTo>
                    <a:pt x="587" y="429"/>
                  </a:lnTo>
                  <a:lnTo>
                    <a:pt x="563" y="429"/>
                  </a:lnTo>
                  <a:lnTo>
                    <a:pt x="540" y="499"/>
                  </a:lnTo>
                  <a:lnTo>
                    <a:pt x="540" y="546"/>
                  </a:lnTo>
                  <a:close/>
                </a:path>
              </a:pathLst>
            </a:custGeom>
            <a:solidFill>
              <a:srgbClr val="DDDDDD"/>
            </a:solidFill>
            <a:ln w="9525">
              <a:solidFill>
                <a:srgbClr val="DDDDDD"/>
              </a:solidFill>
              <a:round/>
              <a:headEnd/>
              <a:tailEnd/>
            </a:ln>
          </p:spPr>
          <p:txBody>
            <a:bodyPr/>
            <a:lstStyle/>
            <a:p>
              <a:endParaRPr lang="ko-KR" altLang="en-US"/>
            </a:p>
          </p:txBody>
        </p:sp>
        <p:sp>
          <p:nvSpPr>
            <p:cNvPr id="418273" name="Freeform 946">
              <a:extLst>
                <a:ext uri="{FF2B5EF4-FFF2-40B4-BE49-F238E27FC236}">
                  <a16:creationId xmlns:a16="http://schemas.microsoft.com/office/drawing/2014/main" id="{077752D8-FA99-74EA-DF5D-FF55ED93C350}"/>
                </a:ext>
              </a:extLst>
            </p:cNvPr>
            <p:cNvSpPr>
              <a:spLocks/>
            </p:cNvSpPr>
            <p:nvPr/>
          </p:nvSpPr>
          <p:spPr bwMode="auto">
            <a:xfrm>
              <a:off x="1553" y="2504"/>
              <a:ext cx="165" cy="172"/>
            </a:xfrm>
            <a:custGeom>
              <a:avLst/>
              <a:gdLst>
                <a:gd name="T0" fmla="*/ 0 w 656"/>
                <a:gd name="T1" fmla="*/ 0 h 673"/>
                <a:gd name="T2" fmla="*/ 0 w 656"/>
                <a:gd name="T3" fmla="*/ 0 h 673"/>
                <a:gd name="T4" fmla="*/ 0 w 656"/>
                <a:gd name="T5" fmla="*/ 0 h 673"/>
                <a:gd name="T6" fmla="*/ 0 w 656"/>
                <a:gd name="T7" fmla="*/ 0 h 673"/>
                <a:gd name="T8" fmla="*/ 0 w 656"/>
                <a:gd name="T9" fmla="*/ 0 h 673"/>
                <a:gd name="T10" fmla="*/ 0 w 656"/>
                <a:gd name="T11" fmla="*/ 0 h 673"/>
                <a:gd name="T12" fmla="*/ 0 w 656"/>
                <a:gd name="T13" fmla="*/ 0 h 673"/>
                <a:gd name="T14" fmla="*/ 0 w 656"/>
                <a:gd name="T15" fmla="*/ 0 h 673"/>
                <a:gd name="T16" fmla="*/ 0 w 656"/>
                <a:gd name="T17" fmla="*/ 0 h 673"/>
                <a:gd name="T18" fmla="*/ 0 w 656"/>
                <a:gd name="T19" fmla="*/ 0 h 673"/>
                <a:gd name="T20" fmla="*/ 0 w 656"/>
                <a:gd name="T21" fmla="*/ 0 h 673"/>
                <a:gd name="T22" fmla="*/ 0 w 656"/>
                <a:gd name="T23" fmla="*/ 0 h 673"/>
                <a:gd name="T24" fmla="*/ 0 w 656"/>
                <a:gd name="T25" fmla="*/ 0 h 673"/>
                <a:gd name="T26" fmla="*/ 0 w 656"/>
                <a:gd name="T27" fmla="*/ 0 h 673"/>
                <a:gd name="T28" fmla="*/ 0 w 656"/>
                <a:gd name="T29" fmla="*/ 0 h 673"/>
                <a:gd name="T30" fmla="*/ 0 w 656"/>
                <a:gd name="T31" fmla="*/ 0 h 673"/>
                <a:gd name="T32" fmla="*/ 0 w 656"/>
                <a:gd name="T33" fmla="*/ 0 h 673"/>
                <a:gd name="T34" fmla="*/ 0 w 656"/>
                <a:gd name="T35" fmla="*/ 0 h 673"/>
                <a:gd name="T36" fmla="*/ 0 w 656"/>
                <a:gd name="T37" fmla="*/ 0 h 673"/>
                <a:gd name="T38" fmla="*/ 0 w 656"/>
                <a:gd name="T39" fmla="*/ 0 h 673"/>
                <a:gd name="T40" fmla="*/ 0 w 656"/>
                <a:gd name="T41" fmla="*/ 0 h 673"/>
                <a:gd name="T42" fmla="*/ 0 w 656"/>
                <a:gd name="T43" fmla="*/ 0 h 673"/>
                <a:gd name="T44" fmla="*/ 0 w 656"/>
                <a:gd name="T45" fmla="*/ 0 h 673"/>
                <a:gd name="T46" fmla="*/ 0 w 656"/>
                <a:gd name="T47" fmla="*/ 0 h 673"/>
                <a:gd name="T48" fmla="*/ 0 w 656"/>
                <a:gd name="T49" fmla="*/ 0 h 673"/>
                <a:gd name="T50" fmla="*/ 0 w 656"/>
                <a:gd name="T51" fmla="*/ 0 h 673"/>
                <a:gd name="T52" fmla="*/ 0 w 656"/>
                <a:gd name="T53" fmla="*/ 0 h 673"/>
                <a:gd name="T54" fmla="*/ 0 w 656"/>
                <a:gd name="T55" fmla="*/ 0 h 6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56" h="673">
                  <a:moveTo>
                    <a:pt x="342" y="28"/>
                  </a:moveTo>
                  <a:lnTo>
                    <a:pt x="297" y="28"/>
                  </a:lnTo>
                  <a:lnTo>
                    <a:pt x="250" y="17"/>
                  </a:lnTo>
                  <a:lnTo>
                    <a:pt x="185" y="0"/>
                  </a:lnTo>
                  <a:lnTo>
                    <a:pt x="116" y="5"/>
                  </a:lnTo>
                  <a:lnTo>
                    <a:pt x="70" y="5"/>
                  </a:lnTo>
                  <a:lnTo>
                    <a:pt x="0" y="52"/>
                  </a:lnTo>
                  <a:lnTo>
                    <a:pt x="0" y="122"/>
                  </a:lnTo>
                  <a:lnTo>
                    <a:pt x="58" y="144"/>
                  </a:lnTo>
                  <a:lnTo>
                    <a:pt x="122" y="144"/>
                  </a:lnTo>
                  <a:lnTo>
                    <a:pt x="157" y="185"/>
                  </a:lnTo>
                  <a:lnTo>
                    <a:pt x="116" y="261"/>
                  </a:lnTo>
                  <a:lnTo>
                    <a:pt x="116" y="348"/>
                  </a:lnTo>
                  <a:lnTo>
                    <a:pt x="75" y="458"/>
                  </a:lnTo>
                  <a:lnTo>
                    <a:pt x="116" y="505"/>
                  </a:lnTo>
                  <a:lnTo>
                    <a:pt x="116" y="551"/>
                  </a:lnTo>
                  <a:lnTo>
                    <a:pt x="157" y="673"/>
                  </a:lnTo>
                  <a:lnTo>
                    <a:pt x="238" y="627"/>
                  </a:lnTo>
                  <a:lnTo>
                    <a:pt x="337" y="633"/>
                  </a:lnTo>
                  <a:lnTo>
                    <a:pt x="407" y="598"/>
                  </a:lnTo>
                  <a:lnTo>
                    <a:pt x="447" y="568"/>
                  </a:lnTo>
                  <a:lnTo>
                    <a:pt x="482" y="458"/>
                  </a:lnTo>
                  <a:lnTo>
                    <a:pt x="564" y="301"/>
                  </a:lnTo>
                  <a:lnTo>
                    <a:pt x="656" y="209"/>
                  </a:lnTo>
                  <a:lnTo>
                    <a:pt x="517" y="98"/>
                  </a:lnTo>
                  <a:lnTo>
                    <a:pt x="465" y="87"/>
                  </a:lnTo>
                  <a:lnTo>
                    <a:pt x="377" y="57"/>
                  </a:lnTo>
                  <a:lnTo>
                    <a:pt x="342" y="28"/>
                  </a:lnTo>
                  <a:close/>
                </a:path>
              </a:pathLst>
            </a:custGeom>
            <a:solidFill>
              <a:srgbClr val="DDDDDD"/>
            </a:solidFill>
            <a:ln w="9525">
              <a:solidFill>
                <a:srgbClr val="DDDDDD"/>
              </a:solidFill>
              <a:round/>
              <a:headEnd/>
              <a:tailEnd/>
            </a:ln>
          </p:spPr>
          <p:txBody>
            <a:bodyPr/>
            <a:lstStyle/>
            <a:p>
              <a:endParaRPr lang="ko-KR" altLang="en-US"/>
            </a:p>
          </p:txBody>
        </p:sp>
        <p:sp>
          <p:nvSpPr>
            <p:cNvPr id="418274" name="Freeform 947">
              <a:extLst>
                <a:ext uri="{FF2B5EF4-FFF2-40B4-BE49-F238E27FC236}">
                  <a16:creationId xmlns:a16="http://schemas.microsoft.com/office/drawing/2014/main" id="{38640372-A70E-A418-2BC2-3C427DF08106}"/>
                </a:ext>
              </a:extLst>
            </p:cNvPr>
            <p:cNvSpPr>
              <a:spLocks/>
            </p:cNvSpPr>
            <p:nvPr/>
          </p:nvSpPr>
          <p:spPr bwMode="auto">
            <a:xfrm>
              <a:off x="1543" y="2536"/>
              <a:ext cx="50" cy="113"/>
            </a:xfrm>
            <a:custGeom>
              <a:avLst/>
              <a:gdLst>
                <a:gd name="T0" fmla="*/ 0 w 198"/>
                <a:gd name="T1" fmla="*/ 0 h 441"/>
                <a:gd name="T2" fmla="*/ 0 w 198"/>
                <a:gd name="T3" fmla="*/ 0 h 441"/>
                <a:gd name="T4" fmla="*/ 0 w 198"/>
                <a:gd name="T5" fmla="*/ 0 h 441"/>
                <a:gd name="T6" fmla="*/ 0 w 198"/>
                <a:gd name="T7" fmla="*/ 0 h 441"/>
                <a:gd name="T8" fmla="*/ 0 w 198"/>
                <a:gd name="T9" fmla="*/ 0 h 441"/>
                <a:gd name="T10" fmla="*/ 0 w 198"/>
                <a:gd name="T11" fmla="*/ 0 h 441"/>
                <a:gd name="T12" fmla="*/ 0 w 198"/>
                <a:gd name="T13" fmla="*/ 0 h 441"/>
                <a:gd name="T14" fmla="*/ 0 w 198"/>
                <a:gd name="T15" fmla="*/ 0 h 441"/>
                <a:gd name="T16" fmla="*/ 0 w 198"/>
                <a:gd name="T17" fmla="*/ 0 h 441"/>
                <a:gd name="T18" fmla="*/ 0 w 198"/>
                <a:gd name="T19" fmla="*/ 0 h 441"/>
                <a:gd name="T20" fmla="*/ 0 w 198"/>
                <a:gd name="T21" fmla="*/ 0 h 441"/>
                <a:gd name="T22" fmla="*/ 0 w 198"/>
                <a:gd name="T23" fmla="*/ 0 h 441"/>
                <a:gd name="T24" fmla="*/ 0 w 198"/>
                <a:gd name="T25" fmla="*/ 0 h 441"/>
                <a:gd name="T26" fmla="*/ 0 w 198"/>
                <a:gd name="T27" fmla="*/ 0 h 441"/>
                <a:gd name="T28" fmla="*/ 0 w 198"/>
                <a:gd name="T29" fmla="*/ 0 h 441"/>
                <a:gd name="T30" fmla="*/ 0 w 198"/>
                <a:gd name="T31" fmla="*/ 0 h 441"/>
                <a:gd name="T32" fmla="*/ 0 w 198"/>
                <a:gd name="T33" fmla="*/ 0 h 4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8" h="441">
                  <a:moveTo>
                    <a:pt x="41" y="0"/>
                  </a:moveTo>
                  <a:lnTo>
                    <a:pt x="59" y="110"/>
                  </a:lnTo>
                  <a:lnTo>
                    <a:pt x="24" y="202"/>
                  </a:lnTo>
                  <a:lnTo>
                    <a:pt x="0" y="266"/>
                  </a:lnTo>
                  <a:lnTo>
                    <a:pt x="24" y="336"/>
                  </a:lnTo>
                  <a:lnTo>
                    <a:pt x="0" y="429"/>
                  </a:lnTo>
                  <a:lnTo>
                    <a:pt x="104" y="441"/>
                  </a:lnTo>
                  <a:lnTo>
                    <a:pt x="157" y="429"/>
                  </a:lnTo>
                  <a:lnTo>
                    <a:pt x="157" y="383"/>
                  </a:lnTo>
                  <a:lnTo>
                    <a:pt x="116" y="342"/>
                  </a:lnTo>
                  <a:lnTo>
                    <a:pt x="157" y="220"/>
                  </a:lnTo>
                  <a:lnTo>
                    <a:pt x="157" y="156"/>
                  </a:lnTo>
                  <a:lnTo>
                    <a:pt x="181" y="110"/>
                  </a:lnTo>
                  <a:lnTo>
                    <a:pt x="198" y="63"/>
                  </a:lnTo>
                  <a:lnTo>
                    <a:pt x="157" y="17"/>
                  </a:lnTo>
                  <a:lnTo>
                    <a:pt x="111" y="17"/>
                  </a:lnTo>
                  <a:lnTo>
                    <a:pt x="41" y="0"/>
                  </a:lnTo>
                  <a:close/>
                </a:path>
              </a:pathLst>
            </a:custGeom>
            <a:solidFill>
              <a:srgbClr val="DDDDDD"/>
            </a:solidFill>
            <a:ln w="9525">
              <a:solidFill>
                <a:srgbClr val="DDDDDD"/>
              </a:solidFill>
              <a:round/>
              <a:headEnd/>
              <a:tailEnd/>
            </a:ln>
          </p:spPr>
          <p:txBody>
            <a:bodyPr/>
            <a:lstStyle/>
            <a:p>
              <a:endParaRPr lang="ko-KR" altLang="en-US"/>
            </a:p>
          </p:txBody>
        </p:sp>
        <p:sp>
          <p:nvSpPr>
            <p:cNvPr id="418275" name="Freeform 948">
              <a:extLst>
                <a:ext uri="{FF2B5EF4-FFF2-40B4-BE49-F238E27FC236}">
                  <a16:creationId xmlns:a16="http://schemas.microsoft.com/office/drawing/2014/main" id="{83B4F7E7-C662-8F93-4426-3B8E263634B5}"/>
                </a:ext>
              </a:extLst>
            </p:cNvPr>
            <p:cNvSpPr>
              <a:spLocks/>
            </p:cNvSpPr>
            <p:nvPr/>
          </p:nvSpPr>
          <p:spPr bwMode="auto">
            <a:xfrm>
              <a:off x="1694" y="2588"/>
              <a:ext cx="12" cy="16"/>
            </a:xfrm>
            <a:custGeom>
              <a:avLst/>
              <a:gdLst>
                <a:gd name="T0" fmla="*/ 0 w 46"/>
                <a:gd name="T1" fmla="*/ 0 h 64"/>
                <a:gd name="T2" fmla="*/ 0 w 46"/>
                <a:gd name="T3" fmla="*/ 0 h 64"/>
                <a:gd name="T4" fmla="*/ 0 w 46"/>
                <a:gd name="T5" fmla="*/ 0 h 64"/>
                <a:gd name="T6" fmla="*/ 0 w 46"/>
                <a:gd name="T7" fmla="*/ 0 h 64"/>
                <a:gd name="T8" fmla="*/ 0 w 46"/>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64">
                  <a:moveTo>
                    <a:pt x="46" y="0"/>
                  </a:moveTo>
                  <a:lnTo>
                    <a:pt x="0" y="42"/>
                  </a:lnTo>
                  <a:lnTo>
                    <a:pt x="46" y="64"/>
                  </a:lnTo>
                  <a:lnTo>
                    <a:pt x="46" y="24"/>
                  </a:lnTo>
                  <a:lnTo>
                    <a:pt x="46" y="0"/>
                  </a:lnTo>
                  <a:close/>
                </a:path>
              </a:pathLst>
            </a:custGeom>
            <a:solidFill>
              <a:srgbClr val="DDDDDD"/>
            </a:solidFill>
            <a:ln w="9525">
              <a:solidFill>
                <a:srgbClr val="DDDDDD"/>
              </a:solidFill>
              <a:round/>
              <a:headEnd/>
              <a:tailEnd/>
            </a:ln>
          </p:spPr>
          <p:txBody>
            <a:bodyPr/>
            <a:lstStyle/>
            <a:p>
              <a:endParaRPr lang="ko-KR" altLang="en-US"/>
            </a:p>
          </p:txBody>
        </p:sp>
        <p:sp>
          <p:nvSpPr>
            <p:cNvPr id="418276" name="Freeform 949">
              <a:extLst>
                <a:ext uri="{FF2B5EF4-FFF2-40B4-BE49-F238E27FC236}">
                  <a16:creationId xmlns:a16="http://schemas.microsoft.com/office/drawing/2014/main" id="{92C78D51-BDB6-6D0C-AA26-A7D5A1B25051}"/>
                </a:ext>
              </a:extLst>
            </p:cNvPr>
            <p:cNvSpPr>
              <a:spLocks/>
            </p:cNvSpPr>
            <p:nvPr/>
          </p:nvSpPr>
          <p:spPr bwMode="auto">
            <a:xfrm>
              <a:off x="1785" y="2541"/>
              <a:ext cx="24" cy="22"/>
            </a:xfrm>
            <a:custGeom>
              <a:avLst/>
              <a:gdLst>
                <a:gd name="T0" fmla="*/ 0 w 94"/>
                <a:gd name="T1" fmla="*/ 0 h 93"/>
                <a:gd name="T2" fmla="*/ 0 w 94"/>
                <a:gd name="T3" fmla="*/ 0 h 93"/>
                <a:gd name="T4" fmla="*/ 0 w 94"/>
                <a:gd name="T5" fmla="*/ 0 h 93"/>
                <a:gd name="T6" fmla="*/ 0 w 94"/>
                <a:gd name="T7" fmla="*/ 0 h 93"/>
                <a:gd name="T8" fmla="*/ 0 w 94"/>
                <a:gd name="T9" fmla="*/ 0 h 93"/>
                <a:gd name="T10" fmla="*/ 0 w 94"/>
                <a:gd name="T11" fmla="*/ 0 h 93"/>
                <a:gd name="T12" fmla="*/ 0 w 94"/>
                <a:gd name="T13" fmla="*/ 0 h 93"/>
                <a:gd name="T14" fmla="*/ 0 w 94"/>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4" h="93">
                  <a:moveTo>
                    <a:pt x="70" y="0"/>
                  </a:moveTo>
                  <a:lnTo>
                    <a:pt x="0" y="46"/>
                  </a:lnTo>
                  <a:lnTo>
                    <a:pt x="47" y="70"/>
                  </a:lnTo>
                  <a:lnTo>
                    <a:pt x="47" y="93"/>
                  </a:lnTo>
                  <a:lnTo>
                    <a:pt x="94" y="93"/>
                  </a:lnTo>
                  <a:lnTo>
                    <a:pt x="94" y="28"/>
                  </a:lnTo>
                  <a:lnTo>
                    <a:pt x="94" y="0"/>
                  </a:lnTo>
                  <a:lnTo>
                    <a:pt x="70" y="0"/>
                  </a:lnTo>
                  <a:close/>
                </a:path>
              </a:pathLst>
            </a:custGeom>
            <a:solidFill>
              <a:srgbClr val="DDDDDD"/>
            </a:solidFill>
            <a:ln w="9525">
              <a:solidFill>
                <a:srgbClr val="DDDDDD"/>
              </a:solidFill>
              <a:round/>
              <a:headEnd/>
              <a:tailEnd/>
            </a:ln>
          </p:spPr>
          <p:txBody>
            <a:bodyPr/>
            <a:lstStyle/>
            <a:p>
              <a:endParaRPr lang="ko-KR" altLang="en-US"/>
            </a:p>
          </p:txBody>
        </p:sp>
        <p:sp>
          <p:nvSpPr>
            <p:cNvPr id="418277" name="Freeform 950">
              <a:extLst>
                <a:ext uri="{FF2B5EF4-FFF2-40B4-BE49-F238E27FC236}">
                  <a16:creationId xmlns:a16="http://schemas.microsoft.com/office/drawing/2014/main" id="{809C99F3-87AE-00AE-B608-D56506919DEC}"/>
                </a:ext>
              </a:extLst>
            </p:cNvPr>
            <p:cNvSpPr>
              <a:spLocks/>
            </p:cNvSpPr>
            <p:nvPr/>
          </p:nvSpPr>
          <p:spPr bwMode="auto">
            <a:xfrm>
              <a:off x="1774" y="2569"/>
              <a:ext cx="35" cy="48"/>
            </a:xfrm>
            <a:custGeom>
              <a:avLst/>
              <a:gdLst>
                <a:gd name="T0" fmla="*/ 0 w 134"/>
                <a:gd name="T1" fmla="*/ 0 h 181"/>
                <a:gd name="T2" fmla="*/ 0 w 134"/>
                <a:gd name="T3" fmla="*/ 0 h 181"/>
                <a:gd name="T4" fmla="*/ 0 w 134"/>
                <a:gd name="T5" fmla="*/ 0 h 181"/>
                <a:gd name="T6" fmla="*/ 0 w 134"/>
                <a:gd name="T7" fmla="*/ 0 h 181"/>
                <a:gd name="T8" fmla="*/ 0 w 134"/>
                <a:gd name="T9" fmla="*/ 0 h 181"/>
                <a:gd name="T10" fmla="*/ 0 w 134"/>
                <a:gd name="T11" fmla="*/ 0 h 181"/>
                <a:gd name="T12" fmla="*/ 0 w 134"/>
                <a:gd name="T13" fmla="*/ 0 h 181"/>
                <a:gd name="T14" fmla="*/ 0 w 134"/>
                <a:gd name="T15" fmla="*/ 0 h 181"/>
                <a:gd name="T16" fmla="*/ 0 w 134"/>
                <a:gd name="T17" fmla="*/ 0 h 181"/>
                <a:gd name="T18" fmla="*/ 0 w 134"/>
                <a:gd name="T19" fmla="*/ 0 h 181"/>
                <a:gd name="T20" fmla="*/ 0 w 134"/>
                <a:gd name="T21" fmla="*/ 0 h 1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4" h="181">
                  <a:moveTo>
                    <a:pt x="93" y="35"/>
                  </a:moveTo>
                  <a:lnTo>
                    <a:pt x="47" y="35"/>
                  </a:lnTo>
                  <a:lnTo>
                    <a:pt x="0" y="112"/>
                  </a:lnTo>
                  <a:lnTo>
                    <a:pt x="0" y="157"/>
                  </a:lnTo>
                  <a:lnTo>
                    <a:pt x="23" y="157"/>
                  </a:lnTo>
                  <a:lnTo>
                    <a:pt x="82" y="181"/>
                  </a:lnTo>
                  <a:lnTo>
                    <a:pt x="110" y="112"/>
                  </a:lnTo>
                  <a:lnTo>
                    <a:pt x="87" y="112"/>
                  </a:lnTo>
                  <a:lnTo>
                    <a:pt x="134" y="24"/>
                  </a:lnTo>
                  <a:lnTo>
                    <a:pt x="134" y="0"/>
                  </a:lnTo>
                  <a:lnTo>
                    <a:pt x="93" y="35"/>
                  </a:lnTo>
                  <a:close/>
                </a:path>
              </a:pathLst>
            </a:custGeom>
            <a:solidFill>
              <a:srgbClr val="DDDDDD"/>
            </a:solidFill>
            <a:ln w="9525">
              <a:solidFill>
                <a:srgbClr val="DDDDDD"/>
              </a:solidFill>
              <a:round/>
              <a:headEnd/>
              <a:tailEnd/>
            </a:ln>
          </p:spPr>
          <p:txBody>
            <a:bodyPr/>
            <a:lstStyle/>
            <a:p>
              <a:endParaRPr lang="ko-KR" altLang="en-US"/>
            </a:p>
          </p:txBody>
        </p:sp>
        <p:sp>
          <p:nvSpPr>
            <p:cNvPr id="418278" name="Freeform 951">
              <a:extLst>
                <a:ext uri="{FF2B5EF4-FFF2-40B4-BE49-F238E27FC236}">
                  <a16:creationId xmlns:a16="http://schemas.microsoft.com/office/drawing/2014/main" id="{92806CCF-6B01-5515-779A-F189605F1DD4}"/>
                </a:ext>
              </a:extLst>
            </p:cNvPr>
            <p:cNvSpPr>
              <a:spLocks/>
            </p:cNvSpPr>
            <p:nvPr/>
          </p:nvSpPr>
          <p:spPr bwMode="auto">
            <a:xfrm>
              <a:off x="1758" y="2403"/>
              <a:ext cx="16" cy="16"/>
            </a:xfrm>
            <a:custGeom>
              <a:avLst/>
              <a:gdLst>
                <a:gd name="T0" fmla="*/ 0 w 70"/>
                <a:gd name="T1" fmla="*/ 0 h 64"/>
                <a:gd name="T2" fmla="*/ 0 w 70"/>
                <a:gd name="T3" fmla="*/ 0 h 64"/>
                <a:gd name="T4" fmla="*/ 0 w 70"/>
                <a:gd name="T5" fmla="*/ 0 h 64"/>
                <a:gd name="T6" fmla="*/ 0 w 70"/>
                <a:gd name="T7" fmla="*/ 0 h 64"/>
                <a:gd name="T8" fmla="*/ 0 w 70"/>
                <a:gd name="T9" fmla="*/ 0 h 64"/>
                <a:gd name="T10" fmla="*/ 0 w 70"/>
                <a:gd name="T11" fmla="*/ 0 h 64"/>
                <a:gd name="T12" fmla="*/ 0 w 70"/>
                <a:gd name="T13" fmla="*/ 0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4">
                  <a:moveTo>
                    <a:pt x="53" y="0"/>
                  </a:moveTo>
                  <a:lnTo>
                    <a:pt x="23" y="17"/>
                  </a:lnTo>
                  <a:lnTo>
                    <a:pt x="0" y="35"/>
                  </a:lnTo>
                  <a:lnTo>
                    <a:pt x="47" y="64"/>
                  </a:lnTo>
                  <a:lnTo>
                    <a:pt x="70" y="59"/>
                  </a:lnTo>
                  <a:lnTo>
                    <a:pt x="70" y="17"/>
                  </a:lnTo>
                  <a:lnTo>
                    <a:pt x="53" y="0"/>
                  </a:lnTo>
                  <a:close/>
                </a:path>
              </a:pathLst>
            </a:custGeom>
            <a:solidFill>
              <a:srgbClr val="DDDDDD"/>
            </a:solidFill>
            <a:ln w="9525">
              <a:solidFill>
                <a:srgbClr val="DDDDDD"/>
              </a:solidFill>
              <a:round/>
              <a:headEnd/>
              <a:tailEnd/>
            </a:ln>
          </p:spPr>
          <p:txBody>
            <a:bodyPr/>
            <a:lstStyle/>
            <a:p>
              <a:endParaRPr lang="ko-KR" altLang="en-US"/>
            </a:p>
          </p:txBody>
        </p:sp>
        <p:sp>
          <p:nvSpPr>
            <p:cNvPr id="418279" name="Freeform 952">
              <a:extLst>
                <a:ext uri="{FF2B5EF4-FFF2-40B4-BE49-F238E27FC236}">
                  <a16:creationId xmlns:a16="http://schemas.microsoft.com/office/drawing/2014/main" id="{759E5C31-9FDD-679C-0734-44AC5DF35CEF}"/>
                </a:ext>
              </a:extLst>
            </p:cNvPr>
            <p:cNvSpPr>
              <a:spLocks/>
            </p:cNvSpPr>
            <p:nvPr/>
          </p:nvSpPr>
          <p:spPr bwMode="auto">
            <a:xfrm>
              <a:off x="1768" y="2315"/>
              <a:ext cx="121" cy="137"/>
            </a:xfrm>
            <a:custGeom>
              <a:avLst/>
              <a:gdLst>
                <a:gd name="T0" fmla="*/ 0 w 477"/>
                <a:gd name="T1" fmla="*/ 0 h 534"/>
                <a:gd name="T2" fmla="*/ 0 w 477"/>
                <a:gd name="T3" fmla="*/ 0 h 534"/>
                <a:gd name="T4" fmla="*/ 0 w 477"/>
                <a:gd name="T5" fmla="*/ 0 h 534"/>
                <a:gd name="T6" fmla="*/ 0 w 477"/>
                <a:gd name="T7" fmla="*/ 0 h 534"/>
                <a:gd name="T8" fmla="*/ 0 w 477"/>
                <a:gd name="T9" fmla="*/ 0 h 534"/>
                <a:gd name="T10" fmla="*/ 0 w 477"/>
                <a:gd name="T11" fmla="*/ 0 h 534"/>
                <a:gd name="T12" fmla="*/ 0 w 477"/>
                <a:gd name="T13" fmla="*/ 0 h 534"/>
                <a:gd name="T14" fmla="*/ 0 w 477"/>
                <a:gd name="T15" fmla="*/ 0 h 534"/>
                <a:gd name="T16" fmla="*/ 0 w 477"/>
                <a:gd name="T17" fmla="*/ 0 h 534"/>
                <a:gd name="T18" fmla="*/ 0 w 477"/>
                <a:gd name="T19" fmla="*/ 0 h 534"/>
                <a:gd name="T20" fmla="*/ 0 w 477"/>
                <a:gd name="T21" fmla="*/ 0 h 534"/>
                <a:gd name="T22" fmla="*/ 0 w 477"/>
                <a:gd name="T23" fmla="*/ 0 h 534"/>
                <a:gd name="T24" fmla="*/ 0 w 477"/>
                <a:gd name="T25" fmla="*/ 0 h 534"/>
                <a:gd name="T26" fmla="*/ 0 w 477"/>
                <a:gd name="T27" fmla="*/ 0 h 534"/>
                <a:gd name="T28" fmla="*/ 0 w 477"/>
                <a:gd name="T29" fmla="*/ 0 h 534"/>
                <a:gd name="T30" fmla="*/ 0 w 477"/>
                <a:gd name="T31" fmla="*/ 0 h 534"/>
                <a:gd name="T32" fmla="*/ 0 w 477"/>
                <a:gd name="T33" fmla="*/ 0 h 534"/>
                <a:gd name="T34" fmla="*/ 0 w 477"/>
                <a:gd name="T35" fmla="*/ 0 h 534"/>
                <a:gd name="T36" fmla="*/ 0 w 477"/>
                <a:gd name="T37" fmla="*/ 0 h 534"/>
                <a:gd name="T38" fmla="*/ 0 w 477"/>
                <a:gd name="T39" fmla="*/ 0 h 534"/>
                <a:gd name="T40" fmla="*/ 0 w 477"/>
                <a:gd name="T41" fmla="*/ 0 h 534"/>
                <a:gd name="T42" fmla="*/ 0 w 477"/>
                <a:gd name="T43" fmla="*/ 0 h 534"/>
                <a:gd name="T44" fmla="*/ 0 w 477"/>
                <a:gd name="T45" fmla="*/ 0 h 534"/>
                <a:gd name="T46" fmla="*/ 0 w 477"/>
                <a:gd name="T47" fmla="*/ 0 h 534"/>
                <a:gd name="T48" fmla="*/ 0 w 477"/>
                <a:gd name="T49" fmla="*/ 0 h 534"/>
                <a:gd name="T50" fmla="*/ 0 w 477"/>
                <a:gd name="T51" fmla="*/ 0 h 534"/>
                <a:gd name="T52" fmla="*/ 0 w 477"/>
                <a:gd name="T53" fmla="*/ 0 h 534"/>
                <a:gd name="T54" fmla="*/ 0 w 477"/>
                <a:gd name="T55" fmla="*/ 0 h 534"/>
                <a:gd name="T56" fmla="*/ 0 w 477"/>
                <a:gd name="T57" fmla="*/ 0 h 534"/>
                <a:gd name="T58" fmla="*/ 0 w 477"/>
                <a:gd name="T59" fmla="*/ 0 h 534"/>
                <a:gd name="T60" fmla="*/ 0 w 477"/>
                <a:gd name="T61" fmla="*/ 0 h 534"/>
                <a:gd name="T62" fmla="*/ 0 w 477"/>
                <a:gd name="T63" fmla="*/ 0 h 534"/>
                <a:gd name="T64" fmla="*/ 0 w 477"/>
                <a:gd name="T65" fmla="*/ 0 h 534"/>
                <a:gd name="T66" fmla="*/ 0 w 477"/>
                <a:gd name="T67" fmla="*/ 0 h 534"/>
                <a:gd name="T68" fmla="*/ 0 w 477"/>
                <a:gd name="T69" fmla="*/ 0 h 534"/>
                <a:gd name="T70" fmla="*/ 0 w 477"/>
                <a:gd name="T71" fmla="*/ 0 h 5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7" h="534">
                  <a:moveTo>
                    <a:pt x="0" y="267"/>
                  </a:moveTo>
                  <a:lnTo>
                    <a:pt x="0" y="314"/>
                  </a:lnTo>
                  <a:lnTo>
                    <a:pt x="23" y="359"/>
                  </a:lnTo>
                  <a:lnTo>
                    <a:pt x="23" y="383"/>
                  </a:lnTo>
                  <a:lnTo>
                    <a:pt x="63" y="429"/>
                  </a:lnTo>
                  <a:lnTo>
                    <a:pt x="63" y="499"/>
                  </a:lnTo>
                  <a:lnTo>
                    <a:pt x="87" y="516"/>
                  </a:lnTo>
                  <a:lnTo>
                    <a:pt x="140" y="534"/>
                  </a:lnTo>
                  <a:lnTo>
                    <a:pt x="197" y="528"/>
                  </a:lnTo>
                  <a:lnTo>
                    <a:pt x="250" y="516"/>
                  </a:lnTo>
                  <a:lnTo>
                    <a:pt x="297" y="516"/>
                  </a:lnTo>
                  <a:lnTo>
                    <a:pt x="360" y="516"/>
                  </a:lnTo>
                  <a:lnTo>
                    <a:pt x="372" y="476"/>
                  </a:lnTo>
                  <a:lnTo>
                    <a:pt x="407" y="459"/>
                  </a:lnTo>
                  <a:lnTo>
                    <a:pt x="407" y="406"/>
                  </a:lnTo>
                  <a:lnTo>
                    <a:pt x="360" y="359"/>
                  </a:lnTo>
                  <a:lnTo>
                    <a:pt x="384" y="337"/>
                  </a:lnTo>
                  <a:lnTo>
                    <a:pt x="454" y="279"/>
                  </a:lnTo>
                  <a:lnTo>
                    <a:pt x="477" y="261"/>
                  </a:lnTo>
                  <a:lnTo>
                    <a:pt x="477" y="180"/>
                  </a:lnTo>
                  <a:lnTo>
                    <a:pt x="430" y="157"/>
                  </a:lnTo>
                  <a:lnTo>
                    <a:pt x="447" y="87"/>
                  </a:lnTo>
                  <a:lnTo>
                    <a:pt x="447" y="46"/>
                  </a:lnTo>
                  <a:lnTo>
                    <a:pt x="360" y="23"/>
                  </a:lnTo>
                  <a:lnTo>
                    <a:pt x="267" y="23"/>
                  </a:lnTo>
                  <a:lnTo>
                    <a:pt x="209" y="0"/>
                  </a:lnTo>
                  <a:lnTo>
                    <a:pt x="157" y="0"/>
                  </a:lnTo>
                  <a:lnTo>
                    <a:pt x="157" y="46"/>
                  </a:lnTo>
                  <a:lnTo>
                    <a:pt x="110" y="63"/>
                  </a:lnTo>
                  <a:lnTo>
                    <a:pt x="63" y="87"/>
                  </a:lnTo>
                  <a:lnTo>
                    <a:pt x="93" y="133"/>
                  </a:lnTo>
                  <a:lnTo>
                    <a:pt x="46" y="180"/>
                  </a:lnTo>
                  <a:lnTo>
                    <a:pt x="63" y="220"/>
                  </a:lnTo>
                  <a:lnTo>
                    <a:pt x="63" y="249"/>
                  </a:lnTo>
                  <a:lnTo>
                    <a:pt x="46" y="249"/>
                  </a:lnTo>
                  <a:lnTo>
                    <a:pt x="0" y="267"/>
                  </a:lnTo>
                  <a:close/>
                </a:path>
              </a:pathLst>
            </a:custGeom>
            <a:solidFill>
              <a:srgbClr val="DDDDDD"/>
            </a:solidFill>
            <a:ln w="9525">
              <a:solidFill>
                <a:srgbClr val="DDDDDD"/>
              </a:solidFill>
              <a:round/>
              <a:headEnd/>
              <a:tailEnd/>
            </a:ln>
          </p:spPr>
          <p:txBody>
            <a:bodyPr/>
            <a:lstStyle/>
            <a:p>
              <a:endParaRPr lang="ko-KR" altLang="en-US"/>
            </a:p>
          </p:txBody>
        </p:sp>
        <p:sp>
          <p:nvSpPr>
            <p:cNvPr id="418280" name="Freeform 953">
              <a:extLst>
                <a:ext uri="{FF2B5EF4-FFF2-40B4-BE49-F238E27FC236}">
                  <a16:creationId xmlns:a16="http://schemas.microsoft.com/office/drawing/2014/main" id="{0EA67142-74CF-B521-9C52-F076CFECD0F8}"/>
                </a:ext>
              </a:extLst>
            </p:cNvPr>
            <p:cNvSpPr>
              <a:spLocks/>
            </p:cNvSpPr>
            <p:nvPr/>
          </p:nvSpPr>
          <p:spPr bwMode="auto">
            <a:xfrm>
              <a:off x="1712" y="2372"/>
              <a:ext cx="58" cy="39"/>
            </a:xfrm>
            <a:custGeom>
              <a:avLst/>
              <a:gdLst>
                <a:gd name="T0" fmla="*/ 0 w 233"/>
                <a:gd name="T1" fmla="*/ 0 h 157"/>
                <a:gd name="T2" fmla="*/ 0 w 233"/>
                <a:gd name="T3" fmla="*/ 0 h 157"/>
                <a:gd name="T4" fmla="*/ 0 w 233"/>
                <a:gd name="T5" fmla="*/ 0 h 157"/>
                <a:gd name="T6" fmla="*/ 0 w 233"/>
                <a:gd name="T7" fmla="*/ 0 h 157"/>
                <a:gd name="T8" fmla="*/ 0 w 233"/>
                <a:gd name="T9" fmla="*/ 0 h 157"/>
                <a:gd name="T10" fmla="*/ 0 w 233"/>
                <a:gd name="T11" fmla="*/ 0 h 157"/>
                <a:gd name="T12" fmla="*/ 0 w 233"/>
                <a:gd name="T13" fmla="*/ 0 h 157"/>
                <a:gd name="T14" fmla="*/ 0 w 233"/>
                <a:gd name="T15" fmla="*/ 0 h 157"/>
                <a:gd name="T16" fmla="*/ 0 w 233"/>
                <a:gd name="T17" fmla="*/ 0 h 157"/>
                <a:gd name="T18" fmla="*/ 0 w 233"/>
                <a:gd name="T19" fmla="*/ 0 h 157"/>
                <a:gd name="T20" fmla="*/ 0 w 233"/>
                <a:gd name="T21" fmla="*/ 0 h 157"/>
                <a:gd name="T22" fmla="*/ 0 w 233"/>
                <a:gd name="T23" fmla="*/ 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3" h="157">
                  <a:moveTo>
                    <a:pt x="140" y="0"/>
                  </a:moveTo>
                  <a:lnTo>
                    <a:pt x="227" y="76"/>
                  </a:lnTo>
                  <a:lnTo>
                    <a:pt x="227" y="94"/>
                  </a:lnTo>
                  <a:lnTo>
                    <a:pt x="233" y="117"/>
                  </a:lnTo>
                  <a:lnTo>
                    <a:pt x="203" y="139"/>
                  </a:lnTo>
                  <a:lnTo>
                    <a:pt x="168" y="157"/>
                  </a:lnTo>
                  <a:lnTo>
                    <a:pt x="23" y="76"/>
                  </a:lnTo>
                  <a:lnTo>
                    <a:pt x="0" y="47"/>
                  </a:lnTo>
                  <a:lnTo>
                    <a:pt x="46" y="29"/>
                  </a:lnTo>
                  <a:lnTo>
                    <a:pt x="70" y="29"/>
                  </a:lnTo>
                  <a:lnTo>
                    <a:pt x="93" y="0"/>
                  </a:lnTo>
                  <a:lnTo>
                    <a:pt x="140" y="0"/>
                  </a:lnTo>
                  <a:close/>
                </a:path>
              </a:pathLst>
            </a:custGeom>
            <a:solidFill>
              <a:srgbClr val="DDDDDD"/>
            </a:solidFill>
            <a:ln w="9525">
              <a:solidFill>
                <a:srgbClr val="DDDDDD"/>
              </a:solidFill>
              <a:round/>
              <a:headEnd/>
              <a:tailEnd/>
            </a:ln>
          </p:spPr>
          <p:txBody>
            <a:bodyPr/>
            <a:lstStyle/>
            <a:p>
              <a:endParaRPr lang="ko-KR" altLang="en-US"/>
            </a:p>
          </p:txBody>
        </p:sp>
        <p:sp>
          <p:nvSpPr>
            <p:cNvPr id="418281" name="Freeform 954">
              <a:extLst>
                <a:ext uri="{FF2B5EF4-FFF2-40B4-BE49-F238E27FC236}">
                  <a16:creationId xmlns:a16="http://schemas.microsoft.com/office/drawing/2014/main" id="{C1DECA3A-4779-1F9B-F2F1-B9FE0CEA150B}"/>
                </a:ext>
              </a:extLst>
            </p:cNvPr>
            <p:cNvSpPr>
              <a:spLocks/>
            </p:cNvSpPr>
            <p:nvPr/>
          </p:nvSpPr>
          <p:spPr bwMode="auto">
            <a:xfrm>
              <a:off x="1740" y="2333"/>
              <a:ext cx="53" cy="58"/>
            </a:xfrm>
            <a:custGeom>
              <a:avLst/>
              <a:gdLst>
                <a:gd name="T0" fmla="*/ 0 w 209"/>
                <a:gd name="T1" fmla="*/ 0 h 226"/>
                <a:gd name="T2" fmla="*/ 0 w 209"/>
                <a:gd name="T3" fmla="*/ 0 h 226"/>
                <a:gd name="T4" fmla="*/ 0 w 209"/>
                <a:gd name="T5" fmla="*/ 0 h 226"/>
                <a:gd name="T6" fmla="*/ 0 w 209"/>
                <a:gd name="T7" fmla="*/ 0 h 226"/>
                <a:gd name="T8" fmla="*/ 0 w 209"/>
                <a:gd name="T9" fmla="*/ 0 h 226"/>
                <a:gd name="T10" fmla="*/ 0 w 209"/>
                <a:gd name="T11" fmla="*/ 0 h 226"/>
                <a:gd name="T12" fmla="*/ 0 w 209"/>
                <a:gd name="T13" fmla="*/ 0 h 226"/>
                <a:gd name="T14" fmla="*/ 0 w 209"/>
                <a:gd name="T15" fmla="*/ 0 h 226"/>
                <a:gd name="T16" fmla="*/ 0 w 209"/>
                <a:gd name="T17" fmla="*/ 0 h 226"/>
                <a:gd name="T18" fmla="*/ 0 w 209"/>
                <a:gd name="T19" fmla="*/ 0 h 226"/>
                <a:gd name="T20" fmla="*/ 0 w 209"/>
                <a:gd name="T21" fmla="*/ 0 h 226"/>
                <a:gd name="T22" fmla="*/ 0 w 209"/>
                <a:gd name="T23" fmla="*/ 0 h 226"/>
                <a:gd name="T24" fmla="*/ 0 w 209"/>
                <a:gd name="T25" fmla="*/ 0 h 226"/>
                <a:gd name="T26" fmla="*/ 0 w 209"/>
                <a:gd name="T27" fmla="*/ 0 h 226"/>
                <a:gd name="T28" fmla="*/ 0 w 209"/>
                <a:gd name="T29" fmla="*/ 0 h 226"/>
                <a:gd name="T30" fmla="*/ 0 w 209"/>
                <a:gd name="T31" fmla="*/ 0 h 226"/>
                <a:gd name="T32" fmla="*/ 0 w 209"/>
                <a:gd name="T33" fmla="*/ 0 h 2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9" h="226">
                  <a:moveTo>
                    <a:pt x="0" y="150"/>
                  </a:moveTo>
                  <a:lnTo>
                    <a:pt x="46" y="179"/>
                  </a:lnTo>
                  <a:lnTo>
                    <a:pt x="116" y="226"/>
                  </a:lnTo>
                  <a:lnTo>
                    <a:pt x="122" y="197"/>
                  </a:lnTo>
                  <a:lnTo>
                    <a:pt x="157" y="185"/>
                  </a:lnTo>
                  <a:lnTo>
                    <a:pt x="179" y="179"/>
                  </a:lnTo>
                  <a:lnTo>
                    <a:pt x="186" y="150"/>
                  </a:lnTo>
                  <a:lnTo>
                    <a:pt x="162" y="110"/>
                  </a:lnTo>
                  <a:lnTo>
                    <a:pt x="209" y="63"/>
                  </a:lnTo>
                  <a:lnTo>
                    <a:pt x="209" y="40"/>
                  </a:lnTo>
                  <a:lnTo>
                    <a:pt x="191" y="23"/>
                  </a:lnTo>
                  <a:lnTo>
                    <a:pt x="209" y="0"/>
                  </a:lnTo>
                  <a:lnTo>
                    <a:pt x="92" y="40"/>
                  </a:lnTo>
                  <a:lnTo>
                    <a:pt x="92" y="87"/>
                  </a:lnTo>
                  <a:lnTo>
                    <a:pt x="46" y="110"/>
                  </a:lnTo>
                  <a:lnTo>
                    <a:pt x="5" y="115"/>
                  </a:lnTo>
                  <a:lnTo>
                    <a:pt x="0" y="150"/>
                  </a:lnTo>
                  <a:close/>
                </a:path>
              </a:pathLst>
            </a:custGeom>
            <a:solidFill>
              <a:srgbClr val="DDDDDD"/>
            </a:solidFill>
            <a:ln w="9525">
              <a:solidFill>
                <a:srgbClr val="DDDDDD"/>
              </a:solidFill>
              <a:round/>
              <a:headEnd/>
              <a:tailEnd/>
            </a:ln>
          </p:spPr>
          <p:txBody>
            <a:bodyPr/>
            <a:lstStyle/>
            <a:p>
              <a:endParaRPr lang="ko-KR" altLang="en-US"/>
            </a:p>
          </p:txBody>
        </p:sp>
        <p:sp>
          <p:nvSpPr>
            <p:cNvPr id="418282" name="Freeform 955">
              <a:extLst>
                <a:ext uri="{FF2B5EF4-FFF2-40B4-BE49-F238E27FC236}">
                  <a16:creationId xmlns:a16="http://schemas.microsoft.com/office/drawing/2014/main" id="{107D8402-411F-3CB8-C293-645F9797B750}"/>
                </a:ext>
              </a:extLst>
            </p:cNvPr>
            <p:cNvSpPr>
              <a:spLocks/>
            </p:cNvSpPr>
            <p:nvPr/>
          </p:nvSpPr>
          <p:spPr bwMode="auto">
            <a:xfrm>
              <a:off x="1809" y="2245"/>
              <a:ext cx="28" cy="72"/>
            </a:xfrm>
            <a:custGeom>
              <a:avLst/>
              <a:gdLst>
                <a:gd name="T0" fmla="*/ 0 w 110"/>
                <a:gd name="T1" fmla="*/ 0 h 279"/>
                <a:gd name="T2" fmla="*/ 0 w 110"/>
                <a:gd name="T3" fmla="*/ 0 h 279"/>
                <a:gd name="T4" fmla="*/ 0 w 110"/>
                <a:gd name="T5" fmla="*/ 0 h 279"/>
                <a:gd name="T6" fmla="*/ 0 w 110"/>
                <a:gd name="T7" fmla="*/ 0 h 279"/>
                <a:gd name="T8" fmla="*/ 0 w 110"/>
                <a:gd name="T9" fmla="*/ 0 h 279"/>
                <a:gd name="T10" fmla="*/ 0 w 110"/>
                <a:gd name="T11" fmla="*/ 0 h 279"/>
                <a:gd name="T12" fmla="*/ 0 w 110"/>
                <a:gd name="T13" fmla="*/ 0 h 279"/>
                <a:gd name="T14" fmla="*/ 0 w 110"/>
                <a:gd name="T15" fmla="*/ 0 h 279"/>
                <a:gd name="T16" fmla="*/ 0 w 110"/>
                <a:gd name="T17" fmla="*/ 0 h 279"/>
                <a:gd name="T18" fmla="*/ 0 w 110"/>
                <a:gd name="T19" fmla="*/ 0 h 279"/>
                <a:gd name="T20" fmla="*/ 0 w 110"/>
                <a:gd name="T21" fmla="*/ 0 h 279"/>
                <a:gd name="T22" fmla="*/ 0 w 110"/>
                <a:gd name="T23" fmla="*/ 0 h 2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0" h="279">
                  <a:moveTo>
                    <a:pt x="0" y="274"/>
                  </a:moveTo>
                  <a:lnTo>
                    <a:pt x="0" y="204"/>
                  </a:lnTo>
                  <a:lnTo>
                    <a:pt x="23" y="117"/>
                  </a:lnTo>
                  <a:lnTo>
                    <a:pt x="0" y="70"/>
                  </a:lnTo>
                  <a:lnTo>
                    <a:pt x="46" y="0"/>
                  </a:lnTo>
                  <a:lnTo>
                    <a:pt x="93" y="70"/>
                  </a:lnTo>
                  <a:lnTo>
                    <a:pt x="110" y="117"/>
                  </a:lnTo>
                  <a:lnTo>
                    <a:pt x="70" y="187"/>
                  </a:lnTo>
                  <a:lnTo>
                    <a:pt x="70" y="250"/>
                  </a:lnTo>
                  <a:lnTo>
                    <a:pt x="93" y="279"/>
                  </a:lnTo>
                  <a:lnTo>
                    <a:pt x="40" y="274"/>
                  </a:lnTo>
                  <a:lnTo>
                    <a:pt x="0" y="274"/>
                  </a:lnTo>
                  <a:close/>
                </a:path>
              </a:pathLst>
            </a:custGeom>
            <a:solidFill>
              <a:srgbClr val="DDDDDD"/>
            </a:solidFill>
            <a:ln w="9525">
              <a:solidFill>
                <a:srgbClr val="DDDDDD"/>
              </a:solidFill>
              <a:round/>
              <a:headEnd/>
              <a:tailEnd/>
            </a:ln>
          </p:spPr>
          <p:txBody>
            <a:bodyPr/>
            <a:lstStyle/>
            <a:p>
              <a:endParaRPr lang="ko-KR" altLang="en-US"/>
            </a:p>
          </p:txBody>
        </p:sp>
        <p:sp>
          <p:nvSpPr>
            <p:cNvPr id="418283" name="Freeform 956">
              <a:extLst>
                <a:ext uri="{FF2B5EF4-FFF2-40B4-BE49-F238E27FC236}">
                  <a16:creationId xmlns:a16="http://schemas.microsoft.com/office/drawing/2014/main" id="{3AF1CD08-ADA6-71C5-489A-67289D48A6D1}"/>
                </a:ext>
              </a:extLst>
            </p:cNvPr>
            <p:cNvSpPr>
              <a:spLocks/>
            </p:cNvSpPr>
            <p:nvPr/>
          </p:nvSpPr>
          <p:spPr bwMode="auto">
            <a:xfrm>
              <a:off x="2063" y="1649"/>
              <a:ext cx="1962" cy="1048"/>
            </a:xfrm>
            <a:custGeom>
              <a:avLst/>
              <a:gdLst>
                <a:gd name="T0" fmla="*/ 0 w 7782"/>
                <a:gd name="T1" fmla="*/ 0 h 4078"/>
                <a:gd name="T2" fmla="*/ 0 w 7782"/>
                <a:gd name="T3" fmla="*/ 0 h 4078"/>
                <a:gd name="T4" fmla="*/ 0 w 7782"/>
                <a:gd name="T5" fmla="*/ 0 h 4078"/>
                <a:gd name="T6" fmla="*/ 0 w 7782"/>
                <a:gd name="T7" fmla="*/ 0 h 4078"/>
                <a:gd name="T8" fmla="*/ 0 w 7782"/>
                <a:gd name="T9" fmla="*/ 0 h 4078"/>
                <a:gd name="T10" fmla="*/ 0 w 7782"/>
                <a:gd name="T11" fmla="*/ 0 h 4078"/>
                <a:gd name="T12" fmla="*/ 0 w 7782"/>
                <a:gd name="T13" fmla="*/ 0 h 4078"/>
                <a:gd name="T14" fmla="*/ 0 w 7782"/>
                <a:gd name="T15" fmla="*/ 0 h 4078"/>
                <a:gd name="T16" fmla="*/ 0 w 7782"/>
                <a:gd name="T17" fmla="*/ 0 h 4078"/>
                <a:gd name="T18" fmla="*/ 0 w 7782"/>
                <a:gd name="T19" fmla="*/ 0 h 4078"/>
                <a:gd name="T20" fmla="*/ 0 w 7782"/>
                <a:gd name="T21" fmla="*/ 0 h 4078"/>
                <a:gd name="T22" fmla="*/ 0 w 7782"/>
                <a:gd name="T23" fmla="*/ 0 h 4078"/>
                <a:gd name="T24" fmla="*/ 0 w 7782"/>
                <a:gd name="T25" fmla="*/ 0 h 4078"/>
                <a:gd name="T26" fmla="*/ 0 w 7782"/>
                <a:gd name="T27" fmla="*/ 0 h 4078"/>
                <a:gd name="T28" fmla="*/ 0 w 7782"/>
                <a:gd name="T29" fmla="*/ 0 h 4078"/>
                <a:gd name="T30" fmla="*/ 0 w 7782"/>
                <a:gd name="T31" fmla="*/ 0 h 4078"/>
                <a:gd name="T32" fmla="*/ 0 w 7782"/>
                <a:gd name="T33" fmla="*/ 0 h 4078"/>
                <a:gd name="T34" fmla="*/ 0 w 7782"/>
                <a:gd name="T35" fmla="*/ 0 h 4078"/>
                <a:gd name="T36" fmla="*/ 0 w 7782"/>
                <a:gd name="T37" fmla="*/ 0 h 4078"/>
                <a:gd name="T38" fmla="*/ 0 w 7782"/>
                <a:gd name="T39" fmla="*/ 0 h 4078"/>
                <a:gd name="T40" fmla="*/ 0 w 7782"/>
                <a:gd name="T41" fmla="*/ 0 h 4078"/>
                <a:gd name="T42" fmla="*/ 0 w 7782"/>
                <a:gd name="T43" fmla="*/ 0 h 4078"/>
                <a:gd name="T44" fmla="*/ 0 w 7782"/>
                <a:gd name="T45" fmla="*/ 0 h 4078"/>
                <a:gd name="T46" fmla="*/ 0 w 7782"/>
                <a:gd name="T47" fmla="*/ 0 h 4078"/>
                <a:gd name="T48" fmla="*/ 0 w 7782"/>
                <a:gd name="T49" fmla="*/ 0 h 4078"/>
                <a:gd name="T50" fmla="*/ 0 w 7782"/>
                <a:gd name="T51" fmla="*/ 0 h 4078"/>
                <a:gd name="T52" fmla="*/ 0 w 7782"/>
                <a:gd name="T53" fmla="*/ 0 h 4078"/>
                <a:gd name="T54" fmla="*/ 0 w 7782"/>
                <a:gd name="T55" fmla="*/ 0 h 4078"/>
                <a:gd name="T56" fmla="*/ 0 w 7782"/>
                <a:gd name="T57" fmla="*/ 0 h 4078"/>
                <a:gd name="T58" fmla="*/ 0 w 7782"/>
                <a:gd name="T59" fmla="*/ 0 h 4078"/>
                <a:gd name="T60" fmla="*/ 0 w 7782"/>
                <a:gd name="T61" fmla="*/ 0 h 4078"/>
                <a:gd name="T62" fmla="*/ 0 w 7782"/>
                <a:gd name="T63" fmla="*/ 0 h 4078"/>
                <a:gd name="T64" fmla="*/ 0 w 7782"/>
                <a:gd name="T65" fmla="*/ 0 h 4078"/>
                <a:gd name="T66" fmla="*/ 0 w 7782"/>
                <a:gd name="T67" fmla="*/ 0 h 4078"/>
                <a:gd name="T68" fmla="*/ 0 w 7782"/>
                <a:gd name="T69" fmla="*/ 0 h 4078"/>
                <a:gd name="T70" fmla="*/ 0 w 7782"/>
                <a:gd name="T71" fmla="*/ 0 h 4078"/>
                <a:gd name="T72" fmla="*/ 0 w 7782"/>
                <a:gd name="T73" fmla="*/ 0 h 4078"/>
                <a:gd name="T74" fmla="*/ 0 w 7782"/>
                <a:gd name="T75" fmla="*/ 0 h 4078"/>
                <a:gd name="T76" fmla="*/ 0 w 7782"/>
                <a:gd name="T77" fmla="*/ 0 h 4078"/>
                <a:gd name="T78" fmla="*/ 0 w 7782"/>
                <a:gd name="T79" fmla="*/ 0 h 4078"/>
                <a:gd name="T80" fmla="*/ 0 w 7782"/>
                <a:gd name="T81" fmla="*/ 0 h 4078"/>
                <a:gd name="T82" fmla="*/ 0 w 7782"/>
                <a:gd name="T83" fmla="*/ 0 h 4078"/>
                <a:gd name="T84" fmla="*/ 0 w 7782"/>
                <a:gd name="T85" fmla="*/ 0 h 4078"/>
                <a:gd name="T86" fmla="*/ 0 w 7782"/>
                <a:gd name="T87" fmla="*/ 0 h 4078"/>
                <a:gd name="T88" fmla="*/ 0 w 7782"/>
                <a:gd name="T89" fmla="*/ 0 h 4078"/>
                <a:gd name="T90" fmla="*/ 0 w 7782"/>
                <a:gd name="T91" fmla="*/ 0 h 4078"/>
                <a:gd name="T92" fmla="*/ 0 w 7782"/>
                <a:gd name="T93" fmla="*/ 0 h 4078"/>
                <a:gd name="T94" fmla="*/ 0 w 7782"/>
                <a:gd name="T95" fmla="*/ 0 h 40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782" h="4078">
                  <a:moveTo>
                    <a:pt x="146" y="1887"/>
                  </a:moveTo>
                  <a:lnTo>
                    <a:pt x="116" y="1981"/>
                  </a:lnTo>
                  <a:lnTo>
                    <a:pt x="29" y="2004"/>
                  </a:lnTo>
                  <a:lnTo>
                    <a:pt x="46" y="2044"/>
                  </a:lnTo>
                  <a:lnTo>
                    <a:pt x="87" y="2114"/>
                  </a:lnTo>
                  <a:lnTo>
                    <a:pt x="58" y="2138"/>
                  </a:lnTo>
                  <a:lnTo>
                    <a:pt x="41" y="2155"/>
                  </a:lnTo>
                  <a:lnTo>
                    <a:pt x="0" y="2183"/>
                  </a:lnTo>
                  <a:lnTo>
                    <a:pt x="46" y="2288"/>
                  </a:lnTo>
                  <a:lnTo>
                    <a:pt x="0" y="2410"/>
                  </a:lnTo>
                  <a:lnTo>
                    <a:pt x="34" y="2434"/>
                  </a:lnTo>
                  <a:lnTo>
                    <a:pt x="146" y="2486"/>
                  </a:lnTo>
                  <a:lnTo>
                    <a:pt x="215" y="2497"/>
                  </a:lnTo>
                  <a:lnTo>
                    <a:pt x="238" y="2544"/>
                  </a:lnTo>
                  <a:lnTo>
                    <a:pt x="285" y="2562"/>
                  </a:lnTo>
                  <a:lnTo>
                    <a:pt x="308" y="2631"/>
                  </a:lnTo>
                  <a:lnTo>
                    <a:pt x="273" y="2724"/>
                  </a:lnTo>
                  <a:lnTo>
                    <a:pt x="285" y="2771"/>
                  </a:lnTo>
                  <a:lnTo>
                    <a:pt x="407" y="2776"/>
                  </a:lnTo>
                  <a:lnTo>
                    <a:pt x="448" y="2840"/>
                  </a:lnTo>
                  <a:lnTo>
                    <a:pt x="494" y="2881"/>
                  </a:lnTo>
                  <a:lnTo>
                    <a:pt x="558" y="2881"/>
                  </a:lnTo>
                  <a:lnTo>
                    <a:pt x="605" y="2974"/>
                  </a:lnTo>
                  <a:lnTo>
                    <a:pt x="610" y="3027"/>
                  </a:lnTo>
                  <a:lnTo>
                    <a:pt x="622" y="3090"/>
                  </a:lnTo>
                  <a:lnTo>
                    <a:pt x="570" y="3107"/>
                  </a:lnTo>
                  <a:lnTo>
                    <a:pt x="587" y="3125"/>
                  </a:lnTo>
                  <a:lnTo>
                    <a:pt x="547" y="3149"/>
                  </a:lnTo>
                  <a:lnTo>
                    <a:pt x="622" y="3177"/>
                  </a:lnTo>
                  <a:lnTo>
                    <a:pt x="622" y="3224"/>
                  </a:lnTo>
                  <a:lnTo>
                    <a:pt x="605" y="3311"/>
                  </a:lnTo>
                  <a:lnTo>
                    <a:pt x="622" y="3381"/>
                  </a:lnTo>
                  <a:lnTo>
                    <a:pt x="692" y="3427"/>
                  </a:lnTo>
                  <a:lnTo>
                    <a:pt x="784" y="3473"/>
                  </a:lnTo>
                  <a:lnTo>
                    <a:pt x="831" y="3561"/>
                  </a:lnTo>
                  <a:lnTo>
                    <a:pt x="831" y="3583"/>
                  </a:lnTo>
                  <a:lnTo>
                    <a:pt x="918" y="3607"/>
                  </a:lnTo>
                  <a:lnTo>
                    <a:pt x="976" y="3729"/>
                  </a:lnTo>
                  <a:lnTo>
                    <a:pt x="1006" y="3752"/>
                  </a:lnTo>
                  <a:lnTo>
                    <a:pt x="1035" y="3752"/>
                  </a:lnTo>
                  <a:lnTo>
                    <a:pt x="1087" y="3845"/>
                  </a:lnTo>
                  <a:lnTo>
                    <a:pt x="1220" y="3787"/>
                  </a:lnTo>
                  <a:lnTo>
                    <a:pt x="1244" y="3810"/>
                  </a:lnTo>
                  <a:lnTo>
                    <a:pt x="1308" y="3700"/>
                  </a:lnTo>
                  <a:lnTo>
                    <a:pt x="1238" y="3653"/>
                  </a:lnTo>
                  <a:lnTo>
                    <a:pt x="1105" y="3404"/>
                  </a:lnTo>
                  <a:lnTo>
                    <a:pt x="1105" y="3381"/>
                  </a:lnTo>
                  <a:lnTo>
                    <a:pt x="1145" y="3247"/>
                  </a:lnTo>
                  <a:lnTo>
                    <a:pt x="1215" y="3247"/>
                  </a:lnTo>
                  <a:lnTo>
                    <a:pt x="1285" y="3247"/>
                  </a:lnTo>
                  <a:lnTo>
                    <a:pt x="1395" y="3177"/>
                  </a:lnTo>
                  <a:lnTo>
                    <a:pt x="1465" y="3247"/>
                  </a:lnTo>
                  <a:lnTo>
                    <a:pt x="1442" y="3311"/>
                  </a:lnTo>
                  <a:lnTo>
                    <a:pt x="1372" y="3311"/>
                  </a:lnTo>
                  <a:lnTo>
                    <a:pt x="1349" y="3381"/>
                  </a:lnTo>
                  <a:lnTo>
                    <a:pt x="1349" y="3473"/>
                  </a:lnTo>
                  <a:lnTo>
                    <a:pt x="1581" y="3630"/>
                  </a:lnTo>
                  <a:lnTo>
                    <a:pt x="1557" y="3677"/>
                  </a:lnTo>
                  <a:lnTo>
                    <a:pt x="1487" y="3677"/>
                  </a:lnTo>
                  <a:lnTo>
                    <a:pt x="1557" y="3787"/>
                  </a:lnTo>
                  <a:lnTo>
                    <a:pt x="1552" y="3904"/>
                  </a:lnTo>
                  <a:lnTo>
                    <a:pt x="1616" y="3874"/>
                  </a:lnTo>
                  <a:lnTo>
                    <a:pt x="1761" y="3880"/>
                  </a:lnTo>
                  <a:lnTo>
                    <a:pt x="1871" y="3904"/>
                  </a:lnTo>
                  <a:lnTo>
                    <a:pt x="1935" y="3962"/>
                  </a:lnTo>
                  <a:lnTo>
                    <a:pt x="1970" y="4043"/>
                  </a:lnTo>
                  <a:lnTo>
                    <a:pt x="2028" y="4078"/>
                  </a:lnTo>
                  <a:lnTo>
                    <a:pt x="2115" y="4031"/>
                  </a:lnTo>
                  <a:lnTo>
                    <a:pt x="2174" y="3974"/>
                  </a:lnTo>
                  <a:lnTo>
                    <a:pt x="2284" y="3904"/>
                  </a:lnTo>
                  <a:lnTo>
                    <a:pt x="2394" y="3927"/>
                  </a:lnTo>
                  <a:lnTo>
                    <a:pt x="2499" y="3880"/>
                  </a:lnTo>
                  <a:lnTo>
                    <a:pt x="2540" y="3921"/>
                  </a:lnTo>
                  <a:lnTo>
                    <a:pt x="2720" y="3880"/>
                  </a:lnTo>
                  <a:lnTo>
                    <a:pt x="2668" y="3764"/>
                  </a:lnTo>
                  <a:lnTo>
                    <a:pt x="2790" y="3677"/>
                  </a:lnTo>
                  <a:lnTo>
                    <a:pt x="2865" y="3677"/>
                  </a:lnTo>
                  <a:lnTo>
                    <a:pt x="3017" y="3508"/>
                  </a:lnTo>
                  <a:lnTo>
                    <a:pt x="2987" y="3357"/>
                  </a:lnTo>
                  <a:lnTo>
                    <a:pt x="3086" y="3329"/>
                  </a:lnTo>
                  <a:lnTo>
                    <a:pt x="3057" y="3264"/>
                  </a:lnTo>
                  <a:lnTo>
                    <a:pt x="3115" y="3184"/>
                  </a:lnTo>
                  <a:lnTo>
                    <a:pt x="3266" y="3114"/>
                  </a:lnTo>
                  <a:lnTo>
                    <a:pt x="3289" y="3015"/>
                  </a:lnTo>
                  <a:lnTo>
                    <a:pt x="3366" y="2968"/>
                  </a:lnTo>
                  <a:lnTo>
                    <a:pt x="3545" y="2852"/>
                  </a:lnTo>
                  <a:lnTo>
                    <a:pt x="3610" y="2846"/>
                  </a:lnTo>
                  <a:lnTo>
                    <a:pt x="3732" y="2922"/>
                  </a:lnTo>
                  <a:lnTo>
                    <a:pt x="3824" y="2893"/>
                  </a:lnTo>
                  <a:lnTo>
                    <a:pt x="3912" y="2748"/>
                  </a:lnTo>
                  <a:lnTo>
                    <a:pt x="3987" y="2741"/>
                  </a:lnTo>
                  <a:lnTo>
                    <a:pt x="4034" y="2806"/>
                  </a:lnTo>
                  <a:lnTo>
                    <a:pt x="4091" y="2881"/>
                  </a:lnTo>
                  <a:lnTo>
                    <a:pt x="4156" y="2875"/>
                  </a:lnTo>
                  <a:lnTo>
                    <a:pt x="4278" y="2823"/>
                  </a:lnTo>
                  <a:lnTo>
                    <a:pt x="4393" y="2905"/>
                  </a:lnTo>
                  <a:lnTo>
                    <a:pt x="4620" y="2881"/>
                  </a:lnTo>
                  <a:lnTo>
                    <a:pt x="4690" y="2794"/>
                  </a:lnTo>
                  <a:lnTo>
                    <a:pt x="4784" y="2840"/>
                  </a:lnTo>
                  <a:lnTo>
                    <a:pt x="4871" y="2840"/>
                  </a:lnTo>
                  <a:lnTo>
                    <a:pt x="4986" y="2765"/>
                  </a:lnTo>
                  <a:lnTo>
                    <a:pt x="4986" y="2631"/>
                  </a:lnTo>
                  <a:lnTo>
                    <a:pt x="5010" y="2562"/>
                  </a:lnTo>
                  <a:lnTo>
                    <a:pt x="4951" y="2544"/>
                  </a:lnTo>
                  <a:lnTo>
                    <a:pt x="5045" y="2497"/>
                  </a:lnTo>
                  <a:lnTo>
                    <a:pt x="5190" y="2457"/>
                  </a:lnTo>
                  <a:lnTo>
                    <a:pt x="5283" y="2515"/>
                  </a:lnTo>
                  <a:lnTo>
                    <a:pt x="5307" y="2654"/>
                  </a:lnTo>
                  <a:lnTo>
                    <a:pt x="5440" y="2811"/>
                  </a:lnTo>
                  <a:lnTo>
                    <a:pt x="5568" y="2818"/>
                  </a:lnTo>
                  <a:lnTo>
                    <a:pt x="5603" y="2846"/>
                  </a:lnTo>
                  <a:lnTo>
                    <a:pt x="5621" y="2905"/>
                  </a:lnTo>
                  <a:lnTo>
                    <a:pt x="5736" y="2945"/>
                  </a:lnTo>
                  <a:lnTo>
                    <a:pt x="5853" y="2881"/>
                  </a:lnTo>
                  <a:lnTo>
                    <a:pt x="5888" y="2985"/>
                  </a:lnTo>
                  <a:lnTo>
                    <a:pt x="5823" y="3172"/>
                  </a:lnTo>
                  <a:lnTo>
                    <a:pt x="5754" y="3154"/>
                  </a:lnTo>
                  <a:lnTo>
                    <a:pt x="5731" y="3247"/>
                  </a:lnTo>
                  <a:lnTo>
                    <a:pt x="5829" y="3334"/>
                  </a:lnTo>
                  <a:lnTo>
                    <a:pt x="5853" y="3404"/>
                  </a:lnTo>
                  <a:lnTo>
                    <a:pt x="5916" y="3357"/>
                  </a:lnTo>
                  <a:lnTo>
                    <a:pt x="6097" y="3107"/>
                  </a:lnTo>
                  <a:lnTo>
                    <a:pt x="6143" y="2474"/>
                  </a:lnTo>
                  <a:lnTo>
                    <a:pt x="6080" y="2451"/>
                  </a:lnTo>
                  <a:lnTo>
                    <a:pt x="6080" y="2312"/>
                  </a:lnTo>
                  <a:lnTo>
                    <a:pt x="5986" y="2271"/>
                  </a:lnTo>
                  <a:lnTo>
                    <a:pt x="5829" y="2340"/>
                  </a:lnTo>
                  <a:lnTo>
                    <a:pt x="5806" y="2225"/>
                  </a:lnTo>
                  <a:lnTo>
                    <a:pt x="5713" y="2201"/>
                  </a:lnTo>
                  <a:lnTo>
                    <a:pt x="5829" y="1929"/>
                  </a:lnTo>
                  <a:lnTo>
                    <a:pt x="5829" y="1749"/>
                  </a:lnTo>
                  <a:lnTo>
                    <a:pt x="5893" y="1679"/>
                  </a:lnTo>
                  <a:lnTo>
                    <a:pt x="6097" y="1632"/>
                  </a:lnTo>
                  <a:lnTo>
                    <a:pt x="6190" y="1562"/>
                  </a:lnTo>
                  <a:lnTo>
                    <a:pt x="6329" y="1545"/>
                  </a:lnTo>
                  <a:lnTo>
                    <a:pt x="6306" y="1632"/>
                  </a:lnTo>
                  <a:lnTo>
                    <a:pt x="6416" y="1592"/>
                  </a:lnTo>
                  <a:lnTo>
                    <a:pt x="6486" y="1516"/>
                  </a:lnTo>
                  <a:lnTo>
                    <a:pt x="6439" y="1475"/>
                  </a:lnTo>
                  <a:lnTo>
                    <a:pt x="6486" y="1249"/>
                  </a:lnTo>
                  <a:lnTo>
                    <a:pt x="6579" y="1202"/>
                  </a:lnTo>
                  <a:lnTo>
                    <a:pt x="6620" y="1266"/>
                  </a:lnTo>
                  <a:lnTo>
                    <a:pt x="6643" y="1266"/>
                  </a:lnTo>
                  <a:lnTo>
                    <a:pt x="6713" y="1062"/>
                  </a:lnTo>
                  <a:lnTo>
                    <a:pt x="6736" y="1062"/>
                  </a:lnTo>
                  <a:lnTo>
                    <a:pt x="6783" y="1226"/>
                  </a:lnTo>
                  <a:lnTo>
                    <a:pt x="6806" y="1266"/>
                  </a:lnTo>
                  <a:lnTo>
                    <a:pt x="6760" y="1383"/>
                  </a:lnTo>
                  <a:lnTo>
                    <a:pt x="6713" y="1609"/>
                  </a:lnTo>
                  <a:lnTo>
                    <a:pt x="6666" y="1725"/>
                  </a:lnTo>
                  <a:lnTo>
                    <a:pt x="6666" y="1929"/>
                  </a:lnTo>
                  <a:lnTo>
                    <a:pt x="6783" y="2248"/>
                  </a:lnTo>
                  <a:lnTo>
                    <a:pt x="6870" y="2312"/>
                  </a:lnTo>
                  <a:lnTo>
                    <a:pt x="6940" y="2474"/>
                  </a:lnTo>
                  <a:lnTo>
                    <a:pt x="7009" y="2312"/>
                  </a:lnTo>
                  <a:lnTo>
                    <a:pt x="7009" y="2201"/>
                  </a:lnTo>
                  <a:lnTo>
                    <a:pt x="7056" y="2178"/>
                  </a:lnTo>
                  <a:lnTo>
                    <a:pt x="7032" y="2091"/>
                  </a:lnTo>
                  <a:lnTo>
                    <a:pt x="7056" y="2021"/>
                  </a:lnTo>
                  <a:lnTo>
                    <a:pt x="6986" y="1887"/>
                  </a:lnTo>
                  <a:lnTo>
                    <a:pt x="7009" y="1795"/>
                  </a:lnTo>
                  <a:lnTo>
                    <a:pt x="6986" y="1632"/>
                  </a:lnTo>
                  <a:lnTo>
                    <a:pt x="6917" y="1679"/>
                  </a:lnTo>
                  <a:lnTo>
                    <a:pt x="6893" y="1428"/>
                  </a:lnTo>
                  <a:lnTo>
                    <a:pt x="6893" y="1383"/>
                  </a:lnTo>
                  <a:lnTo>
                    <a:pt x="7009" y="1289"/>
                  </a:lnTo>
                  <a:lnTo>
                    <a:pt x="7125" y="1249"/>
                  </a:lnTo>
                  <a:lnTo>
                    <a:pt x="7212" y="1359"/>
                  </a:lnTo>
                  <a:lnTo>
                    <a:pt x="7282" y="952"/>
                  </a:lnTo>
                  <a:lnTo>
                    <a:pt x="7439" y="860"/>
                  </a:lnTo>
                  <a:lnTo>
                    <a:pt x="7346" y="790"/>
                  </a:lnTo>
                  <a:lnTo>
                    <a:pt x="7376" y="726"/>
                  </a:lnTo>
                  <a:lnTo>
                    <a:pt x="7259" y="726"/>
                  </a:lnTo>
                  <a:lnTo>
                    <a:pt x="7189" y="656"/>
                  </a:lnTo>
                  <a:lnTo>
                    <a:pt x="7079" y="563"/>
                  </a:lnTo>
                  <a:lnTo>
                    <a:pt x="7142" y="546"/>
                  </a:lnTo>
                  <a:lnTo>
                    <a:pt x="7189" y="563"/>
                  </a:lnTo>
                  <a:lnTo>
                    <a:pt x="7299" y="499"/>
                  </a:lnTo>
                  <a:lnTo>
                    <a:pt x="7236" y="452"/>
                  </a:lnTo>
                  <a:lnTo>
                    <a:pt x="7212" y="337"/>
                  </a:lnTo>
                  <a:lnTo>
                    <a:pt x="7282" y="384"/>
                  </a:lnTo>
                  <a:lnTo>
                    <a:pt x="7463" y="406"/>
                  </a:lnTo>
                  <a:lnTo>
                    <a:pt x="7533" y="476"/>
                  </a:lnTo>
                  <a:lnTo>
                    <a:pt x="7690" y="452"/>
                  </a:lnTo>
                  <a:lnTo>
                    <a:pt x="7782" y="360"/>
                  </a:lnTo>
                  <a:lnTo>
                    <a:pt x="7596" y="337"/>
                  </a:lnTo>
                  <a:lnTo>
                    <a:pt x="7666" y="203"/>
                  </a:lnTo>
                  <a:lnTo>
                    <a:pt x="7533" y="116"/>
                  </a:lnTo>
                  <a:lnTo>
                    <a:pt x="7393" y="180"/>
                  </a:lnTo>
                  <a:lnTo>
                    <a:pt x="7259" y="70"/>
                  </a:lnTo>
                  <a:lnTo>
                    <a:pt x="7166" y="23"/>
                  </a:lnTo>
                  <a:lnTo>
                    <a:pt x="7125" y="46"/>
                  </a:lnTo>
                  <a:lnTo>
                    <a:pt x="7056" y="0"/>
                  </a:lnTo>
                  <a:lnTo>
                    <a:pt x="1308" y="2724"/>
                  </a:lnTo>
                  <a:lnTo>
                    <a:pt x="146" y="1887"/>
                  </a:lnTo>
                  <a:close/>
                </a:path>
              </a:pathLst>
            </a:custGeom>
            <a:solidFill>
              <a:schemeClr val="hlink"/>
            </a:solidFill>
            <a:ln w="9525">
              <a:solidFill>
                <a:schemeClr val="hlink"/>
              </a:solidFill>
              <a:round/>
              <a:headEnd/>
              <a:tailEnd/>
            </a:ln>
          </p:spPr>
          <p:txBody>
            <a:bodyPr/>
            <a:lstStyle/>
            <a:p>
              <a:endParaRPr lang="ko-KR" altLang="en-US"/>
            </a:p>
          </p:txBody>
        </p:sp>
        <p:sp>
          <p:nvSpPr>
            <p:cNvPr id="418284" name="Freeform 957">
              <a:extLst>
                <a:ext uri="{FF2B5EF4-FFF2-40B4-BE49-F238E27FC236}">
                  <a16:creationId xmlns:a16="http://schemas.microsoft.com/office/drawing/2014/main" id="{306E10F0-7A66-C59E-2651-2A56BDD08952}"/>
                </a:ext>
              </a:extLst>
            </p:cNvPr>
            <p:cNvSpPr>
              <a:spLocks/>
            </p:cNvSpPr>
            <p:nvPr/>
          </p:nvSpPr>
          <p:spPr bwMode="auto">
            <a:xfrm>
              <a:off x="2037" y="1544"/>
              <a:ext cx="1804" cy="803"/>
            </a:xfrm>
            <a:custGeom>
              <a:avLst/>
              <a:gdLst>
                <a:gd name="T0" fmla="*/ 0 w 7160"/>
                <a:gd name="T1" fmla="*/ 0 h 3125"/>
                <a:gd name="T2" fmla="*/ 0 w 7160"/>
                <a:gd name="T3" fmla="*/ 0 h 3125"/>
                <a:gd name="T4" fmla="*/ 0 w 7160"/>
                <a:gd name="T5" fmla="*/ 0 h 3125"/>
                <a:gd name="T6" fmla="*/ 0 w 7160"/>
                <a:gd name="T7" fmla="*/ 0 h 3125"/>
                <a:gd name="T8" fmla="*/ 0 w 7160"/>
                <a:gd name="T9" fmla="*/ 0 h 3125"/>
                <a:gd name="T10" fmla="*/ 0 w 7160"/>
                <a:gd name="T11" fmla="*/ 0 h 3125"/>
                <a:gd name="T12" fmla="*/ 0 w 7160"/>
                <a:gd name="T13" fmla="*/ 0 h 3125"/>
                <a:gd name="T14" fmla="*/ 0 w 7160"/>
                <a:gd name="T15" fmla="*/ 0 h 3125"/>
                <a:gd name="T16" fmla="*/ 0 w 7160"/>
                <a:gd name="T17" fmla="*/ 0 h 3125"/>
                <a:gd name="T18" fmla="*/ 0 w 7160"/>
                <a:gd name="T19" fmla="*/ 0 h 3125"/>
                <a:gd name="T20" fmla="*/ 0 w 7160"/>
                <a:gd name="T21" fmla="*/ 0 h 3125"/>
                <a:gd name="T22" fmla="*/ 0 w 7160"/>
                <a:gd name="T23" fmla="*/ 0 h 3125"/>
                <a:gd name="T24" fmla="*/ 0 w 7160"/>
                <a:gd name="T25" fmla="*/ 0 h 3125"/>
                <a:gd name="T26" fmla="*/ 0 w 7160"/>
                <a:gd name="T27" fmla="*/ 0 h 3125"/>
                <a:gd name="T28" fmla="*/ 0 w 7160"/>
                <a:gd name="T29" fmla="*/ 0 h 3125"/>
                <a:gd name="T30" fmla="*/ 0 w 7160"/>
                <a:gd name="T31" fmla="*/ 0 h 3125"/>
                <a:gd name="T32" fmla="*/ 0 w 7160"/>
                <a:gd name="T33" fmla="*/ 0 h 3125"/>
                <a:gd name="T34" fmla="*/ 0 w 7160"/>
                <a:gd name="T35" fmla="*/ 0 h 3125"/>
                <a:gd name="T36" fmla="*/ 0 w 7160"/>
                <a:gd name="T37" fmla="*/ 0 h 3125"/>
                <a:gd name="T38" fmla="*/ 0 w 7160"/>
                <a:gd name="T39" fmla="*/ 0 h 3125"/>
                <a:gd name="T40" fmla="*/ 0 w 7160"/>
                <a:gd name="T41" fmla="*/ 0 h 3125"/>
                <a:gd name="T42" fmla="*/ 0 w 7160"/>
                <a:gd name="T43" fmla="*/ 0 h 3125"/>
                <a:gd name="T44" fmla="*/ 0 w 7160"/>
                <a:gd name="T45" fmla="*/ 0 h 3125"/>
                <a:gd name="T46" fmla="*/ 0 w 7160"/>
                <a:gd name="T47" fmla="*/ 0 h 3125"/>
                <a:gd name="T48" fmla="*/ 0 w 7160"/>
                <a:gd name="T49" fmla="*/ 0 h 3125"/>
                <a:gd name="T50" fmla="*/ 0 w 7160"/>
                <a:gd name="T51" fmla="*/ 0 h 3125"/>
                <a:gd name="T52" fmla="*/ 0 w 7160"/>
                <a:gd name="T53" fmla="*/ 0 h 3125"/>
                <a:gd name="T54" fmla="*/ 0 w 7160"/>
                <a:gd name="T55" fmla="*/ 0 h 3125"/>
                <a:gd name="T56" fmla="*/ 0 w 7160"/>
                <a:gd name="T57" fmla="*/ 0 h 3125"/>
                <a:gd name="T58" fmla="*/ 0 w 7160"/>
                <a:gd name="T59" fmla="*/ 0 h 3125"/>
                <a:gd name="T60" fmla="*/ 0 w 7160"/>
                <a:gd name="T61" fmla="*/ 0 h 3125"/>
                <a:gd name="T62" fmla="*/ 0 w 7160"/>
                <a:gd name="T63" fmla="*/ 0 h 3125"/>
                <a:gd name="T64" fmla="*/ 0 w 7160"/>
                <a:gd name="T65" fmla="*/ 0 h 3125"/>
                <a:gd name="T66" fmla="*/ 0 w 7160"/>
                <a:gd name="T67" fmla="*/ 0 h 3125"/>
                <a:gd name="T68" fmla="*/ 0 w 7160"/>
                <a:gd name="T69" fmla="*/ 0 h 3125"/>
                <a:gd name="T70" fmla="*/ 0 w 7160"/>
                <a:gd name="T71" fmla="*/ 0 h 3125"/>
                <a:gd name="T72" fmla="*/ 0 w 7160"/>
                <a:gd name="T73" fmla="*/ 0 h 3125"/>
                <a:gd name="T74" fmla="*/ 0 w 7160"/>
                <a:gd name="T75" fmla="*/ 0 h 3125"/>
                <a:gd name="T76" fmla="*/ 0 w 7160"/>
                <a:gd name="T77" fmla="*/ 0 h 3125"/>
                <a:gd name="T78" fmla="*/ 0 w 7160"/>
                <a:gd name="T79" fmla="*/ 0 h 3125"/>
                <a:gd name="T80" fmla="*/ 0 w 7160"/>
                <a:gd name="T81" fmla="*/ 0 h 3125"/>
                <a:gd name="T82" fmla="*/ 0 w 7160"/>
                <a:gd name="T83" fmla="*/ 0 h 3125"/>
                <a:gd name="T84" fmla="*/ 0 w 7160"/>
                <a:gd name="T85" fmla="*/ 0 h 3125"/>
                <a:gd name="T86" fmla="*/ 0 w 7160"/>
                <a:gd name="T87" fmla="*/ 0 h 3125"/>
                <a:gd name="T88" fmla="*/ 0 w 7160"/>
                <a:gd name="T89" fmla="*/ 0 h 3125"/>
                <a:gd name="T90" fmla="*/ 0 w 7160"/>
                <a:gd name="T91" fmla="*/ 0 h 3125"/>
                <a:gd name="T92" fmla="*/ 0 w 7160"/>
                <a:gd name="T93" fmla="*/ 0 h 3125"/>
                <a:gd name="T94" fmla="*/ 0 w 7160"/>
                <a:gd name="T95" fmla="*/ 0 h 3125"/>
                <a:gd name="T96" fmla="*/ 0 w 7160"/>
                <a:gd name="T97" fmla="*/ 0 h 3125"/>
                <a:gd name="T98" fmla="*/ 0 w 7160"/>
                <a:gd name="T99" fmla="*/ 0 h 3125"/>
                <a:gd name="T100" fmla="*/ 0 w 7160"/>
                <a:gd name="T101" fmla="*/ 0 h 3125"/>
                <a:gd name="T102" fmla="*/ 0 w 7160"/>
                <a:gd name="T103" fmla="*/ 0 h 3125"/>
                <a:gd name="T104" fmla="*/ 0 w 7160"/>
                <a:gd name="T105" fmla="*/ 0 h 3125"/>
                <a:gd name="T106" fmla="*/ 0 w 7160"/>
                <a:gd name="T107" fmla="*/ 0 h 3125"/>
                <a:gd name="T108" fmla="*/ 0 w 7160"/>
                <a:gd name="T109" fmla="*/ 0 h 3125"/>
                <a:gd name="T110" fmla="*/ 0 w 7160"/>
                <a:gd name="T111" fmla="*/ 0 h 3125"/>
                <a:gd name="T112" fmla="*/ 0 w 7160"/>
                <a:gd name="T113" fmla="*/ 0 h 3125"/>
                <a:gd name="T114" fmla="*/ 0 w 7160"/>
                <a:gd name="T115" fmla="*/ 0 h 31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160" h="3125">
                  <a:moveTo>
                    <a:pt x="7160" y="407"/>
                  </a:moveTo>
                  <a:lnTo>
                    <a:pt x="7021" y="383"/>
                  </a:lnTo>
                  <a:lnTo>
                    <a:pt x="6770" y="291"/>
                  </a:lnTo>
                  <a:lnTo>
                    <a:pt x="6590" y="291"/>
                  </a:lnTo>
                  <a:lnTo>
                    <a:pt x="6451" y="360"/>
                  </a:lnTo>
                  <a:lnTo>
                    <a:pt x="6451" y="383"/>
                  </a:lnTo>
                  <a:lnTo>
                    <a:pt x="6567" y="453"/>
                  </a:lnTo>
                  <a:lnTo>
                    <a:pt x="6567" y="523"/>
                  </a:lnTo>
                  <a:lnTo>
                    <a:pt x="6520" y="523"/>
                  </a:lnTo>
                  <a:lnTo>
                    <a:pt x="6410" y="430"/>
                  </a:lnTo>
                  <a:lnTo>
                    <a:pt x="6184" y="477"/>
                  </a:lnTo>
                  <a:lnTo>
                    <a:pt x="6137" y="587"/>
                  </a:lnTo>
                  <a:lnTo>
                    <a:pt x="6044" y="540"/>
                  </a:lnTo>
                  <a:lnTo>
                    <a:pt x="5957" y="540"/>
                  </a:lnTo>
                  <a:lnTo>
                    <a:pt x="5863" y="383"/>
                  </a:lnTo>
                  <a:lnTo>
                    <a:pt x="5638" y="383"/>
                  </a:lnTo>
                  <a:lnTo>
                    <a:pt x="5573" y="477"/>
                  </a:lnTo>
                  <a:lnTo>
                    <a:pt x="5457" y="407"/>
                  </a:lnTo>
                  <a:lnTo>
                    <a:pt x="5341" y="430"/>
                  </a:lnTo>
                  <a:lnTo>
                    <a:pt x="5364" y="313"/>
                  </a:lnTo>
                  <a:lnTo>
                    <a:pt x="5271" y="313"/>
                  </a:lnTo>
                  <a:lnTo>
                    <a:pt x="5114" y="477"/>
                  </a:lnTo>
                  <a:lnTo>
                    <a:pt x="5090" y="360"/>
                  </a:lnTo>
                  <a:lnTo>
                    <a:pt x="4957" y="360"/>
                  </a:lnTo>
                  <a:lnTo>
                    <a:pt x="4864" y="407"/>
                  </a:lnTo>
                  <a:lnTo>
                    <a:pt x="4957" y="540"/>
                  </a:lnTo>
                  <a:lnTo>
                    <a:pt x="4910" y="540"/>
                  </a:lnTo>
                  <a:lnTo>
                    <a:pt x="4910" y="587"/>
                  </a:lnTo>
                  <a:lnTo>
                    <a:pt x="4818" y="587"/>
                  </a:lnTo>
                  <a:lnTo>
                    <a:pt x="4754" y="564"/>
                  </a:lnTo>
                  <a:lnTo>
                    <a:pt x="4637" y="657"/>
                  </a:lnTo>
                  <a:lnTo>
                    <a:pt x="4661" y="744"/>
                  </a:lnTo>
                  <a:lnTo>
                    <a:pt x="4544" y="679"/>
                  </a:lnTo>
                  <a:lnTo>
                    <a:pt x="4497" y="610"/>
                  </a:lnTo>
                  <a:lnTo>
                    <a:pt x="4434" y="610"/>
                  </a:lnTo>
                  <a:lnTo>
                    <a:pt x="4434" y="564"/>
                  </a:lnTo>
                  <a:lnTo>
                    <a:pt x="4318" y="430"/>
                  </a:lnTo>
                  <a:lnTo>
                    <a:pt x="4161" y="430"/>
                  </a:lnTo>
                  <a:lnTo>
                    <a:pt x="4115" y="453"/>
                  </a:lnTo>
                  <a:lnTo>
                    <a:pt x="4138" y="523"/>
                  </a:lnTo>
                  <a:lnTo>
                    <a:pt x="3934" y="564"/>
                  </a:lnTo>
                  <a:lnTo>
                    <a:pt x="3911" y="540"/>
                  </a:lnTo>
                  <a:lnTo>
                    <a:pt x="3888" y="523"/>
                  </a:lnTo>
                  <a:lnTo>
                    <a:pt x="3731" y="564"/>
                  </a:lnTo>
                  <a:lnTo>
                    <a:pt x="3522" y="540"/>
                  </a:lnTo>
                  <a:lnTo>
                    <a:pt x="3522" y="610"/>
                  </a:lnTo>
                  <a:lnTo>
                    <a:pt x="3458" y="657"/>
                  </a:lnTo>
                  <a:lnTo>
                    <a:pt x="3388" y="744"/>
                  </a:lnTo>
                  <a:lnTo>
                    <a:pt x="3365" y="721"/>
                  </a:lnTo>
                  <a:lnTo>
                    <a:pt x="3435" y="540"/>
                  </a:lnTo>
                  <a:lnTo>
                    <a:pt x="3475" y="477"/>
                  </a:lnTo>
                  <a:lnTo>
                    <a:pt x="3475" y="407"/>
                  </a:lnTo>
                  <a:lnTo>
                    <a:pt x="3498" y="313"/>
                  </a:lnTo>
                  <a:lnTo>
                    <a:pt x="3458" y="226"/>
                  </a:lnTo>
                  <a:lnTo>
                    <a:pt x="3458" y="157"/>
                  </a:lnTo>
                  <a:lnTo>
                    <a:pt x="3301" y="111"/>
                  </a:lnTo>
                  <a:lnTo>
                    <a:pt x="3184" y="87"/>
                  </a:lnTo>
                  <a:lnTo>
                    <a:pt x="3138" y="111"/>
                  </a:lnTo>
                  <a:lnTo>
                    <a:pt x="3138" y="180"/>
                  </a:lnTo>
                  <a:lnTo>
                    <a:pt x="3091" y="180"/>
                  </a:lnTo>
                  <a:lnTo>
                    <a:pt x="3044" y="111"/>
                  </a:lnTo>
                  <a:lnTo>
                    <a:pt x="2957" y="64"/>
                  </a:lnTo>
                  <a:lnTo>
                    <a:pt x="2911" y="0"/>
                  </a:lnTo>
                  <a:lnTo>
                    <a:pt x="2865" y="17"/>
                  </a:lnTo>
                  <a:lnTo>
                    <a:pt x="2819" y="111"/>
                  </a:lnTo>
                  <a:lnTo>
                    <a:pt x="2819" y="157"/>
                  </a:lnTo>
                  <a:lnTo>
                    <a:pt x="2911" y="203"/>
                  </a:lnTo>
                  <a:lnTo>
                    <a:pt x="2889" y="226"/>
                  </a:lnTo>
                  <a:lnTo>
                    <a:pt x="2929" y="268"/>
                  </a:lnTo>
                  <a:lnTo>
                    <a:pt x="2889" y="268"/>
                  </a:lnTo>
                  <a:lnTo>
                    <a:pt x="2819" y="360"/>
                  </a:lnTo>
                  <a:lnTo>
                    <a:pt x="2679" y="383"/>
                  </a:lnTo>
                  <a:lnTo>
                    <a:pt x="2638" y="360"/>
                  </a:lnTo>
                  <a:lnTo>
                    <a:pt x="2568" y="383"/>
                  </a:lnTo>
                  <a:lnTo>
                    <a:pt x="2592" y="430"/>
                  </a:lnTo>
                  <a:lnTo>
                    <a:pt x="2453" y="540"/>
                  </a:lnTo>
                  <a:lnTo>
                    <a:pt x="2435" y="679"/>
                  </a:lnTo>
                  <a:lnTo>
                    <a:pt x="2498" y="791"/>
                  </a:lnTo>
                  <a:lnTo>
                    <a:pt x="2435" y="767"/>
                  </a:lnTo>
                  <a:lnTo>
                    <a:pt x="2296" y="836"/>
                  </a:lnTo>
                  <a:lnTo>
                    <a:pt x="2249" y="859"/>
                  </a:lnTo>
                  <a:lnTo>
                    <a:pt x="2272" y="999"/>
                  </a:lnTo>
                  <a:lnTo>
                    <a:pt x="2411" y="1016"/>
                  </a:lnTo>
                  <a:lnTo>
                    <a:pt x="2453" y="1086"/>
                  </a:lnTo>
                  <a:lnTo>
                    <a:pt x="2545" y="1220"/>
                  </a:lnTo>
                  <a:lnTo>
                    <a:pt x="2592" y="1359"/>
                  </a:lnTo>
                  <a:lnTo>
                    <a:pt x="2475" y="1267"/>
                  </a:lnTo>
                  <a:lnTo>
                    <a:pt x="2411" y="1086"/>
                  </a:lnTo>
                  <a:lnTo>
                    <a:pt x="2249" y="1016"/>
                  </a:lnTo>
                  <a:lnTo>
                    <a:pt x="2202" y="1016"/>
                  </a:lnTo>
                  <a:lnTo>
                    <a:pt x="2184" y="1063"/>
                  </a:lnTo>
                  <a:lnTo>
                    <a:pt x="2092" y="1133"/>
                  </a:lnTo>
                  <a:lnTo>
                    <a:pt x="2115" y="1156"/>
                  </a:lnTo>
                  <a:lnTo>
                    <a:pt x="2202" y="1156"/>
                  </a:lnTo>
                  <a:lnTo>
                    <a:pt x="2226" y="1220"/>
                  </a:lnTo>
                  <a:lnTo>
                    <a:pt x="2115" y="1197"/>
                  </a:lnTo>
                  <a:lnTo>
                    <a:pt x="1999" y="1110"/>
                  </a:lnTo>
                  <a:lnTo>
                    <a:pt x="1999" y="1197"/>
                  </a:lnTo>
                  <a:lnTo>
                    <a:pt x="2092" y="1359"/>
                  </a:lnTo>
                  <a:lnTo>
                    <a:pt x="2092" y="1406"/>
                  </a:lnTo>
                  <a:lnTo>
                    <a:pt x="2162" y="1446"/>
                  </a:lnTo>
                  <a:lnTo>
                    <a:pt x="2272" y="1446"/>
                  </a:lnTo>
                  <a:lnTo>
                    <a:pt x="2365" y="1586"/>
                  </a:lnTo>
                  <a:lnTo>
                    <a:pt x="2411" y="1609"/>
                  </a:lnTo>
                  <a:lnTo>
                    <a:pt x="2249" y="1493"/>
                  </a:lnTo>
                  <a:lnTo>
                    <a:pt x="2202" y="1493"/>
                  </a:lnTo>
                  <a:lnTo>
                    <a:pt x="2139" y="1563"/>
                  </a:lnTo>
                  <a:lnTo>
                    <a:pt x="2184" y="1673"/>
                  </a:lnTo>
                  <a:lnTo>
                    <a:pt x="2139" y="1813"/>
                  </a:lnTo>
                  <a:lnTo>
                    <a:pt x="2045" y="1835"/>
                  </a:lnTo>
                  <a:lnTo>
                    <a:pt x="1935" y="1813"/>
                  </a:lnTo>
                  <a:lnTo>
                    <a:pt x="2022" y="1766"/>
                  </a:lnTo>
                  <a:lnTo>
                    <a:pt x="2069" y="1609"/>
                  </a:lnTo>
                  <a:lnTo>
                    <a:pt x="2069" y="1493"/>
                  </a:lnTo>
                  <a:lnTo>
                    <a:pt x="1912" y="1220"/>
                  </a:lnTo>
                  <a:lnTo>
                    <a:pt x="1842" y="1040"/>
                  </a:lnTo>
                  <a:lnTo>
                    <a:pt x="1772" y="1016"/>
                  </a:lnTo>
                  <a:lnTo>
                    <a:pt x="1726" y="1243"/>
                  </a:lnTo>
                  <a:lnTo>
                    <a:pt x="1748" y="1406"/>
                  </a:lnTo>
                  <a:lnTo>
                    <a:pt x="1842" y="1516"/>
                  </a:lnTo>
                  <a:lnTo>
                    <a:pt x="1842" y="1539"/>
                  </a:lnTo>
                  <a:lnTo>
                    <a:pt x="1748" y="1493"/>
                  </a:lnTo>
                  <a:lnTo>
                    <a:pt x="1661" y="1429"/>
                  </a:lnTo>
                  <a:lnTo>
                    <a:pt x="1476" y="1446"/>
                  </a:lnTo>
                  <a:lnTo>
                    <a:pt x="1499" y="1539"/>
                  </a:lnTo>
                  <a:lnTo>
                    <a:pt x="1499" y="1609"/>
                  </a:lnTo>
                  <a:lnTo>
                    <a:pt x="1453" y="1609"/>
                  </a:lnTo>
                  <a:lnTo>
                    <a:pt x="1436" y="1539"/>
                  </a:lnTo>
                  <a:lnTo>
                    <a:pt x="1249" y="1656"/>
                  </a:lnTo>
                  <a:lnTo>
                    <a:pt x="1209" y="1633"/>
                  </a:lnTo>
                  <a:lnTo>
                    <a:pt x="1185" y="1586"/>
                  </a:lnTo>
                  <a:lnTo>
                    <a:pt x="1022" y="1673"/>
                  </a:lnTo>
                  <a:lnTo>
                    <a:pt x="1000" y="1743"/>
                  </a:lnTo>
                  <a:lnTo>
                    <a:pt x="935" y="1743"/>
                  </a:lnTo>
                  <a:lnTo>
                    <a:pt x="866" y="1813"/>
                  </a:lnTo>
                  <a:lnTo>
                    <a:pt x="843" y="1766"/>
                  </a:lnTo>
                  <a:lnTo>
                    <a:pt x="843" y="1656"/>
                  </a:lnTo>
                  <a:lnTo>
                    <a:pt x="773" y="1673"/>
                  </a:lnTo>
                  <a:lnTo>
                    <a:pt x="749" y="1743"/>
                  </a:lnTo>
                  <a:lnTo>
                    <a:pt x="773" y="1859"/>
                  </a:lnTo>
                  <a:lnTo>
                    <a:pt x="726" y="1905"/>
                  </a:lnTo>
                  <a:lnTo>
                    <a:pt x="662" y="1923"/>
                  </a:lnTo>
                  <a:lnTo>
                    <a:pt x="592" y="2016"/>
                  </a:lnTo>
                  <a:lnTo>
                    <a:pt x="616" y="2062"/>
                  </a:lnTo>
                  <a:lnTo>
                    <a:pt x="592" y="2109"/>
                  </a:lnTo>
                  <a:lnTo>
                    <a:pt x="482" y="2039"/>
                  </a:lnTo>
                  <a:lnTo>
                    <a:pt x="459" y="2109"/>
                  </a:lnTo>
                  <a:lnTo>
                    <a:pt x="459" y="2156"/>
                  </a:lnTo>
                  <a:lnTo>
                    <a:pt x="342" y="2062"/>
                  </a:lnTo>
                  <a:lnTo>
                    <a:pt x="365" y="1952"/>
                  </a:lnTo>
                  <a:lnTo>
                    <a:pt x="273" y="1882"/>
                  </a:lnTo>
                  <a:lnTo>
                    <a:pt x="232" y="1835"/>
                  </a:lnTo>
                  <a:lnTo>
                    <a:pt x="365" y="1882"/>
                  </a:lnTo>
                  <a:lnTo>
                    <a:pt x="459" y="1905"/>
                  </a:lnTo>
                  <a:lnTo>
                    <a:pt x="546" y="1882"/>
                  </a:lnTo>
                  <a:lnTo>
                    <a:pt x="616" y="1813"/>
                  </a:lnTo>
                  <a:lnTo>
                    <a:pt x="459" y="1633"/>
                  </a:lnTo>
                  <a:lnTo>
                    <a:pt x="365" y="1586"/>
                  </a:lnTo>
                  <a:lnTo>
                    <a:pt x="232" y="1586"/>
                  </a:lnTo>
                  <a:lnTo>
                    <a:pt x="162" y="1539"/>
                  </a:lnTo>
                  <a:lnTo>
                    <a:pt x="98" y="1469"/>
                  </a:lnTo>
                  <a:lnTo>
                    <a:pt x="75" y="1469"/>
                  </a:lnTo>
                  <a:lnTo>
                    <a:pt x="23" y="1481"/>
                  </a:lnTo>
                  <a:lnTo>
                    <a:pt x="0" y="1551"/>
                  </a:lnTo>
                  <a:lnTo>
                    <a:pt x="40" y="1644"/>
                  </a:lnTo>
                  <a:lnTo>
                    <a:pt x="46" y="1743"/>
                  </a:lnTo>
                  <a:lnTo>
                    <a:pt x="104" y="1847"/>
                  </a:lnTo>
                  <a:lnTo>
                    <a:pt x="110" y="1923"/>
                  </a:lnTo>
                  <a:lnTo>
                    <a:pt x="150" y="1999"/>
                  </a:lnTo>
                  <a:lnTo>
                    <a:pt x="150" y="2086"/>
                  </a:lnTo>
                  <a:lnTo>
                    <a:pt x="255" y="2266"/>
                  </a:lnTo>
                  <a:lnTo>
                    <a:pt x="255" y="2301"/>
                  </a:lnTo>
                  <a:lnTo>
                    <a:pt x="1418" y="3125"/>
                  </a:lnTo>
                  <a:lnTo>
                    <a:pt x="7160" y="407"/>
                  </a:lnTo>
                  <a:close/>
                </a:path>
              </a:pathLst>
            </a:custGeom>
            <a:solidFill>
              <a:schemeClr val="hlink"/>
            </a:solidFill>
            <a:ln w="9525">
              <a:solidFill>
                <a:schemeClr val="hlink"/>
              </a:solidFill>
              <a:round/>
              <a:headEnd/>
              <a:tailEnd/>
            </a:ln>
          </p:spPr>
          <p:txBody>
            <a:bodyPr/>
            <a:lstStyle/>
            <a:p>
              <a:endParaRPr lang="ko-KR" altLang="en-US"/>
            </a:p>
          </p:txBody>
        </p:sp>
        <p:sp>
          <p:nvSpPr>
            <p:cNvPr id="418285" name="Freeform 958">
              <a:extLst>
                <a:ext uri="{FF2B5EF4-FFF2-40B4-BE49-F238E27FC236}">
                  <a16:creationId xmlns:a16="http://schemas.microsoft.com/office/drawing/2014/main" id="{26F5CEE5-62C5-90CA-026C-B8E13A54E3AB}"/>
                </a:ext>
              </a:extLst>
            </p:cNvPr>
            <p:cNvSpPr>
              <a:spLocks/>
            </p:cNvSpPr>
            <p:nvPr/>
          </p:nvSpPr>
          <p:spPr bwMode="auto">
            <a:xfrm>
              <a:off x="2101" y="1649"/>
              <a:ext cx="1740" cy="772"/>
            </a:xfrm>
            <a:custGeom>
              <a:avLst/>
              <a:gdLst>
                <a:gd name="T0" fmla="*/ 0 w 6905"/>
                <a:gd name="T1" fmla="*/ 0 h 3009"/>
                <a:gd name="T2" fmla="*/ 0 w 6905"/>
                <a:gd name="T3" fmla="*/ 0 h 3009"/>
                <a:gd name="T4" fmla="*/ 0 w 6905"/>
                <a:gd name="T5" fmla="*/ 0 h 3009"/>
                <a:gd name="T6" fmla="*/ 0 w 6905"/>
                <a:gd name="T7" fmla="*/ 0 h 3009"/>
                <a:gd name="T8" fmla="*/ 0 w 6905"/>
                <a:gd name="T9" fmla="*/ 0 h 3009"/>
                <a:gd name="T10" fmla="*/ 0 w 6905"/>
                <a:gd name="T11" fmla="*/ 0 h 3009"/>
                <a:gd name="T12" fmla="*/ 0 w 6905"/>
                <a:gd name="T13" fmla="*/ 0 h 3009"/>
                <a:gd name="T14" fmla="*/ 0 w 6905"/>
                <a:gd name="T15" fmla="*/ 0 h 3009"/>
                <a:gd name="T16" fmla="*/ 0 w 6905"/>
                <a:gd name="T17" fmla="*/ 0 h 3009"/>
                <a:gd name="T18" fmla="*/ 0 w 6905"/>
                <a:gd name="T19" fmla="*/ 0 h 3009"/>
                <a:gd name="T20" fmla="*/ 0 w 6905"/>
                <a:gd name="T21" fmla="*/ 0 h 30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905" h="3009">
                  <a:moveTo>
                    <a:pt x="18" y="1870"/>
                  </a:moveTo>
                  <a:lnTo>
                    <a:pt x="0" y="1922"/>
                  </a:lnTo>
                  <a:lnTo>
                    <a:pt x="1000" y="3009"/>
                  </a:lnTo>
                  <a:lnTo>
                    <a:pt x="6858" y="209"/>
                  </a:lnTo>
                  <a:lnTo>
                    <a:pt x="6905" y="11"/>
                  </a:lnTo>
                  <a:lnTo>
                    <a:pt x="6864" y="6"/>
                  </a:lnTo>
                  <a:lnTo>
                    <a:pt x="6567" y="0"/>
                  </a:lnTo>
                  <a:lnTo>
                    <a:pt x="6365" y="185"/>
                  </a:lnTo>
                  <a:lnTo>
                    <a:pt x="1139" y="2230"/>
                  </a:lnTo>
                  <a:lnTo>
                    <a:pt x="186" y="1887"/>
                  </a:lnTo>
                  <a:lnTo>
                    <a:pt x="18" y="1870"/>
                  </a:lnTo>
                  <a:close/>
                </a:path>
              </a:pathLst>
            </a:custGeom>
            <a:solidFill>
              <a:schemeClr val="hlink"/>
            </a:solidFill>
            <a:ln w="9525">
              <a:solidFill>
                <a:schemeClr val="hlink"/>
              </a:solidFill>
              <a:round/>
              <a:headEnd/>
              <a:tailEnd/>
            </a:ln>
          </p:spPr>
          <p:txBody>
            <a:bodyPr/>
            <a:lstStyle/>
            <a:p>
              <a:endParaRPr lang="ko-KR" altLang="en-US"/>
            </a:p>
          </p:txBody>
        </p:sp>
        <p:sp>
          <p:nvSpPr>
            <p:cNvPr id="418286" name="Freeform 959">
              <a:extLst>
                <a:ext uri="{FF2B5EF4-FFF2-40B4-BE49-F238E27FC236}">
                  <a16:creationId xmlns:a16="http://schemas.microsoft.com/office/drawing/2014/main" id="{DAF4C544-203A-C133-816E-652636C0C2C6}"/>
                </a:ext>
              </a:extLst>
            </p:cNvPr>
            <p:cNvSpPr>
              <a:spLocks/>
            </p:cNvSpPr>
            <p:nvPr/>
          </p:nvSpPr>
          <p:spPr bwMode="auto">
            <a:xfrm>
              <a:off x="1952" y="2551"/>
              <a:ext cx="38" cy="35"/>
            </a:xfrm>
            <a:custGeom>
              <a:avLst/>
              <a:gdLst>
                <a:gd name="T0" fmla="*/ 0 w 152"/>
                <a:gd name="T1" fmla="*/ 0 h 128"/>
                <a:gd name="T2" fmla="*/ 0 w 152"/>
                <a:gd name="T3" fmla="*/ 0 h 128"/>
                <a:gd name="T4" fmla="*/ 0 w 152"/>
                <a:gd name="T5" fmla="*/ 0 h 128"/>
                <a:gd name="T6" fmla="*/ 0 w 152"/>
                <a:gd name="T7" fmla="*/ 0 h 128"/>
                <a:gd name="T8" fmla="*/ 0 w 152"/>
                <a:gd name="T9" fmla="*/ 0 h 128"/>
                <a:gd name="T10" fmla="*/ 0 w 152"/>
                <a:gd name="T11" fmla="*/ 0 h 128"/>
                <a:gd name="T12" fmla="*/ 0 w 152"/>
                <a:gd name="T13" fmla="*/ 0 h 128"/>
                <a:gd name="T14" fmla="*/ 0 w 152"/>
                <a:gd name="T15" fmla="*/ 0 h 128"/>
                <a:gd name="T16" fmla="*/ 0 w 152"/>
                <a:gd name="T17" fmla="*/ 0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2" h="128">
                  <a:moveTo>
                    <a:pt x="0" y="12"/>
                  </a:moveTo>
                  <a:lnTo>
                    <a:pt x="35" y="0"/>
                  </a:lnTo>
                  <a:lnTo>
                    <a:pt x="87" y="17"/>
                  </a:lnTo>
                  <a:lnTo>
                    <a:pt x="152" y="93"/>
                  </a:lnTo>
                  <a:lnTo>
                    <a:pt x="111" y="122"/>
                  </a:lnTo>
                  <a:lnTo>
                    <a:pt x="82" y="128"/>
                  </a:lnTo>
                  <a:lnTo>
                    <a:pt x="18" y="111"/>
                  </a:lnTo>
                  <a:lnTo>
                    <a:pt x="18" y="59"/>
                  </a:lnTo>
                  <a:lnTo>
                    <a:pt x="0" y="12"/>
                  </a:lnTo>
                  <a:close/>
                </a:path>
              </a:pathLst>
            </a:custGeom>
            <a:solidFill>
              <a:srgbClr val="DDDDDD"/>
            </a:solidFill>
            <a:ln w="9525">
              <a:solidFill>
                <a:srgbClr val="DDDDDD"/>
              </a:solidFill>
              <a:round/>
              <a:headEnd/>
              <a:tailEnd/>
            </a:ln>
          </p:spPr>
          <p:txBody>
            <a:bodyPr/>
            <a:lstStyle/>
            <a:p>
              <a:endParaRPr lang="ko-KR" altLang="en-US"/>
            </a:p>
          </p:txBody>
        </p:sp>
        <p:sp>
          <p:nvSpPr>
            <p:cNvPr id="418287" name="Freeform 960">
              <a:extLst>
                <a:ext uri="{FF2B5EF4-FFF2-40B4-BE49-F238E27FC236}">
                  <a16:creationId xmlns:a16="http://schemas.microsoft.com/office/drawing/2014/main" id="{EA374945-88CA-06A1-F878-446DD950E4FB}"/>
                </a:ext>
              </a:extLst>
            </p:cNvPr>
            <p:cNvSpPr>
              <a:spLocks/>
            </p:cNvSpPr>
            <p:nvPr/>
          </p:nvSpPr>
          <p:spPr bwMode="auto">
            <a:xfrm>
              <a:off x="3144" y="3180"/>
              <a:ext cx="58" cy="90"/>
            </a:xfrm>
            <a:custGeom>
              <a:avLst/>
              <a:gdLst>
                <a:gd name="T0" fmla="*/ 0 w 232"/>
                <a:gd name="T1" fmla="*/ 0 h 354"/>
                <a:gd name="T2" fmla="*/ 0 w 232"/>
                <a:gd name="T3" fmla="*/ 0 h 354"/>
                <a:gd name="T4" fmla="*/ 0 w 232"/>
                <a:gd name="T5" fmla="*/ 0 h 354"/>
                <a:gd name="T6" fmla="*/ 0 w 232"/>
                <a:gd name="T7" fmla="*/ 0 h 354"/>
                <a:gd name="T8" fmla="*/ 0 w 232"/>
                <a:gd name="T9" fmla="*/ 0 h 354"/>
                <a:gd name="T10" fmla="*/ 0 w 232"/>
                <a:gd name="T11" fmla="*/ 0 h 354"/>
                <a:gd name="T12" fmla="*/ 0 w 232"/>
                <a:gd name="T13" fmla="*/ 0 h 354"/>
                <a:gd name="T14" fmla="*/ 0 w 232"/>
                <a:gd name="T15" fmla="*/ 0 h 354"/>
                <a:gd name="T16" fmla="*/ 0 w 232"/>
                <a:gd name="T17" fmla="*/ 0 h 354"/>
                <a:gd name="T18" fmla="*/ 0 w 232"/>
                <a:gd name="T19" fmla="*/ 0 h 354"/>
                <a:gd name="T20" fmla="*/ 0 w 232"/>
                <a:gd name="T21" fmla="*/ 0 h 3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2" h="354">
                  <a:moveTo>
                    <a:pt x="0" y="0"/>
                  </a:moveTo>
                  <a:lnTo>
                    <a:pt x="23" y="110"/>
                  </a:lnTo>
                  <a:lnTo>
                    <a:pt x="70" y="244"/>
                  </a:lnTo>
                  <a:lnTo>
                    <a:pt x="232" y="354"/>
                  </a:lnTo>
                  <a:lnTo>
                    <a:pt x="232" y="255"/>
                  </a:lnTo>
                  <a:lnTo>
                    <a:pt x="187" y="220"/>
                  </a:lnTo>
                  <a:lnTo>
                    <a:pt x="187" y="87"/>
                  </a:lnTo>
                  <a:lnTo>
                    <a:pt x="145" y="12"/>
                  </a:lnTo>
                  <a:lnTo>
                    <a:pt x="70" y="12"/>
                  </a:lnTo>
                  <a:lnTo>
                    <a:pt x="12" y="6"/>
                  </a:lnTo>
                  <a:lnTo>
                    <a:pt x="0" y="0"/>
                  </a:lnTo>
                  <a:close/>
                </a:path>
              </a:pathLst>
            </a:custGeom>
            <a:solidFill>
              <a:schemeClr val="hlink"/>
            </a:solidFill>
            <a:ln w="9525">
              <a:solidFill>
                <a:schemeClr val="hlink"/>
              </a:solidFill>
              <a:round/>
              <a:headEnd/>
              <a:tailEnd/>
            </a:ln>
          </p:spPr>
          <p:txBody>
            <a:bodyPr/>
            <a:lstStyle/>
            <a:p>
              <a:endParaRPr lang="ko-KR" altLang="en-US"/>
            </a:p>
          </p:txBody>
        </p:sp>
        <p:sp>
          <p:nvSpPr>
            <p:cNvPr id="418288" name="Freeform 961">
              <a:extLst>
                <a:ext uri="{FF2B5EF4-FFF2-40B4-BE49-F238E27FC236}">
                  <a16:creationId xmlns:a16="http://schemas.microsoft.com/office/drawing/2014/main" id="{87DA32A5-3217-3815-C914-C514E9C4FB60}"/>
                </a:ext>
              </a:extLst>
            </p:cNvPr>
            <p:cNvSpPr>
              <a:spLocks/>
            </p:cNvSpPr>
            <p:nvPr/>
          </p:nvSpPr>
          <p:spPr bwMode="auto">
            <a:xfrm>
              <a:off x="3285" y="3516"/>
              <a:ext cx="589" cy="535"/>
            </a:xfrm>
            <a:custGeom>
              <a:avLst/>
              <a:gdLst>
                <a:gd name="T0" fmla="*/ 0 w 2343"/>
                <a:gd name="T1" fmla="*/ 0 h 2074"/>
                <a:gd name="T2" fmla="*/ 0 w 2343"/>
                <a:gd name="T3" fmla="*/ 0 h 2074"/>
                <a:gd name="T4" fmla="*/ 0 w 2343"/>
                <a:gd name="T5" fmla="*/ 0 h 2074"/>
                <a:gd name="T6" fmla="*/ 0 w 2343"/>
                <a:gd name="T7" fmla="*/ 0 h 2074"/>
                <a:gd name="T8" fmla="*/ 0 w 2343"/>
                <a:gd name="T9" fmla="*/ 0 h 2074"/>
                <a:gd name="T10" fmla="*/ 0 w 2343"/>
                <a:gd name="T11" fmla="*/ 0 h 2074"/>
                <a:gd name="T12" fmla="*/ 0 w 2343"/>
                <a:gd name="T13" fmla="*/ 0 h 2074"/>
                <a:gd name="T14" fmla="*/ 0 w 2343"/>
                <a:gd name="T15" fmla="*/ 0 h 2074"/>
                <a:gd name="T16" fmla="*/ 0 w 2343"/>
                <a:gd name="T17" fmla="*/ 0 h 2074"/>
                <a:gd name="T18" fmla="*/ 0 w 2343"/>
                <a:gd name="T19" fmla="*/ 0 h 2074"/>
                <a:gd name="T20" fmla="*/ 0 w 2343"/>
                <a:gd name="T21" fmla="*/ 0 h 2074"/>
                <a:gd name="T22" fmla="*/ 0 w 2343"/>
                <a:gd name="T23" fmla="*/ 0 h 2074"/>
                <a:gd name="T24" fmla="*/ 0 w 2343"/>
                <a:gd name="T25" fmla="*/ 0 h 2074"/>
                <a:gd name="T26" fmla="*/ 0 w 2343"/>
                <a:gd name="T27" fmla="*/ 0 h 2074"/>
                <a:gd name="T28" fmla="*/ 0 w 2343"/>
                <a:gd name="T29" fmla="*/ 0 h 2074"/>
                <a:gd name="T30" fmla="*/ 0 w 2343"/>
                <a:gd name="T31" fmla="*/ 0 h 2074"/>
                <a:gd name="T32" fmla="*/ 0 w 2343"/>
                <a:gd name="T33" fmla="*/ 0 h 2074"/>
                <a:gd name="T34" fmla="*/ 0 w 2343"/>
                <a:gd name="T35" fmla="*/ 0 h 2074"/>
                <a:gd name="T36" fmla="*/ 0 w 2343"/>
                <a:gd name="T37" fmla="*/ 0 h 2074"/>
                <a:gd name="T38" fmla="*/ 0 w 2343"/>
                <a:gd name="T39" fmla="*/ 0 h 2074"/>
                <a:gd name="T40" fmla="*/ 0 w 2343"/>
                <a:gd name="T41" fmla="*/ 0 h 2074"/>
                <a:gd name="T42" fmla="*/ 0 w 2343"/>
                <a:gd name="T43" fmla="*/ 0 h 2074"/>
                <a:gd name="T44" fmla="*/ 0 w 2343"/>
                <a:gd name="T45" fmla="*/ 0 h 2074"/>
                <a:gd name="T46" fmla="*/ 0 w 2343"/>
                <a:gd name="T47" fmla="*/ 0 h 2074"/>
                <a:gd name="T48" fmla="*/ 0 w 2343"/>
                <a:gd name="T49" fmla="*/ 0 h 2074"/>
                <a:gd name="T50" fmla="*/ 0 w 2343"/>
                <a:gd name="T51" fmla="*/ 0 h 2074"/>
                <a:gd name="T52" fmla="*/ 0 w 2343"/>
                <a:gd name="T53" fmla="*/ 0 h 2074"/>
                <a:gd name="T54" fmla="*/ 0 w 2343"/>
                <a:gd name="T55" fmla="*/ 0 h 2074"/>
                <a:gd name="T56" fmla="*/ 0 w 2343"/>
                <a:gd name="T57" fmla="*/ 0 h 2074"/>
                <a:gd name="T58" fmla="*/ 0 w 2343"/>
                <a:gd name="T59" fmla="*/ 0 h 2074"/>
                <a:gd name="T60" fmla="*/ 0 w 2343"/>
                <a:gd name="T61" fmla="*/ 0 h 2074"/>
                <a:gd name="T62" fmla="*/ 0 w 2343"/>
                <a:gd name="T63" fmla="*/ 0 h 2074"/>
                <a:gd name="T64" fmla="*/ 0 w 2343"/>
                <a:gd name="T65" fmla="*/ 0 h 2074"/>
                <a:gd name="T66" fmla="*/ 0 w 2343"/>
                <a:gd name="T67" fmla="*/ 0 h 2074"/>
                <a:gd name="T68" fmla="*/ 0 w 2343"/>
                <a:gd name="T69" fmla="*/ 0 h 2074"/>
                <a:gd name="T70" fmla="*/ 0 w 2343"/>
                <a:gd name="T71" fmla="*/ 0 h 2074"/>
                <a:gd name="T72" fmla="*/ 0 w 2343"/>
                <a:gd name="T73" fmla="*/ 0 h 2074"/>
                <a:gd name="T74" fmla="*/ 0 w 2343"/>
                <a:gd name="T75" fmla="*/ 0 h 2074"/>
                <a:gd name="T76" fmla="*/ 0 w 2343"/>
                <a:gd name="T77" fmla="*/ 0 h 2074"/>
                <a:gd name="T78" fmla="*/ 0 w 2343"/>
                <a:gd name="T79" fmla="*/ 0 h 2074"/>
                <a:gd name="T80" fmla="*/ 0 w 2343"/>
                <a:gd name="T81" fmla="*/ 0 h 2074"/>
                <a:gd name="T82" fmla="*/ 0 w 2343"/>
                <a:gd name="T83" fmla="*/ 0 h 2074"/>
                <a:gd name="T84" fmla="*/ 0 w 2343"/>
                <a:gd name="T85" fmla="*/ 0 h 2074"/>
                <a:gd name="T86" fmla="*/ 0 w 2343"/>
                <a:gd name="T87" fmla="*/ 0 h 2074"/>
                <a:gd name="T88" fmla="*/ 0 w 2343"/>
                <a:gd name="T89" fmla="*/ 0 h 2074"/>
                <a:gd name="T90" fmla="*/ 0 w 2343"/>
                <a:gd name="T91" fmla="*/ 0 h 2074"/>
                <a:gd name="T92" fmla="*/ 0 w 2343"/>
                <a:gd name="T93" fmla="*/ 0 h 2074"/>
                <a:gd name="T94" fmla="*/ 0 w 2343"/>
                <a:gd name="T95" fmla="*/ 0 h 2074"/>
                <a:gd name="T96" fmla="*/ 0 w 2343"/>
                <a:gd name="T97" fmla="*/ 0 h 20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343" h="2074">
                  <a:moveTo>
                    <a:pt x="1337" y="0"/>
                  </a:moveTo>
                  <a:lnTo>
                    <a:pt x="1314" y="81"/>
                  </a:lnTo>
                  <a:lnTo>
                    <a:pt x="1250" y="58"/>
                  </a:lnTo>
                  <a:lnTo>
                    <a:pt x="1145" y="110"/>
                  </a:lnTo>
                  <a:lnTo>
                    <a:pt x="1145" y="191"/>
                  </a:lnTo>
                  <a:lnTo>
                    <a:pt x="1105" y="191"/>
                  </a:lnTo>
                  <a:lnTo>
                    <a:pt x="1029" y="168"/>
                  </a:lnTo>
                  <a:lnTo>
                    <a:pt x="994" y="168"/>
                  </a:lnTo>
                  <a:lnTo>
                    <a:pt x="948" y="127"/>
                  </a:lnTo>
                  <a:lnTo>
                    <a:pt x="843" y="168"/>
                  </a:lnTo>
                  <a:lnTo>
                    <a:pt x="785" y="249"/>
                  </a:lnTo>
                  <a:lnTo>
                    <a:pt x="663" y="261"/>
                  </a:lnTo>
                  <a:lnTo>
                    <a:pt x="628" y="290"/>
                  </a:lnTo>
                  <a:lnTo>
                    <a:pt x="623" y="354"/>
                  </a:lnTo>
                  <a:lnTo>
                    <a:pt x="536" y="447"/>
                  </a:lnTo>
                  <a:lnTo>
                    <a:pt x="494" y="447"/>
                  </a:lnTo>
                  <a:lnTo>
                    <a:pt x="466" y="493"/>
                  </a:lnTo>
                  <a:lnTo>
                    <a:pt x="257" y="493"/>
                  </a:lnTo>
                  <a:lnTo>
                    <a:pt x="134" y="465"/>
                  </a:lnTo>
                  <a:lnTo>
                    <a:pt x="88" y="505"/>
                  </a:lnTo>
                  <a:lnTo>
                    <a:pt x="70" y="667"/>
                  </a:lnTo>
                  <a:lnTo>
                    <a:pt x="93" y="831"/>
                  </a:lnTo>
                  <a:lnTo>
                    <a:pt x="6" y="789"/>
                  </a:lnTo>
                  <a:lnTo>
                    <a:pt x="6" y="901"/>
                  </a:lnTo>
                  <a:lnTo>
                    <a:pt x="53" y="1202"/>
                  </a:lnTo>
                  <a:lnTo>
                    <a:pt x="53" y="1278"/>
                  </a:lnTo>
                  <a:lnTo>
                    <a:pt x="0" y="1382"/>
                  </a:lnTo>
                  <a:lnTo>
                    <a:pt x="47" y="1424"/>
                  </a:lnTo>
                  <a:lnTo>
                    <a:pt x="76" y="1429"/>
                  </a:lnTo>
                  <a:lnTo>
                    <a:pt x="110" y="1476"/>
                  </a:lnTo>
                  <a:lnTo>
                    <a:pt x="180" y="1476"/>
                  </a:lnTo>
                  <a:lnTo>
                    <a:pt x="291" y="1417"/>
                  </a:lnTo>
                  <a:lnTo>
                    <a:pt x="367" y="1424"/>
                  </a:lnTo>
                  <a:lnTo>
                    <a:pt x="459" y="1452"/>
                  </a:lnTo>
                  <a:lnTo>
                    <a:pt x="518" y="1446"/>
                  </a:lnTo>
                  <a:lnTo>
                    <a:pt x="576" y="1365"/>
                  </a:lnTo>
                  <a:lnTo>
                    <a:pt x="663" y="1365"/>
                  </a:lnTo>
                  <a:lnTo>
                    <a:pt x="773" y="1336"/>
                  </a:lnTo>
                  <a:lnTo>
                    <a:pt x="965" y="1342"/>
                  </a:lnTo>
                  <a:lnTo>
                    <a:pt x="1087" y="1429"/>
                  </a:lnTo>
                  <a:lnTo>
                    <a:pt x="1162" y="1534"/>
                  </a:lnTo>
                  <a:lnTo>
                    <a:pt x="1180" y="1568"/>
                  </a:lnTo>
                  <a:lnTo>
                    <a:pt x="1209" y="1579"/>
                  </a:lnTo>
                  <a:lnTo>
                    <a:pt x="1314" y="1544"/>
                  </a:lnTo>
                  <a:lnTo>
                    <a:pt x="1424" y="1464"/>
                  </a:lnTo>
                  <a:lnTo>
                    <a:pt x="1354" y="1556"/>
                  </a:lnTo>
                  <a:lnTo>
                    <a:pt x="1314" y="1632"/>
                  </a:lnTo>
                  <a:lnTo>
                    <a:pt x="1250" y="1666"/>
                  </a:lnTo>
                  <a:lnTo>
                    <a:pt x="1354" y="1638"/>
                  </a:lnTo>
                  <a:lnTo>
                    <a:pt x="1441" y="1591"/>
                  </a:lnTo>
                  <a:lnTo>
                    <a:pt x="1378" y="1696"/>
                  </a:lnTo>
                  <a:lnTo>
                    <a:pt x="1319" y="1731"/>
                  </a:lnTo>
                  <a:lnTo>
                    <a:pt x="1413" y="1708"/>
                  </a:lnTo>
                  <a:lnTo>
                    <a:pt x="1436" y="1701"/>
                  </a:lnTo>
                  <a:lnTo>
                    <a:pt x="1418" y="1766"/>
                  </a:lnTo>
                  <a:lnTo>
                    <a:pt x="1384" y="1835"/>
                  </a:lnTo>
                  <a:lnTo>
                    <a:pt x="1406" y="1900"/>
                  </a:lnTo>
                  <a:lnTo>
                    <a:pt x="1518" y="1987"/>
                  </a:lnTo>
                  <a:lnTo>
                    <a:pt x="1546" y="2004"/>
                  </a:lnTo>
                  <a:lnTo>
                    <a:pt x="1640" y="2010"/>
                  </a:lnTo>
                  <a:lnTo>
                    <a:pt x="1720" y="1987"/>
                  </a:lnTo>
                  <a:lnTo>
                    <a:pt x="1698" y="2045"/>
                  </a:lnTo>
                  <a:lnTo>
                    <a:pt x="1738" y="2074"/>
                  </a:lnTo>
                  <a:lnTo>
                    <a:pt x="1866" y="2045"/>
                  </a:lnTo>
                  <a:lnTo>
                    <a:pt x="1930" y="2039"/>
                  </a:lnTo>
                  <a:lnTo>
                    <a:pt x="2006" y="2010"/>
                  </a:lnTo>
                  <a:lnTo>
                    <a:pt x="2081" y="1905"/>
                  </a:lnTo>
                  <a:lnTo>
                    <a:pt x="2145" y="1778"/>
                  </a:lnTo>
                  <a:lnTo>
                    <a:pt x="2198" y="1719"/>
                  </a:lnTo>
                  <a:lnTo>
                    <a:pt x="2256" y="1568"/>
                  </a:lnTo>
                  <a:lnTo>
                    <a:pt x="2343" y="1429"/>
                  </a:lnTo>
                  <a:lnTo>
                    <a:pt x="2343" y="1243"/>
                  </a:lnTo>
                  <a:lnTo>
                    <a:pt x="2313" y="1033"/>
                  </a:lnTo>
                  <a:lnTo>
                    <a:pt x="2256" y="848"/>
                  </a:lnTo>
                  <a:lnTo>
                    <a:pt x="2191" y="755"/>
                  </a:lnTo>
                  <a:lnTo>
                    <a:pt x="2134" y="691"/>
                  </a:lnTo>
                  <a:lnTo>
                    <a:pt x="2069" y="615"/>
                  </a:lnTo>
                  <a:lnTo>
                    <a:pt x="2052" y="587"/>
                  </a:lnTo>
                  <a:lnTo>
                    <a:pt x="2041" y="458"/>
                  </a:lnTo>
                  <a:lnTo>
                    <a:pt x="2029" y="383"/>
                  </a:lnTo>
                  <a:lnTo>
                    <a:pt x="1977" y="343"/>
                  </a:lnTo>
                  <a:lnTo>
                    <a:pt x="1959" y="232"/>
                  </a:lnTo>
                  <a:lnTo>
                    <a:pt x="1930" y="139"/>
                  </a:lnTo>
                  <a:lnTo>
                    <a:pt x="1895" y="179"/>
                  </a:lnTo>
                  <a:lnTo>
                    <a:pt x="1872" y="266"/>
                  </a:lnTo>
                  <a:lnTo>
                    <a:pt x="1832" y="430"/>
                  </a:lnTo>
                  <a:lnTo>
                    <a:pt x="1785" y="458"/>
                  </a:lnTo>
                  <a:lnTo>
                    <a:pt x="1744" y="458"/>
                  </a:lnTo>
                  <a:lnTo>
                    <a:pt x="1651" y="383"/>
                  </a:lnTo>
                  <a:lnTo>
                    <a:pt x="1581" y="343"/>
                  </a:lnTo>
                  <a:lnTo>
                    <a:pt x="1541" y="301"/>
                  </a:lnTo>
                  <a:lnTo>
                    <a:pt x="1523" y="249"/>
                  </a:lnTo>
                  <a:lnTo>
                    <a:pt x="1570" y="179"/>
                  </a:lnTo>
                  <a:lnTo>
                    <a:pt x="1581" y="122"/>
                  </a:lnTo>
                  <a:lnTo>
                    <a:pt x="1593" y="99"/>
                  </a:lnTo>
                  <a:lnTo>
                    <a:pt x="1546" y="110"/>
                  </a:lnTo>
                  <a:lnTo>
                    <a:pt x="1424" y="41"/>
                  </a:lnTo>
                  <a:lnTo>
                    <a:pt x="1378" y="0"/>
                  </a:lnTo>
                  <a:lnTo>
                    <a:pt x="1337" y="0"/>
                  </a:lnTo>
                  <a:close/>
                </a:path>
              </a:pathLst>
            </a:custGeom>
            <a:solidFill>
              <a:srgbClr val="DDDDDD"/>
            </a:solidFill>
            <a:ln w="9525">
              <a:solidFill>
                <a:srgbClr val="DDDDDD"/>
              </a:solidFill>
              <a:round/>
              <a:headEnd/>
              <a:tailEnd/>
            </a:ln>
          </p:spPr>
          <p:txBody>
            <a:bodyPr/>
            <a:lstStyle/>
            <a:p>
              <a:endParaRPr lang="ko-KR" altLang="en-US"/>
            </a:p>
          </p:txBody>
        </p:sp>
      </p:grpSp>
      <p:pic>
        <p:nvPicPr>
          <p:cNvPr id="417806" name="Picture 962">
            <a:extLst>
              <a:ext uri="{FF2B5EF4-FFF2-40B4-BE49-F238E27FC236}">
                <a16:creationId xmlns:a16="http://schemas.microsoft.com/office/drawing/2014/main" id="{0D134671-D102-AB50-34DB-EE9A00B2017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44750" y="4748213"/>
            <a:ext cx="1439863" cy="191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7807" name="Freeform 964">
            <a:extLst>
              <a:ext uri="{FF2B5EF4-FFF2-40B4-BE49-F238E27FC236}">
                <a16:creationId xmlns:a16="http://schemas.microsoft.com/office/drawing/2014/main" id="{4AF9E936-2B43-65F9-8C79-2D60C4CBE768}"/>
              </a:ext>
            </a:extLst>
          </p:cNvPr>
          <p:cNvSpPr>
            <a:spLocks/>
          </p:cNvSpPr>
          <p:nvPr/>
        </p:nvSpPr>
        <p:spPr bwMode="auto">
          <a:xfrm>
            <a:off x="6477000" y="4614863"/>
            <a:ext cx="411163" cy="352425"/>
          </a:xfrm>
          <a:custGeom>
            <a:avLst/>
            <a:gdLst>
              <a:gd name="T0" fmla="*/ 2147483646 w 2475"/>
              <a:gd name="T1" fmla="*/ 2147483646 h 2377"/>
              <a:gd name="T2" fmla="*/ 2147483646 w 2475"/>
              <a:gd name="T3" fmla="*/ 2147483646 h 2377"/>
              <a:gd name="T4" fmla="*/ 2147483646 w 2475"/>
              <a:gd name="T5" fmla="*/ 2147483646 h 2377"/>
              <a:gd name="T6" fmla="*/ 2147483646 w 2475"/>
              <a:gd name="T7" fmla="*/ 2147483646 h 2377"/>
              <a:gd name="T8" fmla="*/ 2147483646 w 2475"/>
              <a:gd name="T9" fmla="*/ 2147483646 h 2377"/>
              <a:gd name="T10" fmla="*/ 2147483646 w 2475"/>
              <a:gd name="T11" fmla="*/ 2147483646 h 2377"/>
              <a:gd name="T12" fmla="*/ 2147483646 w 2475"/>
              <a:gd name="T13" fmla="*/ 2147483646 h 2377"/>
              <a:gd name="T14" fmla="*/ 2147483646 w 2475"/>
              <a:gd name="T15" fmla="*/ 2147483646 h 2377"/>
              <a:gd name="T16" fmla="*/ 2147483646 w 2475"/>
              <a:gd name="T17" fmla="*/ 2147483646 h 2377"/>
              <a:gd name="T18" fmla="*/ 2147483646 w 2475"/>
              <a:gd name="T19" fmla="*/ 2147483646 h 2377"/>
              <a:gd name="T20" fmla="*/ 2147483646 w 2475"/>
              <a:gd name="T21" fmla="*/ 2147483646 h 2377"/>
              <a:gd name="T22" fmla="*/ 2147483646 w 2475"/>
              <a:gd name="T23" fmla="*/ 2147483646 h 2377"/>
              <a:gd name="T24" fmla="*/ 2147483646 w 2475"/>
              <a:gd name="T25" fmla="*/ 2147483646 h 2377"/>
              <a:gd name="T26" fmla="*/ 2147483646 w 2475"/>
              <a:gd name="T27" fmla="*/ 2147483646 h 2377"/>
              <a:gd name="T28" fmla="*/ 2147483646 w 2475"/>
              <a:gd name="T29" fmla="*/ 2147483646 h 2377"/>
              <a:gd name="T30" fmla="*/ 2147483646 w 2475"/>
              <a:gd name="T31" fmla="*/ 2147483646 h 2377"/>
              <a:gd name="T32" fmla="*/ 2147483646 w 2475"/>
              <a:gd name="T33" fmla="*/ 2147483646 h 2377"/>
              <a:gd name="T34" fmla="*/ 2147483646 w 2475"/>
              <a:gd name="T35" fmla="*/ 2147483646 h 2377"/>
              <a:gd name="T36" fmla="*/ 2147483646 w 2475"/>
              <a:gd name="T37" fmla="*/ 2147483646 h 2377"/>
              <a:gd name="T38" fmla="*/ 2147483646 w 2475"/>
              <a:gd name="T39" fmla="*/ 2147483646 h 2377"/>
              <a:gd name="T40" fmla="*/ 2147483646 w 2475"/>
              <a:gd name="T41" fmla="*/ 2147483646 h 2377"/>
              <a:gd name="T42" fmla="*/ 2147483646 w 2475"/>
              <a:gd name="T43" fmla="*/ 2147483646 h 2377"/>
              <a:gd name="T44" fmla="*/ 2147483646 w 2475"/>
              <a:gd name="T45" fmla="*/ 2147483646 h 2377"/>
              <a:gd name="T46" fmla="*/ 2147483646 w 2475"/>
              <a:gd name="T47" fmla="*/ 2147483646 h 2377"/>
              <a:gd name="T48" fmla="*/ 2147483646 w 2475"/>
              <a:gd name="T49" fmla="*/ 2147483646 h 2377"/>
              <a:gd name="T50" fmla="*/ 2147483646 w 2475"/>
              <a:gd name="T51" fmla="*/ 2147483646 h 2377"/>
              <a:gd name="T52" fmla="*/ 2147483646 w 2475"/>
              <a:gd name="T53" fmla="*/ 2147483646 h 2377"/>
              <a:gd name="T54" fmla="*/ 0 w 2475"/>
              <a:gd name="T55" fmla="*/ 2147483646 h 2377"/>
              <a:gd name="T56" fmla="*/ 2147483646 w 2475"/>
              <a:gd name="T57" fmla="*/ 2147483646 h 2377"/>
              <a:gd name="T58" fmla="*/ 2147483646 w 2475"/>
              <a:gd name="T59" fmla="*/ 2147483646 h 2377"/>
              <a:gd name="T60" fmla="*/ 2147483646 w 2475"/>
              <a:gd name="T61" fmla="*/ 2147483646 h 2377"/>
              <a:gd name="T62" fmla="*/ 2147483646 w 2475"/>
              <a:gd name="T63" fmla="*/ 2147483646 h 2377"/>
              <a:gd name="T64" fmla="*/ 2147483646 w 2475"/>
              <a:gd name="T65" fmla="*/ 2147483646 h 2377"/>
              <a:gd name="T66" fmla="*/ 2147483646 w 2475"/>
              <a:gd name="T67" fmla="*/ 2147483646 h 2377"/>
              <a:gd name="T68" fmla="*/ 2147483646 w 2475"/>
              <a:gd name="T69" fmla="*/ 2147483646 h 2377"/>
              <a:gd name="T70" fmla="*/ 2147483646 w 2475"/>
              <a:gd name="T71" fmla="*/ 2147483646 h 2377"/>
              <a:gd name="T72" fmla="*/ 2147483646 w 2475"/>
              <a:gd name="T73" fmla="*/ 2147483646 h 2377"/>
              <a:gd name="T74" fmla="*/ 2147483646 w 2475"/>
              <a:gd name="T75" fmla="*/ 2147483646 h 2377"/>
              <a:gd name="T76" fmla="*/ 2147483646 w 2475"/>
              <a:gd name="T77" fmla="*/ 2147483646 h 2377"/>
              <a:gd name="T78" fmla="*/ 2147483646 w 2475"/>
              <a:gd name="T79" fmla="*/ 2147483646 h 2377"/>
              <a:gd name="T80" fmla="*/ 2147483646 w 2475"/>
              <a:gd name="T81" fmla="*/ 2147483646 h 2377"/>
              <a:gd name="T82" fmla="*/ 2147483646 w 2475"/>
              <a:gd name="T83" fmla="*/ 2147483646 h 2377"/>
              <a:gd name="T84" fmla="*/ 2147483646 w 2475"/>
              <a:gd name="T85" fmla="*/ 2147483646 h 2377"/>
              <a:gd name="T86" fmla="*/ 2147483646 w 2475"/>
              <a:gd name="T87" fmla="*/ 2147483646 h 2377"/>
              <a:gd name="T88" fmla="*/ 2147483646 w 2475"/>
              <a:gd name="T89" fmla="*/ 2147483646 h 2377"/>
              <a:gd name="T90" fmla="*/ 2147483646 w 2475"/>
              <a:gd name="T91" fmla="*/ 2147483646 h 2377"/>
              <a:gd name="T92" fmla="*/ 2147483646 w 2475"/>
              <a:gd name="T93" fmla="*/ 2147483646 h 2377"/>
              <a:gd name="T94" fmla="*/ 2147483646 w 2475"/>
              <a:gd name="T95" fmla="*/ 2147483646 h 2377"/>
              <a:gd name="T96" fmla="*/ 2147483646 w 2475"/>
              <a:gd name="T97" fmla="*/ 2147483646 h 2377"/>
              <a:gd name="T98" fmla="*/ 2147483646 w 2475"/>
              <a:gd name="T99" fmla="*/ 2147483646 h 2377"/>
              <a:gd name="T100" fmla="*/ 2147483646 w 2475"/>
              <a:gd name="T101" fmla="*/ 2147483646 h 2377"/>
              <a:gd name="T102" fmla="*/ 2147483646 w 2475"/>
              <a:gd name="T103" fmla="*/ 2147483646 h 2377"/>
              <a:gd name="T104" fmla="*/ 2147483646 w 2475"/>
              <a:gd name="T105" fmla="*/ 2147483646 h 2377"/>
              <a:gd name="T106" fmla="*/ 2147483646 w 2475"/>
              <a:gd name="T107" fmla="*/ 2147483646 h 2377"/>
              <a:gd name="T108" fmla="*/ 2147483646 w 2475"/>
              <a:gd name="T109" fmla="*/ 2147483646 h 2377"/>
              <a:gd name="T110" fmla="*/ 2147483646 w 2475"/>
              <a:gd name="T111" fmla="*/ 2147483646 h 2377"/>
              <a:gd name="T112" fmla="*/ 2147483646 w 2475"/>
              <a:gd name="T113" fmla="*/ 2147483646 h 2377"/>
              <a:gd name="T114" fmla="*/ 2147483646 w 2475"/>
              <a:gd name="T115" fmla="*/ 2147483646 h 2377"/>
              <a:gd name="T116" fmla="*/ 2147483646 w 2475"/>
              <a:gd name="T117" fmla="*/ 2147483646 h 2377"/>
              <a:gd name="T118" fmla="*/ 2147483646 w 2475"/>
              <a:gd name="T119" fmla="*/ 2147483646 h 23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475" h="2377">
                <a:moveTo>
                  <a:pt x="2475" y="2196"/>
                </a:moveTo>
                <a:lnTo>
                  <a:pt x="2464" y="2206"/>
                </a:lnTo>
                <a:lnTo>
                  <a:pt x="2453" y="2216"/>
                </a:lnTo>
                <a:lnTo>
                  <a:pt x="2443" y="2227"/>
                </a:lnTo>
                <a:lnTo>
                  <a:pt x="2433" y="2238"/>
                </a:lnTo>
                <a:lnTo>
                  <a:pt x="2422" y="2251"/>
                </a:lnTo>
                <a:lnTo>
                  <a:pt x="2413" y="2263"/>
                </a:lnTo>
                <a:lnTo>
                  <a:pt x="2404" y="2275"/>
                </a:lnTo>
                <a:lnTo>
                  <a:pt x="2396" y="2287"/>
                </a:lnTo>
                <a:lnTo>
                  <a:pt x="2388" y="2299"/>
                </a:lnTo>
                <a:lnTo>
                  <a:pt x="2380" y="2310"/>
                </a:lnTo>
                <a:lnTo>
                  <a:pt x="2374" y="2321"/>
                </a:lnTo>
                <a:lnTo>
                  <a:pt x="2368" y="2330"/>
                </a:lnTo>
                <a:lnTo>
                  <a:pt x="2363" y="2339"/>
                </a:lnTo>
                <a:lnTo>
                  <a:pt x="2358" y="2348"/>
                </a:lnTo>
                <a:lnTo>
                  <a:pt x="2354" y="2354"/>
                </a:lnTo>
                <a:lnTo>
                  <a:pt x="2351" y="2359"/>
                </a:lnTo>
                <a:lnTo>
                  <a:pt x="2344" y="2368"/>
                </a:lnTo>
                <a:lnTo>
                  <a:pt x="2335" y="2373"/>
                </a:lnTo>
                <a:lnTo>
                  <a:pt x="2323" y="2376"/>
                </a:lnTo>
                <a:lnTo>
                  <a:pt x="2312" y="2374"/>
                </a:lnTo>
                <a:lnTo>
                  <a:pt x="2301" y="2370"/>
                </a:lnTo>
                <a:lnTo>
                  <a:pt x="2291" y="2363"/>
                </a:lnTo>
                <a:lnTo>
                  <a:pt x="2283" y="2352"/>
                </a:lnTo>
                <a:lnTo>
                  <a:pt x="2275" y="2338"/>
                </a:lnTo>
                <a:lnTo>
                  <a:pt x="2269" y="2327"/>
                </a:lnTo>
                <a:lnTo>
                  <a:pt x="2262" y="2321"/>
                </a:lnTo>
                <a:lnTo>
                  <a:pt x="2253" y="2318"/>
                </a:lnTo>
                <a:lnTo>
                  <a:pt x="2242" y="2319"/>
                </a:lnTo>
                <a:lnTo>
                  <a:pt x="2229" y="2321"/>
                </a:lnTo>
                <a:lnTo>
                  <a:pt x="2216" y="2323"/>
                </a:lnTo>
                <a:lnTo>
                  <a:pt x="2201" y="2323"/>
                </a:lnTo>
                <a:lnTo>
                  <a:pt x="2184" y="2322"/>
                </a:lnTo>
                <a:lnTo>
                  <a:pt x="2168" y="2321"/>
                </a:lnTo>
                <a:lnTo>
                  <a:pt x="2157" y="2322"/>
                </a:lnTo>
                <a:lnTo>
                  <a:pt x="2149" y="2326"/>
                </a:lnTo>
                <a:lnTo>
                  <a:pt x="2143" y="2331"/>
                </a:lnTo>
                <a:lnTo>
                  <a:pt x="2136" y="2338"/>
                </a:lnTo>
                <a:lnTo>
                  <a:pt x="2128" y="2345"/>
                </a:lnTo>
                <a:lnTo>
                  <a:pt x="2119" y="2352"/>
                </a:lnTo>
                <a:lnTo>
                  <a:pt x="2106" y="2357"/>
                </a:lnTo>
                <a:lnTo>
                  <a:pt x="2091" y="2360"/>
                </a:lnTo>
                <a:lnTo>
                  <a:pt x="2074" y="2361"/>
                </a:lnTo>
                <a:lnTo>
                  <a:pt x="2060" y="2361"/>
                </a:lnTo>
                <a:lnTo>
                  <a:pt x="2045" y="2359"/>
                </a:lnTo>
                <a:lnTo>
                  <a:pt x="2029" y="2355"/>
                </a:lnTo>
                <a:lnTo>
                  <a:pt x="2014" y="2348"/>
                </a:lnTo>
                <a:lnTo>
                  <a:pt x="1998" y="2339"/>
                </a:lnTo>
                <a:lnTo>
                  <a:pt x="1981" y="2328"/>
                </a:lnTo>
                <a:lnTo>
                  <a:pt x="1966" y="2318"/>
                </a:lnTo>
                <a:lnTo>
                  <a:pt x="1953" y="2315"/>
                </a:lnTo>
                <a:lnTo>
                  <a:pt x="1943" y="2315"/>
                </a:lnTo>
                <a:lnTo>
                  <a:pt x="1935" y="2318"/>
                </a:lnTo>
                <a:lnTo>
                  <a:pt x="1927" y="2323"/>
                </a:lnTo>
                <a:lnTo>
                  <a:pt x="1923" y="2328"/>
                </a:lnTo>
                <a:lnTo>
                  <a:pt x="1921" y="2332"/>
                </a:lnTo>
                <a:lnTo>
                  <a:pt x="1920" y="2334"/>
                </a:lnTo>
                <a:lnTo>
                  <a:pt x="1920" y="2337"/>
                </a:lnTo>
                <a:lnTo>
                  <a:pt x="1921" y="2344"/>
                </a:lnTo>
                <a:lnTo>
                  <a:pt x="1921" y="2353"/>
                </a:lnTo>
                <a:lnTo>
                  <a:pt x="1920" y="2361"/>
                </a:lnTo>
                <a:lnTo>
                  <a:pt x="1915" y="2368"/>
                </a:lnTo>
                <a:lnTo>
                  <a:pt x="1907" y="2371"/>
                </a:lnTo>
                <a:lnTo>
                  <a:pt x="1895" y="2369"/>
                </a:lnTo>
                <a:lnTo>
                  <a:pt x="1875" y="2359"/>
                </a:lnTo>
                <a:lnTo>
                  <a:pt x="1857" y="2348"/>
                </a:lnTo>
                <a:lnTo>
                  <a:pt x="1844" y="2341"/>
                </a:lnTo>
                <a:lnTo>
                  <a:pt x="1836" y="2339"/>
                </a:lnTo>
                <a:lnTo>
                  <a:pt x="1829" y="2341"/>
                </a:lnTo>
                <a:lnTo>
                  <a:pt x="1825" y="2348"/>
                </a:lnTo>
                <a:lnTo>
                  <a:pt x="1821" y="2354"/>
                </a:lnTo>
                <a:lnTo>
                  <a:pt x="1818" y="2363"/>
                </a:lnTo>
                <a:lnTo>
                  <a:pt x="1812" y="2371"/>
                </a:lnTo>
                <a:lnTo>
                  <a:pt x="1804" y="2376"/>
                </a:lnTo>
                <a:lnTo>
                  <a:pt x="1794" y="2377"/>
                </a:lnTo>
                <a:lnTo>
                  <a:pt x="1782" y="2373"/>
                </a:lnTo>
                <a:lnTo>
                  <a:pt x="1769" y="2366"/>
                </a:lnTo>
                <a:lnTo>
                  <a:pt x="1753" y="2356"/>
                </a:lnTo>
                <a:lnTo>
                  <a:pt x="1736" y="2344"/>
                </a:lnTo>
                <a:lnTo>
                  <a:pt x="1715" y="2330"/>
                </a:lnTo>
                <a:lnTo>
                  <a:pt x="1692" y="2316"/>
                </a:lnTo>
                <a:lnTo>
                  <a:pt x="1669" y="2305"/>
                </a:lnTo>
                <a:lnTo>
                  <a:pt x="1654" y="2298"/>
                </a:lnTo>
                <a:lnTo>
                  <a:pt x="1642" y="2295"/>
                </a:lnTo>
                <a:lnTo>
                  <a:pt x="1632" y="2294"/>
                </a:lnTo>
                <a:lnTo>
                  <a:pt x="1625" y="2296"/>
                </a:lnTo>
                <a:lnTo>
                  <a:pt x="1617" y="2297"/>
                </a:lnTo>
                <a:lnTo>
                  <a:pt x="1609" y="2299"/>
                </a:lnTo>
                <a:lnTo>
                  <a:pt x="1598" y="2300"/>
                </a:lnTo>
                <a:lnTo>
                  <a:pt x="1588" y="2301"/>
                </a:lnTo>
                <a:lnTo>
                  <a:pt x="1579" y="2304"/>
                </a:lnTo>
                <a:lnTo>
                  <a:pt x="1573" y="2307"/>
                </a:lnTo>
                <a:lnTo>
                  <a:pt x="1569" y="2310"/>
                </a:lnTo>
                <a:lnTo>
                  <a:pt x="1564" y="2312"/>
                </a:lnTo>
                <a:lnTo>
                  <a:pt x="1560" y="2313"/>
                </a:lnTo>
                <a:lnTo>
                  <a:pt x="1553" y="2310"/>
                </a:lnTo>
                <a:lnTo>
                  <a:pt x="1545" y="2304"/>
                </a:lnTo>
                <a:lnTo>
                  <a:pt x="1536" y="2297"/>
                </a:lnTo>
                <a:lnTo>
                  <a:pt x="1525" y="2290"/>
                </a:lnTo>
                <a:lnTo>
                  <a:pt x="1516" y="2287"/>
                </a:lnTo>
                <a:lnTo>
                  <a:pt x="1506" y="2284"/>
                </a:lnTo>
                <a:lnTo>
                  <a:pt x="1497" y="2283"/>
                </a:lnTo>
                <a:lnTo>
                  <a:pt x="1487" y="2283"/>
                </a:lnTo>
                <a:lnTo>
                  <a:pt x="1478" y="2284"/>
                </a:lnTo>
                <a:lnTo>
                  <a:pt x="1469" y="2285"/>
                </a:lnTo>
                <a:lnTo>
                  <a:pt x="1460" y="2286"/>
                </a:lnTo>
                <a:lnTo>
                  <a:pt x="1452" y="2286"/>
                </a:lnTo>
                <a:lnTo>
                  <a:pt x="1443" y="2284"/>
                </a:lnTo>
                <a:lnTo>
                  <a:pt x="1436" y="2280"/>
                </a:lnTo>
                <a:lnTo>
                  <a:pt x="1428" y="2276"/>
                </a:lnTo>
                <a:lnTo>
                  <a:pt x="1424" y="2270"/>
                </a:lnTo>
                <a:lnTo>
                  <a:pt x="1421" y="2263"/>
                </a:lnTo>
                <a:lnTo>
                  <a:pt x="1422" y="2255"/>
                </a:lnTo>
                <a:lnTo>
                  <a:pt x="1422" y="2246"/>
                </a:lnTo>
                <a:lnTo>
                  <a:pt x="1420" y="2237"/>
                </a:lnTo>
                <a:lnTo>
                  <a:pt x="1417" y="2229"/>
                </a:lnTo>
                <a:lnTo>
                  <a:pt x="1412" y="2222"/>
                </a:lnTo>
                <a:lnTo>
                  <a:pt x="1407" y="2217"/>
                </a:lnTo>
                <a:lnTo>
                  <a:pt x="1401" y="2214"/>
                </a:lnTo>
                <a:lnTo>
                  <a:pt x="1396" y="2214"/>
                </a:lnTo>
                <a:lnTo>
                  <a:pt x="1392" y="2218"/>
                </a:lnTo>
                <a:lnTo>
                  <a:pt x="1385" y="2225"/>
                </a:lnTo>
                <a:lnTo>
                  <a:pt x="1379" y="2223"/>
                </a:lnTo>
                <a:lnTo>
                  <a:pt x="1373" y="2216"/>
                </a:lnTo>
                <a:lnTo>
                  <a:pt x="1365" y="2208"/>
                </a:lnTo>
                <a:lnTo>
                  <a:pt x="1360" y="2204"/>
                </a:lnTo>
                <a:lnTo>
                  <a:pt x="1354" y="2201"/>
                </a:lnTo>
                <a:lnTo>
                  <a:pt x="1348" y="2198"/>
                </a:lnTo>
                <a:lnTo>
                  <a:pt x="1342" y="2198"/>
                </a:lnTo>
                <a:lnTo>
                  <a:pt x="1335" y="2199"/>
                </a:lnTo>
                <a:lnTo>
                  <a:pt x="1327" y="2202"/>
                </a:lnTo>
                <a:lnTo>
                  <a:pt x="1319" y="2208"/>
                </a:lnTo>
                <a:lnTo>
                  <a:pt x="1310" y="2216"/>
                </a:lnTo>
                <a:lnTo>
                  <a:pt x="1301" y="2224"/>
                </a:lnTo>
                <a:lnTo>
                  <a:pt x="1292" y="2230"/>
                </a:lnTo>
                <a:lnTo>
                  <a:pt x="1282" y="2234"/>
                </a:lnTo>
                <a:lnTo>
                  <a:pt x="1274" y="2235"/>
                </a:lnTo>
                <a:lnTo>
                  <a:pt x="1265" y="2234"/>
                </a:lnTo>
                <a:lnTo>
                  <a:pt x="1256" y="2229"/>
                </a:lnTo>
                <a:lnTo>
                  <a:pt x="1247" y="2222"/>
                </a:lnTo>
                <a:lnTo>
                  <a:pt x="1237" y="2212"/>
                </a:lnTo>
                <a:lnTo>
                  <a:pt x="1225" y="2201"/>
                </a:lnTo>
                <a:lnTo>
                  <a:pt x="1213" y="2192"/>
                </a:lnTo>
                <a:lnTo>
                  <a:pt x="1200" y="2183"/>
                </a:lnTo>
                <a:lnTo>
                  <a:pt x="1187" y="2177"/>
                </a:lnTo>
                <a:lnTo>
                  <a:pt x="1174" y="2175"/>
                </a:lnTo>
                <a:lnTo>
                  <a:pt x="1164" y="2176"/>
                </a:lnTo>
                <a:lnTo>
                  <a:pt x="1156" y="2180"/>
                </a:lnTo>
                <a:lnTo>
                  <a:pt x="1151" y="2189"/>
                </a:lnTo>
                <a:lnTo>
                  <a:pt x="1147" y="2200"/>
                </a:lnTo>
                <a:lnTo>
                  <a:pt x="1140" y="2209"/>
                </a:lnTo>
                <a:lnTo>
                  <a:pt x="1131" y="2216"/>
                </a:lnTo>
                <a:lnTo>
                  <a:pt x="1122" y="2221"/>
                </a:lnTo>
                <a:lnTo>
                  <a:pt x="1112" y="2225"/>
                </a:lnTo>
                <a:lnTo>
                  <a:pt x="1102" y="2226"/>
                </a:lnTo>
                <a:lnTo>
                  <a:pt x="1093" y="2226"/>
                </a:lnTo>
                <a:lnTo>
                  <a:pt x="1083" y="2224"/>
                </a:lnTo>
                <a:lnTo>
                  <a:pt x="1075" y="2219"/>
                </a:lnTo>
                <a:lnTo>
                  <a:pt x="1067" y="2212"/>
                </a:lnTo>
                <a:lnTo>
                  <a:pt x="1059" y="2203"/>
                </a:lnTo>
                <a:lnTo>
                  <a:pt x="1049" y="2193"/>
                </a:lnTo>
                <a:lnTo>
                  <a:pt x="1037" y="2183"/>
                </a:lnTo>
                <a:lnTo>
                  <a:pt x="1022" y="2174"/>
                </a:lnTo>
                <a:lnTo>
                  <a:pt x="1003" y="2167"/>
                </a:lnTo>
                <a:lnTo>
                  <a:pt x="979" y="2163"/>
                </a:lnTo>
                <a:lnTo>
                  <a:pt x="959" y="2157"/>
                </a:lnTo>
                <a:lnTo>
                  <a:pt x="947" y="2146"/>
                </a:lnTo>
                <a:lnTo>
                  <a:pt x="942" y="2130"/>
                </a:lnTo>
                <a:lnTo>
                  <a:pt x="942" y="2112"/>
                </a:lnTo>
                <a:lnTo>
                  <a:pt x="944" y="2094"/>
                </a:lnTo>
                <a:lnTo>
                  <a:pt x="948" y="2075"/>
                </a:lnTo>
                <a:lnTo>
                  <a:pt x="949" y="2058"/>
                </a:lnTo>
                <a:lnTo>
                  <a:pt x="947" y="2045"/>
                </a:lnTo>
                <a:lnTo>
                  <a:pt x="944" y="2032"/>
                </a:lnTo>
                <a:lnTo>
                  <a:pt x="945" y="2017"/>
                </a:lnTo>
                <a:lnTo>
                  <a:pt x="948" y="2001"/>
                </a:lnTo>
                <a:lnTo>
                  <a:pt x="954" y="1984"/>
                </a:lnTo>
                <a:lnTo>
                  <a:pt x="960" y="1968"/>
                </a:lnTo>
                <a:lnTo>
                  <a:pt x="967" y="1952"/>
                </a:lnTo>
                <a:lnTo>
                  <a:pt x="973" y="1936"/>
                </a:lnTo>
                <a:lnTo>
                  <a:pt x="977" y="1924"/>
                </a:lnTo>
                <a:lnTo>
                  <a:pt x="978" y="1911"/>
                </a:lnTo>
                <a:lnTo>
                  <a:pt x="977" y="1896"/>
                </a:lnTo>
                <a:lnTo>
                  <a:pt x="974" y="1878"/>
                </a:lnTo>
                <a:lnTo>
                  <a:pt x="970" y="1860"/>
                </a:lnTo>
                <a:lnTo>
                  <a:pt x="965" y="1842"/>
                </a:lnTo>
                <a:lnTo>
                  <a:pt x="961" y="1825"/>
                </a:lnTo>
                <a:lnTo>
                  <a:pt x="959" y="1811"/>
                </a:lnTo>
                <a:lnTo>
                  <a:pt x="959" y="1800"/>
                </a:lnTo>
                <a:lnTo>
                  <a:pt x="959" y="1791"/>
                </a:lnTo>
                <a:lnTo>
                  <a:pt x="956" y="1782"/>
                </a:lnTo>
                <a:lnTo>
                  <a:pt x="950" y="1774"/>
                </a:lnTo>
                <a:lnTo>
                  <a:pt x="942" y="1768"/>
                </a:lnTo>
                <a:lnTo>
                  <a:pt x="930" y="1761"/>
                </a:lnTo>
                <a:lnTo>
                  <a:pt x="918" y="1755"/>
                </a:lnTo>
                <a:lnTo>
                  <a:pt x="905" y="1748"/>
                </a:lnTo>
                <a:lnTo>
                  <a:pt x="892" y="1741"/>
                </a:lnTo>
                <a:lnTo>
                  <a:pt x="878" y="1735"/>
                </a:lnTo>
                <a:lnTo>
                  <a:pt x="867" y="1735"/>
                </a:lnTo>
                <a:lnTo>
                  <a:pt x="856" y="1737"/>
                </a:lnTo>
                <a:lnTo>
                  <a:pt x="845" y="1742"/>
                </a:lnTo>
                <a:lnTo>
                  <a:pt x="832" y="1748"/>
                </a:lnTo>
                <a:lnTo>
                  <a:pt x="818" y="1754"/>
                </a:lnTo>
                <a:lnTo>
                  <a:pt x="803" y="1759"/>
                </a:lnTo>
                <a:lnTo>
                  <a:pt x="783" y="1763"/>
                </a:lnTo>
                <a:lnTo>
                  <a:pt x="765" y="1764"/>
                </a:lnTo>
                <a:lnTo>
                  <a:pt x="753" y="1759"/>
                </a:lnTo>
                <a:lnTo>
                  <a:pt x="746" y="1751"/>
                </a:lnTo>
                <a:lnTo>
                  <a:pt x="743" y="1740"/>
                </a:lnTo>
                <a:lnTo>
                  <a:pt x="743" y="1729"/>
                </a:lnTo>
                <a:lnTo>
                  <a:pt x="746" y="1719"/>
                </a:lnTo>
                <a:lnTo>
                  <a:pt x="750" y="1711"/>
                </a:lnTo>
                <a:lnTo>
                  <a:pt x="755" y="1708"/>
                </a:lnTo>
                <a:lnTo>
                  <a:pt x="761" y="1705"/>
                </a:lnTo>
                <a:lnTo>
                  <a:pt x="768" y="1698"/>
                </a:lnTo>
                <a:lnTo>
                  <a:pt x="775" y="1687"/>
                </a:lnTo>
                <a:lnTo>
                  <a:pt x="781" y="1674"/>
                </a:lnTo>
                <a:lnTo>
                  <a:pt x="785" y="1660"/>
                </a:lnTo>
                <a:lnTo>
                  <a:pt x="788" y="1645"/>
                </a:lnTo>
                <a:lnTo>
                  <a:pt x="784" y="1630"/>
                </a:lnTo>
                <a:lnTo>
                  <a:pt x="777" y="1616"/>
                </a:lnTo>
                <a:lnTo>
                  <a:pt x="770" y="1604"/>
                </a:lnTo>
                <a:lnTo>
                  <a:pt x="767" y="1594"/>
                </a:lnTo>
                <a:lnTo>
                  <a:pt x="767" y="1583"/>
                </a:lnTo>
                <a:lnTo>
                  <a:pt x="770" y="1575"/>
                </a:lnTo>
                <a:lnTo>
                  <a:pt x="775" y="1568"/>
                </a:lnTo>
                <a:lnTo>
                  <a:pt x="782" y="1562"/>
                </a:lnTo>
                <a:lnTo>
                  <a:pt x="791" y="1557"/>
                </a:lnTo>
                <a:lnTo>
                  <a:pt x="800" y="1553"/>
                </a:lnTo>
                <a:lnTo>
                  <a:pt x="807" y="1548"/>
                </a:lnTo>
                <a:lnTo>
                  <a:pt x="811" y="1539"/>
                </a:lnTo>
                <a:lnTo>
                  <a:pt x="811" y="1525"/>
                </a:lnTo>
                <a:lnTo>
                  <a:pt x="810" y="1510"/>
                </a:lnTo>
                <a:lnTo>
                  <a:pt x="806" y="1493"/>
                </a:lnTo>
                <a:lnTo>
                  <a:pt x="803" y="1474"/>
                </a:lnTo>
                <a:lnTo>
                  <a:pt x="800" y="1455"/>
                </a:lnTo>
                <a:lnTo>
                  <a:pt x="798" y="1434"/>
                </a:lnTo>
                <a:lnTo>
                  <a:pt x="796" y="1415"/>
                </a:lnTo>
                <a:lnTo>
                  <a:pt x="792" y="1400"/>
                </a:lnTo>
                <a:lnTo>
                  <a:pt x="785" y="1385"/>
                </a:lnTo>
                <a:lnTo>
                  <a:pt x="778" y="1374"/>
                </a:lnTo>
                <a:lnTo>
                  <a:pt x="769" y="1364"/>
                </a:lnTo>
                <a:lnTo>
                  <a:pt x="758" y="1355"/>
                </a:lnTo>
                <a:lnTo>
                  <a:pt x="746" y="1346"/>
                </a:lnTo>
                <a:lnTo>
                  <a:pt x="732" y="1337"/>
                </a:lnTo>
                <a:lnTo>
                  <a:pt x="720" y="1327"/>
                </a:lnTo>
                <a:lnTo>
                  <a:pt x="712" y="1319"/>
                </a:lnTo>
                <a:lnTo>
                  <a:pt x="707" y="1311"/>
                </a:lnTo>
                <a:lnTo>
                  <a:pt x="703" y="1303"/>
                </a:lnTo>
                <a:lnTo>
                  <a:pt x="701" y="1295"/>
                </a:lnTo>
                <a:lnTo>
                  <a:pt x="698" y="1283"/>
                </a:lnTo>
                <a:lnTo>
                  <a:pt x="694" y="1271"/>
                </a:lnTo>
                <a:lnTo>
                  <a:pt x="688" y="1255"/>
                </a:lnTo>
                <a:lnTo>
                  <a:pt x="680" y="1240"/>
                </a:lnTo>
                <a:lnTo>
                  <a:pt x="674" y="1231"/>
                </a:lnTo>
                <a:lnTo>
                  <a:pt x="668" y="1227"/>
                </a:lnTo>
                <a:lnTo>
                  <a:pt x="662" y="1227"/>
                </a:lnTo>
                <a:lnTo>
                  <a:pt x="655" y="1229"/>
                </a:lnTo>
                <a:lnTo>
                  <a:pt x="648" y="1233"/>
                </a:lnTo>
                <a:lnTo>
                  <a:pt x="640" y="1238"/>
                </a:lnTo>
                <a:lnTo>
                  <a:pt x="630" y="1241"/>
                </a:lnTo>
                <a:lnTo>
                  <a:pt x="621" y="1241"/>
                </a:lnTo>
                <a:lnTo>
                  <a:pt x="613" y="1239"/>
                </a:lnTo>
                <a:lnTo>
                  <a:pt x="608" y="1234"/>
                </a:lnTo>
                <a:lnTo>
                  <a:pt x="603" y="1228"/>
                </a:lnTo>
                <a:lnTo>
                  <a:pt x="598" y="1220"/>
                </a:lnTo>
                <a:lnTo>
                  <a:pt x="593" y="1211"/>
                </a:lnTo>
                <a:lnTo>
                  <a:pt x="586" y="1201"/>
                </a:lnTo>
                <a:lnTo>
                  <a:pt x="579" y="1190"/>
                </a:lnTo>
                <a:lnTo>
                  <a:pt x="571" y="1179"/>
                </a:lnTo>
                <a:lnTo>
                  <a:pt x="565" y="1173"/>
                </a:lnTo>
                <a:lnTo>
                  <a:pt x="559" y="1169"/>
                </a:lnTo>
                <a:lnTo>
                  <a:pt x="552" y="1168"/>
                </a:lnTo>
                <a:lnTo>
                  <a:pt x="545" y="1168"/>
                </a:lnTo>
                <a:lnTo>
                  <a:pt x="536" y="1170"/>
                </a:lnTo>
                <a:lnTo>
                  <a:pt x="526" y="1172"/>
                </a:lnTo>
                <a:lnTo>
                  <a:pt x="514" y="1175"/>
                </a:lnTo>
                <a:lnTo>
                  <a:pt x="503" y="1176"/>
                </a:lnTo>
                <a:lnTo>
                  <a:pt x="495" y="1174"/>
                </a:lnTo>
                <a:lnTo>
                  <a:pt x="490" y="1170"/>
                </a:lnTo>
                <a:lnTo>
                  <a:pt x="488" y="1163"/>
                </a:lnTo>
                <a:lnTo>
                  <a:pt x="486" y="1154"/>
                </a:lnTo>
                <a:lnTo>
                  <a:pt x="488" y="1145"/>
                </a:lnTo>
                <a:lnTo>
                  <a:pt x="489" y="1134"/>
                </a:lnTo>
                <a:lnTo>
                  <a:pt x="490" y="1124"/>
                </a:lnTo>
                <a:lnTo>
                  <a:pt x="489" y="1116"/>
                </a:lnTo>
                <a:lnTo>
                  <a:pt x="485" y="1109"/>
                </a:lnTo>
                <a:lnTo>
                  <a:pt x="480" y="1103"/>
                </a:lnTo>
                <a:lnTo>
                  <a:pt x="473" y="1098"/>
                </a:lnTo>
                <a:lnTo>
                  <a:pt x="463" y="1095"/>
                </a:lnTo>
                <a:lnTo>
                  <a:pt x="451" y="1094"/>
                </a:lnTo>
                <a:lnTo>
                  <a:pt x="438" y="1093"/>
                </a:lnTo>
                <a:lnTo>
                  <a:pt x="422" y="1094"/>
                </a:lnTo>
                <a:lnTo>
                  <a:pt x="407" y="1096"/>
                </a:lnTo>
                <a:lnTo>
                  <a:pt x="393" y="1099"/>
                </a:lnTo>
                <a:lnTo>
                  <a:pt x="380" y="1100"/>
                </a:lnTo>
                <a:lnTo>
                  <a:pt x="369" y="1100"/>
                </a:lnTo>
                <a:lnTo>
                  <a:pt x="358" y="1098"/>
                </a:lnTo>
                <a:lnTo>
                  <a:pt x="348" y="1092"/>
                </a:lnTo>
                <a:lnTo>
                  <a:pt x="339" y="1082"/>
                </a:lnTo>
                <a:lnTo>
                  <a:pt x="330" y="1069"/>
                </a:lnTo>
                <a:lnTo>
                  <a:pt x="321" y="1057"/>
                </a:lnTo>
                <a:lnTo>
                  <a:pt x="309" y="1050"/>
                </a:lnTo>
                <a:lnTo>
                  <a:pt x="295" y="1047"/>
                </a:lnTo>
                <a:lnTo>
                  <a:pt x="279" y="1046"/>
                </a:lnTo>
                <a:lnTo>
                  <a:pt x="263" y="1047"/>
                </a:lnTo>
                <a:lnTo>
                  <a:pt x="247" y="1047"/>
                </a:lnTo>
                <a:lnTo>
                  <a:pt x="229" y="1045"/>
                </a:lnTo>
                <a:lnTo>
                  <a:pt x="212" y="1039"/>
                </a:lnTo>
                <a:lnTo>
                  <a:pt x="198" y="1028"/>
                </a:lnTo>
                <a:lnTo>
                  <a:pt x="190" y="1016"/>
                </a:lnTo>
                <a:lnTo>
                  <a:pt x="184" y="1002"/>
                </a:lnTo>
                <a:lnTo>
                  <a:pt x="182" y="986"/>
                </a:lnTo>
                <a:lnTo>
                  <a:pt x="180" y="969"/>
                </a:lnTo>
                <a:lnTo>
                  <a:pt x="180" y="953"/>
                </a:lnTo>
                <a:lnTo>
                  <a:pt x="177" y="937"/>
                </a:lnTo>
                <a:lnTo>
                  <a:pt x="173" y="922"/>
                </a:lnTo>
                <a:lnTo>
                  <a:pt x="165" y="911"/>
                </a:lnTo>
                <a:lnTo>
                  <a:pt x="154" y="905"/>
                </a:lnTo>
                <a:lnTo>
                  <a:pt x="141" y="902"/>
                </a:lnTo>
                <a:lnTo>
                  <a:pt x="125" y="902"/>
                </a:lnTo>
                <a:lnTo>
                  <a:pt x="110" y="902"/>
                </a:lnTo>
                <a:lnTo>
                  <a:pt x="95" y="903"/>
                </a:lnTo>
                <a:lnTo>
                  <a:pt x="80" y="902"/>
                </a:lnTo>
                <a:lnTo>
                  <a:pt x="67" y="898"/>
                </a:lnTo>
                <a:lnTo>
                  <a:pt x="57" y="891"/>
                </a:lnTo>
                <a:lnTo>
                  <a:pt x="51" y="882"/>
                </a:lnTo>
                <a:lnTo>
                  <a:pt x="47" y="871"/>
                </a:lnTo>
                <a:lnTo>
                  <a:pt x="45" y="860"/>
                </a:lnTo>
                <a:lnTo>
                  <a:pt x="43" y="848"/>
                </a:lnTo>
                <a:lnTo>
                  <a:pt x="39" y="837"/>
                </a:lnTo>
                <a:lnTo>
                  <a:pt x="30" y="825"/>
                </a:lnTo>
                <a:lnTo>
                  <a:pt x="18" y="816"/>
                </a:lnTo>
                <a:lnTo>
                  <a:pt x="7" y="808"/>
                </a:lnTo>
                <a:lnTo>
                  <a:pt x="1" y="799"/>
                </a:lnTo>
                <a:lnTo>
                  <a:pt x="0" y="790"/>
                </a:lnTo>
                <a:lnTo>
                  <a:pt x="2" y="781"/>
                </a:lnTo>
                <a:lnTo>
                  <a:pt x="7" y="773"/>
                </a:lnTo>
                <a:lnTo>
                  <a:pt x="14" y="766"/>
                </a:lnTo>
                <a:lnTo>
                  <a:pt x="21" y="761"/>
                </a:lnTo>
                <a:lnTo>
                  <a:pt x="28" y="757"/>
                </a:lnTo>
                <a:lnTo>
                  <a:pt x="33" y="752"/>
                </a:lnTo>
                <a:lnTo>
                  <a:pt x="37" y="743"/>
                </a:lnTo>
                <a:lnTo>
                  <a:pt x="40" y="732"/>
                </a:lnTo>
                <a:lnTo>
                  <a:pt x="40" y="719"/>
                </a:lnTo>
                <a:lnTo>
                  <a:pt x="37" y="706"/>
                </a:lnTo>
                <a:lnTo>
                  <a:pt x="32" y="692"/>
                </a:lnTo>
                <a:lnTo>
                  <a:pt x="24" y="678"/>
                </a:lnTo>
                <a:lnTo>
                  <a:pt x="14" y="665"/>
                </a:lnTo>
                <a:lnTo>
                  <a:pt x="4" y="654"/>
                </a:lnTo>
                <a:lnTo>
                  <a:pt x="0" y="645"/>
                </a:lnTo>
                <a:lnTo>
                  <a:pt x="0" y="638"/>
                </a:lnTo>
                <a:lnTo>
                  <a:pt x="3" y="631"/>
                </a:lnTo>
                <a:lnTo>
                  <a:pt x="8" y="624"/>
                </a:lnTo>
                <a:lnTo>
                  <a:pt x="13" y="617"/>
                </a:lnTo>
                <a:lnTo>
                  <a:pt x="16" y="608"/>
                </a:lnTo>
                <a:lnTo>
                  <a:pt x="18" y="596"/>
                </a:lnTo>
                <a:lnTo>
                  <a:pt x="19" y="585"/>
                </a:lnTo>
                <a:lnTo>
                  <a:pt x="22" y="576"/>
                </a:lnTo>
                <a:lnTo>
                  <a:pt x="26" y="571"/>
                </a:lnTo>
                <a:lnTo>
                  <a:pt x="32" y="568"/>
                </a:lnTo>
                <a:lnTo>
                  <a:pt x="39" y="567"/>
                </a:lnTo>
                <a:lnTo>
                  <a:pt x="47" y="566"/>
                </a:lnTo>
                <a:lnTo>
                  <a:pt x="55" y="566"/>
                </a:lnTo>
                <a:lnTo>
                  <a:pt x="63" y="565"/>
                </a:lnTo>
                <a:lnTo>
                  <a:pt x="71" y="563"/>
                </a:lnTo>
                <a:lnTo>
                  <a:pt x="79" y="559"/>
                </a:lnTo>
                <a:lnTo>
                  <a:pt x="87" y="553"/>
                </a:lnTo>
                <a:lnTo>
                  <a:pt x="95" y="545"/>
                </a:lnTo>
                <a:lnTo>
                  <a:pt x="101" y="537"/>
                </a:lnTo>
                <a:lnTo>
                  <a:pt x="106" y="527"/>
                </a:lnTo>
                <a:lnTo>
                  <a:pt x="110" y="519"/>
                </a:lnTo>
                <a:lnTo>
                  <a:pt x="112" y="510"/>
                </a:lnTo>
                <a:lnTo>
                  <a:pt x="112" y="502"/>
                </a:lnTo>
                <a:lnTo>
                  <a:pt x="112" y="496"/>
                </a:lnTo>
                <a:lnTo>
                  <a:pt x="112" y="490"/>
                </a:lnTo>
                <a:lnTo>
                  <a:pt x="112" y="484"/>
                </a:lnTo>
                <a:lnTo>
                  <a:pt x="113" y="478"/>
                </a:lnTo>
                <a:lnTo>
                  <a:pt x="114" y="473"/>
                </a:lnTo>
                <a:lnTo>
                  <a:pt x="116" y="467"/>
                </a:lnTo>
                <a:lnTo>
                  <a:pt x="120" y="461"/>
                </a:lnTo>
                <a:lnTo>
                  <a:pt x="126" y="455"/>
                </a:lnTo>
                <a:lnTo>
                  <a:pt x="134" y="451"/>
                </a:lnTo>
                <a:lnTo>
                  <a:pt x="146" y="447"/>
                </a:lnTo>
                <a:lnTo>
                  <a:pt x="158" y="444"/>
                </a:lnTo>
                <a:lnTo>
                  <a:pt x="170" y="442"/>
                </a:lnTo>
                <a:lnTo>
                  <a:pt x="182" y="440"/>
                </a:lnTo>
                <a:lnTo>
                  <a:pt x="194" y="439"/>
                </a:lnTo>
                <a:lnTo>
                  <a:pt x="202" y="439"/>
                </a:lnTo>
                <a:lnTo>
                  <a:pt x="207" y="437"/>
                </a:lnTo>
                <a:lnTo>
                  <a:pt x="211" y="432"/>
                </a:lnTo>
                <a:lnTo>
                  <a:pt x="213" y="423"/>
                </a:lnTo>
                <a:lnTo>
                  <a:pt x="213" y="413"/>
                </a:lnTo>
                <a:lnTo>
                  <a:pt x="211" y="403"/>
                </a:lnTo>
                <a:lnTo>
                  <a:pt x="207" y="392"/>
                </a:lnTo>
                <a:lnTo>
                  <a:pt x="201" y="383"/>
                </a:lnTo>
                <a:lnTo>
                  <a:pt x="192" y="375"/>
                </a:lnTo>
                <a:lnTo>
                  <a:pt x="185" y="368"/>
                </a:lnTo>
                <a:lnTo>
                  <a:pt x="184" y="361"/>
                </a:lnTo>
                <a:lnTo>
                  <a:pt x="186" y="352"/>
                </a:lnTo>
                <a:lnTo>
                  <a:pt x="192" y="344"/>
                </a:lnTo>
                <a:lnTo>
                  <a:pt x="199" y="335"/>
                </a:lnTo>
                <a:lnTo>
                  <a:pt x="206" y="325"/>
                </a:lnTo>
                <a:lnTo>
                  <a:pt x="213" y="317"/>
                </a:lnTo>
                <a:lnTo>
                  <a:pt x="218" y="310"/>
                </a:lnTo>
                <a:lnTo>
                  <a:pt x="221" y="305"/>
                </a:lnTo>
                <a:lnTo>
                  <a:pt x="226" y="300"/>
                </a:lnTo>
                <a:lnTo>
                  <a:pt x="232" y="294"/>
                </a:lnTo>
                <a:lnTo>
                  <a:pt x="240" y="288"/>
                </a:lnTo>
                <a:lnTo>
                  <a:pt x="248" y="281"/>
                </a:lnTo>
                <a:lnTo>
                  <a:pt x="256" y="274"/>
                </a:lnTo>
                <a:lnTo>
                  <a:pt x="264" y="268"/>
                </a:lnTo>
                <a:lnTo>
                  <a:pt x="272" y="262"/>
                </a:lnTo>
                <a:lnTo>
                  <a:pt x="278" y="275"/>
                </a:lnTo>
                <a:lnTo>
                  <a:pt x="284" y="290"/>
                </a:lnTo>
                <a:lnTo>
                  <a:pt x="293" y="302"/>
                </a:lnTo>
                <a:lnTo>
                  <a:pt x="300" y="314"/>
                </a:lnTo>
                <a:lnTo>
                  <a:pt x="308" y="323"/>
                </a:lnTo>
                <a:lnTo>
                  <a:pt x="316" y="331"/>
                </a:lnTo>
                <a:lnTo>
                  <a:pt x="325" y="334"/>
                </a:lnTo>
                <a:lnTo>
                  <a:pt x="334" y="333"/>
                </a:lnTo>
                <a:lnTo>
                  <a:pt x="346" y="331"/>
                </a:lnTo>
                <a:lnTo>
                  <a:pt x="359" y="328"/>
                </a:lnTo>
                <a:lnTo>
                  <a:pt x="372" y="327"/>
                </a:lnTo>
                <a:lnTo>
                  <a:pt x="388" y="324"/>
                </a:lnTo>
                <a:lnTo>
                  <a:pt x="402" y="320"/>
                </a:lnTo>
                <a:lnTo>
                  <a:pt x="415" y="313"/>
                </a:lnTo>
                <a:lnTo>
                  <a:pt x="426" y="303"/>
                </a:lnTo>
                <a:lnTo>
                  <a:pt x="436" y="288"/>
                </a:lnTo>
                <a:lnTo>
                  <a:pt x="446" y="269"/>
                </a:lnTo>
                <a:lnTo>
                  <a:pt x="456" y="250"/>
                </a:lnTo>
                <a:lnTo>
                  <a:pt x="466" y="232"/>
                </a:lnTo>
                <a:lnTo>
                  <a:pt x="476" y="214"/>
                </a:lnTo>
                <a:lnTo>
                  <a:pt x="485" y="199"/>
                </a:lnTo>
                <a:lnTo>
                  <a:pt x="493" y="187"/>
                </a:lnTo>
                <a:lnTo>
                  <a:pt x="498" y="178"/>
                </a:lnTo>
                <a:lnTo>
                  <a:pt x="500" y="175"/>
                </a:lnTo>
                <a:lnTo>
                  <a:pt x="500" y="173"/>
                </a:lnTo>
                <a:lnTo>
                  <a:pt x="501" y="169"/>
                </a:lnTo>
                <a:lnTo>
                  <a:pt x="503" y="163"/>
                </a:lnTo>
                <a:lnTo>
                  <a:pt x="506" y="157"/>
                </a:lnTo>
                <a:lnTo>
                  <a:pt x="512" y="154"/>
                </a:lnTo>
                <a:lnTo>
                  <a:pt x="520" y="153"/>
                </a:lnTo>
                <a:lnTo>
                  <a:pt x="532" y="157"/>
                </a:lnTo>
                <a:lnTo>
                  <a:pt x="549" y="167"/>
                </a:lnTo>
                <a:lnTo>
                  <a:pt x="564" y="180"/>
                </a:lnTo>
                <a:lnTo>
                  <a:pt x="575" y="188"/>
                </a:lnTo>
                <a:lnTo>
                  <a:pt x="582" y="195"/>
                </a:lnTo>
                <a:lnTo>
                  <a:pt x="586" y="201"/>
                </a:lnTo>
                <a:lnTo>
                  <a:pt x="586" y="207"/>
                </a:lnTo>
                <a:lnTo>
                  <a:pt x="582" y="214"/>
                </a:lnTo>
                <a:lnTo>
                  <a:pt x="576" y="224"/>
                </a:lnTo>
                <a:lnTo>
                  <a:pt x="567" y="237"/>
                </a:lnTo>
                <a:lnTo>
                  <a:pt x="559" y="254"/>
                </a:lnTo>
                <a:lnTo>
                  <a:pt x="555" y="275"/>
                </a:lnTo>
                <a:lnTo>
                  <a:pt x="553" y="299"/>
                </a:lnTo>
                <a:lnTo>
                  <a:pt x="555" y="322"/>
                </a:lnTo>
                <a:lnTo>
                  <a:pt x="558" y="345"/>
                </a:lnTo>
                <a:lnTo>
                  <a:pt x="564" y="363"/>
                </a:lnTo>
                <a:lnTo>
                  <a:pt x="572" y="377"/>
                </a:lnTo>
                <a:lnTo>
                  <a:pt x="581" y="384"/>
                </a:lnTo>
                <a:lnTo>
                  <a:pt x="592" y="388"/>
                </a:lnTo>
                <a:lnTo>
                  <a:pt x="599" y="395"/>
                </a:lnTo>
                <a:lnTo>
                  <a:pt x="605" y="403"/>
                </a:lnTo>
                <a:lnTo>
                  <a:pt x="610" y="412"/>
                </a:lnTo>
                <a:lnTo>
                  <a:pt x="613" y="421"/>
                </a:lnTo>
                <a:lnTo>
                  <a:pt x="615" y="429"/>
                </a:lnTo>
                <a:lnTo>
                  <a:pt x="616" y="435"/>
                </a:lnTo>
                <a:lnTo>
                  <a:pt x="616" y="437"/>
                </a:lnTo>
                <a:lnTo>
                  <a:pt x="617" y="438"/>
                </a:lnTo>
                <a:lnTo>
                  <a:pt x="619" y="441"/>
                </a:lnTo>
                <a:lnTo>
                  <a:pt x="622" y="446"/>
                </a:lnTo>
                <a:lnTo>
                  <a:pt x="627" y="451"/>
                </a:lnTo>
                <a:lnTo>
                  <a:pt x="633" y="457"/>
                </a:lnTo>
                <a:lnTo>
                  <a:pt x="641" y="461"/>
                </a:lnTo>
                <a:lnTo>
                  <a:pt x="648" y="465"/>
                </a:lnTo>
                <a:lnTo>
                  <a:pt x="657" y="467"/>
                </a:lnTo>
                <a:lnTo>
                  <a:pt x="666" y="466"/>
                </a:lnTo>
                <a:lnTo>
                  <a:pt x="673" y="461"/>
                </a:lnTo>
                <a:lnTo>
                  <a:pt x="680" y="455"/>
                </a:lnTo>
                <a:lnTo>
                  <a:pt x="685" y="446"/>
                </a:lnTo>
                <a:lnTo>
                  <a:pt x="691" y="437"/>
                </a:lnTo>
                <a:lnTo>
                  <a:pt x="696" y="427"/>
                </a:lnTo>
                <a:lnTo>
                  <a:pt x="702" y="420"/>
                </a:lnTo>
                <a:lnTo>
                  <a:pt x="708" y="414"/>
                </a:lnTo>
                <a:lnTo>
                  <a:pt x="714" y="408"/>
                </a:lnTo>
                <a:lnTo>
                  <a:pt x="719" y="402"/>
                </a:lnTo>
                <a:lnTo>
                  <a:pt x="726" y="396"/>
                </a:lnTo>
                <a:lnTo>
                  <a:pt x="734" y="391"/>
                </a:lnTo>
                <a:lnTo>
                  <a:pt x="744" y="386"/>
                </a:lnTo>
                <a:lnTo>
                  <a:pt x="757" y="382"/>
                </a:lnTo>
                <a:lnTo>
                  <a:pt x="773" y="378"/>
                </a:lnTo>
                <a:lnTo>
                  <a:pt x="794" y="377"/>
                </a:lnTo>
                <a:lnTo>
                  <a:pt x="815" y="374"/>
                </a:lnTo>
                <a:lnTo>
                  <a:pt x="831" y="367"/>
                </a:lnTo>
                <a:lnTo>
                  <a:pt x="845" y="357"/>
                </a:lnTo>
                <a:lnTo>
                  <a:pt x="854" y="344"/>
                </a:lnTo>
                <a:lnTo>
                  <a:pt x="861" y="331"/>
                </a:lnTo>
                <a:lnTo>
                  <a:pt x="864" y="315"/>
                </a:lnTo>
                <a:lnTo>
                  <a:pt x="866" y="302"/>
                </a:lnTo>
                <a:lnTo>
                  <a:pt x="867" y="290"/>
                </a:lnTo>
                <a:lnTo>
                  <a:pt x="867" y="278"/>
                </a:lnTo>
                <a:lnTo>
                  <a:pt x="867" y="266"/>
                </a:lnTo>
                <a:lnTo>
                  <a:pt x="866" y="253"/>
                </a:lnTo>
                <a:lnTo>
                  <a:pt x="866" y="240"/>
                </a:lnTo>
                <a:lnTo>
                  <a:pt x="866" y="226"/>
                </a:lnTo>
                <a:lnTo>
                  <a:pt x="867" y="213"/>
                </a:lnTo>
                <a:lnTo>
                  <a:pt x="869" y="203"/>
                </a:lnTo>
                <a:lnTo>
                  <a:pt x="871" y="194"/>
                </a:lnTo>
                <a:lnTo>
                  <a:pt x="875" y="187"/>
                </a:lnTo>
                <a:lnTo>
                  <a:pt x="879" y="178"/>
                </a:lnTo>
                <a:lnTo>
                  <a:pt x="884" y="171"/>
                </a:lnTo>
                <a:lnTo>
                  <a:pt x="888" y="162"/>
                </a:lnTo>
                <a:lnTo>
                  <a:pt x="890" y="154"/>
                </a:lnTo>
                <a:lnTo>
                  <a:pt x="889" y="145"/>
                </a:lnTo>
                <a:lnTo>
                  <a:pt x="884" y="136"/>
                </a:lnTo>
                <a:lnTo>
                  <a:pt x="875" y="126"/>
                </a:lnTo>
                <a:lnTo>
                  <a:pt x="863" y="117"/>
                </a:lnTo>
                <a:lnTo>
                  <a:pt x="850" y="108"/>
                </a:lnTo>
                <a:lnTo>
                  <a:pt x="837" y="99"/>
                </a:lnTo>
                <a:lnTo>
                  <a:pt x="824" y="89"/>
                </a:lnTo>
                <a:lnTo>
                  <a:pt x="814" y="78"/>
                </a:lnTo>
                <a:lnTo>
                  <a:pt x="807" y="66"/>
                </a:lnTo>
                <a:lnTo>
                  <a:pt x="804" y="52"/>
                </a:lnTo>
                <a:lnTo>
                  <a:pt x="806" y="37"/>
                </a:lnTo>
                <a:lnTo>
                  <a:pt x="807" y="32"/>
                </a:lnTo>
                <a:lnTo>
                  <a:pt x="808" y="27"/>
                </a:lnTo>
                <a:lnTo>
                  <a:pt x="810" y="22"/>
                </a:lnTo>
                <a:lnTo>
                  <a:pt x="811" y="18"/>
                </a:lnTo>
                <a:lnTo>
                  <a:pt x="813" y="13"/>
                </a:lnTo>
                <a:lnTo>
                  <a:pt x="814" y="9"/>
                </a:lnTo>
                <a:lnTo>
                  <a:pt x="816" y="4"/>
                </a:lnTo>
                <a:lnTo>
                  <a:pt x="818" y="0"/>
                </a:lnTo>
                <a:lnTo>
                  <a:pt x="824" y="3"/>
                </a:lnTo>
                <a:lnTo>
                  <a:pt x="830" y="6"/>
                </a:lnTo>
                <a:lnTo>
                  <a:pt x="839" y="8"/>
                </a:lnTo>
                <a:lnTo>
                  <a:pt x="848" y="10"/>
                </a:lnTo>
                <a:lnTo>
                  <a:pt x="873" y="19"/>
                </a:lnTo>
                <a:lnTo>
                  <a:pt x="894" y="28"/>
                </a:lnTo>
                <a:lnTo>
                  <a:pt x="908" y="37"/>
                </a:lnTo>
                <a:lnTo>
                  <a:pt x="919" y="45"/>
                </a:lnTo>
                <a:lnTo>
                  <a:pt x="927" y="50"/>
                </a:lnTo>
                <a:lnTo>
                  <a:pt x="934" y="54"/>
                </a:lnTo>
                <a:lnTo>
                  <a:pt x="941" y="54"/>
                </a:lnTo>
                <a:lnTo>
                  <a:pt x="948" y="52"/>
                </a:lnTo>
                <a:lnTo>
                  <a:pt x="955" y="48"/>
                </a:lnTo>
                <a:lnTo>
                  <a:pt x="962" y="45"/>
                </a:lnTo>
                <a:lnTo>
                  <a:pt x="969" y="44"/>
                </a:lnTo>
                <a:lnTo>
                  <a:pt x="977" y="45"/>
                </a:lnTo>
                <a:lnTo>
                  <a:pt x="987" y="51"/>
                </a:lnTo>
                <a:lnTo>
                  <a:pt x="999" y="61"/>
                </a:lnTo>
                <a:lnTo>
                  <a:pt x="1012" y="77"/>
                </a:lnTo>
                <a:lnTo>
                  <a:pt x="1029" y="100"/>
                </a:lnTo>
                <a:lnTo>
                  <a:pt x="1040" y="114"/>
                </a:lnTo>
                <a:lnTo>
                  <a:pt x="1053" y="132"/>
                </a:lnTo>
                <a:lnTo>
                  <a:pt x="1067" y="151"/>
                </a:lnTo>
                <a:lnTo>
                  <a:pt x="1083" y="172"/>
                </a:lnTo>
                <a:lnTo>
                  <a:pt x="1102" y="195"/>
                </a:lnTo>
                <a:lnTo>
                  <a:pt x="1121" y="217"/>
                </a:lnTo>
                <a:lnTo>
                  <a:pt x="1142" y="242"/>
                </a:lnTo>
                <a:lnTo>
                  <a:pt x="1162" y="265"/>
                </a:lnTo>
                <a:lnTo>
                  <a:pt x="1183" y="289"/>
                </a:lnTo>
                <a:lnTo>
                  <a:pt x="1205" y="311"/>
                </a:lnTo>
                <a:lnTo>
                  <a:pt x="1226" y="333"/>
                </a:lnTo>
                <a:lnTo>
                  <a:pt x="1248" y="353"/>
                </a:lnTo>
                <a:lnTo>
                  <a:pt x="1269" y="371"/>
                </a:lnTo>
                <a:lnTo>
                  <a:pt x="1290" y="387"/>
                </a:lnTo>
                <a:lnTo>
                  <a:pt x="1308" y="400"/>
                </a:lnTo>
                <a:lnTo>
                  <a:pt x="1326" y="409"/>
                </a:lnTo>
                <a:lnTo>
                  <a:pt x="1355" y="424"/>
                </a:lnTo>
                <a:lnTo>
                  <a:pt x="1375" y="437"/>
                </a:lnTo>
                <a:lnTo>
                  <a:pt x="1389" y="448"/>
                </a:lnTo>
                <a:lnTo>
                  <a:pt x="1398" y="457"/>
                </a:lnTo>
                <a:lnTo>
                  <a:pt x="1406" y="463"/>
                </a:lnTo>
                <a:lnTo>
                  <a:pt x="1415" y="467"/>
                </a:lnTo>
                <a:lnTo>
                  <a:pt x="1427" y="467"/>
                </a:lnTo>
                <a:lnTo>
                  <a:pt x="1447" y="465"/>
                </a:lnTo>
                <a:lnTo>
                  <a:pt x="1466" y="462"/>
                </a:lnTo>
                <a:lnTo>
                  <a:pt x="1478" y="463"/>
                </a:lnTo>
                <a:lnTo>
                  <a:pt x="1487" y="466"/>
                </a:lnTo>
                <a:lnTo>
                  <a:pt x="1492" y="472"/>
                </a:lnTo>
                <a:lnTo>
                  <a:pt x="1495" y="482"/>
                </a:lnTo>
                <a:lnTo>
                  <a:pt x="1498" y="492"/>
                </a:lnTo>
                <a:lnTo>
                  <a:pt x="1503" y="504"/>
                </a:lnTo>
                <a:lnTo>
                  <a:pt x="1511" y="518"/>
                </a:lnTo>
                <a:lnTo>
                  <a:pt x="1519" y="532"/>
                </a:lnTo>
                <a:lnTo>
                  <a:pt x="1524" y="542"/>
                </a:lnTo>
                <a:lnTo>
                  <a:pt x="1526" y="550"/>
                </a:lnTo>
                <a:lnTo>
                  <a:pt x="1527" y="557"/>
                </a:lnTo>
                <a:lnTo>
                  <a:pt x="1526" y="564"/>
                </a:lnTo>
                <a:lnTo>
                  <a:pt x="1524" y="572"/>
                </a:lnTo>
                <a:lnTo>
                  <a:pt x="1523" y="581"/>
                </a:lnTo>
                <a:lnTo>
                  <a:pt x="1522" y="595"/>
                </a:lnTo>
                <a:lnTo>
                  <a:pt x="1524" y="606"/>
                </a:lnTo>
                <a:lnTo>
                  <a:pt x="1528" y="613"/>
                </a:lnTo>
                <a:lnTo>
                  <a:pt x="1533" y="618"/>
                </a:lnTo>
                <a:lnTo>
                  <a:pt x="1541" y="622"/>
                </a:lnTo>
                <a:lnTo>
                  <a:pt x="1548" y="628"/>
                </a:lnTo>
                <a:lnTo>
                  <a:pt x="1554" y="639"/>
                </a:lnTo>
                <a:lnTo>
                  <a:pt x="1559" y="655"/>
                </a:lnTo>
                <a:lnTo>
                  <a:pt x="1561" y="678"/>
                </a:lnTo>
                <a:lnTo>
                  <a:pt x="1564" y="702"/>
                </a:lnTo>
                <a:lnTo>
                  <a:pt x="1569" y="715"/>
                </a:lnTo>
                <a:lnTo>
                  <a:pt x="1577" y="724"/>
                </a:lnTo>
                <a:lnTo>
                  <a:pt x="1589" y="732"/>
                </a:lnTo>
                <a:lnTo>
                  <a:pt x="1602" y="743"/>
                </a:lnTo>
                <a:lnTo>
                  <a:pt x="1617" y="759"/>
                </a:lnTo>
                <a:lnTo>
                  <a:pt x="1635" y="786"/>
                </a:lnTo>
                <a:lnTo>
                  <a:pt x="1654" y="825"/>
                </a:lnTo>
                <a:lnTo>
                  <a:pt x="1663" y="849"/>
                </a:lnTo>
                <a:lnTo>
                  <a:pt x="1672" y="870"/>
                </a:lnTo>
                <a:lnTo>
                  <a:pt x="1680" y="890"/>
                </a:lnTo>
                <a:lnTo>
                  <a:pt x="1688" y="908"/>
                </a:lnTo>
                <a:lnTo>
                  <a:pt x="1695" y="924"/>
                </a:lnTo>
                <a:lnTo>
                  <a:pt x="1701" y="939"/>
                </a:lnTo>
                <a:lnTo>
                  <a:pt x="1707" y="953"/>
                </a:lnTo>
                <a:lnTo>
                  <a:pt x="1713" y="964"/>
                </a:lnTo>
                <a:lnTo>
                  <a:pt x="1718" y="975"/>
                </a:lnTo>
                <a:lnTo>
                  <a:pt x="1723" y="986"/>
                </a:lnTo>
                <a:lnTo>
                  <a:pt x="1728" y="994"/>
                </a:lnTo>
                <a:lnTo>
                  <a:pt x="1734" y="1002"/>
                </a:lnTo>
                <a:lnTo>
                  <a:pt x="1739" y="1009"/>
                </a:lnTo>
                <a:lnTo>
                  <a:pt x="1744" y="1014"/>
                </a:lnTo>
                <a:lnTo>
                  <a:pt x="1750" y="1020"/>
                </a:lnTo>
                <a:lnTo>
                  <a:pt x="1755" y="1024"/>
                </a:lnTo>
                <a:lnTo>
                  <a:pt x="1764" y="1035"/>
                </a:lnTo>
                <a:lnTo>
                  <a:pt x="1771" y="1048"/>
                </a:lnTo>
                <a:lnTo>
                  <a:pt x="1774" y="1063"/>
                </a:lnTo>
                <a:lnTo>
                  <a:pt x="1777" y="1077"/>
                </a:lnTo>
                <a:lnTo>
                  <a:pt x="1779" y="1092"/>
                </a:lnTo>
                <a:lnTo>
                  <a:pt x="1782" y="1103"/>
                </a:lnTo>
                <a:lnTo>
                  <a:pt x="1787" y="1110"/>
                </a:lnTo>
                <a:lnTo>
                  <a:pt x="1794" y="1112"/>
                </a:lnTo>
                <a:lnTo>
                  <a:pt x="1799" y="1114"/>
                </a:lnTo>
                <a:lnTo>
                  <a:pt x="1800" y="1121"/>
                </a:lnTo>
                <a:lnTo>
                  <a:pt x="1797" y="1132"/>
                </a:lnTo>
                <a:lnTo>
                  <a:pt x="1795" y="1145"/>
                </a:lnTo>
                <a:lnTo>
                  <a:pt x="1793" y="1159"/>
                </a:lnTo>
                <a:lnTo>
                  <a:pt x="1795" y="1172"/>
                </a:lnTo>
                <a:lnTo>
                  <a:pt x="1802" y="1183"/>
                </a:lnTo>
                <a:lnTo>
                  <a:pt x="1816" y="1191"/>
                </a:lnTo>
                <a:lnTo>
                  <a:pt x="1825" y="1195"/>
                </a:lnTo>
                <a:lnTo>
                  <a:pt x="1836" y="1200"/>
                </a:lnTo>
                <a:lnTo>
                  <a:pt x="1845" y="1208"/>
                </a:lnTo>
                <a:lnTo>
                  <a:pt x="1854" y="1217"/>
                </a:lnTo>
                <a:lnTo>
                  <a:pt x="1863" y="1227"/>
                </a:lnTo>
                <a:lnTo>
                  <a:pt x="1872" y="1239"/>
                </a:lnTo>
                <a:lnTo>
                  <a:pt x="1881" y="1252"/>
                </a:lnTo>
                <a:lnTo>
                  <a:pt x="1892" y="1264"/>
                </a:lnTo>
                <a:lnTo>
                  <a:pt x="1901" y="1278"/>
                </a:lnTo>
                <a:lnTo>
                  <a:pt x="1911" y="1292"/>
                </a:lnTo>
                <a:lnTo>
                  <a:pt x="1921" y="1305"/>
                </a:lnTo>
                <a:lnTo>
                  <a:pt x="1931" y="1318"/>
                </a:lnTo>
                <a:lnTo>
                  <a:pt x="1942" y="1330"/>
                </a:lnTo>
                <a:lnTo>
                  <a:pt x="1953" y="1343"/>
                </a:lnTo>
                <a:lnTo>
                  <a:pt x="1964" y="1353"/>
                </a:lnTo>
                <a:lnTo>
                  <a:pt x="1976" y="1362"/>
                </a:lnTo>
                <a:lnTo>
                  <a:pt x="1988" y="1371"/>
                </a:lnTo>
                <a:lnTo>
                  <a:pt x="1999" y="1382"/>
                </a:lnTo>
                <a:lnTo>
                  <a:pt x="2008" y="1395"/>
                </a:lnTo>
                <a:lnTo>
                  <a:pt x="2017" y="1408"/>
                </a:lnTo>
                <a:lnTo>
                  <a:pt x="2025" y="1422"/>
                </a:lnTo>
                <a:lnTo>
                  <a:pt x="2033" y="1438"/>
                </a:lnTo>
                <a:lnTo>
                  <a:pt x="2041" y="1453"/>
                </a:lnTo>
                <a:lnTo>
                  <a:pt x="2048" y="1469"/>
                </a:lnTo>
                <a:lnTo>
                  <a:pt x="2054" y="1484"/>
                </a:lnTo>
                <a:lnTo>
                  <a:pt x="2061" y="1500"/>
                </a:lnTo>
                <a:lnTo>
                  <a:pt x="2068" y="1514"/>
                </a:lnTo>
                <a:lnTo>
                  <a:pt x="2075" y="1527"/>
                </a:lnTo>
                <a:lnTo>
                  <a:pt x="2084" y="1540"/>
                </a:lnTo>
                <a:lnTo>
                  <a:pt x="2092" y="1551"/>
                </a:lnTo>
                <a:lnTo>
                  <a:pt x="2101" y="1560"/>
                </a:lnTo>
                <a:lnTo>
                  <a:pt x="2110" y="1567"/>
                </a:lnTo>
                <a:lnTo>
                  <a:pt x="2126" y="1580"/>
                </a:lnTo>
                <a:lnTo>
                  <a:pt x="2137" y="1593"/>
                </a:lnTo>
                <a:lnTo>
                  <a:pt x="2143" y="1605"/>
                </a:lnTo>
                <a:lnTo>
                  <a:pt x="2146" y="1616"/>
                </a:lnTo>
                <a:lnTo>
                  <a:pt x="2149" y="1626"/>
                </a:lnTo>
                <a:lnTo>
                  <a:pt x="2154" y="1634"/>
                </a:lnTo>
                <a:lnTo>
                  <a:pt x="2161" y="1640"/>
                </a:lnTo>
                <a:lnTo>
                  <a:pt x="2174" y="1643"/>
                </a:lnTo>
                <a:lnTo>
                  <a:pt x="2186" y="1646"/>
                </a:lnTo>
                <a:lnTo>
                  <a:pt x="2190" y="1654"/>
                </a:lnTo>
                <a:lnTo>
                  <a:pt x="2190" y="1665"/>
                </a:lnTo>
                <a:lnTo>
                  <a:pt x="2188" y="1680"/>
                </a:lnTo>
                <a:lnTo>
                  <a:pt x="2188" y="1699"/>
                </a:lnTo>
                <a:lnTo>
                  <a:pt x="2192" y="1720"/>
                </a:lnTo>
                <a:lnTo>
                  <a:pt x="2203" y="1745"/>
                </a:lnTo>
                <a:lnTo>
                  <a:pt x="2225" y="1772"/>
                </a:lnTo>
                <a:lnTo>
                  <a:pt x="2239" y="1786"/>
                </a:lnTo>
                <a:lnTo>
                  <a:pt x="2251" y="1802"/>
                </a:lnTo>
                <a:lnTo>
                  <a:pt x="2261" y="1817"/>
                </a:lnTo>
                <a:lnTo>
                  <a:pt x="2270" y="1833"/>
                </a:lnTo>
                <a:lnTo>
                  <a:pt x="2278" y="1850"/>
                </a:lnTo>
                <a:lnTo>
                  <a:pt x="2287" y="1865"/>
                </a:lnTo>
                <a:lnTo>
                  <a:pt x="2294" y="1881"/>
                </a:lnTo>
                <a:lnTo>
                  <a:pt x="2301" y="1897"/>
                </a:lnTo>
                <a:lnTo>
                  <a:pt x="2308" y="1912"/>
                </a:lnTo>
                <a:lnTo>
                  <a:pt x="2315" y="1927"/>
                </a:lnTo>
                <a:lnTo>
                  <a:pt x="2323" y="1942"/>
                </a:lnTo>
                <a:lnTo>
                  <a:pt x="2332" y="1954"/>
                </a:lnTo>
                <a:lnTo>
                  <a:pt x="2341" y="1966"/>
                </a:lnTo>
                <a:lnTo>
                  <a:pt x="2351" y="1977"/>
                </a:lnTo>
                <a:lnTo>
                  <a:pt x="2363" y="1986"/>
                </a:lnTo>
                <a:lnTo>
                  <a:pt x="2376" y="1995"/>
                </a:lnTo>
                <a:lnTo>
                  <a:pt x="2398" y="2008"/>
                </a:lnTo>
                <a:lnTo>
                  <a:pt x="2408" y="2020"/>
                </a:lnTo>
                <a:lnTo>
                  <a:pt x="2410" y="2031"/>
                </a:lnTo>
                <a:lnTo>
                  <a:pt x="2409" y="2042"/>
                </a:lnTo>
                <a:lnTo>
                  <a:pt x="2406" y="2054"/>
                </a:lnTo>
                <a:lnTo>
                  <a:pt x="2407" y="2067"/>
                </a:lnTo>
                <a:lnTo>
                  <a:pt x="2415" y="2082"/>
                </a:lnTo>
                <a:lnTo>
                  <a:pt x="2433" y="2101"/>
                </a:lnTo>
                <a:lnTo>
                  <a:pt x="2441" y="2109"/>
                </a:lnTo>
                <a:lnTo>
                  <a:pt x="2448" y="2119"/>
                </a:lnTo>
                <a:lnTo>
                  <a:pt x="2455" y="2129"/>
                </a:lnTo>
                <a:lnTo>
                  <a:pt x="2460" y="2142"/>
                </a:lnTo>
                <a:lnTo>
                  <a:pt x="2465" y="2154"/>
                </a:lnTo>
                <a:lnTo>
                  <a:pt x="2469" y="2167"/>
                </a:lnTo>
                <a:lnTo>
                  <a:pt x="2472" y="2181"/>
                </a:lnTo>
                <a:lnTo>
                  <a:pt x="2475" y="2196"/>
                </a:lnTo>
                <a:close/>
              </a:path>
            </a:pathLst>
          </a:custGeom>
          <a:solidFill>
            <a:srgbClr val="33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08" name="Freeform 965">
            <a:extLst>
              <a:ext uri="{FF2B5EF4-FFF2-40B4-BE49-F238E27FC236}">
                <a16:creationId xmlns:a16="http://schemas.microsoft.com/office/drawing/2014/main" id="{0A69813F-C845-579B-B6AA-2B4328A737EA}"/>
              </a:ext>
            </a:extLst>
          </p:cNvPr>
          <p:cNvSpPr>
            <a:spLocks/>
          </p:cNvSpPr>
          <p:nvPr/>
        </p:nvSpPr>
        <p:spPr bwMode="auto">
          <a:xfrm>
            <a:off x="6477000" y="4614863"/>
            <a:ext cx="411163" cy="352425"/>
          </a:xfrm>
          <a:custGeom>
            <a:avLst/>
            <a:gdLst>
              <a:gd name="T0" fmla="*/ 2147483646 w 2475"/>
              <a:gd name="T1" fmla="*/ 2147483646 h 2377"/>
              <a:gd name="T2" fmla="*/ 2147483646 w 2475"/>
              <a:gd name="T3" fmla="*/ 2147483646 h 2377"/>
              <a:gd name="T4" fmla="*/ 2147483646 w 2475"/>
              <a:gd name="T5" fmla="*/ 2147483646 h 2377"/>
              <a:gd name="T6" fmla="*/ 2147483646 w 2475"/>
              <a:gd name="T7" fmla="*/ 2147483646 h 2377"/>
              <a:gd name="T8" fmla="*/ 2147483646 w 2475"/>
              <a:gd name="T9" fmla="*/ 2147483646 h 2377"/>
              <a:gd name="T10" fmla="*/ 2147483646 w 2475"/>
              <a:gd name="T11" fmla="*/ 2147483646 h 2377"/>
              <a:gd name="T12" fmla="*/ 2147483646 w 2475"/>
              <a:gd name="T13" fmla="*/ 2147483646 h 2377"/>
              <a:gd name="T14" fmla="*/ 2147483646 w 2475"/>
              <a:gd name="T15" fmla="*/ 2147483646 h 2377"/>
              <a:gd name="T16" fmla="*/ 2147483646 w 2475"/>
              <a:gd name="T17" fmla="*/ 2147483646 h 2377"/>
              <a:gd name="T18" fmla="*/ 2147483646 w 2475"/>
              <a:gd name="T19" fmla="*/ 2147483646 h 2377"/>
              <a:gd name="T20" fmla="*/ 2147483646 w 2475"/>
              <a:gd name="T21" fmla="*/ 2147483646 h 2377"/>
              <a:gd name="T22" fmla="*/ 2147483646 w 2475"/>
              <a:gd name="T23" fmla="*/ 2147483646 h 2377"/>
              <a:gd name="T24" fmla="*/ 2147483646 w 2475"/>
              <a:gd name="T25" fmla="*/ 2147483646 h 2377"/>
              <a:gd name="T26" fmla="*/ 2147483646 w 2475"/>
              <a:gd name="T27" fmla="*/ 2147483646 h 2377"/>
              <a:gd name="T28" fmla="*/ 2147483646 w 2475"/>
              <a:gd name="T29" fmla="*/ 2147483646 h 2377"/>
              <a:gd name="T30" fmla="*/ 2147483646 w 2475"/>
              <a:gd name="T31" fmla="*/ 2147483646 h 2377"/>
              <a:gd name="T32" fmla="*/ 2147483646 w 2475"/>
              <a:gd name="T33" fmla="*/ 2147483646 h 2377"/>
              <a:gd name="T34" fmla="*/ 2147483646 w 2475"/>
              <a:gd name="T35" fmla="*/ 2147483646 h 2377"/>
              <a:gd name="T36" fmla="*/ 2147483646 w 2475"/>
              <a:gd name="T37" fmla="*/ 2147483646 h 2377"/>
              <a:gd name="T38" fmla="*/ 2147483646 w 2475"/>
              <a:gd name="T39" fmla="*/ 2147483646 h 2377"/>
              <a:gd name="T40" fmla="*/ 2147483646 w 2475"/>
              <a:gd name="T41" fmla="*/ 2147483646 h 2377"/>
              <a:gd name="T42" fmla="*/ 2147483646 w 2475"/>
              <a:gd name="T43" fmla="*/ 2147483646 h 2377"/>
              <a:gd name="T44" fmla="*/ 2147483646 w 2475"/>
              <a:gd name="T45" fmla="*/ 2147483646 h 2377"/>
              <a:gd name="T46" fmla="*/ 2147483646 w 2475"/>
              <a:gd name="T47" fmla="*/ 2147483646 h 2377"/>
              <a:gd name="T48" fmla="*/ 2147483646 w 2475"/>
              <a:gd name="T49" fmla="*/ 2147483646 h 2377"/>
              <a:gd name="T50" fmla="*/ 2147483646 w 2475"/>
              <a:gd name="T51" fmla="*/ 2147483646 h 2377"/>
              <a:gd name="T52" fmla="*/ 2147483646 w 2475"/>
              <a:gd name="T53" fmla="*/ 2147483646 h 2377"/>
              <a:gd name="T54" fmla="*/ 2147483646 w 2475"/>
              <a:gd name="T55" fmla="*/ 2147483646 h 2377"/>
              <a:gd name="T56" fmla="*/ 2147483646 w 2475"/>
              <a:gd name="T57" fmla="*/ 2147483646 h 2377"/>
              <a:gd name="T58" fmla="*/ 2147483646 w 2475"/>
              <a:gd name="T59" fmla="*/ 2147483646 h 2377"/>
              <a:gd name="T60" fmla="*/ 2147483646 w 2475"/>
              <a:gd name="T61" fmla="*/ 2147483646 h 2377"/>
              <a:gd name="T62" fmla="*/ 2147483646 w 2475"/>
              <a:gd name="T63" fmla="*/ 2147483646 h 2377"/>
              <a:gd name="T64" fmla="*/ 2147483646 w 2475"/>
              <a:gd name="T65" fmla="*/ 2147483646 h 2377"/>
              <a:gd name="T66" fmla="*/ 2147483646 w 2475"/>
              <a:gd name="T67" fmla="*/ 2147483646 h 2377"/>
              <a:gd name="T68" fmla="*/ 2147483646 w 2475"/>
              <a:gd name="T69" fmla="*/ 2147483646 h 2377"/>
              <a:gd name="T70" fmla="*/ 2147483646 w 2475"/>
              <a:gd name="T71" fmla="*/ 2147483646 h 2377"/>
              <a:gd name="T72" fmla="*/ 2147483646 w 2475"/>
              <a:gd name="T73" fmla="*/ 2147483646 h 2377"/>
              <a:gd name="T74" fmla="*/ 2147483646 w 2475"/>
              <a:gd name="T75" fmla="*/ 2147483646 h 2377"/>
              <a:gd name="T76" fmla="*/ 2147483646 w 2475"/>
              <a:gd name="T77" fmla="*/ 2147483646 h 2377"/>
              <a:gd name="T78" fmla="*/ 2147483646 w 2475"/>
              <a:gd name="T79" fmla="*/ 2147483646 h 2377"/>
              <a:gd name="T80" fmla="*/ 2147483646 w 2475"/>
              <a:gd name="T81" fmla="*/ 2147483646 h 2377"/>
              <a:gd name="T82" fmla="*/ 2147483646 w 2475"/>
              <a:gd name="T83" fmla="*/ 2147483646 h 2377"/>
              <a:gd name="T84" fmla="*/ 2147483646 w 2475"/>
              <a:gd name="T85" fmla="*/ 2147483646 h 2377"/>
              <a:gd name="T86" fmla="*/ 2147483646 w 2475"/>
              <a:gd name="T87" fmla="*/ 2147483646 h 2377"/>
              <a:gd name="T88" fmla="*/ 2147483646 w 2475"/>
              <a:gd name="T89" fmla="*/ 2147483646 h 2377"/>
              <a:gd name="T90" fmla="*/ 2147483646 w 2475"/>
              <a:gd name="T91" fmla="*/ 2147483646 h 2377"/>
              <a:gd name="T92" fmla="*/ 2147483646 w 2475"/>
              <a:gd name="T93" fmla="*/ 2147483646 h 2377"/>
              <a:gd name="T94" fmla="*/ 2147483646 w 2475"/>
              <a:gd name="T95" fmla="*/ 2147483646 h 2377"/>
              <a:gd name="T96" fmla="*/ 2147483646 w 2475"/>
              <a:gd name="T97" fmla="*/ 2147483646 h 2377"/>
              <a:gd name="T98" fmla="*/ 2147483646 w 2475"/>
              <a:gd name="T99" fmla="*/ 2147483646 h 2377"/>
              <a:gd name="T100" fmla="*/ 2147483646 w 2475"/>
              <a:gd name="T101" fmla="*/ 2147483646 h 2377"/>
              <a:gd name="T102" fmla="*/ 2147483646 w 2475"/>
              <a:gd name="T103" fmla="*/ 2147483646 h 2377"/>
              <a:gd name="T104" fmla="*/ 2147483646 w 2475"/>
              <a:gd name="T105" fmla="*/ 2147483646 h 2377"/>
              <a:gd name="T106" fmla="*/ 2147483646 w 2475"/>
              <a:gd name="T107" fmla="*/ 2147483646 h 2377"/>
              <a:gd name="T108" fmla="*/ 2147483646 w 2475"/>
              <a:gd name="T109" fmla="*/ 2147483646 h 2377"/>
              <a:gd name="T110" fmla="*/ 2147483646 w 2475"/>
              <a:gd name="T111" fmla="*/ 2147483646 h 2377"/>
              <a:gd name="T112" fmla="*/ 2147483646 w 2475"/>
              <a:gd name="T113" fmla="*/ 2147483646 h 2377"/>
              <a:gd name="T114" fmla="*/ 2147483646 w 2475"/>
              <a:gd name="T115" fmla="*/ 2147483646 h 2377"/>
              <a:gd name="T116" fmla="*/ 2147483646 w 2475"/>
              <a:gd name="T117" fmla="*/ 2147483646 h 2377"/>
              <a:gd name="T118" fmla="*/ 2147483646 w 2475"/>
              <a:gd name="T119" fmla="*/ 2147483646 h 2377"/>
              <a:gd name="T120" fmla="*/ 2147483646 w 2475"/>
              <a:gd name="T121" fmla="*/ 2147483646 h 2377"/>
              <a:gd name="T122" fmla="*/ 2147483646 w 2475"/>
              <a:gd name="T123" fmla="*/ 2147483646 h 237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475" h="2377">
                <a:moveTo>
                  <a:pt x="2475" y="2196"/>
                </a:moveTo>
                <a:lnTo>
                  <a:pt x="2475" y="2196"/>
                </a:lnTo>
                <a:lnTo>
                  <a:pt x="2464" y="2206"/>
                </a:lnTo>
                <a:lnTo>
                  <a:pt x="2453" y="2216"/>
                </a:lnTo>
                <a:lnTo>
                  <a:pt x="2443" y="2227"/>
                </a:lnTo>
                <a:lnTo>
                  <a:pt x="2433" y="2238"/>
                </a:lnTo>
                <a:lnTo>
                  <a:pt x="2422" y="2251"/>
                </a:lnTo>
                <a:lnTo>
                  <a:pt x="2413" y="2263"/>
                </a:lnTo>
                <a:lnTo>
                  <a:pt x="2404" y="2275"/>
                </a:lnTo>
                <a:lnTo>
                  <a:pt x="2396" y="2287"/>
                </a:lnTo>
                <a:lnTo>
                  <a:pt x="2388" y="2299"/>
                </a:lnTo>
                <a:lnTo>
                  <a:pt x="2380" y="2310"/>
                </a:lnTo>
                <a:lnTo>
                  <a:pt x="2374" y="2321"/>
                </a:lnTo>
                <a:lnTo>
                  <a:pt x="2368" y="2330"/>
                </a:lnTo>
                <a:lnTo>
                  <a:pt x="2363" y="2339"/>
                </a:lnTo>
                <a:lnTo>
                  <a:pt x="2358" y="2348"/>
                </a:lnTo>
                <a:lnTo>
                  <a:pt x="2354" y="2354"/>
                </a:lnTo>
                <a:lnTo>
                  <a:pt x="2351" y="2359"/>
                </a:lnTo>
                <a:lnTo>
                  <a:pt x="2344" y="2368"/>
                </a:lnTo>
                <a:lnTo>
                  <a:pt x="2335" y="2373"/>
                </a:lnTo>
                <a:lnTo>
                  <a:pt x="2323" y="2376"/>
                </a:lnTo>
                <a:lnTo>
                  <a:pt x="2312" y="2374"/>
                </a:lnTo>
                <a:lnTo>
                  <a:pt x="2301" y="2370"/>
                </a:lnTo>
                <a:lnTo>
                  <a:pt x="2291" y="2363"/>
                </a:lnTo>
                <a:lnTo>
                  <a:pt x="2283" y="2352"/>
                </a:lnTo>
                <a:lnTo>
                  <a:pt x="2275" y="2338"/>
                </a:lnTo>
                <a:lnTo>
                  <a:pt x="2269" y="2327"/>
                </a:lnTo>
                <a:lnTo>
                  <a:pt x="2262" y="2321"/>
                </a:lnTo>
                <a:lnTo>
                  <a:pt x="2253" y="2318"/>
                </a:lnTo>
                <a:lnTo>
                  <a:pt x="2242" y="2319"/>
                </a:lnTo>
                <a:lnTo>
                  <a:pt x="2229" y="2321"/>
                </a:lnTo>
                <a:lnTo>
                  <a:pt x="2216" y="2323"/>
                </a:lnTo>
                <a:lnTo>
                  <a:pt x="2201" y="2323"/>
                </a:lnTo>
                <a:lnTo>
                  <a:pt x="2184" y="2322"/>
                </a:lnTo>
                <a:lnTo>
                  <a:pt x="2168" y="2321"/>
                </a:lnTo>
                <a:lnTo>
                  <a:pt x="2157" y="2322"/>
                </a:lnTo>
                <a:lnTo>
                  <a:pt x="2149" y="2326"/>
                </a:lnTo>
                <a:lnTo>
                  <a:pt x="2143" y="2331"/>
                </a:lnTo>
                <a:lnTo>
                  <a:pt x="2136" y="2338"/>
                </a:lnTo>
                <a:lnTo>
                  <a:pt x="2128" y="2345"/>
                </a:lnTo>
                <a:lnTo>
                  <a:pt x="2119" y="2352"/>
                </a:lnTo>
                <a:lnTo>
                  <a:pt x="2106" y="2357"/>
                </a:lnTo>
                <a:lnTo>
                  <a:pt x="2091" y="2360"/>
                </a:lnTo>
                <a:lnTo>
                  <a:pt x="2074" y="2361"/>
                </a:lnTo>
                <a:lnTo>
                  <a:pt x="2060" y="2361"/>
                </a:lnTo>
                <a:lnTo>
                  <a:pt x="2045" y="2359"/>
                </a:lnTo>
                <a:lnTo>
                  <a:pt x="2029" y="2355"/>
                </a:lnTo>
                <a:lnTo>
                  <a:pt x="2014" y="2348"/>
                </a:lnTo>
                <a:lnTo>
                  <a:pt x="1998" y="2339"/>
                </a:lnTo>
                <a:lnTo>
                  <a:pt x="1981" y="2328"/>
                </a:lnTo>
                <a:lnTo>
                  <a:pt x="1966" y="2318"/>
                </a:lnTo>
                <a:lnTo>
                  <a:pt x="1953" y="2315"/>
                </a:lnTo>
                <a:lnTo>
                  <a:pt x="1943" y="2315"/>
                </a:lnTo>
                <a:lnTo>
                  <a:pt x="1935" y="2318"/>
                </a:lnTo>
                <a:lnTo>
                  <a:pt x="1927" y="2323"/>
                </a:lnTo>
                <a:lnTo>
                  <a:pt x="1923" y="2328"/>
                </a:lnTo>
                <a:lnTo>
                  <a:pt x="1921" y="2332"/>
                </a:lnTo>
                <a:lnTo>
                  <a:pt x="1920" y="2334"/>
                </a:lnTo>
                <a:lnTo>
                  <a:pt x="1920" y="2337"/>
                </a:lnTo>
                <a:lnTo>
                  <a:pt x="1921" y="2344"/>
                </a:lnTo>
                <a:lnTo>
                  <a:pt x="1921" y="2353"/>
                </a:lnTo>
                <a:lnTo>
                  <a:pt x="1920" y="2361"/>
                </a:lnTo>
                <a:lnTo>
                  <a:pt x="1915" y="2368"/>
                </a:lnTo>
                <a:lnTo>
                  <a:pt x="1907" y="2371"/>
                </a:lnTo>
                <a:lnTo>
                  <a:pt x="1895" y="2369"/>
                </a:lnTo>
                <a:lnTo>
                  <a:pt x="1875" y="2359"/>
                </a:lnTo>
                <a:lnTo>
                  <a:pt x="1857" y="2348"/>
                </a:lnTo>
                <a:lnTo>
                  <a:pt x="1844" y="2341"/>
                </a:lnTo>
                <a:lnTo>
                  <a:pt x="1836" y="2339"/>
                </a:lnTo>
                <a:lnTo>
                  <a:pt x="1829" y="2341"/>
                </a:lnTo>
                <a:lnTo>
                  <a:pt x="1825" y="2348"/>
                </a:lnTo>
                <a:lnTo>
                  <a:pt x="1821" y="2354"/>
                </a:lnTo>
                <a:lnTo>
                  <a:pt x="1818" y="2363"/>
                </a:lnTo>
                <a:lnTo>
                  <a:pt x="1812" y="2371"/>
                </a:lnTo>
                <a:lnTo>
                  <a:pt x="1804" y="2376"/>
                </a:lnTo>
                <a:lnTo>
                  <a:pt x="1794" y="2377"/>
                </a:lnTo>
                <a:lnTo>
                  <a:pt x="1782" y="2373"/>
                </a:lnTo>
                <a:lnTo>
                  <a:pt x="1769" y="2366"/>
                </a:lnTo>
                <a:lnTo>
                  <a:pt x="1753" y="2356"/>
                </a:lnTo>
                <a:lnTo>
                  <a:pt x="1736" y="2344"/>
                </a:lnTo>
                <a:lnTo>
                  <a:pt x="1715" y="2330"/>
                </a:lnTo>
                <a:lnTo>
                  <a:pt x="1692" y="2316"/>
                </a:lnTo>
                <a:lnTo>
                  <a:pt x="1669" y="2305"/>
                </a:lnTo>
                <a:lnTo>
                  <a:pt x="1654" y="2298"/>
                </a:lnTo>
                <a:lnTo>
                  <a:pt x="1642" y="2295"/>
                </a:lnTo>
                <a:lnTo>
                  <a:pt x="1632" y="2294"/>
                </a:lnTo>
                <a:lnTo>
                  <a:pt x="1625" y="2296"/>
                </a:lnTo>
                <a:lnTo>
                  <a:pt x="1617" y="2297"/>
                </a:lnTo>
                <a:lnTo>
                  <a:pt x="1609" y="2299"/>
                </a:lnTo>
                <a:lnTo>
                  <a:pt x="1598" y="2300"/>
                </a:lnTo>
                <a:lnTo>
                  <a:pt x="1588" y="2301"/>
                </a:lnTo>
                <a:lnTo>
                  <a:pt x="1579" y="2304"/>
                </a:lnTo>
                <a:lnTo>
                  <a:pt x="1573" y="2307"/>
                </a:lnTo>
                <a:lnTo>
                  <a:pt x="1569" y="2310"/>
                </a:lnTo>
                <a:lnTo>
                  <a:pt x="1564" y="2312"/>
                </a:lnTo>
                <a:lnTo>
                  <a:pt x="1560" y="2313"/>
                </a:lnTo>
                <a:lnTo>
                  <a:pt x="1553" y="2310"/>
                </a:lnTo>
                <a:lnTo>
                  <a:pt x="1545" y="2304"/>
                </a:lnTo>
                <a:lnTo>
                  <a:pt x="1536" y="2297"/>
                </a:lnTo>
                <a:lnTo>
                  <a:pt x="1525" y="2290"/>
                </a:lnTo>
                <a:lnTo>
                  <a:pt x="1516" y="2287"/>
                </a:lnTo>
                <a:lnTo>
                  <a:pt x="1506" y="2284"/>
                </a:lnTo>
                <a:lnTo>
                  <a:pt x="1497" y="2283"/>
                </a:lnTo>
                <a:lnTo>
                  <a:pt x="1487" y="2283"/>
                </a:lnTo>
                <a:lnTo>
                  <a:pt x="1478" y="2284"/>
                </a:lnTo>
                <a:lnTo>
                  <a:pt x="1469" y="2285"/>
                </a:lnTo>
                <a:lnTo>
                  <a:pt x="1460" y="2286"/>
                </a:lnTo>
                <a:lnTo>
                  <a:pt x="1452" y="2286"/>
                </a:lnTo>
                <a:lnTo>
                  <a:pt x="1443" y="2284"/>
                </a:lnTo>
                <a:lnTo>
                  <a:pt x="1436" y="2280"/>
                </a:lnTo>
                <a:lnTo>
                  <a:pt x="1428" y="2276"/>
                </a:lnTo>
                <a:lnTo>
                  <a:pt x="1424" y="2270"/>
                </a:lnTo>
                <a:lnTo>
                  <a:pt x="1421" y="2263"/>
                </a:lnTo>
                <a:lnTo>
                  <a:pt x="1422" y="2255"/>
                </a:lnTo>
                <a:lnTo>
                  <a:pt x="1422" y="2246"/>
                </a:lnTo>
                <a:lnTo>
                  <a:pt x="1420" y="2237"/>
                </a:lnTo>
                <a:lnTo>
                  <a:pt x="1417" y="2229"/>
                </a:lnTo>
                <a:lnTo>
                  <a:pt x="1412" y="2222"/>
                </a:lnTo>
                <a:lnTo>
                  <a:pt x="1407" y="2217"/>
                </a:lnTo>
                <a:lnTo>
                  <a:pt x="1401" y="2214"/>
                </a:lnTo>
                <a:lnTo>
                  <a:pt x="1396" y="2214"/>
                </a:lnTo>
                <a:lnTo>
                  <a:pt x="1392" y="2218"/>
                </a:lnTo>
                <a:lnTo>
                  <a:pt x="1385" y="2225"/>
                </a:lnTo>
                <a:lnTo>
                  <a:pt x="1379" y="2223"/>
                </a:lnTo>
                <a:lnTo>
                  <a:pt x="1373" y="2216"/>
                </a:lnTo>
                <a:lnTo>
                  <a:pt x="1365" y="2208"/>
                </a:lnTo>
                <a:lnTo>
                  <a:pt x="1360" y="2204"/>
                </a:lnTo>
                <a:lnTo>
                  <a:pt x="1354" y="2201"/>
                </a:lnTo>
                <a:lnTo>
                  <a:pt x="1348" y="2198"/>
                </a:lnTo>
                <a:lnTo>
                  <a:pt x="1342" y="2198"/>
                </a:lnTo>
                <a:lnTo>
                  <a:pt x="1335" y="2199"/>
                </a:lnTo>
                <a:lnTo>
                  <a:pt x="1327" y="2202"/>
                </a:lnTo>
                <a:lnTo>
                  <a:pt x="1319" y="2208"/>
                </a:lnTo>
                <a:lnTo>
                  <a:pt x="1310" y="2216"/>
                </a:lnTo>
                <a:lnTo>
                  <a:pt x="1301" y="2224"/>
                </a:lnTo>
                <a:lnTo>
                  <a:pt x="1292" y="2230"/>
                </a:lnTo>
                <a:lnTo>
                  <a:pt x="1282" y="2234"/>
                </a:lnTo>
                <a:lnTo>
                  <a:pt x="1274" y="2235"/>
                </a:lnTo>
                <a:lnTo>
                  <a:pt x="1265" y="2234"/>
                </a:lnTo>
                <a:lnTo>
                  <a:pt x="1256" y="2229"/>
                </a:lnTo>
                <a:lnTo>
                  <a:pt x="1247" y="2222"/>
                </a:lnTo>
                <a:lnTo>
                  <a:pt x="1237" y="2212"/>
                </a:lnTo>
                <a:lnTo>
                  <a:pt x="1225" y="2201"/>
                </a:lnTo>
                <a:lnTo>
                  <a:pt x="1213" y="2192"/>
                </a:lnTo>
                <a:lnTo>
                  <a:pt x="1200" y="2183"/>
                </a:lnTo>
                <a:lnTo>
                  <a:pt x="1187" y="2177"/>
                </a:lnTo>
                <a:lnTo>
                  <a:pt x="1174" y="2175"/>
                </a:lnTo>
                <a:lnTo>
                  <a:pt x="1164" y="2176"/>
                </a:lnTo>
                <a:lnTo>
                  <a:pt x="1156" y="2180"/>
                </a:lnTo>
                <a:lnTo>
                  <a:pt x="1151" y="2189"/>
                </a:lnTo>
                <a:lnTo>
                  <a:pt x="1147" y="2200"/>
                </a:lnTo>
                <a:lnTo>
                  <a:pt x="1140" y="2209"/>
                </a:lnTo>
                <a:lnTo>
                  <a:pt x="1131" y="2216"/>
                </a:lnTo>
                <a:lnTo>
                  <a:pt x="1122" y="2221"/>
                </a:lnTo>
                <a:lnTo>
                  <a:pt x="1112" y="2225"/>
                </a:lnTo>
                <a:lnTo>
                  <a:pt x="1102" y="2226"/>
                </a:lnTo>
                <a:lnTo>
                  <a:pt x="1093" y="2226"/>
                </a:lnTo>
                <a:lnTo>
                  <a:pt x="1083" y="2224"/>
                </a:lnTo>
                <a:lnTo>
                  <a:pt x="1075" y="2219"/>
                </a:lnTo>
                <a:lnTo>
                  <a:pt x="1067" y="2212"/>
                </a:lnTo>
                <a:lnTo>
                  <a:pt x="1059" y="2203"/>
                </a:lnTo>
                <a:lnTo>
                  <a:pt x="1049" y="2193"/>
                </a:lnTo>
                <a:lnTo>
                  <a:pt x="1037" y="2183"/>
                </a:lnTo>
                <a:lnTo>
                  <a:pt x="1022" y="2174"/>
                </a:lnTo>
                <a:lnTo>
                  <a:pt x="1003" y="2167"/>
                </a:lnTo>
                <a:lnTo>
                  <a:pt x="979" y="2163"/>
                </a:lnTo>
                <a:lnTo>
                  <a:pt x="959" y="2157"/>
                </a:lnTo>
                <a:lnTo>
                  <a:pt x="947" y="2146"/>
                </a:lnTo>
                <a:lnTo>
                  <a:pt x="942" y="2130"/>
                </a:lnTo>
                <a:lnTo>
                  <a:pt x="942" y="2112"/>
                </a:lnTo>
                <a:lnTo>
                  <a:pt x="944" y="2094"/>
                </a:lnTo>
                <a:lnTo>
                  <a:pt x="948" y="2075"/>
                </a:lnTo>
                <a:lnTo>
                  <a:pt x="949" y="2058"/>
                </a:lnTo>
                <a:lnTo>
                  <a:pt x="947" y="2045"/>
                </a:lnTo>
                <a:lnTo>
                  <a:pt x="944" y="2032"/>
                </a:lnTo>
                <a:lnTo>
                  <a:pt x="945" y="2017"/>
                </a:lnTo>
                <a:lnTo>
                  <a:pt x="948" y="2001"/>
                </a:lnTo>
                <a:lnTo>
                  <a:pt x="954" y="1984"/>
                </a:lnTo>
                <a:lnTo>
                  <a:pt x="960" y="1968"/>
                </a:lnTo>
                <a:lnTo>
                  <a:pt x="967" y="1952"/>
                </a:lnTo>
                <a:lnTo>
                  <a:pt x="973" y="1936"/>
                </a:lnTo>
                <a:lnTo>
                  <a:pt x="977" y="1924"/>
                </a:lnTo>
                <a:lnTo>
                  <a:pt x="978" y="1911"/>
                </a:lnTo>
                <a:lnTo>
                  <a:pt x="977" y="1896"/>
                </a:lnTo>
                <a:lnTo>
                  <a:pt x="974" y="1878"/>
                </a:lnTo>
                <a:lnTo>
                  <a:pt x="970" y="1860"/>
                </a:lnTo>
                <a:lnTo>
                  <a:pt x="965" y="1842"/>
                </a:lnTo>
                <a:lnTo>
                  <a:pt x="961" y="1825"/>
                </a:lnTo>
                <a:lnTo>
                  <a:pt x="959" y="1811"/>
                </a:lnTo>
                <a:lnTo>
                  <a:pt x="959" y="1800"/>
                </a:lnTo>
                <a:lnTo>
                  <a:pt x="959" y="1791"/>
                </a:lnTo>
                <a:lnTo>
                  <a:pt x="956" y="1782"/>
                </a:lnTo>
                <a:lnTo>
                  <a:pt x="950" y="1774"/>
                </a:lnTo>
                <a:lnTo>
                  <a:pt x="942" y="1768"/>
                </a:lnTo>
                <a:lnTo>
                  <a:pt x="930" y="1761"/>
                </a:lnTo>
                <a:lnTo>
                  <a:pt x="918" y="1755"/>
                </a:lnTo>
                <a:lnTo>
                  <a:pt x="905" y="1748"/>
                </a:lnTo>
                <a:lnTo>
                  <a:pt x="892" y="1741"/>
                </a:lnTo>
                <a:lnTo>
                  <a:pt x="878" y="1735"/>
                </a:lnTo>
                <a:lnTo>
                  <a:pt x="867" y="1735"/>
                </a:lnTo>
                <a:lnTo>
                  <a:pt x="856" y="1737"/>
                </a:lnTo>
                <a:lnTo>
                  <a:pt x="845" y="1742"/>
                </a:lnTo>
                <a:lnTo>
                  <a:pt x="832" y="1748"/>
                </a:lnTo>
                <a:lnTo>
                  <a:pt x="818" y="1754"/>
                </a:lnTo>
                <a:lnTo>
                  <a:pt x="803" y="1759"/>
                </a:lnTo>
                <a:lnTo>
                  <a:pt x="783" y="1763"/>
                </a:lnTo>
                <a:lnTo>
                  <a:pt x="765" y="1764"/>
                </a:lnTo>
                <a:lnTo>
                  <a:pt x="753" y="1759"/>
                </a:lnTo>
                <a:lnTo>
                  <a:pt x="746" y="1751"/>
                </a:lnTo>
                <a:lnTo>
                  <a:pt x="743" y="1740"/>
                </a:lnTo>
                <a:lnTo>
                  <a:pt x="743" y="1729"/>
                </a:lnTo>
                <a:lnTo>
                  <a:pt x="746" y="1719"/>
                </a:lnTo>
                <a:lnTo>
                  <a:pt x="750" y="1711"/>
                </a:lnTo>
                <a:lnTo>
                  <a:pt x="755" y="1708"/>
                </a:lnTo>
                <a:lnTo>
                  <a:pt x="761" y="1705"/>
                </a:lnTo>
                <a:lnTo>
                  <a:pt x="768" y="1698"/>
                </a:lnTo>
                <a:lnTo>
                  <a:pt x="775" y="1687"/>
                </a:lnTo>
                <a:lnTo>
                  <a:pt x="781" y="1674"/>
                </a:lnTo>
                <a:lnTo>
                  <a:pt x="785" y="1660"/>
                </a:lnTo>
                <a:lnTo>
                  <a:pt x="788" y="1645"/>
                </a:lnTo>
                <a:lnTo>
                  <a:pt x="784" y="1630"/>
                </a:lnTo>
                <a:lnTo>
                  <a:pt x="777" y="1616"/>
                </a:lnTo>
                <a:lnTo>
                  <a:pt x="770" y="1604"/>
                </a:lnTo>
                <a:lnTo>
                  <a:pt x="767" y="1594"/>
                </a:lnTo>
                <a:lnTo>
                  <a:pt x="767" y="1583"/>
                </a:lnTo>
                <a:lnTo>
                  <a:pt x="770" y="1575"/>
                </a:lnTo>
                <a:lnTo>
                  <a:pt x="775" y="1568"/>
                </a:lnTo>
                <a:lnTo>
                  <a:pt x="782" y="1562"/>
                </a:lnTo>
                <a:lnTo>
                  <a:pt x="791" y="1557"/>
                </a:lnTo>
                <a:lnTo>
                  <a:pt x="800" y="1553"/>
                </a:lnTo>
                <a:lnTo>
                  <a:pt x="807" y="1548"/>
                </a:lnTo>
                <a:lnTo>
                  <a:pt x="811" y="1539"/>
                </a:lnTo>
                <a:lnTo>
                  <a:pt x="811" y="1525"/>
                </a:lnTo>
                <a:lnTo>
                  <a:pt x="810" y="1510"/>
                </a:lnTo>
                <a:lnTo>
                  <a:pt x="806" y="1493"/>
                </a:lnTo>
                <a:lnTo>
                  <a:pt x="803" y="1474"/>
                </a:lnTo>
                <a:lnTo>
                  <a:pt x="800" y="1455"/>
                </a:lnTo>
                <a:lnTo>
                  <a:pt x="798" y="1434"/>
                </a:lnTo>
                <a:lnTo>
                  <a:pt x="796" y="1415"/>
                </a:lnTo>
                <a:lnTo>
                  <a:pt x="792" y="1400"/>
                </a:lnTo>
                <a:lnTo>
                  <a:pt x="785" y="1385"/>
                </a:lnTo>
                <a:lnTo>
                  <a:pt x="778" y="1374"/>
                </a:lnTo>
                <a:lnTo>
                  <a:pt x="769" y="1364"/>
                </a:lnTo>
                <a:lnTo>
                  <a:pt x="758" y="1355"/>
                </a:lnTo>
                <a:lnTo>
                  <a:pt x="746" y="1346"/>
                </a:lnTo>
                <a:lnTo>
                  <a:pt x="732" y="1337"/>
                </a:lnTo>
                <a:lnTo>
                  <a:pt x="720" y="1327"/>
                </a:lnTo>
                <a:lnTo>
                  <a:pt x="712" y="1319"/>
                </a:lnTo>
                <a:lnTo>
                  <a:pt x="707" y="1311"/>
                </a:lnTo>
                <a:lnTo>
                  <a:pt x="703" y="1303"/>
                </a:lnTo>
                <a:lnTo>
                  <a:pt x="701" y="1295"/>
                </a:lnTo>
                <a:lnTo>
                  <a:pt x="698" y="1283"/>
                </a:lnTo>
                <a:lnTo>
                  <a:pt x="694" y="1271"/>
                </a:lnTo>
                <a:lnTo>
                  <a:pt x="688" y="1255"/>
                </a:lnTo>
                <a:lnTo>
                  <a:pt x="680" y="1240"/>
                </a:lnTo>
                <a:lnTo>
                  <a:pt x="674" y="1231"/>
                </a:lnTo>
                <a:lnTo>
                  <a:pt x="668" y="1227"/>
                </a:lnTo>
                <a:lnTo>
                  <a:pt x="662" y="1227"/>
                </a:lnTo>
                <a:lnTo>
                  <a:pt x="655" y="1229"/>
                </a:lnTo>
                <a:lnTo>
                  <a:pt x="648" y="1233"/>
                </a:lnTo>
                <a:lnTo>
                  <a:pt x="640" y="1238"/>
                </a:lnTo>
                <a:lnTo>
                  <a:pt x="630" y="1241"/>
                </a:lnTo>
                <a:lnTo>
                  <a:pt x="621" y="1241"/>
                </a:lnTo>
                <a:lnTo>
                  <a:pt x="613" y="1239"/>
                </a:lnTo>
                <a:lnTo>
                  <a:pt x="608" y="1234"/>
                </a:lnTo>
                <a:lnTo>
                  <a:pt x="603" y="1228"/>
                </a:lnTo>
                <a:lnTo>
                  <a:pt x="598" y="1220"/>
                </a:lnTo>
                <a:lnTo>
                  <a:pt x="593" y="1211"/>
                </a:lnTo>
                <a:lnTo>
                  <a:pt x="586" y="1201"/>
                </a:lnTo>
                <a:lnTo>
                  <a:pt x="579" y="1190"/>
                </a:lnTo>
                <a:lnTo>
                  <a:pt x="571" y="1179"/>
                </a:lnTo>
                <a:lnTo>
                  <a:pt x="565" y="1173"/>
                </a:lnTo>
                <a:lnTo>
                  <a:pt x="559" y="1169"/>
                </a:lnTo>
                <a:lnTo>
                  <a:pt x="552" y="1168"/>
                </a:lnTo>
                <a:lnTo>
                  <a:pt x="545" y="1168"/>
                </a:lnTo>
                <a:lnTo>
                  <a:pt x="536" y="1170"/>
                </a:lnTo>
                <a:lnTo>
                  <a:pt x="526" y="1172"/>
                </a:lnTo>
                <a:lnTo>
                  <a:pt x="514" y="1175"/>
                </a:lnTo>
                <a:lnTo>
                  <a:pt x="503" y="1176"/>
                </a:lnTo>
                <a:lnTo>
                  <a:pt x="495" y="1174"/>
                </a:lnTo>
                <a:lnTo>
                  <a:pt x="490" y="1170"/>
                </a:lnTo>
                <a:lnTo>
                  <a:pt x="488" y="1163"/>
                </a:lnTo>
                <a:lnTo>
                  <a:pt x="486" y="1154"/>
                </a:lnTo>
                <a:lnTo>
                  <a:pt x="488" y="1145"/>
                </a:lnTo>
                <a:lnTo>
                  <a:pt x="489" y="1134"/>
                </a:lnTo>
                <a:lnTo>
                  <a:pt x="490" y="1124"/>
                </a:lnTo>
                <a:lnTo>
                  <a:pt x="489" y="1116"/>
                </a:lnTo>
                <a:lnTo>
                  <a:pt x="485" y="1109"/>
                </a:lnTo>
                <a:lnTo>
                  <a:pt x="480" y="1103"/>
                </a:lnTo>
                <a:lnTo>
                  <a:pt x="473" y="1098"/>
                </a:lnTo>
                <a:lnTo>
                  <a:pt x="463" y="1095"/>
                </a:lnTo>
                <a:lnTo>
                  <a:pt x="451" y="1094"/>
                </a:lnTo>
                <a:lnTo>
                  <a:pt x="438" y="1093"/>
                </a:lnTo>
                <a:lnTo>
                  <a:pt x="422" y="1094"/>
                </a:lnTo>
                <a:lnTo>
                  <a:pt x="407" y="1096"/>
                </a:lnTo>
                <a:lnTo>
                  <a:pt x="393" y="1099"/>
                </a:lnTo>
                <a:lnTo>
                  <a:pt x="380" y="1100"/>
                </a:lnTo>
                <a:lnTo>
                  <a:pt x="369" y="1100"/>
                </a:lnTo>
                <a:lnTo>
                  <a:pt x="358" y="1098"/>
                </a:lnTo>
                <a:lnTo>
                  <a:pt x="348" y="1092"/>
                </a:lnTo>
                <a:lnTo>
                  <a:pt x="339" y="1082"/>
                </a:lnTo>
                <a:lnTo>
                  <a:pt x="330" y="1069"/>
                </a:lnTo>
                <a:lnTo>
                  <a:pt x="321" y="1057"/>
                </a:lnTo>
                <a:lnTo>
                  <a:pt x="309" y="1050"/>
                </a:lnTo>
                <a:lnTo>
                  <a:pt x="295" y="1047"/>
                </a:lnTo>
                <a:lnTo>
                  <a:pt x="279" y="1046"/>
                </a:lnTo>
                <a:lnTo>
                  <a:pt x="263" y="1047"/>
                </a:lnTo>
                <a:lnTo>
                  <a:pt x="247" y="1047"/>
                </a:lnTo>
                <a:lnTo>
                  <a:pt x="229" y="1045"/>
                </a:lnTo>
                <a:lnTo>
                  <a:pt x="212" y="1039"/>
                </a:lnTo>
                <a:lnTo>
                  <a:pt x="198" y="1028"/>
                </a:lnTo>
                <a:lnTo>
                  <a:pt x="190" y="1016"/>
                </a:lnTo>
                <a:lnTo>
                  <a:pt x="184" y="1002"/>
                </a:lnTo>
                <a:lnTo>
                  <a:pt x="182" y="986"/>
                </a:lnTo>
                <a:lnTo>
                  <a:pt x="180" y="969"/>
                </a:lnTo>
                <a:lnTo>
                  <a:pt x="180" y="953"/>
                </a:lnTo>
                <a:lnTo>
                  <a:pt x="177" y="937"/>
                </a:lnTo>
                <a:lnTo>
                  <a:pt x="173" y="922"/>
                </a:lnTo>
                <a:lnTo>
                  <a:pt x="165" y="911"/>
                </a:lnTo>
                <a:lnTo>
                  <a:pt x="154" y="905"/>
                </a:lnTo>
                <a:lnTo>
                  <a:pt x="141" y="902"/>
                </a:lnTo>
                <a:lnTo>
                  <a:pt x="125" y="902"/>
                </a:lnTo>
                <a:lnTo>
                  <a:pt x="110" y="902"/>
                </a:lnTo>
                <a:lnTo>
                  <a:pt x="95" y="903"/>
                </a:lnTo>
                <a:lnTo>
                  <a:pt x="80" y="902"/>
                </a:lnTo>
                <a:lnTo>
                  <a:pt x="67" y="898"/>
                </a:lnTo>
                <a:lnTo>
                  <a:pt x="57" y="891"/>
                </a:lnTo>
                <a:lnTo>
                  <a:pt x="51" y="882"/>
                </a:lnTo>
                <a:lnTo>
                  <a:pt x="47" y="871"/>
                </a:lnTo>
                <a:lnTo>
                  <a:pt x="45" y="860"/>
                </a:lnTo>
                <a:lnTo>
                  <a:pt x="43" y="848"/>
                </a:lnTo>
                <a:lnTo>
                  <a:pt x="39" y="837"/>
                </a:lnTo>
                <a:lnTo>
                  <a:pt x="30" y="825"/>
                </a:lnTo>
                <a:lnTo>
                  <a:pt x="18" y="816"/>
                </a:lnTo>
                <a:lnTo>
                  <a:pt x="7" y="808"/>
                </a:lnTo>
                <a:lnTo>
                  <a:pt x="1" y="799"/>
                </a:lnTo>
                <a:lnTo>
                  <a:pt x="0" y="790"/>
                </a:lnTo>
                <a:lnTo>
                  <a:pt x="2" y="781"/>
                </a:lnTo>
                <a:lnTo>
                  <a:pt x="7" y="773"/>
                </a:lnTo>
                <a:lnTo>
                  <a:pt x="14" y="766"/>
                </a:lnTo>
                <a:lnTo>
                  <a:pt x="21" y="761"/>
                </a:lnTo>
                <a:lnTo>
                  <a:pt x="28" y="757"/>
                </a:lnTo>
                <a:lnTo>
                  <a:pt x="33" y="752"/>
                </a:lnTo>
                <a:lnTo>
                  <a:pt x="37" y="743"/>
                </a:lnTo>
                <a:lnTo>
                  <a:pt x="40" y="732"/>
                </a:lnTo>
                <a:lnTo>
                  <a:pt x="40" y="719"/>
                </a:lnTo>
                <a:lnTo>
                  <a:pt x="37" y="706"/>
                </a:lnTo>
                <a:lnTo>
                  <a:pt x="32" y="692"/>
                </a:lnTo>
                <a:lnTo>
                  <a:pt x="24" y="678"/>
                </a:lnTo>
                <a:lnTo>
                  <a:pt x="14" y="665"/>
                </a:lnTo>
                <a:lnTo>
                  <a:pt x="4" y="654"/>
                </a:lnTo>
                <a:lnTo>
                  <a:pt x="0" y="645"/>
                </a:lnTo>
                <a:lnTo>
                  <a:pt x="0" y="638"/>
                </a:lnTo>
                <a:lnTo>
                  <a:pt x="3" y="631"/>
                </a:lnTo>
                <a:lnTo>
                  <a:pt x="8" y="624"/>
                </a:lnTo>
                <a:lnTo>
                  <a:pt x="13" y="617"/>
                </a:lnTo>
                <a:lnTo>
                  <a:pt x="16" y="608"/>
                </a:lnTo>
                <a:lnTo>
                  <a:pt x="18" y="596"/>
                </a:lnTo>
                <a:lnTo>
                  <a:pt x="19" y="585"/>
                </a:lnTo>
                <a:lnTo>
                  <a:pt x="22" y="576"/>
                </a:lnTo>
                <a:lnTo>
                  <a:pt x="26" y="571"/>
                </a:lnTo>
                <a:lnTo>
                  <a:pt x="32" y="568"/>
                </a:lnTo>
                <a:lnTo>
                  <a:pt x="39" y="567"/>
                </a:lnTo>
                <a:lnTo>
                  <a:pt x="47" y="566"/>
                </a:lnTo>
                <a:lnTo>
                  <a:pt x="55" y="566"/>
                </a:lnTo>
                <a:lnTo>
                  <a:pt x="63" y="565"/>
                </a:lnTo>
                <a:lnTo>
                  <a:pt x="71" y="563"/>
                </a:lnTo>
                <a:lnTo>
                  <a:pt x="79" y="559"/>
                </a:lnTo>
                <a:lnTo>
                  <a:pt x="87" y="553"/>
                </a:lnTo>
                <a:lnTo>
                  <a:pt x="95" y="545"/>
                </a:lnTo>
                <a:lnTo>
                  <a:pt x="101" y="537"/>
                </a:lnTo>
                <a:lnTo>
                  <a:pt x="106" y="527"/>
                </a:lnTo>
                <a:lnTo>
                  <a:pt x="110" y="519"/>
                </a:lnTo>
                <a:lnTo>
                  <a:pt x="112" y="510"/>
                </a:lnTo>
                <a:lnTo>
                  <a:pt x="112" y="502"/>
                </a:lnTo>
                <a:lnTo>
                  <a:pt x="112" y="496"/>
                </a:lnTo>
                <a:lnTo>
                  <a:pt x="112" y="490"/>
                </a:lnTo>
                <a:lnTo>
                  <a:pt x="112" y="484"/>
                </a:lnTo>
                <a:lnTo>
                  <a:pt x="113" y="478"/>
                </a:lnTo>
                <a:lnTo>
                  <a:pt x="114" y="473"/>
                </a:lnTo>
                <a:lnTo>
                  <a:pt x="116" y="467"/>
                </a:lnTo>
                <a:lnTo>
                  <a:pt x="120" y="461"/>
                </a:lnTo>
                <a:lnTo>
                  <a:pt x="126" y="455"/>
                </a:lnTo>
                <a:lnTo>
                  <a:pt x="134" y="451"/>
                </a:lnTo>
                <a:lnTo>
                  <a:pt x="146" y="447"/>
                </a:lnTo>
                <a:lnTo>
                  <a:pt x="158" y="444"/>
                </a:lnTo>
                <a:lnTo>
                  <a:pt x="170" y="442"/>
                </a:lnTo>
                <a:lnTo>
                  <a:pt x="182" y="440"/>
                </a:lnTo>
                <a:lnTo>
                  <a:pt x="194" y="439"/>
                </a:lnTo>
                <a:lnTo>
                  <a:pt x="202" y="439"/>
                </a:lnTo>
                <a:lnTo>
                  <a:pt x="207" y="437"/>
                </a:lnTo>
                <a:lnTo>
                  <a:pt x="211" y="432"/>
                </a:lnTo>
                <a:lnTo>
                  <a:pt x="213" y="423"/>
                </a:lnTo>
                <a:lnTo>
                  <a:pt x="213" y="413"/>
                </a:lnTo>
                <a:lnTo>
                  <a:pt x="211" y="403"/>
                </a:lnTo>
                <a:lnTo>
                  <a:pt x="207" y="392"/>
                </a:lnTo>
                <a:lnTo>
                  <a:pt x="201" y="383"/>
                </a:lnTo>
                <a:lnTo>
                  <a:pt x="192" y="375"/>
                </a:lnTo>
                <a:lnTo>
                  <a:pt x="185" y="368"/>
                </a:lnTo>
                <a:lnTo>
                  <a:pt x="184" y="361"/>
                </a:lnTo>
                <a:lnTo>
                  <a:pt x="186" y="352"/>
                </a:lnTo>
                <a:lnTo>
                  <a:pt x="192" y="344"/>
                </a:lnTo>
                <a:lnTo>
                  <a:pt x="199" y="335"/>
                </a:lnTo>
                <a:lnTo>
                  <a:pt x="206" y="325"/>
                </a:lnTo>
                <a:lnTo>
                  <a:pt x="213" y="317"/>
                </a:lnTo>
                <a:lnTo>
                  <a:pt x="218" y="310"/>
                </a:lnTo>
                <a:lnTo>
                  <a:pt x="221" y="305"/>
                </a:lnTo>
                <a:lnTo>
                  <a:pt x="226" y="300"/>
                </a:lnTo>
                <a:lnTo>
                  <a:pt x="232" y="294"/>
                </a:lnTo>
                <a:lnTo>
                  <a:pt x="240" y="288"/>
                </a:lnTo>
                <a:lnTo>
                  <a:pt x="248" y="281"/>
                </a:lnTo>
                <a:lnTo>
                  <a:pt x="256" y="274"/>
                </a:lnTo>
                <a:lnTo>
                  <a:pt x="264" y="268"/>
                </a:lnTo>
                <a:lnTo>
                  <a:pt x="272" y="262"/>
                </a:lnTo>
                <a:lnTo>
                  <a:pt x="278" y="275"/>
                </a:lnTo>
                <a:lnTo>
                  <a:pt x="284" y="290"/>
                </a:lnTo>
                <a:lnTo>
                  <a:pt x="293" y="302"/>
                </a:lnTo>
                <a:lnTo>
                  <a:pt x="300" y="314"/>
                </a:lnTo>
                <a:lnTo>
                  <a:pt x="308" y="323"/>
                </a:lnTo>
                <a:lnTo>
                  <a:pt x="316" y="331"/>
                </a:lnTo>
                <a:lnTo>
                  <a:pt x="325" y="334"/>
                </a:lnTo>
                <a:lnTo>
                  <a:pt x="334" y="333"/>
                </a:lnTo>
                <a:lnTo>
                  <a:pt x="346" y="331"/>
                </a:lnTo>
                <a:lnTo>
                  <a:pt x="359" y="328"/>
                </a:lnTo>
                <a:lnTo>
                  <a:pt x="372" y="327"/>
                </a:lnTo>
                <a:lnTo>
                  <a:pt x="388" y="324"/>
                </a:lnTo>
                <a:lnTo>
                  <a:pt x="402" y="320"/>
                </a:lnTo>
                <a:lnTo>
                  <a:pt x="415" y="313"/>
                </a:lnTo>
                <a:lnTo>
                  <a:pt x="426" y="303"/>
                </a:lnTo>
                <a:lnTo>
                  <a:pt x="436" y="288"/>
                </a:lnTo>
                <a:lnTo>
                  <a:pt x="446" y="269"/>
                </a:lnTo>
                <a:lnTo>
                  <a:pt x="456" y="250"/>
                </a:lnTo>
                <a:lnTo>
                  <a:pt x="466" y="232"/>
                </a:lnTo>
                <a:lnTo>
                  <a:pt x="476" y="214"/>
                </a:lnTo>
                <a:lnTo>
                  <a:pt x="485" y="199"/>
                </a:lnTo>
                <a:lnTo>
                  <a:pt x="493" y="187"/>
                </a:lnTo>
                <a:lnTo>
                  <a:pt x="498" y="178"/>
                </a:lnTo>
                <a:lnTo>
                  <a:pt x="500" y="175"/>
                </a:lnTo>
                <a:lnTo>
                  <a:pt x="500" y="173"/>
                </a:lnTo>
                <a:lnTo>
                  <a:pt x="501" y="169"/>
                </a:lnTo>
                <a:lnTo>
                  <a:pt x="503" y="163"/>
                </a:lnTo>
                <a:lnTo>
                  <a:pt x="506" y="157"/>
                </a:lnTo>
                <a:lnTo>
                  <a:pt x="512" y="154"/>
                </a:lnTo>
                <a:lnTo>
                  <a:pt x="520" y="153"/>
                </a:lnTo>
                <a:lnTo>
                  <a:pt x="532" y="157"/>
                </a:lnTo>
                <a:lnTo>
                  <a:pt x="549" y="167"/>
                </a:lnTo>
                <a:lnTo>
                  <a:pt x="564" y="180"/>
                </a:lnTo>
                <a:lnTo>
                  <a:pt x="575" y="188"/>
                </a:lnTo>
                <a:lnTo>
                  <a:pt x="582" y="195"/>
                </a:lnTo>
                <a:lnTo>
                  <a:pt x="586" y="201"/>
                </a:lnTo>
                <a:lnTo>
                  <a:pt x="586" y="207"/>
                </a:lnTo>
                <a:lnTo>
                  <a:pt x="582" y="214"/>
                </a:lnTo>
                <a:lnTo>
                  <a:pt x="576" y="224"/>
                </a:lnTo>
                <a:lnTo>
                  <a:pt x="567" y="237"/>
                </a:lnTo>
                <a:lnTo>
                  <a:pt x="559" y="254"/>
                </a:lnTo>
                <a:lnTo>
                  <a:pt x="555" y="275"/>
                </a:lnTo>
                <a:lnTo>
                  <a:pt x="553" y="299"/>
                </a:lnTo>
                <a:lnTo>
                  <a:pt x="555" y="322"/>
                </a:lnTo>
                <a:lnTo>
                  <a:pt x="558" y="345"/>
                </a:lnTo>
                <a:lnTo>
                  <a:pt x="564" y="363"/>
                </a:lnTo>
                <a:lnTo>
                  <a:pt x="572" y="377"/>
                </a:lnTo>
                <a:lnTo>
                  <a:pt x="581" y="384"/>
                </a:lnTo>
                <a:lnTo>
                  <a:pt x="592" y="388"/>
                </a:lnTo>
                <a:lnTo>
                  <a:pt x="599" y="395"/>
                </a:lnTo>
                <a:lnTo>
                  <a:pt x="605" y="403"/>
                </a:lnTo>
                <a:lnTo>
                  <a:pt x="610" y="412"/>
                </a:lnTo>
                <a:lnTo>
                  <a:pt x="613" y="421"/>
                </a:lnTo>
                <a:lnTo>
                  <a:pt x="615" y="429"/>
                </a:lnTo>
                <a:lnTo>
                  <a:pt x="616" y="435"/>
                </a:lnTo>
                <a:lnTo>
                  <a:pt x="616" y="437"/>
                </a:lnTo>
                <a:lnTo>
                  <a:pt x="617" y="438"/>
                </a:lnTo>
                <a:lnTo>
                  <a:pt x="619" y="441"/>
                </a:lnTo>
                <a:lnTo>
                  <a:pt x="622" y="446"/>
                </a:lnTo>
                <a:lnTo>
                  <a:pt x="627" y="451"/>
                </a:lnTo>
                <a:lnTo>
                  <a:pt x="633" y="457"/>
                </a:lnTo>
                <a:lnTo>
                  <a:pt x="641" y="461"/>
                </a:lnTo>
                <a:lnTo>
                  <a:pt x="648" y="465"/>
                </a:lnTo>
                <a:lnTo>
                  <a:pt x="657" y="467"/>
                </a:lnTo>
                <a:lnTo>
                  <a:pt x="666" y="466"/>
                </a:lnTo>
                <a:lnTo>
                  <a:pt x="673" y="461"/>
                </a:lnTo>
                <a:lnTo>
                  <a:pt x="680" y="455"/>
                </a:lnTo>
                <a:lnTo>
                  <a:pt x="685" y="446"/>
                </a:lnTo>
                <a:lnTo>
                  <a:pt x="691" y="437"/>
                </a:lnTo>
                <a:lnTo>
                  <a:pt x="696" y="427"/>
                </a:lnTo>
                <a:lnTo>
                  <a:pt x="702" y="420"/>
                </a:lnTo>
                <a:lnTo>
                  <a:pt x="708" y="414"/>
                </a:lnTo>
                <a:lnTo>
                  <a:pt x="714" y="408"/>
                </a:lnTo>
                <a:lnTo>
                  <a:pt x="719" y="402"/>
                </a:lnTo>
                <a:lnTo>
                  <a:pt x="726" y="396"/>
                </a:lnTo>
                <a:lnTo>
                  <a:pt x="734" y="391"/>
                </a:lnTo>
                <a:lnTo>
                  <a:pt x="744" y="386"/>
                </a:lnTo>
                <a:lnTo>
                  <a:pt x="757" y="382"/>
                </a:lnTo>
                <a:lnTo>
                  <a:pt x="773" y="378"/>
                </a:lnTo>
                <a:lnTo>
                  <a:pt x="794" y="377"/>
                </a:lnTo>
                <a:lnTo>
                  <a:pt x="815" y="374"/>
                </a:lnTo>
                <a:lnTo>
                  <a:pt x="831" y="367"/>
                </a:lnTo>
                <a:lnTo>
                  <a:pt x="845" y="357"/>
                </a:lnTo>
                <a:lnTo>
                  <a:pt x="854" y="344"/>
                </a:lnTo>
                <a:lnTo>
                  <a:pt x="861" y="331"/>
                </a:lnTo>
                <a:lnTo>
                  <a:pt x="864" y="315"/>
                </a:lnTo>
                <a:lnTo>
                  <a:pt x="866" y="302"/>
                </a:lnTo>
                <a:lnTo>
                  <a:pt x="867" y="290"/>
                </a:lnTo>
                <a:lnTo>
                  <a:pt x="867" y="278"/>
                </a:lnTo>
                <a:lnTo>
                  <a:pt x="867" y="266"/>
                </a:lnTo>
                <a:lnTo>
                  <a:pt x="866" y="253"/>
                </a:lnTo>
                <a:lnTo>
                  <a:pt x="866" y="240"/>
                </a:lnTo>
                <a:lnTo>
                  <a:pt x="866" y="226"/>
                </a:lnTo>
                <a:lnTo>
                  <a:pt x="867" y="213"/>
                </a:lnTo>
                <a:lnTo>
                  <a:pt x="869" y="203"/>
                </a:lnTo>
                <a:lnTo>
                  <a:pt x="871" y="194"/>
                </a:lnTo>
                <a:lnTo>
                  <a:pt x="875" y="187"/>
                </a:lnTo>
                <a:lnTo>
                  <a:pt x="879" y="178"/>
                </a:lnTo>
                <a:lnTo>
                  <a:pt x="884" y="171"/>
                </a:lnTo>
                <a:lnTo>
                  <a:pt x="888" y="162"/>
                </a:lnTo>
                <a:lnTo>
                  <a:pt x="890" y="154"/>
                </a:lnTo>
                <a:lnTo>
                  <a:pt x="889" y="145"/>
                </a:lnTo>
                <a:lnTo>
                  <a:pt x="884" y="136"/>
                </a:lnTo>
                <a:lnTo>
                  <a:pt x="875" y="126"/>
                </a:lnTo>
                <a:lnTo>
                  <a:pt x="863" y="117"/>
                </a:lnTo>
                <a:lnTo>
                  <a:pt x="850" y="108"/>
                </a:lnTo>
                <a:lnTo>
                  <a:pt x="837" y="99"/>
                </a:lnTo>
                <a:lnTo>
                  <a:pt x="824" y="89"/>
                </a:lnTo>
                <a:lnTo>
                  <a:pt x="814" y="78"/>
                </a:lnTo>
                <a:lnTo>
                  <a:pt x="807" y="66"/>
                </a:lnTo>
                <a:lnTo>
                  <a:pt x="804" y="52"/>
                </a:lnTo>
                <a:lnTo>
                  <a:pt x="806" y="37"/>
                </a:lnTo>
                <a:lnTo>
                  <a:pt x="807" y="32"/>
                </a:lnTo>
                <a:lnTo>
                  <a:pt x="808" y="27"/>
                </a:lnTo>
                <a:lnTo>
                  <a:pt x="810" y="22"/>
                </a:lnTo>
                <a:lnTo>
                  <a:pt x="811" y="18"/>
                </a:lnTo>
                <a:lnTo>
                  <a:pt x="813" y="13"/>
                </a:lnTo>
                <a:lnTo>
                  <a:pt x="814" y="9"/>
                </a:lnTo>
                <a:lnTo>
                  <a:pt x="816" y="4"/>
                </a:lnTo>
                <a:lnTo>
                  <a:pt x="818" y="0"/>
                </a:lnTo>
                <a:lnTo>
                  <a:pt x="824" y="3"/>
                </a:lnTo>
                <a:lnTo>
                  <a:pt x="830" y="6"/>
                </a:lnTo>
                <a:lnTo>
                  <a:pt x="839" y="8"/>
                </a:lnTo>
                <a:lnTo>
                  <a:pt x="848" y="10"/>
                </a:lnTo>
                <a:lnTo>
                  <a:pt x="873" y="19"/>
                </a:lnTo>
                <a:lnTo>
                  <a:pt x="894" y="28"/>
                </a:lnTo>
                <a:lnTo>
                  <a:pt x="908" y="37"/>
                </a:lnTo>
                <a:lnTo>
                  <a:pt x="919" y="45"/>
                </a:lnTo>
                <a:lnTo>
                  <a:pt x="927" y="50"/>
                </a:lnTo>
                <a:lnTo>
                  <a:pt x="934" y="54"/>
                </a:lnTo>
                <a:lnTo>
                  <a:pt x="941" y="54"/>
                </a:lnTo>
                <a:lnTo>
                  <a:pt x="948" y="52"/>
                </a:lnTo>
                <a:lnTo>
                  <a:pt x="955" y="48"/>
                </a:lnTo>
                <a:lnTo>
                  <a:pt x="962" y="45"/>
                </a:lnTo>
                <a:lnTo>
                  <a:pt x="969" y="44"/>
                </a:lnTo>
                <a:lnTo>
                  <a:pt x="977" y="45"/>
                </a:lnTo>
                <a:lnTo>
                  <a:pt x="987" y="51"/>
                </a:lnTo>
                <a:lnTo>
                  <a:pt x="999" y="61"/>
                </a:lnTo>
                <a:lnTo>
                  <a:pt x="1012" y="77"/>
                </a:lnTo>
                <a:lnTo>
                  <a:pt x="1029" y="100"/>
                </a:lnTo>
                <a:lnTo>
                  <a:pt x="1040" y="114"/>
                </a:lnTo>
                <a:lnTo>
                  <a:pt x="1053" y="132"/>
                </a:lnTo>
                <a:lnTo>
                  <a:pt x="1067" y="151"/>
                </a:lnTo>
                <a:lnTo>
                  <a:pt x="1083" y="172"/>
                </a:lnTo>
                <a:lnTo>
                  <a:pt x="1102" y="195"/>
                </a:lnTo>
                <a:lnTo>
                  <a:pt x="1121" y="217"/>
                </a:lnTo>
                <a:lnTo>
                  <a:pt x="1142" y="242"/>
                </a:lnTo>
                <a:lnTo>
                  <a:pt x="1162" y="265"/>
                </a:lnTo>
                <a:lnTo>
                  <a:pt x="1183" y="289"/>
                </a:lnTo>
                <a:lnTo>
                  <a:pt x="1205" y="311"/>
                </a:lnTo>
                <a:lnTo>
                  <a:pt x="1226" y="333"/>
                </a:lnTo>
                <a:lnTo>
                  <a:pt x="1248" y="353"/>
                </a:lnTo>
                <a:lnTo>
                  <a:pt x="1269" y="371"/>
                </a:lnTo>
                <a:lnTo>
                  <a:pt x="1290" y="387"/>
                </a:lnTo>
                <a:lnTo>
                  <a:pt x="1308" y="400"/>
                </a:lnTo>
                <a:lnTo>
                  <a:pt x="1326" y="409"/>
                </a:lnTo>
                <a:lnTo>
                  <a:pt x="1355" y="424"/>
                </a:lnTo>
                <a:lnTo>
                  <a:pt x="1375" y="437"/>
                </a:lnTo>
                <a:lnTo>
                  <a:pt x="1389" y="448"/>
                </a:lnTo>
                <a:lnTo>
                  <a:pt x="1398" y="457"/>
                </a:lnTo>
                <a:lnTo>
                  <a:pt x="1406" y="463"/>
                </a:lnTo>
                <a:lnTo>
                  <a:pt x="1415" y="467"/>
                </a:lnTo>
                <a:lnTo>
                  <a:pt x="1427" y="467"/>
                </a:lnTo>
                <a:lnTo>
                  <a:pt x="1447" y="465"/>
                </a:lnTo>
                <a:lnTo>
                  <a:pt x="1466" y="462"/>
                </a:lnTo>
                <a:lnTo>
                  <a:pt x="1478" y="463"/>
                </a:lnTo>
                <a:lnTo>
                  <a:pt x="1487" y="466"/>
                </a:lnTo>
                <a:lnTo>
                  <a:pt x="1492" y="472"/>
                </a:lnTo>
                <a:lnTo>
                  <a:pt x="1495" y="482"/>
                </a:lnTo>
                <a:lnTo>
                  <a:pt x="1498" y="492"/>
                </a:lnTo>
                <a:lnTo>
                  <a:pt x="1503" y="504"/>
                </a:lnTo>
                <a:lnTo>
                  <a:pt x="1511" y="518"/>
                </a:lnTo>
                <a:lnTo>
                  <a:pt x="1519" y="532"/>
                </a:lnTo>
                <a:lnTo>
                  <a:pt x="1524" y="542"/>
                </a:lnTo>
                <a:lnTo>
                  <a:pt x="1526" y="550"/>
                </a:lnTo>
                <a:lnTo>
                  <a:pt x="1527" y="557"/>
                </a:lnTo>
                <a:lnTo>
                  <a:pt x="1526" y="564"/>
                </a:lnTo>
                <a:lnTo>
                  <a:pt x="1524" y="572"/>
                </a:lnTo>
                <a:lnTo>
                  <a:pt x="1523" y="581"/>
                </a:lnTo>
                <a:lnTo>
                  <a:pt x="1522" y="595"/>
                </a:lnTo>
                <a:lnTo>
                  <a:pt x="1524" y="606"/>
                </a:lnTo>
                <a:lnTo>
                  <a:pt x="1528" y="613"/>
                </a:lnTo>
                <a:lnTo>
                  <a:pt x="1533" y="618"/>
                </a:lnTo>
                <a:lnTo>
                  <a:pt x="1541" y="622"/>
                </a:lnTo>
                <a:lnTo>
                  <a:pt x="1548" y="628"/>
                </a:lnTo>
                <a:lnTo>
                  <a:pt x="1554" y="639"/>
                </a:lnTo>
                <a:lnTo>
                  <a:pt x="1559" y="655"/>
                </a:lnTo>
                <a:lnTo>
                  <a:pt x="1561" y="678"/>
                </a:lnTo>
                <a:lnTo>
                  <a:pt x="1564" y="702"/>
                </a:lnTo>
                <a:lnTo>
                  <a:pt x="1569" y="715"/>
                </a:lnTo>
                <a:lnTo>
                  <a:pt x="1577" y="724"/>
                </a:lnTo>
                <a:lnTo>
                  <a:pt x="1589" y="732"/>
                </a:lnTo>
                <a:lnTo>
                  <a:pt x="1602" y="743"/>
                </a:lnTo>
                <a:lnTo>
                  <a:pt x="1617" y="759"/>
                </a:lnTo>
                <a:lnTo>
                  <a:pt x="1635" y="786"/>
                </a:lnTo>
                <a:lnTo>
                  <a:pt x="1654" y="825"/>
                </a:lnTo>
                <a:lnTo>
                  <a:pt x="1663" y="849"/>
                </a:lnTo>
                <a:lnTo>
                  <a:pt x="1672" y="870"/>
                </a:lnTo>
                <a:lnTo>
                  <a:pt x="1680" y="890"/>
                </a:lnTo>
                <a:lnTo>
                  <a:pt x="1688" y="908"/>
                </a:lnTo>
                <a:lnTo>
                  <a:pt x="1695" y="924"/>
                </a:lnTo>
                <a:lnTo>
                  <a:pt x="1701" y="939"/>
                </a:lnTo>
                <a:lnTo>
                  <a:pt x="1707" y="953"/>
                </a:lnTo>
                <a:lnTo>
                  <a:pt x="1713" y="964"/>
                </a:lnTo>
                <a:lnTo>
                  <a:pt x="1718" y="975"/>
                </a:lnTo>
                <a:lnTo>
                  <a:pt x="1723" y="986"/>
                </a:lnTo>
                <a:lnTo>
                  <a:pt x="1728" y="994"/>
                </a:lnTo>
                <a:lnTo>
                  <a:pt x="1734" y="1002"/>
                </a:lnTo>
                <a:lnTo>
                  <a:pt x="1739" y="1009"/>
                </a:lnTo>
                <a:lnTo>
                  <a:pt x="1744" y="1014"/>
                </a:lnTo>
                <a:lnTo>
                  <a:pt x="1750" y="1020"/>
                </a:lnTo>
                <a:lnTo>
                  <a:pt x="1755" y="1024"/>
                </a:lnTo>
                <a:lnTo>
                  <a:pt x="1764" y="1035"/>
                </a:lnTo>
                <a:lnTo>
                  <a:pt x="1771" y="1048"/>
                </a:lnTo>
                <a:lnTo>
                  <a:pt x="1774" y="1063"/>
                </a:lnTo>
                <a:lnTo>
                  <a:pt x="1777" y="1077"/>
                </a:lnTo>
                <a:lnTo>
                  <a:pt x="1779" y="1092"/>
                </a:lnTo>
                <a:lnTo>
                  <a:pt x="1782" y="1103"/>
                </a:lnTo>
                <a:lnTo>
                  <a:pt x="1787" y="1110"/>
                </a:lnTo>
                <a:lnTo>
                  <a:pt x="1794" y="1112"/>
                </a:lnTo>
                <a:lnTo>
                  <a:pt x="1799" y="1114"/>
                </a:lnTo>
                <a:lnTo>
                  <a:pt x="1800" y="1121"/>
                </a:lnTo>
                <a:lnTo>
                  <a:pt x="1797" y="1132"/>
                </a:lnTo>
                <a:lnTo>
                  <a:pt x="1795" y="1145"/>
                </a:lnTo>
                <a:lnTo>
                  <a:pt x="1793" y="1159"/>
                </a:lnTo>
                <a:lnTo>
                  <a:pt x="1795" y="1172"/>
                </a:lnTo>
                <a:lnTo>
                  <a:pt x="1802" y="1183"/>
                </a:lnTo>
                <a:lnTo>
                  <a:pt x="1816" y="1191"/>
                </a:lnTo>
                <a:lnTo>
                  <a:pt x="1825" y="1195"/>
                </a:lnTo>
                <a:lnTo>
                  <a:pt x="1836" y="1200"/>
                </a:lnTo>
                <a:lnTo>
                  <a:pt x="1845" y="1208"/>
                </a:lnTo>
                <a:lnTo>
                  <a:pt x="1854" y="1217"/>
                </a:lnTo>
                <a:lnTo>
                  <a:pt x="1863" y="1227"/>
                </a:lnTo>
                <a:lnTo>
                  <a:pt x="1872" y="1239"/>
                </a:lnTo>
                <a:lnTo>
                  <a:pt x="1881" y="1252"/>
                </a:lnTo>
                <a:lnTo>
                  <a:pt x="1892" y="1264"/>
                </a:lnTo>
                <a:lnTo>
                  <a:pt x="1901" y="1278"/>
                </a:lnTo>
                <a:lnTo>
                  <a:pt x="1911" y="1292"/>
                </a:lnTo>
                <a:lnTo>
                  <a:pt x="1921" y="1305"/>
                </a:lnTo>
                <a:lnTo>
                  <a:pt x="1931" y="1318"/>
                </a:lnTo>
                <a:lnTo>
                  <a:pt x="1942" y="1330"/>
                </a:lnTo>
                <a:lnTo>
                  <a:pt x="1953" y="1343"/>
                </a:lnTo>
                <a:lnTo>
                  <a:pt x="1964" y="1353"/>
                </a:lnTo>
                <a:lnTo>
                  <a:pt x="1976" y="1362"/>
                </a:lnTo>
                <a:lnTo>
                  <a:pt x="1988" y="1371"/>
                </a:lnTo>
                <a:lnTo>
                  <a:pt x="1999" y="1382"/>
                </a:lnTo>
                <a:lnTo>
                  <a:pt x="2008" y="1395"/>
                </a:lnTo>
                <a:lnTo>
                  <a:pt x="2017" y="1408"/>
                </a:lnTo>
                <a:lnTo>
                  <a:pt x="2025" y="1422"/>
                </a:lnTo>
                <a:lnTo>
                  <a:pt x="2033" y="1438"/>
                </a:lnTo>
                <a:lnTo>
                  <a:pt x="2041" y="1453"/>
                </a:lnTo>
                <a:lnTo>
                  <a:pt x="2048" y="1469"/>
                </a:lnTo>
                <a:lnTo>
                  <a:pt x="2054" y="1484"/>
                </a:lnTo>
                <a:lnTo>
                  <a:pt x="2061" y="1500"/>
                </a:lnTo>
                <a:lnTo>
                  <a:pt x="2068" y="1514"/>
                </a:lnTo>
                <a:lnTo>
                  <a:pt x="2075" y="1527"/>
                </a:lnTo>
                <a:lnTo>
                  <a:pt x="2084" y="1540"/>
                </a:lnTo>
                <a:lnTo>
                  <a:pt x="2092" y="1551"/>
                </a:lnTo>
                <a:lnTo>
                  <a:pt x="2101" y="1560"/>
                </a:lnTo>
                <a:lnTo>
                  <a:pt x="2110" y="1567"/>
                </a:lnTo>
                <a:lnTo>
                  <a:pt x="2126" y="1580"/>
                </a:lnTo>
                <a:lnTo>
                  <a:pt x="2137" y="1593"/>
                </a:lnTo>
                <a:lnTo>
                  <a:pt x="2143" y="1605"/>
                </a:lnTo>
                <a:lnTo>
                  <a:pt x="2146" y="1616"/>
                </a:lnTo>
                <a:lnTo>
                  <a:pt x="2149" y="1626"/>
                </a:lnTo>
                <a:lnTo>
                  <a:pt x="2154" y="1634"/>
                </a:lnTo>
                <a:lnTo>
                  <a:pt x="2161" y="1640"/>
                </a:lnTo>
                <a:lnTo>
                  <a:pt x="2174" y="1643"/>
                </a:lnTo>
                <a:lnTo>
                  <a:pt x="2186" y="1646"/>
                </a:lnTo>
                <a:lnTo>
                  <a:pt x="2190" y="1654"/>
                </a:lnTo>
                <a:lnTo>
                  <a:pt x="2190" y="1665"/>
                </a:lnTo>
                <a:lnTo>
                  <a:pt x="2188" y="1680"/>
                </a:lnTo>
                <a:lnTo>
                  <a:pt x="2188" y="1699"/>
                </a:lnTo>
                <a:lnTo>
                  <a:pt x="2192" y="1720"/>
                </a:lnTo>
                <a:lnTo>
                  <a:pt x="2203" y="1745"/>
                </a:lnTo>
                <a:lnTo>
                  <a:pt x="2225" y="1772"/>
                </a:lnTo>
                <a:lnTo>
                  <a:pt x="2239" y="1786"/>
                </a:lnTo>
                <a:lnTo>
                  <a:pt x="2251" y="1802"/>
                </a:lnTo>
                <a:lnTo>
                  <a:pt x="2261" y="1817"/>
                </a:lnTo>
                <a:lnTo>
                  <a:pt x="2270" y="1833"/>
                </a:lnTo>
                <a:lnTo>
                  <a:pt x="2278" y="1850"/>
                </a:lnTo>
                <a:lnTo>
                  <a:pt x="2287" y="1865"/>
                </a:lnTo>
                <a:lnTo>
                  <a:pt x="2294" y="1881"/>
                </a:lnTo>
                <a:lnTo>
                  <a:pt x="2301" y="1897"/>
                </a:lnTo>
                <a:lnTo>
                  <a:pt x="2308" y="1912"/>
                </a:lnTo>
                <a:lnTo>
                  <a:pt x="2315" y="1927"/>
                </a:lnTo>
                <a:lnTo>
                  <a:pt x="2323" y="1942"/>
                </a:lnTo>
                <a:lnTo>
                  <a:pt x="2332" y="1954"/>
                </a:lnTo>
                <a:lnTo>
                  <a:pt x="2341" y="1966"/>
                </a:lnTo>
                <a:lnTo>
                  <a:pt x="2351" y="1977"/>
                </a:lnTo>
                <a:lnTo>
                  <a:pt x="2363" y="1986"/>
                </a:lnTo>
                <a:lnTo>
                  <a:pt x="2376" y="1995"/>
                </a:lnTo>
                <a:lnTo>
                  <a:pt x="2398" y="2008"/>
                </a:lnTo>
                <a:lnTo>
                  <a:pt x="2408" y="2020"/>
                </a:lnTo>
                <a:lnTo>
                  <a:pt x="2410" y="2031"/>
                </a:lnTo>
                <a:lnTo>
                  <a:pt x="2409" y="2042"/>
                </a:lnTo>
                <a:lnTo>
                  <a:pt x="2406" y="2054"/>
                </a:lnTo>
                <a:lnTo>
                  <a:pt x="2407" y="2067"/>
                </a:lnTo>
                <a:lnTo>
                  <a:pt x="2415" y="2082"/>
                </a:lnTo>
                <a:lnTo>
                  <a:pt x="2433" y="2101"/>
                </a:lnTo>
                <a:lnTo>
                  <a:pt x="2441" y="2109"/>
                </a:lnTo>
                <a:lnTo>
                  <a:pt x="2448" y="2119"/>
                </a:lnTo>
                <a:lnTo>
                  <a:pt x="2455" y="2129"/>
                </a:lnTo>
                <a:lnTo>
                  <a:pt x="2460" y="2142"/>
                </a:lnTo>
                <a:lnTo>
                  <a:pt x="2465" y="2154"/>
                </a:lnTo>
                <a:lnTo>
                  <a:pt x="2469" y="2167"/>
                </a:lnTo>
                <a:lnTo>
                  <a:pt x="2472" y="2181"/>
                </a:lnTo>
                <a:lnTo>
                  <a:pt x="2475" y="21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09" name="Freeform 966">
            <a:extLst>
              <a:ext uri="{FF2B5EF4-FFF2-40B4-BE49-F238E27FC236}">
                <a16:creationId xmlns:a16="http://schemas.microsoft.com/office/drawing/2014/main" id="{2BEBF3FE-07AF-3DB1-22D8-5B688EE9CBEE}"/>
              </a:ext>
            </a:extLst>
          </p:cNvPr>
          <p:cNvSpPr>
            <a:spLocks/>
          </p:cNvSpPr>
          <p:nvPr/>
        </p:nvSpPr>
        <p:spPr bwMode="auto">
          <a:xfrm>
            <a:off x="6565900" y="4933950"/>
            <a:ext cx="204788" cy="207963"/>
          </a:xfrm>
          <a:custGeom>
            <a:avLst/>
            <a:gdLst>
              <a:gd name="T0" fmla="*/ 2147483646 w 1228"/>
              <a:gd name="T1" fmla="*/ 2147483646 h 1394"/>
              <a:gd name="T2" fmla="*/ 2147483646 w 1228"/>
              <a:gd name="T3" fmla="*/ 2147483646 h 1394"/>
              <a:gd name="T4" fmla="*/ 2147483646 w 1228"/>
              <a:gd name="T5" fmla="*/ 2147483646 h 1394"/>
              <a:gd name="T6" fmla="*/ 2147483646 w 1228"/>
              <a:gd name="T7" fmla="*/ 2147483646 h 1394"/>
              <a:gd name="T8" fmla="*/ 2147483646 w 1228"/>
              <a:gd name="T9" fmla="*/ 2147483646 h 1394"/>
              <a:gd name="T10" fmla="*/ 2147483646 w 1228"/>
              <a:gd name="T11" fmla="*/ 2147483646 h 1394"/>
              <a:gd name="T12" fmla="*/ 2147483646 w 1228"/>
              <a:gd name="T13" fmla="*/ 2147483646 h 1394"/>
              <a:gd name="T14" fmla="*/ 2147483646 w 1228"/>
              <a:gd name="T15" fmla="*/ 2147483646 h 1394"/>
              <a:gd name="T16" fmla="*/ 2147483646 w 1228"/>
              <a:gd name="T17" fmla="*/ 2147483646 h 1394"/>
              <a:gd name="T18" fmla="*/ 2147483646 w 1228"/>
              <a:gd name="T19" fmla="*/ 2147483646 h 1394"/>
              <a:gd name="T20" fmla="*/ 2147483646 w 1228"/>
              <a:gd name="T21" fmla="*/ 2147483646 h 1394"/>
              <a:gd name="T22" fmla="*/ 2147483646 w 1228"/>
              <a:gd name="T23" fmla="*/ 2147483646 h 1394"/>
              <a:gd name="T24" fmla="*/ 2147483646 w 1228"/>
              <a:gd name="T25" fmla="*/ 2147483646 h 1394"/>
              <a:gd name="T26" fmla="*/ 2147483646 w 1228"/>
              <a:gd name="T27" fmla="*/ 2147483646 h 1394"/>
              <a:gd name="T28" fmla="*/ 2147483646 w 1228"/>
              <a:gd name="T29" fmla="*/ 2147483646 h 1394"/>
              <a:gd name="T30" fmla="*/ 2147483646 w 1228"/>
              <a:gd name="T31" fmla="*/ 2147483646 h 1394"/>
              <a:gd name="T32" fmla="*/ 2147483646 w 1228"/>
              <a:gd name="T33" fmla="*/ 2147483646 h 1394"/>
              <a:gd name="T34" fmla="*/ 2147483646 w 1228"/>
              <a:gd name="T35" fmla="*/ 2147483646 h 1394"/>
              <a:gd name="T36" fmla="*/ 2147483646 w 1228"/>
              <a:gd name="T37" fmla="*/ 2147483646 h 1394"/>
              <a:gd name="T38" fmla="*/ 2147483646 w 1228"/>
              <a:gd name="T39" fmla="*/ 2147483646 h 1394"/>
              <a:gd name="T40" fmla="*/ 2147483646 w 1228"/>
              <a:gd name="T41" fmla="*/ 2147483646 h 1394"/>
              <a:gd name="T42" fmla="*/ 2147483646 w 1228"/>
              <a:gd name="T43" fmla="*/ 2147483646 h 1394"/>
              <a:gd name="T44" fmla="*/ 2147483646 w 1228"/>
              <a:gd name="T45" fmla="*/ 2147483646 h 1394"/>
              <a:gd name="T46" fmla="*/ 2147483646 w 1228"/>
              <a:gd name="T47" fmla="*/ 2147483646 h 1394"/>
              <a:gd name="T48" fmla="*/ 2147483646 w 1228"/>
              <a:gd name="T49" fmla="*/ 2147483646 h 1394"/>
              <a:gd name="T50" fmla="*/ 2147483646 w 1228"/>
              <a:gd name="T51" fmla="*/ 2147483646 h 1394"/>
              <a:gd name="T52" fmla="*/ 2147483646 w 1228"/>
              <a:gd name="T53" fmla="*/ 2147483646 h 1394"/>
              <a:gd name="T54" fmla="*/ 2147483646 w 1228"/>
              <a:gd name="T55" fmla="*/ 2147483646 h 1394"/>
              <a:gd name="T56" fmla="*/ 2147483646 w 1228"/>
              <a:gd name="T57" fmla="*/ 2147483646 h 1394"/>
              <a:gd name="T58" fmla="*/ 2147483646 w 1228"/>
              <a:gd name="T59" fmla="*/ 2147483646 h 1394"/>
              <a:gd name="T60" fmla="*/ 2147483646 w 1228"/>
              <a:gd name="T61" fmla="*/ 2147483646 h 1394"/>
              <a:gd name="T62" fmla="*/ 2147483646 w 1228"/>
              <a:gd name="T63" fmla="*/ 2147483646 h 1394"/>
              <a:gd name="T64" fmla="*/ 0 w 1228"/>
              <a:gd name="T65" fmla="*/ 2147483646 h 1394"/>
              <a:gd name="T66" fmla="*/ 2147483646 w 1228"/>
              <a:gd name="T67" fmla="*/ 2147483646 h 1394"/>
              <a:gd name="T68" fmla="*/ 2147483646 w 1228"/>
              <a:gd name="T69" fmla="*/ 2147483646 h 1394"/>
              <a:gd name="T70" fmla="*/ 2147483646 w 1228"/>
              <a:gd name="T71" fmla="*/ 2147483646 h 1394"/>
              <a:gd name="T72" fmla="*/ 2147483646 w 1228"/>
              <a:gd name="T73" fmla="*/ 2147483646 h 1394"/>
              <a:gd name="T74" fmla="*/ 2147483646 w 1228"/>
              <a:gd name="T75" fmla="*/ 2147483646 h 1394"/>
              <a:gd name="T76" fmla="*/ 2147483646 w 1228"/>
              <a:gd name="T77" fmla="*/ 2147483646 h 1394"/>
              <a:gd name="T78" fmla="*/ 2147483646 w 1228"/>
              <a:gd name="T79" fmla="*/ 2147483646 h 1394"/>
              <a:gd name="T80" fmla="*/ 2147483646 w 1228"/>
              <a:gd name="T81" fmla="*/ 2147483646 h 1394"/>
              <a:gd name="T82" fmla="*/ 2147483646 w 1228"/>
              <a:gd name="T83" fmla="*/ 2147483646 h 1394"/>
              <a:gd name="T84" fmla="*/ 2147483646 w 1228"/>
              <a:gd name="T85" fmla="*/ 2147483646 h 1394"/>
              <a:gd name="T86" fmla="*/ 2147483646 w 1228"/>
              <a:gd name="T87" fmla="*/ 2147483646 h 1394"/>
              <a:gd name="T88" fmla="*/ 2147483646 w 1228"/>
              <a:gd name="T89" fmla="*/ 2147483646 h 1394"/>
              <a:gd name="T90" fmla="*/ 2147483646 w 1228"/>
              <a:gd name="T91" fmla="*/ 2147483646 h 1394"/>
              <a:gd name="T92" fmla="*/ 2147483646 w 1228"/>
              <a:gd name="T93" fmla="*/ 2147483646 h 1394"/>
              <a:gd name="T94" fmla="*/ 2147483646 w 1228"/>
              <a:gd name="T95" fmla="*/ 2147483646 h 1394"/>
              <a:gd name="T96" fmla="*/ 2147483646 w 1228"/>
              <a:gd name="T97" fmla="*/ 2147483646 h 1394"/>
              <a:gd name="T98" fmla="*/ 2147483646 w 1228"/>
              <a:gd name="T99" fmla="*/ 2147483646 h 1394"/>
              <a:gd name="T100" fmla="*/ 2147483646 w 1228"/>
              <a:gd name="T101" fmla="*/ 2147483646 h 1394"/>
              <a:gd name="T102" fmla="*/ 2147483646 w 1228"/>
              <a:gd name="T103" fmla="*/ 2147483646 h 1394"/>
              <a:gd name="T104" fmla="*/ 2147483646 w 1228"/>
              <a:gd name="T105" fmla="*/ 2147483646 h 1394"/>
              <a:gd name="T106" fmla="*/ 2147483646 w 1228"/>
              <a:gd name="T107" fmla="*/ 2147483646 h 1394"/>
              <a:gd name="T108" fmla="*/ 2147483646 w 1228"/>
              <a:gd name="T109" fmla="*/ 2147483646 h 1394"/>
              <a:gd name="T110" fmla="*/ 2147483646 w 1228"/>
              <a:gd name="T111" fmla="*/ 2147483646 h 1394"/>
              <a:gd name="T112" fmla="*/ 2147483646 w 1228"/>
              <a:gd name="T113" fmla="*/ 2147483646 h 1394"/>
              <a:gd name="T114" fmla="*/ 2147483646 w 1228"/>
              <a:gd name="T115" fmla="*/ 2147483646 h 13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28" h="1394">
                <a:moveTo>
                  <a:pt x="1228" y="216"/>
                </a:moveTo>
                <a:lnTo>
                  <a:pt x="1222" y="226"/>
                </a:lnTo>
                <a:lnTo>
                  <a:pt x="1215" y="237"/>
                </a:lnTo>
                <a:lnTo>
                  <a:pt x="1209" y="248"/>
                </a:lnTo>
                <a:lnTo>
                  <a:pt x="1202" y="257"/>
                </a:lnTo>
                <a:lnTo>
                  <a:pt x="1195" y="264"/>
                </a:lnTo>
                <a:lnTo>
                  <a:pt x="1188" y="271"/>
                </a:lnTo>
                <a:lnTo>
                  <a:pt x="1182" y="275"/>
                </a:lnTo>
                <a:lnTo>
                  <a:pt x="1176" y="276"/>
                </a:lnTo>
                <a:lnTo>
                  <a:pt x="1166" y="277"/>
                </a:lnTo>
                <a:lnTo>
                  <a:pt x="1153" y="279"/>
                </a:lnTo>
                <a:lnTo>
                  <a:pt x="1139" y="283"/>
                </a:lnTo>
                <a:lnTo>
                  <a:pt x="1126" y="288"/>
                </a:lnTo>
                <a:lnTo>
                  <a:pt x="1115" y="295"/>
                </a:lnTo>
                <a:lnTo>
                  <a:pt x="1106" y="301"/>
                </a:lnTo>
                <a:lnTo>
                  <a:pt x="1101" y="307"/>
                </a:lnTo>
                <a:lnTo>
                  <a:pt x="1101" y="313"/>
                </a:lnTo>
                <a:lnTo>
                  <a:pt x="1103" y="320"/>
                </a:lnTo>
                <a:lnTo>
                  <a:pt x="1104" y="330"/>
                </a:lnTo>
                <a:lnTo>
                  <a:pt x="1103" y="341"/>
                </a:lnTo>
                <a:lnTo>
                  <a:pt x="1102" y="354"/>
                </a:lnTo>
                <a:lnTo>
                  <a:pt x="1101" y="365"/>
                </a:lnTo>
                <a:lnTo>
                  <a:pt x="1100" y="376"/>
                </a:lnTo>
                <a:lnTo>
                  <a:pt x="1101" y="385"/>
                </a:lnTo>
                <a:lnTo>
                  <a:pt x="1103" y="392"/>
                </a:lnTo>
                <a:lnTo>
                  <a:pt x="1105" y="400"/>
                </a:lnTo>
                <a:lnTo>
                  <a:pt x="1105" y="410"/>
                </a:lnTo>
                <a:lnTo>
                  <a:pt x="1104" y="421"/>
                </a:lnTo>
                <a:lnTo>
                  <a:pt x="1101" y="433"/>
                </a:lnTo>
                <a:lnTo>
                  <a:pt x="1097" y="446"/>
                </a:lnTo>
                <a:lnTo>
                  <a:pt x="1090" y="457"/>
                </a:lnTo>
                <a:lnTo>
                  <a:pt x="1084" y="465"/>
                </a:lnTo>
                <a:lnTo>
                  <a:pt x="1076" y="470"/>
                </a:lnTo>
                <a:lnTo>
                  <a:pt x="1068" y="474"/>
                </a:lnTo>
                <a:lnTo>
                  <a:pt x="1060" y="478"/>
                </a:lnTo>
                <a:lnTo>
                  <a:pt x="1052" y="484"/>
                </a:lnTo>
                <a:lnTo>
                  <a:pt x="1045" y="490"/>
                </a:lnTo>
                <a:lnTo>
                  <a:pt x="1037" y="498"/>
                </a:lnTo>
                <a:lnTo>
                  <a:pt x="1030" y="506"/>
                </a:lnTo>
                <a:lnTo>
                  <a:pt x="1023" y="513"/>
                </a:lnTo>
                <a:lnTo>
                  <a:pt x="1017" y="521"/>
                </a:lnTo>
                <a:lnTo>
                  <a:pt x="1010" y="527"/>
                </a:lnTo>
                <a:lnTo>
                  <a:pt x="1001" y="529"/>
                </a:lnTo>
                <a:lnTo>
                  <a:pt x="991" y="530"/>
                </a:lnTo>
                <a:lnTo>
                  <a:pt x="982" y="528"/>
                </a:lnTo>
                <a:lnTo>
                  <a:pt x="972" y="526"/>
                </a:lnTo>
                <a:lnTo>
                  <a:pt x="962" y="523"/>
                </a:lnTo>
                <a:lnTo>
                  <a:pt x="953" y="520"/>
                </a:lnTo>
                <a:lnTo>
                  <a:pt x="943" y="519"/>
                </a:lnTo>
                <a:lnTo>
                  <a:pt x="932" y="517"/>
                </a:lnTo>
                <a:lnTo>
                  <a:pt x="918" y="513"/>
                </a:lnTo>
                <a:lnTo>
                  <a:pt x="901" y="508"/>
                </a:lnTo>
                <a:lnTo>
                  <a:pt x="883" y="503"/>
                </a:lnTo>
                <a:lnTo>
                  <a:pt x="866" y="499"/>
                </a:lnTo>
                <a:lnTo>
                  <a:pt x="853" y="495"/>
                </a:lnTo>
                <a:lnTo>
                  <a:pt x="842" y="491"/>
                </a:lnTo>
                <a:lnTo>
                  <a:pt x="839" y="490"/>
                </a:lnTo>
                <a:lnTo>
                  <a:pt x="837" y="489"/>
                </a:lnTo>
                <a:lnTo>
                  <a:pt x="832" y="485"/>
                </a:lnTo>
                <a:lnTo>
                  <a:pt x="824" y="480"/>
                </a:lnTo>
                <a:lnTo>
                  <a:pt x="814" y="476"/>
                </a:lnTo>
                <a:lnTo>
                  <a:pt x="804" y="473"/>
                </a:lnTo>
                <a:lnTo>
                  <a:pt x="793" y="472"/>
                </a:lnTo>
                <a:lnTo>
                  <a:pt x="785" y="476"/>
                </a:lnTo>
                <a:lnTo>
                  <a:pt x="778" y="484"/>
                </a:lnTo>
                <a:lnTo>
                  <a:pt x="771" y="495"/>
                </a:lnTo>
                <a:lnTo>
                  <a:pt x="763" y="503"/>
                </a:lnTo>
                <a:lnTo>
                  <a:pt x="753" y="509"/>
                </a:lnTo>
                <a:lnTo>
                  <a:pt x="741" y="512"/>
                </a:lnTo>
                <a:lnTo>
                  <a:pt x="730" y="514"/>
                </a:lnTo>
                <a:lnTo>
                  <a:pt x="720" y="513"/>
                </a:lnTo>
                <a:lnTo>
                  <a:pt x="712" y="510"/>
                </a:lnTo>
                <a:lnTo>
                  <a:pt x="705" y="505"/>
                </a:lnTo>
                <a:lnTo>
                  <a:pt x="700" y="501"/>
                </a:lnTo>
                <a:lnTo>
                  <a:pt x="694" y="503"/>
                </a:lnTo>
                <a:lnTo>
                  <a:pt x="688" y="509"/>
                </a:lnTo>
                <a:lnTo>
                  <a:pt x="684" y="518"/>
                </a:lnTo>
                <a:lnTo>
                  <a:pt x="680" y="528"/>
                </a:lnTo>
                <a:lnTo>
                  <a:pt x="678" y="539"/>
                </a:lnTo>
                <a:lnTo>
                  <a:pt x="678" y="549"/>
                </a:lnTo>
                <a:lnTo>
                  <a:pt x="680" y="556"/>
                </a:lnTo>
                <a:lnTo>
                  <a:pt x="684" y="562"/>
                </a:lnTo>
                <a:lnTo>
                  <a:pt x="686" y="569"/>
                </a:lnTo>
                <a:lnTo>
                  <a:pt x="687" y="578"/>
                </a:lnTo>
                <a:lnTo>
                  <a:pt x="686" y="586"/>
                </a:lnTo>
                <a:lnTo>
                  <a:pt x="683" y="596"/>
                </a:lnTo>
                <a:lnTo>
                  <a:pt x="678" y="603"/>
                </a:lnTo>
                <a:lnTo>
                  <a:pt x="672" y="607"/>
                </a:lnTo>
                <a:lnTo>
                  <a:pt x="664" y="609"/>
                </a:lnTo>
                <a:lnTo>
                  <a:pt x="654" y="609"/>
                </a:lnTo>
                <a:lnTo>
                  <a:pt x="641" y="611"/>
                </a:lnTo>
                <a:lnTo>
                  <a:pt x="629" y="613"/>
                </a:lnTo>
                <a:lnTo>
                  <a:pt x="618" y="616"/>
                </a:lnTo>
                <a:lnTo>
                  <a:pt x="607" y="621"/>
                </a:lnTo>
                <a:lnTo>
                  <a:pt x="597" y="626"/>
                </a:lnTo>
                <a:lnTo>
                  <a:pt x="588" y="632"/>
                </a:lnTo>
                <a:lnTo>
                  <a:pt x="582" y="639"/>
                </a:lnTo>
                <a:lnTo>
                  <a:pt x="576" y="648"/>
                </a:lnTo>
                <a:lnTo>
                  <a:pt x="567" y="658"/>
                </a:lnTo>
                <a:lnTo>
                  <a:pt x="555" y="670"/>
                </a:lnTo>
                <a:lnTo>
                  <a:pt x="542" y="683"/>
                </a:lnTo>
                <a:lnTo>
                  <a:pt x="531" y="698"/>
                </a:lnTo>
                <a:lnTo>
                  <a:pt x="522" y="712"/>
                </a:lnTo>
                <a:lnTo>
                  <a:pt x="517" y="725"/>
                </a:lnTo>
                <a:lnTo>
                  <a:pt x="517" y="737"/>
                </a:lnTo>
                <a:lnTo>
                  <a:pt x="522" y="750"/>
                </a:lnTo>
                <a:lnTo>
                  <a:pt x="527" y="762"/>
                </a:lnTo>
                <a:lnTo>
                  <a:pt x="533" y="775"/>
                </a:lnTo>
                <a:lnTo>
                  <a:pt x="539" y="787"/>
                </a:lnTo>
                <a:lnTo>
                  <a:pt x="542" y="798"/>
                </a:lnTo>
                <a:lnTo>
                  <a:pt x="544" y="807"/>
                </a:lnTo>
                <a:lnTo>
                  <a:pt x="542" y="814"/>
                </a:lnTo>
                <a:lnTo>
                  <a:pt x="535" y="817"/>
                </a:lnTo>
                <a:lnTo>
                  <a:pt x="527" y="820"/>
                </a:lnTo>
                <a:lnTo>
                  <a:pt x="522" y="826"/>
                </a:lnTo>
                <a:lnTo>
                  <a:pt x="521" y="834"/>
                </a:lnTo>
                <a:lnTo>
                  <a:pt x="522" y="844"/>
                </a:lnTo>
                <a:lnTo>
                  <a:pt x="525" y="854"/>
                </a:lnTo>
                <a:lnTo>
                  <a:pt x="531" y="862"/>
                </a:lnTo>
                <a:lnTo>
                  <a:pt x="539" y="868"/>
                </a:lnTo>
                <a:lnTo>
                  <a:pt x="550" y="870"/>
                </a:lnTo>
                <a:lnTo>
                  <a:pt x="560" y="873"/>
                </a:lnTo>
                <a:lnTo>
                  <a:pt x="568" y="881"/>
                </a:lnTo>
                <a:lnTo>
                  <a:pt x="576" y="892"/>
                </a:lnTo>
                <a:lnTo>
                  <a:pt x="581" y="906"/>
                </a:lnTo>
                <a:lnTo>
                  <a:pt x="584" y="919"/>
                </a:lnTo>
                <a:lnTo>
                  <a:pt x="584" y="931"/>
                </a:lnTo>
                <a:lnTo>
                  <a:pt x="580" y="939"/>
                </a:lnTo>
                <a:lnTo>
                  <a:pt x="572" y="943"/>
                </a:lnTo>
                <a:lnTo>
                  <a:pt x="561" y="948"/>
                </a:lnTo>
                <a:lnTo>
                  <a:pt x="549" y="956"/>
                </a:lnTo>
                <a:lnTo>
                  <a:pt x="537" y="967"/>
                </a:lnTo>
                <a:lnTo>
                  <a:pt x="528" y="980"/>
                </a:lnTo>
                <a:lnTo>
                  <a:pt x="523" y="992"/>
                </a:lnTo>
                <a:lnTo>
                  <a:pt x="523" y="1004"/>
                </a:lnTo>
                <a:lnTo>
                  <a:pt x="530" y="1012"/>
                </a:lnTo>
                <a:lnTo>
                  <a:pt x="546" y="1015"/>
                </a:lnTo>
                <a:lnTo>
                  <a:pt x="563" y="1018"/>
                </a:lnTo>
                <a:lnTo>
                  <a:pt x="577" y="1025"/>
                </a:lnTo>
                <a:lnTo>
                  <a:pt x="586" y="1035"/>
                </a:lnTo>
                <a:lnTo>
                  <a:pt x="593" y="1048"/>
                </a:lnTo>
                <a:lnTo>
                  <a:pt x="596" y="1061"/>
                </a:lnTo>
                <a:lnTo>
                  <a:pt x="597" y="1073"/>
                </a:lnTo>
                <a:lnTo>
                  <a:pt x="593" y="1084"/>
                </a:lnTo>
                <a:lnTo>
                  <a:pt x="588" y="1092"/>
                </a:lnTo>
                <a:lnTo>
                  <a:pt x="584" y="1098"/>
                </a:lnTo>
                <a:lnTo>
                  <a:pt x="583" y="1101"/>
                </a:lnTo>
                <a:lnTo>
                  <a:pt x="585" y="1104"/>
                </a:lnTo>
                <a:lnTo>
                  <a:pt x="590" y="1105"/>
                </a:lnTo>
                <a:lnTo>
                  <a:pt x="598" y="1107"/>
                </a:lnTo>
                <a:lnTo>
                  <a:pt x="607" y="1109"/>
                </a:lnTo>
                <a:lnTo>
                  <a:pt x="617" y="1111"/>
                </a:lnTo>
                <a:lnTo>
                  <a:pt x="629" y="1115"/>
                </a:lnTo>
                <a:lnTo>
                  <a:pt x="642" y="1119"/>
                </a:lnTo>
                <a:lnTo>
                  <a:pt x="656" y="1123"/>
                </a:lnTo>
                <a:lnTo>
                  <a:pt x="668" y="1127"/>
                </a:lnTo>
                <a:lnTo>
                  <a:pt x="679" y="1132"/>
                </a:lnTo>
                <a:lnTo>
                  <a:pt x="688" y="1138"/>
                </a:lnTo>
                <a:lnTo>
                  <a:pt x="696" y="1144"/>
                </a:lnTo>
                <a:lnTo>
                  <a:pt x="700" y="1153"/>
                </a:lnTo>
                <a:lnTo>
                  <a:pt x="701" y="1162"/>
                </a:lnTo>
                <a:lnTo>
                  <a:pt x="700" y="1172"/>
                </a:lnTo>
                <a:lnTo>
                  <a:pt x="699" y="1182"/>
                </a:lnTo>
                <a:lnTo>
                  <a:pt x="698" y="1191"/>
                </a:lnTo>
                <a:lnTo>
                  <a:pt x="697" y="1200"/>
                </a:lnTo>
                <a:lnTo>
                  <a:pt x="693" y="1208"/>
                </a:lnTo>
                <a:lnTo>
                  <a:pt x="688" y="1215"/>
                </a:lnTo>
                <a:lnTo>
                  <a:pt x="680" y="1221"/>
                </a:lnTo>
                <a:lnTo>
                  <a:pt x="670" y="1227"/>
                </a:lnTo>
                <a:lnTo>
                  <a:pt x="657" y="1232"/>
                </a:lnTo>
                <a:lnTo>
                  <a:pt x="643" y="1238"/>
                </a:lnTo>
                <a:lnTo>
                  <a:pt x="630" y="1244"/>
                </a:lnTo>
                <a:lnTo>
                  <a:pt x="619" y="1252"/>
                </a:lnTo>
                <a:lnTo>
                  <a:pt x="611" y="1260"/>
                </a:lnTo>
                <a:lnTo>
                  <a:pt x="605" y="1269"/>
                </a:lnTo>
                <a:lnTo>
                  <a:pt x="604" y="1279"/>
                </a:lnTo>
                <a:lnTo>
                  <a:pt x="607" y="1290"/>
                </a:lnTo>
                <a:lnTo>
                  <a:pt x="612" y="1306"/>
                </a:lnTo>
                <a:lnTo>
                  <a:pt x="614" y="1323"/>
                </a:lnTo>
                <a:lnTo>
                  <a:pt x="611" y="1341"/>
                </a:lnTo>
                <a:lnTo>
                  <a:pt x="604" y="1360"/>
                </a:lnTo>
                <a:lnTo>
                  <a:pt x="591" y="1376"/>
                </a:lnTo>
                <a:lnTo>
                  <a:pt x="572" y="1388"/>
                </a:lnTo>
                <a:lnTo>
                  <a:pt x="548" y="1394"/>
                </a:lnTo>
                <a:lnTo>
                  <a:pt x="515" y="1394"/>
                </a:lnTo>
                <a:lnTo>
                  <a:pt x="498" y="1392"/>
                </a:lnTo>
                <a:lnTo>
                  <a:pt x="479" y="1390"/>
                </a:lnTo>
                <a:lnTo>
                  <a:pt x="463" y="1388"/>
                </a:lnTo>
                <a:lnTo>
                  <a:pt x="446" y="1385"/>
                </a:lnTo>
                <a:lnTo>
                  <a:pt x="430" y="1383"/>
                </a:lnTo>
                <a:lnTo>
                  <a:pt x="415" y="1380"/>
                </a:lnTo>
                <a:lnTo>
                  <a:pt x="401" y="1376"/>
                </a:lnTo>
                <a:lnTo>
                  <a:pt x="387" y="1373"/>
                </a:lnTo>
                <a:lnTo>
                  <a:pt x="375" y="1369"/>
                </a:lnTo>
                <a:lnTo>
                  <a:pt x="364" y="1365"/>
                </a:lnTo>
                <a:lnTo>
                  <a:pt x="354" y="1361"/>
                </a:lnTo>
                <a:lnTo>
                  <a:pt x="344" y="1356"/>
                </a:lnTo>
                <a:lnTo>
                  <a:pt x="337" y="1351"/>
                </a:lnTo>
                <a:lnTo>
                  <a:pt x="331" y="1345"/>
                </a:lnTo>
                <a:lnTo>
                  <a:pt x="327" y="1339"/>
                </a:lnTo>
                <a:lnTo>
                  <a:pt x="325" y="1333"/>
                </a:lnTo>
                <a:lnTo>
                  <a:pt x="322" y="1319"/>
                </a:lnTo>
                <a:lnTo>
                  <a:pt x="320" y="1302"/>
                </a:lnTo>
                <a:lnTo>
                  <a:pt x="317" y="1282"/>
                </a:lnTo>
                <a:lnTo>
                  <a:pt x="314" y="1263"/>
                </a:lnTo>
                <a:lnTo>
                  <a:pt x="309" y="1243"/>
                </a:lnTo>
                <a:lnTo>
                  <a:pt x="303" y="1225"/>
                </a:lnTo>
                <a:lnTo>
                  <a:pt x="293" y="1210"/>
                </a:lnTo>
                <a:lnTo>
                  <a:pt x="282" y="1199"/>
                </a:lnTo>
                <a:lnTo>
                  <a:pt x="268" y="1189"/>
                </a:lnTo>
                <a:lnTo>
                  <a:pt x="252" y="1179"/>
                </a:lnTo>
                <a:lnTo>
                  <a:pt x="233" y="1168"/>
                </a:lnTo>
                <a:lnTo>
                  <a:pt x="216" y="1158"/>
                </a:lnTo>
                <a:lnTo>
                  <a:pt x="200" y="1148"/>
                </a:lnTo>
                <a:lnTo>
                  <a:pt x="188" y="1136"/>
                </a:lnTo>
                <a:lnTo>
                  <a:pt x="181" y="1126"/>
                </a:lnTo>
                <a:lnTo>
                  <a:pt x="182" y="1117"/>
                </a:lnTo>
                <a:lnTo>
                  <a:pt x="184" y="1108"/>
                </a:lnTo>
                <a:lnTo>
                  <a:pt x="184" y="1096"/>
                </a:lnTo>
                <a:lnTo>
                  <a:pt x="183" y="1085"/>
                </a:lnTo>
                <a:lnTo>
                  <a:pt x="181" y="1073"/>
                </a:lnTo>
                <a:lnTo>
                  <a:pt x="179" y="1061"/>
                </a:lnTo>
                <a:lnTo>
                  <a:pt x="178" y="1050"/>
                </a:lnTo>
                <a:lnTo>
                  <a:pt x="180" y="1040"/>
                </a:lnTo>
                <a:lnTo>
                  <a:pt x="184" y="1033"/>
                </a:lnTo>
                <a:lnTo>
                  <a:pt x="190" y="1027"/>
                </a:lnTo>
                <a:lnTo>
                  <a:pt x="198" y="1022"/>
                </a:lnTo>
                <a:lnTo>
                  <a:pt x="204" y="1017"/>
                </a:lnTo>
                <a:lnTo>
                  <a:pt x="210" y="1012"/>
                </a:lnTo>
                <a:lnTo>
                  <a:pt x="212" y="1008"/>
                </a:lnTo>
                <a:lnTo>
                  <a:pt x="213" y="1003"/>
                </a:lnTo>
                <a:lnTo>
                  <a:pt x="209" y="995"/>
                </a:lnTo>
                <a:lnTo>
                  <a:pt x="201" y="988"/>
                </a:lnTo>
                <a:lnTo>
                  <a:pt x="190" y="978"/>
                </a:lnTo>
                <a:lnTo>
                  <a:pt x="179" y="965"/>
                </a:lnTo>
                <a:lnTo>
                  <a:pt x="168" y="951"/>
                </a:lnTo>
                <a:lnTo>
                  <a:pt x="157" y="936"/>
                </a:lnTo>
                <a:lnTo>
                  <a:pt x="145" y="923"/>
                </a:lnTo>
                <a:lnTo>
                  <a:pt x="136" y="912"/>
                </a:lnTo>
                <a:lnTo>
                  <a:pt x="129" y="905"/>
                </a:lnTo>
                <a:lnTo>
                  <a:pt x="123" y="903"/>
                </a:lnTo>
                <a:lnTo>
                  <a:pt x="117" y="904"/>
                </a:lnTo>
                <a:lnTo>
                  <a:pt x="111" y="904"/>
                </a:lnTo>
                <a:lnTo>
                  <a:pt x="104" y="902"/>
                </a:lnTo>
                <a:lnTo>
                  <a:pt x="97" y="899"/>
                </a:lnTo>
                <a:lnTo>
                  <a:pt x="91" y="892"/>
                </a:lnTo>
                <a:lnTo>
                  <a:pt x="86" y="883"/>
                </a:lnTo>
                <a:lnTo>
                  <a:pt x="84" y="871"/>
                </a:lnTo>
                <a:lnTo>
                  <a:pt x="84" y="856"/>
                </a:lnTo>
                <a:lnTo>
                  <a:pt x="85" y="837"/>
                </a:lnTo>
                <a:lnTo>
                  <a:pt x="85" y="821"/>
                </a:lnTo>
                <a:lnTo>
                  <a:pt x="85" y="806"/>
                </a:lnTo>
                <a:lnTo>
                  <a:pt x="85" y="792"/>
                </a:lnTo>
                <a:lnTo>
                  <a:pt x="82" y="781"/>
                </a:lnTo>
                <a:lnTo>
                  <a:pt x="78" y="773"/>
                </a:lnTo>
                <a:lnTo>
                  <a:pt x="72" y="768"/>
                </a:lnTo>
                <a:lnTo>
                  <a:pt x="64" y="766"/>
                </a:lnTo>
                <a:lnTo>
                  <a:pt x="54" y="765"/>
                </a:lnTo>
                <a:lnTo>
                  <a:pt x="42" y="761"/>
                </a:lnTo>
                <a:lnTo>
                  <a:pt x="31" y="755"/>
                </a:lnTo>
                <a:lnTo>
                  <a:pt x="20" y="747"/>
                </a:lnTo>
                <a:lnTo>
                  <a:pt x="11" y="736"/>
                </a:lnTo>
                <a:lnTo>
                  <a:pt x="4" y="725"/>
                </a:lnTo>
                <a:lnTo>
                  <a:pt x="0" y="714"/>
                </a:lnTo>
                <a:lnTo>
                  <a:pt x="1" y="701"/>
                </a:lnTo>
                <a:lnTo>
                  <a:pt x="4" y="690"/>
                </a:lnTo>
                <a:lnTo>
                  <a:pt x="7" y="682"/>
                </a:lnTo>
                <a:lnTo>
                  <a:pt x="10" y="677"/>
                </a:lnTo>
                <a:lnTo>
                  <a:pt x="13" y="674"/>
                </a:lnTo>
                <a:lnTo>
                  <a:pt x="17" y="672"/>
                </a:lnTo>
                <a:lnTo>
                  <a:pt x="22" y="671"/>
                </a:lnTo>
                <a:lnTo>
                  <a:pt x="27" y="670"/>
                </a:lnTo>
                <a:lnTo>
                  <a:pt x="33" y="668"/>
                </a:lnTo>
                <a:lnTo>
                  <a:pt x="40" y="665"/>
                </a:lnTo>
                <a:lnTo>
                  <a:pt x="48" y="661"/>
                </a:lnTo>
                <a:lnTo>
                  <a:pt x="54" y="655"/>
                </a:lnTo>
                <a:lnTo>
                  <a:pt x="59" y="649"/>
                </a:lnTo>
                <a:lnTo>
                  <a:pt x="62" y="641"/>
                </a:lnTo>
                <a:lnTo>
                  <a:pt x="63" y="634"/>
                </a:lnTo>
                <a:lnTo>
                  <a:pt x="62" y="627"/>
                </a:lnTo>
                <a:lnTo>
                  <a:pt x="58" y="619"/>
                </a:lnTo>
                <a:lnTo>
                  <a:pt x="54" y="613"/>
                </a:lnTo>
                <a:lnTo>
                  <a:pt x="52" y="607"/>
                </a:lnTo>
                <a:lnTo>
                  <a:pt x="52" y="601"/>
                </a:lnTo>
                <a:lnTo>
                  <a:pt x="54" y="597"/>
                </a:lnTo>
                <a:lnTo>
                  <a:pt x="58" y="592"/>
                </a:lnTo>
                <a:lnTo>
                  <a:pt x="63" y="589"/>
                </a:lnTo>
                <a:lnTo>
                  <a:pt x="71" y="587"/>
                </a:lnTo>
                <a:lnTo>
                  <a:pt x="80" y="586"/>
                </a:lnTo>
                <a:lnTo>
                  <a:pt x="89" y="584"/>
                </a:lnTo>
                <a:lnTo>
                  <a:pt x="98" y="581"/>
                </a:lnTo>
                <a:lnTo>
                  <a:pt x="103" y="577"/>
                </a:lnTo>
                <a:lnTo>
                  <a:pt x="107" y="572"/>
                </a:lnTo>
                <a:lnTo>
                  <a:pt x="110" y="567"/>
                </a:lnTo>
                <a:lnTo>
                  <a:pt x="111" y="560"/>
                </a:lnTo>
                <a:lnTo>
                  <a:pt x="111" y="553"/>
                </a:lnTo>
                <a:lnTo>
                  <a:pt x="111" y="543"/>
                </a:lnTo>
                <a:lnTo>
                  <a:pt x="109" y="534"/>
                </a:lnTo>
                <a:lnTo>
                  <a:pt x="104" y="524"/>
                </a:lnTo>
                <a:lnTo>
                  <a:pt x="98" y="514"/>
                </a:lnTo>
                <a:lnTo>
                  <a:pt x="89" y="504"/>
                </a:lnTo>
                <a:lnTo>
                  <a:pt x="81" y="494"/>
                </a:lnTo>
                <a:lnTo>
                  <a:pt x="73" y="483"/>
                </a:lnTo>
                <a:lnTo>
                  <a:pt x="67" y="475"/>
                </a:lnTo>
                <a:lnTo>
                  <a:pt x="62" y="468"/>
                </a:lnTo>
                <a:lnTo>
                  <a:pt x="57" y="462"/>
                </a:lnTo>
                <a:lnTo>
                  <a:pt x="53" y="457"/>
                </a:lnTo>
                <a:lnTo>
                  <a:pt x="49" y="451"/>
                </a:lnTo>
                <a:lnTo>
                  <a:pt x="44" y="445"/>
                </a:lnTo>
                <a:lnTo>
                  <a:pt x="42" y="438"/>
                </a:lnTo>
                <a:lnTo>
                  <a:pt x="41" y="432"/>
                </a:lnTo>
                <a:lnTo>
                  <a:pt x="42" y="425"/>
                </a:lnTo>
                <a:lnTo>
                  <a:pt x="45" y="417"/>
                </a:lnTo>
                <a:lnTo>
                  <a:pt x="49" y="408"/>
                </a:lnTo>
                <a:lnTo>
                  <a:pt x="52" y="397"/>
                </a:lnTo>
                <a:lnTo>
                  <a:pt x="55" y="384"/>
                </a:lnTo>
                <a:lnTo>
                  <a:pt x="58" y="372"/>
                </a:lnTo>
                <a:lnTo>
                  <a:pt x="62" y="360"/>
                </a:lnTo>
                <a:lnTo>
                  <a:pt x="68" y="349"/>
                </a:lnTo>
                <a:lnTo>
                  <a:pt x="75" y="338"/>
                </a:lnTo>
                <a:lnTo>
                  <a:pt x="84" y="329"/>
                </a:lnTo>
                <a:lnTo>
                  <a:pt x="93" y="321"/>
                </a:lnTo>
                <a:lnTo>
                  <a:pt x="102" y="311"/>
                </a:lnTo>
                <a:lnTo>
                  <a:pt x="109" y="299"/>
                </a:lnTo>
                <a:lnTo>
                  <a:pt x="117" y="287"/>
                </a:lnTo>
                <a:lnTo>
                  <a:pt x="126" y="277"/>
                </a:lnTo>
                <a:lnTo>
                  <a:pt x="138" y="270"/>
                </a:lnTo>
                <a:lnTo>
                  <a:pt x="153" y="266"/>
                </a:lnTo>
                <a:lnTo>
                  <a:pt x="170" y="266"/>
                </a:lnTo>
                <a:lnTo>
                  <a:pt x="188" y="269"/>
                </a:lnTo>
                <a:lnTo>
                  <a:pt x="204" y="271"/>
                </a:lnTo>
                <a:lnTo>
                  <a:pt x="216" y="272"/>
                </a:lnTo>
                <a:lnTo>
                  <a:pt x="226" y="272"/>
                </a:lnTo>
                <a:lnTo>
                  <a:pt x="234" y="269"/>
                </a:lnTo>
                <a:lnTo>
                  <a:pt x="241" y="263"/>
                </a:lnTo>
                <a:lnTo>
                  <a:pt x="247" y="254"/>
                </a:lnTo>
                <a:lnTo>
                  <a:pt x="252" y="239"/>
                </a:lnTo>
                <a:lnTo>
                  <a:pt x="255" y="225"/>
                </a:lnTo>
                <a:lnTo>
                  <a:pt x="256" y="213"/>
                </a:lnTo>
                <a:lnTo>
                  <a:pt x="256" y="204"/>
                </a:lnTo>
                <a:lnTo>
                  <a:pt x="257" y="195"/>
                </a:lnTo>
                <a:lnTo>
                  <a:pt x="259" y="187"/>
                </a:lnTo>
                <a:lnTo>
                  <a:pt x="266" y="181"/>
                </a:lnTo>
                <a:lnTo>
                  <a:pt x="277" y="175"/>
                </a:lnTo>
                <a:lnTo>
                  <a:pt x="297" y="170"/>
                </a:lnTo>
                <a:lnTo>
                  <a:pt x="317" y="166"/>
                </a:lnTo>
                <a:lnTo>
                  <a:pt x="331" y="162"/>
                </a:lnTo>
                <a:lnTo>
                  <a:pt x="341" y="160"/>
                </a:lnTo>
                <a:lnTo>
                  <a:pt x="348" y="156"/>
                </a:lnTo>
                <a:lnTo>
                  <a:pt x="351" y="151"/>
                </a:lnTo>
                <a:lnTo>
                  <a:pt x="352" y="144"/>
                </a:lnTo>
                <a:lnTo>
                  <a:pt x="351" y="132"/>
                </a:lnTo>
                <a:lnTo>
                  <a:pt x="350" y="117"/>
                </a:lnTo>
                <a:lnTo>
                  <a:pt x="349" y="101"/>
                </a:lnTo>
                <a:lnTo>
                  <a:pt x="348" y="88"/>
                </a:lnTo>
                <a:lnTo>
                  <a:pt x="345" y="79"/>
                </a:lnTo>
                <a:lnTo>
                  <a:pt x="347" y="71"/>
                </a:lnTo>
                <a:lnTo>
                  <a:pt x="348" y="65"/>
                </a:lnTo>
                <a:lnTo>
                  <a:pt x="352" y="59"/>
                </a:lnTo>
                <a:lnTo>
                  <a:pt x="359" y="53"/>
                </a:lnTo>
                <a:lnTo>
                  <a:pt x="370" y="46"/>
                </a:lnTo>
                <a:lnTo>
                  <a:pt x="376" y="40"/>
                </a:lnTo>
                <a:lnTo>
                  <a:pt x="382" y="35"/>
                </a:lnTo>
                <a:lnTo>
                  <a:pt x="387" y="29"/>
                </a:lnTo>
                <a:lnTo>
                  <a:pt x="392" y="23"/>
                </a:lnTo>
                <a:lnTo>
                  <a:pt x="397" y="17"/>
                </a:lnTo>
                <a:lnTo>
                  <a:pt x="401" y="12"/>
                </a:lnTo>
                <a:lnTo>
                  <a:pt x="405" y="6"/>
                </a:lnTo>
                <a:lnTo>
                  <a:pt x="409" y="0"/>
                </a:lnTo>
                <a:lnTo>
                  <a:pt x="411" y="3"/>
                </a:lnTo>
                <a:lnTo>
                  <a:pt x="414" y="5"/>
                </a:lnTo>
                <a:lnTo>
                  <a:pt x="417" y="7"/>
                </a:lnTo>
                <a:lnTo>
                  <a:pt x="421" y="9"/>
                </a:lnTo>
                <a:lnTo>
                  <a:pt x="424" y="10"/>
                </a:lnTo>
                <a:lnTo>
                  <a:pt x="429" y="12"/>
                </a:lnTo>
                <a:lnTo>
                  <a:pt x="434" y="12"/>
                </a:lnTo>
                <a:lnTo>
                  <a:pt x="439" y="13"/>
                </a:lnTo>
                <a:lnTo>
                  <a:pt x="463" y="17"/>
                </a:lnTo>
                <a:lnTo>
                  <a:pt x="482" y="24"/>
                </a:lnTo>
                <a:lnTo>
                  <a:pt x="497" y="33"/>
                </a:lnTo>
                <a:lnTo>
                  <a:pt x="509" y="43"/>
                </a:lnTo>
                <a:lnTo>
                  <a:pt x="519" y="53"/>
                </a:lnTo>
                <a:lnTo>
                  <a:pt x="527" y="62"/>
                </a:lnTo>
                <a:lnTo>
                  <a:pt x="535" y="69"/>
                </a:lnTo>
                <a:lnTo>
                  <a:pt x="543" y="74"/>
                </a:lnTo>
                <a:lnTo>
                  <a:pt x="553" y="76"/>
                </a:lnTo>
                <a:lnTo>
                  <a:pt x="562" y="76"/>
                </a:lnTo>
                <a:lnTo>
                  <a:pt x="572" y="75"/>
                </a:lnTo>
                <a:lnTo>
                  <a:pt x="582" y="71"/>
                </a:lnTo>
                <a:lnTo>
                  <a:pt x="591" y="66"/>
                </a:lnTo>
                <a:lnTo>
                  <a:pt x="600" y="59"/>
                </a:lnTo>
                <a:lnTo>
                  <a:pt x="607" y="50"/>
                </a:lnTo>
                <a:lnTo>
                  <a:pt x="611" y="39"/>
                </a:lnTo>
                <a:lnTo>
                  <a:pt x="616" y="30"/>
                </a:lnTo>
                <a:lnTo>
                  <a:pt x="624" y="26"/>
                </a:lnTo>
                <a:lnTo>
                  <a:pt x="634" y="25"/>
                </a:lnTo>
                <a:lnTo>
                  <a:pt x="647" y="27"/>
                </a:lnTo>
                <a:lnTo>
                  <a:pt x="660" y="33"/>
                </a:lnTo>
                <a:lnTo>
                  <a:pt x="673" y="42"/>
                </a:lnTo>
                <a:lnTo>
                  <a:pt x="685" y="51"/>
                </a:lnTo>
                <a:lnTo>
                  <a:pt x="697" y="62"/>
                </a:lnTo>
                <a:lnTo>
                  <a:pt x="707" y="72"/>
                </a:lnTo>
                <a:lnTo>
                  <a:pt x="716" y="79"/>
                </a:lnTo>
                <a:lnTo>
                  <a:pt x="725" y="84"/>
                </a:lnTo>
                <a:lnTo>
                  <a:pt x="734" y="85"/>
                </a:lnTo>
                <a:lnTo>
                  <a:pt x="742" y="84"/>
                </a:lnTo>
                <a:lnTo>
                  <a:pt x="752" y="80"/>
                </a:lnTo>
                <a:lnTo>
                  <a:pt x="761" y="74"/>
                </a:lnTo>
                <a:lnTo>
                  <a:pt x="770" y="66"/>
                </a:lnTo>
                <a:lnTo>
                  <a:pt x="779" y="58"/>
                </a:lnTo>
                <a:lnTo>
                  <a:pt x="787" y="52"/>
                </a:lnTo>
                <a:lnTo>
                  <a:pt x="795" y="49"/>
                </a:lnTo>
                <a:lnTo>
                  <a:pt x="802" y="48"/>
                </a:lnTo>
                <a:lnTo>
                  <a:pt x="808" y="48"/>
                </a:lnTo>
                <a:lnTo>
                  <a:pt x="814" y="51"/>
                </a:lnTo>
                <a:lnTo>
                  <a:pt x="820" y="54"/>
                </a:lnTo>
                <a:lnTo>
                  <a:pt x="825" y="58"/>
                </a:lnTo>
                <a:lnTo>
                  <a:pt x="833" y="66"/>
                </a:lnTo>
                <a:lnTo>
                  <a:pt x="839" y="73"/>
                </a:lnTo>
                <a:lnTo>
                  <a:pt x="845" y="75"/>
                </a:lnTo>
                <a:lnTo>
                  <a:pt x="852" y="68"/>
                </a:lnTo>
                <a:lnTo>
                  <a:pt x="856" y="64"/>
                </a:lnTo>
                <a:lnTo>
                  <a:pt x="861" y="64"/>
                </a:lnTo>
                <a:lnTo>
                  <a:pt x="867" y="67"/>
                </a:lnTo>
                <a:lnTo>
                  <a:pt x="872" y="72"/>
                </a:lnTo>
                <a:lnTo>
                  <a:pt x="877" y="79"/>
                </a:lnTo>
                <a:lnTo>
                  <a:pt x="880" y="87"/>
                </a:lnTo>
                <a:lnTo>
                  <a:pt x="882" y="96"/>
                </a:lnTo>
                <a:lnTo>
                  <a:pt x="882" y="105"/>
                </a:lnTo>
                <a:lnTo>
                  <a:pt x="881" y="113"/>
                </a:lnTo>
                <a:lnTo>
                  <a:pt x="884" y="120"/>
                </a:lnTo>
                <a:lnTo>
                  <a:pt x="888" y="126"/>
                </a:lnTo>
                <a:lnTo>
                  <a:pt x="896" y="130"/>
                </a:lnTo>
                <a:lnTo>
                  <a:pt x="903" y="134"/>
                </a:lnTo>
                <a:lnTo>
                  <a:pt x="912" y="136"/>
                </a:lnTo>
                <a:lnTo>
                  <a:pt x="920" y="136"/>
                </a:lnTo>
                <a:lnTo>
                  <a:pt x="929" y="135"/>
                </a:lnTo>
                <a:lnTo>
                  <a:pt x="938" y="134"/>
                </a:lnTo>
                <a:lnTo>
                  <a:pt x="947" y="133"/>
                </a:lnTo>
                <a:lnTo>
                  <a:pt x="957" y="133"/>
                </a:lnTo>
                <a:lnTo>
                  <a:pt x="966" y="134"/>
                </a:lnTo>
                <a:lnTo>
                  <a:pt x="976" y="137"/>
                </a:lnTo>
                <a:lnTo>
                  <a:pt x="985" y="140"/>
                </a:lnTo>
                <a:lnTo>
                  <a:pt x="996" y="147"/>
                </a:lnTo>
                <a:lnTo>
                  <a:pt x="1005" y="154"/>
                </a:lnTo>
                <a:lnTo>
                  <a:pt x="1013" y="160"/>
                </a:lnTo>
                <a:lnTo>
                  <a:pt x="1020" y="163"/>
                </a:lnTo>
                <a:lnTo>
                  <a:pt x="1024" y="162"/>
                </a:lnTo>
                <a:lnTo>
                  <a:pt x="1029" y="160"/>
                </a:lnTo>
                <a:lnTo>
                  <a:pt x="1033" y="157"/>
                </a:lnTo>
                <a:lnTo>
                  <a:pt x="1039" y="154"/>
                </a:lnTo>
                <a:lnTo>
                  <a:pt x="1048" y="151"/>
                </a:lnTo>
                <a:lnTo>
                  <a:pt x="1058" y="150"/>
                </a:lnTo>
                <a:lnTo>
                  <a:pt x="1069" y="149"/>
                </a:lnTo>
                <a:lnTo>
                  <a:pt x="1077" y="147"/>
                </a:lnTo>
                <a:lnTo>
                  <a:pt x="1085" y="146"/>
                </a:lnTo>
                <a:lnTo>
                  <a:pt x="1092" y="144"/>
                </a:lnTo>
                <a:lnTo>
                  <a:pt x="1102" y="145"/>
                </a:lnTo>
                <a:lnTo>
                  <a:pt x="1114" y="148"/>
                </a:lnTo>
                <a:lnTo>
                  <a:pt x="1129" y="155"/>
                </a:lnTo>
                <a:lnTo>
                  <a:pt x="1152" y="166"/>
                </a:lnTo>
                <a:lnTo>
                  <a:pt x="1164" y="173"/>
                </a:lnTo>
                <a:lnTo>
                  <a:pt x="1175" y="180"/>
                </a:lnTo>
                <a:lnTo>
                  <a:pt x="1185" y="187"/>
                </a:lnTo>
                <a:lnTo>
                  <a:pt x="1195" y="194"/>
                </a:lnTo>
                <a:lnTo>
                  <a:pt x="1204" y="201"/>
                </a:lnTo>
                <a:lnTo>
                  <a:pt x="1213" y="206"/>
                </a:lnTo>
                <a:lnTo>
                  <a:pt x="1221" y="212"/>
                </a:lnTo>
                <a:lnTo>
                  <a:pt x="1228" y="216"/>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10" name="Freeform 967">
            <a:extLst>
              <a:ext uri="{FF2B5EF4-FFF2-40B4-BE49-F238E27FC236}">
                <a16:creationId xmlns:a16="http://schemas.microsoft.com/office/drawing/2014/main" id="{73FF4995-B319-294C-D235-45B2C45E75CF}"/>
              </a:ext>
            </a:extLst>
          </p:cNvPr>
          <p:cNvSpPr>
            <a:spLocks/>
          </p:cNvSpPr>
          <p:nvPr/>
        </p:nvSpPr>
        <p:spPr bwMode="auto">
          <a:xfrm>
            <a:off x="6565900" y="4933950"/>
            <a:ext cx="204788" cy="207963"/>
          </a:xfrm>
          <a:custGeom>
            <a:avLst/>
            <a:gdLst>
              <a:gd name="T0" fmla="*/ 2147483646 w 1228"/>
              <a:gd name="T1" fmla="*/ 2147483646 h 1394"/>
              <a:gd name="T2" fmla="*/ 2147483646 w 1228"/>
              <a:gd name="T3" fmla="*/ 2147483646 h 1394"/>
              <a:gd name="T4" fmla="*/ 2147483646 w 1228"/>
              <a:gd name="T5" fmla="*/ 2147483646 h 1394"/>
              <a:gd name="T6" fmla="*/ 2147483646 w 1228"/>
              <a:gd name="T7" fmla="*/ 2147483646 h 1394"/>
              <a:gd name="T8" fmla="*/ 2147483646 w 1228"/>
              <a:gd name="T9" fmla="*/ 2147483646 h 1394"/>
              <a:gd name="T10" fmla="*/ 2147483646 w 1228"/>
              <a:gd name="T11" fmla="*/ 2147483646 h 1394"/>
              <a:gd name="T12" fmla="*/ 2147483646 w 1228"/>
              <a:gd name="T13" fmla="*/ 2147483646 h 1394"/>
              <a:gd name="T14" fmla="*/ 2147483646 w 1228"/>
              <a:gd name="T15" fmla="*/ 2147483646 h 1394"/>
              <a:gd name="T16" fmla="*/ 2147483646 w 1228"/>
              <a:gd name="T17" fmla="*/ 2147483646 h 1394"/>
              <a:gd name="T18" fmla="*/ 2147483646 w 1228"/>
              <a:gd name="T19" fmla="*/ 2147483646 h 1394"/>
              <a:gd name="T20" fmla="*/ 2147483646 w 1228"/>
              <a:gd name="T21" fmla="*/ 2147483646 h 1394"/>
              <a:gd name="T22" fmla="*/ 2147483646 w 1228"/>
              <a:gd name="T23" fmla="*/ 2147483646 h 1394"/>
              <a:gd name="T24" fmla="*/ 2147483646 w 1228"/>
              <a:gd name="T25" fmla="*/ 2147483646 h 1394"/>
              <a:gd name="T26" fmla="*/ 2147483646 w 1228"/>
              <a:gd name="T27" fmla="*/ 2147483646 h 1394"/>
              <a:gd name="T28" fmla="*/ 2147483646 w 1228"/>
              <a:gd name="T29" fmla="*/ 2147483646 h 1394"/>
              <a:gd name="T30" fmla="*/ 2147483646 w 1228"/>
              <a:gd name="T31" fmla="*/ 2147483646 h 1394"/>
              <a:gd name="T32" fmla="*/ 2147483646 w 1228"/>
              <a:gd name="T33" fmla="*/ 2147483646 h 1394"/>
              <a:gd name="T34" fmla="*/ 2147483646 w 1228"/>
              <a:gd name="T35" fmla="*/ 2147483646 h 1394"/>
              <a:gd name="T36" fmla="*/ 2147483646 w 1228"/>
              <a:gd name="T37" fmla="*/ 2147483646 h 1394"/>
              <a:gd name="T38" fmla="*/ 2147483646 w 1228"/>
              <a:gd name="T39" fmla="*/ 2147483646 h 1394"/>
              <a:gd name="T40" fmla="*/ 2147483646 w 1228"/>
              <a:gd name="T41" fmla="*/ 2147483646 h 1394"/>
              <a:gd name="T42" fmla="*/ 2147483646 w 1228"/>
              <a:gd name="T43" fmla="*/ 2147483646 h 1394"/>
              <a:gd name="T44" fmla="*/ 2147483646 w 1228"/>
              <a:gd name="T45" fmla="*/ 2147483646 h 1394"/>
              <a:gd name="T46" fmla="*/ 2147483646 w 1228"/>
              <a:gd name="T47" fmla="*/ 2147483646 h 1394"/>
              <a:gd name="T48" fmla="*/ 2147483646 w 1228"/>
              <a:gd name="T49" fmla="*/ 2147483646 h 1394"/>
              <a:gd name="T50" fmla="*/ 2147483646 w 1228"/>
              <a:gd name="T51" fmla="*/ 2147483646 h 1394"/>
              <a:gd name="T52" fmla="*/ 2147483646 w 1228"/>
              <a:gd name="T53" fmla="*/ 2147483646 h 1394"/>
              <a:gd name="T54" fmla="*/ 2147483646 w 1228"/>
              <a:gd name="T55" fmla="*/ 2147483646 h 1394"/>
              <a:gd name="T56" fmla="*/ 2147483646 w 1228"/>
              <a:gd name="T57" fmla="*/ 2147483646 h 1394"/>
              <a:gd name="T58" fmla="*/ 2147483646 w 1228"/>
              <a:gd name="T59" fmla="*/ 2147483646 h 1394"/>
              <a:gd name="T60" fmla="*/ 2147483646 w 1228"/>
              <a:gd name="T61" fmla="*/ 2147483646 h 1394"/>
              <a:gd name="T62" fmla="*/ 2147483646 w 1228"/>
              <a:gd name="T63" fmla="*/ 2147483646 h 1394"/>
              <a:gd name="T64" fmla="*/ 2147483646 w 1228"/>
              <a:gd name="T65" fmla="*/ 2147483646 h 1394"/>
              <a:gd name="T66" fmla="*/ 2147483646 w 1228"/>
              <a:gd name="T67" fmla="*/ 2147483646 h 1394"/>
              <a:gd name="T68" fmla="*/ 2147483646 w 1228"/>
              <a:gd name="T69" fmla="*/ 2147483646 h 1394"/>
              <a:gd name="T70" fmla="*/ 2147483646 w 1228"/>
              <a:gd name="T71" fmla="*/ 2147483646 h 1394"/>
              <a:gd name="T72" fmla="*/ 2147483646 w 1228"/>
              <a:gd name="T73" fmla="*/ 2147483646 h 1394"/>
              <a:gd name="T74" fmla="*/ 2147483646 w 1228"/>
              <a:gd name="T75" fmla="*/ 2147483646 h 1394"/>
              <a:gd name="T76" fmla="*/ 2147483646 w 1228"/>
              <a:gd name="T77" fmla="*/ 2147483646 h 1394"/>
              <a:gd name="T78" fmla="*/ 2147483646 w 1228"/>
              <a:gd name="T79" fmla="*/ 2147483646 h 1394"/>
              <a:gd name="T80" fmla="*/ 2147483646 w 1228"/>
              <a:gd name="T81" fmla="*/ 2147483646 h 1394"/>
              <a:gd name="T82" fmla="*/ 2147483646 w 1228"/>
              <a:gd name="T83" fmla="*/ 2147483646 h 1394"/>
              <a:gd name="T84" fmla="*/ 2147483646 w 1228"/>
              <a:gd name="T85" fmla="*/ 2147483646 h 1394"/>
              <a:gd name="T86" fmla="*/ 2147483646 w 1228"/>
              <a:gd name="T87" fmla="*/ 2147483646 h 1394"/>
              <a:gd name="T88" fmla="*/ 2147483646 w 1228"/>
              <a:gd name="T89" fmla="*/ 2147483646 h 1394"/>
              <a:gd name="T90" fmla="*/ 2147483646 w 1228"/>
              <a:gd name="T91" fmla="*/ 0 h 1394"/>
              <a:gd name="T92" fmla="*/ 2147483646 w 1228"/>
              <a:gd name="T93" fmla="*/ 2147483646 h 1394"/>
              <a:gd name="T94" fmla="*/ 2147483646 w 1228"/>
              <a:gd name="T95" fmla="*/ 2147483646 h 1394"/>
              <a:gd name="T96" fmla="*/ 2147483646 w 1228"/>
              <a:gd name="T97" fmla="*/ 2147483646 h 1394"/>
              <a:gd name="T98" fmla="*/ 2147483646 w 1228"/>
              <a:gd name="T99" fmla="*/ 2147483646 h 1394"/>
              <a:gd name="T100" fmla="*/ 2147483646 w 1228"/>
              <a:gd name="T101" fmla="*/ 2147483646 h 1394"/>
              <a:gd name="T102" fmla="*/ 2147483646 w 1228"/>
              <a:gd name="T103" fmla="*/ 2147483646 h 1394"/>
              <a:gd name="T104" fmla="*/ 2147483646 w 1228"/>
              <a:gd name="T105" fmla="*/ 2147483646 h 1394"/>
              <a:gd name="T106" fmla="*/ 2147483646 w 1228"/>
              <a:gd name="T107" fmla="*/ 2147483646 h 1394"/>
              <a:gd name="T108" fmla="*/ 2147483646 w 1228"/>
              <a:gd name="T109" fmla="*/ 2147483646 h 1394"/>
              <a:gd name="T110" fmla="*/ 2147483646 w 1228"/>
              <a:gd name="T111" fmla="*/ 2147483646 h 1394"/>
              <a:gd name="T112" fmla="*/ 2147483646 w 1228"/>
              <a:gd name="T113" fmla="*/ 2147483646 h 1394"/>
              <a:gd name="T114" fmla="*/ 2147483646 w 1228"/>
              <a:gd name="T115" fmla="*/ 2147483646 h 13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28" h="1394">
                <a:moveTo>
                  <a:pt x="1228" y="216"/>
                </a:moveTo>
                <a:lnTo>
                  <a:pt x="1228" y="216"/>
                </a:lnTo>
                <a:lnTo>
                  <a:pt x="1222" y="226"/>
                </a:lnTo>
                <a:lnTo>
                  <a:pt x="1215" y="237"/>
                </a:lnTo>
                <a:lnTo>
                  <a:pt x="1209" y="248"/>
                </a:lnTo>
                <a:lnTo>
                  <a:pt x="1202" y="257"/>
                </a:lnTo>
                <a:lnTo>
                  <a:pt x="1195" y="264"/>
                </a:lnTo>
                <a:lnTo>
                  <a:pt x="1188" y="271"/>
                </a:lnTo>
                <a:lnTo>
                  <a:pt x="1182" y="275"/>
                </a:lnTo>
                <a:lnTo>
                  <a:pt x="1176" y="276"/>
                </a:lnTo>
                <a:lnTo>
                  <a:pt x="1166" y="277"/>
                </a:lnTo>
                <a:lnTo>
                  <a:pt x="1153" y="279"/>
                </a:lnTo>
                <a:lnTo>
                  <a:pt x="1139" y="283"/>
                </a:lnTo>
                <a:lnTo>
                  <a:pt x="1126" y="288"/>
                </a:lnTo>
                <a:lnTo>
                  <a:pt x="1115" y="295"/>
                </a:lnTo>
                <a:lnTo>
                  <a:pt x="1106" y="301"/>
                </a:lnTo>
                <a:lnTo>
                  <a:pt x="1101" y="307"/>
                </a:lnTo>
                <a:lnTo>
                  <a:pt x="1101" y="313"/>
                </a:lnTo>
                <a:lnTo>
                  <a:pt x="1103" y="320"/>
                </a:lnTo>
                <a:lnTo>
                  <a:pt x="1104" y="330"/>
                </a:lnTo>
                <a:lnTo>
                  <a:pt x="1103" y="341"/>
                </a:lnTo>
                <a:lnTo>
                  <a:pt x="1102" y="354"/>
                </a:lnTo>
                <a:lnTo>
                  <a:pt x="1101" y="365"/>
                </a:lnTo>
                <a:lnTo>
                  <a:pt x="1100" y="376"/>
                </a:lnTo>
                <a:lnTo>
                  <a:pt x="1101" y="385"/>
                </a:lnTo>
                <a:lnTo>
                  <a:pt x="1103" y="392"/>
                </a:lnTo>
                <a:lnTo>
                  <a:pt x="1105" y="400"/>
                </a:lnTo>
                <a:lnTo>
                  <a:pt x="1105" y="410"/>
                </a:lnTo>
                <a:lnTo>
                  <a:pt x="1104" y="421"/>
                </a:lnTo>
                <a:lnTo>
                  <a:pt x="1101" y="433"/>
                </a:lnTo>
                <a:lnTo>
                  <a:pt x="1097" y="446"/>
                </a:lnTo>
                <a:lnTo>
                  <a:pt x="1090" y="457"/>
                </a:lnTo>
                <a:lnTo>
                  <a:pt x="1084" y="465"/>
                </a:lnTo>
                <a:lnTo>
                  <a:pt x="1076" y="470"/>
                </a:lnTo>
                <a:lnTo>
                  <a:pt x="1068" y="474"/>
                </a:lnTo>
                <a:lnTo>
                  <a:pt x="1060" y="478"/>
                </a:lnTo>
                <a:lnTo>
                  <a:pt x="1052" y="484"/>
                </a:lnTo>
                <a:lnTo>
                  <a:pt x="1045" y="490"/>
                </a:lnTo>
                <a:lnTo>
                  <a:pt x="1037" y="498"/>
                </a:lnTo>
                <a:lnTo>
                  <a:pt x="1030" y="506"/>
                </a:lnTo>
                <a:lnTo>
                  <a:pt x="1023" y="513"/>
                </a:lnTo>
                <a:lnTo>
                  <a:pt x="1017" y="521"/>
                </a:lnTo>
                <a:lnTo>
                  <a:pt x="1010" y="527"/>
                </a:lnTo>
                <a:lnTo>
                  <a:pt x="1001" y="529"/>
                </a:lnTo>
                <a:lnTo>
                  <a:pt x="991" y="530"/>
                </a:lnTo>
                <a:lnTo>
                  <a:pt x="982" y="528"/>
                </a:lnTo>
                <a:lnTo>
                  <a:pt x="972" y="526"/>
                </a:lnTo>
                <a:lnTo>
                  <a:pt x="962" y="523"/>
                </a:lnTo>
                <a:lnTo>
                  <a:pt x="953" y="520"/>
                </a:lnTo>
                <a:lnTo>
                  <a:pt x="943" y="519"/>
                </a:lnTo>
                <a:lnTo>
                  <a:pt x="932" y="517"/>
                </a:lnTo>
                <a:lnTo>
                  <a:pt x="918" y="513"/>
                </a:lnTo>
                <a:lnTo>
                  <a:pt x="901" y="508"/>
                </a:lnTo>
                <a:lnTo>
                  <a:pt x="883" y="503"/>
                </a:lnTo>
                <a:lnTo>
                  <a:pt x="866" y="499"/>
                </a:lnTo>
                <a:lnTo>
                  <a:pt x="853" y="495"/>
                </a:lnTo>
                <a:lnTo>
                  <a:pt x="842" y="491"/>
                </a:lnTo>
                <a:lnTo>
                  <a:pt x="839" y="490"/>
                </a:lnTo>
                <a:lnTo>
                  <a:pt x="837" y="489"/>
                </a:lnTo>
                <a:lnTo>
                  <a:pt x="832" y="485"/>
                </a:lnTo>
                <a:lnTo>
                  <a:pt x="824" y="480"/>
                </a:lnTo>
                <a:lnTo>
                  <a:pt x="814" y="476"/>
                </a:lnTo>
                <a:lnTo>
                  <a:pt x="804" y="473"/>
                </a:lnTo>
                <a:lnTo>
                  <a:pt x="793" y="472"/>
                </a:lnTo>
                <a:lnTo>
                  <a:pt x="785" y="476"/>
                </a:lnTo>
                <a:lnTo>
                  <a:pt x="778" y="484"/>
                </a:lnTo>
                <a:lnTo>
                  <a:pt x="771" y="495"/>
                </a:lnTo>
                <a:lnTo>
                  <a:pt x="763" y="503"/>
                </a:lnTo>
                <a:lnTo>
                  <a:pt x="753" y="509"/>
                </a:lnTo>
                <a:lnTo>
                  <a:pt x="741" y="512"/>
                </a:lnTo>
                <a:lnTo>
                  <a:pt x="730" y="514"/>
                </a:lnTo>
                <a:lnTo>
                  <a:pt x="720" y="513"/>
                </a:lnTo>
                <a:lnTo>
                  <a:pt x="712" y="510"/>
                </a:lnTo>
                <a:lnTo>
                  <a:pt x="705" y="505"/>
                </a:lnTo>
                <a:lnTo>
                  <a:pt x="700" y="501"/>
                </a:lnTo>
                <a:lnTo>
                  <a:pt x="694" y="503"/>
                </a:lnTo>
                <a:lnTo>
                  <a:pt x="688" y="509"/>
                </a:lnTo>
                <a:lnTo>
                  <a:pt x="684" y="518"/>
                </a:lnTo>
                <a:lnTo>
                  <a:pt x="680" y="528"/>
                </a:lnTo>
                <a:lnTo>
                  <a:pt x="678" y="539"/>
                </a:lnTo>
                <a:lnTo>
                  <a:pt x="678" y="549"/>
                </a:lnTo>
                <a:lnTo>
                  <a:pt x="680" y="556"/>
                </a:lnTo>
                <a:lnTo>
                  <a:pt x="684" y="562"/>
                </a:lnTo>
                <a:lnTo>
                  <a:pt x="686" y="569"/>
                </a:lnTo>
                <a:lnTo>
                  <a:pt x="687" y="578"/>
                </a:lnTo>
                <a:lnTo>
                  <a:pt x="686" y="586"/>
                </a:lnTo>
                <a:lnTo>
                  <a:pt x="683" y="596"/>
                </a:lnTo>
                <a:lnTo>
                  <a:pt x="678" y="603"/>
                </a:lnTo>
                <a:lnTo>
                  <a:pt x="672" y="607"/>
                </a:lnTo>
                <a:lnTo>
                  <a:pt x="664" y="609"/>
                </a:lnTo>
                <a:lnTo>
                  <a:pt x="654" y="609"/>
                </a:lnTo>
                <a:lnTo>
                  <a:pt x="641" y="611"/>
                </a:lnTo>
                <a:lnTo>
                  <a:pt x="629" y="613"/>
                </a:lnTo>
                <a:lnTo>
                  <a:pt x="618" y="616"/>
                </a:lnTo>
                <a:lnTo>
                  <a:pt x="607" y="621"/>
                </a:lnTo>
                <a:lnTo>
                  <a:pt x="597" y="626"/>
                </a:lnTo>
                <a:lnTo>
                  <a:pt x="588" y="632"/>
                </a:lnTo>
                <a:lnTo>
                  <a:pt x="582" y="639"/>
                </a:lnTo>
                <a:lnTo>
                  <a:pt x="576" y="648"/>
                </a:lnTo>
                <a:lnTo>
                  <a:pt x="567" y="658"/>
                </a:lnTo>
                <a:lnTo>
                  <a:pt x="555" y="670"/>
                </a:lnTo>
                <a:lnTo>
                  <a:pt x="542" y="683"/>
                </a:lnTo>
                <a:lnTo>
                  <a:pt x="531" y="698"/>
                </a:lnTo>
                <a:lnTo>
                  <a:pt x="522" y="712"/>
                </a:lnTo>
                <a:lnTo>
                  <a:pt x="517" y="725"/>
                </a:lnTo>
                <a:lnTo>
                  <a:pt x="517" y="737"/>
                </a:lnTo>
                <a:lnTo>
                  <a:pt x="522" y="750"/>
                </a:lnTo>
                <a:lnTo>
                  <a:pt x="527" y="762"/>
                </a:lnTo>
                <a:lnTo>
                  <a:pt x="533" y="775"/>
                </a:lnTo>
                <a:lnTo>
                  <a:pt x="539" y="787"/>
                </a:lnTo>
                <a:lnTo>
                  <a:pt x="542" y="798"/>
                </a:lnTo>
                <a:lnTo>
                  <a:pt x="544" y="807"/>
                </a:lnTo>
                <a:lnTo>
                  <a:pt x="542" y="814"/>
                </a:lnTo>
                <a:lnTo>
                  <a:pt x="535" y="817"/>
                </a:lnTo>
                <a:lnTo>
                  <a:pt x="527" y="820"/>
                </a:lnTo>
                <a:lnTo>
                  <a:pt x="522" y="826"/>
                </a:lnTo>
                <a:lnTo>
                  <a:pt x="521" y="834"/>
                </a:lnTo>
                <a:lnTo>
                  <a:pt x="522" y="844"/>
                </a:lnTo>
                <a:lnTo>
                  <a:pt x="525" y="854"/>
                </a:lnTo>
                <a:lnTo>
                  <a:pt x="531" y="862"/>
                </a:lnTo>
                <a:lnTo>
                  <a:pt x="539" y="868"/>
                </a:lnTo>
                <a:lnTo>
                  <a:pt x="550" y="870"/>
                </a:lnTo>
                <a:lnTo>
                  <a:pt x="560" y="873"/>
                </a:lnTo>
                <a:lnTo>
                  <a:pt x="568" y="881"/>
                </a:lnTo>
                <a:lnTo>
                  <a:pt x="576" y="892"/>
                </a:lnTo>
                <a:lnTo>
                  <a:pt x="581" y="906"/>
                </a:lnTo>
                <a:lnTo>
                  <a:pt x="584" y="919"/>
                </a:lnTo>
                <a:lnTo>
                  <a:pt x="584" y="931"/>
                </a:lnTo>
                <a:lnTo>
                  <a:pt x="580" y="939"/>
                </a:lnTo>
                <a:lnTo>
                  <a:pt x="572" y="943"/>
                </a:lnTo>
                <a:lnTo>
                  <a:pt x="561" y="948"/>
                </a:lnTo>
                <a:lnTo>
                  <a:pt x="549" y="956"/>
                </a:lnTo>
                <a:lnTo>
                  <a:pt x="537" y="967"/>
                </a:lnTo>
                <a:lnTo>
                  <a:pt x="528" y="980"/>
                </a:lnTo>
                <a:lnTo>
                  <a:pt x="523" y="992"/>
                </a:lnTo>
                <a:lnTo>
                  <a:pt x="523" y="1004"/>
                </a:lnTo>
                <a:lnTo>
                  <a:pt x="530" y="1012"/>
                </a:lnTo>
                <a:lnTo>
                  <a:pt x="546" y="1015"/>
                </a:lnTo>
                <a:lnTo>
                  <a:pt x="563" y="1018"/>
                </a:lnTo>
                <a:lnTo>
                  <a:pt x="577" y="1025"/>
                </a:lnTo>
                <a:lnTo>
                  <a:pt x="586" y="1035"/>
                </a:lnTo>
                <a:lnTo>
                  <a:pt x="593" y="1048"/>
                </a:lnTo>
                <a:lnTo>
                  <a:pt x="596" y="1061"/>
                </a:lnTo>
                <a:lnTo>
                  <a:pt x="597" y="1073"/>
                </a:lnTo>
                <a:lnTo>
                  <a:pt x="593" y="1084"/>
                </a:lnTo>
                <a:lnTo>
                  <a:pt x="588" y="1092"/>
                </a:lnTo>
                <a:lnTo>
                  <a:pt x="584" y="1098"/>
                </a:lnTo>
                <a:lnTo>
                  <a:pt x="583" y="1101"/>
                </a:lnTo>
                <a:lnTo>
                  <a:pt x="585" y="1104"/>
                </a:lnTo>
                <a:lnTo>
                  <a:pt x="590" y="1105"/>
                </a:lnTo>
                <a:lnTo>
                  <a:pt x="598" y="1107"/>
                </a:lnTo>
                <a:lnTo>
                  <a:pt x="607" y="1109"/>
                </a:lnTo>
                <a:lnTo>
                  <a:pt x="617" y="1111"/>
                </a:lnTo>
                <a:lnTo>
                  <a:pt x="629" y="1115"/>
                </a:lnTo>
                <a:lnTo>
                  <a:pt x="642" y="1119"/>
                </a:lnTo>
                <a:lnTo>
                  <a:pt x="656" y="1123"/>
                </a:lnTo>
                <a:lnTo>
                  <a:pt x="668" y="1127"/>
                </a:lnTo>
                <a:lnTo>
                  <a:pt x="679" y="1132"/>
                </a:lnTo>
                <a:lnTo>
                  <a:pt x="688" y="1138"/>
                </a:lnTo>
                <a:lnTo>
                  <a:pt x="696" y="1144"/>
                </a:lnTo>
                <a:lnTo>
                  <a:pt x="700" y="1153"/>
                </a:lnTo>
                <a:lnTo>
                  <a:pt x="701" y="1162"/>
                </a:lnTo>
                <a:lnTo>
                  <a:pt x="700" y="1172"/>
                </a:lnTo>
                <a:lnTo>
                  <a:pt x="699" y="1182"/>
                </a:lnTo>
                <a:lnTo>
                  <a:pt x="698" y="1191"/>
                </a:lnTo>
                <a:lnTo>
                  <a:pt x="697" y="1200"/>
                </a:lnTo>
                <a:lnTo>
                  <a:pt x="693" y="1208"/>
                </a:lnTo>
                <a:lnTo>
                  <a:pt x="688" y="1215"/>
                </a:lnTo>
                <a:lnTo>
                  <a:pt x="680" y="1221"/>
                </a:lnTo>
                <a:lnTo>
                  <a:pt x="670" y="1227"/>
                </a:lnTo>
                <a:lnTo>
                  <a:pt x="657" y="1232"/>
                </a:lnTo>
                <a:lnTo>
                  <a:pt x="643" y="1238"/>
                </a:lnTo>
                <a:lnTo>
                  <a:pt x="630" y="1244"/>
                </a:lnTo>
                <a:lnTo>
                  <a:pt x="619" y="1252"/>
                </a:lnTo>
                <a:lnTo>
                  <a:pt x="611" y="1260"/>
                </a:lnTo>
                <a:lnTo>
                  <a:pt x="605" y="1269"/>
                </a:lnTo>
                <a:lnTo>
                  <a:pt x="604" y="1279"/>
                </a:lnTo>
                <a:lnTo>
                  <a:pt x="607" y="1290"/>
                </a:lnTo>
                <a:lnTo>
                  <a:pt x="612" y="1306"/>
                </a:lnTo>
                <a:lnTo>
                  <a:pt x="614" y="1323"/>
                </a:lnTo>
                <a:lnTo>
                  <a:pt x="611" y="1341"/>
                </a:lnTo>
                <a:lnTo>
                  <a:pt x="604" y="1360"/>
                </a:lnTo>
                <a:lnTo>
                  <a:pt x="591" y="1376"/>
                </a:lnTo>
                <a:lnTo>
                  <a:pt x="572" y="1388"/>
                </a:lnTo>
                <a:lnTo>
                  <a:pt x="548" y="1394"/>
                </a:lnTo>
                <a:lnTo>
                  <a:pt x="515" y="1394"/>
                </a:lnTo>
                <a:lnTo>
                  <a:pt x="498" y="1392"/>
                </a:lnTo>
                <a:lnTo>
                  <a:pt x="479" y="1390"/>
                </a:lnTo>
                <a:lnTo>
                  <a:pt x="463" y="1388"/>
                </a:lnTo>
                <a:lnTo>
                  <a:pt x="446" y="1385"/>
                </a:lnTo>
                <a:lnTo>
                  <a:pt x="430" y="1383"/>
                </a:lnTo>
                <a:lnTo>
                  <a:pt x="415" y="1380"/>
                </a:lnTo>
                <a:lnTo>
                  <a:pt x="401" y="1376"/>
                </a:lnTo>
                <a:lnTo>
                  <a:pt x="387" y="1373"/>
                </a:lnTo>
                <a:lnTo>
                  <a:pt x="375" y="1369"/>
                </a:lnTo>
                <a:lnTo>
                  <a:pt x="364" y="1365"/>
                </a:lnTo>
                <a:lnTo>
                  <a:pt x="354" y="1361"/>
                </a:lnTo>
                <a:lnTo>
                  <a:pt x="344" y="1356"/>
                </a:lnTo>
                <a:lnTo>
                  <a:pt x="337" y="1351"/>
                </a:lnTo>
                <a:lnTo>
                  <a:pt x="331" y="1345"/>
                </a:lnTo>
                <a:lnTo>
                  <a:pt x="327" y="1339"/>
                </a:lnTo>
                <a:lnTo>
                  <a:pt x="325" y="1333"/>
                </a:lnTo>
                <a:lnTo>
                  <a:pt x="322" y="1319"/>
                </a:lnTo>
                <a:lnTo>
                  <a:pt x="320" y="1302"/>
                </a:lnTo>
                <a:lnTo>
                  <a:pt x="317" y="1282"/>
                </a:lnTo>
                <a:lnTo>
                  <a:pt x="314" y="1263"/>
                </a:lnTo>
                <a:lnTo>
                  <a:pt x="309" y="1243"/>
                </a:lnTo>
                <a:lnTo>
                  <a:pt x="303" y="1225"/>
                </a:lnTo>
                <a:lnTo>
                  <a:pt x="293" y="1210"/>
                </a:lnTo>
                <a:lnTo>
                  <a:pt x="282" y="1199"/>
                </a:lnTo>
                <a:lnTo>
                  <a:pt x="268" y="1189"/>
                </a:lnTo>
                <a:lnTo>
                  <a:pt x="252" y="1179"/>
                </a:lnTo>
                <a:lnTo>
                  <a:pt x="233" y="1168"/>
                </a:lnTo>
                <a:lnTo>
                  <a:pt x="216" y="1158"/>
                </a:lnTo>
                <a:lnTo>
                  <a:pt x="200" y="1148"/>
                </a:lnTo>
                <a:lnTo>
                  <a:pt x="188" y="1136"/>
                </a:lnTo>
                <a:lnTo>
                  <a:pt x="181" y="1126"/>
                </a:lnTo>
                <a:lnTo>
                  <a:pt x="182" y="1117"/>
                </a:lnTo>
                <a:lnTo>
                  <a:pt x="184" y="1108"/>
                </a:lnTo>
                <a:lnTo>
                  <a:pt x="184" y="1096"/>
                </a:lnTo>
                <a:lnTo>
                  <a:pt x="183" y="1085"/>
                </a:lnTo>
                <a:lnTo>
                  <a:pt x="181" y="1073"/>
                </a:lnTo>
                <a:lnTo>
                  <a:pt x="179" y="1061"/>
                </a:lnTo>
                <a:lnTo>
                  <a:pt x="178" y="1050"/>
                </a:lnTo>
                <a:lnTo>
                  <a:pt x="180" y="1040"/>
                </a:lnTo>
                <a:lnTo>
                  <a:pt x="184" y="1033"/>
                </a:lnTo>
                <a:lnTo>
                  <a:pt x="190" y="1027"/>
                </a:lnTo>
                <a:lnTo>
                  <a:pt x="198" y="1022"/>
                </a:lnTo>
                <a:lnTo>
                  <a:pt x="204" y="1017"/>
                </a:lnTo>
                <a:lnTo>
                  <a:pt x="210" y="1012"/>
                </a:lnTo>
                <a:lnTo>
                  <a:pt x="212" y="1008"/>
                </a:lnTo>
                <a:lnTo>
                  <a:pt x="213" y="1003"/>
                </a:lnTo>
                <a:lnTo>
                  <a:pt x="209" y="995"/>
                </a:lnTo>
                <a:lnTo>
                  <a:pt x="201" y="988"/>
                </a:lnTo>
                <a:lnTo>
                  <a:pt x="190" y="978"/>
                </a:lnTo>
                <a:lnTo>
                  <a:pt x="179" y="965"/>
                </a:lnTo>
                <a:lnTo>
                  <a:pt x="168" y="951"/>
                </a:lnTo>
                <a:lnTo>
                  <a:pt x="157" y="936"/>
                </a:lnTo>
                <a:lnTo>
                  <a:pt x="145" y="923"/>
                </a:lnTo>
                <a:lnTo>
                  <a:pt x="136" y="912"/>
                </a:lnTo>
                <a:lnTo>
                  <a:pt x="129" y="905"/>
                </a:lnTo>
                <a:lnTo>
                  <a:pt x="123" y="903"/>
                </a:lnTo>
                <a:lnTo>
                  <a:pt x="117" y="904"/>
                </a:lnTo>
                <a:lnTo>
                  <a:pt x="111" y="904"/>
                </a:lnTo>
                <a:lnTo>
                  <a:pt x="104" y="902"/>
                </a:lnTo>
                <a:lnTo>
                  <a:pt x="97" y="899"/>
                </a:lnTo>
                <a:lnTo>
                  <a:pt x="91" y="892"/>
                </a:lnTo>
                <a:lnTo>
                  <a:pt x="86" y="883"/>
                </a:lnTo>
                <a:lnTo>
                  <a:pt x="84" y="871"/>
                </a:lnTo>
                <a:lnTo>
                  <a:pt x="84" y="856"/>
                </a:lnTo>
                <a:lnTo>
                  <a:pt x="85" y="837"/>
                </a:lnTo>
                <a:lnTo>
                  <a:pt x="85" y="821"/>
                </a:lnTo>
                <a:lnTo>
                  <a:pt x="85" y="806"/>
                </a:lnTo>
                <a:lnTo>
                  <a:pt x="85" y="792"/>
                </a:lnTo>
                <a:lnTo>
                  <a:pt x="82" y="781"/>
                </a:lnTo>
                <a:lnTo>
                  <a:pt x="78" y="773"/>
                </a:lnTo>
                <a:lnTo>
                  <a:pt x="72" y="768"/>
                </a:lnTo>
                <a:lnTo>
                  <a:pt x="64" y="766"/>
                </a:lnTo>
                <a:lnTo>
                  <a:pt x="54" y="765"/>
                </a:lnTo>
                <a:lnTo>
                  <a:pt x="42" y="761"/>
                </a:lnTo>
                <a:lnTo>
                  <a:pt x="31" y="755"/>
                </a:lnTo>
                <a:lnTo>
                  <a:pt x="20" y="747"/>
                </a:lnTo>
                <a:lnTo>
                  <a:pt x="11" y="736"/>
                </a:lnTo>
                <a:lnTo>
                  <a:pt x="4" y="725"/>
                </a:lnTo>
                <a:lnTo>
                  <a:pt x="0" y="714"/>
                </a:lnTo>
                <a:lnTo>
                  <a:pt x="1" y="701"/>
                </a:lnTo>
                <a:lnTo>
                  <a:pt x="4" y="690"/>
                </a:lnTo>
                <a:lnTo>
                  <a:pt x="7" y="682"/>
                </a:lnTo>
                <a:lnTo>
                  <a:pt x="10" y="677"/>
                </a:lnTo>
                <a:lnTo>
                  <a:pt x="13" y="674"/>
                </a:lnTo>
                <a:lnTo>
                  <a:pt x="17" y="672"/>
                </a:lnTo>
                <a:lnTo>
                  <a:pt x="22" y="671"/>
                </a:lnTo>
                <a:lnTo>
                  <a:pt x="27" y="670"/>
                </a:lnTo>
                <a:lnTo>
                  <a:pt x="33" y="668"/>
                </a:lnTo>
                <a:lnTo>
                  <a:pt x="40" y="665"/>
                </a:lnTo>
                <a:lnTo>
                  <a:pt x="48" y="661"/>
                </a:lnTo>
                <a:lnTo>
                  <a:pt x="54" y="655"/>
                </a:lnTo>
                <a:lnTo>
                  <a:pt x="59" y="649"/>
                </a:lnTo>
                <a:lnTo>
                  <a:pt x="62" y="641"/>
                </a:lnTo>
                <a:lnTo>
                  <a:pt x="63" y="634"/>
                </a:lnTo>
                <a:lnTo>
                  <a:pt x="62" y="627"/>
                </a:lnTo>
                <a:lnTo>
                  <a:pt x="58" y="619"/>
                </a:lnTo>
                <a:lnTo>
                  <a:pt x="54" y="613"/>
                </a:lnTo>
                <a:lnTo>
                  <a:pt x="52" y="607"/>
                </a:lnTo>
                <a:lnTo>
                  <a:pt x="52" y="601"/>
                </a:lnTo>
                <a:lnTo>
                  <a:pt x="54" y="597"/>
                </a:lnTo>
                <a:lnTo>
                  <a:pt x="58" y="592"/>
                </a:lnTo>
                <a:lnTo>
                  <a:pt x="63" y="589"/>
                </a:lnTo>
                <a:lnTo>
                  <a:pt x="71" y="587"/>
                </a:lnTo>
                <a:lnTo>
                  <a:pt x="80" y="586"/>
                </a:lnTo>
                <a:lnTo>
                  <a:pt x="89" y="584"/>
                </a:lnTo>
                <a:lnTo>
                  <a:pt x="98" y="581"/>
                </a:lnTo>
                <a:lnTo>
                  <a:pt x="103" y="577"/>
                </a:lnTo>
                <a:lnTo>
                  <a:pt x="107" y="572"/>
                </a:lnTo>
                <a:lnTo>
                  <a:pt x="110" y="567"/>
                </a:lnTo>
                <a:lnTo>
                  <a:pt x="111" y="560"/>
                </a:lnTo>
                <a:lnTo>
                  <a:pt x="111" y="553"/>
                </a:lnTo>
                <a:lnTo>
                  <a:pt x="111" y="543"/>
                </a:lnTo>
                <a:lnTo>
                  <a:pt x="109" y="534"/>
                </a:lnTo>
                <a:lnTo>
                  <a:pt x="104" y="524"/>
                </a:lnTo>
                <a:lnTo>
                  <a:pt x="98" y="514"/>
                </a:lnTo>
                <a:lnTo>
                  <a:pt x="89" y="504"/>
                </a:lnTo>
                <a:lnTo>
                  <a:pt x="81" y="494"/>
                </a:lnTo>
                <a:lnTo>
                  <a:pt x="73" y="483"/>
                </a:lnTo>
                <a:lnTo>
                  <a:pt x="67" y="475"/>
                </a:lnTo>
                <a:lnTo>
                  <a:pt x="62" y="468"/>
                </a:lnTo>
                <a:lnTo>
                  <a:pt x="57" y="462"/>
                </a:lnTo>
                <a:lnTo>
                  <a:pt x="53" y="457"/>
                </a:lnTo>
                <a:lnTo>
                  <a:pt x="49" y="451"/>
                </a:lnTo>
                <a:lnTo>
                  <a:pt x="44" y="445"/>
                </a:lnTo>
                <a:lnTo>
                  <a:pt x="42" y="438"/>
                </a:lnTo>
                <a:lnTo>
                  <a:pt x="41" y="432"/>
                </a:lnTo>
                <a:lnTo>
                  <a:pt x="42" y="425"/>
                </a:lnTo>
                <a:lnTo>
                  <a:pt x="45" y="417"/>
                </a:lnTo>
                <a:lnTo>
                  <a:pt x="49" y="408"/>
                </a:lnTo>
                <a:lnTo>
                  <a:pt x="52" y="397"/>
                </a:lnTo>
                <a:lnTo>
                  <a:pt x="55" y="384"/>
                </a:lnTo>
                <a:lnTo>
                  <a:pt x="58" y="372"/>
                </a:lnTo>
                <a:lnTo>
                  <a:pt x="62" y="360"/>
                </a:lnTo>
                <a:lnTo>
                  <a:pt x="68" y="349"/>
                </a:lnTo>
                <a:lnTo>
                  <a:pt x="75" y="338"/>
                </a:lnTo>
                <a:lnTo>
                  <a:pt x="84" y="329"/>
                </a:lnTo>
                <a:lnTo>
                  <a:pt x="93" y="321"/>
                </a:lnTo>
                <a:lnTo>
                  <a:pt x="102" y="311"/>
                </a:lnTo>
                <a:lnTo>
                  <a:pt x="109" y="299"/>
                </a:lnTo>
                <a:lnTo>
                  <a:pt x="117" y="287"/>
                </a:lnTo>
                <a:lnTo>
                  <a:pt x="126" y="277"/>
                </a:lnTo>
                <a:lnTo>
                  <a:pt x="138" y="270"/>
                </a:lnTo>
                <a:lnTo>
                  <a:pt x="153" y="266"/>
                </a:lnTo>
                <a:lnTo>
                  <a:pt x="170" y="266"/>
                </a:lnTo>
                <a:lnTo>
                  <a:pt x="188" y="269"/>
                </a:lnTo>
                <a:lnTo>
                  <a:pt x="204" y="271"/>
                </a:lnTo>
                <a:lnTo>
                  <a:pt x="216" y="272"/>
                </a:lnTo>
                <a:lnTo>
                  <a:pt x="226" y="272"/>
                </a:lnTo>
                <a:lnTo>
                  <a:pt x="234" y="269"/>
                </a:lnTo>
                <a:lnTo>
                  <a:pt x="241" y="263"/>
                </a:lnTo>
                <a:lnTo>
                  <a:pt x="247" y="254"/>
                </a:lnTo>
                <a:lnTo>
                  <a:pt x="252" y="239"/>
                </a:lnTo>
                <a:lnTo>
                  <a:pt x="255" y="225"/>
                </a:lnTo>
                <a:lnTo>
                  <a:pt x="256" y="213"/>
                </a:lnTo>
                <a:lnTo>
                  <a:pt x="256" y="204"/>
                </a:lnTo>
                <a:lnTo>
                  <a:pt x="257" y="195"/>
                </a:lnTo>
                <a:lnTo>
                  <a:pt x="259" y="187"/>
                </a:lnTo>
                <a:lnTo>
                  <a:pt x="266" y="181"/>
                </a:lnTo>
                <a:lnTo>
                  <a:pt x="277" y="175"/>
                </a:lnTo>
                <a:lnTo>
                  <a:pt x="297" y="170"/>
                </a:lnTo>
                <a:lnTo>
                  <a:pt x="317" y="166"/>
                </a:lnTo>
                <a:lnTo>
                  <a:pt x="331" y="162"/>
                </a:lnTo>
                <a:lnTo>
                  <a:pt x="341" y="160"/>
                </a:lnTo>
                <a:lnTo>
                  <a:pt x="348" y="156"/>
                </a:lnTo>
                <a:lnTo>
                  <a:pt x="351" y="151"/>
                </a:lnTo>
                <a:lnTo>
                  <a:pt x="352" y="144"/>
                </a:lnTo>
                <a:lnTo>
                  <a:pt x="351" y="132"/>
                </a:lnTo>
                <a:lnTo>
                  <a:pt x="350" y="117"/>
                </a:lnTo>
                <a:lnTo>
                  <a:pt x="349" y="101"/>
                </a:lnTo>
                <a:lnTo>
                  <a:pt x="348" y="88"/>
                </a:lnTo>
                <a:lnTo>
                  <a:pt x="345" y="79"/>
                </a:lnTo>
                <a:lnTo>
                  <a:pt x="347" y="71"/>
                </a:lnTo>
                <a:lnTo>
                  <a:pt x="348" y="65"/>
                </a:lnTo>
                <a:lnTo>
                  <a:pt x="352" y="59"/>
                </a:lnTo>
                <a:lnTo>
                  <a:pt x="359" y="53"/>
                </a:lnTo>
                <a:lnTo>
                  <a:pt x="370" y="46"/>
                </a:lnTo>
                <a:lnTo>
                  <a:pt x="376" y="40"/>
                </a:lnTo>
                <a:lnTo>
                  <a:pt x="382" y="35"/>
                </a:lnTo>
                <a:lnTo>
                  <a:pt x="387" y="29"/>
                </a:lnTo>
                <a:lnTo>
                  <a:pt x="392" y="23"/>
                </a:lnTo>
                <a:lnTo>
                  <a:pt x="397" y="17"/>
                </a:lnTo>
                <a:lnTo>
                  <a:pt x="401" y="12"/>
                </a:lnTo>
                <a:lnTo>
                  <a:pt x="405" y="6"/>
                </a:lnTo>
                <a:lnTo>
                  <a:pt x="409" y="0"/>
                </a:lnTo>
                <a:lnTo>
                  <a:pt x="411" y="3"/>
                </a:lnTo>
                <a:lnTo>
                  <a:pt x="414" y="5"/>
                </a:lnTo>
                <a:lnTo>
                  <a:pt x="417" y="7"/>
                </a:lnTo>
                <a:lnTo>
                  <a:pt x="421" y="9"/>
                </a:lnTo>
                <a:lnTo>
                  <a:pt x="424" y="10"/>
                </a:lnTo>
                <a:lnTo>
                  <a:pt x="429" y="12"/>
                </a:lnTo>
                <a:lnTo>
                  <a:pt x="434" y="12"/>
                </a:lnTo>
                <a:lnTo>
                  <a:pt x="439" y="13"/>
                </a:lnTo>
                <a:lnTo>
                  <a:pt x="463" y="17"/>
                </a:lnTo>
                <a:lnTo>
                  <a:pt x="482" y="24"/>
                </a:lnTo>
                <a:lnTo>
                  <a:pt x="497" y="33"/>
                </a:lnTo>
                <a:lnTo>
                  <a:pt x="509" y="43"/>
                </a:lnTo>
                <a:lnTo>
                  <a:pt x="519" y="53"/>
                </a:lnTo>
                <a:lnTo>
                  <a:pt x="527" y="62"/>
                </a:lnTo>
                <a:lnTo>
                  <a:pt x="535" y="69"/>
                </a:lnTo>
                <a:lnTo>
                  <a:pt x="543" y="74"/>
                </a:lnTo>
                <a:lnTo>
                  <a:pt x="553" y="76"/>
                </a:lnTo>
                <a:lnTo>
                  <a:pt x="562" y="76"/>
                </a:lnTo>
                <a:lnTo>
                  <a:pt x="572" y="75"/>
                </a:lnTo>
                <a:lnTo>
                  <a:pt x="582" y="71"/>
                </a:lnTo>
                <a:lnTo>
                  <a:pt x="591" y="66"/>
                </a:lnTo>
                <a:lnTo>
                  <a:pt x="600" y="59"/>
                </a:lnTo>
                <a:lnTo>
                  <a:pt x="607" y="50"/>
                </a:lnTo>
                <a:lnTo>
                  <a:pt x="611" y="39"/>
                </a:lnTo>
                <a:lnTo>
                  <a:pt x="616" y="30"/>
                </a:lnTo>
                <a:lnTo>
                  <a:pt x="624" y="26"/>
                </a:lnTo>
                <a:lnTo>
                  <a:pt x="634" y="25"/>
                </a:lnTo>
                <a:lnTo>
                  <a:pt x="647" y="27"/>
                </a:lnTo>
                <a:lnTo>
                  <a:pt x="660" y="33"/>
                </a:lnTo>
                <a:lnTo>
                  <a:pt x="673" y="42"/>
                </a:lnTo>
                <a:lnTo>
                  <a:pt x="685" y="51"/>
                </a:lnTo>
                <a:lnTo>
                  <a:pt x="697" y="62"/>
                </a:lnTo>
                <a:lnTo>
                  <a:pt x="707" y="72"/>
                </a:lnTo>
                <a:lnTo>
                  <a:pt x="716" y="79"/>
                </a:lnTo>
                <a:lnTo>
                  <a:pt x="725" y="84"/>
                </a:lnTo>
                <a:lnTo>
                  <a:pt x="734" y="85"/>
                </a:lnTo>
                <a:lnTo>
                  <a:pt x="742" y="84"/>
                </a:lnTo>
                <a:lnTo>
                  <a:pt x="752" y="80"/>
                </a:lnTo>
                <a:lnTo>
                  <a:pt x="761" y="74"/>
                </a:lnTo>
                <a:lnTo>
                  <a:pt x="770" y="66"/>
                </a:lnTo>
                <a:lnTo>
                  <a:pt x="779" y="58"/>
                </a:lnTo>
                <a:lnTo>
                  <a:pt x="787" y="52"/>
                </a:lnTo>
                <a:lnTo>
                  <a:pt x="795" y="49"/>
                </a:lnTo>
                <a:lnTo>
                  <a:pt x="802" y="48"/>
                </a:lnTo>
                <a:lnTo>
                  <a:pt x="808" y="48"/>
                </a:lnTo>
                <a:lnTo>
                  <a:pt x="814" y="51"/>
                </a:lnTo>
                <a:lnTo>
                  <a:pt x="820" y="54"/>
                </a:lnTo>
                <a:lnTo>
                  <a:pt x="825" y="58"/>
                </a:lnTo>
                <a:lnTo>
                  <a:pt x="833" y="66"/>
                </a:lnTo>
                <a:lnTo>
                  <a:pt x="839" y="73"/>
                </a:lnTo>
                <a:lnTo>
                  <a:pt x="845" y="75"/>
                </a:lnTo>
                <a:lnTo>
                  <a:pt x="852" y="68"/>
                </a:lnTo>
                <a:lnTo>
                  <a:pt x="856" y="64"/>
                </a:lnTo>
                <a:lnTo>
                  <a:pt x="861" y="64"/>
                </a:lnTo>
                <a:lnTo>
                  <a:pt x="867" y="67"/>
                </a:lnTo>
                <a:lnTo>
                  <a:pt x="872" y="72"/>
                </a:lnTo>
                <a:lnTo>
                  <a:pt x="877" y="79"/>
                </a:lnTo>
                <a:lnTo>
                  <a:pt x="880" y="87"/>
                </a:lnTo>
                <a:lnTo>
                  <a:pt x="882" y="96"/>
                </a:lnTo>
                <a:lnTo>
                  <a:pt x="882" y="105"/>
                </a:lnTo>
                <a:lnTo>
                  <a:pt x="881" y="113"/>
                </a:lnTo>
                <a:lnTo>
                  <a:pt x="884" y="120"/>
                </a:lnTo>
                <a:lnTo>
                  <a:pt x="888" y="126"/>
                </a:lnTo>
                <a:lnTo>
                  <a:pt x="896" y="130"/>
                </a:lnTo>
                <a:lnTo>
                  <a:pt x="903" y="134"/>
                </a:lnTo>
                <a:lnTo>
                  <a:pt x="912" y="136"/>
                </a:lnTo>
                <a:lnTo>
                  <a:pt x="920" y="136"/>
                </a:lnTo>
                <a:lnTo>
                  <a:pt x="929" y="135"/>
                </a:lnTo>
                <a:lnTo>
                  <a:pt x="938" y="134"/>
                </a:lnTo>
                <a:lnTo>
                  <a:pt x="947" y="133"/>
                </a:lnTo>
                <a:lnTo>
                  <a:pt x="957" y="133"/>
                </a:lnTo>
                <a:lnTo>
                  <a:pt x="966" y="134"/>
                </a:lnTo>
                <a:lnTo>
                  <a:pt x="976" y="137"/>
                </a:lnTo>
                <a:lnTo>
                  <a:pt x="985" y="140"/>
                </a:lnTo>
                <a:lnTo>
                  <a:pt x="996" y="147"/>
                </a:lnTo>
                <a:lnTo>
                  <a:pt x="1005" y="154"/>
                </a:lnTo>
                <a:lnTo>
                  <a:pt x="1013" y="160"/>
                </a:lnTo>
                <a:lnTo>
                  <a:pt x="1020" y="163"/>
                </a:lnTo>
                <a:lnTo>
                  <a:pt x="1024" y="162"/>
                </a:lnTo>
                <a:lnTo>
                  <a:pt x="1029" y="160"/>
                </a:lnTo>
                <a:lnTo>
                  <a:pt x="1033" y="157"/>
                </a:lnTo>
                <a:lnTo>
                  <a:pt x="1039" y="154"/>
                </a:lnTo>
                <a:lnTo>
                  <a:pt x="1048" y="151"/>
                </a:lnTo>
                <a:lnTo>
                  <a:pt x="1058" y="150"/>
                </a:lnTo>
                <a:lnTo>
                  <a:pt x="1069" y="149"/>
                </a:lnTo>
                <a:lnTo>
                  <a:pt x="1077" y="147"/>
                </a:lnTo>
                <a:lnTo>
                  <a:pt x="1085" y="146"/>
                </a:lnTo>
                <a:lnTo>
                  <a:pt x="1092" y="144"/>
                </a:lnTo>
                <a:lnTo>
                  <a:pt x="1102" y="145"/>
                </a:lnTo>
                <a:lnTo>
                  <a:pt x="1114" y="148"/>
                </a:lnTo>
                <a:lnTo>
                  <a:pt x="1129" y="155"/>
                </a:lnTo>
                <a:lnTo>
                  <a:pt x="1152" y="166"/>
                </a:lnTo>
                <a:lnTo>
                  <a:pt x="1164" y="173"/>
                </a:lnTo>
                <a:lnTo>
                  <a:pt x="1175" y="180"/>
                </a:lnTo>
                <a:lnTo>
                  <a:pt x="1185" y="187"/>
                </a:lnTo>
                <a:lnTo>
                  <a:pt x="1195" y="194"/>
                </a:lnTo>
                <a:lnTo>
                  <a:pt x="1204" y="201"/>
                </a:lnTo>
                <a:lnTo>
                  <a:pt x="1213" y="206"/>
                </a:lnTo>
                <a:lnTo>
                  <a:pt x="1221" y="212"/>
                </a:lnTo>
                <a:lnTo>
                  <a:pt x="1228" y="21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11" name="Freeform 968">
            <a:extLst>
              <a:ext uri="{FF2B5EF4-FFF2-40B4-BE49-F238E27FC236}">
                <a16:creationId xmlns:a16="http://schemas.microsoft.com/office/drawing/2014/main" id="{3D631AC9-E47E-4D4F-167D-370040739050}"/>
              </a:ext>
            </a:extLst>
          </p:cNvPr>
          <p:cNvSpPr>
            <a:spLocks/>
          </p:cNvSpPr>
          <p:nvPr/>
        </p:nvSpPr>
        <p:spPr bwMode="auto">
          <a:xfrm>
            <a:off x="6680200" y="3951288"/>
            <a:ext cx="371475" cy="431800"/>
          </a:xfrm>
          <a:custGeom>
            <a:avLst/>
            <a:gdLst>
              <a:gd name="T0" fmla="*/ 2147483646 w 2242"/>
              <a:gd name="T1" fmla="*/ 2147483646 h 2912"/>
              <a:gd name="T2" fmla="*/ 2147483646 w 2242"/>
              <a:gd name="T3" fmla="*/ 2147483646 h 2912"/>
              <a:gd name="T4" fmla="*/ 2147483646 w 2242"/>
              <a:gd name="T5" fmla="*/ 2147483646 h 2912"/>
              <a:gd name="T6" fmla="*/ 2147483646 w 2242"/>
              <a:gd name="T7" fmla="*/ 2147483646 h 2912"/>
              <a:gd name="T8" fmla="*/ 2147483646 w 2242"/>
              <a:gd name="T9" fmla="*/ 2147483646 h 2912"/>
              <a:gd name="T10" fmla="*/ 2147483646 w 2242"/>
              <a:gd name="T11" fmla="*/ 2147483646 h 2912"/>
              <a:gd name="T12" fmla="*/ 2147483646 w 2242"/>
              <a:gd name="T13" fmla="*/ 2147483646 h 2912"/>
              <a:gd name="T14" fmla="*/ 2147483646 w 2242"/>
              <a:gd name="T15" fmla="*/ 2147483646 h 2912"/>
              <a:gd name="T16" fmla="*/ 2147483646 w 2242"/>
              <a:gd name="T17" fmla="*/ 2147483646 h 2912"/>
              <a:gd name="T18" fmla="*/ 2147483646 w 2242"/>
              <a:gd name="T19" fmla="*/ 2147483646 h 2912"/>
              <a:gd name="T20" fmla="*/ 2147483646 w 2242"/>
              <a:gd name="T21" fmla="*/ 2147483646 h 2912"/>
              <a:gd name="T22" fmla="*/ 2147483646 w 2242"/>
              <a:gd name="T23" fmla="*/ 2147483646 h 2912"/>
              <a:gd name="T24" fmla="*/ 2147483646 w 2242"/>
              <a:gd name="T25" fmla="*/ 2147483646 h 2912"/>
              <a:gd name="T26" fmla="*/ 2147483646 w 2242"/>
              <a:gd name="T27" fmla="*/ 2147483646 h 2912"/>
              <a:gd name="T28" fmla="*/ 2147483646 w 2242"/>
              <a:gd name="T29" fmla="*/ 2147483646 h 2912"/>
              <a:gd name="T30" fmla="*/ 2147483646 w 2242"/>
              <a:gd name="T31" fmla="*/ 2147483646 h 2912"/>
              <a:gd name="T32" fmla="*/ 2147483646 w 2242"/>
              <a:gd name="T33" fmla="*/ 2147483646 h 2912"/>
              <a:gd name="T34" fmla="*/ 2147483646 w 2242"/>
              <a:gd name="T35" fmla="*/ 2147483646 h 2912"/>
              <a:gd name="T36" fmla="*/ 2147483646 w 2242"/>
              <a:gd name="T37" fmla="*/ 2147483646 h 2912"/>
              <a:gd name="T38" fmla="*/ 2147483646 w 2242"/>
              <a:gd name="T39" fmla="*/ 2147483646 h 2912"/>
              <a:gd name="T40" fmla="*/ 2147483646 w 2242"/>
              <a:gd name="T41" fmla="*/ 2147483646 h 2912"/>
              <a:gd name="T42" fmla="*/ 2147483646 w 2242"/>
              <a:gd name="T43" fmla="*/ 2147483646 h 2912"/>
              <a:gd name="T44" fmla="*/ 2147483646 w 2242"/>
              <a:gd name="T45" fmla="*/ 2147483646 h 2912"/>
              <a:gd name="T46" fmla="*/ 2147483646 w 2242"/>
              <a:gd name="T47" fmla="*/ 2147483646 h 2912"/>
              <a:gd name="T48" fmla="*/ 2147483646 w 2242"/>
              <a:gd name="T49" fmla="*/ 2147483646 h 2912"/>
              <a:gd name="T50" fmla="*/ 2147483646 w 2242"/>
              <a:gd name="T51" fmla="*/ 2147483646 h 2912"/>
              <a:gd name="T52" fmla="*/ 2147483646 w 2242"/>
              <a:gd name="T53" fmla="*/ 2147483646 h 2912"/>
              <a:gd name="T54" fmla="*/ 2147483646 w 2242"/>
              <a:gd name="T55" fmla="*/ 0 h 2912"/>
              <a:gd name="T56" fmla="*/ 2147483646 w 2242"/>
              <a:gd name="T57" fmla="*/ 2147483646 h 2912"/>
              <a:gd name="T58" fmla="*/ 2147483646 w 2242"/>
              <a:gd name="T59" fmla="*/ 2147483646 h 2912"/>
              <a:gd name="T60" fmla="*/ 2147483646 w 2242"/>
              <a:gd name="T61" fmla="*/ 2147483646 h 2912"/>
              <a:gd name="T62" fmla="*/ 2147483646 w 2242"/>
              <a:gd name="T63" fmla="*/ 2147483646 h 2912"/>
              <a:gd name="T64" fmla="*/ 2147483646 w 2242"/>
              <a:gd name="T65" fmla="*/ 2147483646 h 2912"/>
              <a:gd name="T66" fmla="*/ 2147483646 w 2242"/>
              <a:gd name="T67" fmla="*/ 2147483646 h 2912"/>
              <a:gd name="T68" fmla="*/ 2147483646 w 2242"/>
              <a:gd name="T69" fmla="*/ 2147483646 h 2912"/>
              <a:gd name="T70" fmla="*/ 2147483646 w 2242"/>
              <a:gd name="T71" fmla="*/ 2147483646 h 2912"/>
              <a:gd name="T72" fmla="*/ 2147483646 w 2242"/>
              <a:gd name="T73" fmla="*/ 2147483646 h 2912"/>
              <a:gd name="T74" fmla="*/ 2147483646 w 2242"/>
              <a:gd name="T75" fmla="*/ 2147483646 h 2912"/>
              <a:gd name="T76" fmla="*/ 2147483646 w 2242"/>
              <a:gd name="T77" fmla="*/ 2147483646 h 2912"/>
              <a:gd name="T78" fmla="*/ 2147483646 w 2242"/>
              <a:gd name="T79" fmla="*/ 2147483646 h 2912"/>
              <a:gd name="T80" fmla="*/ 2147483646 w 2242"/>
              <a:gd name="T81" fmla="*/ 2147483646 h 2912"/>
              <a:gd name="T82" fmla="*/ 2147483646 w 2242"/>
              <a:gd name="T83" fmla="*/ 2147483646 h 2912"/>
              <a:gd name="T84" fmla="*/ 2147483646 w 2242"/>
              <a:gd name="T85" fmla="*/ 2147483646 h 2912"/>
              <a:gd name="T86" fmla="*/ 2147483646 w 2242"/>
              <a:gd name="T87" fmla="*/ 2147483646 h 2912"/>
              <a:gd name="T88" fmla="*/ 2147483646 w 2242"/>
              <a:gd name="T89" fmla="*/ 2147483646 h 2912"/>
              <a:gd name="T90" fmla="*/ 2147483646 w 2242"/>
              <a:gd name="T91" fmla="*/ 2147483646 h 2912"/>
              <a:gd name="T92" fmla="*/ 2147483646 w 2242"/>
              <a:gd name="T93" fmla="*/ 2147483646 h 2912"/>
              <a:gd name="T94" fmla="*/ 2147483646 w 2242"/>
              <a:gd name="T95" fmla="*/ 2147483646 h 2912"/>
              <a:gd name="T96" fmla="*/ 2147483646 w 2242"/>
              <a:gd name="T97" fmla="*/ 2147483646 h 2912"/>
              <a:gd name="T98" fmla="*/ 2147483646 w 2242"/>
              <a:gd name="T99" fmla="*/ 2147483646 h 2912"/>
              <a:gd name="T100" fmla="*/ 2147483646 w 2242"/>
              <a:gd name="T101" fmla="*/ 2147483646 h 2912"/>
              <a:gd name="T102" fmla="*/ 2147483646 w 2242"/>
              <a:gd name="T103" fmla="*/ 2147483646 h 2912"/>
              <a:gd name="T104" fmla="*/ 2147483646 w 2242"/>
              <a:gd name="T105" fmla="*/ 2147483646 h 2912"/>
              <a:gd name="T106" fmla="*/ 2147483646 w 2242"/>
              <a:gd name="T107" fmla="*/ 2147483646 h 2912"/>
              <a:gd name="T108" fmla="*/ 2147483646 w 2242"/>
              <a:gd name="T109" fmla="*/ 2147483646 h 2912"/>
              <a:gd name="T110" fmla="*/ 2147483646 w 2242"/>
              <a:gd name="T111" fmla="*/ 2147483646 h 2912"/>
              <a:gd name="T112" fmla="*/ 2147483646 w 2242"/>
              <a:gd name="T113" fmla="*/ 2147483646 h 2912"/>
              <a:gd name="T114" fmla="*/ 2147483646 w 2242"/>
              <a:gd name="T115" fmla="*/ 2147483646 h 2912"/>
              <a:gd name="T116" fmla="*/ 2147483646 w 2242"/>
              <a:gd name="T117" fmla="*/ 2147483646 h 2912"/>
              <a:gd name="T118" fmla="*/ 2147483646 w 2242"/>
              <a:gd name="T119" fmla="*/ 2147483646 h 29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242" h="2912">
                <a:moveTo>
                  <a:pt x="907" y="2912"/>
                </a:moveTo>
                <a:lnTo>
                  <a:pt x="907" y="2912"/>
                </a:lnTo>
                <a:lnTo>
                  <a:pt x="906" y="2912"/>
                </a:lnTo>
                <a:lnTo>
                  <a:pt x="901" y="2902"/>
                </a:lnTo>
                <a:lnTo>
                  <a:pt x="896" y="2885"/>
                </a:lnTo>
                <a:lnTo>
                  <a:pt x="890" y="2865"/>
                </a:lnTo>
                <a:lnTo>
                  <a:pt x="885" y="2843"/>
                </a:lnTo>
                <a:lnTo>
                  <a:pt x="881" y="2820"/>
                </a:lnTo>
                <a:lnTo>
                  <a:pt x="877" y="2801"/>
                </a:lnTo>
                <a:lnTo>
                  <a:pt x="876" y="2784"/>
                </a:lnTo>
                <a:lnTo>
                  <a:pt x="876" y="2775"/>
                </a:lnTo>
                <a:lnTo>
                  <a:pt x="877" y="2769"/>
                </a:lnTo>
                <a:lnTo>
                  <a:pt x="877" y="2761"/>
                </a:lnTo>
                <a:lnTo>
                  <a:pt x="876" y="2752"/>
                </a:lnTo>
                <a:lnTo>
                  <a:pt x="874" y="2742"/>
                </a:lnTo>
                <a:lnTo>
                  <a:pt x="868" y="2730"/>
                </a:lnTo>
                <a:lnTo>
                  <a:pt x="858" y="2718"/>
                </a:lnTo>
                <a:lnTo>
                  <a:pt x="844" y="2705"/>
                </a:lnTo>
                <a:lnTo>
                  <a:pt x="825" y="2692"/>
                </a:lnTo>
                <a:lnTo>
                  <a:pt x="805" y="2678"/>
                </a:lnTo>
                <a:lnTo>
                  <a:pt x="792" y="2665"/>
                </a:lnTo>
                <a:lnTo>
                  <a:pt x="782" y="2652"/>
                </a:lnTo>
                <a:lnTo>
                  <a:pt x="776" y="2639"/>
                </a:lnTo>
                <a:lnTo>
                  <a:pt x="772" y="2628"/>
                </a:lnTo>
                <a:lnTo>
                  <a:pt x="769" y="2618"/>
                </a:lnTo>
                <a:lnTo>
                  <a:pt x="767" y="2609"/>
                </a:lnTo>
                <a:lnTo>
                  <a:pt x="764" y="2602"/>
                </a:lnTo>
                <a:lnTo>
                  <a:pt x="759" y="2594"/>
                </a:lnTo>
                <a:lnTo>
                  <a:pt x="758" y="2582"/>
                </a:lnTo>
                <a:lnTo>
                  <a:pt x="758" y="2571"/>
                </a:lnTo>
                <a:lnTo>
                  <a:pt x="759" y="2559"/>
                </a:lnTo>
                <a:lnTo>
                  <a:pt x="763" y="2547"/>
                </a:lnTo>
                <a:lnTo>
                  <a:pt x="767" y="2534"/>
                </a:lnTo>
                <a:lnTo>
                  <a:pt x="773" y="2522"/>
                </a:lnTo>
                <a:lnTo>
                  <a:pt x="780" y="2512"/>
                </a:lnTo>
                <a:lnTo>
                  <a:pt x="786" y="2501"/>
                </a:lnTo>
                <a:lnTo>
                  <a:pt x="791" y="2487"/>
                </a:lnTo>
                <a:lnTo>
                  <a:pt x="794" y="2473"/>
                </a:lnTo>
                <a:lnTo>
                  <a:pt x="797" y="2458"/>
                </a:lnTo>
                <a:lnTo>
                  <a:pt x="799" y="2442"/>
                </a:lnTo>
                <a:lnTo>
                  <a:pt x="800" y="2426"/>
                </a:lnTo>
                <a:lnTo>
                  <a:pt x="802" y="2411"/>
                </a:lnTo>
                <a:lnTo>
                  <a:pt x="804" y="2396"/>
                </a:lnTo>
                <a:lnTo>
                  <a:pt x="804" y="2383"/>
                </a:lnTo>
                <a:lnTo>
                  <a:pt x="799" y="2373"/>
                </a:lnTo>
                <a:lnTo>
                  <a:pt x="791" y="2364"/>
                </a:lnTo>
                <a:lnTo>
                  <a:pt x="783" y="2354"/>
                </a:lnTo>
                <a:lnTo>
                  <a:pt x="776" y="2343"/>
                </a:lnTo>
                <a:lnTo>
                  <a:pt x="771" y="2326"/>
                </a:lnTo>
                <a:lnTo>
                  <a:pt x="771" y="2306"/>
                </a:lnTo>
                <a:lnTo>
                  <a:pt x="776" y="2277"/>
                </a:lnTo>
                <a:lnTo>
                  <a:pt x="780" y="2248"/>
                </a:lnTo>
                <a:lnTo>
                  <a:pt x="775" y="2223"/>
                </a:lnTo>
                <a:lnTo>
                  <a:pt x="763" y="2202"/>
                </a:lnTo>
                <a:lnTo>
                  <a:pt x="745" y="2184"/>
                </a:lnTo>
                <a:lnTo>
                  <a:pt x="725" y="2170"/>
                </a:lnTo>
                <a:lnTo>
                  <a:pt x="704" y="2161"/>
                </a:lnTo>
                <a:lnTo>
                  <a:pt x="685" y="2154"/>
                </a:lnTo>
                <a:lnTo>
                  <a:pt x="670" y="2151"/>
                </a:lnTo>
                <a:lnTo>
                  <a:pt x="657" y="2150"/>
                </a:lnTo>
                <a:lnTo>
                  <a:pt x="647" y="2149"/>
                </a:lnTo>
                <a:lnTo>
                  <a:pt x="637" y="2148"/>
                </a:lnTo>
                <a:lnTo>
                  <a:pt x="628" y="2146"/>
                </a:lnTo>
                <a:lnTo>
                  <a:pt x="621" y="2143"/>
                </a:lnTo>
                <a:lnTo>
                  <a:pt x="615" y="2138"/>
                </a:lnTo>
                <a:lnTo>
                  <a:pt x="609" y="2131"/>
                </a:lnTo>
                <a:lnTo>
                  <a:pt x="606" y="2122"/>
                </a:lnTo>
                <a:lnTo>
                  <a:pt x="603" y="2112"/>
                </a:lnTo>
                <a:lnTo>
                  <a:pt x="600" y="2099"/>
                </a:lnTo>
                <a:lnTo>
                  <a:pt x="596" y="2085"/>
                </a:lnTo>
                <a:lnTo>
                  <a:pt x="591" y="2073"/>
                </a:lnTo>
                <a:lnTo>
                  <a:pt x="585" y="2061"/>
                </a:lnTo>
                <a:lnTo>
                  <a:pt x="580" y="2053"/>
                </a:lnTo>
                <a:lnTo>
                  <a:pt x="574" y="2047"/>
                </a:lnTo>
                <a:lnTo>
                  <a:pt x="568" y="2047"/>
                </a:lnTo>
                <a:lnTo>
                  <a:pt x="562" y="2045"/>
                </a:lnTo>
                <a:lnTo>
                  <a:pt x="554" y="2035"/>
                </a:lnTo>
                <a:lnTo>
                  <a:pt x="548" y="2021"/>
                </a:lnTo>
                <a:lnTo>
                  <a:pt x="541" y="2003"/>
                </a:lnTo>
                <a:lnTo>
                  <a:pt x="533" y="1982"/>
                </a:lnTo>
                <a:lnTo>
                  <a:pt x="526" y="1963"/>
                </a:lnTo>
                <a:lnTo>
                  <a:pt x="518" y="1946"/>
                </a:lnTo>
                <a:lnTo>
                  <a:pt x="510" y="1932"/>
                </a:lnTo>
                <a:lnTo>
                  <a:pt x="504" y="1922"/>
                </a:lnTo>
                <a:lnTo>
                  <a:pt x="498" y="1911"/>
                </a:lnTo>
                <a:lnTo>
                  <a:pt x="493" y="1901"/>
                </a:lnTo>
                <a:lnTo>
                  <a:pt x="490" y="1891"/>
                </a:lnTo>
                <a:lnTo>
                  <a:pt x="489" y="1880"/>
                </a:lnTo>
                <a:lnTo>
                  <a:pt x="490" y="1871"/>
                </a:lnTo>
                <a:lnTo>
                  <a:pt x="493" y="1862"/>
                </a:lnTo>
                <a:lnTo>
                  <a:pt x="500" y="1853"/>
                </a:lnTo>
                <a:lnTo>
                  <a:pt x="507" y="1845"/>
                </a:lnTo>
                <a:lnTo>
                  <a:pt x="512" y="1837"/>
                </a:lnTo>
                <a:lnTo>
                  <a:pt x="513" y="1828"/>
                </a:lnTo>
                <a:lnTo>
                  <a:pt x="513" y="1822"/>
                </a:lnTo>
                <a:lnTo>
                  <a:pt x="512" y="1816"/>
                </a:lnTo>
                <a:lnTo>
                  <a:pt x="510" y="1812"/>
                </a:lnTo>
                <a:lnTo>
                  <a:pt x="509" y="1809"/>
                </a:lnTo>
                <a:lnTo>
                  <a:pt x="508" y="1808"/>
                </a:lnTo>
                <a:lnTo>
                  <a:pt x="507" y="1805"/>
                </a:lnTo>
                <a:lnTo>
                  <a:pt x="503" y="1799"/>
                </a:lnTo>
                <a:lnTo>
                  <a:pt x="498" y="1789"/>
                </a:lnTo>
                <a:lnTo>
                  <a:pt x="494" y="1777"/>
                </a:lnTo>
                <a:lnTo>
                  <a:pt x="491" y="1766"/>
                </a:lnTo>
                <a:lnTo>
                  <a:pt x="490" y="1756"/>
                </a:lnTo>
                <a:lnTo>
                  <a:pt x="494" y="1747"/>
                </a:lnTo>
                <a:lnTo>
                  <a:pt x="502" y="1743"/>
                </a:lnTo>
                <a:lnTo>
                  <a:pt x="513" y="1739"/>
                </a:lnTo>
                <a:lnTo>
                  <a:pt x="518" y="1729"/>
                </a:lnTo>
                <a:lnTo>
                  <a:pt x="520" y="1718"/>
                </a:lnTo>
                <a:lnTo>
                  <a:pt x="520" y="1704"/>
                </a:lnTo>
                <a:lnTo>
                  <a:pt x="519" y="1689"/>
                </a:lnTo>
                <a:lnTo>
                  <a:pt x="518" y="1673"/>
                </a:lnTo>
                <a:lnTo>
                  <a:pt x="517" y="1657"/>
                </a:lnTo>
                <a:lnTo>
                  <a:pt x="519" y="1643"/>
                </a:lnTo>
                <a:lnTo>
                  <a:pt x="519" y="1629"/>
                </a:lnTo>
                <a:lnTo>
                  <a:pt x="514" y="1616"/>
                </a:lnTo>
                <a:lnTo>
                  <a:pt x="505" y="1604"/>
                </a:lnTo>
                <a:lnTo>
                  <a:pt x="495" y="1593"/>
                </a:lnTo>
                <a:lnTo>
                  <a:pt x="485" y="1585"/>
                </a:lnTo>
                <a:lnTo>
                  <a:pt x="475" y="1577"/>
                </a:lnTo>
                <a:lnTo>
                  <a:pt x="469" y="1573"/>
                </a:lnTo>
                <a:lnTo>
                  <a:pt x="466" y="1571"/>
                </a:lnTo>
                <a:lnTo>
                  <a:pt x="404" y="1473"/>
                </a:lnTo>
                <a:lnTo>
                  <a:pt x="327" y="1455"/>
                </a:lnTo>
                <a:lnTo>
                  <a:pt x="325" y="1456"/>
                </a:lnTo>
                <a:lnTo>
                  <a:pt x="319" y="1458"/>
                </a:lnTo>
                <a:lnTo>
                  <a:pt x="310" y="1461"/>
                </a:lnTo>
                <a:lnTo>
                  <a:pt x="300" y="1462"/>
                </a:lnTo>
                <a:lnTo>
                  <a:pt x="290" y="1462"/>
                </a:lnTo>
                <a:lnTo>
                  <a:pt x="280" y="1458"/>
                </a:lnTo>
                <a:lnTo>
                  <a:pt x="271" y="1449"/>
                </a:lnTo>
                <a:lnTo>
                  <a:pt x="264" y="1435"/>
                </a:lnTo>
                <a:lnTo>
                  <a:pt x="258" y="1418"/>
                </a:lnTo>
                <a:lnTo>
                  <a:pt x="253" y="1405"/>
                </a:lnTo>
                <a:lnTo>
                  <a:pt x="249" y="1395"/>
                </a:lnTo>
                <a:lnTo>
                  <a:pt x="245" y="1388"/>
                </a:lnTo>
                <a:lnTo>
                  <a:pt x="242" y="1382"/>
                </a:lnTo>
                <a:lnTo>
                  <a:pt x="239" y="1379"/>
                </a:lnTo>
                <a:lnTo>
                  <a:pt x="238" y="1377"/>
                </a:lnTo>
                <a:lnTo>
                  <a:pt x="237" y="1377"/>
                </a:lnTo>
                <a:lnTo>
                  <a:pt x="223" y="1414"/>
                </a:lnTo>
                <a:lnTo>
                  <a:pt x="222" y="1414"/>
                </a:lnTo>
                <a:lnTo>
                  <a:pt x="218" y="1413"/>
                </a:lnTo>
                <a:lnTo>
                  <a:pt x="211" y="1413"/>
                </a:lnTo>
                <a:lnTo>
                  <a:pt x="204" y="1411"/>
                </a:lnTo>
                <a:lnTo>
                  <a:pt x="196" y="1410"/>
                </a:lnTo>
                <a:lnTo>
                  <a:pt x="187" y="1407"/>
                </a:lnTo>
                <a:lnTo>
                  <a:pt x="179" y="1404"/>
                </a:lnTo>
                <a:lnTo>
                  <a:pt x="170" y="1400"/>
                </a:lnTo>
                <a:lnTo>
                  <a:pt x="161" y="1396"/>
                </a:lnTo>
                <a:lnTo>
                  <a:pt x="154" y="1391"/>
                </a:lnTo>
                <a:lnTo>
                  <a:pt x="148" y="1385"/>
                </a:lnTo>
                <a:lnTo>
                  <a:pt x="142" y="1377"/>
                </a:lnTo>
                <a:lnTo>
                  <a:pt x="137" y="1368"/>
                </a:lnTo>
                <a:lnTo>
                  <a:pt x="132" y="1357"/>
                </a:lnTo>
                <a:lnTo>
                  <a:pt x="128" y="1344"/>
                </a:lnTo>
                <a:lnTo>
                  <a:pt x="125" y="1328"/>
                </a:lnTo>
                <a:lnTo>
                  <a:pt x="120" y="1314"/>
                </a:lnTo>
                <a:lnTo>
                  <a:pt x="108" y="1296"/>
                </a:lnTo>
                <a:lnTo>
                  <a:pt x="93" y="1276"/>
                </a:lnTo>
                <a:lnTo>
                  <a:pt x="76" y="1255"/>
                </a:lnTo>
                <a:lnTo>
                  <a:pt x="55" y="1234"/>
                </a:lnTo>
                <a:lnTo>
                  <a:pt x="36" y="1213"/>
                </a:lnTo>
                <a:lnTo>
                  <a:pt x="17" y="1195"/>
                </a:lnTo>
                <a:lnTo>
                  <a:pt x="0" y="1178"/>
                </a:lnTo>
                <a:lnTo>
                  <a:pt x="17" y="1180"/>
                </a:lnTo>
                <a:lnTo>
                  <a:pt x="33" y="1184"/>
                </a:lnTo>
                <a:lnTo>
                  <a:pt x="49" y="1186"/>
                </a:lnTo>
                <a:lnTo>
                  <a:pt x="66" y="1188"/>
                </a:lnTo>
                <a:lnTo>
                  <a:pt x="80" y="1189"/>
                </a:lnTo>
                <a:lnTo>
                  <a:pt x="94" y="1187"/>
                </a:lnTo>
                <a:lnTo>
                  <a:pt x="105" y="1184"/>
                </a:lnTo>
                <a:lnTo>
                  <a:pt x="116" y="1176"/>
                </a:lnTo>
                <a:lnTo>
                  <a:pt x="128" y="1167"/>
                </a:lnTo>
                <a:lnTo>
                  <a:pt x="143" y="1158"/>
                </a:lnTo>
                <a:lnTo>
                  <a:pt x="161" y="1150"/>
                </a:lnTo>
                <a:lnTo>
                  <a:pt x="180" y="1143"/>
                </a:lnTo>
                <a:lnTo>
                  <a:pt x="199" y="1139"/>
                </a:lnTo>
                <a:lnTo>
                  <a:pt x="218" y="1136"/>
                </a:lnTo>
                <a:lnTo>
                  <a:pt x="234" y="1137"/>
                </a:lnTo>
                <a:lnTo>
                  <a:pt x="247" y="1140"/>
                </a:lnTo>
                <a:lnTo>
                  <a:pt x="259" y="1144"/>
                </a:lnTo>
                <a:lnTo>
                  <a:pt x="274" y="1145"/>
                </a:lnTo>
                <a:lnTo>
                  <a:pt x="289" y="1144"/>
                </a:lnTo>
                <a:lnTo>
                  <a:pt x="303" y="1143"/>
                </a:lnTo>
                <a:lnTo>
                  <a:pt x="317" y="1143"/>
                </a:lnTo>
                <a:lnTo>
                  <a:pt x="328" y="1145"/>
                </a:lnTo>
                <a:lnTo>
                  <a:pt x="337" y="1150"/>
                </a:lnTo>
                <a:lnTo>
                  <a:pt x="342" y="1159"/>
                </a:lnTo>
                <a:lnTo>
                  <a:pt x="346" y="1167"/>
                </a:lnTo>
                <a:lnTo>
                  <a:pt x="352" y="1169"/>
                </a:lnTo>
                <a:lnTo>
                  <a:pt x="360" y="1166"/>
                </a:lnTo>
                <a:lnTo>
                  <a:pt x="370" y="1161"/>
                </a:lnTo>
                <a:lnTo>
                  <a:pt x="380" y="1156"/>
                </a:lnTo>
                <a:lnTo>
                  <a:pt x="391" y="1152"/>
                </a:lnTo>
                <a:lnTo>
                  <a:pt x="402" y="1152"/>
                </a:lnTo>
                <a:lnTo>
                  <a:pt x="415" y="1157"/>
                </a:lnTo>
                <a:lnTo>
                  <a:pt x="426" y="1164"/>
                </a:lnTo>
                <a:lnTo>
                  <a:pt x="435" y="1169"/>
                </a:lnTo>
                <a:lnTo>
                  <a:pt x="444" y="1173"/>
                </a:lnTo>
                <a:lnTo>
                  <a:pt x="451" y="1174"/>
                </a:lnTo>
                <a:lnTo>
                  <a:pt x="459" y="1174"/>
                </a:lnTo>
                <a:lnTo>
                  <a:pt x="467" y="1173"/>
                </a:lnTo>
                <a:lnTo>
                  <a:pt x="474" y="1170"/>
                </a:lnTo>
                <a:lnTo>
                  <a:pt x="482" y="1165"/>
                </a:lnTo>
                <a:lnTo>
                  <a:pt x="492" y="1158"/>
                </a:lnTo>
                <a:lnTo>
                  <a:pt x="504" y="1149"/>
                </a:lnTo>
                <a:lnTo>
                  <a:pt x="520" y="1139"/>
                </a:lnTo>
                <a:lnTo>
                  <a:pt x="535" y="1128"/>
                </a:lnTo>
                <a:lnTo>
                  <a:pt x="550" y="1120"/>
                </a:lnTo>
                <a:lnTo>
                  <a:pt x="566" y="1114"/>
                </a:lnTo>
                <a:lnTo>
                  <a:pt x="579" y="1113"/>
                </a:lnTo>
                <a:lnTo>
                  <a:pt x="589" y="1117"/>
                </a:lnTo>
                <a:lnTo>
                  <a:pt x="597" y="1124"/>
                </a:lnTo>
                <a:lnTo>
                  <a:pt x="605" y="1130"/>
                </a:lnTo>
                <a:lnTo>
                  <a:pt x="612" y="1135"/>
                </a:lnTo>
                <a:lnTo>
                  <a:pt x="619" y="1138"/>
                </a:lnTo>
                <a:lnTo>
                  <a:pt x="626" y="1140"/>
                </a:lnTo>
                <a:lnTo>
                  <a:pt x="634" y="1140"/>
                </a:lnTo>
                <a:lnTo>
                  <a:pt x="644" y="1137"/>
                </a:lnTo>
                <a:lnTo>
                  <a:pt x="655" y="1132"/>
                </a:lnTo>
                <a:lnTo>
                  <a:pt x="667" y="1125"/>
                </a:lnTo>
                <a:lnTo>
                  <a:pt x="675" y="1120"/>
                </a:lnTo>
                <a:lnTo>
                  <a:pt x="682" y="1115"/>
                </a:lnTo>
                <a:lnTo>
                  <a:pt x="688" y="1112"/>
                </a:lnTo>
                <a:lnTo>
                  <a:pt x="694" y="1111"/>
                </a:lnTo>
                <a:lnTo>
                  <a:pt x="701" y="1111"/>
                </a:lnTo>
                <a:lnTo>
                  <a:pt x="710" y="1113"/>
                </a:lnTo>
                <a:lnTo>
                  <a:pt x="723" y="1117"/>
                </a:lnTo>
                <a:lnTo>
                  <a:pt x="736" y="1118"/>
                </a:lnTo>
                <a:lnTo>
                  <a:pt x="747" y="1114"/>
                </a:lnTo>
                <a:lnTo>
                  <a:pt x="757" y="1105"/>
                </a:lnTo>
                <a:lnTo>
                  <a:pt x="768" y="1093"/>
                </a:lnTo>
                <a:lnTo>
                  <a:pt x="776" y="1082"/>
                </a:lnTo>
                <a:lnTo>
                  <a:pt x="785" y="1071"/>
                </a:lnTo>
                <a:lnTo>
                  <a:pt x="793" y="1065"/>
                </a:lnTo>
                <a:lnTo>
                  <a:pt x="801" y="1064"/>
                </a:lnTo>
                <a:lnTo>
                  <a:pt x="811" y="1064"/>
                </a:lnTo>
                <a:lnTo>
                  <a:pt x="823" y="1059"/>
                </a:lnTo>
                <a:lnTo>
                  <a:pt x="834" y="1050"/>
                </a:lnTo>
                <a:lnTo>
                  <a:pt x="846" y="1039"/>
                </a:lnTo>
                <a:lnTo>
                  <a:pt x="857" y="1028"/>
                </a:lnTo>
                <a:lnTo>
                  <a:pt x="867" y="1018"/>
                </a:lnTo>
                <a:lnTo>
                  <a:pt x="873" y="1011"/>
                </a:lnTo>
                <a:lnTo>
                  <a:pt x="875" y="1008"/>
                </a:lnTo>
                <a:lnTo>
                  <a:pt x="878" y="1006"/>
                </a:lnTo>
                <a:lnTo>
                  <a:pt x="885" y="1002"/>
                </a:lnTo>
                <a:lnTo>
                  <a:pt x="895" y="996"/>
                </a:lnTo>
                <a:lnTo>
                  <a:pt x="908" y="989"/>
                </a:lnTo>
                <a:lnTo>
                  <a:pt x="922" y="982"/>
                </a:lnTo>
                <a:lnTo>
                  <a:pt x="936" y="974"/>
                </a:lnTo>
                <a:lnTo>
                  <a:pt x="948" y="967"/>
                </a:lnTo>
                <a:lnTo>
                  <a:pt x="958" y="963"/>
                </a:lnTo>
                <a:lnTo>
                  <a:pt x="966" y="959"/>
                </a:lnTo>
                <a:lnTo>
                  <a:pt x="972" y="955"/>
                </a:lnTo>
                <a:lnTo>
                  <a:pt x="976" y="950"/>
                </a:lnTo>
                <a:lnTo>
                  <a:pt x="978" y="944"/>
                </a:lnTo>
                <a:lnTo>
                  <a:pt x="979" y="938"/>
                </a:lnTo>
                <a:lnTo>
                  <a:pt x="979" y="931"/>
                </a:lnTo>
                <a:lnTo>
                  <a:pt x="976" y="923"/>
                </a:lnTo>
                <a:lnTo>
                  <a:pt x="973" y="915"/>
                </a:lnTo>
                <a:lnTo>
                  <a:pt x="969" y="906"/>
                </a:lnTo>
                <a:lnTo>
                  <a:pt x="967" y="895"/>
                </a:lnTo>
                <a:lnTo>
                  <a:pt x="966" y="883"/>
                </a:lnTo>
                <a:lnTo>
                  <a:pt x="966" y="870"/>
                </a:lnTo>
                <a:lnTo>
                  <a:pt x="968" y="858"/>
                </a:lnTo>
                <a:lnTo>
                  <a:pt x="972" y="846"/>
                </a:lnTo>
                <a:lnTo>
                  <a:pt x="978" y="835"/>
                </a:lnTo>
                <a:lnTo>
                  <a:pt x="986" y="825"/>
                </a:lnTo>
                <a:lnTo>
                  <a:pt x="995" y="816"/>
                </a:lnTo>
                <a:lnTo>
                  <a:pt x="1002" y="805"/>
                </a:lnTo>
                <a:lnTo>
                  <a:pt x="1008" y="794"/>
                </a:lnTo>
                <a:lnTo>
                  <a:pt x="1013" y="782"/>
                </a:lnTo>
                <a:lnTo>
                  <a:pt x="1017" y="769"/>
                </a:lnTo>
                <a:lnTo>
                  <a:pt x="1020" y="758"/>
                </a:lnTo>
                <a:lnTo>
                  <a:pt x="1022" y="749"/>
                </a:lnTo>
                <a:lnTo>
                  <a:pt x="1023" y="741"/>
                </a:lnTo>
                <a:lnTo>
                  <a:pt x="1024" y="734"/>
                </a:lnTo>
                <a:lnTo>
                  <a:pt x="1025" y="726"/>
                </a:lnTo>
                <a:lnTo>
                  <a:pt x="1026" y="718"/>
                </a:lnTo>
                <a:lnTo>
                  <a:pt x="1029" y="710"/>
                </a:lnTo>
                <a:lnTo>
                  <a:pt x="1033" y="704"/>
                </a:lnTo>
                <a:lnTo>
                  <a:pt x="1041" y="699"/>
                </a:lnTo>
                <a:lnTo>
                  <a:pt x="1052" y="696"/>
                </a:lnTo>
                <a:lnTo>
                  <a:pt x="1068" y="696"/>
                </a:lnTo>
                <a:lnTo>
                  <a:pt x="1084" y="695"/>
                </a:lnTo>
                <a:lnTo>
                  <a:pt x="1098" y="691"/>
                </a:lnTo>
                <a:lnTo>
                  <a:pt x="1111" y="685"/>
                </a:lnTo>
                <a:lnTo>
                  <a:pt x="1120" y="677"/>
                </a:lnTo>
                <a:lnTo>
                  <a:pt x="1127" y="669"/>
                </a:lnTo>
                <a:lnTo>
                  <a:pt x="1131" y="663"/>
                </a:lnTo>
                <a:lnTo>
                  <a:pt x="1134" y="658"/>
                </a:lnTo>
                <a:lnTo>
                  <a:pt x="1135" y="656"/>
                </a:lnTo>
                <a:lnTo>
                  <a:pt x="1137" y="655"/>
                </a:lnTo>
                <a:lnTo>
                  <a:pt x="1140" y="654"/>
                </a:lnTo>
                <a:lnTo>
                  <a:pt x="1145" y="654"/>
                </a:lnTo>
                <a:lnTo>
                  <a:pt x="1151" y="654"/>
                </a:lnTo>
                <a:lnTo>
                  <a:pt x="1161" y="655"/>
                </a:lnTo>
                <a:lnTo>
                  <a:pt x="1173" y="658"/>
                </a:lnTo>
                <a:lnTo>
                  <a:pt x="1188" y="662"/>
                </a:lnTo>
                <a:lnTo>
                  <a:pt x="1204" y="668"/>
                </a:lnTo>
                <a:lnTo>
                  <a:pt x="1220" y="674"/>
                </a:lnTo>
                <a:lnTo>
                  <a:pt x="1234" y="681"/>
                </a:lnTo>
                <a:lnTo>
                  <a:pt x="1248" y="684"/>
                </a:lnTo>
                <a:lnTo>
                  <a:pt x="1262" y="685"/>
                </a:lnTo>
                <a:lnTo>
                  <a:pt x="1276" y="682"/>
                </a:lnTo>
                <a:lnTo>
                  <a:pt x="1289" y="673"/>
                </a:lnTo>
                <a:lnTo>
                  <a:pt x="1302" y="659"/>
                </a:lnTo>
                <a:lnTo>
                  <a:pt x="1315" y="643"/>
                </a:lnTo>
                <a:lnTo>
                  <a:pt x="1325" y="631"/>
                </a:lnTo>
                <a:lnTo>
                  <a:pt x="1333" y="621"/>
                </a:lnTo>
                <a:lnTo>
                  <a:pt x="1340" y="615"/>
                </a:lnTo>
                <a:lnTo>
                  <a:pt x="1346" y="612"/>
                </a:lnTo>
                <a:lnTo>
                  <a:pt x="1352" y="613"/>
                </a:lnTo>
                <a:lnTo>
                  <a:pt x="1360" y="616"/>
                </a:lnTo>
                <a:lnTo>
                  <a:pt x="1368" y="622"/>
                </a:lnTo>
                <a:lnTo>
                  <a:pt x="1377" y="630"/>
                </a:lnTo>
                <a:lnTo>
                  <a:pt x="1384" y="634"/>
                </a:lnTo>
                <a:lnTo>
                  <a:pt x="1391" y="637"/>
                </a:lnTo>
                <a:lnTo>
                  <a:pt x="1397" y="637"/>
                </a:lnTo>
                <a:lnTo>
                  <a:pt x="1403" y="634"/>
                </a:lnTo>
                <a:lnTo>
                  <a:pt x="1409" y="628"/>
                </a:lnTo>
                <a:lnTo>
                  <a:pt x="1414" y="619"/>
                </a:lnTo>
                <a:lnTo>
                  <a:pt x="1418" y="608"/>
                </a:lnTo>
                <a:lnTo>
                  <a:pt x="1422" y="596"/>
                </a:lnTo>
                <a:lnTo>
                  <a:pt x="1425" y="588"/>
                </a:lnTo>
                <a:lnTo>
                  <a:pt x="1427" y="581"/>
                </a:lnTo>
                <a:lnTo>
                  <a:pt x="1429" y="575"/>
                </a:lnTo>
                <a:lnTo>
                  <a:pt x="1428" y="571"/>
                </a:lnTo>
                <a:lnTo>
                  <a:pt x="1427" y="566"/>
                </a:lnTo>
                <a:lnTo>
                  <a:pt x="1423" y="561"/>
                </a:lnTo>
                <a:lnTo>
                  <a:pt x="1418" y="555"/>
                </a:lnTo>
                <a:lnTo>
                  <a:pt x="1413" y="548"/>
                </a:lnTo>
                <a:lnTo>
                  <a:pt x="1411" y="542"/>
                </a:lnTo>
                <a:lnTo>
                  <a:pt x="1411" y="537"/>
                </a:lnTo>
                <a:lnTo>
                  <a:pt x="1413" y="531"/>
                </a:lnTo>
                <a:lnTo>
                  <a:pt x="1416" y="524"/>
                </a:lnTo>
                <a:lnTo>
                  <a:pt x="1420" y="518"/>
                </a:lnTo>
                <a:lnTo>
                  <a:pt x="1425" y="511"/>
                </a:lnTo>
                <a:lnTo>
                  <a:pt x="1429" y="502"/>
                </a:lnTo>
                <a:lnTo>
                  <a:pt x="1431" y="493"/>
                </a:lnTo>
                <a:lnTo>
                  <a:pt x="1430" y="484"/>
                </a:lnTo>
                <a:lnTo>
                  <a:pt x="1427" y="475"/>
                </a:lnTo>
                <a:lnTo>
                  <a:pt x="1423" y="467"/>
                </a:lnTo>
                <a:lnTo>
                  <a:pt x="1419" y="459"/>
                </a:lnTo>
                <a:lnTo>
                  <a:pt x="1415" y="451"/>
                </a:lnTo>
                <a:lnTo>
                  <a:pt x="1414" y="443"/>
                </a:lnTo>
                <a:lnTo>
                  <a:pt x="1415" y="435"/>
                </a:lnTo>
                <a:lnTo>
                  <a:pt x="1419" y="426"/>
                </a:lnTo>
                <a:lnTo>
                  <a:pt x="1424" y="419"/>
                </a:lnTo>
                <a:lnTo>
                  <a:pt x="1430" y="413"/>
                </a:lnTo>
                <a:lnTo>
                  <a:pt x="1436" y="406"/>
                </a:lnTo>
                <a:lnTo>
                  <a:pt x="1443" y="400"/>
                </a:lnTo>
                <a:lnTo>
                  <a:pt x="1448" y="394"/>
                </a:lnTo>
                <a:lnTo>
                  <a:pt x="1453" y="387"/>
                </a:lnTo>
                <a:lnTo>
                  <a:pt x="1456" y="379"/>
                </a:lnTo>
                <a:lnTo>
                  <a:pt x="1457" y="369"/>
                </a:lnTo>
                <a:lnTo>
                  <a:pt x="1454" y="360"/>
                </a:lnTo>
                <a:lnTo>
                  <a:pt x="1450" y="350"/>
                </a:lnTo>
                <a:lnTo>
                  <a:pt x="1446" y="340"/>
                </a:lnTo>
                <a:lnTo>
                  <a:pt x="1442" y="330"/>
                </a:lnTo>
                <a:lnTo>
                  <a:pt x="1439" y="320"/>
                </a:lnTo>
                <a:lnTo>
                  <a:pt x="1439" y="312"/>
                </a:lnTo>
                <a:lnTo>
                  <a:pt x="1443" y="305"/>
                </a:lnTo>
                <a:lnTo>
                  <a:pt x="1453" y="297"/>
                </a:lnTo>
                <a:lnTo>
                  <a:pt x="1460" y="293"/>
                </a:lnTo>
                <a:lnTo>
                  <a:pt x="1462" y="288"/>
                </a:lnTo>
                <a:lnTo>
                  <a:pt x="1463" y="276"/>
                </a:lnTo>
                <a:lnTo>
                  <a:pt x="1462" y="268"/>
                </a:lnTo>
                <a:lnTo>
                  <a:pt x="1460" y="260"/>
                </a:lnTo>
                <a:lnTo>
                  <a:pt x="1456" y="253"/>
                </a:lnTo>
                <a:lnTo>
                  <a:pt x="1454" y="246"/>
                </a:lnTo>
                <a:lnTo>
                  <a:pt x="1454" y="240"/>
                </a:lnTo>
                <a:lnTo>
                  <a:pt x="1457" y="233"/>
                </a:lnTo>
                <a:lnTo>
                  <a:pt x="1463" y="227"/>
                </a:lnTo>
                <a:lnTo>
                  <a:pt x="1474" y="220"/>
                </a:lnTo>
                <a:lnTo>
                  <a:pt x="1485" y="215"/>
                </a:lnTo>
                <a:lnTo>
                  <a:pt x="1492" y="210"/>
                </a:lnTo>
                <a:lnTo>
                  <a:pt x="1495" y="206"/>
                </a:lnTo>
                <a:lnTo>
                  <a:pt x="1496" y="203"/>
                </a:lnTo>
                <a:lnTo>
                  <a:pt x="1494" y="200"/>
                </a:lnTo>
                <a:lnTo>
                  <a:pt x="1492" y="197"/>
                </a:lnTo>
                <a:lnTo>
                  <a:pt x="1488" y="194"/>
                </a:lnTo>
                <a:lnTo>
                  <a:pt x="1485" y="190"/>
                </a:lnTo>
                <a:lnTo>
                  <a:pt x="1483" y="184"/>
                </a:lnTo>
                <a:lnTo>
                  <a:pt x="1483" y="175"/>
                </a:lnTo>
                <a:lnTo>
                  <a:pt x="1485" y="166"/>
                </a:lnTo>
                <a:lnTo>
                  <a:pt x="1488" y="156"/>
                </a:lnTo>
                <a:lnTo>
                  <a:pt x="1490" y="146"/>
                </a:lnTo>
                <a:lnTo>
                  <a:pt x="1493" y="139"/>
                </a:lnTo>
                <a:lnTo>
                  <a:pt x="1495" y="133"/>
                </a:lnTo>
                <a:lnTo>
                  <a:pt x="1496" y="131"/>
                </a:lnTo>
                <a:lnTo>
                  <a:pt x="1499" y="130"/>
                </a:lnTo>
                <a:lnTo>
                  <a:pt x="1507" y="127"/>
                </a:lnTo>
                <a:lnTo>
                  <a:pt x="1517" y="119"/>
                </a:lnTo>
                <a:lnTo>
                  <a:pt x="1524" y="108"/>
                </a:lnTo>
                <a:lnTo>
                  <a:pt x="1527" y="101"/>
                </a:lnTo>
                <a:lnTo>
                  <a:pt x="1530" y="93"/>
                </a:lnTo>
                <a:lnTo>
                  <a:pt x="1534" y="86"/>
                </a:lnTo>
                <a:lnTo>
                  <a:pt x="1538" y="79"/>
                </a:lnTo>
                <a:lnTo>
                  <a:pt x="1541" y="71"/>
                </a:lnTo>
                <a:lnTo>
                  <a:pt x="1545" y="64"/>
                </a:lnTo>
                <a:lnTo>
                  <a:pt x="1547" y="58"/>
                </a:lnTo>
                <a:lnTo>
                  <a:pt x="1549" y="52"/>
                </a:lnTo>
                <a:lnTo>
                  <a:pt x="1551" y="46"/>
                </a:lnTo>
                <a:lnTo>
                  <a:pt x="1553" y="40"/>
                </a:lnTo>
                <a:lnTo>
                  <a:pt x="1556" y="34"/>
                </a:lnTo>
                <a:lnTo>
                  <a:pt x="1561" y="29"/>
                </a:lnTo>
                <a:lnTo>
                  <a:pt x="1564" y="23"/>
                </a:lnTo>
                <a:lnTo>
                  <a:pt x="1566" y="19"/>
                </a:lnTo>
                <a:lnTo>
                  <a:pt x="1568" y="16"/>
                </a:lnTo>
                <a:lnTo>
                  <a:pt x="1569" y="15"/>
                </a:lnTo>
                <a:lnTo>
                  <a:pt x="1580" y="1"/>
                </a:lnTo>
                <a:lnTo>
                  <a:pt x="1581" y="0"/>
                </a:lnTo>
                <a:lnTo>
                  <a:pt x="1583" y="0"/>
                </a:lnTo>
                <a:lnTo>
                  <a:pt x="1586" y="0"/>
                </a:lnTo>
                <a:lnTo>
                  <a:pt x="1591" y="0"/>
                </a:lnTo>
                <a:lnTo>
                  <a:pt x="1598" y="1"/>
                </a:lnTo>
                <a:lnTo>
                  <a:pt x="1609" y="4"/>
                </a:lnTo>
                <a:lnTo>
                  <a:pt x="1622" y="7"/>
                </a:lnTo>
                <a:lnTo>
                  <a:pt x="1637" y="11"/>
                </a:lnTo>
                <a:lnTo>
                  <a:pt x="1652" y="13"/>
                </a:lnTo>
                <a:lnTo>
                  <a:pt x="1668" y="15"/>
                </a:lnTo>
                <a:lnTo>
                  <a:pt x="1682" y="17"/>
                </a:lnTo>
                <a:lnTo>
                  <a:pt x="1693" y="17"/>
                </a:lnTo>
                <a:lnTo>
                  <a:pt x="1703" y="18"/>
                </a:lnTo>
                <a:lnTo>
                  <a:pt x="1710" y="18"/>
                </a:lnTo>
                <a:lnTo>
                  <a:pt x="1712" y="18"/>
                </a:lnTo>
                <a:lnTo>
                  <a:pt x="1714" y="21"/>
                </a:lnTo>
                <a:lnTo>
                  <a:pt x="1719" y="30"/>
                </a:lnTo>
                <a:lnTo>
                  <a:pt x="1726" y="38"/>
                </a:lnTo>
                <a:lnTo>
                  <a:pt x="1737" y="41"/>
                </a:lnTo>
                <a:lnTo>
                  <a:pt x="1743" y="40"/>
                </a:lnTo>
                <a:lnTo>
                  <a:pt x="1748" y="38"/>
                </a:lnTo>
                <a:lnTo>
                  <a:pt x="1753" y="36"/>
                </a:lnTo>
                <a:lnTo>
                  <a:pt x="1759" y="35"/>
                </a:lnTo>
                <a:lnTo>
                  <a:pt x="1762" y="37"/>
                </a:lnTo>
                <a:lnTo>
                  <a:pt x="1764" y="41"/>
                </a:lnTo>
                <a:lnTo>
                  <a:pt x="1765" y="49"/>
                </a:lnTo>
                <a:lnTo>
                  <a:pt x="1765" y="63"/>
                </a:lnTo>
                <a:lnTo>
                  <a:pt x="1764" y="79"/>
                </a:lnTo>
                <a:lnTo>
                  <a:pt x="1764" y="92"/>
                </a:lnTo>
                <a:lnTo>
                  <a:pt x="1765" y="103"/>
                </a:lnTo>
                <a:lnTo>
                  <a:pt x="1768" y="111"/>
                </a:lnTo>
                <a:lnTo>
                  <a:pt x="1773" y="116"/>
                </a:lnTo>
                <a:lnTo>
                  <a:pt x="1780" y="119"/>
                </a:lnTo>
                <a:lnTo>
                  <a:pt x="1790" y="119"/>
                </a:lnTo>
                <a:lnTo>
                  <a:pt x="1804" y="116"/>
                </a:lnTo>
                <a:lnTo>
                  <a:pt x="1819" y="112"/>
                </a:lnTo>
                <a:lnTo>
                  <a:pt x="1831" y="110"/>
                </a:lnTo>
                <a:lnTo>
                  <a:pt x="1841" y="109"/>
                </a:lnTo>
                <a:lnTo>
                  <a:pt x="1849" y="108"/>
                </a:lnTo>
                <a:lnTo>
                  <a:pt x="1855" y="108"/>
                </a:lnTo>
                <a:lnTo>
                  <a:pt x="1860" y="108"/>
                </a:lnTo>
                <a:lnTo>
                  <a:pt x="1862" y="108"/>
                </a:lnTo>
                <a:lnTo>
                  <a:pt x="1863" y="108"/>
                </a:lnTo>
                <a:lnTo>
                  <a:pt x="1864" y="108"/>
                </a:lnTo>
                <a:lnTo>
                  <a:pt x="1867" y="108"/>
                </a:lnTo>
                <a:lnTo>
                  <a:pt x="1871" y="108"/>
                </a:lnTo>
                <a:lnTo>
                  <a:pt x="1876" y="110"/>
                </a:lnTo>
                <a:lnTo>
                  <a:pt x="1880" y="113"/>
                </a:lnTo>
                <a:lnTo>
                  <a:pt x="1884" y="118"/>
                </a:lnTo>
                <a:lnTo>
                  <a:pt x="1885" y="125"/>
                </a:lnTo>
                <a:lnTo>
                  <a:pt x="1885" y="137"/>
                </a:lnTo>
                <a:lnTo>
                  <a:pt x="1883" y="148"/>
                </a:lnTo>
                <a:lnTo>
                  <a:pt x="1881" y="157"/>
                </a:lnTo>
                <a:lnTo>
                  <a:pt x="1879" y="163"/>
                </a:lnTo>
                <a:lnTo>
                  <a:pt x="1878" y="168"/>
                </a:lnTo>
                <a:lnTo>
                  <a:pt x="1878" y="172"/>
                </a:lnTo>
                <a:lnTo>
                  <a:pt x="1878" y="175"/>
                </a:lnTo>
                <a:lnTo>
                  <a:pt x="1881" y="179"/>
                </a:lnTo>
                <a:lnTo>
                  <a:pt x="1885" y="182"/>
                </a:lnTo>
                <a:lnTo>
                  <a:pt x="1889" y="185"/>
                </a:lnTo>
                <a:lnTo>
                  <a:pt x="1890" y="189"/>
                </a:lnTo>
                <a:lnTo>
                  <a:pt x="1890" y="193"/>
                </a:lnTo>
                <a:lnTo>
                  <a:pt x="1888" y="198"/>
                </a:lnTo>
                <a:lnTo>
                  <a:pt x="1887" y="203"/>
                </a:lnTo>
                <a:lnTo>
                  <a:pt x="1887" y="210"/>
                </a:lnTo>
                <a:lnTo>
                  <a:pt x="1888" y="217"/>
                </a:lnTo>
                <a:lnTo>
                  <a:pt x="1891" y="227"/>
                </a:lnTo>
                <a:lnTo>
                  <a:pt x="1895" y="236"/>
                </a:lnTo>
                <a:lnTo>
                  <a:pt x="1897" y="244"/>
                </a:lnTo>
                <a:lnTo>
                  <a:pt x="1899" y="251"/>
                </a:lnTo>
                <a:lnTo>
                  <a:pt x="1900" y="257"/>
                </a:lnTo>
                <a:lnTo>
                  <a:pt x="1902" y="263"/>
                </a:lnTo>
                <a:lnTo>
                  <a:pt x="1905" y="268"/>
                </a:lnTo>
                <a:lnTo>
                  <a:pt x="1910" y="274"/>
                </a:lnTo>
                <a:lnTo>
                  <a:pt x="1916" y="280"/>
                </a:lnTo>
                <a:lnTo>
                  <a:pt x="1922" y="286"/>
                </a:lnTo>
                <a:lnTo>
                  <a:pt x="1927" y="291"/>
                </a:lnTo>
                <a:lnTo>
                  <a:pt x="1929" y="298"/>
                </a:lnTo>
                <a:lnTo>
                  <a:pt x="1931" y="304"/>
                </a:lnTo>
                <a:lnTo>
                  <a:pt x="1931" y="311"/>
                </a:lnTo>
                <a:lnTo>
                  <a:pt x="1931" y="317"/>
                </a:lnTo>
                <a:lnTo>
                  <a:pt x="1930" y="324"/>
                </a:lnTo>
                <a:lnTo>
                  <a:pt x="1930" y="331"/>
                </a:lnTo>
                <a:lnTo>
                  <a:pt x="1931" y="340"/>
                </a:lnTo>
                <a:lnTo>
                  <a:pt x="1933" y="345"/>
                </a:lnTo>
                <a:lnTo>
                  <a:pt x="1937" y="348"/>
                </a:lnTo>
                <a:lnTo>
                  <a:pt x="1944" y="350"/>
                </a:lnTo>
                <a:lnTo>
                  <a:pt x="1948" y="352"/>
                </a:lnTo>
                <a:lnTo>
                  <a:pt x="1950" y="357"/>
                </a:lnTo>
                <a:lnTo>
                  <a:pt x="1951" y="363"/>
                </a:lnTo>
                <a:lnTo>
                  <a:pt x="1952" y="369"/>
                </a:lnTo>
                <a:lnTo>
                  <a:pt x="1952" y="375"/>
                </a:lnTo>
                <a:lnTo>
                  <a:pt x="1952" y="382"/>
                </a:lnTo>
                <a:lnTo>
                  <a:pt x="1952" y="386"/>
                </a:lnTo>
                <a:lnTo>
                  <a:pt x="1952" y="387"/>
                </a:lnTo>
                <a:lnTo>
                  <a:pt x="1953" y="387"/>
                </a:lnTo>
                <a:lnTo>
                  <a:pt x="1954" y="387"/>
                </a:lnTo>
                <a:lnTo>
                  <a:pt x="1958" y="388"/>
                </a:lnTo>
                <a:lnTo>
                  <a:pt x="1962" y="389"/>
                </a:lnTo>
                <a:lnTo>
                  <a:pt x="1968" y="391"/>
                </a:lnTo>
                <a:lnTo>
                  <a:pt x="1975" y="393"/>
                </a:lnTo>
                <a:lnTo>
                  <a:pt x="1983" y="397"/>
                </a:lnTo>
                <a:lnTo>
                  <a:pt x="1992" y="401"/>
                </a:lnTo>
                <a:lnTo>
                  <a:pt x="2000" y="406"/>
                </a:lnTo>
                <a:lnTo>
                  <a:pt x="2003" y="411"/>
                </a:lnTo>
                <a:lnTo>
                  <a:pt x="2004" y="415"/>
                </a:lnTo>
                <a:lnTo>
                  <a:pt x="2003" y="420"/>
                </a:lnTo>
                <a:lnTo>
                  <a:pt x="2002" y="424"/>
                </a:lnTo>
                <a:lnTo>
                  <a:pt x="2001" y="430"/>
                </a:lnTo>
                <a:lnTo>
                  <a:pt x="2002" y="433"/>
                </a:lnTo>
                <a:lnTo>
                  <a:pt x="2005" y="437"/>
                </a:lnTo>
                <a:lnTo>
                  <a:pt x="2013" y="441"/>
                </a:lnTo>
                <a:lnTo>
                  <a:pt x="2021" y="444"/>
                </a:lnTo>
                <a:lnTo>
                  <a:pt x="2031" y="447"/>
                </a:lnTo>
                <a:lnTo>
                  <a:pt x="2042" y="450"/>
                </a:lnTo>
                <a:lnTo>
                  <a:pt x="2051" y="452"/>
                </a:lnTo>
                <a:lnTo>
                  <a:pt x="2061" y="452"/>
                </a:lnTo>
                <a:lnTo>
                  <a:pt x="2067" y="450"/>
                </a:lnTo>
                <a:lnTo>
                  <a:pt x="2070" y="446"/>
                </a:lnTo>
                <a:lnTo>
                  <a:pt x="2073" y="442"/>
                </a:lnTo>
                <a:lnTo>
                  <a:pt x="2078" y="440"/>
                </a:lnTo>
                <a:lnTo>
                  <a:pt x="2084" y="440"/>
                </a:lnTo>
                <a:lnTo>
                  <a:pt x="2091" y="441"/>
                </a:lnTo>
                <a:lnTo>
                  <a:pt x="2099" y="442"/>
                </a:lnTo>
                <a:lnTo>
                  <a:pt x="2105" y="444"/>
                </a:lnTo>
                <a:lnTo>
                  <a:pt x="2111" y="446"/>
                </a:lnTo>
                <a:lnTo>
                  <a:pt x="2113" y="448"/>
                </a:lnTo>
                <a:lnTo>
                  <a:pt x="2113" y="451"/>
                </a:lnTo>
                <a:lnTo>
                  <a:pt x="2113" y="458"/>
                </a:lnTo>
                <a:lnTo>
                  <a:pt x="2112" y="468"/>
                </a:lnTo>
                <a:lnTo>
                  <a:pt x="2111" y="479"/>
                </a:lnTo>
                <a:lnTo>
                  <a:pt x="2109" y="489"/>
                </a:lnTo>
                <a:lnTo>
                  <a:pt x="2108" y="498"/>
                </a:lnTo>
                <a:lnTo>
                  <a:pt x="2107" y="505"/>
                </a:lnTo>
                <a:lnTo>
                  <a:pt x="2107" y="507"/>
                </a:lnTo>
                <a:lnTo>
                  <a:pt x="2108" y="507"/>
                </a:lnTo>
                <a:lnTo>
                  <a:pt x="2110" y="508"/>
                </a:lnTo>
                <a:lnTo>
                  <a:pt x="2113" y="509"/>
                </a:lnTo>
                <a:lnTo>
                  <a:pt x="2117" y="512"/>
                </a:lnTo>
                <a:lnTo>
                  <a:pt x="2121" y="515"/>
                </a:lnTo>
                <a:lnTo>
                  <a:pt x="2126" y="520"/>
                </a:lnTo>
                <a:lnTo>
                  <a:pt x="2132" y="527"/>
                </a:lnTo>
                <a:lnTo>
                  <a:pt x="2137" y="536"/>
                </a:lnTo>
                <a:lnTo>
                  <a:pt x="2141" y="545"/>
                </a:lnTo>
                <a:lnTo>
                  <a:pt x="2143" y="554"/>
                </a:lnTo>
                <a:lnTo>
                  <a:pt x="2143" y="562"/>
                </a:lnTo>
                <a:lnTo>
                  <a:pt x="2144" y="570"/>
                </a:lnTo>
                <a:lnTo>
                  <a:pt x="2145" y="577"/>
                </a:lnTo>
                <a:lnTo>
                  <a:pt x="2149" y="585"/>
                </a:lnTo>
                <a:lnTo>
                  <a:pt x="2155" y="591"/>
                </a:lnTo>
                <a:lnTo>
                  <a:pt x="2166" y="597"/>
                </a:lnTo>
                <a:lnTo>
                  <a:pt x="2176" y="604"/>
                </a:lnTo>
                <a:lnTo>
                  <a:pt x="2183" y="612"/>
                </a:lnTo>
                <a:lnTo>
                  <a:pt x="2187" y="622"/>
                </a:lnTo>
                <a:lnTo>
                  <a:pt x="2189" y="632"/>
                </a:lnTo>
                <a:lnTo>
                  <a:pt x="2190" y="641"/>
                </a:lnTo>
                <a:lnTo>
                  <a:pt x="2189" y="649"/>
                </a:lnTo>
                <a:lnTo>
                  <a:pt x="2188" y="654"/>
                </a:lnTo>
                <a:lnTo>
                  <a:pt x="2188" y="656"/>
                </a:lnTo>
                <a:lnTo>
                  <a:pt x="2190" y="659"/>
                </a:lnTo>
                <a:lnTo>
                  <a:pt x="2196" y="666"/>
                </a:lnTo>
                <a:lnTo>
                  <a:pt x="2205" y="677"/>
                </a:lnTo>
                <a:lnTo>
                  <a:pt x="2215" y="691"/>
                </a:lnTo>
                <a:lnTo>
                  <a:pt x="2225" y="705"/>
                </a:lnTo>
                <a:lnTo>
                  <a:pt x="2232" y="719"/>
                </a:lnTo>
                <a:lnTo>
                  <a:pt x="2237" y="732"/>
                </a:lnTo>
                <a:lnTo>
                  <a:pt x="2238" y="741"/>
                </a:lnTo>
                <a:lnTo>
                  <a:pt x="2237" y="749"/>
                </a:lnTo>
                <a:lnTo>
                  <a:pt x="2237" y="757"/>
                </a:lnTo>
                <a:lnTo>
                  <a:pt x="2239" y="767"/>
                </a:lnTo>
                <a:lnTo>
                  <a:pt x="2240" y="777"/>
                </a:lnTo>
                <a:lnTo>
                  <a:pt x="2242" y="788"/>
                </a:lnTo>
                <a:lnTo>
                  <a:pt x="2242" y="798"/>
                </a:lnTo>
                <a:lnTo>
                  <a:pt x="2241" y="807"/>
                </a:lnTo>
                <a:lnTo>
                  <a:pt x="2238" y="816"/>
                </a:lnTo>
                <a:lnTo>
                  <a:pt x="2233" y="821"/>
                </a:lnTo>
                <a:lnTo>
                  <a:pt x="2225" y="822"/>
                </a:lnTo>
                <a:lnTo>
                  <a:pt x="2217" y="819"/>
                </a:lnTo>
                <a:lnTo>
                  <a:pt x="2208" y="813"/>
                </a:lnTo>
                <a:lnTo>
                  <a:pt x="2199" y="807"/>
                </a:lnTo>
                <a:lnTo>
                  <a:pt x="2192" y="801"/>
                </a:lnTo>
                <a:lnTo>
                  <a:pt x="2187" y="796"/>
                </a:lnTo>
                <a:lnTo>
                  <a:pt x="2185" y="794"/>
                </a:lnTo>
                <a:lnTo>
                  <a:pt x="2184" y="795"/>
                </a:lnTo>
                <a:lnTo>
                  <a:pt x="2180" y="796"/>
                </a:lnTo>
                <a:lnTo>
                  <a:pt x="2175" y="798"/>
                </a:lnTo>
                <a:lnTo>
                  <a:pt x="2168" y="800"/>
                </a:lnTo>
                <a:lnTo>
                  <a:pt x="2160" y="800"/>
                </a:lnTo>
                <a:lnTo>
                  <a:pt x="2151" y="799"/>
                </a:lnTo>
                <a:lnTo>
                  <a:pt x="2142" y="796"/>
                </a:lnTo>
                <a:lnTo>
                  <a:pt x="2134" y="789"/>
                </a:lnTo>
                <a:lnTo>
                  <a:pt x="2125" y="783"/>
                </a:lnTo>
                <a:lnTo>
                  <a:pt x="2116" y="780"/>
                </a:lnTo>
                <a:lnTo>
                  <a:pt x="2104" y="780"/>
                </a:lnTo>
                <a:lnTo>
                  <a:pt x="2093" y="782"/>
                </a:lnTo>
                <a:lnTo>
                  <a:pt x="2081" y="784"/>
                </a:lnTo>
                <a:lnTo>
                  <a:pt x="2070" y="785"/>
                </a:lnTo>
                <a:lnTo>
                  <a:pt x="2059" y="786"/>
                </a:lnTo>
                <a:lnTo>
                  <a:pt x="2047" y="783"/>
                </a:lnTo>
                <a:lnTo>
                  <a:pt x="2039" y="782"/>
                </a:lnTo>
                <a:lnTo>
                  <a:pt x="2034" y="786"/>
                </a:lnTo>
                <a:lnTo>
                  <a:pt x="2032" y="793"/>
                </a:lnTo>
                <a:lnTo>
                  <a:pt x="2031" y="803"/>
                </a:lnTo>
                <a:lnTo>
                  <a:pt x="2030" y="813"/>
                </a:lnTo>
                <a:lnTo>
                  <a:pt x="2028" y="822"/>
                </a:lnTo>
                <a:lnTo>
                  <a:pt x="2026" y="831"/>
                </a:lnTo>
                <a:lnTo>
                  <a:pt x="2020" y="834"/>
                </a:lnTo>
                <a:lnTo>
                  <a:pt x="2013" y="836"/>
                </a:lnTo>
                <a:lnTo>
                  <a:pt x="2006" y="838"/>
                </a:lnTo>
                <a:lnTo>
                  <a:pt x="2000" y="842"/>
                </a:lnTo>
                <a:lnTo>
                  <a:pt x="1994" y="846"/>
                </a:lnTo>
                <a:lnTo>
                  <a:pt x="1989" y="852"/>
                </a:lnTo>
                <a:lnTo>
                  <a:pt x="1985" y="858"/>
                </a:lnTo>
                <a:lnTo>
                  <a:pt x="1981" y="866"/>
                </a:lnTo>
                <a:lnTo>
                  <a:pt x="1978" y="875"/>
                </a:lnTo>
                <a:lnTo>
                  <a:pt x="1974" y="884"/>
                </a:lnTo>
                <a:lnTo>
                  <a:pt x="1969" y="888"/>
                </a:lnTo>
                <a:lnTo>
                  <a:pt x="1963" y="890"/>
                </a:lnTo>
                <a:lnTo>
                  <a:pt x="1956" y="889"/>
                </a:lnTo>
                <a:lnTo>
                  <a:pt x="1950" y="888"/>
                </a:lnTo>
                <a:lnTo>
                  <a:pt x="1946" y="886"/>
                </a:lnTo>
                <a:lnTo>
                  <a:pt x="1942" y="885"/>
                </a:lnTo>
                <a:lnTo>
                  <a:pt x="1941" y="884"/>
                </a:lnTo>
                <a:lnTo>
                  <a:pt x="1940" y="885"/>
                </a:lnTo>
                <a:lnTo>
                  <a:pt x="1939" y="887"/>
                </a:lnTo>
                <a:lnTo>
                  <a:pt x="1936" y="890"/>
                </a:lnTo>
                <a:lnTo>
                  <a:pt x="1933" y="894"/>
                </a:lnTo>
                <a:lnTo>
                  <a:pt x="1930" y="900"/>
                </a:lnTo>
                <a:lnTo>
                  <a:pt x="1928" y="906"/>
                </a:lnTo>
                <a:lnTo>
                  <a:pt x="1926" y="914"/>
                </a:lnTo>
                <a:lnTo>
                  <a:pt x="1925" y="923"/>
                </a:lnTo>
                <a:lnTo>
                  <a:pt x="1924" y="933"/>
                </a:lnTo>
                <a:lnTo>
                  <a:pt x="1920" y="941"/>
                </a:lnTo>
                <a:lnTo>
                  <a:pt x="1915" y="948"/>
                </a:lnTo>
                <a:lnTo>
                  <a:pt x="1909" y="954"/>
                </a:lnTo>
                <a:lnTo>
                  <a:pt x="1900" y="961"/>
                </a:lnTo>
                <a:lnTo>
                  <a:pt x="1892" y="967"/>
                </a:lnTo>
                <a:lnTo>
                  <a:pt x="1884" y="974"/>
                </a:lnTo>
                <a:lnTo>
                  <a:pt x="1877" y="983"/>
                </a:lnTo>
                <a:lnTo>
                  <a:pt x="1870" y="991"/>
                </a:lnTo>
                <a:lnTo>
                  <a:pt x="1862" y="997"/>
                </a:lnTo>
                <a:lnTo>
                  <a:pt x="1854" y="1003"/>
                </a:lnTo>
                <a:lnTo>
                  <a:pt x="1848" y="1008"/>
                </a:lnTo>
                <a:lnTo>
                  <a:pt x="1843" y="1014"/>
                </a:lnTo>
                <a:lnTo>
                  <a:pt x="1839" y="1019"/>
                </a:lnTo>
                <a:lnTo>
                  <a:pt x="1837" y="1025"/>
                </a:lnTo>
                <a:lnTo>
                  <a:pt x="1838" y="1033"/>
                </a:lnTo>
                <a:lnTo>
                  <a:pt x="1837" y="1039"/>
                </a:lnTo>
                <a:lnTo>
                  <a:pt x="1832" y="1044"/>
                </a:lnTo>
                <a:lnTo>
                  <a:pt x="1823" y="1047"/>
                </a:lnTo>
                <a:lnTo>
                  <a:pt x="1812" y="1049"/>
                </a:lnTo>
                <a:lnTo>
                  <a:pt x="1801" y="1050"/>
                </a:lnTo>
                <a:lnTo>
                  <a:pt x="1791" y="1050"/>
                </a:lnTo>
                <a:lnTo>
                  <a:pt x="1785" y="1050"/>
                </a:lnTo>
                <a:lnTo>
                  <a:pt x="1782" y="1050"/>
                </a:lnTo>
                <a:lnTo>
                  <a:pt x="1781" y="1052"/>
                </a:lnTo>
                <a:lnTo>
                  <a:pt x="1778" y="1059"/>
                </a:lnTo>
                <a:lnTo>
                  <a:pt x="1774" y="1068"/>
                </a:lnTo>
                <a:lnTo>
                  <a:pt x="1769" y="1078"/>
                </a:lnTo>
                <a:lnTo>
                  <a:pt x="1763" y="1090"/>
                </a:lnTo>
                <a:lnTo>
                  <a:pt x="1755" y="1100"/>
                </a:lnTo>
                <a:lnTo>
                  <a:pt x="1748" y="1109"/>
                </a:lnTo>
                <a:lnTo>
                  <a:pt x="1740" y="1114"/>
                </a:lnTo>
                <a:lnTo>
                  <a:pt x="1732" y="1116"/>
                </a:lnTo>
                <a:lnTo>
                  <a:pt x="1724" y="1118"/>
                </a:lnTo>
                <a:lnTo>
                  <a:pt x="1717" y="1119"/>
                </a:lnTo>
                <a:lnTo>
                  <a:pt x="1710" y="1120"/>
                </a:lnTo>
                <a:lnTo>
                  <a:pt x="1703" y="1122"/>
                </a:lnTo>
                <a:lnTo>
                  <a:pt x="1698" y="1127"/>
                </a:lnTo>
                <a:lnTo>
                  <a:pt x="1695" y="1135"/>
                </a:lnTo>
                <a:lnTo>
                  <a:pt x="1695" y="1146"/>
                </a:lnTo>
                <a:lnTo>
                  <a:pt x="1695" y="1157"/>
                </a:lnTo>
                <a:lnTo>
                  <a:pt x="1692" y="1164"/>
                </a:lnTo>
                <a:lnTo>
                  <a:pt x="1689" y="1169"/>
                </a:lnTo>
                <a:lnTo>
                  <a:pt x="1685" y="1173"/>
                </a:lnTo>
                <a:lnTo>
                  <a:pt x="1680" y="1176"/>
                </a:lnTo>
                <a:lnTo>
                  <a:pt x="1677" y="1181"/>
                </a:lnTo>
                <a:lnTo>
                  <a:pt x="1674" y="1189"/>
                </a:lnTo>
                <a:lnTo>
                  <a:pt x="1673" y="1199"/>
                </a:lnTo>
                <a:lnTo>
                  <a:pt x="1672" y="1210"/>
                </a:lnTo>
                <a:lnTo>
                  <a:pt x="1668" y="1218"/>
                </a:lnTo>
                <a:lnTo>
                  <a:pt x="1663" y="1224"/>
                </a:lnTo>
                <a:lnTo>
                  <a:pt x="1657" y="1229"/>
                </a:lnTo>
                <a:lnTo>
                  <a:pt x="1651" y="1235"/>
                </a:lnTo>
                <a:lnTo>
                  <a:pt x="1648" y="1239"/>
                </a:lnTo>
                <a:lnTo>
                  <a:pt x="1646" y="1245"/>
                </a:lnTo>
                <a:lnTo>
                  <a:pt x="1647" y="1252"/>
                </a:lnTo>
                <a:lnTo>
                  <a:pt x="1649" y="1260"/>
                </a:lnTo>
                <a:lnTo>
                  <a:pt x="1648" y="1266"/>
                </a:lnTo>
                <a:lnTo>
                  <a:pt x="1646" y="1271"/>
                </a:lnTo>
                <a:lnTo>
                  <a:pt x="1642" y="1276"/>
                </a:lnTo>
                <a:lnTo>
                  <a:pt x="1637" y="1279"/>
                </a:lnTo>
                <a:lnTo>
                  <a:pt x="1631" y="1283"/>
                </a:lnTo>
                <a:lnTo>
                  <a:pt x="1624" y="1285"/>
                </a:lnTo>
                <a:lnTo>
                  <a:pt x="1617" y="1286"/>
                </a:lnTo>
                <a:lnTo>
                  <a:pt x="1610" y="1288"/>
                </a:lnTo>
                <a:lnTo>
                  <a:pt x="1602" y="1290"/>
                </a:lnTo>
                <a:lnTo>
                  <a:pt x="1595" y="1294"/>
                </a:lnTo>
                <a:lnTo>
                  <a:pt x="1590" y="1299"/>
                </a:lnTo>
                <a:lnTo>
                  <a:pt x="1584" y="1306"/>
                </a:lnTo>
                <a:lnTo>
                  <a:pt x="1580" y="1315"/>
                </a:lnTo>
                <a:lnTo>
                  <a:pt x="1577" y="1326"/>
                </a:lnTo>
                <a:lnTo>
                  <a:pt x="1575" y="1340"/>
                </a:lnTo>
                <a:lnTo>
                  <a:pt x="1573" y="1351"/>
                </a:lnTo>
                <a:lnTo>
                  <a:pt x="1570" y="1357"/>
                </a:lnTo>
                <a:lnTo>
                  <a:pt x="1566" y="1360"/>
                </a:lnTo>
                <a:lnTo>
                  <a:pt x="1562" y="1361"/>
                </a:lnTo>
                <a:lnTo>
                  <a:pt x="1559" y="1362"/>
                </a:lnTo>
                <a:lnTo>
                  <a:pt x="1556" y="1365"/>
                </a:lnTo>
                <a:lnTo>
                  <a:pt x="1555" y="1370"/>
                </a:lnTo>
                <a:lnTo>
                  <a:pt x="1557" y="1381"/>
                </a:lnTo>
                <a:lnTo>
                  <a:pt x="1560" y="1394"/>
                </a:lnTo>
                <a:lnTo>
                  <a:pt x="1560" y="1403"/>
                </a:lnTo>
                <a:lnTo>
                  <a:pt x="1557" y="1409"/>
                </a:lnTo>
                <a:lnTo>
                  <a:pt x="1554" y="1413"/>
                </a:lnTo>
                <a:lnTo>
                  <a:pt x="1548" y="1416"/>
                </a:lnTo>
                <a:lnTo>
                  <a:pt x="1542" y="1418"/>
                </a:lnTo>
                <a:lnTo>
                  <a:pt x="1533" y="1419"/>
                </a:lnTo>
                <a:lnTo>
                  <a:pt x="1524" y="1421"/>
                </a:lnTo>
                <a:lnTo>
                  <a:pt x="1516" y="1425"/>
                </a:lnTo>
                <a:lnTo>
                  <a:pt x="1510" y="1432"/>
                </a:lnTo>
                <a:lnTo>
                  <a:pt x="1506" y="1443"/>
                </a:lnTo>
                <a:lnTo>
                  <a:pt x="1503" y="1455"/>
                </a:lnTo>
                <a:lnTo>
                  <a:pt x="1498" y="1469"/>
                </a:lnTo>
                <a:lnTo>
                  <a:pt x="1492" y="1484"/>
                </a:lnTo>
                <a:lnTo>
                  <a:pt x="1482" y="1499"/>
                </a:lnTo>
                <a:lnTo>
                  <a:pt x="1468" y="1514"/>
                </a:lnTo>
                <a:lnTo>
                  <a:pt x="1453" y="1529"/>
                </a:lnTo>
                <a:lnTo>
                  <a:pt x="1446" y="1545"/>
                </a:lnTo>
                <a:lnTo>
                  <a:pt x="1442" y="1561"/>
                </a:lnTo>
                <a:lnTo>
                  <a:pt x="1441" y="1577"/>
                </a:lnTo>
                <a:lnTo>
                  <a:pt x="1439" y="1594"/>
                </a:lnTo>
                <a:lnTo>
                  <a:pt x="1434" y="1608"/>
                </a:lnTo>
                <a:lnTo>
                  <a:pt x="1425" y="1620"/>
                </a:lnTo>
                <a:lnTo>
                  <a:pt x="1410" y="1631"/>
                </a:lnTo>
                <a:lnTo>
                  <a:pt x="1394" y="1641"/>
                </a:lnTo>
                <a:lnTo>
                  <a:pt x="1387" y="1650"/>
                </a:lnTo>
                <a:lnTo>
                  <a:pt x="1386" y="1659"/>
                </a:lnTo>
                <a:lnTo>
                  <a:pt x="1389" y="1667"/>
                </a:lnTo>
                <a:lnTo>
                  <a:pt x="1396" y="1674"/>
                </a:lnTo>
                <a:lnTo>
                  <a:pt x="1404" y="1681"/>
                </a:lnTo>
                <a:lnTo>
                  <a:pt x="1412" y="1688"/>
                </a:lnTo>
                <a:lnTo>
                  <a:pt x="1418" y="1694"/>
                </a:lnTo>
                <a:lnTo>
                  <a:pt x="1421" y="1702"/>
                </a:lnTo>
                <a:lnTo>
                  <a:pt x="1423" y="1714"/>
                </a:lnTo>
                <a:lnTo>
                  <a:pt x="1424" y="1729"/>
                </a:lnTo>
                <a:lnTo>
                  <a:pt x="1425" y="1747"/>
                </a:lnTo>
                <a:lnTo>
                  <a:pt x="1426" y="1765"/>
                </a:lnTo>
                <a:lnTo>
                  <a:pt x="1429" y="1782"/>
                </a:lnTo>
                <a:lnTo>
                  <a:pt x="1435" y="1799"/>
                </a:lnTo>
                <a:lnTo>
                  <a:pt x="1443" y="1812"/>
                </a:lnTo>
                <a:lnTo>
                  <a:pt x="1454" y="1825"/>
                </a:lnTo>
                <a:lnTo>
                  <a:pt x="1466" y="1841"/>
                </a:lnTo>
                <a:lnTo>
                  <a:pt x="1478" y="1858"/>
                </a:lnTo>
                <a:lnTo>
                  <a:pt x="1488" y="1876"/>
                </a:lnTo>
                <a:lnTo>
                  <a:pt x="1496" y="1897"/>
                </a:lnTo>
                <a:lnTo>
                  <a:pt x="1501" y="1917"/>
                </a:lnTo>
                <a:lnTo>
                  <a:pt x="1503" y="1938"/>
                </a:lnTo>
                <a:lnTo>
                  <a:pt x="1499" y="1958"/>
                </a:lnTo>
                <a:lnTo>
                  <a:pt x="1492" y="1976"/>
                </a:lnTo>
                <a:lnTo>
                  <a:pt x="1485" y="1992"/>
                </a:lnTo>
                <a:lnTo>
                  <a:pt x="1478" y="2006"/>
                </a:lnTo>
                <a:lnTo>
                  <a:pt x="1471" y="2017"/>
                </a:lnTo>
                <a:lnTo>
                  <a:pt x="1466" y="2027"/>
                </a:lnTo>
                <a:lnTo>
                  <a:pt x="1463" y="2038"/>
                </a:lnTo>
                <a:lnTo>
                  <a:pt x="1463" y="2047"/>
                </a:lnTo>
                <a:lnTo>
                  <a:pt x="1466" y="2056"/>
                </a:lnTo>
                <a:lnTo>
                  <a:pt x="1469" y="2065"/>
                </a:lnTo>
                <a:lnTo>
                  <a:pt x="1469" y="2073"/>
                </a:lnTo>
                <a:lnTo>
                  <a:pt x="1468" y="2081"/>
                </a:lnTo>
                <a:lnTo>
                  <a:pt x="1466" y="2090"/>
                </a:lnTo>
                <a:lnTo>
                  <a:pt x="1463" y="2097"/>
                </a:lnTo>
                <a:lnTo>
                  <a:pt x="1462" y="2104"/>
                </a:lnTo>
                <a:lnTo>
                  <a:pt x="1464" y="2111"/>
                </a:lnTo>
                <a:lnTo>
                  <a:pt x="1468" y="2118"/>
                </a:lnTo>
                <a:lnTo>
                  <a:pt x="1473" y="2125"/>
                </a:lnTo>
                <a:lnTo>
                  <a:pt x="1474" y="2133"/>
                </a:lnTo>
                <a:lnTo>
                  <a:pt x="1474" y="2143"/>
                </a:lnTo>
                <a:lnTo>
                  <a:pt x="1472" y="2151"/>
                </a:lnTo>
                <a:lnTo>
                  <a:pt x="1469" y="2161"/>
                </a:lnTo>
                <a:lnTo>
                  <a:pt x="1467" y="2171"/>
                </a:lnTo>
                <a:lnTo>
                  <a:pt x="1465" y="2182"/>
                </a:lnTo>
                <a:lnTo>
                  <a:pt x="1466" y="2194"/>
                </a:lnTo>
                <a:lnTo>
                  <a:pt x="1467" y="2205"/>
                </a:lnTo>
                <a:lnTo>
                  <a:pt x="1466" y="2217"/>
                </a:lnTo>
                <a:lnTo>
                  <a:pt x="1465" y="2227"/>
                </a:lnTo>
                <a:lnTo>
                  <a:pt x="1463" y="2237"/>
                </a:lnTo>
                <a:lnTo>
                  <a:pt x="1462" y="2247"/>
                </a:lnTo>
                <a:lnTo>
                  <a:pt x="1461" y="2256"/>
                </a:lnTo>
                <a:lnTo>
                  <a:pt x="1462" y="2263"/>
                </a:lnTo>
                <a:lnTo>
                  <a:pt x="1466" y="2270"/>
                </a:lnTo>
                <a:lnTo>
                  <a:pt x="1469" y="2277"/>
                </a:lnTo>
                <a:lnTo>
                  <a:pt x="1471" y="2284"/>
                </a:lnTo>
                <a:lnTo>
                  <a:pt x="1471" y="2293"/>
                </a:lnTo>
                <a:lnTo>
                  <a:pt x="1471" y="2302"/>
                </a:lnTo>
                <a:lnTo>
                  <a:pt x="1472" y="2312"/>
                </a:lnTo>
                <a:lnTo>
                  <a:pt x="1475" y="2321"/>
                </a:lnTo>
                <a:lnTo>
                  <a:pt x="1482" y="2330"/>
                </a:lnTo>
                <a:lnTo>
                  <a:pt x="1493" y="2340"/>
                </a:lnTo>
                <a:lnTo>
                  <a:pt x="1503" y="2350"/>
                </a:lnTo>
                <a:lnTo>
                  <a:pt x="1507" y="2362"/>
                </a:lnTo>
                <a:lnTo>
                  <a:pt x="1507" y="2375"/>
                </a:lnTo>
                <a:lnTo>
                  <a:pt x="1504" y="2388"/>
                </a:lnTo>
                <a:lnTo>
                  <a:pt x="1499" y="2400"/>
                </a:lnTo>
                <a:lnTo>
                  <a:pt x="1494" y="2410"/>
                </a:lnTo>
                <a:lnTo>
                  <a:pt x="1490" y="2417"/>
                </a:lnTo>
                <a:lnTo>
                  <a:pt x="1488" y="2419"/>
                </a:lnTo>
                <a:lnTo>
                  <a:pt x="1488" y="2422"/>
                </a:lnTo>
                <a:lnTo>
                  <a:pt x="1486" y="2430"/>
                </a:lnTo>
                <a:lnTo>
                  <a:pt x="1484" y="2442"/>
                </a:lnTo>
                <a:lnTo>
                  <a:pt x="1481" y="2455"/>
                </a:lnTo>
                <a:lnTo>
                  <a:pt x="1476" y="2467"/>
                </a:lnTo>
                <a:lnTo>
                  <a:pt x="1469" y="2478"/>
                </a:lnTo>
                <a:lnTo>
                  <a:pt x="1462" y="2486"/>
                </a:lnTo>
                <a:lnTo>
                  <a:pt x="1451" y="2488"/>
                </a:lnTo>
                <a:lnTo>
                  <a:pt x="1441" y="2487"/>
                </a:lnTo>
                <a:lnTo>
                  <a:pt x="1431" y="2485"/>
                </a:lnTo>
                <a:lnTo>
                  <a:pt x="1422" y="2484"/>
                </a:lnTo>
                <a:lnTo>
                  <a:pt x="1412" y="2483"/>
                </a:lnTo>
                <a:lnTo>
                  <a:pt x="1400" y="2482"/>
                </a:lnTo>
                <a:lnTo>
                  <a:pt x="1389" y="2483"/>
                </a:lnTo>
                <a:lnTo>
                  <a:pt x="1376" y="2484"/>
                </a:lnTo>
                <a:lnTo>
                  <a:pt x="1362" y="2488"/>
                </a:lnTo>
                <a:lnTo>
                  <a:pt x="1348" y="2495"/>
                </a:lnTo>
                <a:lnTo>
                  <a:pt x="1340" y="2503"/>
                </a:lnTo>
                <a:lnTo>
                  <a:pt x="1334" y="2512"/>
                </a:lnTo>
                <a:lnTo>
                  <a:pt x="1330" y="2521"/>
                </a:lnTo>
                <a:lnTo>
                  <a:pt x="1327" y="2529"/>
                </a:lnTo>
                <a:lnTo>
                  <a:pt x="1323" y="2535"/>
                </a:lnTo>
                <a:lnTo>
                  <a:pt x="1318" y="2538"/>
                </a:lnTo>
                <a:lnTo>
                  <a:pt x="1308" y="2536"/>
                </a:lnTo>
                <a:lnTo>
                  <a:pt x="1299" y="2534"/>
                </a:lnTo>
                <a:lnTo>
                  <a:pt x="1292" y="2536"/>
                </a:lnTo>
                <a:lnTo>
                  <a:pt x="1287" y="2542"/>
                </a:lnTo>
                <a:lnTo>
                  <a:pt x="1283" y="2548"/>
                </a:lnTo>
                <a:lnTo>
                  <a:pt x="1279" y="2555"/>
                </a:lnTo>
                <a:lnTo>
                  <a:pt x="1275" y="2562"/>
                </a:lnTo>
                <a:lnTo>
                  <a:pt x="1270" y="2566"/>
                </a:lnTo>
                <a:lnTo>
                  <a:pt x="1264" y="2568"/>
                </a:lnTo>
                <a:lnTo>
                  <a:pt x="1253" y="2570"/>
                </a:lnTo>
                <a:lnTo>
                  <a:pt x="1240" y="2576"/>
                </a:lnTo>
                <a:lnTo>
                  <a:pt x="1224" y="2584"/>
                </a:lnTo>
                <a:lnTo>
                  <a:pt x="1207" y="2593"/>
                </a:lnTo>
                <a:lnTo>
                  <a:pt x="1191" y="2602"/>
                </a:lnTo>
                <a:lnTo>
                  <a:pt x="1178" y="2610"/>
                </a:lnTo>
                <a:lnTo>
                  <a:pt x="1169" y="2616"/>
                </a:lnTo>
                <a:lnTo>
                  <a:pt x="1166" y="2618"/>
                </a:lnTo>
                <a:lnTo>
                  <a:pt x="1163" y="2621"/>
                </a:lnTo>
                <a:lnTo>
                  <a:pt x="1155" y="2629"/>
                </a:lnTo>
                <a:lnTo>
                  <a:pt x="1145" y="2642"/>
                </a:lnTo>
                <a:lnTo>
                  <a:pt x="1132" y="2655"/>
                </a:lnTo>
                <a:lnTo>
                  <a:pt x="1118" y="2668"/>
                </a:lnTo>
                <a:lnTo>
                  <a:pt x="1103" y="2680"/>
                </a:lnTo>
                <a:lnTo>
                  <a:pt x="1090" y="2688"/>
                </a:lnTo>
                <a:lnTo>
                  <a:pt x="1079" y="2692"/>
                </a:lnTo>
                <a:lnTo>
                  <a:pt x="1070" y="2692"/>
                </a:lnTo>
                <a:lnTo>
                  <a:pt x="1063" y="2693"/>
                </a:lnTo>
                <a:lnTo>
                  <a:pt x="1057" y="2696"/>
                </a:lnTo>
                <a:lnTo>
                  <a:pt x="1052" y="2701"/>
                </a:lnTo>
                <a:lnTo>
                  <a:pt x="1048" y="2708"/>
                </a:lnTo>
                <a:lnTo>
                  <a:pt x="1045" y="2719"/>
                </a:lnTo>
                <a:lnTo>
                  <a:pt x="1042" y="2733"/>
                </a:lnTo>
                <a:lnTo>
                  <a:pt x="1039" y="2753"/>
                </a:lnTo>
                <a:lnTo>
                  <a:pt x="1034" y="2772"/>
                </a:lnTo>
                <a:lnTo>
                  <a:pt x="1028" y="2787"/>
                </a:lnTo>
                <a:lnTo>
                  <a:pt x="1020" y="2801"/>
                </a:lnTo>
                <a:lnTo>
                  <a:pt x="1011" y="2811"/>
                </a:lnTo>
                <a:lnTo>
                  <a:pt x="1003" y="2819"/>
                </a:lnTo>
                <a:lnTo>
                  <a:pt x="998" y="2826"/>
                </a:lnTo>
                <a:lnTo>
                  <a:pt x="995" y="2833"/>
                </a:lnTo>
                <a:lnTo>
                  <a:pt x="997" y="2840"/>
                </a:lnTo>
                <a:lnTo>
                  <a:pt x="999" y="2846"/>
                </a:lnTo>
                <a:lnTo>
                  <a:pt x="996" y="2849"/>
                </a:lnTo>
                <a:lnTo>
                  <a:pt x="990" y="2849"/>
                </a:lnTo>
                <a:lnTo>
                  <a:pt x="982" y="2848"/>
                </a:lnTo>
                <a:lnTo>
                  <a:pt x="973" y="2847"/>
                </a:lnTo>
                <a:lnTo>
                  <a:pt x="965" y="2847"/>
                </a:lnTo>
                <a:lnTo>
                  <a:pt x="958" y="2850"/>
                </a:lnTo>
                <a:lnTo>
                  <a:pt x="955" y="2855"/>
                </a:lnTo>
                <a:lnTo>
                  <a:pt x="953" y="2860"/>
                </a:lnTo>
                <a:lnTo>
                  <a:pt x="950" y="2867"/>
                </a:lnTo>
                <a:lnTo>
                  <a:pt x="945" y="2874"/>
                </a:lnTo>
                <a:lnTo>
                  <a:pt x="940" y="2881"/>
                </a:lnTo>
                <a:lnTo>
                  <a:pt x="933" y="2889"/>
                </a:lnTo>
                <a:lnTo>
                  <a:pt x="925" y="2898"/>
                </a:lnTo>
                <a:lnTo>
                  <a:pt x="917" y="2905"/>
                </a:lnTo>
                <a:lnTo>
                  <a:pt x="907" y="2912"/>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12" name="Freeform 969">
            <a:extLst>
              <a:ext uri="{FF2B5EF4-FFF2-40B4-BE49-F238E27FC236}">
                <a16:creationId xmlns:a16="http://schemas.microsoft.com/office/drawing/2014/main" id="{08EC5A7C-7AE9-693E-3249-18BFFE2A3BE2}"/>
              </a:ext>
            </a:extLst>
          </p:cNvPr>
          <p:cNvSpPr>
            <a:spLocks/>
          </p:cNvSpPr>
          <p:nvPr/>
        </p:nvSpPr>
        <p:spPr bwMode="auto">
          <a:xfrm>
            <a:off x="6680200" y="3951288"/>
            <a:ext cx="371475" cy="431800"/>
          </a:xfrm>
          <a:custGeom>
            <a:avLst/>
            <a:gdLst>
              <a:gd name="T0" fmla="*/ 2147483646 w 2242"/>
              <a:gd name="T1" fmla="*/ 2147483646 h 2912"/>
              <a:gd name="T2" fmla="*/ 2147483646 w 2242"/>
              <a:gd name="T3" fmla="*/ 2147483646 h 2912"/>
              <a:gd name="T4" fmla="*/ 2147483646 w 2242"/>
              <a:gd name="T5" fmla="*/ 2147483646 h 2912"/>
              <a:gd name="T6" fmla="*/ 2147483646 w 2242"/>
              <a:gd name="T7" fmla="*/ 2147483646 h 2912"/>
              <a:gd name="T8" fmla="*/ 2147483646 w 2242"/>
              <a:gd name="T9" fmla="*/ 2147483646 h 2912"/>
              <a:gd name="T10" fmla="*/ 2147483646 w 2242"/>
              <a:gd name="T11" fmla="*/ 2147483646 h 2912"/>
              <a:gd name="T12" fmla="*/ 2147483646 w 2242"/>
              <a:gd name="T13" fmla="*/ 2147483646 h 2912"/>
              <a:gd name="T14" fmla="*/ 2147483646 w 2242"/>
              <a:gd name="T15" fmla="*/ 2147483646 h 2912"/>
              <a:gd name="T16" fmla="*/ 2147483646 w 2242"/>
              <a:gd name="T17" fmla="*/ 2147483646 h 2912"/>
              <a:gd name="T18" fmla="*/ 2147483646 w 2242"/>
              <a:gd name="T19" fmla="*/ 2147483646 h 2912"/>
              <a:gd name="T20" fmla="*/ 2147483646 w 2242"/>
              <a:gd name="T21" fmla="*/ 2147483646 h 2912"/>
              <a:gd name="T22" fmla="*/ 2147483646 w 2242"/>
              <a:gd name="T23" fmla="*/ 2147483646 h 2912"/>
              <a:gd name="T24" fmla="*/ 2147483646 w 2242"/>
              <a:gd name="T25" fmla="*/ 2147483646 h 2912"/>
              <a:gd name="T26" fmla="*/ 2147483646 w 2242"/>
              <a:gd name="T27" fmla="*/ 2147483646 h 2912"/>
              <a:gd name="T28" fmla="*/ 2147483646 w 2242"/>
              <a:gd name="T29" fmla="*/ 2147483646 h 2912"/>
              <a:gd name="T30" fmla="*/ 2147483646 w 2242"/>
              <a:gd name="T31" fmla="*/ 2147483646 h 2912"/>
              <a:gd name="T32" fmla="*/ 2147483646 w 2242"/>
              <a:gd name="T33" fmla="*/ 2147483646 h 2912"/>
              <a:gd name="T34" fmla="*/ 2147483646 w 2242"/>
              <a:gd name="T35" fmla="*/ 2147483646 h 2912"/>
              <a:gd name="T36" fmla="*/ 2147483646 w 2242"/>
              <a:gd name="T37" fmla="*/ 2147483646 h 2912"/>
              <a:gd name="T38" fmla="*/ 2147483646 w 2242"/>
              <a:gd name="T39" fmla="*/ 2147483646 h 2912"/>
              <a:gd name="T40" fmla="*/ 2147483646 w 2242"/>
              <a:gd name="T41" fmla="*/ 2147483646 h 2912"/>
              <a:gd name="T42" fmla="*/ 2147483646 w 2242"/>
              <a:gd name="T43" fmla="*/ 2147483646 h 2912"/>
              <a:gd name="T44" fmla="*/ 2147483646 w 2242"/>
              <a:gd name="T45" fmla="*/ 2147483646 h 2912"/>
              <a:gd name="T46" fmla="*/ 2147483646 w 2242"/>
              <a:gd name="T47" fmla="*/ 2147483646 h 2912"/>
              <a:gd name="T48" fmla="*/ 2147483646 w 2242"/>
              <a:gd name="T49" fmla="*/ 2147483646 h 2912"/>
              <a:gd name="T50" fmla="*/ 2147483646 w 2242"/>
              <a:gd name="T51" fmla="*/ 2147483646 h 2912"/>
              <a:gd name="T52" fmla="*/ 2147483646 w 2242"/>
              <a:gd name="T53" fmla="*/ 2147483646 h 2912"/>
              <a:gd name="T54" fmla="*/ 2147483646 w 2242"/>
              <a:gd name="T55" fmla="*/ 2147483646 h 2912"/>
              <a:gd name="T56" fmla="*/ 2147483646 w 2242"/>
              <a:gd name="T57" fmla="*/ 2147483646 h 2912"/>
              <a:gd name="T58" fmla="*/ 2147483646 w 2242"/>
              <a:gd name="T59" fmla="*/ 2147483646 h 2912"/>
              <a:gd name="T60" fmla="*/ 2147483646 w 2242"/>
              <a:gd name="T61" fmla="*/ 2147483646 h 2912"/>
              <a:gd name="T62" fmla="*/ 2147483646 w 2242"/>
              <a:gd name="T63" fmla="*/ 2147483646 h 2912"/>
              <a:gd name="T64" fmla="*/ 2147483646 w 2242"/>
              <a:gd name="T65" fmla="*/ 2147483646 h 2912"/>
              <a:gd name="T66" fmla="*/ 2147483646 w 2242"/>
              <a:gd name="T67" fmla="*/ 2147483646 h 2912"/>
              <a:gd name="T68" fmla="*/ 2147483646 w 2242"/>
              <a:gd name="T69" fmla="*/ 2147483646 h 2912"/>
              <a:gd name="T70" fmla="*/ 2147483646 w 2242"/>
              <a:gd name="T71" fmla="*/ 2147483646 h 2912"/>
              <a:gd name="T72" fmla="*/ 2147483646 w 2242"/>
              <a:gd name="T73" fmla="*/ 2147483646 h 2912"/>
              <a:gd name="T74" fmla="*/ 2147483646 w 2242"/>
              <a:gd name="T75" fmla="*/ 2147483646 h 2912"/>
              <a:gd name="T76" fmla="*/ 2147483646 w 2242"/>
              <a:gd name="T77" fmla="*/ 2147483646 h 2912"/>
              <a:gd name="T78" fmla="*/ 2147483646 w 2242"/>
              <a:gd name="T79" fmla="*/ 2147483646 h 2912"/>
              <a:gd name="T80" fmla="*/ 2147483646 w 2242"/>
              <a:gd name="T81" fmla="*/ 2147483646 h 2912"/>
              <a:gd name="T82" fmla="*/ 2147483646 w 2242"/>
              <a:gd name="T83" fmla="*/ 2147483646 h 2912"/>
              <a:gd name="T84" fmla="*/ 2147483646 w 2242"/>
              <a:gd name="T85" fmla="*/ 2147483646 h 2912"/>
              <a:gd name="T86" fmla="*/ 2147483646 w 2242"/>
              <a:gd name="T87" fmla="*/ 2147483646 h 2912"/>
              <a:gd name="T88" fmla="*/ 2147483646 w 2242"/>
              <a:gd name="T89" fmla="*/ 2147483646 h 2912"/>
              <a:gd name="T90" fmla="*/ 2147483646 w 2242"/>
              <a:gd name="T91" fmla="*/ 2147483646 h 2912"/>
              <a:gd name="T92" fmla="*/ 2147483646 w 2242"/>
              <a:gd name="T93" fmla="*/ 2147483646 h 2912"/>
              <a:gd name="T94" fmla="*/ 2147483646 w 2242"/>
              <a:gd name="T95" fmla="*/ 2147483646 h 2912"/>
              <a:gd name="T96" fmla="*/ 2147483646 w 2242"/>
              <a:gd name="T97" fmla="*/ 2147483646 h 2912"/>
              <a:gd name="T98" fmla="*/ 2147483646 w 2242"/>
              <a:gd name="T99" fmla="*/ 2147483646 h 2912"/>
              <a:gd name="T100" fmla="*/ 2147483646 w 2242"/>
              <a:gd name="T101" fmla="*/ 2147483646 h 2912"/>
              <a:gd name="T102" fmla="*/ 2147483646 w 2242"/>
              <a:gd name="T103" fmla="*/ 2147483646 h 2912"/>
              <a:gd name="T104" fmla="*/ 2147483646 w 2242"/>
              <a:gd name="T105" fmla="*/ 2147483646 h 2912"/>
              <a:gd name="T106" fmla="*/ 2147483646 w 2242"/>
              <a:gd name="T107" fmla="*/ 2147483646 h 2912"/>
              <a:gd name="T108" fmla="*/ 2147483646 w 2242"/>
              <a:gd name="T109" fmla="*/ 2147483646 h 2912"/>
              <a:gd name="T110" fmla="*/ 2147483646 w 2242"/>
              <a:gd name="T111" fmla="*/ 2147483646 h 2912"/>
              <a:gd name="T112" fmla="*/ 2147483646 w 2242"/>
              <a:gd name="T113" fmla="*/ 2147483646 h 2912"/>
              <a:gd name="T114" fmla="*/ 2147483646 w 2242"/>
              <a:gd name="T115" fmla="*/ 2147483646 h 2912"/>
              <a:gd name="T116" fmla="*/ 2147483646 w 2242"/>
              <a:gd name="T117" fmla="*/ 2147483646 h 2912"/>
              <a:gd name="T118" fmla="*/ 2147483646 w 2242"/>
              <a:gd name="T119" fmla="*/ 2147483646 h 2912"/>
              <a:gd name="T120" fmla="*/ 2147483646 w 2242"/>
              <a:gd name="T121" fmla="*/ 2147483646 h 2912"/>
              <a:gd name="T122" fmla="*/ 2147483646 w 2242"/>
              <a:gd name="T123" fmla="*/ 2147483646 h 2912"/>
              <a:gd name="T124" fmla="*/ 2147483646 w 2242"/>
              <a:gd name="T125" fmla="*/ 2147483646 h 29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42" h="2912">
                <a:moveTo>
                  <a:pt x="907" y="2912"/>
                </a:moveTo>
                <a:lnTo>
                  <a:pt x="907" y="2912"/>
                </a:lnTo>
                <a:lnTo>
                  <a:pt x="906" y="2912"/>
                </a:lnTo>
                <a:lnTo>
                  <a:pt x="901" y="2902"/>
                </a:lnTo>
                <a:lnTo>
                  <a:pt x="896" y="2885"/>
                </a:lnTo>
                <a:lnTo>
                  <a:pt x="890" y="2865"/>
                </a:lnTo>
                <a:lnTo>
                  <a:pt x="885" y="2843"/>
                </a:lnTo>
                <a:lnTo>
                  <a:pt x="881" y="2820"/>
                </a:lnTo>
                <a:lnTo>
                  <a:pt x="877" y="2801"/>
                </a:lnTo>
                <a:lnTo>
                  <a:pt x="876" y="2784"/>
                </a:lnTo>
                <a:lnTo>
                  <a:pt x="876" y="2775"/>
                </a:lnTo>
                <a:lnTo>
                  <a:pt x="877" y="2769"/>
                </a:lnTo>
                <a:lnTo>
                  <a:pt x="877" y="2761"/>
                </a:lnTo>
                <a:lnTo>
                  <a:pt x="876" y="2752"/>
                </a:lnTo>
                <a:lnTo>
                  <a:pt x="874" y="2742"/>
                </a:lnTo>
                <a:lnTo>
                  <a:pt x="868" y="2730"/>
                </a:lnTo>
                <a:lnTo>
                  <a:pt x="858" y="2718"/>
                </a:lnTo>
                <a:lnTo>
                  <a:pt x="844" y="2705"/>
                </a:lnTo>
                <a:lnTo>
                  <a:pt x="825" y="2692"/>
                </a:lnTo>
                <a:lnTo>
                  <a:pt x="805" y="2678"/>
                </a:lnTo>
                <a:lnTo>
                  <a:pt x="792" y="2665"/>
                </a:lnTo>
                <a:lnTo>
                  <a:pt x="782" y="2652"/>
                </a:lnTo>
                <a:lnTo>
                  <a:pt x="776" y="2639"/>
                </a:lnTo>
                <a:lnTo>
                  <a:pt x="772" y="2628"/>
                </a:lnTo>
                <a:lnTo>
                  <a:pt x="769" y="2618"/>
                </a:lnTo>
                <a:lnTo>
                  <a:pt x="767" y="2609"/>
                </a:lnTo>
                <a:lnTo>
                  <a:pt x="764" y="2602"/>
                </a:lnTo>
                <a:lnTo>
                  <a:pt x="759" y="2594"/>
                </a:lnTo>
                <a:lnTo>
                  <a:pt x="758" y="2582"/>
                </a:lnTo>
                <a:lnTo>
                  <a:pt x="758" y="2571"/>
                </a:lnTo>
                <a:lnTo>
                  <a:pt x="759" y="2559"/>
                </a:lnTo>
                <a:lnTo>
                  <a:pt x="763" y="2547"/>
                </a:lnTo>
                <a:lnTo>
                  <a:pt x="767" y="2534"/>
                </a:lnTo>
                <a:lnTo>
                  <a:pt x="773" y="2522"/>
                </a:lnTo>
                <a:lnTo>
                  <a:pt x="780" y="2512"/>
                </a:lnTo>
                <a:lnTo>
                  <a:pt x="786" y="2501"/>
                </a:lnTo>
                <a:lnTo>
                  <a:pt x="791" y="2487"/>
                </a:lnTo>
                <a:lnTo>
                  <a:pt x="794" y="2473"/>
                </a:lnTo>
                <a:lnTo>
                  <a:pt x="797" y="2458"/>
                </a:lnTo>
                <a:lnTo>
                  <a:pt x="799" y="2442"/>
                </a:lnTo>
                <a:lnTo>
                  <a:pt x="800" y="2426"/>
                </a:lnTo>
                <a:lnTo>
                  <a:pt x="802" y="2411"/>
                </a:lnTo>
                <a:lnTo>
                  <a:pt x="804" y="2396"/>
                </a:lnTo>
                <a:lnTo>
                  <a:pt x="804" y="2383"/>
                </a:lnTo>
                <a:lnTo>
                  <a:pt x="799" y="2373"/>
                </a:lnTo>
                <a:lnTo>
                  <a:pt x="791" y="2364"/>
                </a:lnTo>
                <a:lnTo>
                  <a:pt x="783" y="2354"/>
                </a:lnTo>
                <a:lnTo>
                  <a:pt x="776" y="2343"/>
                </a:lnTo>
                <a:lnTo>
                  <a:pt x="771" y="2326"/>
                </a:lnTo>
                <a:lnTo>
                  <a:pt x="771" y="2306"/>
                </a:lnTo>
                <a:lnTo>
                  <a:pt x="776" y="2277"/>
                </a:lnTo>
                <a:lnTo>
                  <a:pt x="780" y="2248"/>
                </a:lnTo>
                <a:lnTo>
                  <a:pt x="775" y="2223"/>
                </a:lnTo>
                <a:lnTo>
                  <a:pt x="763" y="2202"/>
                </a:lnTo>
                <a:lnTo>
                  <a:pt x="745" y="2184"/>
                </a:lnTo>
                <a:lnTo>
                  <a:pt x="725" y="2170"/>
                </a:lnTo>
                <a:lnTo>
                  <a:pt x="704" y="2161"/>
                </a:lnTo>
                <a:lnTo>
                  <a:pt x="685" y="2154"/>
                </a:lnTo>
                <a:lnTo>
                  <a:pt x="670" y="2151"/>
                </a:lnTo>
                <a:lnTo>
                  <a:pt x="657" y="2150"/>
                </a:lnTo>
                <a:lnTo>
                  <a:pt x="647" y="2149"/>
                </a:lnTo>
                <a:lnTo>
                  <a:pt x="637" y="2148"/>
                </a:lnTo>
                <a:lnTo>
                  <a:pt x="628" y="2146"/>
                </a:lnTo>
                <a:lnTo>
                  <a:pt x="621" y="2143"/>
                </a:lnTo>
                <a:lnTo>
                  <a:pt x="615" y="2138"/>
                </a:lnTo>
                <a:lnTo>
                  <a:pt x="609" y="2131"/>
                </a:lnTo>
                <a:lnTo>
                  <a:pt x="606" y="2122"/>
                </a:lnTo>
                <a:lnTo>
                  <a:pt x="603" y="2112"/>
                </a:lnTo>
                <a:lnTo>
                  <a:pt x="600" y="2099"/>
                </a:lnTo>
                <a:lnTo>
                  <a:pt x="596" y="2085"/>
                </a:lnTo>
                <a:lnTo>
                  <a:pt x="591" y="2073"/>
                </a:lnTo>
                <a:lnTo>
                  <a:pt x="585" y="2061"/>
                </a:lnTo>
                <a:lnTo>
                  <a:pt x="580" y="2053"/>
                </a:lnTo>
                <a:lnTo>
                  <a:pt x="574" y="2047"/>
                </a:lnTo>
                <a:lnTo>
                  <a:pt x="568" y="2047"/>
                </a:lnTo>
                <a:lnTo>
                  <a:pt x="562" y="2045"/>
                </a:lnTo>
                <a:lnTo>
                  <a:pt x="554" y="2035"/>
                </a:lnTo>
                <a:lnTo>
                  <a:pt x="548" y="2021"/>
                </a:lnTo>
                <a:lnTo>
                  <a:pt x="541" y="2003"/>
                </a:lnTo>
                <a:lnTo>
                  <a:pt x="533" y="1982"/>
                </a:lnTo>
                <a:lnTo>
                  <a:pt x="526" y="1963"/>
                </a:lnTo>
                <a:lnTo>
                  <a:pt x="518" y="1946"/>
                </a:lnTo>
                <a:lnTo>
                  <a:pt x="510" y="1932"/>
                </a:lnTo>
                <a:lnTo>
                  <a:pt x="504" y="1922"/>
                </a:lnTo>
                <a:lnTo>
                  <a:pt x="498" y="1911"/>
                </a:lnTo>
                <a:lnTo>
                  <a:pt x="493" y="1901"/>
                </a:lnTo>
                <a:lnTo>
                  <a:pt x="490" y="1891"/>
                </a:lnTo>
                <a:lnTo>
                  <a:pt x="489" y="1880"/>
                </a:lnTo>
                <a:lnTo>
                  <a:pt x="490" y="1871"/>
                </a:lnTo>
                <a:lnTo>
                  <a:pt x="493" y="1862"/>
                </a:lnTo>
                <a:lnTo>
                  <a:pt x="500" y="1853"/>
                </a:lnTo>
                <a:lnTo>
                  <a:pt x="507" y="1845"/>
                </a:lnTo>
                <a:lnTo>
                  <a:pt x="512" y="1837"/>
                </a:lnTo>
                <a:lnTo>
                  <a:pt x="513" y="1828"/>
                </a:lnTo>
                <a:lnTo>
                  <a:pt x="513" y="1822"/>
                </a:lnTo>
                <a:lnTo>
                  <a:pt x="512" y="1816"/>
                </a:lnTo>
                <a:lnTo>
                  <a:pt x="510" y="1812"/>
                </a:lnTo>
                <a:lnTo>
                  <a:pt x="509" y="1809"/>
                </a:lnTo>
                <a:lnTo>
                  <a:pt x="508" y="1808"/>
                </a:lnTo>
                <a:lnTo>
                  <a:pt x="507" y="1805"/>
                </a:lnTo>
                <a:lnTo>
                  <a:pt x="503" y="1799"/>
                </a:lnTo>
                <a:lnTo>
                  <a:pt x="498" y="1789"/>
                </a:lnTo>
                <a:lnTo>
                  <a:pt x="494" y="1777"/>
                </a:lnTo>
                <a:lnTo>
                  <a:pt x="491" y="1766"/>
                </a:lnTo>
                <a:lnTo>
                  <a:pt x="490" y="1756"/>
                </a:lnTo>
                <a:lnTo>
                  <a:pt x="494" y="1747"/>
                </a:lnTo>
                <a:lnTo>
                  <a:pt x="502" y="1743"/>
                </a:lnTo>
                <a:lnTo>
                  <a:pt x="513" y="1739"/>
                </a:lnTo>
                <a:lnTo>
                  <a:pt x="518" y="1729"/>
                </a:lnTo>
                <a:lnTo>
                  <a:pt x="520" y="1718"/>
                </a:lnTo>
                <a:lnTo>
                  <a:pt x="520" y="1704"/>
                </a:lnTo>
                <a:lnTo>
                  <a:pt x="519" y="1689"/>
                </a:lnTo>
                <a:lnTo>
                  <a:pt x="518" y="1673"/>
                </a:lnTo>
                <a:lnTo>
                  <a:pt x="517" y="1657"/>
                </a:lnTo>
                <a:lnTo>
                  <a:pt x="519" y="1643"/>
                </a:lnTo>
                <a:lnTo>
                  <a:pt x="519" y="1629"/>
                </a:lnTo>
                <a:lnTo>
                  <a:pt x="514" y="1616"/>
                </a:lnTo>
                <a:lnTo>
                  <a:pt x="505" y="1604"/>
                </a:lnTo>
                <a:lnTo>
                  <a:pt x="495" y="1593"/>
                </a:lnTo>
                <a:lnTo>
                  <a:pt x="485" y="1585"/>
                </a:lnTo>
                <a:lnTo>
                  <a:pt x="475" y="1577"/>
                </a:lnTo>
                <a:lnTo>
                  <a:pt x="469" y="1573"/>
                </a:lnTo>
                <a:lnTo>
                  <a:pt x="466" y="1571"/>
                </a:lnTo>
                <a:lnTo>
                  <a:pt x="404" y="1473"/>
                </a:lnTo>
                <a:lnTo>
                  <a:pt x="327" y="1455"/>
                </a:lnTo>
                <a:lnTo>
                  <a:pt x="325" y="1456"/>
                </a:lnTo>
                <a:lnTo>
                  <a:pt x="319" y="1458"/>
                </a:lnTo>
                <a:lnTo>
                  <a:pt x="310" y="1461"/>
                </a:lnTo>
                <a:lnTo>
                  <a:pt x="300" y="1462"/>
                </a:lnTo>
                <a:lnTo>
                  <a:pt x="290" y="1462"/>
                </a:lnTo>
                <a:lnTo>
                  <a:pt x="280" y="1458"/>
                </a:lnTo>
                <a:lnTo>
                  <a:pt x="271" y="1449"/>
                </a:lnTo>
                <a:lnTo>
                  <a:pt x="264" y="1435"/>
                </a:lnTo>
                <a:lnTo>
                  <a:pt x="258" y="1418"/>
                </a:lnTo>
                <a:lnTo>
                  <a:pt x="253" y="1405"/>
                </a:lnTo>
                <a:lnTo>
                  <a:pt x="249" y="1395"/>
                </a:lnTo>
                <a:lnTo>
                  <a:pt x="245" y="1388"/>
                </a:lnTo>
                <a:lnTo>
                  <a:pt x="242" y="1382"/>
                </a:lnTo>
                <a:lnTo>
                  <a:pt x="239" y="1379"/>
                </a:lnTo>
                <a:lnTo>
                  <a:pt x="238" y="1377"/>
                </a:lnTo>
                <a:lnTo>
                  <a:pt x="237" y="1377"/>
                </a:lnTo>
                <a:lnTo>
                  <a:pt x="223" y="1414"/>
                </a:lnTo>
                <a:lnTo>
                  <a:pt x="222" y="1414"/>
                </a:lnTo>
                <a:lnTo>
                  <a:pt x="218" y="1413"/>
                </a:lnTo>
                <a:lnTo>
                  <a:pt x="211" y="1413"/>
                </a:lnTo>
                <a:lnTo>
                  <a:pt x="204" y="1411"/>
                </a:lnTo>
                <a:lnTo>
                  <a:pt x="196" y="1410"/>
                </a:lnTo>
                <a:lnTo>
                  <a:pt x="187" y="1407"/>
                </a:lnTo>
                <a:lnTo>
                  <a:pt x="179" y="1404"/>
                </a:lnTo>
                <a:lnTo>
                  <a:pt x="170" y="1400"/>
                </a:lnTo>
                <a:lnTo>
                  <a:pt x="161" y="1396"/>
                </a:lnTo>
                <a:lnTo>
                  <a:pt x="154" y="1391"/>
                </a:lnTo>
                <a:lnTo>
                  <a:pt x="148" y="1385"/>
                </a:lnTo>
                <a:lnTo>
                  <a:pt x="142" y="1377"/>
                </a:lnTo>
                <a:lnTo>
                  <a:pt x="137" y="1368"/>
                </a:lnTo>
                <a:lnTo>
                  <a:pt x="132" y="1357"/>
                </a:lnTo>
                <a:lnTo>
                  <a:pt x="128" y="1344"/>
                </a:lnTo>
                <a:lnTo>
                  <a:pt x="125" y="1328"/>
                </a:lnTo>
                <a:lnTo>
                  <a:pt x="120" y="1314"/>
                </a:lnTo>
                <a:lnTo>
                  <a:pt x="108" y="1296"/>
                </a:lnTo>
                <a:lnTo>
                  <a:pt x="93" y="1276"/>
                </a:lnTo>
                <a:lnTo>
                  <a:pt x="76" y="1255"/>
                </a:lnTo>
                <a:lnTo>
                  <a:pt x="55" y="1234"/>
                </a:lnTo>
                <a:lnTo>
                  <a:pt x="36" y="1213"/>
                </a:lnTo>
                <a:lnTo>
                  <a:pt x="17" y="1195"/>
                </a:lnTo>
                <a:lnTo>
                  <a:pt x="0" y="1178"/>
                </a:lnTo>
                <a:lnTo>
                  <a:pt x="17" y="1180"/>
                </a:lnTo>
                <a:lnTo>
                  <a:pt x="33" y="1184"/>
                </a:lnTo>
                <a:lnTo>
                  <a:pt x="49" y="1186"/>
                </a:lnTo>
                <a:lnTo>
                  <a:pt x="66" y="1188"/>
                </a:lnTo>
                <a:lnTo>
                  <a:pt x="80" y="1189"/>
                </a:lnTo>
                <a:lnTo>
                  <a:pt x="94" y="1187"/>
                </a:lnTo>
                <a:lnTo>
                  <a:pt x="105" y="1184"/>
                </a:lnTo>
                <a:lnTo>
                  <a:pt x="116" y="1176"/>
                </a:lnTo>
                <a:lnTo>
                  <a:pt x="128" y="1167"/>
                </a:lnTo>
                <a:lnTo>
                  <a:pt x="143" y="1158"/>
                </a:lnTo>
                <a:lnTo>
                  <a:pt x="161" y="1150"/>
                </a:lnTo>
                <a:lnTo>
                  <a:pt x="180" y="1143"/>
                </a:lnTo>
                <a:lnTo>
                  <a:pt x="199" y="1139"/>
                </a:lnTo>
                <a:lnTo>
                  <a:pt x="218" y="1136"/>
                </a:lnTo>
                <a:lnTo>
                  <a:pt x="234" y="1137"/>
                </a:lnTo>
                <a:lnTo>
                  <a:pt x="247" y="1140"/>
                </a:lnTo>
                <a:lnTo>
                  <a:pt x="259" y="1144"/>
                </a:lnTo>
                <a:lnTo>
                  <a:pt x="274" y="1145"/>
                </a:lnTo>
                <a:lnTo>
                  <a:pt x="289" y="1144"/>
                </a:lnTo>
                <a:lnTo>
                  <a:pt x="303" y="1143"/>
                </a:lnTo>
                <a:lnTo>
                  <a:pt x="317" y="1143"/>
                </a:lnTo>
                <a:lnTo>
                  <a:pt x="328" y="1145"/>
                </a:lnTo>
                <a:lnTo>
                  <a:pt x="337" y="1150"/>
                </a:lnTo>
                <a:lnTo>
                  <a:pt x="342" y="1159"/>
                </a:lnTo>
                <a:lnTo>
                  <a:pt x="346" y="1167"/>
                </a:lnTo>
                <a:lnTo>
                  <a:pt x="352" y="1169"/>
                </a:lnTo>
                <a:lnTo>
                  <a:pt x="360" y="1166"/>
                </a:lnTo>
                <a:lnTo>
                  <a:pt x="370" y="1161"/>
                </a:lnTo>
                <a:lnTo>
                  <a:pt x="380" y="1156"/>
                </a:lnTo>
                <a:lnTo>
                  <a:pt x="391" y="1152"/>
                </a:lnTo>
                <a:lnTo>
                  <a:pt x="402" y="1152"/>
                </a:lnTo>
                <a:lnTo>
                  <a:pt x="415" y="1157"/>
                </a:lnTo>
                <a:lnTo>
                  <a:pt x="426" y="1164"/>
                </a:lnTo>
                <a:lnTo>
                  <a:pt x="435" y="1169"/>
                </a:lnTo>
                <a:lnTo>
                  <a:pt x="444" y="1173"/>
                </a:lnTo>
                <a:lnTo>
                  <a:pt x="451" y="1174"/>
                </a:lnTo>
                <a:lnTo>
                  <a:pt x="459" y="1174"/>
                </a:lnTo>
                <a:lnTo>
                  <a:pt x="467" y="1173"/>
                </a:lnTo>
                <a:lnTo>
                  <a:pt x="474" y="1170"/>
                </a:lnTo>
                <a:lnTo>
                  <a:pt x="482" y="1165"/>
                </a:lnTo>
                <a:lnTo>
                  <a:pt x="492" y="1158"/>
                </a:lnTo>
                <a:lnTo>
                  <a:pt x="504" y="1149"/>
                </a:lnTo>
                <a:lnTo>
                  <a:pt x="520" y="1139"/>
                </a:lnTo>
                <a:lnTo>
                  <a:pt x="535" y="1128"/>
                </a:lnTo>
                <a:lnTo>
                  <a:pt x="550" y="1120"/>
                </a:lnTo>
                <a:lnTo>
                  <a:pt x="566" y="1114"/>
                </a:lnTo>
                <a:lnTo>
                  <a:pt x="579" y="1113"/>
                </a:lnTo>
                <a:lnTo>
                  <a:pt x="589" y="1117"/>
                </a:lnTo>
                <a:lnTo>
                  <a:pt x="597" y="1124"/>
                </a:lnTo>
                <a:lnTo>
                  <a:pt x="605" y="1130"/>
                </a:lnTo>
                <a:lnTo>
                  <a:pt x="612" y="1135"/>
                </a:lnTo>
                <a:lnTo>
                  <a:pt x="619" y="1138"/>
                </a:lnTo>
                <a:lnTo>
                  <a:pt x="626" y="1140"/>
                </a:lnTo>
                <a:lnTo>
                  <a:pt x="634" y="1140"/>
                </a:lnTo>
                <a:lnTo>
                  <a:pt x="644" y="1137"/>
                </a:lnTo>
                <a:lnTo>
                  <a:pt x="655" y="1132"/>
                </a:lnTo>
                <a:lnTo>
                  <a:pt x="667" y="1125"/>
                </a:lnTo>
                <a:lnTo>
                  <a:pt x="675" y="1120"/>
                </a:lnTo>
                <a:lnTo>
                  <a:pt x="682" y="1115"/>
                </a:lnTo>
                <a:lnTo>
                  <a:pt x="688" y="1112"/>
                </a:lnTo>
                <a:lnTo>
                  <a:pt x="694" y="1111"/>
                </a:lnTo>
                <a:lnTo>
                  <a:pt x="701" y="1111"/>
                </a:lnTo>
                <a:lnTo>
                  <a:pt x="710" y="1113"/>
                </a:lnTo>
                <a:lnTo>
                  <a:pt x="723" y="1117"/>
                </a:lnTo>
                <a:lnTo>
                  <a:pt x="736" y="1118"/>
                </a:lnTo>
                <a:lnTo>
                  <a:pt x="747" y="1114"/>
                </a:lnTo>
                <a:lnTo>
                  <a:pt x="757" y="1105"/>
                </a:lnTo>
                <a:lnTo>
                  <a:pt x="768" y="1093"/>
                </a:lnTo>
                <a:lnTo>
                  <a:pt x="776" y="1082"/>
                </a:lnTo>
                <a:lnTo>
                  <a:pt x="785" y="1071"/>
                </a:lnTo>
                <a:lnTo>
                  <a:pt x="793" y="1065"/>
                </a:lnTo>
                <a:lnTo>
                  <a:pt x="801" y="1064"/>
                </a:lnTo>
                <a:lnTo>
                  <a:pt x="811" y="1064"/>
                </a:lnTo>
                <a:lnTo>
                  <a:pt x="823" y="1059"/>
                </a:lnTo>
                <a:lnTo>
                  <a:pt x="834" y="1050"/>
                </a:lnTo>
                <a:lnTo>
                  <a:pt x="846" y="1039"/>
                </a:lnTo>
                <a:lnTo>
                  <a:pt x="857" y="1028"/>
                </a:lnTo>
                <a:lnTo>
                  <a:pt x="867" y="1018"/>
                </a:lnTo>
                <a:lnTo>
                  <a:pt x="873" y="1011"/>
                </a:lnTo>
                <a:lnTo>
                  <a:pt x="875" y="1008"/>
                </a:lnTo>
                <a:lnTo>
                  <a:pt x="878" y="1006"/>
                </a:lnTo>
                <a:lnTo>
                  <a:pt x="885" y="1002"/>
                </a:lnTo>
                <a:lnTo>
                  <a:pt x="895" y="996"/>
                </a:lnTo>
                <a:lnTo>
                  <a:pt x="908" y="989"/>
                </a:lnTo>
                <a:lnTo>
                  <a:pt x="922" y="982"/>
                </a:lnTo>
                <a:lnTo>
                  <a:pt x="936" y="974"/>
                </a:lnTo>
                <a:lnTo>
                  <a:pt x="948" y="967"/>
                </a:lnTo>
                <a:lnTo>
                  <a:pt x="958" y="963"/>
                </a:lnTo>
                <a:lnTo>
                  <a:pt x="966" y="959"/>
                </a:lnTo>
                <a:lnTo>
                  <a:pt x="972" y="955"/>
                </a:lnTo>
                <a:lnTo>
                  <a:pt x="976" y="950"/>
                </a:lnTo>
                <a:lnTo>
                  <a:pt x="978" y="944"/>
                </a:lnTo>
                <a:lnTo>
                  <a:pt x="979" y="938"/>
                </a:lnTo>
                <a:lnTo>
                  <a:pt x="979" y="931"/>
                </a:lnTo>
                <a:lnTo>
                  <a:pt x="976" y="923"/>
                </a:lnTo>
                <a:lnTo>
                  <a:pt x="973" y="915"/>
                </a:lnTo>
                <a:lnTo>
                  <a:pt x="969" y="906"/>
                </a:lnTo>
                <a:lnTo>
                  <a:pt x="967" y="895"/>
                </a:lnTo>
                <a:lnTo>
                  <a:pt x="966" y="883"/>
                </a:lnTo>
                <a:lnTo>
                  <a:pt x="966" y="870"/>
                </a:lnTo>
                <a:lnTo>
                  <a:pt x="968" y="858"/>
                </a:lnTo>
                <a:lnTo>
                  <a:pt x="972" y="846"/>
                </a:lnTo>
                <a:lnTo>
                  <a:pt x="978" y="835"/>
                </a:lnTo>
                <a:lnTo>
                  <a:pt x="986" y="825"/>
                </a:lnTo>
                <a:lnTo>
                  <a:pt x="995" y="816"/>
                </a:lnTo>
                <a:lnTo>
                  <a:pt x="1002" y="805"/>
                </a:lnTo>
                <a:lnTo>
                  <a:pt x="1008" y="794"/>
                </a:lnTo>
                <a:lnTo>
                  <a:pt x="1013" y="782"/>
                </a:lnTo>
                <a:lnTo>
                  <a:pt x="1017" y="769"/>
                </a:lnTo>
                <a:lnTo>
                  <a:pt x="1020" y="758"/>
                </a:lnTo>
                <a:lnTo>
                  <a:pt x="1022" y="749"/>
                </a:lnTo>
                <a:lnTo>
                  <a:pt x="1023" y="741"/>
                </a:lnTo>
                <a:lnTo>
                  <a:pt x="1024" y="734"/>
                </a:lnTo>
                <a:lnTo>
                  <a:pt x="1025" y="726"/>
                </a:lnTo>
                <a:lnTo>
                  <a:pt x="1026" y="718"/>
                </a:lnTo>
                <a:lnTo>
                  <a:pt x="1029" y="710"/>
                </a:lnTo>
                <a:lnTo>
                  <a:pt x="1033" y="704"/>
                </a:lnTo>
                <a:lnTo>
                  <a:pt x="1041" y="699"/>
                </a:lnTo>
                <a:lnTo>
                  <a:pt x="1052" y="696"/>
                </a:lnTo>
                <a:lnTo>
                  <a:pt x="1068" y="696"/>
                </a:lnTo>
                <a:lnTo>
                  <a:pt x="1084" y="695"/>
                </a:lnTo>
                <a:lnTo>
                  <a:pt x="1098" y="691"/>
                </a:lnTo>
                <a:lnTo>
                  <a:pt x="1111" y="685"/>
                </a:lnTo>
                <a:lnTo>
                  <a:pt x="1120" y="677"/>
                </a:lnTo>
                <a:lnTo>
                  <a:pt x="1127" y="669"/>
                </a:lnTo>
                <a:lnTo>
                  <a:pt x="1131" y="663"/>
                </a:lnTo>
                <a:lnTo>
                  <a:pt x="1134" y="658"/>
                </a:lnTo>
                <a:lnTo>
                  <a:pt x="1135" y="656"/>
                </a:lnTo>
                <a:lnTo>
                  <a:pt x="1137" y="655"/>
                </a:lnTo>
                <a:lnTo>
                  <a:pt x="1140" y="654"/>
                </a:lnTo>
                <a:lnTo>
                  <a:pt x="1145" y="654"/>
                </a:lnTo>
                <a:lnTo>
                  <a:pt x="1151" y="654"/>
                </a:lnTo>
                <a:lnTo>
                  <a:pt x="1161" y="655"/>
                </a:lnTo>
                <a:lnTo>
                  <a:pt x="1173" y="658"/>
                </a:lnTo>
                <a:lnTo>
                  <a:pt x="1188" y="662"/>
                </a:lnTo>
                <a:lnTo>
                  <a:pt x="1204" y="668"/>
                </a:lnTo>
                <a:lnTo>
                  <a:pt x="1220" y="674"/>
                </a:lnTo>
                <a:lnTo>
                  <a:pt x="1234" y="681"/>
                </a:lnTo>
                <a:lnTo>
                  <a:pt x="1248" y="684"/>
                </a:lnTo>
                <a:lnTo>
                  <a:pt x="1262" y="685"/>
                </a:lnTo>
                <a:lnTo>
                  <a:pt x="1276" y="682"/>
                </a:lnTo>
                <a:lnTo>
                  <a:pt x="1289" y="673"/>
                </a:lnTo>
                <a:lnTo>
                  <a:pt x="1302" y="659"/>
                </a:lnTo>
                <a:lnTo>
                  <a:pt x="1315" y="643"/>
                </a:lnTo>
                <a:lnTo>
                  <a:pt x="1325" y="631"/>
                </a:lnTo>
                <a:lnTo>
                  <a:pt x="1333" y="621"/>
                </a:lnTo>
                <a:lnTo>
                  <a:pt x="1340" y="615"/>
                </a:lnTo>
                <a:lnTo>
                  <a:pt x="1346" y="612"/>
                </a:lnTo>
                <a:lnTo>
                  <a:pt x="1352" y="613"/>
                </a:lnTo>
                <a:lnTo>
                  <a:pt x="1360" y="616"/>
                </a:lnTo>
                <a:lnTo>
                  <a:pt x="1368" y="622"/>
                </a:lnTo>
                <a:lnTo>
                  <a:pt x="1377" y="630"/>
                </a:lnTo>
                <a:lnTo>
                  <a:pt x="1384" y="634"/>
                </a:lnTo>
                <a:lnTo>
                  <a:pt x="1391" y="637"/>
                </a:lnTo>
                <a:lnTo>
                  <a:pt x="1397" y="637"/>
                </a:lnTo>
                <a:lnTo>
                  <a:pt x="1403" y="634"/>
                </a:lnTo>
                <a:lnTo>
                  <a:pt x="1409" y="628"/>
                </a:lnTo>
                <a:lnTo>
                  <a:pt x="1414" y="619"/>
                </a:lnTo>
                <a:lnTo>
                  <a:pt x="1418" y="608"/>
                </a:lnTo>
                <a:lnTo>
                  <a:pt x="1422" y="596"/>
                </a:lnTo>
                <a:lnTo>
                  <a:pt x="1425" y="588"/>
                </a:lnTo>
                <a:lnTo>
                  <a:pt x="1427" y="581"/>
                </a:lnTo>
                <a:lnTo>
                  <a:pt x="1429" y="575"/>
                </a:lnTo>
                <a:lnTo>
                  <a:pt x="1428" y="571"/>
                </a:lnTo>
                <a:lnTo>
                  <a:pt x="1427" y="566"/>
                </a:lnTo>
                <a:lnTo>
                  <a:pt x="1423" y="561"/>
                </a:lnTo>
                <a:lnTo>
                  <a:pt x="1418" y="555"/>
                </a:lnTo>
                <a:lnTo>
                  <a:pt x="1413" y="548"/>
                </a:lnTo>
                <a:lnTo>
                  <a:pt x="1411" y="542"/>
                </a:lnTo>
                <a:lnTo>
                  <a:pt x="1411" y="537"/>
                </a:lnTo>
                <a:lnTo>
                  <a:pt x="1413" y="531"/>
                </a:lnTo>
                <a:lnTo>
                  <a:pt x="1416" y="524"/>
                </a:lnTo>
                <a:lnTo>
                  <a:pt x="1420" y="518"/>
                </a:lnTo>
                <a:lnTo>
                  <a:pt x="1425" y="511"/>
                </a:lnTo>
                <a:lnTo>
                  <a:pt x="1429" y="502"/>
                </a:lnTo>
                <a:lnTo>
                  <a:pt x="1431" y="493"/>
                </a:lnTo>
                <a:lnTo>
                  <a:pt x="1430" y="484"/>
                </a:lnTo>
                <a:lnTo>
                  <a:pt x="1427" y="475"/>
                </a:lnTo>
                <a:lnTo>
                  <a:pt x="1423" y="467"/>
                </a:lnTo>
                <a:lnTo>
                  <a:pt x="1419" y="459"/>
                </a:lnTo>
                <a:lnTo>
                  <a:pt x="1415" y="451"/>
                </a:lnTo>
                <a:lnTo>
                  <a:pt x="1414" y="443"/>
                </a:lnTo>
                <a:lnTo>
                  <a:pt x="1415" y="435"/>
                </a:lnTo>
                <a:lnTo>
                  <a:pt x="1419" y="426"/>
                </a:lnTo>
                <a:lnTo>
                  <a:pt x="1424" y="419"/>
                </a:lnTo>
                <a:lnTo>
                  <a:pt x="1430" y="413"/>
                </a:lnTo>
                <a:lnTo>
                  <a:pt x="1436" y="406"/>
                </a:lnTo>
                <a:lnTo>
                  <a:pt x="1443" y="400"/>
                </a:lnTo>
                <a:lnTo>
                  <a:pt x="1448" y="394"/>
                </a:lnTo>
                <a:lnTo>
                  <a:pt x="1453" y="387"/>
                </a:lnTo>
                <a:lnTo>
                  <a:pt x="1456" y="379"/>
                </a:lnTo>
                <a:lnTo>
                  <a:pt x="1457" y="369"/>
                </a:lnTo>
                <a:lnTo>
                  <a:pt x="1454" y="360"/>
                </a:lnTo>
                <a:lnTo>
                  <a:pt x="1450" y="350"/>
                </a:lnTo>
                <a:lnTo>
                  <a:pt x="1446" y="340"/>
                </a:lnTo>
                <a:lnTo>
                  <a:pt x="1442" y="330"/>
                </a:lnTo>
                <a:lnTo>
                  <a:pt x="1439" y="320"/>
                </a:lnTo>
                <a:lnTo>
                  <a:pt x="1439" y="312"/>
                </a:lnTo>
                <a:lnTo>
                  <a:pt x="1443" y="305"/>
                </a:lnTo>
                <a:lnTo>
                  <a:pt x="1453" y="297"/>
                </a:lnTo>
                <a:lnTo>
                  <a:pt x="1460" y="293"/>
                </a:lnTo>
                <a:lnTo>
                  <a:pt x="1462" y="288"/>
                </a:lnTo>
                <a:lnTo>
                  <a:pt x="1463" y="276"/>
                </a:lnTo>
                <a:lnTo>
                  <a:pt x="1462" y="268"/>
                </a:lnTo>
                <a:lnTo>
                  <a:pt x="1460" y="260"/>
                </a:lnTo>
                <a:lnTo>
                  <a:pt x="1456" y="253"/>
                </a:lnTo>
                <a:lnTo>
                  <a:pt x="1454" y="246"/>
                </a:lnTo>
                <a:lnTo>
                  <a:pt x="1454" y="240"/>
                </a:lnTo>
                <a:lnTo>
                  <a:pt x="1457" y="233"/>
                </a:lnTo>
                <a:lnTo>
                  <a:pt x="1463" y="227"/>
                </a:lnTo>
                <a:lnTo>
                  <a:pt x="1474" y="220"/>
                </a:lnTo>
                <a:lnTo>
                  <a:pt x="1485" y="215"/>
                </a:lnTo>
                <a:lnTo>
                  <a:pt x="1492" y="210"/>
                </a:lnTo>
                <a:lnTo>
                  <a:pt x="1495" y="206"/>
                </a:lnTo>
                <a:lnTo>
                  <a:pt x="1496" y="203"/>
                </a:lnTo>
                <a:lnTo>
                  <a:pt x="1494" y="200"/>
                </a:lnTo>
                <a:lnTo>
                  <a:pt x="1492" y="197"/>
                </a:lnTo>
                <a:lnTo>
                  <a:pt x="1488" y="194"/>
                </a:lnTo>
                <a:lnTo>
                  <a:pt x="1485" y="190"/>
                </a:lnTo>
                <a:lnTo>
                  <a:pt x="1483" y="184"/>
                </a:lnTo>
                <a:lnTo>
                  <a:pt x="1483" y="175"/>
                </a:lnTo>
                <a:lnTo>
                  <a:pt x="1485" y="166"/>
                </a:lnTo>
                <a:lnTo>
                  <a:pt x="1488" y="156"/>
                </a:lnTo>
                <a:lnTo>
                  <a:pt x="1490" y="146"/>
                </a:lnTo>
                <a:lnTo>
                  <a:pt x="1493" y="139"/>
                </a:lnTo>
                <a:lnTo>
                  <a:pt x="1495" y="133"/>
                </a:lnTo>
                <a:lnTo>
                  <a:pt x="1496" y="131"/>
                </a:lnTo>
                <a:lnTo>
                  <a:pt x="1499" y="130"/>
                </a:lnTo>
                <a:lnTo>
                  <a:pt x="1507" y="127"/>
                </a:lnTo>
                <a:lnTo>
                  <a:pt x="1517" y="119"/>
                </a:lnTo>
                <a:lnTo>
                  <a:pt x="1524" y="108"/>
                </a:lnTo>
                <a:lnTo>
                  <a:pt x="1527" y="101"/>
                </a:lnTo>
                <a:lnTo>
                  <a:pt x="1530" y="93"/>
                </a:lnTo>
                <a:lnTo>
                  <a:pt x="1534" y="86"/>
                </a:lnTo>
                <a:lnTo>
                  <a:pt x="1538" y="79"/>
                </a:lnTo>
                <a:lnTo>
                  <a:pt x="1541" y="71"/>
                </a:lnTo>
                <a:lnTo>
                  <a:pt x="1545" y="64"/>
                </a:lnTo>
                <a:lnTo>
                  <a:pt x="1547" y="58"/>
                </a:lnTo>
                <a:lnTo>
                  <a:pt x="1549" y="52"/>
                </a:lnTo>
                <a:lnTo>
                  <a:pt x="1551" y="46"/>
                </a:lnTo>
                <a:lnTo>
                  <a:pt x="1553" y="40"/>
                </a:lnTo>
                <a:lnTo>
                  <a:pt x="1556" y="34"/>
                </a:lnTo>
                <a:lnTo>
                  <a:pt x="1561" y="29"/>
                </a:lnTo>
                <a:lnTo>
                  <a:pt x="1564" y="23"/>
                </a:lnTo>
                <a:lnTo>
                  <a:pt x="1566" y="19"/>
                </a:lnTo>
                <a:lnTo>
                  <a:pt x="1568" y="16"/>
                </a:lnTo>
                <a:lnTo>
                  <a:pt x="1569" y="15"/>
                </a:lnTo>
                <a:lnTo>
                  <a:pt x="1580" y="1"/>
                </a:lnTo>
                <a:lnTo>
                  <a:pt x="1581" y="0"/>
                </a:lnTo>
                <a:lnTo>
                  <a:pt x="1583" y="0"/>
                </a:lnTo>
                <a:lnTo>
                  <a:pt x="1586" y="0"/>
                </a:lnTo>
                <a:lnTo>
                  <a:pt x="1591" y="0"/>
                </a:lnTo>
                <a:lnTo>
                  <a:pt x="1598" y="1"/>
                </a:lnTo>
                <a:lnTo>
                  <a:pt x="1609" y="4"/>
                </a:lnTo>
                <a:lnTo>
                  <a:pt x="1622" y="7"/>
                </a:lnTo>
                <a:lnTo>
                  <a:pt x="1637" y="11"/>
                </a:lnTo>
                <a:lnTo>
                  <a:pt x="1652" y="13"/>
                </a:lnTo>
                <a:lnTo>
                  <a:pt x="1668" y="15"/>
                </a:lnTo>
                <a:lnTo>
                  <a:pt x="1682" y="17"/>
                </a:lnTo>
                <a:lnTo>
                  <a:pt x="1693" y="17"/>
                </a:lnTo>
                <a:lnTo>
                  <a:pt x="1703" y="18"/>
                </a:lnTo>
                <a:lnTo>
                  <a:pt x="1710" y="18"/>
                </a:lnTo>
                <a:lnTo>
                  <a:pt x="1712" y="18"/>
                </a:lnTo>
                <a:lnTo>
                  <a:pt x="1714" y="21"/>
                </a:lnTo>
                <a:lnTo>
                  <a:pt x="1719" y="30"/>
                </a:lnTo>
                <a:lnTo>
                  <a:pt x="1726" y="38"/>
                </a:lnTo>
                <a:lnTo>
                  <a:pt x="1737" y="41"/>
                </a:lnTo>
                <a:lnTo>
                  <a:pt x="1743" y="40"/>
                </a:lnTo>
                <a:lnTo>
                  <a:pt x="1748" y="38"/>
                </a:lnTo>
                <a:lnTo>
                  <a:pt x="1753" y="36"/>
                </a:lnTo>
                <a:lnTo>
                  <a:pt x="1759" y="35"/>
                </a:lnTo>
                <a:lnTo>
                  <a:pt x="1762" y="37"/>
                </a:lnTo>
                <a:lnTo>
                  <a:pt x="1764" y="41"/>
                </a:lnTo>
                <a:lnTo>
                  <a:pt x="1765" y="49"/>
                </a:lnTo>
                <a:lnTo>
                  <a:pt x="1765" y="63"/>
                </a:lnTo>
                <a:lnTo>
                  <a:pt x="1764" y="79"/>
                </a:lnTo>
                <a:lnTo>
                  <a:pt x="1764" y="92"/>
                </a:lnTo>
                <a:lnTo>
                  <a:pt x="1765" y="103"/>
                </a:lnTo>
                <a:lnTo>
                  <a:pt x="1768" y="111"/>
                </a:lnTo>
                <a:lnTo>
                  <a:pt x="1773" y="116"/>
                </a:lnTo>
                <a:lnTo>
                  <a:pt x="1780" y="119"/>
                </a:lnTo>
                <a:lnTo>
                  <a:pt x="1790" y="119"/>
                </a:lnTo>
                <a:lnTo>
                  <a:pt x="1804" y="116"/>
                </a:lnTo>
                <a:lnTo>
                  <a:pt x="1819" y="112"/>
                </a:lnTo>
                <a:lnTo>
                  <a:pt x="1831" y="110"/>
                </a:lnTo>
                <a:lnTo>
                  <a:pt x="1841" y="109"/>
                </a:lnTo>
                <a:lnTo>
                  <a:pt x="1849" y="108"/>
                </a:lnTo>
                <a:lnTo>
                  <a:pt x="1855" y="108"/>
                </a:lnTo>
                <a:lnTo>
                  <a:pt x="1860" y="108"/>
                </a:lnTo>
                <a:lnTo>
                  <a:pt x="1862" y="108"/>
                </a:lnTo>
                <a:lnTo>
                  <a:pt x="1863" y="108"/>
                </a:lnTo>
                <a:lnTo>
                  <a:pt x="1864" y="108"/>
                </a:lnTo>
                <a:lnTo>
                  <a:pt x="1867" y="108"/>
                </a:lnTo>
                <a:lnTo>
                  <a:pt x="1871" y="108"/>
                </a:lnTo>
                <a:lnTo>
                  <a:pt x="1876" y="110"/>
                </a:lnTo>
                <a:lnTo>
                  <a:pt x="1880" y="113"/>
                </a:lnTo>
                <a:lnTo>
                  <a:pt x="1884" y="118"/>
                </a:lnTo>
                <a:lnTo>
                  <a:pt x="1885" y="125"/>
                </a:lnTo>
                <a:lnTo>
                  <a:pt x="1885" y="137"/>
                </a:lnTo>
                <a:lnTo>
                  <a:pt x="1883" y="148"/>
                </a:lnTo>
                <a:lnTo>
                  <a:pt x="1881" y="157"/>
                </a:lnTo>
                <a:lnTo>
                  <a:pt x="1879" y="163"/>
                </a:lnTo>
                <a:lnTo>
                  <a:pt x="1878" y="168"/>
                </a:lnTo>
                <a:lnTo>
                  <a:pt x="1878" y="172"/>
                </a:lnTo>
                <a:lnTo>
                  <a:pt x="1878" y="175"/>
                </a:lnTo>
                <a:lnTo>
                  <a:pt x="1881" y="179"/>
                </a:lnTo>
                <a:lnTo>
                  <a:pt x="1885" y="182"/>
                </a:lnTo>
                <a:lnTo>
                  <a:pt x="1889" y="185"/>
                </a:lnTo>
                <a:lnTo>
                  <a:pt x="1890" y="189"/>
                </a:lnTo>
                <a:lnTo>
                  <a:pt x="1890" y="193"/>
                </a:lnTo>
                <a:lnTo>
                  <a:pt x="1888" y="198"/>
                </a:lnTo>
                <a:lnTo>
                  <a:pt x="1887" y="203"/>
                </a:lnTo>
                <a:lnTo>
                  <a:pt x="1887" y="210"/>
                </a:lnTo>
                <a:lnTo>
                  <a:pt x="1888" y="217"/>
                </a:lnTo>
                <a:lnTo>
                  <a:pt x="1891" y="227"/>
                </a:lnTo>
                <a:lnTo>
                  <a:pt x="1895" y="236"/>
                </a:lnTo>
                <a:lnTo>
                  <a:pt x="1897" y="244"/>
                </a:lnTo>
                <a:lnTo>
                  <a:pt x="1899" y="251"/>
                </a:lnTo>
                <a:lnTo>
                  <a:pt x="1900" y="257"/>
                </a:lnTo>
                <a:lnTo>
                  <a:pt x="1902" y="263"/>
                </a:lnTo>
                <a:lnTo>
                  <a:pt x="1905" y="268"/>
                </a:lnTo>
                <a:lnTo>
                  <a:pt x="1910" y="274"/>
                </a:lnTo>
                <a:lnTo>
                  <a:pt x="1916" y="280"/>
                </a:lnTo>
                <a:lnTo>
                  <a:pt x="1922" y="286"/>
                </a:lnTo>
                <a:lnTo>
                  <a:pt x="1927" y="291"/>
                </a:lnTo>
                <a:lnTo>
                  <a:pt x="1929" y="298"/>
                </a:lnTo>
                <a:lnTo>
                  <a:pt x="1931" y="304"/>
                </a:lnTo>
                <a:lnTo>
                  <a:pt x="1931" y="311"/>
                </a:lnTo>
                <a:lnTo>
                  <a:pt x="1931" y="317"/>
                </a:lnTo>
                <a:lnTo>
                  <a:pt x="1930" y="324"/>
                </a:lnTo>
                <a:lnTo>
                  <a:pt x="1930" y="331"/>
                </a:lnTo>
                <a:lnTo>
                  <a:pt x="1931" y="340"/>
                </a:lnTo>
                <a:lnTo>
                  <a:pt x="1933" y="345"/>
                </a:lnTo>
                <a:lnTo>
                  <a:pt x="1937" y="348"/>
                </a:lnTo>
                <a:lnTo>
                  <a:pt x="1944" y="350"/>
                </a:lnTo>
                <a:lnTo>
                  <a:pt x="1948" y="352"/>
                </a:lnTo>
                <a:lnTo>
                  <a:pt x="1950" y="357"/>
                </a:lnTo>
                <a:lnTo>
                  <a:pt x="1951" y="363"/>
                </a:lnTo>
                <a:lnTo>
                  <a:pt x="1952" y="369"/>
                </a:lnTo>
                <a:lnTo>
                  <a:pt x="1952" y="375"/>
                </a:lnTo>
                <a:lnTo>
                  <a:pt x="1952" y="382"/>
                </a:lnTo>
                <a:lnTo>
                  <a:pt x="1952" y="386"/>
                </a:lnTo>
                <a:lnTo>
                  <a:pt x="1952" y="387"/>
                </a:lnTo>
                <a:lnTo>
                  <a:pt x="1953" y="387"/>
                </a:lnTo>
                <a:lnTo>
                  <a:pt x="1954" y="387"/>
                </a:lnTo>
                <a:lnTo>
                  <a:pt x="1958" y="388"/>
                </a:lnTo>
                <a:lnTo>
                  <a:pt x="1962" y="389"/>
                </a:lnTo>
                <a:lnTo>
                  <a:pt x="1968" y="391"/>
                </a:lnTo>
                <a:lnTo>
                  <a:pt x="1975" y="393"/>
                </a:lnTo>
                <a:lnTo>
                  <a:pt x="1983" y="397"/>
                </a:lnTo>
                <a:lnTo>
                  <a:pt x="1992" y="401"/>
                </a:lnTo>
                <a:lnTo>
                  <a:pt x="2000" y="406"/>
                </a:lnTo>
                <a:lnTo>
                  <a:pt x="2003" y="411"/>
                </a:lnTo>
                <a:lnTo>
                  <a:pt x="2004" y="415"/>
                </a:lnTo>
                <a:lnTo>
                  <a:pt x="2003" y="420"/>
                </a:lnTo>
                <a:lnTo>
                  <a:pt x="2002" y="424"/>
                </a:lnTo>
                <a:lnTo>
                  <a:pt x="2001" y="430"/>
                </a:lnTo>
                <a:lnTo>
                  <a:pt x="2002" y="433"/>
                </a:lnTo>
                <a:lnTo>
                  <a:pt x="2005" y="437"/>
                </a:lnTo>
                <a:lnTo>
                  <a:pt x="2013" y="441"/>
                </a:lnTo>
                <a:lnTo>
                  <a:pt x="2021" y="444"/>
                </a:lnTo>
                <a:lnTo>
                  <a:pt x="2031" y="447"/>
                </a:lnTo>
                <a:lnTo>
                  <a:pt x="2042" y="450"/>
                </a:lnTo>
                <a:lnTo>
                  <a:pt x="2051" y="452"/>
                </a:lnTo>
                <a:lnTo>
                  <a:pt x="2061" y="452"/>
                </a:lnTo>
                <a:lnTo>
                  <a:pt x="2067" y="450"/>
                </a:lnTo>
                <a:lnTo>
                  <a:pt x="2070" y="446"/>
                </a:lnTo>
                <a:lnTo>
                  <a:pt x="2073" y="442"/>
                </a:lnTo>
                <a:lnTo>
                  <a:pt x="2078" y="440"/>
                </a:lnTo>
                <a:lnTo>
                  <a:pt x="2084" y="440"/>
                </a:lnTo>
                <a:lnTo>
                  <a:pt x="2091" y="441"/>
                </a:lnTo>
                <a:lnTo>
                  <a:pt x="2099" y="442"/>
                </a:lnTo>
                <a:lnTo>
                  <a:pt x="2105" y="444"/>
                </a:lnTo>
                <a:lnTo>
                  <a:pt x="2111" y="446"/>
                </a:lnTo>
                <a:lnTo>
                  <a:pt x="2113" y="448"/>
                </a:lnTo>
                <a:lnTo>
                  <a:pt x="2113" y="451"/>
                </a:lnTo>
                <a:lnTo>
                  <a:pt x="2113" y="458"/>
                </a:lnTo>
                <a:lnTo>
                  <a:pt x="2112" y="468"/>
                </a:lnTo>
                <a:lnTo>
                  <a:pt x="2111" y="479"/>
                </a:lnTo>
                <a:lnTo>
                  <a:pt x="2109" y="489"/>
                </a:lnTo>
                <a:lnTo>
                  <a:pt x="2108" y="498"/>
                </a:lnTo>
                <a:lnTo>
                  <a:pt x="2107" y="505"/>
                </a:lnTo>
                <a:lnTo>
                  <a:pt x="2107" y="507"/>
                </a:lnTo>
                <a:lnTo>
                  <a:pt x="2108" y="507"/>
                </a:lnTo>
                <a:lnTo>
                  <a:pt x="2110" y="508"/>
                </a:lnTo>
                <a:lnTo>
                  <a:pt x="2113" y="509"/>
                </a:lnTo>
                <a:lnTo>
                  <a:pt x="2117" y="512"/>
                </a:lnTo>
                <a:lnTo>
                  <a:pt x="2121" y="515"/>
                </a:lnTo>
                <a:lnTo>
                  <a:pt x="2126" y="520"/>
                </a:lnTo>
                <a:lnTo>
                  <a:pt x="2132" y="527"/>
                </a:lnTo>
                <a:lnTo>
                  <a:pt x="2137" y="536"/>
                </a:lnTo>
                <a:lnTo>
                  <a:pt x="2141" y="545"/>
                </a:lnTo>
                <a:lnTo>
                  <a:pt x="2143" y="554"/>
                </a:lnTo>
                <a:lnTo>
                  <a:pt x="2143" y="562"/>
                </a:lnTo>
                <a:lnTo>
                  <a:pt x="2144" y="570"/>
                </a:lnTo>
                <a:lnTo>
                  <a:pt x="2145" y="577"/>
                </a:lnTo>
                <a:lnTo>
                  <a:pt x="2149" y="585"/>
                </a:lnTo>
                <a:lnTo>
                  <a:pt x="2155" y="591"/>
                </a:lnTo>
                <a:lnTo>
                  <a:pt x="2166" y="597"/>
                </a:lnTo>
                <a:lnTo>
                  <a:pt x="2176" y="604"/>
                </a:lnTo>
                <a:lnTo>
                  <a:pt x="2183" y="612"/>
                </a:lnTo>
                <a:lnTo>
                  <a:pt x="2187" y="622"/>
                </a:lnTo>
                <a:lnTo>
                  <a:pt x="2189" y="632"/>
                </a:lnTo>
                <a:lnTo>
                  <a:pt x="2190" y="641"/>
                </a:lnTo>
                <a:lnTo>
                  <a:pt x="2189" y="649"/>
                </a:lnTo>
                <a:lnTo>
                  <a:pt x="2188" y="654"/>
                </a:lnTo>
                <a:lnTo>
                  <a:pt x="2188" y="656"/>
                </a:lnTo>
                <a:lnTo>
                  <a:pt x="2190" y="659"/>
                </a:lnTo>
                <a:lnTo>
                  <a:pt x="2196" y="666"/>
                </a:lnTo>
                <a:lnTo>
                  <a:pt x="2205" y="677"/>
                </a:lnTo>
                <a:lnTo>
                  <a:pt x="2215" y="691"/>
                </a:lnTo>
                <a:lnTo>
                  <a:pt x="2225" y="705"/>
                </a:lnTo>
                <a:lnTo>
                  <a:pt x="2232" y="719"/>
                </a:lnTo>
                <a:lnTo>
                  <a:pt x="2237" y="732"/>
                </a:lnTo>
                <a:lnTo>
                  <a:pt x="2238" y="741"/>
                </a:lnTo>
                <a:lnTo>
                  <a:pt x="2237" y="749"/>
                </a:lnTo>
                <a:lnTo>
                  <a:pt x="2237" y="757"/>
                </a:lnTo>
                <a:lnTo>
                  <a:pt x="2239" y="767"/>
                </a:lnTo>
                <a:lnTo>
                  <a:pt x="2240" y="777"/>
                </a:lnTo>
                <a:lnTo>
                  <a:pt x="2242" y="788"/>
                </a:lnTo>
                <a:lnTo>
                  <a:pt x="2242" y="798"/>
                </a:lnTo>
                <a:lnTo>
                  <a:pt x="2241" y="807"/>
                </a:lnTo>
                <a:lnTo>
                  <a:pt x="2238" y="816"/>
                </a:lnTo>
                <a:lnTo>
                  <a:pt x="2233" y="821"/>
                </a:lnTo>
                <a:lnTo>
                  <a:pt x="2225" y="822"/>
                </a:lnTo>
                <a:lnTo>
                  <a:pt x="2217" y="819"/>
                </a:lnTo>
                <a:lnTo>
                  <a:pt x="2208" y="813"/>
                </a:lnTo>
                <a:lnTo>
                  <a:pt x="2199" y="807"/>
                </a:lnTo>
                <a:lnTo>
                  <a:pt x="2192" y="801"/>
                </a:lnTo>
                <a:lnTo>
                  <a:pt x="2187" y="796"/>
                </a:lnTo>
                <a:lnTo>
                  <a:pt x="2185" y="794"/>
                </a:lnTo>
                <a:lnTo>
                  <a:pt x="2184" y="795"/>
                </a:lnTo>
                <a:lnTo>
                  <a:pt x="2180" y="796"/>
                </a:lnTo>
                <a:lnTo>
                  <a:pt x="2175" y="798"/>
                </a:lnTo>
                <a:lnTo>
                  <a:pt x="2168" y="800"/>
                </a:lnTo>
                <a:lnTo>
                  <a:pt x="2160" y="800"/>
                </a:lnTo>
                <a:lnTo>
                  <a:pt x="2151" y="799"/>
                </a:lnTo>
                <a:lnTo>
                  <a:pt x="2142" y="796"/>
                </a:lnTo>
                <a:lnTo>
                  <a:pt x="2134" y="789"/>
                </a:lnTo>
                <a:lnTo>
                  <a:pt x="2125" y="783"/>
                </a:lnTo>
                <a:lnTo>
                  <a:pt x="2116" y="780"/>
                </a:lnTo>
                <a:lnTo>
                  <a:pt x="2104" y="780"/>
                </a:lnTo>
                <a:lnTo>
                  <a:pt x="2093" y="782"/>
                </a:lnTo>
                <a:lnTo>
                  <a:pt x="2081" y="784"/>
                </a:lnTo>
                <a:lnTo>
                  <a:pt x="2070" y="785"/>
                </a:lnTo>
                <a:lnTo>
                  <a:pt x="2059" y="786"/>
                </a:lnTo>
                <a:lnTo>
                  <a:pt x="2047" y="783"/>
                </a:lnTo>
                <a:lnTo>
                  <a:pt x="2039" y="782"/>
                </a:lnTo>
                <a:lnTo>
                  <a:pt x="2034" y="786"/>
                </a:lnTo>
                <a:lnTo>
                  <a:pt x="2032" y="793"/>
                </a:lnTo>
                <a:lnTo>
                  <a:pt x="2031" y="803"/>
                </a:lnTo>
                <a:lnTo>
                  <a:pt x="2030" y="813"/>
                </a:lnTo>
                <a:lnTo>
                  <a:pt x="2028" y="822"/>
                </a:lnTo>
                <a:lnTo>
                  <a:pt x="2026" y="831"/>
                </a:lnTo>
                <a:lnTo>
                  <a:pt x="2020" y="834"/>
                </a:lnTo>
                <a:lnTo>
                  <a:pt x="2013" y="836"/>
                </a:lnTo>
                <a:lnTo>
                  <a:pt x="2006" y="838"/>
                </a:lnTo>
                <a:lnTo>
                  <a:pt x="2000" y="842"/>
                </a:lnTo>
                <a:lnTo>
                  <a:pt x="1994" y="846"/>
                </a:lnTo>
                <a:lnTo>
                  <a:pt x="1989" y="852"/>
                </a:lnTo>
                <a:lnTo>
                  <a:pt x="1985" y="858"/>
                </a:lnTo>
                <a:lnTo>
                  <a:pt x="1981" y="866"/>
                </a:lnTo>
                <a:lnTo>
                  <a:pt x="1978" y="875"/>
                </a:lnTo>
                <a:lnTo>
                  <a:pt x="1974" y="884"/>
                </a:lnTo>
                <a:lnTo>
                  <a:pt x="1969" y="888"/>
                </a:lnTo>
                <a:lnTo>
                  <a:pt x="1963" y="890"/>
                </a:lnTo>
                <a:lnTo>
                  <a:pt x="1956" y="889"/>
                </a:lnTo>
                <a:lnTo>
                  <a:pt x="1950" y="888"/>
                </a:lnTo>
                <a:lnTo>
                  <a:pt x="1946" y="886"/>
                </a:lnTo>
                <a:lnTo>
                  <a:pt x="1942" y="885"/>
                </a:lnTo>
                <a:lnTo>
                  <a:pt x="1941" y="884"/>
                </a:lnTo>
                <a:lnTo>
                  <a:pt x="1940" y="885"/>
                </a:lnTo>
                <a:lnTo>
                  <a:pt x="1939" y="887"/>
                </a:lnTo>
                <a:lnTo>
                  <a:pt x="1936" y="890"/>
                </a:lnTo>
                <a:lnTo>
                  <a:pt x="1933" y="894"/>
                </a:lnTo>
                <a:lnTo>
                  <a:pt x="1930" y="900"/>
                </a:lnTo>
                <a:lnTo>
                  <a:pt x="1928" y="906"/>
                </a:lnTo>
                <a:lnTo>
                  <a:pt x="1926" y="914"/>
                </a:lnTo>
                <a:lnTo>
                  <a:pt x="1925" y="923"/>
                </a:lnTo>
                <a:lnTo>
                  <a:pt x="1924" y="933"/>
                </a:lnTo>
                <a:lnTo>
                  <a:pt x="1920" y="941"/>
                </a:lnTo>
                <a:lnTo>
                  <a:pt x="1915" y="948"/>
                </a:lnTo>
                <a:lnTo>
                  <a:pt x="1909" y="954"/>
                </a:lnTo>
                <a:lnTo>
                  <a:pt x="1900" y="961"/>
                </a:lnTo>
                <a:lnTo>
                  <a:pt x="1892" y="967"/>
                </a:lnTo>
                <a:lnTo>
                  <a:pt x="1884" y="974"/>
                </a:lnTo>
                <a:lnTo>
                  <a:pt x="1877" y="983"/>
                </a:lnTo>
                <a:lnTo>
                  <a:pt x="1870" y="991"/>
                </a:lnTo>
                <a:lnTo>
                  <a:pt x="1862" y="997"/>
                </a:lnTo>
                <a:lnTo>
                  <a:pt x="1854" y="1003"/>
                </a:lnTo>
                <a:lnTo>
                  <a:pt x="1848" y="1008"/>
                </a:lnTo>
                <a:lnTo>
                  <a:pt x="1843" y="1014"/>
                </a:lnTo>
                <a:lnTo>
                  <a:pt x="1839" y="1019"/>
                </a:lnTo>
                <a:lnTo>
                  <a:pt x="1837" y="1025"/>
                </a:lnTo>
                <a:lnTo>
                  <a:pt x="1838" y="1033"/>
                </a:lnTo>
                <a:lnTo>
                  <a:pt x="1837" y="1039"/>
                </a:lnTo>
                <a:lnTo>
                  <a:pt x="1832" y="1044"/>
                </a:lnTo>
                <a:lnTo>
                  <a:pt x="1823" y="1047"/>
                </a:lnTo>
                <a:lnTo>
                  <a:pt x="1812" y="1049"/>
                </a:lnTo>
                <a:lnTo>
                  <a:pt x="1801" y="1050"/>
                </a:lnTo>
                <a:lnTo>
                  <a:pt x="1791" y="1050"/>
                </a:lnTo>
                <a:lnTo>
                  <a:pt x="1785" y="1050"/>
                </a:lnTo>
                <a:lnTo>
                  <a:pt x="1782" y="1050"/>
                </a:lnTo>
                <a:lnTo>
                  <a:pt x="1781" y="1052"/>
                </a:lnTo>
                <a:lnTo>
                  <a:pt x="1778" y="1059"/>
                </a:lnTo>
                <a:lnTo>
                  <a:pt x="1774" y="1068"/>
                </a:lnTo>
                <a:lnTo>
                  <a:pt x="1769" y="1078"/>
                </a:lnTo>
                <a:lnTo>
                  <a:pt x="1763" y="1090"/>
                </a:lnTo>
                <a:lnTo>
                  <a:pt x="1755" y="1100"/>
                </a:lnTo>
                <a:lnTo>
                  <a:pt x="1748" y="1109"/>
                </a:lnTo>
                <a:lnTo>
                  <a:pt x="1740" y="1114"/>
                </a:lnTo>
                <a:lnTo>
                  <a:pt x="1732" y="1116"/>
                </a:lnTo>
                <a:lnTo>
                  <a:pt x="1724" y="1118"/>
                </a:lnTo>
                <a:lnTo>
                  <a:pt x="1717" y="1119"/>
                </a:lnTo>
                <a:lnTo>
                  <a:pt x="1710" y="1120"/>
                </a:lnTo>
                <a:lnTo>
                  <a:pt x="1703" y="1122"/>
                </a:lnTo>
                <a:lnTo>
                  <a:pt x="1698" y="1127"/>
                </a:lnTo>
                <a:lnTo>
                  <a:pt x="1695" y="1135"/>
                </a:lnTo>
                <a:lnTo>
                  <a:pt x="1695" y="1146"/>
                </a:lnTo>
                <a:lnTo>
                  <a:pt x="1695" y="1157"/>
                </a:lnTo>
                <a:lnTo>
                  <a:pt x="1692" y="1164"/>
                </a:lnTo>
                <a:lnTo>
                  <a:pt x="1689" y="1169"/>
                </a:lnTo>
                <a:lnTo>
                  <a:pt x="1685" y="1173"/>
                </a:lnTo>
                <a:lnTo>
                  <a:pt x="1680" y="1176"/>
                </a:lnTo>
                <a:lnTo>
                  <a:pt x="1677" y="1181"/>
                </a:lnTo>
                <a:lnTo>
                  <a:pt x="1674" y="1189"/>
                </a:lnTo>
                <a:lnTo>
                  <a:pt x="1673" y="1199"/>
                </a:lnTo>
                <a:lnTo>
                  <a:pt x="1672" y="1210"/>
                </a:lnTo>
                <a:lnTo>
                  <a:pt x="1668" y="1218"/>
                </a:lnTo>
                <a:lnTo>
                  <a:pt x="1663" y="1224"/>
                </a:lnTo>
                <a:lnTo>
                  <a:pt x="1657" y="1229"/>
                </a:lnTo>
                <a:lnTo>
                  <a:pt x="1651" y="1235"/>
                </a:lnTo>
                <a:lnTo>
                  <a:pt x="1648" y="1239"/>
                </a:lnTo>
                <a:lnTo>
                  <a:pt x="1646" y="1245"/>
                </a:lnTo>
                <a:lnTo>
                  <a:pt x="1647" y="1252"/>
                </a:lnTo>
                <a:lnTo>
                  <a:pt x="1649" y="1260"/>
                </a:lnTo>
                <a:lnTo>
                  <a:pt x="1648" y="1266"/>
                </a:lnTo>
                <a:lnTo>
                  <a:pt x="1646" y="1271"/>
                </a:lnTo>
                <a:lnTo>
                  <a:pt x="1642" y="1276"/>
                </a:lnTo>
                <a:lnTo>
                  <a:pt x="1637" y="1279"/>
                </a:lnTo>
                <a:lnTo>
                  <a:pt x="1631" y="1283"/>
                </a:lnTo>
                <a:lnTo>
                  <a:pt x="1624" y="1285"/>
                </a:lnTo>
                <a:lnTo>
                  <a:pt x="1617" y="1286"/>
                </a:lnTo>
                <a:lnTo>
                  <a:pt x="1610" y="1288"/>
                </a:lnTo>
                <a:lnTo>
                  <a:pt x="1602" y="1290"/>
                </a:lnTo>
                <a:lnTo>
                  <a:pt x="1595" y="1294"/>
                </a:lnTo>
                <a:lnTo>
                  <a:pt x="1590" y="1299"/>
                </a:lnTo>
                <a:lnTo>
                  <a:pt x="1584" y="1306"/>
                </a:lnTo>
                <a:lnTo>
                  <a:pt x="1580" y="1315"/>
                </a:lnTo>
                <a:lnTo>
                  <a:pt x="1577" y="1326"/>
                </a:lnTo>
                <a:lnTo>
                  <a:pt x="1575" y="1340"/>
                </a:lnTo>
                <a:lnTo>
                  <a:pt x="1573" y="1351"/>
                </a:lnTo>
                <a:lnTo>
                  <a:pt x="1570" y="1357"/>
                </a:lnTo>
                <a:lnTo>
                  <a:pt x="1566" y="1360"/>
                </a:lnTo>
                <a:lnTo>
                  <a:pt x="1562" y="1361"/>
                </a:lnTo>
                <a:lnTo>
                  <a:pt x="1559" y="1362"/>
                </a:lnTo>
                <a:lnTo>
                  <a:pt x="1556" y="1365"/>
                </a:lnTo>
                <a:lnTo>
                  <a:pt x="1555" y="1370"/>
                </a:lnTo>
                <a:lnTo>
                  <a:pt x="1557" y="1381"/>
                </a:lnTo>
                <a:lnTo>
                  <a:pt x="1560" y="1394"/>
                </a:lnTo>
                <a:lnTo>
                  <a:pt x="1560" y="1403"/>
                </a:lnTo>
                <a:lnTo>
                  <a:pt x="1557" y="1409"/>
                </a:lnTo>
                <a:lnTo>
                  <a:pt x="1554" y="1413"/>
                </a:lnTo>
                <a:lnTo>
                  <a:pt x="1548" y="1416"/>
                </a:lnTo>
                <a:lnTo>
                  <a:pt x="1542" y="1418"/>
                </a:lnTo>
                <a:lnTo>
                  <a:pt x="1533" y="1419"/>
                </a:lnTo>
                <a:lnTo>
                  <a:pt x="1524" y="1421"/>
                </a:lnTo>
                <a:lnTo>
                  <a:pt x="1516" y="1425"/>
                </a:lnTo>
                <a:lnTo>
                  <a:pt x="1510" y="1432"/>
                </a:lnTo>
                <a:lnTo>
                  <a:pt x="1506" y="1443"/>
                </a:lnTo>
                <a:lnTo>
                  <a:pt x="1503" y="1455"/>
                </a:lnTo>
                <a:lnTo>
                  <a:pt x="1498" y="1469"/>
                </a:lnTo>
                <a:lnTo>
                  <a:pt x="1492" y="1484"/>
                </a:lnTo>
                <a:lnTo>
                  <a:pt x="1482" y="1499"/>
                </a:lnTo>
                <a:lnTo>
                  <a:pt x="1468" y="1514"/>
                </a:lnTo>
                <a:lnTo>
                  <a:pt x="1453" y="1529"/>
                </a:lnTo>
                <a:lnTo>
                  <a:pt x="1446" y="1545"/>
                </a:lnTo>
                <a:lnTo>
                  <a:pt x="1442" y="1561"/>
                </a:lnTo>
                <a:lnTo>
                  <a:pt x="1441" y="1577"/>
                </a:lnTo>
                <a:lnTo>
                  <a:pt x="1439" y="1594"/>
                </a:lnTo>
                <a:lnTo>
                  <a:pt x="1434" y="1608"/>
                </a:lnTo>
                <a:lnTo>
                  <a:pt x="1425" y="1620"/>
                </a:lnTo>
                <a:lnTo>
                  <a:pt x="1410" y="1631"/>
                </a:lnTo>
                <a:lnTo>
                  <a:pt x="1394" y="1641"/>
                </a:lnTo>
                <a:lnTo>
                  <a:pt x="1387" y="1650"/>
                </a:lnTo>
                <a:lnTo>
                  <a:pt x="1386" y="1659"/>
                </a:lnTo>
                <a:lnTo>
                  <a:pt x="1389" y="1667"/>
                </a:lnTo>
                <a:lnTo>
                  <a:pt x="1396" y="1674"/>
                </a:lnTo>
                <a:lnTo>
                  <a:pt x="1404" y="1681"/>
                </a:lnTo>
                <a:lnTo>
                  <a:pt x="1412" y="1688"/>
                </a:lnTo>
                <a:lnTo>
                  <a:pt x="1418" y="1694"/>
                </a:lnTo>
                <a:lnTo>
                  <a:pt x="1421" y="1702"/>
                </a:lnTo>
                <a:lnTo>
                  <a:pt x="1423" y="1714"/>
                </a:lnTo>
                <a:lnTo>
                  <a:pt x="1424" y="1729"/>
                </a:lnTo>
                <a:lnTo>
                  <a:pt x="1425" y="1747"/>
                </a:lnTo>
                <a:lnTo>
                  <a:pt x="1426" y="1765"/>
                </a:lnTo>
                <a:lnTo>
                  <a:pt x="1429" y="1782"/>
                </a:lnTo>
                <a:lnTo>
                  <a:pt x="1435" y="1799"/>
                </a:lnTo>
                <a:lnTo>
                  <a:pt x="1443" y="1812"/>
                </a:lnTo>
                <a:lnTo>
                  <a:pt x="1454" y="1825"/>
                </a:lnTo>
                <a:lnTo>
                  <a:pt x="1466" y="1841"/>
                </a:lnTo>
                <a:lnTo>
                  <a:pt x="1478" y="1858"/>
                </a:lnTo>
                <a:lnTo>
                  <a:pt x="1488" y="1876"/>
                </a:lnTo>
                <a:lnTo>
                  <a:pt x="1496" y="1897"/>
                </a:lnTo>
                <a:lnTo>
                  <a:pt x="1501" y="1917"/>
                </a:lnTo>
                <a:lnTo>
                  <a:pt x="1503" y="1938"/>
                </a:lnTo>
                <a:lnTo>
                  <a:pt x="1499" y="1958"/>
                </a:lnTo>
                <a:lnTo>
                  <a:pt x="1492" y="1976"/>
                </a:lnTo>
                <a:lnTo>
                  <a:pt x="1485" y="1992"/>
                </a:lnTo>
                <a:lnTo>
                  <a:pt x="1478" y="2006"/>
                </a:lnTo>
                <a:lnTo>
                  <a:pt x="1471" y="2017"/>
                </a:lnTo>
                <a:lnTo>
                  <a:pt x="1466" y="2027"/>
                </a:lnTo>
                <a:lnTo>
                  <a:pt x="1463" y="2038"/>
                </a:lnTo>
                <a:lnTo>
                  <a:pt x="1463" y="2047"/>
                </a:lnTo>
                <a:lnTo>
                  <a:pt x="1466" y="2056"/>
                </a:lnTo>
                <a:lnTo>
                  <a:pt x="1469" y="2065"/>
                </a:lnTo>
                <a:lnTo>
                  <a:pt x="1469" y="2073"/>
                </a:lnTo>
                <a:lnTo>
                  <a:pt x="1468" y="2081"/>
                </a:lnTo>
                <a:lnTo>
                  <a:pt x="1466" y="2090"/>
                </a:lnTo>
                <a:lnTo>
                  <a:pt x="1463" y="2097"/>
                </a:lnTo>
                <a:lnTo>
                  <a:pt x="1462" y="2104"/>
                </a:lnTo>
                <a:lnTo>
                  <a:pt x="1464" y="2111"/>
                </a:lnTo>
                <a:lnTo>
                  <a:pt x="1468" y="2118"/>
                </a:lnTo>
                <a:lnTo>
                  <a:pt x="1473" y="2125"/>
                </a:lnTo>
                <a:lnTo>
                  <a:pt x="1474" y="2133"/>
                </a:lnTo>
                <a:lnTo>
                  <a:pt x="1474" y="2143"/>
                </a:lnTo>
                <a:lnTo>
                  <a:pt x="1472" y="2151"/>
                </a:lnTo>
                <a:lnTo>
                  <a:pt x="1469" y="2161"/>
                </a:lnTo>
                <a:lnTo>
                  <a:pt x="1467" y="2171"/>
                </a:lnTo>
                <a:lnTo>
                  <a:pt x="1465" y="2182"/>
                </a:lnTo>
                <a:lnTo>
                  <a:pt x="1466" y="2194"/>
                </a:lnTo>
                <a:lnTo>
                  <a:pt x="1467" y="2205"/>
                </a:lnTo>
                <a:lnTo>
                  <a:pt x="1466" y="2217"/>
                </a:lnTo>
                <a:lnTo>
                  <a:pt x="1465" y="2227"/>
                </a:lnTo>
                <a:lnTo>
                  <a:pt x="1463" y="2237"/>
                </a:lnTo>
                <a:lnTo>
                  <a:pt x="1462" y="2247"/>
                </a:lnTo>
                <a:lnTo>
                  <a:pt x="1461" y="2256"/>
                </a:lnTo>
                <a:lnTo>
                  <a:pt x="1462" y="2263"/>
                </a:lnTo>
                <a:lnTo>
                  <a:pt x="1466" y="2270"/>
                </a:lnTo>
                <a:lnTo>
                  <a:pt x="1469" y="2277"/>
                </a:lnTo>
                <a:lnTo>
                  <a:pt x="1471" y="2284"/>
                </a:lnTo>
                <a:lnTo>
                  <a:pt x="1471" y="2293"/>
                </a:lnTo>
                <a:lnTo>
                  <a:pt x="1471" y="2302"/>
                </a:lnTo>
                <a:lnTo>
                  <a:pt x="1472" y="2312"/>
                </a:lnTo>
                <a:lnTo>
                  <a:pt x="1475" y="2321"/>
                </a:lnTo>
                <a:lnTo>
                  <a:pt x="1482" y="2330"/>
                </a:lnTo>
                <a:lnTo>
                  <a:pt x="1493" y="2340"/>
                </a:lnTo>
                <a:lnTo>
                  <a:pt x="1503" y="2350"/>
                </a:lnTo>
                <a:lnTo>
                  <a:pt x="1507" y="2362"/>
                </a:lnTo>
                <a:lnTo>
                  <a:pt x="1507" y="2375"/>
                </a:lnTo>
                <a:lnTo>
                  <a:pt x="1504" y="2388"/>
                </a:lnTo>
                <a:lnTo>
                  <a:pt x="1499" y="2400"/>
                </a:lnTo>
                <a:lnTo>
                  <a:pt x="1494" y="2410"/>
                </a:lnTo>
                <a:lnTo>
                  <a:pt x="1490" y="2417"/>
                </a:lnTo>
                <a:lnTo>
                  <a:pt x="1488" y="2419"/>
                </a:lnTo>
                <a:lnTo>
                  <a:pt x="1488" y="2422"/>
                </a:lnTo>
                <a:lnTo>
                  <a:pt x="1486" y="2430"/>
                </a:lnTo>
                <a:lnTo>
                  <a:pt x="1484" y="2442"/>
                </a:lnTo>
                <a:lnTo>
                  <a:pt x="1481" y="2455"/>
                </a:lnTo>
                <a:lnTo>
                  <a:pt x="1476" y="2467"/>
                </a:lnTo>
                <a:lnTo>
                  <a:pt x="1469" y="2478"/>
                </a:lnTo>
                <a:lnTo>
                  <a:pt x="1462" y="2486"/>
                </a:lnTo>
                <a:lnTo>
                  <a:pt x="1451" y="2488"/>
                </a:lnTo>
                <a:lnTo>
                  <a:pt x="1441" y="2487"/>
                </a:lnTo>
                <a:lnTo>
                  <a:pt x="1431" y="2485"/>
                </a:lnTo>
                <a:lnTo>
                  <a:pt x="1422" y="2484"/>
                </a:lnTo>
                <a:lnTo>
                  <a:pt x="1412" y="2483"/>
                </a:lnTo>
                <a:lnTo>
                  <a:pt x="1400" y="2482"/>
                </a:lnTo>
                <a:lnTo>
                  <a:pt x="1389" y="2483"/>
                </a:lnTo>
                <a:lnTo>
                  <a:pt x="1376" y="2484"/>
                </a:lnTo>
                <a:lnTo>
                  <a:pt x="1362" y="2488"/>
                </a:lnTo>
                <a:lnTo>
                  <a:pt x="1348" y="2495"/>
                </a:lnTo>
                <a:lnTo>
                  <a:pt x="1340" y="2503"/>
                </a:lnTo>
                <a:lnTo>
                  <a:pt x="1334" y="2512"/>
                </a:lnTo>
                <a:lnTo>
                  <a:pt x="1330" y="2521"/>
                </a:lnTo>
                <a:lnTo>
                  <a:pt x="1327" y="2529"/>
                </a:lnTo>
                <a:lnTo>
                  <a:pt x="1323" y="2535"/>
                </a:lnTo>
                <a:lnTo>
                  <a:pt x="1318" y="2538"/>
                </a:lnTo>
                <a:lnTo>
                  <a:pt x="1308" y="2536"/>
                </a:lnTo>
                <a:lnTo>
                  <a:pt x="1299" y="2534"/>
                </a:lnTo>
                <a:lnTo>
                  <a:pt x="1292" y="2536"/>
                </a:lnTo>
                <a:lnTo>
                  <a:pt x="1287" y="2542"/>
                </a:lnTo>
                <a:lnTo>
                  <a:pt x="1283" y="2548"/>
                </a:lnTo>
                <a:lnTo>
                  <a:pt x="1279" y="2555"/>
                </a:lnTo>
                <a:lnTo>
                  <a:pt x="1275" y="2562"/>
                </a:lnTo>
                <a:lnTo>
                  <a:pt x="1270" y="2566"/>
                </a:lnTo>
                <a:lnTo>
                  <a:pt x="1264" y="2568"/>
                </a:lnTo>
                <a:lnTo>
                  <a:pt x="1253" y="2570"/>
                </a:lnTo>
                <a:lnTo>
                  <a:pt x="1240" y="2576"/>
                </a:lnTo>
                <a:lnTo>
                  <a:pt x="1224" y="2584"/>
                </a:lnTo>
                <a:lnTo>
                  <a:pt x="1207" y="2593"/>
                </a:lnTo>
                <a:lnTo>
                  <a:pt x="1191" y="2602"/>
                </a:lnTo>
                <a:lnTo>
                  <a:pt x="1178" y="2610"/>
                </a:lnTo>
                <a:lnTo>
                  <a:pt x="1169" y="2616"/>
                </a:lnTo>
                <a:lnTo>
                  <a:pt x="1166" y="2618"/>
                </a:lnTo>
                <a:lnTo>
                  <a:pt x="1163" y="2621"/>
                </a:lnTo>
                <a:lnTo>
                  <a:pt x="1155" y="2629"/>
                </a:lnTo>
                <a:lnTo>
                  <a:pt x="1145" y="2642"/>
                </a:lnTo>
                <a:lnTo>
                  <a:pt x="1132" y="2655"/>
                </a:lnTo>
                <a:lnTo>
                  <a:pt x="1118" y="2668"/>
                </a:lnTo>
                <a:lnTo>
                  <a:pt x="1103" y="2680"/>
                </a:lnTo>
                <a:lnTo>
                  <a:pt x="1090" y="2688"/>
                </a:lnTo>
                <a:lnTo>
                  <a:pt x="1079" y="2692"/>
                </a:lnTo>
                <a:lnTo>
                  <a:pt x="1070" y="2692"/>
                </a:lnTo>
                <a:lnTo>
                  <a:pt x="1063" y="2693"/>
                </a:lnTo>
                <a:lnTo>
                  <a:pt x="1057" y="2696"/>
                </a:lnTo>
                <a:lnTo>
                  <a:pt x="1052" y="2701"/>
                </a:lnTo>
                <a:lnTo>
                  <a:pt x="1048" y="2708"/>
                </a:lnTo>
                <a:lnTo>
                  <a:pt x="1045" y="2719"/>
                </a:lnTo>
                <a:lnTo>
                  <a:pt x="1042" y="2733"/>
                </a:lnTo>
                <a:lnTo>
                  <a:pt x="1039" y="2753"/>
                </a:lnTo>
                <a:lnTo>
                  <a:pt x="1034" y="2772"/>
                </a:lnTo>
                <a:lnTo>
                  <a:pt x="1028" y="2787"/>
                </a:lnTo>
                <a:lnTo>
                  <a:pt x="1020" y="2801"/>
                </a:lnTo>
                <a:lnTo>
                  <a:pt x="1011" y="2811"/>
                </a:lnTo>
                <a:lnTo>
                  <a:pt x="1003" y="2819"/>
                </a:lnTo>
                <a:lnTo>
                  <a:pt x="998" y="2826"/>
                </a:lnTo>
                <a:lnTo>
                  <a:pt x="995" y="2833"/>
                </a:lnTo>
                <a:lnTo>
                  <a:pt x="997" y="2840"/>
                </a:lnTo>
                <a:lnTo>
                  <a:pt x="999" y="2846"/>
                </a:lnTo>
                <a:lnTo>
                  <a:pt x="996" y="2849"/>
                </a:lnTo>
                <a:lnTo>
                  <a:pt x="990" y="2849"/>
                </a:lnTo>
                <a:lnTo>
                  <a:pt x="982" y="2848"/>
                </a:lnTo>
                <a:lnTo>
                  <a:pt x="973" y="2847"/>
                </a:lnTo>
                <a:lnTo>
                  <a:pt x="965" y="2847"/>
                </a:lnTo>
                <a:lnTo>
                  <a:pt x="958" y="2850"/>
                </a:lnTo>
                <a:lnTo>
                  <a:pt x="955" y="2855"/>
                </a:lnTo>
                <a:lnTo>
                  <a:pt x="953" y="2860"/>
                </a:lnTo>
                <a:lnTo>
                  <a:pt x="950" y="2867"/>
                </a:lnTo>
                <a:lnTo>
                  <a:pt x="945" y="2874"/>
                </a:lnTo>
                <a:lnTo>
                  <a:pt x="940" y="2881"/>
                </a:lnTo>
                <a:lnTo>
                  <a:pt x="933" y="2889"/>
                </a:lnTo>
                <a:lnTo>
                  <a:pt x="925" y="2898"/>
                </a:lnTo>
                <a:lnTo>
                  <a:pt x="917" y="2905"/>
                </a:lnTo>
                <a:lnTo>
                  <a:pt x="907" y="2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13" name="Freeform 970">
            <a:extLst>
              <a:ext uri="{FF2B5EF4-FFF2-40B4-BE49-F238E27FC236}">
                <a16:creationId xmlns:a16="http://schemas.microsoft.com/office/drawing/2014/main" id="{595037EE-9A7A-75A6-CF3E-4508CCC6C8DF}"/>
              </a:ext>
            </a:extLst>
          </p:cNvPr>
          <p:cNvSpPr>
            <a:spLocks/>
          </p:cNvSpPr>
          <p:nvPr/>
        </p:nvSpPr>
        <p:spPr bwMode="auto">
          <a:xfrm>
            <a:off x="6467475" y="4125913"/>
            <a:ext cx="361950" cy="558800"/>
          </a:xfrm>
          <a:custGeom>
            <a:avLst/>
            <a:gdLst>
              <a:gd name="T0" fmla="*/ 2147483646 w 2180"/>
              <a:gd name="T1" fmla="*/ 2147483646 h 3763"/>
              <a:gd name="T2" fmla="*/ 2147483646 w 2180"/>
              <a:gd name="T3" fmla="*/ 2147483646 h 3763"/>
              <a:gd name="T4" fmla="*/ 2147483646 w 2180"/>
              <a:gd name="T5" fmla="*/ 2147483646 h 3763"/>
              <a:gd name="T6" fmla="*/ 2147483646 w 2180"/>
              <a:gd name="T7" fmla="*/ 2147483646 h 3763"/>
              <a:gd name="T8" fmla="*/ 2147483646 w 2180"/>
              <a:gd name="T9" fmla="*/ 2147483646 h 3763"/>
              <a:gd name="T10" fmla="*/ 2147483646 w 2180"/>
              <a:gd name="T11" fmla="*/ 2147483646 h 3763"/>
              <a:gd name="T12" fmla="*/ 2147483646 w 2180"/>
              <a:gd name="T13" fmla="*/ 2147483646 h 3763"/>
              <a:gd name="T14" fmla="*/ 2147483646 w 2180"/>
              <a:gd name="T15" fmla="*/ 2147483646 h 3763"/>
              <a:gd name="T16" fmla="*/ 2147483646 w 2180"/>
              <a:gd name="T17" fmla="*/ 2147483646 h 3763"/>
              <a:gd name="T18" fmla="*/ 2147483646 w 2180"/>
              <a:gd name="T19" fmla="*/ 2147483646 h 3763"/>
              <a:gd name="T20" fmla="*/ 2147483646 w 2180"/>
              <a:gd name="T21" fmla="*/ 2147483646 h 3763"/>
              <a:gd name="T22" fmla="*/ 2147483646 w 2180"/>
              <a:gd name="T23" fmla="*/ 2147483646 h 3763"/>
              <a:gd name="T24" fmla="*/ 2147483646 w 2180"/>
              <a:gd name="T25" fmla="*/ 2147483646 h 3763"/>
              <a:gd name="T26" fmla="*/ 2147483646 w 2180"/>
              <a:gd name="T27" fmla="*/ 2147483646 h 3763"/>
              <a:gd name="T28" fmla="*/ 2147483646 w 2180"/>
              <a:gd name="T29" fmla="*/ 2147483646 h 3763"/>
              <a:gd name="T30" fmla="*/ 2147483646 w 2180"/>
              <a:gd name="T31" fmla="*/ 2147483646 h 3763"/>
              <a:gd name="T32" fmla="*/ 2147483646 w 2180"/>
              <a:gd name="T33" fmla="*/ 2147483646 h 3763"/>
              <a:gd name="T34" fmla="*/ 2147483646 w 2180"/>
              <a:gd name="T35" fmla="*/ 2147483646 h 3763"/>
              <a:gd name="T36" fmla="*/ 2147483646 w 2180"/>
              <a:gd name="T37" fmla="*/ 2147483646 h 3763"/>
              <a:gd name="T38" fmla="*/ 2147483646 w 2180"/>
              <a:gd name="T39" fmla="*/ 2147483646 h 3763"/>
              <a:gd name="T40" fmla="*/ 2147483646 w 2180"/>
              <a:gd name="T41" fmla="*/ 2147483646 h 3763"/>
              <a:gd name="T42" fmla="*/ 2147483646 w 2180"/>
              <a:gd name="T43" fmla="*/ 2147483646 h 3763"/>
              <a:gd name="T44" fmla="*/ 2147483646 w 2180"/>
              <a:gd name="T45" fmla="*/ 2147483646 h 3763"/>
              <a:gd name="T46" fmla="*/ 2147483646 w 2180"/>
              <a:gd name="T47" fmla="*/ 2147483646 h 3763"/>
              <a:gd name="T48" fmla="*/ 2147483646 w 2180"/>
              <a:gd name="T49" fmla="*/ 2147483646 h 3763"/>
              <a:gd name="T50" fmla="*/ 2147483646 w 2180"/>
              <a:gd name="T51" fmla="*/ 2147483646 h 3763"/>
              <a:gd name="T52" fmla="*/ 2147483646 w 2180"/>
              <a:gd name="T53" fmla="*/ 2147483646 h 3763"/>
              <a:gd name="T54" fmla="*/ 2147483646 w 2180"/>
              <a:gd name="T55" fmla="*/ 2147483646 h 3763"/>
              <a:gd name="T56" fmla="*/ 2147483646 w 2180"/>
              <a:gd name="T57" fmla="*/ 2147483646 h 3763"/>
              <a:gd name="T58" fmla="*/ 2147483646 w 2180"/>
              <a:gd name="T59" fmla="*/ 2147483646 h 3763"/>
              <a:gd name="T60" fmla="*/ 2147483646 w 2180"/>
              <a:gd name="T61" fmla="*/ 2147483646 h 3763"/>
              <a:gd name="T62" fmla="*/ 2147483646 w 2180"/>
              <a:gd name="T63" fmla="*/ 2147483646 h 3763"/>
              <a:gd name="T64" fmla="*/ 2147483646 w 2180"/>
              <a:gd name="T65" fmla="*/ 2147483646 h 3763"/>
              <a:gd name="T66" fmla="*/ 2147483646 w 2180"/>
              <a:gd name="T67" fmla="*/ 2147483646 h 3763"/>
              <a:gd name="T68" fmla="*/ 2147483646 w 2180"/>
              <a:gd name="T69" fmla="*/ 2147483646 h 3763"/>
              <a:gd name="T70" fmla="*/ 2147483646 w 2180"/>
              <a:gd name="T71" fmla="*/ 2147483646 h 3763"/>
              <a:gd name="T72" fmla="*/ 2147483646 w 2180"/>
              <a:gd name="T73" fmla="*/ 2147483646 h 3763"/>
              <a:gd name="T74" fmla="*/ 2147483646 w 2180"/>
              <a:gd name="T75" fmla="*/ 2147483646 h 3763"/>
              <a:gd name="T76" fmla="*/ 2147483646 w 2180"/>
              <a:gd name="T77" fmla="*/ 2147483646 h 3763"/>
              <a:gd name="T78" fmla="*/ 2147483646 w 2180"/>
              <a:gd name="T79" fmla="*/ 2147483646 h 3763"/>
              <a:gd name="T80" fmla="*/ 2147483646 w 2180"/>
              <a:gd name="T81" fmla="*/ 2147483646 h 3763"/>
              <a:gd name="T82" fmla="*/ 2147483646 w 2180"/>
              <a:gd name="T83" fmla="*/ 2147483646 h 3763"/>
              <a:gd name="T84" fmla="*/ 2147483646 w 2180"/>
              <a:gd name="T85" fmla="*/ 2147483646 h 3763"/>
              <a:gd name="T86" fmla="*/ 2147483646 w 2180"/>
              <a:gd name="T87" fmla="*/ 2147483646 h 3763"/>
              <a:gd name="T88" fmla="*/ 2147483646 w 2180"/>
              <a:gd name="T89" fmla="*/ 2147483646 h 3763"/>
              <a:gd name="T90" fmla="*/ 2147483646 w 2180"/>
              <a:gd name="T91" fmla="*/ 2147483646 h 3763"/>
              <a:gd name="T92" fmla="*/ 2147483646 w 2180"/>
              <a:gd name="T93" fmla="*/ 2147483646 h 3763"/>
              <a:gd name="T94" fmla="*/ 2147483646 w 2180"/>
              <a:gd name="T95" fmla="*/ 2147483646 h 3763"/>
              <a:gd name="T96" fmla="*/ 2147483646 w 2180"/>
              <a:gd name="T97" fmla="*/ 2147483646 h 3763"/>
              <a:gd name="T98" fmla="*/ 2147483646 w 2180"/>
              <a:gd name="T99" fmla="*/ 2147483646 h 3763"/>
              <a:gd name="T100" fmla="*/ 2147483646 w 2180"/>
              <a:gd name="T101" fmla="*/ 2147483646 h 3763"/>
              <a:gd name="T102" fmla="*/ 2147483646 w 2180"/>
              <a:gd name="T103" fmla="*/ 2147483646 h 3763"/>
              <a:gd name="T104" fmla="*/ 2147483646 w 2180"/>
              <a:gd name="T105" fmla="*/ 2147483646 h 3763"/>
              <a:gd name="T106" fmla="*/ 2147483646 w 2180"/>
              <a:gd name="T107" fmla="*/ 2147483646 h 3763"/>
              <a:gd name="T108" fmla="*/ 2147483646 w 2180"/>
              <a:gd name="T109" fmla="*/ 2147483646 h 3763"/>
              <a:gd name="T110" fmla="*/ 2147483646 w 2180"/>
              <a:gd name="T111" fmla="*/ 2147483646 h 3763"/>
              <a:gd name="T112" fmla="*/ 2147483646 w 2180"/>
              <a:gd name="T113" fmla="*/ 2147483646 h 3763"/>
              <a:gd name="T114" fmla="*/ 2147483646 w 2180"/>
              <a:gd name="T115" fmla="*/ 2147483646 h 3763"/>
              <a:gd name="T116" fmla="*/ 2147483646 w 2180"/>
              <a:gd name="T117" fmla="*/ 2147483646 h 3763"/>
              <a:gd name="T118" fmla="*/ 2147483646 w 2180"/>
              <a:gd name="T119" fmla="*/ 2147483646 h 3763"/>
              <a:gd name="T120" fmla="*/ 2147483646 w 2180"/>
              <a:gd name="T121" fmla="*/ 2147483646 h 3763"/>
              <a:gd name="T122" fmla="*/ 2147483646 w 2180"/>
              <a:gd name="T123" fmla="*/ 2147483646 h 3763"/>
              <a:gd name="T124" fmla="*/ 2147483646 w 2180"/>
              <a:gd name="T125" fmla="*/ 2147483646 h 3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80" h="3763">
                <a:moveTo>
                  <a:pt x="869" y="3296"/>
                </a:moveTo>
                <a:lnTo>
                  <a:pt x="867" y="3300"/>
                </a:lnTo>
                <a:lnTo>
                  <a:pt x="865" y="3305"/>
                </a:lnTo>
                <a:lnTo>
                  <a:pt x="864" y="3309"/>
                </a:lnTo>
                <a:lnTo>
                  <a:pt x="862" y="3314"/>
                </a:lnTo>
                <a:lnTo>
                  <a:pt x="861" y="3318"/>
                </a:lnTo>
                <a:lnTo>
                  <a:pt x="859" y="3323"/>
                </a:lnTo>
                <a:lnTo>
                  <a:pt x="858" y="3328"/>
                </a:lnTo>
                <a:lnTo>
                  <a:pt x="857" y="3333"/>
                </a:lnTo>
                <a:lnTo>
                  <a:pt x="855" y="3348"/>
                </a:lnTo>
                <a:lnTo>
                  <a:pt x="858" y="3362"/>
                </a:lnTo>
                <a:lnTo>
                  <a:pt x="865" y="3374"/>
                </a:lnTo>
                <a:lnTo>
                  <a:pt x="875" y="3385"/>
                </a:lnTo>
                <a:lnTo>
                  <a:pt x="888" y="3395"/>
                </a:lnTo>
                <a:lnTo>
                  <a:pt x="901" y="3404"/>
                </a:lnTo>
                <a:lnTo>
                  <a:pt x="914" y="3413"/>
                </a:lnTo>
                <a:lnTo>
                  <a:pt x="926" y="3422"/>
                </a:lnTo>
                <a:lnTo>
                  <a:pt x="935" y="3432"/>
                </a:lnTo>
                <a:lnTo>
                  <a:pt x="940" y="3441"/>
                </a:lnTo>
                <a:lnTo>
                  <a:pt x="941" y="3450"/>
                </a:lnTo>
                <a:lnTo>
                  <a:pt x="939" y="3458"/>
                </a:lnTo>
                <a:lnTo>
                  <a:pt x="935" y="3467"/>
                </a:lnTo>
                <a:lnTo>
                  <a:pt x="930" y="3474"/>
                </a:lnTo>
                <a:lnTo>
                  <a:pt x="926" y="3483"/>
                </a:lnTo>
                <a:lnTo>
                  <a:pt x="922" y="3490"/>
                </a:lnTo>
                <a:lnTo>
                  <a:pt x="920" y="3499"/>
                </a:lnTo>
                <a:lnTo>
                  <a:pt x="918" y="3509"/>
                </a:lnTo>
                <a:lnTo>
                  <a:pt x="917" y="3522"/>
                </a:lnTo>
                <a:lnTo>
                  <a:pt x="917" y="3536"/>
                </a:lnTo>
                <a:lnTo>
                  <a:pt x="917" y="3549"/>
                </a:lnTo>
                <a:lnTo>
                  <a:pt x="918" y="3562"/>
                </a:lnTo>
                <a:lnTo>
                  <a:pt x="918" y="3574"/>
                </a:lnTo>
                <a:lnTo>
                  <a:pt x="918" y="3586"/>
                </a:lnTo>
                <a:lnTo>
                  <a:pt x="917" y="3598"/>
                </a:lnTo>
                <a:lnTo>
                  <a:pt x="915" y="3611"/>
                </a:lnTo>
                <a:lnTo>
                  <a:pt x="912" y="3627"/>
                </a:lnTo>
                <a:lnTo>
                  <a:pt x="905" y="3640"/>
                </a:lnTo>
                <a:lnTo>
                  <a:pt x="896" y="3653"/>
                </a:lnTo>
                <a:lnTo>
                  <a:pt x="882" y="3663"/>
                </a:lnTo>
                <a:lnTo>
                  <a:pt x="866" y="3670"/>
                </a:lnTo>
                <a:lnTo>
                  <a:pt x="845" y="3673"/>
                </a:lnTo>
                <a:lnTo>
                  <a:pt x="824" y="3674"/>
                </a:lnTo>
                <a:lnTo>
                  <a:pt x="808" y="3678"/>
                </a:lnTo>
                <a:lnTo>
                  <a:pt x="795" y="3682"/>
                </a:lnTo>
                <a:lnTo>
                  <a:pt x="785" y="3687"/>
                </a:lnTo>
                <a:lnTo>
                  <a:pt x="777" y="3692"/>
                </a:lnTo>
                <a:lnTo>
                  <a:pt x="770" y="3698"/>
                </a:lnTo>
                <a:lnTo>
                  <a:pt x="765" y="3704"/>
                </a:lnTo>
                <a:lnTo>
                  <a:pt x="759" y="3710"/>
                </a:lnTo>
                <a:lnTo>
                  <a:pt x="753" y="3716"/>
                </a:lnTo>
                <a:lnTo>
                  <a:pt x="747" y="3723"/>
                </a:lnTo>
                <a:lnTo>
                  <a:pt x="742" y="3733"/>
                </a:lnTo>
                <a:lnTo>
                  <a:pt x="736" y="3742"/>
                </a:lnTo>
                <a:lnTo>
                  <a:pt x="731" y="3751"/>
                </a:lnTo>
                <a:lnTo>
                  <a:pt x="724" y="3757"/>
                </a:lnTo>
                <a:lnTo>
                  <a:pt x="717" y="3762"/>
                </a:lnTo>
                <a:lnTo>
                  <a:pt x="708" y="3763"/>
                </a:lnTo>
                <a:lnTo>
                  <a:pt x="699" y="3761"/>
                </a:lnTo>
                <a:lnTo>
                  <a:pt x="692" y="3757"/>
                </a:lnTo>
                <a:lnTo>
                  <a:pt x="684" y="3753"/>
                </a:lnTo>
                <a:lnTo>
                  <a:pt x="678" y="3747"/>
                </a:lnTo>
                <a:lnTo>
                  <a:pt x="673" y="3742"/>
                </a:lnTo>
                <a:lnTo>
                  <a:pt x="670" y="3737"/>
                </a:lnTo>
                <a:lnTo>
                  <a:pt x="668" y="3734"/>
                </a:lnTo>
                <a:lnTo>
                  <a:pt x="667" y="3733"/>
                </a:lnTo>
                <a:lnTo>
                  <a:pt x="667" y="3731"/>
                </a:lnTo>
                <a:lnTo>
                  <a:pt x="666" y="3725"/>
                </a:lnTo>
                <a:lnTo>
                  <a:pt x="664" y="3717"/>
                </a:lnTo>
                <a:lnTo>
                  <a:pt x="661" y="3708"/>
                </a:lnTo>
                <a:lnTo>
                  <a:pt x="656" y="3699"/>
                </a:lnTo>
                <a:lnTo>
                  <a:pt x="650" y="3691"/>
                </a:lnTo>
                <a:lnTo>
                  <a:pt x="643" y="3684"/>
                </a:lnTo>
                <a:lnTo>
                  <a:pt x="632" y="3680"/>
                </a:lnTo>
                <a:lnTo>
                  <a:pt x="623" y="3673"/>
                </a:lnTo>
                <a:lnTo>
                  <a:pt x="615" y="3659"/>
                </a:lnTo>
                <a:lnTo>
                  <a:pt x="609" y="3641"/>
                </a:lnTo>
                <a:lnTo>
                  <a:pt x="606" y="3618"/>
                </a:lnTo>
                <a:lnTo>
                  <a:pt x="604" y="3595"/>
                </a:lnTo>
                <a:lnTo>
                  <a:pt x="606" y="3571"/>
                </a:lnTo>
                <a:lnTo>
                  <a:pt x="610" y="3550"/>
                </a:lnTo>
                <a:lnTo>
                  <a:pt x="618" y="3533"/>
                </a:lnTo>
                <a:lnTo>
                  <a:pt x="627" y="3520"/>
                </a:lnTo>
                <a:lnTo>
                  <a:pt x="633" y="3510"/>
                </a:lnTo>
                <a:lnTo>
                  <a:pt x="637" y="3503"/>
                </a:lnTo>
                <a:lnTo>
                  <a:pt x="637" y="3497"/>
                </a:lnTo>
                <a:lnTo>
                  <a:pt x="633" y="3491"/>
                </a:lnTo>
                <a:lnTo>
                  <a:pt x="626" y="3484"/>
                </a:lnTo>
                <a:lnTo>
                  <a:pt x="615" y="3476"/>
                </a:lnTo>
                <a:lnTo>
                  <a:pt x="600" y="3463"/>
                </a:lnTo>
                <a:lnTo>
                  <a:pt x="583" y="3453"/>
                </a:lnTo>
                <a:lnTo>
                  <a:pt x="571" y="3449"/>
                </a:lnTo>
                <a:lnTo>
                  <a:pt x="563" y="3450"/>
                </a:lnTo>
                <a:lnTo>
                  <a:pt x="557" y="3453"/>
                </a:lnTo>
                <a:lnTo>
                  <a:pt x="554" y="3459"/>
                </a:lnTo>
                <a:lnTo>
                  <a:pt x="552" y="3465"/>
                </a:lnTo>
                <a:lnTo>
                  <a:pt x="551" y="3469"/>
                </a:lnTo>
                <a:lnTo>
                  <a:pt x="551" y="3471"/>
                </a:lnTo>
                <a:lnTo>
                  <a:pt x="549" y="3474"/>
                </a:lnTo>
                <a:lnTo>
                  <a:pt x="544" y="3483"/>
                </a:lnTo>
                <a:lnTo>
                  <a:pt x="536" y="3495"/>
                </a:lnTo>
                <a:lnTo>
                  <a:pt x="527" y="3510"/>
                </a:lnTo>
                <a:lnTo>
                  <a:pt x="517" y="3528"/>
                </a:lnTo>
                <a:lnTo>
                  <a:pt x="507" y="3546"/>
                </a:lnTo>
                <a:lnTo>
                  <a:pt x="497" y="3565"/>
                </a:lnTo>
                <a:lnTo>
                  <a:pt x="487" y="3584"/>
                </a:lnTo>
                <a:lnTo>
                  <a:pt x="477" y="3599"/>
                </a:lnTo>
                <a:lnTo>
                  <a:pt x="466" y="3609"/>
                </a:lnTo>
                <a:lnTo>
                  <a:pt x="453" y="3616"/>
                </a:lnTo>
                <a:lnTo>
                  <a:pt x="439" y="3620"/>
                </a:lnTo>
                <a:lnTo>
                  <a:pt x="423" y="3623"/>
                </a:lnTo>
                <a:lnTo>
                  <a:pt x="410" y="3624"/>
                </a:lnTo>
                <a:lnTo>
                  <a:pt x="397" y="3627"/>
                </a:lnTo>
                <a:lnTo>
                  <a:pt x="385" y="3629"/>
                </a:lnTo>
                <a:lnTo>
                  <a:pt x="376" y="3630"/>
                </a:lnTo>
                <a:lnTo>
                  <a:pt x="367" y="3625"/>
                </a:lnTo>
                <a:lnTo>
                  <a:pt x="359" y="3618"/>
                </a:lnTo>
                <a:lnTo>
                  <a:pt x="351" y="3608"/>
                </a:lnTo>
                <a:lnTo>
                  <a:pt x="343" y="3597"/>
                </a:lnTo>
                <a:lnTo>
                  <a:pt x="335" y="3584"/>
                </a:lnTo>
                <a:lnTo>
                  <a:pt x="328" y="3569"/>
                </a:lnTo>
                <a:lnTo>
                  <a:pt x="322" y="3555"/>
                </a:lnTo>
                <a:lnTo>
                  <a:pt x="318" y="3544"/>
                </a:lnTo>
                <a:lnTo>
                  <a:pt x="316" y="3531"/>
                </a:lnTo>
                <a:lnTo>
                  <a:pt x="314" y="3514"/>
                </a:lnTo>
                <a:lnTo>
                  <a:pt x="314" y="3497"/>
                </a:lnTo>
                <a:lnTo>
                  <a:pt x="313" y="3479"/>
                </a:lnTo>
                <a:lnTo>
                  <a:pt x="314" y="3461"/>
                </a:lnTo>
                <a:lnTo>
                  <a:pt x="314" y="3444"/>
                </a:lnTo>
                <a:lnTo>
                  <a:pt x="315" y="3430"/>
                </a:lnTo>
                <a:lnTo>
                  <a:pt x="317" y="3430"/>
                </a:lnTo>
                <a:lnTo>
                  <a:pt x="319" y="3429"/>
                </a:lnTo>
                <a:lnTo>
                  <a:pt x="320" y="3429"/>
                </a:lnTo>
                <a:lnTo>
                  <a:pt x="324" y="3428"/>
                </a:lnTo>
                <a:lnTo>
                  <a:pt x="333" y="3426"/>
                </a:lnTo>
                <a:lnTo>
                  <a:pt x="346" y="3420"/>
                </a:lnTo>
                <a:lnTo>
                  <a:pt x="357" y="3414"/>
                </a:lnTo>
                <a:lnTo>
                  <a:pt x="364" y="3407"/>
                </a:lnTo>
                <a:lnTo>
                  <a:pt x="366" y="3398"/>
                </a:lnTo>
                <a:lnTo>
                  <a:pt x="358" y="3387"/>
                </a:lnTo>
                <a:lnTo>
                  <a:pt x="336" y="3373"/>
                </a:lnTo>
                <a:lnTo>
                  <a:pt x="313" y="3360"/>
                </a:lnTo>
                <a:lnTo>
                  <a:pt x="299" y="3349"/>
                </a:lnTo>
                <a:lnTo>
                  <a:pt x="292" y="3340"/>
                </a:lnTo>
                <a:lnTo>
                  <a:pt x="291" y="3332"/>
                </a:lnTo>
                <a:lnTo>
                  <a:pt x="293" y="3326"/>
                </a:lnTo>
                <a:lnTo>
                  <a:pt x="299" y="3321"/>
                </a:lnTo>
                <a:lnTo>
                  <a:pt x="305" y="3318"/>
                </a:lnTo>
                <a:lnTo>
                  <a:pt x="310" y="3316"/>
                </a:lnTo>
                <a:lnTo>
                  <a:pt x="316" y="3316"/>
                </a:lnTo>
                <a:lnTo>
                  <a:pt x="323" y="3318"/>
                </a:lnTo>
                <a:lnTo>
                  <a:pt x="330" y="3320"/>
                </a:lnTo>
                <a:lnTo>
                  <a:pt x="337" y="3323"/>
                </a:lnTo>
                <a:lnTo>
                  <a:pt x="345" y="3327"/>
                </a:lnTo>
                <a:lnTo>
                  <a:pt x="350" y="3330"/>
                </a:lnTo>
                <a:lnTo>
                  <a:pt x="354" y="3332"/>
                </a:lnTo>
                <a:lnTo>
                  <a:pt x="355" y="3333"/>
                </a:lnTo>
                <a:lnTo>
                  <a:pt x="356" y="3332"/>
                </a:lnTo>
                <a:lnTo>
                  <a:pt x="357" y="3328"/>
                </a:lnTo>
                <a:lnTo>
                  <a:pt x="360" y="3320"/>
                </a:lnTo>
                <a:lnTo>
                  <a:pt x="364" y="3312"/>
                </a:lnTo>
                <a:lnTo>
                  <a:pt x="368" y="3303"/>
                </a:lnTo>
                <a:lnTo>
                  <a:pt x="374" y="3293"/>
                </a:lnTo>
                <a:lnTo>
                  <a:pt x="379" y="3283"/>
                </a:lnTo>
                <a:lnTo>
                  <a:pt x="385" y="3271"/>
                </a:lnTo>
                <a:lnTo>
                  <a:pt x="390" y="3261"/>
                </a:lnTo>
                <a:lnTo>
                  <a:pt x="389" y="3252"/>
                </a:lnTo>
                <a:lnTo>
                  <a:pt x="384" y="3244"/>
                </a:lnTo>
                <a:lnTo>
                  <a:pt x="379" y="3236"/>
                </a:lnTo>
                <a:lnTo>
                  <a:pt x="371" y="3230"/>
                </a:lnTo>
                <a:lnTo>
                  <a:pt x="364" y="3225"/>
                </a:lnTo>
                <a:lnTo>
                  <a:pt x="357" y="3221"/>
                </a:lnTo>
                <a:lnTo>
                  <a:pt x="351" y="3220"/>
                </a:lnTo>
                <a:lnTo>
                  <a:pt x="345" y="3221"/>
                </a:lnTo>
                <a:lnTo>
                  <a:pt x="338" y="3225"/>
                </a:lnTo>
                <a:lnTo>
                  <a:pt x="331" y="3229"/>
                </a:lnTo>
                <a:lnTo>
                  <a:pt x="324" y="3234"/>
                </a:lnTo>
                <a:lnTo>
                  <a:pt x="318" y="3239"/>
                </a:lnTo>
                <a:lnTo>
                  <a:pt x="313" y="3243"/>
                </a:lnTo>
                <a:lnTo>
                  <a:pt x="309" y="3246"/>
                </a:lnTo>
                <a:lnTo>
                  <a:pt x="308" y="3247"/>
                </a:lnTo>
                <a:lnTo>
                  <a:pt x="309" y="3245"/>
                </a:lnTo>
                <a:lnTo>
                  <a:pt x="311" y="3241"/>
                </a:lnTo>
                <a:lnTo>
                  <a:pt x="314" y="3234"/>
                </a:lnTo>
                <a:lnTo>
                  <a:pt x="317" y="3226"/>
                </a:lnTo>
                <a:lnTo>
                  <a:pt x="320" y="3216"/>
                </a:lnTo>
                <a:lnTo>
                  <a:pt x="321" y="3206"/>
                </a:lnTo>
                <a:lnTo>
                  <a:pt x="320" y="3197"/>
                </a:lnTo>
                <a:lnTo>
                  <a:pt x="316" y="3188"/>
                </a:lnTo>
                <a:lnTo>
                  <a:pt x="311" y="3182"/>
                </a:lnTo>
                <a:lnTo>
                  <a:pt x="304" y="3181"/>
                </a:lnTo>
                <a:lnTo>
                  <a:pt x="296" y="3182"/>
                </a:lnTo>
                <a:lnTo>
                  <a:pt x="286" y="3185"/>
                </a:lnTo>
                <a:lnTo>
                  <a:pt x="277" y="3189"/>
                </a:lnTo>
                <a:lnTo>
                  <a:pt x="269" y="3192"/>
                </a:lnTo>
                <a:lnTo>
                  <a:pt x="260" y="3194"/>
                </a:lnTo>
                <a:lnTo>
                  <a:pt x="253" y="3192"/>
                </a:lnTo>
                <a:lnTo>
                  <a:pt x="247" y="3189"/>
                </a:lnTo>
                <a:lnTo>
                  <a:pt x="245" y="3186"/>
                </a:lnTo>
                <a:lnTo>
                  <a:pt x="244" y="3183"/>
                </a:lnTo>
                <a:lnTo>
                  <a:pt x="245" y="3179"/>
                </a:lnTo>
                <a:lnTo>
                  <a:pt x="246" y="3173"/>
                </a:lnTo>
                <a:lnTo>
                  <a:pt x="247" y="3166"/>
                </a:lnTo>
                <a:lnTo>
                  <a:pt x="246" y="3157"/>
                </a:lnTo>
                <a:lnTo>
                  <a:pt x="243" y="3145"/>
                </a:lnTo>
                <a:lnTo>
                  <a:pt x="238" y="3136"/>
                </a:lnTo>
                <a:lnTo>
                  <a:pt x="232" y="3132"/>
                </a:lnTo>
                <a:lnTo>
                  <a:pt x="227" y="3133"/>
                </a:lnTo>
                <a:lnTo>
                  <a:pt x="221" y="3136"/>
                </a:lnTo>
                <a:lnTo>
                  <a:pt x="216" y="3142"/>
                </a:lnTo>
                <a:lnTo>
                  <a:pt x="212" y="3147"/>
                </a:lnTo>
                <a:lnTo>
                  <a:pt x="209" y="3151"/>
                </a:lnTo>
                <a:lnTo>
                  <a:pt x="208" y="3153"/>
                </a:lnTo>
                <a:lnTo>
                  <a:pt x="205" y="3151"/>
                </a:lnTo>
                <a:lnTo>
                  <a:pt x="197" y="3144"/>
                </a:lnTo>
                <a:lnTo>
                  <a:pt x="185" y="3135"/>
                </a:lnTo>
                <a:lnTo>
                  <a:pt x="172" y="3124"/>
                </a:lnTo>
                <a:lnTo>
                  <a:pt x="157" y="3112"/>
                </a:lnTo>
                <a:lnTo>
                  <a:pt x="144" y="3103"/>
                </a:lnTo>
                <a:lnTo>
                  <a:pt x="131" y="3096"/>
                </a:lnTo>
                <a:lnTo>
                  <a:pt x="122" y="3094"/>
                </a:lnTo>
                <a:lnTo>
                  <a:pt x="115" y="3094"/>
                </a:lnTo>
                <a:lnTo>
                  <a:pt x="106" y="3093"/>
                </a:lnTo>
                <a:lnTo>
                  <a:pt x="96" y="3091"/>
                </a:lnTo>
                <a:lnTo>
                  <a:pt x="86" y="3088"/>
                </a:lnTo>
                <a:lnTo>
                  <a:pt x="78" y="3085"/>
                </a:lnTo>
                <a:lnTo>
                  <a:pt x="72" y="3081"/>
                </a:lnTo>
                <a:lnTo>
                  <a:pt x="68" y="3077"/>
                </a:lnTo>
                <a:lnTo>
                  <a:pt x="69" y="3071"/>
                </a:lnTo>
                <a:lnTo>
                  <a:pt x="73" y="3065"/>
                </a:lnTo>
                <a:lnTo>
                  <a:pt x="80" y="3057"/>
                </a:lnTo>
                <a:lnTo>
                  <a:pt x="88" y="3048"/>
                </a:lnTo>
                <a:lnTo>
                  <a:pt x="97" y="3039"/>
                </a:lnTo>
                <a:lnTo>
                  <a:pt x="105" y="3030"/>
                </a:lnTo>
                <a:lnTo>
                  <a:pt x="111" y="3021"/>
                </a:lnTo>
                <a:lnTo>
                  <a:pt x="114" y="3014"/>
                </a:lnTo>
                <a:lnTo>
                  <a:pt x="114" y="3008"/>
                </a:lnTo>
                <a:lnTo>
                  <a:pt x="107" y="2998"/>
                </a:lnTo>
                <a:lnTo>
                  <a:pt x="99" y="2990"/>
                </a:lnTo>
                <a:lnTo>
                  <a:pt x="91" y="2984"/>
                </a:lnTo>
                <a:lnTo>
                  <a:pt x="87" y="2982"/>
                </a:lnTo>
                <a:lnTo>
                  <a:pt x="87" y="2980"/>
                </a:lnTo>
                <a:lnTo>
                  <a:pt x="88" y="2974"/>
                </a:lnTo>
                <a:lnTo>
                  <a:pt x="88" y="2964"/>
                </a:lnTo>
                <a:lnTo>
                  <a:pt x="90" y="2953"/>
                </a:lnTo>
                <a:lnTo>
                  <a:pt x="90" y="2941"/>
                </a:lnTo>
                <a:lnTo>
                  <a:pt x="91" y="2930"/>
                </a:lnTo>
                <a:lnTo>
                  <a:pt x="90" y="2917"/>
                </a:lnTo>
                <a:lnTo>
                  <a:pt x="90" y="2908"/>
                </a:lnTo>
                <a:lnTo>
                  <a:pt x="86" y="2901"/>
                </a:lnTo>
                <a:lnTo>
                  <a:pt x="79" y="2897"/>
                </a:lnTo>
                <a:lnTo>
                  <a:pt x="71" y="2896"/>
                </a:lnTo>
                <a:lnTo>
                  <a:pt x="62" y="2896"/>
                </a:lnTo>
                <a:lnTo>
                  <a:pt x="52" y="2897"/>
                </a:lnTo>
                <a:lnTo>
                  <a:pt x="45" y="2898"/>
                </a:lnTo>
                <a:lnTo>
                  <a:pt x="38" y="2899"/>
                </a:lnTo>
                <a:lnTo>
                  <a:pt x="36" y="2900"/>
                </a:lnTo>
                <a:lnTo>
                  <a:pt x="51" y="2853"/>
                </a:lnTo>
                <a:lnTo>
                  <a:pt x="65" y="2804"/>
                </a:lnTo>
                <a:lnTo>
                  <a:pt x="65" y="2801"/>
                </a:lnTo>
                <a:lnTo>
                  <a:pt x="65" y="2791"/>
                </a:lnTo>
                <a:lnTo>
                  <a:pt x="65" y="2778"/>
                </a:lnTo>
                <a:lnTo>
                  <a:pt x="63" y="2761"/>
                </a:lnTo>
                <a:lnTo>
                  <a:pt x="58" y="2745"/>
                </a:lnTo>
                <a:lnTo>
                  <a:pt x="50" y="2730"/>
                </a:lnTo>
                <a:lnTo>
                  <a:pt x="37" y="2717"/>
                </a:lnTo>
                <a:lnTo>
                  <a:pt x="20" y="2710"/>
                </a:lnTo>
                <a:lnTo>
                  <a:pt x="6" y="2705"/>
                </a:lnTo>
                <a:lnTo>
                  <a:pt x="0" y="2700"/>
                </a:lnTo>
                <a:lnTo>
                  <a:pt x="2" y="2696"/>
                </a:lnTo>
                <a:lnTo>
                  <a:pt x="9" y="2692"/>
                </a:lnTo>
                <a:lnTo>
                  <a:pt x="19" y="2689"/>
                </a:lnTo>
                <a:lnTo>
                  <a:pt x="32" y="2686"/>
                </a:lnTo>
                <a:lnTo>
                  <a:pt x="46" y="2685"/>
                </a:lnTo>
                <a:lnTo>
                  <a:pt x="57" y="2684"/>
                </a:lnTo>
                <a:lnTo>
                  <a:pt x="67" y="2682"/>
                </a:lnTo>
                <a:lnTo>
                  <a:pt x="77" y="2677"/>
                </a:lnTo>
                <a:lnTo>
                  <a:pt x="87" y="2669"/>
                </a:lnTo>
                <a:lnTo>
                  <a:pt x="98" y="2661"/>
                </a:lnTo>
                <a:lnTo>
                  <a:pt x="107" y="2653"/>
                </a:lnTo>
                <a:lnTo>
                  <a:pt x="114" y="2646"/>
                </a:lnTo>
                <a:lnTo>
                  <a:pt x="118" y="2641"/>
                </a:lnTo>
                <a:lnTo>
                  <a:pt x="120" y="2639"/>
                </a:lnTo>
                <a:lnTo>
                  <a:pt x="163" y="2602"/>
                </a:lnTo>
                <a:lnTo>
                  <a:pt x="162" y="2601"/>
                </a:lnTo>
                <a:lnTo>
                  <a:pt x="159" y="2599"/>
                </a:lnTo>
                <a:lnTo>
                  <a:pt x="154" y="2596"/>
                </a:lnTo>
                <a:lnTo>
                  <a:pt x="148" y="2592"/>
                </a:lnTo>
                <a:lnTo>
                  <a:pt x="142" y="2587"/>
                </a:lnTo>
                <a:lnTo>
                  <a:pt x="135" y="2582"/>
                </a:lnTo>
                <a:lnTo>
                  <a:pt x="130" y="2576"/>
                </a:lnTo>
                <a:lnTo>
                  <a:pt x="126" y="2569"/>
                </a:lnTo>
                <a:lnTo>
                  <a:pt x="123" y="2562"/>
                </a:lnTo>
                <a:lnTo>
                  <a:pt x="122" y="2554"/>
                </a:lnTo>
                <a:lnTo>
                  <a:pt x="122" y="2544"/>
                </a:lnTo>
                <a:lnTo>
                  <a:pt x="123" y="2534"/>
                </a:lnTo>
                <a:lnTo>
                  <a:pt x="125" y="2524"/>
                </a:lnTo>
                <a:lnTo>
                  <a:pt x="129" y="2513"/>
                </a:lnTo>
                <a:lnTo>
                  <a:pt x="135" y="2503"/>
                </a:lnTo>
                <a:lnTo>
                  <a:pt x="143" y="2494"/>
                </a:lnTo>
                <a:lnTo>
                  <a:pt x="151" y="2486"/>
                </a:lnTo>
                <a:lnTo>
                  <a:pt x="159" y="2480"/>
                </a:lnTo>
                <a:lnTo>
                  <a:pt x="166" y="2475"/>
                </a:lnTo>
                <a:lnTo>
                  <a:pt x="174" y="2471"/>
                </a:lnTo>
                <a:lnTo>
                  <a:pt x="181" y="2469"/>
                </a:lnTo>
                <a:lnTo>
                  <a:pt x="190" y="2471"/>
                </a:lnTo>
                <a:lnTo>
                  <a:pt x="199" y="2475"/>
                </a:lnTo>
                <a:lnTo>
                  <a:pt x="208" y="2482"/>
                </a:lnTo>
                <a:lnTo>
                  <a:pt x="219" y="2489"/>
                </a:lnTo>
                <a:lnTo>
                  <a:pt x="232" y="2495"/>
                </a:lnTo>
                <a:lnTo>
                  <a:pt x="248" y="2499"/>
                </a:lnTo>
                <a:lnTo>
                  <a:pt x="263" y="2501"/>
                </a:lnTo>
                <a:lnTo>
                  <a:pt x="277" y="2503"/>
                </a:lnTo>
                <a:lnTo>
                  <a:pt x="288" y="2504"/>
                </a:lnTo>
                <a:lnTo>
                  <a:pt x="297" y="2504"/>
                </a:lnTo>
                <a:lnTo>
                  <a:pt x="300" y="2504"/>
                </a:lnTo>
                <a:lnTo>
                  <a:pt x="303" y="2504"/>
                </a:lnTo>
                <a:lnTo>
                  <a:pt x="311" y="2503"/>
                </a:lnTo>
                <a:lnTo>
                  <a:pt x="323" y="2502"/>
                </a:lnTo>
                <a:lnTo>
                  <a:pt x="340" y="2500"/>
                </a:lnTo>
                <a:lnTo>
                  <a:pt x="356" y="2498"/>
                </a:lnTo>
                <a:lnTo>
                  <a:pt x="374" y="2494"/>
                </a:lnTo>
                <a:lnTo>
                  <a:pt x="391" y="2489"/>
                </a:lnTo>
                <a:lnTo>
                  <a:pt x="406" y="2482"/>
                </a:lnTo>
                <a:lnTo>
                  <a:pt x="417" y="2473"/>
                </a:lnTo>
                <a:lnTo>
                  <a:pt x="422" y="2461"/>
                </a:lnTo>
                <a:lnTo>
                  <a:pt x="424" y="2449"/>
                </a:lnTo>
                <a:lnTo>
                  <a:pt x="422" y="2434"/>
                </a:lnTo>
                <a:lnTo>
                  <a:pt x="418" y="2418"/>
                </a:lnTo>
                <a:lnTo>
                  <a:pt x="412" y="2403"/>
                </a:lnTo>
                <a:lnTo>
                  <a:pt x="406" y="2387"/>
                </a:lnTo>
                <a:lnTo>
                  <a:pt x="400" y="2372"/>
                </a:lnTo>
                <a:lnTo>
                  <a:pt x="398" y="2357"/>
                </a:lnTo>
                <a:lnTo>
                  <a:pt x="400" y="2345"/>
                </a:lnTo>
                <a:lnTo>
                  <a:pt x="407" y="2335"/>
                </a:lnTo>
                <a:lnTo>
                  <a:pt x="415" y="2326"/>
                </a:lnTo>
                <a:lnTo>
                  <a:pt x="424" y="2318"/>
                </a:lnTo>
                <a:lnTo>
                  <a:pt x="432" y="2312"/>
                </a:lnTo>
                <a:lnTo>
                  <a:pt x="439" y="2309"/>
                </a:lnTo>
                <a:lnTo>
                  <a:pt x="441" y="2308"/>
                </a:lnTo>
                <a:lnTo>
                  <a:pt x="443" y="2307"/>
                </a:lnTo>
                <a:lnTo>
                  <a:pt x="447" y="2303"/>
                </a:lnTo>
                <a:lnTo>
                  <a:pt x="453" y="2297"/>
                </a:lnTo>
                <a:lnTo>
                  <a:pt x="460" y="2289"/>
                </a:lnTo>
                <a:lnTo>
                  <a:pt x="467" y="2280"/>
                </a:lnTo>
                <a:lnTo>
                  <a:pt x="472" y="2271"/>
                </a:lnTo>
                <a:lnTo>
                  <a:pt x="475" y="2260"/>
                </a:lnTo>
                <a:lnTo>
                  <a:pt x="475" y="2251"/>
                </a:lnTo>
                <a:lnTo>
                  <a:pt x="475" y="2241"/>
                </a:lnTo>
                <a:lnTo>
                  <a:pt x="480" y="2230"/>
                </a:lnTo>
                <a:lnTo>
                  <a:pt x="487" y="2216"/>
                </a:lnTo>
                <a:lnTo>
                  <a:pt x="497" y="2203"/>
                </a:lnTo>
                <a:lnTo>
                  <a:pt x="505" y="2189"/>
                </a:lnTo>
                <a:lnTo>
                  <a:pt x="512" y="2175"/>
                </a:lnTo>
                <a:lnTo>
                  <a:pt x="516" y="2160"/>
                </a:lnTo>
                <a:lnTo>
                  <a:pt x="516" y="2147"/>
                </a:lnTo>
                <a:lnTo>
                  <a:pt x="512" y="2136"/>
                </a:lnTo>
                <a:lnTo>
                  <a:pt x="508" y="2125"/>
                </a:lnTo>
                <a:lnTo>
                  <a:pt x="502" y="2115"/>
                </a:lnTo>
                <a:lnTo>
                  <a:pt x="497" y="2108"/>
                </a:lnTo>
                <a:lnTo>
                  <a:pt x="492" y="2102"/>
                </a:lnTo>
                <a:lnTo>
                  <a:pt x="487" y="2098"/>
                </a:lnTo>
                <a:lnTo>
                  <a:pt x="484" y="2095"/>
                </a:lnTo>
                <a:lnTo>
                  <a:pt x="483" y="2094"/>
                </a:lnTo>
                <a:lnTo>
                  <a:pt x="483" y="2091"/>
                </a:lnTo>
                <a:lnTo>
                  <a:pt x="485" y="2082"/>
                </a:lnTo>
                <a:lnTo>
                  <a:pt x="486" y="2069"/>
                </a:lnTo>
                <a:lnTo>
                  <a:pt x="487" y="2052"/>
                </a:lnTo>
                <a:lnTo>
                  <a:pt x="486" y="2035"/>
                </a:lnTo>
                <a:lnTo>
                  <a:pt x="485" y="2016"/>
                </a:lnTo>
                <a:lnTo>
                  <a:pt x="481" y="1999"/>
                </a:lnTo>
                <a:lnTo>
                  <a:pt x="475" y="1984"/>
                </a:lnTo>
                <a:lnTo>
                  <a:pt x="468" y="1972"/>
                </a:lnTo>
                <a:lnTo>
                  <a:pt x="459" y="1963"/>
                </a:lnTo>
                <a:lnTo>
                  <a:pt x="449" y="1958"/>
                </a:lnTo>
                <a:lnTo>
                  <a:pt x="439" y="1955"/>
                </a:lnTo>
                <a:lnTo>
                  <a:pt x="427" y="1954"/>
                </a:lnTo>
                <a:lnTo>
                  <a:pt x="415" y="1954"/>
                </a:lnTo>
                <a:lnTo>
                  <a:pt x="403" y="1955"/>
                </a:lnTo>
                <a:lnTo>
                  <a:pt x="390" y="1955"/>
                </a:lnTo>
                <a:lnTo>
                  <a:pt x="378" y="1954"/>
                </a:lnTo>
                <a:lnTo>
                  <a:pt x="371" y="1950"/>
                </a:lnTo>
                <a:lnTo>
                  <a:pt x="366" y="1945"/>
                </a:lnTo>
                <a:lnTo>
                  <a:pt x="364" y="1937"/>
                </a:lnTo>
                <a:lnTo>
                  <a:pt x="363" y="1929"/>
                </a:lnTo>
                <a:lnTo>
                  <a:pt x="362" y="1919"/>
                </a:lnTo>
                <a:lnTo>
                  <a:pt x="362" y="1907"/>
                </a:lnTo>
                <a:lnTo>
                  <a:pt x="361" y="1896"/>
                </a:lnTo>
                <a:lnTo>
                  <a:pt x="359" y="1890"/>
                </a:lnTo>
                <a:lnTo>
                  <a:pt x="355" y="1884"/>
                </a:lnTo>
                <a:lnTo>
                  <a:pt x="348" y="1878"/>
                </a:lnTo>
                <a:lnTo>
                  <a:pt x="340" y="1873"/>
                </a:lnTo>
                <a:lnTo>
                  <a:pt x="336" y="1870"/>
                </a:lnTo>
                <a:lnTo>
                  <a:pt x="332" y="1865"/>
                </a:lnTo>
                <a:lnTo>
                  <a:pt x="327" y="1860"/>
                </a:lnTo>
                <a:lnTo>
                  <a:pt x="319" y="1854"/>
                </a:lnTo>
                <a:lnTo>
                  <a:pt x="311" y="1845"/>
                </a:lnTo>
                <a:lnTo>
                  <a:pt x="310" y="1833"/>
                </a:lnTo>
                <a:lnTo>
                  <a:pt x="313" y="1817"/>
                </a:lnTo>
                <a:lnTo>
                  <a:pt x="321" y="1798"/>
                </a:lnTo>
                <a:lnTo>
                  <a:pt x="331" y="1779"/>
                </a:lnTo>
                <a:lnTo>
                  <a:pt x="343" y="1757"/>
                </a:lnTo>
                <a:lnTo>
                  <a:pt x="354" y="1735"/>
                </a:lnTo>
                <a:lnTo>
                  <a:pt x="364" y="1713"/>
                </a:lnTo>
                <a:lnTo>
                  <a:pt x="369" y="1694"/>
                </a:lnTo>
                <a:lnTo>
                  <a:pt x="367" y="1680"/>
                </a:lnTo>
                <a:lnTo>
                  <a:pt x="360" y="1669"/>
                </a:lnTo>
                <a:lnTo>
                  <a:pt x="350" y="1660"/>
                </a:lnTo>
                <a:lnTo>
                  <a:pt x="337" y="1654"/>
                </a:lnTo>
                <a:lnTo>
                  <a:pt x="325" y="1649"/>
                </a:lnTo>
                <a:lnTo>
                  <a:pt x="315" y="1646"/>
                </a:lnTo>
                <a:lnTo>
                  <a:pt x="309" y="1642"/>
                </a:lnTo>
                <a:lnTo>
                  <a:pt x="304" y="1638"/>
                </a:lnTo>
                <a:lnTo>
                  <a:pt x="297" y="1633"/>
                </a:lnTo>
                <a:lnTo>
                  <a:pt x="290" y="1627"/>
                </a:lnTo>
                <a:lnTo>
                  <a:pt x="284" y="1619"/>
                </a:lnTo>
                <a:lnTo>
                  <a:pt x="280" y="1609"/>
                </a:lnTo>
                <a:lnTo>
                  <a:pt x="280" y="1595"/>
                </a:lnTo>
                <a:lnTo>
                  <a:pt x="284" y="1578"/>
                </a:lnTo>
                <a:lnTo>
                  <a:pt x="295" y="1556"/>
                </a:lnTo>
                <a:lnTo>
                  <a:pt x="304" y="1533"/>
                </a:lnTo>
                <a:lnTo>
                  <a:pt x="307" y="1512"/>
                </a:lnTo>
                <a:lnTo>
                  <a:pt x="307" y="1494"/>
                </a:lnTo>
                <a:lnTo>
                  <a:pt x="303" y="1477"/>
                </a:lnTo>
                <a:lnTo>
                  <a:pt x="297" y="1461"/>
                </a:lnTo>
                <a:lnTo>
                  <a:pt x="291" y="1447"/>
                </a:lnTo>
                <a:lnTo>
                  <a:pt x="284" y="1433"/>
                </a:lnTo>
                <a:lnTo>
                  <a:pt x="280" y="1420"/>
                </a:lnTo>
                <a:lnTo>
                  <a:pt x="277" y="1406"/>
                </a:lnTo>
                <a:lnTo>
                  <a:pt x="276" y="1392"/>
                </a:lnTo>
                <a:lnTo>
                  <a:pt x="276" y="1379"/>
                </a:lnTo>
                <a:lnTo>
                  <a:pt x="277" y="1366"/>
                </a:lnTo>
                <a:lnTo>
                  <a:pt x="279" y="1352"/>
                </a:lnTo>
                <a:lnTo>
                  <a:pt x="282" y="1340"/>
                </a:lnTo>
                <a:lnTo>
                  <a:pt x="287" y="1328"/>
                </a:lnTo>
                <a:lnTo>
                  <a:pt x="295" y="1316"/>
                </a:lnTo>
                <a:lnTo>
                  <a:pt x="301" y="1303"/>
                </a:lnTo>
                <a:lnTo>
                  <a:pt x="305" y="1291"/>
                </a:lnTo>
                <a:lnTo>
                  <a:pt x="309" y="1278"/>
                </a:lnTo>
                <a:lnTo>
                  <a:pt x="311" y="1266"/>
                </a:lnTo>
                <a:lnTo>
                  <a:pt x="312" y="1252"/>
                </a:lnTo>
                <a:lnTo>
                  <a:pt x="313" y="1239"/>
                </a:lnTo>
                <a:lnTo>
                  <a:pt x="313" y="1227"/>
                </a:lnTo>
                <a:lnTo>
                  <a:pt x="313" y="1214"/>
                </a:lnTo>
                <a:lnTo>
                  <a:pt x="317" y="1201"/>
                </a:lnTo>
                <a:lnTo>
                  <a:pt x="327" y="1188"/>
                </a:lnTo>
                <a:lnTo>
                  <a:pt x="343" y="1176"/>
                </a:lnTo>
                <a:lnTo>
                  <a:pt x="360" y="1164"/>
                </a:lnTo>
                <a:lnTo>
                  <a:pt x="377" y="1153"/>
                </a:lnTo>
                <a:lnTo>
                  <a:pt x="393" y="1145"/>
                </a:lnTo>
                <a:lnTo>
                  <a:pt x="403" y="1140"/>
                </a:lnTo>
                <a:lnTo>
                  <a:pt x="407" y="1138"/>
                </a:lnTo>
                <a:lnTo>
                  <a:pt x="408" y="1137"/>
                </a:lnTo>
                <a:lnTo>
                  <a:pt x="413" y="1134"/>
                </a:lnTo>
                <a:lnTo>
                  <a:pt x="419" y="1128"/>
                </a:lnTo>
                <a:lnTo>
                  <a:pt x="428" y="1121"/>
                </a:lnTo>
                <a:lnTo>
                  <a:pt x="440" y="1113"/>
                </a:lnTo>
                <a:lnTo>
                  <a:pt x="452" y="1102"/>
                </a:lnTo>
                <a:lnTo>
                  <a:pt x="465" y="1092"/>
                </a:lnTo>
                <a:lnTo>
                  <a:pt x="479" y="1080"/>
                </a:lnTo>
                <a:lnTo>
                  <a:pt x="495" y="1068"/>
                </a:lnTo>
                <a:lnTo>
                  <a:pt x="510" y="1055"/>
                </a:lnTo>
                <a:lnTo>
                  <a:pt x="524" y="1043"/>
                </a:lnTo>
                <a:lnTo>
                  <a:pt x="540" y="1031"/>
                </a:lnTo>
                <a:lnTo>
                  <a:pt x="554" y="1019"/>
                </a:lnTo>
                <a:lnTo>
                  <a:pt x="567" y="1007"/>
                </a:lnTo>
                <a:lnTo>
                  <a:pt x="578" y="996"/>
                </a:lnTo>
                <a:lnTo>
                  <a:pt x="589" y="987"/>
                </a:lnTo>
                <a:lnTo>
                  <a:pt x="598" y="977"/>
                </a:lnTo>
                <a:lnTo>
                  <a:pt x="608" y="966"/>
                </a:lnTo>
                <a:lnTo>
                  <a:pt x="618" y="952"/>
                </a:lnTo>
                <a:lnTo>
                  <a:pt x="629" y="939"/>
                </a:lnTo>
                <a:lnTo>
                  <a:pt x="641" y="925"/>
                </a:lnTo>
                <a:lnTo>
                  <a:pt x="653" y="910"/>
                </a:lnTo>
                <a:lnTo>
                  <a:pt x="664" y="895"/>
                </a:lnTo>
                <a:lnTo>
                  <a:pt x="676" y="881"/>
                </a:lnTo>
                <a:lnTo>
                  <a:pt x="689" y="868"/>
                </a:lnTo>
                <a:lnTo>
                  <a:pt x="700" y="855"/>
                </a:lnTo>
                <a:lnTo>
                  <a:pt x="711" y="844"/>
                </a:lnTo>
                <a:lnTo>
                  <a:pt x="722" y="834"/>
                </a:lnTo>
                <a:lnTo>
                  <a:pt x="732" y="826"/>
                </a:lnTo>
                <a:lnTo>
                  <a:pt x="742" y="820"/>
                </a:lnTo>
                <a:lnTo>
                  <a:pt x="750" y="817"/>
                </a:lnTo>
                <a:lnTo>
                  <a:pt x="758" y="816"/>
                </a:lnTo>
                <a:lnTo>
                  <a:pt x="766" y="816"/>
                </a:lnTo>
                <a:lnTo>
                  <a:pt x="775" y="816"/>
                </a:lnTo>
                <a:lnTo>
                  <a:pt x="784" y="815"/>
                </a:lnTo>
                <a:lnTo>
                  <a:pt x="796" y="814"/>
                </a:lnTo>
                <a:lnTo>
                  <a:pt x="807" y="813"/>
                </a:lnTo>
                <a:lnTo>
                  <a:pt x="819" y="811"/>
                </a:lnTo>
                <a:lnTo>
                  <a:pt x="831" y="807"/>
                </a:lnTo>
                <a:lnTo>
                  <a:pt x="845" y="805"/>
                </a:lnTo>
                <a:lnTo>
                  <a:pt x="858" y="802"/>
                </a:lnTo>
                <a:lnTo>
                  <a:pt x="871" y="799"/>
                </a:lnTo>
                <a:lnTo>
                  <a:pt x="884" y="796"/>
                </a:lnTo>
                <a:lnTo>
                  <a:pt x="897" y="792"/>
                </a:lnTo>
                <a:lnTo>
                  <a:pt x="909" y="789"/>
                </a:lnTo>
                <a:lnTo>
                  <a:pt x="921" y="785"/>
                </a:lnTo>
                <a:lnTo>
                  <a:pt x="932" y="781"/>
                </a:lnTo>
                <a:lnTo>
                  <a:pt x="944" y="777"/>
                </a:lnTo>
                <a:lnTo>
                  <a:pt x="961" y="766"/>
                </a:lnTo>
                <a:lnTo>
                  <a:pt x="970" y="751"/>
                </a:lnTo>
                <a:lnTo>
                  <a:pt x="974" y="735"/>
                </a:lnTo>
                <a:lnTo>
                  <a:pt x="973" y="719"/>
                </a:lnTo>
                <a:lnTo>
                  <a:pt x="970" y="702"/>
                </a:lnTo>
                <a:lnTo>
                  <a:pt x="965" y="689"/>
                </a:lnTo>
                <a:lnTo>
                  <a:pt x="962" y="680"/>
                </a:lnTo>
                <a:lnTo>
                  <a:pt x="960" y="677"/>
                </a:lnTo>
                <a:lnTo>
                  <a:pt x="954" y="657"/>
                </a:lnTo>
                <a:lnTo>
                  <a:pt x="967" y="656"/>
                </a:lnTo>
                <a:lnTo>
                  <a:pt x="980" y="655"/>
                </a:lnTo>
                <a:lnTo>
                  <a:pt x="994" y="654"/>
                </a:lnTo>
                <a:lnTo>
                  <a:pt x="1006" y="653"/>
                </a:lnTo>
                <a:lnTo>
                  <a:pt x="1018" y="653"/>
                </a:lnTo>
                <a:lnTo>
                  <a:pt x="1028" y="654"/>
                </a:lnTo>
                <a:lnTo>
                  <a:pt x="1039" y="657"/>
                </a:lnTo>
                <a:lnTo>
                  <a:pt x="1047" y="661"/>
                </a:lnTo>
                <a:lnTo>
                  <a:pt x="1061" y="666"/>
                </a:lnTo>
                <a:lnTo>
                  <a:pt x="1076" y="667"/>
                </a:lnTo>
                <a:lnTo>
                  <a:pt x="1091" y="664"/>
                </a:lnTo>
                <a:lnTo>
                  <a:pt x="1105" y="658"/>
                </a:lnTo>
                <a:lnTo>
                  <a:pt x="1118" y="654"/>
                </a:lnTo>
                <a:lnTo>
                  <a:pt x="1131" y="651"/>
                </a:lnTo>
                <a:lnTo>
                  <a:pt x="1144" y="652"/>
                </a:lnTo>
                <a:lnTo>
                  <a:pt x="1156" y="658"/>
                </a:lnTo>
                <a:lnTo>
                  <a:pt x="1167" y="664"/>
                </a:lnTo>
                <a:lnTo>
                  <a:pt x="1177" y="663"/>
                </a:lnTo>
                <a:lnTo>
                  <a:pt x="1188" y="656"/>
                </a:lnTo>
                <a:lnTo>
                  <a:pt x="1198" y="649"/>
                </a:lnTo>
                <a:lnTo>
                  <a:pt x="1208" y="642"/>
                </a:lnTo>
                <a:lnTo>
                  <a:pt x="1219" y="638"/>
                </a:lnTo>
                <a:lnTo>
                  <a:pt x="1232" y="639"/>
                </a:lnTo>
                <a:lnTo>
                  <a:pt x="1246" y="647"/>
                </a:lnTo>
                <a:lnTo>
                  <a:pt x="1262" y="657"/>
                </a:lnTo>
                <a:lnTo>
                  <a:pt x="1279" y="665"/>
                </a:lnTo>
                <a:lnTo>
                  <a:pt x="1300" y="668"/>
                </a:lnTo>
                <a:lnTo>
                  <a:pt x="1320" y="669"/>
                </a:lnTo>
                <a:lnTo>
                  <a:pt x="1340" y="667"/>
                </a:lnTo>
                <a:lnTo>
                  <a:pt x="1359" y="664"/>
                </a:lnTo>
                <a:lnTo>
                  <a:pt x="1376" y="658"/>
                </a:lnTo>
                <a:lnTo>
                  <a:pt x="1392" y="652"/>
                </a:lnTo>
                <a:lnTo>
                  <a:pt x="1404" y="645"/>
                </a:lnTo>
                <a:lnTo>
                  <a:pt x="1414" y="636"/>
                </a:lnTo>
                <a:lnTo>
                  <a:pt x="1422" y="625"/>
                </a:lnTo>
                <a:lnTo>
                  <a:pt x="1428" y="613"/>
                </a:lnTo>
                <a:lnTo>
                  <a:pt x="1433" y="600"/>
                </a:lnTo>
                <a:lnTo>
                  <a:pt x="1439" y="587"/>
                </a:lnTo>
                <a:lnTo>
                  <a:pt x="1443" y="575"/>
                </a:lnTo>
                <a:lnTo>
                  <a:pt x="1447" y="563"/>
                </a:lnTo>
                <a:lnTo>
                  <a:pt x="1451" y="549"/>
                </a:lnTo>
                <a:lnTo>
                  <a:pt x="1455" y="533"/>
                </a:lnTo>
                <a:lnTo>
                  <a:pt x="1459" y="516"/>
                </a:lnTo>
                <a:lnTo>
                  <a:pt x="1461" y="498"/>
                </a:lnTo>
                <a:lnTo>
                  <a:pt x="1462" y="482"/>
                </a:lnTo>
                <a:lnTo>
                  <a:pt x="1460" y="469"/>
                </a:lnTo>
                <a:lnTo>
                  <a:pt x="1455" y="460"/>
                </a:lnTo>
                <a:lnTo>
                  <a:pt x="1447" y="455"/>
                </a:lnTo>
                <a:lnTo>
                  <a:pt x="1436" y="452"/>
                </a:lnTo>
                <a:lnTo>
                  <a:pt x="1423" y="443"/>
                </a:lnTo>
                <a:lnTo>
                  <a:pt x="1410" y="431"/>
                </a:lnTo>
                <a:lnTo>
                  <a:pt x="1396" y="415"/>
                </a:lnTo>
                <a:lnTo>
                  <a:pt x="1381" y="396"/>
                </a:lnTo>
                <a:lnTo>
                  <a:pt x="1365" y="377"/>
                </a:lnTo>
                <a:lnTo>
                  <a:pt x="1349" y="355"/>
                </a:lnTo>
                <a:lnTo>
                  <a:pt x="1332" y="335"/>
                </a:lnTo>
                <a:lnTo>
                  <a:pt x="1325" y="325"/>
                </a:lnTo>
                <a:lnTo>
                  <a:pt x="1319" y="314"/>
                </a:lnTo>
                <a:lnTo>
                  <a:pt x="1315" y="302"/>
                </a:lnTo>
                <a:lnTo>
                  <a:pt x="1313" y="290"/>
                </a:lnTo>
                <a:lnTo>
                  <a:pt x="1312" y="278"/>
                </a:lnTo>
                <a:lnTo>
                  <a:pt x="1311" y="266"/>
                </a:lnTo>
                <a:lnTo>
                  <a:pt x="1311" y="253"/>
                </a:lnTo>
                <a:lnTo>
                  <a:pt x="1312" y="241"/>
                </a:lnTo>
                <a:lnTo>
                  <a:pt x="1312" y="229"/>
                </a:lnTo>
                <a:lnTo>
                  <a:pt x="1313" y="218"/>
                </a:lnTo>
                <a:lnTo>
                  <a:pt x="1313" y="206"/>
                </a:lnTo>
                <a:lnTo>
                  <a:pt x="1313" y="195"/>
                </a:lnTo>
                <a:lnTo>
                  <a:pt x="1312" y="186"/>
                </a:lnTo>
                <a:lnTo>
                  <a:pt x="1310" y="177"/>
                </a:lnTo>
                <a:lnTo>
                  <a:pt x="1307" y="168"/>
                </a:lnTo>
                <a:lnTo>
                  <a:pt x="1302" y="161"/>
                </a:lnTo>
                <a:lnTo>
                  <a:pt x="1293" y="145"/>
                </a:lnTo>
                <a:lnTo>
                  <a:pt x="1285" y="129"/>
                </a:lnTo>
                <a:lnTo>
                  <a:pt x="1281" y="111"/>
                </a:lnTo>
                <a:lnTo>
                  <a:pt x="1277" y="92"/>
                </a:lnTo>
                <a:lnTo>
                  <a:pt x="1272" y="76"/>
                </a:lnTo>
                <a:lnTo>
                  <a:pt x="1265" y="62"/>
                </a:lnTo>
                <a:lnTo>
                  <a:pt x="1255" y="49"/>
                </a:lnTo>
                <a:lnTo>
                  <a:pt x="1240" y="42"/>
                </a:lnTo>
                <a:lnTo>
                  <a:pt x="1224" y="37"/>
                </a:lnTo>
                <a:lnTo>
                  <a:pt x="1215" y="30"/>
                </a:lnTo>
                <a:lnTo>
                  <a:pt x="1210" y="23"/>
                </a:lnTo>
                <a:lnTo>
                  <a:pt x="1210" y="17"/>
                </a:lnTo>
                <a:lnTo>
                  <a:pt x="1214" y="11"/>
                </a:lnTo>
                <a:lnTo>
                  <a:pt x="1222" y="5"/>
                </a:lnTo>
                <a:lnTo>
                  <a:pt x="1234" y="1"/>
                </a:lnTo>
                <a:lnTo>
                  <a:pt x="1251" y="0"/>
                </a:lnTo>
                <a:lnTo>
                  <a:pt x="1256" y="0"/>
                </a:lnTo>
                <a:lnTo>
                  <a:pt x="1262" y="1"/>
                </a:lnTo>
                <a:lnTo>
                  <a:pt x="1267" y="1"/>
                </a:lnTo>
                <a:lnTo>
                  <a:pt x="1273" y="2"/>
                </a:lnTo>
                <a:lnTo>
                  <a:pt x="1290" y="19"/>
                </a:lnTo>
                <a:lnTo>
                  <a:pt x="1309" y="37"/>
                </a:lnTo>
                <a:lnTo>
                  <a:pt x="1328" y="58"/>
                </a:lnTo>
                <a:lnTo>
                  <a:pt x="1349" y="79"/>
                </a:lnTo>
                <a:lnTo>
                  <a:pt x="1366" y="100"/>
                </a:lnTo>
                <a:lnTo>
                  <a:pt x="1381" y="120"/>
                </a:lnTo>
                <a:lnTo>
                  <a:pt x="1393" y="138"/>
                </a:lnTo>
                <a:lnTo>
                  <a:pt x="1398" y="152"/>
                </a:lnTo>
                <a:lnTo>
                  <a:pt x="1401" y="168"/>
                </a:lnTo>
                <a:lnTo>
                  <a:pt x="1405" y="181"/>
                </a:lnTo>
                <a:lnTo>
                  <a:pt x="1410" y="192"/>
                </a:lnTo>
                <a:lnTo>
                  <a:pt x="1415" y="201"/>
                </a:lnTo>
                <a:lnTo>
                  <a:pt x="1421" y="209"/>
                </a:lnTo>
                <a:lnTo>
                  <a:pt x="1427" y="215"/>
                </a:lnTo>
                <a:lnTo>
                  <a:pt x="1434" y="220"/>
                </a:lnTo>
                <a:lnTo>
                  <a:pt x="1443" y="224"/>
                </a:lnTo>
                <a:lnTo>
                  <a:pt x="1452" y="228"/>
                </a:lnTo>
                <a:lnTo>
                  <a:pt x="1460" y="231"/>
                </a:lnTo>
                <a:lnTo>
                  <a:pt x="1469" y="234"/>
                </a:lnTo>
                <a:lnTo>
                  <a:pt x="1477" y="235"/>
                </a:lnTo>
                <a:lnTo>
                  <a:pt x="1484" y="237"/>
                </a:lnTo>
                <a:lnTo>
                  <a:pt x="1491" y="237"/>
                </a:lnTo>
                <a:lnTo>
                  <a:pt x="1495" y="238"/>
                </a:lnTo>
                <a:lnTo>
                  <a:pt x="1496" y="238"/>
                </a:lnTo>
                <a:lnTo>
                  <a:pt x="1510" y="201"/>
                </a:lnTo>
                <a:lnTo>
                  <a:pt x="1511" y="201"/>
                </a:lnTo>
                <a:lnTo>
                  <a:pt x="1512" y="203"/>
                </a:lnTo>
                <a:lnTo>
                  <a:pt x="1515" y="206"/>
                </a:lnTo>
                <a:lnTo>
                  <a:pt x="1518" y="212"/>
                </a:lnTo>
                <a:lnTo>
                  <a:pt x="1522" y="219"/>
                </a:lnTo>
                <a:lnTo>
                  <a:pt x="1526" y="229"/>
                </a:lnTo>
                <a:lnTo>
                  <a:pt x="1531" y="242"/>
                </a:lnTo>
                <a:lnTo>
                  <a:pt x="1537" y="259"/>
                </a:lnTo>
                <a:lnTo>
                  <a:pt x="1544" y="273"/>
                </a:lnTo>
                <a:lnTo>
                  <a:pt x="1553" y="282"/>
                </a:lnTo>
                <a:lnTo>
                  <a:pt x="1563" y="286"/>
                </a:lnTo>
                <a:lnTo>
                  <a:pt x="1573" y="286"/>
                </a:lnTo>
                <a:lnTo>
                  <a:pt x="1583" y="285"/>
                </a:lnTo>
                <a:lnTo>
                  <a:pt x="1592" y="282"/>
                </a:lnTo>
                <a:lnTo>
                  <a:pt x="1598" y="280"/>
                </a:lnTo>
                <a:lnTo>
                  <a:pt x="1600" y="279"/>
                </a:lnTo>
                <a:lnTo>
                  <a:pt x="1677" y="297"/>
                </a:lnTo>
                <a:lnTo>
                  <a:pt x="1739" y="395"/>
                </a:lnTo>
                <a:lnTo>
                  <a:pt x="1742" y="397"/>
                </a:lnTo>
                <a:lnTo>
                  <a:pt x="1748" y="401"/>
                </a:lnTo>
                <a:lnTo>
                  <a:pt x="1758" y="409"/>
                </a:lnTo>
                <a:lnTo>
                  <a:pt x="1768" y="417"/>
                </a:lnTo>
                <a:lnTo>
                  <a:pt x="1778" y="428"/>
                </a:lnTo>
                <a:lnTo>
                  <a:pt x="1787" y="440"/>
                </a:lnTo>
                <a:lnTo>
                  <a:pt x="1792" y="453"/>
                </a:lnTo>
                <a:lnTo>
                  <a:pt x="1792" y="467"/>
                </a:lnTo>
                <a:lnTo>
                  <a:pt x="1790" y="481"/>
                </a:lnTo>
                <a:lnTo>
                  <a:pt x="1791" y="497"/>
                </a:lnTo>
                <a:lnTo>
                  <a:pt x="1792" y="513"/>
                </a:lnTo>
                <a:lnTo>
                  <a:pt x="1793" y="528"/>
                </a:lnTo>
                <a:lnTo>
                  <a:pt x="1793" y="542"/>
                </a:lnTo>
                <a:lnTo>
                  <a:pt x="1791" y="553"/>
                </a:lnTo>
                <a:lnTo>
                  <a:pt x="1786" y="563"/>
                </a:lnTo>
                <a:lnTo>
                  <a:pt x="1775" y="567"/>
                </a:lnTo>
                <a:lnTo>
                  <a:pt x="1767" y="571"/>
                </a:lnTo>
                <a:lnTo>
                  <a:pt x="1763" y="580"/>
                </a:lnTo>
                <a:lnTo>
                  <a:pt x="1764" y="590"/>
                </a:lnTo>
                <a:lnTo>
                  <a:pt x="1767" y="601"/>
                </a:lnTo>
                <a:lnTo>
                  <a:pt x="1771" y="613"/>
                </a:lnTo>
                <a:lnTo>
                  <a:pt x="1776" y="623"/>
                </a:lnTo>
                <a:lnTo>
                  <a:pt x="1780" y="629"/>
                </a:lnTo>
                <a:lnTo>
                  <a:pt x="1781" y="632"/>
                </a:lnTo>
                <a:lnTo>
                  <a:pt x="1782" y="633"/>
                </a:lnTo>
                <a:lnTo>
                  <a:pt x="1783" y="636"/>
                </a:lnTo>
                <a:lnTo>
                  <a:pt x="1785" y="640"/>
                </a:lnTo>
                <a:lnTo>
                  <a:pt x="1786" y="646"/>
                </a:lnTo>
                <a:lnTo>
                  <a:pt x="1786" y="652"/>
                </a:lnTo>
                <a:lnTo>
                  <a:pt x="1785" y="661"/>
                </a:lnTo>
                <a:lnTo>
                  <a:pt x="1780" y="669"/>
                </a:lnTo>
                <a:lnTo>
                  <a:pt x="1773" y="677"/>
                </a:lnTo>
                <a:lnTo>
                  <a:pt x="1766" y="686"/>
                </a:lnTo>
                <a:lnTo>
                  <a:pt x="1763" y="695"/>
                </a:lnTo>
                <a:lnTo>
                  <a:pt x="1762" y="704"/>
                </a:lnTo>
                <a:lnTo>
                  <a:pt x="1763" y="715"/>
                </a:lnTo>
                <a:lnTo>
                  <a:pt x="1766" y="725"/>
                </a:lnTo>
                <a:lnTo>
                  <a:pt x="1771" y="735"/>
                </a:lnTo>
                <a:lnTo>
                  <a:pt x="1777" y="746"/>
                </a:lnTo>
                <a:lnTo>
                  <a:pt x="1783" y="756"/>
                </a:lnTo>
                <a:lnTo>
                  <a:pt x="1791" y="770"/>
                </a:lnTo>
                <a:lnTo>
                  <a:pt x="1799" y="787"/>
                </a:lnTo>
                <a:lnTo>
                  <a:pt x="1806" y="806"/>
                </a:lnTo>
                <a:lnTo>
                  <a:pt x="1814" y="827"/>
                </a:lnTo>
                <a:lnTo>
                  <a:pt x="1821" y="845"/>
                </a:lnTo>
                <a:lnTo>
                  <a:pt x="1827" y="859"/>
                </a:lnTo>
                <a:lnTo>
                  <a:pt x="1835" y="869"/>
                </a:lnTo>
                <a:lnTo>
                  <a:pt x="1841" y="871"/>
                </a:lnTo>
                <a:lnTo>
                  <a:pt x="1847" y="871"/>
                </a:lnTo>
                <a:lnTo>
                  <a:pt x="1853" y="877"/>
                </a:lnTo>
                <a:lnTo>
                  <a:pt x="1858" y="885"/>
                </a:lnTo>
                <a:lnTo>
                  <a:pt x="1864" y="897"/>
                </a:lnTo>
                <a:lnTo>
                  <a:pt x="1869" y="909"/>
                </a:lnTo>
                <a:lnTo>
                  <a:pt x="1873" y="923"/>
                </a:lnTo>
                <a:lnTo>
                  <a:pt x="1876" y="936"/>
                </a:lnTo>
                <a:lnTo>
                  <a:pt x="1879" y="946"/>
                </a:lnTo>
                <a:lnTo>
                  <a:pt x="1882" y="955"/>
                </a:lnTo>
                <a:lnTo>
                  <a:pt x="1888" y="962"/>
                </a:lnTo>
                <a:lnTo>
                  <a:pt x="1894" y="967"/>
                </a:lnTo>
                <a:lnTo>
                  <a:pt x="1901" y="970"/>
                </a:lnTo>
                <a:lnTo>
                  <a:pt x="1910" y="972"/>
                </a:lnTo>
                <a:lnTo>
                  <a:pt x="1920" y="973"/>
                </a:lnTo>
                <a:lnTo>
                  <a:pt x="1930" y="974"/>
                </a:lnTo>
                <a:lnTo>
                  <a:pt x="1943" y="975"/>
                </a:lnTo>
                <a:lnTo>
                  <a:pt x="1958" y="978"/>
                </a:lnTo>
                <a:lnTo>
                  <a:pt x="1977" y="985"/>
                </a:lnTo>
                <a:lnTo>
                  <a:pt x="1998" y="994"/>
                </a:lnTo>
                <a:lnTo>
                  <a:pt x="2018" y="1008"/>
                </a:lnTo>
                <a:lnTo>
                  <a:pt x="2036" y="1026"/>
                </a:lnTo>
                <a:lnTo>
                  <a:pt x="2048" y="1047"/>
                </a:lnTo>
                <a:lnTo>
                  <a:pt x="2053" y="1072"/>
                </a:lnTo>
                <a:lnTo>
                  <a:pt x="2049" y="1101"/>
                </a:lnTo>
                <a:lnTo>
                  <a:pt x="2044" y="1130"/>
                </a:lnTo>
                <a:lnTo>
                  <a:pt x="2044" y="1150"/>
                </a:lnTo>
                <a:lnTo>
                  <a:pt x="2049" y="1167"/>
                </a:lnTo>
                <a:lnTo>
                  <a:pt x="2056" y="1178"/>
                </a:lnTo>
                <a:lnTo>
                  <a:pt x="2064" y="1188"/>
                </a:lnTo>
                <a:lnTo>
                  <a:pt x="2072" y="1197"/>
                </a:lnTo>
                <a:lnTo>
                  <a:pt x="2077" y="1207"/>
                </a:lnTo>
                <a:lnTo>
                  <a:pt x="2077" y="1220"/>
                </a:lnTo>
                <a:lnTo>
                  <a:pt x="2075" y="1235"/>
                </a:lnTo>
                <a:lnTo>
                  <a:pt x="2073" y="1250"/>
                </a:lnTo>
                <a:lnTo>
                  <a:pt x="2072" y="1266"/>
                </a:lnTo>
                <a:lnTo>
                  <a:pt x="2070" y="1282"/>
                </a:lnTo>
                <a:lnTo>
                  <a:pt x="2067" y="1297"/>
                </a:lnTo>
                <a:lnTo>
                  <a:pt x="2064" y="1311"/>
                </a:lnTo>
                <a:lnTo>
                  <a:pt x="2059" y="1325"/>
                </a:lnTo>
                <a:lnTo>
                  <a:pt x="2053" y="1336"/>
                </a:lnTo>
                <a:lnTo>
                  <a:pt x="2046" y="1346"/>
                </a:lnTo>
                <a:lnTo>
                  <a:pt x="2040" y="1358"/>
                </a:lnTo>
                <a:lnTo>
                  <a:pt x="2036" y="1371"/>
                </a:lnTo>
                <a:lnTo>
                  <a:pt x="2032" y="1383"/>
                </a:lnTo>
                <a:lnTo>
                  <a:pt x="2031" y="1395"/>
                </a:lnTo>
                <a:lnTo>
                  <a:pt x="2031" y="1406"/>
                </a:lnTo>
                <a:lnTo>
                  <a:pt x="2032" y="1418"/>
                </a:lnTo>
                <a:lnTo>
                  <a:pt x="2037" y="1426"/>
                </a:lnTo>
                <a:lnTo>
                  <a:pt x="2040" y="1433"/>
                </a:lnTo>
                <a:lnTo>
                  <a:pt x="2042" y="1442"/>
                </a:lnTo>
                <a:lnTo>
                  <a:pt x="2045" y="1452"/>
                </a:lnTo>
                <a:lnTo>
                  <a:pt x="2049" y="1463"/>
                </a:lnTo>
                <a:lnTo>
                  <a:pt x="2055" y="1476"/>
                </a:lnTo>
                <a:lnTo>
                  <a:pt x="2065" y="1489"/>
                </a:lnTo>
                <a:lnTo>
                  <a:pt x="2078" y="1502"/>
                </a:lnTo>
                <a:lnTo>
                  <a:pt x="2098" y="1516"/>
                </a:lnTo>
                <a:lnTo>
                  <a:pt x="2117" y="1529"/>
                </a:lnTo>
                <a:lnTo>
                  <a:pt x="2131" y="1542"/>
                </a:lnTo>
                <a:lnTo>
                  <a:pt x="2141" y="1554"/>
                </a:lnTo>
                <a:lnTo>
                  <a:pt x="2147" y="1566"/>
                </a:lnTo>
                <a:lnTo>
                  <a:pt x="2149" y="1576"/>
                </a:lnTo>
                <a:lnTo>
                  <a:pt x="2150" y="1585"/>
                </a:lnTo>
                <a:lnTo>
                  <a:pt x="2150" y="1593"/>
                </a:lnTo>
                <a:lnTo>
                  <a:pt x="2149" y="1599"/>
                </a:lnTo>
                <a:lnTo>
                  <a:pt x="2149" y="1608"/>
                </a:lnTo>
                <a:lnTo>
                  <a:pt x="2150" y="1625"/>
                </a:lnTo>
                <a:lnTo>
                  <a:pt x="2154" y="1644"/>
                </a:lnTo>
                <a:lnTo>
                  <a:pt x="2158" y="1667"/>
                </a:lnTo>
                <a:lnTo>
                  <a:pt x="2163" y="1689"/>
                </a:lnTo>
                <a:lnTo>
                  <a:pt x="2169" y="1709"/>
                </a:lnTo>
                <a:lnTo>
                  <a:pt x="2174" y="1726"/>
                </a:lnTo>
                <a:lnTo>
                  <a:pt x="2179" y="1736"/>
                </a:lnTo>
                <a:lnTo>
                  <a:pt x="2180" y="1736"/>
                </a:lnTo>
                <a:lnTo>
                  <a:pt x="2175" y="1739"/>
                </a:lnTo>
                <a:lnTo>
                  <a:pt x="2171" y="1742"/>
                </a:lnTo>
                <a:lnTo>
                  <a:pt x="2166" y="1744"/>
                </a:lnTo>
                <a:lnTo>
                  <a:pt x="2161" y="1746"/>
                </a:lnTo>
                <a:lnTo>
                  <a:pt x="2157" y="1748"/>
                </a:lnTo>
                <a:lnTo>
                  <a:pt x="2152" y="1749"/>
                </a:lnTo>
                <a:lnTo>
                  <a:pt x="2147" y="1750"/>
                </a:lnTo>
                <a:lnTo>
                  <a:pt x="2142" y="1751"/>
                </a:lnTo>
                <a:lnTo>
                  <a:pt x="2125" y="1755"/>
                </a:lnTo>
                <a:lnTo>
                  <a:pt x="2110" y="1761"/>
                </a:lnTo>
                <a:lnTo>
                  <a:pt x="2095" y="1771"/>
                </a:lnTo>
                <a:lnTo>
                  <a:pt x="2081" y="1780"/>
                </a:lnTo>
                <a:lnTo>
                  <a:pt x="2069" y="1790"/>
                </a:lnTo>
                <a:lnTo>
                  <a:pt x="2060" y="1800"/>
                </a:lnTo>
                <a:lnTo>
                  <a:pt x="2054" y="1809"/>
                </a:lnTo>
                <a:lnTo>
                  <a:pt x="2052" y="1817"/>
                </a:lnTo>
                <a:lnTo>
                  <a:pt x="2051" y="1824"/>
                </a:lnTo>
                <a:lnTo>
                  <a:pt x="2048" y="1832"/>
                </a:lnTo>
                <a:lnTo>
                  <a:pt x="2043" y="1842"/>
                </a:lnTo>
                <a:lnTo>
                  <a:pt x="2036" y="1853"/>
                </a:lnTo>
                <a:lnTo>
                  <a:pt x="2025" y="1865"/>
                </a:lnTo>
                <a:lnTo>
                  <a:pt x="2011" y="1880"/>
                </a:lnTo>
                <a:lnTo>
                  <a:pt x="1995" y="1895"/>
                </a:lnTo>
                <a:lnTo>
                  <a:pt x="1973" y="1911"/>
                </a:lnTo>
                <a:lnTo>
                  <a:pt x="1950" y="1927"/>
                </a:lnTo>
                <a:lnTo>
                  <a:pt x="1924" y="1938"/>
                </a:lnTo>
                <a:lnTo>
                  <a:pt x="1900" y="1946"/>
                </a:lnTo>
                <a:lnTo>
                  <a:pt x="1876" y="1954"/>
                </a:lnTo>
                <a:lnTo>
                  <a:pt x="1855" y="1960"/>
                </a:lnTo>
                <a:lnTo>
                  <a:pt x="1839" y="1969"/>
                </a:lnTo>
                <a:lnTo>
                  <a:pt x="1825" y="1977"/>
                </a:lnTo>
                <a:lnTo>
                  <a:pt x="1819" y="1988"/>
                </a:lnTo>
                <a:lnTo>
                  <a:pt x="1817" y="2001"/>
                </a:lnTo>
                <a:lnTo>
                  <a:pt x="1816" y="2014"/>
                </a:lnTo>
                <a:lnTo>
                  <a:pt x="1816" y="2029"/>
                </a:lnTo>
                <a:lnTo>
                  <a:pt x="1816" y="2042"/>
                </a:lnTo>
                <a:lnTo>
                  <a:pt x="1815" y="2055"/>
                </a:lnTo>
                <a:lnTo>
                  <a:pt x="1812" y="2068"/>
                </a:lnTo>
                <a:lnTo>
                  <a:pt x="1807" y="2078"/>
                </a:lnTo>
                <a:lnTo>
                  <a:pt x="1798" y="2086"/>
                </a:lnTo>
                <a:lnTo>
                  <a:pt x="1787" y="2093"/>
                </a:lnTo>
                <a:lnTo>
                  <a:pt x="1774" y="2100"/>
                </a:lnTo>
                <a:lnTo>
                  <a:pt x="1762" y="2107"/>
                </a:lnTo>
                <a:lnTo>
                  <a:pt x="1750" y="2114"/>
                </a:lnTo>
                <a:lnTo>
                  <a:pt x="1740" y="2123"/>
                </a:lnTo>
                <a:lnTo>
                  <a:pt x="1730" y="2133"/>
                </a:lnTo>
                <a:lnTo>
                  <a:pt x="1723" y="2143"/>
                </a:lnTo>
                <a:lnTo>
                  <a:pt x="1719" y="2156"/>
                </a:lnTo>
                <a:lnTo>
                  <a:pt x="1714" y="2167"/>
                </a:lnTo>
                <a:lnTo>
                  <a:pt x="1705" y="2176"/>
                </a:lnTo>
                <a:lnTo>
                  <a:pt x="1693" y="2180"/>
                </a:lnTo>
                <a:lnTo>
                  <a:pt x="1679" y="2182"/>
                </a:lnTo>
                <a:lnTo>
                  <a:pt x="1664" y="2182"/>
                </a:lnTo>
                <a:lnTo>
                  <a:pt x="1651" y="2182"/>
                </a:lnTo>
                <a:lnTo>
                  <a:pt x="1640" y="2183"/>
                </a:lnTo>
                <a:lnTo>
                  <a:pt x="1632" y="2184"/>
                </a:lnTo>
                <a:lnTo>
                  <a:pt x="1626" y="2187"/>
                </a:lnTo>
                <a:lnTo>
                  <a:pt x="1619" y="2191"/>
                </a:lnTo>
                <a:lnTo>
                  <a:pt x="1611" y="2196"/>
                </a:lnTo>
                <a:lnTo>
                  <a:pt x="1602" y="2202"/>
                </a:lnTo>
                <a:lnTo>
                  <a:pt x="1593" y="2209"/>
                </a:lnTo>
                <a:lnTo>
                  <a:pt x="1583" y="2216"/>
                </a:lnTo>
                <a:lnTo>
                  <a:pt x="1574" y="2224"/>
                </a:lnTo>
                <a:lnTo>
                  <a:pt x="1565" y="2232"/>
                </a:lnTo>
                <a:lnTo>
                  <a:pt x="1557" y="2237"/>
                </a:lnTo>
                <a:lnTo>
                  <a:pt x="1550" y="2239"/>
                </a:lnTo>
                <a:lnTo>
                  <a:pt x="1543" y="2238"/>
                </a:lnTo>
                <a:lnTo>
                  <a:pt x="1536" y="2238"/>
                </a:lnTo>
                <a:lnTo>
                  <a:pt x="1528" y="2238"/>
                </a:lnTo>
                <a:lnTo>
                  <a:pt x="1521" y="2242"/>
                </a:lnTo>
                <a:lnTo>
                  <a:pt x="1514" y="2249"/>
                </a:lnTo>
                <a:lnTo>
                  <a:pt x="1506" y="2263"/>
                </a:lnTo>
                <a:lnTo>
                  <a:pt x="1499" y="2276"/>
                </a:lnTo>
                <a:lnTo>
                  <a:pt x="1495" y="2280"/>
                </a:lnTo>
                <a:lnTo>
                  <a:pt x="1492" y="2277"/>
                </a:lnTo>
                <a:lnTo>
                  <a:pt x="1490" y="2271"/>
                </a:lnTo>
                <a:lnTo>
                  <a:pt x="1487" y="2262"/>
                </a:lnTo>
                <a:lnTo>
                  <a:pt x="1483" y="2255"/>
                </a:lnTo>
                <a:lnTo>
                  <a:pt x="1479" y="2251"/>
                </a:lnTo>
                <a:lnTo>
                  <a:pt x="1472" y="2252"/>
                </a:lnTo>
                <a:lnTo>
                  <a:pt x="1465" y="2258"/>
                </a:lnTo>
                <a:lnTo>
                  <a:pt x="1460" y="2264"/>
                </a:lnTo>
                <a:lnTo>
                  <a:pt x="1455" y="2272"/>
                </a:lnTo>
                <a:lnTo>
                  <a:pt x="1449" y="2279"/>
                </a:lnTo>
                <a:lnTo>
                  <a:pt x="1440" y="2286"/>
                </a:lnTo>
                <a:lnTo>
                  <a:pt x="1428" y="2291"/>
                </a:lnTo>
                <a:lnTo>
                  <a:pt x="1411" y="2295"/>
                </a:lnTo>
                <a:lnTo>
                  <a:pt x="1389" y="2297"/>
                </a:lnTo>
                <a:lnTo>
                  <a:pt x="1365" y="2296"/>
                </a:lnTo>
                <a:lnTo>
                  <a:pt x="1345" y="2292"/>
                </a:lnTo>
                <a:lnTo>
                  <a:pt x="1328" y="2287"/>
                </a:lnTo>
                <a:lnTo>
                  <a:pt x="1314" y="2282"/>
                </a:lnTo>
                <a:lnTo>
                  <a:pt x="1300" y="2280"/>
                </a:lnTo>
                <a:lnTo>
                  <a:pt x="1287" y="2282"/>
                </a:lnTo>
                <a:lnTo>
                  <a:pt x="1271" y="2290"/>
                </a:lnTo>
                <a:lnTo>
                  <a:pt x="1254" y="2305"/>
                </a:lnTo>
                <a:lnTo>
                  <a:pt x="1238" y="2323"/>
                </a:lnTo>
                <a:lnTo>
                  <a:pt x="1225" y="2336"/>
                </a:lnTo>
                <a:lnTo>
                  <a:pt x="1216" y="2345"/>
                </a:lnTo>
                <a:lnTo>
                  <a:pt x="1210" y="2351"/>
                </a:lnTo>
                <a:lnTo>
                  <a:pt x="1204" y="2355"/>
                </a:lnTo>
                <a:lnTo>
                  <a:pt x="1198" y="2357"/>
                </a:lnTo>
                <a:lnTo>
                  <a:pt x="1191" y="2358"/>
                </a:lnTo>
                <a:lnTo>
                  <a:pt x="1181" y="2358"/>
                </a:lnTo>
                <a:lnTo>
                  <a:pt x="1171" y="2360"/>
                </a:lnTo>
                <a:lnTo>
                  <a:pt x="1164" y="2365"/>
                </a:lnTo>
                <a:lnTo>
                  <a:pt x="1157" y="2373"/>
                </a:lnTo>
                <a:lnTo>
                  <a:pt x="1153" y="2382"/>
                </a:lnTo>
                <a:lnTo>
                  <a:pt x="1149" y="2392"/>
                </a:lnTo>
                <a:lnTo>
                  <a:pt x="1147" y="2403"/>
                </a:lnTo>
                <a:lnTo>
                  <a:pt x="1145" y="2413"/>
                </a:lnTo>
                <a:lnTo>
                  <a:pt x="1145" y="2424"/>
                </a:lnTo>
                <a:lnTo>
                  <a:pt x="1144" y="2431"/>
                </a:lnTo>
                <a:lnTo>
                  <a:pt x="1139" y="2435"/>
                </a:lnTo>
                <a:lnTo>
                  <a:pt x="1132" y="2438"/>
                </a:lnTo>
                <a:lnTo>
                  <a:pt x="1123" y="2440"/>
                </a:lnTo>
                <a:lnTo>
                  <a:pt x="1113" y="2442"/>
                </a:lnTo>
                <a:lnTo>
                  <a:pt x="1102" y="2446"/>
                </a:lnTo>
                <a:lnTo>
                  <a:pt x="1090" y="2452"/>
                </a:lnTo>
                <a:lnTo>
                  <a:pt x="1077" y="2462"/>
                </a:lnTo>
                <a:lnTo>
                  <a:pt x="1064" y="2474"/>
                </a:lnTo>
                <a:lnTo>
                  <a:pt x="1051" y="2481"/>
                </a:lnTo>
                <a:lnTo>
                  <a:pt x="1037" y="2487"/>
                </a:lnTo>
                <a:lnTo>
                  <a:pt x="1021" y="2492"/>
                </a:lnTo>
                <a:lnTo>
                  <a:pt x="1007" y="2498"/>
                </a:lnTo>
                <a:lnTo>
                  <a:pt x="994" y="2504"/>
                </a:lnTo>
                <a:lnTo>
                  <a:pt x="980" y="2512"/>
                </a:lnTo>
                <a:lnTo>
                  <a:pt x="968" y="2525"/>
                </a:lnTo>
                <a:lnTo>
                  <a:pt x="957" y="2536"/>
                </a:lnTo>
                <a:lnTo>
                  <a:pt x="946" y="2542"/>
                </a:lnTo>
                <a:lnTo>
                  <a:pt x="934" y="2544"/>
                </a:lnTo>
                <a:lnTo>
                  <a:pt x="924" y="2544"/>
                </a:lnTo>
                <a:lnTo>
                  <a:pt x="916" y="2542"/>
                </a:lnTo>
                <a:lnTo>
                  <a:pt x="910" y="2539"/>
                </a:lnTo>
                <a:lnTo>
                  <a:pt x="905" y="2537"/>
                </a:lnTo>
                <a:lnTo>
                  <a:pt x="904" y="2536"/>
                </a:lnTo>
                <a:lnTo>
                  <a:pt x="903" y="2537"/>
                </a:lnTo>
                <a:lnTo>
                  <a:pt x="900" y="2541"/>
                </a:lnTo>
                <a:lnTo>
                  <a:pt x="895" y="2547"/>
                </a:lnTo>
                <a:lnTo>
                  <a:pt x="889" y="2553"/>
                </a:lnTo>
                <a:lnTo>
                  <a:pt x="881" y="2561"/>
                </a:lnTo>
                <a:lnTo>
                  <a:pt x="874" y="2569"/>
                </a:lnTo>
                <a:lnTo>
                  <a:pt x="866" y="2577"/>
                </a:lnTo>
                <a:lnTo>
                  <a:pt x="859" y="2584"/>
                </a:lnTo>
                <a:lnTo>
                  <a:pt x="852" y="2590"/>
                </a:lnTo>
                <a:lnTo>
                  <a:pt x="845" y="2595"/>
                </a:lnTo>
                <a:lnTo>
                  <a:pt x="838" y="2601"/>
                </a:lnTo>
                <a:lnTo>
                  <a:pt x="830" y="2606"/>
                </a:lnTo>
                <a:lnTo>
                  <a:pt x="825" y="2613"/>
                </a:lnTo>
                <a:lnTo>
                  <a:pt x="821" y="2623"/>
                </a:lnTo>
                <a:lnTo>
                  <a:pt x="818" y="2633"/>
                </a:lnTo>
                <a:lnTo>
                  <a:pt x="817" y="2645"/>
                </a:lnTo>
                <a:lnTo>
                  <a:pt x="817" y="2656"/>
                </a:lnTo>
                <a:lnTo>
                  <a:pt x="816" y="2663"/>
                </a:lnTo>
                <a:lnTo>
                  <a:pt x="814" y="2668"/>
                </a:lnTo>
                <a:lnTo>
                  <a:pt x="812" y="2670"/>
                </a:lnTo>
                <a:lnTo>
                  <a:pt x="809" y="2673"/>
                </a:lnTo>
                <a:lnTo>
                  <a:pt x="806" y="2674"/>
                </a:lnTo>
                <a:lnTo>
                  <a:pt x="802" y="2677"/>
                </a:lnTo>
                <a:lnTo>
                  <a:pt x="798" y="2682"/>
                </a:lnTo>
                <a:lnTo>
                  <a:pt x="796" y="2689"/>
                </a:lnTo>
                <a:lnTo>
                  <a:pt x="798" y="2699"/>
                </a:lnTo>
                <a:lnTo>
                  <a:pt x="801" y="2709"/>
                </a:lnTo>
                <a:lnTo>
                  <a:pt x="805" y="2719"/>
                </a:lnTo>
                <a:lnTo>
                  <a:pt x="808" y="2729"/>
                </a:lnTo>
                <a:lnTo>
                  <a:pt x="807" y="2737"/>
                </a:lnTo>
                <a:lnTo>
                  <a:pt x="803" y="2743"/>
                </a:lnTo>
                <a:lnTo>
                  <a:pt x="792" y="2746"/>
                </a:lnTo>
                <a:lnTo>
                  <a:pt x="781" y="2747"/>
                </a:lnTo>
                <a:lnTo>
                  <a:pt x="780" y="2747"/>
                </a:lnTo>
                <a:lnTo>
                  <a:pt x="785" y="2747"/>
                </a:lnTo>
                <a:lnTo>
                  <a:pt x="797" y="2746"/>
                </a:lnTo>
                <a:lnTo>
                  <a:pt x="812" y="2746"/>
                </a:lnTo>
                <a:lnTo>
                  <a:pt x="829" y="2746"/>
                </a:lnTo>
                <a:lnTo>
                  <a:pt x="848" y="2747"/>
                </a:lnTo>
                <a:lnTo>
                  <a:pt x="865" y="2749"/>
                </a:lnTo>
                <a:lnTo>
                  <a:pt x="877" y="2752"/>
                </a:lnTo>
                <a:lnTo>
                  <a:pt x="881" y="2757"/>
                </a:lnTo>
                <a:lnTo>
                  <a:pt x="880" y="2764"/>
                </a:lnTo>
                <a:lnTo>
                  <a:pt x="874" y="2774"/>
                </a:lnTo>
                <a:lnTo>
                  <a:pt x="867" y="2784"/>
                </a:lnTo>
                <a:lnTo>
                  <a:pt x="860" y="2796"/>
                </a:lnTo>
                <a:lnTo>
                  <a:pt x="855" y="2808"/>
                </a:lnTo>
                <a:lnTo>
                  <a:pt x="854" y="2823"/>
                </a:lnTo>
                <a:lnTo>
                  <a:pt x="853" y="2837"/>
                </a:lnTo>
                <a:lnTo>
                  <a:pt x="848" y="2850"/>
                </a:lnTo>
                <a:lnTo>
                  <a:pt x="840" y="2863"/>
                </a:lnTo>
                <a:lnTo>
                  <a:pt x="830" y="2875"/>
                </a:lnTo>
                <a:lnTo>
                  <a:pt x="823" y="2887"/>
                </a:lnTo>
                <a:lnTo>
                  <a:pt x="818" y="2897"/>
                </a:lnTo>
                <a:lnTo>
                  <a:pt x="818" y="2907"/>
                </a:lnTo>
                <a:lnTo>
                  <a:pt x="825" y="2917"/>
                </a:lnTo>
                <a:lnTo>
                  <a:pt x="833" y="2929"/>
                </a:lnTo>
                <a:lnTo>
                  <a:pt x="836" y="2943"/>
                </a:lnTo>
                <a:lnTo>
                  <a:pt x="835" y="2958"/>
                </a:lnTo>
                <a:lnTo>
                  <a:pt x="833" y="2974"/>
                </a:lnTo>
                <a:lnTo>
                  <a:pt x="830" y="2988"/>
                </a:lnTo>
                <a:lnTo>
                  <a:pt x="829" y="3001"/>
                </a:lnTo>
                <a:lnTo>
                  <a:pt x="829" y="3011"/>
                </a:lnTo>
                <a:lnTo>
                  <a:pt x="833" y="3016"/>
                </a:lnTo>
                <a:lnTo>
                  <a:pt x="840" y="3021"/>
                </a:lnTo>
                <a:lnTo>
                  <a:pt x="846" y="3032"/>
                </a:lnTo>
                <a:lnTo>
                  <a:pt x="851" y="3044"/>
                </a:lnTo>
                <a:lnTo>
                  <a:pt x="855" y="3058"/>
                </a:lnTo>
                <a:lnTo>
                  <a:pt x="858" y="3074"/>
                </a:lnTo>
                <a:lnTo>
                  <a:pt x="860" y="3088"/>
                </a:lnTo>
                <a:lnTo>
                  <a:pt x="860" y="3100"/>
                </a:lnTo>
                <a:lnTo>
                  <a:pt x="859" y="3109"/>
                </a:lnTo>
                <a:lnTo>
                  <a:pt x="856" y="3116"/>
                </a:lnTo>
                <a:lnTo>
                  <a:pt x="852" y="3122"/>
                </a:lnTo>
                <a:lnTo>
                  <a:pt x="847" y="3127"/>
                </a:lnTo>
                <a:lnTo>
                  <a:pt x="841" y="3130"/>
                </a:lnTo>
                <a:lnTo>
                  <a:pt x="833" y="3130"/>
                </a:lnTo>
                <a:lnTo>
                  <a:pt x="827" y="3128"/>
                </a:lnTo>
                <a:lnTo>
                  <a:pt x="822" y="3122"/>
                </a:lnTo>
                <a:lnTo>
                  <a:pt x="817" y="3114"/>
                </a:lnTo>
                <a:lnTo>
                  <a:pt x="813" y="3105"/>
                </a:lnTo>
                <a:lnTo>
                  <a:pt x="811" y="3097"/>
                </a:lnTo>
                <a:lnTo>
                  <a:pt x="809" y="3091"/>
                </a:lnTo>
                <a:lnTo>
                  <a:pt x="809" y="3085"/>
                </a:lnTo>
                <a:lnTo>
                  <a:pt x="808" y="3081"/>
                </a:lnTo>
                <a:lnTo>
                  <a:pt x="809" y="3076"/>
                </a:lnTo>
                <a:lnTo>
                  <a:pt x="810" y="3071"/>
                </a:lnTo>
                <a:lnTo>
                  <a:pt x="812" y="3067"/>
                </a:lnTo>
                <a:lnTo>
                  <a:pt x="813" y="3062"/>
                </a:lnTo>
                <a:lnTo>
                  <a:pt x="811" y="3057"/>
                </a:lnTo>
                <a:lnTo>
                  <a:pt x="809" y="3052"/>
                </a:lnTo>
                <a:lnTo>
                  <a:pt x="805" y="3047"/>
                </a:lnTo>
                <a:lnTo>
                  <a:pt x="802" y="3043"/>
                </a:lnTo>
                <a:lnTo>
                  <a:pt x="798" y="3039"/>
                </a:lnTo>
                <a:lnTo>
                  <a:pt x="796" y="3037"/>
                </a:lnTo>
                <a:lnTo>
                  <a:pt x="795" y="3036"/>
                </a:lnTo>
                <a:lnTo>
                  <a:pt x="795" y="3033"/>
                </a:lnTo>
                <a:lnTo>
                  <a:pt x="796" y="3025"/>
                </a:lnTo>
                <a:lnTo>
                  <a:pt x="796" y="3013"/>
                </a:lnTo>
                <a:lnTo>
                  <a:pt x="795" y="3002"/>
                </a:lnTo>
                <a:lnTo>
                  <a:pt x="792" y="2993"/>
                </a:lnTo>
                <a:lnTo>
                  <a:pt x="785" y="2988"/>
                </a:lnTo>
                <a:lnTo>
                  <a:pt x="775" y="2989"/>
                </a:lnTo>
                <a:lnTo>
                  <a:pt x="761" y="2999"/>
                </a:lnTo>
                <a:lnTo>
                  <a:pt x="748" y="3013"/>
                </a:lnTo>
                <a:lnTo>
                  <a:pt x="740" y="3027"/>
                </a:lnTo>
                <a:lnTo>
                  <a:pt x="738" y="3038"/>
                </a:lnTo>
                <a:lnTo>
                  <a:pt x="739" y="3046"/>
                </a:lnTo>
                <a:lnTo>
                  <a:pt x="743" y="3053"/>
                </a:lnTo>
                <a:lnTo>
                  <a:pt x="749" y="3056"/>
                </a:lnTo>
                <a:lnTo>
                  <a:pt x="755" y="3056"/>
                </a:lnTo>
                <a:lnTo>
                  <a:pt x="761" y="3053"/>
                </a:lnTo>
                <a:lnTo>
                  <a:pt x="765" y="3050"/>
                </a:lnTo>
                <a:lnTo>
                  <a:pt x="768" y="3052"/>
                </a:lnTo>
                <a:lnTo>
                  <a:pt x="770" y="3057"/>
                </a:lnTo>
                <a:lnTo>
                  <a:pt x="770" y="3064"/>
                </a:lnTo>
                <a:lnTo>
                  <a:pt x="770" y="3072"/>
                </a:lnTo>
                <a:lnTo>
                  <a:pt x="770" y="3080"/>
                </a:lnTo>
                <a:lnTo>
                  <a:pt x="769" y="3085"/>
                </a:lnTo>
                <a:lnTo>
                  <a:pt x="769" y="3087"/>
                </a:lnTo>
                <a:lnTo>
                  <a:pt x="767" y="3088"/>
                </a:lnTo>
                <a:lnTo>
                  <a:pt x="762" y="3090"/>
                </a:lnTo>
                <a:lnTo>
                  <a:pt x="755" y="3094"/>
                </a:lnTo>
                <a:lnTo>
                  <a:pt x="747" y="3097"/>
                </a:lnTo>
                <a:lnTo>
                  <a:pt x="738" y="3099"/>
                </a:lnTo>
                <a:lnTo>
                  <a:pt x="729" y="3100"/>
                </a:lnTo>
                <a:lnTo>
                  <a:pt x="721" y="3099"/>
                </a:lnTo>
                <a:lnTo>
                  <a:pt x="716" y="3095"/>
                </a:lnTo>
                <a:lnTo>
                  <a:pt x="713" y="3093"/>
                </a:lnTo>
                <a:lnTo>
                  <a:pt x="713" y="3097"/>
                </a:lnTo>
                <a:lnTo>
                  <a:pt x="715" y="3106"/>
                </a:lnTo>
                <a:lnTo>
                  <a:pt x="716" y="3117"/>
                </a:lnTo>
                <a:lnTo>
                  <a:pt x="717" y="3130"/>
                </a:lnTo>
                <a:lnTo>
                  <a:pt x="715" y="3141"/>
                </a:lnTo>
                <a:lnTo>
                  <a:pt x="711" y="3150"/>
                </a:lnTo>
                <a:lnTo>
                  <a:pt x="702" y="3154"/>
                </a:lnTo>
                <a:lnTo>
                  <a:pt x="692" y="3156"/>
                </a:lnTo>
                <a:lnTo>
                  <a:pt x="684" y="3160"/>
                </a:lnTo>
                <a:lnTo>
                  <a:pt x="680" y="3165"/>
                </a:lnTo>
                <a:lnTo>
                  <a:pt x="678" y="3171"/>
                </a:lnTo>
                <a:lnTo>
                  <a:pt x="679" y="3178"/>
                </a:lnTo>
                <a:lnTo>
                  <a:pt x="684" y="3184"/>
                </a:lnTo>
                <a:lnTo>
                  <a:pt x="692" y="3189"/>
                </a:lnTo>
                <a:lnTo>
                  <a:pt x="702" y="3193"/>
                </a:lnTo>
                <a:lnTo>
                  <a:pt x="711" y="3196"/>
                </a:lnTo>
                <a:lnTo>
                  <a:pt x="716" y="3199"/>
                </a:lnTo>
                <a:lnTo>
                  <a:pt x="719" y="3202"/>
                </a:lnTo>
                <a:lnTo>
                  <a:pt x="722" y="3205"/>
                </a:lnTo>
                <a:lnTo>
                  <a:pt x="725" y="3210"/>
                </a:lnTo>
                <a:lnTo>
                  <a:pt x="730" y="3217"/>
                </a:lnTo>
                <a:lnTo>
                  <a:pt x="741" y="3228"/>
                </a:lnTo>
                <a:lnTo>
                  <a:pt x="756" y="3241"/>
                </a:lnTo>
                <a:lnTo>
                  <a:pt x="772" y="3254"/>
                </a:lnTo>
                <a:lnTo>
                  <a:pt x="785" y="3263"/>
                </a:lnTo>
                <a:lnTo>
                  <a:pt x="796" y="3270"/>
                </a:lnTo>
                <a:lnTo>
                  <a:pt x="804" y="3275"/>
                </a:lnTo>
                <a:lnTo>
                  <a:pt x="811" y="3276"/>
                </a:lnTo>
                <a:lnTo>
                  <a:pt x="818" y="3276"/>
                </a:lnTo>
                <a:lnTo>
                  <a:pt x="826" y="3273"/>
                </a:lnTo>
                <a:lnTo>
                  <a:pt x="836" y="3269"/>
                </a:lnTo>
                <a:lnTo>
                  <a:pt x="844" y="3267"/>
                </a:lnTo>
                <a:lnTo>
                  <a:pt x="848" y="3266"/>
                </a:lnTo>
                <a:lnTo>
                  <a:pt x="849" y="3268"/>
                </a:lnTo>
                <a:lnTo>
                  <a:pt x="849" y="3271"/>
                </a:lnTo>
                <a:lnTo>
                  <a:pt x="850" y="3276"/>
                </a:lnTo>
                <a:lnTo>
                  <a:pt x="853" y="3282"/>
                </a:lnTo>
                <a:lnTo>
                  <a:pt x="859" y="3288"/>
                </a:lnTo>
                <a:lnTo>
                  <a:pt x="869" y="3295"/>
                </a:lnTo>
                <a:lnTo>
                  <a:pt x="869" y="329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14" name="Freeform 971">
            <a:extLst>
              <a:ext uri="{FF2B5EF4-FFF2-40B4-BE49-F238E27FC236}">
                <a16:creationId xmlns:a16="http://schemas.microsoft.com/office/drawing/2014/main" id="{6D676318-FAB3-19FA-DAC0-39D6A2FFC648}"/>
              </a:ext>
            </a:extLst>
          </p:cNvPr>
          <p:cNvSpPr>
            <a:spLocks/>
          </p:cNvSpPr>
          <p:nvPr/>
        </p:nvSpPr>
        <p:spPr bwMode="auto">
          <a:xfrm>
            <a:off x="6467475" y="4125913"/>
            <a:ext cx="361950" cy="558800"/>
          </a:xfrm>
          <a:custGeom>
            <a:avLst/>
            <a:gdLst>
              <a:gd name="T0" fmla="*/ 2147483646 w 2180"/>
              <a:gd name="T1" fmla="*/ 2147483646 h 3763"/>
              <a:gd name="T2" fmla="*/ 2147483646 w 2180"/>
              <a:gd name="T3" fmla="*/ 2147483646 h 3763"/>
              <a:gd name="T4" fmla="*/ 2147483646 w 2180"/>
              <a:gd name="T5" fmla="*/ 2147483646 h 3763"/>
              <a:gd name="T6" fmla="*/ 2147483646 w 2180"/>
              <a:gd name="T7" fmla="*/ 2147483646 h 3763"/>
              <a:gd name="T8" fmla="*/ 2147483646 w 2180"/>
              <a:gd name="T9" fmla="*/ 2147483646 h 3763"/>
              <a:gd name="T10" fmla="*/ 2147483646 w 2180"/>
              <a:gd name="T11" fmla="*/ 2147483646 h 3763"/>
              <a:gd name="T12" fmla="*/ 2147483646 w 2180"/>
              <a:gd name="T13" fmla="*/ 2147483646 h 3763"/>
              <a:gd name="T14" fmla="*/ 2147483646 w 2180"/>
              <a:gd name="T15" fmla="*/ 2147483646 h 3763"/>
              <a:gd name="T16" fmla="*/ 2147483646 w 2180"/>
              <a:gd name="T17" fmla="*/ 2147483646 h 3763"/>
              <a:gd name="T18" fmla="*/ 2147483646 w 2180"/>
              <a:gd name="T19" fmla="*/ 2147483646 h 3763"/>
              <a:gd name="T20" fmla="*/ 2147483646 w 2180"/>
              <a:gd name="T21" fmla="*/ 2147483646 h 3763"/>
              <a:gd name="T22" fmla="*/ 2147483646 w 2180"/>
              <a:gd name="T23" fmla="*/ 2147483646 h 3763"/>
              <a:gd name="T24" fmla="*/ 2147483646 w 2180"/>
              <a:gd name="T25" fmla="*/ 2147483646 h 3763"/>
              <a:gd name="T26" fmla="*/ 2147483646 w 2180"/>
              <a:gd name="T27" fmla="*/ 2147483646 h 3763"/>
              <a:gd name="T28" fmla="*/ 2147483646 w 2180"/>
              <a:gd name="T29" fmla="*/ 2147483646 h 3763"/>
              <a:gd name="T30" fmla="*/ 0 w 2180"/>
              <a:gd name="T31" fmla="*/ 2147483646 h 3763"/>
              <a:gd name="T32" fmla="*/ 2147483646 w 2180"/>
              <a:gd name="T33" fmla="*/ 2147483646 h 3763"/>
              <a:gd name="T34" fmla="*/ 2147483646 w 2180"/>
              <a:gd name="T35" fmla="*/ 2147483646 h 3763"/>
              <a:gd name="T36" fmla="*/ 2147483646 w 2180"/>
              <a:gd name="T37" fmla="*/ 2147483646 h 3763"/>
              <a:gd name="T38" fmla="*/ 2147483646 w 2180"/>
              <a:gd name="T39" fmla="*/ 2147483646 h 3763"/>
              <a:gd name="T40" fmla="*/ 2147483646 w 2180"/>
              <a:gd name="T41" fmla="*/ 2147483646 h 3763"/>
              <a:gd name="T42" fmla="*/ 2147483646 w 2180"/>
              <a:gd name="T43" fmla="*/ 2147483646 h 3763"/>
              <a:gd name="T44" fmla="*/ 2147483646 w 2180"/>
              <a:gd name="T45" fmla="*/ 2147483646 h 3763"/>
              <a:gd name="T46" fmla="*/ 2147483646 w 2180"/>
              <a:gd name="T47" fmla="*/ 2147483646 h 3763"/>
              <a:gd name="T48" fmla="*/ 2147483646 w 2180"/>
              <a:gd name="T49" fmla="*/ 2147483646 h 3763"/>
              <a:gd name="T50" fmla="*/ 2147483646 w 2180"/>
              <a:gd name="T51" fmla="*/ 2147483646 h 3763"/>
              <a:gd name="T52" fmla="*/ 2147483646 w 2180"/>
              <a:gd name="T53" fmla="*/ 2147483646 h 3763"/>
              <a:gd name="T54" fmla="*/ 2147483646 w 2180"/>
              <a:gd name="T55" fmla="*/ 2147483646 h 3763"/>
              <a:gd name="T56" fmla="*/ 2147483646 w 2180"/>
              <a:gd name="T57" fmla="*/ 2147483646 h 3763"/>
              <a:gd name="T58" fmla="*/ 2147483646 w 2180"/>
              <a:gd name="T59" fmla="*/ 2147483646 h 3763"/>
              <a:gd name="T60" fmla="*/ 2147483646 w 2180"/>
              <a:gd name="T61" fmla="*/ 2147483646 h 3763"/>
              <a:gd name="T62" fmla="*/ 2147483646 w 2180"/>
              <a:gd name="T63" fmla="*/ 2147483646 h 3763"/>
              <a:gd name="T64" fmla="*/ 2147483646 w 2180"/>
              <a:gd name="T65" fmla="*/ 2147483646 h 3763"/>
              <a:gd name="T66" fmla="*/ 2147483646 w 2180"/>
              <a:gd name="T67" fmla="*/ 2147483646 h 3763"/>
              <a:gd name="T68" fmla="*/ 2147483646 w 2180"/>
              <a:gd name="T69" fmla="*/ 2147483646 h 3763"/>
              <a:gd name="T70" fmla="*/ 2147483646 w 2180"/>
              <a:gd name="T71" fmla="*/ 2147483646 h 3763"/>
              <a:gd name="T72" fmla="*/ 2147483646 w 2180"/>
              <a:gd name="T73" fmla="*/ 2147483646 h 3763"/>
              <a:gd name="T74" fmla="*/ 2147483646 w 2180"/>
              <a:gd name="T75" fmla="*/ 2147483646 h 3763"/>
              <a:gd name="T76" fmla="*/ 2147483646 w 2180"/>
              <a:gd name="T77" fmla="*/ 2147483646 h 3763"/>
              <a:gd name="T78" fmla="*/ 2147483646 w 2180"/>
              <a:gd name="T79" fmla="*/ 2147483646 h 3763"/>
              <a:gd name="T80" fmla="*/ 2147483646 w 2180"/>
              <a:gd name="T81" fmla="*/ 2147483646 h 3763"/>
              <a:gd name="T82" fmla="*/ 2147483646 w 2180"/>
              <a:gd name="T83" fmla="*/ 2147483646 h 3763"/>
              <a:gd name="T84" fmla="*/ 2147483646 w 2180"/>
              <a:gd name="T85" fmla="*/ 2147483646 h 3763"/>
              <a:gd name="T86" fmla="*/ 2147483646 w 2180"/>
              <a:gd name="T87" fmla="*/ 2147483646 h 3763"/>
              <a:gd name="T88" fmla="*/ 2147483646 w 2180"/>
              <a:gd name="T89" fmla="*/ 2147483646 h 3763"/>
              <a:gd name="T90" fmla="*/ 2147483646 w 2180"/>
              <a:gd name="T91" fmla="*/ 2147483646 h 3763"/>
              <a:gd name="T92" fmla="*/ 2147483646 w 2180"/>
              <a:gd name="T93" fmla="*/ 2147483646 h 3763"/>
              <a:gd name="T94" fmla="*/ 2147483646 w 2180"/>
              <a:gd name="T95" fmla="*/ 2147483646 h 3763"/>
              <a:gd name="T96" fmla="*/ 2147483646 w 2180"/>
              <a:gd name="T97" fmla="*/ 2147483646 h 3763"/>
              <a:gd name="T98" fmla="*/ 2147483646 w 2180"/>
              <a:gd name="T99" fmla="*/ 2147483646 h 3763"/>
              <a:gd name="T100" fmla="*/ 2147483646 w 2180"/>
              <a:gd name="T101" fmla="*/ 2147483646 h 3763"/>
              <a:gd name="T102" fmla="*/ 2147483646 w 2180"/>
              <a:gd name="T103" fmla="*/ 2147483646 h 3763"/>
              <a:gd name="T104" fmla="*/ 2147483646 w 2180"/>
              <a:gd name="T105" fmla="*/ 2147483646 h 3763"/>
              <a:gd name="T106" fmla="*/ 2147483646 w 2180"/>
              <a:gd name="T107" fmla="*/ 2147483646 h 3763"/>
              <a:gd name="T108" fmla="*/ 2147483646 w 2180"/>
              <a:gd name="T109" fmla="*/ 2147483646 h 3763"/>
              <a:gd name="T110" fmla="*/ 2147483646 w 2180"/>
              <a:gd name="T111" fmla="*/ 2147483646 h 3763"/>
              <a:gd name="T112" fmla="*/ 2147483646 w 2180"/>
              <a:gd name="T113" fmla="*/ 2147483646 h 3763"/>
              <a:gd name="T114" fmla="*/ 2147483646 w 2180"/>
              <a:gd name="T115" fmla="*/ 2147483646 h 3763"/>
              <a:gd name="T116" fmla="*/ 2147483646 w 2180"/>
              <a:gd name="T117" fmla="*/ 2147483646 h 3763"/>
              <a:gd name="T118" fmla="*/ 2147483646 w 2180"/>
              <a:gd name="T119" fmla="*/ 2147483646 h 3763"/>
              <a:gd name="T120" fmla="*/ 2147483646 w 2180"/>
              <a:gd name="T121" fmla="*/ 2147483646 h 3763"/>
              <a:gd name="T122" fmla="*/ 2147483646 w 2180"/>
              <a:gd name="T123" fmla="*/ 2147483646 h 3763"/>
              <a:gd name="T124" fmla="*/ 2147483646 w 2180"/>
              <a:gd name="T125" fmla="*/ 2147483646 h 3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80" h="3763">
                <a:moveTo>
                  <a:pt x="869" y="3296"/>
                </a:moveTo>
                <a:lnTo>
                  <a:pt x="869" y="3296"/>
                </a:lnTo>
                <a:lnTo>
                  <a:pt x="867" y="3300"/>
                </a:lnTo>
                <a:lnTo>
                  <a:pt x="865" y="3305"/>
                </a:lnTo>
                <a:lnTo>
                  <a:pt x="864" y="3309"/>
                </a:lnTo>
                <a:lnTo>
                  <a:pt x="862" y="3314"/>
                </a:lnTo>
                <a:lnTo>
                  <a:pt x="861" y="3318"/>
                </a:lnTo>
                <a:lnTo>
                  <a:pt x="859" y="3323"/>
                </a:lnTo>
                <a:lnTo>
                  <a:pt x="858" y="3328"/>
                </a:lnTo>
                <a:lnTo>
                  <a:pt x="857" y="3333"/>
                </a:lnTo>
                <a:lnTo>
                  <a:pt x="855" y="3348"/>
                </a:lnTo>
                <a:lnTo>
                  <a:pt x="858" y="3362"/>
                </a:lnTo>
                <a:lnTo>
                  <a:pt x="865" y="3374"/>
                </a:lnTo>
                <a:lnTo>
                  <a:pt x="875" y="3385"/>
                </a:lnTo>
                <a:lnTo>
                  <a:pt x="888" y="3395"/>
                </a:lnTo>
                <a:lnTo>
                  <a:pt x="901" y="3404"/>
                </a:lnTo>
                <a:lnTo>
                  <a:pt x="914" y="3413"/>
                </a:lnTo>
                <a:lnTo>
                  <a:pt x="926" y="3422"/>
                </a:lnTo>
                <a:lnTo>
                  <a:pt x="935" y="3432"/>
                </a:lnTo>
                <a:lnTo>
                  <a:pt x="940" y="3441"/>
                </a:lnTo>
                <a:lnTo>
                  <a:pt x="941" y="3450"/>
                </a:lnTo>
                <a:lnTo>
                  <a:pt x="939" y="3458"/>
                </a:lnTo>
                <a:lnTo>
                  <a:pt x="935" y="3467"/>
                </a:lnTo>
                <a:lnTo>
                  <a:pt x="930" y="3474"/>
                </a:lnTo>
                <a:lnTo>
                  <a:pt x="926" y="3483"/>
                </a:lnTo>
                <a:lnTo>
                  <a:pt x="922" y="3490"/>
                </a:lnTo>
                <a:lnTo>
                  <a:pt x="920" y="3499"/>
                </a:lnTo>
                <a:lnTo>
                  <a:pt x="918" y="3509"/>
                </a:lnTo>
                <a:lnTo>
                  <a:pt x="917" y="3522"/>
                </a:lnTo>
                <a:lnTo>
                  <a:pt x="917" y="3536"/>
                </a:lnTo>
                <a:lnTo>
                  <a:pt x="917" y="3549"/>
                </a:lnTo>
                <a:lnTo>
                  <a:pt x="918" y="3562"/>
                </a:lnTo>
                <a:lnTo>
                  <a:pt x="918" y="3574"/>
                </a:lnTo>
                <a:lnTo>
                  <a:pt x="918" y="3586"/>
                </a:lnTo>
                <a:lnTo>
                  <a:pt x="917" y="3598"/>
                </a:lnTo>
                <a:lnTo>
                  <a:pt x="915" y="3611"/>
                </a:lnTo>
                <a:lnTo>
                  <a:pt x="912" y="3627"/>
                </a:lnTo>
                <a:lnTo>
                  <a:pt x="905" y="3640"/>
                </a:lnTo>
                <a:lnTo>
                  <a:pt x="896" y="3653"/>
                </a:lnTo>
                <a:lnTo>
                  <a:pt x="882" y="3663"/>
                </a:lnTo>
                <a:lnTo>
                  <a:pt x="866" y="3670"/>
                </a:lnTo>
                <a:lnTo>
                  <a:pt x="845" y="3673"/>
                </a:lnTo>
                <a:lnTo>
                  <a:pt x="824" y="3674"/>
                </a:lnTo>
                <a:lnTo>
                  <a:pt x="808" y="3678"/>
                </a:lnTo>
                <a:lnTo>
                  <a:pt x="795" y="3682"/>
                </a:lnTo>
                <a:lnTo>
                  <a:pt x="785" y="3687"/>
                </a:lnTo>
                <a:lnTo>
                  <a:pt x="777" y="3692"/>
                </a:lnTo>
                <a:lnTo>
                  <a:pt x="770" y="3698"/>
                </a:lnTo>
                <a:lnTo>
                  <a:pt x="765" y="3704"/>
                </a:lnTo>
                <a:lnTo>
                  <a:pt x="759" y="3710"/>
                </a:lnTo>
                <a:lnTo>
                  <a:pt x="753" y="3716"/>
                </a:lnTo>
                <a:lnTo>
                  <a:pt x="747" y="3723"/>
                </a:lnTo>
                <a:lnTo>
                  <a:pt x="742" y="3733"/>
                </a:lnTo>
                <a:lnTo>
                  <a:pt x="736" y="3742"/>
                </a:lnTo>
                <a:lnTo>
                  <a:pt x="731" y="3751"/>
                </a:lnTo>
                <a:lnTo>
                  <a:pt x="724" y="3757"/>
                </a:lnTo>
                <a:lnTo>
                  <a:pt x="717" y="3762"/>
                </a:lnTo>
                <a:lnTo>
                  <a:pt x="708" y="3763"/>
                </a:lnTo>
                <a:lnTo>
                  <a:pt x="699" y="3761"/>
                </a:lnTo>
                <a:lnTo>
                  <a:pt x="692" y="3757"/>
                </a:lnTo>
                <a:lnTo>
                  <a:pt x="684" y="3753"/>
                </a:lnTo>
                <a:lnTo>
                  <a:pt x="678" y="3747"/>
                </a:lnTo>
                <a:lnTo>
                  <a:pt x="673" y="3742"/>
                </a:lnTo>
                <a:lnTo>
                  <a:pt x="670" y="3737"/>
                </a:lnTo>
                <a:lnTo>
                  <a:pt x="668" y="3734"/>
                </a:lnTo>
                <a:lnTo>
                  <a:pt x="667" y="3733"/>
                </a:lnTo>
                <a:lnTo>
                  <a:pt x="667" y="3731"/>
                </a:lnTo>
                <a:lnTo>
                  <a:pt x="666" y="3725"/>
                </a:lnTo>
                <a:lnTo>
                  <a:pt x="664" y="3717"/>
                </a:lnTo>
                <a:lnTo>
                  <a:pt x="661" y="3708"/>
                </a:lnTo>
                <a:lnTo>
                  <a:pt x="656" y="3699"/>
                </a:lnTo>
                <a:lnTo>
                  <a:pt x="650" y="3691"/>
                </a:lnTo>
                <a:lnTo>
                  <a:pt x="643" y="3684"/>
                </a:lnTo>
                <a:lnTo>
                  <a:pt x="632" y="3680"/>
                </a:lnTo>
                <a:lnTo>
                  <a:pt x="623" y="3673"/>
                </a:lnTo>
                <a:lnTo>
                  <a:pt x="615" y="3659"/>
                </a:lnTo>
                <a:lnTo>
                  <a:pt x="609" y="3641"/>
                </a:lnTo>
                <a:lnTo>
                  <a:pt x="606" y="3618"/>
                </a:lnTo>
                <a:lnTo>
                  <a:pt x="604" y="3595"/>
                </a:lnTo>
                <a:lnTo>
                  <a:pt x="606" y="3571"/>
                </a:lnTo>
                <a:lnTo>
                  <a:pt x="610" y="3550"/>
                </a:lnTo>
                <a:lnTo>
                  <a:pt x="618" y="3533"/>
                </a:lnTo>
                <a:lnTo>
                  <a:pt x="627" y="3520"/>
                </a:lnTo>
                <a:lnTo>
                  <a:pt x="633" y="3510"/>
                </a:lnTo>
                <a:lnTo>
                  <a:pt x="637" y="3503"/>
                </a:lnTo>
                <a:lnTo>
                  <a:pt x="637" y="3497"/>
                </a:lnTo>
                <a:lnTo>
                  <a:pt x="633" y="3491"/>
                </a:lnTo>
                <a:lnTo>
                  <a:pt x="626" y="3484"/>
                </a:lnTo>
                <a:lnTo>
                  <a:pt x="615" y="3476"/>
                </a:lnTo>
                <a:lnTo>
                  <a:pt x="600" y="3463"/>
                </a:lnTo>
                <a:lnTo>
                  <a:pt x="583" y="3453"/>
                </a:lnTo>
                <a:lnTo>
                  <a:pt x="571" y="3449"/>
                </a:lnTo>
                <a:lnTo>
                  <a:pt x="563" y="3450"/>
                </a:lnTo>
                <a:lnTo>
                  <a:pt x="557" y="3453"/>
                </a:lnTo>
                <a:lnTo>
                  <a:pt x="554" y="3459"/>
                </a:lnTo>
                <a:lnTo>
                  <a:pt x="552" y="3465"/>
                </a:lnTo>
                <a:lnTo>
                  <a:pt x="551" y="3469"/>
                </a:lnTo>
                <a:lnTo>
                  <a:pt x="551" y="3471"/>
                </a:lnTo>
                <a:lnTo>
                  <a:pt x="549" y="3474"/>
                </a:lnTo>
                <a:lnTo>
                  <a:pt x="544" y="3483"/>
                </a:lnTo>
                <a:lnTo>
                  <a:pt x="536" y="3495"/>
                </a:lnTo>
                <a:lnTo>
                  <a:pt x="527" y="3510"/>
                </a:lnTo>
                <a:lnTo>
                  <a:pt x="517" y="3528"/>
                </a:lnTo>
                <a:lnTo>
                  <a:pt x="507" y="3546"/>
                </a:lnTo>
                <a:lnTo>
                  <a:pt x="497" y="3565"/>
                </a:lnTo>
                <a:lnTo>
                  <a:pt x="487" y="3584"/>
                </a:lnTo>
                <a:lnTo>
                  <a:pt x="477" y="3599"/>
                </a:lnTo>
                <a:lnTo>
                  <a:pt x="466" y="3609"/>
                </a:lnTo>
                <a:lnTo>
                  <a:pt x="453" y="3616"/>
                </a:lnTo>
                <a:lnTo>
                  <a:pt x="439" y="3620"/>
                </a:lnTo>
                <a:lnTo>
                  <a:pt x="423" y="3623"/>
                </a:lnTo>
                <a:lnTo>
                  <a:pt x="410" y="3624"/>
                </a:lnTo>
                <a:lnTo>
                  <a:pt x="397" y="3627"/>
                </a:lnTo>
                <a:lnTo>
                  <a:pt x="385" y="3629"/>
                </a:lnTo>
                <a:lnTo>
                  <a:pt x="376" y="3630"/>
                </a:lnTo>
                <a:lnTo>
                  <a:pt x="367" y="3625"/>
                </a:lnTo>
                <a:lnTo>
                  <a:pt x="359" y="3618"/>
                </a:lnTo>
                <a:lnTo>
                  <a:pt x="351" y="3608"/>
                </a:lnTo>
                <a:lnTo>
                  <a:pt x="343" y="3597"/>
                </a:lnTo>
                <a:lnTo>
                  <a:pt x="335" y="3584"/>
                </a:lnTo>
                <a:lnTo>
                  <a:pt x="328" y="3569"/>
                </a:lnTo>
                <a:lnTo>
                  <a:pt x="322" y="3555"/>
                </a:lnTo>
                <a:lnTo>
                  <a:pt x="318" y="3544"/>
                </a:lnTo>
                <a:lnTo>
                  <a:pt x="316" y="3531"/>
                </a:lnTo>
                <a:lnTo>
                  <a:pt x="314" y="3514"/>
                </a:lnTo>
                <a:lnTo>
                  <a:pt x="314" y="3497"/>
                </a:lnTo>
                <a:lnTo>
                  <a:pt x="313" y="3479"/>
                </a:lnTo>
                <a:lnTo>
                  <a:pt x="314" y="3461"/>
                </a:lnTo>
                <a:lnTo>
                  <a:pt x="314" y="3444"/>
                </a:lnTo>
                <a:lnTo>
                  <a:pt x="315" y="3430"/>
                </a:lnTo>
                <a:lnTo>
                  <a:pt x="317" y="3430"/>
                </a:lnTo>
                <a:lnTo>
                  <a:pt x="319" y="3429"/>
                </a:lnTo>
                <a:lnTo>
                  <a:pt x="320" y="3429"/>
                </a:lnTo>
                <a:lnTo>
                  <a:pt x="324" y="3428"/>
                </a:lnTo>
                <a:lnTo>
                  <a:pt x="333" y="3426"/>
                </a:lnTo>
                <a:lnTo>
                  <a:pt x="346" y="3420"/>
                </a:lnTo>
                <a:lnTo>
                  <a:pt x="357" y="3414"/>
                </a:lnTo>
                <a:lnTo>
                  <a:pt x="364" y="3407"/>
                </a:lnTo>
                <a:lnTo>
                  <a:pt x="366" y="3398"/>
                </a:lnTo>
                <a:lnTo>
                  <a:pt x="358" y="3387"/>
                </a:lnTo>
                <a:lnTo>
                  <a:pt x="336" y="3373"/>
                </a:lnTo>
                <a:lnTo>
                  <a:pt x="313" y="3360"/>
                </a:lnTo>
                <a:lnTo>
                  <a:pt x="299" y="3349"/>
                </a:lnTo>
                <a:lnTo>
                  <a:pt x="292" y="3340"/>
                </a:lnTo>
                <a:lnTo>
                  <a:pt x="291" y="3332"/>
                </a:lnTo>
                <a:lnTo>
                  <a:pt x="293" y="3326"/>
                </a:lnTo>
                <a:lnTo>
                  <a:pt x="299" y="3321"/>
                </a:lnTo>
                <a:lnTo>
                  <a:pt x="305" y="3318"/>
                </a:lnTo>
                <a:lnTo>
                  <a:pt x="310" y="3316"/>
                </a:lnTo>
                <a:lnTo>
                  <a:pt x="316" y="3316"/>
                </a:lnTo>
                <a:lnTo>
                  <a:pt x="323" y="3318"/>
                </a:lnTo>
                <a:lnTo>
                  <a:pt x="330" y="3320"/>
                </a:lnTo>
                <a:lnTo>
                  <a:pt x="337" y="3323"/>
                </a:lnTo>
                <a:lnTo>
                  <a:pt x="345" y="3327"/>
                </a:lnTo>
                <a:lnTo>
                  <a:pt x="350" y="3330"/>
                </a:lnTo>
                <a:lnTo>
                  <a:pt x="354" y="3332"/>
                </a:lnTo>
                <a:lnTo>
                  <a:pt x="355" y="3333"/>
                </a:lnTo>
                <a:lnTo>
                  <a:pt x="356" y="3332"/>
                </a:lnTo>
                <a:lnTo>
                  <a:pt x="357" y="3328"/>
                </a:lnTo>
                <a:lnTo>
                  <a:pt x="360" y="3320"/>
                </a:lnTo>
                <a:lnTo>
                  <a:pt x="364" y="3312"/>
                </a:lnTo>
                <a:lnTo>
                  <a:pt x="368" y="3303"/>
                </a:lnTo>
                <a:lnTo>
                  <a:pt x="374" y="3293"/>
                </a:lnTo>
                <a:lnTo>
                  <a:pt x="379" y="3283"/>
                </a:lnTo>
                <a:lnTo>
                  <a:pt x="385" y="3271"/>
                </a:lnTo>
                <a:lnTo>
                  <a:pt x="390" y="3261"/>
                </a:lnTo>
                <a:lnTo>
                  <a:pt x="389" y="3252"/>
                </a:lnTo>
                <a:lnTo>
                  <a:pt x="384" y="3244"/>
                </a:lnTo>
                <a:lnTo>
                  <a:pt x="379" y="3236"/>
                </a:lnTo>
                <a:lnTo>
                  <a:pt x="371" y="3230"/>
                </a:lnTo>
                <a:lnTo>
                  <a:pt x="364" y="3225"/>
                </a:lnTo>
                <a:lnTo>
                  <a:pt x="357" y="3221"/>
                </a:lnTo>
                <a:lnTo>
                  <a:pt x="351" y="3220"/>
                </a:lnTo>
                <a:lnTo>
                  <a:pt x="345" y="3221"/>
                </a:lnTo>
                <a:lnTo>
                  <a:pt x="338" y="3225"/>
                </a:lnTo>
                <a:lnTo>
                  <a:pt x="331" y="3229"/>
                </a:lnTo>
                <a:lnTo>
                  <a:pt x="324" y="3234"/>
                </a:lnTo>
                <a:lnTo>
                  <a:pt x="318" y="3239"/>
                </a:lnTo>
                <a:lnTo>
                  <a:pt x="313" y="3243"/>
                </a:lnTo>
                <a:lnTo>
                  <a:pt x="309" y="3246"/>
                </a:lnTo>
                <a:lnTo>
                  <a:pt x="308" y="3247"/>
                </a:lnTo>
                <a:lnTo>
                  <a:pt x="309" y="3245"/>
                </a:lnTo>
                <a:lnTo>
                  <a:pt x="311" y="3241"/>
                </a:lnTo>
                <a:lnTo>
                  <a:pt x="314" y="3234"/>
                </a:lnTo>
                <a:lnTo>
                  <a:pt x="317" y="3226"/>
                </a:lnTo>
                <a:lnTo>
                  <a:pt x="320" y="3216"/>
                </a:lnTo>
                <a:lnTo>
                  <a:pt x="321" y="3206"/>
                </a:lnTo>
                <a:lnTo>
                  <a:pt x="320" y="3197"/>
                </a:lnTo>
                <a:lnTo>
                  <a:pt x="316" y="3188"/>
                </a:lnTo>
                <a:lnTo>
                  <a:pt x="311" y="3182"/>
                </a:lnTo>
                <a:lnTo>
                  <a:pt x="304" y="3181"/>
                </a:lnTo>
                <a:lnTo>
                  <a:pt x="296" y="3182"/>
                </a:lnTo>
                <a:lnTo>
                  <a:pt x="286" y="3185"/>
                </a:lnTo>
                <a:lnTo>
                  <a:pt x="277" y="3189"/>
                </a:lnTo>
                <a:lnTo>
                  <a:pt x="269" y="3192"/>
                </a:lnTo>
                <a:lnTo>
                  <a:pt x="260" y="3194"/>
                </a:lnTo>
                <a:lnTo>
                  <a:pt x="253" y="3192"/>
                </a:lnTo>
                <a:lnTo>
                  <a:pt x="247" y="3189"/>
                </a:lnTo>
                <a:lnTo>
                  <a:pt x="245" y="3186"/>
                </a:lnTo>
                <a:lnTo>
                  <a:pt x="244" y="3183"/>
                </a:lnTo>
                <a:lnTo>
                  <a:pt x="245" y="3179"/>
                </a:lnTo>
                <a:lnTo>
                  <a:pt x="246" y="3173"/>
                </a:lnTo>
                <a:lnTo>
                  <a:pt x="247" y="3166"/>
                </a:lnTo>
                <a:lnTo>
                  <a:pt x="246" y="3157"/>
                </a:lnTo>
                <a:lnTo>
                  <a:pt x="243" y="3145"/>
                </a:lnTo>
                <a:lnTo>
                  <a:pt x="238" y="3136"/>
                </a:lnTo>
                <a:lnTo>
                  <a:pt x="232" y="3132"/>
                </a:lnTo>
                <a:lnTo>
                  <a:pt x="227" y="3133"/>
                </a:lnTo>
                <a:lnTo>
                  <a:pt x="221" y="3136"/>
                </a:lnTo>
                <a:lnTo>
                  <a:pt x="216" y="3142"/>
                </a:lnTo>
                <a:lnTo>
                  <a:pt x="212" y="3147"/>
                </a:lnTo>
                <a:lnTo>
                  <a:pt x="209" y="3151"/>
                </a:lnTo>
                <a:lnTo>
                  <a:pt x="208" y="3153"/>
                </a:lnTo>
                <a:lnTo>
                  <a:pt x="205" y="3151"/>
                </a:lnTo>
                <a:lnTo>
                  <a:pt x="197" y="3144"/>
                </a:lnTo>
                <a:lnTo>
                  <a:pt x="185" y="3135"/>
                </a:lnTo>
                <a:lnTo>
                  <a:pt x="172" y="3124"/>
                </a:lnTo>
                <a:lnTo>
                  <a:pt x="157" y="3112"/>
                </a:lnTo>
                <a:lnTo>
                  <a:pt x="144" y="3103"/>
                </a:lnTo>
                <a:lnTo>
                  <a:pt x="131" y="3096"/>
                </a:lnTo>
                <a:lnTo>
                  <a:pt x="122" y="3094"/>
                </a:lnTo>
                <a:lnTo>
                  <a:pt x="115" y="3094"/>
                </a:lnTo>
                <a:lnTo>
                  <a:pt x="106" y="3093"/>
                </a:lnTo>
                <a:lnTo>
                  <a:pt x="96" y="3091"/>
                </a:lnTo>
                <a:lnTo>
                  <a:pt x="86" y="3088"/>
                </a:lnTo>
                <a:lnTo>
                  <a:pt x="78" y="3085"/>
                </a:lnTo>
                <a:lnTo>
                  <a:pt x="72" y="3081"/>
                </a:lnTo>
                <a:lnTo>
                  <a:pt x="68" y="3077"/>
                </a:lnTo>
                <a:lnTo>
                  <a:pt x="69" y="3071"/>
                </a:lnTo>
                <a:lnTo>
                  <a:pt x="73" y="3065"/>
                </a:lnTo>
                <a:lnTo>
                  <a:pt x="80" y="3057"/>
                </a:lnTo>
                <a:lnTo>
                  <a:pt x="88" y="3048"/>
                </a:lnTo>
                <a:lnTo>
                  <a:pt x="97" y="3039"/>
                </a:lnTo>
                <a:lnTo>
                  <a:pt x="105" y="3030"/>
                </a:lnTo>
                <a:lnTo>
                  <a:pt x="111" y="3021"/>
                </a:lnTo>
                <a:lnTo>
                  <a:pt x="114" y="3014"/>
                </a:lnTo>
                <a:lnTo>
                  <a:pt x="114" y="3008"/>
                </a:lnTo>
                <a:lnTo>
                  <a:pt x="107" y="2998"/>
                </a:lnTo>
                <a:lnTo>
                  <a:pt x="99" y="2990"/>
                </a:lnTo>
                <a:lnTo>
                  <a:pt x="91" y="2984"/>
                </a:lnTo>
                <a:lnTo>
                  <a:pt x="87" y="2982"/>
                </a:lnTo>
                <a:lnTo>
                  <a:pt x="87" y="2980"/>
                </a:lnTo>
                <a:lnTo>
                  <a:pt x="88" y="2974"/>
                </a:lnTo>
                <a:lnTo>
                  <a:pt x="88" y="2964"/>
                </a:lnTo>
                <a:lnTo>
                  <a:pt x="90" y="2953"/>
                </a:lnTo>
                <a:lnTo>
                  <a:pt x="90" y="2941"/>
                </a:lnTo>
                <a:lnTo>
                  <a:pt x="91" y="2930"/>
                </a:lnTo>
                <a:lnTo>
                  <a:pt x="90" y="2917"/>
                </a:lnTo>
                <a:lnTo>
                  <a:pt x="90" y="2908"/>
                </a:lnTo>
                <a:lnTo>
                  <a:pt x="86" y="2901"/>
                </a:lnTo>
                <a:lnTo>
                  <a:pt x="79" y="2897"/>
                </a:lnTo>
                <a:lnTo>
                  <a:pt x="71" y="2896"/>
                </a:lnTo>
                <a:lnTo>
                  <a:pt x="62" y="2896"/>
                </a:lnTo>
                <a:lnTo>
                  <a:pt x="52" y="2897"/>
                </a:lnTo>
                <a:lnTo>
                  <a:pt x="45" y="2898"/>
                </a:lnTo>
                <a:lnTo>
                  <a:pt x="38" y="2899"/>
                </a:lnTo>
                <a:lnTo>
                  <a:pt x="36" y="2900"/>
                </a:lnTo>
                <a:lnTo>
                  <a:pt x="51" y="2853"/>
                </a:lnTo>
                <a:lnTo>
                  <a:pt x="65" y="2804"/>
                </a:lnTo>
                <a:lnTo>
                  <a:pt x="65" y="2801"/>
                </a:lnTo>
                <a:lnTo>
                  <a:pt x="65" y="2791"/>
                </a:lnTo>
                <a:lnTo>
                  <a:pt x="65" y="2778"/>
                </a:lnTo>
                <a:lnTo>
                  <a:pt x="63" y="2761"/>
                </a:lnTo>
                <a:lnTo>
                  <a:pt x="58" y="2745"/>
                </a:lnTo>
                <a:lnTo>
                  <a:pt x="50" y="2730"/>
                </a:lnTo>
                <a:lnTo>
                  <a:pt x="37" y="2717"/>
                </a:lnTo>
                <a:lnTo>
                  <a:pt x="20" y="2710"/>
                </a:lnTo>
                <a:lnTo>
                  <a:pt x="6" y="2705"/>
                </a:lnTo>
                <a:lnTo>
                  <a:pt x="0" y="2700"/>
                </a:lnTo>
                <a:lnTo>
                  <a:pt x="2" y="2696"/>
                </a:lnTo>
                <a:lnTo>
                  <a:pt x="9" y="2692"/>
                </a:lnTo>
                <a:lnTo>
                  <a:pt x="19" y="2689"/>
                </a:lnTo>
                <a:lnTo>
                  <a:pt x="32" y="2686"/>
                </a:lnTo>
                <a:lnTo>
                  <a:pt x="46" y="2685"/>
                </a:lnTo>
                <a:lnTo>
                  <a:pt x="57" y="2684"/>
                </a:lnTo>
                <a:lnTo>
                  <a:pt x="67" y="2682"/>
                </a:lnTo>
                <a:lnTo>
                  <a:pt x="77" y="2677"/>
                </a:lnTo>
                <a:lnTo>
                  <a:pt x="87" y="2669"/>
                </a:lnTo>
                <a:lnTo>
                  <a:pt x="98" y="2661"/>
                </a:lnTo>
                <a:lnTo>
                  <a:pt x="107" y="2653"/>
                </a:lnTo>
                <a:lnTo>
                  <a:pt x="114" y="2646"/>
                </a:lnTo>
                <a:lnTo>
                  <a:pt x="118" y="2641"/>
                </a:lnTo>
                <a:lnTo>
                  <a:pt x="120" y="2639"/>
                </a:lnTo>
                <a:lnTo>
                  <a:pt x="163" y="2602"/>
                </a:lnTo>
                <a:lnTo>
                  <a:pt x="162" y="2601"/>
                </a:lnTo>
                <a:lnTo>
                  <a:pt x="159" y="2599"/>
                </a:lnTo>
                <a:lnTo>
                  <a:pt x="154" y="2596"/>
                </a:lnTo>
                <a:lnTo>
                  <a:pt x="148" y="2592"/>
                </a:lnTo>
                <a:lnTo>
                  <a:pt x="142" y="2587"/>
                </a:lnTo>
                <a:lnTo>
                  <a:pt x="135" y="2582"/>
                </a:lnTo>
                <a:lnTo>
                  <a:pt x="130" y="2576"/>
                </a:lnTo>
                <a:lnTo>
                  <a:pt x="126" y="2569"/>
                </a:lnTo>
                <a:lnTo>
                  <a:pt x="123" y="2562"/>
                </a:lnTo>
                <a:lnTo>
                  <a:pt x="122" y="2554"/>
                </a:lnTo>
                <a:lnTo>
                  <a:pt x="122" y="2544"/>
                </a:lnTo>
                <a:lnTo>
                  <a:pt x="123" y="2534"/>
                </a:lnTo>
                <a:lnTo>
                  <a:pt x="125" y="2524"/>
                </a:lnTo>
                <a:lnTo>
                  <a:pt x="129" y="2513"/>
                </a:lnTo>
                <a:lnTo>
                  <a:pt x="135" y="2503"/>
                </a:lnTo>
                <a:lnTo>
                  <a:pt x="143" y="2494"/>
                </a:lnTo>
                <a:lnTo>
                  <a:pt x="151" y="2486"/>
                </a:lnTo>
                <a:lnTo>
                  <a:pt x="159" y="2480"/>
                </a:lnTo>
                <a:lnTo>
                  <a:pt x="166" y="2475"/>
                </a:lnTo>
                <a:lnTo>
                  <a:pt x="174" y="2471"/>
                </a:lnTo>
                <a:lnTo>
                  <a:pt x="181" y="2469"/>
                </a:lnTo>
                <a:lnTo>
                  <a:pt x="190" y="2471"/>
                </a:lnTo>
                <a:lnTo>
                  <a:pt x="199" y="2475"/>
                </a:lnTo>
                <a:lnTo>
                  <a:pt x="208" y="2482"/>
                </a:lnTo>
                <a:lnTo>
                  <a:pt x="219" y="2489"/>
                </a:lnTo>
                <a:lnTo>
                  <a:pt x="232" y="2495"/>
                </a:lnTo>
                <a:lnTo>
                  <a:pt x="248" y="2499"/>
                </a:lnTo>
                <a:lnTo>
                  <a:pt x="263" y="2501"/>
                </a:lnTo>
                <a:lnTo>
                  <a:pt x="277" y="2503"/>
                </a:lnTo>
                <a:lnTo>
                  <a:pt x="288" y="2504"/>
                </a:lnTo>
                <a:lnTo>
                  <a:pt x="297" y="2504"/>
                </a:lnTo>
                <a:lnTo>
                  <a:pt x="300" y="2504"/>
                </a:lnTo>
                <a:lnTo>
                  <a:pt x="303" y="2504"/>
                </a:lnTo>
                <a:lnTo>
                  <a:pt x="311" y="2503"/>
                </a:lnTo>
                <a:lnTo>
                  <a:pt x="323" y="2502"/>
                </a:lnTo>
                <a:lnTo>
                  <a:pt x="340" y="2500"/>
                </a:lnTo>
                <a:lnTo>
                  <a:pt x="356" y="2498"/>
                </a:lnTo>
                <a:lnTo>
                  <a:pt x="374" y="2494"/>
                </a:lnTo>
                <a:lnTo>
                  <a:pt x="391" y="2489"/>
                </a:lnTo>
                <a:lnTo>
                  <a:pt x="406" y="2482"/>
                </a:lnTo>
                <a:lnTo>
                  <a:pt x="417" y="2473"/>
                </a:lnTo>
                <a:lnTo>
                  <a:pt x="422" y="2461"/>
                </a:lnTo>
                <a:lnTo>
                  <a:pt x="424" y="2449"/>
                </a:lnTo>
                <a:lnTo>
                  <a:pt x="422" y="2434"/>
                </a:lnTo>
                <a:lnTo>
                  <a:pt x="418" y="2418"/>
                </a:lnTo>
                <a:lnTo>
                  <a:pt x="412" y="2403"/>
                </a:lnTo>
                <a:lnTo>
                  <a:pt x="406" y="2387"/>
                </a:lnTo>
                <a:lnTo>
                  <a:pt x="400" y="2372"/>
                </a:lnTo>
                <a:lnTo>
                  <a:pt x="398" y="2357"/>
                </a:lnTo>
                <a:lnTo>
                  <a:pt x="400" y="2345"/>
                </a:lnTo>
                <a:lnTo>
                  <a:pt x="407" y="2335"/>
                </a:lnTo>
                <a:lnTo>
                  <a:pt x="415" y="2326"/>
                </a:lnTo>
                <a:lnTo>
                  <a:pt x="424" y="2318"/>
                </a:lnTo>
                <a:lnTo>
                  <a:pt x="432" y="2312"/>
                </a:lnTo>
                <a:lnTo>
                  <a:pt x="439" y="2309"/>
                </a:lnTo>
                <a:lnTo>
                  <a:pt x="441" y="2308"/>
                </a:lnTo>
                <a:lnTo>
                  <a:pt x="443" y="2307"/>
                </a:lnTo>
                <a:lnTo>
                  <a:pt x="447" y="2303"/>
                </a:lnTo>
                <a:lnTo>
                  <a:pt x="453" y="2297"/>
                </a:lnTo>
                <a:lnTo>
                  <a:pt x="460" y="2289"/>
                </a:lnTo>
                <a:lnTo>
                  <a:pt x="467" y="2280"/>
                </a:lnTo>
                <a:lnTo>
                  <a:pt x="472" y="2271"/>
                </a:lnTo>
                <a:lnTo>
                  <a:pt x="475" y="2260"/>
                </a:lnTo>
                <a:lnTo>
                  <a:pt x="475" y="2251"/>
                </a:lnTo>
                <a:lnTo>
                  <a:pt x="475" y="2241"/>
                </a:lnTo>
                <a:lnTo>
                  <a:pt x="480" y="2230"/>
                </a:lnTo>
                <a:lnTo>
                  <a:pt x="487" y="2216"/>
                </a:lnTo>
                <a:lnTo>
                  <a:pt x="497" y="2203"/>
                </a:lnTo>
                <a:lnTo>
                  <a:pt x="505" y="2189"/>
                </a:lnTo>
                <a:lnTo>
                  <a:pt x="512" y="2175"/>
                </a:lnTo>
                <a:lnTo>
                  <a:pt x="516" y="2160"/>
                </a:lnTo>
                <a:lnTo>
                  <a:pt x="516" y="2147"/>
                </a:lnTo>
                <a:lnTo>
                  <a:pt x="512" y="2136"/>
                </a:lnTo>
                <a:lnTo>
                  <a:pt x="508" y="2125"/>
                </a:lnTo>
                <a:lnTo>
                  <a:pt x="502" y="2115"/>
                </a:lnTo>
                <a:lnTo>
                  <a:pt x="497" y="2108"/>
                </a:lnTo>
                <a:lnTo>
                  <a:pt x="492" y="2102"/>
                </a:lnTo>
                <a:lnTo>
                  <a:pt x="487" y="2098"/>
                </a:lnTo>
                <a:lnTo>
                  <a:pt x="484" y="2095"/>
                </a:lnTo>
                <a:lnTo>
                  <a:pt x="483" y="2094"/>
                </a:lnTo>
                <a:lnTo>
                  <a:pt x="483" y="2091"/>
                </a:lnTo>
                <a:lnTo>
                  <a:pt x="485" y="2082"/>
                </a:lnTo>
                <a:lnTo>
                  <a:pt x="486" y="2069"/>
                </a:lnTo>
                <a:lnTo>
                  <a:pt x="487" y="2052"/>
                </a:lnTo>
                <a:lnTo>
                  <a:pt x="486" y="2035"/>
                </a:lnTo>
                <a:lnTo>
                  <a:pt x="485" y="2016"/>
                </a:lnTo>
                <a:lnTo>
                  <a:pt x="481" y="1999"/>
                </a:lnTo>
                <a:lnTo>
                  <a:pt x="475" y="1984"/>
                </a:lnTo>
                <a:lnTo>
                  <a:pt x="468" y="1972"/>
                </a:lnTo>
                <a:lnTo>
                  <a:pt x="459" y="1963"/>
                </a:lnTo>
                <a:lnTo>
                  <a:pt x="449" y="1958"/>
                </a:lnTo>
                <a:lnTo>
                  <a:pt x="439" y="1955"/>
                </a:lnTo>
                <a:lnTo>
                  <a:pt x="427" y="1954"/>
                </a:lnTo>
                <a:lnTo>
                  <a:pt x="415" y="1954"/>
                </a:lnTo>
                <a:lnTo>
                  <a:pt x="403" y="1955"/>
                </a:lnTo>
                <a:lnTo>
                  <a:pt x="390" y="1955"/>
                </a:lnTo>
                <a:lnTo>
                  <a:pt x="378" y="1954"/>
                </a:lnTo>
                <a:lnTo>
                  <a:pt x="371" y="1950"/>
                </a:lnTo>
                <a:lnTo>
                  <a:pt x="366" y="1945"/>
                </a:lnTo>
                <a:lnTo>
                  <a:pt x="364" y="1937"/>
                </a:lnTo>
                <a:lnTo>
                  <a:pt x="363" y="1929"/>
                </a:lnTo>
                <a:lnTo>
                  <a:pt x="362" y="1919"/>
                </a:lnTo>
                <a:lnTo>
                  <a:pt x="362" y="1907"/>
                </a:lnTo>
                <a:lnTo>
                  <a:pt x="361" y="1896"/>
                </a:lnTo>
                <a:lnTo>
                  <a:pt x="359" y="1890"/>
                </a:lnTo>
                <a:lnTo>
                  <a:pt x="355" y="1884"/>
                </a:lnTo>
                <a:lnTo>
                  <a:pt x="348" y="1878"/>
                </a:lnTo>
                <a:lnTo>
                  <a:pt x="340" y="1873"/>
                </a:lnTo>
                <a:lnTo>
                  <a:pt x="336" y="1870"/>
                </a:lnTo>
                <a:lnTo>
                  <a:pt x="332" y="1865"/>
                </a:lnTo>
                <a:lnTo>
                  <a:pt x="327" y="1860"/>
                </a:lnTo>
                <a:lnTo>
                  <a:pt x="319" y="1854"/>
                </a:lnTo>
                <a:lnTo>
                  <a:pt x="311" y="1845"/>
                </a:lnTo>
                <a:lnTo>
                  <a:pt x="310" y="1833"/>
                </a:lnTo>
                <a:lnTo>
                  <a:pt x="313" y="1817"/>
                </a:lnTo>
                <a:lnTo>
                  <a:pt x="321" y="1798"/>
                </a:lnTo>
                <a:lnTo>
                  <a:pt x="331" y="1779"/>
                </a:lnTo>
                <a:lnTo>
                  <a:pt x="343" y="1757"/>
                </a:lnTo>
                <a:lnTo>
                  <a:pt x="354" y="1735"/>
                </a:lnTo>
                <a:lnTo>
                  <a:pt x="364" y="1713"/>
                </a:lnTo>
                <a:lnTo>
                  <a:pt x="369" y="1694"/>
                </a:lnTo>
                <a:lnTo>
                  <a:pt x="367" y="1680"/>
                </a:lnTo>
                <a:lnTo>
                  <a:pt x="360" y="1669"/>
                </a:lnTo>
                <a:lnTo>
                  <a:pt x="350" y="1660"/>
                </a:lnTo>
                <a:lnTo>
                  <a:pt x="337" y="1654"/>
                </a:lnTo>
                <a:lnTo>
                  <a:pt x="325" y="1649"/>
                </a:lnTo>
                <a:lnTo>
                  <a:pt x="315" y="1646"/>
                </a:lnTo>
                <a:lnTo>
                  <a:pt x="309" y="1642"/>
                </a:lnTo>
                <a:lnTo>
                  <a:pt x="304" y="1638"/>
                </a:lnTo>
                <a:lnTo>
                  <a:pt x="297" y="1633"/>
                </a:lnTo>
                <a:lnTo>
                  <a:pt x="290" y="1627"/>
                </a:lnTo>
                <a:lnTo>
                  <a:pt x="284" y="1619"/>
                </a:lnTo>
                <a:lnTo>
                  <a:pt x="280" y="1609"/>
                </a:lnTo>
                <a:lnTo>
                  <a:pt x="280" y="1595"/>
                </a:lnTo>
                <a:lnTo>
                  <a:pt x="284" y="1578"/>
                </a:lnTo>
                <a:lnTo>
                  <a:pt x="295" y="1556"/>
                </a:lnTo>
                <a:lnTo>
                  <a:pt x="304" y="1533"/>
                </a:lnTo>
                <a:lnTo>
                  <a:pt x="307" y="1512"/>
                </a:lnTo>
                <a:lnTo>
                  <a:pt x="307" y="1494"/>
                </a:lnTo>
                <a:lnTo>
                  <a:pt x="303" y="1477"/>
                </a:lnTo>
                <a:lnTo>
                  <a:pt x="297" y="1461"/>
                </a:lnTo>
                <a:lnTo>
                  <a:pt x="291" y="1447"/>
                </a:lnTo>
                <a:lnTo>
                  <a:pt x="284" y="1433"/>
                </a:lnTo>
                <a:lnTo>
                  <a:pt x="280" y="1420"/>
                </a:lnTo>
                <a:lnTo>
                  <a:pt x="277" y="1406"/>
                </a:lnTo>
                <a:lnTo>
                  <a:pt x="276" y="1392"/>
                </a:lnTo>
                <a:lnTo>
                  <a:pt x="276" y="1379"/>
                </a:lnTo>
                <a:lnTo>
                  <a:pt x="277" y="1366"/>
                </a:lnTo>
                <a:lnTo>
                  <a:pt x="279" y="1352"/>
                </a:lnTo>
                <a:lnTo>
                  <a:pt x="282" y="1340"/>
                </a:lnTo>
                <a:lnTo>
                  <a:pt x="287" y="1328"/>
                </a:lnTo>
                <a:lnTo>
                  <a:pt x="295" y="1316"/>
                </a:lnTo>
                <a:lnTo>
                  <a:pt x="301" y="1303"/>
                </a:lnTo>
                <a:lnTo>
                  <a:pt x="305" y="1291"/>
                </a:lnTo>
                <a:lnTo>
                  <a:pt x="309" y="1278"/>
                </a:lnTo>
                <a:lnTo>
                  <a:pt x="311" y="1266"/>
                </a:lnTo>
                <a:lnTo>
                  <a:pt x="312" y="1252"/>
                </a:lnTo>
                <a:lnTo>
                  <a:pt x="313" y="1239"/>
                </a:lnTo>
                <a:lnTo>
                  <a:pt x="313" y="1227"/>
                </a:lnTo>
                <a:lnTo>
                  <a:pt x="313" y="1214"/>
                </a:lnTo>
                <a:lnTo>
                  <a:pt x="317" y="1201"/>
                </a:lnTo>
                <a:lnTo>
                  <a:pt x="327" y="1188"/>
                </a:lnTo>
                <a:lnTo>
                  <a:pt x="343" y="1176"/>
                </a:lnTo>
                <a:lnTo>
                  <a:pt x="360" y="1164"/>
                </a:lnTo>
                <a:lnTo>
                  <a:pt x="377" y="1153"/>
                </a:lnTo>
                <a:lnTo>
                  <a:pt x="393" y="1145"/>
                </a:lnTo>
                <a:lnTo>
                  <a:pt x="403" y="1140"/>
                </a:lnTo>
                <a:lnTo>
                  <a:pt x="407" y="1138"/>
                </a:lnTo>
                <a:lnTo>
                  <a:pt x="408" y="1137"/>
                </a:lnTo>
                <a:lnTo>
                  <a:pt x="413" y="1134"/>
                </a:lnTo>
                <a:lnTo>
                  <a:pt x="419" y="1128"/>
                </a:lnTo>
                <a:lnTo>
                  <a:pt x="428" y="1121"/>
                </a:lnTo>
                <a:lnTo>
                  <a:pt x="440" y="1113"/>
                </a:lnTo>
                <a:lnTo>
                  <a:pt x="452" y="1102"/>
                </a:lnTo>
                <a:lnTo>
                  <a:pt x="465" y="1092"/>
                </a:lnTo>
                <a:lnTo>
                  <a:pt x="479" y="1080"/>
                </a:lnTo>
                <a:lnTo>
                  <a:pt x="495" y="1068"/>
                </a:lnTo>
                <a:lnTo>
                  <a:pt x="510" y="1055"/>
                </a:lnTo>
                <a:lnTo>
                  <a:pt x="524" y="1043"/>
                </a:lnTo>
                <a:lnTo>
                  <a:pt x="540" y="1031"/>
                </a:lnTo>
                <a:lnTo>
                  <a:pt x="554" y="1019"/>
                </a:lnTo>
                <a:lnTo>
                  <a:pt x="567" y="1007"/>
                </a:lnTo>
                <a:lnTo>
                  <a:pt x="578" y="996"/>
                </a:lnTo>
                <a:lnTo>
                  <a:pt x="589" y="987"/>
                </a:lnTo>
                <a:lnTo>
                  <a:pt x="598" y="977"/>
                </a:lnTo>
                <a:lnTo>
                  <a:pt x="608" y="966"/>
                </a:lnTo>
                <a:lnTo>
                  <a:pt x="618" y="952"/>
                </a:lnTo>
                <a:lnTo>
                  <a:pt x="629" y="939"/>
                </a:lnTo>
                <a:lnTo>
                  <a:pt x="641" y="925"/>
                </a:lnTo>
                <a:lnTo>
                  <a:pt x="653" y="910"/>
                </a:lnTo>
                <a:lnTo>
                  <a:pt x="664" y="895"/>
                </a:lnTo>
                <a:lnTo>
                  <a:pt x="676" y="881"/>
                </a:lnTo>
                <a:lnTo>
                  <a:pt x="689" y="868"/>
                </a:lnTo>
                <a:lnTo>
                  <a:pt x="700" y="855"/>
                </a:lnTo>
                <a:lnTo>
                  <a:pt x="711" y="844"/>
                </a:lnTo>
                <a:lnTo>
                  <a:pt x="722" y="834"/>
                </a:lnTo>
                <a:lnTo>
                  <a:pt x="732" y="826"/>
                </a:lnTo>
                <a:lnTo>
                  <a:pt x="742" y="820"/>
                </a:lnTo>
                <a:lnTo>
                  <a:pt x="750" y="817"/>
                </a:lnTo>
                <a:lnTo>
                  <a:pt x="758" y="816"/>
                </a:lnTo>
                <a:lnTo>
                  <a:pt x="766" y="816"/>
                </a:lnTo>
                <a:lnTo>
                  <a:pt x="775" y="816"/>
                </a:lnTo>
                <a:lnTo>
                  <a:pt x="784" y="815"/>
                </a:lnTo>
                <a:lnTo>
                  <a:pt x="796" y="814"/>
                </a:lnTo>
                <a:lnTo>
                  <a:pt x="807" y="813"/>
                </a:lnTo>
                <a:lnTo>
                  <a:pt x="819" y="811"/>
                </a:lnTo>
                <a:lnTo>
                  <a:pt x="831" y="807"/>
                </a:lnTo>
                <a:lnTo>
                  <a:pt x="845" y="805"/>
                </a:lnTo>
                <a:lnTo>
                  <a:pt x="858" y="802"/>
                </a:lnTo>
                <a:lnTo>
                  <a:pt x="871" y="799"/>
                </a:lnTo>
                <a:lnTo>
                  <a:pt x="884" y="796"/>
                </a:lnTo>
                <a:lnTo>
                  <a:pt x="897" y="792"/>
                </a:lnTo>
                <a:lnTo>
                  <a:pt x="909" y="789"/>
                </a:lnTo>
                <a:lnTo>
                  <a:pt x="921" y="785"/>
                </a:lnTo>
                <a:lnTo>
                  <a:pt x="932" y="781"/>
                </a:lnTo>
                <a:lnTo>
                  <a:pt x="944" y="777"/>
                </a:lnTo>
                <a:lnTo>
                  <a:pt x="961" y="766"/>
                </a:lnTo>
                <a:lnTo>
                  <a:pt x="970" y="751"/>
                </a:lnTo>
                <a:lnTo>
                  <a:pt x="974" y="735"/>
                </a:lnTo>
                <a:lnTo>
                  <a:pt x="973" y="719"/>
                </a:lnTo>
                <a:lnTo>
                  <a:pt x="970" y="702"/>
                </a:lnTo>
                <a:lnTo>
                  <a:pt x="965" y="689"/>
                </a:lnTo>
                <a:lnTo>
                  <a:pt x="962" y="680"/>
                </a:lnTo>
                <a:lnTo>
                  <a:pt x="960" y="677"/>
                </a:lnTo>
                <a:lnTo>
                  <a:pt x="954" y="657"/>
                </a:lnTo>
                <a:lnTo>
                  <a:pt x="967" y="656"/>
                </a:lnTo>
                <a:lnTo>
                  <a:pt x="980" y="655"/>
                </a:lnTo>
                <a:lnTo>
                  <a:pt x="994" y="654"/>
                </a:lnTo>
                <a:lnTo>
                  <a:pt x="1006" y="653"/>
                </a:lnTo>
                <a:lnTo>
                  <a:pt x="1018" y="653"/>
                </a:lnTo>
                <a:lnTo>
                  <a:pt x="1028" y="654"/>
                </a:lnTo>
                <a:lnTo>
                  <a:pt x="1039" y="657"/>
                </a:lnTo>
                <a:lnTo>
                  <a:pt x="1047" y="661"/>
                </a:lnTo>
                <a:lnTo>
                  <a:pt x="1061" y="666"/>
                </a:lnTo>
                <a:lnTo>
                  <a:pt x="1076" y="667"/>
                </a:lnTo>
                <a:lnTo>
                  <a:pt x="1091" y="664"/>
                </a:lnTo>
                <a:lnTo>
                  <a:pt x="1105" y="658"/>
                </a:lnTo>
                <a:lnTo>
                  <a:pt x="1118" y="654"/>
                </a:lnTo>
                <a:lnTo>
                  <a:pt x="1131" y="651"/>
                </a:lnTo>
                <a:lnTo>
                  <a:pt x="1144" y="652"/>
                </a:lnTo>
                <a:lnTo>
                  <a:pt x="1156" y="658"/>
                </a:lnTo>
                <a:lnTo>
                  <a:pt x="1167" y="664"/>
                </a:lnTo>
                <a:lnTo>
                  <a:pt x="1177" y="663"/>
                </a:lnTo>
                <a:lnTo>
                  <a:pt x="1188" y="656"/>
                </a:lnTo>
                <a:lnTo>
                  <a:pt x="1198" y="649"/>
                </a:lnTo>
                <a:lnTo>
                  <a:pt x="1208" y="642"/>
                </a:lnTo>
                <a:lnTo>
                  <a:pt x="1219" y="638"/>
                </a:lnTo>
                <a:lnTo>
                  <a:pt x="1232" y="639"/>
                </a:lnTo>
                <a:lnTo>
                  <a:pt x="1246" y="647"/>
                </a:lnTo>
                <a:lnTo>
                  <a:pt x="1262" y="657"/>
                </a:lnTo>
                <a:lnTo>
                  <a:pt x="1279" y="665"/>
                </a:lnTo>
                <a:lnTo>
                  <a:pt x="1300" y="668"/>
                </a:lnTo>
                <a:lnTo>
                  <a:pt x="1320" y="669"/>
                </a:lnTo>
                <a:lnTo>
                  <a:pt x="1340" y="667"/>
                </a:lnTo>
                <a:lnTo>
                  <a:pt x="1359" y="664"/>
                </a:lnTo>
                <a:lnTo>
                  <a:pt x="1376" y="658"/>
                </a:lnTo>
                <a:lnTo>
                  <a:pt x="1392" y="652"/>
                </a:lnTo>
                <a:lnTo>
                  <a:pt x="1404" y="645"/>
                </a:lnTo>
                <a:lnTo>
                  <a:pt x="1414" y="636"/>
                </a:lnTo>
                <a:lnTo>
                  <a:pt x="1422" y="625"/>
                </a:lnTo>
                <a:lnTo>
                  <a:pt x="1428" y="613"/>
                </a:lnTo>
                <a:lnTo>
                  <a:pt x="1433" y="600"/>
                </a:lnTo>
                <a:lnTo>
                  <a:pt x="1439" y="587"/>
                </a:lnTo>
                <a:lnTo>
                  <a:pt x="1443" y="575"/>
                </a:lnTo>
                <a:lnTo>
                  <a:pt x="1447" y="563"/>
                </a:lnTo>
                <a:lnTo>
                  <a:pt x="1451" y="549"/>
                </a:lnTo>
                <a:lnTo>
                  <a:pt x="1455" y="533"/>
                </a:lnTo>
                <a:lnTo>
                  <a:pt x="1459" y="516"/>
                </a:lnTo>
                <a:lnTo>
                  <a:pt x="1461" y="498"/>
                </a:lnTo>
                <a:lnTo>
                  <a:pt x="1462" y="482"/>
                </a:lnTo>
                <a:lnTo>
                  <a:pt x="1460" y="469"/>
                </a:lnTo>
                <a:lnTo>
                  <a:pt x="1455" y="460"/>
                </a:lnTo>
                <a:lnTo>
                  <a:pt x="1447" y="455"/>
                </a:lnTo>
                <a:lnTo>
                  <a:pt x="1436" y="452"/>
                </a:lnTo>
                <a:lnTo>
                  <a:pt x="1423" y="443"/>
                </a:lnTo>
                <a:lnTo>
                  <a:pt x="1410" y="431"/>
                </a:lnTo>
                <a:lnTo>
                  <a:pt x="1396" y="415"/>
                </a:lnTo>
                <a:lnTo>
                  <a:pt x="1381" y="396"/>
                </a:lnTo>
                <a:lnTo>
                  <a:pt x="1365" y="377"/>
                </a:lnTo>
                <a:lnTo>
                  <a:pt x="1349" y="355"/>
                </a:lnTo>
                <a:lnTo>
                  <a:pt x="1332" y="335"/>
                </a:lnTo>
                <a:lnTo>
                  <a:pt x="1325" y="325"/>
                </a:lnTo>
                <a:lnTo>
                  <a:pt x="1319" y="314"/>
                </a:lnTo>
                <a:lnTo>
                  <a:pt x="1315" y="302"/>
                </a:lnTo>
                <a:lnTo>
                  <a:pt x="1313" y="290"/>
                </a:lnTo>
                <a:lnTo>
                  <a:pt x="1312" y="278"/>
                </a:lnTo>
                <a:lnTo>
                  <a:pt x="1311" y="266"/>
                </a:lnTo>
                <a:lnTo>
                  <a:pt x="1311" y="253"/>
                </a:lnTo>
                <a:lnTo>
                  <a:pt x="1312" y="241"/>
                </a:lnTo>
                <a:lnTo>
                  <a:pt x="1312" y="229"/>
                </a:lnTo>
                <a:lnTo>
                  <a:pt x="1313" y="218"/>
                </a:lnTo>
                <a:lnTo>
                  <a:pt x="1313" y="206"/>
                </a:lnTo>
                <a:lnTo>
                  <a:pt x="1313" y="195"/>
                </a:lnTo>
                <a:lnTo>
                  <a:pt x="1312" y="186"/>
                </a:lnTo>
                <a:lnTo>
                  <a:pt x="1310" y="177"/>
                </a:lnTo>
                <a:lnTo>
                  <a:pt x="1307" y="168"/>
                </a:lnTo>
                <a:lnTo>
                  <a:pt x="1302" y="161"/>
                </a:lnTo>
                <a:lnTo>
                  <a:pt x="1293" y="145"/>
                </a:lnTo>
                <a:lnTo>
                  <a:pt x="1285" y="129"/>
                </a:lnTo>
                <a:lnTo>
                  <a:pt x="1281" y="111"/>
                </a:lnTo>
                <a:lnTo>
                  <a:pt x="1277" y="92"/>
                </a:lnTo>
                <a:lnTo>
                  <a:pt x="1272" y="76"/>
                </a:lnTo>
                <a:lnTo>
                  <a:pt x="1265" y="62"/>
                </a:lnTo>
                <a:lnTo>
                  <a:pt x="1255" y="49"/>
                </a:lnTo>
                <a:lnTo>
                  <a:pt x="1240" y="42"/>
                </a:lnTo>
                <a:lnTo>
                  <a:pt x="1224" y="37"/>
                </a:lnTo>
                <a:lnTo>
                  <a:pt x="1215" y="30"/>
                </a:lnTo>
                <a:lnTo>
                  <a:pt x="1210" y="23"/>
                </a:lnTo>
                <a:lnTo>
                  <a:pt x="1210" y="17"/>
                </a:lnTo>
                <a:lnTo>
                  <a:pt x="1214" y="11"/>
                </a:lnTo>
                <a:lnTo>
                  <a:pt x="1222" y="5"/>
                </a:lnTo>
                <a:lnTo>
                  <a:pt x="1234" y="1"/>
                </a:lnTo>
                <a:lnTo>
                  <a:pt x="1251" y="0"/>
                </a:lnTo>
                <a:lnTo>
                  <a:pt x="1256" y="0"/>
                </a:lnTo>
                <a:lnTo>
                  <a:pt x="1262" y="1"/>
                </a:lnTo>
                <a:lnTo>
                  <a:pt x="1267" y="1"/>
                </a:lnTo>
                <a:lnTo>
                  <a:pt x="1273" y="2"/>
                </a:lnTo>
                <a:lnTo>
                  <a:pt x="1290" y="19"/>
                </a:lnTo>
                <a:lnTo>
                  <a:pt x="1309" y="37"/>
                </a:lnTo>
                <a:lnTo>
                  <a:pt x="1328" y="58"/>
                </a:lnTo>
                <a:lnTo>
                  <a:pt x="1349" y="79"/>
                </a:lnTo>
                <a:lnTo>
                  <a:pt x="1366" y="100"/>
                </a:lnTo>
                <a:lnTo>
                  <a:pt x="1381" y="120"/>
                </a:lnTo>
                <a:lnTo>
                  <a:pt x="1393" y="138"/>
                </a:lnTo>
                <a:lnTo>
                  <a:pt x="1398" y="152"/>
                </a:lnTo>
                <a:lnTo>
                  <a:pt x="1401" y="168"/>
                </a:lnTo>
                <a:lnTo>
                  <a:pt x="1405" y="181"/>
                </a:lnTo>
                <a:lnTo>
                  <a:pt x="1410" y="192"/>
                </a:lnTo>
                <a:lnTo>
                  <a:pt x="1415" y="201"/>
                </a:lnTo>
                <a:lnTo>
                  <a:pt x="1421" y="209"/>
                </a:lnTo>
                <a:lnTo>
                  <a:pt x="1427" y="215"/>
                </a:lnTo>
                <a:lnTo>
                  <a:pt x="1434" y="220"/>
                </a:lnTo>
                <a:lnTo>
                  <a:pt x="1443" y="224"/>
                </a:lnTo>
                <a:lnTo>
                  <a:pt x="1452" y="228"/>
                </a:lnTo>
                <a:lnTo>
                  <a:pt x="1460" y="231"/>
                </a:lnTo>
                <a:lnTo>
                  <a:pt x="1469" y="234"/>
                </a:lnTo>
                <a:lnTo>
                  <a:pt x="1477" y="235"/>
                </a:lnTo>
                <a:lnTo>
                  <a:pt x="1484" y="237"/>
                </a:lnTo>
                <a:lnTo>
                  <a:pt x="1491" y="237"/>
                </a:lnTo>
                <a:lnTo>
                  <a:pt x="1495" y="238"/>
                </a:lnTo>
                <a:lnTo>
                  <a:pt x="1496" y="238"/>
                </a:lnTo>
                <a:lnTo>
                  <a:pt x="1510" y="201"/>
                </a:lnTo>
                <a:lnTo>
                  <a:pt x="1511" y="201"/>
                </a:lnTo>
                <a:lnTo>
                  <a:pt x="1512" y="203"/>
                </a:lnTo>
                <a:lnTo>
                  <a:pt x="1515" y="206"/>
                </a:lnTo>
                <a:lnTo>
                  <a:pt x="1518" y="212"/>
                </a:lnTo>
                <a:lnTo>
                  <a:pt x="1522" y="219"/>
                </a:lnTo>
                <a:lnTo>
                  <a:pt x="1526" y="229"/>
                </a:lnTo>
                <a:lnTo>
                  <a:pt x="1531" y="242"/>
                </a:lnTo>
                <a:lnTo>
                  <a:pt x="1537" y="259"/>
                </a:lnTo>
                <a:lnTo>
                  <a:pt x="1544" y="273"/>
                </a:lnTo>
                <a:lnTo>
                  <a:pt x="1553" y="282"/>
                </a:lnTo>
                <a:lnTo>
                  <a:pt x="1563" y="286"/>
                </a:lnTo>
                <a:lnTo>
                  <a:pt x="1573" y="286"/>
                </a:lnTo>
                <a:lnTo>
                  <a:pt x="1583" y="285"/>
                </a:lnTo>
                <a:lnTo>
                  <a:pt x="1592" y="282"/>
                </a:lnTo>
                <a:lnTo>
                  <a:pt x="1598" y="280"/>
                </a:lnTo>
                <a:lnTo>
                  <a:pt x="1600" y="279"/>
                </a:lnTo>
                <a:lnTo>
                  <a:pt x="1677" y="297"/>
                </a:lnTo>
                <a:lnTo>
                  <a:pt x="1739" y="395"/>
                </a:lnTo>
                <a:lnTo>
                  <a:pt x="1742" y="397"/>
                </a:lnTo>
                <a:lnTo>
                  <a:pt x="1748" y="401"/>
                </a:lnTo>
                <a:lnTo>
                  <a:pt x="1758" y="409"/>
                </a:lnTo>
                <a:lnTo>
                  <a:pt x="1768" y="417"/>
                </a:lnTo>
                <a:lnTo>
                  <a:pt x="1778" y="428"/>
                </a:lnTo>
                <a:lnTo>
                  <a:pt x="1787" y="440"/>
                </a:lnTo>
                <a:lnTo>
                  <a:pt x="1792" y="453"/>
                </a:lnTo>
                <a:lnTo>
                  <a:pt x="1792" y="467"/>
                </a:lnTo>
                <a:lnTo>
                  <a:pt x="1790" y="481"/>
                </a:lnTo>
                <a:lnTo>
                  <a:pt x="1791" y="497"/>
                </a:lnTo>
                <a:lnTo>
                  <a:pt x="1792" y="513"/>
                </a:lnTo>
                <a:lnTo>
                  <a:pt x="1793" y="528"/>
                </a:lnTo>
                <a:lnTo>
                  <a:pt x="1793" y="542"/>
                </a:lnTo>
                <a:lnTo>
                  <a:pt x="1791" y="553"/>
                </a:lnTo>
                <a:lnTo>
                  <a:pt x="1786" y="563"/>
                </a:lnTo>
                <a:lnTo>
                  <a:pt x="1775" y="567"/>
                </a:lnTo>
                <a:lnTo>
                  <a:pt x="1767" y="571"/>
                </a:lnTo>
                <a:lnTo>
                  <a:pt x="1763" y="580"/>
                </a:lnTo>
                <a:lnTo>
                  <a:pt x="1764" y="590"/>
                </a:lnTo>
                <a:lnTo>
                  <a:pt x="1767" y="601"/>
                </a:lnTo>
                <a:lnTo>
                  <a:pt x="1771" y="613"/>
                </a:lnTo>
                <a:lnTo>
                  <a:pt x="1776" y="623"/>
                </a:lnTo>
                <a:lnTo>
                  <a:pt x="1780" y="629"/>
                </a:lnTo>
                <a:lnTo>
                  <a:pt x="1781" y="632"/>
                </a:lnTo>
                <a:lnTo>
                  <a:pt x="1782" y="633"/>
                </a:lnTo>
                <a:lnTo>
                  <a:pt x="1783" y="636"/>
                </a:lnTo>
                <a:lnTo>
                  <a:pt x="1785" y="640"/>
                </a:lnTo>
                <a:lnTo>
                  <a:pt x="1786" y="646"/>
                </a:lnTo>
                <a:lnTo>
                  <a:pt x="1786" y="652"/>
                </a:lnTo>
                <a:lnTo>
                  <a:pt x="1785" y="661"/>
                </a:lnTo>
                <a:lnTo>
                  <a:pt x="1780" y="669"/>
                </a:lnTo>
                <a:lnTo>
                  <a:pt x="1773" y="677"/>
                </a:lnTo>
                <a:lnTo>
                  <a:pt x="1766" y="686"/>
                </a:lnTo>
                <a:lnTo>
                  <a:pt x="1763" y="695"/>
                </a:lnTo>
                <a:lnTo>
                  <a:pt x="1762" y="704"/>
                </a:lnTo>
                <a:lnTo>
                  <a:pt x="1763" y="715"/>
                </a:lnTo>
                <a:lnTo>
                  <a:pt x="1766" y="725"/>
                </a:lnTo>
                <a:lnTo>
                  <a:pt x="1771" y="735"/>
                </a:lnTo>
                <a:lnTo>
                  <a:pt x="1777" y="746"/>
                </a:lnTo>
                <a:lnTo>
                  <a:pt x="1783" y="756"/>
                </a:lnTo>
                <a:lnTo>
                  <a:pt x="1791" y="770"/>
                </a:lnTo>
                <a:lnTo>
                  <a:pt x="1799" y="787"/>
                </a:lnTo>
                <a:lnTo>
                  <a:pt x="1806" y="806"/>
                </a:lnTo>
                <a:lnTo>
                  <a:pt x="1814" y="827"/>
                </a:lnTo>
                <a:lnTo>
                  <a:pt x="1821" y="845"/>
                </a:lnTo>
                <a:lnTo>
                  <a:pt x="1827" y="859"/>
                </a:lnTo>
                <a:lnTo>
                  <a:pt x="1835" y="869"/>
                </a:lnTo>
                <a:lnTo>
                  <a:pt x="1841" y="871"/>
                </a:lnTo>
                <a:lnTo>
                  <a:pt x="1847" y="871"/>
                </a:lnTo>
                <a:lnTo>
                  <a:pt x="1853" y="877"/>
                </a:lnTo>
                <a:lnTo>
                  <a:pt x="1858" y="885"/>
                </a:lnTo>
                <a:lnTo>
                  <a:pt x="1864" y="897"/>
                </a:lnTo>
                <a:lnTo>
                  <a:pt x="1869" y="909"/>
                </a:lnTo>
                <a:lnTo>
                  <a:pt x="1873" y="923"/>
                </a:lnTo>
                <a:lnTo>
                  <a:pt x="1876" y="936"/>
                </a:lnTo>
                <a:lnTo>
                  <a:pt x="1879" y="946"/>
                </a:lnTo>
                <a:lnTo>
                  <a:pt x="1882" y="955"/>
                </a:lnTo>
                <a:lnTo>
                  <a:pt x="1888" y="962"/>
                </a:lnTo>
                <a:lnTo>
                  <a:pt x="1894" y="967"/>
                </a:lnTo>
                <a:lnTo>
                  <a:pt x="1901" y="970"/>
                </a:lnTo>
                <a:lnTo>
                  <a:pt x="1910" y="972"/>
                </a:lnTo>
                <a:lnTo>
                  <a:pt x="1920" y="973"/>
                </a:lnTo>
                <a:lnTo>
                  <a:pt x="1930" y="974"/>
                </a:lnTo>
                <a:lnTo>
                  <a:pt x="1943" y="975"/>
                </a:lnTo>
                <a:lnTo>
                  <a:pt x="1958" y="978"/>
                </a:lnTo>
                <a:lnTo>
                  <a:pt x="1977" y="985"/>
                </a:lnTo>
                <a:lnTo>
                  <a:pt x="1998" y="994"/>
                </a:lnTo>
                <a:lnTo>
                  <a:pt x="2018" y="1008"/>
                </a:lnTo>
                <a:lnTo>
                  <a:pt x="2036" y="1026"/>
                </a:lnTo>
                <a:lnTo>
                  <a:pt x="2048" y="1047"/>
                </a:lnTo>
                <a:lnTo>
                  <a:pt x="2053" y="1072"/>
                </a:lnTo>
                <a:lnTo>
                  <a:pt x="2049" y="1101"/>
                </a:lnTo>
                <a:lnTo>
                  <a:pt x="2044" y="1130"/>
                </a:lnTo>
                <a:lnTo>
                  <a:pt x="2044" y="1150"/>
                </a:lnTo>
                <a:lnTo>
                  <a:pt x="2049" y="1167"/>
                </a:lnTo>
                <a:lnTo>
                  <a:pt x="2056" y="1178"/>
                </a:lnTo>
                <a:lnTo>
                  <a:pt x="2064" y="1188"/>
                </a:lnTo>
                <a:lnTo>
                  <a:pt x="2072" y="1197"/>
                </a:lnTo>
                <a:lnTo>
                  <a:pt x="2077" y="1207"/>
                </a:lnTo>
                <a:lnTo>
                  <a:pt x="2077" y="1220"/>
                </a:lnTo>
                <a:lnTo>
                  <a:pt x="2075" y="1235"/>
                </a:lnTo>
                <a:lnTo>
                  <a:pt x="2073" y="1250"/>
                </a:lnTo>
                <a:lnTo>
                  <a:pt x="2072" y="1266"/>
                </a:lnTo>
                <a:lnTo>
                  <a:pt x="2070" y="1282"/>
                </a:lnTo>
                <a:lnTo>
                  <a:pt x="2067" y="1297"/>
                </a:lnTo>
                <a:lnTo>
                  <a:pt x="2064" y="1311"/>
                </a:lnTo>
                <a:lnTo>
                  <a:pt x="2059" y="1325"/>
                </a:lnTo>
                <a:lnTo>
                  <a:pt x="2053" y="1336"/>
                </a:lnTo>
                <a:lnTo>
                  <a:pt x="2046" y="1346"/>
                </a:lnTo>
                <a:lnTo>
                  <a:pt x="2040" y="1358"/>
                </a:lnTo>
                <a:lnTo>
                  <a:pt x="2036" y="1371"/>
                </a:lnTo>
                <a:lnTo>
                  <a:pt x="2032" y="1383"/>
                </a:lnTo>
                <a:lnTo>
                  <a:pt x="2031" y="1395"/>
                </a:lnTo>
                <a:lnTo>
                  <a:pt x="2031" y="1406"/>
                </a:lnTo>
                <a:lnTo>
                  <a:pt x="2032" y="1418"/>
                </a:lnTo>
                <a:lnTo>
                  <a:pt x="2037" y="1426"/>
                </a:lnTo>
                <a:lnTo>
                  <a:pt x="2040" y="1433"/>
                </a:lnTo>
                <a:lnTo>
                  <a:pt x="2042" y="1442"/>
                </a:lnTo>
                <a:lnTo>
                  <a:pt x="2045" y="1452"/>
                </a:lnTo>
                <a:lnTo>
                  <a:pt x="2049" y="1463"/>
                </a:lnTo>
                <a:lnTo>
                  <a:pt x="2055" y="1476"/>
                </a:lnTo>
                <a:lnTo>
                  <a:pt x="2065" y="1489"/>
                </a:lnTo>
                <a:lnTo>
                  <a:pt x="2078" y="1502"/>
                </a:lnTo>
                <a:lnTo>
                  <a:pt x="2098" y="1516"/>
                </a:lnTo>
                <a:lnTo>
                  <a:pt x="2117" y="1529"/>
                </a:lnTo>
                <a:lnTo>
                  <a:pt x="2131" y="1542"/>
                </a:lnTo>
                <a:lnTo>
                  <a:pt x="2141" y="1554"/>
                </a:lnTo>
                <a:lnTo>
                  <a:pt x="2147" y="1566"/>
                </a:lnTo>
                <a:lnTo>
                  <a:pt x="2149" y="1576"/>
                </a:lnTo>
                <a:lnTo>
                  <a:pt x="2150" y="1585"/>
                </a:lnTo>
                <a:lnTo>
                  <a:pt x="2150" y="1593"/>
                </a:lnTo>
                <a:lnTo>
                  <a:pt x="2149" y="1599"/>
                </a:lnTo>
                <a:lnTo>
                  <a:pt x="2149" y="1608"/>
                </a:lnTo>
                <a:lnTo>
                  <a:pt x="2150" y="1625"/>
                </a:lnTo>
                <a:lnTo>
                  <a:pt x="2154" y="1644"/>
                </a:lnTo>
                <a:lnTo>
                  <a:pt x="2158" y="1667"/>
                </a:lnTo>
                <a:lnTo>
                  <a:pt x="2163" y="1689"/>
                </a:lnTo>
                <a:lnTo>
                  <a:pt x="2169" y="1709"/>
                </a:lnTo>
                <a:lnTo>
                  <a:pt x="2174" y="1726"/>
                </a:lnTo>
                <a:lnTo>
                  <a:pt x="2179" y="1736"/>
                </a:lnTo>
                <a:lnTo>
                  <a:pt x="2180" y="1736"/>
                </a:lnTo>
                <a:lnTo>
                  <a:pt x="2175" y="1739"/>
                </a:lnTo>
                <a:lnTo>
                  <a:pt x="2171" y="1742"/>
                </a:lnTo>
                <a:lnTo>
                  <a:pt x="2166" y="1744"/>
                </a:lnTo>
                <a:lnTo>
                  <a:pt x="2161" y="1746"/>
                </a:lnTo>
                <a:lnTo>
                  <a:pt x="2157" y="1748"/>
                </a:lnTo>
                <a:lnTo>
                  <a:pt x="2152" y="1749"/>
                </a:lnTo>
                <a:lnTo>
                  <a:pt x="2147" y="1750"/>
                </a:lnTo>
                <a:lnTo>
                  <a:pt x="2142" y="1751"/>
                </a:lnTo>
                <a:lnTo>
                  <a:pt x="2125" y="1755"/>
                </a:lnTo>
                <a:lnTo>
                  <a:pt x="2110" y="1761"/>
                </a:lnTo>
                <a:lnTo>
                  <a:pt x="2095" y="1771"/>
                </a:lnTo>
                <a:lnTo>
                  <a:pt x="2081" y="1780"/>
                </a:lnTo>
                <a:lnTo>
                  <a:pt x="2069" y="1790"/>
                </a:lnTo>
                <a:lnTo>
                  <a:pt x="2060" y="1800"/>
                </a:lnTo>
                <a:lnTo>
                  <a:pt x="2054" y="1809"/>
                </a:lnTo>
                <a:lnTo>
                  <a:pt x="2052" y="1817"/>
                </a:lnTo>
                <a:lnTo>
                  <a:pt x="2051" y="1824"/>
                </a:lnTo>
                <a:lnTo>
                  <a:pt x="2048" y="1832"/>
                </a:lnTo>
                <a:lnTo>
                  <a:pt x="2043" y="1842"/>
                </a:lnTo>
                <a:lnTo>
                  <a:pt x="2036" y="1853"/>
                </a:lnTo>
                <a:lnTo>
                  <a:pt x="2025" y="1865"/>
                </a:lnTo>
                <a:lnTo>
                  <a:pt x="2011" y="1880"/>
                </a:lnTo>
                <a:lnTo>
                  <a:pt x="1995" y="1895"/>
                </a:lnTo>
                <a:lnTo>
                  <a:pt x="1973" y="1911"/>
                </a:lnTo>
                <a:lnTo>
                  <a:pt x="1950" y="1927"/>
                </a:lnTo>
                <a:lnTo>
                  <a:pt x="1924" y="1938"/>
                </a:lnTo>
                <a:lnTo>
                  <a:pt x="1900" y="1946"/>
                </a:lnTo>
                <a:lnTo>
                  <a:pt x="1876" y="1954"/>
                </a:lnTo>
                <a:lnTo>
                  <a:pt x="1855" y="1960"/>
                </a:lnTo>
                <a:lnTo>
                  <a:pt x="1839" y="1969"/>
                </a:lnTo>
                <a:lnTo>
                  <a:pt x="1825" y="1977"/>
                </a:lnTo>
                <a:lnTo>
                  <a:pt x="1819" y="1988"/>
                </a:lnTo>
                <a:lnTo>
                  <a:pt x="1817" y="2001"/>
                </a:lnTo>
                <a:lnTo>
                  <a:pt x="1816" y="2014"/>
                </a:lnTo>
                <a:lnTo>
                  <a:pt x="1816" y="2029"/>
                </a:lnTo>
                <a:lnTo>
                  <a:pt x="1816" y="2042"/>
                </a:lnTo>
                <a:lnTo>
                  <a:pt x="1815" y="2055"/>
                </a:lnTo>
                <a:lnTo>
                  <a:pt x="1812" y="2068"/>
                </a:lnTo>
                <a:lnTo>
                  <a:pt x="1807" y="2078"/>
                </a:lnTo>
                <a:lnTo>
                  <a:pt x="1798" y="2086"/>
                </a:lnTo>
                <a:lnTo>
                  <a:pt x="1787" y="2093"/>
                </a:lnTo>
                <a:lnTo>
                  <a:pt x="1774" y="2100"/>
                </a:lnTo>
                <a:lnTo>
                  <a:pt x="1762" y="2107"/>
                </a:lnTo>
                <a:lnTo>
                  <a:pt x="1750" y="2114"/>
                </a:lnTo>
                <a:lnTo>
                  <a:pt x="1740" y="2123"/>
                </a:lnTo>
                <a:lnTo>
                  <a:pt x="1730" y="2133"/>
                </a:lnTo>
                <a:lnTo>
                  <a:pt x="1723" y="2143"/>
                </a:lnTo>
                <a:lnTo>
                  <a:pt x="1719" y="2156"/>
                </a:lnTo>
                <a:lnTo>
                  <a:pt x="1714" y="2167"/>
                </a:lnTo>
                <a:lnTo>
                  <a:pt x="1705" y="2176"/>
                </a:lnTo>
                <a:lnTo>
                  <a:pt x="1693" y="2180"/>
                </a:lnTo>
                <a:lnTo>
                  <a:pt x="1679" y="2182"/>
                </a:lnTo>
                <a:lnTo>
                  <a:pt x="1664" y="2182"/>
                </a:lnTo>
                <a:lnTo>
                  <a:pt x="1651" y="2182"/>
                </a:lnTo>
                <a:lnTo>
                  <a:pt x="1640" y="2183"/>
                </a:lnTo>
                <a:lnTo>
                  <a:pt x="1632" y="2184"/>
                </a:lnTo>
                <a:lnTo>
                  <a:pt x="1626" y="2187"/>
                </a:lnTo>
                <a:lnTo>
                  <a:pt x="1619" y="2191"/>
                </a:lnTo>
                <a:lnTo>
                  <a:pt x="1611" y="2196"/>
                </a:lnTo>
                <a:lnTo>
                  <a:pt x="1602" y="2202"/>
                </a:lnTo>
                <a:lnTo>
                  <a:pt x="1593" y="2209"/>
                </a:lnTo>
                <a:lnTo>
                  <a:pt x="1583" y="2216"/>
                </a:lnTo>
                <a:lnTo>
                  <a:pt x="1574" y="2224"/>
                </a:lnTo>
                <a:lnTo>
                  <a:pt x="1565" y="2232"/>
                </a:lnTo>
                <a:lnTo>
                  <a:pt x="1557" y="2237"/>
                </a:lnTo>
                <a:lnTo>
                  <a:pt x="1550" y="2239"/>
                </a:lnTo>
                <a:lnTo>
                  <a:pt x="1543" y="2238"/>
                </a:lnTo>
                <a:lnTo>
                  <a:pt x="1536" y="2238"/>
                </a:lnTo>
                <a:lnTo>
                  <a:pt x="1528" y="2238"/>
                </a:lnTo>
                <a:lnTo>
                  <a:pt x="1521" y="2242"/>
                </a:lnTo>
                <a:lnTo>
                  <a:pt x="1514" y="2249"/>
                </a:lnTo>
                <a:lnTo>
                  <a:pt x="1506" y="2263"/>
                </a:lnTo>
                <a:lnTo>
                  <a:pt x="1499" y="2276"/>
                </a:lnTo>
                <a:lnTo>
                  <a:pt x="1495" y="2280"/>
                </a:lnTo>
                <a:lnTo>
                  <a:pt x="1492" y="2277"/>
                </a:lnTo>
                <a:lnTo>
                  <a:pt x="1490" y="2271"/>
                </a:lnTo>
                <a:lnTo>
                  <a:pt x="1487" y="2262"/>
                </a:lnTo>
                <a:lnTo>
                  <a:pt x="1483" y="2255"/>
                </a:lnTo>
                <a:lnTo>
                  <a:pt x="1479" y="2251"/>
                </a:lnTo>
                <a:lnTo>
                  <a:pt x="1472" y="2252"/>
                </a:lnTo>
                <a:lnTo>
                  <a:pt x="1465" y="2258"/>
                </a:lnTo>
                <a:lnTo>
                  <a:pt x="1460" y="2264"/>
                </a:lnTo>
                <a:lnTo>
                  <a:pt x="1455" y="2272"/>
                </a:lnTo>
                <a:lnTo>
                  <a:pt x="1449" y="2279"/>
                </a:lnTo>
                <a:lnTo>
                  <a:pt x="1440" y="2286"/>
                </a:lnTo>
                <a:lnTo>
                  <a:pt x="1428" y="2291"/>
                </a:lnTo>
                <a:lnTo>
                  <a:pt x="1411" y="2295"/>
                </a:lnTo>
                <a:lnTo>
                  <a:pt x="1389" y="2297"/>
                </a:lnTo>
                <a:lnTo>
                  <a:pt x="1365" y="2296"/>
                </a:lnTo>
                <a:lnTo>
                  <a:pt x="1345" y="2292"/>
                </a:lnTo>
                <a:lnTo>
                  <a:pt x="1328" y="2287"/>
                </a:lnTo>
                <a:lnTo>
                  <a:pt x="1314" y="2282"/>
                </a:lnTo>
                <a:lnTo>
                  <a:pt x="1300" y="2280"/>
                </a:lnTo>
                <a:lnTo>
                  <a:pt x="1287" y="2282"/>
                </a:lnTo>
                <a:lnTo>
                  <a:pt x="1271" y="2290"/>
                </a:lnTo>
                <a:lnTo>
                  <a:pt x="1254" y="2305"/>
                </a:lnTo>
                <a:lnTo>
                  <a:pt x="1238" y="2323"/>
                </a:lnTo>
                <a:lnTo>
                  <a:pt x="1225" y="2336"/>
                </a:lnTo>
                <a:lnTo>
                  <a:pt x="1216" y="2345"/>
                </a:lnTo>
                <a:lnTo>
                  <a:pt x="1210" y="2351"/>
                </a:lnTo>
                <a:lnTo>
                  <a:pt x="1204" y="2355"/>
                </a:lnTo>
                <a:lnTo>
                  <a:pt x="1198" y="2357"/>
                </a:lnTo>
                <a:lnTo>
                  <a:pt x="1191" y="2358"/>
                </a:lnTo>
                <a:lnTo>
                  <a:pt x="1181" y="2358"/>
                </a:lnTo>
                <a:lnTo>
                  <a:pt x="1171" y="2360"/>
                </a:lnTo>
                <a:lnTo>
                  <a:pt x="1164" y="2365"/>
                </a:lnTo>
                <a:lnTo>
                  <a:pt x="1157" y="2373"/>
                </a:lnTo>
                <a:lnTo>
                  <a:pt x="1153" y="2382"/>
                </a:lnTo>
                <a:lnTo>
                  <a:pt x="1149" y="2392"/>
                </a:lnTo>
                <a:lnTo>
                  <a:pt x="1147" y="2403"/>
                </a:lnTo>
                <a:lnTo>
                  <a:pt x="1145" y="2413"/>
                </a:lnTo>
                <a:lnTo>
                  <a:pt x="1145" y="2424"/>
                </a:lnTo>
                <a:lnTo>
                  <a:pt x="1144" y="2431"/>
                </a:lnTo>
                <a:lnTo>
                  <a:pt x="1139" y="2435"/>
                </a:lnTo>
                <a:lnTo>
                  <a:pt x="1132" y="2438"/>
                </a:lnTo>
                <a:lnTo>
                  <a:pt x="1123" y="2440"/>
                </a:lnTo>
                <a:lnTo>
                  <a:pt x="1113" y="2442"/>
                </a:lnTo>
                <a:lnTo>
                  <a:pt x="1102" y="2446"/>
                </a:lnTo>
                <a:lnTo>
                  <a:pt x="1090" y="2452"/>
                </a:lnTo>
                <a:lnTo>
                  <a:pt x="1077" y="2462"/>
                </a:lnTo>
                <a:lnTo>
                  <a:pt x="1064" y="2474"/>
                </a:lnTo>
                <a:lnTo>
                  <a:pt x="1051" y="2481"/>
                </a:lnTo>
                <a:lnTo>
                  <a:pt x="1037" y="2487"/>
                </a:lnTo>
                <a:lnTo>
                  <a:pt x="1021" y="2492"/>
                </a:lnTo>
                <a:lnTo>
                  <a:pt x="1007" y="2498"/>
                </a:lnTo>
                <a:lnTo>
                  <a:pt x="994" y="2504"/>
                </a:lnTo>
                <a:lnTo>
                  <a:pt x="980" y="2512"/>
                </a:lnTo>
                <a:lnTo>
                  <a:pt x="968" y="2525"/>
                </a:lnTo>
                <a:lnTo>
                  <a:pt x="957" y="2536"/>
                </a:lnTo>
                <a:lnTo>
                  <a:pt x="946" y="2542"/>
                </a:lnTo>
                <a:lnTo>
                  <a:pt x="934" y="2544"/>
                </a:lnTo>
                <a:lnTo>
                  <a:pt x="924" y="2544"/>
                </a:lnTo>
                <a:lnTo>
                  <a:pt x="916" y="2542"/>
                </a:lnTo>
                <a:lnTo>
                  <a:pt x="910" y="2539"/>
                </a:lnTo>
                <a:lnTo>
                  <a:pt x="905" y="2537"/>
                </a:lnTo>
                <a:lnTo>
                  <a:pt x="904" y="2536"/>
                </a:lnTo>
                <a:lnTo>
                  <a:pt x="903" y="2537"/>
                </a:lnTo>
                <a:lnTo>
                  <a:pt x="900" y="2541"/>
                </a:lnTo>
                <a:lnTo>
                  <a:pt x="895" y="2547"/>
                </a:lnTo>
                <a:lnTo>
                  <a:pt x="889" y="2553"/>
                </a:lnTo>
                <a:lnTo>
                  <a:pt x="881" y="2561"/>
                </a:lnTo>
                <a:lnTo>
                  <a:pt x="874" y="2569"/>
                </a:lnTo>
                <a:lnTo>
                  <a:pt x="866" y="2577"/>
                </a:lnTo>
                <a:lnTo>
                  <a:pt x="859" y="2584"/>
                </a:lnTo>
                <a:lnTo>
                  <a:pt x="852" y="2590"/>
                </a:lnTo>
                <a:lnTo>
                  <a:pt x="845" y="2595"/>
                </a:lnTo>
                <a:lnTo>
                  <a:pt x="838" y="2601"/>
                </a:lnTo>
                <a:lnTo>
                  <a:pt x="830" y="2606"/>
                </a:lnTo>
                <a:lnTo>
                  <a:pt x="825" y="2613"/>
                </a:lnTo>
                <a:lnTo>
                  <a:pt x="821" y="2623"/>
                </a:lnTo>
                <a:lnTo>
                  <a:pt x="818" y="2633"/>
                </a:lnTo>
                <a:lnTo>
                  <a:pt x="817" y="2645"/>
                </a:lnTo>
                <a:lnTo>
                  <a:pt x="817" y="2656"/>
                </a:lnTo>
                <a:lnTo>
                  <a:pt x="816" y="2663"/>
                </a:lnTo>
                <a:lnTo>
                  <a:pt x="814" y="2668"/>
                </a:lnTo>
                <a:lnTo>
                  <a:pt x="812" y="2670"/>
                </a:lnTo>
                <a:lnTo>
                  <a:pt x="809" y="2673"/>
                </a:lnTo>
                <a:lnTo>
                  <a:pt x="806" y="2674"/>
                </a:lnTo>
                <a:lnTo>
                  <a:pt x="802" y="2677"/>
                </a:lnTo>
                <a:lnTo>
                  <a:pt x="798" y="2682"/>
                </a:lnTo>
                <a:lnTo>
                  <a:pt x="796" y="2689"/>
                </a:lnTo>
                <a:lnTo>
                  <a:pt x="798" y="2699"/>
                </a:lnTo>
                <a:lnTo>
                  <a:pt x="801" y="2709"/>
                </a:lnTo>
                <a:lnTo>
                  <a:pt x="805" y="2719"/>
                </a:lnTo>
                <a:lnTo>
                  <a:pt x="808" y="2729"/>
                </a:lnTo>
                <a:lnTo>
                  <a:pt x="807" y="2737"/>
                </a:lnTo>
                <a:lnTo>
                  <a:pt x="803" y="2743"/>
                </a:lnTo>
                <a:lnTo>
                  <a:pt x="792" y="2746"/>
                </a:lnTo>
                <a:lnTo>
                  <a:pt x="781" y="2747"/>
                </a:lnTo>
                <a:lnTo>
                  <a:pt x="780" y="2747"/>
                </a:lnTo>
                <a:lnTo>
                  <a:pt x="785" y="2747"/>
                </a:lnTo>
                <a:lnTo>
                  <a:pt x="797" y="2746"/>
                </a:lnTo>
                <a:lnTo>
                  <a:pt x="812" y="2746"/>
                </a:lnTo>
                <a:lnTo>
                  <a:pt x="829" y="2746"/>
                </a:lnTo>
                <a:lnTo>
                  <a:pt x="848" y="2747"/>
                </a:lnTo>
                <a:lnTo>
                  <a:pt x="865" y="2749"/>
                </a:lnTo>
                <a:lnTo>
                  <a:pt x="877" y="2752"/>
                </a:lnTo>
                <a:lnTo>
                  <a:pt x="881" y="2757"/>
                </a:lnTo>
                <a:lnTo>
                  <a:pt x="880" y="2764"/>
                </a:lnTo>
                <a:lnTo>
                  <a:pt x="874" y="2774"/>
                </a:lnTo>
                <a:lnTo>
                  <a:pt x="867" y="2784"/>
                </a:lnTo>
                <a:lnTo>
                  <a:pt x="860" y="2796"/>
                </a:lnTo>
                <a:lnTo>
                  <a:pt x="855" y="2808"/>
                </a:lnTo>
                <a:lnTo>
                  <a:pt x="854" y="2823"/>
                </a:lnTo>
                <a:lnTo>
                  <a:pt x="853" y="2837"/>
                </a:lnTo>
                <a:lnTo>
                  <a:pt x="848" y="2850"/>
                </a:lnTo>
                <a:lnTo>
                  <a:pt x="840" y="2863"/>
                </a:lnTo>
                <a:lnTo>
                  <a:pt x="830" y="2875"/>
                </a:lnTo>
                <a:lnTo>
                  <a:pt x="823" y="2887"/>
                </a:lnTo>
                <a:lnTo>
                  <a:pt x="818" y="2897"/>
                </a:lnTo>
                <a:lnTo>
                  <a:pt x="818" y="2907"/>
                </a:lnTo>
                <a:lnTo>
                  <a:pt x="825" y="2917"/>
                </a:lnTo>
                <a:lnTo>
                  <a:pt x="833" y="2929"/>
                </a:lnTo>
                <a:lnTo>
                  <a:pt x="836" y="2943"/>
                </a:lnTo>
                <a:lnTo>
                  <a:pt x="835" y="2958"/>
                </a:lnTo>
                <a:lnTo>
                  <a:pt x="833" y="2974"/>
                </a:lnTo>
                <a:lnTo>
                  <a:pt x="830" y="2988"/>
                </a:lnTo>
                <a:lnTo>
                  <a:pt x="829" y="3001"/>
                </a:lnTo>
                <a:lnTo>
                  <a:pt x="829" y="3011"/>
                </a:lnTo>
                <a:lnTo>
                  <a:pt x="833" y="3016"/>
                </a:lnTo>
                <a:lnTo>
                  <a:pt x="840" y="3021"/>
                </a:lnTo>
                <a:lnTo>
                  <a:pt x="846" y="3032"/>
                </a:lnTo>
                <a:lnTo>
                  <a:pt x="851" y="3044"/>
                </a:lnTo>
                <a:lnTo>
                  <a:pt x="855" y="3058"/>
                </a:lnTo>
                <a:lnTo>
                  <a:pt x="858" y="3074"/>
                </a:lnTo>
                <a:lnTo>
                  <a:pt x="860" y="3088"/>
                </a:lnTo>
                <a:lnTo>
                  <a:pt x="860" y="3100"/>
                </a:lnTo>
                <a:lnTo>
                  <a:pt x="859" y="3109"/>
                </a:lnTo>
                <a:lnTo>
                  <a:pt x="856" y="3116"/>
                </a:lnTo>
                <a:lnTo>
                  <a:pt x="852" y="3122"/>
                </a:lnTo>
                <a:lnTo>
                  <a:pt x="847" y="3127"/>
                </a:lnTo>
                <a:lnTo>
                  <a:pt x="841" y="3130"/>
                </a:lnTo>
                <a:lnTo>
                  <a:pt x="833" y="3130"/>
                </a:lnTo>
                <a:lnTo>
                  <a:pt x="827" y="3128"/>
                </a:lnTo>
                <a:lnTo>
                  <a:pt x="822" y="3122"/>
                </a:lnTo>
                <a:lnTo>
                  <a:pt x="817" y="3114"/>
                </a:lnTo>
                <a:lnTo>
                  <a:pt x="813" y="3105"/>
                </a:lnTo>
                <a:lnTo>
                  <a:pt x="811" y="3097"/>
                </a:lnTo>
                <a:lnTo>
                  <a:pt x="809" y="3091"/>
                </a:lnTo>
                <a:lnTo>
                  <a:pt x="809" y="3085"/>
                </a:lnTo>
                <a:lnTo>
                  <a:pt x="808" y="3081"/>
                </a:lnTo>
                <a:lnTo>
                  <a:pt x="809" y="3076"/>
                </a:lnTo>
                <a:lnTo>
                  <a:pt x="810" y="3071"/>
                </a:lnTo>
                <a:lnTo>
                  <a:pt x="812" y="3067"/>
                </a:lnTo>
                <a:lnTo>
                  <a:pt x="813" y="3062"/>
                </a:lnTo>
                <a:lnTo>
                  <a:pt x="811" y="3057"/>
                </a:lnTo>
                <a:lnTo>
                  <a:pt x="809" y="3052"/>
                </a:lnTo>
                <a:lnTo>
                  <a:pt x="805" y="3047"/>
                </a:lnTo>
                <a:lnTo>
                  <a:pt x="802" y="3043"/>
                </a:lnTo>
                <a:lnTo>
                  <a:pt x="798" y="3039"/>
                </a:lnTo>
                <a:lnTo>
                  <a:pt x="796" y="3037"/>
                </a:lnTo>
                <a:lnTo>
                  <a:pt x="795" y="3036"/>
                </a:lnTo>
                <a:lnTo>
                  <a:pt x="795" y="3033"/>
                </a:lnTo>
                <a:lnTo>
                  <a:pt x="796" y="3025"/>
                </a:lnTo>
                <a:lnTo>
                  <a:pt x="796" y="3013"/>
                </a:lnTo>
                <a:lnTo>
                  <a:pt x="795" y="3002"/>
                </a:lnTo>
                <a:lnTo>
                  <a:pt x="792" y="2993"/>
                </a:lnTo>
                <a:lnTo>
                  <a:pt x="785" y="2988"/>
                </a:lnTo>
                <a:lnTo>
                  <a:pt x="775" y="2989"/>
                </a:lnTo>
                <a:lnTo>
                  <a:pt x="761" y="2999"/>
                </a:lnTo>
                <a:lnTo>
                  <a:pt x="748" y="3013"/>
                </a:lnTo>
                <a:lnTo>
                  <a:pt x="740" y="3027"/>
                </a:lnTo>
                <a:lnTo>
                  <a:pt x="738" y="3038"/>
                </a:lnTo>
                <a:lnTo>
                  <a:pt x="739" y="3046"/>
                </a:lnTo>
                <a:lnTo>
                  <a:pt x="743" y="3053"/>
                </a:lnTo>
                <a:lnTo>
                  <a:pt x="749" y="3056"/>
                </a:lnTo>
                <a:lnTo>
                  <a:pt x="755" y="3056"/>
                </a:lnTo>
                <a:lnTo>
                  <a:pt x="761" y="3053"/>
                </a:lnTo>
                <a:lnTo>
                  <a:pt x="765" y="3050"/>
                </a:lnTo>
                <a:lnTo>
                  <a:pt x="768" y="3052"/>
                </a:lnTo>
                <a:lnTo>
                  <a:pt x="770" y="3057"/>
                </a:lnTo>
                <a:lnTo>
                  <a:pt x="770" y="3064"/>
                </a:lnTo>
                <a:lnTo>
                  <a:pt x="770" y="3072"/>
                </a:lnTo>
                <a:lnTo>
                  <a:pt x="770" y="3080"/>
                </a:lnTo>
                <a:lnTo>
                  <a:pt x="769" y="3085"/>
                </a:lnTo>
                <a:lnTo>
                  <a:pt x="769" y="3087"/>
                </a:lnTo>
                <a:lnTo>
                  <a:pt x="767" y="3088"/>
                </a:lnTo>
                <a:lnTo>
                  <a:pt x="762" y="3090"/>
                </a:lnTo>
                <a:lnTo>
                  <a:pt x="755" y="3094"/>
                </a:lnTo>
                <a:lnTo>
                  <a:pt x="747" y="3097"/>
                </a:lnTo>
                <a:lnTo>
                  <a:pt x="738" y="3099"/>
                </a:lnTo>
                <a:lnTo>
                  <a:pt x="729" y="3100"/>
                </a:lnTo>
                <a:lnTo>
                  <a:pt x="721" y="3099"/>
                </a:lnTo>
                <a:lnTo>
                  <a:pt x="716" y="3095"/>
                </a:lnTo>
                <a:lnTo>
                  <a:pt x="713" y="3093"/>
                </a:lnTo>
                <a:lnTo>
                  <a:pt x="713" y="3097"/>
                </a:lnTo>
                <a:lnTo>
                  <a:pt x="715" y="3106"/>
                </a:lnTo>
                <a:lnTo>
                  <a:pt x="716" y="3117"/>
                </a:lnTo>
                <a:lnTo>
                  <a:pt x="717" y="3130"/>
                </a:lnTo>
                <a:lnTo>
                  <a:pt x="715" y="3141"/>
                </a:lnTo>
                <a:lnTo>
                  <a:pt x="711" y="3150"/>
                </a:lnTo>
                <a:lnTo>
                  <a:pt x="702" y="3154"/>
                </a:lnTo>
                <a:lnTo>
                  <a:pt x="692" y="3156"/>
                </a:lnTo>
                <a:lnTo>
                  <a:pt x="684" y="3160"/>
                </a:lnTo>
                <a:lnTo>
                  <a:pt x="680" y="3165"/>
                </a:lnTo>
                <a:lnTo>
                  <a:pt x="678" y="3171"/>
                </a:lnTo>
                <a:lnTo>
                  <a:pt x="679" y="3178"/>
                </a:lnTo>
                <a:lnTo>
                  <a:pt x="684" y="3184"/>
                </a:lnTo>
                <a:lnTo>
                  <a:pt x="692" y="3189"/>
                </a:lnTo>
                <a:lnTo>
                  <a:pt x="702" y="3193"/>
                </a:lnTo>
                <a:lnTo>
                  <a:pt x="711" y="3196"/>
                </a:lnTo>
                <a:lnTo>
                  <a:pt x="716" y="3199"/>
                </a:lnTo>
                <a:lnTo>
                  <a:pt x="719" y="3202"/>
                </a:lnTo>
                <a:lnTo>
                  <a:pt x="722" y="3205"/>
                </a:lnTo>
                <a:lnTo>
                  <a:pt x="725" y="3210"/>
                </a:lnTo>
                <a:lnTo>
                  <a:pt x="730" y="3217"/>
                </a:lnTo>
                <a:lnTo>
                  <a:pt x="741" y="3228"/>
                </a:lnTo>
                <a:lnTo>
                  <a:pt x="756" y="3241"/>
                </a:lnTo>
                <a:lnTo>
                  <a:pt x="772" y="3254"/>
                </a:lnTo>
                <a:lnTo>
                  <a:pt x="785" y="3263"/>
                </a:lnTo>
                <a:lnTo>
                  <a:pt x="796" y="3270"/>
                </a:lnTo>
                <a:lnTo>
                  <a:pt x="804" y="3275"/>
                </a:lnTo>
                <a:lnTo>
                  <a:pt x="811" y="3276"/>
                </a:lnTo>
                <a:lnTo>
                  <a:pt x="818" y="3276"/>
                </a:lnTo>
                <a:lnTo>
                  <a:pt x="826" y="3273"/>
                </a:lnTo>
                <a:lnTo>
                  <a:pt x="836" y="3269"/>
                </a:lnTo>
                <a:lnTo>
                  <a:pt x="844" y="3267"/>
                </a:lnTo>
                <a:lnTo>
                  <a:pt x="848" y="3266"/>
                </a:lnTo>
                <a:lnTo>
                  <a:pt x="849" y="3268"/>
                </a:lnTo>
                <a:lnTo>
                  <a:pt x="849" y="3271"/>
                </a:lnTo>
                <a:lnTo>
                  <a:pt x="850" y="3276"/>
                </a:lnTo>
                <a:lnTo>
                  <a:pt x="853" y="3282"/>
                </a:lnTo>
                <a:lnTo>
                  <a:pt x="859" y="3288"/>
                </a:lnTo>
                <a:lnTo>
                  <a:pt x="869" y="3295"/>
                </a:lnTo>
                <a:lnTo>
                  <a:pt x="869" y="32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15" name="Freeform 972">
            <a:extLst>
              <a:ext uri="{FF2B5EF4-FFF2-40B4-BE49-F238E27FC236}">
                <a16:creationId xmlns:a16="http://schemas.microsoft.com/office/drawing/2014/main" id="{F75774BD-882A-0307-1A1E-59E493650F15}"/>
              </a:ext>
            </a:extLst>
          </p:cNvPr>
          <p:cNvSpPr>
            <a:spLocks/>
          </p:cNvSpPr>
          <p:nvPr/>
        </p:nvSpPr>
        <p:spPr bwMode="auto">
          <a:xfrm>
            <a:off x="6243638" y="4403725"/>
            <a:ext cx="309562" cy="284163"/>
          </a:xfrm>
          <a:custGeom>
            <a:avLst/>
            <a:gdLst>
              <a:gd name="T0" fmla="*/ 2147483646 w 1875"/>
              <a:gd name="T1" fmla="*/ 2147483646 h 1917"/>
              <a:gd name="T2" fmla="*/ 2147483646 w 1875"/>
              <a:gd name="T3" fmla="*/ 2147483646 h 1917"/>
              <a:gd name="T4" fmla="*/ 2147483646 w 1875"/>
              <a:gd name="T5" fmla="*/ 2147483646 h 1917"/>
              <a:gd name="T6" fmla="*/ 2147483646 w 1875"/>
              <a:gd name="T7" fmla="*/ 2147483646 h 1917"/>
              <a:gd name="T8" fmla="*/ 2147483646 w 1875"/>
              <a:gd name="T9" fmla="*/ 2147483646 h 1917"/>
              <a:gd name="T10" fmla="*/ 2147483646 w 1875"/>
              <a:gd name="T11" fmla="*/ 2147483646 h 1917"/>
              <a:gd name="T12" fmla="*/ 2147483646 w 1875"/>
              <a:gd name="T13" fmla="*/ 2147483646 h 1917"/>
              <a:gd name="T14" fmla="*/ 2147483646 w 1875"/>
              <a:gd name="T15" fmla="*/ 2147483646 h 1917"/>
              <a:gd name="T16" fmla="*/ 2147483646 w 1875"/>
              <a:gd name="T17" fmla="*/ 2147483646 h 1917"/>
              <a:gd name="T18" fmla="*/ 2147483646 w 1875"/>
              <a:gd name="T19" fmla="*/ 2147483646 h 1917"/>
              <a:gd name="T20" fmla="*/ 2147483646 w 1875"/>
              <a:gd name="T21" fmla="*/ 2147483646 h 1917"/>
              <a:gd name="T22" fmla="*/ 2147483646 w 1875"/>
              <a:gd name="T23" fmla="*/ 2147483646 h 1917"/>
              <a:gd name="T24" fmla="*/ 2147483646 w 1875"/>
              <a:gd name="T25" fmla="*/ 2147483646 h 1917"/>
              <a:gd name="T26" fmla="*/ 2147483646 w 1875"/>
              <a:gd name="T27" fmla="*/ 2147483646 h 1917"/>
              <a:gd name="T28" fmla="*/ 2147483646 w 1875"/>
              <a:gd name="T29" fmla="*/ 2147483646 h 1917"/>
              <a:gd name="T30" fmla="*/ 2147483646 w 1875"/>
              <a:gd name="T31" fmla="*/ 2147483646 h 1917"/>
              <a:gd name="T32" fmla="*/ 2147483646 w 1875"/>
              <a:gd name="T33" fmla="*/ 2147483646 h 1917"/>
              <a:gd name="T34" fmla="*/ 2147483646 w 1875"/>
              <a:gd name="T35" fmla="*/ 2147483646 h 1917"/>
              <a:gd name="T36" fmla="*/ 2147483646 w 1875"/>
              <a:gd name="T37" fmla="*/ 2147483646 h 1917"/>
              <a:gd name="T38" fmla="*/ 2147483646 w 1875"/>
              <a:gd name="T39" fmla="*/ 2147483646 h 1917"/>
              <a:gd name="T40" fmla="*/ 2147483646 w 1875"/>
              <a:gd name="T41" fmla="*/ 2147483646 h 1917"/>
              <a:gd name="T42" fmla="*/ 2147483646 w 1875"/>
              <a:gd name="T43" fmla="*/ 2147483646 h 1917"/>
              <a:gd name="T44" fmla="*/ 2147483646 w 1875"/>
              <a:gd name="T45" fmla="*/ 2147483646 h 1917"/>
              <a:gd name="T46" fmla="*/ 2147483646 w 1875"/>
              <a:gd name="T47" fmla="*/ 2147483646 h 1917"/>
              <a:gd name="T48" fmla="*/ 2147483646 w 1875"/>
              <a:gd name="T49" fmla="*/ 2147483646 h 1917"/>
              <a:gd name="T50" fmla="*/ 2147483646 w 1875"/>
              <a:gd name="T51" fmla="*/ 2147483646 h 1917"/>
              <a:gd name="T52" fmla="*/ 2147483646 w 1875"/>
              <a:gd name="T53" fmla="*/ 2147483646 h 1917"/>
              <a:gd name="T54" fmla="*/ 2147483646 w 1875"/>
              <a:gd name="T55" fmla="*/ 2147483646 h 1917"/>
              <a:gd name="T56" fmla="*/ 2147483646 w 1875"/>
              <a:gd name="T57" fmla="*/ 2147483646 h 1917"/>
              <a:gd name="T58" fmla="*/ 2147483646 w 1875"/>
              <a:gd name="T59" fmla="*/ 2147483646 h 1917"/>
              <a:gd name="T60" fmla="*/ 2147483646 w 1875"/>
              <a:gd name="T61" fmla="*/ 2147483646 h 1917"/>
              <a:gd name="T62" fmla="*/ 2147483646 w 1875"/>
              <a:gd name="T63" fmla="*/ 2147483646 h 1917"/>
              <a:gd name="T64" fmla="*/ 2147483646 w 1875"/>
              <a:gd name="T65" fmla="*/ 2147483646 h 1917"/>
              <a:gd name="T66" fmla="*/ 2147483646 w 1875"/>
              <a:gd name="T67" fmla="*/ 2147483646 h 1917"/>
              <a:gd name="T68" fmla="*/ 2147483646 w 1875"/>
              <a:gd name="T69" fmla="*/ 2147483646 h 1917"/>
              <a:gd name="T70" fmla="*/ 2147483646 w 1875"/>
              <a:gd name="T71" fmla="*/ 2147483646 h 1917"/>
              <a:gd name="T72" fmla="*/ 2147483646 w 1875"/>
              <a:gd name="T73" fmla="*/ 2147483646 h 1917"/>
              <a:gd name="T74" fmla="*/ 2147483646 w 1875"/>
              <a:gd name="T75" fmla="*/ 2147483646 h 1917"/>
              <a:gd name="T76" fmla="*/ 2147483646 w 1875"/>
              <a:gd name="T77" fmla="*/ 2147483646 h 1917"/>
              <a:gd name="T78" fmla="*/ 2147483646 w 1875"/>
              <a:gd name="T79" fmla="*/ 2147483646 h 1917"/>
              <a:gd name="T80" fmla="*/ 2147483646 w 1875"/>
              <a:gd name="T81" fmla="*/ 2147483646 h 1917"/>
              <a:gd name="T82" fmla="*/ 2147483646 w 1875"/>
              <a:gd name="T83" fmla="*/ 2147483646 h 1917"/>
              <a:gd name="T84" fmla="*/ 2147483646 w 1875"/>
              <a:gd name="T85" fmla="*/ 2147483646 h 1917"/>
              <a:gd name="T86" fmla="*/ 2147483646 w 1875"/>
              <a:gd name="T87" fmla="*/ 2147483646 h 1917"/>
              <a:gd name="T88" fmla="*/ 2147483646 w 1875"/>
              <a:gd name="T89" fmla="*/ 2147483646 h 1917"/>
              <a:gd name="T90" fmla="*/ 2147483646 w 1875"/>
              <a:gd name="T91" fmla="*/ 2147483646 h 1917"/>
              <a:gd name="T92" fmla="*/ 2147483646 w 1875"/>
              <a:gd name="T93" fmla="*/ 2147483646 h 1917"/>
              <a:gd name="T94" fmla="*/ 2147483646 w 1875"/>
              <a:gd name="T95" fmla="*/ 2147483646 h 1917"/>
              <a:gd name="T96" fmla="*/ 2147483646 w 1875"/>
              <a:gd name="T97" fmla="*/ 2147483646 h 1917"/>
              <a:gd name="T98" fmla="*/ 2147483646 w 1875"/>
              <a:gd name="T99" fmla="*/ 2147483646 h 1917"/>
              <a:gd name="T100" fmla="*/ 2147483646 w 1875"/>
              <a:gd name="T101" fmla="*/ 2147483646 h 1917"/>
              <a:gd name="T102" fmla="*/ 2147483646 w 1875"/>
              <a:gd name="T103" fmla="*/ 2147483646 h 1917"/>
              <a:gd name="T104" fmla="*/ 2147483646 w 1875"/>
              <a:gd name="T105" fmla="*/ 2147483646 h 1917"/>
              <a:gd name="T106" fmla="*/ 2147483646 w 1875"/>
              <a:gd name="T107" fmla="*/ 2147483646 h 1917"/>
              <a:gd name="T108" fmla="*/ 2147483646 w 1875"/>
              <a:gd name="T109" fmla="*/ 2147483646 h 1917"/>
              <a:gd name="T110" fmla="*/ 2147483646 w 1875"/>
              <a:gd name="T111" fmla="*/ 2147483646 h 1917"/>
              <a:gd name="T112" fmla="*/ 2147483646 w 1875"/>
              <a:gd name="T113" fmla="*/ 2147483646 h 1917"/>
              <a:gd name="T114" fmla="*/ 2147483646 w 1875"/>
              <a:gd name="T115" fmla="*/ 2147483646 h 1917"/>
              <a:gd name="T116" fmla="*/ 2147483646 w 1875"/>
              <a:gd name="T117" fmla="*/ 2147483646 h 1917"/>
              <a:gd name="T118" fmla="*/ 2147483646 w 1875"/>
              <a:gd name="T119" fmla="*/ 2147483646 h 1917"/>
              <a:gd name="T120" fmla="*/ 2147483646 w 1875"/>
              <a:gd name="T121" fmla="*/ 2147483646 h 19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75" h="1917">
                <a:moveTo>
                  <a:pt x="1699" y="0"/>
                </a:moveTo>
                <a:lnTo>
                  <a:pt x="1707" y="5"/>
                </a:lnTo>
                <a:lnTo>
                  <a:pt x="1714" y="11"/>
                </a:lnTo>
                <a:lnTo>
                  <a:pt x="1718" y="17"/>
                </a:lnTo>
                <a:lnTo>
                  <a:pt x="1720" y="23"/>
                </a:lnTo>
                <a:lnTo>
                  <a:pt x="1721" y="34"/>
                </a:lnTo>
                <a:lnTo>
                  <a:pt x="1721" y="46"/>
                </a:lnTo>
                <a:lnTo>
                  <a:pt x="1722" y="56"/>
                </a:lnTo>
                <a:lnTo>
                  <a:pt x="1723" y="64"/>
                </a:lnTo>
                <a:lnTo>
                  <a:pt x="1725" y="72"/>
                </a:lnTo>
                <a:lnTo>
                  <a:pt x="1730" y="77"/>
                </a:lnTo>
                <a:lnTo>
                  <a:pt x="1737" y="81"/>
                </a:lnTo>
                <a:lnTo>
                  <a:pt x="1749" y="82"/>
                </a:lnTo>
                <a:lnTo>
                  <a:pt x="1762" y="82"/>
                </a:lnTo>
                <a:lnTo>
                  <a:pt x="1774" y="81"/>
                </a:lnTo>
                <a:lnTo>
                  <a:pt x="1786" y="81"/>
                </a:lnTo>
                <a:lnTo>
                  <a:pt x="1798" y="82"/>
                </a:lnTo>
                <a:lnTo>
                  <a:pt x="1808" y="85"/>
                </a:lnTo>
                <a:lnTo>
                  <a:pt x="1818" y="90"/>
                </a:lnTo>
                <a:lnTo>
                  <a:pt x="1827" y="99"/>
                </a:lnTo>
                <a:lnTo>
                  <a:pt x="1834" y="111"/>
                </a:lnTo>
                <a:lnTo>
                  <a:pt x="1840" y="126"/>
                </a:lnTo>
                <a:lnTo>
                  <a:pt x="1844" y="143"/>
                </a:lnTo>
                <a:lnTo>
                  <a:pt x="1845" y="162"/>
                </a:lnTo>
                <a:lnTo>
                  <a:pt x="1846" y="179"/>
                </a:lnTo>
                <a:lnTo>
                  <a:pt x="1845" y="196"/>
                </a:lnTo>
                <a:lnTo>
                  <a:pt x="1844" y="209"/>
                </a:lnTo>
                <a:lnTo>
                  <a:pt x="1842" y="218"/>
                </a:lnTo>
                <a:lnTo>
                  <a:pt x="1842" y="221"/>
                </a:lnTo>
                <a:lnTo>
                  <a:pt x="1843" y="222"/>
                </a:lnTo>
                <a:lnTo>
                  <a:pt x="1846" y="225"/>
                </a:lnTo>
                <a:lnTo>
                  <a:pt x="1851" y="229"/>
                </a:lnTo>
                <a:lnTo>
                  <a:pt x="1856" y="235"/>
                </a:lnTo>
                <a:lnTo>
                  <a:pt x="1861" y="242"/>
                </a:lnTo>
                <a:lnTo>
                  <a:pt x="1867" y="252"/>
                </a:lnTo>
                <a:lnTo>
                  <a:pt x="1871" y="263"/>
                </a:lnTo>
                <a:lnTo>
                  <a:pt x="1875" y="274"/>
                </a:lnTo>
                <a:lnTo>
                  <a:pt x="1875" y="287"/>
                </a:lnTo>
                <a:lnTo>
                  <a:pt x="1871" y="302"/>
                </a:lnTo>
                <a:lnTo>
                  <a:pt x="1864" y="316"/>
                </a:lnTo>
                <a:lnTo>
                  <a:pt x="1856" y="330"/>
                </a:lnTo>
                <a:lnTo>
                  <a:pt x="1846" y="343"/>
                </a:lnTo>
                <a:lnTo>
                  <a:pt x="1839" y="357"/>
                </a:lnTo>
                <a:lnTo>
                  <a:pt x="1834" y="368"/>
                </a:lnTo>
                <a:lnTo>
                  <a:pt x="1834" y="378"/>
                </a:lnTo>
                <a:lnTo>
                  <a:pt x="1834" y="387"/>
                </a:lnTo>
                <a:lnTo>
                  <a:pt x="1831" y="398"/>
                </a:lnTo>
                <a:lnTo>
                  <a:pt x="1826" y="407"/>
                </a:lnTo>
                <a:lnTo>
                  <a:pt x="1819" y="416"/>
                </a:lnTo>
                <a:lnTo>
                  <a:pt x="1812" y="424"/>
                </a:lnTo>
                <a:lnTo>
                  <a:pt x="1806" y="430"/>
                </a:lnTo>
                <a:lnTo>
                  <a:pt x="1802" y="434"/>
                </a:lnTo>
                <a:lnTo>
                  <a:pt x="1800" y="435"/>
                </a:lnTo>
                <a:lnTo>
                  <a:pt x="1798" y="436"/>
                </a:lnTo>
                <a:lnTo>
                  <a:pt x="1791" y="439"/>
                </a:lnTo>
                <a:lnTo>
                  <a:pt x="1783" y="445"/>
                </a:lnTo>
                <a:lnTo>
                  <a:pt x="1774" y="453"/>
                </a:lnTo>
                <a:lnTo>
                  <a:pt x="1766" y="462"/>
                </a:lnTo>
                <a:lnTo>
                  <a:pt x="1759" y="472"/>
                </a:lnTo>
                <a:lnTo>
                  <a:pt x="1757" y="484"/>
                </a:lnTo>
                <a:lnTo>
                  <a:pt x="1759" y="499"/>
                </a:lnTo>
                <a:lnTo>
                  <a:pt x="1765" y="514"/>
                </a:lnTo>
                <a:lnTo>
                  <a:pt x="1771" y="530"/>
                </a:lnTo>
                <a:lnTo>
                  <a:pt x="1777" y="545"/>
                </a:lnTo>
                <a:lnTo>
                  <a:pt x="1781" y="561"/>
                </a:lnTo>
                <a:lnTo>
                  <a:pt x="1783" y="576"/>
                </a:lnTo>
                <a:lnTo>
                  <a:pt x="1781" y="588"/>
                </a:lnTo>
                <a:lnTo>
                  <a:pt x="1776" y="600"/>
                </a:lnTo>
                <a:lnTo>
                  <a:pt x="1765" y="609"/>
                </a:lnTo>
                <a:lnTo>
                  <a:pt x="1750" y="616"/>
                </a:lnTo>
                <a:lnTo>
                  <a:pt x="1733" y="621"/>
                </a:lnTo>
                <a:lnTo>
                  <a:pt x="1715" y="625"/>
                </a:lnTo>
                <a:lnTo>
                  <a:pt x="1699" y="627"/>
                </a:lnTo>
                <a:lnTo>
                  <a:pt x="1682" y="629"/>
                </a:lnTo>
                <a:lnTo>
                  <a:pt x="1670" y="630"/>
                </a:lnTo>
                <a:lnTo>
                  <a:pt x="1662" y="631"/>
                </a:lnTo>
                <a:lnTo>
                  <a:pt x="1659" y="631"/>
                </a:lnTo>
                <a:lnTo>
                  <a:pt x="1656" y="631"/>
                </a:lnTo>
                <a:lnTo>
                  <a:pt x="1647" y="631"/>
                </a:lnTo>
                <a:lnTo>
                  <a:pt x="1636" y="630"/>
                </a:lnTo>
                <a:lnTo>
                  <a:pt x="1622" y="628"/>
                </a:lnTo>
                <a:lnTo>
                  <a:pt x="1607" y="626"/>
                </a:lnTo>
                <a:lnTo>
                  <a:pt x="1591" y="622"/>
                </a:lnTo>
                <a:lnTo>
                  <a:pt x="1578" y="616"/>
                </a:lnTo>
                <a:lnTo>
                  <a:pt x="1567" y="609"/>
                </a:lnTo>
                <a:lnTo>
                  <a:pt x="1558" y="602"/>
                </a:lnTo>
                <a:lnTo>
                  <a:pt x="1549" y="598"/>
                </a:lnTo>
                <a:lnTo>
                  <a:pt x="1540" y="596"/>
                </a:lnTo>
                <a:lnTo>
                  <a:pt x="1533" y="598"/>
                </a:lnTo>
                <a:lnTo>
                  <a:pt x="1525" y="602"/>
                </a:lnTo>
                <a:lnTo>
                  <a:pt x="1518" y="607"/>
                </a:lnTo>
                <a:lnTo>
                  <a:pt x="1510" y="613"/>
                </a:lnTo>
                <a:lnTo>
                  <a:pt x="1502" y="621"/>
                </a:lnTo>
                <a:lnTo>
                  <a:pt x="1494" y="630"/>
                </a:lnTo>
                <a:lnTo>
                  <a:pt x="1488" y="640"/>
                </a:lnTo>
                <a:lnTo>
                  <a:pt x="1484" y="651"/>
                </a:lnTo>
                <a:lnTo>
                  <a:pt x="1482" y="661"/>
                </a:lnTo>
                <a:lnTo>
                  <a:pt x="1481" y="671"/>
                </a:lnTo>
                <a:lnTo>
                  <a:pt x="1481" y="681"/>
                </a:lnTo>
                <a:lnTo>
                  <a:pt x="1482" y="689"/>
                </a:lnTo>
                <a:lnTo>
                  <a:pt x="1485" y="696"/>
                </a:lnTo>
                <a:lnTo>
                  <a:pt x="1489" y="703"/>
                </a:lnTo>
                <a:lnTo>
                  <a:pt x="1494" y="709"/>
                </a:lnTo>
                <a:lnTo>
                  <a:pt x="1501" y="714"/>
                </a:lnTo>
                <a:lnTo>
                  <a:pt x="1507" y="719"/>
                </a:lnTo>
                <a:lnTo>
                  <a:pt x="1513" y="723"/>
                </a:lnTo>
                <a:lnTo>
                  <a:pt x="1518" y="726"/>
                </a:lnTo>
                <a:lnTo>
                  <a:pt x="1521" y="728"/>
                </a:lnTo>
                <a:lnTo>
                  <a:pt x="1522" y="729"/>
                </a:lnTo>
                <a:lnTo>
                  <a:pt x="1479" y="766"/>
                </a:lnTo>
                <a:lnTo>
                  <a:pt x="1477" y="768"/>
                </a:lnTo>
                <a:lnTo>
                  <a:pt x="1473" y="773"/>
                </a:lnTo>
                <a:lnTo>
                  <a:pt x="1466" y="780"/>
                </a:lnTo>
                <a:lnTo>
                  <a:pt x="1457" y="788"/>
                </a:lnTo>
                <a:lnTo>
                  <a:pt x="1446" y="796"/>
                </a:lnTo>
                <a:lnTo>
                  <a:pt x="1436" y="804"/>
                </a:lnTo>
                <a:lnTo>
                  <a:pt x="1426" y="809"/>
                </a:lnTo>
                <a:lnTo>
                  <a:pt x="1416" y="811"/>
                </a:lnTo>
                <a:lnTo>
                  <a:pt x="1405" y="812"/>
                </a:lnTo>
                <a:lnTo>
                  <a:pt x="1391" y="813"/>
                </a:lnTo>
                <a:lnTo>
                  <a:pt x="1378" y="816"/>
                </a:lnTo>
                <a:lnTo>
                  <a:pt x="1368" y="819"/>
                </a:lnTo>
                <a:lnTo>
                  <a:pt x="1361" y="823"/>
                </a:lnTo>
                <a:lnTo>
                  <a:pt x="1359" y="827"/>
                </a:lnTo>
                <a:lnTo>
                  <a:pt x="1365" y="832"/>
                </a:lnTo>
                <a:lnTo>
                  <a:pt x="1379" y="837"/>
                </a:lnTo>
                <a:lnTo>
                  <a:pt x="1396" y="844"/>
                </a:lnTo>
                <a:lnTo>
                  <a:pt x="1409" y="857"/>
                </a:lnTo>
                <a:lnTo>
                  <a:pt x="1417" y="872"/>
                </a:lnTo>
                <a:lnTo>
                  <a:pt x="1422" y="888"/>
                </a:lnTo>
                <a:lnTo>
                  <a:pt x="1424" y="905"/>
                </a:lnTo>
                <a:lnTo>
                  <a:pt x="1424" y="918"/>
                </a:lnTo>
                <a:lnTo>
                  <a:pt x="1424" y="928"/>
                </a:lnTo>
                <a:lnTo>
                  <a:pt x="1424" y="931"/>
                </a:lnTo>
                <a:lnTo>
                  <a:pt x="1410" y="980"/>
                </a:lnTo>
                <a:lnTo>
                  <a:pt x="1395" y="1027"/>
                </a:lnTo>
                <a:lnTo>
                  <a:pt x="1397" y="1026"/>
                </a:lnTo>
                <a:lnTo>
                  <a:pt x="1404" y="1025"/>
                </a:lnTo>
                <a:lnTo>
                  <a:pt x="1411" y="1024"/>
                </a:lnTo>
                <a:lnTo>
                  <a:pt x="1421" y="1023"/>
                </a:lnTo>
                <a:lnTo>
                  <a:pt x="1430" y="1023"/>
                </a:lnTo>
                <a:lnTo>
                  <a:pt x="1438" y="1024"/>
                </a:lnTo>
                <a:lnTo>
                  <a:pt x="1445" y="1028"/>
                </a:lnTo>
                <a:lnTo>
                  <a:pt x="1449" y="1035"/>
                </a:lnTo>
                <a:lnTo>
                  <a:pt x="1449" y="1044"/>
                </a:lnTo>
                <a:lnTo>
                  <a:pt x="1450" y="1057"/>
                </a:lnTo>
                <a:lnTo>
                  <a:pt x="1449" y="1068"/>
                </a:lnTo>
                <a:lnTo>
                  <a:pt x="1449" y="1080"/>
                </a:lnTo>
                <a:lnTo>
                  <a:pt x="1447" y="1091"/>
                </a:lnTo>
                <a:lnTo>
                  <a:pt x="1447" y="1101"/>
                </a:lnTo>
                <a:lnTo>
                  <a:pt x="1446" y="1107"/>
                </a:lnTo>
                <a:lnTo>
                  <a:pt x="1446" y="1109"/>
                </a:lnTo>
                <a:lnTo>
                  <a:pt x="1450" y="1111"/>
                </a:lnTo>
                <a:lnTo>
                  <a:pt x="1458" y="1117"/>
                </a:lnTo>
                <a:lnTo>
                  <a:pt x="1466" y="1125"/>
                </a:lnTo>
                <a:lnTo>
                  <a:pt x="1473" y="1135"/>
                </a:lnTo>
                <a:lnTo>
                  <a:pt x="1473" y="1141"/>
                </a:lnTo>
                <a:lnTo>
                  <a:pt x="1470" y="1148"/>
                </a:lnTo>
                <a:lnTo>
                  <a:pt x="1464" y="1157"/>
                </a:lnTo>
                <a:lnTo>
                  <a:pt x="1456" y="1166"/>
                </a:lnTo>
                <a:lnTo>
                  <a:pt x="1447" y="1175"/>
                </a:lnTo>
                <a:lnTo>
                  <a:pt x="1439" y="1184"/>
                </a:lnTo>
                <a:lnTo>
                  <a:pt x="1432" y="1192"/>
                </a:lnTo>
                <a:lnTo>
                  <a:pt x="1428" y="1198"/>
                </a:lnTo>
                <a:lnTo>
                  <a:pt x="1427" y="1204"/>
                </a:lnTo>
                <a:lnTo>
                  <a:pt x="1431" y="1208"/>
                </a:lnTo>
                <a:lnTo>
                  <a:pt x="1437" y="1212"/>
                </a:lnTo>
                <a:lnTo>
                  <a:pt x="1445" y="1215"/>
                </a:lnTo>
                <a:lnTo>
                  <a:pt x="1455" y="1218"/>
                </a:lnTo>
                <a:lnTo>
                  <a:pt x="1465" y="1220"/>
                </a:lnTo>
                <a:lnTo>
                  <a:pt x="1474" y="1221"/>
                </a:lnTo>
                <a:lnTo>
                  <a:pt x="1481" y="1221"/>
                </a:lnTo>
                <a:lnTo>
                  <a:pt x="1490" y="1223"/>
                </a:lnTo>
                <a:lnTo>
                  <a:pt x="1503" y="1230"/>
                </a:lnTo>
                <a:lnTo>
                  <a:pt x="1516" y="1239"/>
                </a:lnTo>
                <a:lnTo>
                  <a:pt x="1531" y="1251"/>
                </a:lnTo>
                <a:lnTo>
                  <a:pt x="1544" y="1262"/>
                </a:lnTo>
                <a:lnTo>
                  <a:pt x="1556" y="1271"/>
                </a:lnTo>
                <a:lnTo>
                  <a:pt x="1564" y="1278"/>
                </a:lnTo>
                <a:lnTo>
                  <a:pt x="1567" y="1280"/>
                </a:lnTo>
                <a:lnTo>
                  <a:pt x="1568" y="1278"/>
                </a:lnTo>
                <a:lnTo>
                  <a:pt x="1571" y="1274"/>
                </a:lnTo>
                <a:lnTo>
                  <a:pt x="1575" y="1269"/>
                </a:lnTo>
                <a:lnTo>
                  <a:pt x="1580" y="1263"/>
                </a:lnTo>
                <a:lnTo>
                  <a:pt x="1586" y="1260"/>
                </a:lnTo>
                <a:lnTo>
                  <a:pt x="1591" y="1259"/>
                </a:lnTo>
                <a:lnTo>
                  <a:pt x="1597" y="1263"/>
                </a:lnTo>
                <a:lnTo>
                  <a:pt x="1602" y="1272"/>
                </a:lnTo>
                <a:lnTo>
                  <a:pt x="1605" y="1284"/>
                </a:lnTo>
                <a:lnTo>
                  <a:pt x="1606" y="1293"/>
                </a:lnTo>
                <a:lnTo>
                  <a:pt x="1605" y="1300"/>
                </a:lnTo>
                <a:lnTo>
                  <a:pt x="1604" y="1306"/>
                </a:lnTo>
                <a:lnTo>
                  <a:pt x="1603" y="1310"/>
                </a:lnTo>
                <a:lnTo>
                  <a:pt x="1604" y="1313"/>
                </a:lnTo>
                <a:lnTo>
                  <a:pt x="1606" y="1316"/>
                </a:lnTo>
                <a:lnTo>
                  <a:pt x="1612" y="1319"/>
                </a:lnTo>
                <a:lnTo>
                  <a:pt x="1619" y="1321"/>
                </a:lnTo>
                <a:lnTo>
                  <a:pt x="1628" y="1319"/>
                </a:lnTo>
                <a:lnTo>
                  <a:pt x="1636" y="1316"/>
                </a:lnTo>
                <a:lnTo>
                  <a:pt x="1645" y="1312"/>
                </a:lnTo>
                <a:lnTo>
                  <a:pt x="1655" y="1309"/>
                </a:lnTo>
                <a:lnTo>
                  <a:pt x="1663" y="1308"/>
                </a:lnTo>
                <a:lnTo>
                  <a:pt x="1670" y="1309"/>
                </a:lnTo>
                <a:lnTo>
                  <a:pt x="1675" y="1315"/>
                </a:lnTo>
                <a:lnTo>
                  <a:pt x="1679" y="1324"/>
                </a:lnTo>
                <a:lnTo>
                  <a:pt x="1680" y="1333"/>
                </a:lnTo>
                <a:lnTo>
                  <a:pt x="1679" y="1343"/>
                </a:lnTo>
                <a:lnTo>
                  <a:pt x="1676" y="1353"/>
                </a:lnTo>
                <a:lnTo>
                  <a:pt x="1673" y="1361"/>
                </a:lnTo>
                <a:lnTo>
                  <a:pt x="1670" y="1368"/>
                </a:lnTo>
                <a:lnTo>
                  <a:pt x="1668" y="1372"/>
                </a:lnTo>
                <a:lnTo>
                  <a:pt x="1667" y="1374"/>
                </a:lnTo>
                <a:lnTo>
                  <a:pt x="1668" y="1373"/>
                </a:lnTo>
                <a:lnTo>
                  <a:pt x="1672" y="1370"/>
                </a:lnTo>
                <a:lnTo>
                  <a:pt x="1677" y="1366"/>
                </a:lnTo>
                <a:lnTo>
                  <a:pt x="1683" y="1361"/>
                </a:lnTo>
                <a:lnTo>
                  <a:pt x="1690" y="1356"/>
                </a:lnTo>
                <a:lnTo>
                  <a:pt x="1697" y="1352"/>
                </a:lnTo>
                <a:lnTo>
                  <a:pt x="1704" y="1348"/>
                </a:lnTo>
                <a:lnTo>
                  <a:pt x="1710" y="1347"/>
                </a:lnTo>
                <a:lnTo>
                  <a:pt x="1716" y="1348"/>
                </a:lnTo>
                <a:lnTo>
                  <a:pt x="1723" y="1352"/>
                </a:lnTo>
                <a:lnTo>
                  <a:pt x="1730" y="1357"/>
                </a:lnTo>
                <a:lnTo>
                  <a:pt x="1738" y="1363"/>
                </a:lnTo>
                <a:lnTo>
                  <a:pt x="1743" y="1371"/>
                </a:lnTo>
                <a:lnTo>
                  <a:pt x="1748" y="1379"/>
                </a:lnTo>
                <a:lnTo>
                  <a:pt x="1749" y="1388"/>
                </a:lnTo>
                <a:lnTo>
                  <a:pt x="1744" y="1398"/>
                </a:lnTo>
                <a:lnTo>
                  <a:pt x="1738" y="1410"/>
                </a:lnTo>
                <a:lnTo>
                  <a:pt x="1733" y="1420"/>
                </a:lnTo>
                <a:lnTo>
                  <a:pt x="1727" y="1430"/>
                </a:lnTo>
                <a:lnTo>
                  <a:pt x="1723" y="1439"/>
                </a:lnTo>
                <a:lnTo>
                  <a:pt x="1719" y="1447"/>
                </a:lnTo>
                <a:lnTo>
                  <a:pt x="1716" y="1455"/>
                </a:lnTo>
                <a:lnTo>
                  <a:pt x="1715" y="1459"/>
                </a:lnTo>
                <a:lnTo>
                  <a:pt x="1714" y="1460"/>
                </a:lnTo>
                <a:lnTo>
                  <a:pt x="1713" y="1459"/>
                </a:lnTo>
                <a:lnTo>
                  <a:pt x="1709" y="1457"/>
                </a:lnTo>
                <a:lnTo>
                  <a:pt x="1704" y="1454"/>
                </a:lnTo>
                <a:lnTo>
                  <a:pt x="1696" y="1450"/>
                </a:lnTo>
                <a:lnTo>
                  <a:pt x="1689" y="1447"/>
                </a:lnTo>
                <a:lnTo>
                  <a:pt x="1682" y="1445"/>
                </a:lnTo>
                <a:lnTo>
                  <a:pt x="1675" y="1443"/>
                </a:lnTo>
                <a:lnTo>
                  <a:pt x="1669" y="1443"/>
                </a:lnTo>
                <a:lnTo>
                  <a:pt x="1664" y="1445"/>
                </a:lnTo>
                <a:lnTo>
                  <a:pt x="1658" y="1448"/>
                </a:lnTo>
                <a:lnTo>
                  <a:pt x="1652" y="1453"/>
                </a:lnTo>
                <a:lnTo>
                  <a:pt x="1650" y="1459"/>
                </a:lnTo>
                <a:lnTo>
                  <a:pt x="1651" y="1467"/>
                </a:lnTo>
                <a:lnTo>
                  <a:pt x="1658" y="1476"/>
                </a:lnTo>
                <a:lnTo>
                  <a:pt x="1672" y="1487"/>
                </a:lnTo>
                <a:lnTo>
                  <a:pt x="1695" y="1500"/>
                </a:lnTo>
                <a:lnTo>
                  <a:pt x="1717" y="1514"/>
                </a:lnTo>
                <a:lnTo>
                  <a:pt x="1725" y="1525"/>
                </a:lnTo>
                <a:lnTo>
                  <a:pt x="1723" y="1534"/>
                </a:lnTo>
                <a:lnTo>
                  <a:pt x="1716" y="1541"/>
                </a:lnTo>
                <a:lnTo>
                  <a:pt x="1705" y="1547"/>
                </a:lnTo>
                <a:lnTo>
                  <a:pt x="1692" y="1553"/>
                </a:lnTo>
                <a:lnTo>
                  <a:pt x="1683" y="1555"/>
                </a:lnTo>
                <a:lnTo>
                  <a:pt x="1679" y="1556"/>
                </a:lnTo>
                <a:lnTo>
                  <a:pt x="1676" y="1556"/>
                </a:lnTo>
                <a:lnTo>
                  <a:pt x="1666" y="1555"/>
                </a:lnTo>
                <a:lnTo>
                  <a:pt x="1652" y="1553"/>
                </a:lnTo>
                <a:lnTo>
                  <a:pt x="1634" y="1548"/>
                </a:lnTo>
                <a:lnTo>
                  <a:pt x="1614" y="1541"/>
                </a:lnTo>
                <a:lnTo>
                  <a:pt x="1593" y="1531"/>
                </a:lnTo>
                <a:lnTo>
                  <a:pt x="1573" y="1515"/>
                </a:lnTo>
                <a:lnTo>
                  <a:pt x="1555" y="1494"/>
                </a:lnTo>
                <a:lnTo>
                  <a:pt x="1539" y="1475"/>
                </a:lnTo>
                <a:lnTo>
                  <a:pt x="1526" y="1466"/>
                </a:lnTo>
                <a:lnTo>
                  <a:pt x="1516" y="1463"/>
                </a:lnTo>
                <a:lnTo>
                  <a:pt x="1508" y="1466"/>
                </a:lnTo>
                <a:lnTo>
                  <a:pt x="1501" y="1472"/>
                </a:lnTo>
                <a:lnTo>
                  <a:pt x="1496" y="1478"/>
                </a:lnTo>
                <a:lnTo>
                  <a:pt x="1494" y="1484"/>
                </a:lnTo>
                <a:lnTo>
                  <a:pt x="1493" y="1486"/>
                </a:lnTo>
                <a:lnTo>
                  <a:pt x="1491" y="1486"/>
                </a:lnTo>
                <a:lnTo>
                  <a:pt x="1485" y="1484"/>
                </a:lnTo>
                <a:lnTo>
                  <a:pt x="1477" y="1482"/>
                </a:lnTo>
                <a:lnTo>
                  <a:pt x="1468" y="1479"/>
                </a:lnTo>
                <a:lnTo>
                  <a:pt x="1458" y="1475"/>
                </a:lnTo>
                <a:lnTo>
                  <a:pt x="1450" y="1470"/>
                </a:lnTo>
                <a:lnTo>
                  <a:pt x="1443" y="1464"/>
                </a:lnTo>
                <a:lnTo>
                  <a:pt x="1440" y="1456"/>
                </a:lnTo>
                <a:lnTo>
                  <a:pt x="1438" y="1449"/>
                </a:lnTo>
                <a:lnTo>
                  <a:pt x="1433" y="1445"/>
                </a:lnTo>
                <a:lnTo>
                  <a:pt x="1426" y="1445"/>
                </a:lnTo>
                <a:lnTo>
                  <a:pt x="1418" y="1446"/>
                </a:lnTo>
                <a:lnTo>
                  <a:pt x="1409" y="1448"/>
                </a:lnTo>
                <a:lnTo>
                  <a:pt x="1399" y="1451"/>
                </a:lnTo>
                <a:lnTo>
                  <a:pt x="1389" y="1455"/>
                </a:lnTo>
                <a:lnTo>
                  <a:pt x="1381" y="1456"/>
                </a:lnTo>
                <a:lnTo>
                  <a:pt x="1373" y="1455"/>
                </a:lnTo>
                <a:lnTo>
                  <a:pt x="1366" y="1453"/>
                </a:lnTo>
                <a:lnTo>
                  <a:pt x="1359" y="1448"/>
                </a:lnTo>
                <a:lnTo>
                  <a:pt x="1353" y="1443"/>
                </a:lnTo>
                <a:lnTo>
                  <a:pt x="1346" y="1438"/>
                </a:lnTo>
                <a:lnTo>
                  <a:pt x="1342" y="1433"/>
                </a:lnTo>
                <a:lnTo>
                  <a:pt x="1339" y="1430"/>
                </a:lnTo>
                <a:lnTo>
                  <a:pt x="1338" y="1429"/>
                </a:lnTo>
                <a:lnTo>
                  <a:pt x="1336" y="1427"/>
                </a:lnTo>
                <a:lnTo>
                  <a:pt x="1332" y="1424"/>
                </a:lnTo>
                <a:lnTo>
                  <a:pt x="1326" y="1420"/>
                </a:lnTo>
                <a:lnTo>
                  <a:pt x="1319" y="1416"/>
                </a:lnTo>
                <a:lnTo>
                  <a:pt x="1312" y="1416"/>
                </a:lnTo>
                <a:lnTo>
                  <a:pt x="1307" y="1419"/>
                </a:lnTo>
                <a:lnTo>
                  <a:pt x="1304" y="1427"/>
                </a:lnTo>
                <a:lnTo>
                  <a:pt x="1304" y="1443"/>
                </a:lnTo>
                <a:lnTo>
                  <a:pt x="1305" y="1462"/>
                </a:lnTo>
                <a:lnTo>
                  <a:pt x="1306" y="1478"/>
                </a:lnTo>
                <a:lnTo>
                  <a:pt x="1305" y="1491"/>
                </a:lnTo>
                <a:lnTo>
                  <a:pt x="1304" y="1501"/>
                </a:lnTo>
                <a:lnTo>
                  <a:pt x="1300" y="1510"/>
                </a:lnTo>
                <a:lnTo>
                  <a:pt x="1293" y="1515"/>
                </a:lnTo>
                <a:lnTo>
                  <a:pt x="1286" y="1517"/>
                </a:lnTo>
                <a:lnTo>
                  <a:pt x="1275" y="1517"/>
                </a:lnTo>
                <a:lnTo>
                  <a:pt x="1263" y="1516"/>
                </a:lnTo>
                <a:lnTo>
                  <a:pt x="1251" y="1516"/>
                </a:lnTo>
                <a:lnTo>
                  <a:pt x="1240" y="1518"/>
                </a:lnTo>
                <a:lnTo>
                  <a:pt x="1232" y="1522"/>
                </a:lnTo>
                <a:lnTo>
                  <a:pt x="1226" y="1527"/>
                </a:lnTo>
                <a:lnTo>
                  <a:pt x="1222" y="1535"/>
                </a:lnTo>
                <a:lnTo>
                  <a:pt x="1221" y="1544"/>
                </a:lnTo>
                <a:lnTo>
                  <a:pt x="1222" y="1556"/>
                </a:lnTo>
                <a:lnTo>
                  <a:pt x="1224" y="1569"/>
                </a:lnTo>
                <a:lnTo>
                  <a:pt x="1225" y="1581"/>
                </a:lnTo>
                <a:lnTo>
                  <a:pt x="1225" y="1593"/>
                </a:lnTo>
                <a:lnTo>
                  <a:pt x="1223" y="1605"/>
                </a:lnTo>
                <a:lnTo>
                  <a:pt x="1220" y="1614"/>
                </a:lnTo>
                <a:lnTo>
                  <a:pt x="1215" y="1622"/>
                </a:lnTo>
                <a:lnTo>
                  <a:pt x="1208" y="1627"/>
                </a:lnTo>
                <a:lnTo>
                  <a:pt x="1200" y="1629"/>
                </a:lnTo>
                <a:lnTo>
                  <a:pt x="1190" y="1629"/>
                </a:lnTo>
                <a:lnTo>
                  <a:pt x="1179" y="1629"/>
                </a:lnTo>
                <a:lnTo>
                  <a:pt x="1169" y="1630"/>
                </a:lnTo>
                <a:lnTo>
                  <a:pt x="1158" y="1630"/>
                </a:lnTo>
                <a:lnTo>
                  <a:pt x="1147" y="1631"/>
                </a:lnTo>
                <a:lnTo>
                  <a:pt x="1136" y="1633"/>
                </a:lnTo>
                <a:lnTo>
                  <a:pt x="1127" y="1637"/>
                </a:lnTo>
                <a:lnTo>
                  <a:pt x="1118" y="1643"/>
                </a:lnTo>
                <a:lnTo>
                  <a:pt x="1109" y="1647"/>
                </a:lnTo>
                <a:lnTo>
                  <a:pt x="1100" y="1648"/>
                </a:lnTo>
                <a:lnTo>
                  <a:pt x="1089" y="1646"/>
                </a:lnTo>
                <a:lnTo>
                  <a:pt x="1080" y="1643"/>
                </a:lnTo>
                <a:lnTo>
                  <a:pt x="1072" y="1639"/>
                </a:lnTo>
                <a:lnTo>
                  <a:pt x="1065" y="1635"/>
                </a:lnTo>
                <a:lnTo>
                  <a:pt x="1061" y="1632"/>
                </a:lnTo>
                <a:lnTo>
                  <a:pt x="1059" y="1631"/>
                </a:lnTo>
                <a:lnTo>
                  <a:pt x="1012" y="1664"/>
                </a:lnTo>
                <a:lnTo>
                  <a:pt x="967" y="1631"/>
                </a:lnTo>
                <a:lnTo>
                  <a:pt x="963" y="1630"/>
                </a:lnTo>
                <a:lnTo>
                  <a:pt x="954" y="1627"/>
                </a:lnTo>
                <a:lnTo>
                  <a:pt x="940" y="1625"/>
                </a:lnTo>
                <a:lnTo>
                  <a:pt x="926" y="1625"/>
                </a:lnTo>
                <a:lnTo>
                  <a:pt x="913" y="1629"/>
                </a:lnTo>
                <a:lnTo>
                  <a:pt x="903" y="1637"/>
                </a:lnTo>
                <a:lnTo>
                  <a:pt x="897" y="1652"/>
                </a:lnTo>
                <a:lnTo>
                  <a:pt x="902" y="1676"/>
                </a:lnTo>
                <a:lnTo>
                  <a:pt x="912" y="1702"/>
                </a:lnTo>
                <a:lnTo>
                  <a:pt x="925" y="1724"/>
                </a:lnTo>
                <a:lnTo>
                  <a:pt x="938" y="1742"/>
                </a:lnTo>
                <a:lnTo>
                  <a:pt x="953" y="1757"/>
                </a:lnTo>
                <a:lnTo>
                  <a:pt x="966" y="1768"/>
                </a:lnTo>
                <a:lnTo>
                  <a:pt x="975" y="1777"/>
                </a:lnTo>
                <a:lnTo>
                  <a:pt x="981" y="1785"/>
                </a:lnTo>
                <a:lnTo>
                  <a:pt x="981" y="1792"/>
                </a:lnTo>
                <a:lnTo>
                  <a:pt x="978" y="1799"/>
                </a:lnTo>
                <a:lnTo>
                  <a:pt x="975" y="1810"/>
                </a:lnTo>
                <a:lnTo>
                  <a:pt x="972" y="1822"/>
                </a:lnTo>
                <a:lnTo>
                  <a:pt x="967" y="1835"/>
                </a:lnTo>
                <a:lnTo>
                  <a:pt x="959" y="1849"/>
                </a:lnTo>
                <a:lnTo>
                  <a:pt x="947" y="1864"/>
                </a:lnTo>
                <a:lnTo>
                  <a:pt x="932" y="1877"/>
                </a:lnTo>
                <a:lnTo>
                  <a:pt x="912" y="1888"/>
                </a:lnTo>
                <a:lnTo>
                  <a:pt x="890" y="1896"/>
                </a:lnTo>
                <a:lnTo>
                  <a:pt x="872" y="1902"/>
                </a:lnTo>
                <a:lnTo>
                  <a:pt x="858" y="1905"/>
                </a:lnTo>
                <a:lnTo>
                  <a:pt x="846" y="1906"/>
                </a:lnTo>
                <a:lnTo>
                  <a:pt x="837" y="1905"/>
                </a:lnTo>
                <a:lnTo>
                  <a:pt x="830" y="1901"/>
                </a:lnTo>
                <a:lnTo>
                  <a:pt x="826" y="1897"/>
                </a:lnTo>
                <a:lnTo>
                  <a:pt x="822" y="1892"/>
                </a:lnTo>
                <a:lnTo>
                  <a:pt x="818" y="1890"/>
                </a:lnTo>
                <a:lnTo>
                  <a:pt x="810" y="1892"/>
                </a:lnTo>
                <a:lnTo>
                  <a:pt x="802" y="1896"/>
                </a:lnTo>
                <a:lnTo>
                  <a:pt x="790" y="1902"/>
                </a:lnTo>
                <a:lnTo>
                  <a:pt x="779" y="1908"/>
                </a:lnTo>
                <a:lnTo>
                  <a:pt x="768" y="1912"/>
                </a:lnTo>
                <a:lnTo>
                  <a:pt x="758" y="1912"/>
                </a:lnTo>
                <a:lnTo>
                  <a:pt x="748" y="1907"/>
                </a:lnTo>
                <a:lnTo>
                  <a:pt x="739" y="1897"/>
                </a:lnTo>
                <a:lnTo>
                  <a:pt x="727" y="1885"/>
                </a:lnTo>
                <a:lnTo>
                  <a:pt x="715" y="1871"/>
                </a:lnTo>
                <a:lnTo>
                  <a:pt x="700" y="1856"/>
                </a:lnTo>
                <a:lnTo>
                  <a:pt x="687" y="1841"/>
                </a:lnTo>
                <a:lnTo>
                  <a:pt x="673" y="1828"/>
                </a:lnTo>
                <a:lnTo>
                  <a:pt x="660" y="1819"/>
                </a:lnTo>
                <a:lnTo>
                  <a:pt x="648" y="1813"/>
                </a:lnTo>
                <a:lnTo>
                  <a:pt x="637" y="1810"/>
                </a:lnTo>
                <a:lnTo>
                  <a:pt x="624" y="1810"/>
                </a:lnTo>
                <a:lnTo>
                  <a:pt x="610" y="1810"/>
                </a:lnTo>
                <a:lnTo>
                  <a:pt x="596" y="1810"/>
                </a:lnTo>
                <a:lnTo>
                  <a:pt x="584" y="1810"/>
                </a:lnTo>
                <a:lnTo>
                  <a:pt x="573" y="1807"/>
                </a:lnTo>
                <a:lnTo>
                  <a:pt x="565" y="1801"/>
                </a:lnTo>
                <a:lnTo>
                  <a:pt x="559" y="1792"/>
                </a:lnTo>
                <a:lnTo>
                  <a:pt x="555" y="1781"/>
                </a:lnTo>
                <a:lnTo>
                  <a:pt x="549" y="1771"/>
                </a:lnTo>
                <a:lnTo>
                  <a:pt x="543" y="1763"/>
                </a:lnTo>
                <a:lnTo>
                  <a:pt x="536" y="1757"/>
                </a:lnTo>
                <a:lnTo>
                  <a:pt x="527" y="1754"/>
                </a:lnTo>
                <a:lnTo>
                  <a:pt x="515" y="1755"/>
                </a:lnTo>
                <a:lnTo>
                  <a:pt x="499" y="1760"/>
                </a:lnTo>
                <a:lnTo>
                  <a:pt x="479" y="1770"/>
                </a:lnTo>
                <a:lnTo>
                  <a:pt x="459" y="1781"/>
                </a:lnTo>
                <a:lnTo>
                  <a:pt x="442" y="1789"/>
                </a:lnTo>
                <a:lnTo>
                  <a:pt x="429" y="1795"/>
                </a:lnTo>
                <a:lnTo>
                  <a:pt x="420" y="1801"/>
                </a:lnTo>
                <a:lnTo>
                  <a:pt x="414" y="1807"/>
                </a:lnTo>
                <a:lnTo>
                  <a:pt x="410" y="1812"/>
                </a:lnTo>
                <a:lnTo>
                  <a:pt x="409" y="1818"/>
                </a:lnTo>
                <a:lnTo>
                  <a:pt x="410" y="1825"/>
                </a:lnTo>
                <a:lnTo>
                  <a:pt x="412" y="1836"/>
                </a:lnTo>
                <a:lnTo>
                  <a:pt x="413" y="1850"/>
                </a:lnTo>
                <a:lnTo>
                  <a:pt x="413" y="1868"/>
                </a:lnTo>
                <a:lnTo>
                  <a:pt x="412" y="1884"/>
                </a:lnTo>
                <a:lnTo>
                  <a:pt x="407" y="1899"/>
                </a:lnTo>
                <a:lnTo>
                  <a:pt x="400" y="1911"/>
                </a:lnTo>
                <a:lnTo>
                  <a:pt x="390" y="1917"/>
                </a:lnTo>
                <a:lnTo>
                  <a:pt x="376" y="1916"/>
                </a:lnTo>
                <a:lnTo>
                  <a:pt x="360" y="1911"/>
                </a:lnTo>
                <a:lnTo>
                  <a:pt x="341" y="1907"/>
                </a:lnTo>
                <a:lnTo>
                  <a:pt x="322" y="1903"/>
                </a:lnTo>
                <a:lnTo>
                  <a:pt x="303" y="1900"/>
                </a:lnTo>
                <a:lnTo>
                  <a:pt x="284" y="1898"/>
                </a:lnTo>
                <a:lnTo>
                  <a:pt x="267" y="1897"/>
                </a:lnTo>
                <a:lnTo>
                  <a:pt x="253" y="1896"/>
                </a:lnTo>
                <a:lnTo>
                  <a:pt x="242" y="1896"/>
                </a:lnTo>
                <a:lnTo>
                  <a:pt x="232" y="1896"/>
                </a:lnTo>
                <a:lnTo>
                  <a:pt x="219" y="1894"/>
                </a:lnTo>
                <a:lnTo>
                  <a:pt x="203" y="1893"/>
                </a:lnTo>
                <a:lnTo>
                  <a:pt x="186" y="1892"/>
                </a:lnTo>
                <a:lnTo>
                  <a:pt x="169" y="1892"/>
                </a:lnTo>
                <a:lnTo>
                  <a:pt x="153" y="1893"/>
                </a:lnTo>
                <a:lnTo>
                  <a:pt x="137" y="1895"/>
                </a:lnTo>
                <a:lnTo>
                  <a:pt x="126" y="1899"/>
                </a:lnTo>
                <a:lnTo>
                  <a:pt x="122" y="1898"/>
                </a:lnTo>
                <a:lnTo>
                  <a:pt x="115" y="1895"/>
                </a:lnTo>
                <a:lnTo>
                  <a:pt x="109" y="1895"/>
                </a:lnTo>
                <a:lnTo>
                  <a:pt x="110" y="1898"/>
                </a:lnTo>
                <a:lnTo>
                  <a:pt x="104" y="1889"/>
                </a:lnTo>
                <a:lnTo>
                  <a:pt x="96" y="1880"/>
                </a:lnTo>
                <a:lnTo>
                  <a:pt x="89" y="1872"/>
                </a:lnTo>
                <a:lnTo>
                  <a:pt x="83" y="1864"/>
                </a:lnTo>
                <a:lnTo>
                  <a:pt x="77" y="1858"/>
                </a:lnTo>
                <a:lnTo>
                  <a:pt x="72" y="1852"/>
                </a:lnTo>
                <a:lnTo>
                  <a:pt x="69" y="1849"/>
                </a:lnTo>
                <a:lnTo>
                  <a:pt x="68" y="1848"/>
                </a:lnTo>
                <a:lnTo>
                  <a:pt x="74" y="1837"/>
                </a:lnTo>
                <a:lnTo>
                  <a:pt x="79" y="1828"/>
                </a:lnTo>
                <a:lnTo>
                  <a:pt x="83" y="1818"/>
                </a:lnTo>
                <a:lnTo>
                  <a:pt x="85" y="1810"/>
                </a:lnTo>
                <a:lnTo>
                  <a:pt x="87" y="1801"/>
                </a:lnTo>
                <a:lnTo>
                  <a:pt x="87" y="1793"/>
                </a:lnTo>
                <a:lnTo>
                  <a:pt x="86" y="1785"/>
                </a:lnTo>
                <a:lnTo>
                  <a:pt x="84" y="1778"/>
                </a:lnTo>
                <a:lnTo>
                  <a:pt x="54" y="1829"/>
                </a:lnTo>
                <a:lnTo>
                  <a:pt x="51" y="1829"/>
                </a:lnTo>
                <a:lnTo>
                  <a:pt x="48" y="1826"/>
                </a:lnTo>
                <a:lnTo>
                  <a:pt x="45" y="1820"/>
                </a:lnTo>
                <a:lnTo>
                  <a:pt x="42" y="1813"/>
                </a:lnTo>
                <a:lnTo>
                  <a:pt x="39" y="1805"/>
                </a:lnTo>
                <a:lnTo>
                  <a:pt x="36" y="1797"/>
                </a:lnTo>
                <a:lnTo>
                  <a:pt x="32" y="1791"/>
                </a:lnTo>
                <a:lnTo>
                  <a:pt x="28" y="1787"/>
                </a:lnTo>
                <a:lnTo>
                  <a:pt x="24" y="1784"/>
                </a:lnTo>
                <a:lnTo>
                  <a:pt x="21" y="1780"/>
                </a:lnTo>
                <a:lnTo>
                  <a:pt x="20" y="1773"/>
                </a:lnTo>
                <a:lnTo>
                  <a:pt x="20" y="1766"/>
                </a:lnTo>
                <a:lnTo>
                  <a:pt x="21" y="1760"/>
                </a:lnTo>
                <a:lnTo>
                  <a:pt x="22" y="1754"/>
                </a:lnTo>
                <a:lnTo>
                  <a:pt x="23" y="1749"/>
                </a:lnTo>
                <a:lnTo>
                  <a:pt x="23" y="1747"/>
                </a:lnTo>
                <a:lnTo>
                  <a:pt x="21" y="1746"/>
                </a:lnTo>
                <a:lnTo>
                  <a:pt x="17" y="1745"/>
                </a:lnTo>
                <a:lnTo>
                  <a:pt x="12" y="1742"/>
                </a:lnTo>
                <a:lnTo>
                  <a:pt x="6" y="1738"/>
                </a:lnTo>
                <a:lnTo>
                  <a:pt x="1" y="1732"/>
                </a:lnTo>
                <a:lnTo>
                  <a:pt x="0" y="1725"/>
                </a:lnTo>
                <a:lnTo>
                  <a:pt x="4" y="1716"/>
                </a:lnTo>
                <a:lnTo>
                  <a:pt x="12" y="1706"/>
                </a:lnTo>
                <a:lnTo>
                  <a:pt x="23" y="1694"/>
                </a:lnTo>
                <a:lnTo>
                  <a:pt x="32" y="1682"/>
                </a:lnTo>
                <a:lnTo>
                  <a:pt x="39" y="1672"/>
                </a:lnTo>
                <a:lnTo>
                  <a:pt x="45" y="1662"/>
                </a:lnTo>
                <a:lnTo>
                  <a:pt x="50" y="1654"/>
                </a:lnTo>
                <a:lnTo>
                  <a:pt x="54" y="1647"/>
                </a:lnTo>
                <a:lnTo>
                  <a:pt x="56" y="1642"/>
                </a:lnTo>
                <a:lnTo>
                  <a:pt x="57" y="1641"/>
                </a:lnTo>
                <a:lnTo>
                  <a:pt x="57" y="1639"/>
                </a:lnTo>
                <a:lnTo>
                  <a:pt x="58" y="1635"/>
                </a:lnTo>
                <a:lnTo>
                  <a:pt x="60" y="1628"/>
                </a:lnTo>
                <a:lnTo>
                  <a:pt x="62" y="1620"/>
                </a:lnTo>
                <a:lnTo>
                  <a:pt x="66" y="1612"/>
                </a:lnTo>
                <a:lnTo>
                  <a:pt x="71" y="1603"/>
                </a:lnTo>
                <a:lnTo>
                  <a:pt x="77" y="1594"/>
                </a:lnTo>
                <a:lnTo>
                  <a:pt x="84" y="1587"/>
                </a:lnTo>
                <a:lnTo>
                  <a:pt x="91" y="1579"/>
                </a:lnTo>
                <a:lnTo>
                  <a:pt x="96" y="1569"/>
                </a:lnTo>
                <a:lnTo>
                  <a:pt x="99" y="1558"/>
                </a:lnTo>
                <a:lnTo>
                  <a:pt x="103" y="1544"/>
                </a:lnTo>
                <a:lnTo>
                  <a:pt x="106" y="1533"/>
                </a:lnTo>
                <a:lnTo>
                  <a:pt x="109" y="1524"/>
                </a:lnTo>
                <a:lnTo>
                  <a:pt x="114" y="1517"/>
                </a:lnTo>
                <a:lnTo>
                  <a:pt x="121" y="1515"/>
                </a:lnTo>
                <a:lnTo>
                  <a:pt x="129" y="1514"/>
                </a:lnTo>
                <a:lnTo>
                  <a:pt x="137" y="1511"/>
                </a:lnTo>
                <a:lnTo>
                  <a:pt x="145" y="1507"/>
                </a:lnTo>
                <a:lnTo>
                  <a:pt x="151" y="1501"/>
                </a:lnTo>
                <a:lnTo>
                  <a:pt x="158" y="1495"/>
                </a:lnTo>
                <a:lnTo>
                  <a:pt x="162" y="1488"/>
                </a:lnTo>
                <a:lnTo>
                  <a:pt x="165" y="1482"/>
                </a:lnTo>
                <a:lnTo>
                  <a:pt x="166" y="1475"/>
                </a:lnTo>
                <a:lnTo>
                  <a:pt x="166" y="1468"/>
                </a:lnTo>
                <a:lnTo>
                  <a:pt x="167" y="1459"/>
                </a:lnTo>
                <a:lnTo>
                  <a:pt x="167" y="1448"/>
                </a:lnTo>
                <a:lnTo>
                  <a:pt x="168" y="1438"/>
                </a:lnTo>
                <a:lnTo>
                  <a:pt x="167" y="1429"/>
                </a:lnTo>
                <a:lnTo>
                  <a:pt x="167" y="1419"/>
                </a:lnTo>
                <a:lnTo>
                  <a:pt x="165" y="1411"/>
                </a:lnTo>
                <a:lnTo>
                  <a:pt x="163" y="1405"/>
                </a:lnTo>
                <a:lnTo>
                  <a:pt x="162" y="1398"/>
                </a:lnTo>
                <a:lnTo>
                  <a:pt x="164" y="1389"/>
                </a:lnTo>
                <a:lnTo>
                  <a:pt x="169" y="1380"/>
                </a:lnTo>
                <a:lnTo>
                  <a:pt x="175" y="1370"/>
                </a:lnTo>
                <a:lnTo>
                  <a:pt x="183" y="1360"/>
                </a:lnTo>
                <a:lnTo>
                  <a:pt x="191" y="1350"/>
                </a:lnTo>
                <a:lnTo>
                  <a:pt x="198" y="1342"/>
                </a:lnTo>
                <a:lnTo>
                  <a:pt x="205" y="1337"/>
                </a:lnTo>
                <a:lnTo>
                  <a:pt x="213" y="1330"/>
                </a:lnTo>
                <a:lnTo>
                  <a:pt x="224" y="1317"/>
                </a:lnTo>
                <a:lnTo>
                  <a:pt x="238" y="1299"/>
                </a:lnTo>
                <a:lnTo>
                  <a:pt x="254" y="1281"/>
                </a:lnTo>
                <a:lnTo>
                  <a:pt x="268" y="1261"/>
                </a:lnTo>
                <a:lnTo>
                  <a:pt x="279" y="1242"/>
                </a:lnTo>
                <a:lnTo>
                  <a:pt x="286" y="1226"/>
                </a:lnTo>
                <a:lnTo>
                  <a:pt x="288" y="1214"/>
                </a:lnTo>
                <a:lnTo>
                  <a:pt x="286" y="1205"/>
                </a:lnTo>
                <a:lnTo>
                  <a:pt x="285" y="1196"/>
                </a:lnTo>
                <a:lnTo>
                  <a:pt x="284" y="1188"/>
                </a:lnTo>
                <a:lnTo>
                  <a:pt x="285" y="1180"/>
                </a:lnTo>
                <a:lnTo>
                  <a:pt x="287" y="1172"/>
                </a:lnTo>
                <a:lnTo>
                  <a:pt x="290" y="1165"/>
                </a:lnTo>
                <a:lnTo>
                  <a:pt x="295" y="1157"/>
                </a:lnTo>
                <a:lnTo>
                  <a:pt x="303" y="1148"/>
                </a:lnTo>
                <a:lnTo>
                  <a:pt x="317" y="1135"/>
                </a:lnTo>
                <a:lnTo>
                  <a:pt x="325" y="1128"/>
                </a:lnTo>
                <a:lnTo>
                  <a:pt x="330" y="1125"/>
                </a:lnTo>
                <a:lnTo>
                  <a:pt x="331" y="1124"/>
                </a:lnTo>
                <a:lnTo>
                  <a:pt x="329" y="1124"/>
                </a:lnTo>
                <a:lnTo>
                  <a:pt x="325" y="1125"/>
                </a:lnTo>
                <a:lnTo>
                  <a:pt x="319" y="1127"/>
                </a:lnTo>
                <a:lnTo>
                  <a:pt x="311" y="1128"/>
                </a:lnTo>
                <a:lnTo>
                  <a:pt x="300" y="1128"/>
                </a:lnTo>
                <a:lnTo>
                  <a:pt x="290" y="1127"/>
                </a:lnTo>
                <a:lnTo>
                  <a:pt x="279" y="1125"/>
                </a:lnTo>
                <a:lnTo>
                  <a:pt x="269" y="1121"/>
                </a:lnTo>
                <a:lnTo>
                  <a:pt x="260" y="1116"/>
                </a:lnTo>
                <a:lnTo>
                  <a:pt x="253" y="1111"/>
                </a:lnTo>
                <a:lnTo>
                  <a:pt x="246" y="1106"/>
                </a:lnTo>
                <a:lnTo>
                  <a:pt x="243" y="1101"/>
                </a:lnTo>
                <a:lnTo>
                  <a:pt x="240" y="1095"/>
                </a:lnTo>
                <a:lnTo>
                  <a:pt x="239" y="1091"/>
                </a:lnTo>
                <a:lnTo>
                  <a:pt x="240" y="1086"/>
                </a:lnTo>
                <a:lnTo>
                  <a:pt x="241" y="1081"/>
                </a:lnTo>
                <a:lnTo>
                  <a:pt x="243" y="1074"/>
                </a:lnTo>
                <a:lnTo>
                  <a:pt x="247" y="1065"/>
                </a:lnTo>
                <a:lnTo>
                  <a:pt x="251" y="1054"/>
                </a:lnTo>
                <a:lnTo>
                  <a:pt x="256" y="1042"/>
                </a:lnTo>
                <a:lnTo>
                  <a:pt x="260" y="1031"/>
                </a:lnTo>
                <a:lnTo>
                  <a:pt x="263" y="1022"/>
                </a:lnTo>
                <a:lnTo>
                  <a:pt x="265" y="1016"/>
                </a:lnTo>
                <a:lnTo>
                  <a:pt x="266" y="1014"/>
                </a:lnTo>
                <a:lnTo>
                  <a:pt x="267" y="1013"/>
                </a:lnTo>
                <a:lnTo>
                  <a:pt x="270" y="1010"/>
                </a:lnTo>
                <a:lnTo>
                  <a:pt x="274" y="1006"/>
                </a:lnTo>
                <a:lnTo>
                  <a:pt x="280" y="1001"/>
                </a:lnTo>
                <a:lnTo>
                  <a:pt x="286" y="994"/>
                </a:lnTo>
                <a:lnTo>
                  <a:pt x="294" y="988"/>
                </a:lnTo>
                <a:lnTo>
                  <a:pt x="303" y="982"/>
                </a:lnTo>
                <a:lnTo>
                  <a:pt x="311" y="977"/>
                </a:lnTo>
                <a:lnTo>
                  <a:pt x="320" y="971"/>
                </a:lnTo>
                <a:lnTo>
                  <a:pt x="332" y="962"/>
                </a:lnTo>
                <a:lnTo>
                  <a:pt x="344" y="952"/>
                </a:lnTo>
                <a:lnTo>
                  <a:pt x="358" y="940"/>
                </a:lnTo>
                <a:lnTo>
                  <a:pt x="370" y="930"/>
                </a:lnTo>
                <a:lnTo>
                  <a:pt x="382" y="921"/>
                </a:lnTo>
                <a:lnTo>
                  <a:pt x="392" y="914"/>
                </a:lnTo>
                <a:lnTo>
                  <a:pt x="400" y="910"/>
                </a:lnTo>
                <a:lnTo>
                  <a:pt x="408" y="908"/>
                </a:lnTo>
                <a:lnTo>
                  <a:pt x="417" y="908"/>
                </a:lnTo>
                <a:lnTo>
                  <a:pt x="426" y="907"/>
                </a:lnTo>
                <a:lnTo>
                  <a:pt x="435" y="906"/>
                </a:lnTo>
                <a:lnTo>
                  <a:pt x="443" y="905"/>
                </a:lnTo>
                <a:lnTo>
                  <a:pt x="450" y="903"/>
                </a:lnTo>
                <a:lnTo>
                  <a:pt x="455" y="900"/>
                </a:lnTo>
                <a:lnTo>
                  <a:pt x="457" y="895"/>
                </a:lnTo>
                <a:lnTo>
                  <a:pt x="455" y="891"/>
                </a:lnTo>
                <a:lnTo>
                  <a:pt x="447" y="888"/>
                </a:lnTo>
                <a:lnTo>
                  <a:pt x="438" y="887"/>
                </a:lnTo>
                <a:lnTo>
                  <a:pt x="426" y="886"/>
                </a:lnTo>
                <a:lnTo>
                  <a:pt x="412" y="887"/>
                </a:lnTo>
                <a:lnTo>
                  <a:pt x="397" y="890"/>
                </a:lnTo>
                <a:lnTo>
                  <a:pt x="383" y="893"/>
                </a:lnTo>
                <a:lnTo>
                  <a:pt x="370" y="899"/>
                </a:lnTo>
                <a:lnTo>
                  <a:pt x="365" y="901"/>
                </a:lnTo>
                <a:lnTo>
                  <a:pt x="360" y="903"/>
                </a:lnTo>
                <a:lnTo>
                  <a:pt x="356" y="905"/>
                </a:lnTo>
                <a:lnTo>
                  <a:pt x="351" y="906"/>
                </a:lnTo>
                <a:lnTo>
                  <a:pt x="362" y="897"/>
                </a:lnTo>
                <a:lnTo>
                  <a:pt x="373" y="890"/>
                </a:lnTo>
                <a:lnTo>
                  <a:pt x="385" y="883"/>
                </a:lnTo>
                <a:lnTo>
                  <a:pt x="397" y="877"/>
                </a:lnTo>
                <a:lnTo>
                  <a:pt x="412" y="872"/>
                </a:lnTo>
                <a:lnTo>
                  <a:pt x="426" y="867"/>
                </a:lnTo>
                <a:lnTo>
                  <a:pt x="442" y="862"/>
                </a:lnTo>
                <a:lnTo>
                  <a:pt x="460" y="859"/>
                </a:lnTo>
                <a:lnTo>
                  <a:pt x="481" y="855"/>
                </a:lnTo>
                <a:lnTo>
                  <a:pt x="500" y="851"/>
                </a:lnTo>
                <a:lnTo>
                  <a:pt x="518" y="845"/>
                </a:lnTo>
                <a:lnTo>
                  <a:pt x="534" y="839"/>
                </a:lnTo>
                <a:lnTo>
                  <a:pt x="548" y="834"/>
                </a:lnTo>
                <a:lnTo>
                  <a:pt x="562" y="827"/>
                </a:lnTo>
                <a:lnTo>
                  <a:pt x="573" y="821"/>
                </a:lnTo>
                <a:lnTo>
                  <a:pt x="583" y="814"/>
                </a:lnTo>
                <a:lnTo>
                  <a:pt x="592" y="808"/>
                </a:lnTo>
                <a:lnTo>
                  <a:pt x="599" y="801"/>
                </a:lnTo>
                <a:lnTo>
                  <a:pt x="607" y="794"/>
                </a:lnTo>
                <a:lnTo>
                  <a:pt x="613" y="788"/>
                </a:lnTo>
                <a:lnTo>
                  <a:pt x="617" y="782"/>
                </a:lnTo>
                <a:lnTo>
                  <a:pt x="621" y="776"/>
                </a:lnTo>
                <a:lnTo>
                  <a:pt x="624" y="771"/>
                </a:lnTo>
                <a:lnTo>
                  <a:pt x="627" y="767"/>
                </a:lnTo>
                <a:lnTo>
                  <a:pt x="637" y="758"/>
                </a:lnTo>
                <a:lnTo>
                  <a:pt x="655" y="746"/>
                </a:lnTo>
                <a:lnTo>
                  <a:pt x="678" y="735"/>
                </a:lnTo>
                <a:lnTo>
                  <a:pt x="704" y="723"/>
                </a:lnTo>
                <a:lnTo>
                  <a:pt x="730" y="711"/>
                </a:lnTo>
                <a:lnTo>
                  <a:pt x="753" y="699"/>
                </a:lnTo>
                <a:lnTo>
                  <a:pt x="771" y="687"/>
                </a:lnTo>
                <a:lnTo>
                  <a:pt x="782" y="677"/>
                </a:lnTo>
                <a:lnTo>
                  <a:pt x="788" y="668"/>
                </a:lnTo>
                <a:lnTo>
                  <a:pt x="795" y="659"/>
                </a:lnTo>
                <a:lnTo>
                  <a:pt x="803" y="651"/>
                </a:lnTo>
                <a:lnTo>
                  <a:pt x="810" y="643"/>
                </a:lnTo>
                <a:lnTo>
                  <a:pt x="818" y="638"/>
                </a:lnTo>
                <a:lnTo>
                  <a:pt x="826" y="636"/>
                </a:lnTo>
                <a:lnTo>
                  <a:pt x="834" y="638"/>
                </a:lnTo>
                <a:lnTo>
                  <a:pt x="843" y="644"/>
                </a:lnTo>
                <a:lnTo>
                  <a:pt x="854" y="653"/>
                </a:lnTo>
                <a:lnTo>
                  <a:pt x="866" y="660"/>
                </a:lnTo>
                <a:lnTo>
                  <a:pt x="877" y="665"/>
                </a:lnTo>
                <a:lnTo>
                  <a:pt x="888" y="670"/>
                </a:lnTo>
                <a:lnTo>
                  <a:pt x="897" y="674"/>
                </a:lnTo>
                <a:lnTo>
                  <a:pt x="906" y="677"/>
                </a:lnTo>
                <a:lnTo>
                  <a:pt x="911" y="678"/>
                </a:lnTo>
                <a:lnTo>
                  <a:pt x="913" y="679"/>
                </a:lnTo>
                <a:lnTo>
                  <a:pt x="917" y="677"/>
                </a:lnTo>
                <a:lnTo>
                  <a:pt x="928" y="671"/>
                </a:lnTo>
                <a:lnTo>
                  <a:pt x="943" y="662"/>
                </a:lnTo>
                <a:lnTo>
                  <a:pt x="962" y="651"/>
                </a:lnTo>
                <a:lnTo>
                  <a:pt x="981" y="638"/>
                </a:lnTo>
                <a:lnTo>
                  <a:pt x="998" y="627"/>
                </a:lnTo>
                <a:lnTo>
                  <a:pt x="1014" y="616"/>
                </a:lnTo>
                <a:lnTo>
                  <a:pt x="1023" y="608"/>
                </a:lnTo>
                <a:lnTo>
                  <a:pt x="1031" y="599"/>
                </a:lnTo>
                <a:lnTo>
                  <a:pt x="1042" y="584"/>
                </a:lnTo>
                <a:lnTo>
                  <a:pt x="1057" y="567"/>
                </a:lnTo>
                <a:lnTo>
                  <a:pt x="1073" y="547"/>
                </a:lnTo>
                <a:lnTo>
                  <a:pt x="1090" y="526"/>
                </a:lnTo>
                <a:lnTo>
                  <a:pt x="1109" y="506"/>
                </a:lnTo>
                <a:lnTo>
                  <a:pt x="1127" y="486"/>
                </a:lnTo>
                <a:lnTo>
                  <a:pt x="1145" y="471"/>
                </a:lnTo>
                <a:lnTo>
                  <a:pt x="1163" y="462"/>
                </a:lnTo>
                <a:lnTo>
                  <a:pt x="1179" y="457"/>
                </a:lnTo>
                <a:lnTo>
                  <a:pt x="1194" y="456"/>
                </a:lnTo>
                <a:lnTo>
                  <a:pt x="1210" y="454"/>
                </a:lnTo>
                <a:lnTo>
                  <a:pt x="1224" y="451"/>
                </a:lnTo>
                <a:lnTo>
                  <a:pt x="1239" y="442"/>
                </a:lnTo>
                <a:lnTo>
                  <a:pt x="1255" y="426"/>
                </a:lnTo>
                <a:lnTo>
                  <a:pt x="1272" y="402"/>
                </a:lnTo>
                <a:lnTo>
                  <a:pt x="1281" y="387"/>
                </a:lnTo>
                <a:lnTo>
                  <a:pt x="1291" y="375"/>
                </a:lnTo>
                <a:lnTo>
                  <a:pt x="1302" y="365"/>
                </a:lnTo>
                <a:lnTo>
                  <a:pt x="1312" y="357"/>
                </a:lnTo>
                <a:lnTo>
                  <a:pt x="1322" y="350"/>
                </a:lnTo>
                <a:lnTo>
                  <a:pt x="1332" y="344"/>
                </a:lnTo>
                <a:lnTo>
                  <a:pt x="1343" y="339"/>
                </a:lnTo>
                <a:lnTo>
                  <a:pt x="1355" y="336"/>
                </a:lnTo>
                <a:lnTo>
                  <a:pt x="1365" y="333"/>
                </a:lnTo>
                <a:lnTo>
                  <a:pt x="1376" y="331"/>
                </a:lnTo>
                <a:lnTo>
                  <a:pt x="1387" y="330"/>
                </a:lnTo>
                <a:lnTo>
                  <a:pt x="1397" y="328"/>
                </a:lnTo>
                <a:lnTo>
                  <a:pt x="1409" y="326"/>
                </a:lnTo>
                <a:lnTo>
                  <a:pt x="1419" y="325"/>
                </a:lnTo>
                <a:lnTo>
                  <a:pt x="1429" y="323"/>
                </a:lnTo>
                <a:lnTo>
                  <a:pt x="1439" y="320"/>
                </a:lnTo>
                <a:lnTo>
                  <a:pt x="1459" y="314"/>
                </a:lnTo>
                <a:lnTo>
                  <a:pt x="1477" y="307"/>
                </a:lnTo>
                <a:lnTo>
                  <a:pt x="1493" y="299"/>
                </a:lnTo>
                <a:lnTo>
                  <a:pt x="1508" y="289"/>
                </a:lnTo>
                <a:lnTo>
                  <a:pt x="1521" y="277"/>
                </a:lnTo>
                <a:lnTo>
                  <a:pt x="1532" y="262"/>
                </a:lnTo>
                <a:lnTo>
                  <a:pt x="1541" y="243"/>
                </a:lnTo>
                <a:lnTo>
                  <a:pt x="1547" y="220"/>
                </a:lnTo>
                <a:lnTo>
                  <a:pt x="1554" y="196"/>
                </a:lnTo>
                <a:lnTo>
                  <a:pt x="1562" y="172"/>
                </a:lnTo>
                <a:lnTo>
                  <a:pt x="1571" y="150"/>
                </a:lnTo>
                <a:lnTo>
                  <a:pt x="1580" y="129"/>
                </a:lnTo>
                <a:lnTo>
                  <a:pt x="1588" y="112"/>
                </a:lnTo>
                <a:lnTo>
                  <a:pt x="1596" y="97"/>
                </a:lnTo>
                <a:lnTo>
                  <a:pt x="1602" y="85"/>
                </a:lnTo>
                <a:lnTo>
                  <a:pt x="1605" y="77"/>
                </a:lnTo>
                <a:lnTo>
                  <a:pt x="1611" y="69"/>
                </a:lnTo>
                <a:lnTo>
                  <a:pt x="1622" y="59"/>
                </a:lnTo>
                <a:lnTo>
                  <a:pt x="1637" y="47"/>
                </a:lnTo>
                <a:lnTo>
                  <a:pt x="1654" y="34"/>
                </a:lnTo>
                <a:lnTo>
                  <a:pt x="1670" y="23"/>
                </a:lnTo>
                <a:lnTo>
                  <a:pt x="1684" y="13"/>
                </a:lnTo>
                <a:lnTo>
                  <a:pt x="1694" y="6"/>
                </a:lnTo>
                <a:lnTo>
                  <a:pt x="1699" y="4"/>
                </a:lnTo>
                <a:lnTo>
                  <a:pt x="1700" y="4"/>
                </a:lnTo>
                <a:lnTo>
                  <a:pt x="1700" y="3"/>
                </a:lnTo>
                <a:lnTo>
                  <a:pt x="1700" y="1"/>
                </a:lnTo>
                <a:lnTo>
                  <a:pt x="1699" y="1"/>
                </a:lnTo>
                <a:lnTo>
                  <a:pt x="1699" y="0"/>
                </a:lnTo>
                <a:close/>
              </a:path>
            </a:pathLst>
          </a:custGeom>
          <a:solidFill>
            <a:srgbClr val="FF9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16" name="Freeform 973">
            <a:extLst>
              <a:ext uri="{FF2B5EF4-FFF2-40B4-BE49-F238E27FC236}">
                <a16:creationId xmlns:a16="http://schemas.microsoft.com/office/drawing/2014/main" id="{1C4F074B-B93A-699B-87B0-1EFA3114E15D}"/>
              </a:ext>
            </a:extLst>
          </p:cNvPr>
          <p:cNvSpPr>
            <a:spLocks/>
          </p:cNvSpPr>
          <p:nvPr/>
        </p:nvSpPr>
        <p:spPr bwMode="auto">
          <a:xfrm>
            <a:off x="6243638" y="4403725"/>
            <a:ext cx="309562" cy="284163"/>
          </a:xfrm>
          <a:custGeom>
            <a:avLst/>
            <a:gdLst>
              <a:gd name="T0" fmla="*/ 2147483646 w 1875"/>
              <a:gd name="T1" fmla="*/ 2147483646 h 1917"/>
              <a:gd name="T2" fmla="*/ 2147483646 w 1875"/>
              <a:gd name="T3" fmla="*/ 2147483646 h 1917"/>
              <a:gd name="T4" fmla="*/ 2147483646 w 1875"/>
              <a:gd name="T5" fmla="*/ 2147483646 h 1917"/>
              <a:gd name="T6" fmla="*/ 2147483646 w 1875"/>
              <a:gd name="T7" fmla="*/ 2147483646 h 1917"/>
              <a:gd name="T8" fmla="*/ 2147483646 w 1875"/>
              <a:gd name="T9" fmla="*/ 2147483646 h 1917"/>
              <a:gd name="T10" fmla="*/ 2147483646 w 1875"/>
              <a:gd name="T11" fmla="*/ 2147483646 h 1917"/>
              <a:gd name="T12" fmla="*/ 2147483646 w 1875"/>
              <a:gd name="T13" fmla="*/ 2147483646 h 1917"/>
              <a:gd name="T14" fmla="*/ 2147483646 w 1875"/>
              <a:gd name="T15" fmla="*/ 2147483646 h 1917"/>
              <a:gd name="T16" fmla="*/ 2147483646 w 1875"/>
              <a:gd name="T17" fmla="*/ 2147483646 h 1917"/>
              <a:gd name="T18" fmla="*/ 2147483646 w 1875"/>
              <a:gd name="T19" fmla="*/ 2147483646 h 1917"/>
              <a:gd name="T20" fmla="*/ 2147483646 w 1875"/>
              <a:gd name="T21" fmla="*/ 2147483646 h 1917"/>
              <a:gd name="T22" fmla="*/ 2147483646 w 1875"/>
              <a:gd name="T23" fmla="*/ 2147483646 h 1917"/>
              <a:gd name="T24" fmla="*/ 2147483646 w 1875"/>
              <a:gd name="T25" fmla="*/ 2147483646 h 1917"/>
              <a:gd name="T26" fmla="*/ 2147483646 w 1875"/>
              <a:gd name="T27" fmla="*/ 2147483646 h 1917"/>
              <a:gd name="T28" fmla="*/ 2147483646 w 1875"/>
              <a:gd name="T29" fmla="*/ 2147483646 h 1917"/>
              <a:gd name="T30" fmla="*/ 2147483646 w 1875"/>
              <a:gd name="T31" fmla="*/ 2147483646 h 1917"/>
              <a:gd name="T32" fmla="*/ 2147483646 w 1875"/>
              <a:gd name="T33" fmla="*/ 2147483646 h 1917"/>
              <a:gd name="T34" fmla="*/ 2147483646 w 1875"/>
              <a:gd name="T35" fmla="*/ 2147483646 h 1917"/>
              <a:gd name="T36" fmla="*/ 2147483646 w 1875"/>
              <a:gd name="T37" fmla="*/ 2147483646 h 1917"/>
              <a:gd name="T38" fmla="*/ 2147483646 w 1875"/>
              <a:gd name="T39" fmla="*/ 2147483646 h 1917"/>
              <a:gd name="T40" fmla="*/ 2147483646 w 1875"/>
              <a:gd name="T41" fmla="*/ 2147483646 h 1917"/>
              <a:gd name="T42" fmla="*/ 2147483646 w 1875"/>
              <a:gd name="T43" fmla="*/ 2147483646 h 1917"/>
              <a:gd name="T44" fmla="*/ 2147483646 w 1875"/>
              <a:gd name="T45" fmla="*/ 2147483646 h 1917"/>
              <a:gd name="T46" fmla="*/ 2147483646 w 1875"/>
              <a:gd name="T47" fmla="*/ 2147483646 h 1917"/>
              <a:gd name="T48" fmla="*/ 2147483646 w 1875"/>
              <a:gd name="T49" fmla="*/ 2147483646 h 1917"/>
              <a:gd name="T50" fmla="*/ 2147483646 w 1875"/>
              <a:gd name="T51" fmla="*/ 2147483646 h 1917"/>
              <a:gd name="T52" fmla="*/ 2147483646 w 1875"/>
              <a:gd name="T53" fmla="*/ 2147483646 h 1917"/>
              <a:gd name="T54" fmla="*/ 2147483646 w 1875"/>
              <a:gd name="T55" fmla="*/ 2147483646 h 1917"/>
              <a:gd name="T56" fmla="*/ 2147483646 w 1875"/>
              <a:gd name="T57" fmla="*/ 2147483646 h 1917"/>
              <a:gd name="T58" fmla="*/ 2147483646 w 1875"/>
              <a:gd name="T59" fmla="*/ 2147483646 h 1917"/>
              <a:gd name="T60" fmla="*/ 2147483646 w 1875"/>
              <a:gd name="T61" fmla="*/ 2147483646 h 1917"/>
              <a:gd name="T62" fmla="*/ 2147483646 w 1875"/>
              <a:gd name="T63" fmla="*/ 2147483646 h 1917"/>
              <a:gd name="T64" fmla="*/ 2147483646 w 1875"/>
              <a:gd name="T65" fmla="*/ 2147483646 h 1917"/>
              <a:gd name="T66" fmla="*/ 2147483646 w 1875"/>
              <a:gd name="T67" fmla="*/ 2147483646 h 1917"/>
              <a:gd name="T68" fmla="*/ 2147483646 w 1875"/>
              <a:gd name="T69" fmla="*/ 2147483646 h 1917"/>
              <a:gd name="T70" fmla="*/ 2147483646 w 1875"/>
              <a:gd name="T71" fmla="*/ 2147483646 h 1917"/>
              <a:gd name="T72" fmla="*/ 2147483646 w 1875"/>
              <a:gd name="T73" fmla="*/ 2147483646 h 1917"/>
              <a:gd name="T74" fmla="*/ 2147483646 w 1875"/>
              <a:gd name="T75" fmla="*/ 2147483646 h 1917"/>
              <a:gd name="T76" fmla="*/ 2147483646 w 1875"/>
              <a:gd name="T77" fmla="*/ 2147483646 h 1917"/>
              <a:gd name="T78" fmla="*/ 2147483646 w 1875"/>
              <a:gd name="T79" fmla="*/ 2147483646 h 1917"/>
              <a:gd name="T80" fmla="*/ 2147483646 w 1875"/>
              <a:gd name="T81" fmla="*/ 2147483646 h 1917"/>
              <a:gd name="T82" fmla="*/ 2147483646 w 1875"/>
              <a:gd name="T83" fmla="*/ 2147483646 h 1917"/>
              <a:gd name="T84" fmla="*/ 2147483646 w 1875"/>
              <a:gd name="T85" fmla="*/ 2147483646 h 1917"/>
              <a:gd name="T86" fmla="*/ 2147483646 w 1875"/>
              <a:gd name="T87" fmla="*/ 2147483646 h 1917"/>
              <a:gd name="T88" fmla="*/ 2147483646 w 1875"/>
              <a:gd name="T89" fmla="*/ 2147483646 h 1917"/>
              <a:gd name="T90" fmla="*/ 2147483646 w 1875"/>
              <a:gd name="T91" fmla="*/ 2147483646 h 1917"/>
              <a:gd name="T92" fmla="*/ 2147483646 w 1875"/>
              <a:gd name="T93" fmla="*/ 2147483646 h 1917"/>
              <a:gd name="T94" fmla="*/ 2147483646 w 1875"/>
              <a:gd name="T95" fmla="*/ 2147483646 h 1917"/>
              <a:gd name="T96" fmla="*/ 2147483646 w 1875"/>
              <a:gd name="T97" fmla="*/ 2147483646 h 1917"/>
              <a:gd name="T98" fmla="*/ 2147483646 w 1875"/>
              <a:gd name="T99" fmla="*/ 2147483646 h 1917"/>
              <a:gd name="T100" fmla="*/ 2147483646 w 1875"/>
              <a:gd name="T101" fmla="*/ 2147483646 h 1917"/>
              <a:gd name="T102" fmla="*/ 2147483646 w 1875"/>
              <a:gd name="T103" fmla="*/ 2147483646 h 1917"/>
              <a:gd name="T104" fmla="*/ 2147483646 w 1875"/>
              <a:gd name="T105" fmla="*/ 2147483646 h 1917"/>
              <a:gd name="T106" fmla="*/ 2147483646 w 1875"/>
              <a:gd name="T107" fmla="*/ 2147483646 h 1917"/>
              <a:gd name="T108" fmla="*/ 2147483646 w 1875"/>
              <a:gd name="T109" fmla="*/ 2147483646 h 1917"/>
              <a:gd name="T110" fmla="*/ 2147483646 w 1875"/>
              <a:gd name="T111" fmla="*/ 2147483646 h 1917"/>
              <a:gd name="T112" fmla="*/ 2147483646 w 1875"/>
              <a:gd name="T113" fmla="*/ 2147483646 h 1917"/>
              <a:gd name="T114" fmla="*/ 2147483646 w 1875"/>
              <a:gd name="T115" fmla="*/ 2147483646 h 1917"/>
              <a:gd name="T116" fmla="*/ 2147483646 w 1875"/>
              <a:gd name="T117" fmla="*/ 2147483646 h 19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5" h="1917">
                <a:moveTo>
                  <a:pt x="1699" y="0"/>
                </a:moveTo>
                <a:lnTo>
                  <a:pt x="1699" y="0"/>
                </a:lnTo>
                <a:lnTo>
                  <a:pt x="1707" y="5"/>
                </a:lnTo>
                <a:lnTo>
                  <a:pt x="1714" y="11"/>
                </a:lnTo>
                <a:lnTo>
                  <a:pt x="1718" y="17"/>
                </a:lnTo>
                <a:lnTo>
                  <a:pt x="1720" y="23"/>
                </a:lnTo>
                <a:lnTo>
                  <a:pt x="1721" y="34"/>
                </a:lnTo>
                <a:lnTo>
                  <a:pt x="1721" y="46"/>
                </a:lnTo>
                <a:lnTo>
                  <a:pt x="1722" y="56"/>
                </a:lnTo>
                <a:lnTo>
                  <a:pt x="1723" y="64"/>
                </a:lnTo>
                <a:lnTo>
                  <a:pt x="1725" y="72"/>
                </a:lnTo>
                <a:lnTo>
                  <a:pt x="1730" y="77"/>
                </a:lnTo>
                <a:lnTo>
                  <a:pt x="1737" y="81"/>
                </a:lnTo>
                <a:lnTo>
                  <a:pt x="1749" y="82"/>
                </a:lnTo>
                <a:lnTo>
                  <a:pt x="1762" y="82"/>
                </a:lnTo>
                <a:lnTo>
                  <a:pt x="1774" y="81"/>
                </a:lnTo>
                <a:lnTo>
                  <a:pt x="1786" y="81"/>
                </a:lnTo>
                <a:lnTo>
                  <a:pt x="1798" y="82"/>
                </a:lnTo>
                <a:lnTo>
                  <a:pt x="1808" y="85"/>
                </a:lnTo>
                <a:lnTo>
                  <a:pt x="1818" y="90"/>
                </a:lnTo>
                <a:lnTo>
                  <a:pt x="1827" y="99"/>
                </a:lnTo>
                <a:lnTo>
                  <a:pt x="1834" y="111"/>
                </a:lnTo>
                <a:lnTo>
                  <a:pt x="1840" y="126"/>
                </a:lnTo>
                <a:lnTo>
                  <a:pt x="1844" y="143"/>
                </a:lnTo>
                <a:lnTo>
                  <a:pt x="1845" y="162"/>
                </a:lnTo>
                <a:lnTo>
                  <a:pt x="1846" y="179"/>
                </a:lnTo>
                <a:lnTo>
                  <a:pt x="1845" y="196"/>
                </a:lnTo>
                <a:lnTo>
                  <a:pt x="1844" y="209"/>
                </a:lnTo>
                <a:lnTo>
                  <a:pt x="1842" y="218"/>
                </a:lnTo>
                <a:lnTo>
                  <a:pt x="1842" y="221"/>
                </a:lnTo>
                <a:lnTo>
                  <a:pt x="1843" y="222"/>
                </a:lnTo>
                <a:lnTo>
                  <a:pt x="1846" y="225"/>
                </a:lnTo>
                <a:lnTo>
                  <a:pt x="1851" y="229"/>
                </a:lnTo>
                <a:lnTo>
                  <a:pt x="1856" y="235"/>
                </a:lnTo>
                <a:lnTo>
                  <a:pt x="1861" y="242"/>
                </a:lnTo>
                <a:lnTo>
                  <a:pt x="1867" y="252"/>
                </a:lnTo>
                <a:lnTo>
                  <a:pt x="1871" y="263"/>
                </a:lnTo>
                <a:lnTo>
                  <a:pt x="1875" y="274"/>
                </a:lnTo>
                <a:lnTo>
                  <a:pt x="1875" y="287"/>
                </a:lnTo>
                <a:lnTo>
                  <a:pt x="1871" y="302"/>
                </a:lnTo>
                <a:lnTo>
                  <a:pt x="1864" y="316"/>
                </a:lnTo>
                <a:lnTo>
                  <a:pt x="1856" y="330"/>
                </a:lnTo>
                <a:lnTo>
                  <a:pt x="1846" y="343"/>
                </a:lnTo>
                <a:lnTo>
                  <a:pt x="1839" y="357"/>
                </a:lnTo>
                <a:lnTo>
                  <a:pt x="1834" y="368"/>
                </a:lnTo>
                <a:lnTo>
                  <a:pt x="1834" y="378"/>
                </a:lnTo>
                <a:lnTo>
                  <a:pt x="1834" y="387"/>
                </a:lnTo>
                <a:lnTo>
                  <a:pt x="1831" y="398"/>
                </a:lnTo>
                <a:lnTo>
                  <a:pt x="1826" y="407"/>
                </a:lnTo>
                <a:lnTo>
                  <a:pt x="1819" y="416"/>
                </a:lnTo>
                <a:lnTo>
                  <a:pt x="1812" y="424"/>
                </a:lnTo>
                <a:lnTo>
                  <a:pt x="1806" y="430"/>
                </a:lnTo>
                <a:lnTo>
                  <a:pt x="1802" y="434"/>
                </a:lnTo>
                <a:lnTo>
                  <a:pt x="1800" y="435"/>
                </a:lnTo>
                <a:lnTo>
                  <a:pt x="1798" y="436"/>
                </a:lnTo>
                <a:lnTo>
                  <a:pt x="1791" y="439"/>
                </a:lnTo>
                <a:lnTo>
                  <a:pt x="1783" y="445"/>
                </a:lnTo>
                <a:lnTo>
                  <a:pt x="1774" y="453"/>
                </a:lnTo>
                <a:lnTo>
                  <a:pt x="1766" y="462"/>
                </a:lnTo>
                <a:lnTo>
                  <a:pt x="1759" y="472"/>
                </a:lnTo>
                <a:lnTo>
                  <a:pt x="1757" y="484"/>
                </a:lnTo>
                <a:lnTo>
                  <a:pt x="1759" y="499"/>
                </a:lnTo>
                <a:lnTo>
                  <a:pt x="1765" y="514"/>
                </a:lnTo>
                <a:lnTo>
                  <a:pt x="1771" y="530"/>
                </a:lnTo>
                <a:lnTo>
                  <a:pt x="1777" y="545"/>
                </a:lnTo>
                <a:lnTo>
                  <a:pt x="1781" y="561"/>
                </a:lnTo>
                <a:lnTo>
                  <a:pt x="1783" y="576"/>
                </a:lnTo>
                <a:lnTo>
                  <a:pt x="1781" y="588"/>
                </a:lnTo>
                <a:lnTo>
                  <a:pt x="1776" y="600"/>
                </a:lnTo>
                <a:lnTo>
                  <a:pt x="1765" y="609"/>
                </a:lnTo>
                <a:lnTo>
                  <a:pt x="1750" y="616"/>
                </a:lnTo>
                <a:lnTo>
                  <a:pt x="1733" y="621"/>
                </a:lnTo>
                <a:lnTo>
                  <a:pt x="1715" y="625"/>
                </a:lnTo>
                <a:lnTo>
                  <a:pt x="1699" y="627"/>
                </a:lnTo>
                <a:lnTo>
                  <a:pt x="1682" y="629"/>
                </a:lnTo>
                <a:lnTo>
                  <a:pt x="1670" y="630"/>
                </a:lnTo>
                <a:lnTo>
                  <a:pt x="1662" y="631"/>
                </a:lnTo>
                <a:lnTo>
                  <a:pt x="1659" y="631"/>
                </a:lnTo>
                <a:lnTo>
                  <a:pt x="1656" y="631"/>
                </a:lnTo>
                <a:lnTo>
                  <a:pt x="1647" y="631"/>
                </a:lnTo>
                <a:lnTo>
                  <a:pt x="1636" y="630"/>
                </a:lnTo>
                <a:lnTo>
                  <a:pt x="1622" y="628"/>
                </a:lnTo>
                <a:lnTo>
                  <a:pt x="1607" y="626"/>
                </a:lnTo>
                <a:lnTo>
                  <a:pt x="1591" y="622"/>
                </a:lnTo>
                <a:lnTo>
                  <a:pt x="1578" y="616"/>
                </a:lnTo>
                <a:lnTo>
                  <a:pt x="1567" y="609"/>
                </a:lnTo>
                <a:lnTo>
                  <a:pt x="1558" y="602"/>
                </a:lnTo>
                <a:lnTo>
                  <a:pt x="1549" y="598"/>
                </a:lnTo>
                <a:lnTo>
                  <a:pt x="1540" y="596"/>
                </a:lnTo>
                <a:lnTo>
                  <a:pt x="1533" y="598"/>
                </a:lnTo>
                <a:lnTo>
                  <a:pt x="1525" y="602"/>
                </a:lnTo>
                <a:lnTo>
                  <a:pt x="1518" y="607"/>
                </a:lnTo>
                <a:lnTo>
                  <a:pt x="1510" y="613"/>
                </a:lnTo>
                <a:lnTo>
                  <a:pt x="1502" y="621"/>
                </a:lnTo>
                <a:lnTo>
                  <a:pt x="1494" y="630"/>
                </a:lnTo>
                <a:lnTo>
                  <a:pt x="1488" y="640"/>
                </a:lnTo>
                <a:lnTo>
                  <a:pt x="1484" y="651"/>
                </a:lnTo>
                <a:lnTo>
                  <a:pt x="1482" y="661"/>
                </a:lnTo>
                <a:lnTo>
                  <a:pt x="1481" y="671"/>
                </a:lnTo>
                <a:lnTo>
                  <a:pt x="1481" y="681"/>
                </a:lnTo>
                <a:lnTo>
                  <a:pt x="1482" y="689"/>
                </a:lnTo>
                <a:lnTo>
                  <a:pt x="1485" y="696"/>
                </a:lnTo>
                <a:lnTo>
                  <a:pt x="1489" y="703"/>
                </a:lnTo>
                <a:lnTo>
                  <a:pt x="1494" y="709"/>
                </a:lnTo>
                <a:lnTo>
                  <a:pt x="1501" y="714"/>
                </a:lnTo>
                <a:lnTo>
                  <a:pt x="1507" y="719"/>
                </a:lnTo>
                <a:lnTo>
                  <a:pt x="1513" y="723"/>
                </a:lnTo>
                <a:lnTo>
                  <a:pt x="1518" y="726"/>
                </a:lnTo>
                <a:lnTo>
                  <a:pt x="1521" y="728"/>
                </a:lnTo>
                <a:lnTo>
                  <a:pt x="1522" y="729"/>
                </a:lnTo>
                <a:lnTo>
                  <a:pt x="1479" y="766"/>
                </a:lnTo>
                <a:lnTo>
                  <a:pt x="1477" y="768"/>
                </a:lnTo>
                <a:lnTo>
                  <a:pt x="1473" y="773"/>
                </a:lnTo>
                <a:lnTo>
                  <a:pt x="1466" y="780"/>
                </a:lnTo>
                <a:lnTo>
                  <a:pt x="1457" y="788"/>
                </a:lnTo>
                <a:lnTo>
                  <a:pt x="1446" y="796"/>
                </a:lnTo>
                <a:lnTo>
                  <a:pt x="1436" y="804"/>
                </a:lnTo>
                <a:lnTo>
                  <a:pt x="1426" y="809"/>
                </a:lnTo>
                <a:lnTo>
                  <a:pt x="1416" y="811"/>
                </a:lnTo>
                <a:lnTo>
                  <a:pt x="1405" y="812"/>
                </a:lnTo>
                <a:lnTo>
                  <a:pt x="1391" y="813"/>
                </a:lnTo>
                <a:lnTo>
                  <a:pt x="1378" y="816"/>
                </a:lnTo>
                <a:lnTo>
                  <a:pt x="1368" y="819"/>
                </a:lnTo>
                <a:lnTo>
                  <a:pt x="1361" y="823"/>
                </a:lnTo>
                <a:lnTo>
                  <a:pt x="1359" y="827"/>
                </a:lnTo>
                <a:lnTo>
                  <a:pt x="1365" y="832"/>
                </a:lnTo>
                <a:lnTo>
                  <a:pt x="1379" y="837"/>
                </a:lnTo>
                <a:lnTo>
                  <a:pt x="1396" y="844"/>
                </a:lnTo>
                <a:lnTo>
                  <a:pt x="1409" y="857"/>
                </a:lnTo>
                <a:lnTo>
                  <a:pt x="1417" y="872"/>
                </a:lnTo>
                <a:lnTo>
                  <a:pt x="1422" y="888"/>
                </a:lnTo>
                <a:lnTo>
                  <a:pt x="1424" y="905"/>
                </a:lnTo>
                <a:lnTo>
                  <a:pt x="1424" y="918"/>
                </a:lnTo>
                <a:lnTo>
                  <a:pt x="1424" y="928"/>
                </a:lnTo>
                <a:lnTo>
                  <a:pt x="1424" y="931"/>
                </a:lnTo>
                <a:lnTo>
                  <a:pt x="1410" y="980"/>
                </a:lnTo>
                <a:lnTo>
                  <a:pt x="1395" y="1027"/>
                </a:lnTo>
                <a:lnTo>
                  <a:pt x="1397" y="1026"/>
                </a:lnTo>
                <a:lnTo>
                  <a:pt x="1404" y="1025"/>
                </a:lnTo>
                <a:lnTo>
                  <a:pt x="1411" y="1024"/>
                </a:lnTo>
                <a:lnTo>
                  <a:pt x="1421" y="1023"/>
                </a:lnTo>
                <a:lnTo>
                  <a:pt x="1430" y="1023"/>
                </a:lnTo>
                <a:lnTo>
                  <a:pt x="1438" y="1024"/>
                </a:lnTo>
                <a:lnTo>
                  <a:pt x="1445" y="1028"/>
                </a:lnTo>
                <a:lnTo>
                  <a:pt x="1449" y="1035"/>
                </a:lnTo>
                <a:lnTo>
                  <a:pt x="1449" y="1044"/>
                </a:lnTo>
                <a:lnTo>
                  <a:pt x="1450" y="1057"/>
                </a:lnTo>
                <a:lnTo>
                  <a:pt x="1449" y="1068"/>
                </a:lnTo>
                <a:lnTo>
                  <a:pt x="1449" y="1080"/>
                </a:lnTo>
                <a:lnTo>
                  <a:pt x="1447" y="1091"/>
                </a:lnTo>
                <a:lnTo>
                  <a:pt x="1447" y="1101"/>
                </a:lnTo>
                <a:lnTo>
                  <a:pt x="1446" y="1107"/>
                </a:lnTo>
                <a:lnTo>
                  <a:pt x="1446" y="1109"/>
                </a:lnTo>
                <a:lnTo>
                  <a:pt x="1450" y="1111"/>
                </a:lnTo>
                <a:lnTo>
                  <a:pt x="1458" y="1117"/>
                </a:lnTo>
                <a:lnTo>
                  <a:pt x="1466" y="1125"/>
                </a:lnTo>
                <a:lnTo>
                  <a:pt x="1473" y="1135"/>
                </a:lnTo>
                <a:lnTo>
                  <a:pt x="1473" y="1141"/>
                </a:lnTo>
                <a:lnTo>
                  <a:pt x="1470" y="1148"/>
                </a:lnTo>
                <a:lnTo>
                  <a:pt x="1464" y="1157"/>
                </a:lnTo>
                <a:lnTo>
                  <a:pt x="1456" y="1166"/>
                </a:lnTo>
                <a:lnTo>
                  <a:pt x="1447" y="1175"/>
                </a:lnTo>
                <a:lnTo>
                  <a:pt x="1439" y="1184"/>
                </a:lnTo>
                <a:lnTo>
                  <a:pt x="1432" y="1192"/>
                </a:lnTo>
                <a:lnTo>
                  <a:pt x="1428" y="1198"/>
                </a:lnTo>
                <a:lnTo>
                  <a:pt x="1427" y="1204"/>
                </a:lnTo>
                <a:lnTo>
                  <a:pt x="1431" y="1208"/>
                </a:lnTo>
                <a:lnTo>
                  <a:pt x="1437" y="1212"/>
                </a:lnTo>
                <a:lnTo>
                  <a:pt x="1445" y="1215"/>
                </a:lnTo>
                <a:lnTo>
                  <a:pt x="1455" y="1218"/>
                </a:lnTo>
                <a:lnTo>
                  <a:pt x="1465" y="1220"/>
                </a:lnTo>
                <a:lnTo>
                  <a:pt x="1474" y="1221"/>
                </a:lnTo>
                <a:lnTo>
                  <a:pt x="1481" y="1221"/>
                </a:lnTo>
                <a:lnTo>
                  <a:pt x="1490" y="1223"/>
                </a:lnTo>
                <a:lnTo>
                  <a:pt x="1503" y="1230"/>
                </a:lnTo>
                <a:lnTo>
                  <a:pt x="1516" y="1239"/>
                </a:lnTo>
                <a:lnTo>
                  <a:pt x="1531" y="1251"/>
                </a:lnTo>
                <a:lnTo>
                  <a:pt x="1544" y="1262"/>
                </a:lnTo>
                <a:lnTo>
                  <a:pt x="1556" y="1271"/>
                </a:lnTo>
                <a:lnTo>
                  <a:pt x="1564" y="1278"/>
                </a:lnTo>
                <a:lnTo>
                  <a:pt x="1567" y="1280"/>
                </a:lnTo>
                <a:lnTo>
                  <a:pt x="1568" y="1278"/>
                </a:lnTo>
                <a:lnTo>
                  <a:pt x="1571" y="1274"/>
                </a:lnTo>
                <a:lnTo>
                  <a:pt x="1575" y="1269"/>
                </a:lnTo>
                <a:lnTo>
                  <a:pt x="1580" y="1263"/>
                </a:lnTo>
                <a:lnTo>
                  <a:pt x="1586" y="1260"/>
                </a:lnTo>
                <a:lnTo>
                  <a:pt x="1591" y="1259"/>
                </a:lnTo>
                <a:lnTo>
                  <a:pt x="1597" y="1263"/>
                </a:lnTo>
                <a:lnTo>
                  <a:pt x="1602" y="1272"/>
                </a:lnTo>
                <a:lnTo>
                  <a:pt x="1605" y="1284"/>
                </a:lnTo>
                <a:lnTo>
                  <a:pt x="1606" y="1293"/>
                </a:lnTo>
                <a:lnTo>
                  <a:pt x="1605" y="1300"/>
                </a:lnTo>
                <a:lnTo>
                  <a:pt x="1604" y="1306"/>
                </a:lnTo>
                <a:lnTo>
                  <a:pt x="1603" y="1310"/>
                </a:lnTo>
                <a:lnTo>
                  <a:pt x="1604" y="1313"/>
                </a:lnTo>
                <a:lnTo>
                  <a:pt x="1606" y="1316"/>
                </a:lnTo>
                <a:lnTo>
                  <a:pt x="1612" y="1319"/>
                </a:lnTo>
                <a:lnTo>
                  <a:pt x="1619" y="1321"/>
                </a:lnTo>
                <a:lnTo>
                  <a:pt x="1628" y="1319"/>
                </a:lnTo>
                <a:lnTo>
                  <a:pt x="1636" y="1316"/>
                </a:lnTo>
                <a:lnTo>
                  <a:pt x="1645" y="1312"/>
                </a:lnTo>
                <a:lnTo>
                  <a:pt x="1655" y="1309"/>
                </a:lnTo>
                <a:lnTo>
                  <a:pt x="1663" y="1308"/>
                </a:lnTo>
                <a:lnTo>
                  <a:pt x="1670" y="1309"/>
                </a:lnTo>
                <a:lnTo>
                  <a:pt x="1675" y="1315"/>
                </a:lnTo>
                <a:lnTo>
                  <a:pt x="1679" y="1324"/>
                </a:lnTo>
                <a:lnTo>
                  <a:pt x="1680" y="1333"/>
                </a:lnTo>
                <a:lnTo>
                  <a:pt x="1679" y="1343"/>
                </a:lnTo>
                <a:lnTo>
                  <a:pt x="1676" y="1353"/>
                </a:lnTo>
                <a:lnTo>
                  <a:pt x="1673" y="1361"/>
                </a:lnTo>
                <a:lnTo>
                  <a:pt x="1670" y="1368"/>
                </a:lnTo>
                <a:lnTo>
                  <a:pt x="1668" y="1372"/>
                </a:lnTo>
                <a:lnTo>
                  <a:pt x="1667" y="1374"/>
                </a:lnTo>
                <a:lnTo>
                  <a:pt x="1668" y="1373"/>
                </a:lnTo>
                <a:lnTo>
                  <a:pt x="1672" y="1370"/>
                </a:lnTo>
                <a:lnTo>
                  <a:pt x="1677" y="1366"/>
                </a:lnTo>
                <a:lnTo>
                  <a:pt x="1683" y="1361"/>
                </a:lnTo>
                <a:lnTo>
                  <a:pt x="1690" y="1356"/>
                </a:lnTo>
                <a:lnTo>
                  <a:pt x="1697" y="1352"/>
                </a:lnTo>
                <a:lnTo>
                  <a:pt x="1704" y="1348"/>
                </a:lnTo>
                <a:lnTo>
                  <a:pt x="1710" y="1347"/>
                </a:lnTo>
                <a:lnTo>
                  <a:pt x="1716" y="1348"/>
                </a:lnTo>
                <a:lnTo>
                  <a:pt x="1723" y="1352"/>
                </a:lnTo>
                <a:lnTo>
                  <a:pt x="1730" y="1357"/>
                </a:lnTo>
                <a:lnTo>
                  <a:pt x="1738" y="1363"/>
                </a:lnTo>
                <a:lnTo>
                  <a:pt x="1743" y="1371"/>
                </a:lnTo>
                <a:lnTo>
                  <a:pt x="1748" y="1379"/>
                </a:lnTo>
                <a:lnTo>
                  <a:pt x="1749" y="1388"/>
                </a:lnTo>
                <a:lnTo>
                  <a:pt x="1744" y="1398"/>
                </a:lnTo>
                <a:lnTo>
                  <a:pt x="1738" y="1410"/>
                </a:lnTo>
                <a:lnTo>
                  <a:pt x="1733" y="1420"/>
                </a:lnTo>
                <a:lnTo>
                  <a:pt x="1727" y="1430"/>
                </a:lnTo>
                <a:lnTo>
                  <a:pt x="1723" y="1439"/>
                </a:lnTo>
                <a:lnTo>
                  <a:pt x="1719" y="1447"/>
                </a:lnTo>
                <a:lnTo>
                  <a:pt x="1716" y="1455"/>
                </a:lnTo>
                <a:lnTo>
                  <a:pt x="1715" y="1459"/>
                </a:lnTo>
                <a:lnTo>
                  <a:pt x="1714" y="1460"/>
                </a:lnTo>
                <a:lnTo>
                  <a:pt x="1713" y="1459"/>
                </a:lnTo>
                <a:lnTo>
                  <a:pt x="1709" y="1457"/>
                </a:lnTo>
                <a:lnTo>
                  <a:pt x="1704" y="1454"/>
                </a:lnTo>
                <a:lnTo>
                  <a:pt x="1696" y="1450"/>
                </a:lnTo>
                <a:lnTo>
                  <a:pt x="1689" y="1447"/>
                </a:lnTo>
                <a:lnTo>
                  <a:pt x="1682" y="1445"/>
                </a:lnTo>
                <a:lnTo>
                  <a:pt x="1675" y="1443"/>
                </a:lnTo>
                <a:lnTo>
                  <a:pt x="1669" y="1443"/>
                </a:lnTo>
                <a:lnTo>
                  <a:pt x="1664" y="1445"/>
                </a:lnTo>
                <a:lnTo>
                  <a:pt x="1658" y="1448"/>
                </a:lnTo>
                <a:lnTo>
                  <a:pt x="1652" y="1453"/>
                </a:lnTo>
                <a:lnTo>
                  <a:pt x="1650" y="1459"/>
                </a:lnTo>
                <a:lnTo>
                  <a:pt x="1651" y="1467"/>
                </a:lnTo>
                <a:lnTo>
                  <a:pt x="1658" y="1476"/>
                </a:lnTo>
                <a:lnTo>
                  <a:pt x="1672" y="1487"/>
                </a:lnTo>
                <a:lnTo>
                  <a:pt x="1695" y="1500"/>
                </a:lnTo>
                <a:lnTo>
                  <a:pt x="1717" y="1514"/>
                </a:lnTo>
                <a:lnTo>
                  <a:pt x="1725" y="1525"/>
                </a:lnTo>
                <a:lnTo>
                  <a:pt x="1723" y="1534"/>
                </a:lnTo>
                <a:lnTo>
                  <a:pt x="1716" y="1541"/>
                </a:lnTo>
                <a:lnTo>
                  <a:pt x="1705" y="1547"/>
                </a:lnTo>
                <a:lnTo>
                  <a:pt x="1692" y="1553"/>
                </a:lnTo>
                <a:lnTo>
                  <a:pt x="1683" y="1555"/>
                </a:lnTo>
                <a:lnTo>
                  <a:pt x="1679" y="1556"/>
                </a:lnTo>
                <a:lnTo>
                  <a:pt x="1676" y="1556"/>
                </a:lnTo>
                <a:lnTo>
                  <a:pt x="1666" y="1555"/>
                </a:lnTo>
                <a:lnTo>
                  <a:pt x="1652" y="1553"/>
                </a:lnTo>
                <a:lnTo>
                  <a:pt x="1634" y="1548"/>
                </a:lnTo>
                <a:lnTo>
                  <a:pt x="1614" y="1541"/>
                </a:lnTo>
                <a:lnTo>
                  <a:pt x="1593" y="1531"/>
                </a:lnTo>
                <a:lnTo>
                  <a:pt x="1573" y="1515"/>
                </a:lnTo>
                <a:lnTo>
                  <a:pt x="1555" y="1494"/>
                </a:lnTo>
                <a:lnTo>
                  <a:pt x="1539" y="1475"/>
                </a:lnTo>
                <a:lnTo>
                  <a:pt x="1526" y="1466"/>
                </a:lnTo>
                <a:lnTo>
                  <a:pt x="1516" y="1463"/>
                </a:lnTo>
                <a:lnTo>
                  <a:pt x="1508" y="1466"/>
                </a:lnTo>
                <a:lnTo>
                  <a:pt x="1501" y="1472"/>
                </a:lnTo>
                <a:lnTo>
                  <a:pt x="1496" y="1478"/>
                </a:lnTo>
                <a:lnTo>
                  <a:pt x="1494" y="1484"/>
                </a:lnTo>
                <a:lnTo>
                  <a:pt x="1493" y="1486"/>
                </a:lnTo>
                <a:lnTo>
                  <a:pt x="1491" y="1486"/>
                </a:lnTo>
                <a:lnTo>
                  <a:pt x="1485" y="1484"/>
                </a:lnTo>
                <a:lnTo>
                  <a:pt x="1477" y="1482"/>
                </a:lnTo>
                <a:lnTo>
                  <a:pt x="1468" y="1479"/>
                </a:lnTo>
                <a:lnTo>
                  <a:pt x="1458" y="1475"/>
                </a:lnTo>
                <a:lnTo>
                  <a:pt x="1450" y="1470"/>
                </a:lnTo>
                <a:lnTo>
                  <a:pt x="1443" y="1464"/>
                </a:lnTo>
                <a:lnTo>
                  <a:pt x="1440" y="1456"/>
                </a:lnTo>
                <a:lnTo>
                  <a:pt x="1438" y="1449"/>
                </a:lnTo>
                <a:lnTo>
                  <a:pt x="1433" y="1445"/>
                </a:lnTo>
                <a:lnTo>
                  <a:pt x="1426" y="1445"/>
                </a:lnTo>
                <a:lnTo>
                  <a:pt x="1418" y="1446"/>
                </a:lnTo>
                <a:lnTo>
                  <a:pt x="1409" y="1448"/>
                </a:lnTo>
                <a:lnTo>
                  <a:pt x="1399" y="1451"/>
                </a:lnTo>
                <a:lnTo>
                  <a:pt x="1389" y="1455"/>
                </a:lnTo>
                <a:lnTo>
                  <a:pt x="1381" y="1456"/>
                </a:lnTo>
                <a:lnTo>
                  <a:pt x="1373" y="1455"/>
                </a:lnTo>
                <a:lnTo>
                  <a:pt x="1366" y="1453"/>
                </a:lnTo>
                <a:lnTo>
                  <a:pt x="1359" y="1448"/>
                </a:lnTo>
                <a:lnTo>
                  <a:pt x="1353" y="1443"/>
                </a:lnTo>
                <a:lnTo>
                  <a:pt x="1346" y="1438"/>
                </a:lnTo>
                <a:lnTo>
                  <a:pt x="1342" y="1433"/>
                </a:lnTo>
                <a:lnTo>
                  <a:pt x="1339" y="1430"/>
                </a:lnTo>
                <a:lnTo>
                  <a:pt x="1338" y="1429"/>
                </a:lnTo>
                <a:lnTo>
                  <a:pt x="1336" y="1427"/>
                </a:lnTo>
                <a:lnTo>
                  <a:pt x="1332" y="1424"/>
                </a:lnTo>
                <a:lnTo>
                  <a:pt x="1326" y="1420"/>
                </a:lnTo>
                <a:lnTo>
                  <a:pt x="1319" y="1416"/>
                </a:lnTo>
                <a:lnTo>
                  <a:pt x="1312" y="1416"/>
                </a:lnTo>
                <a:lnTo>
                  <a:pt x="1307" y="1419"/>
                </a:lnTo>
                <a:lnTo>
                  <a:pt x="1304" y="1427"/>
                </a:lnTo>
                <a:lnTo>
                  <a:pt x="1304" y="1443"/>
                </a:lnTo>
                <a:lnTo>
                  <a:pt x="1305" y="1462"/>
                </a:lnTo>
                <a:lnTo>
                  <a:pt x="1306" y="1478"/>
                </a:lnTo>
                <a:lnTo>
                  <a:pt x="1305" y="1491"/>
                </a:lnTo>
                <a:lnTo>
                  <a:pt x="1304" y="1501"/>
                </a:lnTo>
                <a:lnTo>
                  <a:pt x="1300" y="1510"/>
                </a:lnTo>
                <a:lnTo>
                  <a:pt x="1293" y="1515"/>
                </a:lnTo>
                <a:lnTo>
                  <a:pt x="1286" y="1517"/>
                </a:lnTo>
                <a:lnTo>
                  <a:pt x="1275" y="1517"/>
                </a:lnTo>
                <a:lnTo>
                  <a:pt x="1263" y="1516"/>
                </a:lnTo>
                <a:lnTo>
                  <a:pt x="1251" y="1516"/>
                </a:lnTo>
                <a:lnTo>
                  <a:pt x="1240" y="1518"/>
                </a:lnTo>
                <a:lnTo>
                  <a:pt x="1232" y="1522"/>
                </a:lnTo>
                <a:lnTo>
                  <a:pt x="1226" y="1527"/>
                </a:lnTo>
                <a:lnTo>
                  <a:pt x="1222" y="1535"/>
                </a:lnTo>
                <a:lnTo>
                  <a:pt x="1221" y="1544"/>
                </a:lnTo>
                <a:lnTo>
                  <a:pt x="1222" y="1556"/>
                </a:lnTo>
                <a:lnTo>
                  <a:pt x="1224" y="1569"/>
                </a:lnTo>
                <a:lnTo>
                  <a:pt x="1225" y="1581"/>
                </a:lnTo>
                <a:lnTo>
                  <a:pt x="1225" y="1593"/>
                </a:lnTo>
                <a:lnTo>
                  <a:pt x="1223" y="1605"/>
                </a:lnTo>
                <a:lnTo>
                  <a:pt x="1220" y="1614"/>
                </a:lnTo>
                <a:lnTo>
                  <a:pt x="1215" y="1622"/>
                </a:lnTo>
                <a:lnTo>
                  <a:pt x="1208" y="1627"/>
                </a:lnTo>
                <a:lnTo>
                  <a:pt x="1200" y="1629"/>
                </a:lnTo>
                <a:lnTo>
                  <a:pt x="1190" y="1629"/>
                </a:lnTo>
                <a:lnTo>
                  <a:pt x="1179" y="1629"/>
                </a:lnTo>
                <a:lnTo>
                  <a:pt x="1169" y="1630"/>
                </a:lnTo>
                <a:lnTo>
                  <a:pt x="1158" y="1630"/>
                </a:lnTo>
                <a:lnTo>
                  <a:pt x="1147" y="1631"/>
                </a:lnTo>
                <a:lnTo>
                  <a:pt x="1136" y="1633"/>
                </a:lnTo>
                <a:lnTo>
                  <a:pt x="1127" y="1637"/>
                </a:lnTo>
                <a:lnTo>
                  <a:pt x="1118" y="1643"/>
                </a:lnTo>
                <a:lnTo>
                  <a:pt x="1109" y="1647"/>
                </a:lnTo>
                <a:lnTo>
                  <a:pt x="1100" y="1648"/>
                </a:lnTo>
                <a:lnTo>
                  <a:pt x="1089" y="1646"/>
                </a:lnTo>
                <a:lnTo>
                  <a:pt x="1080" y="1643"/>
                </a:lnTo>
                <a:lnTo>
                  <a:pt x="1072" y="1639"/>
                </a:lnTo>
                <a:lnTo>
                  <a:pt x="1065" y="1635"/>
                </a:lnTo>
                <a:lnTo>
                  <a:pt x="1061" y="1632"/>
                </a:lnTo>
                <a:lnTo>
                  <a:pt x="1059" y="1631"/>
                </a:lnTo>
                <a:lnTo>
                  <a:pt x="1012" y="1664"/>
                </a:lnTo>
                <a:lnTo>
                  <a:pt x="967" y="1631"/>
                </a:lnTo>
                <a:lnTo>
                  <a:pt x="963" y="1630"/>
                </a:lnTo>
                <a:lnTo>
                  <a:pt x="954" y="1627"/>
                </a:lnTo>
                <a:lnTo>
                  <a:pt x="940" y="1625"/>
                </a:lnTo>
                <a:lnTo>
                  <a:pt x="926" y="1625"/>
                </a:lnTo>
                <a:lnTo>
                  <a:pt x="913" y="1629"/>
                </a:lnTo>
                <a:lnTo>
                  <a:pt x="903" y="1637"/>
                </a:lnTo>
                <a:lnTo>
                  <a:pt x="897" y="1652"/>
                </a:lnTo>
                <a:lnTo>
                  <a:pt x="902" y="1676"/>
                </a:lnTo>
                <a:lnTo>
                  <a:pt x="912" y="1702"/>
                </a:lnTo>
                <a:lnTo>
                  <a:pt x="925" y="1724"/>
                </a:lnTo>
                <a:lnTo>
                  <a:pt x="938" y="1742"/>
                </a:lnTo>
                <a:lnTo>
                  <a:pt x="953" y="1757"/>
                </a:lnTo>
                <a:lnTo>
                  <a:pt x="966" y="1768"/>
                </a:lnTo>
                <a:lnTo>
                  <a:pt x="975" y="1777"/>
                </a:lnTo>
                <a:lnTo>
                  <a:pt x="981" y="1785"/>
                </a:lnTo>
                <a:lnTo>
                  <a:pt x="981" y="1792"/>
                </a:lnTo>
                <a:lnTo>
                  <a:pt x="978" y="1799"/>
                </a:lnTo>
                <a:lnTo>
                  <a:pt x="975" y="1810"/>
                </a:lnTo>
                <a:lnTo>
                  <a:pt x="972" y="1822"/>
                </a:lnTo>
                <a:lnTo>
                  <a:pt x="967" y="1835"/>
                </a:lnTo>
                <a:lnTo>
                  <a:pt x="959" y="1849"/>
                </a:lnTo>
                <a:lnTo>
                  <a:pt x="947" y="1864"/>
                </a:lnTo>
                <a:lnTo>
                  <a:pt x="932" y="1877"/>
                </a:lnTo>
                <a:lnTo>
                  <a:pt x="912" y="1888"/>
                </a:lnTo>
                <a:lnTo>
                  <a:pt x="890" y="1896"/>
                </a:lnTo>
                <a:lnTo>
                  <a:pt x="872" y="1902"/>
                </a:lnTo>
                <a:lnTo>
                  <a:pt x="858" y="1905"/>
                </a:lnTo>
                <a:lnTo>
                  <a:pt x="846" y="1906"/>
                </a:lnTo>
                <a:lnTo>
                  <a:pt x="837" y="1905"/>
                </a:lnTo>
                <a:lnTo>
                  <a:pt x="830" y="1901"/>
                </a:lnTo>
                <a:lnTo>
                  <a:pt x="826" y="1897"/>
                </a:lnTo>
                <a:lnTo>
                  <a:pt x="822" y="1892"/>
                </a:lnTo>
                <a:lnTo>
                  <a:pt x="818" y="1890"/>
                </a:lnTo>
                <a:lnTo>
                  <a:pt x="810" y="1892"/>
                </a:lnTo>
                <a:lnTo>
                  <a:pt x="802" y="1896"/>
                </a:lnTo>
                <a:lnTo>
                  <a:pt x="790" y="1902"/>
                </a:lnTo>
                <a:lnTo>
                  <a:pt x="779" y="1908"/>
                </a:lnTo>
                <a:lnTo>
                  <a:pt x="768" y="1912"/>
                </a:lnTo>
                <a:lnTo>
                  <a:pt x="758" y="1912"/>
                </a:lnTo>
                <a:lnTo>
                  <a:pt x="748" y="1907"/>
                </a:lnTo>
                <a:lnTo>
                  <a:pt x="739" y="1897"/>
                </a:lnTo>
                <a:lnTo>
                  <a:pt x="727" y="1885"/>
                </a:lnTo>
                <a:lnTo>
                  <a:pt x="715" y="1871"/>
                </a:lnTo>
                <a:lnTo>
                  <a:pt x="700" y="1856"/>
                </a:lnTo>
                <a:lnTo>
                  <a:pt x="687" y="1841"/>
                </a:lnTo>
                <a:lnTo>
                  <a:pt x="673" y="1828"/>
                </a:lnTo>
                <a:lnTo>
                  <a:pt x="660" y="1819"/>
                </a:lnTo>
                <a:lnTo>
                  <a:pt x="648" y="1813"/>
                </a:lnTo>
                <a:lnTo>
                  <a:pt x="637" y="1810"/>
                </a:lnTo>
                <a:lnTo>
                  <a:pt x="624" y="1810"/>
                </a:lnTo>
                <a:lnTo>
                  <a:pt x="610" y="1810"/>
                </a:lnTo>
                <a:lnTo>
                  <a:pt x="596" y="1810"/>
                </a:lnTo>
                <a:lnTo>
                  <a:pt x="584" y="1810"/>
                </a:lnTo>
                <a:lnTo>
                  <a:pt x="573" y="1807"/>
                </a:lnTo>
                <a:lnTo>
                  <a:pt x="565" y="1801"/>
                </a:lnTo>
                <a:lnTo>
                  <a:pt x="559" y="1792"/>
                </a:lnTo>
                <a:lnTo>
                  <a:pt x="555" y="1781"/>
                </a:lnTo>
                <a:lnTo>
                  <a:pt x="549" y="1771"/>
                </a:lnTo>
                <a:lnTo>
                  <a:pt x="543" y="1763"/>
                </a:lnTo>
                <a:lnTo>
                  <a:pt x="536" y="1757"/>
                </a:lnTo>
                <a:lnTo>
                  <a:pt x="527" y="1754"/>
                </a:lnTo>
                <a:lnTo>
                  <a:pt x="515" y="1755"/>
                </a:lnTo>
                <a:lnTo>
                  <a:pt x="499" y="1760"/>
                </a:lnTo>
                <a:lnTo>
                  <a:pt x="479" y="1770"/>
                </a:lnTo>
                <a:lnTo>
                  <a:pt x="459" y="1781"/>
                </a:lnTo>
                <a:lnTo>
                  <a:pt x="442" y="1789"/>
                </a:lnTo>
                <a:lnTo>
                  <a:pt x="429" y="1795"/>
                </a:lnTo>
                <a:lnTo>
                  <a:pt x="420" y="1801"/>
                </a:lnTo>
                <a:lnTo>
                  <a:pt x="414" y="1807"/>
                </a:lnTo>
                <a:lnTo>
                  <a:pt x="410" y="1812"/>
                </a:lnTo>
                <a:lnTo>
                  <a:pt x="409" y="1818"/>
                </a:lnTo>
                <a:lnTo>
                  <a:pt x="410" y="1825"/>
                </a:lnTo>
                <a:lnTo>
                  <a:pt x="412" y="1836"/>
                </a:lnTo>
                <a:lnTo>
                  <a:pt x="413" y="1850"/>
                </a:lnTo>
                <a:lnTo>
                  <a:pt x="413" y="1868"/>
                </a:lnTo>
                <a:lnTo>
                  <a:pt x="412" y="1884"/>
                </a:lnTo>
                <a:lnTo>
                  <a:pt x="407" y="1899"/>
                </a:lnTo>
                <a:lnTo>
                  <a:pt x="400" y="1911"/>
                </a:lnTo>
                <a:lnTo>
                  <a:pt x="390" y="1917"/>
                </a:lnTo>
                <a:lnTo>
                  <a:pt x="376" y="1916"/>
                </a:lnTo>
                <a:lnTo>
                  <a:pt x="360" y="1911"/>
                </a:lnTo>
                <a:lnTo>
                  <a:pt x="341" y="1907"/>
                </a:lnTo>
                <a:lnTo>
                  <a:pt x="322" y="1903"/>
                </a:lnTo>
                <a:lnTo>
                  <a:pt x="303" y="1900"/>
                </a:lnTo>
                <a:lnTo>
                  <a:pt x="284" y="1898"/>
                </a:lnTo>
                <a:lnTo>
                  <a:pt x="267" y="1897"/>
                </a:lnTo>
                <a:lnTo>
                  <a:pt x="253" y="1896"/>
                </a:lnTo>
                <a:lnTo>
                  <a:pt x="242" y="1896"/>
                </a:lnTo>
                <a:lnTo>
                  <a:pt x="232" y="1896"/>
                </a:lnTo>
                <a:lnTo>
                  <a:pt x="219" y="1894"/>
                </a:lnTo>
                <a:lnTo>
                  <a:pt x="203" y="1893"/>
                </a:lnTo>
                <a:lnTo>
                  <a:pt x="186" y="1892"/>
                </a:lnTo>
                <a:lnTo>
                  <a:pt x="169" y="1892"/>
                </a:lnTo>
                <a:lnTo>
                  <a:pt x="153" y="1893"/>
                </a:lnTo>
                <a:lnTo>
                  <a:pt x="137" y="1895"/>
                </a:lnTo>
                <a:lnTo>
                  <a:pt x="126" y="1899"/>
                </a:lnTo>
                <a:lnTo>
                  <a:pt x="122" y="1898"/>
                </a:lnTo>
                <a:lnTo>
                  <a:pt x="115" y="1895"/>
                </a:lnTo>
                <a:lnTo>
                  <a:pt x="109" y="1895"/>
                </a:lnTo>
                <a:lnTo>
                  <a:pt x="110" y="1898"/>
                </a:lnTo>
                <a:lnTo>
                  <a:pt x="104" y="1889"/>
                </a:lnTo>
                <a:lnTo>
                  <a:pt x="96" y="1880"/>
                </a:lnTo>
                <a:lnTo>
                  <a:pt x="89" y="1872"/>
                </a:lnTo>
                <a:lnTo>
                  <a:pt x="83" y="1864"/>
                </a:lnTo>
                <a:lnTo>
                  <a:pt x="77" y="1858"/>
                </a:lnTo>
                <a:lnTo>
                  <a:pt x="72" y="1852"/>
                </a:lnTo>
                <a:lnTo>
                  <a:pt x="69" y="1849"/>
                </a:lnTo>
                <a:lnTo>
                  <a:pt x="68" y="1848"/>
                </a:lnTo>
                <a:lnTo>
                  <a:pt x="74" y="1837"/>
                </a:lnTo>
                <a:lnTo>
                  <a:pt x="79" y="1828"/>
                </a:lnTo>
                <a:lnTo>
                  <a:pt x="83" y="1818"/>
                </a:lnTo>
                <a:lnTo>
                  <a:pt x="85" y="1810"/>
                </a:lnTo>
                <a:lnTo>
                  <a:pt x="87" y="1801"/>
                </a:lnTo>
                <a:lnTo>
                  <a:pt x="87" y="1793"/>
                </a:lnTo>
                <a:lnTo>
                  <a:pt x="86" y="1785"/>
                </a:lnTo>
                <a:lnTo>
                  <a:pt x="84" y="1778"/>
                </a:lnTo>
                <a:lnTo>
                  <a:pt x="54" y="1829"/>
                </a:lnTo>
                <a:lnTo>
                  <a:pt x="51" y="1829"/>
                </a:lnTo>
                <a:lnTo>
                  <a:pt x="48" y="1826"/>
                </a:lnTo>
                <a:lnTo>
                  <a:pt x="45" y="1820"/>
                </a:lnTo>
                <a:lnTo>
                  <a:pt x="42" y="1813"/>
                </a:lnTo>
                <a:lnTo>
                  <a:pt x="39" y="1805"/>
                </a:lnTo>
                <a:lnTo>
                  <a:pt x="36" y="1797"/>
                </a:lnTo>
                <a:lnTo>
                  <a:pt x="32" y="1791"/>
                </a:lnTo>
                <a:lnTo>
                  <a:pt x="28" y="1787"/>
                </a:lnTo>
                <a:lnTo>
                  <a:pt x="24" y="1784"/>
                </a:lnTo>
                <a:lnTo>
                  <a:pt x="21" y="1780"/>
                </a:lnTo>
                <a:lnTo>
                  <a:pt x="20" y="1773"/>
                </a:lnTo>
                <a:lnTo>
                  <a:pt x="20" y="1766"/>
                </a:lnTo>
                <a:lnTo>
                  <a:pt x="21" y="1760"/>
                </a:lnTo>
                <a:lnTo>
                  <a:pt x="22" y="1754"/>
                </a:lnTo>
                <a:lnTo>
                  <a:pt x="23" y="1749"/>
                </a:lnTo>
                <a:lnTo>
                  <a:pt x="23" y="1747"/>
                </a:lnTo>
                <a:lnTo>
                  <a:pt x="21" y="1746"/>
                </a:lnTo>
                <a:lnTo>
                  <a:pt x="17" y="1745"/>
                </a:lnTo>
                <a:lnTo>
                  <a:pt x="12" y="1742"/>
                </a:lnTo>
                <a:lnTo>
                  <a:pt x="6" y="1738"/>
                </a:lnTo>
                <a:lnTo>
                  <a:pt x="1" y="1732"/>
                </a:lnTo>
                <a:lnTo>
                  <a:pt x="0" y="1725"/>
                </a:lnTo>
                <a:lnTo>
                  <a:pt x="4" y="1716"/>
                </a:lnTo>
                <a:lnTo>
                  <a:pt x="12" y="1706"/>
                </a:lnTo>
                <a:lnTo>
                  <a:pt x="23" y="1694"/>
                </a:lnTo>
                <a:lnTo>
                  <a:pt x="32" y="1682"/>
                </a:lnTo>
                <a:lnTo>
                  <a:pt x="39" y="1672"/>
                </a:lnTo>
                <a:lnTo>
                  <a:pt x="45" y="1662"/>
                </a:lnTo>
                <a:lnTo>
                  <a:pt x="50" y="1654"/>
                </a:lnTo>
                <a:lnTo>
                  <a:pt x="54" y="1647"/>
                </a:lnTo>
                <a:lnTo>
                  <a:pt x="56" y="1642"/>
                </a:lnTo>
                <a:lnTo>
                  <a:pt x="57" y="1641"/>
                </a:lnTo>
                <a:lnTo>
                  <a:pt x="57" y="1639"/>
                </a:lnTo>
                <a:lnTo>
                  <a:pt x="58" y="1635"/>
                </a:lnTo>
                <a:lnTo>
                  <a:pt x="60" y="1628"/>
                </a:lnTo>
                <a:lnTo>
                  <a:pt x="62" y="1620"/>
                </a:lnTo>
                <a:lnTo>
                  <a:pt x="66" y="1612"/>
                </a:lnTo>
                <a:lnTo>
                  <a:pt x="71" y="1603"/>
                </a:lnTo>
                <a:lnTo>
                  <a:pt x="77" y="1594"/>
                </a:lnTo>
                <a:lnTo>
                  <a:pt x="84" y="1587"/>
                </a:lnTo>
                <a:lnTo>
                  <a:pt x="91" y="1579"/>
                </a:lnTo>
                <a:lnTo>
                  <a:pt x="96" y="1569"/>
                </a:lnTo>
                <a:lnTo>
                  <a:pt x="99" y="1558"/>
                </a:lnTo>
                <a:lnTo>
                  <a:pt x="103" y="1544"/>
                </a:lnTo>
                <a:lnTo>
                  <a:pt x="106" y="1533"/>
                </a:lnTo>
                <a:lnTo>
                  <a:pt x="109" y="1524"/>
                </a:lnTo>
                <a:lnTo>
                  <a:pt x="114" y="1517"/>
                </a:lnTo>
                <a:lnTo>
                  <a:pt x="121" y="1515"/>
                </a:lnTo>
                <a:lnTo>
                  <a:pt x="129" y="1514"/>
                </a:lnTo>
                <a:lnTo>
                  <a:pt x="137" y="1511"/>
                </a:lnTo>
                <a:lnTo>
                  <a:pt x="145" y="1507"/>
                </a:lnTo>
                <a:lnTo>
                  <a:pt x="151" y="1501"/>
                </a:lnTo>
                <a:lnTo>
                  <a:pt x="158" y="1495"/>
                </a:lnTo>
                <a:lnTo>
                  <a:pt x="162" y="1488"/>
                </a:lnTo>
                <a:lnTo>
                  <a:pt x="165" y="1482"/>
                </a:lnTo>
                <a:lnTo>
                  <a:pt x="166" y="1475"/>
                </a:lnTo>
                <a:lnTo>
                  <a:pt x="166" y="1468"/>
                </a:lnTo>
                <a:lnTo>
                  <a:pt x="167" y="1459"/>
                </a:lnTo>
                <a:lnTo>
                  <a:pt x="167" y="1448"/>
                </a:lnTo>
                <a:lnTo>
                  <a:pt x="168" y="1438"/>
                </a:lnTo>
                <a:lnTo>
                  <a:pt x="167" y="1429"/>
                </a:lnTo>
                <a:lnTo>
                  <a:pt x="167" y="1419"/>
                </a:lnTo>
                <a:lnTo>
                  <a:pt x="165" y="1411"/>
                </a:lnTo>
                <a:lnTo>
                  <a:pt x="163" y="1405"/>
                </a:lnTo>
                <a:lnTo>
                  <a:pt x="162" y="1398"/>
                </a:lnTo>
                <a:lnTo>
                  <a:pt x="164" y="1389"/>
                </a:lnTo>
                <a:lnTo>
                  <a:pt x="169" y="1380"/>
                </a:lnTo>
                <a:lnTo>
                  <a:pt x="175" y="1370"/>
                </a:lnTo>
                <a:lnTo>
                  <a:pt x="183" y="1360"/>
                </a:lnTo>
                <a:lnTo>
                  <a:pt x="191" y="1350"/>
                </a:lnTo>
                <a:lnTo>
                  <a:pt x="198" y="1342"/>
                </a:lnTo>
                <a:lnTo>
                  <a:pt x="205" y="1337"/>
                </a:lnTo>
                <a:lnTo>
                  <a:pt x="213" y="1330"/>
                </a:lnTo>
                <a:lnTo>
                  <a:pt x="224" y="1317"/>
                </a:lnTo>
                <a:lnTo>
                  <a:pt x="238" y="1299"/>
                </a:lnTo>
                <a:lnTo>
                  <a:pt x="254" y="1281"/>
                </a:lnTo>
                <a:lnTo>
                  <a:pt x="268" y="1261"/>
                </a:lnTo>
                <a:lnTo>
                  <a:pt x="279" y="1242"/>
                </a:lnTo>
                <a:lnTo>
                  <a:pt x="286" y="1226"/>
                </a:lnTo>
                <a:lnTo>
                  <a:pt x="288" y="1214"/>
                </a:lnTo>
                <a:lnTo>
                  <a:pt x="286" y="1205"/>
                </a:lnTo>
                <a:lnTo>
                  <a:pt x="285" y="1196"/>
                </a:lnTo>
                <a:lnTo>
                  <a:pt x="284" y="1188"/>
                </a:lnTo>
                <a:lnTo>
                  <a:pt x="285" y="1180"/>
                </a:lnTo>
                <a:lnTo>
                  <a:pt x="287" y="1172"/>
                </a:lnTo>
                <a:lnTo>
                  <a:pt x="290" y="1165"/>
                </a:lnTo>
                <a:lnTo>
                  <a:pt x="295" y="1157"/>
                </a:lnTo>
                <a:lnTo>
                  <a:pt x="303" y="1148"/>
                </a:lnTo>
                <a:lnTo>
                  <a:pt x="317" y="1135"/>
                </a:lnTo>
                <a:lnTo>
                  <a:pt x="325" y="1128"/>
                </a:lnTo>
                <a:lnTo>
                  <a:pt x="330" y="1125"/>
                </a:lnTo>
                <a:lnTo>
                  <a:pt x="331" y="1124"/>
                </a:lnTo>
                <a:lnTo>
                  <a:pt x="329" y="1124"/>
                </a:lnTo>
                <a:lnTo>
                  <a:pt x="325" y="1125"/>
                </a:lnTo>
                <a:lnTo>
                  <a:pt x="319" y="1127"/>
                </a:lnTo>
                <a:lnTo>
                  <a:pt x="311" y="1128"/>
                </a:lnTo>
                <a:lnTo>
                  <a:pt x="300" y="1128"/>
                </a:lnTo>
                <a:lnTo>
                  <a:pt x="290" y="1127"/>
                </a:lnTo>
                <a:lnTo>
                  <a:pt x="279" y="1125"/>
                </a:lnTo>
                <a:lnTo>
                  <a:pt x="269" y="1121"/>
                </a:lnTo>
                <a:lnTo>
                  <a:pt x="260" y="1116"/>
                </a:lnTo>
                <a:lnTo>
                  <a:pt x="253" y="1111"/>
                </a:lnTo>
                <a:lnTo>
                  <a:pt x="246" y="1106"/>
                </a:lnTo>
                <a:lnTo>
                  <a:pt x="243" y="1101"/>
                </a:lnTo>
                <a:lnTo>
                  <a:pt x="240" y="1095"/>
                </a:lnTo>
                <a:lnTo>
                  <a:pt x="239" y="1091"/>
                </a:lnTo>
                <a:lnTo>
                  <a:pt x="240" y="1086"/>
                </a:lnTo>
                <a:lnTo>
                  <a:pt x="241" y="1081"/>
                </a:lnTo>
                <a:lnTo>
                  <a:pt x="243" y="1074"/>
                </a:lnTo>
                <a:lnTo>
                  <a:pt x="247" y="1065"/>
                </a:lnTo>
                <a:lnTo>
                  <a:pt x="251" y="1054"/>
                </a:lnTo>
                <a:lnTo>
                  <a:pt x="256" y="1042"/>
                </a:lnTo>
                <a:lnTo>
                  <a:pt x="260" y="1031"/>
                </a:lnTo>
                <a:lnTo>
                  <a:pt x="263" y="1022"/>
                </a:lnTo>
                <a:lnTo>
                  <a:pt x="265" y="1016"/>
                </a:lnTo>
                <a:lnTo>
                  <a:pt x="266" y="1014"/>
                </a:lnTo>
                <a:lnTo>
                  <a:pt x="267" y="1013"/>
                </a:lnTo>
                <a:lnTo>
                  <a:pt x="270" y="1010"/>
                </a:lnTo>
                <a:lnTo>
                  <a:pt x="274" y="1006"/>
                </a:lnTo>
                <a:lnTo>
                  <a:pt x="280" y="1001"/>
                </a:lnTo>
                <a:lnTo>
                  <a:pt x="286" y="994"/>
                </a:lnTo>
                <a:lnTo>
                  <a:pt x="294" y="988"/>
                </a:lnTo>
                <a:lnTo>
                  <a:pt x="303" y="982"/>
                </a:lnTo>
                <a:lnTo>
                  <a:pt x="311" y="977"/>
                </a:lnTo>
                <a:lnTo>
                  <a:pt x="320" y="971"/>
                </a:lnTo>
                <a:lnTo>
                  <a:pt x="332" y="962"/>
                </a:lnTo>
                <a:lnTo>
                  <a:pt x="344" y="952"/>
                </a:lnTo>
                <a:lnTo>
                  <a:pt x="358" y="940"/>
                </a:lnTo>
                <a:lnTo>
                  <a:pt x="370" y="930"/>
                </a:lnTo>
                <a:lnTo>
                  <a:pt x="382" y="921"/>
                </a:lnTo>
                <a:lnTo>
                  <a:pt x="392" y="914"/>
                </a:lnTo>
                <a:lnTo>
                  <a:pt x="400" y="910"/>
                </a:lnTo>
                <a:lnTo>
                  <a:pt x="408" y="908"/>
                </a:lnTo>
                <a:lnTo>
                  <a:pt x="417" y="908"/>
                </a:lnTo>
                <a:lnTo>
                  <a:pt x="426" y="907"/>
                </a:lnTo>
                <a:lnTo>
                  <a:pt x="435" y="906"/>
                </a:lnTo>
                <a:lnTo>
                  <a:pt x="443" y="905"/>
                </a:lnTo>
                <a:lnTo>
                  <a:pt x="450" y="903"/>
                </a:lnTo>
                <a:lnTo>
                  <a:pt x="455" y="900"/>
                </a:lnTo>
                <a:lnTo>
                  <a:pt x="457" y="895"/>
                </a:lnTo>
                <a:lnTo>
                  <a:pt x="455" y="891"/>
                </a:lnTo>
                <a:lnTo>
                  <a:pt x="447" y="888"/>
                </a:lnTo>
                <a:lnTo>
                  <a:pt x="438" y="887"/>
                </a:lnTo>
                <a:lnTo>
                  <a:pt x="426" y="886"/>
                </a:lnTo>
                <a:lnTo>
                  <a:pt x="412" y="887"/>
                </a:lnTo>
                <a:lnTo>
                  <a:pt x="397" y="890"/>
                </a:lnTo>
                <a:lnTo>
                  <a:pt x="383" y="893"/>
                </a:lnTo>
                <a:lnTo>
                  <a:pt x="370" y="899"/>
                </a:lnTo>
                <a:lnTo>
                  <a:pt x="365" y="901"/>
                </a:lnTo>
                <a:lnTo>
                  <a:pt x="360" y="903"/>
                </a:lnTo>
                <a:lnTo>
                  <a:pt x="356" y="905"/>
                </a:lnTo>
                <a:lnTo>
                  <a:pt x="351" y="906"/>
                </a:lnTo>
                <a:lnTo>
                  <a:pt x="362" y="897"/>
                </a:lnTo>
                <a:lnTo>
                  <a:pt x="373" y="890"/>
                </a:lnTo>
                <a:lnTo>
                  <a:pt x="385" y="883"/>
                </a:lnTo>
                <a:lnTo>
                  <a:pt x="397" y="877"/>
                </a:lnTo>
                <a:lnTo>
                  <a:pt x="412" y="872"/>
                </a:lnTo>
                <a:lnTo>
                  <a:pt x="426" y="867"/>
                </a:lnTo>
                <a:lnTo>
                  <a:pt x="442" y="862"/>
                </a:lnTo>
                <a:lnTo>
                  <a:pt x="460" y="859"/>
                </a:lnTo>
                <a:lnTo>
                  <a:pt x="481" y="855"/>
                </a:lnTo>
                <a:lnTo>
                  <a:pt x="500" y="851"/>
                </a:lnTo>
                <a:lnTo>
                  <a:pt x="518" y="845"/>
                </a:lnTo>
                <a:lnTo>
                  <a:pt x="534" y="839"/>
                </a:lnTo>
                <a:lnTo>
                  <a:pt x="548" y="834"/>
                </a:lnTo>
                <a:lnTo>
                  <a:pt x="562" y="827"/>
                </a:lnTo>
                <a:lnTo>
                  <a:pt x="573" y="821"/>
                </a:lnTo>
                <a:lnTo>
                  <a:pt x="583" y="814"/>
                </a:lnTo>
                <a:lnTo>
                  <a:pt x="592" y="808"/>
                </a:lnTo>
                <a:lnTo>
                  <a:pt x="599" y="801"/>
                </a:lnTo>
                <a:lnTo>
                  <a:pt x="607" y="794"/>
                </a:lnTo>
                <a:lnTo>
                  <a:pt x="613" y="788"/>
                </a:lnTo>
                <a:lnTo>
                  <a:pt x="617" y="782"/>
                </a:lnTo>
                <a:lnTo>
                  <a:pt x="621" y="776"/>
                </a:lnTo>
                <a:lnTo>
                  <a:pt x="624" y="771"/>
                </a:lnTo>
                <a:lnTo>
                  <a:pt x="627" y="767"/>
                </a:lnTo>
                <a:lnTo>
                  <a:pt x="637" y="758"/>
                </a:lnTo>
                <a:lnTo>
                  <a:pt x="655" y="746"/>
                </a:lnTo>
                <a:lnTo>
                  <a:pt x="678" y="735"/>
                </a:lnTo>
                <a:lnTo>
                  <a:pt x="704" y="723"/>
                </a:lnTo>
                <a:lnTo>
                  <a:pt x="730" y="711"/>
                </a:lnTo>
                <a:lnTo>
                  <a:pt x="753" y="699"/>
                </a:lnTo>
                <a:lnTo>
                  <a:pt x="771" y="687"/>
                </a:lnTo>
                <a:lnTo>
                  <a:pt x="782" y="677"/>
                </a:lnTo>
                <a:lnTo>
                  <a:pt x="788" y="668"/>
                </a:lnTo>
                <a:lnTo>
                  <a:pt x="795" y="659"/>
                </a:lnTo>
                <a:lnTo>
                  <a:pt x="803" y="651"/>
                </a:lnTo>
                <a:lnTo>
                  <a:pt x="810" y="643"/>
                </a:lnTo>
                <a:lnTo>
                  <a:pt x="818" y="638"/>
                </a:lnTo>
                <a:lnTo>
                  <a:pt x="826" y="636"/>
                </a:lnTo>
                <a:lnTo>
                  <a:pt x="834" y="638"/>
                </a:lnTo>
                <a:lnTo>
                  <a:pt x="843" y="644"/>
                </a:lnTo>
                <a:lnTo>
                  <a:pt x="854" y="653"/>
                </a:lnTo>
                <a:lnTo>
                  <a:pt x="866" y="660"/>
                </a:lnTo>
                <a:lnTo>
                  <a:pt x="877" y="665"/>
                </a:lnTo>
                <a:lnTo>
                  <a:pt x="888" y="670"/>
                </a:lnTo>
                <a:lnTo>
                  <a:pt x="897" y="674"/>
                </a:lnTo>
                <a:lnTo>
                  <a:pt x="906" y="677"/>
                </a:lnTo>
                <a:lnTo>
                  <a:pt x="911" y="678"/>
                </a:lnTo>
                <a:lnTo>
                  <a:pt x="913" y="679"/>
                </a:lnTo>
                <a:lnTo>
                  <a:pt x="917" y="677"/>
                </a:lnTo>
                <a:lnTo>
                  <a:pt x="928" y="671"/>
                </a:lnTo>
                <a:lnTo>
                  <a:pt x="943" y="662"/>
                </a:lnTo>
                <a:lnTo>
                  <a:pt x="962" y="651"/>
                </a:lnTo>
                <a:lnTo>
                  <a:pt x="981" y="638"/>
                </a:lnTo>
                <a:lnTo>
                  <a:pt x="998" y="627"/>
                </a:lnTo>
                <a:lnTo>
                  <a:pt x="1014" y="616"/>
                </a:lnTo>
                <a:lnTo>
                  <a:pt x="1023" y="608"/>
                </a:lnTo>
                <a:lnTo>
                  <a:pt x="1031" y="599"/>
                </a:lnTo>
                <a:lnTo>
                  <a:pt x="1042" y="584"/>
                </a:lnTo>
                <a:lnTo>
                  <a:pt x="1057" y="567"/>
                </a:lnTo>
                <a:lnTo>
                  <a:pt x="1073" y="547"/>
                </a:lnTo>
                <a:lnTo>
                  <a:pt x="1090" y="526"/>
                </a:lnTo>
                <a:lnTo>
                  <a:pt x="1109" y="506"/>
                </a:lnTo>
                <a:lnTo>
                  <a:pt x="1127" y="486"/>
                </a:lnTo>
                <a:lnTo>
                  <a:pt x="1145" y="471"/>
                </a:lnTo>
                <a:lnTo>
                  <a:pt x="1163" y="462"/>
                </a:lnTo>
                <a:lnTo>
                  <a:pt x="1179" y="457"/>
                </a:lnTo>
                <a:lnTo>
                  <a:pt x="1194" y="456"/>
                </a:lnTo>
                <a:lnTo>
                  <a:pt x="1210" y="454"/>
                </a:lnTo>
                <a:lnTo>
                  <a:pt x="1224" y="451"/>
                </a:lnTo>
                <a:lnTo>
                  <a:pt x="1239" y="442"/>
                </a:lnTo>
                <a:lnTo>
                  <a:pt x="1255" y="426"/>
                </a:lnTo>
                <a:lnTo>
                  <a:pt x="1272" y="402"/>
                </a:lnTo>
                <a:lnTo>
                  <a:pt x="1281" y="387"/>
                </a:lnTo>
                <a:lnTo>
                  <a:pt x="1291" y="375"/>
                </a:lnTo>
                <a:lnTo>
                  <a:pt x="1302" y="365"/>
                </a:lnTo>
                <a:lnTo>
                  <a:pt x="1312" y="357"/>
                </a:lnTo>
                <a:lnTo>
                  <a:pt x="1322" y="350"/>
                </a:lnTo>
                <a:lnTo>
                  <a:pt x="1332" y="344"/>
                </a:lnTo>
                <a:lnTo>
                  <a:pt x="1343" y="339"/>
                </a:lnTo>
                <a:lnTo>
                  <a:pt x="1355" y="336"/>
                </a:lnTo>
                <a:lnTo>
                  <a:pt x="1365" y="333"/>
                </a:lnTo>
                <a:lnTo>
                  <a:pt x="1376" y="331"/>
                </a:lnTo>
                <a:lnTo>
                  <a:pt x="1387" y="330"/>
                </a:lnTo>
                <a:lnTo>
                  <a:pt x="1397" y="328"/>
                </a:lnTo>
                <a:lnTo>
                  <a:pt x="1409" y="326"/>
                </a:lnTo>
                <a:lnTo>
                  <a:pt x="1419" y="325"/>
                </a:lnTo>
                <a:lnTo>
                  <a:pt x="1429" y="323"/>
                </a:lnTo>
                <a:lnTo>
                  <a:pt x="1439" y="320"/>
                </a:lnTo>
                <a:lnTo>
                  <a:pt x="1459" y="314"/>
                </a:lnTo>
                <a:lnTo>
                  <a:pt x="1477" y="307"/>
                </a:lnTo>
                <a:lnTo>
                  <a:pt x="1493" y="299"/>
                </a:lnTo>
                <a:lnTo>
                  <a:pt x="1508" y="289"/>
                </a:lnTo>
                <a:lnTo>
                  <a:pt x="1521" y="277"/>
                </a:lnTo>
                <a:lnTo>
                  <a:pt x="1532" y="262"/>
                </a:lnTo>
                <a:lnTo>
                  <a:pt x="1541" y="243"/>
                </a:lnTo>
                <a:lnTo>
                  <a:pt x="1547" y="220"/>
                </a:lnTo>
                <a:lnTo>
                  <a:pt x="1554" y="196"/>
                </a:lnTo>
                <a:lnTo>
                  <a:pt x="1562" y="172"/>
                </a:lnTo>
                <a:lnTo>
                  <a:pt x="1571" y="150"/>
                </a:lnTo>
                <a:lnTo>
                  <a:pt x="1580" y="129"/>
                </a:lnTo>
                <a:lnTo>
                  <a:pt x="1588" y="112"/>
                </a:lnTo>
                <a:lnTo>
                  <a:pt x="1596" y="97"/>
                </a:lnTo>
                <a:lnTo>
                  <a:pt x="1602" y="85"/>
                </a:lnTo>
                <a:lnTo>
                  <a:pt x="1605" y="77"/>
                </a:lnTo>
                <a:lnTo>
                  <a:pt x="1611" y="69"/>
                </a:lnTo>
                <a:lnTo>
                  <a:pt x="1622" y="59"/>
                </a:lnTo>
                <a:lnTo>
                  <a:pt x="1637" y="47"/>
                </a:lnTo>
                <a:lnTo>
                  <a:pt x="1654" y="34"/>
                </a:lnTo>
                <a:lnTo>
                  <a:pt x="1670" y="23"/>
                </a:lnTo>
                <a:lnTo>
                  <a:pt x="1684" y="13"/>
                </a:lnTo>
                <a:lnTo>
                  <a:pt x="1694" y="6"/>
                </a:lnTo>
                <a:lnTo>
                  <a:pt x="1699" y="4"/>
                </a:lnTo>
                <a:lnTo>
                  <a:pt x="1700" y="4"/>
                </a:lnTo>
                <a:lnTo>
                  <a:pt x="1700" y="3"/>
                </a:lnTo>
                <a:lnTo>
                  <a:pt x="1700" y="1"/>
                </a:lnTo>
                <a:lnTo>
                  <a:pt x="1699" y="1"/>
                </a:lnTo>
                <a:lnTo>
                  <a:pt x="169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17" name="Freeform 974">
            <a:extLst>
              <a:ext uri="{FF2B5EF4-FFF2-40B4-BE49-F238E27FC236}">
                <a16:creationId xmlns:a16="http://schemas.microsoft.com/office/drawing/2014/main" id="{92FE838D-52B1-C255-4C80-3B2850A1EA97}"/>
              </a:ext>
            </a:extLst>
          </p:cNvPr>
          <p:cNvSpPr>
            <a:spLocks/>
          </p:cNvSpPr>
          <p:nvPr/>
        </p:nvSpPr>
        <p:spPr bwMode="auto">
          <a:xfrm>
            <a:off x="6388100" y="4979988"/>
            <a:ext cx="234950" cy="176212"/>
          </a:xfrm>
          <a:custGeom>
            <a:avLst/>
            <a:gdLst>
              <a:gd name="T0" fmla="*/ 2147483646 w 1416"/>
              <a:gd name="T1" fmla="*/ 2147483646 h 1184"/>
              <a:gd name="T2" fmla="*/ 2147483646 w 1416"/>
              <a:gd name="T3" fmla="*/ 2147483646 h 1184"/>
              <a:gd name="T4" fmla="*/ 2147483646 w 1416"/>
              <a:gd name="T5" fmla="*/ 2147483646 h 1184"/>
              <a:gd name="T6" fmla="*/ 2147483646 w 1416"/>
              <a:gd name="T7" fmla="*/ 2147483646 h 1184"/>
              <a:gd name="T8" fmla="*/ 2147483646 w 1416"/>
              <a:gd name="T9" fmla="*/ 2147483646 h 1184"/>
              <a:gd name="T10" fmla="*/ 2147483646 w 1416"/>
              <a:gd name="T11" fmla="*/ 2147483646 h 1184"/>
              <a:gd name="T12" fmla="*/ 2147483646 w 1416"/>
              <a:gd name="T13" fmla="*/ 2147483646 h 1184"/>
              <a:gd name="T14" fmla="*/ 2147483646 w 1416"/>
              <a:gd name="T15" fmla="*/ 2147483646 h 1184"/>
              <a:gd name="T16" fmla="*/ 2147483646 w 1416"/>
              <a:gd name="T17" fmla="*/ 2147483646 h 1184"/>
              <a:gd name="T18" fmla="*/ 2147483646 w 1416"/>
              <a:gd name="T19" fmla="*/ 2147483646 h 1184"/>
              <a:gd name="T20" fmla="*/ 2147483646 w 1416"/>
              <a:gd name="T21" fmla="*/ 2147483646 h 1184"/>
              <a:gd name="T22" fmla="*/ 2147483646 w 1416"/>
              <a:gd name="T23" fmla="*/ 2147483646 h 1184"/>
              <a:gd name="T24" fmla="*/ 2147483646 w 1416"/>
              <a:gd name="T25" fmla="*/ 2147483646 h 1184"/>
              <a:gd name="T26" fmla="*/ 2147483646 w 1416"/>
              <a:gd name="T27" fmla="*/ 2147483646 h 1184"/>
              <a:gd name="T28" fmla="*/ 2147483646 w 1416"/>
              <a:gd name="T29" fmla="*/ 2147483646 h 1184"/>
              <a:gd name="T30" fmla="*/ 2147483646 w 1416"/>
              <a:gd name="T31" fmla="*/ 2147483646 h 1184"/>
              <a:gd name="T32" fmla="*/ 2147483646 w 1416"/>
              <a:gd name="T33" fmla="*/ 2147483646 h 1184"/>
              <a:gd name="T34" fmla="*/ 2147483646 w 1416"/>
              <a:gd name="T35" fmla="*/ 2147483646 h 1184"/>
              <a:gd name="T36" fmla="*/ 2147483646 w 1416"/>
              <a:gd name="T37" fmla="*/ 2147483646 h 1184"/>
              <a:gd name="T38" fmla="*/ 2147483646 w 1416"/>
              <a:gd name="T39" fmla="*/ 2147483646 h 1184"/>
              <a:gd name="T40" fmla="*/ 2147483646 w 1416"/>
              <a:gd name="T41" fmla="*/ 2147483646 h 1184"/>
              <a:gd name="T42" fmla="*/ 2147483646 w 1416"/>
              <a:gd name="T43" fmla="*/ 2147483646 h 1184"/>
              <a:gd name="T44" fmla="*/ 2147483646 w 1416"/>
              <a:gd name="T45" fmla="*/ 2147483646 h 1184"/>
              <a:gd name="T46" fmla="*/ 2147483646 w 1416"/>
              <a:gd name="T47" fmla="*/ 2147483646 h 1184"/>
              <a:gd name="T48" fmla="*/ 2147483646 w 1416"/>
              <a:gd name="T49" fmla="*/ 2147483646 h 1184"/>
              <a:gd name="T50" fmla="*/ 2147483646 w 1416"/>
              <a:gd name="T51" fmla="*/ 2147483646 h 1184"/>
              <a:gd name="T52" fmla="*/ 2147483646 w 1416"/>
              <a:gd name="T53" fmla="*/ 2147483646 h 1184"/>
              <a:gd name="T54" fmla="*/ 2147483646 w 1416"/>
              <a:gd name="T55" fmla="*/ 2147483646 h 1184"/>
              <a:gd name="T56" fmla="*/ 2147483646 w 1416"/>
              <a:gd name="T57" fmla="*/ 2147483646 h 1184"/>
              <a:gd name="T58" fmla="*/ 2147483646 w 1416"/>
              <a:gd name="T59" fmla="*/ 2147483646 h 1184"/>
              <a:gd name="T60" fmla="*/ 2147483646 w 1416"/>
              <a:gd name="T61" fmla="*/ 2147483646 h 1184"/>
              <a:gd name="T62" fmla="*/ 2147483646 w 1416"/>
              <a:gd name="T63" fmla="*/ 2147483646 h 1184"/>
              <a:gd name="T64" fmla="*/ 2147483646 w 1416"/>
              <a:gd name="T65" fmla="*/ 2147483646 h 1184"/>
              <a:gd name="T66" fmla="*/ 2147483646 w 1416"/>
              <a:gd name="T67" fmla="*/ 2147483646 h 1184"/>
              <a:gd name="T68" fmla="*/ 2147483646 w 1416"/>
              <a:gd name="T69" fmla="*/ 2147483646 h 1184"/>
              <a:gd name="T70" fmla="*/ 2147483646 w 1416"/>
              <a:gd name="T71" fmla="*/ 2147483646 h 1184"/>
              <a:gd name="T72" fmla="*/ 2147483646 w 1416"/>
              <a:gd name="T73" fmla="*/ 2147483646 h 1184"/>
              <a:gd name="T74" fmla="*/ 2147483646 w 1416"/>
              <a:gd name="T75" fmla="*/ 2147483646 h 1184"/>
              <a:gd name="T76" fmla="*/ 2147483646 w 1416"/>
              <a:gd name="T77" fmla="*/ 2147483646 h 1184"/>
              <a:gd name="T78" fmla="*/ 2147483646 w 1416"/>
              <a:gd name="T79" fmla="*/ 2147483646 h 1184"/>
              <a:gd name="T80" fmla="*/ 2147483646 w 1416"/>
              <a:gd name="T81" fmla="*/ 2147483646 h 1184"/>
              <a:gd name="T82" fmla="*/ 2147483646 w 1416"/>
              <a:gd name="T83" fmla="*/ 2147483646 h 1184"/>
              <a:gd name="T84" fmla="*/ 2147483646 w 1416"/>
              <a:gd name="T85" fmla="*/ 2147483646 h 1184"/>
              <a:gd name="T86" fmla="*/ 2147483646 w 1416"/>
              <a:gd name="T87" fmla="*/ 2147483646 h 1184"/>
              <a:gd name="T88" fmla="*/ 2147483646 w 1416"/>
              <a:gd name="T89" fmla="*/ 2147483646 h 1184"/>
              <a:gd name="T90" fmla="*/ 2147483646 w 1416"/>
              <a:gd name="T91" fmla="*/ 2147483646 h 1184"/>
              <a:gd name="T92" fmla="*/ 2147483646 w 1416"/>
              <a:gd name="T93" fmla="*/ 2147483646 h 1184"/>
              <a:gd name="T94" fmla="*/ 2147483646 w 1416"/>
              <a:gd name="T95" fmla="*/ 2147483646 h 1184"/>
              <a:gd name="T96" fmla="*/ 2147483646 w 1416"/>
              <a:gd name="T97" fmla="*/ 2147483646 h 1184"/>
              <a:gd name="T98" fmla="*/ 2147483646 w 1416"/>
              <a:gd name="T99" fmla="*/ 2147483646 h 1184"/>
              <a:gd name="T100" fmla="*/ 2147483646 w 1416"/>
              <a:gd name="T101" fmla="*/ 2147483646 h 1184"/>
              <a:gd name="T102" fmla="*/ 2147483646 w 1416"/>
              <a:gd name="T103" fmla="*/ 2147483646 h 1184"/>
              <a:gd name="T104" fmla="*/ 2147483646 w 1416"/>
              <a:gd name="T105" fmla="*/ 2147483646 h 1184"/>
              <a:gd name="T106" fmla="*/ 2147483646 w 1416"/>
              <a:gd name="T107" fmla="*/ 2147483646 h 1184"/>
              <a:gd name="T108" fmla="*/ 2147483646 w 1416"/>
              <a:gd name="T109" fmla="*/ 2147483646 h 1184"/>
              <a:gd name="T110" fmla="*/ 2147483646 w 1416"/>
              <a:gd name="T111" fmla="*/ 2147483646 h 1184"/>
              <a:gd name="T112" fmla="*/ 2147483646 w 1416"/>
              <a:gd name="T113" fmla="*/ 2147483646 h 1184"/>
              <a:gd name="T114" fmla="*/ 2147483646 w 1416"/>
              <a:gd name="T115" fmla="*/ 2147483646 h 1184"/>
              <a:gd name="T116" fmla="*/ 2147483646 w 1416"/>
              <a:gd name="T117" fmla="*/ 2147483646 h 1184"/>
              <a:gd name="T118" fmla="*/ 2147483646 w 1416"/>
              <a:gd name="T119" fmla="*/ 2147483646 h 1184"/>
              <a:gd name="T120" fmla="*/ 2147483646 w 1416"/>
              <a:gd name="T121" fmla="*/ 2147483646 h 1184"/>
              <a:gd name="T122" fmla="*/ 2147483646 w 1416"/>
              <a:gd name="T123" fmla="*/ 2147483646 h 1184"/>
              <a:gd name="T124" fmla="*/ 2147483646 w 1416"/>
              <a:gd name="T125" fmla="*/ 2147483646 h 11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16" h="1184">
                <a:moveTo>
                  <a:pt x="1416" y="1044"/>
                </a:moveTo>
                <a:lnTo>
                  <a:pt x="1412" y="1056"/>
                </a:lnTo>
                <a:lnTo>
                  <a:pt x="1407" y="1068"/>
                </a:lnTo>
                <a:lnTo>
                  <a:pt x="1402" y="1081"/>
                </a:lnTo>
                <a:lnTo>
                  <a:pt x="1397" y="1094"/>
                </a:lnTo>
                <a:lnTo>
                  <a:pt x="1391" y="1106"/>
                </a:lnTo>
                <a:lnTo>
                  <a:pt x="1386" y="1115"/>
                </a:lnTo>
                <a:lnTo>
                  <a:pt x="1381" y="1122"/>
                </a:lnTo>
                <a:lnTo>
                  <a:pt x="1377" y="1126"/>
                </a:lnTo>
                <a:lnTo>
                  <a:pt x="1370" y="1129"/>
                </a:lnTo>
                <a:lnTo>
                  <a:pt x="1364" y="1133"/>
                </a:lnTo>
                <a:lnTo>
                  <a:pt x="1359" y="1139"/>
                </a:lnTo>
                <a:lnTo>
                  <a:pt x="1354" y="1144"/>
                </a:lnTo>
                <a:lnTo>
                  <a:pt x="1349" y="1150"/>
                </a:lnTo>
                <a:lnTo>
                  <a:pt x="1344" y="1157"/>
                </a:lnTo>
                <a:lnTo>
                  <a:pt x="1340" y="1164"/>
                </a:lnTo>
                <a:lnTo>
                  <a:pt x="1336" y="1173"/>
                </a:lnTo>
                <a:lnTo>
                  <a:pt x="1330" y="1180"/>
                </a:lnTo>
                <a:lnTo>
                  <a:pt x="1323" y="1184"/>
                </a:lnTo>
                <a:lnTo>
                  <a:pt x="1313" y="1184"/>
                </a:lnTo>
                <a:lnTo>
                  <a:pt x="1303" y="1182"/>
                </a:lnTo>
                <a:lnTo>
                  <a:pt x="1292" y="1180"/>
                </a:lnTo>
                <a:lnTo>
                  <a:pt x="1282" y="1177"/>
                </a:lnTo>
                <a:lnTo>
                  <a:pt x="1272" y="1176"/>
                </a:lnTo>
                <a:lnTo>
                  <a:pt x="1262" y="1177"/>
                </a:lnTo>
                <a:lnTo>
                  <a:pt x="1253" y="1179"/>
                </a:lnTo>
                <a:lnTo>
                  <a:pt x="1242" y="1181"/>
                </a:lnTo>
                <a:lnTo>
                  <a:pt x="1231" y="1181"/>
                </a:lnTo>
                <a:lnTo>
                  <a:pt x="1219" y="1181"/>
                </a:lnTo>
                <a:lnTo>
                  <a:pt x="1207" y="1180"/>
                </a:lnTo>
                <a:lnTo>
                  <a:pt x="1196" y="1178"/>
                </a:lnTo>
                <a:lnTo>
                  <a:pt x="1187" y="1174"/>
                </a:lnTo>
                <a:lnTo>
                  <a:pt x="1179" y="1169"/>
                </a:lnTo>
                <a:lnTo>
                  <a:pt x="1173" y="1162"/>
                </a:lnTo>
                <a:lnTo>
                  <a:pt x="1168" y="1155"/>
                </a:lnTo>
                <a:lnTo>
                  <a:pt x="1165" y="1148"/>
                </a:lnTo>
                <a:lnTo>
                  <a:pt x="1165" y="1142"/>
                </a:lnTo>
                <a:lnTo>
                  <a:pt x="1165" y="1136"/>
                </a:lnTo>
                <a:lnTo>
                  <a:pt x="1165" y="1132"/>
                </a:lnTo>
                <a:lnTo>
                  <a:pt x="1166" y="1129"/>
                </a:lnTo>
                <a:lnTo>
                  <a:pt x="1166" y="1128"/>
                </a:lnTo>
                <a:lnTo>
                  <a:pt x="1150" y="1110"/>
                </a:lnTo>
                <a:lnTo>
                  <a:pt x="1148" y="1110"/>
                </a:lnTo>
                <a:lnTo>
                  <a:pt x="1141" y="1111"/>
                </a:lnTo>
                <a:lnTo>
                  <a:pt x="1132" y="1111"/>
                </a:lnTo>
                <a:lnTo>
                  <a:pt x="1123" y="1111"/>
                </a:lnTo>
                <a:lnTo>
                  <a:pt x="1112" y="1110"/>
                </a:lnTo>
                <a:lnTo>
                  <a:pt x="1105" y="1107"/>
                </a:lnTo>
                <a:lnTo>
                  <a:pt x="1102" y="1102"/>
                </a:lnTo>
                <a:lnTo>
                  <a:pt x="1103" y="1094"/>
                </a:lnTo>
                <a:lnTo>
                  <a:pt x="1106" y="1083"/>
                </a:lnTo>
                <a:lnTo>
                  <a:pt x="1109" y="1073"/>
                </a:lnTo>
                <a:lnTo>
                  <a:pt x="1111" y="1063"/>
                </a:lnTo>
                <a:lnTo>
                  <a:pt x="1111" y="1054"/>
                </a:lnTo>
                <a:lnTo>
                  <a:pt x="1110" y="1046"/>
                </a:lnTo>
                <a:lnTo>
                  <a:pt x="1108" y="1039"/>
                </a:lnTo>
                <a:lnTo>
                  <a:pt x="1103" y="1033"/>
                </a:lnTo>
                <a:lnTo>
                  <a:pt x="1097" y="1030"/>
                </a:lnTo>
                <a:lnTo>
                  <a:pt x="1088" y="1029"/>
                </a:lnTo>
                <a:lnTo>
                  <a:pt x="1077" y="1027"/>
                </a:lnTo>
                <a:lnTo>
                  <a:pt x="1063" y="1025"/>
                </a:lnTo>
                <a:lnTo>
                  <a:pt x="1050" y="1024"/>
                </a:lnTo>
                <a:lnTo>
                  <a:pt x="1037" y="1024"/>
                </a:lnTo>
                <a:lnTo>
                  <a:pt x="1025" y="1026"/>
                </a:lnTo>
                <a:lnTo>
                  <a:pt x="1013" y="1031"/>
                </a:lnTo>
                <a:lnTo>
                  <a:pt x="1005" y="1039"/>
                </a:lnTo>
                <a:lnTo>
                  <a:pt x="997" y="1047"/>
                </a:lnTo>
                <a:lnTo>
                  <a:pt x="987" y="1051"/>
                </a:lnTo>
                <a:lnTo>
                  <a:pt x="976" y="1053"/>
                </a:lnTo>
                <a:lnTo>
                  <a:pt x="964" y="1052"/>
                </a:lnTo>
                <a:lnTo>
                  <a:pt x="952" y="1049"/>
                </a:lnTo>
                <a:lnTo>
                  <a:pt x="940" y="1046"/>
                </a:lnTo>
                <a:lnTo>
                  <a:pt x="928" y="1042"/>
                </a:lnTo>
                <a:lnTo>
                  <a:pt x="915" y="1039"/>
                </a:lnTo>
                <a:lnTo>
                  <a:pt x="904" y="1036"/>
                </a:lnTo>
                <a:lnTo>
                  <a:pt x="893" y="1035"/>
                </a:lnTo>
                <a:lnTo>
                  <a:pt x="884" y="1034"/>
                </a:lnTo>
                <a:lnTo>
                  <a:pt x="875" y="1034"/>
                </a:lnTo>
                <a:lnTo>
                  <a:pt x="866" y="1032"/>
                </a:lnTo>
                <a:lnTo>
                  <a:pt x="859" y="1029"/>
                </a:lnTo>
                <a:lnTo>
                  <a:pt x="854" y="1024"/>
                </a:lnTo>
                <a:lnTo>
                  <a:pt x="850" y="1016"/>
                </a:lnTo>
                <a:lnTo>
                  <a:pt x="846" y="1008"/>
                </a:lnTo>
                <a:lnTo>
                  <a:pt x="840" y="1002"/>
                </a:lnTo>
                <a:lnTo>
                  <a:pt x="832" y="998"/>
                </a:lnTo>
                <a:lnTo>
                  <a:pt x="824" y="996"/>
                </a:lnTo>
                <a:lnTo>
                  <a:pt x="815" y="996"/>
                </a:lnTo>
                <a:lnTo>
                  <a:pt x="807" y="998"/>
                </a:lnTo>
                <a:lnTo>
                  <a:pt x="801" y="1002"/>
                </a:lnTo>
                <a:lnTo>
                  <a:pt x="797" y="1008"/>
                </a:lnTo>
                <a:lnTo>
                  <a:pt x="793" y="1014"/>
                </a:lnTo>
                <a:lnTo>
                  <a:pt x="787" y="1019"/>
                </a:lnTo>
                <a:lnTo>
                  <a:pt x="779" y="1023"/>
                </a:lnTo>
                <a:lnTo>
                  <a:pt x="770" y="1026"/>
                </a:lnTo>
                <a:lnTo>
                  <a:pt x="761" y="1030"/>
                </a:lnTo>
                <a:lnTo>
                  <a:pt x="754" y="1034"/>
                </a:lnTo>
                <a:lnTo>
                  <a:pt x="747" y="1040"/>
                </a:lnTo>
                <a:lnTo>
                  <a:pt x="742" y="1047"/>
                </a:lnTo>
                <a:lnTo>
                  <a:pt x="737" y="1053"/>
                </a:lnTo>
                <a:lnTo>
                  <a:pt x="730" y="1055"/>
                </a:lnTo>
                <a:lnTo>
                  <a:pt x="721" y="1055"/>
                </a:lnTo>
                <a:lnTo>
                  <a:pt x="712" y="1052"/>
                </a:lnTo>
                <a:lnTo>
                  <a:pt x="703" y="1047"/>
                </a:lnTo>
                <a:lnTo>
                  <a:pt x="695" y="1042"/>
                </a:lnTo>
                <a:lnTo>
                  <a:pt x="688" y="1035"/>
                </a:lnTo>
                <a:lnTo>
                  <a:pt x="683" y="1030"/>
                </a:lnTo>
                <a:lnTo>
                  <a:pt x="679" y="1027"/>
                </a:lnTo>
                <a:lnTo>
                  <a:pt x="672" y="1026"/>
                </a:lnTo>
                <a:lnTo>
                  <a:pt x="665" y="1025"/>
                </a:lnTo>
                <a:lnTo>
                  <a:pt x="659" y="1026"/>
                </a:lnTo>
                <a:lnTo>
                  <a:pt x="651" y="1028"/>
                </a:lnTo>
                <a:lnTo>
                  <a:pt x="644" y="1031"/>
                </a:lnTo>
                <a:lnTo>
                  <a:pt x="638" y="1034"/>
                </a:lnTo>
                <a:lnTo>
                  <a:pt x="632" y="1039"/>
                </a:lnTo>
                <a:lnTo>
                  <a:pt x="627" y="1043"/>
                </a:lnTo>
                <a:lnTo>
                  <a:pt x="620" y="1047"/>
                </a:lnTo>
                <a:lnTo>
                  <a:pt x="615" y="1051"/>
                </a:lnTo>
                <a:lnTo>
                  <a:pt x="609" y="1054"/>
                </a:lnTo>
                <a:lnTo>
                  <a:pt x="603" y="1057"/>
                </a:lnTo>
                <a:lnTo>
                  <a:pt x="598" y="1058"/>
                </a:lnTo>
                <a:lnTo>
                  <a:pt x="592" y="1059"/>
                </a:lnTo>
                <a:lnTo>
                  <a:pt x="587" y="1059"/>
                </a:lnTo>
                <a:lnTo>
                  <a:pt x="583" y="1059"/>
                </a:lnTo>
                <a:lnTo>
                  <a:pt x="577" y="1061"/>
                </a:lnTo>
                <a:lnTo>
                  <a:pt x="569" y="1065"/>
                </a:lnTo>
                <a:lnTo>
                  <a:pt x="559" y="1069"/>
                </a:lnTo>
                <a:lnTo>
                  <a:pt x="548" y="1075"/>
                </a:lnTo>
                <a:lnTo>
                  <a:pt x="534" y="1081"/>
                </a:lnTo>
                <a:lnTo>
                  <a:pt x="515" y="1086"/>
                </a:lnTo>
                <a:lnTo>
                  <a:pt x="495" y="1093"/>
                </a:lnTo>
                <a:lnTo>
                  <a:pt x="487" y="1090"/>
                </a:lnTo>
                <a:lnTo>
                  <a:pt x="481" y="1085"/>
                </a:lnTo>
                <a:lnTo>
                  <a:pt x="477" y="1080"/>
                </a:lnTo>
                <a:lnTo>
                  <a:pt x="472" y="1076"/>
                </a:lnTo>
                <a:lnTo>
                  <a:pt x="469" y="1071"/>
                </a:lnTo>
                <a:lnTo>
                  <a:pt x="467" y="1065"/>
                </a:lnTo>
                <a:lnTo>
                  <a:pt x="464" y="1060"/>
                </a:lnTo>
                <a:lnTo>
                  <a:pt x="461" y="1054"/>
                </a:lnTo>
                <a:lnTo>
                  <a:pt x="456" y="1047"/>
                </a:lnTo>
                <a:lnTo>
                  <a:pt x="449" y="1039"/>
                </a:lnTo>
                <a:lnTo>
                  <a:pt x="442" y="1030"/>
                </a:lnTo>
                <a:lnTo>
                  <a:pt x="433" y="1021"/>
                </a:lnTo>
                <a:lnTo>
                  <a:pt x="425" y="1014"/>
                </a:lnTo>
                <a:lnTo>
                  <a:pt x="415" y="1007"/>
                </a:lnTo>
                <a:lnTo>
                  <a:pt x="408" y="1001"/>
                </a:lnTo>
                <a:lnTo>
                  <a:pt x="402" y="998"/>
                </a:lnTo>
                <a:lnTo>
                  <a:pt x="397" y="995"/>
                </a:lnTo>
                <a:lnTo>
                  <a:pt x="392" y="990"/>
                </a:lnTo>
                <a:lnTo>
                  <a:pt x="387" y="983"/>
                </a:lnTo>
                <a:lnTo>
                  <a:pt x="383" y="977"/>
                </a:lnTo>
                <a:lnTo>
                  <a:pt x="379" y="972"/>
                </a:lnTo>
                <a:lnTo>
                  <a:pt x="373" y="969"/>
                </a:lnTo>
                <a:lnTo>
                  <a:pt x="369" y="969"/>
                </a:lnTo>
                <a:lnTo>
                  <a:pt x="365" y="972"/>
                </a:lnTo>
                <a:lnTo>
                  <a:pt x="361" y="975"/>
                </a:lnTo>
                <a:lnTo>
                  <a:pt x="359" y="973"/>
                </a:lnTo>
                <a:lnTo>
                  <a:pt x="358" y="968"/>
                </a:lnTo>
                <a:lnTo>
                  <a:pt x="357" y="961"/>
                </a:lnTo>
                <a:lnTo>
                  <a:pt x="357" y="953"/>
                </a:lnTo>
                <a:lnTo>
                  <a:pt x="357" y="946"/>
                </a:lnTo>
                <a:lnTo>
                  <a:pt x="357" y="941"/>
                </a:lnTo>
                <a:lnTo>
                  <a:pt x="357" y="939"/>
                </a:lnTo>
                <a:lnTo>
                  <a:pt x="358" y="938"/>
                </a:lnTo>
                <a:lnTo>
                  <a:pt x="361" y="936"/>
                </a:lnTo>
                <a:lnTo>
                  <a:pt x="365" y="933"/>
                </a:lnTo>
                <a:lnTo>
                  <a:pt x="370" y="930"/>
                </a:lnTo>
                <a:lnTo>
                  <a:pt x="376" y="925"/>
                </a:lnTo>
                <a:lnTo>
                  <a:pt x="381" y="919"/>
                </a:lnTo>
                <a:lnTo>
                  <a:pt x="385" y="913"/>
                </a:lnTo>
                <a:lnTo>
                  <a:pt x="388" y="905"/>
                </a:lnTo>
                <a:lnTo>
                  <a:pt x="390" y="896"/>
                </a:lnTo>
                <a:lnTo>
                  <a:pt x="390" y="884"/>
                </a:lnTo>
                <a:lnTo>
                  <a:pt x="391" y="872"/>
                </a:lnTo>
                <a:lnTo>
                  <a:pt x="391" y="858"/>
                </a:lnTo>
                <a:lnTo>
                  <a:pt x="391" y="844"/>
                </a:lnTo>
                <a:lnTo>
                  <a:pt x="392" y="827"/>
                </a:lnTo>
                <a:lnTo>
                  <a:pt x="394" y="812"/>
                </a:lnTo>
                <a:lnTo>
                  <a:pt x="397" y="796"/>
                </a:lnTo>
                <a:lnTo>
                  <a:pt x="398" y="782"/>
                </a:lnTo>
                <a:lnTo>
                  <a:pt x="392" y="773"/>
                </a:lnTo>
                <a:lnTo>
                  <a:pt x="384" y="768"/>
                </a:lnTo>
                <a:lnTo>
                  <a:pt x="373" y="764"/>
                </a:lnTo>
                <a:lnTo>
                  <a:pt x="364" y="761"/>
                </a:lnTo>
                <a:lnTo>
                  <a:pt x="358" y="757"/>
                </a:lnTo>
                <a:lnTo>
                  <a:pt x="358" y="750"/>
                </a:lnTo>
                <a:lnTo>
                  <a:pt x="365" y="739"/>
                </a:lnTo>
                <a:lnTo>
                  <a:pt x="375" y="727"/>
                </a:lnTo>
                <a:lnTo>
                  <a:pt x="381" y="718"/>
                </a:lnTo>
                <a:lnTo>
                  <a:pt x="382" y="713"/>
                </a:lnTo>
                <a:lnTo>
                  <a:pt x="381" y="709"/>
                </a:lnTo>
                <a:lnTo>
                  <a:pt x="376" y="706"/>
                </a:lnTo>
                <a:lnTo>
                  <a:pt x="367" y="704"/>
                </a:lnTo>
                <a:lnTo>
                  <a:pt x="358" y="702"/>
                </a:lnTo>
                <a:lnTo>
                  <a:pt x="346" y="700"/>
                </a:lnTo>
                <a:lnTo>
                  <a:pt x="336" y="696"/>
                </a:lnTo>
                <a:lnTo>
                  <a:pt x="329" y="691"/>
                </a:lnTo>
                <a:lnTo>
                  <a:pt x="326" y="684"/>
                </a:lnTo>
                <a:lnTo>
                  <a:pt x="326" y="677"/>
                </a:lnTo>
                <a:lnTo>
                  <a:pt x="328" y="669"/>
                </a:lnTo>
                <a:lnTo>
                  <a:pt x="333" y="661"/>
                </a:lnTo>
                <a:lnTo>
                  <a:pt x="340" y="652"/>
                </a:lnTo>
                <a:lnTo>
                  <a:pt x="349" y="644"/>
                </a:lnTo>
                <a:lnTo>
                  <a:pt x="357" y="634"/>
                </a:lnTo>
                <a:lnTo>
                  <a:pt x="362" y="626"/>
                </a:lnTo>
                <a:lnTo>
                  <a:pt x="365" y="617"/>
                </a:lnTo>
                <a:lnTo>
                  <a:pt x="367" y="610"/>
                </a:lnTo>
                <a:lnTo>
                  <a:pt x="368" y="604"/>
                </a:lnTo>
                <a:lnTo>
                  <a:pt x="371" y="599"/>
                </a:lnTo>
                <a:lnTo>
                  <a:pt x="376" y="598"/>
                </a:lnTo>
                <a:lnTo>
                  <a:pt x="383" y="599"/>
                </a:lnTo>
                <a:lnTo>
                  <a:pt x="389" y="600"/>
                </a:lnTo>
                <a:lnTo>
                  <a:pt x="391" y="599"/>
                </a:lnTo>
                <a:lnTo>
                  <a:pt x="389" y="596"/>
                </a:lnTo>
                <a:lnTo>
                  <a:pt x="384" y="591"/>
                </a:lnTo>
                <a:lnTo>
                  <a:pt x="377" y="584"/>
                </a:lnTo>
                <a:lnTo>
                  <a:pt x="368" y="577"/>
                </a:lnTo>
                <a:lnTo>
                  <a:pt x="358" y="571"/>
                </a:lnTo>
                <a:lnTo>
                  <a:pt x="349" y="565"/>
                </a:lnTo>
                <a:lnTo>
                  <a:pt x="340" y="558"/>
                </a:lnTo>
                <a:lnTo>
                  <a:pt x="332" y="549"/>
                </a:lnTo>
                <a:lnTo>
                  <a:pt x="323" y="539"/>
                </a:lnTo>
                <a:lnTo>
                  <a:pt x="317" y="527"/>
                </a:lnTo>
                <a:lnTo>
                  <a:pt x="311" y="517"/>
                </a:lnTo>
                <a:lnTo>
                  <a:pt x="307" y="508"/>
                </a:lnTo>
                <a:lnTo>
                  <a:pt x="305" y="502"/>
                </a:lnTo>
                <a:lnTo>
                  <a:pt x="304" y="500"/>
                </a:lnTo>
                <a:lnTo>
                  <a:pt x="306" y="500"/>
                </a:lnTo>
                <a:lnTo>
                  <a:pt x="312" y="498"/>
                </a:lnTo>
                <a:lnTo>
                  <a:pt x="318" y="494"/>
                </a:lnTo>
                <a:lnTo>
                  <a:pt x="321" y="486"/>
                </a:lnTo>
                <a:lnTo>
                  <a:pt x="321" y="480"/>
                </a:lnTo>
                <a:lnTo>
                  <a:pt x="320" y="474"/>
                </a:lnTo>
                <a:lnTo>
                  <a:pt x="319" y="467"/>
                </a:lnTo>
                <a:lnTo>
                  <a:pt x="319" y="461"/>
                </a:lnTo>
                <a:lnTo>
                  <a:pt x="319" y="454"/>
                </a:lnTo>
                <a:lnTo>
                  <a:pt x="320" y="448"/>
                </a:lnTo>
                <a:lnTo>
                  <a:pt x="323" y="442"/>
                </a:lnTo>
                <a:lnTo>
                  <a:pt x="330" y="436"/>
                </a:lnTo>
                <a:lnTo>
                  <a:pt x="335" y="430"/>
                </a:lnTo>
                <a:lnTo>
                  <a:pt x="335" y="425"/>
                </a:lnTo>
                <a:lnTo>
                  <a:pt x="333" y="421"/>
                </a:lnTo>
                <a:lnTo>
                  <a:pt x="329" y="417"/>
                </a:lnTo>
                <a:lnTo>
                  <a:pt x="322" y="414"/>
                </a:lnTo>
                <a:lnTo>
                  <a:pt x="317" y="412"/>
                </a:lnTo>
                <a:lnTo>
                  <a:pt x="314" y="410"/>
                </a:lnTo>
                <a:lnTo>
                  <a:pt x="312" y="410"/>
                </a:lnTo>
                <a:lnTo>
                  <a:pt x="313" y="409"/>
                </a:lnTo>
                <a:lnTo>
                  <a:pt x="315" y="406"/>
                </a:lnTo>
                <a:lnTo>
                  <a:pt x="317" y="401"/>
                </a:lnTo>
                <a:lnTo>
                  <a:pt x="318" y="395"/>
                </a:lnTo>
                <a:lnTo>
                  <a:pt x="318" y="390"/>
                </a:lnTo>
                <a:lnTo>
                  <a:pt x="317" y="383"/>
                </a:lnTo>
                <a:lnTo>
                  <a:pt x="312" y="379"/>
                </a:lnTo>
                <a:lnTo>
                  <a:pt x="304" y="376"/>
                </a:lnTo>
                <a:lnTo>
                  <a:pt x="295" y="376"/>
                </a:lnTo>
                <a:lnTo>
                  <a:pt x="287" y="377"/>
                </a:lnTo>
                <a:lnTo>
                  <a:pt x="280" y="381"/>
                </a:lnTo>
                <a:lnTo>
                  <a:pt x="273" y="386"/>
                </a:lnTo>
                <a:lnTo>
                  <a:pt x="267" y="391"/>
                </a:lnTo>
                <a:lnTo>
                  <a:pt x="263" y="395"/>
                </a:lnTo>
                <a:lnTo>
                  <a:pt x="258" y="398"/>
                </a:lnTo>
                <a:lnTo>
                  <a:pt x="254" y="399"/>
                </a:lnTo>
                <a:lnTo>
                  <a:pt x="249" y="399"/>
                </a:lnTo>
                <a:lnTo>
                  <a:pt x="244" y="398"/>
                </a:lnTo>
                <a:lnTo>
                  <a:pt x="239" y="396"/>
                </a:lnTo>
                <a:lnTo>
                  <a:pt x="233" y="395"/>
                </a:lnTo>
                <a:lnTo>
                  <a:pt x="229" y="394"/>
                </a:lnTo>
                <a:lnTo>
                  <a:pt x="225" y="392"/>
                </a:lnTo>
                <a:lnTo>
                  <a:pt x="221" y="391"/>
                </a:lnTo>
                <a:lnTo>
                  <a:pt x="220" y="391"/>
                </a:lnTo>
                <a:lnTo>
                  <a:pt x="221" y="390"/>
                </a:lnTo>
                <a:lnTo>
                  <a:pt x="225" y="386"/>
                </a:lnTo>
                <a:lnTo>
                  <a:pt x="229" y="380"/>
                </a:lnTo>
                <a:lnTo>
                  <a:pt x="232" y="373"/>
                </a:lnTo>
                <a:lnTo>
                  <a:pt x="235" y="366"/>
                </a:lnTo>
                <a:lnTo>
                  <a:pt x="236" y="359"/>
                </a:lnTo>
                <a:lnTo>
                  <a:pt x="234" y="353"/>
                </a:lnTo>
                <a:lnTo>
                  <a:pt x="229" y="348"/>
                </a:lnTo>
                <a:lnTo>
                  <a:pt x="223" y="344"/>
                </a:lnTo>
                <a:lnTo>
                  <a:pt x="222" y="339"/>
                </a:lnTo>
                <a:lnTo>
                  <a:pt x="222" y="334"/>
                </a:lnTo>
                <a:lnTo>
                  <a:pt x="225" y="328"/>
                </a:lnTo>
                <a:lnTo>
                  <a:pt x="226" y="323"/>
                </a:lnTo>
                <a:lnTo>
                  <a:pt x="226" y="318"/>
                </a:lnTo>
                <a:lnTo>
                  <a:pt x="222" y="315"/>
                </a:lnTo>
                <a:lnTo>
                  <a:pt x="214" y="312"/>
                </a:lnTo>
                <a:lnTo>
                  <a:pt x="204" y="311"/>
                </a:lnTo>
                <a:lnTo>
                  <a:pt x="196" y="312"/>
                </a:lnTo>
                <a:lnTo>
                  <a:pt x="189" y="314"/>
                </a:lnTo>
                <a:lnTo>
                  <a:pt x="184" y="318"/>
                </a:lnTo>
                <a:lnTo>
                  <a:pt x="180" y="323"/>
                </a:lnTo>
                <a:lnTo>
                  <a:pt x="179" y="330"/>
                </a:lnTo>
                <a:lnTo>
                  <a:pt x="179" y="338"/>
                </a:lnTo>
                <a:lnTo>
                  <a:pt x="181" y="346"/>
                </a:lnTo>
                <a:lnTo>
                  <a:pt x="183" y="353"/>
                </a:lnTo>
                <a:lnTo>
                  <a:pt x="184" y="360"/>
                </a:lnTo>
                <a:lnTo>
                  <a:pt x="184" y="365"/>
                </a:lnTo>
                <a:lnTo>
                  <a:pt x="183" y="371"/>
                </a:lnTo>
                <a:lnTo>
                  <a:pt x="182" y="377"/>
                </a:lnTo>
                <a:lnTo>
                  <a:pt x="183" y="385"/>
                </a:lnTo>
                <a:lnTo>
                  <a:pt x="185" y="394"/>
                </a:lnTo>
                <a:lnTo>
                  <a:pt x="190" y="405"/>
                </a:lnTo>
                <a:lnTo>
                  <a:pt x="194" y="416"/>
                </a:lnTo>
                <a:lnTo>
                  <a:pt x="196" y="424"/>
                </a:lnTo>
                <a:lnTo>
                  <a:pt x="195" y="430"/>
                </a:lnTo>
                <a:lnTo>
                  <a:pt x="193" y="435"/>
                </a:lnTo>
                <a:lnTo>
                  <a:pt x="190" y="437"/>
                </a:lnTo>
                <a:lnTo>
                  <a:pt x="187" y="438"/>
                </a:lnTo>
                <a:lnTo>
                  <a:pt x="185" y="439"/>
                </a:lnTo>
                <a:lnTo>
                  <a:pt x="184" y="439"/>
                </a:lnTo>
                <a:lnTo>
                  <a:pt x="184" y="436"/>
                </a:lnTo>
                <a:lnTo>
                  <a:pt x="183" y="428"/>
                </a:lnTo>
                <a:lnTo>
                  <a:pt x="181" y="417"/>
                </a:lnTo>
                <a:lnTo>
                  <a:pt x="179" y="405"/>
                </a:lnTo>
                <a:lnTo>
                  <a:pt x="176" y="392"/>
                </a:lnTo>
                <a:lnTo>
                  <a:pt x="172" y="378"/>
                </a:lnTo>
                <a:lnTo>
                  <a:pt x="168" y="367"/>
                </a:lnTo>
                <a:lnTo>
                  <a:pt x="164" y="360"/>
                </a:lnTo>
                <a:lnTo>
                  <a:pt x="160" y="354"/>
                </a:lnTo>
                <a:lnTo>
                  <a:pt x="156" y="347"/>
                </a:lnTo>
                <a:lnTo>
                  <a:pt x="152" y="340"/>
                </a:lnTo>
                <a:lnTo>
                  <a:pt x="149" y="331"/>
                </a:lnTo>
                <a:lnTo>
                  <a:pt x="146" y="325"/>
                </a:lnTo>
                <a:lnTo>
                  <a:pt x="144" y="319"/>
                </a:lnTo>
                <a:lnTo>
                  <a:pt x="142" y="315"/>
                </a:lnTo>
                <a:lnTo>
                  <a:pt x="142" y="314"/>
                </a:lnTo>
                <a:lnTo>
                  <a:pt x="140" y="315"/>
                </a:lnTo>
                <a:lnTo>
                  <a:pt x="136" y="319"/>
                </a:lnTo>
                <a:lnTo>
                  <a:pt x="129" y="324"/>
                </a:lnTo>
                <a:lnTo>
                  <a:pt x="120" y="329"/>
                </a:lnTo>
                <a:lnTo>
                  <a:pt x="110" y="336"/>
                </a:lnTo>
                <a:lnTo>
                  <a:pt x="100" y="341"/>
                </a:lnTo>
                <a:lnTo>
                  <a:pt x="90" y="345"/>
                </a:lnTo>
                <a:lnTo>
                  <a:pt x="80" y="346"/>
                </a:lnTo>
                <a:lnTo>
                  <a:pt x="70" y="344"/>
                </a:lnTo>
                <a:lnTo>
                  <a:pt x="62" y="340"/>
                </a:lnTo>
                <a:lnTo>
                  <a:pt x="55" y="334"/>
                </a:lnTo>
                <a:lnTo>
                  <a:pt x="49" y="325"/>
                </a:lnTo>
                <a:lnTo>
                  <a:pt x="46" y="318"/>
                </a:lnTo>
                <a:lnTo>
                  <a:pt x="47" y="312"/>
                </a:lnTo>
                <a:lnTo>
                  <a:pt x="50" y="308"/>
                </a:lnTo>
                <a:lnTo>
                  <a:pt x="58" y="306"/>
                </a:lnTo>
                <a:lnTo>
                  <a:pt x="66" y="306"/>
                </a:lnTo>
                <a:lnTo>
                  <a:pt x="72" y="305"/>
                </a:lnTo>
                <a:lnTo>
                  <a:pt x="74" y="304"/>
                </a:lnTo>
                <a:lnTo>
                  <a:pt x="73" y="302"/>
                </a:lnTo>
                <a:lnTo>
                  <a:pt x="71" y="300"/>
                </a:lnTo>
                <a:lnTo>
                  <a:pt x="66" y="298"/>
                </a:lnTo>
                <a:lnTo>
                  <a:pt x="60" y="295"/>
                </a:lnTo>
                <a:lnTo>
                  <a:pt x="52" y="292"/>
                </a:lnTo>
                <a:lnTo>
                  <a:pt x="43" y="290"/>
                </a:lnTo>
                <a:lnTo>
                  <a:pt x="34" y="290"/>
                </a:lnTo>
                <a:lnTo>
                  <a:pt x="23" y="291"/>
                </a:lnTo>
                <a:lnTo>
                  <a:pt x="14" y="293"/>
                </a:lnTo>
                <a:lnTo>
                  <a:pt x="7" y="294"/>
                </a:lnTo>
                <a:lnTo>
                  <a:pt x="2" y="294"/>
                </a:lnTo>
                <a:lnTo>
                  <a:pt x="0" y="292"/>
                </a:lnTo>
                <a:lnTo>
                  <a:pt x="2" y="287"/>
                </a:lnTo>
                <a:lnTo>
                  <a:pt x="7" y="279"/>
                </a:lnTo>
                <a:lnTo>
                  <a:pt x="14" y="272"/>
                </a:lnTo>
                <a:lnTo>
                  <a:pt x="21" y="265"/>
                </a:lnTo>
                <a:lnTo>
                  <a:pt x="29" y="258"/>
                </a:lnTo>
                <a:lnTo>
                  <a:pt x="36" y="251"/>
                </a:lnTo>
                <a:lnTo>
                  <a:pt x="42" y="246"/>
                </a:lnTo>
                <a:lnTo>
                  <a:pt x="46" y="243"/>
                </a:lnTo>
                <a:lnTo>
                  <a:pt x="47" y="242"/>
                </a:lnTo>
                <a:lnTo>
                  <a:pt x="44" y="197"/>
                </a:lnTo>
                <a:lnTo>
                  <a:pt x="66" y="199"/>
                </a:lnTo>
                <a:lnTo>
                  <a:pt x="58" y="179"/>
                </a:lnTo>
                <a:lnTo>
                  <a:pt x="71" y="174"/>
                </a:lnTo>
                <a:lnTo>
                  <a:pt x="74" y="141"/>
                </a:lnTo>
                <a:lnTo>
                  <a:pt x="76" y="142"/>
                </a:lnTo>
                <a:lnTo>
                  <a:pt x="78" y="144"/>
                </a:lnTo>
                <a:lnTo>
                  <a:pt x="81" y="147"/>
                </a:lnTo>
                <a:lnTo>
                  <a:pt x="86" y="149"/>
                </a:lnTo>
                <a:lnTo>
                  <a:pt x="91" y="151"/>
                </a:lnTo>
                <a:lnTo>
                  <a:pt x="98" y="152"/>
                </a:lnTo>
                <a:lnTo>
                  <a:pt x="105" y="150"/>
                </a:lnTo>
                <a:lnTo>
                  <a:pt x="113" y="146"/>
                </a:lnTo>
                <a:lnTo>
                  <a:pt x="120" y="141"/>
                </a:lnTo>
                <a:lnTo>
                  <a:pt x="124" y="136"/>
                </a:lnTo>
                <a:lnTo>
                  <a:pt x="128" y="133"/>
                </a:lnTo>
                <a:lnTo>
                  <a:pt x="129" y="128"/>
                </a:lnTo>
                <a:lnTo>
                  <a:pt x="130" y="124"/>
                </a:lnTo>
                <a:lnTo>
                  <a:pt x="131" y="120"/>
                </a:lnTo>
                <a:lnTo>
                  <a:pt x="133" y="114"/>
                </a:lnTo>
                <a:lnTo>
                  <a:pt x="136" y="107"/>
                </a:lnTo>
                <a:lnTo>
                  <a:pt x="140" y="99"/>
                </a:lnTo>
                <a:lnTo>
                  <a:pt x="142" y="93"/>
                </a:lnTo>
                <a:lnTo>
                  <a:pt x="144" y="88"/>
                </a:lnTo>
                <a:lnTo>
                  <a:pt x="146" y="83"/>
                </a:lnTo>
                <a:lnTo>
                  <a:pt x="146" y="79"/>
                </a:lnTo>
                <a:lnTo>
                  <a:pt x="147" y="77"/>
                </a:lnTo>
                <a:lnTo>
                  <a:pt x="147" y="75"/>
                </a:lnTo>
                <a:lnTo>
                  <a:pt x="179" y="96"/>
                </a:lnTo>
                <a:lnTo>
                  <a:pt x="179" y="97"/>
                </a:lnTo>
                <a:lnTo>
                  <a:pt x="178" y="99"/>
                </a:lnTo>
                <a:lnTo>
                  <a:pt x="177" y="102"/>
                </a:lnTo>
                <a:lnTo>
                  <a:pt x="176" y="107"/>
                </a:lnTo>
                <a:lnTo>
                  <a:pt x="175" y="113"/>
                </a:lnTo>
                <a:lnTo>
                  <a:pt x="173" y="120"/>
                </a:lnTo>
                <a:lnTo>
                  <a:pt x="172" y="128"/>
                </a:lnTo>
                <a:lnTo>
                  <a:pt x="172" y="138"/>
                </a:lnTo>
                <a:lnTo>
                  <a:pt x="173" y="146"/>
                </a:lnTo>
                <a:lnTo>
                  <a:pt x="177" y="153"/>
                </a:lnTo>
                <a:lnTo>
                  <a:pt x="181" y="158"/>
                </a:lnTo>
                <a:lnTo>
                  <a:pt x="184" y="162"/>
                </a:lnTo>
                <a:lnTo>
                  <a:pt x="185" y="164"/>
                </a:lnTo>
                <a:lnTo>
                  <a:pt x="184" y="165"/>
                </a:lnTo>
                <a:lnTo>
                  <a:pt x="180" y="165"/>
                </a:lnTo>
                <a:lnTo>
                  <a:pt x="169" y="165"/>
                </a:lnTo>
                <a:lnTo>
                  <a:pt x="161" y="166"/>
                </a:lnTo>
                <a:lnTo>
                  <a:pt x="159" y="171"/>
                </a:lnTo>
                <a:lnTo>
                  <a:pt x="163" y="177"/>
                </a:lnTo>
                <a:lnTo>
                  <a:pt x="171" y="186"/>
                </a:lnTo>
                <a:lnTo>
                  <a:pt x="180" y="194"/>
                </a:lnTo>
                <a:lnTo>
                  <a:pt x="189" y="201"/>
                </a:lnTo>
                <a:lnTo>
                  <a:pt x="195" y="206"/>
                </a:lnTo>
                <a:lnTo>
                  <a:pt x="198" y="208"/>
                </a:lnTo>
                <a:lnTo>
                  <a:pt x="201" y="165"/>
                </a:lnTo>
                <a:lnTo>
                  <a:pt x="226" y="186"/>
                </a:lnTo>
                <a:lnTo>
                  <a:pt x="229" y="154"/>
                </a:lnTo>
                <a:lnTo>
                  <a:pt x="262" y="165"/>
                </a:lnTo>
                <a:lnTo>
                  <a:pt x="248" y="129"/>
                </a:lnTo>
                <a:lnTo>
                  <a:pt x="267" y="107"/>
                </a:lnTo>
                <a:lnTo>
                  <a:pt x="266" y="106"/>
                </a:lnTo>
                <a:lnTo>
                  <a:pt x="263" y="102"/>
                </a:lnTo>
                <a:lnTo>
                  <a:pt x="259" y="96"/>
                </a:lnTo>
                <a:lnTo>
                  <a:pt x="255" y="89"/>
                </a:lnTo>
                <a:lnTo>
                  <a:pt x="251" y="81"/>
                </a:lnTo>
                <a:lnTo>
                  <a:pt x="248" y="74"/>
                </a:lnTo>
                <a:lnTo>
                  <a:pt x="247" y="67"/>
                </a:lnTo>
                <a:lnTo>
                  <a:pt x="248" y="61"/>
                </a:lnTo>
                <a:lnTo>
                  <a:pt x="249" y="56"/>
                </a:lnTo>
                <a:lnTo>
                  <a:pt x="248" y="50"/>
                </a:lnTo>
                <a:lnTo>
                  <a:pt x="246" y="45"/>
                </a:lnTo>
                <a:lnTo>
                  <a:pt x="244" y="40"/>
                </a:lnTo>
                <a:lnTo>
                  <a:pt x="241" y="35"/>
                </a:lnTo>
                <a:lnTo>
                  <a:pt x="240" y="30"/>
                </a:lnTo>
                <a:lnTo>
                  <a:pt x="241" y="28"/>
                </a:lnTo>
                <a:lnTo>
                  <a:pt x="245" y="27"/>
                </a:lnTo>
                <a:lnTo>
                  <a:pt x="249" y="26"/>
                </a:lnTo>
                <a:lnTo>
                  <a:pt x="252" y="22"/>
                </a:lnTo>
                <a:lnTo>
                  <a:pt x="253" y="17"/>
                </a:lnTo>
                <a:lnTo>
                  <a:pt x="255" y="12"/>
                </a:lnTo>
                <a:lnTo>
                  <a:pt x="258" y="7"/>
                </a:lnTo>
                <a:lnTo>
                  <a:pt x="262" y="4"/>
                </a:lnTo>
                <a:lnTo>
                  <a:pt x="268" y="3"/>
                </a:lnTo>
                <a:lnTo>
                  <a:pt x="279" y="5"/>
                </a:lnTo>
                <a:lnTo>
                  <a:pt x="290" y="8"/>
                </a:lnTo>
                <a:lnTo>
                  <a:pt x="301" y="9"/>
                </a:lnTo>
                <a:lnTo>
                  <a:pt x="310" y="9"/>
                </a:lnTo>
                <a:lnTo>
                  <a:pt x="318" y="8"/>
                </a:lnTo>
                <a:lnTo>
                  <a:pt x="326" y="7"/>
                </a:lnTo>
                <a:lnTo>
                  <a:pt x="331" y="5"/>
                </a:lnTo>
                <a:lnTo>
                  <a:pt x="334" y="4"/>
                </a:lnTo>
                <a:lnTo>
                  <a:pt x="335" y="3"/>
                </a:lnTo>
                <a:lnTo>
                  <a:pt x="335" y="6"/>
                </a:lnTo>
                <a:lnTo>
                  <a:pt x="336" y="16"/>
                </a:lnTo>
                <a:lnTo>
                  <a:pt x="336" y="29"/>
                </a:lnTo>
                <a:lnTo>
                  <a:pt x="337" y="46"/>
                </a:lnTo>
                <a:lnTo>
                  <a:pt x="338" y="63"/>
                </a:lnTo>
                <a:lnTo>
                  <a:pt x="339" y="80"/>
                </a:lnTo>
                <a:lnTo>
                  <a:pt x="340" y="94"/>
                </a:lnTo>
                <a:lnTo>
                  <a:pt x="341" y="104"/>
                </a:lnTo>
                <a:lnTo>
                  <a:pt x="341" y="108"/>
                </a:lnTo>
                <a:lnTo>
                  <a:pt x="341" y="106"/>
                </a:lnTo>
                <a:lnTo>
                  <a:pt x="341" y="100"/>
                </a:lnTo>
                <a:lnTo>
                  <a:pt x="341" y="91"/>
                </a:lnTo>
                <a:lnTo>
                  <a:pt x="343" y="80"/>
                </a:lnTo>
                <a:lnTo>
                  <a:pt x="346" y="69"/>
                </a:lnTo>
                <a:lnTo>
                  <a:pt x="352" y="60"/>
                </a:lnTo>
                <a:lnTo>
                  <a:pt x="360" y="53"/>
                </a:lnTo>
                <a:lnTo>
                  <a:pt x="369" y="49"/>
                </a:lnTo>
                <a:lnTo>
                  <a:pt x="378" y="47"/>
                </a:lnTo>
                <a:lnTo>
                  <a:pt x="384" y="46"/>
                </a:lnTo>
                <a:lnTo>
                  <a:pt x="389" y="46"/>
                </a:lnTo>
                <a:lnTo>
                  <a:pt x="393" y="47"/>
                </a:lnTo>
                <a:lnTo>
                  <a:pt x="395" y="48"/>
                </a:lnTo>
                <a:lnTo>
                  <a:pt x="397" y="50"/>
                </a:lnTo>
                <a:lnTo>
                  <a:pt x="401" y="51"/>
                </a:lnTo>
                <a:lnTo>
                  <a:pt x="411" y="51"/>
                </a:lnTo>
                <a:lnTo>
                  <a:pt x="419" y="49"/>
                </a:lnTo>
                <a:lnTo>
                  <a:pt x="421" y="42"/>
                </a:lnTo>
                <a:lnTo>
                  <a:pt x="419" y="36"/>
                </a:lnTo>
                <a:lnTo>
                  <a:pt x="419" y="29"/>
                </a:lnTo>
                <a:lnTo>
                  <a:pt x="418" y="22"/>
                </a:lnTo>
                <a:lnTo>
                  <a:pt x="418" y="15"/>
                </a:lnTo>
                <a:lnTo>
                  <a:pt x="418" y="9"/>
                </a:lnTo>
                <a:lnTo>
                  <a:pt x="419" y="4"/>
                </a:lnTo>
                <a:lnTo>
                  <a:pt x="419" y="1"/>
                </a:lnTo>
                <a:lnTo>
                  <a:pt x="419" y="0"/>
                </a:lnTo>
                <a:lnTo>
                  <a:pt x="421" y="1"/>
                </a:lnTo>
                <a:lnTo>
                  <a:pt x="428" y="2"/>
                </a:lnTo>
                <a:lnTo>
                  <a:pt x="436" y="4"/>
                </a:lnTo>
                <a:lnTo>
                  <a:pt x="445" y="6"/>
                </a:lnTo>
                <a:lnTo>
                  <a:pt x="454" y="7"/>
                </a:lnTo>
                <a:lnTo>
                  <a:pt x="463" y="7"/>
                </a:lnTo>
                <a:lnTo>
                  <a:pt x="470" y="6"/>
                </a:lnTo>
                <a:lnTo>
                  <a:pt x="475" y="3"/>
                </a:lnTo>
                <a:lnTo>
                  <a:pt x="477" y="1"/>
                </a:lnTo>
                <a:lnTo>
                  <a:pt x="479" y="2"/>
                </a:lnTo>
                <a:lnTo>
                  <a:pt x="481" y="6"/>
                </a:lnTo>
                <a:lnTo>
                  <a:pt x="483" y="11"/>
                </a:lnTo>
                <a:lnTo>
                  <a:pt x="484" y="17"/>
                </a:lnTo>
                <a:lnTo>
                  <a:pt x="485" y="22"/>
                </a:lnTo>
                <a:lnTo>
                  <a:pt x="486" y="26"/>
                </a:lnTo>
                <a:lnTo>
                  <a:pt x="486" y="27"/>
                </a:lnTo>
                <a:lnTo>
                  <a:pt x="497" y="61"/>
                </a:lnTo>
                <a:lnTo>
                  <a:pt x="497" y="60"/>
                </a:lnTo>
                <a:lnTo>
                  <a:pt x="499" y="57"/>
                </a:lnTo>
                <a:lnTo>
                  <a:pt x="501" y="54"/>
                </a:lnTo>
                <a:lnTo>
                  <a:pt x="504" y="49"/>
                </a:lnTo>
                <a:lnTo>
                  <a:pt x="509" y="44"/>
                </a:lnTo>
                <a:lnTo>
                  <a:pt x="514" y="39"/>
                </a:lnTo>
                <a:lnTo>
                  <a:pt x="520" y="35"/>
                </a:lnTo>
                <a:lnTo>
                  <a:pt x="529" y="30"/>
                </a:lnTo>
                <a:lnTo>
                  <a:pt x="542" y="24"/>
                </a:lnTo>
                <a:lnTo>
                  <a:pt x="550" y="20"/>
                </a:lnTo>
                <a:lnTo>
                  <a:pt x="554" y="24"/>
                </a:lnTo>
                <a:lnTo>
                  <a:pt x="556" y="39"/>
                </a:lnTo>
                <a:lnTo>
                  <a:pt x="557" y="48"/>
                </a:lnTo>
                <a:lnTo>
                  <a:pt x="556" y="56"/>
                </a:lnTo>
                <a:lnTo>
                  <a:pt x="555" y="61"/>
                </a:lnTo>
                <a:lnTo>
                  <a:pt x="553" y="65"/>
                </a:lnTo>
                <a:lnTo>
                  <a:pt x="551" y="68"/>
                </a:lnTo>
                <a:lnTo>
                  <a:pt x="550" y="69"/>
                </a:lnTo>
                <a:lnTo>
                  <a:pt x="548" y="70"/>
                </a:lnTo>
                <a:lnTo>
                  <a:pt x="549" y="69"/>
                </a:lnTo>
                <a:lnTo>
                  <a:pt x="551" y="65"/>
                </a:lnTo>
                <a:lnTo>
                  <a:pt x="554" y="60"/>
                </a:lnTo>
                <a:lnTo>
                  <a:pt x="558" y="55"/>
                </a:lnTo>
                <a:lnTo>
                  <a:pt x="563" y="50"/>
                </a:lnTo>
                <a:lnTo>
                  <a:pt x="569" y="45"/>
                </a:lnTo>
                <a:lnTo>
                  <a:pt x="577" y="42"/>
                </a:lnTo>
                <a:lnTo>
                  <a:pt x="584" y="42"/>
                </a:lnTo>
                <a:lnTo>
                  <a:pt x="590" y="43"/>
                </a:lnTo>
                <a:lnTo>
                  <a:pt x="595" y="45"/>
                </a:lnTo>
                <a:lnTo>
                  <a:pt x="598" y="46"/>
                </a:lnTo>
                <a:lnTo>
                  <a:pt x="600" y="49"/>
                </a:lnTo>
                <a:lnTo>
                  <a:pt x="603" y="52"/>
                </a:lnTo>
                <a:lnTo>
                  <a:pt x="607" y="57"/>
                </a:lnTo>
                <a:lnTo>
                  <a:pt x="612" y="63"/>
                </a:lnTo>
                <a:lnTo>
                  <a:pt x="620" y="70"/>
                </a:lnTo>
                <a:lnTo>
                  <a:pt x="630" y="78"/>
                </a:lnTo>
                <a:lnTo>
                  <a:pt x="639" y="86"/>
                </a:lnTo>
                <a:lnTo>
                  <a:pt x="647" y="92"/>
                </a:lnTo>
                <a:lnTo>
                  <a:pt x="654" y="97"/>
                </a:lnTo>
                <a:lnTo>
                  <a:pt x="659" y="101"/>
                </a:lnTo>
                <a:lnTo>
                  <a:pt x="660" y="105"/>
                </a:lnTo>
                <a:lnTo>
                  <a:pt x="659" y="109"/>
                </a:lnTo>
                <a:lnTo>
                  <a:pt x="654" y="112"/>
                </a:lnTo>
                <a:lnTo>
                  <a:pt x="649" y="114"/>
                </a:lnTo>
                <a:lnTo>
                  <a:pt x="646" y="114"/>
                </a:lnTo>
                <a:lnTo>
                  <a:pt x="648" y="114"/>
                </a:lnTo>
                <a:lnTo>
                  <a:pt x="652" y="116"/>
                </a:lnTo>
                <a:lnTo>
                  <a:pt x="656" y="121"/>
                </a:lnTo>
                <a:lnTo>
                  <a:pt x="661" y="129"/>
                </a:lnTo>
                <a:lnTo>
                  <a:pt x="665" y="143"/>
                </a:lnTo>
                <a:lnTo>
                  <a:pt x="669" y="157"/>
                </a:lnTo>
                <a:lnTo>
                  <a:pt x="671" y="168"/>
                </a:lnTo>
                <a:lnTo>
                  <a:pt x="674" y="175"/>
                </a:lnTo>
                <a:lnTo>
                  <a:pt x="676" y="181"/>
                </a:lnTo>
                <a:lnTo>
                  <a:pt x="676" y="185"/>
                </a:lnTo>
                <a:lnTo>
                  <a:pt x="677" y="187"/>
                </a:lnTo>
                <a:lnTo>
                  <a:pt x="677" y="188"/>
                </a:lnTo>
                <a:lnTo>
                  <a:pt x="677" y="187"/>
                </a:lnTo>
                <a:lnTo>
                  <a:pt x="677" y="184"/>
                </a:lnTo>
                <a:lnTo>
                  <a:pt x="677" y="178"/>
                </a:lnTo>
                <a:lnTo>
                  <a:pt x="678" y="173"/>
                </a:lnTo>
                <a:lnTo>
                  <a:pt x="681" y="167"/>
                </a:lnTo>
                <a:lnTo>
                  <a:pt x="685" y="161"/>
                </a:lnTo>
                <a:lnTo>
                  <a:pt x="692" y="156"/>
                </a:lnTo>
                <a:lnTo>
                  <a:pt x="702" y="152"/>
                </a:lnTo>
                <a:lnTo>
                  <a:pt x="711" y="147"/>
                </a:lnTo>
                <a:lnTo>
                  <a:pt x="715" y="140"/>
                </a:lnTo>
                <a:lnTo>
                  <a:pt x="716" y="131"/>
                </a:lnTo>
                <a:lnTo>
                  <a:pt x="716" y="123"/>
                </a:lnTo>
                <a:lnTo>
                  <a:pt x="716" y="116"/>
                </a:lnTo>
                <a:lnTo>
                  <a:pt x="718" y="110"/>
                </a:lnTo>
                <a:lnTo>
                  <a:pt x="722" y="108"/>
                </a:lnTo>
                <a:lnTo>
                  <a:pt x="733" y="109"/>
                </a:lnTo>
                <a:lnTo>
                  <a:pt x="746" y="111"/>
                </a:lnTo>
                <a:lnTo>
                  <a:pt x="751" y="107"/>
                </a:lnTo>
                <a:lnTo>
                  <a:pt x="752" y="100"/>
                </a:lnTo>
                <a:lnTo>
                  <a:pt x="753" y="93"/>
                </a:lnTo>
                <a:lnTo>
                  <a:pt x="760" y="92"/>
                </a:lnTo>
                <a:lnTo>
                  <a:pt x="766" y="92"/>
                </a:lnTo>
                <a:lnTo>
                  <a:pt x="774" y="91"/>
                </a:lnTo>
                <a:lnTo>
                  <a:pt x="780" y="91"/>
                </a:lnTo>
                <a:lnTo>
                  <a:pt x="785" y="90"/>
                </a:lnTo>
                <a:lnTo>
                  <a:pt x="790" y="90"/>
                </a:lnTo>
                <a:lnTo>
                  <a:pt x="794" y="90"/>
                </a:lnTo>
                <a:lnTo>
                  <a:pt x="797" y="90"/>
                </a:lnTo>
                <a:lnTo>
                  <a:pt x="804" y="88"/>
                </a:lnTo>
                <a:lnTo>
                  <a:pt x="811" y="86"/>
                </a:lnTo>
                <a:lnTo>
                  <a:pt x="819" y="84"/>
                </a:lnTo>
                <a:lnTo>
                  <a:pt x="829" y="81"/>
                </a:lnTo>
                <a:lnTo>
                  <a:pt x="838" y="80"/>
                </a:lnTo>
                <a:lnTo>
                  <a:pt x="847" y="78"/>
                </a:lnTo>
                <a:lnTo>
                  <a:pt x="856" y="77"/>
                </a:lnTo>
                <a:lnTo>
                  <a:pt x="864" y="77"/>
                </a:lnTo>
                <a:lnTo>
                  <a:pt x="873" y="78"/>
                </a:lnTo>
                <a:lnTo>
                  <a:pt x="881" y="80"/>
                </a:lnTo>
                <a:lnTo>
                  <a:pt x="888" y="85"/>
                </a:lnTo>
                <a:lnTo>
                  <a:pt x="894" y="89"/>
                </a:lnTo>
                <a:lnTo>
                  <a:pt x="900" y="93"/>
                </a:lnTo>
                <a:lnTo>
                  <a:pt x="904" y="97"/>
                </a:lnTo>
                <a:lnTo>
                  <a:pt x="906" y="99"/>
                </a:lnTo>
                <a:lnTo>
                  <a:pt x="907" y="100"/>
                </a:lnTo>
                <a:lnTo>
                  <a:pt x="908" y="100"/>
                </a:lnTo>
                <a:lnTo>
                  <a:pt x="911" y="100"/>
                </a:lnTo>
                <a:lnTo>
                  <a:pt x="916" y="99"/>
                </a:lnTo>
                <a:lnTo>
                  <a:pt x="925" y="98"/>
                </a:lnTo>
                <a:lnTo>
                  <a:pt x="934" y="96"/>
                </a:lnTo>
                <a:lnTo>
                  <a:pt x="945" y="93"/>
                </a:lnTo>
                <a:lnTo>
                  <a:pt x="959" y="89"/>
                </a:lnTo>
                <a:lnTo>
                  <a:pt x="975" y="84"/>
                </a:lnTo>
                <a:lnTo>
                  <a:pt x="991" y="80"/>
                </a:lnTo>
                <a:lnTo>
                  <a:pt x="1006" y="83"/>
                </a:lnTo>
                <a:lnTo>
                  <a:pt x="1020" y="89"/>
                </a:lnTo>
                <a:lnTo>
                  <a:pt x="1034" y="97"/>
                </a:lnTo>
                <a:lnTo>
                  <a:pt x="1044" y="106"/>
                </a:lnTo>
                <a:lnTo>
                  <a:pt x="1051" y="114"/>
                </a:lnTo>
                <a:lnTo>
                  <a:pt x="1056" y="120"/>
                </a:lnTo>
                <a:lnTo>
                  <a:pt x="1058" y="122"/>
                </a:lnTo>
                <a:lnTo>
                  <a:pt x="1058" y="123"/>
                </a:lnTo>
                <a:lnTo>
                  <a:pt x="1060" y="125"/>
                </a:lnTo>
                <a:lnTo>
                  <a:pt x="1063" y="127"/>
                </a:lnTo>
                <a:lnTo>
                  <a:pt x="1066" y="129"/>
                </a:lnTo>
                <a:lnTo>
                  <a:pt x="1071" y="130"/>
                </a:lnTo>
                <a:lnTo>
                  <a:pt x="1078" y="130"/>
                </a:lnTo>
                <a:lnTo>
                  <a:pt x="1086" y="127"/>
                </a:lnTo>
                <a:lnTo>
                  <a:pt x="1095" y="122"/>
                </a:lnTo>
                <a:lnTo>
                  <a:pt x="1101" y="118"/>
                </a:lnTo>
                <a:lnTo>
                  <a:pt x="1107" y="115"/>
                </a:lnTo>
                <a:lnTo>
                  <a:pt x="1113" y="111"/>
                </a:lnTo>
                <a:lnTo>
                  <a:pt x="1119" y="108"/>
                </a:lnTo>
                <a:lnTo>
                  <a:pt x="1116" y="115"/>
                </a:lnTo>
                <a:lnTo>
                  <a:pt x="1115" y="122"/>
                </a:lnTo>
                <a:lnTo>
                  <a:pt x="1116" y="128"/>
                </a:lnTo>
                <a:lnTo>
                  <a:pt x="1119" y="135"/>
                </a:lnTo>
                <a:lnTo>
                  <a:pt x="1123" y="141"/>
                </a:lnTo>
                <a:lnTo>
                  <a:pt x="1128" y="146"/>
                </a:lnTo>
                <a:lnTo>
                  <a:pt x="1132" y="151"/>
                </a:lnTo>
                <a:lnTo>
                  <a:pt x="1137" y="157"/>
                </a:lnTo>
                <a:lnTo>
                  <a:pt x="1142" y="164"/>
                </a:lnTo>
                <a:lnTo>
                  <a:pt x="1148" y="172"/>
                </a:lnTo>
                <a:lnTo>
                  <a:pt x="1156" y="183"/>
                </a:lnTo>
                <a:lnTo>
                  <a:pt x="1164" y="193"/>
                </a:lnTo>
                <a:lnTo>
                  <a:pt x="1173" y="203"/>
                </a:lnTo>
                <a:lnTo>
                  <a:pt x="1179" y="213"/>
                </a:lnTo>
                <a:lnTo>
                  <a:pt x="1184" y="223"/>
                </a:lnTo>
                <a:lnTo>
                  <a:pt x="1186" y="232"/>
                </a:lnTo>
                <a:lnTo>
                  <a:pt x="1186" y="242"/>
                </a:lnTo>
                <a:lnTo>
                  <a:pt x="1186" y="249"/>
                </a:lnTo>
                <a:lnTo>
                  <a:pt x="1185" y="256"/>
                </a:lnTo>
                <a:lnTo>
                  <a:pt x="1182" y="261"/>
                </a:lnTo>
                <a:lnTo>
                  <a:pt x="1178" y="266"/>
                </a:lnTo>
                <a:lnTo>
                  <a:pt x="1173" y="270"/>
                </a:lnTo>
                <a:lnTo>
                  <a:pt x="1164" y="273"/>
                </a:lnTo>
                <a:lnTo>
                  <a:pt x="1155" y="275"/>
                </a:lnTo>
                <a:lnTo>
                  <a:pt x="1146" y="276"/>
                </a:lnTo>
                <a:lnTo>
                  <a:pt x="1138" y="278"/>
                </a:lnTo>
                <a:lnTo>
                  <a:pt x="1133" y="281"/>
                </a:lnTo>
                <a:lnTo>
                  <a:pt x="1129" y="286"/>
                </a:lnTo>
                <a:lnTo>
                  <a:pt x="1127" y="290"/>
                </a:lnTo>
                <a:lnTo>
                  <a:pt x="1127" y="296"/>
                </a:lnTo>
                <a:lnTo>
                  <a:pt x="1129" y="302"/>
                </a:lnTo>
                <a:lnTo>
                  <a:pt x="1133" y="308"/>
                </a:lnTo>
                <a:lnTo>
                  <a:pt x="1137" y="316"/>
                </a:lnTo>
                <a:lnTo>
                  <a:pt x="1138" y="323"/>
                </a:lnTo>
                <a:lnTo>
                  <a:pt x="1137" y="330"/>
                </a:lnTo>
                <a:lnTo>
                  <a:pt x="1134" y="338"/>
                </a:lnTo>
                <a:lnTo>
                  <a:pt x="1129" y="344"/>
                </a:lnTo>
                <a:lnTo>
                  <a:pt x="1123" y="350"/>
                </a:lnTo>
                <a:lnTo>
                  <a:pt x="1115" y="354"/>
                </a:lnTo>
                <a:lnTo>
                  <a:pt x="1108" y="357"/>
                </a:lnTo>
                <a:lnTo>
                  <a:pt x="1102" y="359"/>
                </a:lnTo>
                <a:lnTo>
                  <a:pt x="1097" y="360"/>
                </a:lnTo>
                <a:lnTo>
                  <a:pt x="1092" y="361"/>
                </a:lnTo>
                <a:lnTo>
                  <a:pt x="1088" y="363"/>
                </a:lnTo>
                <a:lnTo>
                  <a:pt x="1085" y="366"/>
                </a:lnTo>
                <a:lnTo>
                  <a:pt x="1082" y="371"/>
                </a:lnTo>
                <a:lnTo>
                  <a:pt x="1079" y="379"/>
                </a:lnTo>
                <a:lnTo>
                  <a:pt x="1076" y="390"/>
                </a:lnTo>
                <a:lnTo>
                  <a:pt x="1075" y="403"/>
                </a:lnTo>
                <a:lnTo>
                  <a:pt x="1079" y="414"/>
                </a:lnTo>
                <a:lnTo>
                  <a:pt x="1086" y="425"/>
                </a:lnTo>
                <a:lnTo>
                  <a:pt x="1095" y="436"/>
                </a:lnTo>
                <a:lnTo>
                  <a:pt x="1106" y="444"/>
                </a:lnTo>
                <a:lnTo>
                  <a:pt x="1117" y="450"/>
                </a:lnTo>
                <a:lnTo>
                  <a:pt x="1129" y="454"/>
                </a:lnTo>
                <a:lnTo>
                  <a:pt x="1139" y="455"/>
                </a:lnTo>
                <a:lnTo>
                  <a:pt x="1147" y="457"/>
                </a:lnTo>
                <a:lnTo>
                  <a:pt x="1153" y="462"/>
                </a:lnTo>
                <a:lnTo>
                  <a:pt x="1157" y="470"/>
                </a:lnTo>
                <a:lnTo>
                  <a:pt x="1160" y="481"/>
                </a:lnTo>
                <a:lnTo>
                  <a:pt x="1160" y="495"/>
                </a:lnTo>
                <a:lnTo>
                  <a:pt x="1160" y="510"/>
                </a:lnTo>
                <a:lnTo>
                  <a:pt x="1160" y="526"/>
                </a:lnTo>
                <a:lnTo>
                  <a:pt x="1159" y="545"/>
                </a:lnTo>
                <a:lnTo>
                  <a:pt x="1159" y="560"/>
                </a:lnTo>
                <a:lnTo>
                  <a:pt x="1161" y="572"/>
                </a:lnTo>
                <a:lnTo>
                  <a:pt x="1166" y="581"/>
                </a:lnTo>
                <a:lnTo>
                  <a:pt x="1172" y="588"/>
                </a:lnTo>
                <a:lnTo>
                  <a:pt x="1179" y="591"/>
                </a:lnTo>
                <a:lnTo>
                  <a:pt x="1186" y="593"/>
                </a:lnTo>
                <a:lnTo>
                  <a:pt x="1192" y="593"/>
                </a:lnTo>
                <a:lnTo>
                  <a:pt x="1198" y="592"/>
                </a:lnTo>
                <a:lnTo>
                  <a:pt x="1204" y="594"/>
                </a:lnTo>
                <a:lnTo>
                  <a:pt x="1211" y="601"/>
                </a:lnTo>
                <a:lnTo>
                  <a:pt x="1220" y="612"/>
                </a:lnTo>
                <a:lnTo>
                  <a:pt x="1232" y="625"/>
                </a:lnTo>
                <a:lnTo>
                  <a:pt x="1243" y="640"/>
                </a:lnTo>
                <a:lnTo>
                  <a:pt x="1254" y="654"/>
                </a:lnTo>
                <a:lnTo>
                  <a:pt x="1265" y="667"/>
                </a:lnTo>
                <a:lnTo>
                  <a:pt x="1276" y="677"/>
                </a:lnTo>
                <a:lnTo>
                  <a:pt x="1284" y="684"/>
                </a:lnTo>
                <a:lnTo>
                  <a:pt x="1288" y="692"/>
                </a:lnTo>
                <a:lnTo>
                  <a:pt x="1287" y="697"/>
                </a:lnTo>
                <a:lnTo>
                  <a:pt x="1285" y="701"/>
                </a:lnTo>
                <a:lnTo>
                  <a:pt x="1279" y="706"/>
                </a:lnTo>
                <a:lnTo>
                  <a:pt x="1273" y="711"/>
                </a:lnTo>
                <a:lnTo>
                  <a:pt x="1265" y="716"/>
                </a:lnTo>
                <a:lnTo>
                  <a:pt x="1259" y="722"/>
                </a:lnTo>
                <a:lnTo>
                  <a:pt x="1255" y="729"/>
                </a:lnTo>
                <a:lnTo>
                  <a:pt x="1253" y="739"/>
                </a:lnTo>
                <a:lnTo>
                  <a:pt x="1254" y="750"/>
                </a:lnTo>
                <a:lnTo>
                  <a:pt x="1256" y="762"/>
                </a:lnTo>
                <a:lnTo>
                  <a:pt x="1258" y="774"/>
                </a:lnTo>
                <a:lnTo>
                  <a:pt x="1259" y="785"/>
                </a:lnTo>
                <a:lnTo>
                  <a:pt x="1259" y="797"/>
                </a:lnTo>
                <a:lnTo>
                  <a:pt x="1257" y="806"/>
                </a:lnTo>
                <a:lnTo>
                  <a:pt x="1256" y="815"/>
                </a:lnTo>
                <a:lnTo>
                  <a:pt x="1263" y="825"/>
                </a:lnTo>
                <a:lnTo>
                  <a:pt x="1275" y="837"/>
                </a:lnTo>
                <a:lnTo>
                  <a:pt x="1291" y="847"/>
                </a:lnTo>
                <a:lnTo>
                  <a:pt x="1308" y="857"/>
                </a:lnTo>
                <a:lnTo>
                  <a:pt x="1327" y="868"/>
                </a:lnTo>
                <a:lnTo>
                  <a:pt x="1343" y="878"/>
                </a:lnTo>
                <a:lnTo>
                  <a:pt x="1357" y="888"/>
                </a:lnTo>
                <a:lnTo>
                  <a:pt x="1368" y="899"/>
                </a:lnTo>
                <a:lnTo>
                  <a:pt x="1378" y="914"/>
                </a:lnTo>
                <a:lnTo>
                  <a:pt x="1384" y="932"/>
                </a:lnTo>
                <a:lnTo>
                  <a:pt x="1389" y="952"/>
                </a:lnTo>
                <a:lnTo>
                  <a:pt x="1392" y="971"/>
                </a:lnTo>
                <a:lnTo>
                  <a:pt x="1395" y="991"/>
                </a:lnTo>
                <a:lnTo>
                  <a:pt x="1397" y="1008"/>
                </a:lnTo>
                <a:lnTo>
                  <a:pt x="1400" y="1022"/>
                </a:lnTo>
                <a:lnTo>
                  <a:pt x="1402" y="1028"/>
                </a:lnTo>
                <a:lnTo>
                  <a:pt x="1405" y="1033"/>
                </a:lnTo>
                <a:lnTo>
                  <a:pt x="1410" y="1039"/>
                </a:lnTo>
                <a:lnTo>
                  <a:pt x="1416" y="1044"/>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18" name="Freeform 975">
            <a:extLst>
              <a:ext uri="{FF2B5EF4-FFF2-40B4-BE49-F238E27FC236}">
                <a16:creationId xmlns:a16="http://schemas.microsoft.com/office/drawing/2014/main" id="{A9B25A3D-12FF-C7EB-3378-DFD4DAE8B782}"/>
              </a:ext>
            </a:extLst>
          </p:cNvPr>
          <p:cNvSpPr>
            <a:spLocks/>
          </p:cNvSpPr>
          <p:nvPr/>
        </p:nvSpPr>
        <p:spPr bwMode="auto">
          <a:xfrm>
            <a:off x="6388100" y="4979988"/>
            <a:ext cx="234950" cy="176212"/>
          </a:xfrm>
          <a:custGeom>
            <a:avLst/>
            <a:gdLst>
              <a:gd name="T0" fmla="*/ 2147483646 w 1416"/>
              <a:gd name="T1" fmla="*/ 2147483646 h 1184"/>
              <a:gd name="T2" fmla="*/ 2147483646 w 1416"/>
              <a:gd name="T3" fmla="*/ 2147483646 h 1184"/>
              <a:gd name="T4" fmla="*/ 2147483646 w 1416"/>
              <a:gd name="T5" fmla="*/ 2147483646 h 1184"/>
              <a:gd name="T6" fmla="*/ 2147483646 w 1416"/>
              <a:gd name="T7" fmla="*/ 2147483646 h 1184"/>
              <a:gd name="T8" fmla="*/ 2147483646 w 1416"/>
              <a:gd name="T9" fmla="*/ 2147483646 h 1184"/>
              <a:gd name="T10" fmla="*/ 2147483646 w 1416"/>
              <a:gd name="T11" fmla="*/ 2147483646 h 1184"/>
              <a:gd name="T12" fmla="*/ 2147483646 w 1416"/>
              <a:gd name="T13" fmla="*/ 2147483646 h 1184"/>
              <a:gd name="T14" fmla="*/ 2147483646 w 1416"/>
              <a:gd name="T15" fmla="*/ 2147483646 h 1184"/>
              <a:gd name="T16" fmla="*/ 2147483646 w 1416"/>
              <a:gd name="T17" fmla="*/ 2147483646 h 1184"/>
              <a:gd name="T18" fmla="*/ 2147483646 w 1416"/>
              <a:gd name="T19" fmla="*/ 2147483646 h 1184"/>
              <a:gd name="T20" fmla="*/ 2147483646 w 1416"/>
              <a:gd name="T21" fmla="*/ 2147483646 h 1184"/>
              <a:gd name="T22" fmla="*/ 2147483646 w 1416"/>
              <a:gd name="T23" fmla="*/ 2147483646 h 1184"/>
              <a:gd name="T24" fmla="*/ 2147483646 w 1416"/>
              <a:gd name="T25" fmla="*/ 2147483646 h 1184"/>
              <a:gd name="T26" fmla="*/ 2147483646 w 1416"/>
              <a:gd name="T27" fmla="*/ 2147483646 h 1184"/>
              <a:gd name="T28" fmla="*/ 2147483646 w 1416"/>
              <a:gd name="T29" fmla="*/ 2147483646 h 1184"/>
              <a:gd name="T30" fmla="*/ 2147483646 w 1416"/>
              <a:gd name="T31" fmla="*/ 2147483646 h 1184"/>
              <a:gd name="T32" fmla="*/ 2147483646 w 1416"/>
              <a:gd name="T33" fmla="*/ 2147483646 h 1184"/>
              <a:gd name="T34" fmla="*/ 2147483646 w 1416"/>
              <a:gd name="T35" fmla="*/ 2147483646 h 1184"/>
              <a:gd name="T36" fmla="*/ 2147483646 w 1416"/>
              <a:gd name="T37" fmla="*/ 2147483646 h 1184"/>
              <a:gd name="T38" fmla="*/ 2147483646 w 1416"/>
              <a:gd name="T39" fmla="*/ 2147483646 h 1184"/>
              <a:gd name="T40" fmla="*/ 2147483646 w 1416"/>
              <a:gd name="T41" fmla="*/ 2147483646 h 1184"/>
              <a:gd name="T42" fmla="*/ 2147483646 w 1416"/>
              <a:gd name="T43" fmla="*/ 2147483646 h 1184"/>
              <a:gd name="T44" fmla="*/ 2147483646 w 1416"/>
              <a:gd name="T45" fmla="*/ 2147483646 h 1184"/>
              <a:gd name="T46" fmla="*/ 2147483646 w 1416"/>
              <a:gd name="T47" fmla="*/ 2147483646 h 1184"/>
              <a:gd name="T48" fmla="*/ 2147483646 w 1416"/>
              <a:gd name="T49" fmla="*/ 2147483646 h 1184"/>
              <a:gd name="T50" fmla="*/ 2147483646 w 1416"/>
              <a:gd name="T51" fmla="*/ 2147483646 h 1184"/>
              <a:gd name="T52" fmla="*/ 2147483646 w 1416"/>
              <a:gd name="T53" fmla="*/ 2147483646 h 1184"/>
              <a:gd name="T54" fmla="*/ 2147483646 w 1416"/>
              <a:gd name="T55" fmla="*/ 2147483646 h 1184"/>
              <a:gd name="T56" fmla="*/ 2147483646 w 1416"/>
              <a:gd name="T57" fmla="*/ 2147483646 h 1184"/>
              <a:gd name="T58" fmla="*/ 2147483646 w 1416"/>
              <a:gd name="T59" fmla="*/ 2147483646 h 1184"/>
              <a:gd name="T60" fmla="*/ 2147483646 w 1416"/>
              <a:gd name="T61" fmla="*/ 2147483646 h 1184"/>
              <a:gd name="T62" fmla="*/ 2147483646 w 1416"/>
              <a:gd name="T63" fmla="*/ 2147483646 h 1184"/>
              <a:gd name="T64" fmla="*/ 2147483646 w 1416"/>
              <a:gd name="T65" fmla="*/ 2147483646 h 1184"/>
              <a:gd name="T66" fmla="*/ 2147483646 w 1416"/>
              <a:gd name="T67" fmla="*/ 2147483646 h 1184"/>
              <a:gd name="T68" fmla="*/ 2147483646 w 1416"/>
              <a:gd name="T69" fmla="*/ 2147483646 h 1184"/>
              <a:gd name="T70" fmla="*/ 2147483646 w 1416"/>
              <a:gd name="T71" fmla="*/ 2147483646 h 1184"/>
              <a:gd name="T72" fmla="*/ 2147483646 w 1416"/>
              <a:gd name="T73" fmla="*/ 2147483646 h 1184"/>
              <a:gd name="T74" fmla="*/ 2147483646 w 1416"/>
              <a:gd name="T75" fmla="*/ 2147483646 h 1184"/>
              <a:gd name="T76" fmla="*/ 2147483646 w 1416"/>
              <a:gd name="T77" fmla="*/ 2147483646 h 1184"/>
              <a:gd name="T78" fmla="*/ 2147483646 w 1416"/>
              <a:gd name="T79" fmla="*/ 2147483646 h 1184"/>
              <a:gd name="T80" fmla="*/ 2147483646 w 1416"/>
              <a:gd name="T81" fmla="*/ 2147483646 h 1184"/>
              <a:gd name="T82" fmla="*/ 2147483646 w 1416"/>
              <a:gd name="T83" fmla="*/ 2147483646 h 1184"/>
              <a:gd name="T84" fmla="*/ 2147483646 w 1416"/>
              <a:gd name="T85" fmla="*/ 2147483646 h 1184"/>
              <a:gd name="T86" fmla="*/ 2147483646 w 1416"/>
              <a:gd name="T87" fmla="*/ 2147483646 h 1184"/>
              <a:gd name="T88" fmla="*/ 2147483646 w 1416"/>
              <a:gd name="T89" fmla="*/ 2147483646 h 1184"/>
              <a:gd name="T90" fmla="*/ 2147483646 w 1416"/>
              <a:gd name="T91" fmla="*/ 2147483646 h 1184"/>
              <a:gd name="T92" fmla="*/ 2147483646 w 1416"/>
              <a:gd name="T93" fmla="*/ 2147483646 h 1184"/>
              <a:gd name="T94" fmla="*/ 2147483646 w 1416"/>
              <a:gd name="T95" fmla="*/ 2147483646 h 1184"/>
              <a:gd name="T96" fmla="*/ 2147483646 w 1416"/>
              <a:gd name="T97" fmla="*/ 2147483646 h 1184"/>
              <a:gd name="T98" fmla="*/ 2147483646 w 1416"/>
              <a:gd name="T99" fmla="*/ 2147483646 h 1184"/>
              <a:gd name="T100" fmla="*/ 2147483646 w 1416"/>
              <a:gd name="T101" fmla="*/ 2147483646 h 1184"/>
              <a:gd name="T102" fmla="*/ 2147483646 w 1416"/>
              <a:gd name="T103" fmla="*/ 2147483646 h 1184"/>
              <a:gd name="T104" fmla="*/ 2147483646 w 1416"/>
              <a:gd name="T105" fmla="*/ 2147483646 h 1184"/>
              <a:gd name="T106" fmla="*/ 2147483646 w 1416"/>
              <a:gd name="T107" fmla="*/ 2147483646 h 1184"/>
              <a:gd name="T108" fmla="*/ 2147483646 w 1416"/>
              <a:gd name="T109" fmla="*/ 2147483646 h 1184"/>
              <a:gd name="T110" fmla="*/ 2147483646 w 1416"/>
              <a:gd name="T111" fmla="*/ 2147483646 h 1184"/>
              <a:gd name="T112" fmla="*/ 2147483646 w 1416"/>
              <a:gd name="T113" fmla="*/ 2147483646 h 1184"/>
              <a:gd name="T114" fmla="*/ 2147483646 w 1416"/>
              <a:gd name="T115" fmla="*/ 2147483646 h 1184"/>
              <a:gd name="T116" fmla="*/ 2147483646 w 1416"/>
              <a:gd name="T117" fmla="*/ 2147483646 h 1184"/>
              <a:gd name="T118" fmla="*/ 2147483646 w 1416"/>
              <a:gd name="T119" fmla="*/ 2147483646 h 1184"/>
              <a:gd name="T120" fmla="*/ 2147483646 w 1416"/>
              <a:gd name="T121" fmla="*/ 2147483646 h 1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6" h="1184">
                <a:moveTo>
                  <a:pt x="1416" y="1044"/>
                </a:moveTo>
                <a:lnTo>
                  <a:pt x="1416" y="1044"/>
                </a:lnTo>
                <a:lnTo>
                  <a:pt x="1412" y="1056"/>
                </a:lnTo>
                <a:lnTo>
                  <a:pt x="1407" y="1068"/>
                </a:lnTo>
                <a:lnTo>
                  <a:pt x="1402" y="1081"/>
                </a:lnTo>
                <a:lnTo>
                  <a:pt x="1397" y="1094"/>
                </a:lnTo>
                <a:lnTo>
                  <a:pt x="1391" y="1106"/>
                </a:lnTo>
                <a:lnTo>
                  <a:pt x="1386" y="1115"/>
                </a:lnTo>
                <a:lnTo>
                  <a:pt x="1381" y="1122"/>
                </a:lnTo>
                <a:lnTo>
                  <a:pt x="1377" y="1126"/>
                </a:lnTo>
                <a:lnTo>
                  <a:pt x="1370" y="1129"/>
                </a:lnTo>
                <a:lnTo>
                  <a:pt x="1364" y="1133"/>
                </a:lnTo>
                <a:lnTo>
                  <a:pt x="1359" y="1139"/>
                </a:lnTo>
                <a:lnTo>
                  <a:pt x="1354" y="1144"/>
                </a:lnTo>
                <a:lnTo>
                  <a:pt x="1349" y="1150"/>
                </a:lnTo>
                <a:lnTo>
                  <a:pt x="1344" y="1157"/>
                </a:lnTo>
                <a:lnTo>
                  <a:pt x="1340" y="1164"/>
                </a:lnTo>
                <a:lnTo>
                  <a:pt x="1336" y="1173"/>
                </a:lnTo>
                <a:lnTo>
                  <a:pt x="1330" y="1180"/>
                </a:lnTo>
                <a:lnTo>
                  <a:pt x="1323" y="1184"/>
                </a:lnTo>
                <a:lnTo>
                  <a:pt x="1313" y="1184"/>
                </a:lnTo>
                <a:lnTo>
                  <a:pt x="1303" y="1182"/>
                </a:lnTo>
                <a:lnTo>
                  <a:pt x="1292" y="1180"/>
                </a:lnTo>
                <a:lnTo>
                  <a:pt x="1282" y="1177"/>
                </a:lnTo>
                <a:lnTo>
                  <a:pt x="1272" y="1176"/>
                </a:lnTo>
                <a:lnTo>
                  <a:pt x="1262" y="1177"/>
                </a:lnTo>
                <a:lnTo>
                  <a:pt x="1253" y="1179"/>
                </a:lnTo>
                <a:lnTo>
                  <a:pt x="1242" y="1181"/>
                </a:lnTo>
                <a:lnTo>
                  <a:pt x="1231" y="1181"/>
                </a:lnTo>
                <a:lnTo>
                  <a:pt x="1219" y="1181"/>
                </a:lnTo>
                <a:lnTo>
                  <a:pt x="1207" y="1180"/>
                </a:lnTo>
                <a:lnTo>
                  <a:pt x="1196" y="1178"/>
                </a:lnTo>
                <a:lnTo>
                  <a:pt x="1187" y="1174"/>
                </a:lnTo>
                <a:lnTo>
                  <a:pt x="1179" y="1169"/>
                </a:lnTo>
                <a:lnTo>
                  <a:pt x="1173" y="1162"/>
                </a:lnTo>
                <a:lnTo>
                  <a:pt x="1168" y="1155"/>
                </a:lnTo>
                <a:lnTo>
                  <a:pt x="1165" y="1148"/>
                </a:lnTo>
                <a:lnTo>
                  <a:pt x="1165" y="1142"/>
                </a:lnTo>
                <a:lnTo>
                  <a:pt x="1165" y="1136"/>
                </a:lnTo>
                <a:lnTo>
                  <a:pt x="1165" y="1132"/>
                </a:lnTo>
                <a:lnTo>
                  <a:pt x="1166" y="1129"/>
                </a:lnTo>
                <a:lnTo>
                  <a:pt x="1166" y="1128"/>
                </a:lnTo>
                <a:lnTo>
                  <a:pt x="1150" y="1110"/>
                </a:lnTo>
                <a:lnTo>
                  <a:pt x="1148" y="1110"/>
                </a:lnTo>
                <a:lnTo>
                  <a:pt x="1141" y="1111"/>
                </a:lnTo>
                <a:lnTo>
                  <a:pt x="1132" y="1111"/>
                </a:lnTo>
                <a:lnTo>
                  <a:pt x="1123" y="1111"/>
                </a:lnTo>
                <a:lnTo>
                  <a:pt x="1112" y="1110"/>
                </a:lnTo>
                <a:lnTo>
                  <a:pt x="1105" y="1107"/>
                </a:lnTo>
                <a:lnTo>
                  <a:pt x="1102" y="1102"/>
                </a:lnTo>
                <a:lnTo>
                  <a:pt x="1103" y="1094"/>
                </a:lnTo>
                <a:lnTo>
                  <a:pt x="1106" y="1083"/>
                </a:lnTo>
                <a:lnTo>
                  <a:pt x="1109" y="1073"/>
                </a:lnTo>
                <a:lnTo>
                  <a:pt x="1111" y="1063"/>
                </a:lnTo>
                <a:lnTo>
                  <a:pt x="1111" y="1054"/>
                </a:lnTo>
                <a:lnTo>
                  <a:pt x="1110" y="1046"/>
                </a:lnTo>
                <a:lnTo>
                  <a:pt x="1108" y="1039"/>
                </a:lnTo>
                <a:lnTo>
                  <a:pt x="1103" y="1033"/>
                </a:lnTo>
                <a:lnTo>
                  <a:pt x="1097" y="1030"/>
                </a:lnTo>
                <a:lnTo>
                  <a:pt x="1088" y="1029"/>
                </a:lnTo>
                <a:lnTo>
                  <a:pt x="1077" y="1027"/>
                </a:lnTo>
                <a:lnTo>
                  <a:pt x="1063" y="1025"/>
                </a:lnTo>
                <a:lnTo>
                  <a:pt x="1050" y="1024"/>
                </a:lnTo>
                <a:lnTo>
                  <a:pt x="1037" y="1024"/>
                </a:lnTo>
                <a:lnTo>
                  <a:pt x="1025" y="1026"/>
                </a:lnTo>
                <a:lnTo>
                  <a:pt x="1013" y="1031"/>
                </a:lnTo>
                <a:lnTo>
                  <a:pt x="1005" y="1039"/>
                </a:lnTo>
                <a:lnTo>
                  <a:pt x="997" y="1047"/>
                </a:lnTo>
                <a:lnTo>
                  <a:pt x="987" y="1051"/>
                </a:lnTo>
                <a:lnTo>
                  <a:pt x="976" y="1053"/>
                </a:lnTo>
                <a:lnTo>
                  <a:pt x="964" y="1052"/>
                </a:lnTo>
                <a:lnTo>
                  <a:pt x="952" y="1049"/>
                </a:lnTo>
                <a:lnTo>
                  <a:pt x="940" y="1046"/>
                </a:lnTo>
                <a:lnTo>
                  <a:pt x="928" y="1042"/>
                </a:lnTo>
                <a:lnTo>
                  <a:pt x="915" y="1039"/>
                </a:lnTo>
                <a:lnTo>
                  <a:pt x="904" y="1036"/>
                </a:lnTo>
                <a:lnTo>
                  <a:pt x="893" y="1035"/>
                </a:lnTo>
                <a:lnTo>
                  <a:pt x="884" y="1034"/>
                </a:lnTo>
                <a:lnTo>
                  <a:pt x="875" y="1034"/>
                </a:lnTo>
                <a:lnTo>
                  <a:pt x="866" y="1032"/>
                </a:lnTo>
                <a:lnTo>
                  <a:pt x="859" y="1029"/>
                </a:lnTo>
                <a:lnTo>
                  <a:pt x="854" y="1024"/>
                </a:lnTo>
                <a:lnTo>
                  <a:pt x="850" y="1016"/>
                </a:lnTo>
                <a:lnTo>
                  <a:pt x="846" y="1008"/>
                </a:lnTo>
                <a:lnTo>
                  <a:pt x="840" y="1002"/>
                </a:lnTo>
                <a:lnTo>
                  <a:pt x="832" y="998"/>
                </a:lnTo>
                <a:lnTo>
                  <a:pt x="824" y="996"/>
                </a:lnTo>
                <a:lnTo>
                  <a:pt x="815" y="996"/>
                </a:lnTo>
                <a:lnTo>
                  <a:pt x="807" y="998"/>
                </a:lnTo>
                <a:lnTo>
                  <a:pt x="801" y="1002"/>
                </a:lnTo>
                <a:lnTo>
                  <a:pt x="797" y="1008"/>
                </a:lnTo>
                <a:lnTo>
                  <a:pt x="793" y="1014"/>
                </a:lnTo>
                <a:lnTo>
                  <a:pt x="787" y="1019"/>
                </a:lnTo>
                <a:lnTo>
                  <a:pt x="779" y="1023"/>
                </a:lnTo>
                <a:lnTo>
                  <a:pt x="770" y="1026"/>
                </a:lnTo>
                <a:lnTo>
                  <a:pt x="761" y="1030"/>
                </a:lnTo>
                <a:lnTo>
                  <a:pt x="754" y="1034"/>
                </a:lnTo>
                <a:lnTo>
                  <a:pt x="747" y="1040"/>
                </a:lnTo>
                <a:lnTo>
                  <a:pt x="742" y="1047"/>
                </a:lnTo>
                <a:lnTo>
                  <a:pt x="737" y="1053"/>
                </a:lnTo>
                <a:lnTo>
                  <a:pt x="730" y="1055"/>
                </a:lnTo>
                <a:lnTo>
                  <a:pt x="721" y="1055"/>
                </a:lnTo>
                <a:lnTo>
                  <a:pt x="712" y="1052"/>
                </a:lnTo>
                <a:lnTo>
                  <a:pt x="703" y="1047"/>
                </a:lnTo>
                <a:lnTo>
                  <a:pt x="695" y="1042"/>
                </a:lnTo>
                <a:lnTo>
                  <a:pt x="688" y="1035"/>
                </a:lnTo>
                <a:lnTo>
                  <a:pt x="683" y="1030"/>
                </a:lnTo>
                <a:lnTo>
                  <a:pt x="679" y="1027"/>
                </a:lnTo>
                <a:lnTo>
                  <a:pt x="672" y="1026"/>
                </a:lnTo>
                <a:lnTo>
                  <a:pt x="665" y="1025"/>
                </a:lnTo>
                <a:lnTo>
                  <a:pt x="659" y="1026"/>
                </a:lnTo>
                <a:lnTo>
                  <a:pt x="651" y="1028"/>
                </a:lnTo>
                <a:lnTo>
                  <a:pt x="644" y="1031"/>
                </a:lnTo>
                <a:lnTo>
                  <a:pt x="638" y="1034"/>
                </a:lnTo>
                <a:lnTo>
                  <a:pt x="632" y="1039"/>
                </a:lnTo>
                <a:lnTo>
                  <a:pt x="627" y="1043"/>
                </a:lnTo>
                <a:lnTo>
                  <a:pt x="620" y="1047"/>
                </a:lnTo>
                <a:lnTo>
                  <a:pt x="615" y="1051"/>
                </a:lnTo>
                <a:lnTo>
                  <a:pt x="609" y="1054"/>
                </a:lnTo>
                <a:lnTo>
                  <a:pt x="603" y="1057"/>
                </a:lnTo>
                <a:lnTo>
                  <a:pt x="598" y="1058"/>
                </a:lnTo>
                <a:lnTo>
                  <a:pt x="592" y="1059"/>
                </a:lnTo>
                <a:lnTo>
                  <a:pt x="587" y="1059"/>
                </a:lnTo>
                <a:lnTo>
                  <a:pt x="583" y="1059"/>
                </a:lnTo>
                <a:lnTo>
                  <a:pt x="577" y="1061"/>
                </a:lnTo>
                <a:lnTo>
                  <a:pt x="569" y="1065"/>
                </a:lnTo>
                <a:lnTo>
                  <a:pt x="559" y="1069"/>
                </a:lnTo>
                <a:lnTo>
                  <a:pt x="548" y="1075"/>
                </a:lnTo>
                <a:lnTo>
                  <a:pt x="534" y="1081"/>
                </a:lnTo>
                <a:lnTo>
                  <a:pt x="515" y="1086"/>
                </a:lnTo>
                <a:lnTo>
                  <a:pt x="495" y="1093"/>
                </a:lnTo>
                <a:lnTo>
                  <a:pt x="487" y="1090"/>
                </a:lnTo>
                <a:lnTo>
                  <a:pt x="481" y="1085"/>
                </a:lnTo>
                <a:lnTo>
                  <a:pt x="477" y="1080"/>
                </a:lnTo>
                <a:lnTo>
                  <a:pt x="472" y="1076"/>
                </a:lnTo>
                <a:lnTo>
                  <a:pt x="469" y="1071"/>
                </a:lnTo>
                <a:lnTo>
                  <a:pt x="467" y="1065"/>
                </a:lnTo>
                <a:lnTo>
                  <a:pt x="464" y="1060"/>
                </a:lnTo>
                <a:lnTo>
                  <a:pt x="461" y="1054"/>
                </a:lnTo>
                <a:lnTo>
                  <a:pt x="456" y="1047"/>
                </a:lnTo>
                <a:lnTo>
                  <a:pt x="449" y="1039"/>
                </a:lnTo>
                <a:lnTo>
                  <a:pt x="442" y="1030"/>
                </a:lnTo>
                <a:lnTo>
                  <a:pt x="433" y="1021"/>
                </a:lnTo>
                <a:lnTo>
                  <a:pt x="425" y="1014"/>
                </a:lnTo>
                <a:lnTo>
                  <a:pt x="415" y="1007"/>
                </a:lnTo>
                <a:lnTo>
                  <a:pt x="408" y="1001"/>
                </a:lnTo>
                <a:lnTo>
                  <a:pt x="402" y="998"/>
                </a:lnTo>
                <a:lnTo>
                  <a:pt x="397" y="995"/>
                </a:lnTo>
                <a:lnTo>
                  <a:pt x="392" y="990"/>
                </a:lnTo>
                <a:lnTo>
                  <a:pt x="387" y="983"/>
                </a:lnTo>
                <a:lnTo>
                  <a:pt x="383" y="977"/>
                </a:lnTo>
                <a:lnTo>
                  <a:pt x="379" y="972"/>
                </a:lnTo>
                <a:lnTo>
                  <a:pt x="373" y="969"/>
                </a:lnTo>
                <a:lnTo>
                  <a:pt x="369" y="969"/>
                </a:lnTo>
                <a:lnTo>
                  <a:pt x="365" y="972"/>
                </a:lnTo>
                <a:lnTo>
                  <a:pt x="361" y="975"/>
                </a:lnTo>
                <a:lnTo>
                  <a:pt x="359" y="973"/>
                </a:lnTo>
                <a:lnTo>
                  <a:pt x="358" y="968"/>
                </a:lnTo>
                <a:lnTo>
                  <a:pt x="357" y="961"/>
                </a:lnTo>
                <a:lnTo>
                  <a:pt x="357" y="953"/>
                </a:lnTo>
                <a:lnTo>
                  <a:pt x="357" y="946"/>
                </a:lnTo>
                <a:lnTo>
                  <a:pt x="357" y="941"/>
                </a:lnTo>
                <a:lnTo>
                  <a:pt x="357" y="939"/>
                </a:lnTo>
                <a:lnTo>
                  <a:pt x="358" y="938"/>
                </a:lnTo>
                <a:lnTo>
                  <a:pt x="361" y="936"/>
                </a:lnTo>
                <a:lnTo>
                  <a:pt x="365" y="933"/>
                </a:lnTo>
                <a:lnTo>
                  <a:pt x="370" y="930"/>
                </a:lnTo>
                <a:lnTo>
                  <a:pt x="376" y="925"/>
                </a:lnTo>
                <a:lnTo>
                  <a:pt x="381" y="919"/>
                </a:lnTo>
                <a:lnTo>
                  <a:pt x="385" y="913"/>
                </a:lnTo>
                <a:lnTo>
                  <a:pt x="388" y="905"/>
                </a:lnTo>
                <a:lnTo>
                  <a:pt x="390" y="896"/>
                </a:lnTo>
                <a:lnTo>
                  <a:pt x="390" y="884"/>
                </a:lnTo>
                <a:lnTo>
                  <a:pt x="391" y="872"/>
                </a:lnTo>
                <a:lnTo>
                  <a:pt x="391" y="858"/>
                </a:lnTo>
                <a:lnTo>
                  <a:pt x="391" y="844"/>
                </a:lnTo>
                <a:lnTo>
                  <a:pt x="392" y="827"/>
                </a:lnTo>
                <a:lnTo>
                  <a:pt x="394" y="812"/>
                </a:lnTo>
                <a:lnTo>
                  <a:pt x="397" y="796"/>
                </a:lnTo>
                <a:lnTo>
                  <a:pt x="398" y="782"/>
                </a:lnTo>
                <a:lnTo>
                  <a:pt x="392" y="773"/>
                </a:lnTo>
                <a:lnTo>
                  <a:pt x="384" y="768"/>
                </a:lnTo>
                <a:lnTo>
                  <a:pt x="373" y="764"/>
                </a:lnTo>
                <a:lnTo>
                  <a:pt x="364" y="761"/>
                </a:lnTo>
                <a:lnTo>
                  <a:pt x="358" y="757"/>
                </a:lnTo>
                <a:lnTo>
                  <a:pt x="358" y="750"/>
                </a:lnTo>
                <a:lnTo>
                  <a:pt x="365" y="739"/>
                </a:lnTo>
                <a:lnTo>
                  <a:pt x="375" y="727"/>
                </a:lnTo>
                <a:lnTo>
                  <a:pt x="381" y="718"/>
                </a:lnTo>
                <a:lnTo>
                  <a:pt x="382" y="713"/>
                </a:lnTo>
                <a:lnTo>
                  <a:pt x="381" y="709"/>
                </a:lnTo>
                <a:lnTo>
                  <a:pt x="376" y="706"/>
                </a:lnTo>
                <a:lnTo>
                  <a:pt x="367" y="704"/>
                </a:lnTo>
                <a:lnTo>
                  <a:pt x="358" y="702"/>
                </a:lnTo>
                <a:lnTo>
                  <a:pt x="346" y="700"/>
                </a:lnTo>
                <a:lnTo>
                  <a:pt x="336" y="696"/>
                </a:lnTo>
                <a:lnTo>
                  <a:pt x="329" y="691"/>
                </a:lnTo>
                <a:lnTo>
                  <a:pt x="326" y="684"/>
                </a:lnTo>
                <a:lnTo>
                  <a:pt x="326" y="677"/>
                </a:lnTo>
                <a:lnTo>
                  <a:pt x="328" y="669"/>
                </a:lnTo>
                <a:lnTo>
                  <a:pt x="333" y="661"/>
                </a:lnTo>
                <a:lnTo>
                  <a:pt x="340" y="652"/>
                </a:lnTo>
                <a:lnTo>
                  <a:pt x="349" y="644"/>
                </a:lnTo>
                <a:lnTo>
                  <a:pt x="357" y="634"/>
                </a:lnTo>
                <a:lnTo>
                  <a:pt x="362" y="626"/>
                </a:lnTo>
                <a:lnTo>
                  <a:pt x="365" y="617"/>
                </a:lnTo>
                <a:lnTo>
                  <a:pt x="367" y="610"/>
                </a:lnTo>
                <a:lnTo>
                  <a:pt x="368" y="604"/>
                </a:lnTo>
                <a:lnTo>
                  <a:pt x="371" y="599"/>
                </a:lnTo>
                <a:lnTo>
                  <a:pt x="376" y="598"/>
                </a:lnTo>
                <a:lnTo>
                  <a:pt x="383" y="599"/>
                </a:lnTo>
                <a:lnTo>
                  <a:pt x="389" y="600"/>
                </a:lnTo>
                <a:lnTo>
                  <a:pt x="391" y="599"/>
                </a:lnTo>
                <a:lnTo>
                  <a:pt x="389" y="596"/>
                </a:lnTo>
                <a:lnTo>
                  <a:pt x="384" y="591"/>
                </a:lnTo>
                <a:lnTo>
                  <a:pt x="377" y="584"/>
                </a:lnTo>
                <a:lnTo>
                  <a:pt x="368" y="577"/>
                </a:lnTo>
                <a:lnTo>
                  <a:pt x="358" y="571"/>
                </a:lnTo>
                <a:lnTo>
                  <a:pt x="349" y="565"/>
                </a:lnTo>
                <a:lnTo>
                  <a:pt x="340" y="558"/>
                </a:lnTo>
                <a:lnTo>
                  <a:pt x="332" y="549"/>
                </a:lnTo>
                <a:lnTo>
                  <a:pt x="323" y="539"/>
                </a:lnTo>
                <a:lnTo>
                  <a:pt x="317" y="527"/>
                </a:lnTo>
                <a:lnTo>
                  <a:pt x="311" y="517"/>
                </a:lnTo>
                <a:lnTo>
                  <a:pt x="307" y="508"/>
                </a:lnTo>
                <a:lnTo>
                  <a:pt x="305" y="502"/>
                </a:lnTo>
                <a:lnTo>
                  <a:pt x="304" y="500"/>
                </a:lnTo>
                <a:lnTo>
                  <a:pt x="306" y="500"/>
                </a:lnTo>
                <a:lnTo>
                  <a:pt x="312" y="498"/>
                </a:lnTo>
                <a:lnTo>
                  <a:pt x="318" y="494"/>
                </a:lnTo>
                <a:lnTo>
                  <a:pt x="321" y="486"/>
                </a:lnTo>
                <a:lnTo>
                  <a:pt x="321" y="480"/>
                </a:lnTo>
                <a:lnTo>
                  <a:pt x="320" y="474"/>
                </a:lnTo>
                <a:lnTo>
                  <a:pt x="319" y="467"/>
                </a:lnTo>
                <a:lnTo>
                  <a:pt x="319" y="461"/>
                </a:lnTo>
                <a:lnTo>
                  <a:pt x="319" y="454"/>
                </a:lnTo>
                <a:lnTo>
                  <a:pt x="320" y="448"/>
                </a:lnTo>
                <a:lnTo>
                  <a:pt x="323" y="442"/>
                </a:lnTo>
                <a:lnTo>
                  <a:pt x="330" y="436"/>
                </a:lnTo>
                <a:lnTo>
                  <a:pt x="335" y="430"/>
                </a:lnTo>
                <a:lnTo>
                  <a:pt x="335" y="425"/>
                </a:lnTo>
                <a:lnTo>
                  <a:pt x="333" y="421"/>
                </a:lnTo>
                <a:lnTo>
                  <a:pt x="329" y="417"/>
                </a:lnTo>
                <a:lnTo>
                  <a:pt x="322" y="414"/>
                </a:lnTo>
                <a:lnTo>
                  <a:pt x="317" y="412"/>
                </a:lnTo>
                <a:lnTo>
                  <a:pt x="314" y="410"/>
                </a:lnTo>
                <a:lnTo>
                  <a:pt x="312" y="410"/>
                </a:lnTo>
                <a:lnTo>
                  <a:pt x="313" y="409"/>
                </a:lnTo>
                <a:lnTo>
                  <a:pt x="315" y="406"/>
                </a:lnTo>
                <a:lnTo>
                  <a:pt x="317" y="401"/>
                </a:lnTo>
                <a:lnTo>
                  <a:pt x="318" y="395"/>
                </a:lnTo>
                <a:lnTo>
                  <a:pt x="318" y="390"/>
                </a:lnTo>
                <a:lnTo>
                  <a:pt x="317" y="383"/>
                </a:lnTo>
                <a:lnTo>
                  <a:pt x="312" y="379"/>
                </a:lnTo>
                <a:lnTo>
                  <a:pt x="304" y="376"/>
                </a:lnTo>
                <a:lnTo>
                  <a:pt x="295" y="376"/>
                </a:lnTo>
                <a:lnTo>
                  <a:pt x="287" y="377"/>
                </a:lnTo>
                <a:lnTo>
                  <a:pt x="280" y="381"/>
                </a:lnTo>
                <a:lnTo>
                  <a:pt x="273" y="386"/>
                </a:lnTo>
                <a:lnTo>
                  <a:pt x="267" y="391"/>
                </a:lnTo>
                <a:lnTo>
                  <a:pt x="263" y="395"/>
                </a:lnTo>
                <a:lnTo>
                  <a:pt x="258" y="398"/>
                </a:lnTo>
                <a:lnTo>
                  <a:pt x="254" y="399"/>
                </a:lnTo>
                <a:lnTo>
                  <a:pt x="249" y="399"/>
                </a:lnTo>
                <a:lnTo>
                  <a:pt x="244" y="398"/>
                </a:lnTo>
                <a:lnTo>
                  <a:pt x="239" y="396"/>
                </a:lnTo>
                <a:lnTo>
                  <a:pt x="233" y="395"/>
                </a:lnTo>
                <a:lnTo>
                  <a:pt x="229" y="394"/>
                </a:lnTo>
                <a:lnTo>
                  <a:pt x="225" y="392"/>
                </a:lnTo>
                <a:lnTo>
                  <a:pt x="221" y="391"/>
                </a:lnTo>
                <a:lnTo>
                  <a:pt x="220" y="391"/>
                </a:lnTo>
                <a:lnTo>
                  <a:pt x="221" y="390"/>
                </a:lnTo>
                <a:lnTo>
                  <a:pt x="225" y="386"/>
                </a:lnTo>
                <a:lnTo>
                  <a:pt x="229" y="380"/>
                </a:lnTo>
                <a:lnTo>
                  <a:pt x="232" y="373"/>
                </a:lnTo>
                <a:lnTo>
                  <a:pt x="235" y="366"/>
                </a:lnTo>
                <a:lnTo>
                  <a:pt x="236" y="359"/>
                </a:lnTo>
                <a:lnTo>
                  <a:pt x="234" y="353"/>
                </a:lnTo>
                <a:lnTo>
                  <a:pt x="229" y="348"/>
                </a:lnTo>
                <a:lnTo>
                  <a:pt x="223" y="344"/>
                </a:lnTo>
                <a:lnTo>
                  <a:pt x="222" y="339"/>
                </a:lnTo>
                <a:lnTo>
                  <a:pt x="222" y="334"/>
                </a:lnTo>
                <a:lnTo>
                  <a:pt x="225" y="328"/>
                </a:lnTo>
                <a:lnTo>
                  <a:pt x="226" y="323"/>
                </a:lnTo>
                <a:lnTo>
                  <a:pt x="226" y="318"/>
                </a:lnTo>
                <a:lnTo>
                  <a:pt x="222" y="315"/>
                </a:lnTo>
                <a:lnTo>
                  <a:pt x="214" y="312"/>
                </a:lnTo>
                <a:lnTo>
                  <a:pt x="204" y="311"/>
                </a:lnTo>
                <a:lnTo>
                  <a:pt x="196" y="312"/>
                </a:lnTo>
                <a:lnTo>
                  <a:pt x="189" y="314"/>
                </a:lnTo>
                <a:lnTo>
                  <a:pt x="184" y="318"/>
                </a:lnTo>
                <a:lnTo>
                  <a:pt x="180" y="323"/>
                </a:lnTo>
                <a:lnTo>
                  <a:pt x="179" y="330"/>
                </a:lnTo>
                <a:lnTo>
                  <a:pt x="179" y="338"/>
                </a:lnTo>
                <a:lnTo>
                  <a:pt x="181" y="346"/>
                </a:lnTo>
                <a:lnTo>
                  <a:pt x="183" y="353"/>
                </a:lnTo>
                <a:lnTo>
                  <a:pt x="184" y="360"/>
                </a:lnTo>
                <a:lnTo>
                  <a:pt x="184" y="365"/>
                </a:lnTo>
                <a:lnTo>
                  <a:pt x="183" y="371"/>
                </a:lnTo>
                <a:lnTo>
                  <a:pt x="182" y="377"/>
                </a:lnTo>
                <a:lnTo>
                  <a:pt x="183" y="385"/>
                </a:lnTo>
                <a:lnTo>
                  <a:pt x="185" y="394"/>
                </a:lnTo>
                <a:lnTo>
                  <a:pt x="190" y="405"/>
                </a:lnTo>
                <a:lnTo>
                  <a:pt x="194" y="416"/>
                </a:lnTo>
                <a:lnTo>
                  <a:pt x="196" y="424"/>
                </a:lnTo>
                <a:lnTo>
                  <a:pt x="195" y="430"/>
                </a:lnTo>
                <a:lnTo>
                  <a:pt x="193" y="435"/>
                </a:lnTo>
                <a:lnTo>
                  <a:pt x="190" y="437"/>
                </a:lnTo>
                <a:lnTo>
                  <a:pt x="187" y="438"/>
                </a:lnTo>
                <a:lnTo>
                  <a:pt x="185" y="439"/>
                </a:lnTo>
                <a:lnTo>
                  <a:pt x="184" y="439"/>
                </a:lnTo>
                <a:lnTo>
                  <a:pt x="184" y="436"/>
                </a:lnTo>
                <a:lnTo>
                  <a:pt x="183" y="428"/>
                </a:lnTo>
                <a:lnTo>
                  <a:pt x="181" y="417"/>
                </a:lnTo>
                <a:lnTo>
                  <a:pt x="179" y="405"/>
                </a:lnTo>
                <a:lnTo>
                  <a:pt x="176" y="392"/>
                </a:lnTo>
                <a:lnTo>
                  <a:pt x="172" y="378"/>
                </a:lnTo>
                <a:lnTo>
                  <a:pt x="168" y="367"/>
                </a:lnTo>
                <a:lnTo>
                  <a:pt x="164" y="360"/>
                </a:lnTo>
                <a:lnTo>
                  <a:pt x="160" y="354"/>
                </a:lnTo>
                <a:lnTo>
                  <a:pt x="156" y="347"/>
                </a:lnTo>
                <a:lnTo>
                  <a:pt x="152" y="340"/>
                </a:lnTo>
                <a:lnTo>
                  <a:pt x="149" y="331"/>
                </a:lnTo>
                <a:lnTo>
                  <a:pt x="146" y="325"/>
                </a:lnTo>
                <a:lnTo>
                  <a:pt x="144" y="319"/>
                </a:lnTo>
                <a:lnTo>
                  <a:pt x="142" y="315"/>
                </a:lnTo>
                <a:lnTo>
                  <a:pt x="142" y="314"/>
                </a:lnTo>
                <a:lnTo>
                  <a:pt x="140" y="315"/>
                </a:lnTo>
                <a:lnTo>
                  <a:pt x="136" y="319"/>
                </a:lnTo>
                <a:lnTo>
                  <a:pt x="129" y="324"/>
                </a:lnTo>
                <a:lnTo>
                  <a:pt x="120" y="329"/>
                </a:lnTo>
                <a:lnTo>
                  <a:pt x="110" y="336"/>
                </a:lnTo>
                <a:lnTo>
                  <a:pt x="100" y="341"/>
                </a:lnTo>
                <a:lnTo>
                  <a:pt x="90" y="345"/>
                </a:lnTo>
                <a:lnTo>
                  <a:pt x="80" y="346"/>
                </a:lnTo>
                <a:lnTo>
                  <a:pt x="70" y="344"/>
                </a:lnTo>
                <a:lnTo>
                  <a:pt x="62" y="340"/>
                </a:lnTo>
                <a:lnTo>
                  <a:pt x="55" y="334"/>
                </a:lnTo>
                <a:lnTo>
                  <a:pt x="49" y="325"/>
                </a:lnTo>
                <a:lnTo>
                  <a:pt x="46" y="318"/>
                </a:lnTo>
                <a:lnTo>
                  <a:pt x="47" y="312"/>
                </a:lnTo>
                <a:lnTo>
                  <a:pt x="50" y="308"/>
                </a:lnTo>
                <a:lnTo>
                  <a:pt x="58" y="306"/>
                </a:lnTo>
                <a:lnTo>
                  <a:pt x="66" y="306"/>
                </a:lnTo>
                <a:lnTo>
                  <a:pt x="72" y="305"/>
                </a:lnTo>
                <a:lnTo>
                  <a:pt x="74" y="304"/>
                </a:lnTo>
                <a:lnTo>
                  <a:pt x="73" y="302"/>
                </a:lnTo>
                <a:lnTo>
                  <a:pt x="71" y="300"/>
                </a:lnTo>
                <a:lnTo>
                  <a:pt x="66" y="298"/>
                </a:lnTo>
                <a:lnTo>
                  <a:pt x="60" y="295"/>
                </a:lnTo>
                <a:lnTo>
                  <a:pt x="52" y="292"/>
                </a:lnTo>
                <a:lnTo>
                  <a:pt x="43" y="290"/>
                </a:lnTo>
                <a:lnTo>
                  <a:pt x="34" y="290"/>
                </a:lnTo>
                <a:lnTo>
                  <a:pt x="23" y="291"/>
                </a:lnTo>
                <a:lnTo>
                  <a:pt x="14" y="293"/>
                </a:lnTo>
                <a:lnTo>
                  <a:pt x="7" y="294"/>
                </a:lnTo>
                <a:lnTo>
                  <a:pt x="2" y="294"/>
                </a:lnTo>
                <a:lnTo>
                  <a:pt x="0" y="292"/>
                </a:lnTo>
                <a:lnTo>
                  <a:pt x="2" y="287"/>
                </a:lnTo>
                <a:lnTo>
                  <a:pt x="7" y="279"/>
                </a:lnTo>
                <a:lnTo>
                  <a:pt x="14" y="272"/>
                </a:lnTo>
                <a:lnTo>
                  <a:pt x="21" y="265"/>
                </a:lnTo>
                <a:lnTo>
                  <a:pt x="29" y="258"/>
                </a:lnTo>
                <a:lnTo>
                  <a:pt x="36" y="251"/>
                </a:lnTo>
                <a:lnTo>
                  <a:pt x="42" y="246"/>
                </a:lnTo>
                <a:lnTo>
                  <a:pt x="46" y="243"/>
                </a:lnTo>
                <a:lnTo>
                  <a:pt x="47" y="242"/>
                </a:lnTo>
                <a:lnTo>
                  <a:pt x="44" y="197"/>
                </a:lnTo>
                <a:lnTo>
                  <a:pt x="66" y="199"/>
                </a:lnTo>
                <a:lnTo>
                  <a:pt x="58" y="179"/>
                </a:lnTo>
                <a:lnTo>
                  <a:pt x="71" y="174"/>
                </a:lnTo>
                <a:lnTo>
                  <a:pt x="74" y="141"/>
                </a:lnTo>
                <a:lnTo>
                  <a:pt x="76" y="142"/>
                </a:lnTo>
                <a:lnTo>
                  <a:pt x="78" y="144"/>
                </a:lnTo>
                <a:lnTo>
                  <a:pt x="81" y="147"/>
                </a:lnTo>
                <a:lnTo>
                  <a:pt x="86" y="149"/>
                </a:lnTo>
                <a:lnTo>
                  <a:pt x="91" y="151"/>
                </a:lnTo>
                <a:lnTo>
                  <a:pt x="98" y="152"/>
                </a:lnTo>
                <a:lnTo>
                  <a:pt x="105" y="150"/>
                </a:lnTo>
                <a:lnTo>
                  <a:pt x="113" y="146"/>
                </a:lnTo>
                <a:lnTo>
                  <a:pt x="120" y="141"/>
                </a:lnTo>
                <a:lnTo>
                  <a:pt x="124" y="136"/>
                </a:lnTo>
                <a:lnTo>
                  <a:pt x="128" y="133"/>
                </a:lnTo>
                <a:lnTo>
                  <a:pt x="129" y="128"/>
                </a:lnTo>
                <a:lnTo>
                  <a:pt x="130" y="124"/>
                </a:lnTo>
                <a:lnTo>
                  <a:pt x="131" y="120"/>
                </a:lnTo>
                <a:lnTo>
                  <a:pt x="133" y="114"/>
                </a:lnTo>
                <a:lnTo>
                  <a:pt x="136" y="107"/>
                </a:lnTo>
                <a:lnTo>
                  <a:pt x="140" y="99"/>
                </a:lnTo>
                <a:lnTo>
                  <a:pt x="142" y="93"/>
                </a:lnTo>
                <a:lnTo>
                  <a:pt x="144" y="88"/>
                </a:lnTo>
                <a:lnTo>
                  <a:pt x="146" y="83"/>
                </a:lnTo>
                <a:lnTo>
                  <a:pt x="146" y="79"/>
                </a:lnTo>
                <a:lnTo>
                  <a:pt x="147" y="77"/>
                </a:lnTo>
                <a:lnTo>
                  <a:pt x="147" y="75"/>
                </a:lnTo>
                <a:lnTo>
                  <a:pt x="179" y="96"/>
                </a:lnTo>
                <a:lnTo>
                  <a:pt x="179" y="97"/>
                </a:lnTo>
                <a:lnTo>
                  <a:pt x="178" y="99"/>
                </a:lnTo>
                <a:lnTo>
                  <a:pt x="177" y="102"/>
                </a:lnTo>
                <a:lnTo>
                  <a:pt x="176" y="107"/>
                </a:lnTo>
                <a:lnTo>
                  <a:pt x="175" y="113"/>
                </a:lnTo>
                <a:lnTo>
                  <a:pt x="173" y="120"/>
                </a:lnTo>
                <a:lnTo>
                  <a:pt x="172" y="128"/>
                </a:lnTo>
                <a:lnTo>
                  <a:pt x="172" y="138"/>
                </a:lnTo>
                <a:lnTo>
                  <a:pt x="173" y="146"/>
                </a:lnTo>
                <a:lnTo>
                  <a:pt x="177" y="153"/>
                </a:lnTo>
                <a:lnTo>
                  <a:pt x="181" y="158"/>
                </a:lnTo>
                <a:lnTo>
                  <a:pt x="184" y="162"/>
                </a:lnTo>
                <a:lnTo>
                  <a:pt x="185" y="164"/>
                </a:lnTo>
                <a:lnTo>
                  <a:pt x="184" y="165"/>
                </a:lnTo>
                <a:lnTo>
                  <a:pt x="180" y="165"/>
                </a:lnTo>
                <a:lnTo>
                  <a:pt x="169" y="165"/>
                </a:lnTo>
                <a:lnTo>
                  <a:pt x="161" y="166"/>
                </a:lnTo>
                <a:lnTo>
                  <a:pt x="159" y="171"/>
                </a:lnTo>
                <a:lnTo>
                  <a:pt x="163" y="177"/>
                </a:lnTo>
                <a:lnTo>
                  <a:pt x="171" y="186"/>
                </a:lnTo>
                <a:lnTo>
                  <a:pt x="180" y="194"/>
                </a:lnTo>
                <a:lnTo>
                  <a:pt x="189" y="201"/>
                </a:lnTo>
                <a:lnTo>
                  <a:pt x="195" y="206"/>
                </a:lnTo>
                <a:lnTo>
                  <a:pt x="198" y="208"/>
                </a:lnTo>
                <a:lnTo>
                  <a:pt x="201" y="165"/>
                </a:lnTo>
                <a:lnTo>
                  <a:pt x="226" y="186"/>
                </a:lnTo>
                <a:lnTo>
                  <a:pt x="229" y="154"/>
                </a:lnTo>
                <a:lnTo>
                  <a:pt x="262" y="165"/>
                </a:lnTo>
                <a:lnTo>
                  <a:pt x="248" y="129"/>
                </a:lnTo>
                <a:lnTo>
                  <a:pt x="267" y="107"/>
                </a:lnTo>
                <a:lnTo>
                  <a:pt x="266" y="106"/>
                </a:lnTo>
                <a:lnTo>
                  <a:pt x="263" y="102"/>
                </a:lnTo>
                <a:lnTo>
                  <a:pt x="259" y="96"/>
                </a:lnTo>
                <a:lnTo>
                  <a:pt x="255" y="89"/>
                </a:lnTo>
                <a:lnTo>
                  <a:pt x="251" y="81"/>
                </a:lnTo>
                <a:lnTo>
                  <a:pt x="248" y="74"/>
                </a:lnTo>
                <a:lnTo>
                  <a:pt x="247" y="67"/>
                </a:lnTo>
                <a:lnTo>
                  <a:pt x="248" y="61"/>
                </a:lnTo>
                <a:lnTo>
                  <a:pt x="249" y="56"/>
                </a:lnTo>
                <a:lnTo>
                  <a:pt x="248" y="50"/>
                </a:lnTo>
                <a:lnTo>
                  <a:pt x="246" y="45"/>
                </a:lnTo>
                <a:lnTo>
                  <a:pt x="244" y="40"/>
                </a:lnTo>
                <a:lnTo>
                  <a:pt x="241" y="35"/>
                </a:lnTo>
                <a:lnTo>
                  <a:pt x="240" y="30"/>
                </a:lnTo>
                <a:lnTo>
                  <a:pt x="241" y="28"/>
                </a:lnTo>
                <a:lnTo>
                  <a:pt x="245" y="27"/>
                </a:lnTo>
                <a:lnTo>
                  <a:pt x="249" y="26"/>
                </a:lnTo>
                <a:lnTo>
                  <a:pt x="252" y="22"/>
                </a:lnTo>
                <a:lnTo>
                  <a:pt x="253" y="17"/>
                </a:lnTo>
                <a:lnTo>
                  <a:pt x="255" y="12"/>
                </a:lnTo>
                <a:lnTo>
                  <a:pt x="258" y="7"/>
                </a:lnTo>
                <a:lnTo>
                  <a:pt x="262" y="4"/>
                </a:lnTo>
                <a:lnTo>
                  <a:pt x="268" y="3"/>
                </a:lnTo>
                <a:lnTo>
                  <a:pt x="279" y="5"/>
                </a:lnTo>
                <a:lnTo>
                  <a:pt x="290" y="8"/>
                </a:lnTo>
                <a:lnTo>
                  <a:pt x="301" y="9"/>
                </a:lnTo>
                <a:lnTo>
                  <a:pt x="310" y="9"/>
                </a:lnTo>
                <a:lnTo>
                  <a:pt x="318" y="8"/>
                </a:lnTo>
                <a:lnTo>
                  <a:pt x="326" y="7"/>
                </a:lnTo>
                <a:lnTo>
                  <a:pt x="331" y="5"/>
                </a:lnTo>
                <a:lnTo>
                  <a:pt x="334" y="4"/>
                </a:lnTo>
                <a:lnTo>
                  <a:pt x="335" y="3"/>
                </a:lnTo>
                <a:lnTo>
                  <a:pt x="335" y="6"/>
                </a:lnTo>
                <a:lnTo>
                  <a:pt x="336" y="16"/>
                </a:lnTo>
                <a:lnTo>
                  <a:pt x="336" y="29"/>
                </a:lnTo>
                <a:lnTo>
                  <a:pt x="337" y="46"/>
                </a:lnTo>
                <a:lnTo>
                  <a:pt x="338" y="63"/>
                </a:lnTo>
                <a:lnTo>
                  <a:pt x="339" y="80"/>
                </a:lnTo>
                <a:lnTo>
                  <a:pt x="340" y="94"/>
                </a:lnTo>
                <a:lnTo>
                  <a:pt x="341" y="104"/>
                </a:lnTo>
                <a:lnTo>
                  <a:pt x="341" y="108"/>
                </a:lnTo>
                <a:lnTo>
                  <a:pt x="341" y="106"/>
                </a:lnTo>
                <a:lnTo>
                  <a:pt x="341" y="100"/>
                </a:lnTo>
                <a:lnTo>
                  <a:pt x="341" y="91"/>
                </a:lnTo>
                <a:lnTo>
                  <a:pt x="343" y="80"/>
                </a:lnTo>
                <a:lnTo>
                  <a:pt x="346" y="69"/>
                </a:lnTo>
                <a:lnTo>
                  <a:pt x="352" y="60"/>
                </a:lnTo>
                <a:lnTo>
                  <a:pt x="360" y="53"/>
                </a:lnTo>
                <a:lnTo>
                  <a:pt x="369" y="49"/>
                </a:lnTo>
                <a:lnTo>
                  <a:pt x="378" y="47"/>
                </a:lnTo>
                <a:lnTo>
                  <a:pt x="384" y="46"/>
                </a:lnTo>
                <a:lnTo>
                  <a:pt x="389" y="46"/>
                </a:lnTo>
                <a:lnTo>
                  <a:pt x="393" y="47"/>
                </a:lnTo>
                <a:lnTo>
                  <a:pt x="395" y="48"/>
                </a:lnTo>
                <a:lnTo>
                  <a:pt x="397" y="50"/>
                </a:lnTo>
                <a:lnTo>
                  <a:pt x="401" y="51"/>
                </a:lnTo>
                <a:lnTo>
                  <a:pt x="411" y="51"/>
                </a:lnTo>
                <a:lnTo>
                  <a:pt x="419" y="49"/>
                </a:lnTo>
                <a:lnTo>
                  <a:pt x="421" y="42"/>
                </a:lnTo>
                <a:lnTo>
                  <a:pt x="419" y="36"/>
                </a:lnTo>
                <a:lnTo>
                  <a:pt x="419" y="29"/>
                </a:lnTo>
                <a:lnTo>
                  <a:pt x="418" y="22"/>
                </a:lnTo>
                <a:lnTo>
                  <a:pt x="418" y="15"/>
                </a:lnTo>
                <a:lnTo>
                  <a:pt x="418" y="9"/>
                </a:lnTo>
                <a:lnTo>
                  <a:pt x="419" y="4"/>
                </a:lnTo>
                <a:lnTo>
                  <a:pt x="419" y="1"/>
                </a:lnTo>
                <a:lnTo>
                  <a:pt x="419" y="0"/>
                </a:lnTo>
                <a:lnTo>
                  <a:pt x="421" y="1"/>
                </a:lnTo>
                <a:lnTo>
                  <a:pt x="428" y="2"/>
                </a:lnTo>
                <a:lnTo>
                  <a:pt x="436" y="4"/>
                </a:lnTo>
                <a:lnTo>
                  <a:pt x="445" y="6"/>
                </a:lnTo>
                <a:lnTo>
                  <a:pt x="454" y="7"/>
                </a:lnTo>
                <a:lnTo>
                  <a:pt x="463" y="7"/>
                </a:lnTo>
                <a:lnTo>
                  <a:pt x="470" y="6"/>
                </a:lnTo>
                <a:lnTo>
                  <a:pt x="475" y="3"/>
                </a:lnTo>
                <a:lnTo>
                  <a:pt x="477" y="1"/>
                </a:lnTo>
                <a:lnTo>
                  <a:pt x="479" y="2"/>
                </a:lnTo>
                <a:lnTo>
                  <a:pt x="481" y="6"/>
                </a:lnTo>
                <a:lnTo>
                  <a:pt x="483" y="11"/>
                </a:lnTo>
                <a:lnTo>
                  <a:pt x="484" y="17"/>
                </a:lnTo>
                <a:lnTo>
                  <a:pt x="485" y="22"/>
                </a:lnTo>
                <a:lnTo>
                  <a:pt x="486" y="26"/>
                </a:lnTo>
                <a:lnTo>
                  <a:pt x="486" y="27"/>
                </a:lnTo>
                <a:lnTo>
                  <a:pt x="497" y="61"/>
                </a:lnTo>
                <a:lnTo>
                  <a:pt x="497" y="60"/>
                </a:lnTo>
                <a:lnTo>
                  <a:pt x="499" y="57"/>
                </a:lnTo>
                <a:lnTo>
                  <a:pt x="501" y="54"/>
                </a:lnTo>
                <a:lnTo>
                  <a:pt x="504" y="49"/>
                </a:lnTo>
                <a:lnTo>
                  <a:pt x="509" y="44"/>
                </a:lnTo>
                <a:lnTo>
                  <a:pt x="514" y="39"/>
                </a:lnTo>
                <a:lnTo>
                  <a:pt x="520" y="35"/>
                </a:lnTo>
                <a:lnTo>
                  <a:pt x="529" y="30"/>
                </a:lnTo>
                <a:lnTo>
                  <a:pt x="542" y="24"/>
                </a:lnTo>
                <a:lnTo>
                  <a:pt x="550" y="20"/>
                </a:lnTo>
                <a:lnTo>
                  <a:pt x="554" y="24"/>
                </a:lnTo>
                <a:lnTo>
                  <a:pt x="556" y="39"/>
                </a:lnTo>
                <a:lnTo>
                  <a:pt x="557" y="48"/>
                </a:lnTo>
                <a:lnTo>
                  <a:pt x="556" y="56"/>
                </a:lnTo>
                <a:lnTo>
                  <a:pt x="555" y="61"/>
                </a:lnTo>
                <a:lnTo>
                  <a:pt x="553" y="65"/>
                </a:lnTo>
                <a:lnTo>
                  <a:pt x="551" y="68"/>
                </a:lnTo>
                <a:lnTo>
                  <a:pt x="550" y="69"/>
                </a:lnTo>
                <a:lnTo>
                  <a:pt x="548" y="70"/>
                </a:lnTo>
                <a:lnTo>
                  <a:pt x="549" y="69"/>
                </a:lnTo>
                <a:lnTo>
                  <a:pt x="551" y="65"/>
                </a:lnTo>
                <a:lnTo>
                  <a:pt x="554" y="60"/>
                </a:lnTo>
                <a:lnTo>
                  <a:pt x="558" y="55"/>
                </a:lnTo>
                <a:lnTo>
                  <a:pt x="563" y="50"/>
                </a:lnTo>
                <a:lnTo>
                  <a:pt x="569" y="45"/>
                </a:lnTo>
                <a:lnTo>
                  <a:pt x="577" y="42"/>
                </a:lnTo>
                <a:lnTo>
                  <a:pt x="584" y="42"/>
                </a:lnTo>
                <a:lnTo>
                  <a:pt x="590" y="43"/>
                </a:lnTo>
                <a:lnTo>
                  <a:pt x="595" y="45"/>
                </a:lnTo>
                <a:lnTo>
                  <a:pt x="598" y="46"/>
                </a:lnTo>
                <a:lnTo>
                  <a:pt x="600" y="49"/>
                </a:lnTo>
                <a:lnTo>
                  <a:pt x="603" y="52"/>
                </a:lnTo>
                <a:lnTo>
                  <a:pt x="607" y="57"/>
                </a:lnTo>
                <a:lnTo>
                  <a:pt x="612" y="63"/>
                </a:lnTo>
                <a:lnTo>
                  <a:pt x="620" y="70"/>
                </a:lnTo>
                <a:lnTo>
                  <a:pt x="630" y="78"/>
                </a:lnTo>
                <a:lnTo>
                  <a:pt x="639" y="86"/>
                </a:lnTo>
                <a:lnTo>
                  <a:pt x="647" y="92"/>
                </a:lnTo>
                <a:lnTo>
                  <a:pt x="654" y="97"/>
                </a:lnTo>
                <a:lnTo>
                  <a:pt x="659" y="101"/>
                </a:lnTo>
                <a:lnTo>
                  <a:pt x="660" y="105"/>
                </a:lnTo>
                <a:lnTo>
                  <a:pt x="659" y="109"/>
                </a:lnTo>
                <a:lnTo>
                  <a:pt x="654" y="112"/>
                </a:lnTo>
                <a:lnTo>
                  <a:pt x="649" y="114"/>
                </a:lnTo>
                <a:lnTo>
                  <a:pt x="646" y="114"/>
                </a:lnTo>
                <a:lnTo>
                  <a:pt x="648" y="114"/>
                </a:lnTo>
                <a:lnTo>
                  <a:pt x="652" y="116"/>
                </a:lnTo>
                <a:lnTo>
                  <a:pt x="656" y="121"/>
                </a:lnTo>
                <a:lnTo>
                  <a:pt x="661" y="129"/>
                </a:lnTo>
                <a:lnTo>
                  <a:pt x="665" y="143"/>
                </a:lnTo>
                <a:lnTo>
                  <a:pt x="669" y="157"/>
                </a:lnTo>
                <a:lnTo>
                  <a:pt x="671" y="168"/>
                </a:lnTo>
                <a:lnTo>
                  <a:pt x="674" y="175"/>
                </a:lnTo>
                <a:lnTo>
                  <a:pt x="676" y="181"/>
                </a:lnTo>
                <a:lnTo>
                  <a:pt x="676" y="185"/>
                </a:lnTo>
                <a:lnTo>
                  <a:pt x="677" y="187"/>
                </a:lnTo>
                <a:lnTo>
                  <a:pt x="677" y="188"/>
                </a:lnTo>
                <a:lnTo>
                  <a:pt x="677" y="187"/>
                </a:lnTo>
                <a:lnTo>
                  <a:pt x="677" y="184"/>
                </a:lnTo>
                <a:lnTo>
                  <a:pt x="677" y="178"/>
                </a:lnTo>
                <a:lnTo>
                  <a:pt x="678" y="173"/>
                </a:lnTo>
                <a:lnTo>
                  <a:pt x="681" y="167"/>
                </a:lnTo>
                <a:lnTo>
                  <a:pt x="685" y="161"/>
                </a:lnTo>
                <a:lnTo>
                  <a:pt x="692" y="156"/>
                </a:lnTo>
                <a:lnTo>
                  <a:pt x="702" y="152"/>
                </a:lnTo>
                <a:lnTo>
                  <a:pt x="711" y="147"/>
                </a:lnTo>
                <a:lnTo>
                  <a:pt x="715" y="140"/>
                </a:lnTo>
                <a:lnTo>
                  <a:pt x="716" y="131"/>
                </a:lnTo>
                <a:lnTo>
                  <a:pt x="716" y="123"/>
                </a:lnTo>
                <a:lnTo>
                  <a:pt x="716" y="116"/>
                </a:lnTo>
                <a:lnTo>
                  <a:pt x="718" y="110"/>
                </a:lnTo>
                <a:lnTo>
                  <a:pt x="722" y="108"/>
                </a:lnTo>
                <a:lnTo>
                  <a:pt x="733" y="109"/>
                </a:lnTo>
                <a:lnTo>
                  <a:pt x="746" y="111"/>
                </a:lnTo>
                <a:lnTo>
                  <a:pt x="751" y="107"/>
                </a:lnTo>
                <a:lnTo>
                  <a:pt x="752" y="100"/>
                </a:lnTo>
                <a:lnTo>
                  <a:pt x="753" y="93"/>
                </a:lnTo>
                <a:lnTo>
                  <a:pt x="760" y="92"/>
                </a:lnTo>
                <a:lnTo>
                  <a:pt x="766" y="92"/>
                </a:lnTo>
                <a:lnTo>
                  <a:pt x="774" y="91"/>
                </a:lnTo>
                <a:lnTo>
                  <a:pt x="780" y="91"/>
                </a:lnTo>
                <a:lnTo>
                  <a:pt x="785" y="90"/>
                </a:lnTo>
                <a:lnTo>
                  <a:pt x="790" y="90"/>
                </a:lnTo>
                <a:lnTo>
                  <a:pt x="794" y="90"/>
                </a:lnTo>
                <a:lnTo>
                  <a:pt x="797" y="90"/>
                </a:lnTo>
                <a:lnTo>
                  <a:pt x="804" y="88"/>
                </a:lnTo>
                <a:lnTo>
                  <a:pt x="811" y="86"/>
                </a:lnTo>
                <a:lnTo>
                  <a:pt x="819" y="84"/>
                </a:lnTo>
                <a:lnTo>
                  <a:pt x="829" y="81"/>
                </a:lnTo>
                <a:lnTo>
                  <a:pt x="838" y="80"/>
                </a:lnTo>
                <a:lnTo>
                  <a:pt x="847" y="78"/>
                </a:lnTo>
                <a:lnTo>
                  <a:pt x="856" y="77"/>
                </a:lnTo>
                <a:lnTo>
                  <a:pt x="864" y="77"/>
                </a:lnTo>
                <a:lnTo>
                  <a:pt x="873" y="78"/>
                </a:lnTo>
                <a:lnTo>
                  <a:pt x="881" y="80"/>
                </a:lnTo>
                <a:lnTo>
                  <a:pt x="888" y="85"/>
                </a:lnTo>
                <a:lnTo>
                  <a:pt x="894" y="89"/>
                </a:lnTo>
                <a:lnTo>
                  <a:pt x="900" y="93"/>
                </a:lnTo>
                <a:lnTo>
                  <a:pt x="904" y="97"/>
                </a:lnTo>
                <a:lnTo>
                  <a:pt x="906" y="99"/>
                </a:lnTo>
                <a:lnTo>
                  <a:pt x="907" y="100"/>
                </a:lnTo>
                <a:lnTo>
                  <a:pt x="908" y="100"/>
                </a:lnTo>
                <a:lnTo>
                  <a:pt x="911" y="100"/>
                </a:lnTo>
                <a:lnTo>
                  <a:pt x="916" y="99"/>
                </a:lnTo>
                <a:lnTo>
                  <a:pt x="925" y="98"/>
                </a:lnTo>
                <a:lnTo>
                  <a:pt x="934" y="96"/>
                </a:lnTo>
                <a:lnTo>
                  <a:pt x="945" y="93"/>
                </a:lnTo>
                <a:lnTo>
                  <a:pt x="959" y="89"/>
                </a:lnTo>
                <a:lnTo>
                  <a:pt x="975" y="84"/>
                </a:lnTo>
                <a:lnTo>
                  <a:pt x="991" y="80"/>
                </a:lnTo>
                <a:lnTo>
                  <a:pt x="1006" y="83"/>
                </a:lnTo>
                <a:lnTo>
                  <a:pt x="1020" y="89"/>
                </a:lnTo>
                <a:lnTo>
                  <a:pt x="1034" y="97"/>
                </a:lnTo>
                <a:lnTo>
                  <a:pt x="1044" y="106"/>
                </a:lnTo>
                <a:lnTo>
                  <a:pt x="1051" y="114"/>
                </a:lnTo>
                <a:lnTo>
                  <a:pt x="1056" y="120"/>
                </a:lnTo>
                <a:lnTo>
                  <a:pt x="1058" y="122"/>
                </a:lnTo>
                <a:lnTo>
                  <a:pt x="1058" y="123"/>
                </a:lnTo>
                <a:lnTo>
                  <a:pt x="1060" y="125"/>
                </a:lnTo>
                <a:lnTo>
                  <a:pt x="1063" y="127"/>
                </a:lnTo>
                <a:lnTo>
                  <a:pt x="1066" y="129"/>
                </a:lnTo>
                <a:lnTo>
                  <a:pt x="1071" y="130"/>
                </a:lnTo>
                <a:lnTo>
                  <a:pt x="1078" y="130"/>
                </a:lnTo>
                <a:lnTo>
                  <a:pt x="1086" y="127"/>
                </a:lnTo>
                <a:lnTo>
                  <a:pt x="1095" y="122"/>
                </a:lnTo>
                <a:lnTo>
                  <a:pt x="1101" y="118"/>
                </a:lnTo>
                <a:lnTo>
                  <a:pt x="1107" y="115"/>
                </a:lnTo>
                <a:lnTo>
                  <a:pt x="1113" y="111"/>
                </a:lnTo>
                <a:lnTo>
                  <a:pt x="1119" y="108"/>
                </a:lnTo>
                <a:lnTo>
                  <a:pt x="1116" y="115"/>
                </a:lnTo>
                <a:lnTo>
                  <a:pt x="1115" y="122"/>
                </a:lnTo>
                <a:lnTo>
                  <a:pt x="1116" y="128"/>
                </a:lnTo>
                <a:lnTo>
                  <a:pt x="1119" y="135"/>
                </a:lnTo>
                <a:lnTo>
                  <a:pt x="1123" y="141"/>
                </a:lnTo>
                <a:lnTo>
                  <a:pt x="1128" y="146"/>
                </a:lnTo>
                <a:lnTo>
                  <a:pt x="1132" y="151"/>
                </a:lnTo>
                <a:lnTo>
                  <a:pt x="1137" y="157"/>
                </a:lnTo>
                <a:lnTo>
                  <a:pt x="1142" y="164"/>
                </a:lnTo>
                <a:lnTo>
                  <a:pt x="1148" y="172"/>
                </a:lnTo>
                <a:lnTo>
                  <a:pt x="1156" y="183"/>
                </a:lnTo>
                <a:lnTo>
                  <a:pt x="1164" y="193"/>
                </a:lnTo>
                <a:lnTo>
                  <a:pt x="1173" y="203"/>
                </a:lnTo>
                <a:lnTo>
                  <a:pt x="1179" y="213"/>
                </a:lnTo>
                <a:lnTo>
                  <a:pt x="1184" y="223"/>
                </a:lnTo>
                <a:lnTo>
                  <a:pt x="1186" y="232"/>
                </a:lnTo>
                <a:lnTo>
                  <a:pt x="1186" y="242"/>
                </a:lnTo>
                <a:lnTo>
                  <a:pt x="1186" y="249"/>
                </a:lnTo>
                <a:lnTo>
                  <a:pt x="1185" y="256"/>
                </a:lnTo>
                <a:lnTo>
                  <a:pt x="1182" y="261"/>
                </a:lnTo>
                <a:lnTo>
                  <a:pt x="1178" y="266"/>
                </a:lnTo>
                <a:lnTo>
                  <a:pt x="1173" y="270"/>
                </a:lnTo>
                <a:lnTo>
                  <a:pt x="1164" y="273"/>
                </a:lnTo>
                <a:lnTo>
                  <a:pt x="1155" y="275"/>
                </a:lnTo>
                <a:lnTo>
                  <a:pt x="1146" y="276"/>
                </a:lnTo>
                <a:lnTo>
                  <a:pt x="1138" y="278"/>
                </a:lnTo>
                <a:lnTo>
                  <a:pt x="1133" y="281"/>
                </a:lnTo>
                <a:lnTo>
                  <a:pt x="1129" y="286"/>
                </a:lnTo>
                <a:lnTo>
                  <a:pt x="1127" y="290"/>
                </a:lnTo>
                <a:lnTo>
                  <a:pt x="1127" y="296"/>
                </a:lnTo>
                <a:lnTo>
                  <a:pt x="1129" y="302"/>
                </a:lnTo>
                <a:lnTo>
                  <a:pt x="1133" y="308"/>
                </a:lnTo>
                <a:lnTo>
                  <a:pt x="1137" y="316"/>
                </a:lnTo>
                <a:lnTo>
                  <a:pt x="1138" y="323"/>
                </a:lnTo>
                <a:lnTo>
                  <a:pt x="1137" y="330"/>
                </a:lnTo>
                <a:lnTo>
                  <a:pt x="1134" y="338"/>
                </a:lnTo>
                <a:lnTo>
                  <a:pt x="1129" y="344"/>
                </a:lnTo>
                <a:lnTo>
                  <a:pt x="1123" y="350"/>
                </a:lnTo>
                <a:lnTo>
                  <a:pt x="1115" y="354"/>
                </a:lnTo>
                <a:lnTo>
                  <a:pt x="1108" y="357"/>
                </a:lnTo>
                <a:lnTo>
                  <a:pt x="1102" y="359"/>
                </a:lnTo>
                <a:lnTo>
                  <a:pt x="1097" y="360"/>
                </a:lnTo>
                <a:lnTo>
                  <a:pt x="1092" y="361"/>
                </a:lnTo>
                <a:lnTo>
                  <a:pt x="1088" y="363"/>
                </a:lnTo>
                <a:lnTo>
                  <a:pt x="1085" y="366"/>
                </a:lnTo>
                <a:lnTo>
                  <a:pt x="1082" y="371"/>
                </a:lnTo>
                <a:lnTo>
                  <a:pt x="1079" y="379"/>
                </a:lnTo>
                <a:lnTo>
                  <a:pt x="1076" y="390"/>
                </a:lnTo>
                <a:lnTo>
                  <a:pt x="1075" y="403"/>
                </a:lnTo>
                <a:lnTo>
                  <a:pt x="1079" y="414"/>
                </a:lnTo>
                <a:lnTo>
                  <a:pt x="1086" y="425"/>
                </a:lnTo>
                <a:lnTo>
                  <a:pt x="1095" y="436"/>
                </a:lnTo>
                <a:lnTo>
                  <a:pt x="1106" y="444"/>
                </a:lnTo>
                <a:lnTo>
                  <a:pt x="1117" y="450"/>
                </a:lnTo>
                <a:lnTo>
                  <a:pt x="1129" y="454"/>
                </a:lnTo>
                <a:lnTo>
                  <a:pt x="1139" y="455"/>
                </a:lnTo>
                <a:lnTo>
                  <a:pt x="1147" y="457"/>
                </a:lnTo>
                <a:lnTo>
                  <a:pt x="1153" y="462"/>
                </a:lnTo>
                <a:lnTo>
                  <a:pt x="1157" y="470"/>
                </a:lnTo>
                <a:lnTo>
                  <a:pt x="1160" y="481"/>
                </a:lnTo>
                <a:lnTo>
                  <a:pt x="1160" y="495"/>
                </a:lnTo>
                <a:lnTo>
                  <a:pt x="1160" y="510"/>
                </a:lnTo>
                <a:lnTo>
                  <a:pt x="1160" y="526"/>
                </a:lnTo>
                <a:lnTo>
                  <a:pt x="1159" y="545"/>
                </a:lnTo>
                <a:lnTo>
                  <a:pt x="1159" y="560"/>
                </a:lnTo>
                <a:lnTo>
                  <a:pt x="1161" y="572"/>
                </a:lnTo>
                <a:lnTo>
                  <a:pt x="1166" y="581"/>
                </a:lnTo>
                <a:lnTo>
                  <a:pt x="1172" y="588"/>
                </a:lnTo>
                <a:lnTo>
                  <a:pt x="1179" y="591"/>
                </a:lnTo>
                <a:lnTo>
                  <a:pt x="1186" y="593"/>
                </a:lnTo>
                <a:lnTo>
                  <a:pt x="1192" y="593"/>
                </a:lnTo>
                <a:lnTo>
                  <a:pt x="1198" y="592"/>
                </a:lnTo>
                <a:lnTo>
                  <a:pt x="1204" y="594"/>
                </a:lnTo>
                <a:lnTo>
                  <a:pt x="1211" y="601"/>
                </a:lnTo>
                <a:lnTo>
                  <a:pt x="1220" y="612"/>
                </a:lnTo>
                <a:lnTo>
                  <a:pt x="1232" y="625"/>
                </a:lnTo>
                <a:lnTo>
                  <a:pt x="1243" y="640"/>
                </a:lnTo>
                <a:lnTo>
                  <a:pt x="1254" y="654"/>
                </a:lnTo>
                <a:lnTo>
                  <a:pt x="1265" y="667"/>
                </a:lnTo>
                <a:lnTo>
                  <a:pt x="1276" y="677"/>
                </a:lnTo>
                <a:lnTo>
                  <a:pt x="1284" y="684"/>
                </a:lnTo>
                <a:lnTo>
                  <a:pt x="1288" y="692"/>
                </a:lnTo>
                <a:lnTo>
                  <a:pt x="1287" y="697"/>
                </a:lnTo>
                <a:lnTo>
                  <a:pt x="1285" y="701"/>
                </a:lnTo>
                <a:lnTo>
                  <a:pt x="1279" y="706"/>
                </a:lnTo>
                <a:lnTo>
                  <a:pt x="1273" y="711"/>
                </a:lnTo>
                <a:lnTo>
                  <a:pt x="1265" y="716"/>
                </a:lnTo>
                <a:lnTo>
                  <a:pt x="1259" y="722"/>
                </a:lnTo>
                <a:lnTo>
                  <a:pt x="1255" y="729"/>
                </a:lnTo>
                <a:lnTo>
                  <a:pt x="1253" y="739"/>
                </a:lnTo>
                <a:lnTo>
                  <a:pt x="1254" y="750"/>
                </a:lnTo>
                <a:lnTo>
                  <a:pt x="1256" y="762"/>
                </a:lnTo>
                <a:lnTo>
                  <a:pt x="1258" y="774"/>
                </a:lnTo>
                <a:lnTo>
                  <a:pt x="1259" y="785"/>
                </a:lnTo>
                <a:lnTo>
                  <a:pt x="1259" y="797"/>
                </a:lnTo>
                <a:lnTo>
                  <a:pt x="1257" y="806"/>
                </a:lnTo>
                <a:lnTo>
                  <a:pt x="1256" y="815"/>
                </a:lnTo>
                <a:lnTo>
                  <a:pt x="1263" y="825"/>
                </a:lnTo>
                <a:lnTo>
                  <a:pt x="1275" y="837"/>
                </a:lnTo>
                <a:lnTo>
                  <a:pt x="1291" y="847"/>
                </a:lnTo>
                <a:lnTo>
                  <a:pt x="1308" y="857"/>
                </a:lnTo>
                <a:lnTo>
                  <a:pt x="1327" y="868"/>
                </a:lnTo>
                <a:lnTo>
                  <a:pt x="1343" y="878"/>
                </a:lnTo>
                <a:lnTo>
                  <a:pt x="1357" y="888"/>
                </a:lnTo>
                <a:lnTo>
                  <a:pt x="1368" y="899"/>
                </a:lnTo>
                <a:lnTo>
                  <a:pt x="1378" y="914"/>
                </a:lnTo>
                <a:lnTo>
                  <a:pt x="1384" y="932"/>
                </a:lnTo>
                <a:lnTo>
                  <a:pt x="1389" y="952"/>
                </a:lnTo>
                <a:lnTo>
                  <a:pt x="1392" y="971"/>
                </a:lnTo>
                <a:lnTo>
                  <a:pt x="1395" y="991"/>
                </a:lnTo>
                <a:lnTo>
                  <a:pt x="1397" y="1008"/>
                </a:lnTo>
                <a:lnTo>
                  <a:pt x="1400" y="1022"/>
                </a:lnTo>
                <a:lnTo>
                  <a:pt x="1402" y="1028"/>
                </a:lnTo>
                <a:lnTo>
                  <a:pt x="1405" y="1033"/>
                </a:lnTo>
                <a:lnTo>
                  <a:pt x="1410" y="1039"/>
                </a:lnTo>
                <a:lnTo>
                  <a:pt x="1416" y="104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19" name="Freeform 976">
            <a:extLst>
              <a:ext uri="{FF2B5EF4-FFF2-40B4-BE49-F238E27FC236}">
                <a16:creationId xmlns:a16="http://schemas.microsoft.com/office/drawing/2014/main" id="{1D7DE5A0-E0CD-D618-DB3E-D8382E9FE736}"/>
              </a:ext>
            </a:extLst>
          </p:cNvPr>
          <p:cNvSpPr>
            <a:spLocks/>
          </p:cNvSpPr>
          <p:nvPr/>
        </p:nvSpPr>
        <p:spPr bwMode="auto">
          <a:xfrm>
            <a:off x="6300788" y="5037138"/>
            <a:ext cx="3175" cy="4762"/>
          </a:xfrm>
          <a:custGeom>
            <a:avLst/>
            <a:gdLst>
              <a:gd name="T0" fmla="*/ 0 w 22"/>
              <a:gd name="T1" fmla="*/ 2147483646 h 28"/>
              <a:gd name="T2" fmla="*/ 2147483646 w 22"/>
              <a:gd name="T3" fmla="*/ 0 h 28"/>
              <a:gd name="T4" fmla="*/ 2147483646 w 22"/>
              <a:gd name="T5" fmla="*/ 2147483646 h 28"/>
              <a:gd name="T6" fmla="*/ 2147483646 w 22"/>
              <a:gd name="T7" fmla="*/ 2147483646 h 28"/>
              <a:gd name="T8" fmla="*/ 2147483646 w 22"/>
              <a:gd name="T9" fmla="*/ 2147483646 h 28"/>
              <a:gd name="T10" fmla="*/ 2147483646 w 22"/>
              <a:gd name="T11" fmla="*/ 2147483646 h 28"/>
              <a:gd name="T12" fmla="*/ 0 w 22"/>
              <a:gd name="T13" fmla="*/ 2147483646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 h="28">
                <a:moveTo>
                  <a:pt x="0" y="28"/>
                </a:moveTo>
                <a:lnTo>
                  <a:pt x="6" y="0"/>
                </a:lnTo>
                <a:lnTo>
                  <a:pt x="22" y="14"/>
                </a:lnTo>
                <a:lnTo>
                  <a:pt x="20" y="17"/>
                </a:lnTo>
                <a:lnTo>
                  <a:pt x="14" y="23"/>
                </a:lnTo>
                <a:lnTo>
                  <a:pt x="7" y="28"/>
                </a:lnTo>
                <a:lnTo>
                  <a:pt x="0" y="28"/>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20" name="Freeform 977">
            <a:extLst>
              <a:ext uri="{FF2B5EF4-FFF2-40B4-BE49-F238E27FC236}">
                <a16:creationId xmlns:a16="http://schemas.microsoft.com/office/drawing/2014/main" id="{ADDD6961-F792-8A3C-07DB-463F22F91154}"/>
              </a:ext>
            </a:extLst>
          </p:cNvPr>
          <p:cNvSpPr>
            <a:spLocks/>
          </p:cNvSpPr>
          <p:nvPr/>
        </p:nvSpPr>
        <p:spPr bwMode="auto">
          <a:xfrm>
            <a:off x="6300788" y="5037138"/>
            <a:ext cx="3175" cy="4762"/>
          </a:xfrm>
          <a:custGeom>
            <a:avLst/>
            <a:gdLst>
              <a:gd name="T0" fmla="*/ 0 w 22"/>
              <a:gd name="T1" fmla="*/ 2147483646 h 28"/>
              <a:gd name="T2" fmla="*/ 2147483646 w 22"/>
              <a:gd name="T3" fmla="*/ 0 h 28"/>
              <a:gd name="T4" fmla="*/ 2147483646 w 22"/>
              <a:gd name="T5" fmla="*/ 2147483646 h 28"/>
              <a:gd name="T6" fmla="*/ 2147483646 w 22"/>
              <a:gd name="T7" fmla="*/ 2147483646 h 28"/>
              <a:gd name="T8" fmla="*/ 2147483646 w 22"/>
              <a:gd name="T9" fmla="*/ 2147483646 h 28"/>
              <a:gd name="T10" fmla="*/ 2147483646 w 22"/>
              <a:gd name="T11" fmla="*/ 2147483646 h 28"/>
              <a:gd name="T12" fmla="*/ 2147483646 w 22"/>
              <a:gd name="T13" fmla="*/ 2147483646 h 28"/>
              <a:gd name="T14" fmla="*/ 0 w 22"/>
              <a:gd name="T15" fmla="*/ 2147483646 h 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 h="28">
                <a:moveTo>
                  <a:pt x="0" y="28"/>
                </a:moveTo>
                <a:lnTo>
                  <a:pt x="6" y="0"/>
                </a:lnTo>
                <a:lnTo>
                  <a:pt x="22" y="14"/>
                </a:lnTo>
                <a:lnTo>
                  <a:pt x="20" y="17"/>
                </a:lnTo>
                <a:lnTo>
                  <a:pt x="14" y="23"/>
                </a:lnTo>
                <a:lnTo>
                  <a:pt x="7" y="28"/>
                </a:lnTo>
                <a:lnTo>
                  <a:pt x="0" y="2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21" name="Freeform 978">
            <a:extLst>
              <a:ext uri="{FF2B5EF4-FFF2-40B4-BE49-F238E27FC236}">
                <a16:creationId xmlns:a16="http://schemas.microsoft.com/office/drawing/2014/main" id="{F53CD7B6-FF5E-0B77-2612-08A880ED7C1C}"/>
              </a:ext>
            </a:extLst>
          </p:cNvPr>
          <p:cNvSpPr>
            <a:spLocks/>
          </p:cNvSpPr>
          <p:nvPr/>
        </p:nvSpPr>
        <p:spPr bwMode="auto">
          <a:xfrm>
            <a:off x="6421438" y="5046663"/>
            <a:ext cx="9525" cy="31750"/>
          </a:xfrm>
          <a:custGeom>
            <a:avLst/>
            <a:gdLst>
              <a:gd name="T0" fmla="*/ 2147483646 w 56"/>
              <a:gd name="T1" fmla="*/ 0 h 205"/>
              <a:gd name="T2" fmla="*/ 2147483646 w 56"/>
              <a:gd name="T3" fmla="*/ 2147483646 h 205"/>
              <a:gd name="T4" fmla="*/ 2147483646 w 56"/>
              <a:gd name="T5" fmla="*/ 2147483646 h 205"/>
              <a:gd name="T6" fmla="*/ 2147483646 w 56"/>
              <a:gd name="T7" fmla="*/ 2147483646 h 205"/>
              <a:gd name="T8" fmla="*/ 2147483646 w 56"/>
              <a:gd name="T9" fmla="*/ 2147483646 h 205"/>
              <a:gd name="T10" fmla="*/ 2147483646 w 56"/>
              <a:gd name="T11" fmla="*/ 2147483646 h 205"/>
              <a:gd name="T12" fmla="*/ 2147483646 w 56"/>
              <a:gd name="T13" fmla="*/ 2147483646 h 205"/>
              <a:gd name="T14" fmla="*/ 2147483646 w 56"/>
              <a:gd name="T15" fmla="*/ 2147483646 h 205"/>
              <a:gd name="T16" fmla="*/ 2147483646 w 56"/>
              <a:gd name="T17" fmla="*/ 2147483646 h 205"/>
              <a:gd name="T18" fmla="*/ 2147483646 w 56"/>
              <a:gd name="T19" fmla="*/ 2147483646 h 205"/>
              <a:gd name="T20" fmla="*/ 2147483646 w 56"/>
              <a:gd name="T21" fmla="*/ 2147483646 h 205"/>
              <a:gd name="T22" fmla="*/ 2147483646 w 56"/>
              <a:gd name="T23" fmla="*/ 2147483646 h 205"/>
              <a:gd name="T24" fmla="*/ 2147483646 w 56"/>
              <a:gd name="T25" fmla="*/ 2147483646 h 205"/>
              <a:gd name="T26" fmla="*/ 2147483646 w 56"/>
              <a:gd name="T27" fmla="*/ 2147483646 h 205"/>
              <a:gd name="T28" fmla="*/ 2147483646 w 56"/>
              <a:gd name="T29" fmla="*/ 2147483646 h 205"/>
              <a:gd name="T30" fmla="*/ 2147483646 w 56"/>
              <a:gd name="T31" fmla="*/ 2147483646 h 205"/>
              <a:gd name="T32" fmla="*/ 2147483646 w 56"/>
              <a:gd name="T33" fmla="*/ 2147483646 h 205"/>
              <a:gd name="T34" fmla="*/ 2147483646 w 56"/>
              <a:gd name="T35" fmla="*/ 2147483646 h 205"/>
              <a:gd name="T36" fmla="*/ 0 w 56"/>
              <a:gd name="T37" fmla="*/ 2147483646 h 205"/>
              <a:gd name="T38" fmla="*/ 2147483646 w 56"/>
              <a:gd name="T39" fmla="*/ 2147483646 h 205"/>
              <a:gd name="T40" fmla="*/ 2147483646 w 56"/>
              <a:gd name="T41" fmla="*/ 2147483646 h 205"/>
              <a:gd name="T42" fmla="*/ 2147483646 w 56"/>
              <a:gd name="T43" fmla="*/ 2147483646 h 205"/>
              <a:gd name="T44" fmla="*/ 2147483646 w 56"/>
              <a:gd name="T45" fmla="*/ 2147483646 h 205"/>
              <a:gd name="T46" fmla="*/ 2147483646 w 56"/>
              <a:gd name="T47" fmla="*/ 2147483646 h 205"/>
              <a:gd name="T48" fmla="*/ 2147483646 w 56"/>
              <a:gd name="T49" fmla="*/ 2147483646 h 205"/>
              <a:gd name="T50" fmla="*/ 2147483646 w 56"/>
              <a:gd name="T51" fmla="*/ 2147483646 h 205"/>
              <a:gd name="T52" fmla="*/ 2147483646 w 56"/>
              <a:gd name="T53" fmla="*/ 2147483646 h 205"/>
              <a:gd name="T54" fmla="*/ 2147483646 w 56"/>
              <a:gd name="T55" fmla="*/ 0 h 2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6" h="205">
                <a:moveTo>
                  <a:pt x="28" y="0"/>
                </a:moveTo>
                <a:lnTo>
                  <a:pt x="35" y="141"/>
                </a:lnTo>
                <a:lnTo>
                  <a:pt x="56" y="155"/>
                </a:lnTo>
                <a:lnTo>
                  <a:pt x="56" y="205"/>
                </a:lnTo>
                <a:lnTo>
                  <a:pt x="55" y="204"/>
                </a:lnTo>
                <a:lnTo>
                  <a:pt x="52" y="202"/>
                </a:lnTo>
                <a:lnTo>
                  <a:pt x="48" y="199"/>
                </a:lnTo>
                <a:lnTo>
                  <a:pt x="44" y="194"/>
                </a:lnTo>
                <a:lnTo>
                  <a:pt x="39" y="189"/>
                </a:lnTo>
                <a:lnTo>
                  <a:pt x="34" y="182"/>
                </a:lnTo>
                <a:lnTo>
                  <a:pt x="29" y="175"/>
                </a:lnTo>
                <a:lnTo>
                  <a:pt x="25" y="167"/>
                </a:lnTo>
                <a:lnTo>
                  <a:pt x="22" y="157"/>
                </a:lnTo>
                <a:lnTo>
                  <a:pt x="17" y="143"/>
                </a:lnTo>
                <a:lnTo>
                  <a:pt x="13" y="125"/>
                </a:lnTo>
                <a:lnTo>
                  <a:pt x="8" y="107"/>
                </a:lnTo>
                <a:lnTo>
                  <a:pt x="4" y="90"/>
                </a:lnTo>
                <a:lnTo>
                  <a:pt x="1" y="73"/>
                </a:lnTo>
                <a:lnTo>
                  <a:pt x="0" y="60"/>
                </a:lnTo>
                <a:lnTo>
                  <a:pt x="1" y="52"/>
                </a:lnTo>
                <a:lnTo>
                  <a:pt x="4" y="46"/>
                </a:lnTo>
                <a:lnTo>
                  <a:pt x="7" y="38"/>
                </a:lnTo>
                <a:lnTo>
                  <a:pt x="11" y="29"/>
                </a:lnTo>
                <a:lnTo>
                  <a:pt x="16" y="20"/>
                </a:lnTo>
                <a:lnTo>
                  <a:pt x="20" y="12"/>
                </a:lnTo>
                <a:lnTo>
                  <a:pt x="24" y="6"/>
                </a:lnTo>
                <a:lnTo>
                  <a:pt x="27" y="2"/>
                </a:lnTo>
                <a:lnTo>
                  <a:pt x="28"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22" name="Freeform 979">
            <a:extLst>
              <a:ext uri="{FF2B5EF4-FFF2-40B4-BE49-F238E27FC236}">
                <a16:creationId xmlns:a16="http://schemas.microsoft.com/office/drawing/2014/main" id="{D6816D85-8DD4-CC1C-36C0-EA054D171D88}"/>
              </a:ext>
            </a:extLst>
          </p:cNvPr>
          <p:cNvSpPr>
            <a:spLocks/>
          </p:cNvSpPr>
          <p:nvPr/>
        </p:nvSpPr>
        <p:spPr bwMode="auto">
          <a:xfrm>
            <a:off x="6421438" y="5046663"/>
            <a:ext cx="9525" cy="31750"/>
          </a:xfrm>
          <a:custGeom>
            <a:avLst/>
            <a:gdLst>
              <a:gd name="T0" fmla="*/ 2147483646 w 56"/>
              <a:gd name="T1" fmla="*/ 0 h 205"/>
              <a:gd name="T2" fmla="*/ 2147483646 w 56"/>
              <a:gd name="T3" fmla="*/ 2147483646 h 205"/>
              <a:gd name="T4" fmla="*/ 2147483646 w 56"/>
              <a:gd name="T5" fmla="*/ 2147483646 h 205"/>
              <a:gd name="T6" fmla="*/ 2147483646 w 56"/>
              <a:gd name="T7" fmla="*/ 2147483646 h 205"/>
              <a:gd name="T8" fmla="*/ 2147483646 w 56"/>
              <a:gd name="T9" fmla="*/ 2147483646 h 205"/>
              <a:gd name="T10" fmla="*/ 2147483646 w 56"/>
              <a:gd name="T11" fmla="*/ 2147483646 h 205"/>
              <a:gd name="T12" fmla="*/ 2147483646 w 56"/>
              <a:gd name="T13" fmla="*/ 2147483646 h 205"/>
              <a:gd name="T14" fmla="*/ 2147483646 w 56"/>
              <a:gd name="T15" fmla="*/ 2147483646 h 205"/>
              <a:gd name="T16" fmla="*/ 2147483646 w 56"/>
              <a:gd name="T17" fmla="*/ 2147483646 h 205"/>
              <a:gd name="T18" fmla="*/ 2147483646 w 56"/>
              <a:gd name="T19" fmla="*/ 2147483646 h 205"/>
              <a:gd name="T20" fmla="*/ 2147483646 w 56"/>
              <a:gd name="T21" fmla="*/ 2147483646 h 205"/>
              <a:gd name="T22" fmla="*/ 2147483646 w 56"/>
              <a:gd name="T23" fmla="*/ 2147483646 h 205"/>
              <a:gd name="T24" fmla="*/ 2147483646 w 56"/>
              <a:gd name="T25" fmla="*/ 2147483646 h 205"/>
              <a:gd name="T26" fmla="*/ 2147483646 w 56"/>
              <a:gd name="T27" fmla="*/ 2147483646 h 205"/>
              <a:gd name="T28" fmla="*/ 2147483646 w 56"/>
              <a:gd name="T29" fmla="*/ 2147483646 h 205"/>
              <a:gd name="T30" fmla="*/ 2147483646 w 56"/>
              <a:gd name="T31" fmla="*/ 2147483646 h 205"/>
              <a:gd name="T32" fmla="*/ 2147483646 w 56"/>
              <a:gd name="T33" fmla="*/ 2147483646 h 205"/>
              <a:gd name="T34" fmla="*/ 2147483646 w 56"/>
              <a:gd name="T35" fmla="*/ 2147483646 h 205"/>
              <a:gd name="T36" fmla="*/ 2147483646 w 56"/>
              <a:gd name="T37" fmla="*/ 2147483646 h 205"/>
              <a:gd name="T38" fmla="*/ 2147483646 w 56"/>
              <a:gd name="T39" fmla="*/ 2147483646 h 205"/>
              <a:gd name="T40" fmla="*/ 0 w 56"/>
              <a:gd name="T41" fmla="*/ 2147483646 h 205"/>
              <a:gd name="T42" fmla="*/ 2147483646 w 56"/>
              <a:gd name="T43" fmla="*/ 2147483646 h 205"/>
              <a:gd name="T44" fmla="*/ 2147483646 w 56"/>
              <a:gd name="T45" fmla="*/ 2147483646 h 205"/>
              <a:gd name="T46" fmla="*/ 2147483646 w 56"/>
              <a:gd name="T47" fmla="*/ 2147483646 h 205"/>
              <a:gd name="T48" fmla="*/ 2147483646 w 56"/>
              <a:gd name="T49" fmla="*/ 2147483646 h 205"/>
              <a:gd name="T50" fmla="*/ 2147483646 w 56"/>
              <a:gd name="T51" fmla="*/ 2147483646 h 205"/>
              <a:gd name="T52" fmla="*/ 2147483646 w 56"/>
              <a:gd name="T53" fmla="*/ 2147483646 h 205"/>
              <a:gd name="T54" fmla="*/ 2147483646 w 56"/>
              <a:gd name="T55" fmla="*/ 2147483646 h 205"/>
              <a:gd name="T56" fmla="*/ 2147483646 w 56"/>
              <a:gd name="T57" fmla="*/ 2147483646 h 205"/>
              <a:gd name="T58" fmla="*/ 2147483646 w 56"/>
              <a:gd name="T59" fmla="*/ 2147483646 h 205"/>
              <a:gd name="T60" fmla="*/ 2147483646 w 56"/>
              <a:gd name="T61" fmla="*/ 0 h 2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6" h="205">
                <a:moveTo>
                  <a:pt x="28" y="0"/>
                </a:moveTo>
                <a:lnTo>
                  <a:pt x="35" y="141"/>
                </a:lnTo>
                <a:lnTo>
                  <a:pt x="56" y="155"/>
                </a:lnTo>
                <a:lnTo>
                  <a:pt x="56" y="205"/>
                </a:lnTo>
                <a:lnTo>
                  <a:pt x="55" y="204"/>
                </a:lnTo>
                <a:lnTo>
                  <a:pt x="52" y="202"/>
                </a:lnTo>
                <a:lnTo>
                  <a:pt x="48" y="199"/>
                </a:lnTo>
                <a:lnTo>
                  <a:pt x="44" y="194"/>
                </a:lnTo>
                <a:lnTo>
                  <a:pt x="39" y="189"/>
                </a:lnTo>
                <a:lnTo>
                  <a:pt x="34" y="182"/>
                </a:lnTo>
                <a:lnTo>
                  <a:pt x="29" y="175"/>
                </a:lnTo>
                <a:lnTo>
                  <a:pt x="25" y="167"/>
                </a:lnTo>
                <a:lnTo>
                  <a:pt x="22" y="157"/>
                </a:lnTo>
                <a:lnTo>
                  <a:pt x="17" y="143"/>
                </a:lnTo>
                <a:lnTo>
                  <a:pt x="13" y="125"/>
                </a:lnTo>
                <a:lnTo>
                  <a:pt x="8" y="107"/>
                </a:lnTo>
                <a:lnTo>
                  <a:pt x="4" y="90"/>
                </a:lnTo>
                <a:lnTo>
                  <a:pt x="1" y="73"/>
                </a:lnTo>
                <a:lnTo>
                  <a:pt x="0" y="60"/>
                </a:lnTo>
                <a:lnTo>
                  <a:pt x="1" y="52"/>
                </a:lnTo>
                <a:lnTo>
                  <a:pt x="4" y="46"/>
                </a:lnTo>
                <a:lnTo>
                  <a:pt x="7" y="38"/>
                </a:lnTo>
                <a:lnTo>
                  <a:pt x="11" y="29"/>
                </a:lnTo>
                <a:lnTo>
                  <a:pt x="16" y="20"/>
                </a:lnTo>
                <a:lnTo>
                  <a:pt x="20" y="12"/>
                </a:lnTo>
                <a:lnTo>
                  <a:pt x="24" y="6"/>
                </a:lnTo>
                <a:lnTo>
                  <a:pt x="27" y="2"/>
                </a:lnTo>
                <a:lnTo>
                  <a:pt x="2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23" name="Freeform 980">
            <a:extLst>
              <a:ext uri="{FF2B5EF4-FFF2-40B4-BE49-F238E27FC236}">
                <a16:creationId xmlns:a16="http://schemas.microsoft.com/office/drawing/2014/main" id="{7525E28F-157D-7E01-27BD-53E6536006FA}"/>
              </a:ext>
            </a:extLst>
          </p:cNvPr>
          <p:cNvSpPr>
            <a:spLocks/>
          </p:cNvSpPr>
          <p:nvPr/>
        </p:nvSpPr>
        <p:spPr bwMode="auto">
          <a:xfrm>
            <a:off x="6364288" y="5129213"/>
            <a:ext cx="1587" cy="7937"/>
          </a:xfrm>
          <a:custGeom>
            <a:avLst/>
            <a:gdLst>
              <a:gd name="T0" fmla="*/ 0 w 19"/>
              <a:gd name="T1" fmla="*/ 0 h 42"/>
              <a:gd name="T2" fmla="*/ 0 w 19"/>
              <a:gd name="T3" fmla="*/ 2147483646 h 42"/>
              <a:gd name="T4" fmla="*/ 2147483646 w 19"/>
              <a:gd name="T5" fmla="*/ 2147483646 h 42"/>
              <a:gd name="T6" fmla="*/ 2147483646 w 19"/>
              <a:gd name="T7" fmla="*/ 2147483646 h 42"/>
              <a:gd name="T8" fmla="*/ 2147483646 w 19"/>
              <a:gd name="T9" fmla="*/ 2147483646 h 42"/>
              <a:gd name="T10" fmla="*/ 2147483646 w 19"/>
              <a:gd name="T11" fmla="*/ 2147483646 h 42"/>
              <a:gd name="T12" fmla="*/ 0 w 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42">
                <a:moveTo>
                  <a:pt x="0" y="0"/>
                </a:moveTo>
                <a:lnTo>
                  <a:pt x="0" y="42"/>
                </a:lnTo>
                <a:lnTo>
                  <a:pt x="19" y="16"/>
                </a:lnTo>
                <a:lnTo>
                  <a:pt x="17" y="15"/>
                </a:lnTo>
                <a:lnTo>
                  <a:pt x="11" y="11"/>
                </a:lnTo>
                <a:lnTo>
                  <a:pt x="5" y="6"/>
                </a:lnTo>
                <a:lnTo>
                  <a:pt x="0"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24" name="Freeform 981">
            <a:extLst>
              <a:ext uri="{FF2B5EF4-FFF2-40B4-BE49-F238E27FC236}">
                <a16:creationId xmlns:a16="http://schemas.microsoft.com/office/drawing/2014/main" id="{928F0A1A-6967-E03E-592C-F37D6AB098C5}"/>
              </a:ext>
            </a:extLst>
          </p:cNvPr>
          <p:cNvSpPr>
            <a:spLocks/>
          </p:cNvSpPr>
          <p:nvPr/>
        </p:nvSpPr>
        <p:spPr bwMode="auto">
          <a:xfrm>
            <a:off x="6364288" y="5129213"/>
            <a:ext cx="1587" cy="7937"/>
          </a:xfrm>
          <a:custGeom>
            <a:avLst/>
            <a:gdLst>
              <a:gd name="T0" fmla="*/ 0 w 19"/>
              <a:gd name="T1" fmla="*/ 0 h 42"/>
              <a:gd name="T2" fmla="*/ 0 w 19"/>
              <a:gd name="T3" fmla="*/ 2147483646 h 42"/>
              <a:gd name="T4" fmla="*/ 2147483646 w 19"/>
              <a:gd name="T5" fmla="*/ 2147483646 h 42"/>
              <a:gd name="T6" fmla="*/ 2147483646 w 19"/>
              <a:gd name="T7" fmla="*/ 2147483646 h 42"/>
              <a:gd name="T8" fmla="*/ 2147483646 w 19"/>
              <a:gd name="T9" fmla="*/ 2147483646 h 42"/>
              <a:gd name="T10" fmla="*/ 2147483646 w 19"/>
              <a:gd name="T11" fmla="*/ 2147483646 h 42"/>
              <a:gd name="T12" fmla="*/ 2147483646 w 19"/>
              <a:gd name="T13" fmla="*/ 2147483646 h 42"/>
              <a:gd name="T14" fmla="*/ 0 w 19"/>
              <a:gd name="T15" fmla="*/ 0 h 4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42">
                <a:moveTo>
                  <a:pt x="0" y="0"/>
                </a:moveTo>
                <a:lnTo>
                  <a:pt x="0" y="42"/>
                </a:lnTo>
                <a:lnTo>
                  <a:pt x="19" y="16"/>
                </a:lnTo>
                <a:lnTo>
                  <a:pt x="17" y="15"/>
                </a:lnTo>
                <a:lnTo>
                  <a:pt x="11" y="11"/>
                </a:lnTo>
                <a:lnTo>
                  <a:pt x="5" y="6"/>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25" name="Freeform 982">
            <a:extLst>
              <a:ext uri="{FF2B5EF4-FFF2-40B4-BE49-F238E27FC236}">
                <a16:creationId xmlns:a16="http://schemas.microsoft.com/office/drawing/2014/main" id="{6D9E48A2-D93C-1722-91CB-5394DB0519B5}"/>
              </a:ext>
            </a:extLst>
          </p:cNvPr>
          <p:cNvSpPr>
            <a:spLocks/>
          </p:cNvSpPr>
          <p:nvPr/>
        </p:nvSpPr>
        <p:spPr bwMode="auto">
          <a:xfrm>
            <a:off x="6416675" y="5094288"/>
            <a:ext cx="1588" cy="6350"/>
          </a:xfrm>
          <a:custGeom>
            <a:avLst/>
            <a:gdLst>
              <a:gd name="T0" fmla="*/ 0 w 20"/>
              <a:gd name="T1" fmla="*/ 0 h 42"/>
              <a:gd name="T2" fmla="*/ 0 w 20"/>
              <a:gd name="T3" fmla="*/ 2147483646 h 42"/>
              <a:gd name="T4" fmla="*/ 2147483646 w 20"/>
              <a:gd name="T5" fmla="*/ 2147483646 h 42"/>
              <a:gd name="T6" fmla="*/ 2147483646 w 20"/>
              <a:gd name="T7" fmla="*/ 2147483646 h 42"/>
              <a:gd name="T8" fmla="*/ 2147483646 w 20"/>
              <a:gd name="T9" fmla="*/ 2147483646 h 42"/>
              <a:gd name="T10" fmla="*/ 2147483646 w 20"/>
              <a:gd name="T11" fmla="*/ 2147483646 h 42"/>
              <a:gd name="T12" fmla="*/ 0 w 20"/>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2">
                <a:moveTo>
                  <a:pt x="0" y="0"/>
                </a:moveTo>
                <a:lnTo>
                  <a:pt x="0" y="42"/>
                </a:lnTo>
                <a:lnTo>
                  <a:pt x="20" y="16"/>
                </a:lnTo>
                <a:lnTo>
                  <a:pt x="18" y="15"/>
                </a:lnTo>
                <a:lnTo>
                  <a:pt x="12" y="11"/>
                </a:lnTo>
                <a:lnTo>
                  <a:pt x="6" y="6"/>
                </a:lnTo>
                <a:lnTo>
                  <a:pt x="0"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26" name="Freeform 983">
            <a:extLst>
              <a:ext uri="{FF2B5EF4-FFF2-40B4-BE49-F238E27FC236}">
                <a16:creationId xmlns:a16="http://schemas.microsoft.com/office/drawing/2014/main" id="{C597FA47-A4EE-8228-8B07-98AD422944B7}"/>
              </a:ext>
            </a:extLst>
          </p:cNvPr>
          <p:cNvSpPr>
            <a:spLocks/>
          </p:cNvSpPr>
          <p:nvPr/>
        </p:nvSpPr>
        <p:spPr bwMode="auto">
          <a:xfrm>
            <a:off x="6416675" y="5094288"/>
            <a:ext cx="1588" cy="6350"/>
          </a:xfrm>
          <a:custGeom>
            <a:avLst/>
            <a:gdLst>
              <a:gd name="T0" fmla="*/ 0 w 20"/>
              <a:gd name="T1" fmla="*/ 0 h 42"/>
              <a:gd name="T2" fmla="*/ 0 w 20"/>
              <a:gd name="T3" fmla="*/ 2147483646 h 42"/>
              <a:gd name="T4" fmla="*/ 2147483646 w 20"/>
              <a:gd name="T5" fmla="*/ 2147483646 h 42"/>
              <a:gd name="T6" fmla="*/ 2147483646 w 20"/>
              <a:gd name="T7" fmla="*/ 2147483646 h 42"/>
              <a:gd name="T8" fmla="*/ 2147483646 w 20"/>
              <a:gd name="T9" fmla="*/ 2147483646 h 42"/>
              <a:gd name="T10" fmla="*/ 2147483646 w 20"/>
              <a:gd name="T11" fmla="*/ 2147483646 h 42"/>
              <a:gd name="T12" fmla="*/ 2147483646 w 20"/>
              <a:gd name="T13" fmla="*/ 2147483646 h 42"/>
              <a:gd name="T14" fmla="*/ 0 w 20"/>
              <a:gd name="T15" fmla="*/ 0 h 4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 h="42">
                <a:moveTo>
                  <a:pt x="0" y="0"/>
                </a:moveTo>
                <a:lnTo>
                  <a:pt x="0" y="42"/>
                </a:lnTo>
                <a:lnTo>
                  <a:pt x="20" y="16"/>
                </a:lnTo>
                <a:lnTo>
                  <a:pt x="18" y="15"/>
                </a:lnTo>
                <a:lnTo>
                  <a:pt x="12" y="11"/>
                </a:lnTo>
                <a:lnTo>
                  <a:pt x="6" y="6"/>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27" name="Freeform 984">
            <a:extLst>
              <a:ext uri="{FF2B5EF4-FFF2-40B4-BE49-F238E27FC236}">
                <a16:creationId xmlns:a16="http://schemas.microsoft.com/office/drawing/2014/main" id="{13C899A8-B281-6776-7AAF-E05A1E3E41A7}"/>
              </a:ext>
            </a:extLst>
          </p:cNvPr>
          <p:cNvSpPr>
            <a:spLocks/>
          </p:cNvSpPr>
          <p:nvPr/>
        </p:nvSpPr>
        <p:spPr bwMode="auto">
          <a:xfrm>
            <a:off x="6361113" y="5141913"/>
            <a:ext cx="4762" cy="3175"/>
          </a:xfrm>
          <a:custGeom>
            <a:avLst/>
            <a:gdLst>
              <a:gd name="T0" fmla="*/ 0 w 16"/>
              <a:gd name="T1" fmla="*/ 0 h 20"/>
              <a:gd name="T2" fmla="*/ 0 w 16"/>
              <a:gd name="T3" fmla="*/ 2147483646 h 20"/>
              <a:gd name="T4" fmla="*/ 2147483646 w 16"/>
              <a:gd name="T5" fmla="*/ 2147483646 h 20"/>
              <a:gd name="T6" fmla="*/ 0 w 16"/>
              <a:gd name="T7" fmla="*/ 0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20">
                <a:moveTo>
                  <a:pt x="0" y="0"/>
                </a:moveTo>
                <a:lnTo>
                  <a:pt x="0" y="20"/>
                </a:lnTo>
                <a:lnTo>
                  <a:pt x="16" y="20"/>
                </a:lnTo>
                <a:lnTo>
                  <a:pt x="0" y="0"/>
                </a:lnTo>
                <a:close/>
              </a:path>
            </a:pathLst>
          </a:custGeom>
          <a:solidFill>
            <a:srgbClr val="6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28" name="Freeform 985">
            <a:extLst>
              <a:ext uri="{FF2B5EF4-FFF2-40B4-BE49-F238E27FC236}">
                <a16:creationId xmlns:a16="http://schemas.microsoft.com/office/drawing/2014/main" id="{02E749E8-788F-AA6E-BE5C-DC83A44E6901}"/>
              </a:ext>
            </a:extLst>
          </p:cNvPr>
          <p:cNvSpPr>
            <a:spLocks/>
          </p:cNvSpPr>
          <p:nvPr/>
        </p:nvSpPr>
        <p:spPr bwMode="auto">
          <a:xfrm>
            <a:off x="6361113" y="5141913"/>
            <a:ext cx="4762" cy="3175"/>
          </a:xfrm>
          <a:custGeom>
            <a:avLst/>
            <a:gdLst>
              <a:gd name="T0" fmla="*/ 0 w 16"/>
              <a:gd name="T1" fmla="*/ 0 h 20"/>
              <a:gd name="T2" fmla="*/ 0 w 16"/>
              <a:gd name="T3" fmla="*/ 2147483646 h 20"/>
              <a:gd name="T4" fmla="*/ 2147483646 w 16"/>
              <a:gd name="T5" fmla="*/ 2147483646 h 20"/>
              <a:gd name="T6" fmla="*/ 0 w 16"/>
              <a:gd name="T7" fmla="*/ 0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20">
                <a:moveTo>
                  <a:pt x="0" y="0"/>
                </a:moveTo>
                <a:lnTo>
                  <a:pt x="0" y="20"/>
                </a:lnTo>
                <a:lnTo>
                  <a:pt x="16" y="20"/>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29" name="Freeform 986">
            <a:extLst>
              <a:ext uri="{FF2B5EF4-FFF2-40B4-BE49-F238E27FC236}">
                <a16:creationId xmlns:a16="http://schemas.microsoft.com/office/drawing/2014/main" id="{ADBC112C-8FBC-B44D-6359-1F479A266BD6}"/>
              </a:ext>
            </a:extLst>
          </p:cNvPr>
          <p:cNvSpPr>
            <a:spLocks/>
          </p:cNvSpPr>
          <p:nvPr/>
        </p:nvSpPr>
        <p:spPr bwMode="auto">
          <a:xfrm>
            <a:off x="6430963" y="5127625"/>
            <a:ext cx="239712" cy="144463"/>
          </a:xfrm>
          <a:custGeom>
            <a:avLst/>
            <a:gdLst>
              <a:gd name="T0" fmla="*/ 2147483646 w 1437"/>
              <a:gd name="T1" fmla="*/ 2147483646 h 966"/>
              <a:gd name="T2" fmla="*/ 2147483646 w 1437"/>
              <a:gd name="T3" fmla="*/ 2147483646 h 966"/>
              <a:gd name="T4" fmla="*/ 2147483646 w 1437"/>
              <a:gd name="T5" fmla="*/ 2147483646 h 966"/>
              <a:gd name="T6" fmla="*/ 2147483646 w 1437"/>
              <a:gd name="T7" fmla="*/ 2147483646 h 966"/>
              <a:gd name="T8" fmla="*/ 2147483646 w 1437"/>
              <a:gd name="T9" fmla="*/ 2147483646 h 966"/>
              <a:gd name="T10" fmla="*/ 2147483646 w 1437"/>
              <a:gd name="T11" fmla="*/ 2147483646 h 966"/>
              <a:gd name="T12" fmla="*/ 2147483646 w 1437"/>
              <a:gd name="T13" fmla="*/ 2147483646 h 966"/>
              <a:gd name="T14" fmla="*/ 2147483646 w 1437"/>
              <a:gd name="T15" fmla="*/ 2147483646 h 966"/>
              <a:gd name="T16" fmla="*/ 2147483646 w 1437"/>
              <a:gd name="T17" fmla="*/ 2147483646 h 966"/>
              <a:gd name="T18" fmla="*/ 2147483646 w 1437"/>
              <a:gd name="T19" fmla="*/ 2147483646 h 966"/>
              <a:gd name="T20" fmla="*/ 2147483646 w 1437"/>
              <a:gd name="T21" fmla="*/ 2147483646 h 966"/>
              <a:gd name="T22" fmla="*/ 2147483646 w 1437"/>
              <a:gd name="T23" fmla="*/ 2147483646 h 966"/>
              <a:gd name="T24" fmla="*/ 2147483646 w 1437"/>
              <a:gd name="T25" fmla="*/ 2147483646 h 966"/>
              <a:gd name="T26" fmla="*/ 2147483646 w 1437"/>
              <a:gd name="T27" fmla="*/ 2147483646 h 966"/>
              <a:gd name="T28" fmla="*/ 2147483646 w 1437"/>
              <a:gd name="T29" fmla="*/ 2147483646 h 966"/>
              <a:gd name="T30" fmla="*/ 2147483646 w 1437"/>
              <a:gd name="T31" fmla="*/ 2147483646 h 966"/>
              <a:gd name="T32" fmla="*/ 2147483646 w 1437"/>
              <a:gd name="T33" fmla="*/ 2147483646 h 966"/>
              <a:gd name="T34" fmla="*/ 2147483646 w 1437"/>
              <a:gd name="T35" fmla="*/ 2147483646 h 966"/>
              <a:gd name="T36" fmla="*/ 2147483646 w 1437"/>
              <a:gd name="T37" fmla="*/ 2147483646 h 966"/>
              <a:gd name="T38" fmla="*/ 2147483646 w 1437"/>
              <a:gd name="T39" fmla="*/ 2147483646 h 966"/>
              <a:gd name="T40" fmla="*/ 2147483646 w 1437"/>
              <a:gd name="T41" fmla="*/ 2147483646 h 966"/>
              <a:gd name="T42" fmla="*/ 2147483646 w 1437"/>
              <a:gd name="T43" fmla="*/ 2147483646 h 966"/>
              <a:gd name="T44" fmla="*/ 2147483646 w 1437"/>
              <a:gd name="T45" fmla="*/ 2147483646 h 966"/>
              <a:gd name="T46" fmla="*/ 2147483646 w 1437"/>
              <a:gd name="T47" fmla="*/ 2147483646 h 966"/>
              <a:gd name="T48" fmla="*/ 2147483646 w 1437"/>
              <a:gd name="T49" fmla="*/ 2147483646 h 966"/>
              <a:gd name="T50" fmla="*/ 2147483646 w 1437"/>
              <a:gd name="T51" fmla="*/ 2147483646 h 966"/>
              <a:gd name="T52" fmla="*/ 2147483646 w 1437"/>
              <a:gd name="T53" fmla="*/ 2147483646 h 966"/>
              <a:gd name="T54" fmla="*/ 2147483646 w 1437"/>
              <a:gd name="T55" fmla="*/ 2147483646 h 966"/>
              <a:gd name="T56" fmla="*/ 2147483646 w 1437"/>
              <a:gd name="T57" fmla="*/ 2147483646 h 966"/>
              <a:gd name="T58" fmla="*/ 2147483646 w 1437"/>
              <a:gd name="T59" fmla="*/ 2147483646 h 966"/>
              <a:gd name="T60" fmla="*/ 2147483646 w 1437"/>
              <a:gd name="T61" fmla="*/ 2147483646 h 966"/>
              <a:gd name="T62" fmla="*/ 2147483646 w 1437"/>
              <a:gd name="T63" fmla="*/ 2147483646 h 966"/>
              <a:gd name="T64" fmla="*/ 2147483646 w 1437"/>
              <a:gd name="T65" fmla="*/ 2147483646 h 966"/>
              <a:gd name="T66" fmla="*/ 2147483646 w 1437"/>
              <a:gd name="T67" fmla="*/ 2147483646 h 966"/>
              <a:gd name="T68" fmla="*/ 2147483646 w 1437"/>
              <a:gd name="T69" fmla="*/ 2147483646 h 966"/>
              <a:gd name="T70" fmla="*/ 2147483646 w 1437"/>
              <a:gd name="T71" fmla="*/ 2147483646 h 966"/>
              <a:gd name="T72" fmla="*/ 2147483646 w 1437"/>
              <a:gd name="T73" fmla="*/ 2147483646 h 966"/>
              <a:gd name="T74" fmla="*/ 2147483646 w 1437"/>
              <a:gd name="T75" fmla="*/ 2147483646 h 966"/>
              <a:gd name="T76" fmla="*/ 2147483646 w 1437"/>
              <a:gd name="T77" fmla="*/ 2147483646 h 966"/>
              <a:gd name="T78" fmla="*/ 2147483646 w 1437"/>
              <a:gd name="T79" fmla="*/ 2147483646 h 966"/>
              <a:gd name="T80" fmla="*/ 2147483646 w 1437"/>
              <a:gd name="T81" fmla="*/ 2147483646 h 966"/>
              <a:gd name="T82" fmla="*/ 2147483646 w 1437"/>
              <a:gd name="T83" fmla="*/ 2147483646 h 966"/>
              <a:gd name="T84" fmla="*/ 2147483646 w 1437"/>
              <a:gd name="T85" fmla="*/ 2147483646 h 966"/>
              <a:gd name="T86" fmla="*/ 2147483646 w 1437"/>
              <a:gd name="T87" fmla="*/ 2147483646 h 966"/>
              <a:gd name="T88" fmla="*/ 2147483646 w 1437"/>
              <a:gd name="T89" fmla="*/ 2147483646 h 966"/>
              <a:gd name="T90" fmla="*/ 2147483646 w 1437"/>
              <a:gd name="T91" fmla="*/ 2147483646 h 966"/>
              <a:gd name="T92" fmla="*/ 2147483646 w 1437"/>
              <a:gd name="T93" fmla="*/ 2147483646 h 966"/>
              <a:gd name="T94" fmla="*/ 2147483646 w 1437"/>
              <a:gd name="T95" fmla="*/ 2147483646 h 966"/>
              <a:gd name="T96" fmla="*/ 2147483646 w 1437"/>
              <a:gd name="T97" fmla="*/ 2147483646 h 966"/>
              <a:gd name="T98" fmla="*/ 2147483646 w 1437"/>
              <a:gd name="T99" fmla="*/ 2147483646 h 966"/>
              <a:gd name="T100" fmla="*/ 2147483646 w 1437"/>
              <a:gd name="T101" fmla="*/ 2147483646 h 966"/>
              <a:gd name="T102" fmla="*/ 2147483646 w 1437"/>
              <a:gd name="T103" fmla="*/ 2147483646 h 966"/>
              <a:gd name="T104" fmla="*/ 2147483646 w 1437"/>
              <a:gd name="T105" fmla="*/ 2147483646 h 966"/>
              <a:gd name="T106" fmla="*/ 2147483646 w 1437"/>
              <a:gd name="T107" fmla="*/ 2147483646 h 966"/>
              <a:gd name="T108" fmla="*/ 2147483646 w 1437"/>
              <a:gd name="T109" fmla="*/ 2147483646 h 966"/>
              <a:gd name="T110" fmla="*/ 2147483646 w 1437"/>
              <a:gd name="T111" fmla="*/ 2147483646 h 966"/>
              <a:gd name="T112" fmla="*/ 2147483646 w 1437"/>
              <a:gd name="T113" fmla="*/ 2147483646 h 966"/>
              <a:gd name="T114" fmla="*/ 2147483646 w 1437"/>
              <a:gd name="T115" fmla="*/ 2147483646 h 966"/>
              <a:gd name="T116" fmla="*/ 2147483646 w 1437"/>
              <a:gd name="T117" fmla="*/ 2147483646 h 966"/>
              <a:gd name="T118" fmla="*/ 2147483646 w 1437"/>
              <a:gd name="T119" fmla="*/ 2147483646 h 966"/>
              <a:gd name="T120" fmla="*/ 2147483646 w 1437"/>
              <a:gd name="T121" fmla="*/ 2147483646 h 9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37" h="966">
                <a:moveTo>
                  <a:pt x="1397" y="73"/>
                </a:moveTo>
                <a:lnTo>
                  <a:pt x="1426" y="100"/>
                </a:lnTo>
                <a:lnTo>
                  <a:pt x="1427" y="103"/>
                </a:lnTo>
                <a:lnTo>
                  <a:pt x="1430" y="110"/>
                </a:lnTo>
                <a:lnTo>
                  <a:pt x="1433" y="121"/>
                </a:lnTo>
                <a:lnTo>
                  <a:pt x="1436" y="133"/>
                </a:lnTo>
                <a:lnTo>
                  <a:pt x="1437" y="147"/>
                </a:lnTo>
                <a:lnTo>
                  <a:pt x="1436" y="159"/>
                </a:lnTo>
                <a:lnTo>
                  <a:pt x="1431" y="169"/>
                </a:lnTo>
                <a:lnTo>
                  <a:pt x="1422" y="175"/>
                </a:lnTo>
                <a:lnTo>
                  <a:pt x="1411" y="181"/>
                </a:lnTo>
                <a:lnTo>
                  <a:pt x="1400" y="189"/>
                </a:lnTo>
                <a:lnTo>
                  <a:pt x="1394" y="200"/>
                </a:lnTo>
                <a:lnTo>
                  <a:pt x="1389" y="211"/>
                </a:lnTo>
                <a:lnTo>
                  <a:pt x="1385" y="223"/>
                </a:lnTo>
                <a:lnTo>
                  <a:pt x="1383" y="233"/>
                </a:lnTo>
                <a:lnTo>
                  <a:pt x="1383" y="244"/>
                </a:lnTo>
                <a:lnTo>
                  <a:pt x="1383" y="251"/>
                </a:lnTo>
                <a:lnTo>
                  <a:pt x="1382" y="256"/>
                </a:lnTo>
                <a:lnTo>
                  <a:pt x="1376" y="257"/>
                </a:lnTo>
                <a:lnTo>
                  <a:pt x="1367" y="256"/>
                </a:lnTo>
                <a:lnTo>
                  <a:pt x="1355" y="255"/>
                </a:lnTo>
                <a:lnTo>
                  <a:pt x="1342" y="254"/>
                </a:lnTo>
                <a:lnTo>
                  <a:pt x="1327" y="256"/>
                </a:lnTo>
                <a:lnTo>
                  <a:pt x="1313" y="261"/>
                </a:lnTo>
                <a:lnTo>
                  <a:pt x="1297" y="271"/>
                </a:lnTo>
                <a:lnTo>
                  <a:pt x="1283" y="283"/>
                </a:lnTo>
                <a:lnTo>
                  <a:pt x="1271" y="296"/>
                </a:lnTo>
                <a:lnTo>
                  <a:pt x="1261" y="307"/>
                </a:lnTo>
                <a:lnTo>
                  <a:pt x="1252" y="319"/>
                </a:lnTo>
                <a:lnTo>
                  <a:pt x="1245" y="330"/>
                </a:lnTo>
                <a:lnTo>
                  <a:pt x="1241" y="340"/>
                </a:lnTo>
                <a:lnTo>
                  <a:pt x="1239" y="350"/>
                </a:lnTo>
                <a:lnTo>
                  <a:pt x="1240" y="359"/>
                </a:lnTo>
                <a:lnTo>
                  <a:pt x="1241" y="367"/>
                </a:lnTo>
                <a:lnTo>
                  <a:pt x="1241" y="375"/>
                </a:lnTo>
                <a:lnTo>
                  <a:pt x="1241" y="381"/>
                </a:lnTo>
                <a:lnTo>
                  <a:pt x="1239" y="387"/>
                </a:lnTo>
                <a:lnTo>
                  <a:pt x="1236" y="392"/>
                </a:lnTo>
                <a:lnTo>
                  <a:pt x="1231" y="397"/>
                </a:lnTo>
                <a:lnTo>
                  <a:pt x="1225" y="399"/>
                </a:lnTo>
                <a:lnTo>
                  <a:pt x="1218" y="400"/>
                </a:lnTo>
                <a:lnTo>
                  <a:pt x="1209" y="401"/>
                </a:lnTo>
                <a:lnTo>
                  <a:pt x="1200" y="404"/>
                </a:lnTo>
                <a:lnTo>
                  <a:pt x="1191" y="409"/>
                </a:lnTo>
                <a:lnTo>
                  <a:pt x="1184" y="416"/>
                </a:lnTo>
                <a:lnTo>
                  <a:pt x="1178" y="426"/>
                </a:lnTo>
                <a:lnTo>
                  <a:pt x="1174" y="437"/>
                </a:lnTo>
                <a:lnTo>
                  <a:pt x="1174" y="452"/>
                </a:lnTo>
                <a:lnTo>
                  <a:pt x="1177" y="467"/>
                </a:lnTo>
                <a:lnTo>
                  <a:pt x="1181" y="483"/>
                </a:lnTo>
                <a:lnTo>
                  <a:pt x="1183" y="500"/>
                </a:lnTo>
                <a:lnTo>
                  <a:pt x="1183" y="516"/>
                </a:lnTo>
                <a:lnTo>
                  <a:pt x="1182" y="530"/>
                </a:lnTo>
                <a:lnTo>
                  <a:pt x="1178" y="543"/>
                </a:lnTo>
                <a:lnTo>
                  <a:pt x="1173" y="556"/>
                </a:lnTo>
                <a:lnTo>
                  <a:pt x="1167" y="567"/>
                </a:lnTo>
                <a:lnTo>
                  <a:pt x="1159" y="575"/>
                </a:lnTo>
                <a:lnTo>
                  <a:pt x="1150" y="582"/>
                </a:lnTo>
                <a:lnTo>
                  <a:pt x="1142" y="591"/>
                </a:lnTo>
                <a:lnTo>
                  <a:pt x="1136" y="602"/>
                </a:lnTo>
                <a:lnTo>
                  <a:pt x="1131" y="613"/>
                </a:lnTo>
                <a:lnTo>
                  <a:pt x="1127" y="625"/>
                </a:lnTo>
                <a:lnTo>
                  <a:pt x="1126" y="638"/>
                </a:lnTo>
                <a:lnTo>
                  <a:pt x="1128" y="652"/>
                </a:lnTo>
                <a:lnTo>
                  <a:pt x="1132" y="665"/>
                </a:lnTo>
                <a:lnTo>
                  <a:pt x="1138" y="679"/>
                </a:lnTo>
                <a:lnTo>
                  <a:pt x="1143" y="696"/>
                </a:lnTo>
                <a:lnTo>
                  <a:pt x="1147" y="713"/>
                </a:lnTo>
                <a:lnTo>
                  <a:pt x="1150" y="729"/>
                </a:lnTo>
                <a:lnTo>
                  <a:pt x="1151" y="746"/>
                </a:lnTo>
                <a:lnTo>
                  <a:pt x="1150" y="760"/>
                </a:lnTo>
                <a:lnTo>
                  <a:pt x="1147" y="771"/>
                </a:lnTo>
                <a:lnTo>
                  <a:pt x="1142" y="779"/>
                </a:lnTo>
                <a:lnTo>
                  <a:pt x="1136" y="785"/>
                </a:lnTo>
                <a:lnTo>
                  <a:pt x="1130" y="792"/>
                </a:lnTo>
                <a:lnTo>
                  <a:pt x="1125" y="801"/>
                </a:lnTo>
                <a:lnTo>
                  <a:pt x="1121" y="810"/>
                </a:lnTo>
                <a:lnTo>
                  <a:pt x="1118" y="820"/>
                </a:lnTo>
                <a:lnTo>
                  <a:pt x="1116" y="831"/>
                </a:lnTo>
                <a:lnTo>
                  <a:pt x="1114" y="844"/>
                </a:lnTo>
                <a:lnTo>
                  <a:pt x="1114" y="859"/>
                </a:lnTo>
                <a:lnTo>
                  <a:pt x="1113" y="872"/>
                </a:lnTo>
                <a:lnTo>
                  <a:pt x="1112" y="884"/>
                </a:lnTo>
                <a:lnTo>
                  <a:pt x="1109" y="894"/>
                </a:lnTo>
                <a:lnTo>
                  <a:pt x="1106" y="903"/>
                </a:lnTo>
                <a:lnTo>
                  <a:pt x="1105" y="910"/>
                </a:lnTo>
                <a:lnTo>
                  <a:pt x="1104" y="917"/>
                </a:lnTo>
                <a:lnTo>
                  <a:pt x="1104" y="923"/>
                </a:lnTo>
                <a:lnTo>
                  <a:pt x="1108" y="928"/>
                </a:lnTo>
                <a:lnTo>
                  <a:pt x="1110" y="933"/>
                </a:lnTo>
                <a:lnTo>
                  <a:pt x="1106" y="937"/>
                </a:lnTo>
                <a:lnTo>
                  <a:pt x="1098" y="939"/>
                </a:lnTo>
                <a:lnTo>
                  <a:pt x="1088" y="940"/>
                </a:lnTo>
                <a:lnTo>
                  <a:pt x="1075" y="940"/>
                </a:lnTo>
                <a:lnTo>
                  <a:pt x="1061" y="938"/>
                </a:lnTo>
                <a:lnTo>
                  <a:pt x="1045" y="933"/>
                </a:lnTo>
                <a:lnTo>
                  <a:pt x="1030" y="926"/>
                </a:lnTo>
                <a:lnTo>
                  <a:pt x="1017" y="920"/>
                </a:lnTo>
                <a:lnTo>
                  <a:pt x="1006" y="920"/>
                </a:lnTo>
                <a:lnTo>
                  <a:pt x="999" y="923"/>
                </a:lnTo>
                <a:lnTo>
                  <a:pt x="994" y="929"/>
                </a:lnTo>
                <a:lnTo>
                  <a:pt x="990" y="937"/>
                </a:lnTo>
                <a:lnTo>
                  <a:pt x="986" y="947"/>
                </a:lnTo>
                <a:lnTo>
                  <a:pt x="983" y="955"/>
                </a:lnTo>
                <a:lnTo>
                  <a:pt x="979" y="963"/>
                </a:lnTo>
                <a:lnTo>
                  <a:pt x="971" y="966"/>
                </a:lnTo>
                <a:lnTo>
                  <a:pt x="958" y="963"/>
                </a:lnTo>
                <a:lnTo>
                  <a:pt x="942" y="956"/>
                </a:lnTo>
                <a:lnTo>
                  <a:pt x="926" y="947"/>
                </a:lnTo>
                <a:lnTo>
                  <a:pt x="910" y="936"/>
                </a:lnTo>
                <a:lnTo>
                  <a:pt x="896" y="927"/>
                </a:lnTo>
                <a:lnTo>
                  <a:pt x="886" y="921"/>
                </a:lnTo>
                <a:lnTo>
                  <a:pt x="883" y="918"/>
                </a:lnTo>
                <a:lnTo>
                  <a:pt x="881" y="918"/>
                </a:lnTo>
                <a:lnTo>
                  <a:pt x="875" y="919"/>
                </a:lnTo>
                <a:lnTo>
                  <a:pt x="866" y="920"/>
                </a:lnTo>
                <a:lnTo>
                  <a:pt x="855" y="922"/>
                </a:lnTo>
                <a:lnTo>
                  <a:pt x="843" y="925"/>
                </a:lnTo>
                <a:lnTo>
                  <a:pt x="832" y="929"/>
                </a:lnTo>
                <a:lnTo>
                  <a:pt x="822" y="935"/>
                </a:lnTo>
                <a:lnTo>
                  <a:pt x="814" y="942"/>
                </a:lnTo>
                <a:lnTo>
                  <a:pt x="804" y="949"/>
                </a:lnTo>
                <a:lnTo>
                  <a:pt x="794" y="953"/>
                </a:lnTo>
                <a:lnTo>
                  <a:pt x="783" y="953"/>
                </a:lnTo>
                <a:lnTo>
                  <a:pt x="773" y="951"/>
                </a:lnTo>
                <a:lnTo>
                  <a:pt x="763" y="948"/>
                </a:lnTo>
                <a:lnTo>
                  <a:pt x="754" y="943"/>
                </a:lnTo>
                <a:lnTo>
                  <a:pt x="748" y="937"/>
                </a:lnTo>
                <a:lnTo>
                  <a:pt x="746" y="932"/>
                </a:lnTo>
                <a:lnTo>
                  <a:pt x="746" y="927"/>
                </a:lnTo>
                <a:lnTo>
                  <a:pt x="745" y="921"/>
                </a:lnTo>
                <a:lnTo>
                  <a:pt x="744" y="916"/>
                </a:lnTo>
                <a:lnTo>
                  <a:pt x="742" y="912"/>
                </a:lnTo>
                <a:lnTo>
                  <a:pt x="739" y="910"/>
                </a:lnTo>
                <a:lnTo>
                  <a:pt x="735" y="910"/>
                </a:lnTo>
                <a:lnTo>
                  <a:pt x="729" y="912"/>
                </a:lnTo>
                <a:lnTo>
                  <a:pt x="722" y="918"/>
                </a:lnTo>
                <a:lnTo>
                  <a:pt x="713" y="924"/>
                </a:lnTo>
                <a:lnTo>
                  <a:pt x="702" y="929"/>
                </a:lnTo>
                <a:lnTo>
                  <a:pt x="692" y="933"/>
                </a:lnTo>
                <a:lnTo>
                  <a:pt x="682" y="935"/>
                </a:lnTo>
                <a:lnTo>
                  <a:pt x="672" y="936"/>
                </a:lnTo>
                <a:lnTo>
                  <a:pt x="662" y="935"/>
                </a:lnTo>
                <a:lnTo>
                  <a:pt x="653" y="932"/>
                </a:lnTo>
                <a:lnTo>
                  <a:pt x="646" y="926"/>
                </a:lnTo>
                <a:lnTo>
                  <a:pt x="639" y="919"/>
                </a:lnTo>
                <a:lnTo>
                  <a:pt x="631" y="914"/>
                </a:lnTo>
                <a:lnTo>
                  <a:pt x="623" y="909"/>
                </a:lnTo>
                <a:lnTo>
                  <a:pt x="616" y="905"/>
                </a:lnTo>
                <a:lnTo>
                  <a:pt x="607" y="901"/>
                </a:lnTo>
                <a:lnTo>
                  <a:pt x="599" y="898"/>
                </a:lnTo>
                <a:lnTo>
                  <a:pt x="593" y="893"/>
                </a:lnTo>
                <a:lnTo>
                  <a:pt x="587" y="889"/>
                </a:lnTo>
                <a:lnTo>
                  <a:pt x="583" y="881"/>
                </a:lnTo>
                <a:lnTo>
                  <a:pt x="582" y="868"/>
                </a:lnTo>
                <a:lnTo>
                  <a:pt x="583" y="852"/>
                </a:lnTo>
                <a:lnTo>
                  <a:pt x="583" y="834"/>
                </a:lnTo>
                <a:lnTo>
                  <a:pt x="582" y="819"/>
                </a:lnTo>
                <a:lnTo>
                  <a:pt x="579" y="807"/>
                </a:lnTo>
                <a:lnTo>
                  <a:pt x="572" y="800"/>
                </a:lnTo>
                <a:lnTo>
                  <a:pt x="561" y="800"/>
                </a:lnTo>
                <a:lnTo>
                  <a:pt x="546" y="804"/>
                </a:lnTo>
                <a:lnTo>
                  <a:pt x="531" y="809"/>
                </a:lnTo>
                <a:lnTo>
                  <a:pt x="518" y="813"/>
                </a:lnTo>
                <a:lnTo>
                  <a:pt x="503" y="817"/>
                </a:lnTo>
                <a:lnTo>
                  <a:pt x="491" y="819"/>
                </a:lnTo>
                <a:lnTo>
                  <a:pt x="479" y="820"/>
                </a:lnTo>
                <a:lnTo>
                  <a:pt x="469" y="818"/>
                </a:lnTo>
                <a:lnTo>
                  <a:pt x="461" y="814"/>
                </a:lnTo>
                <a:lnTo>
                  <a:pt x="452" y="807"/>
                </a:lnTo>
                <a:lnTo>
                  <a:pt x="445" y="799"/>
                </a:lnTo>
                <a:lnTo>
                  <a:pt x="437" y="791"/>
                </a:lnTo>
                <a:lnTo>
                  <a:pt x="430" y="782"/>
                </a:lnTo>
                <a:lnTo>
                  <a:pt x="424" y="774"/>
                </a:lnTo>
                <a:lnTo>
                  <a:pt x="418" y="766"/>
                </a:lnTo>
                <a:lnTo>
                  <a:pt x="412" y="757"/>
                </a:lnTo>
                <a:lnTo>
                  <a:pt x="407" y="749"/>
                </a:lnTo>
                <a:lnTo>
                  <a:pt x="401" y="741"/>
                </a:lnTo>
                <a:lnTo>
                  <a:pt x="392" y="735"/>
                </a:lnTo>
                <a:lnTo>
                  <a:pt x="379" y="732"/>
                </a:lnTo>
                <a:lnTo>
                  <a:pt x="364" y="730"/>
                </a:lnTo>
                <a:lnTo>
                  <a:pt x="349" y="731"/>
                </a:lnTo>
                <a:lnTo>
                  <a:pt x="335" y="735"/>
                </a:lnTo>
                <a:lnTo>
                  <a:pt x="324" y="741"/>
                </a:lnTo>
                <a:lnTo>
                  <a:pt x="316" y="751"/>
                </a:lnTo>
                <a:lnTo>
                  <a:pt x="308" y="761"/>
                </a:lnTo>
                <a:lnTo>
                  <a:pt x="299" y="770"/>
                </a:lnTo>
                <a:lnTo>
                  <a:pt x="289" y="779"/>
                </a:lnTo>
                <a:lnTo>
                  <a:pt x="279" y="788"/>
                </a:lnTo>
                <a:lnTo>
                  <a:pt x="270" y="798"/>
                </a:lnTo>
                <a:lnTo>
                  <a:pt x="262" y="808"/>
                </a:lnTo>
                <a:lnTo>
                  <a:pt x="257" y="819"/>
                </a:lnTo>
                <a:lnTo>
                  <a:pt x="256" y="832"/>
                </a:lnTo>
                <a:lnTo>
                  <a:pt x="256" y="847"/>
                </a:lnTo>
                <a:lnTo>
                  <a:pt x="253" y="861"/>
                </a:lnTo>
                <a:lnTo>
                  <a:pt x="249" y="875"/>
                </a:lnTo>
                <a:lnTo>
                  <a:pt x="243" y="888"/>
                </a:lnTo>
                <a:lnTo>
                  <a:pt x="236" y="901"/>
                </a:lnTo>
                <a:lnTo>
                  <a:pt x="227" y="911"/>
                </a:lnTo>
                <a:lnTo>
                  <a:pt x="217" y="918"/>
                </a:lnTo>
                <a:lnTo>
                  <a:pt x="205" y="922"/>
                </a:lnTo>
                <a:lnTo>
                  <a:pt x="194" y="925"/>
                </a:lnTo>
                <a:lnTo>
                  <a:pt x="183" y="928"/>
                </a:lnTo>
                <a:lnTo>
                  <a:pt x="173" y="931"/>
                </a:lnTo>
                <a:lnTo>
                  <a:pt x="162" y="933"/>
                </a:lnTo>
                <a:lnTo>
                  <a:pt x="148" y="933"/>
                </a:lnTo>
                <a:lnTo>
                  <a:pt x="135" y="930"/>
                </a:lnTo>
                <a:lnTo>
                  <a:pt x="120" y="924"/>
                </a:lnTo>
                <a:lnTo>
                  <a:pt x="101" y="914"/>
                </a:lnTo>
                <a:lnTo>
                  <a:pt x="91" y="907"/>
                </a:lnTo>
                <a:lnTo>
                  <a:pt x="79" y="901"/>
                </a:lnTo>
                <a:lnTo>
                  <a:pt x="67" y="893"/>
                </a:lnTo>
                <a:lnTo>
                  <a:pt x="53" y="887"/>
                </a:lnTo>
                <a:lnTo>
                  <a:pt x="40" y="881"/>
                </a:lnTo>
                <a:lnTo>
                  <a:pt x="26" y="875"/>
                </a:lnTo>
                <a:lnTo>
                  <a:pt x="13" y="869"/>
                </a:lnTo>
                <a:lnTo>
                  <a:pt x="0" y="863"/>
                </a:lnTo>
                <a:lnTo>
                  <a:pt x="2" y="859"/>
                </a:lnTo>
                <a:lnTo>
                  <a:pt x="4" y="854"/>
                </a:lnTo>
                <a:lnTo>
                  <a:pt x="6" y="850"/>
                </a:lnTo>
                <a:lnTo>
                  <a:pt x="8" y="845"/>
                </a:lnTo>
                <a:lnTo>
                  <a:pt x="12" y="841"/>
                </a:lnTo>
                <a:lnTo>
                  <a:pt x="16" y="837"/>
                </a:lnTo>
                <a:lnTo>
                  <a:pt x="21" y="834"/>
                </a:lnTo>
                <a:lnTo>
                  <a:pt x="26" y="831"/>
                </a:lnTo>
                <a:lnTo>
                  <a:pt x="35" y="827"/>
                </a:lnTo>
                <a:lnTo>
                  <a:pt x="42" y="822"/>
                </a:lnTo>
                <a:lnTo>
                  <a:pt x="46" y="817"/>
                </a:lnTo>
                <a:lnTo>
                  <a:pt x="49" y="811"/>
                </a:lnTo>
                <a:lnTo>
                  <a:pt x="50" y="806"/>
                </a:lnTo>
                <a:lnTo>
                  <a:pt x="51" y="800"/>
                </a:lnTo>
                <a:lnTo>
                  <a:pt x="51" y="793"/>
                </a:lnTo>
                <a:lnTo>
                  <a:pt x="51" y="788"/>
                </a:lnTo>
                <a:lnTo>
                  <a:pt x="51" y="783"/>
                </a:lnTo>
                <a:lnTo>
                  <a:pt x="51" y="777"/>
                </a:lnTo>
                <a:lnTo>
                  <a:pt x="50" y="771"/>
                </a:lnTo>
                <a:lnTo>
                  <a:pt x="51" y="765"/>
                </a:lnTo>
                <a:lnTo>
                  <a:pt x="52" y="760"/>
                </a:lnTo>
                <a:lnTo>
                  <a:pt x="55" y="755"/>
                </a:lnTo>
                <a:lnTo>
                  <a:pt x="59" y="750"/>
                </a:lnTo>
                <a:lnTo>
                  <a:pt x="66" y="747"/>
                </a:lnTo>
                <a:lnTo>
                  <a:pt x="72" y="742"/>
                </a:lnTo>
                <a:lnTo>
                  <a:pt x="75" y="737"/>
                </a:lnTo>
                <a:lnTo>
                  <a:pt x="76" y="730"/>
                </a:lnTo>
                <a:lnTo>
                  <a:pt x="77" y="723"/>
                </a:lnTo>
                <a:lnTo>
                  <a:pt x="78" y="715"/>
                </a:lnTo>
                <a:lnTo>
                  <a:pt x="79" y="708"/>
                </a:lnTo>
                <a:lnTo>
                  <a:pt x="82" y="702"/>
                </a:lnTo>
                <a:lnTo>
                  <a:pt x="88" y="696"/>
                </a:lnTo>
                <a:lnTo>
                  <a:pt x="96" y="691"/>
                </a:lnTo>
                <a:lnTo>
                  <a:pt x="104" y="689"/>
                </a:lnTo>
                <a:lnTo>
                  <a:pt x="114" y="689"/>
                </a:lnTo>
                <a:lnTo>
                  <a:pt x="122" y="688"/>
                </a:lnTo>
                <a:lnTo>
                  <a:pt x="131" y="688"/>
                </a:lnTo>
                <a:lnTo>
                  <a:pt x="139" y="687"/>
                </a:lnTo>
                <a:lnTo>
                  <a:pt x="146" y="684"/>
                </a:lnTo>
                <a:lnTo>
                  <a:pt x="152" y="679"/>
                </a:lnTo>
                <a:lnTo>
                  <a:pt x="158" y="674"/>
                </a:lnTo>
                <a:lnTo>
                  <a:pt x="165" y="671"/>
                </a:lnTo>
                <a:lnTo>
                  <a:pt x="173" y="669"/>
                </a:lnTo>
                <a:lnTo>
                  <a:pt x="180" y="667"/>
                </a:lnTo>
                <a:lnTo>
                  <a:pt x="188" y="666"/>
                </a:lnTo>
                <a:lnTo>
                  <a:pt x="196" y="664"/>
                </a:lnTo>
                <a:lnTo>
                  <a:pt x="203" y="660"/>
                </a:lnTo>
                <a:lnTo>
                  <a:pt x="211" y="654"/>
                </a:lnTo>
                <a:lnTo>
                  <a:pt x="216" y="647"/>
                </a:lnTo>
                <a:lnTo>
                  <a:pt x="220" y="639"/>
                </a:lnTo>
                <a:lnTo>
                  <a:pt x="222" y="633"/>
                </a:lnTo>
                <a:lnTo>
                  <a:pt x="222" y="628"/>
                </a:lnTo>
                <a:lnTo>
                  <a:pt x="220" y="623"/>
                </a:lnTo>
                <a:lnTo>
                  <a:pt x="217" y="620"/>
                </a:lnTo>
                <a:lnTo>
                  <a:pt x="212" y="618"/>
                </a:lnTo>
                <a:lnTo>
                  <a:pt x="205" y="617"/>
                </a:lnTo>
                <a:lnTo>
                  <a:pt x="198" y="616"/>
                </a:lnTo>
                <a:lnTo>
                  <a:pt x="190" y="613"/>
                </a:lnTo>
                <a:lnTo>
                  <a:pt x="182" y="610"/>
                </a:lnTo>
                <a:lnTo>
                  <a:pt x="173" y="606"/>
                </a:lnTo>
                <a:lnTo>
                  <a:pt x="164" y="603"/>
                </a:lnTo>
                <a:lnTo>
                  <a:pt x="153" y="602"/>
                </a:lnTo>
                <a:lnTo>
                  <a:pt x="143" y="602"/>
                </a:lnTo>
                <a:lnTo>
                  <a:pt x="133" y="606"/>
                </a:lnTo>
                <a:lnTo>
                  <a:pt x="123" y="610"/>
                </a:lnTo>
                <a:lnTo>
                  <a:pt x="113" y="613"/>
                </a:lnTo>
                <a:lnTo>
                  <a:pt x="103" y="615"/>
                </a:lnTo>
                <a:lnTo>
                  <a:pt x="94" y="615"/>
                </a:lnTo>
                <a:lnTo>
                  <a:pt x="85" y="614"/>
                </a:lnTo>
                <a:lnTo>
                  <a:pt x="76" y="613"/>
                </a:lnTo>
                <a:lnTo>
                  <a:pt x="67" y="611"/>
                </a:lnTo>
                <a:lnTo>
                  <a:pt x="57" y="609"/>
                </a:lnTo>
                <a:lnTo>
                  <a:pt x="50" y="607"/>
                </a:lnTo>
                <a:lnTo>
                  <a:pt x="47" y="607"/>
                </a:lnTo>
                <a:lnTo>
                  <a:pt x="48" y="606"/>
                </a:lnTo>
                <a:lnTo>
                  <a:pt x="53" y="605"/>
                </a:lnTo>
                <a:lnTo>
                  <a:pt x="59" y="604"/>
                </a:lnTo>
                <a:lnTo>
                  <a:pt x="68" y="600"/>
                </a:lnTo>
                <a:lnTo>
                  <a:pt x="78" y="592"/>
                </a:lnTo>
                <a:lnTo>
                  <a:pt x="88" y="583"/>
                </a:lnTo>
                <a:lnTo>
                  <a:pt x="97" y="573"/>
                </a:lnTo>
                <a:lnTo>
                  <a:pt x="102" y="564"/>
                </a:lnTo>
                <a:lnTo>
                  <a:pt x="107" y="556"/>
                </a:lnTo>
                <a:lnTo>
                  <a:pt x="111" y="549"/>
                </a:lnTo>
                <a:lnTo>
                  <a:pt x="115" y="542"/>
                </a:lnTo>
                <a:lnTo>
                  <a:pt x="120" y="536"/>
                </a:lnTo>
                <a:lnTo>
                  <a:pt x="128" y="529"/>
                </a:lnTo>
                <a:lnTo>
                  <a:pt x="138" y="521"/>
                </a:lnTo>
                <a:lnTo>
                  <a:pt x="148" y="512"/>
                </a:lnTo>
                <a:lnTo>
                  <a:pt x="155" y="504"/>
                </a:lnTo>
                <a:lnTo>
                  <a:pt x="159" y="495"/>
                </a:lnTo>
                <a:lnTo>
                  <a:pt x="162" y="486"/>
                </a:lnTo>
                <a:lnTo>
                  <a:pt x="165" y="479"/>
                </a:lnTo>
                <a:lnTo>
                  <a:pt x="170" y="474"/>
                </a:lnTo>
                <a:lnTo>
                  <a:pt x="177" y="471"/>
                </a:lnTo>
                <a:lnTo>
                  <a:pt x="188" y="471"/>
                </a:lnTo>
                <a:lnTo>
                  <a:pt x="200" y="472"/>
                </a:lnTo>
                <a:lnTo>
                  <a:pt x="208" y="472"/>
                </a:lnTo>
                <a:lnTo>
                  <a:pt x="214" y="471"/>
                </a:lnTo>
                <a:lnTo>
                  <a:pt x="216" y="470"/>
                </a:lnTo>
                <a:lnTo>
                  <a:pt x="217" y="467"/>
                </a:lnTo>
                <a:lnTo>
                  <a:pt x="216" y="464"/>
                </a:lnTo>
                <a:lnTo>
                  <a:pt x="215" y="459"/>
                </a:lnTo>
                <a:lnTo>
                  <a:pt x="214" y="454"/>
                </a:lnTo>
                <a:lnTo>
                  <a:pt x="213" y="447"/>
                </a:lnTo>
                <a:lnTo>
                  <a:pt x="211" y="437"/>
                </a:lnTo>
                <a:lnTo>
                  <a:pt x="211" y="427"/>
                </a:lnTo>
                <a:lnTo>
                  <a:pt x="211" y="417"/>
                </a:lnTo>
                <a:lnTo>
                  <a:pt x="212" y="406"/>
                </a:lnTo>
                <a:lnTo>
                  <a:pt x="215" y="397"/>
                </a:lnTo>
                <a:lnTo>
                  <a:pt x="220" y="387"/>
                </a:lnTo>
                <a:lnTo>
                  <a:pt x="228" y="381"/>
                </a:lnTo>
                <a:lnTo>
                  <a:pt x="236" y="376"/>
                </a:lnTo>
                <a:lnTo>
                  <a:pt x="243" y="370"/>
                </a:lnTo>
                <a:lnTo>
                  <a:pt x="249" y="365"/>
                </a:lnTo>
                <a:lnTo>
                  <a:pt x="254" y="360"/>
                </a:lnTo>
                <a:lnTo>
                  <a:pt x="258" y="357"/>
                </a:lnTo>
                <a:lnTo>
                  <a:pt x="265" y="356"/>
                </a:lnTo>
                <a:lnTo>
                  <a:pt x="271" y="357"/>
                </a:lnTo>
                <a:lnTo>
                  <a:pt x="278" y="361"/>
                </a:lnTo>
                <a:lnTo>
                  <a:pt x="286" y="366"/>
                </a:lnTo>
                <a:lnTo>
                  <a:pt x="292" y="369"/>
                </a:lnTo>
                <a:lnTo>
                  <a:pt x="298" y="370"/>
                </a:lnTo>
                <a:lnTo>
                  <a:pt x="303" y="370"/>
                </a:lnTo>
                <a:lnTo>
                  <a:pt x="307" y="369"/>
                </a:lnTo>
                <a:lnTo>
                  <a:pt x="311" y="367"/>
                </a:lnTo>
                <a:lnTo>
                  <a:pt x="313" y="364"/>
                </a:lnTo>
                <a:lnTo>
                  <a:pt x="315" y="359"/>
                </a:lnTo>
                <a:lnTo>
                  <a:pt x="317" y="353"/>
                </a:lnTo>
                <a:lnTo>
                  <a:pt x="321" y="347"/>
                </a:lnTo>
                <a:lnTo>
                  <a:pt x="326" y="339"/>
                </a:lnTo>
                <a:lnTo>
                  <a:pt x="331" y="332"/>
                </a:lnTo>
                <a:lnTo>
                  <a:pt x="335" y="325"/>
                </a:lnTo>
                <a:lnTo>
                  <a:pt x="337" y="318"/>
                </a:lnTo>
                <a:lnTo>
                  <a:pt x="336" y="311"/>
                </a:lnTo>
                <a:lnTo>
                  <a:pt x="331" y="305"/>
                </a:lnTo>
                <a:lnTo>
                  <a:pt x="325" y="299"/>
                </a:lnTo>
                <a:lnTo>
                  <a:pt x="319" y="295"/>
                </a:lnTo>
                <a:lnTo>
                  <a:pt x="314" y="290"/>
                </a:lnTo>
                <a:lnTo>
                  <a:pt x="308" y="287"/>
                </a:lnTo>
                <a:lnTo>
                  <a:pt x="301" y="285"/>
                </a:lnTo>
                <a:lnTo>
                  <a:pt x="293" y="283"/>
                </a:lnTo>
                <a:lnTo>
                  <a:pt x="282" y="281"/>
                </a:lnTo>
                <a:lnTo>
                  <a:pt x="267" y="280"/>
                </a:lnTo>
                <a:lnTo>
                  <a:pt x="249" y="279"/>
                </a:lnTo>
                <a:lnTo>
                  <a:pt x="230" y="277"/>
                </a:lnTo>
                <a:lnTo>
                  <a:pt x="213" y="274"/>
                </a:lnTo>
                <a:lnTo>
                  <a:pt x="195" y="271"/>
                </a:lnTo>
                <a:lnTo>
                  <a:pt x="182" y="267"/>
                </a:lnTo>
                <a:lnTo>
                  <a:pt x="172" y="261"/>
                </a:lnTo>
                <a:lnTo>
                  <a:pt x="167" y="255"/>
                </a:lnTo>
                <a:lnTo>
                  <a:pt x="169" y="247"/>
                </a:lnTo>
                <a:lnTo>
                  <a:pt x="176" y="237"/>
                </a:lnTo>
                <a:lnTo>
                  <a:pt x="186" y="227"/>
                </a:lnTo>
                <a:lnTo>
                  <a:pt x="198" y="217"/>
                </a:lnTo>
                <a:lnTo>
                  <a:pt x="211" y="208"/>
                </a:lnTo>
                <a:lnTo>
                  <a:pt x="224" y="199"/>
                </a:lnTo>
                <a:lnTo>
                  <a:pt x="237" y="193"/>
                </a:lnTo>
                <a:lnTo>
                  <a:pt x="247" y="188"/>
                </a:lnTo>
                <a:lnTo>
                  <a:pt x="255" y="187"/>
                </a:lnTo>
                <a:lnTo>
                  <a:pt x="263" y="186"/>
                </a:lnTo>
                <a:lnTo>
                  <a:pt x="270" y="183"/>
                </a:lnTo>
                <a:lnTo>
                  <a:pt x="277" y="178"/>
                </a:lnTo>
                <a:lnTo>
                  <a:pt x="283" y="172"/>
                </a:lnTo>
                <a:lnTo>
                  <a:pt x="289" y="166"/>
                </a:lnTo>
                <a:lnTo>
                  <a:pt x="294" y="161"/>
                </a:lnTo>
                <a:lnTo>
                  <a:pt x="297" y="157"/>
                </a:lnTo>
                <a:lnTo>
                  <a:pt x="298" y="156"/>
                </a:lnTo>
                <a:lnTo>
                  <a:pt x="294" y="155"/>
                </a:lnTo>
                <a:lnTo>
                  <a:pt x="284" y="151"/>
                </a:lnTo>
                <a:lnTo>
                  <a:pt x="274" y="144"/>
                </a:lnTo>
                <a:lnTo>
                  <a:pt x="270" y="133"/>
                </a:lnTo>
                <a:lnTo>
                  <a:pt x="270" y="127"/>
                </a:lnTo>
                <a:lnTo>
                  <a:pt x="270" y="122"/>
                </a:lnTo>
                <a:lnTo>
                  <a:pt x="270" y="118"/>
                </a:lnTo>
                <a:lnTo>
                  <a:pt x="269" y="113"/>
                </a:lnTo>
                <a:lnTo>
                  <a:pt x="266" y="110"/>
                </a:lnTo>
                <a:lnTo>
                  <a:pt x="261" y="106"/>
                </a:lnTo>
                <a:lnTo>
                  <a:pt x="253" y="103"/>
                </a:lnTo>
                <a:lnTo>
                  <a:pt x="242" y="100"/>
                </a:lnTo>
                <a:lnTo>
                  <a:pt x="239" y="100"/>
                </a:lnTo>
                <a:lnTo>
                  <a:pt x="236" y="99"/>
                </a:lnTo>
                <a:lnTo>
                  <a:pt x="233" y="98"/>
                </a:lnTo>
                <a:lnTo>
                  <a:pt x="231" y="97"/>
                </a:lnTo>
                <a:lnTo>
                  <a:pt x="251" y="90"/>
                </a:lnTo>
                <a:lnTo>
                  <a:pt x="270" y="85"/>
                </a:lnTo>
                <a:lnTo>
                  <a:pt x="284" y="79"/>
                </a:lnTo>
                <a:lnTo>
                  <a:pt x="295" y="73"/>
                </a:lnTo>
                <a:lnTo>
                  <a:pt x="305" y="69"/>
                </a:lnTo>
                <a:lnTo>
                  <a:pt x="313" y="65"/>
                </a:lnTo>
                <a:lnTo>
                  <a:pt x="319" y="63"/>
                </a:lnTo>
                <a:lnTo>
                  <a:pt x="323" y="63"/>
                </a:lnTo>
                <a:lnTo>
                  <a:pt x="328" y="63"/>
                </a:lnTo>
                <a:lnTo>
                  <a:pt x="334" y="62"/>
                </a:lnTo>
                <a:lnTo>
                  <a:pt x="339" y="61"/>
                </a:lnTo>
                <a:lnTo>
                  <a:pt x="345" y="58"/>
                </a:lnTo>
                <a:lnTo>
                  <a:pt x="351" y="55"/>
                </a:lnTo>
                <a:lnTo>
                  <a:pt x="356" y="51"/>
                </a:lnTo>
                <a:lnTo>
                  <a:pt x="363" y="47"/>
                </a:lnTo>
                <a:lnTo>
                  <a:pt x="368" y="43"/>
                </a:lnTo>
                <a:lnTo>
                  <a:pt x="374" y="38"/>
                </a:lnTo>
                <a:lnTo>
                  <a:pt x="380" y="35"/>
                </a:lnTo>
                <a:lnTo>
                  <a:pt x="387" y="32"/>
                </a:lnTo>
                <a:lnTo>
                  <a:pt x="395" y="30"/>
                </a:lnTo>
                <a:lnTo>
                  <a:pt x="401" y="29"/>
                </a:lnTo>
                <a:lnTo>
                  <a:pt x="408" y="30"/>
                </a:lnTo>
                <a:lnTo>
                  <a:pt x="415" y="31"/>
                </a:lnTo>
                <a:lnTo>
                  <a:pt x="419" y="34"/>
                </a:lnTo>
                <a:lnTo>
                  <a:pt x="424" y="39"/>
                </a:lnTo>
                <a:lnTo>
                  <a:pt x="431" y="46"/>
                </a:lnTo>
                <a:lnTo>
                  <a:pt x="439" y="51"/>
                </a:lnTo>
                <a:lnTo>
                  <a:pt x="448" y="56"/>
                </a:lnTo>
                <a:lnTo>
                  <a:pt x="457" y="59"/>
                </a:lnTo>
                <a:lnTo>
                  <a:pt x="466" y="59"/>
                </a:lnTo>
                <a:lnTo>
                  <a:pt x="473" y="57"/>
                </a:lnTo>
                <a:lnTo>
                  <a:pt x="478" y="51"/>
                </a:lnTo>
                <a:lnTo>
                  <a:pt x="483" y="44"/>
                </a:lnTo>
                <a:lnTo>
                  <a:pt x="490" y="38"/>
                </a:lnTo>
                <a:lnTo>
                  <a:pt x="497" y="34"/>
                </a:lnTo>
                <a:lnTo>
                  <a:pt x="506" y="30"/>
                </a:lnTo>
                <a:lnTo>
                  <a:pt x="515" y="27"/>
                </a:lnTo>
                <a:lnTo>
                  <a:pt x="523" y="23"/>
                </a:lnTo>
                <a:lnTo>
                  <a:pt x="529" y="18"/>
                </a:lnTo>
                <a:lnTo>
                  <a:pt x="533" y="12"/>
                </a:lnTo>
                <a:lnTo>
                  <a:pt x="537" y="6"/>
                </a:lnTo>
                <a:lnTo>
                  <a:pt x="543" y="2"/>
                </a:lnTo>
                <a:lnTo>
                  <a:pt x="551" y="0"/>
                </a:lnTo>
                <a:lnTo>
                  <a:pt x="560" y="0"/>
                </a:lnTo>
                <a:lnTo>
                  <a:pt x="568" y="2"/>
                </a:lnTo>
                <a:lnTo>
                  <a:pt x="576" y="6"/>
                </a:lnTo>
                <a:lnTo>
                  <a:pt x="582" y="12"/>
                </a:lnTo>
                <a:lnTo>
                  <a:pt x="586" y="20"/>
                </a:lnTo>
                <a:lnTo>
                  <a:pt x="590" y="28"/>
                </a:lnTo>
                <a:lnTo>
                  <a:pt x="595" y="33"/>
                </a:lnTo>
                <a:lnTo>
                  <a:pt x="602" y="36"/>
                </a:lnTo>
                <a:lnTo>
                  <a:pt x="611" y="38"/>
                </a:lnTo>
                <a:lnTo>
                  <a:pt x="620" y="38"/>
                </a:lnTo>
                <a:lnTo>
                  <a:pt x="629" y="39"/>
                </a:lnTo>
                <a:lnTo>
                  <a:pt x="640" y="40"/>
                </a:lnTo>
                <a:lnTo>
                  <a:pt x="651" y="43"/>
                </a:lnTo>
                <a:lnTo>
                  <a:pt x="664" y="46"/>
                </a:lnTo>
                <a:lnTo>
                  <a:pt x="676" y="50"/>
                </a:lnTo>
                <a:lnTo>
                  <a:pt x="688" y="53"/>
                </a:lnTo>
                <a:lnTo>
                  <a:pt x="700" y="56"/>
                </a:lnTo>
                <a:lnTo>
                  <a:pt x="712" y="57"/>
                </a:lnTo>
                <a:lnTo>
                  <a:pt x="723" y="55"/>
                </a:lnTo>
                <a:lnTo>
                  <a:pt x="733" y="51"/>
                </a:lnTo>
                <a:lnTo>
                  <a:pt x="741" y="43"/>
                </a:lnTo>
                <a:lnTo>
                  <a:pt x="749" y="35"/>
                </a:lnTo>
                <a:lnTo>
                  <a:pt x="761" y="30"/>
                </a:lnTo>
                <a:lnTo>
                  <a:pt x="773" y="28"/>
                </a:lnTo>
                <a:lnTo>
                  <a:pt x="786" y="28"/>
                </a:lnTo>
                <a:lnTo>
                  <a:pt x="799" y="29"/>
                </a:lnTo>
                <a:lnTo>
                  <a:pt x="813" y="31"/>
                </a:lnTo>
                <a:lnTo>
                  <a:pt x="824" y="33"/>
                </a:lnTo>
                <a:lnTo>
                  <a:pt x="833" y="34"/>
                </a:lnTo>
                <a:lnTo>
                  <a:pt x="839" y="37"/>
                </a:lnTo>
                <a:lnTo>
                  <a:pt x="844" y="43"/>
                </a:lnTo>
                <a:lnTo>
                  <a:pt x="846" y="50"/>
                </a:lnTo>
                <a:lnTo>
                  <a:pt x="847" y="58"/>
                </a:lnTo>
                <a:lnTo>
                  <a:pt x="847" y="67"/>
                </a:lnTo>
                <a:lnTo>
                  <a:pt x="845" y="77"/>
                </a:lnTo>
                <a:lnTo>
                  <a:pt x="842" y="87"/>
                </a:lnTo>
                <a:lnTo>
                  <a:pt x="839" y="98"/>
                </a:lnTo>
                <a:lnTo>
                  <a:pt x="838" y="106"/>
                </a:lnTo>
                <a:lnTo>
                  <a:pt x="841" y="111"/>
                </a:lnTo>
                <a:lnTo>
                  <a:pt x="848" y="114"/>
                </a:lnTo>
                <a:lnTo>
                  <a:pt x="859" y="115"/>
                </a:lnTo>
                <a:lnTo>
                  <a:pt x="868" y="115"/>
                </a:lnTo>
                <a:lnTo>
                  <a:pt x="877" y="115"/>
                </a:lnTo>
                <a:lnTo>
                  <a:pt x="884" y="114"/>
                </a:lnTo>
                <a:lnTo>
                  <a:pt x="886" y="114"/>
                </a:lnTo>
                <a:lnTo>
                  <a:pt x="902" y="132"/>
                </a:lnTo>
                <a:lnTo>
                  <a:pt x="902" y="133"/>
                </a:lnTo>
                <a:lnTo>
                  <a:pt x="901" y="136"/>
                </a:lnTo>
                <a:lnTo>
                  <a:pt x="901" y="140"/>
                </a:lnTo>
                <a:lnTo>
                  <a:pt x="901" y="146"/>
                </a:lnTo>
                <a:lnTo>
                  <a:pt x="901" y="152"/>
                </a:lnTo>
                <a:lnTo>
                  <a:pt x="904" y="159"/>
                </a:lnTo>
                <a:lnTo>
                  <a:pt x="909" y="166"/>
                </a:lnTo>
                <a:lnTo>
                  <a:pt x="915" y="173"/>
                </a:lnTo>
                <a:lnTo>
                  <a:pt x="923" y="178"/>
                </a:lnTo>
                <a:lnTo>
                  <a:pt x="932" y="182"/>
                </a:lnTo>
                <a:lnTo>
                  <a:pt x="943" y="184"/>
                </a:lnTo>
                <a:lnTo>
                  <a:pt x="955" y="185"/>
                </a:lnTo>
                <a:lnTo>
                  <a:pt x="967" y="185"/>
                </a:lnTo>
                <a:lnTo>
                  <a:pt x="978" y="185"/>
                </a:lnTo>
                <a:lnTo>
                  <a:pt x="989" y="183"/>
                </a:lnTo>
                <a:lnTo>
                  <a:pt x="998" y="181"/>
                </a:lnTo>
                <a:lnTo>
                  <a:pt x="1008" y="180"/>
                </a:lnTo>
                <a:lnTo>
                  <a:pt x="1018" y="181"/>
                </a:lnTo>
                <a:lnTo>
                  <a:pt x="1028" y="184"/>
                </a:lnTo>
                <a:lnTo>
                  <a:pt x="1039" y="186"/>
                </a:lnTo>
                <a:lnTo>
                  <a:pt x="1049" y="188"/>
                </a:lnTo>
                <a:lnTo>
                  <a:pt x="1059" y="188"/>
                </a:lnTo>
                <a:lnTo>
                  <a:pt x="1066" y="184"/>
                </a:lnTo>
                <a:lnTo>
                  <a:pt x="1072" y="177"/>
                </a:lnTo>
                <a:lnTo>
                  <a:pt x="1076" y="168"/>
                </a:lnTo>
                <a:lnTo>
                  <a:pt x="1080" y="161"/>
                </a:lnTo>
                <a:lnTo>
                  <a:pt x="1085" y="154"/>
                </a:lnTo>
                <a:lnTo>
                  <a:pt x="1090" y="148"/>
                </a:lnTo>
                <a:lnTo>
                  <a:pt x="1095" y="143"/>
                </a:lnTo>
                <a:lnTo>
                  <a:pt x="1100" y="137"/>
                </a:lnTo>
                <a:lnTo>
                  <a:pt x="1106" y="133"/>
                </a:lnTo>
                <a:lnTo>
                  <a:pt x="1113" y="130"/>
                </a:lnTo>
                <a:lnTo>
                  <a:pt x="1117" y="126"/>
                </a:lnTo>
                <a:lnTo>
                  <a:pt x="1122" y="119"/>
                </a:lnTo>
                <a:lnTo>
                  <a:pt x="1127" y="110"/>
                </a:lnTo>
                <a:lnTo>
                  <a:pt x="1133" y="98"/>
                </a:lnTo>
                <a:lnTo>
                  <a:pt x="1138" y="85"/>
                </a:lnTo>
                <a:lnTo>
                  <a:pt x="1143" y="72"/>
                </a:lnTo>
                <a:lnTo>
                  <a:pt x="1148" y="60"/>
                </a:lnTo>
                <a:lnTo>
                  <a:pt x="1152" y="48"/>
                </a:lnTo>
                <a:lnTo>
                  <a:pt x="1159" y="52"/>
                </a:lnTo>
                <a:lnTo>
                  <a:pt x="1166" y="55"/>
                </a:lnTo>
                <a:lnTo>
                  <a:pt x="1174" y="58"/>
                </a:lnTo>
                <a:lnTo>
                  <a:pt x="1182" y="62"/>
                </a:lnTo>
                <a:lnTo>
                  <a:pt x="1191" y="64"/>
                </a:lnTo>
                <a:lnTo>
                  <a:pt x="1201" y="67"/>
                </a:lnTo>
                <a:lnTo>
                  <a:pt x="1212" y="70"/>
                </a:lnTo>
                <a:lnTo>
                  <a:pt x="1223" y="72"/>
                </a:lnTo>
                <a:lnTo>
                  <a:pt x="1234" y="75"/>
                </a:lnTo>
                <a:lnTo>
                  <a:pt x="1246" y="77"/>
                </a:lnTo>
                <a:lnTo>
                  <a:pt x="1259" y="79"/>
                </a:lnTo>
                <a:lnTo>
                  <a:pt x="1272" y="81"/>
                </a:lnTo>
                <a:lnTo>
                  <a:pt x="1285" y="83"/>
                </a:lnTo>
                <a:lnTo>
                  <a:pt x="1298" y="84"/>
                </a:lnTo>
                <a:lnTo>
                  <a:pt x="1312" y="86"/>
                </a:lnTo>
                <a:lnTo>
                  <a:pt x="1326" y="87"/>
                </a:lnTo>
                <a:lnTo>
                  <a:pt x="1338" y="88"/>
                </a:lnTo>
                <a:lnTo>
                  <a:pt x="1348" y="89"/>
                </a:lnTo>
                <a:lnTo>
                  <a:pt x="1359" y="88"/>
                </a:lnTo>
                <a:lnTo>
                  <a:pt x="1368" y="86"/>
                </a:lnTo>
                <a:lnTo>
                  <a:pt x="1377" y="84"/>
                </a:lnTo>
                <a:lnTo>
                  <a:pt x="1384" y="81"/>
                </a:lnTo>
                <a:lnTo>
                  <a:pt x="1391" y="77"/>
                </a:lnTo>
                <a:lnTo>
                  <a:pt x="1397" y="73"/>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30" name="Freeform 987">
            <a:extLst>
              <a:ext uri="{FF2B5EF4-FFF2-40B4-BE49-F238E27FC236}">
                <a16:creationId xmlns:a16="http://schemas.microsoft.com/office/drawing/2014/main" id="{F600ECC2-1F96-8E30-B800-14379CA5C1FF}"/>
              </a:ext>
            </a:extLst>
          </p:cNvPr>
          <p:cNvSpPr>
            <a:spLocks/>
          </p:cNvSpPr>
          <p:nvPr/>
        </p:nvSpPr>
        <p:spPr bwMode="auto">
          <a:xfrm>
            <a:off x="6430963" y="5127625"/>
            <a:ext cx="239712" cy="144463"/>
          </a:xfrm>
          <a:custGeom>
            <a:avLst/>
            <a:gdLst>
              <a:gd name="T0" fmla="*/ 2147483646 w 1437"/>
              <a:gd name="T1" fmla="*/ 2147483646 h 966"/>
              <a:gd name="T2" fmla="*/ 2147483646 w 1437"/>
              <a:gd name="T3" fmla="*/ 2147483646 h 966"/>
              <a:gd name="T4" fmla="*/ 2147483646 w 1437"/>
              <a:gd name="T5" fmla="*/ 2147483646 h 966"/>
              <a:gd name="T6" fmla="*/ 2147483646 w 1437"/>
              <a:gd name="T7" fmla="*/ 2147483646 h 966"/>
              <a:gd name="T8" fmla="*/ 2147483646 w 1437"/>
              <a:gd name="T9" fmla="*/ 2147483646 h 966"/>
              <a:gd name="T10" fmla="*/ 2147483646 w 1437"/>
              <a:gd name="T11" fmla="*/ 2147483646 h 966"/>
              <a:gd name="T12" fmla="*/ 2147483646 w 1437"/>
              <a:gd name="T13" fmla="*/ 2147483646 h 966"/>
              <a:gd name="T14" fmla="*/ 2147483646 w 1437"/>
              <a:gd name="T15" fmla="*/ 2147483646 h 966"/>
              <a:gd name="T16" fmla="*/ 2147483646 w 1437"/>
              <a:gd name="T17" fmla="*/ 2147483646 h 966"/>
              <a:gd name="T18" fmla="*/ 2147483646 w 1437"/>
              <a:gd name="T19" fmla="*/ 2147483646 h 966"/>
              <a:gd name="T20" fmla="*/ 2147483646 w 1437"/>
              <a:gd name="T21" fmla="*/ 2147483646 h 966"/>
              <a:gd name="T22" fmla="*/ 2147483646 w 1437"/>
              <a:gd name="T23" fmla="*/ 2147483646 h 966"/>
              <a:gd name="T24" fmla="*/ 2147483646 w 1437"/>
              <a:gd name="T25" fmla="*/ 2147483646 h 966"/>
              <a:gd name="T26" fmla="*/ 2147483646 w 1437"/>
              <a:gd name="T27" fmla="*/ 2147483646 h 966"/>
              <a:gd name="T28" fmla="*/ 2147483646 w 1437"/>
              <a:gd name="T29" fmla="*/ 2147483646 h 966"/>
              <a:gd name="T30" fmla="*/ 2147483646 w 1437"/>
              <a:gd name="T31" fmla="*/ 2147483646 h 966"/>
              <a:gd name="T32" fmla="*/ 2147483646 w 1437"/>
              <a:gd name="T33" fmla="*/ 2147483646 h 966"/>
              <a:gd name="T34" fmla="*/ 2147483646 w 1437"/>
              <a:gd name="T35" fmla="*/ 2147483646 h 966"/>
              <a:gd name="T36" fmla="*/ 2147483646 w 1437"/>
              <a:gd name="T37" fmla="*/ 2147483646 h 966"/>
              <a:gd name="T38" fmla="*/ 2147483646 w 1437"/>
              <a:gd name="T39" fmla="*/ 2147483646 h 966"/>
              <a:gd name="T40" fmla="*/ 2147483646 w 1437"/>
              <a:gd name="T41" fmla="*/ 2147483646 h 966"/>
              <a:gd name="T42" fmla="*/ 2147483646 w 1437"/>
              <a:gd name="T43" fmla="*/ 2147483646 h 966"/>
              <a:gd name="T44" fmla="*/ 2147483646 w 1437"/>
              <a:gd name="T45" fmla="*/ 2147483646 h 966"/>
              <a:gd name="T46" fmla="*/ 2147483646 w 1437"/>
              <a:gd name="T47" fmla="*/ 2147483646 h 966"/>
              <a:gd name="T48" fmla="*/ 2147483646 w 1437"/>
              <a:gd name="T49" fmla="*/ 2147483646 h 966"/>
              <a:gd name="T50" fmla="*/ 2147483646 w 1437"/>
              <a:gd name="T51" fmla="*/ 2147483646 h 966"/>
              <a:gd name="T52" fmla="*/ 2147483646 w 1437"/>
              <a:gd name="T53" fmla="*/ 2147483646 h 966"/>
              <a:gd name="T54" fmla="*/ 2147483646 w 1437"/>
              <a:gd name="T55" fmla="*/ 2147483646 h 966"/>
              <a:gd name="T56" fmla="*/ 2147483646 w 1437"/>
              <a:gd name="T57" fmla="*/ 2147483646 h 966"/>
              <a:gd name="T58" fmla="*/ 2147483646 w 1437"/>
              <a:gd name="T59" fmla="*/ 2147483646 h 966"/>
              <a:gd name="T60" fmla="*/ 2147483646 w 1437"/>
              <a:gd name="T61" fmla="*/ 2147483646 h 966"/>
              <a:gd name="T62" fmla="*/ 2147483646 w 1437"/>
              <a:gd name="T63" fmla="*/ 2147483646 h 966"/>
              <a:gd name="T64" fmla="*/ 2147483646 w 1437"/>
              <a:gd name="T65" fmla="*/ 2147483646 h 966"/>
              <a:gd name="T66" fmla="*/ 2147483646 w 1437"/>
              <a:gd name="T67" fmla="*/ 2147483646 h 966"/>
              <a:gd name="T68" fmla="*/ 2147483646 w 1437"/>
              <a:gd name="T69" fmla="*/ 2147483646 h 966"/>
              <a:gd name="T70" fmla="*/ 2147483646 w 1437"/>
              <a:gd name="T71" fmla="*/ 2147483646 h 966"/>
              <a:gd name="T72" fmla="*/ 2147483646 w 1437"/>
              <a:gd name="T73" fmla="*/ 2147483646 h 966"/>
              <a:gd name="T74" fmla="*/ 2147483646 w 1437"/>
              <a:gd name="T75" fmla="*/ 2147483646 h 966"/>
              <a:gd name="T76" fmla="*/ 2147483646 w 1437"/>
              <a:gd name="T77" fmla="*/ 2147483646 h 966"/>
              <a:gd name="T78" fmla="*/ 2147483646 w 1437"/>
              <a:gd name="T79" fmla="*/ 2147483646 h 966"/>
              <a:gd name="T80" fmla="*/ 2147483646 w 1437"/>
              <a:gd name="T81" fmla="*/ 2147483646 h 966"/>
              <a:gd name="T82" fmla="*/ 2147483646 w 1437"/>
              <a:gd name="T83" fmla="*/ 2147483646 h 966"/>
              <a:gd name="T84" fmla="*/ 2147483646 w 1437"/>
              <a:gd name="T85" fmla="*/ 2147483646 h 966"/>
              <a:gd name="T86" fmla="*/ 2147483646 w 1437"/>
              <a:gd name="T87" fmla="*/ 2147483646 h 966"/>
              <a:gd name="T88" fmla="*/ 2147483646 w 1437"/>
              <a:gd name="T89" fmla="*/ 2147483646 h 966"/>
              <a:gd name="T90" fmla="*/ 2147483646 w 1437"/>
              <a:gd name="T91" fmla="*/ 2147483646 h 966"/>
              <a:gd name="T92" fmla="*/ 2147483646 w 1437"/>
              <a:gd name="T93" fmla="*/ 2147483646 h 966"/>
              <a:gd name="T94" fmla="*/ 2147483646 w 1437"/>
              <a:gd name="T95" fmla="*/ 2147483646 h 966"/>
              <a:gd name="T96" fmla="*/ 2147483646 w 1437"/>
              <a:gd name="T97" fmla="*/ 2147483646 h 966"/>
              <a:gd name="T98" fmla="*/ 2147483646 w 1437"/>
              <a:gd name="T99" fmla="*/ 2147483646 h 966"/>
              <a:gd name="T100" fmla="*/ 2147483646 w 1437"/>
              <a:gd name="T101" fmla="*/ 2147483646 h 966"/>
              <a:gd name="T102" fmla="*/ 2147483646 w 1437"/>
              <a:gd name="T103" fmla="*/ 2147483646 h 966"/>
              <a:gd name="T104" fmla="*/ 2147483646 w 1437"/>
              <a:gd name="T105" fmla="*/ 2147483646 h 966"/>
              <a:gd name="T106" fmla="*/ 2147483646 w 1437"/>
              <a:gd name="T107" fmla="*/ 2147483646 h 966"/>
              <a:gd name="T108" fmla="*/ 2147483646 w 1437"/>
              <a:gd name="T109" fmla="*/ 2147483646 h 966"/>
              <a:gd name="T110" fmla="*/ 2147483646 w 1437"/>
              <a:gd name="T111" fmla="*/ 2147483646 h 966"/>
              <a:gd name="T112" fmla="*/ 2147483646 w 1437"/>
              <a:gd name="T113" fmla="*/ 2147483646 h 966"/>
              <a:gd name="T114" fmla="*/ 2147483646 w 1437"/>
              <a:gd name="T115" fmla="*/ 2147483646 h 966"/>
              <a:gd name="T116" fmla="*/ 2147483646 w 1437"/>
              <a:gd name="T117" fmla="*/ 2147483646 h 966"/>
              <a:gd name="T118" fmla="*/ 2147483646 w 1437"/>
              <a:gd name="T119" fmla="*/ 2147483646 h 966"/>
              <a:gd name="T120" fmla="*/ 2147483646 w 1437"/>
              <a:gd name="T121" fmla="*/ 2147483646 h 966"/>
              <a:gd name="T122" fmla="*/ 2147483646 w 1437"/>
              <a:gd name="T123" fmla="*/ 2147483646 h 9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37" h="966">
                <a:moveTo>
                  <a:pt x="1397" y="73"/>
                </a:moveTo>
                <a:lnTo>
                  <a:pt x="1426" y="100"/>
                </a:lnTo>
                <a:lnTo>
                  <a:pt x="1427" y="103"/>
                </a:lnTo>
                <a:lnTo>
                  <a:pt x="1430" y="110"/>
                </a:lnTo>
                <a:lnTo>
                  <a:pt x="1433" y="121"/>
                </a:lnTo>
                <a:lnTo>
                  <a:pt x="1436" y="133"/>
                </a:lnTo>
                <a:lnTo>
                  <a:pt x="1437" y="147"/>
                </a:lnTo>
                <a:lnTo>
                  <a:pt x="1436" y="159"/>
                </a:lnTo>
                <a:lnTo>
                  <a:pt x="1431" y="169"/>
                </a:lnTo>
                <a:lnTo>
                  <a:pt x="1422" y="175"/>
                </a:lnTo>
                <a:lnTo>
                  <a:pt x="1411" y="181"/>
                </a:lnTo>
                <a:lnTo>
                  <a:pt x="1400" y="189"/>
                </a:lnTo>
                <a:lnTo>
                  <a:pt x="1394" y="200"/>
                </a:lnTo>
                <a:lnTo>
                  <a:pt x="1389" y="211"/>
                </a:lnTo>
                <a:lnTo>
                  <a:pt x="1385" y="223"/>
                </a:lnTo>
                <a:lnTo>
                  <a:pt x="1383" y="233"/>
                </a:lnTo>
                <a:lnTo>
                  <a:pt x="1383" y="244"/>
                </a:lnTo>
                <a:lnTo>
                  <a:pt x="1383" y="251"/>
                </a:lnTo>
                <a:lnTo>
                  <a:pt x="1382" y="256"/>
                </a:lnTo>
                <a:lnTo>
                  <a:pt x="1376" y="257"/>
                </a:lnTo>
                <a:lnTo>
                  <a:pt x="1367" y="256"/>
                </a:lnTo>
                <a:lnTo>
                  <a:pt x="1355" y="255"/>
                </a:lnTo>
                <a:lnTo>
                  <a:pt x="1342" y="254"/>
                </a:lnTo>
                <a:lnTo>
                  <a:pt x="1327" y="256"/>
                </a:lnTo>
                <a:lnTo>
                  <a:pt x="1313" y="261"/>
                </a:lnTo>
                <a:lnTo>
                  <a:pt x="1297" y="271"/>
                </a:lnTo>
                <a:lnTo>
                  <a:pt x="1283" y="283"/>
                </a:lnTo>
                <a:lnTo>
                  <a:pt x="1271" y="296"/>
                </a:lnTo>
                <a:lnTo>
                  <a:pt x="1261" y="307"/>
                </a:lnTo>
                <a:lnTo>
                  <a:pt x="1252" y="319"/>
                </a:lnTo>
                <a:lnTo>
                  <a:pt x="1245" y="330"/>
                </a:lnTo>
                <a:lnTo>
                  <a:pt x="1241" y="340"/>
                </a:lnTo>
                <a:lnTo>
                  <a:pt x="1239" y="350"/>
                </a:lnTo>
                <a:lnTo>
                  <a:pt x="1240" y="359"/>
                </a:lnTo>
                <a:lnTo>
                  <a:pt x="1241" y="367"/>
                </a:lnTo>
                <a:lnTo>
                  <a:pt x="1241" y="375"/>
                </a:lnTo>
                <a:lnTo>
                  <a:pt x="1241" y="381"/>
                </a:lnTo>
                <a:lnTo>
                  <a:pt x="1239" y="387"/>
                </a:lnTo>
                <a:lnTo>
                  <a:pt x="1236" y="392"/>
                </a:lnTo>
                <a:lnTo>
                  <a:pt x="1231" y="397"/>
                </a:lnTo>
                <a:lnTo>
                  <a:pt x="1225" y="399"/>
                </a:lnTo>
                <a:lnTo>
                  <a:pt x="1218" y="400"/>
                </a:lnTo>
                <a:lnTo>
                  <a:pt x="1209" y="401"/>
                </a:lnTo>
                <a:lnTo>
                  <a:pt x="1200" y="404"/>
                </a:lnTo>
                <a:lnTo>
                  <a:pt x="1191" y="409"/>
                </a:lnTo>
                <a:lnTo>
                  <a:pt x="1184" y="416"/>
                </a:lnTo>
                <a:lnTo>
                  <a:pt x="1178" y="426"/>
                </a:lnTo>
                <a:lnTo>
                  <a:pt x="1174" y="437"/>
                </a:lnTo>
                <a:lnTo>
                  <a:pt x="1174" y="452"/>
                </a:lnTo>
                <a:lnTo>
                  <a:pt x="1177" y="467"/>
                </a:lnTo>
                <a:lnTo>
                  <a:pt x="1181" y="483"/>
                </a:lnTo>
                <a:lnTo>
                  <a:pt x="1183" y="500"/>
                </a:lnTo>
                <a:lnTo>
                  <a:pt x="1183" y="516"/>
                </a:lnTo>
                <a:lnTo>
                  <a:pt x="1182" y="530"/>
                </a:lnTo>
                <a:lnTo>
                  <a:pt x="1178" y="543"/>
                </a:lnTo>
                <a:lnTo>
                  <a:pt x="1173" y="556"/>
                </a:lnTo>
                <a:lnTo>
                  <a:pt x="1167" y="567"/>
                </a:lnTo>
                <a:lnTo>
                  <a:pt x="1159" y="575"/>
                </a:lnTo>
                <a:lnTo>
                  <a:pt x="1150" y="582"/>
                </a:lnTo>
                <a:lnTo>
                  <a:pt x="1142" y="591"/>
                </a:lnTo>
                <a:lnTo>
                  <a:pt x="1136" y="602"/>
                </a:lnTo>
                <a:lnTo>
                  <a:pt x="1131" y="613"/>
                </a:lnTo>
                <a:lnTo>
                  <a:pt x="1127" y="625"/>
                </a:lnTo>
                <a:lnTo>
                  <a:pt x="1126" y="638"/>
                </a:lnTo>
                <a:lnTo>
                  <a:pt x="1128" y="652"/>
                </a:lnTo>
                <a:lnTo>
                  <a:pt x="1132" y="665"/>
                </a:lnTo>
                <a:lnTo>
                  <a:pt x="1138" y="679"/>
                </a:lnTo>
                <a:lnTo>
                  <a:pt x="1143" y="696"/>
                </a:lnTo>
                <a:lnTo>
                  <a:pt x="1147" y="713"/>
                </a:lnTo>
                <a:lnTo>
                  <a:pt x="1150" y="729"/>
                </a:lnTo>
                <a:lnTo>
                  <a:pt x="1151" y="746"/>
                </a:lnTo>
                <a:lnTo>
                  <a:pt x="1150" y="760"/>
                </a:lnTo>
                <a:lnTo>
                  <a:pt x="1147" y="771"/>
                </a:lnTo>
                <a:lnTo>
                  <a:pt x="1142" y="779"/>
                </a:lnTo>
                <a:lnTo>
                  <a:pt x="1136" y="785"/>
                </a:lnTo>
                <a:lnTo>
                  <a:pt x="1130" y="792"/>
                </a:lnTo>
                <a:lnTo>
                  <a:pt x="1125" y="801"/>
                </a:lnTo>
                <a:lnTo>
                  <a:pt x="1121" y="810"/>
                </a:lnTo>
                <a:lnTo>
                  <a:pt x="1118" y="820"/>
                </a:lnTo>
                <a:lnTo>
                  <a:pt x="1116" y="831"/>
                </a:lnTo>
                <a:lnTo>
                  <a:pt x="1114" y="844"/>
                </a:lnTo>
                <a:lnTo>
                  <a:pt x="1114" y="859"/>
                </a:lnTo>
                <a:lnTo>
                  <a:pt x="1113" y="872"/>
                </a:lnTo>
                <a:lnTo>
                  <a:pt x="1112" y="884"/>
                </a:lnTo>
                <a:lnTo>
                  <a:pt x="1109" y="894"/>
                </a:lnTo>
                <a:lnTo>
                  <a:pt x="1106" y="903"/>
                </a:lnTo>
                <a:lnTo>
                  <a:pt x="1105" y="910"/>
                </a:lnTo>
                <a:lnTo>
                  <a:pt x="1104" y="917"/>
                </a:lnTo>
                <a:lnTo>
                  <a:pt x="1104" y="923"/>
                </a:lnTo>
                <a:lnTo>
                  <a:pt x="1108" y="928"/>
                </a:lnTo>
                <a:lnTo>
                  <a:pt x="1110" y="933"/>
                </a:lnTo>
                <a:lnTo>
                  <a:pt x="1106" y="937"/>
                </a:lnTo>
                <a:lnTo>
                  <a:pt x="1098" y="939"/>
                </a:lnTo>
                <a:lnTo>
                  <a:pt x="1088" y="940"/>
                </a:lnTo>
                <a:lnTo>
                  <a:pt x="1075" y="940"/>
                </a:lnTo>
                <a:lnTo>
                  <a:pt x="1061" y="938"/>
                </a:lnTo>
                <a:lnTo>
                  <a:pt x="1045" y="933"/>
                </a:lnTo>
                <a:lnTo>
                  <a:pt x="1030" y="926"/>
                </a:lnTo>
                <a:lnTo>
                  <a:pt x="1017" y="920"/>
                </a:lnTo>
                <a:lnTo>
                  <a:pt x="1006" y="920"/>
                </a:lnTo>
                <a:lnTo>
                  <a:pt x="999" y="923"/>
                </a:lnTo>
                <a:lnTo>
                  <a:pt x="994" y="929"/>
                </a:lnTo>
                <a:lnTo>
                  <a:pt x="990" y="937"/>
                </a:lnTo>
                <a:lnTo>
                  <a:pt x="986" y="947"/>
                </a:lnTo>
                <a:lnTo>
                  <a:pt x="983" y="955"/>
                </a:lnTo>
                <a:lnTo>
                  <a:pt x="979" y="963"/>
                </a:lnTo>
                <a:lnTo>
                  <a:pt x="971" y="966"/>
                </a:lnTo>
                <a:lnTo>
                  <a:pt x="958" y="963"/>
                </a:lnTo>
                <a:lnTo>
                  <a:pt x="942" y="956"/>
                </a:lnTo>
                <a:lnTo>
                  <a:pt x="926" y="947"/>
                </a:lnTo>
                <a:lnTo>
                  <a:pt x="910" y="936"/>
                </a:lnTo>
                <a:lnTo>
                  <a:pt x="896" y="927"/>
                </a:lnTo>
                <a:lnTo>
                  <a:pt x="886" y="921"/>
                </a:lnTo>
                <a:lnTo>
                  <a:pt x="883" y="918"/>
                </a:lnTo>
                <a:lnTo>
                  <a:pt x="881" y="918"/>
                </a:lnTo>
                <a:lnTo>
                  <a:pt x="875" y="919"/>
                </a:lnTo>
                <a:lnTo>
                  <a:pt x="866" y="920"/>
                </a:lnTo>
                <a:lnTo>
                  <a:pt x="855" y="922"/>
                </a:lnTo>
                <a:lnTo>
                  <a:pt x="843" y="925"/>
                </a:lnTo>
                <a:lnTo>
                  <a:pt x="832" y="929"/>
                </a:lnTo>
                <a:lnTo>
                  <a:pt x="822" y="935"/>
                </a:lnTo>
                <a:lnTo>
                  <a:pt x="814" y="942"/>
                </a:lnTo>
                <a:lnTo>
                  <a:pt x="804" y="949"/>
                </a:lnTo>
                <a:lnTo>
                  <a:pt x="794" y="953"/>
                </a:lnTo>
                <a:lnTo>
                  <a:pt x="783" y="953"/>
                </a:lnTo>
                <a:lnTo>
                  <a:pt x="773" y="951"/>
                </a:lnTo>
                <a:lnTo>
                  <a:pt x="763" y="948"/>
                </a:lnTo>
                <a:lnTo>
                  <a:pt x="754" y="943"/>
                </a:lnTo>
                <a:lnTo>
                  <a:pt x="748" y="937"/>
                </a:lnTo>
                <a:lnTo>
                  <a:pt x="746" y="932"/>
                </a:lnTo>
                <a:lnTo>
                  <a:pt x="746" y="927"/>
                </a:lnTo>
                <a:lnTo>
                  <a:pt x="745" y="921"/>
                </a:lnTo>
                <a:lnTo>
                  <a:pt x="744" y="916"/>
                </a:lnTo>
                <a:lnTo>
                  <a:pt x="742" y="912"/>
                </a:lnTo>
                <a:lnTo>
                  <a:pt x="739" y="910"/>
                </a:lnTo>
                <a:lnTo>
                  <a:pt x="735" y="910"/>
                </a:lnTo>
                <a:lnTo>
                  <a:pt x="729" y="912"/>
                </a:lnTo>
                <a:lnTo>
                  <a:pt x="722" y="918"/>
                </a:lnTo>
                <a:lnTo>
                  <a:pt x="713" y="924"/>
                </a:lnTo>
                <a:lnTo>
                  <a:pt x="702" y="929"/>
                </a:lnTo>
                <a:lnTo>
                  <a:pt x="692" y="933"/>
                </a:lnTo>
                <a:lnTo>
                  <a:pt x="682" y="935"/>
                </a:lnTo>
                <a:lnTo>
                  <a:pt x="672" y="936"/>
                </a:lnTo>
                <a:lnTo>
                  <a:pt x="662" y="935"/>
                </a:lnTo>
                <a:lnTo>
                  <a:pt x="653" y="932"/>
                </a:lnTo>
                <a:lnTo>
                  <a:pt x="646" y="926"/>
                </a:lnTo>
                <a:lnTo>
                  <a:pt x="639" y="919"/>
                </a:lnTo>
                <a:lnTo>
                  <a:pt x="631" y="914"/>
                </a:lnTo>
                <a:lnTo>
                  <a:pt x="623" y="909"/>
                </a:lnTo>
                <a:lnTo>
                  <a:pt x="616" y="905"/>
                </a:lnTo>
                <a:lnTo>
                  <a:pt x="607" y="901"/>
                </a:lnTo>
                <a:lnTo>
                  <a:pt x="599" y="898"/>
                </a:lnTo>
                <a:lnTo>
                  <a:pt x="593" y="893"/>
                </a:lnTo>
                <a:lnTo>
                  <a:pt x="587" y="889"/>
                </a:lnTo>
                <a:lnTo>
                  <a:pt x="583" y="881"/>
                </a:lnTo>
                <a:lnTo>
                  <a:pt x="582" y="868"/>
                </a:lnTo>
                <a:lnTo>
                  <a:pt x="583" y="852"/>
                </a:lnTo>
                <a:lnTo>
                  <a:pt x="583" y="834"/>
                </a:lnTo>
                <a:lnTo>
                  <a:pt x="582" y="819"/>
                </a:lnTo>
                <a:lnTo>
                  <a:pt x="579" y="807"/>
                </a:lnTo>
                <a:lnTo>
                  <a:pt x="572" y="800"/>
                </a:lnTo>
                <a:lnTo>
                  <a:pt x="561" y="800"/>
                </a:lnTo>
                <a:lnTo>
                  <a:pt x="546" y="804"/>
                </a:lnTo>
                <a:lnTo>
                  <a:pt x="531" y="809"/>
                </a:lnTo>
                <a:lnTo>
                  <a:pt x="518" y="813"/>
                </a:lnTo>
                <a:lnTo>
                  <a:pt x="503" y="817"/>
                </a:lnTo>
                <a:lnTo>
                  <a:pt x="491" y="819"/>
                </a:lnTo>
                <a:lnTo>
                  <a:pt x="479" y="820"/>
                </a:lnTo>
                <a:lnTo>
                  <a:pt x="469" y="818"/>
                </a:lnTo>
                <a:lnTo>
                  <a:pt x="461" y="814"/>
                </a:lnTo>
                <a:lnTo>
                  <a:pt x="452" y="807"/>
                </a:lnTo>
                <a:lnTo>
                  <a:pt x="445" y="799"/>
                </a:lnTo>
                <a:lnTo>
                  <a:pt x="437" y="791"/>
                </a:lnTo>
                <a:lnTo>
                  <a:pt x="430" y="782"/>
                </a:lnTo>
                <a:lnTo>
                  <a:pt x="424" y="774"/>
                </a:lnTo>
                <a:lnTo>
                  <a:pt x="418" y="766"/>
                </a:lnTo>
                <a:lnTo>
                  <a:pt x="412" y="757"/>
                </a:lnTo>
                <a:lnTo>
                  <a:pt x="407" y="749"/>
                </a:lnTo>
                <a:lnTo>
                  <a:pt x="401" y="741"/>
                </a:lnTo>
                <a:lnTo>
                  <a:pt x="392" y="735"/>
                </a:lnTo>
                <a:lnTo>
                  <a:pt x="379" y="732"/>
                </a:lnTo>
                <a:lnTo>
                  <a:pt x="364" y="730"/>
                </a:lnTo>
                <a:lnTo>
                  <a:pt x="349" y="731"/>
                </a:lnTo>
                <a:lnTo>
                  <a:pt x="335" y="735"/>
                </a:lnTo>
                <a:lnTo>
                  <a:pt x="324" y="741"/>
                </a:lnTo>
                <a:lnTo>
                  <a:pt x="316" y="751"/>
                </a:lnTo>
                <a:lnTo>
                  <a:pt x="308" y="761"/>
                </a:lnTo>
                <a:lnTo>
                  <a:pt x="299" y="770"/>
                </a:lnTo>
                <a:lnTo>
                  <a:pt x="289" y="779"/>
                </a:lnTo>
                <a:lnTo>
                  <a:pt x="279" y="788"/>
                </a:lnTo>
                <a:lnTo>
                  <a:pt x="270" y="798"/>
                </a:lnTo>
                <a:lnTo>
                  <a:pt x="262" y="808"/>
                </a:lnTo>
                <a:lnTo>
                  <a:pt x="257" y="819"/>
                </a:lnTo>
                <a:lnTo>
                  <a:pt x="256" y="832"/>
                </a:lnTo>
                <a:lnTo>
                  <a:pt x="256" y="847"/>
                </a:lnTo>
                <a:lnTo>
                  <a:pt x="253" y="861"/>
                </a:lnTo>
                <a:lnTo>
                  <a:pt x="249" y="875"/>
                </a:lnTo>
                <a:lnTo>
                  <a:pt x="243" y="888"/>
                </a:lnTo>
                <a:lnTo>
                  <a:pt x="236" y="901"/>
                </a:lnTo>
                <a:lnTo>
                  <a:pt x="227" y="911"/>
                </a:lnTo>
                <a:lnTo>
                  <a:pt x="217" y="918"/>
                </a:lnTo>
                <a:lnTo>
                  <a:pt x="205" y="922"/>
                </a:lnTo>
                <a:lnTo>
                  <a:pt x="194" y="925"/>
                </a:lnTo>
                <a:lnTo>
                  <a:pt x="183" y="928"/>
                </a:lnTo>
                <a:lnTo>
                  <a:pt x="173" y="931"/>
                </a:lnTo>
                <a:lnTo>
                  <a:pt x="162" y="933"/>
                </a:lnTo>
                <a:lnTo>
                  <a:pt x="148" y="933"/>
                </a:lnTo>
                <a:lnTo>
                  <a:pt x="135" y="930"/>
                </a:lnTo>
                <a:lnTo>
                  <a:pt x="120" y="924"/>
                </a:lnTo>
                <a:lnTo>
                  <a:pt x="101" y="914"/>
                </a:lnTo>
                <a:lnTo>
                  <a:pt x="91" y="907"/>
                </a:lnTo>
                <a:lnTo>
                  <a:pt x="79" y="901"/>
                </a:lnTo>
                <a:lnTo>
                  <a:pt x="67" y="893"/>
                </a:lnTo>
                <a:lnTo>
                  <a:pt x="53" y="887"/>
                </a:lnTo>
                <a:lnTo>
                  <a:pt x="40" y="881"/>
                </a:lnTo>
                <a:lnTo>
                  <a:pt x="26" y="875"/>
                </a:lnTo>
                <a:lnTo>
                  <a:pt x="13" y="869"/>
                </a:lnTo>
                <a:lnTo>
                  <a:pt x="0" y="863"/>
                </a:lnTo>
                <a:lnTo>
                  <a:pt x="2" y="859"/>
                </a:lnTo>
                <a:lnTo>
                  <a:pt x="4" y="854"/>
                </a:lnTo>
                <a:lnTo>
                  <a:pt x="6" y="850"/>
                </a:lnTo>
                <a:lnTo>
                  <a:pt x="8" y="845"/>
                </a:lnTo>
                <a:lnTo>
                  <a:pt x="12" y="841"/>
                </a:lnTo>
                <a:lnTo>
                  <a:pt x="16" y="837"/>
                </a:lnTo>
                <a:lnTo>
                  <a:pt x="21" y="834"/>
                </a:lnTo>
                <a:lnTo>
                  <a:pt x="26" y="831"/>
                </a:lnTo>
                <a:lnTo>
                  <a:pt x="35" y="827"/>
                </a:lnTo>
                <a:lnTo>
                  <a:pt x="42" y="822"/>
                </a:lnTo>
                <a:lnTo>
                  <a:pt x="46" y="817"/>
                </a:lnTo>
                <a:lnTo>
                  <a:pt x="49" y="811"/>
                </a:lnTo>
                <a:lnTo>
                  <a:pt x="50" y="806"/>
                </a:lnTo>
                <a:lnTo>
                  <a:pt x="51" y="800"/>
                </a:lnTo>
                <a:lnTo>
                  <a:pt x="51" y="793"/>
                </a:lnTo>
                <a:lnTo>
                  <a:pt x="51" y="788"/>
                </a:lnTo>
                <a:lnTo>
                  <a:pt x="51" y="783"/>
                </a:lnTo>
                <a:lnTo>
                  <a:pt x="51" y="777"/>
                </a:lnTo>
                <a:lnTo>
                  <a:pt x="50" y="771"/>
                </a:lnTo>
                <a:lnTo>
                  <a:pt x="51" y="765"/>
                </a:lnTo>
                <a:lnTo>
                  <a:pt x="52" y="760"/>
                </a:lnTo>
                <a:lnTo>
                  <a:pt x="55" y="755"/>
                </a:lnTo>
                <a:lnTo>
                  <a:pt x="59" y="750"/>
                </a:lnTo>
                <a:lnTo>
                  <a:pt x="66" y="747"/>
                </a:lnTo>
                <a:lnTo>
                  <a:pt x="72" y="742"/>
                </a:lnTo>
                <a:lnTo>
                  <a:pt x="75" y="737"/>
                </a:lnTo>
                <a:lnTo>
                  <a:pt x="76" y="730"/>
                </a:lnTo>
                <a:lnTo>
                  <a:pt x="77" y="723"/>
                </a:lnTo>
                <a:lnTo>
                  <a:pt x="78" y="715"/>
                </a:lnTo>
                <a:lnTo>
                  <a:pt x="79" y="708"/>
                </a:lnTo>
                <a:lnTo>
                  <a:pt x="82" y="702"/>
                </a:lnTo>
                <a:lnTo>
                  <a:pt x="88" y="696"/>
                </a:lnTo>
                <a:lnTo>
                  <a:pt x="96" y="691"/>
                </a:lnTo>
                <a:lnTo>
                  <a:pt x="104" y="689"/>
                </a:lnTo>
                <a:lnTo>
                  <a:pt x="114" y="689"/>
                </a:lnTo>
                <a:lnTo>
                  <a:pt x="122" y="688"/>
                </a:lnTo>
                <a:lnTo>
                  <a:pt x="131" y="688"/>
                </a:lnTo>
                <a:lnTo>
                  <a:pt x="139" y="687"/>
                </a:lnTo>
                <a:lnTo>
                  <a:pt x="146" y="684"/>
                </a:lnTo>
                <a:lnTo>
                  <a:pt x="152" y="679"/>
                </a:lnTo>
                <a:lnTo>
                  <a:pt x="158" y="674"/>
                </a:lnTo>
                <a:lnTo>
                  <a:pt x="165" y="671"/>
                </a:lnTo>
                <a:lnTo>
                  <a:pt x="173" y="669"/>
                </a:lnTo>
                <a:lnTo>
                  <a:pt x="180" y="667"/>
                </a:lnTo>
                <a:lnTo>
                  <a:pt x="188" y="666"/>
                </a:lnTo>
                <a:lnTo>
                  <a:pt x="196" y="664"/>
                </a:lnTo>
                <a:lnTo>
                  <a:pt x="203" y="660"/>
                </a:lnTo>
                <a:lnTo>
                  <a:pt x="211" y="654"/>
                </a:lnTo>
                <a:lnTo>
                  <a:pt x="216" y="647"/>
                </a:lnTo>
                <a:lnTo>
                  <a:pt x="220" y="639"/>
                </a:lnTo>
                <a:lnTo>
                  <a:pt x="222" y="633"/>
                </a:lnTo>
                <a:lnTo>
                  <a:pt x="222" y="628"/>
                </a:lnTo>
                <a:lnTo>
                  <a:pt x="220" y="623"/>
                </a:lnTo>
                <a:lnTo>
                  <a:pt x="217" y="620"/>
                </a:lnTo>
                <a:lnTo>
                  <a:pt x="212" y="618"/>
                </a:lnTo>
                <a:lnTo>
                  <a:pt x="205" y="617"/>
                </a:lnTo>
                <a:lnTo>
                  <a:pt x="198" y="616"/>
                </a:lnTo>
                <a:lnTo>
                  <a:pt x="190" y="613"/>
                </a:lnTo>
                <a:lnTo>
                  <a:pt x="182" y="610"/>
                </a:lnTo>
                <a:lnTo>
                  <a:pt x="173" y="606"/>
                </a:lnTo>
                <a:lnTo>
                  <a:pt x="164" y="603"/>
                </a:lnTo>
                <a:lnTo>
                  <a:pt x="153" y="602"/>
                </a:lnTo>
                <a:lnTo>
                  <a:pt x="143" y="602"/>
                </a:lnTo>
                <a:lnTo>
                  <a:pt x="133" y="606"/>
                </a:lnTo>
                <a:lnTo>
                  <a:pt x="123" y="610"/>
                </a:lnTo>
                <a:lnTo>
                  <a:pt x="113" y="613"/>
                </a:lnTo>
                <a:lnTo>
                  <a:pt x="103" y="615"/>
                </a:lnTo>
                <a:lnTo>
                  <a:pt x="94" y="615"/>
                </a:lnTo>
                <a:lnTo>
                  <a:pt x="85" y="614"/>
                </a:lnTo>
                <a:lnTo>
                  <a:pt x="76" y="613"/>
                </a:lnTo>
                <a:lnTo>
                  <a:pt x="67" y="611"/>
                </a:lnTo>
                <a:lnTo>
                  <a:pt x="57" y="609"/>
                </a:lnTo>
                <a:lnTo>
                  <a:pt x="50" y="607"/>
                </a:lnTo>
                <a:lnTo>
                  <a:pt x="47" y="607"/>
                </a:lnTo>
                <a:lnTo>
                  <a:pt x="48" y="606"/>
                </a:lnTo>
                <a:lnTo>
                  <a:pt x="53" y="605"/>
                </a:lnTo>
                <a:lnTo>
                  <a:pt x="59" y="604"/>
                </a:lnTo>
                <a:lnTo>
                  <a:pt x="68" y="600"/>
                </a:lnTo>
                <a:lnTo>
                  <a:pt x="78" y="592"/>
                </a:lnTo>
                <a:lnTo>
                  <a:pt x="88" y="583"/>
                </a:lnTo>
                <a:lnTo>
                  <a:pt x="97" y="573"/>
                </a:lnTo>
                <a:lnTo>
                  <a:pt x="102" y="564"/>
                </a:lnTo>
                <a:lnTo>
                  <a:pt x="107" y="556"/>
                </a:lnTo>
                <a:lnTo>
                  <a:pt x="111" y="549"/>
                </a:lnTo>
                <a:lnTo>
                  <a:pt x="115" y="542"/>
                </a:lnTo>
                <a:lnTo>
                  <a:pt x="120" y="536"/>
                </a:lnTo>
                <a:lnTo>
                  <a:pt x="128" y="529"/>
                </a:lnTo>
                <a:lnTo>
                  <a:pt x="138" y="521"/>
                </a:lnTo>
                <a:lnTo>
                  <a:pt x="148" y="512"/>
                </a:lnTo>
                <a:lnTo>
                  <a:pt x="155" y="504"/>
                </a:lnTo>
                <a:lnTo>
                  <a:pt x="159" y="495"/>
                </a:lnTo>
                <a:lnTo>
                  <a:pt x="162" y="486"/>
                </a:lnTo>
                <a:lnTo>
                  <a:pt x="165" y="479"/>
                </a:lnTo>
                <a:lnTo>
                  <a:pt x="170" y="474"/>
                </a:lnTo>
                <a:lnTo>
                  <a:pt x="177" y="471"/>
                </a:lnTo>
                <a:lnTo>
                  <a:pt x="188" y="471"/>
                </a:lnTo>
                <a:lnTo>
                  <a:pt x="200" y="472"/>
                </a:lnTo>
                <a:lnTo>
                  <a:pt x="208" y="472"/>
                </a:lnTo>
                <a:lnTo>
                  <a:pt x="214" y="471"/>
                </a:lnTo>
                <a:lnTo>
                  <a:pt x="216" y="470"/>
                </a:lnTo>
                <a:lnTo>
                  <a:pt x="217" y="467"/>
                </a:lnTo>
                <a:lnTo>
                  <a:pt x="216" y="464"/>
                </a:lnTo>
                <a:lnTo>
                  <a:pt x="215" y="459"/>
                </a:lnTo>
                <a:lnTo>
                  <a:pt x="214" y="454"/>
                </a:lnTo>
                <a:lnTo>
                  <a:pt x="213" y="447"/>
                </a:lnTo>
                <a:lnTo>
                  <a:pt x="211" y="437"/>
                </a:lnTo>
                <a:lnTo>
                  <a:pt x="211" y="427"/>
                </a:lnTo>
                <a:lnTo>
                  <a:pt x="211" y="417"/>
                </a:lnTo>
                <a:lnTo>
                  <a:pt x="212" y="406"/>
                </a:lnTo>
                <a:lnTo>
                  <a:pt x="215" y="397"/>
                </a:lnTo>
                <a:lnTo>
                  <a:pt x="220" y="387"/>
                </a:lnTo>
                <a:lnTo>
                  <a:pt x="228" y="381"/>
                </a:lnTo>
                <a:lnTo>
                  <a:pt x="236" y="376"/>
                </a:lnTo>
                <a:lnTo>
                  <a:pt x="243" y="370"/>
                </a:lnTo>
                <a:lnTo>
                  <a:pt x="249" y="365"/>
                </a:lnTo>
                <a:lnTo>
                  <a:pt x="254" y="360"/>
                </a:lnTo>
                <a:lnTo>
                  <a:pt x="258" y="357"/>
                </a:lnTo>
                <a:lnTo>
                  <a:pt x="265" y="356"/>
                </a:lnTo>
                <a:lnTo>
                  <a:pt x="271" y="357"/>
                </a:lnTo>
                <a:lnTo>
                  <a:pt x="278" y="361"/>
                </a:lnTo>
                <a:lnTo>
                  <a:pt x="286" y="366"/>
                </a:lnTo>
                <a:lnTo>
                  <a:pt x="292" y="369"/>
                </a:lnTo>
                <a:lnTo>
                  <a:pt x="298" y="370"/>
                </a:lnTo>
                <a:lnTo>
                  <a:pt x="303" y="370"/>
                </a:lnTo>
                <a:lnTo>
                  <a:pt x="307" y="369"/>
                </a:lnTo>
                <a:lnTo>
                  <a:pt x="311" y="367"/>
                </a:lnTo>
                <a:lnTo>
                  <a:pt x="313" y="364"/>
                </a:lnTo>
                <a:lnTo>
                  <a:pt x="315" y="359"/>
                </a:lnTo>
                <a:lnTo>
                  <a:pt x="317" y="353"/>
                </a:lnTo>
                <a:lnTo>
                  <a:pt x="321" y="347"/>
                </a:lnTo>
                <a:lnTo>
                  <a:pt x="326" y="339"/>
                </a:lnTo>
                <a:lnTo>
                  <a:pt x="331" y="332"/>
                </a:lnTo>
                <a:lnTo>
                  <a:pt x="335" y="325"/>
                </a:lnTo>
                <a:lnTo>
                  <a:pt x="337" y="318"/>
                </a:lnTo>
                <a:lnTo>
                  <a:pt x="336" y="311"/>
                </a:lnTo>
                <a:lnTo>
                  <a:pt x="331" y="305"/>
                </a:lnTo>
                <a:lnTo>
                  <a:pt x="325" y="299"/>
                </a:lnTo>
                <a:lnTo>
                  <a:pt x="319" y="295"/>
                </a:lnTo>
                <a:lnTo>
                  <a:pt x="314" y="290"/>
                </a:lnTo>
                <a:lnTo>
                  <a:pt x="308" y="287"/>
                </a:lnTo>
                <a:lnTo>
                  <a:pt x="301" y="285"/>
                </a:lnTo>
                <a:lnTo>
                  <a:pt x="293" y="283"/>
                </a:lnTo>
                <a:lnTo>
                  <a:pt x="282" y="281"/>
                </a:lnTo>
                <a:lnTo>
                  <a:pt x="267" y="280"/>
                </a:lnTo>
                <a:lnTo>
                  <a:pt x="249" y="279"/>
                </a:lnTo>
                <a:lnTo>
                  <a:pt x="230" y="277"/>
                </a:lnTo>
                <a:lnTo>
                  <a:pt x="213" y="274"/>
                </a:lnTo>
                <a:lnTo>
                  <a:pt x="195" y="271"/>
                </a:lnTo>
                <a:lnTo>
                  <a:pt x="182" y="267"/>
                </a:lnTo>
                <a:lnTo>
                  <a:pt x="172" y="261"/>
                </a:lnTo>
                <a:lnTo>
                  <a:pt x="167" y="255"/>
                </a:lnTo>
                <a:lnTo>
                  <a:pt x="169" y="247"/>
                </a:lnTo>
                <a:lnTo>
                  <a:pt x="176" y="237"/>
                </a:lnTo>
                <a:lnTo>
                  <a:pt x="186" y="227"/>
                </a:lnTo>
                <a:lnTo>
                  <a:pt x="198" y="217"/>
                </a:lnTo>
                <a:lnTo>
                  <a:pt x="211" y="208"/>
                </a:lnTo>
                <a:lnTo>
                  <a:pt x="224" y="199"/>
                </a:lnTo>
                <a:lnTo>
                  <a:pt x="237" y="193"/>
                </a:lnTo>
                <a:lnTo>
                  <a:pt x="247" y="188"/>
                </a:lnTo>
                <a:lnTo>
                  <a:pt x="255" y="187"/>
                </a:lnTo>
                <a:lnTo>
                  <a:pt x="263" y="186"/>
                </a:lnTo>
                <a:lnTo>
                  <a:pt x="270" y="183"/>
                </a:lnTo>
                <a:lnTo>
                  <a:pt x="277" y="178"/>
                </a:lnTo>
                <a:lnTo>
                  <a:pt x="283" y="172"/>
                </a:lnTo>
                <a:lnTo>
                  <a:pt x="289" y="166"/>
                </a:lnTo>
                <a:lnTo>
                  <a:pt x="294" y="161"/>
                </a:lnTo>
                <a:lnTo>
                  <a:pt x="297" y="157"/>
                </a:lnTo>
                <a:lnTo>
                  <a:pt x="298" y="156"/>
                </a:lnTo>
                <a:lnTo>
                  <a:pt x="294" y="155"/>
                </a:lnTo>
                <a:lnTo>
                  <a:pt x="284" y="151"/>
                </a:lnTo>
                <a:lnTo>
                  <a:pt x="274" y="144"/>
                </a:lnTo>
                <a:lnTo>
                  <a:pt x="270" y="133"/>
                </a:lnTo>
                <a:lnTo>
                  <a:pt x="270" y="127"/>
                </a:lnTo>
                <a:lnTo>
                  <a:pt x="270" y="122"/>
                </a:lnTo>
                <a:lnTo>
                  <a:pt x="270" y="118"/>
                </a:lnTo>
                <a:lnTo>
                  <a:pt x="269" y="113"/>
                </a:lnTo>
                <a:lnTo>
                  <a:pt x="266" y="110"/>
                </a:lnTo>
                <a:lnTo>
                  <a:pt x="261" y="106"/>
                </a:lnTo>
                <a:lnTo>
                  <a:pt x="253" y="103"/>
                </a:lnTo>
                <a:lnTo>
                  <a:pt x="242" y="100"/>
                </a:lnTo>
                <a:lnTo>
                  <a:pt x="239" y="100"/>
                </a:lnTo>
                <a:lnTo>
                  <a:pt x="236" y="99"/>
                </a:lnTo>
                <a:lnTo>
                  <a:pt x="233" y="98"/>
                </a:lnTo>
                <a:lnTo>
                  <a:pt x="231" y="97"/>
                </a:lnTo>
                <a:lnTo>
                  <a:pt x="251" y="90"/>
                </a:lnTo>
                <a:lnTo>
                  <a:pt x="270" y="85"/>
                </a:lnTo>
                <a:lnTo>
                  <a:pt x="284" y="79"/>
                </a:lnTo>
                <a:lnTo>
                  <a:pt x="295" y="73"/>
                </a:lnTo>
                <a:lnTo>
                  <a:pt x="305" y="69"/>
                </a:lnTo>
                <a:lnTo>
                  <a:pt x="313" y="65"/>
                </a:lnTo>
                <a:lnTo>
                  <a:pt x="319" y="63"/>
                </a:lnTo>
                <a:lnTo>
                  <a:pt x="323" y="63"/>
                </a:lnTo>
                <a:lnTo>
                  <a:pt x="328" y="63"/>
                </a:lnTo>
                <a:lnTo>
                  <a:pt x="334" y="62"/>
                </a:lnTo>
                <a:lnTo>
                  <a:pt x="339" y="61"/>
                </a:lnTo>
                <a:lnTo>
                  <a:pt x="345" y="58"/>
                </a:lnTo>
                <a:lnTo>
                  <a:pt x="351" y="55"/>
                </a:lnTo>
                <a:lnTo>
                  <a:pt x="356" y="51"/>
                </a:lnTo>
                <a:lnTo>
                  <a:pt x="363" y="47"/>
                </a:lnTo>
                <a:lnTo>
                  <a:pt x="368" y="43"/>
                </a:lnTo>
                <a:lnTo>
                  <a:pt x="374" y="38"/>
                </a:lnTo>
                <a:lnTo>
                  <a:pt x="380" y="35"/>
                </a:lnTo>
                <a:lnTo>
                  <a:pt x="387" y="32"/>
                </a:lnTo>
                <a:lnTo>
                  <a:pt x="395" y="30"/>
                </a:lnTo>
                <a:lnTo>
                  <a:pt x="401" y="29"/>
                </a:lnTo>
                <a:lnTo>
                  <a:pt x="408" y="30"/>
                </a:lnTo>
                <a:lnTo>
                  <a:pt x="415" y="31"/>
                </a:lnTo>
                <a:lnTo>
                  <a:pt x="419" y="34"/>
                </a:lnTo>
                <a:lnTo>
                  <a:pt x="424" y="39"/>
                </a:lnTo>
                <a:lnTo>
                  <a:pt x="431" y="46"/>
                </a:lnTo>
                <a:lnTo>
                  <a:pt x="439" y="51"/>
                </a:lnTo>
                <a:lnTo>
                  <a:pt x="448" y="56"/>
                </a:lnTo>
                <a:lnTo>
                  <a:pt x="457" y="59"/>
                </a:lnTo>
                <a:lnTo>
                  <a:pt x="466" y="59"/>
                </a:lnTo>
                <a:lnTo>
                  <a:pt x="473" y="57"/>
                </a:lnTo>
                <a:lnTo>
                  <a:pt x="478" y="51"/>
                </a:lnTo>
                <a:lnTo>
                  <a:pt x="483" y="44"/>
                </a:lnTo>
                <a:lnTo>
                  <a:pt x="490" y="38"/>
                </a:lnTo>
                <a:lnTo>
                  <a:pt x="497" y="34"/>
                </a:lnTo>
                <a:lnTo>
                  <a:pt x="506" y="30"/>
                </a:lnTo>
                <a:lnTo>
                  <a:pt x="515" y="27"/>
                </a:lnTo>
                <a:lnTo>
                  <a:pt x="523" y="23"/>
                </a:lnTo>
                <a:lnTo>
                  <a:pt x="529" y="18"/>
                </a:lnTo>
                <a:lnTo>
                  <a:pt x="533" y="12"/>
                </a:lnTo>
                <a:lnTo>
                  <a:pt x="537" y="6"/>
                </a:lnTo>
                <a:lnTo>
                  <a:pt x="543" y="2"/>
                </a:lnTo>
                <a:lnTo>
                  <a:pt x="551" y="0"/>
                </a:lnTo>
                <a:lnTo>
                  <a:pt x="560" y="0"/>
                </a:lnTo>
                <a:lnTo>
                  <a:pt x="568" y="2"/>
                </a:lnTo>
                <a:lnTo>
                  <a:pt x="576" y="6"/>
                </a:lnTo>
                <a:lnTo>
                  <a:pt x="582" y="12"/>
                </a:lnTo>
                <a:lnTo>
                  <a:pt x="586" y="20"/>
                </a:lnTo>
                <a:lnTo>
                  <a:pt x="590" y="28"/>
                </a:lnTo>
                <a:lnTo>
                  <a:pt x="595" y="33"/>
                </a:lnTo>
                <a:lnTo>
                  <a:pt x="602" y="36"/>
                </a:lnTo>
                <a:lnTo>
                  <a:pt x="611" y="38"/>
                </a:lnTo>
                <a:lnTo>
                  <a:pt x="620" y="38"/>
                </a:lnTo>
                <a:lnTo>
                  <a:pt x="629" y="39"/>
                </a:lnTo>
                <a:lnTo>
                  <a:pt x="640" y="40"/>
                </a:lnTo>
                <a:lnTo>
                  <a:pt x="651" y="43"/>
                </a:lnTo>
                <a:lnTo>
                  <a:pt x="664" y="46"/>
                </a:lnTo>
                <a:lnTo>
                  <a:pt x="676" y="50"/>
                </a:lnTo>
                <a:lnTo>
                  <a:pt x="688" y="53"/>
                </a:lnTo>
                <a:lnTo>
                  <a:pt x="700" y="56"/>
                </a:lnTo>
                <a:lnTo>
                  <a:pt x="712" y="57"/>
                </a:lnTo>
                <a:lnTo>
                  <a:pt x="723" y="55"/>
                </a:lnTo>
                <a:lnTo>
                  <a:pt x="733" y="51"/>
                </a:lnTo>
                <a:lnTo>
                  <a:pt x="741" y="43"/>
                </a:lnTo>
                <a:lnTo>
                  <a:pt x="749" y="35"/>
                </a:lnTo>
                <a:lnTo>
                  <a:pt x="761" y="30"/>
                </a:lnTo>
                <a:lnTo>
                  <a:pt x="773" y="28"/>
                </a:lnTo>
                <a:lnTo>
                  <a:pt x="786" y="28"/>
                </a:lnTo>
                <a:lnTo>
                  <a:pt x="799" y="29"/>
                </a:lnTo>
                <a:lnTo>
                  <a:pt x="813" y="31"/>
                </a:lnTo>
                <a:lnTo>
                  <a:pt x="824" y="33"/>
                </a:lnTo>
                <a:lnTo>
                  <a:pt x="833" y="34"/>
                </a:lnTo>
                <a:lnTo>
                  <a:pt x="839" y="37"/>
                </a:lnTo>
                <a:lnTo>
                  <a:pt x="844" y="43"/>
                </a:lnTo>
                <a:lnTo>
                  <a:pt x="846" y="50"/>
                </a:lnTo>
                <a:lnTo>
                  <a:pt x="847" y="58"/>
                </a:lnTo>
                <a:lnTo>
                  <a:pt x="847" y="67"/>
                </a:lnTo>
                <a:lnTo>
                  <a:pt x="845" y="77"/>
                </a:lnTo>
                <a:lnTo>
                  <a:pt x="842" y="87"/>
                </a:lnTo>
                <a:lnTo>
                  <a:pt x="839" y="98"/>
                </a:lnTo>
                <a:lnTo>
                  <a:pt x="838" y="106"/>
                </a:lnTo>
                <a:lnTo>
                  <a:pt x="841" y="111"/>
                </a:lnTo>
                <a:lnTo>
                  <a:pt x="848" y="114"/>
                </a:lnTo>
                <a:lnTo>
                  <a:pt x="859" y="115"/>
                </a:lnTo>
                <a:lnTo>
                  <a:pt x="868" y="115"/>
                </a:lnTo>
                <a:lnTo>
                  <a:pt x="877" y="115"/>
                </a:lnTo>
                <a:lnTo>
                  <a:pt x="884" y="114"/>
                </a:lnTo>
                <a:lnTo>
                  <a:pt x="886" y="114"/>
                </a:lnTo>
                <a:lnTo>
                  <a:pt x="902" y="132"/>
                </a:lnTo>
                <a:lnTo>
                  <a:pt x="902" y="133"/>
                </a:lnTo>
                <a:lnTo>
                  <a:pt x="901" y="136"/>
                </a:lnTo>
                <a:lnTo>
                  <a:pt x="901" y="140"/>
                </a:lnTo>
                <a:lnTo>
                  <a:pt x="901" y="146"/>
                </a:lnTo>
                <a:lnTo>
                  <a:pt x="901" y="152"/>
                </a:lnTo>
                <a:lnTo>
                  <a:pt x="904" y="159"/>
                </a:lnTo>
                <a:lnTo>
                  <a:pt x="909" y="166"/>
                </a:lnTo>
                <a:lnTo>
                  <a:pt x="915" y="173"/>
                </a:lnTo>
                <a:lnTo>
                  <a:pt x="923" y="178"/>
                </a:lnTo>
                <a:lnTo>
                  <a:pt x="932" y="182"/>
                </a:lnTo>
                <a:lnTo>
                  <a:pt x="943" y="184"/>
                </a:lnTo>
                <a:lnTo>
                  <a:pt x="955" y="185"/>
                </a:lnTo>
                <a:lnTo>
                  <a:pt x="967" y="185"/>
                </a:lnTo>
                <a:lnTo>
                  <a:pt x="978" y="185"/>
                </a:lnTo>
                <a:lnTo>
                  <a:pt x="989" y="183"/>
                </a:lnTo>
                <a:lnTo>
                  <a:pt x="998" y="181"/>
                </a:lnTo>
                <a:lnTo>
                  <a:pt x="1008" y="180"/>
                </a:lnTo>
                <a:lnTo>
                  <a:pt x="1018" y="181"/>
                </a:lnTo>
                <a:lnTo>
                  <a:pt x="1028" y="184"/>
                </a:lnTo>
                <a:lnTo>
                  <a:pt x="1039" y="186"/>
                </a:lnTo>
                <a:lnTo>
                  <a:pt x="1049" y="188"/>
                </a:lnTo>
                <a:lnTo>
                  <a:pt x="1059" y="188"/>
                </a:lnTo>
                <a:lnTo>
                  <a:pt x="1066" y="184"/>
                </a:lnTo>
                <a:lnTo>
                  <a:pt x="1072" y="177"/>
                </a:lnTo>
                <a:lnTo>
                  <a:pt x="1076" y="168"/>
                </a:lnTo>
                <a:lnTo>
                  <a:pt x="1080" y="161"/>
                </a:lnTo>
                <a:lnTo>
                  <a:pt x="1085" y="154"/>
                </a:lnTo>
                <a:lnTo>
                  <a:pt x="1090" y="148"/>
                </a:lnTo>
                <a:lnTo>
                  <a:pt x="1095" y="143"/>
                </a:lnTo>
                <a:lnTo>
                  <a:pt x="1100" y="137"/>
                </a:lnTo>
                <a:lnTo>
                  <a:pt x="1106" y="133"/>
                </a:lnTo>
                <a:lnTo>
                  <a:pt x="1113" y="130"/>
                </a:lnTo>
                <a:lnTo>
                  <a:pt x="1117" y="126"/>
                </a:lnTo>
                <a:lnTo>
                  <a:pt x="1122" y="119"/>
                </a:lnTo>
                <a:lnTo>
                  <a:pt x="1127" y="110"/>
                </a:lnTo>
                <a:lnTo>
                  <a:pt x="1133" y="98"/>
                </a:lnTo>
                <a:lnTo>
                  <a:pt x="1138" y="85"/>
                </a:lnTo>
                <a:lnTo>
                  <a:pt x="1143" y="72"/>
                </a:lnTo>
                <a:lnTo>
                  <a:pt x="1148" y="60"/>
                </a:lnTo>
                <a:lnTo>
                  <a:pt x="1152" y="48"/>
                </a:lnTo>
                <a:lnTo>
                  <a:pt x="1159" y="52"/>
                </a:lnTo>
                <a:lnTo>
                  <a:pt x="1166" y="55"/>
                </a:lnTo>
                <a:lnTo>
                  <a:pt x="1174" y="58"/>
                </a:lnTo>
                <a:lnTo>
                  <a:pt x="1182" y="62"/>
                </a:lnTo>
                <a:lnTo>
                  <a:pt x="1191" y="64"/>
                </a:lnTo>
                <a:lnTo>
                  <a:pt x="1201" y="67"/>
                </a:lnTo>
                <a:lnTo>
                  <a:pt x="1212" y="70"/>
                </a:lnTo>
                <a:lnTo>
                  <a:pt x="1223" y="72"/>
                </a:lnTo>
                <a:lnTo>
                  <a:pt x="1234" y="75"/>
                </a:lnTo>
                <a:lnTo>
                  <a:pt x="1246" y="77"/>
                </a:lnTo>
                <a:lnTo>
                  <a:pt x="1259" y="79"/>
                </a:lnTo>
                <a:lnTo>
                  <a:pt x="1272" y="81"/>
                </a:lnTo>
                <a:lnTo>
                  <a:pt x="1285" y="83"/>
                </a:lnTo>
                <a:lnTo>
                  <a:pt x="1298" y="84"/>
                </a:lnTo>
                <a:lnTo>
                  <a:pt x="1312" y="86"/>
                </a:lnTo>
                <a:lnTo>
                  <a:pt x="1326" y="87"/>
                </a:lnTo>
                <a:lnTo>
                  <a:pt x="1338" y="88"/>
                </a:lnTo>
                <a:lnTo>
                  <a:pt x="1348" y="89"/>
                </a:lnTo>
                <a:lnTo>
                  <a:pt x="1359" y="88"/>
                </a:lnTo>
                <a:lnTo>
                  <a:pt x="1368" y="86"/>
                </a:lnTo>
                <a:lnTo>
                  <a:pt x="1377" y="84"/>
                </a:lnTo>
                <a:lnTo>
                  <a:pt x="1384" y="81"/>
                </a:lnTo>
                <a:lnTo>
                  <a:pt x="1391" y="77"/>
                </a:lnTo>
                <a:lnTo>
                  <a:pt x="1397" y="7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31" name="Freeform 988">
            <a:extLst>
              <a:ext uri="{FF2B5EF4-FFF2-40B4-BE49-F238E27FC236}">
                <a16:creationId xmlns:a16="http://schemas.microsoft.com/office/drawing/2014/main" id="{752392CE-AF0B-7F46-9D5C-55902A73E8B4}"/>
              </a:ext>
            </a:extLst>
          </p:cNvPr>
          <p:cNvSpPr>
            <a:spLocks/>
          </p:cNvSpPr>
          <p:nvPr/>
        </p:nvSpPr>
        <p:spPr bwMode="auto">
          <a:xfrm>
            <a:off x="6421438" y="5172075"/>
            <a:ext cx="4762" cy="4763"/>
          </a:xfrm>
          <a:custGeom>
            <a:avLst/>
            <a:gdLst>
              <a:gd name="T0" fmla="*/ 2147483646 w 27"/>
              <a:gd name="T1" fmla="*/ 2147483646 h 26"/>
              <a:gd name="T2" fmla="*/ 2147483646 w 27"/>
              <a:gd name="T3" fmla="*/ 2147483646 h 26"/>
              <a:gd name="T4" fmla="*/ 2147483646 w 27"/>
              <a:gd name="T5" fmla="*/ 0 h 26"/>
              <a:gd name="T6" fmla="*/ 2147483646 w 27"/>
              <a:gd name="T7" fmla="*/ 2147483646 h 26"/>
              <a:gd name="T8" fmla="*/ 2147483646 w 27"/>
              <a:gd name="T9" fmla="*/ 2147483646 h 26"/>
              <a:gd name="T10" fmla="*/ 2147483646 w 27"/>
              <a:gd name="T11" fmla="*/ 2147483646 h 26"/>
              <a:gd name="T12" fmla="*/ 2147483646 w 27"/>
              <a:gd name="T13" fmla="*/ 2147483646 h 26"/>
              <a:gd name="T14" fmla="*/ 2147483646 w 27"/>
              <a:gd name="T15" fmla="*/ 2147483646 h 26"/>
              <a:gd name="T16" fmla="*/ 0 w 27"/>
              <a:gd name="T17" fmla="*/ 2147483646 h 26"/>
              <a:gd name="T18" fmla="*/ 2147483646 w 27"/>
              <a:gd name="T19" fmla="*/ 2147483646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 h="26">
                <a:moveTo>
                  <a:pt x="1" y="26"/>
                </a:moveTo>
                <a:lnTo>
                  <a:pt x="27" y="3"/>
                </a:lnTo>
                <a:lnTo>
                  <a:pt x="19" y="0"/>
                </a:lnTo>
                <a:lnTo>
                  <a:pt x="14" y="1"/>
                </a:lnTo>
                <a:lnTo>
                  <a:pt x="9" y="5"/>
                </a:lnTo>
                <a:lnTo>
                  <a:pt x="5" y="10"/>
                </a:lnTo>
                <a:lnTo>
                  <a:pt x="3" y="17"/>
                </a:lnTo>
                <a:lnTo>
                  <a:pt x="1" y="22"/>
                </a:lnTo>
                <a:lnTo>
                  <a:pt x="0" y="26"/>
                </a:lnTo>
                <a:lnTo>
                  <a:pt x="1" y="26"/>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32" name="Freeform 989">
            <a:extLst>
              <a:ext uri="{FF2B5EF4-FFF2-40B4-BE49-F238E27FC236}">
                <a16:creationId xmlns:a16="http://schemas.microsoft.com/office/drawing/2014/main" id="{FC1EC713-296F-75DC-B3D8-1B7C7F9E23DE}"/>
              </a:ext>
            </a:extLst>
          </p:cNvPr>
          <p:cNvSpPr>
            <a:spLocks/>
          </p:cNvSpPr>
          <p:nvPr/>
        </p:nvSpPr>
        <p:spPr bwMode="auto">
          <a:xfrm>
            <a:off x="6421438" y="5172075"/>
            <a:ext cx="4762" cy="4763"/>
          </a:xfrm>
          <a:custGeom>
            <a:avLst/>
            <a:gdLst>
              <a:gd name="T0" fmla="*/ 2147483646 w 27"/>
              <a:gd name="T1" fmla="*/ 2147483646 h 26"/>
              <a:gd name="T2" fmla="*/ 2147483646 w 27"/>
              <a:gd name="T3" fmla="*/ 2147483646 h 26"/>
              <a:gd name="T4" fmla="*/ 2147483646 w 27"/>
              <a:gd name="T5" fmla="*/ 2147483646 h 26"/>
              <a:gd name="T6" fmla="*/ 2147483646 w 27"/>
              <a:gd name="T7" fmla="*/ 0 h 26"/>
              <a:gd name="T8" fmla="*/ 2147483646 w 27"/>
              <a:gd name="T9" fmla="*/ 2147483646 h 26"/>
              <a:gd name="T10" fmla="*/ 2147483646 w 27"/>
              <a:gd name="T11" fmla="*/ 2147483646 h 26"/>
              <a:gd name="T12" fmla="*/ 2147483646 w 27"/>
              <a:gd name="T13" fmla="*/ 2147483646 h 26"/>
              <a:gd name="T14" fmla="*/ 2147483646 w 27"/>
              <a:gd name="T15" fmla="*/ 2147483646 h 26"/>
              <a:gd name="T16" fmla="*/ 2147483646 w 27"/>
              <a:gd name="T17" fmla="*/ 2147483646 h 26"/>
              <a:gd name="T18" fmla="*/ 0 w 27"/>
              <a:gd name="T19" fmla="*/ 2147483646 h 26"/>
              <a:gd name="T20" fmla="*/ 2147483646 w 27"/>
              <a:gd name="T21" fmla="*/ 2147483646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7" h="26">
                <a:moveTo>
                  <a:pt x="1" y="26"/>
                </a:moveTo>
                <a:lnTo>
                  <a:pt x="27" y="3"/>
                </a:lnTo>
                <a:lnTo>
                  <a:pt x="19" y="0"/>
                </a:lnTo>
                <a:lnTo>
                  <a:pt x="14" y="1"/>
                </a:lnTo>
                <a:lnTo>
                  <a:pt x="9" y="5"/>
                </a:lnTo>
                <a:lnTo>
                  <a:pt x="5" y="10"/>
                </a:lnTo>
                <a:lnTo>
                  <a:pt x="3" y="17"/>
                </a:lnTo>
                <a:lnTo>
                  <a:pt x="1" y="22"/>
                </a:lnTo>
                <a:lnTo>
                  <a:pt x="0" y="26"/>
                </a:lnTo>
                <a:lnTo>
                  <a:pt x="1"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33" name="Freeform 990">
            <a:extLst>
              <a:ext uri="{FF2B5EF4-FFF2-40B4-BE49-F238E27FC236}">
                <a16:creationId xmlns:a16="http://schemas.microsoft.com/office/drawing/2014/main" id="{CE03D058-A19D-7100-0882-E9A39645EAE8}"/>
              </a:ext>
            </a:extLst>
          </p:cNvPr>
          <p:cNvSpPr>
            <a:spLocks/>
          </p:cNvSpPr>
          <p:nvPr/>
        </p:nvSpPr>
        <p:spPr bwMode="auto">
          <a:xfrm>
            <a:off x="6408738" y="5216525"/>
            <a:ext cx="6350" cy="7938"/>
          </a:xfrm>
          <a:custGeom>
            <a:avLst/>
            <a:gdLst>
              <a:gd name="T0" fmla="*/ 2147483646 w 38"/>
              <a:gd name="T1" fmla="*/ 2147483646 h 46"/>
              <a:gd name="T2" fmla="*/ 2147483646 w 38"/>
              <a:gd name="T3" fmla="*/ 2147483646 h 46"/>
              <a:gd name="T4" fmla="*/ 2147483646 w 38"/>
              <a:gd name="T5" fmla="*/ 2147483646 h 46"/>
              <a:gd name="T6" fmla="*/ 2147483646 w 38"/>
              <a:gd name="T7" fmla="*/ 2147483646 h 46"/>
              <a:gd name="T8" fmla="*/ 2147483646 w 38"/>
              <a:gd name="T9" fmla="*/ 2147483646 h 46"/>
              <a:gd name="T10" fmla="*/ 2147483646 w 38"/>
              <a:gd name="T11" fmla="*/ 2147483646 h 46"/>
              <a:gd name="T12" fmla="*/ 2147483646 w 38"/>
              <a:gd name="T13" fmla="*/ 2147483646 h 46"/>
              <a:gd name="T14" fmla="*/ 2147483646 w 38"/>
              <a:gd name="T15" fmla="*/ 2147483646 h 46"/>
              <a:gd name="T16" fmla="*/ 2147483646 w 38"/>
              <a:gd name="T17" fmla="*/ 2147483646 h 46"/>
              <a:gd name="T18" fmla="*/ 2147483646 w 38"/>
              <a:gd name="T19" fmla="*/ 2147483646 h 46"/>
              <a:gd name="T20" fmla="*/ 2147483646 w 38"/>
              <a:gd name="T21" fmla="*/ 2147483646 h 46"/>
              <a:gd name="T22" fmla="*/ 2147483646 w 38"/>
              <a:gd name="T23" fmla="*/ 2147483646 h 46"/>
              <a:gd name="T24" fmla="*/ 2147483646 w 38"/>
              <a:gd name="T25" fmla="*/ 2147483646 h 46"/>
              <a:gd name="T26" fmla="*/ 2147483646 w 38"/>
              <a:gd name="T27" fmla="*/ 2147483646 h 46"/>
              <a:gd name="T28" fmla="*/ 0 w 38"/>
              <a:gd name="T29" fmla="*/ 2147483646 h 46"/>
              <a:gd name="T30" fmla="*/ 2147483646 w 38"/>
              <a:gd name="T31" fmla="*/ 2147483646 h 46"/>
              <a:gd name="T32" fmla="*/ 2147483646 w 38"/>
              <a:gd name="T33" fmla="*/ 2147483646 h 46"/>
              <a:gd name="T34" fmla="*/ 2147483646 w 38"/>
              <a:gd name="T35" fmla="*/ 2147483646 h 46"/>
              <a:gd name="T36" fmla="*/ 2147483646 w 38"/>
              <a:gd name="T37" fmla="*/ 2147483646 h 46"/>
              <a:gd name="T38" fmla="*/ 2147483646 w 38"/>
              <a:gd name="T39" fmla="*/ 0 h 46"/>
              <a:gd name="T40" fmla="*/ 2147483646 w 38"/>
              <a:gd name="T41" fmla="*/ 2147483646 h 4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 h="46">
                <a:moveTo>
                  <a:pt x="34" y="1"/>
                </a:moveTo>
                <a:lnTo>
                  <a:pt x="36" y="3"/>
                </a:lnTo>
                <a:lnTo>
                  <a:pt x="38" y="6"/>
                </a:lnTo>
                <a:lnTo>
                  <a:pt x="38" y="9"/>
                </a:lnTo>
                <a:lnTo>
                  <a:pt x="38" y="13"/>
                </a:lnTo>
                <a:lnTo>
                  <a:pt x="37" y="18"/>
                </a:lnTo>
                <a:lnTo>
                  <a:pt x="36" y="22"/>
                </a:lnTo>
                <a:lnTo>
                  <a:pt x="34" y="27"/>
                </a:lnTo>
                <a:lnTo>
                  <a:pt x="31" y="32"/>
                </a:lnTo>
                <a:lnTo>
                  <a:pt x="26" y="39"/>
                </a:lnTo>
                <a:lnTo>
                  <a:pt x="19" y="44"/>
                </a:lnTo>
                <a:lnTo>
                  <a:pt x="12" y="46"/>
                </a:lnTo>
                <a:lnTo>
                  <a:pt x="6" y="45"/>
                </a:lnTo>
                <a:lnTo>
                  <a:pt x="2" y="40"/>
                </a:lnTo>
                <a:lnTo>
                  <a:pt x="0" y="32"/>
                </a:lnTo>
                <a:lnTo>
                  <a:pt x="3" y="24"/>
                </a:lnTo>
                <a:lnTo>
                  <a:pt x="7" y="16"/>
                </a:lnTo>
                <a:lnTo>
                  <a:pt x="14" y="8"/>
                </a:lnTo>
                <a:lnTo>
                  <a:pt x="21" y="2"/>
                </a:lnTo>
                <a:lnTo>
                  <a:pt x="28" y="0"/>
                </a:lnTo>
                <a:lnTo>
                  <a:pt x="34" y="1"/>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34" name="Freeform 991">
            <a:extLst>
              <a:ext uri="{FF2B5EF4-FFF2-40B4-BE49-F238E27FC236}">
                <a16:creationId xmlns:a16="http://schemas.microsoft.com/office/drawing/2014/main" id="{832D26E2-D848-7A28-4A58-D32694AC578F}"/>
              </a:ext>
            </a:extLst>
          </p:cNvPr>
          <p:cNvSpPr>
            <a:spLocks/>
          </p:cNvSpPr>
          <p:nvPr/>
        </p:nvSpPr>
        <p:spPr bwMode="auto">
          <a:xfrm>
            <a:off x="6408738" y="5216525"/>
            <a:ext cx="6350" cy="7938"/>
          </a:xfrm>
          <a:custGeom>
            <a:avLst/>
            <a:gdLst>
              <a:gd name="T0" fmla="*/ 2147483646 w 38"/>
              <a:gd name="T1" fmla="*/ 2147483646 h 46"/>
              <a:gd name="T2" fmla="*/ 2147483646 w 38"/>
              <a:gd name="T3" fmla="*/ 2147483646 h 46"/>
              <a:gd name="T4" fmla="*/ 2147483646 w 38"/>
              <a:gd name="T5" fmla="*/ 2147483646 h 46"/>
              <a:gd name="T6" fmla="*/ 2147483646 w 38"/>
              <a:gd name="T7" fmla="*/ 2147483646 h 46"/>
              <a:gd name="T8" fmla="*/ 2147483646 w 38"/>
              <a:gd name="T9" fmla="*/ 2147483646 h 46"/>
              <a:gd name="T10" fmla="*/ 2147483646 w 38"/>
              <a:gd name="T11" fmla="*/ 2147483646 h 46"/>
              <a:gd name="T12" fmla="*/ 2147483646 w 38"/>
              <a:gd name="T13" fmla="*/ 2147483646 h 46"/>
              <a:gd name="T14" fmla="*/ 2147483646 w 38"/>
              <a:gd name="T15" fmla="*/ 2147483646 h 46"/>
              <a:gd name="T16" fmla="*/ 2147483646 w 38"/>
              <a:gd name="T17" fmla="*/ 2147483646 h 46"/>
              <a:gd name="T18" fmla="*/ 2147483646 w 38"/>
              <a:gd name="T19" fmla="*/ 2147483646 h 46"/>
              <a:gd name="T20" fmla="*/ 2147483646 w 38"/>
              <a:gd name="T21" fmla="*/ 2147483646 h 46"/>
              <a:gd name="T22" fmla="*/ 2147483646 w 38"/>
              <a:gd name="T23" fmla="*/ 2147483646 h 46"/>
              <a:gd name="T24" fmla="*/ 2147483646 w 38"/>
              <a:gd name="T25" fmla="*/ 2147483646 h 46"/>
              <a:gd name="T26" fmla="*/ 2147483646 w 38"/>
              <a:gd name="T27" fmla="*/ 2147483646 h 46"/>
              <a:gd name="T28" fmla="*/ 2147483646 w 38"/>
              <a:gd name="T29" fmla="*/ 2147483646 h 46"/>
              <a:gd name="T30" fmla="*/ 2147483646 w 38"/>
              <a:gd name="T31" fmla="*/ 2147483646 h 46"/>
              <a:gd name="T32" fmla="*/ 2147483646 w 38"/>
              <a:gd name="T33" fmla="*/ 2147483646 h 46"/>
              <a:gd name="T34" fmla="*/ 0 w 38"/>
              <a:gd name="T35" fmla="*/ 2147483646 h 46"/>
              <a:gd name="T36" fmla="*/ 2147483646 w 38"/>
              <a:gd name="T37" fmla="*/ 2147483646 h 46"/>
              <a:gd name="T38" fmla="*/ 2147483646 w 38"/>
              <a:gd name="T39" fmla="*/ 2147483646 h 46"/>
              <a:gd name="T40" fmla="*/ 2147483646 w 38"/>
              <a:gd name="T41" fmla="*/ 2147483646 h 46"/>
              <a:gd name="T42" fmla="*/ 2147483646 w 38"/>
              <a:gd name="T43" fmla="*/ 2147483646 h 46"/>
              <a:gd name="T44" fmla="*/ 2147483646 w 38"/>
              <a:gd name="T45" fmla="*/ 2147483646 h 46"/>
              <a:gd name="T46" fmla="*/ 2147483646 w 38"/>
              <a:gd name="T47" fmla="*/ 0 h 46"/>
              <a:gd name="T48" fmla="*/ 2147483646 w 38"/>
              <a:gd name="T49" fmla="*/ 2147483646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46">
                <a:moveTo>
                  <a:pt x="34" y="1"/>
                </a:moveTo>
                <a:lnTo>
                  <a:pt x="34" y="1"/>
                </a:lnTo>
                <a:lnTo>
                  <a:pt x="36" y="3"/>
                </a:lnTo>
                <a:lnTo>
                  <a:pt x="38" y="6"/>
                </a:lnTo>
                <a:lnTo>
                  <a:pt x="38" y="9"/>
                </a:lnTo>
                <a:lnTo>
                  <a:pt x="38" y="13"/>
                </a:lnTo>
                <a:lnTo>
                  <a:pt x="37" y="18"/>
                </a:lnTo>
                <a:lnTo>
                  <a:pt x="36" y="22"/>
                </a:lnTo>
                <a:lnTo>
                  <a:pt x="34" y="27"/>
                </a:lnTo>
                <a:lnTo>
                  <a:pt x="31" y="32"/>
                </a:lnTo>
                <a:lnTo>
                  <a:pt x="26" y="39"/>
                </a:lnTo>
                <a:lnTo>
                  <a:pt x="19" y="44"/>
                </a:lnTo>
                <a:lnTo>
                  <a:pt x="12" y="46"/>
                </a:lnTo>
                <a:lnTo>
                  <a:pt x="6" y="45"/>
                </a:lnTo>
                <a:lnTo>
                  <a:pt x="2" y="40"/>
                </a:lnTo>
                <a:lnTo>
                  <a:pt x="0" y="32"/>
                </a:lnTo>
                <a:lnTo>
                  <a:pt x="3" y="24"/>
                </a:lnTo>
                <a:lnTo>
                  <a:pt x="7" y="16"/>
                </a:lnTo>
                <a:lnTo>
                  <a:pt x="14" y="8"/>
                </a:lnTo>
                <a:lnTo>
                  <a:pt x="21" y="2"/>
                </a:lnTo>
                <a:lnTo>
                  <a:pt x="28" y="0"/>
                </a:lnTo>
                <a:lnTo>
                  <a:pt x="34" y="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35" name="Freeform 992">
            <a:extLst>
              <a:ext uri="{FF2B5EF4-FFF2-40B4-BE49-F238E27FC236}">
                <a16:creationId xmlns:a16="http://schemas.microsoft.com/office/drawing/2014/main" id="{D2707FA3-F2CE-1732-5075-A0FDEA35BAD9}"/>
              </a:ext>
            </a:extLst>
          </p:cNvPr>
          <p:cNvSpPr>
            <a:spLocks/>
          </p:cNvSpPr>
          <p:nvPr/>
        </p:nvSpPr>
        <p:spPr bwMode="auto">
          <a:xfrm>
            <a:off x="6373813" y="5210175"/>
            <a:ext cx="4762" cy="4763"/>
          </a:xfrm>
          <a:custGeom>
            <a:avLst/>
            <a:gdLst>
              <a:gd name="T0" fmla="*/ 2147483646 w 36"/>
              <a:gd name="T1" fmla="*/ 0 h 31"/>
              <a:gd name="T2" fmla="*/ 0 w 36"/>
              <a:gd name="T3" fmla="*/ 2147483646 h 31"/>
              <a:gd name="T4" fmla="*/ 2147483646 w 36"/>
              <a:gd name="T5" fmla="*/ 2147483646 h 31"/>
              <a:gd name="T6" fmla="*/ 2147483646 w 36"/>
              <a:gd name="T7" fmla="*/ 2147483646 h 31"/>
              <a:gd name="T8" fmla="*/ 2147483646 w 36"/>
              <a:gd name="T9" fmla="*/ 2147483646 h 31"/>
              <a:gd name="T10" fmla="*/ 2147483646 w 36"/>
              <a:gd name="T11" fmla="*/ 2147483646 h 31"/>
              <a:gd name="T12" fmla="*/ 2147483646 w 36"/>
              <a:gd name="T13" fmla="*/ 2147483646 h 31"/>
              <a:gd name="T14" fmla="*/ 2147483646 w 36"/>
              <a:gd name="T15" fmla="*/ 0 h 31"/>
              <a:gd name="T16" fmla="*/ 2147483646 w 36"/>
              <a:gd name="T17" fmla="*/ 0 h 31"/>
              <a:gd name="T18" fmla="*/ 2147483646 w 36"/>
              <a:gd name="T19" fmla="*/ 0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6" h="31">
                <a:moveTo>
                  <a:pt x="32" y="0"/>
                </a:moveTo>
                <a:lnTo>
                  <a:pt x="0" y="31"/>
                </a:lnTo>
                <a:lnTo>
                  <a:pt x="17" y="20"/>
                </a:lnTo>
                <a:lnTo>
                  <a:pt x="27" y="12"/>
                </a:lnTo>
                <a:lnTo>
                  <a:pt x="33" y="6"/>
                </a:lnTo>
                <a:lnTo>
                  <a:pt x="36" y="3"/>
                </a:lnTo>
                <a:lnTo>
                  <a:pt x="36" y="1"/>
                </a:lnTo>
                <a:lnTo>
                  <a:pt x="34" y="0"/>
                </a:lnTo>
                <a:lnTo>
                  <a:pt x="33" y="0"/>
                </a:lnTo>
                <a:lnTo>
                  <a:pt x="32" y="0"/>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36" name="Freeform 993">
            <a:extLst>
              <a:ext uri="{FF2B5EF4-FFF2-40B4-BE49-F238E27FC236}">
                <a16:creationId xmlns:a16="http://schemas.microsoft.com/office/drawing/2014/main" id="{85CB24FB-628F-28D8-A669-253E208F3229}"/>
              </a:ext>
            </a:extLst>
          </p:cNvPr>
          <p:cNvSpPr>
            <a:spLocks/>
          </p:cNvSpPr>
          <p:nvPr/>
        </p:nvSpPr>
        <p:spPr bwMode="auto">
          <a:xfrm>
            <a:off x="6373813" y="5210175"/>
            <a:ext cx="4762" cy="4763"/>
          </a:xfrm>
          <a:custGeom>
            <a:avLst/>
            <a:gdLst>
              <a:gd name="T0" fmla="*/ 2147483646 w 36"/>
              <a:gd name="T1" fmla="*/ 0 h 31"/>
              <a:gd name="T2" fmla="*/ 0 w 36"/>
              <a:gd name="T3" fmla="*/ 2147483646 h 31"/>
              <a:gd name="T4" fmla="*/ 0 w 36"/>
              <a:gd name="T5" fmla="*/ 2147483646 h 31"/>
              <a:gd name="T6" fmla="*/ 2147483646 w 36"/>
              <a:gd name="T7" fmla="*/ 2147483646 h 31"/>
              <a:gd name="T8" fmla="*/ 2147483646 w 36"/>
              <a:gd name="T9" fmla="*/ 2147483646 h 31"/>
              <a:gd name="T10" fmla="*/ 2147483646 w 36"/>
              <a:gd name="T11" fmla="*/ 2147483646 h 31"/>
              <a:gd name="T12" fmla="*/ 2147483646 w 36"/>
              <a:gd name="T13" fmla="*/ 2147483646 h 31"/>
              <a:gd name="T14" fmla="*/ 2147483646 w 36"/>
              <a:gd name="T15" fmla="*/ 2147483646 h 31"/>
              <a:gd name="T16" fmla="*/ 2147483646 w 36"/>
              <a:gd name="T17" fmla="*/ 0 h 31"/>
              <a:gd name="T18" fmla="*/ 2147483646 w 36"/>
              <a:gd name="T19" fmla="*/ 0 h 31"/>
              <a:gd name="T20" fmla="*/ 2147483646 w 36"/>
              <a:gd name="T21" fmla="*/ 0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6" h="31">
                <a:moveTo>
                  <a:pt x="32" y="0"/>
                </a:moveTo>
                <a:lnTo>
                  <a:pt x="0" y="31"/>
                </a:lnTo>
                <a:lnTo>
                  <a:pt x="17" y="20"/>
                </a:lnTo>
                <a:lnTo>
                  <a:pt x="27" y="12"/>
                </a:lnTo>
                <a:lnTo>
                  <a:pt x="33" y="6"/>
                </a:lnTo>
                <a:lnTo>
                  <a:pt x="36" y="3"/>
                </a:lnTo>
                <a:lnTo>
                  <a:pt x="36" y="1"/>
                </a:lnTo>
                <a:lnTo>
                  <a:pt x="34" y="0"/>
                </a:lnTo>
                <a:lnTo>
                  <a:pt x="33" y="0"/>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37" name="Freeform 994">
            <a:extLst>
              <a:ext uri="{FF2B5EF4-FFF2-40B4-BE49-F238E27FC236}">
                <a16:creationId xmlns:a16="http://schemas.microsoft.com/office/drawing/2014/main" id="{7D595F9F-E8B8-3600-A183-6F28D942E99A}"/>
              </a:ext>
            </a:extLst>
          </p:cNvPr>
          <p:cNvSpPr>
            <a:spLocks/>
          </p:cNvSpPr>
          <p:nvPr/>
        </p:nvSpPr>
        <p:spPr bwMode="auto">
          <a:xfrm>
            <a:off x="6365875" y="5213350"/>
            <a:ext cx="4763" cy="3175"/>
          </a:xfrm>
          <a:custGeom>
            <a:avLst/>
            <a:gdLst>
              <a:gd name="T0" fmla="*/ 2147483646 w 35"/>
              <a:gd name="T1" fmla="*/ 0 h 18"/>
              <a:gd name="T2" fmla="*/ 0 w 35"/>
              <a:gd name="T3" fmla="*/ 2147483646 h 18"/>
              <a:gd name="T4" fmla="*/ 2147483646 w 35"/>
              <a:gd name="T5" fmla="*/ 2147483646 h 18"/>
              <a:gd name="T6" fmla="*/ 2147483646 w 35"/>
              <a:gd name="T7" fmla="*/ 2147483646 h 18"/>
              <a:gd name="T8" fmla="*/ 2147483646 w 35"/>
              <a:gd name="T9" fmla="*/ 2147483646 h 18"/>
              <a:gd name="T10" fmla="*/ 2147483646 w 35"/>
              <a:gd name="T11" fmla="*/ 2147483646 h 18"/>
              <a:gd name="T12" fmla="*/ 2147483646 w 35"/>
              <a:gd name="T13" fmla="*/ 2147483646 h 18"/>
              <a:gd name="T14" fmla="*/ 2147483646 w 35"/>
              <a:gd name="T15" fmla="*/ 2147483646 h 18"/>
              <a:gd name="T16" fmla="*/ 2147483646 w 35"/>
              <a:gd name="T17" fmla="*/ 2147483646 h 18"/>
              <a:gd name="T18" fmla="*/ 2147483646 w 35"/>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18">
                <a:moveTo>
                  <a:pt x="32" y="0"/>
                </a:moveTo>
                <a:lnTo>
                  <a:pt x="0" y="13"/>
                </a:lnTo>
                <a:lnTo>
                  <a:pt x="16" y="17"/>
                </a:lnTo>
                <a:lnTo>
                  <a:pt x="27" y="18"/>
                </a:lnTo>
                <a:lnTo>
                  <a:pt x="32" y="16"/>
                </a:lnTo>
                <a:lnTo>
                  <a:pt x="35" y="12"/>
                </a:lnTo>
                <a:lnTo>
                  <a:pt x="35" y="8"/>
                </a:lnTo>
                <a:lnTo>
                  <a:pt x="34" y="4"/>
                </a:lnTo>
                <a:lnTo>
                  <a:pt x="33" y="1"/>
                </a:lnTo>
                <a:lnTo>
                  <a:pt x="32" y="0"/>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38" name="Freeform 995">
            <a:extLst>
              <a:ext uri="{FF2B5EF4-FFF2-40B4-BE49-F238E27FC236}">
                <a16:creationId xmlns:a16="http://schemas.microsoft.com/office/drawing/2014/main" id="{D445CD16-5657-FDC5-FD9E-70999C4DCA4A}"/>
              </a:ext>
            </a:extLst>
          </p:cNvPr>
          <p:cNvSpPr>
            <a:spLocks/>
          </p:cNvSpPr>
          <p:nvPr/>
        </p:nvSpPr>
        <p:spPr bwMode="auto">
          <a:xfrm>
            <a:off x="6365875" y="5213350"/>
            <a:ext cx="4763" cy="3175"/>
          </a:xfrm>
          <a:custGeom>
            <a:avLst/>
            <a:gdLst>
              <a:gd name="T0" fmla="*/ 2147483646 w 35"/>
              <a:gd name="T1" fmla="*/ 0 h 18"/>
              <a:gd name="T2" fmla="*/ 0 w 35"/>
              <a:gd name="T3" fmla="*/ 2147483646 h 18"/>
              <a:gd name="T4" fmla="*/ 0 w 35"/>
              <a:gd name="T5" fmla="*/ 2147483646 h 18"/>
              <a:gd name="T6" fmla="*/ 2147483646 w 35"/>
              <a:gd name="T7" fmla="*/ 2147483646 h 18"/>
              <a:gd name="T8" fmla="*/ 2147483646 w 35"/>
              <a:gd name="T9" fmla="*/ 2147483646 h 18"/>
              <a:gd name="T10" fmla="*/ 2147483646 w 35"/>
              <a:gd name="T11" fmla="*/ 2147483646 h 18"/>
              <a:gd name="T12" fmla="*/ 2147483646 w 35"/>
              <a:gd name="T13" fmla="*/ 2147483646 h 18"/>
              <a:gd name="T14" fmla="*/ 2147483646 w 35"/>
              <a:gd name="T15" fmla="*/ 2147483646 h 18"/>
              <a:gd name="T16" fmla="*/ 2147483646 w 35"/>
              <a:gd name="T17" fmla="*/ 2147483646 h 18"/>
              <a:gd name="T18" fmla="*/ 2147483646 w 35"/>
              <a:gd name="T19" fmla="*/ 2147483646 h 18"/>
              <a:gd name="T20" fmla="*/ 2147483646 w 3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 h="18">
                <a:moveTo>
                  <a:pt x="32" y="0"/>
                </a:moveTo>
                <a:lnTo>
                  <a:pt x="0" y="13"/>
                </a:lnTo>
                <a:lnTo>
                  <a:pt x="16" y="17"/>
                </a:lnTo>
                <a:lnTo>
                  <a:pt x="27" y="18"/>
                </a:lnTo>
                <a:lnTo>
                  <a:pt x="32" y="16"/>
                </a:lnTo>
                <a:lnTo>
                  <a:pt x="35" y="12"/>
                </a:lnTo>
                <a:lnTo>
                  <a:pt x="35" y="8"/>
                </a:lnTo>
                <a:lnTo>
                  <a:pt x="34" y="4"/>
                </a:lnTo>
                <a:lnTo>
                  <a:pt x="33" y="1"/>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39" name="Freeform 996">
            <a:extLst>
              <a:ext uri="{FF2B5EF4-FFF2-40B4-BE49-F238E27FC236}">
                <a16:creationId xmlns:a16="http://schemas.microsoft.com/office/drawing/2014/main" id="{4A45F80F-7107-B889-118C-69BDB9DB9848}"/>
              </a:ext>
            </a:extLst>
          </p:cNvPr>
          <p:cNvSpPr>
            <a:spLocks/>
          </p:cNvSpPr>
          <p:nvPr/>
        </p:nvSpPr>
        <p:spPr bwMode="auto">
          <a:xfrm>
            <a:off x="6615113" y="5165725"/>
            <a:ext cx="301625" cy="195263"/>
          </a:xfrm>
          <a:custGeom>
            <a:avLst/>
            <a:gdLst>
              <a:gd name="T0" fmla="*/ 2147483646 w 1820"/>
              <a:gd name="T1" fmla="*/ 2147483646 h 1320"/>
              <a:gd name="T2" fmla="*/ 2147483646 w 1820"/>
              <a:gd name="T3" fmla="*/ 2147483646 h 1320"/>
              <a:gd name="T4" fmla="*/ 2147483646 w 1820"/>
              <a:gd name="T5" fmla="*/ 2147483646 h 1320"/>
              <a:gd name="T6" fmla="*/ 2147483646 w 1820"/>
              <a:gd name="T7" fmla="*/ 2147483646 h 1320"/>
              <a:gd name="T8" fmla="*/ 2147483646 w 1820"/>
              <a:gd name="T9" fmla="*/ 2147483646 h 1320"/>
              <a:gd name="T10" fmla="*/ 2147483646 w 1820"/>
              <a:gd name="T11" fmla="*/ 2147483646 h 1320"/>
              <a:gd name="T12" fmla="*/ 2147483646 w 1820"/>
              <a:gd name="T13" fmla="*/ 2147483646 h 1320"/>
              <a:gd name="T14" fmla="*/ 2147483646 w 1820"/>
              <a:gd name="T15" fmla="*/ 2147483646 h 1320"/>
              <a:gd name="T16" fmla="*/ 2147483646 w 1820"/>
              <a:gd name="T17" fmla="*/ 2147483646 h 1320"/>
              <a:gd name="T18" fmla="*/ 2147483646 w 1820"/>
              <a:gd name="T19" fmla="*/ 2147483646 h 1320"/>
              <a:gd name="T20" fmla="*/ 2147483646 w 1820"/>
              <a:gd name="T21" fmla="*/ 2147483646 h 1320"/>
              <a:gd name="T22" fmla="*/ 2147483646 w 1820"/>
              <a:gd name="T23" fmla="*/ 2147483646 h 1320"/>
              <a:gd name="T24" fmla="*/ 2147483646 w 1820"/>
              <a:gd name="T25" fmla="*/ 2147483646 h 1320"/>
              <a:gd name="T26" fmla="*/ 2147483646 w 1820"/>
              <a:gd name="T27" fmla="*/ 2147483646 h 1320"/>
              <a:gd name="T28" fmla="*/ 2147483646 w 1820"/>
              <a:gd name="T29" fmla="*/ 2147483646 h 1320"/>
              <a:gd name="T30" fmla="*/ 2147483646 w 1820"/>
              <a:gd name="T31" fmla="*/ 2147483646 h 1320"/>
              <a:gd name="T32" fmla="*/ 2147483646 w 1820"/>
              <a:gd name="T33" fmla="*/ 2147483646 h 1320"/>
              <a:gd name="T34" fmla="*/ 2147483646 w 1820"/>
              <a:gd name="T35" fmla="*/ 2147483646 h 1320"/>
              <a:gd name="T36" fmla="*/ 2147483646 w 1820"/>
              <a:gd name="T37" fmla="*/ 2147483646 h 1320"/>
              <a:gd name="T38" fmla="*/ 2147483646 w 1820"/>
              <a:gd name="T39" fmla="*/ 2147483646 h 1320"/>
              <a:gd name="T40" fmla="*/ 2147483646 w 1820"/>
              <a:gd name="T41" fmla="*/ 2147483646 h 1320"/>
              <a:gd name="T42" fmla="*/ 2147483646 w 1820"/>
              <a:gd name="T43" fmla="*/ 2147483646 h 1320"/>
              <a:gd name="T44" fmla="*/ 2147483646 w 1820"/>
              <a:gd name="T45" fmla="*/ 2147483646 h 1320"/>
              <a:gd name="T46" fmla="*/ 2147483646 w 1820"/>
              <a:gd name="T47" fmla="*/ 2147483646 h 1320"/>
              <a:gd name="T48" fmla="*/ 2147483646 w 1820"/>
              <a:gd name="T49" fmla="*/ 2147483646 h 1320"/>
              <a:gd name="T50" fmla="*/ 2147483646 w 1820"/>
              <a:gd name="T51" fmla="*/ 2147483646 h 1320"/>
              <a:gd name="T52" fmla="*/ 2147483646 w 1820"/>
              <a:gd name="T53" fmla="*/ 2147483646 h 1320"/>
              <a:gd name="T54" fmla="*/ 2147483646 w 1820"/>
              <a:gd name="T55" fmla="*/ 2147483646 h 1320"/>
              <a:gd name="T56" fmla="*/ 2147483646 w 1820"/>
              <a:gd name="T57" fmla="*/ 2147483646 h 1320"/>
              <a:gd name="T58" fmla="*/ 2147483646 w 1820"/>
              <a:gd name="T59" fmla="*/ 2147483646 h 1320"/>
              <a:gd name="T60" fmla="*/ 2147483646 w 1820"/>
              <a:gd name="T61" fmla="*/ 2147483646 h 1320"/>
              <a:gd name="T62" fmla="*/ 2147483646 w 1820"/>
              <a:gd name="T63" fmla="*/ 2147483646 h 1320"/>
              <a:gd name="T64" fmla="*/ 2147483646 w 1820"/>
              <a:gd name="T65" fmla="*/ 2147483646 h 1320"/>
              <a:gd name="T66" fmla="*/ 2147483646 w 1820"/>
              <a:gd name="T67" fmla="*/ 2147483646 h 1320"/>
              <a:gd name="T68" fmla="*/ 2147483646 w 1820"/>
              <a:gd name="T69" fmla="*/ 2147483646 h 1320"/>
              <a:gd name="T70" fmla="*/ 2147483646 w 1820"/>
              <a:gd name="T71" fmla="*/ 2147483646 h 1320"/>
              <a:gd name="T72" fmla="*/ 2147483646 w 1820"/>
              <a:gd name="T73" fmla="*/ 2147483646 h 1320"/>
              <a:gd name="T74" fmla="*/ 2147483646 w 1820"/>
              <a:gd name="T75" fmla="*/ 2147483646 h 1320"/>
              <a:gd name="T76" fmla="*/ 2147483646 w 1820"/>
              <a:gd name="T77" fmla="*/ 2147483646 h 1320"/>
              <a:gd name="T78" fmla="*/ 2147483646 w 1820"/>
              <a:gd name="T79" fmla="*/ 2147483646 h 1320"/>
              <a:gd name="T80" fmla="*/ 2147483646 w 1820"/>
              <a:gd name="T81" fmla="*/ 2147483646 h 1320"/>
              <a:gd name="T82" fmla="*/ 2147483646 w 1820"/>
              <a:gd name="T83" fmla="*/ 2147483646 h 1320"/>
              <a:gd name="T84" fmla="*/ 2147483646 w 1820"/>
              <a:gd name="T85" fmla="*/ 2147483646 h 1320"/>
              <a:gd name="T86" fmla="*/ 2147483646 w 1820"/>
              <a:gd name="T87" fmla="*/ 2147483646 h 1320"/>
              <a:gd name="T88" fmla="*/ 2147483646 w 1820"/>
              <a:gd name="T89" fmla="*/ 2147483646 h 1320"/>
              <a:gd name="T90" fmla="*/ 2147483646 w 1820"/>
              <a:gd name="T91" fmla="*/ 2147483646 h 1320"/>
              <a:gd name="T92" fmla="*/ 2147483646 w 1820"/>
              <a:gd name="T93" fmla="*/ 2147483646 h 1320"/>
              <a:gd name="T94" fmla="*/ 2147483646 w 1820"/>
              <a:gd name="T95" fmla="*/ 2147483646 h 1320"/>
              <a:gd name="T96" fmla="*/ 2147483646 w 1820"/>
              <a:gd name="T97" fmla="*/ 2147483646 h 1320"/>
              <a:gd name="T98" fmla="*/ 2147483646 w 1820"/>
              <a:gd name="T99" fmla="*/ 2147483646 h 1320"/>
              <a:gd name="T100" fmla="*/ 2147483646 w 1820"/>
              <a:gd name="T101" fmla="*/ 2147483646 h 1320"/>
              <a:gd name="T102" fmla="*/ 2147483646 w 1820"/>
              <a:gd name="T103" fmla="*/ 2147483646 h 1320"/>
              <a:gd name="T104" fmla="*/ 2147483646 w 1820"/>
              <a:gd name="T105" fmla="*/ 2147483646 h 1320"/>
              <a:gd name="T106" fmla="*/ 2147483646 w 1820"/>
              <a:gd name="T107" fmla="*/ 2147483646 h 1320"/>
              <a:gd name="T108" fmla="*/ 2147483646 w 1820"/>
              <a:gd name="T109" fmla="*/ 2147483646 h 1320"/>
              <a:gd name="T110" fmla="*/ 2147483646 w 1820"/>
              <a:gd name="T111" fmla="*/ 2147483646 h 1320"/>
              <a:gd name="T112" fmla="*/ 2147483646 w 1820"/>
              <a:gd name="T113" fmla="*/ 2147483646 h 1320"/>
              <a:gd name="T114" fmla="*/ 2147483646 w 1820"/>
              <a:gd name="T115" fmla="*/ 2147483646 h 1320"/>
              <a:gd name="T116" fmla="*/ 2147483646 w 1820"/>
              <a:gd name="T117" fmla="*/ 2147483646 h 1320"/>
              <a:gd name="T118" fmla="*/ 2147483646 w 1820"/>
              <a:gd name="T119" fmla="*/ 2147483646 h 1320"/>
              <a:gd name="T120" fmla="*/ 2147483646 w 1820"/>
              <a:gd name="T121" fmla="*/ 2147483646 h 13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20" h="1320">
                <a:moveTo>
                  <a:pt x="280" y="0"/>
                </a:moveTo>
                <a:lnTo>
                  <a:pt x="283" y="4"/>
                </a:lnTo>
                <a:lnTo>
                  <a:pt x="286" y="9"/>
                </a:lnTo>
                <a:lnTo>
                  <a:pt x="289" y="14"/>
                </a:lnTo>
                <a:lnTo>
                  <a:pt x="292" y="19"/>
                </a:lnTo>
                <a:lnTo>
                  <a:pt x="294" y="25"/>
                </a:lnTo>
                <a:lnTo>
                  <a:pt x="296" y="31"/>
                </a:lnTo>
                <a:lnTo>
                  <a:pt x="298" y="37"/>
                </a:lnTo>
                <a:lnTo>
                  <a:pt x="299" y="45"/>
                </a:lnTo>
                <a:lnTo>
                  <a:pt x="304" y="62"/>
                </a:lnTo>
                <a:lnTo>
                  <a:pt x="308" y="75"/>
                </a:lnTo>
                <a:lnTo>
                  <a:pt x="314" y="84"/>
                </a:lnTo>
                <a:lnTo>
                  <a:pt x="320" y="92"/>
                </a:lnTo>
                <a:lnTo>
                  <a:pt x="325" y="98"/>
                </a:lnTo>
                <a:lnTo>
                  <a:pt x="331" y="104"/>
                </a:lnTo>
                <a:lnTo>
                  <a:pt x="335" y="111"/>
                </a:lnTo>
                <a:lnTo>
                  <a:pt x="338" y="120"/>
                </a:lnTo>
                <a:lnTo>
                  <a:pt x="342" y="129"/>
                </a:lnTo>
                <a:lnTo>
                  <a:pt x="347" y="134"/>
                </a:lnTo>
                <a:lnTo>
                  <a:pt x="356" y="137"/>
                </a:lnTo>
                <a:lnTo>
                  <a:pt x="365" y="138"/>
                </a:lnTo>
                <a:lnTo>
                  <a:pt x="374" y="138"/>
                </a:lnTo>
                <a:lnTo>
                  <a:pt x="383" y="137"/>
                </a:lnTo>
                <a:lnTo>
                  <a:pt x="392" y="136"/>
                </a:lnTo>
                <a:lnTo>
                  <a:pt x="399" y="136"/>
                </a:lnTo>
                <a:lnTo>
                  <a:pt x="408" y="134"/>
                </a:lnTo>
                <a:lnTo>
                  <a:pt x="417" y="131"/>
                </a:lnTo>
                <a:lnTo>
                  <a:pt x="426" y="125"/>
                </a:lnTo>
                <a:lnTo>
                  <a:pt x="435" y="119"/>
                </a:lnTo>
                <a:lnTo>
                  <a:pt x="444" y="114"/>
                </a:lnTo>
                <a:lnTo>
                  <a:pt x="454" y="111"/>
                </a:lnTo>
                <a:lnTo>
                  <a:pt x="462" y="110"/>
                </a:lnTo>
                <a:lnTo>
                  <a:pt x="469" y="112"/>
                </a:lnTo>
                <a:lnTo>
                  <a:pt x="476" y="115"/>
                </a:lnTo>
                <a:lnTo>
                  <a:pt x="482" y="118"/>
                </a:lnTo>
                <a:lnTo>
                  <a:pt x="488" y="120"/>
                </a:lnTo>
                <a:lnTo>
                  <a:pt x="494" y="122"/>
                </a:lnTo>
                <a:lnTo>
                  <a:pt x="500" y="125"/>
                </a:lnTo>
                <a:lnTo>
                  <a:pt x="508" y="129"/>
                </a:lnTo>
                <a:lnTo>
                  <a:pt x="517" y="134"/>
                </a:lnTo>
                <a:lnTo>
                  <a:pt x="528" y="143"/>
                </a:lnTo>
                <a:lnTo>
                  <a:pt x="539" y="152"/>
                </a:lnTo>
                <a:lnTo>
                  <a:pt x="548" y="162"/>
                </a:lnTo>
                <a:lnTo>
                  <a:pt x="555" y="172"/>
                </a:lnTo>
                <a:lnTo>
                  <a:pt x="560" y="183"/>
                </a:lnTo>
                <a:lnTo>
                  <a:pt x="563" y="196"/>
                </a:lnTo>
                <a:lnTo>
                  <a:pt x="565" y="207"/>
                </a:lnTo>
                <a:lnTo>
                  <a:pt x="566" y="219"/>
                </a:lnTo>
                <a:lnTo>
                  <a:pt x="567" y="232"/>
                </a:lnTo>
                <a:lnTo>
                  <a:pt x="566" y="244"/>
                </a:lnTo>
                <a:lnTo>
                  <a:pt x="563" y="251"/>
                </a:lnTo>
                <a:lnTo>
                  <a:pt x="557" y="254"/>
                </a:lnTo>
                <a:lnTo>
                  <a:pt x="553" y="255"/>
                </a:lnTo>
                <a:lnTo>
                  <a:pt x="549" y="255"/>
                </a:lnTo>
                <a:lnTo>
                  <a:pt x="550" y="256"/>
                </a:lnTo>
                <a:lnTo>
                  <a:pt x="557" y="257"/>
                </a:lnTo>
                <a:lnTo>
                  <a:pt x="571" y="261"/>
                </a:lnTo>
                <a:lnTo>
                  <a:pt x="588" y="265"/>
                </a:lnTo>
                <a:lnTo>
                  <a:pt x="607" y="265"/>
                </a:lnTo>
                <a:lnTo>
                  <a:pt x="624" y="265"/>
                </a:lnTo>
                <a:lnTo>
                  <a:pt x="641" y="263"/>
                </a:lnTo>
                <a:lnTo>
                  <a:pt x="658" y="262"/>
                </a:lnTo>
                <a:lnTo>
                  <a:pt x="672" y="262"/>
                </a:lnTo>
                <a:lnTo>
                  <a:pt x="685" y="265"/>
                </a:lnTo>
                <a:lnTo>
                  <a:pt x="695" y="271"/>
                </a:lnTo>
                <a:lnTo>
                  <a:pt x="706" y="279"/>
                </a:lnTo>
                <a:lnTo>
                  <a:pt x="716" y="286"/>
                </a:lnTo>
                <a:lnTo>
                  <a:pt x="726" y="291"/>
                </a:lnTo>
                <a:lnTo>
                  <a:pt x="735" y="295"/>
                </a:lnTo>
                <a:lnTo>
                  <a:pt x="743" y="297"/>
                </a:lnTo>
                <a:lnTo>
                  <a:pt x="749" y="296"/>
                </a:lnTo>
                <a:lnTo>
                  <a:pt x="754" y="293"/>
                </a:lnTo>
                <a:lnTo>
                  <a:pt x="755" y="285"/>
                </a:lnTo>
                <a:lnTo>
                  <a:pt x="757" y="277"/>
                </a:lnTo>
                <a:lnTo>
                  <a:pt x="763" y="270"/>
                </a:lnTo>
                <a:lnTo>
                  <a:pt x="771" y="265"/>
                </a:lnTo>
                <a:lnTo>
                  <a:pt x="780" y="260"/>
                </a:lnTo>
                <a:lnTo>
                  <a:pt x="790" y="258"/>
                </a:lnTo>
                <a:lnTo>
                  <a:pt x="800" y="257"/>
                </a:lnTo>
                <a:lnTo>
                  <a:pt x="809" y="259"/>
                </a:lnTo>
                <a:lnTo>
                  <a:pt x="814" y="263"/>
                </a:lnTo>
                <a:lnTo>
                  <a:pt x="819" y="266"/>
                </a:lnTo>
                <a:lnTo>
                  <a:pt x="826" y="267"/>
                </a:lnTo>
                <a:lnTo>
                  <a:pt x="834" y="265"/>
                </a:lnTo>
                <a:lnTo>
                  <a:pt x="842" y="261"/>
                </a:lnTo>
                <a:lnTo>
                  <a:pt x="849" y="256"/>
                </a:lnTo>
                <a:lnTo>
                  <a:pt x="856" y="250"/>
                </a:lnTo>
                <a:lnTo>
                  <a:pt x="860" y="244"/>
                </a:lnTo>
                <a:lnTo>
                  <a:pt x="861" y="238"/>
                </a:lnTo>
                <a:lnTo>
                  <a:pt x="862" y="231"/>
                </a:lnTo>
                <a:lnTo>
                  <a:pt x="864" y="222"/>
                </a:lnTo>
                <a:lnTo>
                  <a:pt x="867" y="212"/>
                </a:lnTo>
                <a:lnTo>
                  <a:pt x="871" y="202"/>
                </a:lnTo>
                <a:lnTo>
                  <a:pt x="876" y="194"/>
                </a:lnTo>
                <a:lnTo>
                  <a:pt x="880" y="189"/>
                </a:lnTo>
                <a:lnTo>
                  <a:pt x="885" y="189"/>
                </a:lnTo>
                <a:lnTo>
                  <a:pt x="889" y="196"/>
                </a:lnTo>
                <a:lnTo>
                  <a:pt x="892" y="206"/>
                </a:lnTo>
                <a:lnTo>
                  <a:pt x="893" y="217"/>
                </a:lnTo>
                <a:lnTo>
                  <a:pt x="894" y="227"/>
                </a:lnTo>
                <a:lnTo>
                  <a:pt x="895" y="236"/>
                </a:lnTo>
                <a:lnTo>
                  <a:pt x="896" y="245"/>
                </a:lnTo>
                <a:lnTo>
                  <a:pt x="900" y="252"/>
                </a:lnTo>
                <a:lnTo>
                  <a:pt x="907" y="258"/>
                </a:lnTo>
                <a:lnTo>
                  <a:pt x="916" y="263"/>
                </a:lnTo>
                <a:lnTo>
                  <a:pt x="926" y="266"/>
                </a:lnTo>
                <a:lnTo>
                  <a:pt x="934" y="267"/>
                </a:lnTo>
                <a:lnTo>
                  <a:pt x="941" y="267"/>
                </a:lnTo>
                <a:lnTo>
                  <a:pt x="948" y="266"/>
                </a:lnTo>
                <a:lnTo>
                  <a:pt x="955" y="267"/>
                </a:lnTo>
                <a:lnTo>
                  <a:pt x="962" y="270"/>
                </a:lnTo>
                <a:lnTo>
                  <a:pt x="970" y="275"/>
                </a:lnTo>
                <a:lnTo>
                  <a:pt x="979" y="285"/>
                </a:lnTo>
                <a:lnTo>
                  <a:pt x="990" y="297"/>
                </a:lnTo>
                <a:lnTo>
                  <a:pt x="1002" y="305"/>
                </a:lnTo>
                <a:lnTo>
                  <a:pt x="1013" y="311"/>
                </a:lnTo>
                <a:lnTo>
                  <a:pt x="1023" y="315"/>
                </a:lnTo>
                <a:lnTo>
                  <a:pt x="1034" y="318"/>
                </a:lnTo>
                <a:lnTo>
                  <a:pt x="1045" y="318"/>
                </a:lnTo>
                <a:lnTo>
                  <a:pt x="1057" y="318"/>
                </a:lnTo>
                <a:lnTo>
                  <a:pt x="1069" y="316"/>
                </a:lnTo>
                <a:lnTo>
                  <a:pt x="1080" y="314"/>
                </a:lnTo>
                <a:lnTo>
                  <a:pt x="1091" y="310"/>
                </a:lnTo>
                <a:lnTo>
                  <a:pt x="1104" y="306"/>
                </a:lnTo>
                <a:lnTo>
                  <a:pt x="1115" y="303"/>
                </a:lnTo>
                <a:lnTo>
                  <a:pt x="1127" y="300"/>
                </a:lnTo>
                <a:lnTo>
                  <a:pt x="1140" y="299"/>
                </a:lnTo>
                <a:lnTo>
                  <a:pt x="1155" y="301"/>
                </a:lnTo>
                <a:lnTo>
                  <a:pt x="1169" y="306"/>
                </a:lnTo>
                <a:lnTo>
                  <a:pt x="1184" y="311"/>
                </a:lnTo>
                <a:lnTo>
                  <a:pt x="1197" y="315"/>
                </a:lnTo>
                <a:lnTo>
                  <a:pt x="1210" y="317"/>
                </a:lnTo>
                <a:lnTo>
                  <a:pt x="1220" y="318"/>
                </a:lnTo>
                <a:lnTo>
                  <a:pt x="1228" y="317"/>
                </a:lnTo>
                <a:lnTo>
                  <a:pt x="1235" y="315"/>
                </a:lnTo>
                <a:lnTo>
                  <a:pt x="1240" y="311"/>
                </a:lnTo>
                <a:lnTo>
                  <a:pt x="1244" y="306"/>
                </a:lnTo>
                <a:lnTo>
                  <a:pt x="1251" y="302"/>
                </a:lnTo>
                <a:lnTo>
                  <a:pt x="1260" y="299"/>
                </a:lnTo>
                <a:lnTo>
                  <a:pt x="1272" y="299"/>
                </a:lnTo>
                <a:lnTo>
                  <a:pt x="1285" y="298"/>
                </a:lnTo>
                <a:lnTo>
                  <a:pt x="1297" y="298"/>
                </a:lnTo>
                <a:lnTo>
                  <a:pt x="1310" y="295"/>
                </a:lnTo>
                <a:lnTo>
                  <a:pt x="1319" y="289"/>
                </a:lnTo>
                <a:lnTo>
                  <a:pt x="1324" y="281"/>
                </a:lnTo>
                <a:lnTo>
                  <a:pt x="1328" y="270"/>
                </a:lnTo>
                <a:lnTo>
                  <a:pt x="1335" y="257"/>
                </a:lnTo>
                <a:lnTo>
                  <a:pt x="1344" y="245"/>
                </a:lnTo>
                <a:lnTo>
                  <a:pt x="1355" y="232"/>
                </a:lnTo>
                <a:lnTo>
                  <a:pt x="1365" y="223"/>
                </a:lnTo>
                <a:lnTo>
                  <a:pt x="1377" y="216"/>
                </a:lnTo>
                <a:lnTo>
                  <a:pt x="1388" y="214"/>
                </a:lnTo>
                <a:lnTo>
                  <a:pt x="1399" y="216"/>
                </a:lnTo>
                <a:lnTo>
                  <a:pt x="1410" y="218"/>
                </a:lnTo>
                <a:lnTo>
                  <a:pt x="1421" y="216"/>
                </a:lnTo>
                <a:lnTo>
                  <a:pt x="1432" y="211"/>
                </a:lnTo>
                <a:lnTo>
                  <a:pt x="1443" y="204"/>
                </a:lnTo>
                <a:lnTo>
                  <a:pt x="1456" y="198"/>
                </a:lnTo>
                <a:lnTo>
                  <a:pt x="1469" y="194"/>
                </a:lnTo>
                <a:lnTo>
                  <a:pt x="1483" y="194"/>
                </a:lnTo>
                <a:lnTo>
                  <a:pt x="1500" y="200"/>
                </a:lnTo>
                <a:lnTo>
                  <a:pt x="1514" y="209"/>
                </a:lnTo>
                <a:lnTo>
                  <a:pt x="1523" y="219"/>
                </a:lnTo>
                <a:lnTo>
                  <a:pt x="1529" y="230"/>
                </a:lnTo>
                <a:lnTo>
                  <a:pt x="1532" y="239"/>
                </a:lnTo>
                <a:lnTo>
                  <a:pt x="1532" y="248"/>
                </a:lnTo>
                <a:lnTo>
                  <a:pt x="1532" y="255"/>
                </a:lnTo>
                <a:lnTo>
                  <a:pt x="1531" y="259"/>
                </a:lnTo>
                <a:lnTo>
                  <a:pt x="1530" y="261"/>
                </a:lnTo>
                <a:lnTo>
                  <a:pt x="1533" y="262"/>
                </a:lnTo>
                <a:lnTo>
                  <a:pt x="1540" y="265"/>
                </a:lnTo>
                <a:lnTo>
                  <a:pt x="1551" y="269"/>
                </a:lnTo>
                <a:lnTo>
                  <a:pt x="1565" y="273"/>
                </a:lnTo>
                <a:lnTo>
                  <a:pt x="1579" y="277"/>
                </a:lnTo>
                <a:lnTo>
                  <a:pt x="1593" y="279"/>
                </a:lnTo>
                <a:lnTo>
                  <a:pt x="1608" y="278"/>
                </a:lnTo>
                <a:lnTo>
                  <a:pt x="1620" y="275"/>
                </a:lnTo>
                <a:lnTo>
                  <a:pt x="1630" y="268"/>
                </a:lnTo>
                <a:lnTo>
                  <a:pt x="1641" y="260"/>
                </a:lnTo>
                <a:lnTo>
                  <a:pt x="1652" y="252"/>
                </a:lnTo>
                <a:lnTo>
                  <a:pt x="1662" y="244"/>
                </a:lnTo>
                <a:lnTo>
                  <a:pt x="1672" y="237"/>
                </a:lnTo>
                <a:lnTo>
                  <a:pt x="1681" y="235"/>
                </a:lnTo>
                <a:lnTo>
                  <a:pt x="1690" y="237"/>
                </a:lnTo>
                <a:lnTo>
                  <a:pt x="1700" y="247"/>
                </a:lnTo>
                <a:lnTo>
                  <a:pt x="1706" y="252"/>
                </a:lnTo>
                <a:lnTo>
                  <a:pt x="1715" y="257"/>
                </a:lnTo>
                <a:lnTo>
                  <a:pt x="1727" y="261"/>
                </a:lnTo>
                <a:lnTo>
                  <a:pt x="1742" y="264"/>
                </a:lnTo>
                <a:lnTo>
                  <a:pt x="1759" y="267"/>
                </a:lnTo>
                <a:lnTo>
                  <a:pt x="1776" y="270"/>
                </a:lnTo>
                <a:lnTo>
                  <a:pt x="1795" y="272"/>
                </a:lnTo>
                <a:lnTo>
                  <a:pt x="1814" y="274"/>
                </a:lnTo>
                <a:lnTo>
                  <a:pt x="1815" y="274"/>
                </a:lnTo>
                <a:lnTo>
                  <a:pt x="1816" y="274"/>
                </a:lnTo>
                <a:lnTo>
                  <a:pt x="1816" y="279"/>
                </a:lnTo>
                <a:lnTo>
                  <a:pt x="1817" y="284"/>
                </a:lnTo>
                <a:lnTo>
                  <a:pt x="1818" y="288"/>
                </a:lnTo>
                <a:lnTo>
                  <a:pt x="1819" y="293"/>
                </a:lnTo>
                <a:lnTo>
                  <a:pt x="1820" y="308"/>
                </a:lnTo>
                <a:lnTo>
                  <a:pt x="1815" y="322"/>
                </a:lnTo>
                <a:lnTo>
                  <a:pt x="1808" y="334"/>
                </a:lnTo>
                <a:lnTo>
                  <a:pt x="1797" y="347"/>
                </a:lnTo>
                <a:lnTo>
                  <a:pt x="1789" y="358"/>
                </a:lnTo>
                <a:lnTo>
                  <a:pt x="1782" y="370"/>
                </a:lnTo>
                <a:lnTo>
                  <a:pt x="1781" y="383"/>
                </a:lnTo>
                <a:lnTo>
                  <a:pt x="1785" y="399"/>
                </a:lnTo>
                <a:lnTo>
                  <a:pt x="1790" y="413"/>
                </a:lnTo>
                <a:lnTo>
                  <a:pt x="1789" y="423"/>
                </a:lnTo>
                <a:lnTo>
                  <a:pt x="1784" y="431"/>
                </a:lnTo>
                <a:lnTo>
                  <a:pt x="1777" y="437"/>
                </a:lnTo>
                <a:lnTo>
                  <a:pt x="1767" y="444"/>
                </a:lnTo>
                <a:lnTo>
                  <a:pt x="1757" y="450"/>
                </a:lnTo>
                <a:lnTo>
                  <a:pt x="1747" y="458"/>
                </a:lnTo>
                <a:lnTo>
                  <a:pt x="1740" y="469"/>
                </a:lnTo>
                <a:lnTo>
                  <a:pt x="1736" y="481"/>
                </a:lnTo>
                <a:lnTo>
                  <a:pt x="1733" y="494"/>
                </a:lnTo>
                <a:lnTo>
                  <a:pt x="1732" y="504"/>
                </a:lnTo>
                <a:lnTo>
                  <a:pt x="1729" y="514"/>
                </a:lnTo>
                <a:lnTo>
                  <a:pt x="1726" y="523"/>
                </a:lnTo>
                <a:lnTo>
                  <a:pt x="1719" y="531"/>
                </a:lnTo>
                <a:lnTo>
                  <a:pt x="1710" y="537"/>
                </a:lnTo>
                <a:lnTo>
                  <a:pt x="1695" y="542"/>
                </a:lnTo>
                <a:lnTo>
                  <a:pt x="1682" y="550"/>
                </a:lnTo>
                <a:lnTo>
                  <a:pt x="1676" y="562"/>
                </a:lnTo>
                <a:lnTo>
                  <a:pt x="1674" y="576"/>
                </a:lnTo>
                <a:lnTo>
                  <a:pt x="1673" y="592"/>
                </a:lnTo>
                <a:lnTo>
                  <a:pt x="1673" y="610"/>
                </a:lnTo>
                <a:lnTo>
                  <a:pt x="1672" y="624"/>
                </a:lnTo>
                <a:lnTo>
                  <a:pt x="1666" y="636"/>
                </a:lnTo>
                <a:lnTo>
                  <a:pt x="1654" y="643"/>
                </a:lnTo>
                <a:lnTo>
                  <a:pt x="1640" y="651"/>
                </a:lnTo>
                <a:lnTo>
                  <a:pt x="1630" y="663"/>
                </a:lnTo>
                <a:lnTo>
                  <a:pt x="1623" y="679"/>
                </a:lnTo>
                <a:lnTo>
                  <a:pt x="1618" y="697"/>
                </a:lnTo>
                <a:lnTo>
                  <a:pt x="1614" y="715"/>
                </a:lnTo>
                <a:lnTo>
                  <a:pt x="1611" y="730"/>
                </a:lnTo>
                <a:lnTo>
                  <a:pt x="1606" y="743"/>
                </a:lnTo>
                <a:lnTo>
                  <a:pt x="1601" y="751"/>
                </a:lnTo>
                <a:lnTo>
                  <a:pt x="1593" y="756"/>
                </a:lnTo>
                <a:lnTo>
                  <a:pt x="1586" y="763"/>
                </a:lnTo>
                <a:lnTo>
                  <a:pt x="1578" y="771"/>
                </a:lnTo>
                <a:lnTo>
                  <a:pt x="1571" y="781"/>
                </a:lnTo>
                <a:lnTo>
                  <a:pt x="1565" y="792"/>
                </a:lnTo>
                <a:lnTo>
                  <a:pt x="1559" y="805"/>
                </a:lnTo>
                <a:lnTo>
                  <a:pt x="1555" y="818"/>
                </a:lnTo>
                <a:lnTo>
                  <a:pt x="1553" y="831"/>
                </a:lnTo>
                <a:lnTo>
                  <a:pt x="1548" y="842"/>
                </a:lnTo>
                <a:lnTo>
                  <a:pt x="1540" y="849"/>
                </a:lnTo>
                <a:lnTo>
                  <a:pt x="1528" y="853"/>
                </a:lnTo>
                <a:lnTo>
                  <a:pt x="1515" y="856"/>
                </a:lnTo>
                <a:lnTo>
                  <a:pt x="1502" y="860"/>
                </a:lnTo>
                <a:lnTo>
                  <a:pt x="1489" y="865"/>
                </a:lnTo>
                <a:lnTo>
                  <a:pt x="1479" y="874"/>
                </a:lnTo>
                <a:lnTo>
                  <a:pt x="1474" y="888"/>
                </a:lnTo>
                <a:lnTo>
                  <a:pt x="1471" y="904"/>
                </a:lnTo>
                <a:lnTo>
                  <a:pt x="1467" y="915"/>
                </a:lnTo>
                <a:lnTo>
                  <a:pt x="1463" y="921"/>
                </a:lnTo>
                <a:lnTo>
                  <a:pt x="1459" y="925"/>
                </a:lnTo>
                <a:lnTo>
                  <a:pt x="1454" y="925"/>
                </a:lnTo>
                <a:lnTo>
                  <a:pt x="1450" y="922"/>
                </a:lnTo>
                <a:lnTo>
                  <a:pt x="1444" y="918"/>
                </a:lnTo>
                <a:lnTo>
                  <a:pt x="1440" y="911"/>
                </a:lnTo>
                <a:lnTo>
                  <a:pt x="1435" y="906"/>
                </a:lnTo>
                <a:lnTo>
                  <a:pt x="1429" y="907"/>
                </a:lnTo>
                <a:lnTo>
                  <a:pt x="1423" y="911"/>
                </a:lnTo>
                <a:lnTo>
                  <a:pt x="1415" y="918"/>
                </a:lnTo>
                <a:lnTo>
                  <a:pt x="1408" y="927"/>
                </a:lnTo>
                <a:lnTo>
                  <a:pt x="1399" y="936"/>
                </a:lnTo>
                <a:lnTo>
                  <a:pt x="1392" y="943"/>
                </a:lnTo>
                <a:lnTo>
                  <a:pt x="1385" y="950"/>
                </a:lnTo>
                <a:lnTo>
                  <a:pt x="1379" y="954"/>
                </a:lnTo>
                <a:lnTo>
                  <a:pt x="1373" y="958"/>
                </a:lnTo>
                <a:lnTo>
                  <a:pt x="1367" y="960"/>
                </a:lnTo>
                <a:lnTo>
                  <a:pt x="1362" y="961"/>
                </a:lnTo>
                <a:lnTo>
                  <a:pt x="1357" y="961"/>
                </a:lnTo>
                <a:lnTo>
                  <a:pt x="1353" y="957"/>
                </a:lnTo>
                <a:lnTo>
                  <a:pt x="1348" y="951"/>
                </a:lnTo>
                <a:lnTo>
                  <a:pt x="1345" y="941"/>
                </a:lnTo>
                <a:lnTo>
                  <a:pt x="1342" y="931"/>
                </a:lnTo>
                <a:lnTo>
                  <a:pt x="1339" y="922"/>
                </a:lnTo>
                <a:lnTo>
                  <a:pt x="1335" y="916"/>
                </a:lnTo>
                <a:lnTo>
                  <a:pt x="1331" y="913"/>
                </a:lnTo>
                <a:lnTo>
                  <a:pt x="1326" y="913"/>
                </a:lnTo>
                <a:lnTo>
                  <a:pt x="1320" y="917"/>
                </a:lnTo>
                <a:lnTo>
                  <a:pt x="1314" y="925"/>
                </a:lnTo>
                <a:lnTo>
                  <a:pt x="1307" y="938"/>
                </a:lnTo>
                <a:lnTo>
                  <a:pt x="1301" y="951"/>
                </a:lnTo>
                <a:lnTo>
                  <a:pt x="1296" y="957"/>
                </a:lnTo>
                <a:lnTo>
                  <a:pt x="1293" y="958"/>
                </a:lnTo>
                <a:lnTo>
                  <a:pt x="1290" y="954"/>
                </a:lnTo>
                <a:lnTo>
                  <a:pt x="1288" y="949"/>
                </a:lnTo>
                <a:lnTo>
                  <a:pt x="1285" y="940"/>
                </a:lnTo>
                <a:lnTo>
                  <a:pt x="1280" y="932"/>
                </a:lnTo>
                <a:lnTo>
                  <a:pt x="1273" y="924"/>
                </a:lnTo>
                <a:lnTo>
                  <a:pt x="1266" y="917"/>
                </a:lnTo>
                <a:lnTo>
                  <a:pt x="1260" y="912"/>
                </a:lnTo>
                <a:lnTo>
                  <a:pt x="1256" y="909"/>
                </a:lnTo>
                <a:lnTo>
                  <a:pt x="1253" y="908"/>
                </a:lnTo>
                <a:lnTo>
                  <a:pt x="1251" y="910"/>
                </a:lnTo>
                <a:lnTo>
                  <a:pt x="1249" y="916"/>
                </a:lnTo>
                <a:lnTo>
                  <a:pt x="1248" y="926"/>
                </a:lnTo>
                <a:lnTo>
                  <a:pt x="1247" y="941"/>
                </a:lnTo>
                <a:lnTo>
                  <a:pt x="1245" y="956"/>
                </a:lnTo>
                <a:lnTo>
                  <a:pt x="1242" y="963"/>
                </a:lnTo>
                <a:lnTo>
                  <a:pt x="1238" y="966"/>
                </a:lnTo>
                <a:lnTo>
                  <a:pt x="1234" y="966"/>
                </a:lnTo>
                <a:lnTo>
                  <a:pt x="1230" y="967"/>
                </a:lnTo>
                <a:lnTo>
                  <a:pt x="1227" y="970"/>
                </a:lnTo>
                <a:lnTo>
                  <a:pt x="1225" y="977"/>
                </a:lnTo>
                <a:lnTo>
                  <a:pt x="1225" y="991"/>
                </a:lnTo>
                <a:lnTo>
                  <a:pt x="1224" y="1005"/>
                </a:lnTo>
                <a:lnTo>
                  <a:pt x="1219" y="1010"/>
                </a:lnTo>
                <a:lnTo>
                  <a:pt x="1212" y="1009"/>
                </a:lnTo>
                <a:lnTo>
                  <a:pt x="1204" y="1004"/>
                </a:lnTo>
                <a:lnTo>
                  <a:pt x="1195" y="997"/>
                </a:lnTo>
                <a:lnTo>
                  <a:pt x="1187" y="988"/>
                </a:lnTo>
                <a:lnTo>
                  <a:pt x="1182" y="982"/>
                </a:lnTo>
                <a:lnTo>
                  <a:pt x="1180" y="980"/>
                </a:lnTo>
                <a:lnTo>
                  <a:pt x="1178" y="977"/>
                </a:lnTo>
                <a:lnTo>
                  <a:pt x="1172" y="968"/>
                </a:lnTo>
                <a:lnTo>
                  <a:pt x="1164" y="956"/>
                </a:lnTo>
                <a:lnTo>
                  <a:pt x="1154" y="943"/>
                </a:lnTo>
                <a:lnTo>
                  <a:pt x="1142" y="932"/>
                </a:lnTo>
                <a:lnTo>
                  <a:pt x="1131" y="925"/>
                </a:lnTo>
                <a:lnTo>
                  <a:pt x="1121" y="925"/>
                </a:lnTo>
                <a:lnTo>
                  <a:pt x="1113" y="933"/>
                </a:lnTo>
                <a:lnTo>
                  <a:pt x="1107" y="943"/>
                </a:lnTo>
                <a:lnTo>
                  <a:pt x="1104" y="947"/>
                </a:lnTo>
                <a:lnTo>
                  <a:pt x="1100" y="947"/>
                </a:lnTo>
                <a:lnTo>
                  <a:pt x="1099" y="942"/>
                </a:lnTo>
                <a:lnTo>
                  <a:pt x="1096" y="936"/>
                </a:lnTo>
                <a:lnTo>
                  <a:pt x="1093" y="930"/>
                </a:lnTo>
                <a:lnTo>
                  <a:pt x="1087" y="926"/>
                </a:lnTo>
                <a:lnTo>
                  <a:pt x="1079" y="924"/>
                </a:lnTo>
                <a:lnTo>
                  <a:pt x="1069" y="922"/>
                </a:lnTo>
                <a:lnTo>
                  <a:pt x="1060" y="918"/>
                </a:lnTo>
                <a:lnTo>
                  <a:pt x="1053" y="911"/>
                </a:lnTo>
                <a:lnTo>
                  <a:pt x="1045" y="903"/>
                </a:lnTo>
                <a:lnTo>
                  <a:pt x="1039" y="895"/>
                </a:lnTo>
                <a:lnTo>
                  <a:pt x="1035" y="888"/>
                </a:lnTo>
                <a:lnTo>
                  <a:pt x="1033" y="884"/>
                </a:lnTo>
                <a:lnTo>
                  <a:pt x="1032" y="882"/>
                </a:lnTo>
                <a:lnTo>
                  <a:pt x="1029" y="881"/>
                </a:lnTo>
                <a:lnTo>
                  <a:pt x="1023" y="878"/>
                </a:lnTo>
                <a:lnTo>
                  <a:pt x="1015" y="875"/>
                </a:lnTo>
                <a:lnTo>
                  <a:pt x="1006" y="872"/>
                </a:lnTo>
                <a:lnTo>
                  <a:pt x="998" y="872"/>
                </a:lnTo>
                <a:lnTo>
                  <a:pt x="995" y="875"/>
                </a:lnTo>
                <a:lnTo>
                  <a:pt x="997" y="883"/>
                </a:lnTo>
                <a:lnTo>
                  <a:pt x="1007" y="897"/>
                </a:lnTo>
                <a:lnTo>
                  <a:pt x="1019" y="909"/>
                </a:lnTo>
                <a:lnTo>
                  <a:pt x="1028" y="914"/>
                </a:lnTo>
                <a:lnTo>
                  <a:pt x="1035" y="913"/>
                </a:lnTo>
                <a:lnTo>
                  <a:pt x="1041" y="910"/>
                </a:lnTo>
                <a:lnTo>
                  <a:pt x="1045" y="908"/>
                </a:lnTo>
                <a:lnTo>
                  <a:pt x="1049" y="907"/>
                </a:lnTo>
                <a:lnTo>
                  <a:pt x="1053" y="912"/>
                </a:lnTo>
                <a:lnTo>
                  <a:pt x="1057" y="924"/>
                </a:lnTo>
                <a:lnTo>
                  <a:pt x="1061" y="939"/>
                </a:lnTo>
                <a:lnTo>
                  <a:pt x="1064" y="950"/>
                </a:lnTo>
                <a:lnTo>
                  <a:pt x="1066" y="958"/>
                </a:lnTo>
                <a:lnTo>
                  <a:pt x="1065" y="962"/>
                </a:lnTo>
                <a:lnTo>
                  <a:pt x="1061" y="965"/>
                </a:lnTo>
                <a:lnTo>
                  <a:pt x="1054" y="965"/>
                </a:lnTo>
                <a:lnTo>
                  <a:pt x="1041" y="964"/>
                </a:lnTo>
                <a:lnTo>
                  <a:pt x="1024" y="961"/>
                </a:lnTo>
                <a:lnTo>
                  <a:pt x="1007" y="960"/>
                </a:lnTo>
                <a:lnTo>
                  <a:pt x="996" y="962"/>
                </a:lnTo>
                <a:lnTo>
                  <a:pt x="989" y="966"/>
                </a:lnTo>
                <a:lnTo>
                  <a:pt x="985" y="970"/>
                </a:lnTo>
                <a:lnTo>
                  <a:pt x="983" y="974"/>
                </a:lnTo>
                <a:lnTo>
                  <a:pt x="981" y="976"/>
                </a:lnTo>
                <a:lnTo>
                  <a:pt x="978" y="975"/>
                </a:lnTo>
                <a:lnTo>
                  <a:pt x="973" y="969"/>
                </a:lnTo>
                <a:lnTo>
                  <a:pt x="965" y="963"/>
                </a:lnTo>
                <a:lnTo>
                  <a:pt x="955" y="962"/>
                </a:lnTo>
                <a:lnTo>
                  <a:pt x="943" y="964"/>
                </a:lnTo>
                <a:lnTo>
                  <a:pt x="933" y="968"/>
                </a:lnTo>
                <a:lnTo>
                  <a:pt x="923" y="972"/>
                </a:lnTo>
                <a:lnTo>
                  <a:pt x="914" y="975"/>
                </a:lnTo>
                <a:lnTo>
                  <a:pt x="909" y="976"/>
                </a:lnTo>
                <a:lnTo>
                  <a:pt x="906" y="972"/>
                </a:lnTo>
                <a:lnTo>
                  <a:pt x="907" y="965"/>
                </a:lnTo>
                <a:lnTo>
                  <a:pt x="909" y="958"/>
                </a:lnTo>
                <a:lnTo>
                  <a:pt x="913" y="949"/>
                </a:lnTo>
                <a:lnTo>
                  <a:pt x="918" y="940"/>
                </a:lnTo>
                <a:lnTo>
                  <a:pt x="923" y="933"/>
                </a:lnTo>
                <a:lnTo>
                  <a:pt x="927" y="927"/>
                </a:lnTo>
                <a:lnTo>
                  <a:pt x="930" y="923"/>
                </a:lnTo>
                <a:lnTo>
                  <a:pt x="931" y="922"/>
                </a:lnTo>
                <a:lnTo>
                  <a:pt x="932" y="918"/>
                </a:lnTo>
                <a:lnTo>
                  <a:pt x="931" y="909"/>
                </a:lnTo>
                <a:lnTo>
                  <a:pt x="926" y="901"/>
                </a:lnTo>
                <a:lnTo>
                  <a:pt x="912" y="900"/>
                </a:lnTo>
                <a:lnTo>
                  <a:pt x="903" y="901"/>
                </a:lnTo>
                <a:lnTo>
                  <a:pt x="895" y="902"/>
                </a:lnTo>
                <a:lnTo>
                  <a:pt x="889" y="902"/>
                </a:lnTo>
                <a:lnTo>
                  <a:pt x="883" y="903"/>
                </a:lnTo>
                <a:lnTo>
                  <a:pt x="878" y="906"/>
                </a:lnTo>
                <a:lnTo>
                  <a:pt x="872" y="911"/>
                </a:lnTo>
                <a:lnTo>
                  <a:pt x="866" y="919"/>
                </a:lnTo>
                <a:lnTo>
                  <a:pt x="859" y="930"/>
                </a:lnTo>
                <a:lnTo>
                  <a:pt x="852" y="942"/>
                </a:lnTo>
                <a:lnTo>
                  <a:pt x="847" y="951"/>
                </a:lnTo>
                <a:lnTo>
                  <a:pt x="843" y="958"/>
                </a:lnTo>
                <a:lnTo>
                  <a:pt x="840" y="962"/>
                </a:lnTo>
                <a:lnTo>
                  <a:pt x="836" y="965"/>
                </a:lnTo>
                <a:lnTo>
                  <a:pt x="833" y="967"/>
                </a:lnTo>
                <a:lnTo>
                  <a:pt x="828" y="969"/>
                </a:lnTo>
                <a:lnTo>
                  <a:pt x="822" y="972"/>
                </a:lnTo>
                <a:lnTo>
                  <a:pt x="814" y="976"/>
                </a:lnTo>
                <a:lnTo>
                  <a:pt x="806" y="981"/>
                </a:lnTo>
                <a:lnTo>
                  <a:pt x="796" y="988"/>
                </a:lnTo>
                <a:lnTo>
                  <a:pt x="789" y="995"/>
                </a:lnTo>
                <a:lnTo>
                  <a:pt x="783" y="1003"/>
                </a:lnTo>
                <a:lnTo>
                  <a:pt x="780" y="1009"/>
                </a:lnTo>
                <a:lnTo>
                  <a:pt x="779" y="1014"/>
                </a:lnTo>
                <a:lnTo>
                  <a:pt x="783" y="1017"/>
                </a:lnTo>
                <a:lnTo>
                  <a:pt x="789" y="1019"/>
                </a:lnTo>
                <a:lnTo>
                  <a:pt x="797" y="1019"/>
                </a:lnTo>
                <a:lnTo>
                  <a:pt x="805" y="1019"/>
                </a:lnTo>
                <a:lnTo>
                  <a:pt x="813" y="1018"/>
                </a:lnTo>
                <a:lnTo>
                  <a:pt x="820" y="1016"/>
                </a:lnTo>
                <a:lnTo>
                  <a:pt x="827" y="1013"/>
                </a:lnTo>
                <a:lnTo>
                  <a:pt x="833" y="1010"/>
                </a:lnTo>
                <a:lnTo>
                  <a:pt x="838" y="1006"/>
                </a:lnTo>
                <a:lnTo>
                  <a:pt x="842" y="1002"/>
                </a:lnTo>
                <a:lnTo>
                  <a:pt x="846" y="997"/>
                </a:lnTo>
                <a:lnTo>
                  <a:pt x="852" y="992"/>
                </a:lnTo>
                <a:lnTo>
                  <a:pt x="857" y="989"/>
                </a:lnTo>
                <a:lnTo>
                  <a:pt x="862" y="988"/>
                </a:lnTo>
                <a:lnTo>
                  <a:pt x="867" y="989"/>
                </a:lnTo>
                <a:lnTo>
                  <a:pt x="872" y="994"/>
                </a:lnTo>
                <a:lnTo>
                  <a:pt x="878" y="1004"/>
                </a:lnTo>
                <a:lnTo>
                  <a:pt x="884" y="1014"/>
                </a:lnTo>
                <a:lnTo>
                  <a:pt x="888" y="1020"/>
                </a:lnTo>
                <a:lnTo>
                  <a:pt x="892" y="1025"/>
                </a:lnTo>
                <a:lnTo>
                  <a:pt x="895" y="1028"/>
                </a:lnTo>
                <a:lnTo>
                  <a:pt x="897" y="1031"/>
                </a:lnTo>
                <a:lnTo>
                  <a:pt x="898" y="1035"/>
                </a:lnTo>
                <a:lnTo>
                  <a:pt x="898" y="1040"/>
                </a:lnTo>
                <a:lnTo>
                  <a:pt x="897" y="1049"/>
                </a:lnTo>
                <a:lnTo>
                  <a:pt x="895" y="1057"/>
                </a:lnTo>
                <a:lnTo>
                  <a:pt x="893" y="1064"/>
                </a:lnTo>
                <a:lnTo>
                  <a:pt x="891" y="1069"/>
                </a:lnTo>
                <a:lnTo>
                  <a:pt x="888" y="1072"/>
                </a:lnTo>
                <a:lnTo>
                  <a:pt x="885" y="1073"/>
                </a:lnTo>
                <a:lnTo>
                  <a:pt x="881" y="1073"/>
                </a:lnTo>
                <a:lnTo>
                  <a:pt x="876" y="1070"/>
                </a:lnTo>
                <a:lnTo>
                  <a:pt x="870" y="1065"/>
                </a:lnTo>
                <a:lnTo>
                  <a:pt x="864" y="1061"/>
                </a:lnTo>
                <a:lnTo>
                  <a:pt x="859" y="1061"/>
                </a:lnTo>
                <a:lnTo>
                  <a:pt x="855" y="1063"/>
                </a:lnTo>
                <a:lnTo>
                  <a:pt x="852" y="1068"/>
                </a:lnTo>
                <a:lnTo>
                  <a:pt x="849" y="1074"/>
                </a:lnTo>
                <a:lnTo>
                  <a:pt x="847" y="1081"/>
                </a:lnTo>
                <a:lnTo>
                  <a:pt x="847" y="1087"/>
                </a:lnTo>
                <a:lnTo>
                  <a:pt x="847" y="1093"/>
                </a:lnTo>
                <a:lnTo>
                  <a:pt x="848" y="1100"/>
                </a:lnTo>
                <a:lnTo>
                  <a:pt x="848" y="1108"/>
                </a:lnTo>
                <a:lnTo>
                  <a:pt x="848" y="1116"/>
                </a:lnTo>
                <a:lnTo>
                  <a:pt x="848" y="1125"/>
                </a:lnTo>
                <a:lnTo>
                  <a:pt x="848" y="1133"/>
                </a:lnTo>
                <a:lnTo>
                  <a:pt x="847" y="1140"/>
                </a:lnTo>
                <a:lnTo>
                  <a:pt x="847" y="1144"/>
                </a:lnTo>
                <a:lnTo>
                  <a:pt x="847" y="1146"/>
                </a:lnTo>
                <a:lnTo>
                  <a:pt x="856" y="1177"/>
                </a:lnTo>
                <a:lnTo>
                  <a:pt x="856" y="1176"/>
                </a:lnTo>
                <a:lnTo>
                  <a:pt x="856" y="1175"/>
                </a:lnTo>
                <a:lnTo>
                  <a:pt x="858" y="1173"/>
                </a:lnTo>
                <a:lnTo>
                  <a:pt x="860" y="1170"/>
                </a:lnTo>
                <a:lnTo>
                  <a:pt x="865" y="1167"/>
                </a:lnTo>
                <a:lnTo>
                  <a:pt x="872" y="1165"/>
                </a:lnTo>
                <a:lnTo>
                  <a:pt x="881" y="1163"/>
                </a:lnTo>
                <a:lnTo>
                  <a:pt x="894" y="1161"/>
                </a:lnTo>
                <a:lnTo>
                  <a:pt x="908" y="1159"/>
                </a:lnTo>
                <a:lnTo>
                  <a:pt x="919" y="1156"/>
                </a:lnTo>
                <a:lnTo>
                  <a:pt x="928" y="1153"/>
                </a:lnTo>
                <a:lnTo>
                  <a:pt x="936" y="1149"/>
                </a:lnTo>
                <a:lnTo>
                  <a:pt x="942" y="1145"/>
                </a:lnTo>
                <a:lnTo>
                  <a:pt x="948" y="1143"/>
                </a:lnTo>
                <a:lnTo>
                  <a:pt x="955" y="1142"/>
                </a:lnTo>
                <a:lnTo>
                  <a:pt x="962" y="1143"/>
                </a:lnTo>
                <a:lnTo>
                  <a:pt x="970" y="1145"/>
                </a:lnTo>
                <a:lnTo>
                  <a:pt x="978" y="1145"/>
                </a:lnTo>
                <a:lnTo>
                  <a:pt x="986" y="1145"/>
                </a:lnTo>
                <a:lnTo>
                  <a:pt x="994" y="1144"/>
                </a:lnTo>
                <a:lnTo>
                  <a:pt x="1002" y="1143"/>
                </a:lnTo>
                <a:lnTo>
                  <a:pt x="1008" y="1141"/>
                </a:lnTo>
                <a:lnTo>
                  <a:pt x="1012" y="1140"/>
                </a:lnTo>
                <a:lnTo>
                  <a:pt x="1013" y="1140"/>
                </a:lnTo>
                <a:lnTo>
                  <a:pt x="1024" y="1121"/>
                </a:lnTo>
                <a:lnTo>
                  <a:pt x="1023" y="1120"/>
                </a:lnTo>
                <a:lnTo>
                  <a:pt x="1021" y="1117"/>
                </a:lnTo>
                <a:lnTo>
                  <a:pt x="1019" y="1113"/>
                </a:lnTo>
                <a:lnTo>
                  <a:pt x="1015" y="1108"/>
                </a:lnTo>
                <a:lnTo>
                  <a:pt x="1012" y="1102"/>
                </a:lnTo>
                <a:lnTo>
                  <a:pt x="1008" y="1095"/>
                </a:lnTo>
                <a:lnTo>
                  <a:pt x="1005" y="1089"/>
                </a:lnTo>
                <a:lnTo>
                  <a:pt x="1002" y="1084"/>
                </a:lnTo>
                <a:lnTo>
                  <a:pt x="999" y="1078"/>
                </a:lnTo>
                <a:lnTo>
                  <a:pt x="997" y="1070"/>
                </a:lnTo>
                <a:lnTo>
                  <a:pt x="996" y="1061"/>
                </a:lnTo>
                <a:lnTo>
                  <a:pt x="995" y="1054"/>
                </a:lnTo>
                <a:lnTo>
                  <a:pt x="996" y="1049"/>
                </a:lnTo>
                <a:lnTo>
                  <a:pt x="999" y="1047"/>
                </a:lnTo>
                <a:lnTo>
                  <a:pt x="1005" y="1050"/>
                </a:lnTo>
                <a:lnTo>
                  <a:pt x="1013" y="1060"/>
                </a:lnTo>
                <a:lnTo>
                  <a:pt x="1021" y="1071"/>
                </a:lnTo>
                <a:lnTo>
                  <a:pt x="1026" y="1077"/>
                </a:lnTo>
                <a:lnTo>
                  <a:pt x="1029" y="1079"/>
                </a:lnTo>
                <a:lnTo>
                  <a:pt x="1031" y="1078"/>
                </a:lnTo>
                <a:lnTo>
                  <a:pt x="1033" y="1075"/>
                </a:lnTo>
                <a:lnTo>
                  <a:pt x="1035" y="1071"/>
                </a:lnTo>
                <a:lnTo>
                  <a:pt x="1037" y="1065"/>
                </a:lnTo>
                <a:lnTo>
                  <a:pt x="1040" y="1060"/>
                </a:lnTo>
                <a:lnTo>
                  <a:pt x="1044" y="1054"/>
                </a:lnTo>
                <a:lnTo>
                  <a:pt x="1048" y="1045"/>
                </a:lnTo>
                <a:lnTo>
                  <a:pt x="1052" y="1037"/>
                </a:lnTo>
                <a:lnTo>
                  <a:pt x="1055" y="1029"/>
                </a:lnTo>
                <a:lnTo>
                  <a:pt x="1057" y="1021"/>
                </a:lnTo>
                <a:lnTo>
                  <a:pt x="1059" y="1015"/>
                </a:lnTo>
                <a:lnTo>
                  <a:pt x="1060" y="1011"/>
                </a:lnTo>
                <a:lnTo>
                  <a:pt x="1060" y="1009"/>
                </a:lnTo>
                <a:lnTo>
                  <a:pt x="1061" y="1008"/>
                </a:lnTo>
                <a:lnTo>
                  <a:pt x="1065" y="1007"/>
                </a:lnTo>
                <a:lnTo>
                  <a:pt x="1069" y="1006"/>
                </a:lnTo>
                <a:lnTo>
                  <a:pt x="1075" y="1005"/>
                </a:lnTo>
                <a:lnTo>
                  <a:pt x="1080" y="1007"/>
                </a:lnTo>
                <a:lnTo>
                  <a:pt x="1084" y="1011"/>
                </a:lnTo>
                <a:lnTo>
                  <a:pt x="1086" y="1019"/>
                </a:lnTo>
                <a:lnTo>
                  <a:pt x="1085" y="1031"/>
                </a:lnTo>
                <a:lnTo>
                  <a:pt x="1083" y="1044"/>
                </a:lnTo>
                <a:lnTo>
                  <a:pt x="1082" y="1055"/>
                </a:lnTo>
                <a:lnTo>
                  <a:pt x="1082" y="1062"/>
                </a:lnTo>
                <a:lnTo>
                  <a:pt x="1083" y="1067"/>
                </a:lnTo>
                <a:lnTo>
                  <a:pt x="1085" y="1072"/>
                </a:lnTo>
                <a:lnTo>
                  <a:pt x="1088" y="1075"/>
                </a:lnTo>
                <a:lnTo>
                  <a:pt x="1091" y="1079"/>
                </a:lnTo>
                <a:lnTo>
                  <a:pt x="1096" y="1084"/>
                </a:lnTo>
                <a:lnTo>
                  <a:pt x="1100" y="1090"/>
                </a:lnTo>
                <a:lnTo>
                  <a:pt x="1104" y="1099"/>
                </a:lnTo>
                <a:lnTo>
                  <a:pt x="1106" y="1108"/>
                </a:lnTo>
                <a:lnTo>
                  <a:pt x="1107" y="1117"/>
                </a:lnTo>
                <a:lnTo>
                  <a:pt x="1108" y="1127"/>
                </a:lnTo>
                <a:lnTo>
                  <a:pt x="1109" y="1137"/>
                </a:lnTo>
                <a:lnTo>
                  <a:pt x="1110" y="1146"/>
                </a:lnTo>
                <a:lnTo>
                  <a:pt x="1113" y="1155"/>
                </a:lnTo>
                <a:lnTo>
                  <a:pt x="1117" y="1162"/>
                </a:lnTo>
                <a:lnTo>
                  <a:pt x="1120" y="1168"/>
                </a:lnTo>
                <a:lnTo>
                  <a:pt x="1123" y="1173"/>
                </a:lnTo>
                <a:lnTo>
                  <a:pt x="1126" y="1178"/>
                </a:lnTo>
                <a:lnTo>
                  <a:pt x="1128" y="1183"/>
                </a:lnTo>
                <a:lnTo>
                  <a:pt x="1128" y="1188"/>
                </a:lnTo>
                <a:lnTo>
                  <a:pt x="1127" y="1194"/>
                </a:lnTo>
                <a:lnTo>
                  <a:pt x="1124" y="1203"/>
                </a:lnTo>
                <a:lnTo>
                  <a:pt x="1120" y="1211"/>
                </a:lnTo>
                <a:lnTo>
                  <a:pt x="1117" y="1220"/>
                </a:lnTo>
                <a:lnTo>
                  <a:pt x="1115" y="1228"/>
                </a:lnTo>
                <a:lnTo>
                  <a:pt x="1113" y="1236"/>
                </a:lnTo>
                <a:lnTo>
                  <a:pt x="1112" y="1243"/>
                </a:lnTo>
                <a:lnTo>
                  <a:pt x="1111" y="1249"/>
                </a:lnTo>
                <a:lnTo>
                  <a:pt x="1111" y="1253"/>
                </a:lnTo>
                <a:lnTo>
                  <a:pt x="1111" y="1254"/>
                </a:lnTo>
                <a:lnTo>
                  <a:pt x="1110" y="1254"/>
                </a:lnTo>
                <a:lnTo>
                  <a:pt x="1106" y="1254"/>
                </a:lnTo>
                <a:lnTo>
                  <a:pt x="1100" y="1255"/>
                </a:lnTo>
                <a:lnTo>
                  <a:pt x="1094" y="1255"/>
                </a:lnTo>
                <a:lnTo>
                  <a:pt x="1086" y="1255"/>
                </a:lnTo>
                <a:lnTo>
                  <a:pt x="1078" y="1255"/>
                </a:lnTo>
                <a:lnTo>
                  <a:pt x="1070" y="1255"/>
                </a:lnTo>
                <a:lnTo>
                  <a:pt x="1063" y="1254"/>
                </a:lnTo>
                <a:lnTo>
                  <a:pt x="1058" y="1255"/>
                </a:lnTo>
                <a:lnTo>
                  <a:pt x="1056" y="1258"/>
                </a:lnTo>
                <a:lnTo>
                  <a:pt x="1057" y="1263"/>
                </a:lnTo>
                <a:lnTo>
                  <a:pt x="1060" y="1269"/>
                </a:lnTo>
                <a:lnTo>
                  <a:pt x="1063" y="1276"/>
                </a:lnTo>
                <a:lnTo>
                  <a:pt x="1067" y="1281"/>
                </a:lnTo>
                <a:lnTo>
                  <a:pt x="1070" y="1285"/>
                </a:lnTo>
                <a:lnTo>
                  <a:pt x="1071" y="1287"/>
                </a:lnTo>
                <a:lnTo>
                  <a:pt x="1070" y="1287"/>
                </a:lnTo>
                <a:lnTo>
                  <a:pt x="1067" y="1288"/>
                </a:lnTo>
                <a:lnTo>
                  <a:pt x="1063" y="1289"/>
                </a:lnTo>
                <a:lnTo>
                  <a:pt x="1058" y="1290"/>
                </a:lnTo>
                <a:lnTo>
                  <a:pt x="1052" y="1294"/>
                </a:lnTo>
                <a:lnTo>
                  <a:pt x="1046" y="1299"/>
                </a:lnTo>
                <a:lnTo>
                  <a:pt x="1041" y="1305"/>
                </a:lnTo>
                <a:lnTo>
                  <a:pt x="1037" y="1313"/>
                </a:lnTo>
                <a:lnTo>
                  <a:pt x="1034" y="1319"/>
                </a:lnTo>
                <a:lnTo>
                  <a:pt x="1030" y="1320"/>
                </a:lnTo>
                <a:lnTo>
                  <a:pt x="1025" y="1318"/>
                </a:lnTo>
                <a:lnTo>
                  <a:pt x="1020" y="1313"/>
                </a:lnTo>
                <a:lnTo>
                  <a:pt x="1014" y="1308"/>
                </a:lnTo>
                <a:lnTo>
                  <a:pt x="1008" y="1302"/>
                </a:lnTo>
                <a:lnTo>
                  <a:pt x="1000" y="1299"/>
                </a:lnTo>
                <a:lnTo>
                  <a:pt x="992" y="1299"/>
                </a:lnTo>
                <a:lnTo>
                  <a:pt x="986" y="1300"/>
                </a:lnTo>
                <a:lnTo>
                  <a:pt x="984" y="1299"/>
                </a:lnTo>
                <a:lnTo>
                  <a:pt x="985" y="1295"/>
                </a:lnTo>
                <a:lnTo>
                  <a:pt x="988" y="1290"/>
                </a:lnTo>
                <a:lnTo>
                  <a:pt x="991" y="1285"/>
                </a:lnTo>
                <a:lnTo>
                  <a:pt x="996" y="1279"/>
                </a:lnTo>
                <a:lnTo>
                  <a:pt x="999" y="1273"/>
                </a:lnTo>
                <a:lnTo>
                  <a:pt x="1002" y="1267"/>
                </a:lnTo>
                <a:lnTo>
                  <a:pt x="1004" y="1261"/>
                </a:lnTo>
                <a:lnTo>
                  <a:pt x="1006" y="1257"/>
                </a:lnTo>
                <a:lnTo>
                  <a:pt x="1009" y="1253"/>
                </a:lnTo>
                <a:lnTo>
                  <a:pt x="1010" y="1250"/>
                </a:lnTo>
                <a:lnTo>
                  <a:pt x="1008" y="1247"/>
                </a:lnTo>
                <a:lnTo>
                  <a:pt x="1000" y="1245"/>
                </a:lnTo>
                <a:lnTo>
                  <a:pt x="989" y="1244"/>
                </a:lnTo>
                <a:lnTo>
                  <a:pt x="970" y="1244"/>
                </a:lnTo>
                <a:lnTo>
                  <a:pt x="948" y="1243"/>
                </a:lnTo>
                <a:lnTo>
                  <a:pt x="931" y="1242"/>
                </a:lnTo>
                <a:lnTo>
                  <a:pt x="917" y="1240"/>
                </a:lnTo>
                <a:lnTo>
                  <a:pt x="907" y="1239"/>
                </a:lnTo>
                <a:lnTo>
                  <a:pt x="897" y="1238"/>
                </a:lnTo>
                <a:lnTo>
                  <a:pt x="892" y="1238"/>
                </a:lnTo>
                <a:lnTo>
                  <a:pt x="888" y="1239"/>
                </a:lnTo>
                <a:lnTo>
                  <a:pt x="886" y="1242"/>
                </a:lnTo>
                <a:lnTo>
                  <a:pt x="884" y="1244"/>
                </a:lnTo>
                <a:lnTo>
                  <a:pt x="881" y="1243"/>
                </a:lnTo>
                <a:lnTo>
                  <a:pt x="877" y="1241"/>
                </a:lnTo>
                <a:lnTo>
                  <a:pt x="872" y="1238"/>
                </a:lnTo>
                <a:lnTo>
                  <a:pt x="866" y="1235"/>
                </a:lnTo>
                <a:lnTo>
                  <a:pt x="859" y="1235"/>
                </a:lnTo>
                <a:lnTo>
                  <a:pt x="850" y="1237"/>
                </a:lnTo>
                <a:lnTo>
                  <a:pt x="841" y="1244"/>
                </a:lnTo>
                <a:lnTo>
                  <a:pt x="833" y="1253"/>
                </a:lnTo>
                <a:lnTo>
                  <a:pt x="826" y="1260"/>
                </a:lnTo>
                <a:lnTo>
                  <a:pt x="821" y="1264"/>
                </a:lnTo>
                <a:lnTo>
                  <a:pt x="817" y="1267"/>
                </a:lnTo>
                <a:lnTo>
                  <a:pt x="812" y="1267"/>
                </a:lnTo>
                <a:lnTo>
                  <a:pt x="807" y="1264"/>
                </a:lnTo>
                <a:lnTo>
                  <a:pt x="799" y="1259"/>
                </a:lnTo>
                <a:lnTo>
                  <a:pt x="791" y="1251"/>
                </a:lnTo>
                <a:lnTo>
                  <a:pt x="782" y="1243"/>
                </a:lnTo>
                <a:lnTo>
                  <a:pt x="774" y="1239"/>
                </a:lnTo>
                <a:lnTo>
                  <a:pt x="769" y="1237"/>
                </a:lnTo>
                <a:lnTo>
                  <a:pt x="766" y="1236"/>
                </a:lnTo>
                <a:lnTo>
                  <a:pt x="767" y="1236"/>
                </a:lnTo>
                <a:lnTo>
                  <a:pt x="772" y="1235"/>
                </a:lnTo>
                <a:lnTo>
                  <a:pt x="783" y="1231"/>
                </a:lnTo>
                <a:lnTo>
                  <a:pt x="799" y="1225"/>
                </a:lnTo>
                <a:lnTo>
                  <a:pt x="817" y="1217"/>
                </a:lnTo>
                <a:lnTo>
                  <a:pt x="829" y="1209"/>
                </a:lnTo>
                <a:lnTo>
                  <a:pt x="837" y="1201"/>
                </a:lnTo>
                <a:lnTo>
                  <a:pt x="840" y="1193"/>
                </a:lnTo>
                <a:lnTo>
                  <a:pt x="840" y="1187"/>
                </a:lnTo>
                <a:lnTo>
                  <a:pt x="838" y="1182"/>
                </a:lnTo>
                <a:lnTo>
                  <a:pt x="832" y="1179"/>
                </a:lnTo>
                <a:lnTo>
                  <a:pt x="825" y="1177"/>
                </a:lnTo>
                <a:lnTo>
                  <a:pt x="817" y="1176"/>
                </a:lnTo>
                <a:lnTo>
                  <a:pt x="811" y="1174"/>
                </a:lnTo>
                <a:lnTo>
                  <a:pt x="805" y="1172"/>
                </a:lnTo>
                <a:lnTo>
                  <a:pt x="799" y="1170"/>
                </a:lnTo>
                <a:lnTo>
                  <a:pt x="794" y="1169"/>
                </a:lnTo>
                <a:lnTo>
                  <a:pt x="790" y="1170"/>
                </a:lnTo>
                <a:lnTo>
                  <a:pt x="785" y="1172"/>
                </a:lnTo>
                <a:lnTo>
                  <a:pt x="780" y="1177"/>
                </a:lnTo>
                <a:lnTo>
                  <a:pt x="775" y="1181"/>
                </a:lnTo>
                <a:lnTo>
                  <a:pt x="769" y="1181"/>
                </a:lnTo>
                <a:lnTo>
                  <a:pt x="763" y="1178"/>
                </a:lnTo>
                <a:lnTo>
                  <a:pt x="759" y="1174"/>
                </a:lnTo>
                <a:lnTo>
                  <a:pt x="755" y="1170"/>
                </a:lnTo>
                <a:lnTo>
                  <a:pt x="751" y="1168"/>
                </a:lnTo>
                <a:lnTo>
                  <a:pt x="750" y="1169"/>
                </a:lnTo>
                <a:lnTo>
                  <a:pt x="751" y="1175"/>
                </a:lnTo>
                <a:lnTo>
                  <a:pt x="751" y="1180"/>
                </a:lnTo>
                <a:lnTo>
                  <a:pt x="748" y="1180"/>
                </a:lnTo>
                <a:lnTo>
                  <a:pt x="743" y="1177"/>
                </a:lnTo>
                <a:lnTo>
                  <a:pt x="736" y="1171"/>
                </a:lnTo>
                <a:lnTo>
                  <a:pt x="729" y="1164"/>
                </a:lnTo>
                <a:lnTo>
                  <a:pt x="722" y="1157"/>
                </a:lnTo>
                <a:lnTo>
                  <a:pt x="718" y="1152"/>
                </a:lnTo>
                <a:lnTo>
                  <a:pt x="716" y="1150"/>
                </a:lnTo>
                <a:lnTo>
                  <a:pt x="714" y="1149"/>
                </a:lnTo>
                <a:lnTo>
                  <a:pt x="710" y="1145"/>
                </a:lnTo>
                <a:lnTo>
                  <a:pt x="705" y="1141"/>
                </a:lnTo>
                <a:lnTo>
                  <a:pt x="697" y="1136"/>
                </a:lnTo>
                <a:lnTo>
                  <a:pt x="691" y="1133"/>
                </a:lnTo>
                <a:lnTo>
                  <a:pt x="686" y="1130"/>
                </a:lnTo>
                <a:lnTo>
                  <a:pt x="684" y="1130"/>
                </a:lnTo>
                <a:lnTo>
                  <a:pt x="684" y="1132"/>
                </a:lnTo>
                <a:lnTo>
                  <a:pt x="685" y="1141"/>
                </a:lnTo>
                <a:lnTo>
                  <a:pt x="682" y="1151"/>
                </a:lnTo>
                <a:lnTo>
                  <a:pt x="678" y="1158"/>
                </a:lnTo>
                <a:lnTo>
                  <a:pt x="676" y="1161"/>
                </a:lnTo>
                <a:lnTo>
                  <a:pt x="674" y="1161"/>
                </a:lnTo>
                <a:lnTo>
                  <a:pt x="670" y="1161"/>
                </a:lnTo>
                <a:lnTo>
                  <a:pt x="663" y="1160"/>
                </a:lnTo>
                <a:lnTo>
                  <a:pt x="655" y="1159"/>
                </a:lnTo>
                <a:lnTo>
                  <a:pt x="646" y="1158"/>
                </a:lnTo>
                <a:lnTo>
                  <a:pt x="637" y="1157"/>
                </a:lnTo>
                <a:lnTo>
                  <a:pt x="629" y="1155"/>
                </a:lnTo>
                <a:lnTo>
                  <a:pt x="623" y="1153"/>
                </a:lnTo>
                <a:lnTo>
                  <a:pt x="618" y="1150"/>
                </a:lnTo>
                <a:lnTo>
                  <a:pt x="612" y="1145"/>
                </a:lnTo>
                <a:lnTo>
                  <a:pt x="607" y="1142"/>
                </a:lnTo>
                <a:lnTo>
                  <a:pt x="601" y="1139"/>
                </a:lnTo>
                <a:lnTo>
                  <a:pt x="595" y="1137"/>
                </a:lnTo>
                <a:lnTo>
                  <a:pt x="590" y="1138"/>
                </a:lnTo>
                <a:lnTo>
                  <a:pt x="584" y="1142"/>
                </a:lnTo>
                <a:lnTo>
                  <a:pt x="578" y="1150"/>
                </a:lnTo>
                <a:lnTo>
                  <a:pt x="573" y="1158"/>
                </a:lnTo>
                <a:lnTo>
                  <a:pt x="568" y="1164"/>
                </a:lnTo>
                <a:lnTo>
                  <a:pt x="563" y="1169"/>
                </a:lnTo>
                <a:lnTo>
                  <a:pt x="559" y="1172"/>
                </a:lnTo>
                <a:lnTo>
                  <a:pt x="553" y="1174"/>
                </a:lnTo>
                <a:lnTo>
                  <a:pt x="546" y="1175"/>
                </a:lnTo>
                <a:lnTo>
                  <a:pt x="538" y="1175"/>
                </a:lnTo>
                <a:lnTo>
                  <a:pt x="528" y="1175"/>
                </a:lnTo>
                <a:lnTo>
                  <a:pt x="518" y="1174"/>
                </a:lnTo>
                <a:lnTo>
                  <a:pt x="510" y="1171"/>
                </a:lnTo>
                <a:lnTo>
                  <a:pt x="504" y="1167"/>
                </a:lnTo>
                <a:lnTo>
                  <a:pt x="499" y="1162"/>
                </a:lnTo>
                <a:lnTo>
                  <a:pt x="497" y="1158"/>
                </a:lnTo>
                <a:lnTo>
                  <a:pt x="495" y="1154"/>
                </a:lnTo>
                <a:lnTo>
                  <a:pt x="494" y="1151"/>
                </a:lnTo>
                <a:lnTo>
                  <a:pt x="494" y="1150"/>
                </a:lnTo>
                <a:lnTo>
                  <a:pt x="492" y="1148"/>
                </a:lnTo>
                <a:lnTo>
                  <a:pt x="487" y="1142"/>
                </a:lnTo>
                <a:lnTo>
                  <a:pt x="480" y="1135"/>
                </a:lnTo>
                <a:lnTo>
                  <a:pt x="472" y="1126"/>
                </a:lnTo>
                <a:lnTo>
                  <a:pt x="463" y="1117"/>
                </a:lnTo>
                <a:lnTo>
                  <a:pt x="456" y="1107"/>
                </a:lnTo>
                <a:lnTo>
                  <a:pt x="449" y="1098"/>
                </a:lnTo>
                <a:lnTo>
                  <a:pt x="446" y="1090"/>
                </a:lnTo>
                <a:lnTo>
                  <a:pt x="445" y="1082"/>
                </a:lnTo>
                <a:lnTo>
                  <a:pt x="446" y="1073"/>
                </a:lnTo>
                <a:lnTo>
                  <a:pt x="447" y="1063"/>
                </a:lnTo>
                <a:lnTo>
                  <a:pt x="448" y="1052"/>
                </a:lnTo>
                <a:lnTo>
                  <a:pt x="449" y="1041"/>
                </a:lnTo>
                <a:lnTo>
                  <a:pt x="451" y="1033"/>
                </a:lnTo>
                <a:lnTo>
                  <a:pt x="453" y="1028"/>
                </a:lnTo>
                <a:lnTo>
                  <a:pt x="453" y="1026"/>
                </a:lnTo>
                <a:lnTo>
                  <a:pt x="453" y="1024"/>
                </a:lnTo>
                <a:lnTo>
                  <a:pt x="454" y="1020"/>
                </a:lnTo>
                <a:lnTo>
                  <a:pt x="455" y="1015"/>
                </a:lnTo>
                <a:lnTo>
                  <a:pt x="454" y="1011"/>
                </a:lnTo>
                <a:lnTo>
                  <a:pt x="450" y="1009"/>
                </a:lnTo>
                <a:lnTo>
                  <a:pt x="444" y="1012"/>
                </a:lnTo>
                <a:lnTo>
                  <a:pt x="435" y="1021"/>
                </a:lnTo>
                <a:lnTo>
                  <a:pt x="422" y="1037"/>
                </a:lnTo>
                <a:lnTo>
                  <a:pt x="410" y="1055"/>
                </a:lnTo>
                <a:lnTo>
                  <a:pt x="402" y="1065"/>
                </a:lnTo>
                <a:lnTo>
                  <a:pt x="398" y="1071"/>
                </a:lnTo>
                <a:lnTo>
                  <a:pt x="397" y="1072"/>
                </a:lnTo>
                <a:lnTo>
                  <a:pt x="397" y="1070"/>
                </a:lnTo>
                <a:lnTo>
                  <a:pt x="394" y="1067"/>
                </a:lnTo>
                <a:lnTo>
                  <a:pt x="389" y="1063"/>
                </a:lnTo>
                <a:lnTo>
                  <a:pt x="379" y="1060"/>
                </a:lnTo>
                <a:lnTo>
                  <a:pt x="369" y="1059"/>
                </a:lnTo>
                <a:lnTo>
                  <a:pt x="364" y="1061"/>
                </a:lnTo>
                <a:lnTo>
                  <a:pt x="362" y="1066"/>
                </a:lnTo>
                <a:lnTo>
                  <a:pt x="361" y="1071"/>
                </a:lnTo>
                <a:lnTo>
                  <a:pt x="360" y="1077"/>
                </a:lnTo>
                <a:lnTo>
                  <a:pt x="358" y="1082"/>
                </a:lnTo>
                <a:lnTo>
                  <a:pt x="351" y="1087"/>
                </a:lnTo>
                <a:lnTo>
                  <a:pt x="340" y="1090"/>
                </a:lnTo>
                <a:lnTo>
                  <a:pt x="329" y="1093"/>
                </a:lnTo>
                <a:lnTo>
                  <a:pt x="325" y="1098"/>
                </a:lnTo>
                <a:lnTo>
                  <a:pt x="325" y="1103"/>
                </a:lnTo>
                <a:lnTo>
                  <a:pt x="327" y="1108"/>
                </a:lnTo>
                <a:lnTo>
                  <a:pt x="329" y="1112"/>
                </a:lnTo>
                <a:lnTo>
                  <a:pt x="330" y="1115"/>
                </a:lnTo>
                <a:lnTo>
                  <a:pt x="327" y="1115"/>
                </a:lnTo>
                <a:lnTo>
                  <a:pt x="318" y="1113"/>
                </a:lnTo>
                <a:lnTo>
                  <a:pt x="307" y="1111"/>
                </a:lnTo>
                <a:lnTo>
                  <a:pt x="298" y="1113"/>
                </a:lnTo>
                <a:lnTo>
                  <a:pt x="291" y="1117"/>
                </a:lnTo>
                <a:lnTo>
                  <a:pt x="285" y="1122"/>
                </a:lnTo>
                <a:lnTo>
                  <a:pt x="280" y="1127"/>
                </a:lnTo>
                <a:lnTo>
                  <a:pt x="274" y="1130"/>
                </a:lnTo>
                <a:lnTo>
                  <a:pt x="266" y="1132"/>
                </a:lnTo>
                <a:lnTo>
                  <a:pt x="257" y="1129"/>
                </a:lnTo>
                <a:lnTo>
                  <a:pt x="246" y="1123"/>
                </a:lnTo>
                <a:lnTo>
                  <a:pt x="236" y="1115"/>
                </a:lnTo>
                <a:lnTo>
                  <a:pt x="226" y="1107"/>
                </a:lnTo>
                <a:lnTo>
                  <a:pt x="218" y="1098"/>
                </a:lnTo>
                <a:lnTo>
                  <a:pt x="211" y="1089"/>
                </a:lnTo>
                <a:lnTo>
                  <a:pt x="206" y="1082"/>
                </a:lnTo>
                <a:lnTo>
                  <a:pt x="201" y="1078"/>
                </a:lnTo>
                <a:lnTo>
                  <a:pt x="200" y="1076"/>
                </a:lnTo>
                <a:lnTo>
                  <a:pt x="199" y="1077"/>
                </a:lnTo>
                <a:lnTo>
                  <a:pt x="197" y="1081"/>
                </a:lnTo>
                <a:lnTo>
                  <a:pt x="194" y="1087"/>
                </a:lnTo>
                <a:lnTo>
                  <a:pt x="190" y="1094"/>
                </a:lnTo>
                <a:lnTo>
                  <a:pt x="184" y="1087"/>
                </a:lnTo>
                <a:lnTo>
                  <a:pt x="179" y="1079"/>
                </a:lnTo>
                <a:lnTo>
                  <a:pt x="174" y="1072"/>
                </a:lnTo>
                <a:lnTo>
                  <a:pt x="169" y="1064"/>
                </a:lnTo>
                <a:lnTo>
                  <a:pt x="166" y="1058"/>
                </a:lnTo>
                <a:lnTo>
                  <a:pt x="163" y="1052"/>
                </a:lnTo>
                <a:lnTo>
                  <a:pt x="162" y="1047"/>
                </a:lnTo>
                <a:lnTo>
                  <a:pt x="162" y="1042"/>
                </a:lnTo>
                <a:lnTo>
                  <a:pt x="162" y="1035"/>
                </a:lnTo>
                <a:lnTo>
                  <a:pt x="161" y="1027"/>
                </a:lnTo>
                <a:lnTo>
                  <a:pt x="159" y="1018"/>
                </a:lnTo>
                <a:lnTo>
                  <a:pt x="156" y="1009"/>
                </a:lnTo>
                <a:lnTo>
                  <a:pt x="151" y="1000"/>
                </a:lnTo>
                <a:lnTo>
                  <a:pt x="148" y="990"/>
                </a:lnTo>
                <a:lnTo>
                  <a:pt x="146" y="982"/>
                </a:lnTo>
                <a:lnTo>
                  <a:pt x="145" y="975"/>
                </a:lnTo>
                <a:lnTo>
                  <a:pt x="144" y="969"/>
                </a:lnTo>
                <a:lnTo>
                  <a:pt x="142" y="964"/>
                </a:lnTo>
                <a:lnTo>
                  <a:pt x="139" y="960"/>
                </a:lnTo>
                <a:lnTo>
                  <a:pt x="135" y="957"/>
                </a:lnTo>
                <a:lnTo>
                  <a:pt x="130" y="952"/>
                </a:lnTo>
                <a:lnTo>
                  <a:pt x="125" y="945"/>
                </a:lnTo>
                <a:lnTo>
                  <a:pt x="120" y="936"/>
                </a:lnTo>
                <a:lnTo>
                  <a:pt x="115" y="924"/>
                </a:lnTo>
                <a:lnTo>
                  <a:pt x="111" y="911"/>
                </a:lnTo>
                <a:lnTo>
                  <a:pt x="108" y="900"/>
                </a:lnTo>
                <a:lnTo>
                  <a:pt x="106" y="891"/>
                </a:lnTo>
                <a:lnTo>
                  <a:pt x="105" y="886"/>
                </a:lnTo>
                <a:lnTo>
                  <a:pt x="103" y="882"/>
                </a:lnTo>
                <a:lnTo>
                  <a:pt x="105" y="880"/>
                </a:lnTo>
                <a:lnTo>
                  <a:pt x="105" y="879"/>
                </a:lnTo>
                <a:lnTo>
                  <a:pt x="43" y="834"/>
                </a:lnTo>
                <a:lnTo>
                  <a:pt x="43" y="832"/>
                </a:lnTo>
                <a:lnTo>
                  <a:pt x="43" y="827"/>
                </a:lnTo>
                <a:lnTo>
                  <a:pt x="42" y="818"/>
                </a:lnTo>
                <a:lnTo>
                  <a:pt x="42" y="808"/>
                </a:lnTo>
                <a:lnTo>
                  <a:pt x="41" y="796"/>
                </a:lnTo>
                <a:lnTo>
                  <a:pt x="40" y="782"/>
                </a:lnTo>
                <a:lnTo>
                  <a:pt x="40" y="768"/>
                </a:lnTo>
                <a:lnTo>
                  <a:pt x="39" y="755"/>
                </a:lnTo>
                <a:lnTo>
                  <a:pt x="38" y="748"/>
                </a:lnTo>
                <a:lnTo>
                  <a:pt x="35" y="740"/>
                </a:lnTo>
                <a:lnTo>
                  <a:pt x="31" y="731"/>
                </a:lnTo>
                <a:lnTo>
                  <a:pt x="26" y="723"/>
                </a:lnTo>
                <a:lnTo>
                  <a:pt x="21" y="714"/>
                </a:lnTo>
                <a:lnTo>
                  <a:pt x="14" y="705"/>
                </a:lnTo>
                <a:lnTo>
                  <a:pt x="8" y="696"/>
                </a:lnTo>
                <a:lnTo>
                  <a:pt x="0" y="686"/>
                </a:lnTo>
                <a:lnTo>
                  <a:pt x="3" y="684"/>
                </a:lnTo>
                <a:lnTo>
                  <a:pt x="6" y="682"/>
                </a:lnTo>
                <a:lnTo>
                  <a:pt x="6" y="679"/>
                </a:lnTo>
                <a:lnTo>
                  <a:pt x="5" y="676"/>
                </a:lnTo>
                <a:lnTo>
                  <a:pt x="1" y="671"/>
                </a:lnTo>
                <a:lnTo>
                  <a:pt x="1" y="665"/>
                </a:lnTo>
                <a:lnTo>
                  <a:pt x="2" y="658"/>
                </a:lnTo>
                <a:lnTo>
                  <a:pt x="3" y="651"/>
                </a:lnTo>
                <a:lnTo>
                  <a:pt x="6" y="642"/>
                </a:lnTo>
                <a:lnTo>
                  <a:pt x="9" y="632"/>
                </a:lnTo>
                <a:lnTo>
                  <a:pt x="10" y="620"/>
                </a:lnTo>
                <a:lnTo>
                  <a:pt x="11" y="607"/>
                </a:lnTo>
                <a:lnTo>
                  <a:pt x="11" y="592"/>
                </a:lnTo>
                <a:lnTo>
                  <a:pt x="13" y="579"/>
                </a:lnTo>
                <a:lnTo>
                  <a:pt x="15" y="568"/>
                </a:lnTo>
                <a:lnTo>
                  <a:pt x="18" y="558"/>
                </a:lnTo>
                <a:lnTo>
                  <a:pt x="22" y="549"/>
                </a:lnTo>
                <a:lnTo>
                  <a:pt x="27" y="540"/>
                </a:lnTo>
                <a:lnTo>
                  <a:pt x="33" y="533"/>
                </a:lnTo>
                <a:lnTo>
                  <a:pt x="39" y="527"/>
                </a:lnTo>
                <a:lnTo>
                  <a:pt x="44" y="519"/>
                </a:lnTo>
                <a:lnTo>
                  <a:pt x="47" y="508"/>
                </a:lnTo>
                <a:lnTo>
                  <a:pt x="48" y="494"/>
                </a:lnTo>
                <a:lnTo>
                  <a:pt x="47" y="477"/>
                </a:lnTo>
                <a:lnTo>
                  <a:pt x="44" y="461"/>
                </a:lnTo>
                <a:lnTo>
                  <a:pt x="40" y="444"/>
                </a:lnTo>
                <a:lnTo>
                  <a:pt x="35" y="427"/>
                </a:lnTo>
                <a:lnTo>
                  <a:pt x="29" y="413"/>
                </a:lnTo>
                <a:lnTo>
                  <a:pt x="25" y="400"/>
                </a:lnTo>
                <a:lnTo>
                  <a:pt x="23" y="386"/>
                </a:lnTo>
                <a:lnTo>
                  <a:pt x="24" y="373"/>
                </a:lnTo>
                <a:lnTo>
                  <a:pt x="28" y="361"/>
                </a:lnTo>
                <a:lnTo>
                  <a:pt x="33" y="350"/>
                </a:lnTo>
                <a:lnTo>
                  <a:pt x="39" y="339"/>
                </a:lnTo>
                <a:lnTo>
                  <a:pt x="47" y="330"/>
                </a:lnTo>
                <a:lnTo>
                  <a:pt x="56" y="323"/>
                </a:lnTo>
                <a:lnTo>
                  <a:pt x="64" y="315"/>
                </a:lnTo>
                <a:lnTo>
                  <a:pt x="70" y="304"/>
                </a:lnTo>
                <a:lnTo>
                  <a:pt x="75" y="291"/>
                </a:lnTo>
                <a:lnTo>
                  <a:pt x="79" y="278"/>
                </a:lnTo>
                <a:lnTo>
                  <a:pt x="80" y="264"/>
                </a:lnTo>
                <a:lnTo>
                  <a:pt x="80" y="248"/>
                </a:lnTo>
                <a:lnTo>
                  <a:pt x="78" y="231"/>
                </a:lnTo>
                <a:lnTo>
                  <a:pt x="74" y="215"/>
                </a:lnTo>
                <a:lnTo>
                  <a:pt x="71" y="200"/>
                </a:lnTo>
                <a:lnTo>
                  <a:pt x="71" y="185"/>
                </a:lnTo>
                <a:lnTo>
                  <a:pt x="75" y="174"/>
                </a:lnTo>
                <a:lnTo>
                  <a:pt x="81" y="164"/>
                </a:lnTo>
                <a:lnTo>
                  <a:pt x="88" y="157"/>
                </a:lnTo>
                <a:lnTo>
                  <a:pt x="97" y="152"/>
                </a:lnTo>
                <a:lnTo>
                  <a:pt x="106" y="149"/>
                </a:lnTo>
                <a:lnTo>
                  <a:pt x="115" y="148"/>
                </a:lnTo>
                <a:lnTo>
                  <a:pt x="122" y="147"/>
                </a:lnTo>
                <a:lnTo>
                  <a:pt x="128" y="145"/>
                </a:lnTo>
                <a:lnTo>
                  <a:pt x="133" y="140"/>
                </a:lnTo>
                <a:lnTo>
                  <a:pt x="136" y="135"/>
                </a:lnTo>
                <a:lnTo>
                  <a:pt x="138" y="129"/>
                </a:lnTo>
                <a:lnTo>
                  <a:pt x="138" y="123"/>
                </a:lnTo>
                <a:lnTo>
                  <a:pt x="138" y="115"/>
                </a:lnTo>
                <a:lnTo>
                  <a:pt x="137" y="107"/>
                </a:lnTo>
                <a:lnTo>
                  <a:pt x="136" y="98"/>
                </a:lnTo>
                <a:lnTo>
                  <a:pt x="138" y="88"/>
                </a:lnTo>
                <a:lnTo>
                  <a:pt x="142" y="78"/>
                </a:lnTo>
                <a:lnTo>
                  <a:pt x="149" y="67"/>
                </a:lnTo>
                <a:lnTo>
                  <a:pt x="158" y="55"/>
                </a:lnTo>
                <a:lnTo>
                  <a:pt x="168" y="44"/>
                </a:lnTo>
                <a:lnTo>
                  <a:pt x="180" y="31"/>
                </a:lnTo>
                <a:lnTo>
                  <a:pt x="194" y="19"/>
                </a:lnTo>
                <a:lnTo>
                  <a:pt x="209" y="9"/>
                </a:lnTo>
                <a:lnTo>
                  <a:pt x="224" y="4"/>
                </a:lnTo>
                <a:lnTo>
                  <a:pt x="238" y="3"/>
                </a:lnTo>
                <a:lnTo>
                  <a:pt x="251" y="3"/>
                </a:lnTo>
                <a:lnTo>
                  <a:pt x="263" y="5"/>
                </a:lnTo>
                <a:lnTo>
                  <a:pt x="272" y="5"/>
                </a:lnTo>
                <a:lnTo>
                  <a:pt x="278" y="4"/>
                </a:lnTo>
                <a:lnTo>
                  <a:pt x="280"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40" name="Freeform 997">
            <a:extLst>
              <a:ext uri="{FF2B5EF4-FFF2-40B4-BE49-F238E27FC236}">
                <a16:creationId xmlns:a16="http://schemas.microsoft.com/office/drawing/2014/main" id="{9A03002F-87EE-4CC3-02BE-678E9C4004E3}"/>
              </a:ext>
            </a:extLst>
          </p:cNvPr>
          <p:cNvSpPr>
            <a:spLocks/>
          </p:cNvSpPr>
          <p:nvPr/>
        </p:nvSpPr>
        <p:spPr bwMode="auto">
          <a:xfrm>
            <a:off x="6615113" y="5165725"/>
            <a:ext cx="301625" cy="195263"/>
          </a:xfrm>
          <a:custGeom>
            <a:avLst/>
            <a:gdLst>
              <a:gd name="T0" fmla="*/ 2147483646 w 1820"/>
              <a:gd name="T1" fmla="*/ 2147483646 h 1320"/>
              <a:gd name="T2" fmla="*/ 2147483646 w 1820"/>
              <a:gd name="T3" fmla="*/ 2147483646 h 1320"/>
              <a:gd name="T4" fmla="*/ 2147483646 w 1820"/>
              <a:gd name="T5" fmla="*/ 2147483646 h 1320"/>
              <a:gd name="T6" fmla="*/ 2147483646 w 1820"/>
              <a:gd name="T7" fmla="*/ 2147483646 h 1320"/>
              <a:gd name="T8" fmla="*/ 2147483646 w 1820"/>
              <a:gd name="T9" fmla="*/ 2147483646 h 1320"/>
              <a:gd name="T10" fmla="*/ 2147483646 w 1820"/>
              <a:gd name="T11" fmla="*/ 2147483646 h 1320"/>
              <a:gd name="T12" fmla="*/ 2147483646 w 1820"/>
              <a:gd name="T13" fmla="*/ 2147483646 h 1320"/>
              <a:gd name="T14" fmla="*/ 2147483646 w 1820"/>
              <a:gd name="T15" fmla="*/ 2147483646 h 1320"/>
              <a:gd name="T16" fmla="*/ 2147483646 w 1820"/>
              <a:gd name="T17" fmla="*/ 2147483646 h 1320"/>
              <a:gd name="T18" fmla="*/ 2147483646 w 1820"/>
              <a:gd name="T19" fmla="*/ 2147483646 h 1320"/>
              <a:gd name="T20" fmla="*/ 2147483646 w 1820"/>
              <a:gd name="T21" fmla="*/ 2147483646 h 1320"/>
              <a:gd name="T22" fmla="*/ 2147483646 w 1820"/>
              <a:gd name="T23" fmla="*/ 2147483646 h 1320"/>
              <a:gd name="T24" fmla="*/ 2147483646 w 1820"/>
              <a:gd name="T25" fmla="*/ 2147483646 h 1320"/>
              <a:gd name="T26" fmla="*/ 2147483646 w 1820"/>
              <a:gd name="T27" fmla="*/ 2147483646 h 1320"/>
              <a:gd name="T28" fmla="*/ 2147483646 w 1820"/>
              <a:gd name="T29" fmla="*/ 2147483646 h 1320"/>
              <a:gd name="T30" fmla="*/ 2147483646 w 1820"/>
              <a:gd name="T31" fmla="*/ 2147483646 h 1320"/>
              <a:gd name="T32" fmla="*/ 2147483646 w 1820"/>
              <a:gd name="T33" fmla="*/ 2147483646 h 1320"/>
              <a:gd name="T34" fmla="*/ 2147483646 w 1820"/>
              <a:gd name="T35" fmla="*/ 2147483646 h 1320"/>
              <a:gd name="T36" fmla="*/ 2147483646 w 1820"/>
              <a:gd name="T37" fmla="*/ 2147483646 h 1320"/>
              <a:gd name="T38" fmla="*/ 2147483646 w 1820"/>
              <a:gd name="T39" fmla="*/ 2147483646 h 1320"/>
              <a:gd name="T40" fmla="*/ 2147483646 w 1820"/>
              <a:gd name="T41" fmla="*/ 2147483646 h 1320"/>
              <a:gd name="T42" fmla="*/ 2147483646 w 1820"/>
              <a:gd name="T43" fmla="*/ 2147483646 h 1320"/>
              <a:gd name="T44" fmla="*/ 2147483646 w 1820"/>
              <a:gd name="T45" fmla="*/ 2147483646 h 1320"/>
              <a:gd name="T46" fmla="*/ 2147483646 w 1820"/>
              <a:gd name="T47" fmla="*/ 2147483646 h 1320"/>
              <a:gd name="T48" fmla="*/ 2147483646 w 1820"/>
              <a:gd name="T49" fmla="*/ 2147483646 h 1320"/>
              <a:gd name="T50" fmla="*/ 2147483646 w 1820"/>
              <a:gd name="T51" fmla="*/ 2147483646 h 1320"/>
              <a:gd name="T52" fmla="*/ 2147483646 w 1820"/>
              <a:gd name="T53" fmla="*/ 2147483646 h 1320"/>
              <a:gd name="T54" fmla="*/ 2147483646 w 1820"/>
              <a:gd name="T55" fmla="*/ 2147483646 h 1320"/>
              <a:gd name="T56" fmla="*/ 2147483646 w 1820"/>
              <a:gd name="T57" fmla="*/ 2147483646 h 1320"/>
              <a:gd name="T58" fmla="*/ 2147483646 w 1820"/>
              <a:gd name="T59" fmla="*/ 2147483646 h 1320"/>
              <a:gd name="T60" fmla="*/ 2147483646 w 1820"/>
              <a:gd name="T61" fmla="*/ 2147483646 h 1320"/>
              <a:gd name="T62" fmla="*/ 2147483646 w 1820"/>
              <a:gd name="T63" fmla="*/ 2147483646 h 1320"/>
              <a:gd name="T64" fmla="*/ 2147483646 w 1820"/>
              <a:gd name="T65" fmla="*/ 2147483646 h 1320"/>
              <a:gd name="T66" fmla="*/ 2147483646 w 1820"/>
              <a:gd name="T67" fmla="*/ 2147483646 h 1320"/>
              <a:gd name="T68" fmla="*/ 2147483646 w 1820"/>
              <a:gd name="T69" fmla="*/ 2147483646 h 1320"/>
              <a:gd name="T70" fmla="*/ 2147483646 w 1820"/>
              <a:gd name="T71" fmla="*/ 2147483646 h 1320"/>
              <a:gd name="T72" fmla="*/ 2147483646 w 1820"/>
              <a:gd name="T73" fmla="*/ 2147483646 h 1320"/>
              <a:gd name="T74" fmla="*/ 2147483646 w 1820"/>
              <a:gd name="T75" fmla="*/ 2147483646 h 1320"/>
              <a:gd name="T76" fmla="*/ 2147483646 w 1820"/>
              <a:gd name="T77" fmla="*/ 2147483646 h 1320"/>
              <a:gd name="T78" fmla="*/ 2147483646 w 1820"/>
              <a:gd name="T79" fmla="*/ 2147483646 h 1320"/>
              <a:gd name="T80" fmla="*/ 2147483646 w 1820"/>
              <a:gd name="T81" fmla="*/ 2147483646 h 1320"/>
              <a:gd name="T82" fmla="*/ 2147483646 w 1820"/>
              <a:gd name="T83" fmla="*/ 2147483646 h 1320"/>
              <a:gd name="T84" fmla="*/ 2147483646 w 1820"/>
              <a:gd name="T85" fmla="*/ 2147483646 h 1320"/>
              <a:gd name="T86" fmla="*/ 2147483646 w 1820"/>
              <a:gd name="T87" fmla="*/ 2147483646 h 1320"/>
              <a:gd name="T88" fmla="*/ 2147483646 w 1820"/>
              <a:gd name="T89" fmla="*/ 2147483646 h 1320"/>
              <a:gd name="T90" fmla="*/ 2147483646 w 1820"/>
              <a:gd name="T91" fmla="*/ 2147483646 h 1320"/>
              <a:gd name="T92" fmla="*/ 2147483646 w 1820"/>
              <a:gd name="T93" fmla="*/ 2147483646 h 1320"/>
              <a:gd name="T94" fmla="*/ 2147483646 w 1820"/>
              <a:gd name="T95" fmla="*/ 2147483646 h 1320"/>
              <a:gd name="T96" fmla="*/ 2147483646 w 1820"/>
              <a:gd name="T97" fmla="*/ 2147483646 h 1320"/>
              <a:gd name="T98" fmla="*/ 2147483646 w 1820"/>
              <a:gd name="T99" fmla="*/ 2147483646 h 1320"/>
              <a:gd name="T100" fmla="*/ 2147483646 w 1820"/>
              <a:gd name="T101" fmla="*/ 2147483646 h 1320"/>
              <a:gd name="T102" fmla="*/ 2147483646 w 1820"/>
              <a:gd name="T103" fmla="*/ 2147483646 h 1320"/>
              <a:gd name="T104" fmla="*/ 2147483646 w 1820"/>
              <a:gd name="T105" fmla="*/ 2147483646 h 1320"/>
              <a:gd name="T106" fmla="*/ 2147483646 w 1820"/>
              <a:gd name="T107" fmla="*/ 2147483646 h 1320"/>
              <a:gd name="T108" fmla="*/ 2147483646 w 1820"/>
              <a:gd name="T109" fmla="*/ 2147483646 h 1320"/>
              <a:gd name="T110" fmla="*/ 0 w 1820"/>
              <a:gd name="T111" fmla="*/ 2147483646 h 1320"/>
              <a:gd name="T112" fmla="*/ 2147483646 w 1820"/>
              <a:gd name="T113" fmla="*/ 2147483646 h 1320"/>
              <a:gd name="T114" fmla="*/ 2147483646 w 1820"/>
              <a:gd name="T115" fmla="*/ 2147483646 h 1320"/>
              <a:gd name="T116" fmla="*/ 2147483646 w 1820"/>
              <a:gd name="T117" fmla="*/ 2147483646 h 1320"/>
              <a:gd name="T118" fmla="*/ 2147483646 w 1820"/>
              <a:gd name="T119" fmla="*/ 2147483646 h 1320"/>
              <a:gd name="T120" fmla="*/ 2147483646 w 1820"/>
              <a:gd name="T121" fmla="*/ 2147483646 h 13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20" h="1320">
                <a:moveTo>
                  <a:pt x="280" y="0"/>
                </a:moveTo>
                <a:lnTo>
                  <a:pt x="280" y="0"/>
                </a:lnTo>
                <a:lnTo>
                  <a:pt x="283" y="4"/>
                </a:lnTo>
                <a:lnTo>
                  <a:pt x="286" y="9"/>
                </a:lnTo>
                <a:lnTo>
                  <a:pt x="289" y="14"/>
                </a:lnTo>
                <a:lnTo>
                  <a:pt x="292" y="19"/>
                </a:lnTo>
                <a:lnTo>
                  <a:pt x="294" y="25"/>
                </a:lnTo>
                <a:lnTo>
                  <a:pt x="296" y="31"/>
                </a:lnTo>
                <a:lnTo>
                  <a:pt x="298" y="37"/>
                </a:lnTo>
                <a:lnTo>
                  <a:pt x="299" y="45"/>
                </a:lnTo>
                <a:lnTo>
                  <a:pt x="304" y="62"/>
                </a:lnTo>
                <a:lnTo>
                  <a:pt x="308" y="75"/>
                </a:lnTo>
                <a:lnTo>
                  <a:pt x="314" y="84"/>
                </a:lnTo>
                <a:lnTo>
                  <a:pt x="320" y="92"/>
                </a:lnTo>
                <a:lnTo>
                  <a:pt x="325" y="98"/>
                </a:lnTo>
                <a:lnTo>
                  <a:pt x="331" y="104"/>
                </a:lnTo>
                <a:lnTo>
                  <a:pt x="335" y="111"/>
                </a:lnTo>
                <a:lnTo>
                  <a:pt x="338" y="120"/>
                </a:lnTo>
                <a:lnTo>
                  <a:pt x="342" y="129"/>
                </a:lnTo>
                <a:lnTo>
                  <a:pt x="347" y="134"/>
                </a:lnTo>
                <a:lnTo>
                  <a:pt x="356" y="137"/>
                </a:lnTo>
                <a:lnTo>
                  <a:pt x="365" y="138"/>
                </a:lnTo>
                <a:lnTo>
                  <a:pt x="374" y="138"/>
                </a:lnTo>
                <a:lnTo>
                  <a:pt x="383" y="137"/>
                </a:lnTo>
                <a:lnTo>
                  <a:pt x="392" y="136"/>
                </a:lnTo>
                <a:lnTo>
                  <a:pt x="399" y="136"/>
                </a:lnTo>
                <a:lnTo>
                  <a:pt x="408" y="134"/>
                </a:lnTo>
                <a:lnTo>
                  <a:pt x="417" y="131"/>
                </a:lnTo>
                <a:lnTo>
                  <a:pt x="426" y="125"/>
                </a:lnTo>
                <a:lnTo>
                  <a:pt x="435" y="119"/>
                </a:lnTo>
                <a:lnTo>
                  <a:pt x="444" y="114"/>
                </a:lnTo>
                <a:lnTo>
                  <a:pt x="454" y="111"/>
                </a:lnTo>
                <a:lnTo>
                  <a:pt x="462" y="110"/>
                </a:lnTo>
                <a:lnTo>
                  <a:pt x="469" y="112"/>
                </a:lnTo>
                <a:lnTo>
                  <a:pt x="476" y="115"/>
                </a:lnTo>
                <a:lnTo>
                  <a:pt x="482" y="118"/>
                </a:lnTo>
                <a:lnTo>
                  <a:pt x="488" y="120"/>
                </a:lnTo>
                <a:lnTo>
                  <a:pt x="494" y="122"/>
                </a:lnTo>
                <a:lnTo>
                  <a:pt x="500" y="125"/>
                </a:lnTo>
                <a:lnTo>
                  <a:pt x="508" y="129"/>
                </a:lnTo>
                <a:lnTo>
                  <a:pt x="517" y="134"/>
                </a:lnTo>
                <a:lnTo>
                  <a:pt x="528" y="143"/>
                </a:lnTo>
                <a:lnTo>
                  <a:pt x="539" y="152"/>
                </a:lnTo>
                <a:lnTo>
                  <a:pt x="548" y="162"/>
                </a:lnTo>
                <a:lnTo>
                  <a:pt x="555" y="172"/>
                </a:lnTo>
                <a:lnTo>
                  <a:pt x="560" y="183"/>
                </a:lnTo>
                <a:lnTo>
                  <a:pt x="563" y="196"/>
                </a:lnTo>
                <a:lnTo>
                  <a:pt x="565" y="207"/>
                </a:lnTo>
                <a:lnTo>
                  <a:pt x="566" y="219"/>
                </a:lnTo>
                <a:lnTo>
                  <a:pt x="567" y="232"/>
                </a:lnTo>
                <a:lnTo>
                  <a:pt x="566" y="244"/>
                </a:lnTo>
                <a:lnTo>
                  <a:pt x="563" y="251"/>
                </a:lnTo>
                <a:lnTo>
                  <a:pt x="557" y="254"/>
                </a:lnTo>
                <a:lnTo>
                  <a:pt x="553" y="255"/>
                </a:lnTo>
                <a:lnTo>
                  <a:pt x="549" y="255"/>
                </a:lnTo>
                <a:lnTo>
                  <a:pt x="550" y="256"/>
                </a:lnTo>
                <a:lnTo>
                  <a:pt x="557" y="257"/>
                </a:lnTo>
                <a:lnTo>
                  <a:pt x="571" y="261"/>
                </a:lnTo>
                <a:lnTo>
                  <a:pt x="588" y="265"/>
                </a:lnTo>
                <a:lnTo>
                  <a:pt x="607" y="265"/>
                </a:lnTo>
                <a:lnTo>
                  <a:pt x="624" y="265"/>
                </a:lnTo>
                <a:lnTo>
                  <a:pt x="641" y="263"/>
                </a:lnTo>
                <a:lnTo>
                  <a:pt x="658" y="262"/>
                </a:lnTo>
                <a:lnTo>
                  <a:pt x="672" y="262"/>
                </a:lnTo>
                <a:lnTo>
                  <a:pt x="685" y="265"/>
                </a:lnTo>
                <a:lnTo>
                  <a:pt x="695" y="271"/>
                </a:lnTo>
                <a:lnTo>
                  <a:pt x="706" y="279"/>
                </a:lnTo>
                <a:lnTo>
                  <a:pt x="716" y="286"/>
                </a:lnTo>
                <a:lnTo>
                  <a:pt x="726" y="291"/>
                </a:lnTo>
                <a:lnTo>
                  <a:pt x="735" y="295"/>
                </a:lnTo>
                <a:lnTo>
                  <a:pt x="743" y="297"/>
                </a:lnTo>
                <a:lnTo>
                  <a:pt x="749" y="296"/>
                </a:lnTo>
                <a:lnTo>
                  <a:pt x="754" y="293"/>
                </a:lnTo>
                <a:lnTo>
                  <a:pt x="755" y="285"/>
                </a:lnTo>
                <a:lnTo>
                  <a:pt x="757" y="277"/>
                </a:lnTo>
                <a:lnTo>
                  <a:pt x="763" y="270"/>
                </a:lnTo>
                <a:lnTo>
                  <a:pt x="771" y="265"/>
                </a:lnTo>
                <a:lnTo>
                  <a:pt x="780" y="260"/>
                </a:lnTo>
                <a:lnTo>
                  <a:pt x="790" y="258"/>
                </a:lnTo>
                <a:lnTo>
                  <a:pt x="800" y="257"/>
                </a:lnTo>
                <a:lnTo>
                  <a:pt x="809" y="259"/>
                </a:lnTo>
                <a:lnTo>
                  <a:pt x="814" y="263"/>
                </a:lnTo>
                <a:lnTo>
                  <a:pt x="819" y="266"/>
                </a:lnTo>
                <a:lnTo>
                  <a:pt x="826" y="267"/>
                </a:lnTo>
                <a:lnTo>
                  <a:pt x="834" y="265"/>
                </a:lnTo>
                <a:lnTo>
                  <a:pt x="842" y="261"/>
                </a:lnTo>
                <a:lnTo>
                  <a:pt x="849" y="256"/>
                </a:lnTo>
                <a:lnTo>
                  <a:pt x="856" y="250"/>
                </a:lnTo>
                <a:lnTo>
                  <a:pt x="860" y="244"/>
                </a:lnTo>
                <a:lnTo>
                  <a:pt x="861" y="238"/>
                </a:lnTo>
                <a:lnTo>
                  <a:pt x="862" y="231"/>
                </a:lnTo>
                <a:lnTo>
                  <a:pt x="864" y="222"/>
                </a:lnTo>
                <a:lnTo>
                  <a:pt x="867" y="212"/>
                </a:lnTo>
                <a:lnTo>
                  <a:pt x="871" y="202"/>
                </a:lnTo>
                <a:lnTo>
                  <a:pt x="876" y="194"/>
                </a:lnTo>
                <a:lnTo>
                  <a:pt x="880" y="189"/>
                </a:lnTo>
                <a:lnTo>
                  <a:pt x="885" y="189"/>
                </a:lnTo>
                <a:lnTo>
                  <a:pt x="889" y="196"/>
                </a:lnTo>
                <a:lnTo>
                  <a:pt x="892" y="206"/>
                </a:lnTo>
                <a:lnTo>
                  <a:pt x="893" y="217"/>
                </a:lnTo>
                <a:lnTo>
                  <a:pt x="894" y="227"/>
                </a:lnTo>
                <a:lnTo>
                  <a:pt x="895" y="236"/>
                </a:lnTo>
                <a:lnTo>
                  <a:pt x="896" y="245"/>
                </a:lnTo>
                <a:lnTo>
                  <a:pt x="900" y="252"/>
                </a:lnTo>
                <a:lnTo>
                  <a:pt x="907" y="258"/>
                </a:lnTo>
                <a:lnTo>
                  <a:pt x="916" y="263"/>
                </a:lnTo>
                <a:lnTo>
                  <a:pt x="926" y="266"/>
                </a:lnTo>
                <a:lnTo>
                  <a:pt x="934" y="267"/>
                </a:lnTo>
                <a:lnTo>
                  <a:pt x="941" y="267"/>
                </a:lnTo>
                <a:lnTo>
                  <a:pt x="948" y="266"/>
                </a:lnTo>
                <a:lnTo>
                  <a:pt x="955" y="267"/>
                </a:lnTo>
                <a:lnTo>
                  <a:pt x="962" y="270"/>
                </a:lnTo>
                <a:lnTo>
                  <a:pt x="970" y="275"/>
                </a:lnTo>
                <a:lnTo>
                  <a:pt x="979" y="285"/>
                </a:lnTo>
                <a:lnTo>
                  <a:pt x="990" y="297"/>
                </a:lnTo>
                <a:lnTo>
                  <a:pt x="1002" y="305"/>
                </a:lnTo>
                <a:lnTo>
                  <a:pt x="1013" y="311"/>
                </a:lnTo>
                <a:lnTo>
                  <a:pt x="1023" y="315"/>
                </a:lnTo>
                <a:lnTo>
                  <a:pt x="1034" y="318"/>
                </a:lnTo>
                <a:lnTo>
                  <a:pt x="1045" y="318"/>
                </a:lnTo>
                <a:lnTo>
                  <a:pt x="1057" y="318"/>
                </a:lnTo>
                <a:lnTo>
                  <a:pt x="1069" y="316"/>
                </a:lnTo>
                <a:lnTo>
                  <a:pt x="1080" y="314"/>
                </a:lnTo>
                <a:lnTo>
                  <a:pt x="1091" y="310"/>
                </a:lnTo>
                <a:lnTo>
                  <a:pt x="1104" y="306"/>
                </a:lnTo>
                <a:lnTo>
                  <a:pt x="1115" y="303"/>
                </a:lnTo>
                <a:lnTo>
                  <a:pt x="1127" y="300"/>
                </a:lnTo>
                <a:lnTo>
                  <a:pt x="1140" y="299"/>
                </a:lnTo>
                <a:lnTo>
                  <a:pt x="1155" y="301"/>
                </a:lnTo>
                <a:lnTo>
                  <a:pt x="1169" y="306"/>
                </a:lnTo>
                <a:lnTo>
                  <a:pt x="1184" y="311"/>
                </a:lnTo>
                <a:lnTo>
                  <a:pt x="1197" y="315"/>
                </a:lnTo>
                <a:lnTo>
                  <a:pt x="1210" y="317"/>
                </a:lnTo>
                <a:lnTo>
                  <a:pt x="1220" y="318"/>
                </a:lnTo>
                <a:lnTo>
                  <a:pt x="1228" y="317"/>
                </a:lnTo>
                <a:lnTo>
                  <a:pt x="1235" y="315"/>
                </a:lnTo>
                <a:lnTo>
                  <a:pt x="1240" y="311"/>
                </a:lnTo>
                <a:lnTo>
                  <a:pt x="1244" y="306"/>
                </a:lnTo>
                <a:lnTo>
                  <a:pt x="1251" y="302"/>
                </a:lnTo>
                <a:lnTo>
                  <a:pt x="1260" y="299"/>
                </a:lnTo>
                <a:lnTo>
                  <a:pt x="1272" y="299"/>
                </a:lnTo>
                <a:lnTo>
                  <a:pt x="1285" y="298"/>
                </a:lnTo>
                <a:lnTo>
                  <a:pt x="1297" y="298"/>
                </a:lnTo>
                <a:lnTo>
                  <a:pt x="1310" y="295"/>
                </a:lnTo>
                <a:lnTo>
                  <a:pt x="1319" y="289"/>
                </a:lnTo>
                <a:lnTo>
                  <a:pt x="1324" y="281"/>
                </a:lnTo>
                <a:lnTo>
                  <a:pt x="1328" y="270"/>
                </a:lnTo>
                <a:lnTo>
                  <a:pt x="1335" y="257"/>
                </a:lnTo>
                <a:lnTo>
                  <a:pt x="1344" y="245"/>
                </a:lnTo>
                <a:lnTo>
                  <a:pt x="1355" y="232"/>
                </a:lnTo>
                <a:lnTo>
                  <a:pt x="1365" y="223"/>
                </a:lnTo>
                <a:lnTo>
                  <a:pt x="1377" y="216"/>
                </a:lnTo>
                <a:lnTo>
                  <a:pt x="1388" y="214"/>
                </a:lnTo>
                <a:lnTo>
                  <a:pt x="1399" y="216"/>
                </a:lnTo>
                <a:lnTo>
                  <a:pt x="1410" y="218"/>
                </a:lnTo>
                <a:lnTo>
                  <a:pt x="1421" y="216"/>
                </a:lnTo>
                <a:lnTo>
                  <a:pt x="1432" y="211"/>
                </a:lnTo>
                <a:lnTo>
                  <a:pt x="1443" y="204"/>
                </a:lnTo>
                <a:lnTo>
                  <a:pt x="1456" y="198"/>
                </a:lnTo>
                <a:lnTo>
                  <a:pt x="1469" y="194"/>
                </a:lnTo>
                <a:lnTo>
                  <a:pt x="1483" y="194"/>
                </a:lnTo>
                <a:lnTo>
                  <a:pt x="1500" y="200"/>
                </a:lnTo>
                <a:lnTo>
                  <a:pt x="1514" y="209"/>
                </a:lnTo>
                <a:lnTo>
                  <a:pt x="1523" y="219"/>
                </a:lnTo>
                <a:lnTo>
                  <a:pt x="1529" y="230"/>
                </a:lnTo>
                <a:lnTo>
                  <a:pt x="1532" y="239"/>
                </a:lnTo>
                <a:lnTo>
                  <a:pt x="1532" y="248"/>
                </a:lnTo>
                <a:lnTo>
                  <a:pt x="1532" y="255"/>
                </a:lnTo>
                <a:lnTo>
                  <a:pt x="1531" y="259"/>
                </a:lnTo>
                <a:lnTo>
                  <a:pt x="1530" y="261"/>
                </a:lnTo>
                <a:lnTo>
                  <a:pt x="1533" y="262"/>
                </a:lnTo>
                <a:lnTo>
                  <a:pt x="1540" y="265"/>
                </a:lnTo>
                <a:lnTo>
                  <a:pt x="1551" y="269"/>
                </a:lnTo>
                <a:lnTo>
                  <a:pt x="1565" y="273"/>
                </a:lnTo>
                <a:lnTo>
                  <a:pt x="1579" y="277"/>
                </a:lnTo>
                <a:lnTo>
                  <a:pt x="1593" y="279"/>
                </a:lnTo>
                <a:lnTo>
                  <a:pt x="1608" y="278"/>
                </a:lnTo>
                <a:lnTo>
                  <a:pt x="1620" y="275"/>
                </a:lnTo>
                <a:lnTo>
                  <a:pt x="1630" y="268"/>
                </a:lnTo>
                <a:lnTo>
                  <a:pt x="1641" y="260"/>
                </a:lnTo>
                <a:lnTo>
                  <a:pt x="1652" y="252"/>
                </a:lnTo>
                <a:lnTo>
                  <a:pt x="1662" y="244"/>
                </a:lnTo>
                <a:lnTo>
                  <a:pt x="1672" y="237"/>
                </a:lnTo>
                <a:lnTo>
                  <a:pt x="1681" y="235"/>
                </a:lnTo>
                <a:lnTo>
                  <a:pt x="1690" y="237"/>
                </a:lnTo>
                <a:lnTo>
                  <a:pt x="1700" y="247"/>
                </a:lnTo>
                <a:lnTo>
                  <a:pt x="1706" y="252"/>
                </a:lnTo>
                <a:lnTo>
                  <a:pt x="1715" y="257"/>
                </a:lnTo>
                <a:lnTo>
                  <a:pt x="1727" y="261"/>
                </a:lnTo>
                <a:lnTo>
                  <a:pt x="1742" y="264"/>
                </a:lnTo>
                <a:lnTo>
                  <a:pt x="1759" y="267"/>
                </a:lnTo>
                <a:lnTo>
                  <a:pt x="1776" y="270"/>
                </a:lnTo>
                <a:lnTo>
                  <a:pt x="1795" y="272"/>
                </a:lnTo>
                <a:lnTo>
                  <a:pt x="1814" y="274"/>
                </a:lnTo>
                <a:lnTo>
                  <a:pt x="1815" y="274"/>
                </a:lnTo>
                <a:lnTo>
                  <a:pt x="1816" y="274"/>
                </a:lnTo>
                <a:lnTo>
                  <a:pt x="1816" y="279"/>
                </a:lnTo>
                <a:lnTo>
                  <a:pt x="1817" y="284"/>
                </a:lnTo>
                <a:lnTo>
                  <a:pt x="1818" y="288"/>
                </a:lnTo>
                <a:lnTo>
                  <a:pt x="1819" y="293"/>
                </a:lnTo>
                <a:lnTo>
                  <a:pt x="1820" y="308"/>
                </a:lnTo>
                <a:lnTo>
                  <a:pt x="1815" y="322"/>
                </a:lnTo>
                <a:lnTo>
                  <a:pt x="1808" y="334"/>
                </a:lnTo>
                <a:lnTo>
                  <a:pt x="1797" y="347"/>
                </a:lnTo>
                <a:lnTo>
                  <a:pt x="1789" y="358"/>
                </a:lnTo>
                <a:lnTo>
                  <a:pt x="1782" y="370"/>
                </a:lnTo>
                <a:lnTo>
                  <a:pt x="1781" y="383"/>
                </a:lnTo>
                <a:lnTo>
                  <a:pt x="1785" y="399"/>
                </a:lnTo>
                <a:lnTo>
                  <a:pt x="1790" y="413"/>
                </a:lnTo>
                <a:lnTo>
                  <a:pt x="1789" y="423"/>
                </a:lnTo>
                <a:lnTo>
                  <a:pt x="1784" y="431"/>
                </a:lnTo>
                <a:lnTo>
                  <a:pt x="1777" y="437"/>
                </a:lnTo>
                <a:lnTo>
                  <a:pt x="1767" y="444"/>
                </a:lnTo>
                <a:lnTo>
                  <a:pt x="1757" y="450"/>
                </a:lnTo>
                <a:lnTo>
                  <a:pt x="1747" y="458"/>
                </a:lnTo>
                <a:lnTo>
                  <a:pt x="1740" y="469"/>
                </a:lnTo>
                <a:lnTo>
                  <a:pt x="1736" y="481"/>
                </a:lnTo>
                <a:lnTo>
                  <a:pt x="1733" y="494"/>
                </a:lnTo>
                <a:lnTo>
                  <a:pt x="1732" y="504"/>
                </a:lnTo>
                <a:lnTo>
                  <a:pt x="1729" y="514"/>
                </a:lnTo>
                <a:lnTo>
                  <a:pt x="1726" y="523"/>
                </a:lnTo>
                <a:lnTo>
                  <a:pt x="1719" y="531"/>
                </a:lnTo>
                <a:lnTo>
                  <a:pt x="1710" y="537"/>
                </a:lnTo>
                <a:lnTo>
                  <a:pt x="1695" y="542"/>
                </a:lnTo>
                <a:lnTo>
                  <a:pt x="1682" y="550"/>
                </a:lnTo>
                <a:lnTo>
                  <a:pt x="1676" y="562"/>
                </a:lnTo>
                <a:lnTo>
                  <a:pt x="1674" y="576"/>
                </a:lnTo>
                <a:lnTo>
                  <a:pt x="1673" y="592"/>
                </a:lnTo>
                <a:lnTo>
                  <a:pt x="1673" y="610"/>
                </a:lnTo>
                <a:lnTo>
                  <a:pt x="1672" y="624"/>
                </a:lnTo>
                <a:lnTo>
                  <a:pt x="1666" y="636"/>
                </a:lnTo>
                <a:lnTo>
                  <a:pt x="1654" y="643"/>
                </a:lnTo>
                <a:lnTo>
                  <a:pt x="1640" y="651"/>
                </a:lnTo>
                <a:lnTo>
                  <a:pt x="1630" y="663"/>
                </a:lnTo>
                <a:lnTo>
                  <a:pt x="1623" y="679"/>
                </a:lnTo>
                <a:lnTo>
                  <a:pt x="1618" y="697"/>
                </a:lnTo>
                <a:lnTo>
                  <a:pt x="1614" y="715"/>
                </a:lnTo>
                <a:lnTo>
                  <a:pt x="1611" y="730"/>
                </a:lnTo>
                <a:lnTo>
                  <a:pt x="1606" y="743"/>
                </a:lnTo>
                <a:lnTo>
                  <a:pt x="1601" y="751"/>
                </a:lnTo>
                <a:lnTo>
                  <a:pt x="1593" y="756"/>
                </a:lnTo>
                <a:lnTo>
                  <a:pt x="1586" y="763"/>
                </a:lnTo>
                <a:lnTo>
                  <a:pt x="1578" y="771"/>
                </a:lnTo>
                <a:lnTo>
                  <a:pt x="1571" y="781"/>
                </a:lnTo>
                <a:lnTo>
                  <a:pt x="1565" y="792"/>
                </a:lnTo>
                <a:lnTo>
                  <a:pt x="1559" y="805"/>
                </a:lnTo>
                <a:lnTo>
                  <a:pt x="1555" y="818"/>
                </a:lnTo>
                <a:lnTo>
                  <a:pt x="1553" y="831"/>
                </a:lnTo>
                <a:lnTo>
                  <a:pt x="1548" y="842"/>
                </a:lnTo>
                <a:lnTo>
                  <a:pt x="1540" y="849"/>
                </a:lnTo>
                <a:lnTo>
                  <a:pt x="1528" y="853"/>
                </a:lnTo>
                <a:lnTo>
                  <a:pt x="1515" y="856"/>
                </a:lnTo>
                <a:lnTo>
                  <a:pt x="1502" y="860"/>
                </a:lnTo>
                <a:lnTo>
                  <a:pt x="1489" y="865"/>
                </a:lnTo>
                <a:lnTo>
                  <a:pt x="1479" y="874"/>
                </a:lnTo>
                <a:lnTo>
                  <a:pt x="1474" y="888"/>
                </a:lnTo>
                <a:lnTo>
                  <a:pt x="1471" y="904"/>
                </a:lnTo>
                <a:lnTo>
                  <a:pt x="1467" y="915"/>
                </a:lnTo>
                <a:lnTo>
                  <a:pt x="1463" y="921"/>
                </a:lnTo>
                <a:lnTo>
                  <a:pt x="1459" y="925"/>
                </a:lnTo>
                <a:lnTo>
                  <a:pt x="1454" y="925"/>
                </a:lnTo>
                <a:lnTo>
                  <a:pt x="1450" y="922"/>
                </a:lnTo>
                <a:lnTo>
                  <a:pt x="1444" y="918"/>
                </a:lnTo>
                <a:lnTo>
                  <a:pt x="1440" y="911"/>
                </a:lnTo>
                <a:lnTo>
                  <a:pt x="1435" y="906"/>
                </a:lnTo>
                <a:lnTo>
                  <a:pt x="1429" y="907"/>
                </a:lnTo>
                <a:lnTo>
                  <a:pt x="1423" y="911"/>
                </a:lnTo>
                <a:lnTo>
                  <a:pt x="1415" y="918"/>
                </a:lnTo>
                <a:lnTo>
                  <a:pt x="1408" y="927"/>
                </a:lnTo>
                <a:lnTo>
                  <a:pt x="1399" y="936"/>
                </a:lnTo>
                <a:lnTo>
                  <a:pt x="1392" y="943"/>
                </a:lnTo>
                <a:lnTo>
                  <a:pt x="1385" y="950"/>
                </a:lnTo>
                <a:lnTo>
                  <a:pt x="1379" y="954"/>
                </a:lnTo>
                <a:lnTo>
                  <a:pt x="1373" y="958"/>
                </a:lnTo>
                <a:lnTo>
                  <a:pt x="1367" y="960"/>
                </a:lnTo>
                <a:lnTo>
                  <a:pt x="1362" y="961"/>
                </a:lnTo>
                <a:lnTo>
                  <a:pt x="1357" y="961"/>
                </a:lnTo>
                <a:lnTo>
                  <a:pt x="1353" y="957"/>
                </a:lnTo>
                <a:lnTo>
                  <a:pt x="1348" y="951"/>
                </a:lnTo>
                <a:lnTo>
                  <a:pt x="1345" y="941"/>
                </a:lnTo>
                <a:lnTo>
                  <a:pt x="1342" y="931"/>
                </a:lnTo>
                <a:lnTo>
                  <a:pt x="1339" y="922"/>
                </a:lnTo>
                <a:lnTo>
                  <a:pt x="1335" y="916"/>
                </a:lnTo>
                <a:lnTo>
                  <a:pt x="1331" y="913"/>
                </a:lnTo>
                <a:lnTo>
                  <a:pt x="1326" y="913"/>
                </a:lnTo>
                <a:lnTo>
                  <a:pt x="1320" y="917"/>
                </a:lnTo>
                <a:lnTo>
                  <a:pt x="1314" y="925"/>
                </a:lnTo>
                <a:lnTo>
                  <a:pt x="1307" y="938"/>
                </a:lnTo>
                <a:lnTo>
                  <a:pt x="1301" y="951"/>
                </a:lnTo>
                <a:lnTo>
                  <a:pt x="1296" y="957"/>
                </a:lnTo>
                <a:lnTo>
                  <a:pt x="1293" y="958"/>
                </a:lnTo>
                <a:lnTo>
                  <a:pt x="1290" y="954"/>
                </a:lnTo>
                <a:lnTo>
                  <a:pt x="1288" y="949"/>
                </a:lnTo>
                <a:lnTo>
                  <a:pt x="1285" y="940"/>
                </a:lnTo>
                <a:lnTo>
                  <a:pt x="1280" y="932"/>
                </a:lnTo>
                <a:lnTo>
                  <a:pt x="1273" y="924"/>
                </a:lnTo>
                <a:lnTo>
                  <a:pt x="1266" y="917"/>
                </a:lnTo>
                <a:lnTo>
                  <a:pt x="1260" y="912"/>
                </a:lnTo>
                <a:lnTo>
                  <a:pt x="1256" y="909"/>
                </a:lnTo>
                <a:lnTo>
                  <a:pt x="1253" y="908"/>
                </a:lnTo>
                <a:lnTo>
                  <a:pt x="1251" y="910"/>
                </a:lnTo>
                <a:lnTo>
                  <a:pt x="1249" y="916"/>
                </a:lnTo>
                <a:lnTo>
                  <a:pt x="1248" y="926"/>
                </a:lnTo>
                <a:lnTo>
                  <a:pt x="1247" y="941"/>
                </a:lnTo>
                <a:lnTo>
                  <a:pt x="1245" y="956"/>
                </a:lnTo>
                <a:lnTo>
                  <a:pt x="1242" y="963"/>
                </a:lnTo>
                <a:lnTo>
                  <a:pt x="1238" y="966"/>
                </a:lnTo>
                <a:lnTo>
                  <a:pt x="1234" y="966"/>
                </a:lnTo>
                <a:lnTo>
                  <a:pt x="1230" y="967"/>
                </a:lnTo>
                <a:lnTo>
                  <a:pt x="1227" y="970"/>
                </a:lnTo>
                <a:lnTo>
                  <a:pt x="1225" y="977"/>
                </a:lnTo>
                <a:lnTo>
                  <a:pt x="1225" y="991"/>
                </a:lnTo>
                <a:lnTo>
                  <a:pt x="1224" y="1005"/>
                </a:lnTo>
                <a:lnTo>
                  <a:pt x="1219" y="1010"/>
                </a:lnTo>
                <a:lnTo>
                  <a:pt x="1212" y="1009"/>
                </a:lnTo>
                <a:lnTo>
                  <a:pt x="1204" y="1004"/>
                </a:lnTo>
                <a:lnTo>
                  <a:pt x="1195" y="997"/>
                </a:lnTo>
                <a:lnTo>
                  <a:pt x="1187" y="988"/>
                </a:lnTo>
                <a:lnTo>
                  <a:pt x="1182" y="982"/>
                </a:lnTo>
                <a:lnTo>
                  <a:pt x="1180" y="980"/>
                </a:lnTo>
                <a:lnTo>
                  <a:pt x="1178" y="977"/>
                </a:lnTo>
                <a:lnTo>
                  <a:pt x="1172" y="968"/>
                </a:lnTo>
                <a:lnTo>
                  <a:pt x="1164" y="956"/>
                </a:lnTo>
                <a:lnTo>
                  <a:pt x="1154" y="943"/>
                </a:lnTo>
                <a:lnTo>
                  <a:pt x="1142" y="932"/>
                </a:lnTo>
                <a:lnTo>
                  <a:pt x="1131" y="925"/>
                </a:lnTo>
                <a:lnTo>
                  <a:pt x="1121" y="925"/>
                </a:lnTo>
                <a:lnTo>
                  <a:pt x="1113" y="933"/>
                </a:lnTo>
                <a:lnTo>
                  <a:pt x="1107" y="943"/>
                </a:lnTo>
                <a:lnTo>
                  <a:pt x="1104" y="947"/>
                </a:lnTo>
                <a:lnTo>
                  <a:pt x="1100" y="947"/>
                </a:lnTo>
                <a:lnTo>
                  <a:pt x="1099" y="942"/>
                </a:lnTo>
                <a:lnTo>
                  <a:pt x="1096" y="936"/>
                </a:lnTo>
                <a:lnTo>
                  <a:pt x="1093" y="930"/>
                </a:lnTo>
                <a:lnTo>
                  <a:pt x="1087" y="926"/>
                </a:lnTo>
                <a:lnTo>
                  <a:pt x="1079" y="924"/>
                </a:lnTo>
                <a:lnTo>
                  <a:pt x="1069" y="922"/>
                </a:lnTo>
                <a:lnTo>
                  <a:pt x="1060" y="918"/>
                </a:lnTo>
                <a:lnTo>
                  <a:pt x="1053" y="911"/>
                </a:lnTo>
                <a:lnTo>
                  <a:pt x="1045" y="903"/>
                </a:lnTo>
                <a:lnTo>
                  <a:pt x="1039" y="895"/>
                </a:lnTo>
                <a:lnTo>
                  <a:pt x="1035" y="888"/>
                </a:lnTo>
                <a:lnTo>
                  <a:pt x="1033" y="884"/>
                </a:lnTo>
                <a:lnTo>
                  <a:pt x="1032" y="882"/>
                </a:lnTo>
                <a:lnTo>
                  <a:pt x="1029" y="881"/>
                </a:lnTo>
                <a:lnTo>
                  <a:pt x="1023" y="878"/>
                </a:lnTo>
                <a:lnTo>
                  <a:pt x="1015" y="875"/>
                </a:lnTo>
                <a:lnTo>
                  <a:pt x="1006" y="872"/>
                </a:lnTo>
                <a:lnTo>
                  <a:pt x="998" y="872"/>
                </a:lnTo>
                <a:lnTo>
                  <a:pt x="995" y="875"/>
                </a:lnTo>
                <a:lnTo>
                  <a:pt x="997" y="883"/>
                </a:lnTo>
                <a:lnTo>
                  <a:pt x="1007" y="897"/>
                </a:lnTo>
                <a:lnTo>
                  <a:pt x="1019" y="909"/>
                </a:lnTo>
                <a:lnTo>
                  <a:pt x="1028" y="914"/>
                </a:lnTo>
                <a:lnTo>
                  <a:pt x="1035" y="913"/>
                </a:lnTo>
                <a:lnTo>
                  <a:pt x="1041" y="910"/>
                </a:lnTo>
                <a:lnTo>
                  <a:pt x="1045" y="908"/>
                </a:lnTo>
                <a:lnTo>
                  <a:pt x="1049" y="907"/>
                </a:lnTo>
                <a:lnTo>
                  <a:pt x="1053" y="912"/>
                </a:lnTo>
                <a:lnTo>
                  <a:pt x="1057" y="924"/>
                </a:lnTo>
                <a:lnTo>
                  <a:pt x="1061" y="939"/>
                </a:lnTo>
                <a:lnTo>
                  <a:pt x="1064" y="950"/>
                </a:lnTo>
                <a:lnTo>
                  <a:pt x="1066" y="958"/>
                </a:lnTo>
                <a:lnTo>
                  <a:pt x="1065" y="962"/>
                </a:lnTo>
                <a:lnTo>
                  <a:pt x="1061" y="965"/>
                </a:lnTo>
                <a:lnTo>
                  <a:pt x="1054" y="965"/>
                </a:lnTo>
                <a:lnTo>
                  <a:pt x="1041" y="964"/>
                </a:lnTo>
                <a:lnTo>
                  <a:pt x="1024" y="961"/>
                </a:lnTo>
                <a:lnTo>
                  <a:pt x="1007" y="960"/>
                </a:lnTo>
                <a:lnTo>
                  <a:pt x="996" y="962"/>
                </a:lnTo>
                <a:lnTo>
                  <a:pt x="989" y="966"/>
                </a:lnTo>
                <a:lnTo>
                  <a:pt x="985" y="970"/>
                </a:lnTo>
                <a:lnTo>
                  <a:pt x="983" y="974"/>
                </a:lnTo>
                <a:lnTo>
                  <a:pt x="981" y="976"/>
                </a:lnTo>
                <a:lnTo>
                  <a:pt x="978" y="975"/>
                </a:lnTo>
                <a:lnTo>
                  <a:pt x="973" y="969"/>
                </a:lnTo>
                <a:lnTo>
                  <a:pt x="965" y="963"/>
                </a:lnTo>
                <a:lnTo>
                  <a:pt x="955" y="962"/>
                </a:lnTo>
                <a:lnTo>
                  <a:pt x="943" y="964"/>
                </a:lnTo>
                <a:lnTo>
                  <a:pt x="933" y="968"/>
                </a:lnTo>
                <a:lnTo>
                  <a:pt x="923" y="972"/>
                </a:lnTo>
                <a:lnTo>
                  <a:pt x="914" y="975"/>
                </a:lnTo>
                <a:lnTo>
                  <a:pt x="909" y="976"/>
                </a:lnTo>
                <a:lnTo>
                  <a:pt x="906" y="972"/>
                </a:lnTo>
                <a:lnTo>
                  <a:pt x="907" y="965"/>
                </a:lnTo>
                <a:lnTo>
                  <a:pt x="909" y="958"/>
                </a:lnTo>
                <a:lnTo>
                  <a:pt x="913" y="949"/>
                </a:lnTo>
                <a:lnTo>
                  <a:pt x="918" y="940"/>
                </a:lnTo>
                <a:lnTo>
                  <a:pt x="923" y="933"/>
                </a:lnTo>
                <a:lnTo>
                  <a:pt x="927" y="927"/>
                </a:lnTo>
                <a:lnTo>
                  <a:pt x="930" y="923"/>
                </a:lnTo>
                <a:lnTo>
                  <a:pt x="931" y="922"/>
                </a:lnTo>
                <a:lnTo>
                  <a:pt x="932" y="918"/>
                </a:lnTo>
                <a:lnTo>
                  <a:pt x="931" y="909"/>
                </a:lnTo>
                <a:lnTo>
                  <a:pt x="926" y="901"/>
                </a:lnTo>
                <a:lnTo>
                  <a:pt x="912" y="900"/>
                </a:lnTo>
                <a:lnTo>
                  <a:pt x="903" y="901"/>
                </a:lnTo>
                <a:lnTo>
                  <a:pt x="895" y="902"/>
                </a:lnTo>
                <a:lnTo>
                  <a:pt x="889" y="902"/>
                </a:lnTo>
                <a:lnTo>
                  <a:pt x="883" y="903"/>
                </a:lnTo>
                <a:lnTo>
                  <a:pt x="878" y="906"/>
                </a:lnTo>
                <a:lnTo>
                  <a:pt x="872" y="911"/>
                </a:lnTo>
                <a:lnTo>
                  <a:pt x="866" y="919"/>
                </a:lnTo>
                <a:lnTo>
                  <a:pt x="859" y="930"/>
                </a:lnTo>
                <a:lnTo>
                  <a:pt x="852" y="942"/>
                </a:lnTo>
                <a:lnTo>
                  <a:pt x="847" y="951"/>
                </a:lnTo>
                <a:lnTo>
                  <a:pt x="843" y="958"/>
                </a:lnTo>
                <a:lnTo>
                  <a:pt x="840" y="962"/>
                </a:lnTo>
                <a:lnTo>
                  <a:pt x="836" y="965"/>
                </a:lnTo>
                <a:lnTo>
                  <a:pt x="833" y="967"/>
                </a:lnTo>
                <a:lnTo>
                  <a:pt x="828" y="969"/>
                </a:lnTo>
                <a:lnTo>
                  <a:pt x="822" y="972"/>
                </a:lnTo>
                <a:lnTo>
                  <a:pt x="814" y="976"/>
                </a:lnTo>
                <a:lnTo>
                  <a:pt x="806" y="981"/>
                </a:lnTo>
                <a:lnTo>
                  <a:pt x="796" y="988"/>
                </a:lnTo>
                <a:lnTo>
                  <a:pt x="789" y="995"/>
                </a:lnTo>
                <a:lnTo>
                  <a:pt x="783" y="1003"/>
                </a:lnTo>
                <a:lnTo>
                  <a:pt x="780" y="1009"/>
                </a:lnTo>
                <a:lnTo>
                  <a:pt x="779" y="1014"/>
                </a:lnTo>
                <a:lnTo>
                  <a:pt x="783" y="1017"/>
                </a:lnTo>
                <a:lnTo>
                  <a:pt x="789" y="1019"/>
                </a:lnTo>
                <a:lnTo>
                  <a:pt x="797" y="1019"/>
                </a:lnTo>
                <a:lnTo>
                  <a:pt x="805" y="1019"/>
                </a:lnTo>
                <a:lnTo>
                  <a:pt x="813" y="1018"/>
                </a:lnTo>
                <a:lnTo>
                  <a:pt x="820" y="1016"/>
                </a:lnTo>
                <a:lnTo>
                  <a:pt x="827" y="1013"/>
                </a:lnTo>
                <a:lnTo>
                  <a:pt x="833" y="1010"/>
                </a:lnTo>
                <a:lnTo>
                  <a:pt x="838" y="1006"/>
                </a:lnTo>
                <a:lnTo>
                  <a:pt x="842" y="1002"/>
                </a:lnTo>
                <a:lnTo>
                  <a:pt x="846" y="997"/>
                </a:lnTo>
                <a:lnTo>
                  <a:pt x="852" y="992"/>
                </a:lnTo>
                <a:lnTo>
                  <a:pt x="857" y="989"/>
                </a:lnTo>
                <a:lnTo>
                  <a:pt x="862" y="988"/>
                </a:lnTo>
                <a:lnTo>
                  <a:pt x="867" y="989"/>
                </a:lnTo>
                <a:lnTo>
                  <a:pt x="872" y="994"/>
                </a:lnTo>
                <a:lnTo>
                  <a:pt x="878" y="1004"/>
                </a:lnTo>
                <a:lnTo>
                  <a:pt x="884" y="1014"/>
                </a:lnTo>
                <a:lnTo>
                  <a:pt x="888" y="1020"/>
                </a:lnTo>
                <a:lnTo>
                  <a:pt x="892" y="1025"/>
                </a:lnTo>
                <a:lnTo>
                  <a:pt x="895" y="1028"/>
                </a:lnTo>
                <a:lnTo>
                  <a:pt x="897" y="1031"/>
                </a:lnTo>
                <a:lnTo>
                  <a:pt x="898" y="1035"/>
                </a:lnTo>
                <a:lnTo>
                  <a:pt x="898" y="1040"/>
                </a:lnTo>
                <a:lnTo>
                  <a:pt x="897" y="1049"/>
                </a:lnTo>
                <a:lnTo>
                  <a:pt x="895" y="1057"/>
                </a:lnTo>
                <a:lnTo>
                  <a:pt x="893" y="1064"/>
                </a:lnTo>
                <a:lnTo>
                  <a:pt x="891" y="1069"/>
                </a:lnTo>
                <a:lnTo>
                  <a:pt x="888" y="1072"/>
                </a:lnTo>
                <a:lnTo>
                  <a:pt x="885" y="1073"/>
                </a:lnTo>
                <a:lnTo>
                  <a:pt x="881" y="1073"/>
                </a:lnTo>
                <a:lnTo>
                  <a:pt x="876" y="1070"/>
                </a:lnTo>
                <a:lnTo>
                  <a:pt x="870" y="1065"/>
                </a:lnTo>
                <a:lnTo>
                  <a:pt x="864" y="1061"/>
                </a:lnTo>
                <a:lnTo>
                  <a:pt x="859" y="1061"/>
                </a:lnTo>
                <a:lnTo>
                  <a:pt x="855" y="1063"/>
                </a:lnTo>
                <a:lnTo>
                  <a:pt x="852" y="1068"/>
                </a:lnTo>
                <a:lnTo>
                  <a:pt x="849" y="1074"/>
                </a:lnTo>
                <a:lnTo>
                  <a:pt x="847" y="1081"/>
                </a:lnTo>
                <a:lnTo>
                  <a:pt x="847" y="1087"/>
                </a:lnTo>
                <a:lnTo>
                  <a:pt x="847" y="1093"/>
                </a:lnTo>
                <a:lnTo>
                  <a:pt x="848" y="1100"/>
                </a:lnTo>
                <a:lnTo>
                  <a:pt x="848" y="1108"/>
                </a:lnTo>
                <a:lnTo>
                  <a:pt x="848" y="1116"/>
                </a:lnTo>
                <a:lnTo>
                  <a:pt x="848" y="1125"/>
                </a:lnTo>
                <a:lnTo>
                  <a:pt x="848" y="1133"/>
                </a:lnTo>
                <a:lnTo>
                  <a:pt x="847" y="1140"/>
                </a:lnTo>
                <a:lnTo>
                  <a:pt x="847" y="1144"/>
                </a:lnTo>
                <a:lnTo>
                  <a:pt x="847" y="1146"/>
                </a:lnTo>
                <a:lnTo>
                  <a:pt x="856" y="1177"/>
                </a:lnTo>
                <a:lnTo>
                  <a:pt x="856" y="1176"/>
                </a:lnTo>
                <a:lnTo>
                  <a:pt x="856" y="1175"/>
                </a:lnTo>
                <a:lnTo>
                  <a:pt x="858" y="1173"/>
                </a:lnTo>
                <a:lnTo>
                  <a:pt x="860" y="1170"/>
                </a:lnTo>
                <a:lnTo>
                  <a:pt x="865" y="1167"/>
                </a:lnTo>
                <a:lnTo>
                  <a:pt x="872" y="1165"/>
                </a:lnTo>
                <a:lnTo>
                  <a:pt x="881" y="1163"/>
                </a:lnTo>
                <a:lnTo>
                  <a:pt x="894" y="1161"/>
                </a:lnTo>
                <a:lnTo>
                  <a:pt x="908" y="1159"/>
                </a:lnTo>
                <a:lnTo>
                  <a:pt x="919" y="1156"/>
                </a:lnTo>
                <a:lnTo>
                  <a:pt x="928" y="1153"/>
                </a:lnTo>
                <a:lnTo>
                  <a:pt x="936" y="1149"/>
                </a:lnTo>
                <a:lnTo>
                  <a:pt x="942" y="1145"/>
                </a:lnTo>
                <a:lnTo>
                  <a:pt x="948" y="1143"/>
                </a:lnTo>
                <a:lnTo>
                  <a:pt x="955" y="1142"/>
                </a:lnTo>
                <a:lnTo>
                  <a:pt x="962" y="1143"/>
                </a:lnTo>
                <a:lnTo>
                  <a:pt x="970" y="1145"/>
                </a:lnTo>
                <a:lnTo>
                  <a:pt x="978" y="1145"/>
                </a:lnTo>
                <a:lnTo>
                  <a:pt x="986" y="1145"/>
                </a:lnTo>
                <a:lnTo>
                  <a:pt x="994" y="1144"/>
                </a:lnTo>
                <a:lnTo>
                  <a:pt x="1002" y="1143"/>
                </a:lnTo>
                <a:lnTo>
                  <a:pt x="1008" y="1141"/>
                </a:lnTo>
                <a:lnTo>
                  <a:pt x="1012" y="1140"/>
                </a:lnTo>
                <a:lnTo>
                  <a:pt x="1013" y="1140"/>
                </a:lnTo>
                <a:lnTo>
                  <a:pt x="1024" y="1121"/>
                </a:lnTo>
                <a:lnTo>
                  <a:pt x="1023" y="1120"/>
                </a:lnTo>
                <a:lnTo>
                  <a:pt x="1021" y="1117"/>
                </a:lnTo>
                <a:lnTo>
                  <a:pt x="1019" y="1113"/>
                </a:lnTo>
                <a:lnTo>
                  <a:pt x="1015" y="1108"/>
                </a:lnTo>
                <a:lnTo>
                  <a:pt x="1012" y="1102"/>
                </a:lnTo>
                <a:lnTo>
                  <a:pt x="1008" y="1095"/>
                </a:lnTo>
                <a:lnTo>
                  <a:pt x="1005" y="1089"/>
                </a:lnTo>
                <a:lnTo>
                  <a:pt x="1002" y="1084"/>
                </a:lnTo>
                <a:lnTo>
                  <a:pt x="999" y="1078"/>
                </a:lnTo>
                <a:lnTo>
                  <a:pt x="997" y="1070"/>
                </a:lnTo>
                <a:lnTo>
                  <a:pt x="996" y="1061"/>
                </a:lnTo>
                <a:lnTo>
                  <a:pt x="995" y="1054"/>
                </a:lnTo>
                <a:lnTo>
                  <a:pt x="996" y="1049"/>
                </a:lnTo>
                <a:lnTo>
                  <a:pt x="999" y="1047"/>
                </a:lnTo>
                <a:lnTo>
                  <a:pt x="1005" y="1050"/>
                </a:lnTo>
                <a:lnTo>
                  <a:pt x="1013" y="1060"/>
                </a:lnTo>
                <a:lnTo>
                  <a:pt x="1021" y="1071"/>
                </a:lnTo>
                <a:lnTo>
                  <a:pt x="1026" y="1077"/>
                </a:lnTo>
                <a:lnTo>
                  <a:pt x="1029" y="1079"/>
                </a:lnTo>
                <a:lnTo>
                  <a:pt x="1031" y="1078"/>
                </a:lnTo>
                <a:lnTo>
                  <a:pt x="1033" y="1075"/>
                </a:lnTo>
                <a:lnTo>
                  <a:pt x="1035" y="1071"/>
                </a:lnTo>
                <a:lnTo>
                  <a:pt x="1037" y="1065"/>
                </a:lnTo>
                <a:lnTo>
                  <a:pt x="1040" y="1060"/>
                </a:lnTo>
                <a:lnTo>
                  <a:pt x="1044" y="1054"/>
                </a:lnTo>
                <a:lnTo>
                  <a:pt x="1048" y="1045"/>
                </a:lnTo>
                <a:lnTo>
                  <a:pt x="1052" y="1037"/>
                </a:lnTo>
                <a:lnTo>
                  <a:pt x="1055" y="1029"/>
                </a:lnTo>
                <a:lnTo>
                  <a:pt x="1057" y="1021"/>
                </a:lnTo>
                <a:lnTo>
                  <a:pt x="1059" y="1015"/>
                </a:lnTo>
                <a:lnTo>
                  <a:pt x="1060" y="1011"/>
                </a:lnTo>
                <a:lnTo>
                  <a:pt x="1060" y="1009"/>
                </a:lnTo>
                <a:lnTo>
                  <a:pt x="1061" y="1008"/>
                </a:lnTo>
                <a:lnTo>
                  <a:pt x="1065" y="1007"/>
                </a:lnTo>
                <a:lnTo>
                  <a:pt x="1069" y="1006"/>
                </a:lnTo>
                <a:lnTo>
                  <a:pt x="1075" y="1005"/>
                </a:lnTo>
                <a:lnTo>
                  <a:pt x="1080" y="1007"/>
                </a:lnTo>
                <a:lnTo>
                  <a:pt x="1084" y="1011"/>
                </a:lnTo>
                <a:lnTo>
                  <a:pt x="1086" y="1019"/>
                </a:lnTo>
                <a:lnTo>
                  <a:pt x="1085" y="1031"/>
                </a:lnTo>
                <a:lnTo>
                  <a:pt x="1083" y="1044"/>
                </a:lnTo>
                <a:lnTo>
                  <a:pt x="1082" y="1055"/>
                </a:lnTo>
                <a:lnTo>
                  <a:pt x="1082" y="1062"/>
                </a:lnTo>
                <a:lnTo>
                  <a:pt x="1083" y="1067"/>
                </a:lnTo>
                <a:lnTo>
                  <a:pt x="1085" y="1072"/>
                </a:lnTo>
                <a:lnTo>
                  <a:pt x="1088" y="1075"/>
                </a:lnTo>
                <a:lnTo>
                  <a:pt x="1091" y="1079"/>
                </a:lnTo>
                <a:lnTo>
                  <a:pt x="1096" y="1084"/>
                </a:lnTo>
                <a:lnTo>
                  <a:pt x="1100" y="1090"/>
                </a:lnTo>
                <a:lnTo>
                  <a:pt x="1104" y="1099"/>
                </a:lnTo>
                <a:lnTo>
                  <a:pt x="1106" y="1108"/>
                </a:lnTo>
                <a:lnTo>
                  <a:pt x="1107" y="1117"/>
                </a:lnTo>
                <a:lnTo>
                  <a:pt x="1108" y="1127"/>
                </a:lnTo>
                <a:lnTo>
                  <a:pt x="1109" y="1137"/>
                </a:lnTo>
                <a:lnTo>
                  <a:pt x="1110" y="1146"/>
                </a:lnTo>
                <a:lnTo>
                  <a:pt x="1113" y="1155"/>
                </a:lnTo>
                <a:lnTo>
                  <a:pt x="1117" y="1162"/>
                </a:lnTo>
                <a:lnTo>
                  <a:pt x="1120" y="1168"/>
                </a:lnTo>
                <a:lnTo>
                  <a:pt x="1123" y="1173"/>
                </a:lnTo>
                <a:lnTo>
                  <a:pt x="1126" y="1178"/>
                </a:lnTo>
                <a:lnTo>
                  <a:pt x="1128" y="1183"/>
                </a:lnTo>
                <a:lnTo>
                  <a:pt x="1128" y="1188"/>
                </a:lnTo>
                <a:lnTo>
                  <a:pt x="1127" y="1194"/>
                </a:lnTo>
                <a:lnTo>
                  <a:pt x="1124" y="1203"/>
                </a:lnTo>
                <a:lnTo>
                  <a:pt x="1120" y="1211"/>
                </a:lnTo>
                <a:lnTo>
                  <a:pt x="1117" y="1220"/>
                </a:lnTo>
                <a:lnTo>
                  <a:pt x="1115" y="1228"/>
                </a:lnTo>
                <a:lnTo>
                  <a:pt x="1113" y="1236"/>
                </a:lnTo>
                <a:lnTo>
                  <a:pt x="1112" y="1243"/>
                </a:lnTo>
                <a:lnTo>
                  <a:pt x="1111" y="1249"/>
                </a:lnTo>
                <a:lnTo>
                  <a:pt x="1111" y="1253"/>
                </a:lnTo>
                <a:lnTo>
                  <a:pt x="1111" y="1254"/>
                </a:lnTo>
                <a:lnTo>
                  <a:pt x="1110" y="1254"/>
                </a:lnTo>
                <a:lnTo>
                  <a:pt x="1106" y="1254"/>
                </a:lnTo>
                <a:lnTo>
                  <a:pt x="1100" y="1255"/>
                </a:lnTo>
                <a:lnTo>
                  <a:pt x="1094" y="1255"/>
                </a:lnTo>
                <a:lnTo>
                  <a:pt x="1086" y="1255"/>
                </a:lnTo>
                <a:lnTo>
                  <a:pt x="1078" y="1255"/>
                </a:lnTo>
                <a:lnTo>
                  <a:pt x="1070" y="1255"/>
                </a:lnTo>
                <a:lnTo>
                  <a:pt x="1063" y="1254"/>
                </a:lnTo>
                <a:lnTo>
                  <a:pt x="1058" y="1255"/>
                </a:lnTo>
                <a:lnTo>
                  <a:pt x="1056" y="1258"/>
                </a:lnTo>
                <a:lnTo>
                  <a:pt x="1057" y="1263"/>
                </a:lnTo>
                <a:lnTo>
                  <a:pt x="1060" y="1269"/>
                </a:lnTo>
                <a:lnTo>
                  <a:pt x="1063" y="1276"/>
                </a:lnTo>
                <a:lnTo>
                  <a:pt x="1067" y="1281"/>
                </a:lnTo>
                <a:lnTo>
                  <a:pt x="1070" y="1285"/>
                </a:lnTo>
                <a:lnTo>
                  <a:pt x="1071" y="1287"/>
                </a:lnTo>
                <a:lnTo>
                  <a:pt x="1070" y="1287"/>
                </a:lnTo>
                <a:lnTo>
                  <a:pt x="1067" y="1288"/>
                </a:lnTo>
                <a:lnTo>
                  <a:pt x="1063" y="1289"/>
                </a:lnTo>
                <a:lnTo>
                  <a:pt x="1058" y="1290"/>
                </a:lnTo>
                <a:lnTo>
                  <a:pt x="1052" y="1294"/>
                </a:lnTo>
                <a:lnTo>
                  <a:pt x="1046" y="1299"/>
                </a:lnTo>
                <a:lnTo>
                  <a:pt x="1041" y="1305"/>
                </a:lnTo>
                <a:lnTo>
                  <a:pt x="1037" y="1313"/>
                </a:lnTo>
                <a:lnTo>
                  <a:pt x="1034" y="1319"/>
                </a:lnTo>
                <a:lnTo>
                  <a:pt x="1030" y="1320"/>
                </a:lnTo>
                <a:lnTo>
                  <a:pt x="1025" y="1318"/>
                </a:lnTo>
                <a:lnTo>
                  <a:pt x="1020" y="1313"/>
                </a:lnTo>
                <a:lnTo>
                  <a:pt x="1014" y="1308"/>
                </a:lnTo>
                <a:lnTo>
                  <a:pt x="1008" y="1302"/>
                </a:lnTo>
                <a:lnTo>
                  <a:pt x="1000" y="1299"/>
                </a:lnTo>
                <a:lnTo>
                  <a:pt x="992" y="1299"/>
                </a:lnTo>
                <a:lnTo>
                  <a:pt x="986" y="1300"/>
                </a:lnTo>
                <a:lnTo>
                  <a:pt x="984" y="1299"/>
                </a:lnTo>
                <a:lnTo>
                  <a:pt x="985" y="1295"/>
                </a:lnTo>
                <a:lnTo>
                  <a:pt x="988" y="1290"/>
                </a:lnTo>
                <a:lnTo>
                  <a:pt x="991" y="1285"/>
                </a:lnTo>
                <a:lnTo>
                  <a:pt x="996" y="1279"/>
                </a:lnTo>
                <a:lnTo>
                  <a:pt x="999" y="1273"/>
                </a:lnTo>
                <a:lnTo>
                  <a:pt x="1002" y="1267"/>
                </a:lnTo>
                <a:lnTo>
                  <a:pt x="1004" y="1261"/>
                </a:lnTo>
                <a:lnTo>
                  <a:pt x="1006" y="1257"/>
                </a:lnTo>
                <a:lnTo>
                  <a:pt x="1009" y="1253"/>
                </a:lnTo>
                <a:lnTo>
                  <a:pt x="1010" y="1250"/>
                </a:lnTo>
                <a:lnTo>
                  <a:pt x="1008" y="1247"/>
                </a:lnTo>
                <a:lnTo>
                  <a:pt x="1000" y="1245"/>
                </a:lnTo>
                <a:lnTo>
                  <a:pt x="989" y="1244"/>
                </a:lnTo>
                <a:lnTo>
                  <a:pt x="970" y="1244"/>
                </a:lnTo>
                <a:lnTo>
                  <a:pt x="948" y="1243"/>
                </a:lnTo>
                <a:lnTo>
                  <a:pt x="931" y="1242"/>
                </a:lnTo>
                <a:lnTo>
                  <a:pt x="917" y="1240"/>
                </a:lnTo>
                <a:lnTo>
                  <a:pt x="907" y="1239"/>
                </a:lnTo>
                <a:lnTo>
                  <a:pt x="897" y="1238"/>
                </a:lnTo>
                <a:lnTo>
                  <a:pt x="892" y="1238"/>
                </a:lnTo>
                <a:lnTo>
                  <a:pt x="888" y="1239"/>
                </a:lnTo>
                <a:lnTo>
                  <a:pt x="886" y="1242"/>
                </a:lnTo>
                <a:lnTo>
                  <a:pt x="884" y="1244"/>
                </a:lnTo>
                <a:lnTo>
                  <a:pt x="881" y="1243"/>
                </a:lnTo>
                <a:lnTo>
                  <a:pt x="877" y="1241"/>
                </a:lnTo>
                <a:lnTo>
                  <a:pt x="872" y="1238"/>
                </a:lnTo>
                <a:lnTo>
                  <a:pt x="866" y="1235"/>
                </a:lnTo>
                <a:lnTo>
                  <a:pt x="859" y="1235"/>
                </a:lnTo>
                <a:lnTo>
                  <a:pt x="850" y="1237"/>
                </a:lnTo>
                <a:lnTo>
                  <a:pt x="841" y="1244"/>
                </a:lnTo>
                <a:lnTo>
                  <a:pt x="833" y="1253"/>
                </a:lnTo>
                <a:lnTo>
                  <a:pt x="826" y="1260"/>
                </a:lnTo>
                <a:lnTo>
                  <a:pt x="821" y="1264"/>
                </a:lnTo>
                <a:lnTo>
                  <a:pt x="817" y="1267"/>
                </a:lnTo>
                <a:lnTo>
                  <a:pt x="812" y="1267"/>
                </a:lnTo>
                <a:lnTo>
                  <a:pt x="807" y="1264"/>
                </a:lnTo>
                <a:lnTo>
                  <a:pt x="799" y="1259"/>
                </a:lnTo>
                <a:lnTo>
                  <a:pt x="791" y="1251"/>
                </a:lnTo>
                <a:lnTo>
                  <a:pt x="782" y="1243"/>
                </a:lnTo>
                <a:lnTo>
                  <a:pt x="774" y="1239"/>
                </a:lnTo>
                <a:lnTo>
                  <a:pt x="769" y="1237"/>
                </a:lnTo>
                <a:lnTo>
                  <a:pt x="766" y="1236"/>
                </a:lnTo>
                <a:lnTo>
                  <a:pt x="767" y="1236"/>
                </a:lnTo>
                <a:lnTo>
                  <a:pt x="772" y="1235"/>
                </a:lnTo>
                <a:lnTo>
                  <a:pt x="783" y="1231"/>
                </a:lnTo>
                <a:lnTo>
                  <a:pt x="799" y="1225"/>
                </a:lnTo>
                <a:lnTo>
                  <a:pt x="817" y="1217"/>
                </a:lnTo>
                <a:lnTo>
                  <a:pt x="829" y="1209"/>
                </a:lnTo>
                <a:lnTo>
                  <a:pt x="837" y="1201"/>
                </a:lnTo>
                <a:lnTo>
                  <a:pt x="840" y="1193"/>
                </a:lnTo>
                <a:lnTo>
                  <a:pt x="840" y="1187"/>
                </a:lnTo>
                <a:lnTo>
                  <a:pt x="838" y="1182"/>
                </a:lnTo>
                <a:lnTo>
                  <a:pt x="832" y="1179"/>
                </a:lnTo>
                <a:lnTo>
                  <a:pt x="825" y="1177"/>
                </a:lnTo>
                <a:lnTo>
                  <a:pt x="817" y="1176"/>
                </a:lnTo>
                <a:lnTo>
                  <a:pt x="811" y="1174"/>
                </a:lnTo>
                <a:lnTo>
                  <a:pt x="805" y="1172"/>
                </a:lnTo>
                <a:lnTo>
                  <a:pt x="799" y="1170"/>
                </a:lnTo>
                <a:lnTo>
                  <a:pt x="794" y="1169"/>
                </a:lnTo>
                <a:lnTo>
                  <a:pt x="790" y="1170"/>
                </a:lnTo>
                <a:lnTo>
                  <a:pt x="785" y="1172"/>
                </a:lnTo>
                <a:lnTo>
                  <a:pt x="780" y="1177"/>
                </a:lnTo>
                <a:lnTo>
                  <a:pt x="775" y="1181"/>
                </a:lnTo>
                <a:lnTo>
                  <a:pt x="769" y="1181"/>
                </a:lnTo>
                <a:lnTo>
                  <a:pt x="763" y="1178"/>
                </a:lnTo>
                <a:lnTo>
                  <a:pt x="759" y="1174"/>
                </a:lnTo>
                <a:lnTo>
                  <a:pt x="755" y="1170"/>
                </a:lnTo>
                <a:lnTo>
                  <a:pt x="751" y="1168"/>
                </a:lnTo>
                <a:lnTo>
                  <a:pt x="750" y="1169"/>
                </a:lnTo>
                <a:lnTo>
                  <a:pt x="751" y="1175"/>
                </a:lnTo>
                <a:lnTo>
                  <a:pt x="751" y="1180"/>
                </a:lnTo>
                <a:lnTo>
                  <a:pt x="748" y="1180"/>
                </a:lnTo>
                <a:lnTo>
                  <a:pt x="743" y="1177"/>
                </a:lnTo>
                <a:lnTo>
                  <a:pt x="736" y="1171"/>
                </a:lnTo>
                <a:lnTo>
                  <a:pt x="729" y="1164"/>
                </a:lnTo>
                <a:lnTo>
                  <a:pt x="722" y="1157"/>
                </a:lnTo>
                <a:lnTo>
                  <a:pt x="718" y="1152"/>
                </a:lnTo>
                <a:lnTo>
                  <a:pt x="716" y="1150"/>
                </a:lnTo>
                <a:lnTo>
                  <a:pt x="714" y="1149"/>
                </a:lnTo>
                <a:lnTo>
                  <a:pt x="710" y="1145"/>
                </a:lnTo>
                <a:lnTo>
                  <a:pt x="705" y="1141"/>
                </a:lnTo>
                <a:lnTo>
                  <a:pt x="697" y="1136"/>
                </a:lnTo>
                <a:lnTo>
                  <a:pt x="691" y="1133"/>
                </a:lnTo>
                <a:lnTo>
                  <a:pt x="686" y="1130"/>
                </a:lnTo>
                <a:lnTo>
                  <a:pt x="684" y="1130"/>
                </a:lnTo>
                <a:lnTo>
                  <a:pt x="684" y="1132"/>
                </a:lnTo>
                <a:lnTo>
                  <a:pt x="685" y="1141"/>
                </a:lnTo>
                <a:lnTo>
                  <a:pt x="682" y="1151"/>
                </a:lnTo>
                <a:lnTo>
                  <a:pt x="678" y="1158"/>
                </a:lnTo>
                <a:lnTo>
                  <a:pt x="676" y="1161"/>
                </a:lnTo>
                <a:lnTo>
                  <a:pt x="674" y="1161"/>
                </a:lnTo>
                <a:lnTo>
                  <a:pt x="670" y="1161"/>
                </a:lnTo>
                <a:lnTo>
                  <a:pt x="663" y="1160"/>
                </a:lnTo>
                <a:lnTo>
                  <a:pt x="655" y="1159"/>
                </a:lnTo>
                <a:lnTo>
                  <a:pt x="646" y="1158"/>
                </a:lnTo>
                <a:lnTo>
                  <a:pt x="637" y="1157"/>
                </a:lnTo>
                <a:lnTo>
                  <a:pt x="629" y="1155"/>
                </a:lnTo>
                <a:lnTo>
                  <a:pt x="623" y="1153"/>
                </a:lnTo>
                <a:lnTo>
                  <a:pt x="618" y="1150"/>
                </a:lnTo>
                <a:lnTo>
                  <a:pt x="612" y="1145"/>
                </a:lnTo>
                <a:lnTo>
                  <a:pt x="607" y="1142"/>
                </a:lnTo>
                <a:lnTo>
                  <a:pt x="601" y="1139"/>
                </a:lnTo>
                <a:lnTo>
                  <a:pt x="595" y="1137"/>
                </a:lnTo>
                <a:lnTo>
                  <a:pt x="590" y="1138"/>
                </a:lnTo>
                <a:lnTo>
                  <a:pt x="584" y="1142"/>
                </a:lnTo>
                <a:lnTo>
                  <a:pt x="578" y="1150"/>
                </a:lnTo>
                <a:lnTo>
                  <a:pt x="573" y="1158"/>
                </a:lnTo>
                <a:lnTo>
                  <a:pt x="568" y="1164"/>
                </a:lnTo>
                <a:lnTo>
                  <a:pt x="563" y="1169"/>
                </a:lnTo>
                <a:lnTo>
                  <a:pt x="559" y="1172"/>
                </a:lnTo>
                <a:lnTo>
                  <a:pt x="553" y="1174"/>
                </a:lnTo>
                <a:lnTo>
                  <a:pt x="546" y="1175"/>
                </a:lnTo>
                <a:lnTo>
                  <a:pt x="538" y="1175"/>
                </a:lnTo>
                <a:lnTo>
                  <a:pt x="528" y="1175"/>
                </a:lnTo>
                <a:lnTo>
                  <a:pt x="518" y="1174"/>
                </a:lnTo>
                <a:lnTo>
                  <a:pt x="510" y="1171"/>
                </a:lnTo>
                <a:lnTo>
                  <a:pt x="504" y="1167"/>
                </a:lnTo>
                <a:lnTo>
                  <a:pt x="499" y="1162"/>
                </a:lnTo>
                <a:lnTo>
                  <a:pt x="497" y="1158"/>
                </a:lnTo>
                <a:lnTo>
                  <a:pt x="495" y="1154"/>
                </a:lnTo>
                <a:lnTo>
                  <a:pt x="494" y="1151"/>
                </a:lnTo>
                <a:lnTo>
                  <a:pt x="494" y="1150"/>
                </a:lnTo>
                <a:lnTo>
                  <a:pt x="492" y="1148"/>
                </a:lnTo>
                <a:lnTo>
                  <a:pt x="487" y="1142"/>
                </a:lnTo>
                <a:lnTo>
                  <a:pt x="480" y="1135"/>
                </a:lnTo>
                <a:lnTo>
                  <a:pt x="472" y="1126"/>
                </a:lnTo>
                <a:lnTo>
                  <a:pt x="463" y="1117"/>
                </a:lnTo>
                <a:lnTo>
                  <a:pt x="456" y="1107"/>
                </a:lnTo>
                <a:lnTo>
                  <a:pt x="449" y="1098"/>
                </a:lnTo>
                <a:lnTo>
                  <a:pt x="446" y="1090"/>
                </a:lnTo>
                <a:lnTo>
                  <a:pt x="445" y="1082"/>
                </a:lnTo>
                <a:lnTo>
                  <a:pt x="446" y="1073"/>
                </a:lnTo>
                <a:lnTo>
                  <a:pt x="447" y="1063"/>
                </a:lnTo>
                <a:lnTo>
                  <a:pt x="448" y="1052"/>
                </a:lnTo>
                <a:lnTo>
                  <a:pt x="449" y="1041"/>
                </a:lnTo>
                <a:lnTo>
                  <a:pt x="451" y="1033"/>
                </a:lnTo>
                <a:lnTo>
                  <a:pt x="453" y="1028"/>
                </a:lnTo>
                <a:lnTo>
                  <a:pt x="453" y="1026"/>
                </a:lnTo>
                <a:lnTo>
                  <a:pt x="453" y="1024"/>
                </a:lnTo>
                <a:lnTo>
                  <a:pt x="454" y="1020"/>
                </a:lnTo>
                <a:lnTo>
                  <a:pt x="455" y="1015"/>
                </a:lnTo>
                <a:lnTo>
                  <a:pt x="454" y="1011"/>
                </a:lnTo>
                <a:lnTo>
                  <a:pt x="450" y="1009"/>
                </a:lnTo>
                <a:lnTo>
                  <a:pt x="444" y="1012"/>
                </a:lnTo>
                <a:lnTo>
                  <a:pt x="435" y="1021"/>
                </a:lnTo>
                <a:lnTo>
                  <a:pt x="422" y="1037"/>
                </a:lnTo>
                <a:lnTo>
                  <a:pt x="410" y="1055"/>
                </a:lnTo>
                <a:lnTo>
                  <a:pt x="402" y="1065"/>
                </a:lnTo>
                <a:lnTo>
                  <a:pt x="398" y="1071"/>
                </a:lnTo>
                <a:lnTo>
                  <a:pt x="397" y="1072"/>
                </a:lnTo>
                <a:lnTo>
                  <a:pt x="397" y="1070"/>
                </a:lnTo>
                <a:lnTo>
                  <a:pt x="394" y="1067"/>
                </a:lnTo>
                <a:lnTo>
                  <a:pt x="389" y="1063"/>
                </a:lnTo>
                <a:lnTo>
                  <a:pt x="379" y="1060"/>
                </a:lnTo>
                <a:lnTo>
                  <a:pt x="369" y="1059"/>
                </a:lnTo>
                <a:lnTo>
                  <a:pt x="364" y="1061"/>
                </a:lnTo>
                <a:lnTo>
                  <a:pt x="362" y="1066"/>
                </a:lnTo>
                <a:lnTo>
                  <a:pt x="361" y="1071"/>
                </a:lnTo>
                <a:lnTo>
                  <a:pt x="360" y="1077"/>
                </a:lnTo>
                <a:lnTo>
                  <a:pt x="358" y="1082"/>
                </a:lnTo>
                <a:lnTo>
                  <a:pt x="351" y="1087"/>
                </a:lnTo>
                <a:lnTo>
                  <a:pt x="340" y="1090"/>
                </a:lnTo>
                <a:lnTo>
                  <a:pt x="329" y="1093"/>
                </a:lnTo>
                <a:lnTo>
                  <a:pt x="325" y="1098"/>
                </a:lnTo>
                <a:lnTo>
                  <a:pt x="325" y="1103"/>
                </a:lnTo>
                <a:lnTo>
                  <a:pt x="327" y="1108"/>
                </a:lnTo>
                <a:lnTo>
                  <a:pt x="329" y="1112"/>
                </a:lnTo>
                <a:lnTo>
                  <a:pt x="330" y="1115"/>
                </a:lnTo>
                <a:lnTo>
                  <a:pt x="327" y="1115"/>
                </a:lnTo>
                <a:lnTo>
                  <a:pt x="318" y="1113"/>
                </a:lnTo>
                <a:lnTo>
                  <a:pt x="307" y="1111"/>
                </a:lnTo>
                <a:lnTo>
                  <a:pt x="298" y="1113"/>
                </a:lnTo>
                <a:lnTo>
                  <a:pt x="291" y="1117"/>
                </a:lnTo>
                <a:lnTo>
                  <a:pt x="285" y="1122"/>
                </a:lnTo>
                <a:lnTo>
                  <a:pt x="280" y="1127"/>
                </a:lnTo>
                <a:lnTo>
                  <a:pt x="274" y="1130"/>
                </a:lnTo>
                <a:lnTo>
                  <a:pt x="266" y="1132"/>
                </a:lnTo>
                <a:lnTo>
                  <a:pt x="257" y="1129"/>
                </a:lnTo>
                <a:lnTo>
                  <a:pt x="246" y="1123"/>
                </a:lnTo>
                <a:lnTo>
                  <a:pt x="236" y="1115"/>
                </a:lnTo>
                <a:lnTo>
                  <a:pt x="226" y="1107"/>
                </a:lnTo>
                <a:lnTo>
                  <a:pt x="218" y="1098"/>
                </a:lnTo>
                <a:lnTo>
                  <a:pt x="211" y="1089"/>
                </a:lnTo>
                <a:lnTo>
                  <a:pt x="206" y="1082"/>
                </a:lnTo>
                <a:lnTo>
                  <a:pt x="201" y="1078"/>
                </a:lnTo>
                <a:lnTo>
                  <a:pt x="200" y="1076"/>
                </a:lnTo>
                <a:lnTo>
                  <a:pt x="199" y="1077"/>
                </a:lnTo>
                <a:lnTo>
                  <a:pt x="197" y="1081"/>
                </a:lnTo>
                <a:lnTo>
                  <a:pt x="194" y="1087"/>
                </a:lnTo>
                <a:lnTo>
                  <a:pt x="190" y="1094"/>
                </a:lnTo>
                <a:lnTo>
                  <a:pt x="184" y="1087"/>
                </a:lnTo>
                <a:lnTo>
                  <a:pt x="179" y="1079"/>
                </a:lnTo>
                <a:lnTo>
                  <a:pt x="174" y="1072"/>
                </a:lnTo>
                <a:lnTo>
                  <a:pt x="169" y="1064"/>
                </a:lnTo>
                <a:lnTo>
                  <a:pt x="166" y="1058"/>
                </a:lnTo>
                <a:lnTo>
                  <a:pt x="163" y="1052"/>
                </a:lnTo>
                <a:lnTo>
                  <a:pt x="162" y="1047"/>
                </a:lnTo>
                <a:lnTo>
                  <a:pt x="162" y="1042"/>
                </a:lnTo>
                <a:lnTo>
                  <a:pt x="162" y="1035"/>
                </a:lnTo>
                <a:lnTo>
                  <a:pt x="161" y="1027"/>
                </a:lnTo>
                <a:lnTo>
                  <a:pt x="159" y="1018"/>
                </a:lnTo>
                <a:lnTo>
                  <a:pt x="156" y="1009"/>
                </a:lnTo>
                <a:lnTo>
                  <a:pt x="151" y="1000"/>
                </a:lnTo>
                <a:lnTo>
                  <a:pt x="148" y="990"/>
                </a:lnTo>
                <a:lnTo>
                  <a:pt x="146" y="982"/>
                </a:lnTo>
                <a:lnTo>
                  <a:pt x="145" y="975"/>
                </a:lnTo>
                <a:lnTo>
                  <a:pt x="144" y="969"/>
                </a:lnTo>
                <a:lnTo>
                  <a:pt x="142" y="964"/>
                </a:lnTo>
                <a:lnTo>
                  <a:pt x="139" y="960"/>
                </a:lnTo>
                <a:lnTo>
                  <a:pt x="135" y="957"/>
                </a:lnTo>
                <a:lnTo>
                  <a:pt x="130" y="952"/>
                </a:lnTo>
                <a:lnTo>
                  <a:pt x="125" y="945"/>
                </a:lnTo>
                <a:lnTo>
                  <a:pt x="120" y="936"/>
                </a:lnTo>
                <a:lnTo>
                  <a:pt x="115" y="924"/>
                </a:lnTo>
                <a:lnTo>
                  <a:pt x="111" y="911"/>
                </a:lnTo>
                <a:lnTo>
                  <a:pt x="108" y="900"/>
                </a:lnTo>
                <a:lnTo>
                  <a:pt x="106" y="891"/>
                </a:lnTo>
                <a:lnTo>
                  <a:pt x="105" y="886"/>
                </a:lnTo>
                <a:lnTo>
                  <a:pt x="103" y="882"/>
                </a:lnTo>
                <a:lnTo>
                  <a:pt x="105" y="880"/>
                </a:lnTo>
                <a:lnTo>
                  <a:pt x="105" y="879"/>
                </a:lnTo>
                <a:lnTo>
                  <a:pt x="43" y="834"/>
                </a:lnTo>
                <a:lnTo>
                  <a:pt x="43" y="832"/>
                </a:lnTo>
                <a:lnTo>
                  <a:pt x="43" y="827"/>
                </a:lnTo>
                <a:lnTo>
                  <a:pt x="42" y="818"/>
                </a:lnTo>
                <a:lnTo>
                  <a:pt x="42" y="808"/>
                </a:lnTo>
                <a:lnTo>
                  <a:pt x="41" y="796"/>
                </a:lnTo>
                <a:lnTo>
                  <a:pt x="40" y="782"/>
                </a:lnTo>
                <a:lnTo>
                  <a:pt x="40" y="768"/>
                </a:lnTo>
                <a:lnTo>
                  <a:pt x="39" y="755"/>
                </a:lnTo>
                <a:lnTo>
                  <a:pt x="38" y="748"/>
                </a:lnTo>
                <a:lnTo>
                  <a:pt x="35" y="740"/>
                </a:lnTo>
                <a:lnTo>
                  <a:pt x="31" y="731"/>
                </a:lnTo>
                <a:lnTo>
                  <a:pt x="26" y="723"/>
                </a:lnTo>
                <a:lnTo>
                  <a:pt x="21" y="714"/>
                </a:lnTo>
                <a:lnTo>
                  <a:pt x="14" y="705"/>
                </a:lnTo>
                <a:lnTo>
                  <a:pt x="8" y="696"/>
                </a:lnTo>
                <a:lnTo>
                  <a:pt x="0" y="686"/>
                </a:lnTo>
                <a:lnTo>
                  <a:pt x="3" y="684"/>
                </a:lnTo>
                <a:lnTo>
                  <a:pt x="6" y="682"/>
                </a:lnTo>
                <a:lnTo>
                  <a:pt x="6" y="679"/>
                </a:lnTo>
                <a:lnTo>
                  <a:pt x="5" y="676"/>
                </a:lnTo>
                <a:lnTo>
                  <a:pt x="1" y="671"/>
                </a:lnTo>
                <a:lnTo>
                  <a:pt x="1" y="665"/>
                </a:lnTo>
                <a:lnTo>
                  <a:pt x="2" y="658"/>
                </a:lnTo>
                <a:lnTo>
                  <a:pt x="3" y="651"/>
                </a:lnTo>
                <a:lnTo>
                  <a:pt x="6" y="642"/>
                </a:lnTo>
                <a:lnTo>
                  <a:pt x="9" y="632"/>
                </a:lnTo>
                <a:lnTo>
                  <a:pt x="10" y="620"/>
                </a:lnTo>
                <a:lnTo>
                  <a:pt x="11" y="607"/>
                </a:lnTo>
                <a:lnTo>
                  <a:pt x="11" y="592"/>
                </a:lnTo>
                <a:lnTo>
                  <a:pt x="13" y="579"/>
                </a:lnTo>
                <a:lnTo>
                  <a:pt x="15" y="568"/>
                </a:lnTo>
                <a:lnTo>
                  <a:pt x="18" y="558"/>
                </a:lnTo>
                <a:lnTo>
                  <a:pt x="22" y="549"/>
                </a:lnTo>
                <a:lnTo>
                  <a:pt x="27" y="540"/>
                </a:lnTo>
                <a:lnTo>
                  <a:pt x="33" y="533"/>
                </a:lnTo>
                <a:lnTo>
                  <a:pt x="39" y="527"/>
                </a:lnTo>
                <a:lnTo>
                  <a:pt x="44" y="519"/>
                </a:lnTo>
                <a:lnTo>
                  <a:pt x="47" y="508"/>
                </a:lnTo>
                <a:lnTo>
                  <a:pt x="48" y="494"/>
                </a:lnTo>
                <a:lnTo>
                  <a:pt x="47" y="477"/>
                </a:lnTo>
                <a:lnTo>
                  <a:pt x="44" y="461"/>
                </a:lnTo>
                <a:lnTo>
                  <a:pt x="40" y="444"/>
                </a:lnTo>
                <a:lnTo>
                  <a:pt x="35" y="427"/>
                </a:lnTo>
                <a:lnTo>
                  <a:pt x="29" y="413"/>
                </a:lnTo>
                <a:lnTo>
                  <a:pt x="25" y="400"/>
                </a:lnTo>
                <a:lnTo>
                  <a:pt x="23" y="386"/>
                </a:lnTo>
                <a:lnTo>
                  <a:pt x="24" y="373"/>
                </a:lnTo>
                <a:lnTo>
                  <a:pt x="28" y="361"/>
                </a:lnTo>
                <a:lnTo>
                  <a:pt x="33" y="350"/>
                </a:lnTo>
                <a:lnTo>
                  <a:pt x="39" y="339"/>
                </a:lnTo>
                <a:lnTo>
                  <a:pt x="47" y="330"/>
                </a:lnTo>
                <a:lnTo>
                  <a:pt x="56" y="323"/>
                </a:lnTo>
                <a:lnTo>
                  <a:pt x="64" y="315"/>
                </a:lnTo>
                <a:lnTo>
                  <a:pt x="70" y="304"/>
                </a:lnTo>
                <a:lnTo>
                  <a:pt x="75" y="291"/>
                </a:lnTo>
                <a:lnTo>
                  <a:pt x="79" y="278"/>
                </a:lnTo>
                <a:lnTo>
                  <a:pt x="80" y="264"/>
                </a:lnTo>
                <a:lnTo>
                  <a:pt x="80" y="248"/>
                </a:lnTo>
                <a:lnTo>
                  <a:pt x="78" y="231"/>
                </a:lnTo>
                <a:lnTo>
                  <a:pt x="74" y="215"/>
                </a:lnTo>
                <a:lnTo>
                  <a:pt x="71" y="200"/>
                </a:lnTo>
                <a:lnTo>
                  <a:pt x="71" y="185"/>
                </a:lnTo>
                <a:lnTo>
                  <a:pt x="75" y="174"/>
                </a:lnTo>
                <a:lnTo>
                  <a:pt x="81" y="164"/>
                </a:lnTo>
                <a:lnTo>
                  <a:pt x="88" y="157"/>
                </a:lnTo>
                <a:lnTo>
                  <a:pt x="97" y="152"/>
                </a:lnTo>
                <a:lnTo>
                  <a:pt x="106" y="149"/>
                </a:lnTo>
                <a:lnTo>
                  <a:pt x="115" y="148"/>
                </a:lnTo>
                <a:lnTo>
                  <a:pt x="122" y="147"/>
                </a:lnTo>
                <a:lnTo>
                  <a:pt x="128" y="145"/>
                </a:lnTo>
                <a:lnTo>
                  <a:pt x="133" y="140"/>
                </a:lnTo>
                <a:lnTo>
                  <a:pt x="136" y="135"/>
                </a:lnTo>
                <a:lnTo>
                  <a:pt x="138" y="129"/>
                </a:lnTo>
                <a:lnTo>
                  <a:pt x="138" y="123"/>
                </a:lnTo>
                <a:lnTo>
                  <a:pt x="138" y="115"/>
                </a:lnTo>
                <a:lnTo>
                  <a:pt x="137" y="107"/>
                </a:lnTo>
                <a:lnTo>
                  <a:pt x="136" y="98"/>
                </a:lnTo>
                <a:lnTo>
                  <a:pt x="138" y="88"/>
                </a:lnTo>
                <a:lnTo>
                  <a:pt x="142" y="78"/>
                </a:lnTo>
                <a:lnTo>
                  <a:pt x="149" y="67"/>
                </a:lnTo>
                <a:lnTo>
                  <a:pt x="158" y="55"/>
                </a:lnTo>
                <a:lnTo>
                  <a:pt x="168" y="44"/>
                </a:lnTo>
                <a:lnTo>
                  <a:pt x="180" y="31"/>
                </a:lnTo>
                <a:lnTo>
                  <a:pt x="194" y="19"/>
                </a:lnTo>
                <a:lnTo>
                  <a:pt x="209" y="9"/>
                </a:lnTo>
                <a:lnTo>
                  <a:pt x="224" y="4"/>
                </a:lnTo>
                <a:lnTo>
                  <a:pt x="238" y="3"/>
                </a:lnTo>
                <a:lnTo>
                  <a:pt x="251" y="3"/>
                </a:lnTo>
                <a:lnTo>
                  <a:pt x="263" y="5"/>
                </a:lnTo>
                <a:lnTo>
                  <a:pt x="272" y="5"/>
                </a:lnTo>
                <a:lnTo>
                  <a:pt x="278" y="4"/>
                </a:lnTo>
                <a:lnTo>
                  <a:pt x="28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41" name="Freeform 998">
            <a:extLst>
              <a:ext uri="{FF2B5EF4-FFF2-40B4-BE49-F238E27FC236}">
                <a16:creationId xmlns:a16="http://schemas.microsoft.com/office/drawing/2014/main" id="{74A9F952-4968-75E6-11F9-56C4181866DB}"/>
              </a:ext>
            </a:extLst>
          </p:cNvPr>
          <p:cNvSpPr>
            <a:spLocks/>
          </p:cNvSpPr>
          <p:nvPr/>
        </p:nvSpPr>
        <p:spPr bwMode="auto">
          <a:xfrm>
            <a:off x="6656388" y="5335588"/>
            <a:ext cx="38100" cy="38100"/>
          </a:xfrm>
          <a:custGeom>
            <a:avLst/>
            <a:gdLst>
              <a:gd name="T0" fmla="*/ 2147483646 w 238"/>
              <a:gd name="T1" fmla="*/ 2147483646 h 253"/>
              <a:gd name="T2" fmla="*/ 2147483646 w 238"/>
              <a:gd name="T3" fmla="*/ 2147483646 h 253"/>
              <a:gd name="T4" fmla="*/ 2147483646 w 238"/>
              <a:gd name="T5" fmla="*/ 2147483646 h 253"/>
              <a:gd name="T6" fmla="*/ 2147483646 w 238"/>
              <a:gd name="T7" fmla="*/ 2147483646 h 253"/>
              <a:gd name="T8" fmla="*/ 2147483646 w 238"/>
              <a:gd name="T9" fmla="*/ 2147483646 h 253"/>
              <a:gd name="T10" fmla="*/ 2147483646 w 238"/>
              <a:gd name="T11" fmla="*/ 2147483646 h 253"/>
              <a:gd name="T12" fmla="*/ 2147483646 w 238"/>
              <a:gd name="T13" fmla="*/ 2147483646 h 253"/>
              <a:gd name="T14" fmla="*/ 2147483646 w 238"/>
              <a:gd name="T15" fmla="*/ 2147483646 h 253"/>
              <a:gd name="T16" fmla="*/ 2147483646 w 238"/>
              <a:gd name="T17" fmla="*/ 2147483646 h 253"/>
              <a:gd name="T18" fmla="*/ 2147483646 w 238"/>
              <a:gd name="T19" fmla="*/ 2147483646 h 253"/>
              <a:gd name="T20" fmla="*/ 2147483646 w 238"/>
              <a:gd name="T21" fmla="*/ 2147483646 h 253"/>
              <a:gd name="T22" fmla="*/ 2147483646 w 238"/>
              <a:gd name="T23" fmla="*/ 2147483646 h 253"/>
              <a:gd name="T24" fmla="*/ 2147483646 w 238"/>
              <a:gd name="T25" fmla="*/ 2147483646 h 253"/>
              <a:gd name="T26" fmla="*/ 2147483646 w 238"/>
              <a:gd name="T27" fmla="*/ 2147483646 h 253"/>
              <a:gd name="T28" fmla="*/ 2147483646 w 238"/>
              <a:gd name="T29" fmla="*/ 2147483646 h 253"/>
              <a:gd name="T30" fmla="*/ 2147483646 w 238"/>
              <a:gd name="T31" fmla="*/ 2147483646 h 253"/>
              <a:gd name="T32" fmla="*/ 2147483646 w 238"/>
              <a:gd name="T33" fmla="*/ 2147483646 h 253"/>
              <a:gd name="T34" fmla="*/ 2147483646 w 238"/>
              <a:gd name="T35" fmla="*/ 2147483646 h 253"/>
              <a:gd name="T36" fmla="*/ 2147483646 w 238"/>
              <a:gd name="T37" fmla="*/ 2147483646 h 253"/>
              <a:gd name="T38" fmla="*/ 2147483646 w 238"/>
              <a:gd name="T39" fmla="*/ 2147483646 h 253"/>
              <a:gd name="T40" fmla="*/ 2147483646 w 238"/>
              <a:gd name="T41" fmla="*/ 2147483646 h 253"/>
              <a:gd name="T42" fmla="*/ 2147483646 w 238"/>
              <a:gd name="T43" fmla="*/ 2147483646 h 253"/>
              <a:gd name="T44" fmla="*/ 2147483646 w 238"/>
              <a:gd name="T45" fmla="*/ 2147483646 h 253"/>
              <a:gd name="T46" fmla="*/ 2147483646 w 238"/>
              <a:gd name="T47" fmla="*/ 2147483646 h 253"/>
              <a:gd name="T48" fmla="*/ 2147483646 w 238"/>
              <a:gd name="T49" fmla="*/ 2147483646 h 253"/>
              <a:gd name="T50" fmla="*/ 2147483646 w 238"/>
              <a:gd name="T51" fmla="*/ 2147483646 h 253"/>
              <a:gd name="T52" fmla="*/ 2147483646 w 238"/>
              <a:gd name="T53" fmla="*/ 2147483646 h 253"/>
              <a:gd name="T54" fmla="*/ 2147483646 w 238"/>
              <a:gd name="T55" fmla="*/ 2147483646 h 253"/>
              <a:gd name="T56" fmla="*/ 2147483646 w 238"/>
              <a:gd name="T57" fmla="*/ 2147483646 h 253"/>
              <a:gd name="T58" fmla="*/ 2147483646 w 238"/>
              <a:gd name="T59" fmla="*/ 2147483646 h 253"/>
              <a:gd name="T60" fmla="*/ 2147483646 w 238"/>
              <a:gd name="T61" fmla="*/ 2147483646 h 253"/>
              <a:gd name="T62" fmla="*/ 2147483646 w 238"/>
              <a:gd name="T63" fmla="*/ 2147483646 h 253"/>
              <a:gd name="T64" fmla="*/ 2147483646 w 238"/>
              <a:gd name="T65" fmla="*/ 2147483646 h 253"/>
              <a:gd name="T66" fmla="*/ 2147483646 w 238"/>
              <a:gd name="T67" fmla="*/ 2147483646 h 253"/>
              <a:gd name="T68" fmla="*/ 2147483646 w 238"/>
              <a:gd name="T69" fmla="*/ 2147483646 h 253"/>
              <a:gd name="T70" fmla="*/ 2147483646 w 238"/>
              <a:gd name="T71" fmla="*/ 2147483646 h 253"/>
              <a:gd name="T72" fmla="*/ 2147483646 w 238"/>
              <a:gd name="T73" fmla="*/ 2147483646 h 253"/>
              <a:gd name="T74" fmla="*/ 2147483646 w 238"/>
              <a:gd name="T75" fmla="*/ 2147483646 h 253"/>
              <a:gd name="T76" fmla="*/ 2147483646 w 238"/>
              <a:gd name="T77" fmla="*/ 2147483646 h 253"/>
              <a:gd name="T78" fmla="*/ 2147483646 w 238"/>
              <a:gd name="T79" fmla="*/ 2147483646 h 253"/>
              <a:gd name="T80" fmla="*/ 2147483646 w 238"/>
              <a:gd name="T81" fmla="*/ 2147483646 h 253"/>
              <a:gd name="T82" fmla="*/ 2147483646 w 238"/>
              <a:gd name="T83" fmla="*/ 2147483646 h 253"/>
              <a:gd name="T84" fmla="*/ 2147483646 w 238"/>
              <a:gd name="T85" fmla="*/ 2147483646 h 253"/>
              <a:gd name="T86" fmla="*/ 2147483646 w 238"/>
              <a:gd name="T87" fmla="*/ 2147483646 h 253"/>
              <a:gd name="T88" fmla="*/ 2147483646 w 238"/>
              <a:gd name="T89" fmla="*/ 2147483646 h 253"/>
              <a:gd name="T90" fmla="*/ 2147483646 w 238"/>
              <a:gd name="T91" fmla="*/ 2147483646 h 253"/>
              <a:gd name="T92" fmla="*/ 2147483646 w 238"/>
              <a:gd name="T93" fmla="*/ 2147483646 h 253"/>
              <a:gd name="T94" fmla="*/ 2147483646 w 238"/>
              <a:gd name="T95" fmla="*/ 2147483646 h 253"/>
              <a:gd name="T96" fmla="*/ 2147483646 w 238"/>
              <a:gd name="T97" fmla="*/ 2147483646 h 253"/>
              <a:gd name="T98" fmla="*/ 2147483646 w 238"/>
              <a:gd name="T99" fmla="*/ 2147483646 h 253"/>
              <a:gd name="T100" fmla="*/ 2147483646 w 238"/>
              <a:gd name="T101" fmla="*/ 0 h 2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38" h="253">
                <a:moveTo>
                  <a:pt x="37" y="0"/>
                </a:moveTo>
                <a:lnTo>
                  <a:pt x="36" y="1"/>
                </a:lnTo>
                <a:lnTo>
                  <a:pt x="32" y="5"/>
                </a:lnTo>
                <a:lnTo>
                  <a:pt x="26" y="9"/>
                </a:lnTo>
                <a:lnTo>
                  <a:pt x="21" y="14"/>
                </a:lnTo>
                <a:lnTo>
                  <a:pt x="16" y="20"/>
                </a:lnTo>
                <a:lnTo>
                  <a:pt x="12" y="26"/>
                </a:lnTo>
                <a:lnTo>
                  <a:pt x="10" y="33"/>
                </a:lnTo>
                <a:lnTo>
                  <a:pt x="12" y="40"/>
                </a:lnTo>
                <a:lnTo>
                  <a:pt x="14" y="47"/>
                </a:lnTo>
                <a:lnTo>
                  <a:pt x="15" y="57"/>
                </a:lnTo>
                <a:lnTo>
                  <a:pt x="13" y="65"/>
                </a:lnTo>
                <a:lnTo>
                  <a:pt x="10" y="74"/>
                </a:lnTo>
                <a:lnTo>
                  <a:pt x="7" y="81"/>
                </a:lnTo>
                <a:lnTo>
                  <a:pt x="3" y="87"/>
                </a:lnTo>
                <a:lnTo>
                  <a:pt x="1" y="92"/>
                </a:lnTo>
                <a:lnTo>
                  <a:pt x="0" y="93"/>
                </a:lnTo>
                <a:lnTo>
                  <a:pt x="2" y="93"/>
                </a:lnTo>
                <a:lnTo>
                  <a:pt x="8" y="95"/>
                </a:lnTo>
                <a:lnTo>
                  <a:pt x="15" y="101"/>
                </a:lnTo>
                <a:lnTo>
                  <a:pt x="21" y="111"/>
                </a:lnTo>
                <a:lnTo>
                  <a:pt x="24" y="117"/>
                </a:lnTo>
                <a:lnTo>
                  <a:pt x="26" y="122"/>
                </a:lnTo>
                <a:lnTo>
                  <a:pt x="27" y="127"/>
                </a:lnTo>
                <a:lnTo>
                  <a:pt x="28" y="132"/>
                </a:lnTo>
                <a:lnTo>
                  <a:pt x="28" y="137"/>
                </a:lnTo>
                <a:lnTo>
                  <a:pt x="27" y="142"/>
                </a:lnTo>
                <a:lnTo>
                  <a:pt x="24" y="147"/>
                </a:lnTo>
                <a:lnTo>
                  <a:pt x="21" y="152"/>
                </a:lnTo>
                <a:lnTo>
                  <a:pt x="17" y="157"/>
                </a:lnTo>
                <a:lnTo>
                  <a:pt x="13" y="160"/>
                </a:lnTo>
                <a:lnTo>
                  <a:pt x="9" y="162"/>
                </a:lnTo>
                <a:lnTo>
                  <a:pt x="7" y="164"/>
                </a:lnTo>
                <a:lnTo>
                  <a:pt x="7" y="166"/>
                </a:lnTo>
                <a:lnTo>
                  <a:pt x="10" y="169"/>
                </a:lnTo>
                <a:lnTo>
                  <a:pt x="16" y="174"/>
                </a:lnTo>
                <a:lnTo>
                  <a:pt x="26" y="181"/>
                </a:lnTo>
                <a:lnTo>
                  <a:pt x="35" y="188"/>
                </a:lnTo>
                <a:lnTo>
                  <a:pt x="39" y="194"/>
                </a:lnTo>
                <a:lnTo>
                  <a:pt x="39" y="199"/>
                </a:lnTo>
                <a:lnTo>
                  <a:pt x="37" y="203"/>
                </a:lnTo>
                <a:lnTo>
                  <a:pt x="35" y="207"/>
                </a:lnTo>
                <a:lnTo>
                  <a:pt x="35" y="210"/>
                </a:lnTo>
                <a:lnTo>
                  <a:pt x="39" y="212"/>
                </a:lnTo>
                <a:lnTo>
                  <a:pt x="48" y="215"/>
                </a:lnTo>
                <a:lnTo>
                  <a:pt x="60" y="218"/>
                </a:lnTo>
                <a:lnTo>
                  <a:pt x="67" y="223"/>
                </a:lnTo>
                <a:lnTo>
                  <a:pt x="71" y="227"/>
                </a:lnTo>
                <a:lnTo>
                  <a:pt x="74" y="231"/>
                </a:lnTo>
                <a:lnTo>
                  <a:pt x="75" y="236"/>
                </a:lnTo>
                <a:lnTo>
                  <a:pt x="75" y="239"/>
                </a:lnTo>
                <a:lnTo>
                  <a:pt x="74" y="241"/>
                </a:lnTo>
                <a:lnTo>
                  <a:pt x="74" y="242"/>
                </a:lnTo>
                <a:lnTo>
                  <a:pt x="75" y="243"/>
                </a:lnTo>
                <a:lnTo>
                  <a:pt x="79" y="245"/>
                </a:lnTo>
                <a:lnTo>
                  <a:pt x="84" y="248"/>
                </a:lnTo>
                <a:lnTo>
                  <a:pt x="90" y="250"/>
                </a:lnTo>
                <a:lnTo>
                  <a:pt x="96" y="250"/>
                </a:lnTo>
                <a:lnTo>
                  <a:pt x="101" y="248"/>
                </a:lnTo>
                <a:lnTo>
                  <a:pt x="104" y="242"/>
                </a:lnTo>
                <a:lnTo>
                  <a:pt x="104" y="231"/>
                </a:lnTo>
                <a:lnTo>
                  <a:pt x="103" y="219"/>
                </a:lnTo>
                <a:lnTo>
                  <a:pt x="104" y="209"/>
                </a:lnTo>
                <a:lnTo>
                  <a:pt x="105" y="201"/>
                </a:lnTo>
                <a:lnTo>
                  <a:pt x="108" y="196"/>
                </a:lnTo>
                <a:lnTo>
                  <a:pt x="110" y="192"/>
                </a:lnTo>
                <a:lnTo>
                  <a:pt x="111" y="190"/>
                </a:lnTo>
                <a:lnTo>
                  <a:pt x="113" y="189"/>
                </a:lnTo>
                <a:lnTo>
                  <a:pt x="115" y="189"/>
                </a:lnTo>
                <a:lnTo>
                  <a:pt x="121" y="192"/>
                </a:lnTo>
                <a:lnTo>
                  <a:pt x="130" y="198"/>
                </a:lnTo>
                <a:lnTo>
                  <a:pt x="141" y="212"/>
                </a:lnTo>
                <a:lnTo>
                  <a:pt x="145" y="220"/>
                </a:lnTo>
                <a:lnTo>
                  <a:pt x="146" y="228"/>
                </a:lnTo>
                <a:lnTo>
                  <a:pt x="146" y="235"/>
                </a:lnTo>
                <a:lnTo>
                  <a:pt x="144" y="241"/>
                </a:lnTo>
                <a:lnTo>
                  <a:pt x="142" y="246"/>
                </a:lnTo>
                <a:lnTo>
                  <a:pt x="142" y="250"/>
                </a:lnTo>
                <a:lnTo>
                  <a:pt x="144" y="252"/>
                </a:lnTo>
                <a:lnTo>
                  <a:pt x="149" y="253"/>
                </a:lnTo>
                <a:lnTo>
                  <a:pt x="159" y="253"/>
                </a:lnTo>
                <a:lnTo>
                  <a:pt x="171" y="253"/>
                </a:lnTo>
                <a:lnTo>
                  <a:pt x="185" y="253"/>
                </a:lnTo>
                <a:lnTo>
                  <a:pt x="200" y="253"/>
                </a:lnTo>
                <a:lnTo>
                  <a:pt x="214" y="253"/>
                </a:lnTo>
                <a:lnTo>
                  <a:pt x="225" y="253"/>
                </a:lnTo>
                <a:lnTo>
                  <a:pt x="233" y="253"/>
                </a:lnTo>
                <a:lnTo>
                  <a:pt x="236" y="253"/>
                </a:lnTo>
                <a:lnTo>
                  <a:pt x="237" y="252"/>
                </a:lnTo>
                <a:lnTo>
                  <a:pt x="238" y="250"/>
                </a:lnTo>
                <a:lnTo>
                  <a:pt x="238" y="247"/>
                </a:lnTo>
                <a:lnTo>
                  <a:pt x="238" y="243"/>
                </a:lnTo>
                <a:lnTo>
                  <a:pt x="236" y="238"/>
                </a:lnTo>
                <a:lnTo>
                  <a:pt x="233" y="231"/>
                </a:lnTo>
                <a:lnTo>
                  <a:pt x="228" y="223"/>
                </a:lnTo>
                <a:lnTo>
                  <a:pt x="223" y="214"/>
                </a:lnTo>
                <a:lnTo>
                  <a:pt x="220" y="206"/>
                </a:lnTo>
                <a:lnTo>
                  <a:pt x="219" y="197"/>
                </a:lnTo>
                <a:lnTo>
                  <a:pt x="219" y="190"/>
                </a:lnTo>
                <a:lnTo>
                  <a:pt x="219" y="183"/>
                </a:lnTo>
                <a:lnTo>
                  <a:pt x="221" y="176"/>
                </a:lnTo>
                <a:lnTo>
                  <a:pt x="222" y="170"/>
                </a:lnTo>
                <a:lnTo>
                  <a:pt x="222" y="164"/>
                </a:lnTo>
                <a:lnTo>
                  <a:pt x="223" y="157"/>
                </a:lnTo>
                <a:lnTo>
                  <a:pt x="224" y="149"/>
                </a:lnTo>
                <a:lnTo>
                  <a:pt x="225" y="140"/>
                </a:lnTo>
                <a:lnTo>
                  <a:pt x="225" y="132"/>
                </a:lnTo>
                <a:lnTo>
                  <a:pt x="224" y="125"/>
                </a:lnTo>
                <a:lnTo>
                  <a:pt x="219" y="118"/>
                </a:lnTo>
                <a:lnTo>
                  <a:pt x="212" y="113"/>
                </a:lnTo>
                <a:lnTo>
                  <a:pt x="199" y="111"/>
                </a:lnTo>
                <a:lnTo>
                  <a:pt x="187" y="110"/>
                </a:lnTo>
                <a:lnTo>
                  <a:pt x="178" y="108"/>
                </a:lnTo>
                <a:lnTo>
                  <a:pt x="171" y="104"/>
                </a:lnTo>
                <a:lnTo>
                  <a:pt x="167" y="102"/>
                </a:lnTo>
                <a:lnTo>
                  <a:pt x="165" y="100"/>
                </a:lnTo>
                <a:lnTo>
                  <a:pt x="164" y="98"/>
                </a:lnTo>
                <a:lnTo>
                  <a:pt x="164" y="96"/>
                </a:lnTo>
                <a:lnTo>
                  <a:pt x="164" y="95"/>
                </a:lnTo>
                <a:lnTo>
                  <a:pt x="164" y="94"/>
                </a:lnTo>
                <a:lnTo>
                  <a:pt x="162" y="92"/>
                </a:lnTo>
                <a:lnTo>
                  <a:pt x="160" y="91"/>
                </a:lnTo>
                <a:lnTo>
                  <a:pt x="154" y="90"/>
                </a:lnTo>
                <a:lnTo>
                  <a:pt x="147" y="92"/>
                </a:lnTo>
                <a:lnTo>
                  <a:pt x="137" y="96"/>
                </a:lnTo>
                <a:lnTo>
                  <a:pt x="124" y="104"/>
                </a:lnTo>
                <a:lnTo>
                  <a:pt x="111" y="111"/>
                </a:lnTo>
                <a:lnTo>
                  <a:pt x="100" y="110"/>
                </a:lnTo>
                <a:lnTo>
                  <a:pt x="94" y="104"/>
                </a:lnTo>
                <a:lnTo>
                  <a:pt x="90" y="95"/>
                </a:lnTo>
                <a:lnTo>
                  <a:pt x="88" y="86"/>
                </a:lnTo>
                <a:lnTo>
                  <a:pt x="87" y="77"/>
                </a:lnTo>
                <a:lnTo>
                  <a:pt x="87" y="71"/>
                </a:lnTo>
                <a:lnTo>
                  <a:pt x="87" y="68"/>
                </a:lnTo>
                <a:lnTo>
                  <a:pt x="85" y="66"/>
                </a:lnTo>
                <a:lnTo>
                  <a:pt x="81" y="61"/>
                </a:lnTo>
                <a:lnTo>
                  <a:pt x="75" y="53"/>
                </a:lnTo>
                <a:lnTo>
                  <a:pt x="69" y="45"/>
                </a:lnTo>
                <a:lnTo>
                  <a:pt x="64" y="37"/>
                </a:lnTo>
                <a:lnTo>
                  <a:pt x="62" y="30"/>
                </a:lnTo>
                <a:lnTo>
                  <a:pt x="64" y="25"/>
                </a:lnTo>
                <a:lnTo>
                  <a:pt x="70" y="23"/>
                </a:lnTo>
                <a:lnTo>
                  <a:pt x="76" y="22"/>
                </a:lnTo>
                <a:lnTo>
                  <a:pt x="76" y="20"/>
                </a:lnTo>
                <a:lnTo>
                  <a:pt x="71" y="16"/>
                </a:lnTo>
                <a:lnTo>
                  <a:pt x="63" y="12"/>
                </a:lnTo>
                <a:lnTo>
                  <a:pt x="54" y="8"/>
                </a:lnTo>
                <a:lnTo>
                  <a:pt x="46" y="3"/>
                </a:lnTo>
                <a:lnTo>
                  <a:pt x="39" y="1"/>
                </a:lnTo>
                <a:lnTo>
                  <a:pt x="37"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42" name="Freeform 999">
            <a:extLst>
              <a:ext uri="{FF2B5EF4-FFF2-40B4-BE49-F238E27FC236}">
                <a16:creationId xmlns:a16="http://schemas.microsoft.com/office/drawing/2014/main" id="{0DD5C0CB-6C7B-9389-4AD2-BB52181D26A6}"/>
              </a:ext>
            </a:extLst>
          </p:cNvPr>
          <p:cNvSpPr>
            <a:spLocks/>
          </p:cNvSpPr>
          <p:nvPr/>
        </p:nvSpPr>
        <p:spPr bwMode="auto">
          <a:xfrm>
            <a:off x="6656388" y="5335588"/>
            <a:ext cx="38100" cy="38100"/>
          </a:xfrm>
          <a:custGeom>
            <a:avLst/>
            <a:gdLst>
              <a:gd name="T0" fmla="*/ 2147483646 w 238"/>
              <a:gd name="T1" fmla="*/ 2147483646 h 253"/>
              <a:gd name="T2" fmla="*/ 2147483646 w 238"/>
              <a:gd name="T3" fmla="*/ 2147483646 h 253"/>
              <a:gd name="T4" fmla="*/ 2147483646 w 238"/>
              <a:gd name="T5" fmla="*/ 2147483646 h 253"/>
              <a:gd name="T6" fmla="*/ 2147483646 w 238"/>
              <a:gd name="T7" fmla="*/ 2147483646 h 253"/>
              <a:gd name="T8" fmla="*/ 2147483646 w 238"/>
              <a:gd name="T9" fmla="*/ 2147483646 h 253"/>
              <a:gd name="T10" fmla="*/ 2147483646 w 238"/>
              <a:gd name="T11" fmla="*/ 2147483646 h 253"/>
              <a:gd name="T12" fmla="*/ 2147483646 w 238"/>
              <a:gd name="T13" fmla="*/ 2147483646 h 253"/>
              <a:gd name="T14" fmla="*/ 2147483646 w 238"/>
              <a:gd name="T15" fmla="*/ 2147483646 h 253"/>
              <a:gd name="T16" fmla="*/ 2147483646 w 238"/>
              <a:gd name="T17" fmla="*/ 2147483646 h 253"/>
              <a:gd name="T18" fmla="*/ 2147483646 w 238"/>
              <a:gd name="T19" fmla="*/ 2147483646 h 253"/>
              <a:gd name="T20" fmla="*/ 2147483646 w 238"/>
              <a:gd name="T21" fmla="*/ 2147483646 h 253"/>
              <a:gd name="T22" fmla="*/ 2147483646 w 238"/>
              <a:gd name="T23" fmla="*/ 2147483646 h 253"/>
              <a:gd name="T24" fmla="*/ 2147483646 w 238"/>
              <a:gd name="T25" fmla="*/ 2147483646 h 253"/>
              <a:gd name="T26" fmla="*/ 2147483646 w 238"/>
              <a:gd name="T27" fmla="*/ 2147483646 h 253"/>
              <a:gd name="T28" fmla="*/ 2147483646 w 238"/>
              <a:gd name="T29" fmla="*/ 2147483646 h 253"/>
              <a:gd name="T30" fmla="*/ 2147483646 w 238"/>
              <a:gd name="T31" fmla="*/ 2147483646 h 253"/>
              <a:gd name="T32" fmla="*/ 2147483646 w 238"/>
              <a:gd name="T33" fmla="*/ 2147483646 h 253"/>
              <a:gd name="T34" fmla="*/ 2147483646 w 238"/>
              <a:gd name="T35" fmla="*/ 2147483646 h 253"/>
              <a:gd name="T36" fmla="*/ 2147483646 w 238"/>
              <a:gd name="T37" fmla="*/ 2147483646 h 253"/>
              <a:gd name="T38" fmla="*/ 2147483646 w 238"/>
              <a:gd name="T39" fmla="*/ 2147483646 h 253"/>
              <a:gd name="T40" fmla="*/ 2147483646 w 238"/>
              <a:gd name="T41" fmla="*/ 2147483646 h 253"/>
              <a:gd name="T42" fmla="*/ 2147483646 w 238"/>
              <a:gd name="T43" fmla="*/ 2147483646 h 253"/>
              <a:gd name="T44" fmla="*/ 2147483646 w 238"/>
              <a:gd name="T45" fmla="*/ 2147483646 h 253"/>
              <a:gd name="T46" fmla="*/ 2147483646 w 238"/>
              <a:gd name="T47" fmla="*/ 2147483646 h 253"/>
              <a:gd name="T48" fmla="*/ 2147483646 w 238"/>
              <a:gd name="T49" fmla="*/ 2147483646 h 253"/>
              <a:gd name="T50" fmla="*/ 2147483646 w 238"/>
              <a:gd name="T51" fmla="*/ 2147483646 h 253"/>
              <a:gd name="T52" fmla="*/ 2147483646 w 238"/>
              <a:gd name="T53" fmla="*/ 2147483646 h 253"/>
              <a:gd name="T54" fmla="*/ 2147483646 w 238"/>
              <a:gd name="T55" fmla="*/ 2147483646 h 253"/>
              <a:gd name="T56" fmla="*/ 2147483646 w 238"/>
              <a:gd name="T57" fmla="*/ 2147483646 h 253"/>
              <a:gd name="T58" fmla="*/ 2147483646 w 238"/>
              <a:gd name="T59" fmla="*/ 2147483646 h 253"/>
              <a:gd name="T60" fmla="*/ 2147483646 w 238"/>
              <a:gd name="T61" fmla="*/ 2147483646 h 253"/>
              <a:gd name="T62" fmla="*/ 2147483646 w 238"/>
              <a:gd name="T63" fmla="*/ 2147483646 h 253"/>
              <a:gd name="T64" fmla="*/ 2147483646 w 238"/>
              <a:gd name="T65" fmla="*/ 2147483646 h 253"/>
              <a:gd name="T66" fmla="*/ 2147483646 w 238"/>
              <a:gd name="T67" fmla="*/ 2147483646 h 253"/>
              <a:gd name="T68" fmla="*/ 2147483646 w 238"/>
              <a:gd name="T69" fmla="*/ 2147483646 h 253"/>
              <a:gd name="T70" fmla="*/ 2147483646 w 238"/>
              <a:gd name="T71" fmla="*/ 2147483646 h 253"/>
              <a:gd name="T72" fmla="*/ 2147483646 w 238"/>
              <a:gd name="T73" fmla="*/ 2147483646 h 253"/>
              <a:gd name="T74" fmla="*/ 2147483646 w 238"/>
              <a:gd name="T75" fmla="*/ 2147483646 h 253"/>
              <a:gd name="T76" fmla="*/ 2147483646 w 238"/>
              <a:gd name="T77" fmla="*/ 2147483646 h 253"/>
              <a:gd name="T78" fmla="*/ 2147483646 w 238"/>
              <a:gd name="T79" fmla="*/ 2147483646 h 253"/>
              <a:gd name="T80" fmla="*/ 2147483646 w 238"/>
              <a:gd name="T81" fmla="*/ 2147483646 h 253"/>
              <a:gd name="T82" fmla="*/ 2147483646 w 238"/>
              <a:gd name="T83" fmla="*/ 2147483646 h 253"/>
              <a:gd name="T84" fmla="*/ 2147483646 w 238"/>
              <a:gd name="T85" fmla="*/ 2147483646 h 253"/>
              <a:gd name="T86" fmla="*/ 2147483646 w 238"/>
              <a:gd name="T87" fmla="*/ 2147483646 h 253"/>
              <a:gd name="T88" fmla="*/ 2147483646 w 238"/>
              <a:gd name="T89" fmla="*/ 2147483646 h 253"/>
              <a:gd name="T90" fmla="*/ 2147483646 w 238"/>
              <a:gd name="T91" fmla="*/ 2147483646 h 253"/>
              <a:gd name="T92" fmla="*/ 2147483646 w 238"/>
              <a:gd name="T93" fmla="*/ 2147483646 h 253"/>
              <a:gd name="T94" fmla="*/ 2147483646 w 238"/>
              <a:gd name="T95" fmla="*/ 2147483646 h 253"/>
              <a:gd name="T96" fmla="*/ 2147483646 w 238"/>
              <a:gd name="T97" fmla="*/ 2147483646 h 253"/>
              <a:gd name="T98" fmla="*/ 2147483646 w 238"/>
              <a:gd name="T99" fmla="*/ 2147483646 h 253"/>
              <a:gd name="T100" fmla="*/ 2147483646 w 238"/>
              <a:gd name="T101" fmla="*/ 2147483646 h 253"/>
              <a:gd name="T102" fmla="*/ 2147483646 w 238"/>
              <a:gd name="T103" fmla="*/ 2147483646 h 253"/>
              <a:gd name="T104" fmla="*/ 2147483646 w 238"/>
              <a:gd name="T105" fmla="*/ 2147483646 h 253"/>
              <a:gd name="T106" fmla="*/ 2147483646 w 238"/>
              <a:gd name="T107" fmla="*/ 2147483646 h 253"/>
              <a:gd name="T108" fmla="*/ 2147483646 w 238"/>
              <a:gd name="T109" fmla="*/ 2147483646 h 253"/>
              <a:gd name="T110" fmla="*/ 2147483646 w 238"/>
              <a:gd name="T111" fmla="*/ 2147483646 h 253"/>
              <a:gd name="T112" fmla="*/ 2147483646 w 238"/>
              <a:gd name="T113" fmla="*/ 2147483646 h 25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8" h="253">
                <a:moveTo>
                  <a:pt x="37" y="0"/>
                </a:moveTo>
                <a:lnTo>
                  <a:pt x="37" y="0"/>
                </a:lnTo>
                <a:lnTo>
                  <a:pt x="36" y="1"/>
                </a:lnTo>
                <a:lnTo>
                  <a:pt x="32" y="5"/>
                </a:lnTo>
                <a:lnTo>
                  <a:pt x="26" y="9"/>
                </a:lnTo>
                <a:lnTo>
                  <a:pt x="21" y="14"/>
                </a:lnTo>
                <a:lnTo>
                  <a:pt x="16" y="20"/>
                </a:lnTo>
                <a:lnTo>
                  <a:pt x="12" y="26"/>
                </a:lnTo>
                <a:lnTo>
                  <a:pt x="10" y="33"/>
                </a:lnTo>
                <a:lnTo>
                  <a:pt x="12" y="40"/>
                </a:lnTo>
                <a:lnTo>
                  <a:pt x="14" y="47"/>
                </a:lnTo>
                <a:lnTo>
                  <a:pt x="15" y="57"/>
                </a:lnTo>
                <a:lnTo>
                  <a:pt x="13" y="65"/>
                </a:lnTo>
                <a:lnTo>
                  <a:pt x="10" y="74"/>
                </a:lnTo>
                <a:lnTo>
                  <a:pt x="7" y="81"/>
                </a:lnTo>
                <a:lnTo>
                  <a:pt x="3" y="87"/>
                </a:lnTo>
                <a:lnTo>
                  <a:pt x="1" y="92"/>
                </a:lnTo>
                <a:lnTo>
                  <a:pt x="0" y="93"/>
                </a:lnTo>
                <a:lnTo>
                  <a:pt x="2" y="93"/>
                </a:lnTo>
                <a:lnTo>
                  <a:pt x="8" y="95"/>
                </a:lnTo>
                <a:lnTo>
                  <a:pt x="15" y="101"/>
                </a:lnTo>
                <a:lnTo>
                  <a:pt x="21" y="111"/>
                </a:lnTo>
                <a:lnTo>
                  <a:pt x="24" y="117"/>
                </a:lnTo>
                <a:lnTo>
                  <a:pt x="26" y="122"/>
                </a:lnTo>
                <a:lnTo>
                  <a:pt x="27" y="127"/>
                </a:lnTo>
                <a:lnTo>
                  <a:pt x="28" y="132"/>
                </a:lnTo>
                <a:lnTo>
                  <a:pt x="28" y="137"/>
                </a:lnTo>
                <a:lnTo>
                  <a:pt x="27" y="142"/>
                </a:lnTo>
                <a:lnTo>
                  <a:pt x="24" y="147"/>
                </a:lnTo>
                <a:lnTo>
                  <a:pt x="21" y="152"/>
                </a:lnTo>
                <a:lnTo>
                  <a:pt x="17" y="157"/>
                </a:lnTo>
                <a:lnTo>
                  <a:pt x="13" y="160"/>
                </a:lnTo>
                <a:lnTo>
                  <a:pt x="9" y="162"/>
                </a:lnTo>
                <a:lnTo>
                  <a:pt x="7" y="164"/>
                </a:lnTo>
                <a:lnTo>
                  <a:pt x="7" y="166"/>
                </a:lnTo>
                <a:lnTo>
                  <a:pt x="10" y="169"/>
                </a:lnTo>
                <a:lnTo>
                  <a:pt x="16" y="174"/>
                </a:lnTo>
                <a:lnTo>
                  <a:pt x="26" y="181"/>
                </a:lnTo>
                <a:lnTo>
                  <a:pt x="35" y="188"/>
                </a:lnTo>
                <a:lnTo>
                  <a:pt x="39" y="194"/>
                </a:lnTo>
                <a:lnTo>
                  <a:pt x="39" y="199"/>
                </a:lnTo>
                <a:lnTo>
                  <a:pt x="37" y="203"/>
                </a:lnTo>
                <a:lnTo>
                  <a:pt x="35" y="207"/>
                </a:lnTo>
                <a:lnTo>
                  <a:pt x="35" y="210"/>
                </a:lnTo>
                <a:lnTo>
                  <a:pt x="39" y="212"/>
                </a:lnTo>
                <a:lnTo>
                  <a:pt x="48" y="215"/>
                </a:lnTo>
                <a:lnTo>
                  <a:pt x="60" y="218"/>
                </a:lnTo>
                <a:lnTo>
                  <a:pt x="67" y="223"/>
                </a:lnTo>
                <a:lnTo>
                  <a:pt x="71" y="227"/>
                </a:lnTo>
                <a:lnTo>
                  <a:pt x="74" y="231"/>
                </a:lnTo>
                <a:lnTo>
                  <a:pt x="75" y="236"/>
                </a:lnTo>
                <a:lnTo>
                  <a:pt x="75" y="239"/>
                </a:lnTo>
                <a:lnTo>
                  <a:pt x="74" y="241"/>
                </a:lnTo>
                <a:lnTo>
                  <a:pt x="74" y="242"/>
                </a:lnTo>
                <a:lnTo>
                  <a:pt x="75" y="243"/>
                </a:lnTo>
                <a:lnTo>
                  <a:pt x="79" y="245"/>
                </a:lnTo>
                <a:lnTo>
                  <a:pt x="84" y="248"/>
                </a:lnTo>
                <a:lnTo>
                  <a:pt x="90" y="250"/>
                </a:lnTo>
                <a:lnTo>
                  <a:pt x="96" y="250"/>
                </a:lnTo>
                <a:lnTo>
                  <a:pt x="101" y="248"/>
                </a:lnTo>
                <a:lnTo>
                  <a:pt x="104" y="242"/>
                </a:lnTo>
                <a:lnTo>
                  <a:pt x="104" y="231"/>
                </a:lnTo>
                <a:lnTo>
                  <a:pt x="103" y="219"/>
                </a:lnTo>
                <a:lnTo>
                  <a:pt x="104" y="209"/>
                </a:lnTo>
                <a:lnTo>
                  <a:pt x="105" y="201"/>
                </a:lnTo>
                <a:lnTo>
                  <a:pt x="108" y="196"/>
                </a:lnTo>
                <a:lnTo>
                  <a:pt x="110" y="192"/>
                </a:lnTo>
                <a:lnTo>
                  <a:pt x="111" y="190"/>
                </a:lnTo>
                <a:lnTo>
                  <a:pt x="113" y="189"/>
                </a:lnTo>
                <a:lnTo>
                  <a:pt x="115" y="189"/>
                </a:lnTo>
                <a:lnTo>
                  <a:pt x="121" y="192"/>
                </a:lnTo>
                <a:lnTo>
                  <a:pt x="130" y="198"/>
                </a:lnTo>
                <a:lnTo>
                  <a:pt x="141" y="212"/>
                </a:lnTo>
                <a:lnTo>
                  <a:pt x="145" y="220"/>
                </a:lnTo>
                <a:lnTo>
                  <a:pt x="146" y="228"/>
                </a:lnTo>
                <a:lnTo>
                  <a:pt x="146" y="235"/>
                </a:lnTo>
                <a:lnTo>
                  <a:pt x="144" y="241"/>
                </a:lnTo>
                <a:lnTo>
                  <a:pt x="142" y="246"/>
                </a:lnTo>
                <a:lnTo>
                  <a:pt x="142" y="250"/>
                </a:lnTo>
                <a:lnTo>
                  <a:pt x="144" y="252"/>
                </a:lnTo>
                <a:lnTo>
                  <a:pt x="149" y="253"/>
                </a:lnTo>
                <a:lnTo>
                  <a:pt x="159" y="253"/>
                </a:lnTo>
                <a:lnTo>
                  <a:pt x="171" y="253"/>
                </a:lnTo>
                <a:lnTo>
                  <a:pt x="185" y="253"/>
                </a:lnTo>
                <a:lnTo>
                  <a:pt x="200" y="253"/>
                </a:lnTo>
                <a:lnTo>
                  <a:pt x="214" y="253"/>
                </a:lnTo>
                <a:lnTo>
                  <a:pt x="225" y="253"/>
                </a:lnTo>
                <a:lnTo>
                  <a:pt x="233" y="253"/>
                </a:lnTo>
                <a:lnTo>
                  <a:pt x="236" y="253"/>
                </a:lnTo>
                <a:lnTo>
                  <a:pt x="237" y="252"/>
                </a:lnTo>
                <a:lnTo>
                  <a:pt x="238" y="250"/>
                </a:lnTo>
                <a:lnTo>
                  <a:pt x="238" y="247"/>
                </a:lnTo>
                <a:lnTo>
                  <a:pt x="238" y="243"/>
                </a:lnTo>
                <a:lnTo>
                  <a:pt x="236" y="238"/>
                </a:lnTo>
                <a:lnTo>
                  <a:pt x="233" y="231"/>
                </a:lnTo>
                <a:lnTo>
                  <a:pt x="228" y="223"/>
                </a:lnTo>
                <a:lnTo>
                  <a:pt x="223" y="214"/>
                </a:lnTo>
                <a:lnTo>
                  <a:pt x="220" y="206"/>
                </a:lnTo>
                <a:lnTo>
                  <a:pt x="219" y="197"/>
                </a:lnTo>
                <a:lnTo>
                  <a:pt x="219" y="190"/>
                </a:lnTo>
                <a:lnTo>
                  <a:pt x="219" y="183"/>
                </a:lnTo>
                <a:lnTo>
                  <a:pt x="221" y="176"/>
                </a:lnTo>
                <a:lnTo>
                  <a:pt x="222" y="170"/>
                </a:lnTo>
                <a:lnTo>
                  <a:pt x="222" y="164"/>
                </a:lnTo>
                <a:lnTo>
                  <a:pt x="223" y="157"/>
                </a:lnTo>
                <a:lnTo>
                  <a:pt x="224" y="149"/>
                </a:lnTo>
                <a:lnTo>
                  <a:pt x="225" y="140"/>
                </a:lnTo>
                <a:lnTo>
                  <a:pt x="225" y="132"/>
                </a:lnTo>
                <a:lnTo>
                  <a:pt x="224" y="125"/>
                </a:lnTo>
                <a:lnTo>
                  <a:pt x="219" y="118"/>
                </a:lnTo>
                <a:lnTo>
                  <a:pt x="212" y="113"/>
                </a:lnTo>
                <a:lnTo>
                  <a:pt x="199" y="111"/>
                </a:lnTo>
                <a:lnTo>
                  <a:pt x="187" y="110"/>
                </a:lnTo>
                <a:lnTo>
                  <a:pt x="178" y="108"/>
                </a:lnTo>
                <a:lnTo>
                  <a:pt x="171" y="104"/>
                </a:lnTo>
                <a:lnTo>
                  <a:pt x="167" y="102"/>
                </a:lnTo>
                <a:lnTo>
                  <a:pt x="165" y="100"/>
                </a:lnTo>
                <a:lnTo>
                  <a:pt x="164" y="98"/>
                </a:lnTo>
                <a:lnTo>
                  <a:pt x="164" y="96"/>
                </a:lnTo>
                <a:lnTo>
                  <a:pt x="164" y="95"/>
                </a:lnTo>
                <a:lnTo>
                  <a:pt x="164" y="94"/>
                </a:lnTo>
                <a:lnTo>
                  <a:pt x="162" y="92"/>
                </a:lnTo>
                <a:lnTo>
                  <a:pt x="160" y="91"/>
                </a:lnTo>
                <a:lnTo>
                  <a:pt x="154" y="90"/>
                </a:lnTo>
                <a:lnTo>
                  <a:pt x="147" y="92"/>
                </a:lnTo>
                <a:lnTo>
                  <a:pt x="137" y="96"/>
                </a:lnTo>
                <a:lnTo>
                  <a:pt x="124" y="104"/>
                </a:lnTo>
                <a:lnTo>
                  <a:pt x="111" y="111"/>
                </a:lnTo>
                <a:lnTo>
                  <a:pt x="100" y="110"/>
                </a:lnTo>
                <a:lnTo>
                  <a:pt x="94" y="104"/>
                </a:lnTo>
                <a:lnTo>
                  <a:pt x="90" y="95"/>
                </a:lnTo>
                <a:lnTo>
                  <a:pt x="88" y="86"/>
                </a:lnTo>
                <a:lnTo>
                  <a:pt x="87" y="77"/>
                </a:lnTo>
                <a:lnTo>
                  <a:pt x="87" y="71"/>
                </a:lnTo>
                <a:lnTo>
                  <a:pt x="87" y="68"/>
                </a:lnTo>
                <a:lnTo>
                  <a:pt x="85" y="66"/>
                </a:lnTo>
                <a:lnTo>
                  <a:pt x="81" y="61"/>
                </a:lnTo>
                <a:lnTo>
                  <a:pt x="75" y="53"/>
                </a:lnTo>
                <a:lnTo>
                  <a:pt x="69" y="45"/>
                </a:lnTo>
                <a:lnTo>
                  <a:pt x="64" y="37"/>
                </a:lnTo>
                <a:lnTo>
                  <a:pt x="62" y="30"/>
                </a:lnTo>
                <a:lnTo>
                  <a:pt x="64" y="25"/>
                </a:lnTo>
                <a:lnTo>
                  <a:pt x="70" y="23"/>
                </a:lnTo>
                <a:lnTo>
                  <a:pt x="76" y="22"/>
                </a:lnTo>
                <a:lnTo>
                  <a:pt x="76" y="20"/>
                </a:lnTo>
                <a:lnTo>
                  <a:pt x="71" y="16"/>
                </a:lnTo>
                <a:lnTo>
                  <a:pt x="63" y="12"/>
                </a:lnTo>
                <a:lnTo>
                  <a:pt x="54" y="8"/>
                </a:lnTo>
                <a:lnTo>
                  <a:pt x="46" y="3"/>
                </a:lnTo>
                <a:lnTo>
                  <a:pt x="39" y="1"/>
                </a:lnTo>
                <a:lnTo>
                  <a:pt x="3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43" name="Freeform 1000">
            <a:extLst>
              <a:ext uri="{FF2B5EF4-FFF2-40B4-BE49-F238E27FC236}">
                <a16:creationId xmlns:a16="http://schemas.microsoft.com/office/drawing/2014/main" id="{C4B7EDEE-6ED0-4815-F428-551EED9D9F14}"/>
              </a:ext>
            </a:extLst>
          </p:cNvPr>
          <p:cNvSpPr>
            <a:spLocks/>
          </p:cNvSpPr>
          <p:nvPr/>
        </p:nvSpPr>
        <p:spPr bwMode="auto">
          <a:xfrm>
            <a:off x="6681788" y="5337175"/>
            <a:ext cx="14287" cy="12700"/>
          </a:xfrm>
          <a:custGeom>
            <a:avLst/>
            <a:gdLst>
              <a:gd name="T0" fmla="*/ 2147483646 w 89"/>
              <a:gd name="T1" fmla="*/ 2147483646 h 83"/>
              <a:gd name="T2" fmla="*/ 2147483646 w 89"/>
              <a:gd name="T3" fmla="*/ 2147483646 h 83"/>
              <a:gd name="T4" fmla="*/ 2147483646 w 89"/>
              <a:gd name="T5" fmla="*/ 2147483646 h 83"/>
              <a:gd name="T6" fmla="*/ 2147483646 w 89"/>
              <a:gd name="T7" fmla="*/ 2147483646 h 83"/>
              <a:gd name="T8" fmla="*/ 2147483646 w 89"/>
              <a:gd name="T9" fmla="*/ 2147483646 h 83"/>
              <a:gd name="T10" fmla="*/ 2147483646 w 89"/>
              <a:gd name="T11" fmla="*/ 2147483646 h 83"/>
              <a:gd name="T12" fmla="*/ 2147483646 w 89"/>
              <a:gd name="T13" fmla="*/ 2147483646 h 83"/>
              <a:gd name="T14" fmla="*/ 2147483646 w 89"/>
              <a:gd name="T15" fmla="*/ 2147483646 h 83"/>
              <a:gd name="T16" fmla="*/ 2147483646 w 89"/>
              <a:gd name="T17" fmla="*/ 2147483646 h 83"/>
              <a:gd name="T18" fmla="*/ 2147483646 w 89"/>
              <a:gd name="T19" fmla="*/ 2147483646 h 83"/>
              <a:gd name="T20" fmla="*/ 2147483646 w 89"/>
              <a:gd name="T21" fmla="*/ 2147483646 h 83"/>
              <a:gd name="T22" fmla="*/ 2147483646 w 89"/>
              <a:gd name="T23" fmla="*/ 2147483646 h 83"/>
              <a:gd name="T24" fmla="*/ 2147483646 w 89"/>
              <a:gd name="T25" fmla="*/ 2147483646 h 83"/>
              <a:gd name="T26" fmla="*/ 2147483646 w 89"/>
              <a:gd name="T27" fmla="*/ 2147483646 h 83"/>
              <a:gd name="T28" fmla="*/ 2147483646 w 89"/>
              <a:gd name="T29" fmla="*/ 2147483646 h 83"/>
              <a:gd name="T30" fmla="*/ 2147483646 w 89"/>
              <a:gd name="T31" fmla="*/ 0 h 83"/>
              <a:gd name="T32" fmla="*/ 2147483646 w 89"/>
              <a:gd name="T33" fmla="*/ 0 h 83"/>
              <a:gd name="T34" fmla="*/ 2147483646 w 89"/>
              <a:gd name="T35" fmla="*/ 2147483646 h 83"/>
              <a:gd name="T36" fmla="*/ 2147483646 w 89"/>
              <a:gd name="T37" fmla="*/ 2147483646 h 83"/>
              <a:gd name="T38" fmla="*/ 2147483646 w 89"/>
              <a:gd name="T39" fmla="*/ 2147483646 h 83"/>
              <a:gd name="T40" fmla="*/ 2147483646 w 89"/>
              <a:gd name="T41" fmla="*/ 2147483646 h 83"/>
              <a:gd name="T42" fmla="*/ 2147483646 w 89"/>
              <a:gd name="T43" fmla="*/ 2147483646 h 83"/>
              <a:gd name="T44" fmla="*/ 2147483646 w 89"/>
              <a:gd name="T45" fmla="*/ 2147483646 h 83"/>
              <a:gd name="T46" fmla="*/ 2147483646 w 89"/>
              <a:gd name="T47" fmla="*/ 2147483646 h 83"/>
              <a:gd name="T48" fmla="*/ 2147483646 w 89"/>
              <a:gd name="T49" fmla="*/ 2147483646 h 83"/>
              <a:gd name="T50" fmla="*/ 0 w 89"/>
              <a:gd name="T51" fmla="*/ 2147483646 h 83"/>
              <a:gd name="T52" fmla="*/ 0 w 89"/>
              <a:gd name="T53" fmla="*/ 2147483646 h 83"/>
              <a:gd name="T54" fmla="*/ 2147483646 w 89"/>
              <a:gd name="T55" fmla="*/ 2147483646 h 83"/>
              <a:gd name="T56" fmla="*/ 2147483646 w 89"/>
              <a:gd name="T57" fmla="*/ 2147483646 h 83"/>
              <a:gd name="T58" fmla="*/ 2147483646 w 89"/>
              <a:gd name="T59" fmla="*/ 2147483646 h 83"/>
              <a:gd name="T60" fmla="*/ 2147483646 w 89"/>
              <a:gd name="T61" fmla="*/ 2147483646 h 83"/>
              <a:gd name="T62" fmla="*/ 2147483646 w 89"/>
              <a:gd name="T63" fmla="*/ 2147483646 h 83"/>
              <a:gd name="T64" fmla="*/ 2147483646 w 89"/>
              <a:gd name="T65" fmla="*/ 2147483646 h 83"/>
              <a:gd name="T66" fmla="*/ 2147483646 w 89"/>
              <a:gd name="T67" fmla="*/ 2147483646 h 83"/>
              <a:gd name="T68" fmla="*/ 2147483646 w 89"/>
              <a:gd name="T69" fmla="*/ 2147483646 h 83"/>
              <a:gd name="T70" fmla="*/ 2147483646 w 89"/>
              <a:gd name="T71" fmla="*/ 2147483646 h 83"/>
              <a:gd name="T72" fmla="*/ 2147483646 w 89"/>
              <a:gd name="T73" fmla="*/ 2147483646 h 83"/>
              <a:gd name="T74" fmla="*/ 2147483646 w 89"/>
              <a:gd name="T75" fmla="*/ 2147483646 h 83"/>
              <a:gd name="T76" fmla="*/ 2147483646 w 89"/>
              <a:gd name="T77" fmla="*/ 2147483646 h 83"/>
              <a:gd name="T78" fmla="*/ 2147483646 w 89"/>
              <a:gd name="T79" fmla="*/ 2147483646 h 83"/>
              <a:gd name="T80" fmla="*/ 2147483646 w 89"/>
              <a:gd name="T81" fmla="*/ 2147483646 h 83"/>
              <a:gd name="T82" fmla="*/ 2147483646 w 89"/>
              <a:gd name="T83" fmla="*/ 2147483646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9" h="83">
                <a:moveTo>
                  <a:pt x="89" y="72"/>
                </a:moveTo>
                <a:lnTo>
                  <a:pt x="88" y="71"/>
                </a:lnTo>
                <a:lnTo>
                  <a:pt x="86" y="69"/>
                </a:lnTo>
                <a:lnTo>
                  <a:pt x="83" y="66"/>
                </a:lnTo>
                <a:lnTo>
                  <a:pt x="80" y="62"/>
                </a:lnTo>
                <a:lnTo>
                  <a:pt x="76" y="58"/>
                </a:lnTo>
                <a:lnTo>
                  <a:pt x="73" y="53"/>
                </a:lnTo>
                <a:lnTo>
                  <a:pt x="71" y="47"/>
                </a:lnTo>
                <a:lnTo>
                  <a:pt x="70" y="41"/>
                </a:lnTo>
                <a:lnTo>
                  <a:pt x="69" y="35"/>
                </a:lnTo>
                <a:lnTo>
                  <a:pt x="67" y="28"/>
                </a:lnTo>
                <a:lnTo>
                  <a:pt x="63" y="21"/>
                </a:lnTo>
                <a:lnTo>
                  <a:pt x="58" y="13"/>
                </a:lnTo>
                <a:lnTo>
                  <a:pt x="52" y="7"/>
                </a:lnTo>
                <a:lnTo>
                  <a:pt x="47" y="2"/>
                </a:lnTo>
                <a:lnTo>
                  <a:pt x="41" y="0"/>
                </a:lnTo>
                <a:lnTo>
                  <a:pt x="36" y="0"/>
                </a:lnTo>
                <a:lnTo>
                  <a:pt x="31" y="3"/>
                </a:lnTo>
                <a:lnTo>
                  <a:pt x="25" y="6"/>
                </a:lnTo>
                <a:lnTo>
                  <a:pt x="20" y="11"/>
                </a:lnTo>
                <a:lnTo>
                  <a:pt x="15" y="15"/>
                </a:lnTo>
                <a:lnTo>
                  <a:pt x="10" y="20"/>
                </a:lnTo>
                <a:lnTo>
                  <a:pt x="6" y="23"/>
                </a:lnTo>
                <a:lnTo>
                  <a:pt x="3" y="26"/>
                </a:lnTo>
                <a:lnTo>
                  <a:pt x="2" y="27"/>
                </a:lnTo>
                <a:lnTo>
                  <a:pt x="0" y="56"/>
                </a:lnTo>
                <a:lnTo>
                  <a:pt x="0" y="57"/>
                </a:lnTo>
                <a:lnTo>
                  <a:pt x="1" y="61"/>
                </a:lnTo>
                <a:lnTo>
                  <a:pt x="2" y="65"/>
                </a:lnTo>
                <a:lnTo>
                  <a:pt x="6" y="71"/>
                </a:lnTo>
                <a:lnTo>
                  <a:pt x="10" y="76"/>
                </a:lnTo>
                <a:lnTo>
                  <a:pt x="17" y="80"/>
                </a:lnTo>
                <a:lnTo>
                  <a:pt x="26" y="83"/>
                </a:lnTo>
                <a:lnTo>
                  <a:pt x="39" y="83"/>
                </a:lnTo>
                <a:lnTo>
                  <a:pt x="52" y="81"/>
                </a:lnTo>
                <a:lnTo>
                  <a:pt x="64" y="79"/>
                </a:lnTo>
                <a:lnTo>
                  <a:pt x="73" y="77"/>
                </a:lnTo>
                <a:lnTo>
                  <a:pt x="80" y="74"/>
                </a:lnTo>
                <a:lnTo>
                  <a:pt x="84" y="72"/>
                </a:lnTo>
                <a:lnTo>
                  <a:pt x="88" y="71"/>
                </a:lnTo>
                <a:lnTo>
                  <a:pt x="89" y="71"/>
                </a:lnTo>
                <a:lnTo>
                  <a:pt x="89" y="72"/>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44" name="Freeform 1001">
            <a:extLst>
              <a:ext uri="{FF2B5EF4-FFF2-40B4-BE49-F238E27FC236}">
                <a16:creationId xmlns:a16="http://schemas.microsoft.com/office/drawing/2014/main" id="{F3DFC048-5AC8-7904-BF96-245EF5802A99}"/>
              </a:ext>
            </a:extLst>
          </p:cNvPr>
          <p:cNvSpPr>
            <a:spLocks/>
          </p:cNvSpPr>
          <p:nvPr/>
        </p:nvSpPr>
        <p:spPr bwMode="auto">
          <a:xfrm>
            <a:off x="6681788" y="5337175"/>
            <a:ext cx="14287" cy="12700"/>
          </a:xfrm>
          <a:custGeom>
            <a:avLst/>
            <a:gdLst>
              <a:gd name="T0" fmla="*/ 2147483646 w 89"/>
              <a:gd name="T1" fmla="*/ 2147483646 h 83"/>
              <a:gd name="T2" fmla="*/ 2147483646 w 89"/>
              <a:gd name="T3" fmla="*/ 2147483646 h 83"/>
              <a:gd name="T4" fmla="*/ 2147483646 w 89"/>
              <a:gd name="T5" fmla="*/ 2147483646 h 83"/>
              <a:gd name="T6" fmla="*/ 2147483646 w 89"/>
              <a:gd name="T7" fmla="*/ 2147483646 h 83"/>
              <a:gd name="T8" fmla="*/ 2147483646 w 89"/>
              <a:gd name="T9" fmla="*/ 2147483646 h 83"/>
              <a:gd name="T10" fmla="*/ 2147483646 w 89"/>
              <a:gd name="T11" fmla="*/ 2147483646 h 83"/>
              <a:gd name="T12" fmla="*/ 2147483646 w 89"/>
              <a:gd name="T13" fmla="*/ 2147483646 h 83"/>
              <a:gd name="T14" fmla="*/ 2147483646 w 89"/>
              <a:gd name="T15" fmla="*/ 2147483646 h 83"/>
              <a:gd name="T16" fmla="*/ 2147483646 w 89"/>
              <a:gd name="T17" fmla="*/ 2147483646 h 83"/>
              <a:gd name="T18" fmla="*/ 2147483646 w 89"/>
              <a:gd name="T19" fmla="*/ 2147483646 h 83"/>
              <a:gd name="T20" fmla="*/ 2147483646 w 89"/>
              <a:gd name="T21" fmla="*/ 2147483646 h 83"/>
              <a:gd name="T22" fmla="*/ 2147483646 w 89"/>
              <a:gd name="T23" fmla="*/ 2147483646 h 83"/>
              <a:gd name="T24" fmla="*/ 2147483646 w 89"/>
              <a:gd name="T25" fmla="*/ 2147483646 h 83"/>
              <a:gd name="T26" fmla="*/ 2147483646 w 89"/>
              <a:gd name="T27" fmla="*/ 2147483646 h 83"/>
              <a:gd name="T28" fmla="*/ 2147483646 w 89"/>
              <a:gd name="T29" fmla="*/ 2147483646 h 83"/>
              <a:gd name="T30" fmla="*/ 2147483646 w 89"/>
              <a:gd name="T31" fmla="*/ 2147483646 h 83"/>
              <a:gd name="T32" fmla="*/ 2147483646 w 89"/>
              <a:gd name="T33" fmla="*/ 2147483646 h 83"/>
              <a:gd name="T34" fmla="*/ 2147483646 w 89"/>
              <a:gd name="T35" fmla="*/ 0 h 83"/>
              <a:gd name="T36" fmla="*/ 2147483646 w 89"/>
              <a:gd name="T37" fmla="*/ 0 h 83"/>
              <a:gd name="T38" fmla="*/ 2147483646 w 89"/>
              <a:gd name="T39" fmla="*/ 0 h 83"/>
              <a:gd name="T40" fmla="*/ 2147483646 w 89"/>
              <a:gd name="T41" fmla="*/ 2147483646 h 83"/>
              <a:gd name="T42" fmla="*/ 2147483646 w 89"/>
              <a:gd name="T43" fmla="*/ 2147483646 h 83"/>
              <a:gd name="T44" fmla="*/ 2147483646 w 89"/>
              <a:gd name="T45" fmla="*/ 2147483646 h 83"/>
              <a:gd name="T46" fmla="*/ 2147483646 w 89"/>
              <a:gd name="T47" fmla="*/ 2147483646 h 83"/>
              <a:gd name="T48" fmla="*/ 2147483646 w 89"/>
              <a:gd name="T49" fmla="*/ 2147483646 h 83"/>
              <a:gd name="T50" fmla="*/ 2147483646 w 89"/>
              <a:gd name="T51" fmla="*/ 2147483646 h 83"/>
              <a:gd name="T52" fmla="*/ 2147483646 w 89"/>
              <a:gd name="T53" fmla="*/ 2147483646 h 83"/>
              <a:gd name="T54" fmla="*/ 2147483646 w 89"/>
              <a:gd name="T55" fmla="*/ 2147483646 h 83"/>
              <a:gd name="T56" fmla="*/ 0 w 89"/>
              <a:gd name="T57" fmla="*/ 2147483646 h 83"/>
              <a:gd name="T58" fmla="*/ 0 w 89"/>
              <a:gd name="T59" fmla="*/ 2147483646 h 83"/>
              <a:gd name="T60" fmla="*/ 0 w 89"/>
              <a:gd name="T61" fmla="*/ 2147483646 h 83"/>
              <a:gd name="T62" fmla="*/ 2147483646 w 89"/>
              <a:gd name="T63" fmla="*/ 2147483646 h 83"/>
              <a:gd name="T64" fmla="*/ 2147483646 w 89"/>
              <a:gd name="T65" fmla="*/ 2147483646 h 83"/>
              <a:gd name="T66" fmla="*/ 2147483646 w 89"/>
              <a:gd name="T67" fmla="*/ 2147483646 h 83"/>
              <a:gd name="T68" fmla="*/ 2147483646 w 89"/>
              <a:gd name="T69" fmla="*/ 2147483646 h 83"/>
              <a:gd name="T70" fmla="*/ 2147483646 w 89"/>
              <a:gd name="T71" fmla="*/ 2147483646 h 83"/>
              <a:gd name="T72" fmla="*/ 2147483646 w 89"/>
              <a:gd name="T73" fmla="*/ 2147483646 h 83"/>
              <a:gd name="T74" fmla="*/ 2147483646 w 89"/>
              <a:gd name="T75" fmla="*/ 2147483646 h 83"/>
              <a:gd name="T76" fmla="*/ 2147483646 w 89"/>
              <a:gd name="T77" fmla="*/ 2147483646 h 83"/>
              <a:gd name="T78" fmla="*/ 2147483646 w 89"/>
              <a:gd name="T79" fmla="*/ 2147483646 h 83"/>
              <a:gd name="T80" fmla="*/ 2147483646 w 89"/>
              <a:gd name="T81" fmla="*/ 2147483646 h 83"/>
              <a:gd name="T82" fmla="*/ 2147483646 w 89"/>
              <a:gd name="T83" fmla="*/ 2147483646 h 83"/>
              <a:gd name="T84" fmla="*/ 2147483646 w 89"/>
              <a:gd name="T85" fmla="*/ 2147483646 h 83"/>
              <a:gd name="T86" fmla="*/ 2147483646 w 89"/>
              <a:gd name="T87" fmla="*/ 2147483646 h 83"/>
              <a:gd name="T88" fmla="*/ 2147483646 w 89"/>
              <a:gd name="T89" fmla="*/ 2147483646 h 83"/>
              <a:gd name="T90" fmla="*/ 2147483646 w 89"/>
              <a:gd name="T91" fmla="*/ 2147483646 h 83"/>
              <a:gd name="T92" fmla="*/ 2147483646 w 89"/>
              <a:gd name="T93" fmla="*/ 2147483646 h 8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9" h="83">
                <a:moveTo>
                  <a:pt x="89" y="72"/>
                </a:moveTo>
                <a:lnTo>
                  <a:pt x="89" y="72"/>
                </a:lnTo>
                <a:lnTo>
                  <a:pt x="88" y="71"/>
                </a:lnTo>
                <a:lnTo>
                  <a:pt x="86" y="69"/>
                </a:lnTo>
                <a:lnTo>
                  <a:pt x="83" y="66"/>
                </a:lnTo>
                <a:lnTo>
                  <a:pt x="80" y="62"/>
                </a:lnTo>
                <a:lnTo>
                  <a:pt x="76" y="58"/>
                </a:lnTo>
                <a:lnTo>
                  <a:pt x="73" y="53"/>
                </a:lnTo>
                <a:lnTo>
                  <a:pt x="71" y="47"/>
                </a:lnTo>
                <a:lnTo>
                  <a:pt x="70" y="41"/>
                </a:lnTo>
                <a:lnTo>
                  <a:pt x="69" y="35"/>
                </a:lnTo>
                <a:lnTo>
                  <a:pt x="67" y="28"/>
                </a:lnTo>
                <a:lnTo>
                  <a:pt x="63" y="21"/>
                </a:lnTo>
                <a:lnTo>
                  <a:pt x="58" y="13"/>
                </a:lnTo>
                <a:lnTo>
                  <a:pt x="52" y="7"/>
                </a:lnTo>
                <a:lnTo>
                  <a:pt x="47" y="2"/>
                </a:lnTo>
                <a:lnTo>
                  <a:pt x="41" y="0"/>
                </a:lnTo>
                <a:lnTo>
                  <a:pt x="36" y="0"/>
                </a:lnTo>
                <a:lnTo>
                  <a:pt x="31" y="3"/>
                </a:lnTo>
                <a:lnTo>
                  <a:pt x="25" y="6"/>
                </a:lnTo>
                <a:lnTo>
                  <a:pt x="20" y="11"/>
                </a:lnTo>
                <a:lnTo>
                  <a:pt x="15" y="15"/>
                </a:lnTo>
                <a:lnTo>
                  <a:pt x="10" y="20"/>
                </a:lnTo>
                <a:lnTo>
                  <a:pt x="6" y="23"/>
                </a:lnTo>
                <a:lnTo>
                  <a:pt x="3" y="26"/>
                </a:lnTo>
                <a:lnTo>
                  <a:pt x="2" y="27"/>
                </a:lnTo>
                <a:lnTo>
                  <a:pt x="0" y="56"/>
                </a:lnTo>
                <a:lnTo>
                  <a:pt x="0" y="57"/>
                </a:lnTo>
                <a:lnTo>
                  <a:pt x="1" y="61"/>
                </a:lnTo>
                <a:lnTo>
                  <a:pt x="2" y="65"/>
                </a:lnTo>
                <a:lnTo>
                  <a:pt x="6" y="71"/>
                </a:lnTo>
                <a:lnTo>
                  <a:pt x="10" y="76"/>
                </a:lnTo>
                <a:lnTo>
                  <a:pt x="17" y="80"/>
                </a:lnTo>
                <a:lnTo>
                  <a:pt x="26" y="83"/>
                </a:lnTo>
                <a:lnTo>
                  <a:pt x="39" y="83"/>
                </a:lnTo>
                <a:lnTo>
                  <a:pt x="52" y="81"/>
                </a:lnTo>
                <a:lnTo>
                  <a:pt x="64" y="79"/>
                </a:lnTo>
                <a:lnTo>
                  <a:pt x="73" y="77"/>
                </a:lnTo>
                <a:lnTo>
                  <a:pt x="80" y="74"/>
                </a:lnTo>
                <a:lnTo>
                  <a:pt x="84" y="72"/>
                </a:lnTo>
                <a:lnTo>
                  <a:pt x="88" y="71"/>
                </a:lnTo>
                <a:lnTo>
                  <a:pt x="89" y="71"/>
                </a:lnTo>
                <a:lnTo>
                  <a:pt x="89" y="7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45" name="Freeform 1002">
            <a:extLst>
              <a:ext uri="{FF2B5EF4-FFF2-40B4-BE49-F238E27FC236}">
                <a16:creationId xmlns:a16="http://schemas.microsoft.com/office/drawing/2014/main" id="{2234D907-1747-E277-3250-E54D4F6920BB}"/>
              </a:ext>
            </a:extLst>
          </p:cNvPr>
          <p:cNvSpPr>
            <a:spLocks/>
          </p:cNvSpPr>
          <p:nvPr/>
        </p:nvSpPr>
        <p:spPr bwMode="auto">
          <a:xfrm>
            <a:off x="6718300" y="5349875"/>
            <a:ext cx="7938" cy="4763"/>
          </a:xfrm>
          <a:custGeom>
            <a:avLst/>
            <a:gdLst>
              <a:gd name="T0" fmla="*/ 2147483646 w 41"/>
              <a:gd name="T1" fmla="*/ 0 h 38"/>
              <a:gd name="T2" fmla="*/ 2147483646 w 41"/>
              <a:gd name="T3" fmla="*/ 2147483646 h 38"/>
              <a:gd name="T4" fmla="*/ 2147483646 w 41"/>
              <a:gd name="T5" fmla="*/ 2147483646 h 38"/>
              <a:gd name="T6" fmla="*/ 2147483646 w 41"/>
              <a:gd name="T7" fmla="*/ 2147483646 h 38"/>
              <a:gd name="T8" fmla="*/ 2147483646 w 41"/>
              <a:gd name="T9" fmla="*/ 2147483646 h 38"/>
              <a:gd name="T10" fmla="*/ 2147483646 w 41"/>
              <a:gd name="T11" fmla="*/ 2147483646 h 38"/>
              <a:gd name="T12" fmla="*/ 0 w 41"/>
              <a:gd name="T13" fmla="*/ 2147483646 h 38"/>
              <a:gd name="T14" fmla="*/ 2147483646 w 41"/>
              <a:gd name="T15" fmla="*/ 2147483646 h 38"/>
              <a:gd name="T16" fmla="*/ 2147483646 w 41"/>
              <a:gd name="T17" fmla="*/ 2147483646 h 38"/>
              <a:gd name="T18" fmla="*/ 2147483646 w 41"/>
              <a:gd name="T19" fmla="*/ 2147483646 h 38"/>
              <a:gd name="T20" fmla="*/ 2147483646 w 41"/>
              <a:gd name="T21" fmla="*/ 2147483646 h 38"/>
              <a:gd name="T22" fmla="*/ 2147483646 w 41"/>
              <a:gd name="T23" fmla="*/ 2147483646 h 38"/>
              <a:gd name="T24" fmla="*/ 2147483646 w 41"/>
              <a:gd name="T25" fmla="*/ 2147483646 h 38"/>
              <a:gd name="T26" fmla="*/ 2147483646 w 41"/>
              <a:gd name="T27" fmla="*/ 2147483646 h 38"/>
              <a:gd name="T28" fmla="*/ 2147483646 w 41"/>
              <a:gd name="T29" fmla="*/ 2147483646 h 38"/>
              <a:gd name="T30" fmla="*/ 2147483646 w 41"/>
              <a:gd name="T31" fmla="*/ 2147483646 h 38"/>
              <a:gd name="T32" fmla="*/ 2147483646 w 41"/>
              <a:gd name="T33" fmla="*/ 2147483646 h 38"/>
              <a:gd name="T34" fmla="*/ 2147483646 w 41"/>
              <a:gd name="T35" fmla="*/ 2147483646 h 38"/>
              <a:gd name="T36" fmla="*/ 2147483646 w 41"/>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1" h="38">
                <a:moveTo>
                  <a:pt x="31" y="0"/>
                </a:moveTo>
                <a:lnTo>
                  <a:pt x="11" y="21"/>
                </a:lnTo>
                <a:lnTo>
                  <a:pt x="10" y="22"/>
                </a:lnTo>
                <a:lnTo>
                  <a:pt x="7" y="24"/>
                </a:lnTo>
                <a:lnTo>
                  <a:pt x="4" y="27"/>
                </a:lnTo>
                <a:lnTo>
                  <a:pt x="1" y="31"/>
                </a:lnTo>
                <a:lnTo>
                  <a:pt x="0" y="34"/>
                </a:lnTo>
                <a:lnTo>
                  <a:pt x="1" y="37"/>
                </a:lnTo>
                <a:lnTo>
                  <a:pt x="6" y="38"/>
                </a:lnTo>
                <a:lnTo>
                  <a:pt x="16" y="37"/>
                </a:lnTo>
                <a:lnTo>
                  <a:pt x="27" y="34"/>
                </a:lnTo>
                <a:lnTo>
                  <a:pt x="34" y="31"/>
                </a:lnTo>
                <a:lnTo>
                  <a:pt x="38" y="27"/>
                </a:lnTo>
                <a:lnTo>
                  <a:pt x="40" y="23"/>
                </a:lnTo>
                <a:lnTo>
                  <a:pt x="41" y="19"/>
                </a:lnTo>
                <a:lnTo>
                  <a:pt x="40" y="14"/>
                </a:lnTo>
                <a:lnTo>
                  <a:pt x="39" y="12"/>
                </a:lnTo>
                <a:lnTo>
                  <a:pt x="39" y="11"/>
                </a:lnTo>
                <a:lnTo>
                  <a:pt x="31"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46" name="Freeform 1003">
            <a:extLst>
              <a:ext uri="{FF2B5EF4-FFF2-40B4-BE49-F238E27FC236}">
                <a16:creationId xmlns:a16="http://schemas.microsoft.com/office/drawing/2014/main" id="{C5D341B3-16E6-C382-ED68-D2864C4CC220}"/>
              </a:ext>
            </a:extLst>
          </p:cNvPr>
          <p:cNvSpPr>
            <a:spLocks/>
          </p:cNvSpPr>
          <p:nvPr/>
        </p:nvSpPr>
        <p:spPr bwMode="auto">
          <a:xfrm>
            <a:off x="6718300" y="5349875"/>
            <a:ext cx="7938" cy="4763"/>
          </a:xfrm>
          <a:custGeom>
            <a:avLst/>
            <a:gdLst>
              <a:gd name="T0" fmla="*/ 2147483646 w 41"/>
              <a:gd name="T1" fmla="*/ 0 h 38"/>
              <a:gd name="T2" fmla="*/ 2147483646 w 41"/>
              <a:gd name="T3" fmla="*/ 2147483646 h 38"/>
              <a:gd name="T4" fmla="*/ 2147483646 w 41"/>
              <a:gd name="T5" fmla="*/ 2147483646 h 38"/>
              <a:gd name="T6" fmla="*/ 2147483646 w 41"/>
              <a:gd name="T7" fmla="*/ 2147483646 h 38"/>
              <a:gd name="T8" fmla="*/ 2147483646 w 41"/>
              <a:gd name="T9" fmla="*/ 2147483646 h 38"/>
              <a:gd name="T10" fmla="*/ 2147483646 w 41"/>
              <a:gd name="T11" fmla="*/ 2147483646 h 38"/>
              <a:gd name="T12" fmla="*/ 2147483646 w 41"/>
              <a:gd name="T13" fmla="*/ 2147483646 h 38"/>
              <a:gd name="T14" fmla="*/ 0 w 41"/>
              <a:gd name="T15" fmla="*/ 2147483646 h 38"/>
              <a:gd name="T16" fmla="*/ 2147483646 w 41"/>
              <a:gd name="T17" fmla="*/ 2147483646 h 38"/>
              <a:gd name="T18" fmla="*/ 2147483646 w 41"/>
              <a:gd name="T19" fmla="*/ 2147483646 h 38"/>
              <a:gd name="T20" fmla="*/ 2147483646 w 41"/>
              <a:gd name="T21" fmla="*/ 2147483646 h 38"/>
              <a:gd name="T22" fmla="*/ 2147483646 w 41"/>
              <a:gd name="T23" fmla="*/ 2147483646 h 38"/>
              <a:gd name="T24" fmla="*/ 2147483646 w 41"/>
              <a:gd name="T25" fmla="*/ 2147483646 h 38"/>
              <a:gd name="T26" fmla="*/ 2147483646 w 41"/>
              <a:gd name="T27" fmla="*/ 2147483646 h 38"/>
              <a:gd name="T28" fmla="*/ 2147483646 w 41"/>
              <a:gd name="T29" fmla="*/ 2147483646 h 38"/>
              <a:gd name="T30" fmla="*/ 2147483646 w 41"/>
              <a:gd name="T31" fmla="*/ 2147483646 h 38"/>
              <a:gd name="T32" fmla="*/ 2147483646 w 41"/>
              <a:gd name="T33" fmla="*/ 2147483646 h 38"/>
              <a:gd name="T34" fmla="*/ 2147483646 w 41"/>
              <a:gd name="T35" fmla="*/ 2147483646 h 38"/>
              <a:gd name="T36" fmla="*/ 2147483646 w 41"/>
              <a:gd name="T37" fmla="*/ 2147483646 h 38"/>
              <a:gd name="T38" fmla="*/ 2147483646 w 41"/>
              <a:gd name="T39" fmla="*/ 2147483646 h 38"/>
              <a:gd name="T40" fmla="*/ 2147483646 w 41"/>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38">
                <a:moveTo>
                  <a:pt x="31" y="0"/>
                </a:moveTo>
                <a:lnTo>
                  <a:pt x="11" y="21"/>
                </a:lnTo>
                <a:lnTo>
                  <a:pt x="10" y="22"/>
                </a:lnTo>
                <a:lnTo>
                  <a:pt x="7" y="24"/>
                </a:lnTo>
                <a:lnTo>
                  <a:pt x="4" y="27"/>
                </a:lnTo>
                <a:lnTo>
                  <a:pt x="1" y="31"/>
                </a:lnTo>
                <a:lnTo>
                  <a:pt x="0" y="34"/>
                </a:lnTo>
                <a:lnTo>
                  <a:pt x="1" y="37"/>
                </a:lnTo>
                <a:lnTo>
                  <a:pt x="6" y="38"/>
                </a:lnTo>
                <a:lnTo>
                  <a:pt x="16" y="37"/>
                </a:lnTo>
                <a:lnTo>
                  <a:pt x="27" y="34"/>
                </a:lnTo>
                <a:lnTo>
                  <a:pt x="34" y="31"/>
                </a:lnTo>
                <a:lnTo>
                  <a:pt x="38" y="27"/>
                </a:lnTo>
                <a:lnTo>
                  <a:pt x="40" y="23"/>
                </a:lnTo>
                <a:lnTo>
                  <a:pt x="41" y="19"/>
                </a:lnTo>
                <a:lnTo>
                  <a:pt x="40" y="14"/>
                </a:lnTo>
                <a:lnTo>
                  <a:pt x="39" y="12"/>
                </a:lnTo>
                <a:lnTo>
                  <a:pt x="39" y="11"/>
                </a:lnTo>
                <a:lnTo>
                  <a:pt x="31"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47" name="Freeform 1004">
            <a:extLst>
              <a:ext uri="{FF2B5EF4-FFF2-40B4-BE49-F238E27FC236}">
                <a16:creationId xmlns:a16="http://schemas.microsoft.com/office/drawing/2014/main" id="{DC62E1AC-6FBC-CE87-849C-98302767707B}"/>
              </a:ext>
            </a:extLst>
          </p:cNvPr>
          <p:cNvSpPr>
            <a:spLocks/>
          </p:cNvSpPr>
          <p:nvPr/>
        </p:nvSpPr>
        <p:spPr bwMode="auto">
          <a:xfrm>
            <a:off x="6715125" y="5345113"/>
            <a:ext cx="4763" cy="3175"/>
          </a:xfrm>
          <a:custGeom>
            <a:avLst/>
            <a:gdLst>
              <a:gd name="T0" fmla="*/ 2147483646 w 26"/>
              <a:gd name="T1" fmla="*/ 2147483646 h 24"/>
              <a:gd name="T2" fmla="*/ 2147483646 w 26"/>
              <a:gd name="T3" fmla="*/ 2147483646 h 24"/>
              <a:gd name="T4" fmla="*/ 2147483646 w 26"/>
              <a:gd name="T5" fmla="*/ 2147483646 h 24"/>
              <a:gd name="T6" fmla="*/ 0 w 26"/>
              <a:gd name="T7" fmla="*/ 2147483646 h 24"/>
              <a:gd name="T8" fmla="*/ 2147483646 w 26"/>
              <a:gd name="T9" fmla="*/ 2147483646 h 24"/>
              <a:gd name="T10" fmla="*/ 2147483646 w 26"/>
              <a:gd name="T11" fmla="*/ 0 h 24"/>
              <a:gd name="T12" fmla="*/ 2147483646 w 26"/>
              <a:gd name="T13" fmla="*/ 0 h 24"/>
              <a:gd name="T14" fmla="*/ 2147483646 w 26"/>
              <a:gd name="T15" fmla="*/ 2147483646 h 24"/>
              <a:gd name="T16" fmla="*/ 2147483646 w 26"/>
              <a:gd name="T17" fmla="*/ 2147483646 h 24"/>
              <a:gd name="T18" fmla="*/ 2147483646 w 26"/>
              <a:gd name="T19" fmla="*/ 2147483646 h 24"/>
              <a:gd name="T20" fmla="*/ 2147483646 w 26"/>
              <a:gd name="T21" fmla="*/ 2147483646 h 24"/>
              <a:gd name="T22" fmla="*/ 2147483646 w 26"/>
              <a:gd name="T23" fmla="*/ 2147483646 h 24"/>
              <a:gd name="T24" fmla="*/ 2147483646 w 26"/>
              <a:gd name="T25" fmla="*/ 214748364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4">
                <a:moveTo>
                  <a:pt x="14" y="24"/>
                </a:moveTo>
                <a:lnTo>
                  <a:pt x="10" y="22"/>
                </a:lnTo>
                <a:lnTo>
                  <a:pt x="4" y="17"/>
                </a:lnTo>
                <a:lnTo>
                  <a:pt x="0" y="10"/>
                </a:lnTo>
                <a:lnTo>
                  <a:pt x="8" y="2"/>
                </a:lnTo>
                <a:lnTo>
                  <a:pt x="15" y="0"/>
                </a:lnTo>
                <a:lnTo>
                  <a:pt x="20" y="0"/>
                </a:lnTo>
                <a:lnTo>
                  <a:pt x="24" y="3"/>
                </a:lnTo>
                <a:lnTo>
                  <a:pt x="26" y="8"/>
                </a:lnTo>
                <a:lnTo>
                  <a:pt x="26" y="13"/>
                </a:lnTo>
                <a:lnTo>
                  <a:pt x="24" y="18"/>
                </a:lnTo>
                <a:lnTo>
                  <a:pt x="20" y="22"/>
                </a:lnTo>
                <a:lnTo>
                  <a:pt x="14" y="24"/>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48" name="Freeform 1005">
            <a:extLst>
              <a:ext uri="{FF2B5EF4-FFF2-40B4-BE49-F238E27FC236}">
                <a16:creationId xmlns:a16="http://schemas.microsoft.com/office/drawing/2014/main" id="{351A5EC3-5685-0FA8-4248-15499A1E2B09}"/>
              </a:ext>
            </a:extLst>
          </p:cNvPr>
          <p:cNvSpPr>
            <a:spLocks/>
          </p:cNvSpPr>
          <p:nvPr/>
        </p:nvSpPr>
        <p:spPr bwMode="auto">
          <a:xfrm>
            <a:off x="6715125" y="5345113"/>
            <a:ext cx="4763" cy="3175"/>
          </a:xfrm>
          <a:custGeom>
            <a:avLst/>
            <a:gdLst>
              <a:gd name="T0" fmla="*/ 2147483646 w 26"/>
              <a:gd name="T1" fmla="*/ 2147483646 h 24"/>
              <a:gd name="T2" fmla="*/ 2147483646 w 26"/>
              <a:gd name="T3" fmla="*/ 2147483646 h 24"/>
              <a:gd name="T4" fmla="*/ 2147483646 w 26"/>
              <a:gd name="T5" fmla="*/ 2147483646 h 24"/>
              <a:gd name="T6" fmla="*/ 2147483646 w 26"/>
              <a:gd name="T7" fmla="*/ 2147483646 h 24"/>
              <a:gd name="T8" fmla="*/ 0 w 26"/>
              <a:gd name="T9" fmla="*/ 2147483646 h 24"/>
              <a:gd name="T10" fmla="*/ 2147483646 w 26"/>
              <a:gd name="T11" fmla="*/ 2147483646 h 24"/>
              <a:gd name="T12" fmla="*/ 2147483646 w 26"/>
              <a:gd name="T13" fmla="*/ 2147483646 h 24"/>
              <a:gd name="T14" fmla="*/ 2147483646 w 26"/>
              <a:gd name="T15" fmla="*/ 0 h 24"/>
              <a:gd name="T16" fmla="*/ 2147483646 w 26"/>
              <a:gd name="T17" fmla="*/ 0 h 24"/>
              <a:gd name="T18" fmla="*/ 2147483646 w 26"/>
              <a:gd name="T19" fmla="*/ 2147483646 h 24"/>
              <a:gd name="T20" fmla="*/ 2147483646 w 26"/>
              <a:gd name="T21" fmla="*/ 2147483646 h 24"/>
              <a:gd name="T22" fmla="*/ 2147483646 w 26"/>
              <a:gd name="T23" fmla="*/ 2147483646 h 24"/>
              <a:gd name="T24" fmla="*/ 2147483646 w 26"/>
              <a:gd name="T25" fmla="*/ 2147483646 h 24"/>
              <a:gd name="T26" fmla="*/ 2147483646 w 26"/>
              <a:gd name="T27" fmla="*/ 2147483646 h 24"/>
              <a:gd name="T28" fmla="*/ 2147483646 w 26"/>
              <a:gd name="T29" fmla="*/ 2147483646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 h="24">
                <a:moveTo>
                  <a:pt x="14" y="24"/>
                </a:moveTo>
                <a:lnTo>
                  <a:pt x="14" y="24"/>
                </a:lnTo>
                <a:lnTo>
                  <a:pt x="10" y="22"/>
                </a:lnTo>
                <a:lnTo>
                  <a:pt x="4" y="17"/>
                </a:lnTo>
                <a:lnTo>
                  <a:pt x="0" y="10"/>
                </a:lnTo>
                <a:lnTo>
                  <a:pt x="8" y="2"/>
                </a:lnTo>
                <a:lnTo>
                  <a:pt x="15" y="0"/>
                </a:lnTo>
                <a:lnTo>
                  <a:pt x="20" y="0"/>
                </a:lnTo>
                <a:lnTo>
                  <a:pt x="24" y="3"/>
                </a:lnTo>
                <a:lnTo>
                  <a:pt x="26" y="8"/>
                </a:lnTo>
                <a:lnTo>
                  <a:pt x="26" y="13"/>
                </a:lnTo>
                <a:lnTo>
                  <a:pt x="24" y="18"/>
                </a:lnTo>
                <a:lnTo>
                  <a:pt x="20" y="22"/>
                </a:lnTo>
                <a:lnTo>
                  <a:pt x="14" y="2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49" name="Freeform 1006">
            <a:extLst>
              <a:ext uri="{FF2B5EF4-FFF2-40B4-BE49-F238E27FC236}">
                <a16:creationId xmlns:a16="http://schemas.microsoft.com/office/drawing/2014/main" id="{A6AAA05C-D119-BBFC-32CA-1B0C155F47D0}"/>
              </a:ext>
            </a:extLst>
          </p:cNvPr>
          <p:cNvSpPr>
            <a:spLocks/>
          </p:cNvSpPr>
          <p:nvPr/>
        </p:nvSpPr>
        <p:spPr bwMode="auto">
          <a:xfrm>
            <a:off x="6726238" y="5373688"/>
            <a:ext cx="9525" cy="4762"/>
          </a:xfrm>
          <a:custGeom>
            <a:avLst/>
            <a:gdLst>
              <a:gd name="T0" fmla="*/ 2147483646 w 65"/>
              <a:gd name="T1" fmla="*/ 2147483646 h 35"/>
              <a:gd name="T2" fmla="*/ 2147483646 w 65"/>
              <a:gd name="T3" fmla="*/ 2147483646 h 35"/>
              <a:gd name="T4" fmla="*/ 2147483646 w 65"/>
              <a:gd name="T5" fmla="*/ 2147483646 h 35"/>
              <a:gd name="T6" fmla="*/ 2147483646 w 65"/>
              <a:gd name="T7" fmla="*/ 0 h 35"/>
              <a:gd name="T8" fmla="*/ 2147483646 w 65"/>
              <a:gd name="T9" fmla="*/ 0 h 35"/>
              <a:gd name="T10" fmla="*/ 2147483646 w 65"/>
              <a:gd name="T11" fmla="*/ 2147483646 h 35"/>
              <a:gd name="T12" fmla="*/ 2147483646 w 65"/>
              <a:gd name="T13" fmla="*/ 2147483646 h 35"/>
              <a:gd name="T14" fmla="*/ 2147483646 w 65"/>
              <a:gd name="T15" fmla="*/ 2147483646 h 35"/>
              <a:gd name="T16" fmla="*/ 2147483646 w 65"/>
              <a:gd name="T17" fmla="*/ 2147483646 h 35"/>
              <a:gd name="T18" fmla="*/ 2147483646 w 65"/>
              <a:gd name="T19" fmla="*/ 2147483646 h 35"/>
              <a:gd name="T20" fmla="*/ 2147483646 w 65"/>
              <a:gd name="T21" fmla="*/ 2147483646 h 35"/>
              <a:gd name="T22" fmla="*/ 2147483646 w 65"/>
              <a:gd name="T23" fmla="*/ 2147483646 h 35"/>
              <a:gd name="T24" fmla="*/ 2147483646 w 65"/>
              <a:gd name="T25" fmla="*/ 2147483646 h 35"/>
              <a:gd name="T26" fmla="*/ 2147483646 w 65"/>
              <a:gd name="T27" fmla="*/ 2147483646 h 35"/>
              <a:gd name="T28" fmla="*/ 2147483646 w 65"/>
              <a:gd name="T29" fmla="*/ 2147483646 h 35"/>
              <a:gd name="T30" fmla="*/ 2147483646 w 65"/>
              <a:gd name="T31" fmla="*/ 2147483646 h 35"/>
              <a:gd name="T32" fmla="*/ 2147483646 w 65"/>
              <a:gd name="T33" fmla="*/ 2147483646 h 35"/>
              <a:gd name="T34" fmla="*/ 2147483646 w 65"/>
              <a:gd name="T35" fmla="*/ 2147483646 h 35"/>
              <a:gd name="T36" fmla="*/ 2147483646 w 65"/>
              <a:gd name="T37" fmla="*/ 2147483646 h 35"/>
              <a:gd name="T38" fmla="*/ 2147483646 w 65"/>
              <a:gd name="T39" fmla="*/ 2147483646 h 35"/>
              <a:gd name="T40" fmla="*/ 2147483646 w 65"/>
              <a:gd name="T41" fmla="*/ 2147483646 h 35"/>
              <a:gd name="T42" fmla="*/ 2147483646 w 65"/>
              <a:gd name="T43" fmla="*/ 2147483646 h 35"/>
              <a:gd name="T44" fmla="*/ 2147483646 w 65"/>
              <a:gd name="T45" fmla="*/ 2147483646 h 35"/>
              <a:gd name="T46" fmla="*/ 0 w 65"/>
              <a:gd name="T47" fmla="*/ 2147483646 h 35"/>
              <a:gd name="T48" fmla="*/ 2147483646 w 65"/>
              <a:gd name="T49" fmla="*/ 2147483646 h 35"/>
              <a:gd name="T50" fmla="*/ 2147483646 w 65"/>
              <a:gd name="T51" fmla="*/ 2147483646 h 35"/>
              <a:gd name="T52" fmla="*/ 2147483646 w 65"/>
              <a:gd name="T53" fmla="*/ 2147483646 h 35"/>
              <a:gd name="T54" fmla="*/ 2147483646 w 65"/>
              <a:gd name="T55" fmla="*/ 2147483646 h 35"/>
              <a:gd name="T56" fmla="*/ 2147483646 w 65"/>
              <a:gd name="T57" fmla="*/ 2147483646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5" h="35">
                <a:moveTo>
                  <a:pt x="29" y="3"/>
                </a:moveTo>
                <a:lnTo>
                  <a:pt x="30" y="3"/>
                </a:lnTo>
                <a:lnTo>
                  <a:pt x="33" y="2"/>
                </a:lnTo>
                <a:lnTo>
                  <a:pt x="38" y="0"/>
                </a:lnTo>
                <a:lnTo>
                  <a:pt x="44" y="0"/>
                </a:lnTo>
                <a:lnTo>
                  <a:pt x="49" y="2"/>
                </a:lnTo>
                <a:lnTo>
                  <a:pt x="54" y="4"/>
                </a:lnTo>
                <a:lnTo>
                  <a:pt x="59" y="9"/>
                </a:lnTo>
                <a:lnTo>
                  <a:pt x="63" y="17"/>
                </a:lnTo>
                <a:lnTo>
                  <a:pt x="65" y="25"/>
                </a:lnTo>
                <a:lnTo>
                  <a:pt x="65" y="29"/>
                </a:lnTo>
                <a:lnTo>
                  <a:pt x="63" y="31"/>
                </a:lnTo>
                <a:lnTo>
                  <a:pt x="60" y="31"/>
                </a:lnTo>
                <a:lnTo>
                  <a:pt x="56" y="31"/>
                </a:lnTo>
                <a:lnTo>
                  <a:pt x="51" y="30"/>
                </a:lnTo>
                <a:lnTo>
                  <a:pt x="46" y="30"/>
                </a:lnTo>
                <a:lnTo>
                  <a:pt x="41" y="31"/>
                </a:lnTo>
                <a:lnTo>
                  <a:pt x="34" y="33"/>
                </a:lnTo>
                <a:lnTo>
                  <a:pt x="27" y="34"/>
                </a:lnTo>
                <a:lnTo>
                  <a:pt x="19" y="35"/>
                </a:lnTo>
                <a:lnTo>
                  <a:pt x="12" y="35"/>
                </a:lnTo>
                <a:lnTo>
                  <a:pt x="5" y="35"/>
                </a:lnTo>
                <a:lnTo>
                  <a:pt x="1" y="32"/>
                </a:lnTo>
                <a:lnTo>
                  <a:pt x="0" y="28"/>
                </a:lnTo>
                <a:lnTo>
                  <a:pt x="2" y="22"/>
                </a:lnTo>
                <a:lnTo>
                  <a:pt x="11" y="11"/>
                </a:lnTo>
                <a:lnTo>
                  <a:pt x="20" y="5"/>
                </a:lnTo>
                <a:lnTo>
                  <a:pt x="26" y="3"/>
                </a:lnTo>
                <a:lnTo>
                  <a:pt x="29" y="3"/>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50" name="Freeform 1007">
            <a:extLst>
              <a:ext uri="{FF2B5EF4-FFF2-40B4-BE49-F238E27FC236}">
                <a16:creationId xmlns:a16="http://schemas.microsoft.com/office/drawing/2014/main" id="{7A983CB4-96EE-F920-1639-62E736B88A28}"/>
              </a:ext>
            </a:extLst>
          </p:cNvPr>
          <p:cNvSpPr>
            <a:spLocks/>
          </p:cNvSpPr>
          <p:nvPr/>
        </p:nvSpPr>
        <p:spPr bwMode="auto">
          <a:xfrm>
            <a:off x="6726238" y="5373688"/>
            <a:ext cx="9525" cy="4762"/>
          </a:xfrm>
          <a:custGeom>
            <a:avLst/>
            <a:gdLst>
              <a:gd name="T0" fmla="*/ 2147483646 w 65"/>
              <a:gd name="T1" fmla="*/ 2147483646 h 35"/>
              <a:gd name="T2" fmla="*/ 2147483646 w 65"/>
              <a:gd name="T3" fmla="*/ 2147483646 h 35"/>
              <a:gd name="T4" fmla="*/ 2147483646 w 65"/>
              <a:gd name="T5" fmla="*/ 2147483646 h 35"/>
              <a:gd name="T6" fmla="*/ 2147483646 w 65"/>
              <a:gd name="T7" fmla="*/ 2147483646 h 35"/>
              <a:gd name="T8" fmla="*/ 2147483646 w 65"/>
              <a:gd name="T9" fmla="*/ 0 h 35"/>
              <a:gd name="T10" fmla="*/ 2147483646 w 65"/>
              <a:gd name="T11" fmla="*/ 0 h 35"/>
              <a:gd name="T12" fmla="*/ 2147483646 w 65"/>
              <a:gd name="T13" fmla="*/ 2147483646 h 35"/>
              <a:gd name="T14" fmla="*/ 2147483646 w 65"/>
              <a:gd name="T15" fmla="*/ 2147483646 h 35"/>
              <a:gd name="T16" fmla="*/ 2147483646 w 65"/>
              <a:gd name="T17" fmla="*/ 2147483646 h 35"/>
              <a:gd name="T18" fmla="*/ 2147483646 w 65"/>
              <a:gd name="T19" fmla="*/ 2147483646 h 35"/>
              <a:gd name="T20" fmla="*/ 2147483646 w 65"/>
              <a:gd name="T21" fmla="*/ 2147483646 h 35"/>
              <a:gd name="T22" fmla="*/ 2147483646 w 65"/>
              <a:gd name="T23" fmla="*/ 2147483646 h 35"/>
              <a:gd name="T24" fmla="*/ 2147483646 w 65"/>
              <a:gd name="T25" fmla="*/ 2147483646 h 35"/>
              <a:gd name="T26" fmla="*/ 2147483646 w 65"/>
              <a:gd name="T27" fmla="*/ 2147483646 h 35"/>
              <a:gd name="T28" fmla="*/ 2147483646 w 65"/>
              <a:gd name="T29" fmla="*/ 2147483646 h 35"/>
              <a:gd name="T30" fmla="*/ 2147483646 w 65"/>
              <a:gd name="T31" fmla="*/ 2147483646 h 35"/>
              <a:gd name="T32" fmla="*/ 2147483646 w 65"/>
              <a:gd name="T33" fmla="*/ 2147483646 h 35"/>
              <a:gd name="T34" fmla="*/ 2147483646 w 65"/>
              <a:gd name="T35" fmla="*/ 2147483646 h 35"/>
              <a:gd name="T36" fmla="*/ 2147483646 w 65"/>
              <a:gd name="T37" fmla="*/ 2147483646 h 35"/>
              <a:gd name="T38" fmla="*/ 2147483646 w 65"/>
              <a:gd name="T39" fmla="*/ 2147483646 h 35"/>
              <a:gd name="T40" fmla="*/ 2147483646 w 65"/>
              <a:gd name="T41" fmla="*/ 2147483646 h 35"/>
              <a:gd name="T42" fmla="*/ 2147483646 w 65"/>
              <a:gd name="T43" fmla="*/ 2147483646 h 35"/>
              <a:gd name="T44" fmla="*/ 2147483646 w 65"/>
              <a:gd name="T45" fmla="*/ 2147483646 h 35"/>
              <a:gd name="T46" fmla="*/ 2147483646 w 65"/>
              <a:gd name="T47" fmla="*/ 2147483646 h 35"/>
              <a:gd name="T48" fmla="*/ 2147483646 w 65"/>
              <a:gd name="T49" fmla="*/ 2147483646 h 35"/>
              <a:gd name="T50" fmla="*/ 2147483646 w 65"/>
              <a:gd name="T51" fmla="*/ 2147483646 h 35"/>
              <a:gd name="T52" fmla="*/ 0 w 65"/>
              <a:gd name="T53" fmla="*/ 2147483646 h 35"/>
              <a:gd name="T54" fmla="*/ 2147483646 w 65"/>
              <a:gd name="T55" fmla="*/ 2147483646 h 35"/>
              <a:gd name="T56" fmla="*/ 2147483646 w 65"/>
              <a:gd name="T57" fmla="*/ 2147483646 h 35"/>
              <a:gd name="T58" fmla="*/ 2147483646 w 65"/>
              <a:gd name="T59" fmla="*/ 2147483646 h 35"/>
              <a:gd name="T60" fmla="*/ 2147483646 w 65"/>
              <a:gd name="T61" fmla="*/ 2147483646 h 35"/>
              <a:gd name="T62" fmla="*/ 2147483646 w 65"/>
              <a:gd name="T63" fmla="*/ 2147483646 h 35"/>
              <a:gd name="T64" fmla="*/ 2147483646 w 65"/>
              <a:gd name="T65" fmla="*/ 2147483646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5" h="35">
                <a:moveTo>
                  <a:pt x="29" y="3"/>
                </a:moveTo>
                <a:lnTo>
                  <a:pt x="29" y="3"/>
                </a:lnTo>
                <a:lnTo>
                  <a:pt x="30" y="3"/>
                </a:lnTo>
                <a:lnTo>
                  <a:pt x="33" y="2"/>
                </a:lnTo>
                <a:lnTo>
                  <a:pt x="38" y="0"/>
                </a:lnTo>
                <a:lnTo>
                  <a:pt x="44" y="0"/>
                </a:lnTo>
                <a:lnTo>
                  <a:pt x="49" y="2"/>
                </a:lnTo>
                <a:lnTo>
                  <a:pt x="54" y="4"/>
                </a:lnTo>
                <a:lnTo>
                  <a:pt x="59" y="9"/>
                </a:lnTo>
                <a:lnTo>
                  <a:pt x="63" y="17"/>
                </a:lnTo>
                <a:lnTo>
                  <a:pt x="65" y="25"/>
                </a:lnTo>
                <a:lnTo>
                  <a:pt x="65" y="29"/>
                </a:lnTo>
                <a:lnTo>
                  <a:pt x="63" y="31"/>
                </a:lnTo>
                <a:lnTo>
                  <a:pt x="60" y="31"/>
                </a:lnTo>
                <a:lnTo>
                  <a:pt x="56" y="31"/>
                </a:lnTo>
                <a:lnTo>
                  <a:pt x="51" y="30"/>
                </a:lnTo>
                <a:lnTo>
                  <a:pt x="46" y="30"/>
                </a:lnTo>
                <a:lnTo>
                  <a:pt x="41" y="31"/>
                </a:lnTo>
                <a:lnTo>
                  <a:pt x="34" y="33"/>
                </a:lnTo>
                <a:lnTo>
                  <a:pt x="27" y="34"/>
                </a:lnTo>
                <a:lnTo>
                  <a:pt x="19" y="35"/>
                </a:lnTo>
                <a:lnTo>
                  <a:pt x="12" y="35"/>
                </a:lnTo>
                <a:lnTo>
                  <a:pt x="5" y="35"/>
                </a:lnTo>
                <a:lnTo>
                  <a:pt x="1" y="32"/>
                </a:lnTo>
                <a:lnTo>
                  <a:pt x="0" y="28"/>
                </a:lnTo>
                <a:lnTo>
                  <a:pt x="2" y="22"/>
                </a:lnTo>
                <a:lnTo>
                  <a:pt x="11" y="11"/>
                </a:lnTo>
                <a:lnTo>
                  <a:pt x="20" y="5"/>
                </a:lnTo>
                <a:lnTo>
                  <a:pt x="26" y="3"/>
                </a:lnTo>
                <a:lnTo>
                  <a:pt x="29" y="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51" name="Freeform 1008">
            <a:extLst>
              <a:ext uri="{FF2B5EF4-FFF2-40B4-BE49-F238E27FC236}">
                <a16:creationId xmlns:a16="http://schemas.microsoft.com/office/drawing/2014/main" id="{BDAD2D64-C2A2-0DC0-C46C-947E41413E73}"/>
              </a:ext>
            </a:extLst>
          </p:cNvPr>
          <p:cNvSpPr>
            <a:spLocks/>
          </p:cNvSpPr>
          <p:nvPr/>
        </p:nvSpPr>
        <p:spPr bwMode="auto">
          <a:xfrm>
            <a:off x="6813550" y="5319713"/>
            <a:ext cx="6350" cy="9525"/>
          </a:xfrm>
          <a:custGeom>
            <a:avLst/>
            <a:gdLst>
              <a:gd name="T0" fmla="*/ 0 w 36"/>
              <a:gd name="T1" fmla="*/ 2147483646 h 64"/>
              <a:gd name="T2" fmla="*/ 0 w 36"/>
              <a:gd name="T3" fmla="*/ 2147483646 h 64"/>
              <a:gd name="T4" fmla="*/ 2147483646 w 36"/>
              <a:gd name="T5" fmla="*/ 2147483646 h 64"/>
              <a:gd name="T6" fmla="*/ 2147483646 w 36"/>
              <a:gd name="T7" fmla="*/ 2147483646 h 64"/>
              <a:gd name="T8" fmla="*/ 2147483646 w 36"/>
              <a:gd name="T9" fmla="*/ 0 h 64"/>
              <a:gd name="T10" fmla="*/ 2147483646 w 36"/>
              <a:gd name="T11" fmla="*/ 2147483646 h 64"/>
              <a:gd name="T12" fmla="*/ 2147483646 w 36"/>
              <a:gd name="T13" fmla="*/ 2147483646 h 64"/>
              <a:gd name="T14" fmla="*/ 2147483646 w 36"/>
              <a:gd name="T15" fmla="*/ 2147483646 h 64"/>
              <a:gd name="T16" fmla="*/ 2147483646 w 36"/>
              <a:gd name="T17" fmla="*/ 2147483646 h 64"/>
              <a:gd name="T18" fmla="*/ 2147483646 w 36"/>
              <a:gd name="T19" fmla="*/ 2147483646 h 64"/>
              <a:gd name="T20" fmla="*/ 2147483646 w 36"/>
              <a:gd name="T21" fmla="*/ 2147483646 h 64"/>
              <a:gd name="T22" fmla="*/ 2147483646 w 36"/>
              <a:gd name="T23" fmla="*/ 2147483646 h 64"/>
              <a:gd name="T24" fmla="*/ 2147483646 w 36"/>
              <a:gd name="T25" fmla="*/ 2147483646 h 64"/>
              <a:gd name="T26" fmla="*/ 2147483646 w 36"/>
              <a:gd name="T27" fmla="*/ 2147483646 h 64"/>
              <a:gd name="T28" fmla="*/ 2147483646 w 36"/>
              <a:gd name="T29" fmla="*/ 2147483646 h 64"/>
              <a:gd name="T30" fmla="*/ 2147483646 w 36"/>
              <a:gd name="T31" fmla="*/ 2147483646 h 64"/>
              <a:gd name="T32" fmla="*/ 2147483646 w 36"/>
              <a:gd name="T33" fmla="*/ 2147483646 h 64"/>
              <a:gd name="T34" fmla="*/ 2147483646 w 36"/>
              <a:gd name="T35" fmla="*/ 2147483646 h 64"/>
              <a:gd name="T36" fmla="*/ 2147483646 w 36"/>
              <a:gd name="T37" fmla="*/ 2147483646 h 64"/>
              <a:gd name="T38" fmla="*/ 2147483646 w 36"/>
              <a:gd name="T39" fmla="*/ 2147483646 h 64"/>
              <a:gd name="T40" fmla="*/ 0 w 36"/>
              <a:gd name="T41" fmla="*/ 2147483646 h 64"/>
              <a:gd name="T42" fmla="*/ 0 w 36"/>
              <a:gd name="T43" fmla="*/ 2147483646 h 64"/>
              <a:gd name="T44" fmla="*/ 0 w 36"/>
              <a:gd name="T45" fmla="*/ 2147483646 h 64"/>
              <a:gd name="T46" fmla="*/ 0 w 36"/>
              <a:gd name="T47" fmla="*/ 2147483646 h 64"/>
              <a:gd name="T48" fmla="*/ 0 w 36"/>
              <a:gd name="T49" fmla="*/ 2147483646 h 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64">
                <a:moveTo>
                  <a:pt x="0" y="30"/>
                </a:moveTo>
                <a:lnTo>
                  <a:pt x="0" y="26"/>
                </a:lnTo>
                <a:lnTo>
                  <a:pt x="1" y="16"/>
                </a:lnTo>
                <a:lnTo>
                  <a:pt x="8" y="5"/>
                </a:lnTo>
                <a:lnTo>
                  <a:pt x="22" y="0"/>
                </a:lnTo>
                <a:lnTo>
                  <a:pt x="34" y="1"/>
                </a:lnTo>
                <a:lnTo>
                  <a:pt x="36" y="6"/>
                </a:lnTo>
                <a:lnTo>
                  <a:pt x="32" y="16"/>
                </a:lnTo>
                <a:lnTo>
                  <a:pt x="31" y="26"/>
                </a:lnTo>
                <a:lnTo>
                  <a:pt x="31" y="32"/>
                </a:lnTo>
                <a:lnTo>
                  <a:pt x="31" y="40"/>
                </a:lnTo>
                <a:lnTo>
                  <a:pt x="30" y="48"/>
                </a:lnTo>
                <a:lnTo>
                  <a:pt x="28" y="55"/>
                </a:lnTo>
                <a:lnTo>
                  <a:pt x="26" y="60"/>
                </a:lnTo>
                <a:lnTo>
                  <a:pt x="23" y="64"/>
                </a:lnTo>
                <a:lnTo>
                  <a:pt x="18" y="64"/>
                </a:lnTo>
                <a:lnTo>
                  <a:pt x="13" y="61"/>
                </a:lnTo>
                <a:lnTo>
                  <a:pt x="8" y="55"/>
                </a:lnTo>
                <a:lnTo>
                  <a:pt x="4" y="50"/>
                </a:lnTo>
                <a:lnTo>
                  <a:pt x="1" y="45"/>
                </a:lnTo>
                <a:lnTo>
                  <a:pt x="0" y="40"/>
                </a:lnTo>
                <a:lnTo>
                  <a:pt x="0" y="36"/>
                </a:lnTo>
                <a:lnTo>
                  <a:pt x="0" y="33"/>
                </a:lnTo>
                <a:lnTo>
                  <a:pt x="0" y="31"/>
                </a:lnTo>
                <a:lnTo>
                  <a:pt x="0" y="3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52" name="Freeform 1009">
            <a:extLst>
              <a:ext uri="{FF2B5EF4-FFF2-40B4-BE49-F238E27FC236}">
                <a16:creationId xmlns:a16="http://schemas.microsoft.com/office/drawing/2014/main" id="{41A5FA5B-B4BC-646F-5FEB-6A3F32A22E48}"/>
              </a:ext>
            </a:extLst>
          </p:cNvPr>
          <p:cNvSpPr>
            <a:spLocks/>
          </p:cNvSpPr>
          <p:nvPr/>
        </p:nvSpPr>
        <p:spPr bwMode="auto">
          <a:xfrm>
            <a:off x="6813550" y="5319713"/>
            <a:ext cx="6350" cy="9525"/>
          </a:xfrm>
          <a:custGeom>
            <a:avLst/>
            <a:gdLst>
              <a:gd name="T0" fmla="*/ 0 w 36"/>
              <a:gd name="T1" fmla="*/ 2147483646 h 64"/>
              <a:gd name="T2" fmla="*/ 0 w 36"/>
              <a:gd name="T3" fmla="*/ 2147483646 h 64"/>
              <a:gd name="T4" fmla="*/ 0 w 36"/>
              <a:gd name="T5" fmla="*/ 2147483646 h 64"/>
              <a:gd name="T6" fmla="*/ 2147483646 w 36"/>
              <a:gd name="T7" fmla="*/ 2147483646 h 64"/>
              <a:gd name="T8" fmla="*/ 2147483646 w 36"/>
              <a:gd name="T9" fmla="*/ 2147483646 h 64"/>
              <a:gd name="T10" fmla="*/ 2147483646 w 36"/>
              <a:gd name="T11" fmla="*/ 0 h 64"/>
              <a:gd name="T12" fmla="*/ 2147483646 w 36"/>
              <a:gd name="T13" fmla="*/ 0 h 64"/>
              <a:gd name="T14" fmla="*/ 2147483646 w 36"/>
              <a:gd name="T15" fmla="*/ 2147483646 h 64"/>
              <a:gd name="T16" fmla="*/ 2147483646 w 36"/>
              <a:gd name="T17" fmla="*/ 2147483646 h 64"/>
              <a:gd name="T18" fmla="*/ 2147483646 w 36"/>
              <a:gd name="T19" fmla="*/ 2147483646 h 64"/>
              <a:gd name="T20" fmla="*/ 2147483646 w 36"/>
              <a:gd name="T21" fmla="*/ 2147483646 h 64"/>
              <a:gd name="T22" fmla="*/ 2147483646 w 36"/>
              <a:gd name="T23" fmla="*/ 2147483646 h 64"/>
              <a:gd name="T24" fmla="*/ 2147483646 w 36"/>
              <a:gd name="T25" fmla="*/ 2147483646 h 64"/>
              <a:gd name="T26" fmla="*/ 2147483646 w 36"/>
              <a:gd name="T27" fmla="*/ 2147483646 h 64"/>
              <a:gd name="T28" fmla="*/ 2147483646 w 36"/>
              <a:gd name="T29" fmla="*/ 2147483646 h 64"/>
              <a:gd name="T30" fmla="*/ 2147483646 w 36"/>
              <a:gd name="T31" fmla="*/ 2147483646 h 64"/>
              <a:gd name="T32" fmla="*/ 2147483646 w 36"/>
              <a:gd name="T33" fmla="*/ 2147483646 h 64"/>
              <a:gd name="T34" fmla="*/ 2147483646 w 36"/>
              <a:gd name="T35" fmla="*/ 2147483646 h 64"/>
              <a:gd name="T36" fmla="*/ 2147483646 w 36"/>
              <a:gd name="T37" fmla="*/ 2147483646 h 64"/>
              <a:gd name="T38" fmla="*/ 2147483646 w 36"/>
              <a:gd name="T39" fmla="*/ 2147483646 h 64"/>
              <a:gd name="T40" fmla="*/ 2147483646 w 36"/>
              <a:gd name="T41" fmla="*/ 2147483646 h 64"/>
              <a:gd name="T42" fmla="*/ 2147483646 w 36"/>
              <a:gd name="T43" fmla="*/ 2147483646 h 64"/>
              <a:gd name="T44" fmla="*/ 2147483646 w 36"/>
              <a:gd name="T45" fmla="*/ 2147483646 h 64"/>
              <a:gd name="T46" fmla="*/ 2147483646 w 36"/>
              <a:gd name="T47" fmla="*/ 2147483646 h 64"/>
              <a:gd name="T48" fmla="*/ 0 w 36"/>
              <a:gd name="T49" fmla="*/ 2147483646 h 64"/>
              <a:gd name="T50" fmla="*/ 0 w 36"/>
              <a:gd name="T51" fmla="*/ 2147483646 h 64"/>
              <a:gd name="T52" fmla="*/ 0 w 36"/>
              <a:gd name="T53" fmla="*/ 2147483646 h 64"/>
              <a:gd name="T54" fmla="*/ 0 w 36"/>
              <a:gd name="T55" fmla="*/ 2147483646 h 64"/>
              <a:gd name="T56" fmla="*/ 0 w 36"/>
              <a:gd name="T57" fmla="*/ 2147483646 h 6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6" h="64">
                <a:moveTo>
                  <a:pt x="0" y="30"/>
                </a:moveTo>
                <a:lnTo>
                  <a:pt x="0" y="30"/>
                </a:lnTo>
                <a:lnTo>
                  <a:pt x="0" y="26"/>
                </a:lnTo>
                <a:lnTo>
                  <a:pt x="1" y="16"/>
                </a:lnTo>
                <a:lnTo>
                  <a:pt x="8" y="5"/>
                </a:lnTo>
                <a:lnTo>
                  <a:pt x="22" y="0"/>
                </a:lnTo>
                <a:lnTo>
                  <a:pt x="34" y="1"/>
                </a:lnTo>
                <a:lnTo>
                  <a:pt x="36" y="6"/>
                </a:lnTo>
                <a:lnTo>
                  <a:pt x="32" y="16"/>
                </a:lnTo>
                <a:lnTo>
                  <a:pt x="31" y="26"/>
                </a:lnTo>
                <a:lnTo>
                  <a:pt x="31" y="32"/>
                </a:lnTo>
                <a:lnTo>
                  <a:pt x="31" y="40"/>
                </a:lnTo>
                <a:lnTo>
                  <a:pt x="30" y="48"/>
                </a:lnTo>
                <a:lnTo>
                  <a:pt x="28" y="55"/>
                </a:lnTo>
                <a:lnTo>
                  <a:pt x="26" y="60"/>
                </a:lnTo>
                <a:lnTo>
                  <a:pt x="23" y="64"/>
                </a:lnTo>
                <a:lnTo>
                  <a:pt x="18" y="64"/>
                </a:lnTo>
                <a:lnTo>
                  <a:pt x="13" y="61"/>
                </a:lnTo>
                <a:lnTo>
                  <a:pt x="8" y="55"/>
                </a:lnTo>
                <a:lnTo>
                  <a:pt x="4" y="50"/>
                </a:lnTo>
                <a:lnTo>
                  <a:pt x="1" y="45"/>
                </a:lnTo>
                <a:lnTo>
                  <a:pt x="0" y="40"/>
                </a:lnTo>
                <a:lnTo>
                  <a:pt x="0" y="36"/>
                </a:lnTo>
                <a:lnTo>
                  <a:pt x="0" y="33"/>
                </a:lnTo>
                <a:lnTo>
                  <a:pt x="0" y="31"/>
                </a:lnTo>
                <a:lnTo>
                  <a:pt x="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53" name="Freeform 1010">
            <a:extLst>
              <a:ext uri="{FF2B5EF4-FFF2-40B4-BE49-F238E27FC236}">
                <a16:creationId xmlns:a16="http://schemas.microsoft.com/office/drawing/2014/main" id="{044AEB3E-07A5-92B6-0BAD-8A6B0B1E602E}"/>
              </a:ext>
            </a:extLst>
          </p:cNvPr>
          <p:cNvSpPr>
            <a:spLocks/>
          </p:cNvSpPr>
          <p:nvPr/>
        </p:nvSpPr>
        <p:spPr bwMode="auto">
          <a:xfrm>
            <a:off x="6127750" y="4168775"/>
            <a:ext cx="501650" cy="377825"/>
          </a:xfrm>
          <a:custGeom>
            <a:avLst/>
            <a:gdLst>
              <a:gd name="T0" fmla="*/ 2147483646 w 3021"/>
              <a:gd name="T1" fmla="*/ 2147483646 h 2545"/>
              <a:gd name="T2" fmla="*/ 2147483646 w 3021"/>
              <a:gd name="T3" fmla="*/ 2147483646 h 2545"/>
              <a:gd name="T4" fmla="*/ 2147483646 w 3021"/>
              <a:gd name="T5" fmla="*/ 2147483646 h 2545"/>
              <a:gd name="T6" fmla="*/ 2147483646 w 3021"/>
              <a:gd name="T7" fmla="*/ 2147483646 h 2545"/>
              <a:gd name="T8" fmla="*/ 2147483646 w 3021"/>
              <a:gd name="T9" fmla="*/ 2147483646 h 2545"/>
              <a:gd name="T10" fmla="*/ 2147483646 w 3021"/>
              <a:gd name="T11" fmla="*/ 2147483646 h 2545"/>
              <a:gd name="T12" fmla="*/ 2147483646 w 3021"/>
              <a:gd name="T13" fmla="*/ 2147483646 h 2545"/>
              <a:gd name="T14" fmla="*/ 2147483646 w 3021"/>
              <a:gd name="T15" fmla="*/ 2147483646 h 2545"/>
              <a:gd name="T16" fmla="*/ 2147483646 w 3021"/>
              <a:gd name="T17" fmla="*/ 2147483646 h 2545"/>
              <a:gd name="T18" fmla="*/ 2147483646 w 3021"/>
              <a:gd name="T19" fmla="*/ 2147483646 h 2545"/>
              <a:gd name="T20" fmla="*/ 2147483646 w 3021"/>
              <a:gd name="T21" fmla="*/ 2147483646 h 2545"/>
              <a:gd name="T22" fmla="*/ 2147483646 w 3021"/>
              <a:gd name="T23" fmla="*/ 2147483646 h 2545"/>
              <a:gd name="T24" fmla="*/ 2147483646 w 3021"/>
              <a:gd name="T25" fmla="*/ 2147483646 h 2545"/>
              <a:gd name="T26" fmla="*/ 2147483646 w 3021"/>
              <a:gd name="T27" fmla="*/ 2147483646 h 2545"/>
              <a:gd name="T28" fmla="*/ 2147483646 w 3021"/>
              <a:gd name="T29" fmla="*/ 2147483646 h 2545"/>
              <a:gd name="T30" fmla="*/ 2147483646 w 3021"/>
              <a:gd name="T31" fmla="*/ 2147483646 h 2545"/>
              <a:gd name="T32" fmla="*/ 2147483646 w 3021"/>
              <a:gd name="T33" fmla="*/ 2147483646 h 2545"/>
              <a:gd name="T34" fmla="*/ 2147483646 w 3021"/>
              <a:gd name="T35" fmla="*/ 2147483646 h 2545"/>
              <a:gd name="T36" fmla="*/ 2147483646 w 3021"/>
              <a:gd name="T37" fmla="*/ 2147483646 h 2545"/>
              <a:gd name="T38" fmla="*/ 2147483646 w 3021"/>
              <a:gd name="T39" fmla="*/ 2147483646 h 2545"/>
              <a:gd name="T40" fmla="*/ 2147483646 w 3021"/>
              <a:gd name="T41" fmla="*/ 2147483646 h 2545"/>
              <a:gd name="T42" fmla="*/ 2147483646 w 3021"/>
              <a:gd name="T43" fmla="*/ 2147483646 h 2545"/>
              <a:gd name="T44" fmla="*/ 2147483646 w 3021"/>
              <a:gd name="T45" fmla="*/ 2147483646 h 2545"/>
              <a:gd name="T46" fmla="*/ 2147483646 w 3021"/>
              <a:gd name="T47" fmla="*/ 2147483646 h 2545"/>
              <a:gd name="T48" fmla="*/ 2147483646 w 3021"/>
              <a:gd name="T49" fmla="*/ 2147483646 h 2545"/>
              <a:gd name="T50" fmla="*/ 2147483646 w 3021"/>
              <a:gd name="T51" fmla="*/ 2147483646 h 2545"/>
              <a:gd name="T52" fmla="*/ 2147483646 w 3021"/>
              <a:gd name="T53" fmla="*/ 2147483646 h 2545"/>
              <a:gd name="T54" fmla="*/ 2147483646 w 3021"/>
              <a:gd name="T55" fmla="*/ 2147483646 h 2545"/>
              <a:gd name="T56" fmla="*/ 2147483646 w 3021"/>
              <a:gd name="T57" fmla="*/ 2147483646 h 2545"/>
              <a:gd name="T58" fmla="*/ 2147483646 w 3021"/>
              <a:gd name="T59" fmla="*/ 2147483646 h 2545"/>
              <a:gd name="T60" fmla="*/ 2147483646 w 3021"/>
              <a:gd name="T61" fmla="*/ 2147483646 h 2545"/>
              <a:gd name="T62" fmla="*/ 2147483646 w 3021"/>
              <a:gd name="T63" fmla="*/ 2147483646 h 2545"/>
              <a:gd name="T64" fmla="*/ 2147483646 w 3021"/>
              <a:gd name="T65" fmla="*/ 2147483646 h 2545"/>
              <a:gd name="T66" fmla="*/ 2147483646 w 3021"/>
              <a:gd name="T67" fmla="*/ 2147483646 h 2545"/>
              <a:gd name="T68" fmla="*/ 2147483646 w 3021"/>
              <a:gd name="T69" fmla="*/ 2147483646 h 2545"/>
              <a:gd name="T70" fmla="*/ 2147483646 w 3021"/>
              <a:gd name="T71" fmla="*/ 2147483646 h 2545"/>
              <a:gd name="T72" fmla="*/ 2147483646 w 3021"/>
              <a:gd name="T73" fmla="*/ 2147483646 h 2545"/>
              <a:gd name="T74" fmla="*/ 2147483646 w 3021"/>
              <a:gd name="T75" fmla="*/ 2147483646 h 2545"/>
              <a:gd name="T76" fmla="*/ 2147483646 w 3021"/>
              <a:gd name="T77" fmla="*/ 2147483646 h 2545"/>
              <a:gd name="T78" fmla="*/ 2147483646 w 3021"/>
              <a:gd name="T79" fmla="*/ 2147483646 h 2545"/>
              <a:gd name="T80" fmla="*/ 2147483646 w 3021"/>
              <a:gd name="T81" fmla="*/ 2147483646 h 2545"/>
              <a:gd name="T82" fmla="*/ 2147483646 w 3021"/>
              <a:gd name="T83" fmla="*/ 2147483646 h 2545"/>
              <a:gd name="T84" fmla="*/ 2147483646 w 3021"/>
              <a:gd name="T85" fmla="*/ 2147483646 h 2545"/>
              <a:gd name="T86" fmla="*/ 2147483646 w 3021"/>
              <a:gd name="T87" fmla="*/ 2147483646 h 2545"/>
              <a:gd name="T88" fmla="*/ 2147483646 w 3021"/>
              <a:gd name="T89" fmla="*/ 2147483646 h 2545"/>
              <a:gd name="T90" fmla="*/ 2147483646 w 3021"/>
              <a:gd name="T91" fmla="*/ 2147483646 h 2545"/>
              <a:gd name="T92" fmla="*/ 2147483646 w 3021"/>
              <a:gd name="T93" fmla="*/ 2147483646 h 2545"/>
              <a:gd name="T94" fmla="*/ 2147483646 w 3021"/>
              <a:gd name="T95" fmla="*/ 2147483646 h 2545"/>
              <a:gd name="T96" fmla="*/ 2147483646 w 3021"/>
              <a:gd name="T97" fmla="*/ 2147483646 h 2545"/>
              <a:gd name="T98" fmla="*/ 2147483646 w 3021"/>
              <a:gd name="T99" fmla="*/ 2147483646 h 2545"/>
              <a:gd name="T100" fmla="*/ 2147483646 w 3021"/>
              <a:gd name="T101" fmla="*/ 2147483646 h 2545"/>
              <a:gd name="T102" fmla="*/ 2147483646 w 3021"/>
              <a:gd name="T103" fmla="*/ 2147483646 h 2545"/>
              <a:gd name="T104" fmla="*/ 2147483646 w 3021"/>
              <a:gd name="T105" fmla="*/ 2147483646 h 2545"/>
              <a:gd name="T106" fmla="*/ 2147483646 w 3021"/>
              <a:gd name="T107" fmla="*/ 2147483646 h 2545"/>
              <a:gd name="T108" fmla="*/ 2147483646 w 3021"/>
              <a:gd name="T109" fmla="*/ 2147483646 h 2545"/>
              <a:gd name="T110" fmla="*/ 2147483646 w 3021"/>
              <a:gd name="T111" fmla="*/ 0 h 2545"/>
              <a:gd name="T112" fmla="*/ 2147483646 w 3021"/>
              <a:gd name="T113" fmla="*/ 2147483646 h 2545"/>
              <a:gd name="T114" fmla="*/ 2147483646 w 3021"/>
              <a:gd name="T115" fmla="*/ 2147483646 h 2545"/>
              <a:gd name="T116" fmla="*/ 2147483646 w 3021"/>
              <a:gd name="T117" fmla="*/ 2147483646 h 2545"/>
              <a:gd name="T118" fmla="*/ 2147483646 w 3021"/>
              <a:gd name="T119" fmla="*/ 2147483646 h 2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21" h="2545">
                <a:moveTo>
                  <a:pt x="3001" y="368"/>
                </a:moveTo>
                <a:lnTo>
                  <a:pt x="3007" y="388"/>
                </a:lnTo>
                <a:lnTo>
                  <a:pt x="3009" y="391"/>
                </a:lnTo>
                <a:lnTo>
                  <a:pt x="3012" y="400"/>
                </a:lnTo>
                <a:lnTo>
                  <a:pt x="3017" y="413"/>
                </a:lnTo>
                <a:lnTo>
                  <a:pt x="3020" y="430"/>
                </a:lnTo>
                <a:lnTo>
                  <a:pt x="3021" y="446"/>
                </a:lnTo>
                <a:lnTo>
                  <a:pt x="3017" y="462"/>
                </a:lnTo>
                <a:lnTo>
                  <a:pt x="3008" y="477"/>
                </a:lnTo>
                <a:lnTo>
                  <a:pt x="2991" y="488"/>
                </a:lnTo>
                <a:lnTo>
                  <a:pt x="2979" y="492"/>
                </a:lnTo>
                <a:lnTo>
                  <a:pt x="2968" y="496"/>
                </a:lnTo>
                <a:lnTo>
                  <a:pt x="2956" y="500"/>
                </a:lnTo>
                <a:lnTo>
                  <a:pt x="2944" y="503"/>
                </a:lnTo>
                <a:lnTo>
                  <a:pt x="2931" y="507"/>
                </a:lnTo>
                <a:lnTo>
                  <a:pt x="2918" y="510"/>
                </a:lnTo>
                <a:lnTo>
                  <a:pt x="2905" y="513"/>
                </a:lnTo>
                <a:lnTo>
                  <a:pt x="2892" y="516"/>
                </a:lnTo>
                <a:lnTo>
                  <a:pt x="2878" y="518"/>
                </a:lnTo>
                <a:lnTo>
                  <a:pt x="2866" y="522"/>
                </a:lnTo>
                <a:lnTo>
                  <a:pt x="2854" y="524"/>
                </a:lnTo>
                <a:lnTo>
                  <a:pt x="2843" y="525"/>
                </a:lnTo>
                <a:lnTo>
                  <a:pt x="2831" y="526"/>
                </a:lnTo>
                <a:lnTo>
                  <a:pt x="2822" y="527"/>
                </a:lnTo>
                <a:lnTo>
                  <a:pt x="2813" y="527"/>
                </a:lnTo>
                <a:lnTo>
                  <a:pt x="2805" y="527"/>
                </a:lnTo>
                <a:lnTo>
                  <a:pt x="2797" y="528"/>
                </a:lnTo>
                <a:lnTo>
                  <a:pt x="2789" y="531"/>
                </a:lnTo>
                <a:lnTo>
                  <a:pt x="2779" y="537"/>
                </a:lnTo>
                <a:lnTo>
                  <a:pt x="2769" y="545"/>
                </a:lnTo>
                <a:lnTo>
                  <a:pt x="2758" y="555"/>
                </a:lnTo>
                <a:lnTo>
                  <a:pt x="2747" y="566"/>
                </a:lnTo>
                <a:lnTo>
                  <a:pt x="2736" y="579"/>
                </a:lnTo>
                <a:lnTo>
                  <a:pt x="2723" y="592"/>
                </a:lnTo>
                <a:lnTo>
                  <a:pt x="2711" y="606"/>
                </a:lnTo>
                <a:lnTo>
                  <a:pt x="2700" y="621"/>
                </a:lnTo>
                <a:lnTo>
                  <a:pt x="2688" y="636"/>
                </a:lnTo>
                <a:lnTo>
                  <a:pt x="2676" y="650"/>
                </a:lnTo>
                <a:lnTo>
                  <a:pt x="2665" y="663"/>
                </a:lnTo>
                <a:lnTo>
                  <a:pt x="2655" y="677"/>
                </a:lnTo>
                <a:lnTo>
                  <a:pt x="2645" y="688"/>
                </a:lnTo>
                <a:lnTo>
                  <a:pt x="2636" y="698"/>
                </a:lnTo>
                <a:lnTo>
                  <a:pt x="2625" y="707"/>
                </a:lnTo>
                <a:lnTo>
                  <a:pt x="2614" y="718"/>
                </a:lnTo>
                <a:lnTo>
                  <a:pt x="2601" y="730"/>
                </a:lnTo>
                <a:lnTo>
                  <a:pt x="2587" y="742"/>
                </a:lnTo>
                <a:lnTo>
                  <a:pt x="2571" y="754"/>
                </a:lnTo>
                <a:lnTo>
                  <a:pt x="2557" y="766"/>
                </a:lnTo>
                <a:lnTo>
                  <a:pt x="2542" y="779"/>
                </a:lnTo>
                <a:lnTo>
                  <a:pt x="2526" y="791"/>
                </a:lnTo>
                <a:lnTo>
                  <a:pt x="2512" y="803"/>
                </a:lnTo>
                <a:lnTo>
                  <a:pt x="2499" y="813"/>
                </a:lnTo>
                <a:lnTo>
                  <a:pt x="2487" y="824"/>
                </a:lnTo>
                <a:lnTo>
                  <a:pt x="2475" y="832"/>
                </a:lnTo>
                <a:lnTo>
                  <a:pt x="2466" y="839"/>
                </a:lnTo>
                <a:lnTo>
                  <a:pt x="2460" y="845"/>
                </a:lnTo>
                <a:lnTo>
                  <a:pt x="2455" y="848"/>
                </a:lnTo>
                <a:lnTo>
                  <a:pt x="2454" y="849"/>
                </a:lnTo>
                <a:lnTo>
                  <a:pt x="2450" y="851"/>
                </a:lnTo>
                <a:lnTo>
                  <a:pt x="2440" y="856"/>
                </a:lnTo>
                <a:lnTo>
                  <a:pt x="2424" y="864"/>
                </a:lnTo>
                <a:lnTo>
                  <a:pt x="2407" y="875"/>
                </a:lnTo>
                <a:lnTo>
                  <a:pt x="2390" y="887"/>
                </a:lnTo>
                <a:lnTo>
                  <a:pt x="2374" y="899"/>
                </a:lnTo>
                <a:lnTo>
                  <a:pt x="2364" y="912"/>
                </a:lnTo>
                <a:lnTo>
                  <a:pt x="2360" y="925"/>
                </a:lnTo>
                <a:lnTo>
                  <a:pt x="2360" y="938"/>
                </a:lnTo>
                <a:lnTo>
                  <a:pt x="2360" y="950"/>
                </a:lnTo>
                <a:lnTo>
                  <a:pt x="2359" y="963"/>
                </a:lnTo>
                <a:lnTo>
                  <a:pt x="2358" y="977"/>
                </a:lnTo>
                <a:lnTo>
                  <a:pt x="2356" y="989"/>
                </a:lnTo>
                <a:lnTo>
                  <a:pt x="2352" y="1002"/>
                </a:lnTo>
                <a:lnTo>
                  <a:pt x="2348" y="1014"/>
                </a:lnTo>
                <a:lnTo>
                  <a:pt x="2342" y="1027"/>
                </a:lnTo>
                <a:lnTo>
                  <a:pt x="2334" y="1039"/>
                </a:lnTo>
                <a:lnTo>
                  <a:pt x="2329" y="1051"/>
                </a:lnTo>
                <a:lnTo>
                  <a:pt x="2326" y="1063"/>
                </a:lnTo>
                <a:lnTo>
                  <a:pt x="2324" y="1077"/>
                </a:lnTo>
                <a:lnTo>
                  <a:pt x="2323" y="1090"/>
                </a:lnTo>
                <a:lnTo>
                  <a:pt x="2323" y="1103"/>
                </a:lnTo>
                <a:lnTo>
                  <a:pt x="2324" y="1117"/>
                </a:lnTo>
                <a:lnTo>
                  <a:pt x="2327" y="1131"/>
                </a:lnTo>
                <a:lnTo>
                  <a:pt x="2331" y="1144"/>
                </a:lnTo>
                <a:lnTo>
                  <a:pt x="2338" y="1158"/>
                </a:lnTo>
                <a:lnTo>
                  <a:pt x="2344" y="1172"/>
                </a:lnTo>
                <a:lnTo>
                  <a:pt x="2350" y="1188"/>
                </a:lnTo>
                <a:lnTo>
                  <a:pt x="2354" y="1205"/>
                </a:lnTo>
                <a:lnTo>
                  <a:pt x="2354" y="1223"/>
                </a:lnTo>
                <a:lnTo>
                  <a:pt x="2351" y="1244"/>
                </a:lnTo>
                <a:lnTo>
                  <a:pt x="2342" y="1267"/>
                </a:lnTo>
                <a:lnTo>
                  <a:pt x="2331" y="1289"/>
                </a:lnTo>
                <a:lnTo>
                  <a:pt x="2327" y="1306"/>
                </a:lnTo>
                <a:lnTo>
                  <a:pt x="2327" y="1320"/>
                </a:lnTo>
                <a:lnTo>
                  <a:pt x="2331" y="1330"/>
                </a:lnTo>
                <a:lnTo>
                  <a:pt x="2337" y="1338"/>
                </a:lnTo>
                <a:lnTo>
                  <a:pt x="2344" y="1344"/>
                </a:lnTo>
                <a:lnTo>
                  <a:pt x="2351" y="1349"/>
                </a:lnTo>
                <a:lnTo>
                  <a:pt x="2356" y="1353"/>
                </a:lnTo>
                <a:lnTo>
                  <a:pt x="2362" y="1357"/>
                </a:lnTo>
                <a:lnTo>
                  <a:pt x="2372" y="1360"/>
                </a:lnTo>
                <a:lnTo>
                  <a:pt x="2384" y="1365"/>
                </a:lnTo>
                <a:lnTo>
                  <a:pt x="2397" y="1371"/>
                </a:lnTo>
                <a:lnTo>
                  <a:pt x="2407" y="1380"/>
                </a:lnTo>
                <a:lnTo>
                  <a:pt x="2414" y="1391"/>
                </a:lnTo>
                <a:lnTo>
                  <a:pt x="2416" y="1405"/>
                </a:lnTo>
                <a:lnTo>
                  <a:pt x="2411" y="1424"/>
                </a:lnTo>
                <a:lnTo>
                  <a:pt x="2401" y="1446"/>
                </a:lnTo>
                <a:lnTo>
                  <a:pt x="2390" y="1468"/>
                </a:lnTo>
                <a:lnTo>
                  <a:pt x="2378" y="1490"/>
                </a:lnTo>
                <a:lnTo>
                  <a:pt x="2368" y="1509"/>
                </a:lnTo>
                <a:lnTo>
                  <a:pt x="2360" y="1528"/>
                </a:lnTo>
                <a:lnTo>
                  <a:pt x="2357" y="1544"/>
                </a:lnTo>
                <a:lnTo>
                  <a:pt x="2358" y="1556"/>
                </a:lnTo>
                <a:lnTo>
                  <a:pt x="2366" y="1565"/>
                </a:lnTo>
                <a:lnTo>
                  <a:pt x="2375" y="1572"/>
                </a:lnTo>
                <a:lnTo>
                  <a:pt x="2382" y="1578"/>
                </a:lnTo>
                <a:lnTo>
                  <a:pt x="2387" y="1582"/>
                </a:lnTo>
                <a:lnTo>
                  <a:pt x="2388" y="1584"/>
                </a:lnTo>
                <a:lnTo>
                  <a:pt x="2389" y="1586"/>
                </a:lnTo>
                <a:lnTo>
                  <a:pt x="2388" y="1587"/>
                </a:lnTo>
                <a:lnTo>
                  <a:pt x="2387" y="1588"/>
                </a:lnTo>
                <a:lnTo>
                  <a:pt x="2382" y="1590"/>
                </a:lnTo>
                <a:lnTo>
                  <a:pt x="2372" y="1597"/>
                </a:lnTo>
                <a:lnTo>
                  <a:pt x="2358" y="1607"/>
                </a:lnTo>
                <a:lnTo>
                  <a:pt x="2342" y="1618"/>
                </a:lnTo>
                <a:lnTo>
                  <a:pt x="2325" y="1631"/>
                </a:lnTo>
                <a:lnTo>
                  <a:pt x="2310" y="1643"/>
                </a:lnTo>
                <a:lnTo>
                  <a:pt x="2299" y="1653"/>
                </a:lnTo>
                <a:lnTo>
                  <a:pt x="2293" y="1661"/>
                </a:lnTo>
                <a:lnTo>
                  <a:pt x="2290" y="1669"/>
                </a:lnTo>
                <a:lnTo>
                  <a:pt x="2284" y="1681"/>
                </a:lnTo>
                <a:lnTo>
                  <a:pt x="2276" y="1696"/>
                </a:lnTo>
                <a:lnTo>
                  <a:pt x="2268" y="1713"/>
                </a:lnTo>
                <a:lnTo>
                  <a:pt x="2259" y="1734"/>
                </a:lnTo>
                <a:lnTo>
                  <a:pt x="2250" y="1756"/>
                </a:lnTo>
                <a:lnTo>
                  <a:pt x="2242" y="1780"/>
                </a:lnTo>
                <a:lnTo>
                  <a:pt x="2235" y="1804"/>
                </a:lnTo>
                <a:lnTo>
                  <a:pt x="2229" y="1827"/>
                </a:lnTo>
                <a:lnTo>
                  <a:pt x="2220" y="1846"/>
                </a:lnTo>
                <a:lnTo>
                  <a:pt x="2209" y="1861"/>
                </a:lnTo>
                <a:lnTo>
                  <a:pt x="2196" y="1873"/>
                </a:lnTo>
                <a:lnTo>
                  <a:pt x="2181" y="1883"/>
                </a:lnTo>
                <a:lnTo>
                  <a:pt x="2165" y="1891"/>
                </a:lnTo>
                <a:lnTo>
                  <a:pt x="2147" y="1898"/>
                </a:lnTo>
                <a:lnTo>
                  <a:pt x="2127" y="1904"/>
                </a:lnTo>
                <a:lnTo>
                  <a:pt x="2117" y="1907"/>
                </a:lnTo>
                <a:lnTo>
                  <a:pt x="2107" y="1909"/>
                </a:lnTo>
                <a:lnTo>
                  <a:pt x="2097" y="1910"/>
                </a:lnTo>
                <a:lnTo>
                  <a:pt x="2085" y="1912"/>
                </a:lnTo>
                <a:lnTo>
                  <a:pt x="2075" y="1914"/>
                </a:lnTo>
                <a:lnTo>
                  <a:pt x="2064" y="1915"/>
                </a:lnTo>
                <a:lnTo>
                  <a:pt x="2053" y="1917"/>
                </a:lnTo>
                <a:lnTo>
                  <a:pt x="2043" y="1920"/>
                </a:lnTo>
                <a:lnTo>
                  <a:pt x="2031" y="1923"/>
                </a:lnTo>
                <a:lnTo>
                  <a:pt x="2020" y="1928"/>
                </a:lnTo>
                <a:lnTo>
                  <a:pt x="2010" y="1934"/>
                </a:lnTo>
                <a:lnTo>
                  <a:pt x="2000" y="1941"/>
                </a:lnTo>
                <a:lnTo>
                  <a:pt x="1990" y="1949"/>
                </a:lnTo>
                <a:lnTo>
                  <a:pt x="1979" y="1959"/>
                </a:lnTo>
                <a:lnTo>
                  <a:pt x="1969" y="1971"/>
                </a:lnTo>
                <a:lnTo>
                  <a:pt x="1960" y="1986"/>
                </a:lnTo>
                <a:lnTo>
                  <a:pt x="1943" y="2010"/>
                </a:lnTo>
                <a:lnTo>
                  <a:pt x="1927" y="2026"/>
                </a:lnTo>
                <a:lnTo>
                  <a:pt x="1912" y="2035"/>
                </a:lnTo>
                <a:lnTo>
                  <a:pt x="1898" y="2038"/>
                </a:lnTo>
                <a:lnTo>
                  <a:pt x="1882" y="2040"/>
                </a:lnTo>
                <a:lnTo>
                  <a:pt x="1867" y="2041"/>
                </a:lnTo>
                <a:lnTo>
                  <a:pt x="1851" y="2046"/>
                </a:lnTo>
                <a:lnTo>
                  <a:pt x="1833" y="2055"/>
                </a:lnTo>
                <a:lnTo>
                  <a:pt x="1815" y="2070"/>
                </a:lnTo>
                <a:lnTo>
                  <a:pt x="1797" y="2090"/>
                </a:lnTo>
                <a:lnTo>
                  <a:pt x="1778" y="2110"/>
                </a:lnTo>
                <a:lnTo>
                  <a:pt x="1761" y="2131"/>
                </a:lnTo>
                <a:lnTo>
                  <a:pt x="1745" y="2151"/>
                </a:lnTo>
                <a:lnTo>
                  <a:pt x="1730" y="2168"/>
                </a:lnTo>
                <a:lnTo>
                  <a:pt x="1719" y="2183"/>
                </a:lnTo>
                <a:lnTo>
                  <a:pt x="1711" y="2192"/>
                </a:lnTo>
                <a:lnTo>
                  <a:pt x="1702" y="2200"/>
                </a:lnTo>
                <a:lnTo>
                  <a:pt x="1686" y="2211"/>
                </a:lnTo>
                <a:lnTo>
                  <a:pt x="1669" y="2222"/>
                </a:lnTo>
                <a:lnTo>
                  <a:pt x="1650" y="2235"/>
                </a:lnTo>
                <a:lnTo>
                  <a:pt x="1631" y="2246"/>
                </a:lnTo>
                <a:lnTo>
                  <a:pt x="1616" y="2255"/>
                </a:lnTo>
                <a:lnTo>
                  <a:pt x="1605" y="2261"/>
                </a:lnTo>
                <a:lnTo>
                  <a:pt x="1601" y="2263"/>
                </a:lnTo>
                <a:lnTo>
                  <a:pt x="1599" y="2262"/>
                </a:lnTo>
                <a:lnTo>
                  <a:pt x="1594" y="2261"/>
                </a:lnTo>
                <a:lnTo>
                  <a:pt x="1585" y="2258"/>
                </a:lnTo>
                <a:lnTo>
                  <a:pt x="1576" y="2254"/>
                </a:lnTo>
                <a:lnTo>
                  <a:pt x="1565" y="2249"/>
                </a:lnTo>
                <a:lnTo>
                  <a:pt x="1554" y="2244"/>
                </a:lnTo>
                <a:lnTo>
                  <a:pt x="1542" y="2237"/>
                </a:lnTo>
                <a:lnTo>
                  <a:pt x="1531" y="2228"/>
                </a:lnTo>
                <a:lnTo>
                  <a:pt x="1522" y="2222"/>
                </a:lnTo>
                <a:lnTo>
                  <a:pt x="1514" y="2220"/>
                </a:lnTo>
                <a:lnTo>
                  <a:pt x="1506" y="2222"/>
                </a:lnTo>
                <a:lnTo>
                  <a:pt x="1498" y="2227"/>
                </a:lnTo>
                <a:lnTo>
                  <a:pt x="1491" y="2235"/>
                </a:lnTo>
                <a:lnTo>
                  <a:pt x="1483" y="2243"/>
                </a:lnTo>
                <a:lnTo>
                  <a:pt x="1476" y="2252"/>
                </a:lnTo>
                <a:lnTo>
                  <a:pt x="1470" y="2261"/>
                </a:lnTo>
                <a:lnTo>
                  <a:pt x="1459" y="2271"/>
                </a:lnTo>
                <a:lnTo>
                  <a:pt x="1441" y="2283"/>
                </a:lnTo>
                <a:lnTo>
                  <a:pt x="1418" y="2295"/>
                </a:lnTo>
                <a:lnTo>
                  <a:pt x="1392" y="2307"/>
                </a:lnTo>
                <a:lnTo>
                  <a:pt x="1366" y="2319"/>
                </a:lnTo>
                <a:lnTo>
                  <a:pt x="1343" y="2330"/>
                </a:lnTo>
                <a:lnTo>
                  <a:pt x="1325" y="2342"/>
                </a:lnTo>
                <a:lnTo>
                  <a:pt x="1315" y="2351"/>
                </a:lnTo>
                <a:lnTo>
                  <a:pt x="1312" y="2355"/>
                </a:lnTo>
                <a:lnTo>
                  <a:pt x="1309" y="2360"/>
                </a:lnTo>
                <a:lnTo>
                  <a:pt x="1305" y="2366"/>
                </a:lnTo>
                <a:lnTo>
                  <a:pt x="1301" y="2372"/>
                </a:lnTo>
                <a:lnTo>
                  <a:pt x="1295" y="2378"/>
                </a:lnTo>
                <a:lnTo>
                  <a:pt x="1287" y="2385"/>
                </a:lnTo>
                <a:lnTo>
                  <a:pt x="1280" y="2392"/>
                </a:lnTo>
                <a:lnTo>
                  <a:pt x="1271" y="2398"/>
                </a:lnTo>
                <a:lnTo>
                  <a:pt x="1261" y="2405"/>
                </a:lnTo>
                <a:lnTo>
                  <a:pt x="1250" y="2411"/>
                </a:lnTo>
                <a:lnTo>
                  <a:pt x="1236" y="2418"/>
                </a:lnTo>
                <a:lnTo>
                  <a:pt x="1222" y="2423"/>
                </a:lnTo>
                <a:lnTo>
                  <a:pt x="1206" y="2429"/>
                </a:lnTo>
                <a:lnTo>
                  <a:pt x="1188" y="2435"/>
                </a:lnTo>
                <a:lnTo>
                  <a:pt x="1169" y="2439"/>
                </a:lnTo>
                <a:lnTo>
                  <a:pt x="1148" y="2443"/>
                </a:lnTo>
                <a:lnTo>
                  <a:pt x="1130" y="2446"/>
                </a:lnTo>
                <a:lnTo>
                  <a:pt x="1114" y="2451"/>
                </a:lnTo>
                <a:lnTo>
                  <a:pt x="1100" y="2456"/>
                </a:lnTo>
                <a:lnTo>
                  <a:pt x="1085" y="2461"/>
                </a:lnTo>
                <a:lnTo>
                  <a:pt x="1073" y="2467"/>
                </a:lnTo>
                <a:lnTo>
                  <a:pt x="1061" y="2474"/>
                </a:lnTo>
                <a:lnTo>
                  <a:pt x="1050" y="2481"/>
                </a:lnTo>
                <a:lnTo>
                  <a:pt x="1039" y="2490"/>
                </a:lnTo>
                <a:lnTo>
                  <a:pt x="1033" y="2491"/>
                </a:lnTo>
                <a:lnTo>
                  <a:pt x="1030" y="2491"/>
                </a:lnTo>
                <a:lnTo>
                  <a:pt x="1027" y="2490"/>
                </a:lnTo>
                <a:lnTo>
                  <a:pt x="1027" y="2487"/>
                </a:lnTo>
                <a:lnTo>
                  <a:pt x="1029" y="2483"/>
                </a:lnTo>
                <a:lnTo>
                  <a:pt x="1032" y="2475"/>
                </a:lnTo>
                <a:lnTo>
                  <a:pt x="1038" y="2467"/>
                </a:lnTo>
                <a:lnTo>
                  <a:pt x="1047" y="2457"/>
                </a:lnTo>
                <a:lnTo>
                  <a:pt x="1058" y="2444"/>
                </a:lnTo>
                <a:lnTo>
                  <a:pt x="1069" y="2431"/>
                </a:lnTo>
                <a:lnTo>
                  <a:pt x="1079" y="2422"/>
                </a:lnTo>
                <a:lnTo>
                  <a:pt x="1087" y="2414"/>
                </a:lnTo>
                <a:lnTo>
                  <a:pt x="1096" y="2408"/>
                </a:lnTo>
                <a:lnTo>
                  <a:pt x="1101" y="2404"/>
                </a:lnTo>
                <a:lnTo>
                  <a:pt x="1105" y="2402"/>
                </a:lnTo>
                <a:lnTo>
                  <a:pt x="1106" y="2401"/>
                </a:lnTo>
                <a:lnTo>
                  <a:pt x="1103" y="2402"/>
                </a:lnTo>
                <a:lnTo>
                  <a:pt x="1097" y="2405"/>
                </a:lnTo>
                <a:lnTo>
                  <a:pt x="1086" y="2409"/>
                </a:lnTo>
                <a:lnTo>
                  <a:pt x="1074" y="2415"/>
                </a:lnTo>
                <a:lnTo>
                  <a:pt x="1061" y="2421"/>
                </a:lnTo>
                <a:lnTo>
                  <a:pt x="1050" y="2428"/>
                </a:lnTo>
                <a:lnTo>
                  <a:pt x="1039" y="2437"/>
                </a:lnTo>
                <a:lnTo>
                  <a:pt x="1032" y="2444"/>
                </a:lnTo>
                <a:lnTo>
                  <a:pt x="1026" y="2451"/>
                </a:lnTo>
                <a:lnTo>
                  <a:pt x="1017" y="2459"/>
                </a:lnTo>
                <a:lnTo>
                  <a:pt x="1007" y="2466"/>
                </a:lnTo>
                <a:lnTo>
                  <a:pt x="996" y="2473"/>
                </a:lnTo>
                <a:lnTo>
                  <a:pt x="983" y="2479"/>
                </a:lnTo>
                <a:lnTo>
                  <a:pt x="972" y="2485"/>
                </a:lnTo>
                <a:lnTo>
                  <a:pt x="962" y="2488"/>
                </a:lnTo>
                <a:lnTo>
                  <a:pt x="954" y="2489"/>
                </a:lnTo>
                <a:lnTo>
                  <a:pt x="947" y="2489"/>
                </a:lnTo>
                <a:lnTo>
                  <a:pt x="941" y="2490"/>
                </a:lnTo>
                <a:lnTo>
                  <a:pt x="934" y="2492"/>
                </a:lnTo>
                <a:lnTo>
                  <a:pt x="929" y="2494"/>
                </a:lnTo>
                <a:lnTo>
                  <a:pt x="925" y="2498"/>
                </a:lnTo>
                <a:lnTo>
                  <a:pt x="921" y="2502"/>
                </a:lnTo>
                <a:lnTo>
                  <a:pt x="918" y="2509"/>
                </a:lnTo>
                <a:lnTo>
                  <a:pt x="915" y="2516"/>
                </a:lnTo>
                <a:lnTo>
                  <a:pt x="912" y="2524"/>
                </a:lnTo>
                <a:lnTo>
                  <a:pt x="908" y="2531"/>
                </a:lnTo>
                <a:lnTo>
                  <a:pt x="903" y="2538"/>
                </a:lnTo>
                <a:lnTo>
                  <a:pt x="897" y="2543"/>
                </a:lnTo>
                <a:lnTo>
                  <a:pt x="888" y="2545"/>
                </a:lnTo>
                <a:lnTo>
                  <a:pt x="879" y="2545"/>
                </a:lnTo>
                <a:lnTo>
                  <a:pt x="868" y="2543"/>
                </a:lnTo>
                <a:lnTo>
                  <a:pt x="856" y="2537"/>
                </a:lnTo>
                <a:lnTo>
                  <a:pt x="845" y="2528"/>
                </a:lnTo>
                <a:lnTo>
                  <a:pt x="836" y="2520"/>
                </a:lnTo>
                <a:lnTo>
                  <a:pt x="831" y="2511"/>
                </a:lnTo>
                <a:lnTo>
                  <a:pt x="828" y="2503"/>
                </a:lnTo>
                <a:lnTo>
                  <a:pt x="828" y="2496"/>
                </a:lnTo>
                <a:lnTo>
                  <a:pt x="829" y="2490"/>
                </a:lnTo>
                <a:lnTo>
                  <a:pt x="832" y="2485"/>
                </a:lnTo>
                <a:lnTo>
                  <a:pt x="836" y="2483"/>
                </a:lnTo>
                <a:lnTo>
                  <a:pt x="837" y="2481"/>
                </a:lnTo>
                <a:lnTo>
                  <a:pt x="831" y="2480"/>
                </a:lnTo>
                <a:lnTo>
                  <a:pt x="822" y="2479"/>
                </a:lnTo>
                <a:lnTo>
                  <a:pt x="810" y="2480"/>
                </a:lnTo>
                <a:lnTo>
                  <a:pt x="796" y="2481"/>
                </a:lnTo>
                <a:lnTo>
                  <a:pt x="783" y="2485"/>
                </a:lnTo>
                <a:lnTo>
                  <a:pt x="773" y="2490"/>
                </a:lnTo>
                <a:lnTo>
                  <a:pt x="767" y="2497"/>
                </a:lnTo>
                <a:lnTo>
                  <a:pt x="764" y="2503"/>
                </a:lnTo>
                <a:lnTo>
                  <a:pt x="761" y="2505"/>
                </a:lnTo>
                <a:lnTo>
                  <a:pt x="758" y="2505"/>
                </a:lnTo>
                <a:lnTo>
                  <a:pt x="755" y="2502"/>
                </a:lnTo>
                <a:lnTo>
                  <a:pt x="751" y="2499"/>
                </a:lnTo>
                <a:lnTo>
                  <a:pt x="746" y="2495"/>
                </a:lnTo>
                <a:lnTo>
                  <a:pt x="740" y="2491"/>
                </a:lnTo>
                <a:lnTo>
                  <a:pt x="733" y="2489"/>
                </a:lnTo>
                <a:lnTo>
                  <a:pt x="724" y="2485"/>
                </a:lnTo>
                <a:lnTo>
                  <a:pt x="711" y="2475"/>
                </a:lnTo>
                <a:lnTo>
                  <a:pt x="696" y="2464"/>
                </a:lnTo>
                <a:lnTo>
                  <a:pt x="679" y="2452"/>
                </a:lnTo>
                <a:lnTo>
                  <a:pt x="663" y="2441"/>
                </a:lnTo>
                <a:lnTo>
                  <a:pt x="648" y="2431"/>
                </a:lnTo>
                <a:lnTo>
                  <a:pt x="634" y="2427"/>
                </a:lnTo>
                <a:lnTo>
                  <a:pt x="624" y="2429"/>
                </a:lnTo>
                <a:lnTo>
                  <a:pt x="615" y="2435"/>
                </a:lnTo>
                <a:lnTo>
                  <a:pt x="606" y="2437"/>
                </a:lnTo>
                <a:lnTo>
                  <a:pt x="596" y="2438"/>
                </a:lnTo>
                <a:lnTo>
                  <a:pt x="585" y="2436"/>
                </a:lnTo>
                <a:lnTo>
                  <a:pt x="576" y="2433"/>
                </a:lnTo>
                <a:lnTo>
                  <a:pt x="568" y="2427"/>
                </a:lnTo>
                <a:lnTo>
                  <a:pt x="562" y="2420"/>
                </a:lnTo>
                <a:lnTo>
                  <a:pt x="557" y="2412"/>
                </a:lnTo>
                <a:lnTo>
                  <a:pt x="552" y="2401"/>
                </a:lnTo>
                <a:lnTo>
                  <a:pt x="543" y="2387"/>
                </a:lnTo>
                <a:lnTo>
                  <a:pt x="530" y="2372"/>
                </a:lnTo>
                <a:lnTo>
                  <a:pt x="518" y="2357"/>
                </a:lnTo>
                <a:lnTo>
                  <a:pt x="504" y="2345"/>
                </a:lnTo>
                <a:lnTo>
                  <a:pt x="490" y="2335"/>
                </a:lnTo>
                <a:lnTo>
                  <a:pt x="479" y="2330"/>
                </a:lnTo>
                <a:lnTo>
                  <a:pt x="470" y="2334"/>
                </a:lnTo>
                <a:lnTo>
                  <a:pt x="462" y="2339"/>
                </a:lnTo>
                <a:lnTo>
                  <a:pt x="453" y="2340"/>
                </a:lnTo>
                <a:lnTo>
                  <a:pt x="443" y="2339"/>
                </a:lnTo>
                <a:lnTo>
                  <a:pt x="433" y="2336"/>
                </a:lnTo>
                <a:lnTo>
                  <a:pt x="424" y="2330"/>
                </a:lnTo>
                <a:lnTo>
                  <a:pt x="417" y="2324"/>
                </a:lnTo>
                <a:lnTo>
                  <a:pt x="413" y="2316"/>
                </a:lnTo>
                <a:lnTo>
                  <a:pt x="411" y="2308"/>
                </a:lnTo>
                <a:lnTo>
                  <a:pt x="409" y="2303"/>
                </a:lnTo>
                <a:lnTo>
                  <a:pt x="404" y="2304"/>
                </a:lnTo>
                <a:lnTo>
                  <a:pt x="397" y="2310"/>
                </a:lnTo>
                <a:lnTo>
                  <a:pt x="389" y="2320"/>
                </a:lnTo>
                <a:lnTo>
                  <a:pt x="381" y="2333"/>
                </a:lnTo>
                <a:lnTo>
                  <a:pt x="376" y="2346"/>
                </a:lnTo>
                <a:lnTo>
                  <a:pt x="373" y="2358"/>
                </a:lnTo>
                <a:lnTo>
                  <a:pt x="374" y="2370"/>
                </a:lnTo>
                <a:lnTo>
                  <a:pt x="376" y="2379"/>
                </a:lnTo>
                <a:lnTo>
                  <a:pt x="376" y="2386"/>
                </a:lnTo>
                <a:lnTo>
                  <a:pt x="373" y="2390"/>
                </a:lnTo>
                <a:lnTo>
                  <a:pt x="369" y="2392"/>
                </a:lnTo>
                <a:lnTo>
                  <a:pt x="363" y="2393"/>
                </a:lnTo>
                <a:lnTo>
                  <a:pt x="356" y="2393"/>
                </a:lnTo>
                <a:lnTo>
                  <a:pt x="348" y="2393"/>
                </a:lnTo>
                <a:lnTo>
                  <a:pt x="338" y="2393"/>
                </a:lnTo>
                <a:lnTo>
                  <a:pt x="330" y="2395"/>
                </a:lnTo>
                <a:lnTo>
                  <a:pt x="325" y="2399"/>
                </a:lnTo>
                <a:lnTo>
                  <a:pt x="322" y="2405"/>
                </a:lnTo>
                <a:lnTo>
                  <a:pt x="319" y="2412"/>
                </a:lnTo>
                <a:lnTo>
                  <a:pt x="316" y="2419"/>
                </a:lnTo>
                <a:lnTo>
                  <a:pt x="311" y="2425"/>
                </a:lnTo>
                <a:lnTo>
                  <a:pt x="304" y="2428"/>
                </a:lnTo>
                <a:lnTo>
                  <a:pt x="294" y="2429"/>
                </a:lnTo>
                <a:lnTo>
                  <a:pt x="286" y="2430"/>
                </a:lnTo>
                <a:lnTo>
                  <a:pt x="282" y="2435"/>
                </a:lnTo>
                <a:lnTo>
                  <a:pt x="278" y="2439"/>
                </a:lnTo>
                <a:lnTo>
                  <a:pt x="276" y="2442"/>
                </a:lnTo>
                <a:lnTo>
                  <a:pt x="274" y="2442"/>
                </a:lnTo>
                <a:lnTo>
                  <a:pt x="272" y="2438"/>
                </a:lnTo>
                <a:lnTo>
                  <a:pt x="270" y="2426"/>
                </a:lnTo>
                <a:lnTo>
                  <a:pt x="268" y="2407"/>
                </a:lnTo>
                <a:lnTo>
                  <a:pt x="267" y="2397"/>
                </a:lnTo>
                <a:lnTo>
                  <a:pt x="267" y="2385"/>
                </a:lnTo>
                <a:lnTo>
                  <a:pt x="267" y="2373"/>
                </a:lnTo>
                <a:lnTo>
                  <a:pt x="267" y="2361"/>
                </a:lnTo>
                <a:lnTo>
                  <a:pt x="266" y="2350"/>
                </a:lnTo>
                <a:lnTo>
                  <a:pt x="263" y="2341"/>
                </a:lnTo>
                <a:lnTo>
                  <a:pt x="259" y="2335"/>
                </a:lnTo>
                <a:lnTo>
                  <a:pt x="252" y="2330"/>
                </a:lnTo>
                <a:lnTo>
                  <a:pt x="237" y="2324"/>
                </a:lnTo>
                <a:lnTo>
                  <a:pt x="229" y="2316"/>
                </a:lnTo>
                <a:lnTo>
                  <a:pt x="224" y="2309"/>
                </a:lnTo>
                <a:lnTo>
                  <a:pt x="223" y="2306"/>
                </a:lnTo>
                <a:lnTo>
                  <a:pt x="243" y="2284"/>
                </a:lnTo>
                <a:lnTo>
                  <a:pt x="223" y="2239"/>
                </a:lnTo>
                <a:lnTo>
                  <a:pt x="222" y="2238"/>
                </a:lnTo>
                <a:lnTo>
                  <a:pt x="220" y="2234"/>
                </a:lnTo>
                <a:lnTo>
                  <a:pt x="217" y="2228"/>
                </a:lnTo>
                <a:lnTo>
                  <a:pt x="211" y="2223"/>
                </a:lnTo>
                <a:lnTo>
                  <a:pt x="204" y="2218"/>
                </a:lnTo>
                <a:lnTo>
                  <a:pt x="195" y="2213"/>
                </a:lnTo>
                <a:lnTo>
                  <a:pt x="183" y="2210"/>
                </a:lnTo>
                <a:lnTo>
                  <a:pt x="170" y="2210"/>
                </a:lnTo>
                <a:lnTo>
                  <a:pt x="158" y="2209"/>
                </a:lnTo>
                <a:lnTo>
                  <a:pt x="148" y="2206"/>
                </a:lnTo>
                <a:lnTo>
                  <a:pt x="140" y="2201"/>
                </a:lnTo>
                <a:lnTo>
                  <a:pt x="133" y="2196"/>
                </a:lnTo>
                <a:lnTo>
                  <a:pt x="126" y="2192"/>
                </a:lnTo>
                <a:lnTo>
                  <a:pt x="119" y="2189"/>
                </a:lnTo>
                <a:lnTo>
                  <a:pt x="108" y="2189"/>
                </a:lnTo>
                <a:lnTo>
                  <a:pt x="95" y="2193"/>
                </a:lnTo>
                <a:lnTo>
                  <a:pt x="82" y="2197"/>
                </a:lnTo>
                <a:lnTo>
                  <a:pt x="77" y="2196"/>
                </a:lnTo>
                <a:lnTo>
                  <a:pt x="76" y="2191"/>
                </a:lnTo>
                <a:lnTo>
                  <a:pt x="78" y="2184"/>
                </a:lnTo>
                <a:lnTo>
                  <a:pt x="82" y="2175"/>
                </a:lnTo>
                <a:lnTo>
                  <a:pt x="85" y="2167"/>
                </a:lnTo>
                <a:lnTo>
                  <a:pt x="86" y="2159"/>
                </a:lnTo>
                <a:lnTo>
                  <a:pt x="83" y="2154"/>
                </a:lnTo>
                <a:lnTo>
                  <a:pt x="77" y="2150"/>
                </a:lnTo>
                <a:lnTo>
                  <a:pt x="70" y="2147"/>
                </a:lnTo>
                <a:lnTo>
                  <a:pt x="62" y="2144"/>
                </a:lnTo>
                <a:lnTo>
                  <a:pt x="54" y="2141"/>
                </a:lnTo>
                <a:lnTo>
                  <a:pt x="45" y="2139"/>
                </a:lnTo>
                <a:lnTo>
                  <a:pt x="37" y="2138"/>
                </a:lnTo>
                <a:lnTo>
                  <a:pt x="30" y="2136"/>
                </a:lnTo>
                <a:lnTo>
                  <a:pt x="24" y="2135"/>
                </a:lnTo>
                <a:lnTo>
                  <a:pt x="15" y="2129"/>
                </a:lnTo>
                <a:lnTo>
                  <a:pt x="7" y="2120"/>
                </a:lnTo>
                <a:lnTo>
                  <a:pt x="2" y="2112"/>
                </a:lnTo>
                <a:lnTo>
                  <a:pt x="0" y="2109"/>
                </a:lnTo>
                <a:lnTo>
                  <a:pt x="1" y="2108"/>
                </a:lnTo>
                <a:lnTo>
                  <a:pt x="3" y="2106"/>
                </a:lnTo>
                <a:lnTo>
                  <a:pt x="6" y="2102"/>
                </a:lnTo>
                <a:lnTo>
                  <a:pt x="9" y="2098"/>
                </a:lnTo>
                <a:lnTo>
                  <a:pt x="12" y="2093"/>
                </a:lnTo>
                <a:lnTo>
                  <a:pt x="15" y="2087"/>
                </a:lnTo>
                <a:lnTo>
                  <a:pt x="16" y="2081"/>
                </a:lnTo>
                <a:lnTo>
                  <a:pt x="16" y="2075"/>
                </a:lnTo>
                <a:lnTo>
                  <a:pt x="15" y="2069"/>
                </a:lnTo>
                <a:lnTo>
                  <a:pt x="16" y="2063"/>
                </a:lnTo>
                <a:lnTo>
                  <a:pt x="17" y="2057"/>
                </a:lnTo>
                <a:lnTo>
                  <a:pt x="19" y="2050"/>
                </a:lnTo>
                <a:lnTo>
                  <a:pt x="21" y="2045"/>
                </a:lnTo>
                <a:lnTo>
                  <a:pt x="22" y="2040"/>
                </a:lnTo>
                <a:lnTo>
                  <a:pt x="24" y="2037"/>
                </a:lnTo>
                <a:lnTo>
                  <a:pt x="24" y="2036"/>
                </a:lnTo>
                <a:lnTo>
                  <a:pt x="25" y="2034"/>
                </a:lnTo>
                <a:lnTo>
                  <a:pt x="27" y="2029"/>
                </a:lnTo>
                <a:lnTo>
                  <a:pt x="29" y="2022"/>
                </a:lnTo>
                <a:lnTo>
                  <a:pt x="32" y="2014"/>
                </a:lnTo>
                <a:lnTo>
                  <a:pt x="35" y="2005"/>
                </a:lnTo>
                <a:lnTo>
                  <a:pt x="37" y="1995"/>
                </a:lnTo>
                <a:lnTo>
                  <a:pt x="38" y="1986"/>
                </a:lnTo>
                <a:lnTo>
                  <a:pt x="38" y="1976"/>
                </a:lnTo>
                <a:lnTo>
                  <a:pt x="40" y="1968"/>
                </a:lnTo>
                <a:lnTo>
                  <a:pt x="47" y="1962"/>
                </a:lnTo>
                <a:lnTo>
                  <a:pt x="57" y="1955"/>
                </a:lnTo>
                <a:lnTo>
                  <a:pt x="68" y="1949"/>
                </a:lnTo>
                <a:lnTo>
                  <a:pt x="80" y="1942"/>
                </a:lnTo>
                <a:lnTo>
                  <a:pt x="90" y="1934"/>
                </a:lnTo>
                <a:lnTo>
                  <a:pt x="99" y="1923"/>
                </a:lnTo>
                <a:lnTo>
                  <a:pt x="103" y="1912"/>
                </a:lnTo>
                <a:lnTo>
                  <a:pt x="103" y="1901"/>
                </a:lnTo>
                <a:lnTo>
                  <a:pt x="101" y="1894"/>
                </a:lnTo>
                <a:lnTo>
                  <a:pt x="97" y="1888"/>
                </a:lnTo>
                <a:lnTo>
                  <a:pt x="94" y="1883"/>
                </a:lnTo>
                <a:lnTo>
                  <a:pt x="93" y="1877"/>
                </a:lnTo>
                <a:lnTo>
                  <a:pt x="93" y="1869"/>
                </a:lnTo>
                <a:lnTo>
                  <a:pt x="97" y="1859"/>
                </a:lnTo>
                <a:lnTo>
                  <a:pt x="106" y="1845"/>
                </a:lnTo>
                <a:lnTo>
                  <a:pt x="115" y="1830"/>
                </a:lnTo>
                <a:lnTo>
                  <a:pt x="120" y="1815"/>
                </a:lnTo>
                <a:lnTo>
                  <a:pt x="124" y="1803"/>
                </a:lnTo>
                <a:lnTo>
                  <a:pt x="127" y="1793"/>
                </a:lnTo>
                <a:lnTo>
                  <a:pt x="131" y="1783"/>
                </a:lnTo>
                <a:lnTo>
                  <a:pt x="139" y="1773"/>
                </a:lnTo>
                <a:lnTo>
                  <a:pt x="152" y="1764"/>
                </a:lnTo>
                <a:lnTo>
                  <a:pt x="170" y="1755"/>
                </a:lnTo>
                <a:lnTo>
                  <a:pt x="190" y="1746"/>
                </a:lnTo>
                <a:lnTo>
                  <a:pt x="206" y="1737"/>
                </a:lnTo>
                <a:lnTo>
                  <a:pt x="219" y="1729"/>
                </a:lnTo>
                <a:lnTo>
                  <a:pt x="230" y="1720"/>
                </a:lnTo>
                <a:lnTo>
                  <a:pt x="239" y="1712"/>
                </a:lnTo>
                <a:lnTo>
                  <a:pt x="248" y="1704"/>
                </a:lnTo>
                <a:lnTo>
                  <a:pt x="256" y="1697"/>
                </a:lnTo>
                <a:lnTo>
                  <a:pt x="265" y="1690"/>
                </a:lnTo>
                <a:lnTo>
                  <a:pt x="276" y="1683"/>
                </a:lnTo>
                <a:lnTo>
                  <a:pt x="289" y="1676"/>
                </a:lnTo>
                <a:lnTo>
                  <a:pt x="304" y="1671"/>
                </a:lnTo>
                <a:lnTo>
                  <a:pt x="319" y="1665"/>
                </a:lnTo>
                <a:lnTo>
                  <a:pt x="333" y="1659"/>
                </a:lnTo>
                <a:lnTo>
                  <a:pt x="347" y="1651"/>
                </a:lnTo>
                <a:lnTo>
                  <a:pt x="358" y="1643"/>
                </a:lnTo>
                <a:lnTo>
                  <a:pt x="366" y="1632"/>
                </a:lnTo>
                <a:lnTo>
                  <a:pt x="373" y="1620"/>
                </a:lnTo>
                <a:lnTo>
                  <a:pt x="380" y="1609"/>
                </a:lnTo>
                <a:lnTo>
                  <a:pt x="388" y="1600"/>
                </a:lnTo>
                <a:lnTo>
                  <a:pt x="398" y="1592"/>
                </a:lnTo>
                <a:lnTo>
                  <a:pt x="406" y="1585"/>
                </a:lnTo>
                <a:lnTo>
                  <a:pt x="415" y="1580"/>
                </a:lnTo>
                <a:lnTo>
                  <a:pt x="423" y="1576"/>
                </a:lnTo>
                <a:lnTo>
                  <a:pt x="430" y="1574"/>
                </a:lnTo>
                <a:lnTo>
                  <a:pt x="438" y="1572"/>
                </a:lnTo>
                <a:lnTo>
                  <a:pt x="450" y="1567"/>
                </a:lnTo>
                <a:lnTo>
                  <a:pt x="463" y="1560"/>
                </a:lnTo>
                <a:lnTo>
                  <a:pt x="477" y="1552"/>
                </a:lnTo>
                <a:lnTo>
                  <a:pt x="493" y="1543"/>
                </a:lnTo>
                <a:lnTo>
                  <a:pt x="509" y="1536"/>
                </a:lnTo>
                <a:lnTo>
                  <a:pt x="524" y="1529"/>
                </a:lnTo>
                <a:lnTo>
                  <a:pt x="539" y="1524"/>
                </a:lnTo>
                <a:lnTo>
                  <a:pt x="554" y="1520"/>
                </a:lnTo>
                <a:lnTo>
                  <a:pt x="566" y="1514"/>
                </a:lnTo>
                <a:lnTo>
                  <a:pt x="577" y="1507"/>
                </a:lnTo>
                <a:lnTo>
                  <a:pt x="586" y="1499"/>
                </a:lnTo>
                <a:lnTo>
                  <a:pt x="594" y="1492"/>
                </a:lnTo>
                <a:lnTo>
                  <a:pt x="600" y="1486"/>
                </a:lnTo>
                <a:lnTo>
                  <a:pt x="603" y="1482"/>
                </a:lnTo>
                <a:lnTo>
                  <a:pt x="604" y="1480"/>
                </a:lnTo>
                <a:lnTo>
                  <a:pt x="605" y="1480"/>
                </a:lnTo>
                <a:lnTo>
                  <a:pt x="609" y="1479"/>
                </a:lnTo>
                <a:lnTo>
                  <a:pt x="614" y="1478"/>
                </a:lnTo>
                <a:lnTo>
                  <a:pt x="621" y="1473"/>
                </a:lnTo>
                <a:lnTo>
                  <a:pt x="628" y="1467"/>
                </a:lnTo>
                <a:lnTo>
                  <a:pt x="635" y="1457"/>
                </a:lnTo>
                <a:lnTo>
                  <a:pt x="642" y="1444"/>
                </a:lnTo>
                <a:lnTo>
                  <a:pt x="647" y="1425"/>
                </a:lnTo>
                <a:lnTo>
                  <a:pt x="653" y="1407"/>
                </a:lnTo>
                <a:lnTo>
                  <a:pt x="662" y="1392"/>
                </a:lnTo>
                <a:lnTo>
                  <a:pt x="674" y="1382"/>
                </a:lnTo>
                <a:lnTo>
                  <a:pt x="687" y="1373"/>
                </a:lnTo>
                <a:lnTo>
                  <a:pt x="702" y="1367"/>
                </a:lnTo>
                <a:lnTo>
                  <a:pt x="717" y="1363"/>
                </a:lnTo>
                <a:lnTo>
                  <a:pt x="731" y="1359"/>
                </a:lnTo>
                <a:lnTo>
                  <a:pt x="745" y="1356"/>
                </a:lnTo>
                <a:lnTo>
                  <a:pt x="757" y="1353"/>
                </a:lnTo>
                <a:lnTo>
                  <a:pt x="768" y="1351"/>
                </a:lnTo>
                <a:lnTo>
                  <a:pt x="779" y="1349"/>
                </a:lnTo>
                <a:lnTo>
                  <a:pt x="788" y="1347"/>
                </a:lnTo>
                <a:lnTo>
                  <a:pt x="798" y="1345"/>
                </a:lnTo>
                <a:lnTo>
                  <a:pt x="805" y="1342"/>
                </a:lnTo>
                <a:lnTo>
                  <a:pt x="810" y="1339"/>
                </a:lnTo>
                <a:lnTo>
                  <a:pt x="814" y="1334"/>
                </a:lnTo>
                <a:lnTo>
                  <a:pt x="819" y="1329"/>
                </a:lnTo>
                <a:lnTo>
                  <a:pt x="826" y="1324"/>
                </a:lnTo>
                <a:lnTo>
                  <a:pt x="835" y="1321"/>
                </a:lnTo>
                <a:lnTo>
                  <a:pt x="846" y="1318"/>
                </a:lnTo>
                <a:lnTo>
                  <a:pt x="856" y="1315"/>
                </a:lnTo>
                <a:lnTo>
                  <a:pt x="866" y="1312"/>
                </a:lnTo>
                <a:lnTo>
                  <a:pt x="874" y="1309"/>
                </a:lnTo>
                <a:lnTo>
                  <a:pt x="881" y="1305"/>
                </a:lnTo>
                <a:lnTo>
                  <a:pt x="888" y="1301"/>
                </a:lnTo>
                <a:lnTo>
                  <a:pt x="901" y="1297"/>
                </a:lnTo>
                <a:lnTo>
                  <a:pt x="914" y="1294"/>
                </a:lnTo>
                <a:lnTo>
                  <a:pt x="930" y="1291"/>
                </a:lnTo>
                <a:lnTo>
                  <a:pt x="947" y="1289"/>
                </a:lnTo>
                <a:lnTo>
                  <a:pt x="962" y="1288"/>
                </a:lnTo>
                <a:lnTo>
                  <a:pt x="976" y="1287"/>
                </a:lnTo>
                <a:lnTo>
                  <a:pt x="987" y="1288"/>
                </a:lnTo>
                <a:lnTo>
                  <a:pt x="996" y="1287"/>
                </a:lnTo>
                <a:lnTo>
                  <a:pt x="1002" y="1284"/>
                </a:lnTo>
                <a:lnTo>
                  <a:pt x="1006" y="1277"/>
                </a:lnTo>
                <a:lnTo>
                  <a:pt x="1010" y="1268"/>
                </a:lnTo>
                <a:lnTo>
                  <a:pt x="1013" y="1258"/>
                </a:lnTo>
                <a:lnTo>
                  <a:pt x="1017" y="1247"/>
                </a:lnTo>
                <a:lnTo>
                  <a:pt x="1022" y="1235"/>
                </a:lnTo>
                <a:lnTo>
                  <a:pt x="1029" y="1223"/>
                </a:lnTo>
                <a:lnTo>
                  <a:pt x="1039" y="1212"/>
                </a:lnTo>
                <a:lnTo>
                  <a:pt x="1051" y="1202"/>
                </a:lnTo>
                <a:lnTo>
                  <a:pt x="1064" y="1193"/>
                </a:lnTo>
                <a:lnTo>
                  <a:pt x="1078" y="1185"/>
                </a:lnTo>
                <a:lnTo>
                  <a:pt x="1093" y="1179"/>
                </a:lnTo>
                <a:lnTo>
                  <a:pt x="1106" y="1173"/>
                </a:lnTo>
                <a:lnTo>
                  <a:pt x="1118" y="1169"/>
                </a:lnTo>
                <a:lnTo>
                  <a:pt x="1128" y="1167"/>
                </a:lnTo>
                <a:lnTo>
                  <a:pt x="1137" y="1165"/>
                </a:lnTo>
                <a:lnTo>
                  <a:pt x="1149" y="1161"/>
                </a:lnTo>
                <a:lnTo>
                  <a:pt x="1159" y="1155"/>
                </a:lnTo>
                <a:lnTo>
                  <a:pt x="1168" y="1149"/>
                </a:lnTo>
                <a:lnTo>
                  <a:pt x="1176" y="1142"/>
                </a:lnTo>
                <a:lnTo>
                  <a:pt x="1183" y="1135"/>
                </a:lnTo>
                <a:lnTo>
                  <a:pt x="1187" y="1129"/>
                </a:lnTo>
                <a:lnTo>
                  <a:pt x="1190" y="1122"/>
                </a:lnTo>
                <a:lnTo>
                  <a:pt x="1190" y="1116"/>
                </a:lnTo>
                <a:lnTo>
                  <a:pt x="1188" y="1107"/>
                </a:lnTo>
                <a:lnTo>
                  <a:pt x="1188" y="1097"/>
                </a:lnTo>
                <a:lnTo>
                  <a:pt x="1190" y="1086"/>
                </a:lnTo>
                <a:lnTo>
                  <a:pt x="1192" y="1075"/>
                </a:lnTo>
                <a:lnTo>
                  <a:pt x="1195" y="1063"/>
                </a:lnTo>
                <a:lnTo>
                  <a:pt x="1201" y="1053"/>
                </a:lnTo>
                <a:lnTo>
                  <a:pt x="1209" y="1044"/>
                </a:lnTo>
                <a:lnTo>
                  <a:pt x="1217" y="1038"/>
                </a:lnTo>
                <a:lnTo>
                  <a:pt x="1223" y="1036"/>
                </a:lnTo>
                <a:lnTo>
                  <a:pt x="1228" y="1036"/>
                </a:lnTo>
                <a:lnTo>
                  <a:pt x="1235" y="1038"/>
                </a:lnTo>
                <a:lnTo>
                  <a:pt x="1244" y="1041"/>
                </a:lnTo>
                <a:lnTo>
                  <a:pt x="1257" y="1043"/>
                </a:lnTo>
                <a:lnTo>
                  <a:pt x="1274" y="1043"/>
                </a:lnTo>
                <a:lnTo>
                  <a:pt x="1299" y="1041"/>
                </a:lnTo>
                <a:lnTo>
                  <a:pt x="1313" y="1039"/>
                </a:lnTo>
                <a:lnTo>
                  <a:pt x="1327" y="1037"/>
                </a:lnTo>
                <a:lnTo>
                  <a:pt x="1343" y="1035"/>
                </a:lnTo>
                <a:lnTo>
                  <a:pt x="1357" y="1033"/>
                </a:lnTo>
                <a:lnTo>
                  <a:pt x="1371" y="1030"/>
                </a:lnTo>
                <a:lnTo>
                  <a:pt x="1384" y="1028"/>
                </a:lnTo>
                <a:lnTo>
                  <a:pt x="1399" y="1025"/>
                </a:lnTo>
                <a:lnTo>
                  <a:pt x="1411" y="1022"/>
                </a:lnTo>
                <a:lnTo>
                  <a:pt x="1423" y="1019"/>
                </a:lnTo>
                <a:lnTo>
                  <a:pt x="1434" y="1016"/>
                </a:lnTo>
                <a:lnTo>
                  <a:pt x="1445" y="1013"/>
                </a:lnTo>
                <a:lnTo>
                  <a:pt x="1454" y="1009"/>
                </a:lnTo>
                <a:lnTo>
                  <a:pt x="1461" y="1006"/>
                </a:lnTo>
                <a:lnTo>
                  <a:pt x="1467" y="1002"/>
                </a:lnTo>
                <a:lnTo>
                  <a:pt x="1472" y="998"/>
                </a:lnTo>
                <a:lnTo>
                  <a:pt x="1475" y="993"/>
                </a:lnTo>
                <a:lnTo>
                  <a:pt x="1483" y="982"/>
                </a:lnTo>
                <a:lnTo>
                  <a:pt x="1497" y="966"/>
                </a:lnTo>
                <a:lnTo>
                  <a:pt x="1514" y="950"/>
                </a:lnTo>
                <a:lnTo>
                  <a:pt x="1533" y="933"/>
                </a:lnTo>
                <a:lnTo>
                  <a:pt x="1554" y="915"/>
                </a:lnTo>
                <a:lnTo>
                  <a:pt x="1573" y="899"/>
                </a:lnTo>
                <a:lnTo>
                  <a:pt x="1590" y="885"/>
                </a:lnTo>
                <a:lnTo>
                  <a:pt x="1601" y="875"/>
                </a:lnTo>
                <a:lnTo>
                  <a:pt x="1610" y="863"/>
                </a:lnTo>
                <a:lnTo>
                  <a:pt x="1621" y="846"/>
                </a:lnTo>
                <a:lnTo>
                  <a:pt x="1632" y="827"/>
                </a:lnTo>
                <a:lnTo>
                  <a:pt x="1645" y="805"/>
                </a:lnTo>
                <a:lnTo>
                  <a:pt x="1657" y="785"/>
                </a:lnTo>
                <a:lnTo>
                  <a:pt x="1669" y="766"/>
                </a:lnTo>
                <a:lnTo>
                  <a:pt x="1680" y="753"/>
                </a:lnTo>
                <a:lnTo>
                  <a:pt x="1691" y="746"/>
                </a:lnTo>
                <a:lnTo>
                  <a:pt x="1699" y="742"/>
                </a:lnTo>
                <a:lnTo>
                  <a:pt x="1705" y="736"/>
                </a:lnTo>
                <a:lnTo>
                  <a:pt x="1710" y="729"/>
                </a:lnTo>
                <a:lnTo>
                  <a:pt x="1714" y="720"/>
                </a:lnTo>
                <a:lnTo>
                  <a:pt x="1719" y="712"/>
                </a:lnTo>
                <a:lnTo>
                  <a:pt x="1726" y="704"/>
                </a:lnTo>
                <a:lnTo>
                  <a:pt x="1736" y="698"/>
                </a:lnTo>
                <a:lnTo>
                  <a:pt x="1750" y="692"/>
                </a:lnTo>
                <a:lnTo>
                  <a:pt x="1764" y="687"/>
                </a:lnTo>
                <a:lnTo>
                  <a:pt x="1774" y="681"/>
                </a:lnTo>
                <a:lnTo>
                  <a:pt x="1781" y="675"/>
                </a:lnTo>
                <a:lnTo>
                  <a:pt x="1786" y="668"/>
                </a:lnTo>
                <a:lnTo>
                  <a:pt x="1790" y="662"/>
                </a:lnTo>
                <a:lnTo>
                  <a:pt x="1791" y="656"/>
                </a:lnTo>
                <a:lnTo>
                  <a:pt x="1792" y="650"/>
                </a:lnTo>
                <a:lnTo>
                  <a:pt x="1792" y="645"/>
                </a:lnTo>
                <a:lnTo>
                  <a:pt x="1792" y="640"/>
                </a:lnTo>
                <a:lnTo>
                  <a:pt x="1791" y="636"/>
                </a:lnTo>
                <a:lnTo>
                  <a:pt x="1791" y="632"/>
                </a:lnTo>
                <a:lnTo>
                  <a:pt x="1792" y="627"/>
                </a:lnTo>
                <a:lnTo>
                  <a:pt x="1795" y="623"/>
                </a:lnTo>
                <a:lnTo>
                  <a:pt x="1801" y="617"/>
                </a:lnTo>
                <a:lnTo>
                  <a:pt x="1811" y="612"/>
                </a:lnTo>
                <a:lnTo>
                  <a:pt x="1825" y="605"/>
                </a:lnTo>
                <a:lnTo>
                  <a:pt x="1841" y="596"/>
                </a:lnTo>
                <a:lnTo>
                  <a:pt x="1852" y="582"/>
                </a:lnTo>
                <a:lnTo>
                  <a:pt x="1861" y="566"/>
                </a:lnTo>
                <a:lnTo>
                  <a:pt x="1868" y="550"/>
                </a:lnTo>
                <a:lnTo>
                  <a:pt x="1874" y="534"/>
                </a:lnTo>
                <a:lnTo>
                  <a:pt x="1880" y="519"/>
                </a:lnTo>
                <a:lnTo>
                  <a:pt x="1888" y="509"/>
                </a:lnTo>
                <a:lnTo>
                  <a:pt x="1895" y="504"/>
                </a:lnTo>
                <a:lnTo>
                  <a:pt x="1903" y="500"/>
                </a:lnTo>
                <a:lnTo>
                  <a:pt x="1911" y="494"/>
                </a:lnTo>
                <a:lnTo>
                  <a:pt x="1919" y="486"/>
                </a:lnTo>
                <a:lnTo>
                  <a:pt x="1927" y="477"/>
                </a:lnTo>
                <a:lnTo>
                  <a:pt x="1934" y="466"/>
                </a:lnTo>
                <a:lnTo>
                  <a:pt x="1940" y="456"/>
                </a:lnTo>
                <a:lnTo>
                  <a:pt x="1945" y="447"/>
                </a:lnTo>
                <a:lnTo>
                  <a:pt x="1949" y="439"/>
                </a:lnTo>
                <a:lnTo>
                  <a:pt x="1952" y="431"/>
                </a:lnTo>
                <a:lnTo>
                  <a:pt x="1956" y="420"/>
                </a:lnTo>
                <a:lnTo>
                  <a:pt x="1960" y="409"/>
                </a:lnTo>
                <a:lnTo>
                  <a:pt x="1964" y="397"/>
                </a:lnTo>
                <a:lnTo>
                  <a:pt x="1968" y="385"/>
                </a:lnTo>
                <a:lnTo>
                  <a:pt x="1970" y="374"/>
                </a:lnTo>
                <a:lnTo>
                  <a:pt x="1972" y="363"/>
                </a:lnTo>
                <a:lnTo>
                  <a:pt x="1973" y="355"/>
                </a:lnTo>
                <a:lnTo>
                  <a:pt x="1972" y="347"/>
                </a:lnTo>
                <a:lnTo>
                  <a:pt x="1969" y="337"/>
                </a:lnTo>
                <a:lnTo>
                  <a:pt x="1966" y="327"/>
                </a:lnTo>
                <a:lnTo>
                  <a:pt x="1963" y="315"/>
                </a:lnTo>
                <a:lnTo>
                  <a:pt x="1962" y="305"/>
                </a:lnTo>
                <a:lnTo>
                  <a:pt x="1965" y="295"/>
                </a:lnTo>
                <a:lnTo>
                  <a:pt x="1971" y="287"/>
                </a:lnTo>
                <a:lnTo>
                  <a:pt x="1982" y="282"/>
                </a:lnTo>
                <a:lnTo>
                  <a:pt x="1996" y="277"/>
                </a:lnTo>
                <a:lnTo>
                  <a:pt x="2006" y="272"/>
                </a:lnTo>
                <a:lnTo>
                  <a:pt x="2014" y="265"/>
                </a:lnTo>
                <a:lnTo>
                  <a:pt x="2019" y="257"/>
                </a:lnTo>
                <a:lnTo>
                  <a:pt x="2023" y="249"/>
                </a:lnTo>
                <a:lnTo>
                  <a:pt x="2024" y="241"/>
                </a:lnTo>
                <a:lnTo>
                  <a:pt x="2023" y="231"/>
                </a:lnTo>
                <a:lnTo>
                  <a:pt x="2021" y="221"/>
                </a:lnTo>
                <a:lnTo>
                  <a:pt x="2018" y="209"/>
                </a:lnTo>
                <a:lnTo>
                  <a:pt x="2015" y="197"/>
                </a:lnTo>
                <a:lnTo>
                  <a:pt x="2012" y="185"/>
                </a:lnTo>
                <a:lnTo>
                  <a:pt x="2012" y="173"/>
                </a:lnTo>
                <a:lnTo>
                  <a:pt x="2014" y="161"/>
                </a:lnTo>
                <a:lnTo>
                  <a:pt x="2020" y="151"/>
                </a:lnTo>
                <a:lnTo>
                  <a:pt x="2031" y="142"/>
                </a:lnTo>
                <a:lnTo>
                  <a:pt x="2047" y="136"/>
                </a:lnTo>
                <a:lnTo>
                  <a:pt x="2064" y="130"/>
                </a:lnTo>
                <a:lnTo>
                  <a:pt x="2079" y="122"/>
                </a:lnTo>
                <a:lnTo>
                  <a:pt x="2093" y="113"/>
                </a:lnTo>
                <a:lnTo>
                  <a:pt x="2103" y="105"/>
                </a:lnTo>
                <a:lnTo>
                  <a:pt x="2112" y="97"/>
                </a:lnTo>
                <a:lnTo>
                  <a:pt x="2117" y="91"/>
                </a:lnTo>
                <a:lnTo>
                  <a:pt x="2121" y="87"/>
                </a:lnTo>
                <a:lnTo>
                  <a:pt x="2122" y="85"/>
                </a:lnTo>
                <a:lnTo>
                  <a:pt x="2122" y="83"/>
                </a:lnTo>
                <a:lnTo>
                  <a:pt x="2121" y="78"/>
                </a:lnTo>
                <a:lnTo>
                  <a:pt x="2120" y="70"/>
                </a:lnTo>
                <a:lnTo>
                  <a:pt x="2121" y="60"/>
                </a:lnTo>
                <a:lnTo>
                  <a:pt x="2123" y="52"/>
                </a:lnTo>
                <a:lnTo>
                  <a:pt x="2128" y="44"/>
                </a:lnTo>
                <a:lnTo>
                  <a:pt x="2138" y="39"/>
                </a:lnTo>
                <a:lnTo>
                  <a:pt x="2150" y="38"/>
                </a:lnTo>
                <a:lnTo>
                  <a:pt x="2163" y="38"/>
                </a:lnTo>
                <a:lnTo>
                  <a:pt x="2172" y="37"/>
                </a:lnTo>
                <a:lnTo>
                  <a:pt x="2179" y="35"/>
                </a:lnTo>
                <a:lnTo>
                  <a:pt x="2187" y="33"/>
                </a:lnTo>
                <a:lnTo>
                  <a:pt x="2195" y="31"/>
                </a:lnTo>
                <a:lnTo>
                  <a:pt x="2205" y="32"/>
                </a:lnTo>
                <a:lnTo>
                  <a:pt x="2220" y="33"/>
                </a:lnTo>
                <a:lnTo>
                  <a:pt x="2240" y="38"/>
                </a:lnTo>
                <a:lnTo>
                  <a:pt x="2258" y="41"/>
                </a:lnTo>
                <a:lnTo>
                  <a:pt x="2268" y="37"/>
                </a:lnTo>
                <a:lnTo>
                  <a:pt x="2273" y="31"/>
                </a:lnTo>
                <a:lnTo>
                  <a:pt x="2276" y="22"/>
                </a:lnTo>
                <a:lnTo>
                  <a:pt x="2278" y="12"/>
                </a:lnTo>
                <a:lnTo>
                  <a:pt x="2283" y="5"/>
                </a:lnTo>
                <a:lnTo>
                  <a:pt x="2293" y="1"/>
                </a:lnTo>
                <a:lnTo>
                  <a:pt x="2310" y="3"/>
                </a:lnTo>
                <a:lnTo>
                  <a:pt x="2329" y="6"/>
                </a:lnTo>
                <a:lnTo>
                  <a:pt x="2345" y="5"/>
                </a:lnTo>
                <a:lnTo>
                  <a:pt x="2357" y="3"/>
                </a:lnTo>
                <a:lnTo>
                  <a:pt x="2367" y="0"/>
                </a:lnTo>
                <a:lnTo>
                  <a:pt x="2374" y="0"/>
                </a:lnTo>
                <a:lnTo>
                  <a:pt x="2381" y="2"/>
                </a:lnTo>
                <a:lnTo>
                  <a:pt x="2389" y="11"/>
                </a:lnTo>
                <a:lnTo>
                  <a:pt x="2397" y="27"/>
                </a:lnTo>
                <a:lnTo>
                  <a:pt x="2402" y="37"/>
                </a:lnTo>
                <a:lnTo>
                  <a:pt x="2407" y="49"/>
                </a:lnTo>
                <a:lnTo>
                  <a:pt x="2413" y="61"/>
                </a:lnTo>
                <a:lnTo>
                  <a:pt x="2420" y="75"/>
                </a:lnTo>
                <a:lnTo>
                  <a:pt x="2428" y="88"/>
                </a:lnTo>
                <a:lnTo>
                  <a:pt x="2437" y="101"/>
                </a:lnTo>
                <a:lnTo>
                  <a:pt x="2445" y="114"/>
                </a:lnTo>
                <a:lnTo>
                  <a:pt x="2453" y="128"/>
                </a:lnTo>
                <a:lnTo>
                  <a:pt x="2461" y="141"/>
                </a:lnTo>
                <a:lnTo>
                  <a:pt x="2469" y="153"/>
                </a:lnTo>
                <a:lnTo>
                  <a:pt x="2477" y="164"/>
                </a:lnTo>
                <a:lnTo>
                  <a:pt x="2486" y="174"/>
                </a:lnTo>
                <a:lnTo>
                  <a:pt x="2493" y="183"/>
                </a:lnTo>
                <a:lnTo>
                  <a:pt x="2500" y="190"/>
                </a:lnTo>
                <a:lnTo>
                  <a:pt x="2506" y="195"/>
                </a:lnTo>
                <a:lnTo>
                  <a:pt x="2511" y="198"/>
                </a:lnTo>
                <a:lnTo>
                  <a:pt x="2522" y="204"/>
                </a:lnTo>
                <a:lnTo>
                  <a:pt x="2538" y="214"/>
                </a:lnTo>
                <a:lnTo>
                  <a:pt x="2555" y="227"/>
                </a:lnTo>
                <a:lnTo>
                  <a:pt x="2573" y="242"/>
                </a:lnTo>
                <a:lnTo>
                  <a:pt x="2591" y="258"/>
                </a:lnTo>
                <a:lnTo>
                  <a:pt x="2608" y="275"/>
                </a:lnTo>
                <a:lnTo>
                  <a:pt x="2623" y="292"/>
                </a:lnTo>
                <a:lnTo>
                  <a:pt x="2634" y="307"/>
                </a:lnTo>
                <a:lnTo>
                  <a:pt x="2640" y="314"/>
                </a:lnTo>
                <a:lnTo>
                  <a:pt x="2647" y="321"/>
                </a:lnTo>
                <a:lnTo>
                  <a:pt x="2654" y="326"/>
                </a:lnTo>
                <a:lnTo>
                  <a:pt x="2662" y="330"/>
                </a:lnTo>
                <a:lnTo>
                  <a:pt x="2671" y="333"/>
                </a:lnTo>
                <a:lnTo>
                  <a:pt x="2681" y="336"/>
                </a:lnTo>
                <a:lnTo>
                  <a:pt x="2692" y="338"/>
                </a:lnTo>
                <a:lnTo>
                  <a:pt x="2704" y="339"/>
                </a:lnTo>
                <a:lnTo>
                  <a:pt x="2715" y="341"/>
                </a:lnTo>
                <a:lnTo>
                  <a:pt x="2727" y="342"/>
                </a:lnTo>
                <a:lnTo>
                  <a:pt x="2740" y="342"/>
                </a:lnTo>
                <a:lnTo>
                  <a:pt x="2752" y="343"/>
                </a:lnTo>
                <a:lnTo>
                  <a:pt x="2765" y="343"/>
                </a:lnTo>
                <a:lnTo>
                  <a:pt x="2777" y="343"/>
                </a:lnTo>
                <a:lnTo>
                  <a:pt x="2791" y="344"/>
                </a:lnTo>
                <a:lnTo>
                  <a:pt x="2803" y="344"/>
                </a:lnTo>
                <a:lnTo>
                  <a:pt x="2825" y="344"/>
                </a:lnTo>
                <a:lnTo>
                  <a:pt x="2843" y="342"/>
                </a:lnTo>
                <a:lnTo>
                  <a:pt x="2858" y="340"/>
                </a:lnTo>
                <a:lnTo>
                  <a:pt x="2870" y="338"/>
                </a:lnTo>
                <a:lnTo>
                  <a:pt x="2881" y="338"/>
                </a:lnTo>
                <a:lnTo>
                  <a:pt x="2892" y="340"/>
                </a:lnTo>
                <a:lnTo>
                  <a:pt x="2904" y="345"/>
                </a:lnTo>
                <a:lnTo>
                  <a:pt x="2917" y="355"/>
                </a:lnTo>
                <a:lnTo>
                  <a:pt x="2924" y="360"/>
                </a:lnTo>
                <a:lnTo>
                  <a:pt x="2933" y="364"/>
                </a:lnTo>
                <a:lnTo>
                  <a:pt x="2943" y="367"/>
                </a:lnTo>
                <a:lnTo>
                  <a:pt x="2954" y="369"/>
                </a:lnTo>
                <a:lnTo>
                  <a:pt x="2965" y="369"/>
                </a:lnTo>
                <a:lnTo>
                  <a:pt x="2976" y="369"/>
                </a:lnTo>
                <a:lnTo>
                  <a:pt x="2989" y="369"/>
                </a:lnTo>
                <a:lnTo>
                  <a:pt x="3001" y="368"/>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54" name="Freeform 1011">
            <a:extLst>
              <a:ext uri="{FF2B5EF4-FFF2-40B4-BE49-F238E27FC236}">
                <a16:creationId xmlns:a16="http://schemas.microsoft.com/office/drawing/2014/main" id="{EA7DE447-E15E-D015-0FE1-D69703C6E7C9}"/>
              </a:ext>
            </a:extLst>
          </p:cNvPr>
          <p:cNvSpPr>
            <a:spLocks/>
          </p:cNvSpPr>
          <p:nvPr/>
        </p:nvSpPr>
        <p:spPr bwMode="auto">
          <a:xfrm>
            <a:off x="6127750" y="4168775"/>
            <a:ext cx="501650" cy="377825"/>
          </a:xfrm>
          <a:custGeom>
            <a:avLst/>
            <a:gdLst>
              <a:gd name="T0" fmla="*/ 2147483646 w 3021"/>
              <a:gd name="T1" fmla="*/ 2147483646 h 2545"/>
              <a:gd name="T2" fmla="*/ 2147483646 w 3021"/>
              <a:gd name="T3" fmla="*/ 2147483646 h 2545"/>
              <a:gd name="T4" fmla="*/ 2147483646 w 3021"/>
              <a:gd name="T5" fmla="*/ 2147483646 h 2545"/>
              <a:gd name="T6" fmla="*/ 2147483646 w 3021"/>
              <a:gd name="T7" fmla="*/ 2147483646 h 2545"/>
              <a:gd name="T8" fmla="*/ 2147483646 w 3021"/>
              <a:gd name="T9" fmla="*/ 2147483646 h 2545"/>
              <a:gd name="T10" fmla="*/ 2147483646 w 3021"/>
              <a:gd name="T11" fmla="*/ 2147483646 h 2545"/>
              <a:gd name="T12" fmla="*/ 2147483646 w 3021"/>
              <a:gd name="T13" fmla="*/ 2147483646 h 2545"/>
              <a:gd name="T14" fmla="*/ 2147483646 w 3021"/>
              <a:gd name="T15" fmla="*/ 2147483646 h 2545"/>
              <a:gd name="T16" fmla="*/ 2147483646 w 3021"/>
              <a:gd name="T17" fmla="*/ 2147483646 h 2545"/>
              <a:gd name="T18" fmla="*/ 2147483646 w 3021"/>
              <a:gd name="T19" fmla="*/ 2147483646 h 2545"/>
              <a:gd name="T20" fmla="*/ 2147483646 w 3021"/>
              <a:gd name="T21" fmla="*/ 2147483646 h 2545"/>
              <a:gd name="T22" fmla="*/ 2147483646 w 3021"/>
              <a:gd name="T23" fmla="*/ 2147483646 h 2545"/>
              <a:gd name="T24" fmla="*/ 2147483646 w 3021"/>
              <a:gd name="T25" fmla="*/ 2147483646 h 2545"/>
              <a:gd name="T26" fmla="*/ 2147483646 w 3021"/>
              <a:gd name="T27" fmla="*/ 2147483646 h 2545"/>
              <a:gd name="T28" fmla="*/ 2147483646 w 3021"/>
              <a:gd name="T29" fmla="*/ 2147483646 h 2545"/>
              <a:gd name="T30" fmla="*/ 2147483646 w 3021"/>
              <a:gd name="T31" fmla="*/ 2147483646 h 2545"/>
              <a:gd name="T32" fmla="*/ 2147483646 w 3021"/>
              <a:gd name="T33" fmla="*/ 2147483646 h 2545"/>
              <a:gd name="T34" fmla="*/ 2147483646 w 3021"/>
              <a:gd name="T35" fmla="*/ 2147483646 h 2545"/>
              <a:gd name="T36" fmla="*/ 2147483646 w 3021"/>
              <a:gd name="T37" fmla="*/ 2147483646 h 2545"/>
              <a:gd name="T38" fmla="*/ 2147483646 w 3021"/>
              <a:gd name="T39" fmla="*/ 2147483646 h 2545"/>
              <a:gd name="T40" fmla="*/ 2147483646 w 3021"/>
              <a:gd name="T41" fmla="*/ 2147483646 h 2545"/>
              <a:gd name="T42" fmla="*/ 2147483646 w 3021"/>
              <a:gd name="T43" fmla="*/ 2147483646 h 2545"/>
              <a:gd name="T44" fmla="*/ 2147483646 w 3021"/>
              <a:gd name="T45" fmla="*/ 2147483646 h 2545"/>
              <a:gd name="T46" fmla="*/ 2147483646 w 3021"/>
              <a:gd name="T47" fmla="*/ 2147483646 h 2545"/>
              <a:gd name="T48" fmla="*/ 2147483646 w 3021"/>
              <a:gd name="T49" fmla="*/ 2147483646 h 2545"/>
              <a:gd name="T50" fmla="*/ 2147483646 w 3021"/>
              <a:gd name="T51" fmla="*/ 2147483646 h 2545"/>
              <a:gd name="T52" fmla="*/ 2147483646 w 3021"/>
              <a:gd name="T53" fmla="*/ 2147483646 h 2545"/>
              <a:gd name="T54" fmla="*/ 2147483646 w 3021"/>
              <a:gd name="T55" fmla="*/ 2147483646 h 2545"/>
              <a:gd name="T56" fmla="*/ 2147483646 w 3021"/>
              <a:gd name="T57" fmla="*/ 2147483646 h 2545"/>
              <a:gd name="T58" fmla="*/ 2147483646 w 3021"/>
              <a:gd name="T59" fmla="*/ 2147483646 h 2545"/>
              <a:gd name="T60" fmla="*/ 2147483646 w 3021"/>
              <a:gd name="T61" fmla="*/ 2147483646 h 2545"/>
              <a:gd name="T62" fmla="*/ 2147483646 w 3021"/>
              <a:gd name="T63" fmla="*/ 2147483646 h 2545"/>
              <a:gd name="T64" fmla="*/ 2147483646 w 3021"/>
              <a:gd name="T65" fmla="*/ 2147483646 h 2545"/>
              <a:gd name="T66" fmla="*/ 2147483646 w 3021"/>
              <a:gd name="T67" fmla="*/ 2147483646 h 2545"/>
              <a:gd name="T68" fmla="*/ 2147483646 w 3021"/>
              <a:gd name="T69" fmla="*/ 2147483646 h 2545"/>
              <a:gd name="T70" fmla="*/ 2147483646 w 3021"/>
              <a:gd name="T71" fmla="*/ 2147483646 h 2545"/>
              <a:gd name="T72" fmla="*/ 2147483646 w 3021"/>
              <a:gd name="T73" fmla="*/ 2147483646 h 2545"/>
              <a:gd name="T74" fmla="*/ 2147483646 w 3021"/>
              <a:gd name="T75" fmla="*/ 2147483646 h 2545"/>
              <a:gd name="T76" fmla="*/ 2147483646 w 3021"/>
              <a:gd name="T77" fmla="*/ 2147483646 h 2545"/>
              <a:gd name="T78" fmla="*/ 2147483646 w 3021"/>
              <a:gd name="T79" fmla="*/ 2147483646 h 2545"/>
              <a:gd name="T80" fmla="*/ 2147483646 w 3021"/>
              <a:gd name="T81" fmla="*/ 2147483646 h 2545"/>
              <a:gd name="T82" fmla="*/ 2147483646 w 3021"/>
              <a:gd name="T83" fmla="*/ 2147483646 h 2545"/>
              <a:gd name="T84" fmla="*/ 2147483646 w 3021"/>
              <a:gd name="T85" fmla="*/ 2147483646 h 2545"/>
              <a:gd name="T86" fmla="*/ 2147483646 w 3021"/>
              <a:gd name="T87" fmla="*/ 2147483646 h 2545"/>
              <a:gd name="T88" fmla="*/ 2147483646 w 3021"/>
              <a:gd name="T89" fmla="*/ 2147483646 h 2545"/>
              <a:gd name="T90" fmla="*/ 2147483646 w 3021"/>
              <a:gd name="T91" fmla="*/ 2147483646 h 2545"/>
              <a:gd name="T92" fmla="*/ 2147483646 w 3021"/>
              <a:gd name="T93" fmla="*/ 2147483646 h 2545"/>
              <a:gd name="T94" fmla="*/ 2147483646 w 3021"/>
              <a:gd name="T95" fmla="*/ 2147483646 h 2545"/>
              <a:gd name="T96" fmla="*/ 2147483646 w 3021"/>
              <a:gd name="T97" fmla="*/ 2147483646 h 2545"/>
              <a:gd name="T98" fmla="*/ 2147483646 w 3021"/>
              <a:gd name="T99" fmla="*/ 2147483646 h 2545"/>
              <a:gd name="T100" fmla="*/ 2147483646 w 3021"/>
              <a:gd name="T101" fmla="*/ 2147483646 h 2545"/>
              <a:gd name="T102" fmla="*/ 2147483646 w 3021"/>
              <a:gd name="T103" fmla="*/ 2147483646 h 2545"/>
              <a:gd name="T104" fmla="*/ 2147483646 w 3021"/>
              <a:gd name="T105" fmla="*/ 2147483646 h 2545"/>
              <a:gd name="T106" fmla="*/ 2147483646 w 3021"/>
              <a:gd name="T107" fmla="*/ 2147483646 h 2545"/>
              <a:gd name="T108" fmla="*/ 2147483646 w 3021"/>
              <a:gd name="T109" fmla="*/ 2147483646 h 2545"/>
              <a:gd name="T110" fmla="*/ 2147483646 w 3021"/>
              <a:gd name="T111" fmla="*/ 2147483646 h 2545"/>
              <a:gd name="T112" fmla="*/ 2147483646 w 3021"/>
              <a:gd name="T113" fmla="*/ 2147483646 h 2545"/>
              <a:gd name="T114" fmla="*/ 2147483646 w 3021"/>
              <a:gd name="T115" fmla="*/ 2147483646 h 2545"/>
              <a:gd name="T116" fmla="*/ 2147483646 w 3021"/>
              <a:gd name="T117" fmla="*/ 2147483646 h 2545"/>
              <a:gd name="T118" fmla="*/ 2147483646 w 3021"/>
              <a:gd name="T119" fmla="*/ 2147483646 h 2545"/>
              <a:gd name="T120" fmla="*/ 2147483646 w 3021"/>
              <a:gd name="T121" fmla="*/ 2147483646 h 2545"/>
              <a:gd name="T122" fmla="*/ 2147483646 w 3021"/>
              <a:gd name="T123" fmla="*/ 2147483646 h 254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021" h="2545">
                <a:moveTo>
                  <a:pt x="3001" y="368"/>
                </a:moveTo>
                <a:lnTo>
                  <a:pt x="3007" y="388"/>
                </a:lnTo>
                <a:lnTo>
                  <a:pt x="3009" y="391"/>
                </a:lnTo>
                <a:lnTo>
                  <a:pt x="3012" y="400"/>
                </a:lnTo>
                <a:lnTo>
                  <a:pt x="3017" y="413"/>
                </a:lnTo>
                <a:lnTo>
                  <a:pt x="3020" y="430"/>
                </a:lnTo>
                <a:lnTo>
                  <a:pt x="3021" y="446"/>
                </a:lnTo>
                <a:lnTo>
                  <a:pt x="3017" y="462"/>
                </a:lnTo>
                <a:lnTo>
                  <a:pt x="3008" y="477"/>
                </a:lnTo>
                <a:lnTo>
                  <a:pt x="2991" y="488"/>
                </a:lnTo>
                <a:lnTo>
                  <a:pt x="2979" y="492"/>
                </a:lnTo>
                <a:lnTo>
                  <a:pt x="2968" y="496"/>
                </a:lnTo>
                <a:lnTo>
                  <a:pt x="2956" y="500"/>
                </a:lnTo>
                <a:lnTo>
                  <a:pt x="2944" y="503"/>
                </a:lnTo>
                <a:lnTo>
                  <a:pt x="2931" y="507"/>
                </a:lnTo>
                <a:lnTo>
                  <a:pt x="2918" y="510"/>
                </a:lnTo>
                <a:lnTo>
                  <a:pt x="2905" y="513"/>
                </a:lnTo>
                <a:lnTo>
                  <a:pt x="2892" y="516"/>
                </a:lnTo>
                <a:lnTo>
                  <a:pt x="2878" y="518"/>
                </a:lnTo>
                <a:lnTo>
                  <a:pt x="2866" y="522"/>
                </a:lnTo>
                <a:lnTo>
                  <a:pt x="2854" y="524"/>
                </a:lnTo>
                <a:lnTo>
                  <a:pt x="2843" y="525"/>
                </a:lnTo>
                <a:lnTo>
                  <a:pt x="2831" y="526"/>
                </a:lnTo>
                <a:lnTo>
                  <a:pt x="2822" y="527"/>
                </a:lnTo>
                <a:lnTo>
                  <a:pt x="2813" y="527"/>
                </a:lnTo>
                <a:lnTo>
                  <a:pt x="2805" y="527"/>
                </a:lnTo>
                <a:lnTo>
                  <a:pt x="2797" y="528"/>
                </a:lnTo>
                <a:lnTo>
                  <a:pt x="2789" y="531"/>
                </a:lnTo>
                <a:lnTo>
                  <a:pt x="2779" y="537"/>
                </a:lnTo>
                <a:lnTo>
                  <a:pt x="2769" y="545"/>
                </a:lnTo>
                <a:lnTo>
                  <a:pt x="2758" y="555"/>
                </a:lnTo>
                <a:lnTo>
                  <a:pt x="2747" y="566"/>
                </a:lnTo>
                <a:lnTo>
                  <a:pt x="2736" y="579"/>
                </a:lnTo>
                <a:lnTo>
                  <a:pt x="2723" y="592"/>
                </a:lnTo>
                <a:lnTo>
                  <a:pt x="2711" y="606"/>
                </a:lnTo>
                <a:lnTo>
                  <a:pt x="2700" y="621"/>
                </a:lnTo>
                <a:lnTo>
                  <a:pt x="2688" y="636"/>
                </a:lnTo>
                <a:lnTo>
                  <a:pt x="2676" y="650"/>
                </a:lnTo>
                <a:lnTo>
                  <a:pt x="2665" y="663"/>
                </a:lnTo>
                <a:lnTo>
                  <a:pt x="2655" y="677"/>
                </a:lnTo>
                <a:lnTo>
                  <a:pt x="2645" y="688"/>
                </a:lnTo>
                <a:lnTo>
                  <a:pt x="2636" y="698"/>
                </a:lnTo>
                <a:lnTo>
                  <a:pt x="2625" y="707"/>
                </a:lnTo>
                <a:lnTo>
                  <a:pt x="2614" y="718"/>
                </a:lnTo>
                <a:lnTo>
                  <a:pt x="2601" y="730"/>
                </a:lnTo>
                <a:lnTo>
                  <a:pt x="2587" y="742"/>
                </a:lnTo>
                <a:lnTo>
                  <a:pt x="2571" y="754"/>
                </a:lnTo>
                <a:lnTo>
                  <a:pt x="2557" y="766"/>
                </a:lnTo>
                <a:lnTo>
                  <a:pt x="2542" y="779"/>
                </a:lnTo>
                <a:lnTo>
                  <a:pt x="2526" y="791"/>
                </a:lnTo>
                <a:lnTo>
                  <a:pt x="2512" y="803"/>
                </a:lnTo>
                <a:lnTo>
                  <a:pt x="2499" y="813"/>
                </a:lnTo>
                <a:lnTo>
                  <a:pt x="2487" y="824"/>
                </a:lnTo>
                <a:lnTo>
                  <a:pt x="2475" y="832"/>
                </a:lnTo>
                <a:lnTo>
                  <a:pt x="2466" y="839"/>
                </a:lnTo>
                <a:lnTo>
                  <a:pt x="2460" y="845"/>
                </a:lnTo>
                <a:lnTo>
                  <a:pt x="2455" y="848"/>
                </a:lnTo>
                <a:lnTo>
                  <a:pt x="2454" y="849"/>
                </a:lnTo>
                <a:lnTo>
                  <a:pt x="2450" y="851"/>
                </a:lnTo>
                <a:lnTo>
                  <a:pt x="2440" y="856"/>
                </a:lnTo>
                <a:lnTo>
                  <a:pt x="2424" y="864"/>
                </a:lnTo>
                <a:lnTo>
                  <a:pt x="2407" y="875"/>
                </a:lnTo>
                <a:lnTo>
                  <a:pt x="2390" y="887"/>
                </a:lnTo>
                <a:lnTo>
                  <a:pt x="2374" y="899"/>
                </a:lnTo>
                <a:lnTo>
                  <a:pt x="2364" y="912"/>
                </a:lnTo>
                <a:lnTo>
                  <a:pt x="2360" y="925"/>
                </a:lnTo>
                <a:lnTo>
                  <a:pt x="2360" y="938"/>
                </a:lnTo>
                <a:lnTo>
                  <a:pt x="2360" y="950"/>
                </a:lnTo>
                <a:lnTo>
                  <a:pt x="2359" y="963"/>
                </a:lnTo>
                <a:lnTo>
                  <a:pt x="2358" y="977"/>
                </a:lnTo>
                <a:lnTo>
                  <a:pt x="2356" y="989"/>
                </a:lnTo>
                <a:lnTo>
                  <a:pt x="2352" y="1002"/>
                </a:lnTo>
                <a:lnTo>
                  <a:pt x="2348" y="1014"/>
                </a:lnTo>
                <a:lnTo>
                  <a:pt x="2342" y="1027"/>
                </a:lnTo>
                <a:lnTo>
                  <a:pt x="2334" y="1039"/>
                </a:lnTo>
                <a:lnTo>
                  <a:pt x="2329" y="1051"/>
                </a:lnTo>
                <a:lnTo>
                  <a:pt x="2326" y="1063"/>
                </a:lnTo>
                <a:lnTo>
                  <a:pt x="2324" y="1077"/>
                </a:lnTo>
                <a:lnTo>
                  <a:pt x="2323" y="1090"/>
                </a:lnTo>
                <a:lnTo>
                  <a:pt x="2323" y="1103"/>
                </a:lnTo>
                <a:lnTo>
                  <a:pt x="2324" y="1117"/>
                </a:lnTo>
                <a:lnTo>
                  <a:pt x="2327" y="1131"/>
                </a:lnTo>
                <a:lnTo>
                  <a:pt x="2331" y="1144"/>
                </a:lnTo>
                <a:lnTo>
                  <a:pt x="2338" y="1158"/>
                </a:lnTo>
                <a:lnTo>
                  <a:pt x="2344" y="1172"/>
                </a:lnTo>
                <a:lnTo>
                  <a:pt x="2350" y="1188"/>
                </a:lnTo>
                <a:lnTo>
                  <a:pt x="2354" y="1205"/>
                </a:lnTo>
                <a:lnTo>
                  <a:pt x="2354" y="1223"/>
                </a:lnTo>
                <a:lnTo>
                  <a:pt x="2351" y="1244"/>
                </a:lnTo>
                <a:lnTo>
                  <a:pt x="2342" y="1267"/>
                </a:lnTo>
                <a:lnTo>
                  <a:pt x="2331" y="1289"/>
                </a:lnTo>
                <a:lnTo>
                  <a:pt x="2327" y="1306"/>
                </a:lnTo>
                <a:lnTo>
                  <a:pt x="2327" y="1320"/>
                </a:lnTo>
                <a:lnTo>
                  <a:pt x="2331" y="1330"/>
                </a:lnTo>
                <a:lnTo>
                  <a:pt x="2337" y="1338"/>
                </a:lnTo>
                <a:lnTo>
                  <a:pt x="2344" y="1344"/>
                </a:lnTo>
                <a:lnTo>
                  <a:pt x="2351" y="1349"/>
                </a:lnTo>
                <a:lnTo>
                  <a:pt x="2356" y="1353"/>
                </a:lnTo>
                <a:lnTo>
                  <a:pt x="2362" y="1357"/>
                </a:lnTo>
                <a:lnTo>
                  <a:pt x="2372" y="1360"/>
                </a:lnTo>
                <a:lnTo>
                  <a:pt x="2384" y="1365"/>
                </a:lnTo>
                <a:lnTo>
                  <a:pt x="2397" y="1371"/>
                </a:lnTo>
                <a:lnTo>
                  <a:pt x="2407" y="1380"/>
                </a:lnTo>
                <a:lnTo>
                  <a:pt x="2414" y="1391"/>
                </a:lnTo>
                <a:lnTo>
                  <a:pt x="2416" y="1405"/>
                </a:lnTo>
                <a:lnTo>
                  <a:pt x="2411" y="1424"/>
                </a:lnTo>
                <a:lnTo>
                  <a:pt x="2401" y="1446"/>
                </a:lnTo>
                <a:lnTo>
                  <a:pt x="2390" y="1468"/>
                </a:lnTo>
                <a:lnTo>
                  <a:pt x="2378" y="1490"/>
                </a:lnTo>
                <a:lnTo>
                  <a:pt x="2368" y="1509"/>
                </a:lnTo>
                <a:lnTo>
                  <a:pt x="2360" y="1528"/>
                </a:lnTo>
                <a:lnTo>
                  <a:pt x="2357" y="1544"/>
                </a:lnTo>
                <a:lnTo>
                  <a:pt x="2358" y="1556"/>
                </a:lnTo>
                <a:lnTo>
                  <a:pt x="2366" y="1565"/>
                </a:lnTo>
                <a:lnTo>
                  <a:pt x="2375" y="1572"/>
                </a:lnTo>
                <a:lnTo>
                  <a:pt x="2382" y="1578"/>
                </a:lnTo>
                <a:lnTo>
                  <a:pt x="2387" y="1582"/>
                </a:lnTo>
                <a:lnTo>
                  <a:pt x="2388" y="1584"/>
                </a:lnTo>
                <a:lnTo>
                  <a:pt x="2389" y="1586"/>
                </a:lnTo>
                <a:lnTo>
                  <a:pt x="2388" y="1587"/>
                </a:lnTo>
                <a:lnTo>
                  <a:pt x="2387" y="1588"/>
                </a:lnTo>
                <a:lnTo>
                  <a:pt x="2382" y="1590"/>
                </a:lnTo>
                <a:lnTo>
                  <a:pt x="2372" y="1597"/>
                </a:lnTo>
                <a:lnTo>
                  <a:pt x="2358" y="1607"/>
                </a:lnTo>
                <a:lnTo>
                  <a:pt x="2342" y="1618"/>
                </a:lnTo>
                <a:lnTo>
                  <a:pt x="2325" y="1631"/>
                </a:lnTo>
                <a:lnTo>
                  <a:pt x="2310" y="1643"/>
                </a:lnTo>
                <a:lnTo>
                  <a:pt x="2299" y="1653"/>
                </a:lnTo>
                <a:lnTo>
                  <a:pt x="2293" y="1661"/>
                </a:lnTo>
                <a:lnTo>
                  <a:pt x="2290" y="1669"/>
                </a:lnTo>
                <a:lnTo>
                  <a:pt x="2284" y="1681"/>
                </a:lnTo>
                <a:lnTo>
                  <a:pt x="2276" y="1696"/>
                </a:lnTo>
                <a:lnTo>
                  <a:pt x="2268" y="1713"/>
                </a:lnTo>
                <a:lnTo>
                  <a:pt x="2259" y="1734"/>
                </a:lnTo>
                <a:lnTo>
                  <a:pt x="2250" y="1756"/>
                </a:lnTo>
                <a:lnTo>
                  <a:pt x="2242" y="1780"/>
                </a:lnTo>
                <a:lnTo>
                  <a:pt x="2235" y="1804"/>
                </a:lnTo>
                <a:lnTo>
                  <a:pt x="2229" y="1827"/>
                </a:lnTo>
                <a:lnTo>
                  <a:pt x="2220" y="1846"/>
                </a:lnTo>
                <a:lnTo>
                  <a:pt x="2209" y="1861"/>
                </a:lnTo>
                <a:lnTo>
                  <a:pt x="2196" y="1873"/>
                </a:lnTo>
                <a:lnTo>
                  <a:pt x="2181" y="1883"/>
                </a:lnTo>
                <a:lnTo>
                  <a:pt x="2165" y="1891"/>
                </a:lnTo>
                <a:lnTo>
                  <a:pt x="2147" y="1898"/>
                </a:lnTo>
                <a:lnTo>
                  <a:pt x="2127" y="1904"/>
                </a:lnTo>
                <a:lnTo>
                  <a:pt x="2117" y="1907"/>
                </a:lnTo>
                <a:lnTo>
                  <a:pt x="2107" y="1909"/>
                </a:lnTo>
                <a:lnTo>
                  <a:pt x="2097" y="1910"/>
                </a:lnTo>
                <a:lnTo>
                  <a:pt x="2085" y="1912"/>
                </a:lnTo>
                <a:lnTo>
                  <a:pt x="2075" y="1914"/>
                </a:lnTo>
                <a:lnTo>
                  <a:pt x="2064" y="1915"/>
                </a:lnTo>
                <a:lnTo>
                  <a:pt x="2053" y="1917"/>
                </a:lnTo>
                <a:lnTo>
                  <a:pt x="2043" y="1920"/>
                </a:lnTo>
                <a:lnTo>
                  <a:pt x="2031" y="1923"/>
                </a:lnTo>
                <a:lnTo>
                  <a:pt x="2020" y="1928"/>
                </a:lnTo>
                <a:lnTo>
                  <a:pt x="2010" y="1934"/>
                </a:lnTo>
                <a:lnTo>
                  <a:pt x="2000" y="1941"/>
                </a:lnTo>
                <a:lnTo>
                  <a:pt x="1990" y="1949"/>
                </a:lnTo>
                <a:lnTo>
                  <a:pt x="1979" y="1959"/>
                </a:lnTo>
                <a:lnTo>
                  <a:pt x="1969" y="1971"/>
                </a:lnTo>
                <a:lnTo>
                  <a:pt x="1960" y="1986"/>
                </a:lnTo>
                <a:lnTo>
                  <a:pt x="1943" y="2010"/>
                </a:lnTo>
                <a:lnTo>
                  <a:pt x="1927" y="2026"/>
                </a:lnTo>
                <a:lnTo>
                  <a:pt x="1912" y="2035"/>
                </a:lnTo>
                <a:lnTo>
                  <a:pt x="1898" y="2038"/>
                </a:lnTo>
                <a:lnTo>
                  <a:pt x="1882" y="2040"/>
                </a:lnTo>
                <a:lnTo>
                  <a:pt x="1867" y="2041"/>
                </a:lnTo>
                <a:lnTo>
                  <a:pt x="1851" y="2046"/>
                </a:lnTo>
                <a:lnTo>
                  <a:pt x="1833" y="2055"/>
                </a:lnTo>
                <a:lnTo>
                  <a:pt x="1815" y="2070"/>
                </a:lnTo>
                <a:lnTo>
                  <a:pt x="1797" y="2090"/>
                </a:lnTo>
                <a:lnTo>
                  <a:pt x="1778" y="2110"/>
                </a:lnTo>
                <a:lnTo>
                  <a:pt x="1761" y="2131"/>
                </a:lnTo>
                <a:lnTo>
                  <a:pt x="1745" y="2151"/>
                </a:lnTo>
                <a:lnTo>
                  <a:pt x="1730" y="2168"/>
                </a:lnTo>
                <a:lnTo>
                  <a:pt x="1719" y="2183"/>
                </a:lnTo>
                <a:lnTo>
                  <a:pt x="1711" y="2192"/>
                </a:lnTo>
                <a:lnTo>
                  <a:pt x="1702" y="2200"/>
                </a:lnTo>
                <a:lnTo>
                  <a:pt x="1686" y="2211"/>
                </a:lnTo>
                <a:lnTo>
                  <a:pt x="1669" y="2222"/>
                </a:lnTo>
                <a:lnTo>
                  <a:pt x="1650" y="2235"/>
                </a:lnTo>
                <a:lnTo>
                  <a:pt x="1631" y="2246"/>
                </a:lnTo>
                <a:lnTo>
                  <a:pt x="1616" y="2255"/>
                </a:lnTo>
                <a:lnTo>
                  <a:pt x="1605" y="2261"/>
                </a:lnTo>
                <a:lnTo>
                  <a:pt x="1601" y="2263"/>
                </a:lnTo>
                <a:lnTo>
                  <a:pt x="1599" y="2262"/>
                </a:lnTo>
                <a:lnTo>
                  <a:pt x="1594" y="2261"/>
                </a:lnTo>
                <a:lnTo>
                  <a:pt x="1585" y="2258"/>
                </a:lnTo>
                <a:lnTo>
                  <a:pt x="1576" y="2254"/>
                </a:lnTo>
                <a:lnTo>
                  <a:pt x="1565" y="2249"/>
                </a:lnTo>
                <a:lnTo>
                  <a:pt x="1554" y="2244"/>
                </a:lnTo>
                <a:lnTo>
                  <a:pt x="1542" y="2237"/>
                </a:lnTo>
                <a:lnTo>
                  <a:pt x="1531" y="2228"/>
                </a:lnTo>
                <a:lnTo>
                  <a:pt x="1522" y="2222"/>
                </a:lnTo>
                <a:lnTo>
                  <a:pt x="1514" y="2220"/>
                </a:lnTo>
                <a:lnTo>
                  <a:pt x="1506" y="2222"/>
                </a:lnTo>
                <a:lnTo>
                  <a:pt x="1498" y="2227"/>
                </a:lnTo>
                <a:lnTo>
                  <a:pt x="1491" y="2235"/>
                </a:lnTo>
                <a:lnTo>
                  <a:pt x="1483" y="2243"/>
                </a:lnTo>
                <a:lnTo>
                  <a:pt x="1476" y="2252"/>
                </a:lnTo>
                <a:lnTo>
                  <a:pt x="1470" y="2261"/>
                </a:lnTo>
                <a:lnTo>
                  <a:pt x="1459" y="2271"/>
                </a:lnTo>
                <a:lnTo>
                  <a:pt x="1441" y="2283"/>
                </a:lnTo>
                <a:lnTo>
                  <a:pt x="1418" y="2295"/>
                </a:lnTo>
                <a:lnTo>
                  <a:pt x="1392" y="2307"/>
                </a:lnTo>
                <a:lnTo>
                  <a:pt x="1366" y="2319"/>
                </a:lnTo>
                <a:lnTo>
                  <a:pt x="1343" y="2330"/>
                </a:lnTo>
                <a:lnTo>
                  <a:pt x="1325" y="2342"/>
                </a:lnTo>
                <a:lnTo>
                  <a:pt x="1315" y="2351"/>
                </a:lnTo>
                <a:lnTo>
                  <a:pt x="1312" y="2355"/>
                </a:lnTo>
                <a:lnTo>
                  <a:pt x="1309" y="2360"/>
                </a:lnTo>
                <a:lnTo>
                  <a:pt x="1305" y="2366"/>
                </a:lnTo>
                <a:lnTo>
                  <a:pt x="1301" y="2372"/>
                </a:lnTo>
                <a:lnTo>
                  <a:pt x="1295" y="2378"/>
                </a:lnTo>
                <a:lnTo>
                  <a:pt x="1287" y="2385"/>
                </a:lnTo>
                <a:lnTo>
                  <a:pt x="1280" y="2392"/>
                </a:lnTo>
                <a:lnTo>
                  <a:pt x="1271" y="2398"/>
                </a:lnTo>
                <a:lnTo>
                  <a:pt x="1261" y="2405"/>
                </a:lnTo>
                <a:lnTo>
                  <a:pt x="1250" y="2411"/>
                </a:lnTo>
                <a:lnTo>
                  <a:pt x="1236" y="2418"/>
                </a:lnTo>
                <a:lnTo>
                  <a:pt x="1222" y="2423"/>
                </a:lnTo>
                <a:lnTo>
                  <a:pt x="1206" y="2429"/>
                </a:lnTo>
                <a:lnTo>
                  <a:pt x="1188" y="2435"/>
                </a:lnTo>
                <a:lnTo>
                  <a:pt x="1169" y="2439"/>
                </a:lnTo>
                <a:lnTo>
                  <a:pt x="1148" y="2443"/>
                </a:lnTo>
                <a:lnTo>
                  <a:pt x="1130" y="2446"/>
                </a:lnTo>
                <a:lnTo>
                  <a:pt x="1114" y="2451"/>
                </a:lnTo>
                <a:lnTo>
                  <a:pt x="1100" y="2456"/>
                </a:lnTo>
                <a:lnTo>
                  <a:pt x="1085" y="2461"/>
                </a:lnTo>
                <a:lnTo>
                  <a:pt x="1073" y="2467"/>
                </a:lnTo>
                <a:lnTo>
                  <a:pt x="1061" y="2474"/>
                </a:lnTo>
                <a:lnTo>
                  <a:pt x="1050" y="2481"/>
                </a:lnTo>
                <a:lnTo>
                  <a:pt x="1039" y="2490"/>
                </a:lnTo>
                <a:lnTo>
                  <a:pt x="1033" y="2491"/>
                </a:lnTo>
                <a:lnTo>
                  <a:pt x="1030" y="2491"/>
                </a:lnTo>
                <a:lnTo>
                  <a:pt x="1027" y="2490"/>
                </a:lnTo>
                <a:lnTo>
                  <a:pt x="1027" y="2487"/>
                </a:lnTo>
                <a:lnTo>
                  <a:pt x="1029" y="2483"/>
                </a:lnTo>
                <a:lnTo>
                  <a:pt x="1032" y="2475"/>
                </a:lnTo>
                <a:lnTo>
                  <a:pt x="1038" y="2467"/>
                </a:lnTo>
                <a:lnTo>
                  <a:pt x="1047" y="2457"/>
                </a:lnTo>
                <a:lnTo>
                  <a:pt x="1058" y="2444"/>
                </a:lnTo>
                <a:lnTo>
                  <a:pt x="1069" y="2431"/>
                </a:lnTo>
                <a:lnTo>
                  <a:pt x="1079" y="2422"/>
                </a:lnTo>
                <a:lnTo>
                  <a:pt x="1087" y="2414"/>
                </a:lnTo>
                <a:lnTo>
                  <a:pt x="1096" y="2408"/>
                </a:lnTo>
                <a:lnTo>
                  <a:pt x="1101" y="2404"/>
                </a:lnTo>
                <a:lnTo>
                  <a:pt x="1105" y="2402"/>
                </a:lnTo>
                <a:lnTo>
                  <a:pt x="1106" y="2401"/>
                </a:lnTo>
                <a:lnTo>
                  <a:pt x="1103" y="2402"/>
                </a:lnTo>
                <a:lnTo>
                  <a:pt x="1097" y="2405"/>
                </a:lnTo>
                <a:lnTo>
                  <a:pt x="1086" y="2409"/>
                </a:lnTo>
                <a:lnTo>
                  <a:pt x="1074" y="2415"/>
                </a:lnTo>
                <a:lnTo>
                  <a:pt x="1061" y="2421"/>
                </a:lnTo>
                <a:lnTo>
                  <a:pt x="1050" y="2428"/>
                </a:lnTo>
                <a:lnTo>
                  <a:pt x="1039" y="2437"/>
                </a:lnTo>
                <a:lnTo>
                  <a:pt x="1032" y="2444"/>
                </a:lnTo>
                <a:lnTo>
                  <a:pt x="1026" y="2451"/>
                </a:lnTo>
                <a:lnTo>
                  <a:pt x="1017" y="2459"/>
                </a:lnTo>
                <a:lnTo>
                  <a:pt x="1007" y="2466"/>
                </a:lnTo>
                <a:lnTo>
                  <a:pt x="996" y="2473"/>
                </a:lnTo>
                <a:lnTo>
                  <a:pt x="983" y="2479"/>
                </a:lnTo>
                <a:lnTo>
                  <a:pt x="972" y="2485"/>
                </a:lnTo>
                <a:lnTo>
                  <a:pt x="962" y="2488"/>
                </a:lnTo>
                <a:lnTo>
                  <a:pt x="954" y="2489"/>
                </a:lnTo>
                <a:lnTo>
                  <a:pt x="947" y="2489"/>
                </a:lnTo>
                <a:lnTo>
                  <a:pt x="941" y="2490"/>
                </a:lnTo>
                <a:lnTo>
                  <a:pt x="934" y="2492"/>
                </a:lnTo>
                <a:lnTo>
                  <a:pt x="929" y="2494"/>
                </a:lnTo>
                <a:lnTo>
                  <a:pt x="925" y="2498"/>
                </a:lnTo>
                <a:lnTo>
                  <a:pt x="921" y="2502"/>
                </a:lnTo>
                <a:lnTo>
                  <a:pt x="918" y="2509"/>
                </a:lnTo>
                <a:lnTo>
                  <a:pt x="915" y="2516"/>
                </a:lnTo>
                <a:lnTo>
                  <a:pt x="912" y="2524"/>
                </a:lnTo>
                <a:lnTo>
                  <a:pt x="908" y="2531"/>
                </a:lnTo>
                <a:lnTo>
                  <a:pt x="903" y="2538"/>
                </a:lnTo>
                <a:lnTo>
                  <a:pt x="897" y="2543"/>
                </a:lnTo>
                <a:lnTo>
                  <a:pt x="888" y="2545"/>
                </a:lnTo>
                <a:lnTo>
                  <a:pt x="879" y="2545"/>
                </a:lnTo>
                <a:lnTo>
                  <a:pt x="868" y="2543"/>
                </a:lnTo>
                <a:lnTo>
                  <a:pt x="856" y="2537"/>
                </a:lnTo>
                <a:lnTo>
                  <a:pt x="845" y="2528"/>
                </a:lnTo>
                <a:lnTo>
                  <a:pt x="836" y="2520"/>
                </a:lnTo>
                <a:lnTo>
                  <a:pt x="831" y="2511"/>
                </a:lnTo>
                <a:lnTo>
                  <a:pt x="828" y="2503"/>
                </a:lnTo>
                <a:lnTo>
                  <a:pt x="828" y="2496"/>
                </a:lnTo>
                <a:lnTo>
                  <a:pt x="829" y="2490"/>
                </a:lnTo>
                <a:lnTo>
                  <a:pt x="832" y="2485"/>
                </a:lnTo>
                <a:lnTo>
                  <a:pt x="836" y="2483"/>
                </a:lnTo>
                <a:lnTo>
                  <a:pt x="837" y="2481"/>
                </a:lnTo>
                <a:lnTo>
                  <a:pt x="831" y="2480"/>
                </a:lnTo>
                <a:lnTo>
                  <a:pt x="822" y="2479"/>
                </a:lnTo>
                <a:lnTo>
                  <a:pt x="810" y="2480"/>
                </a:lnTo>
                <a:lnTo>
                  <a:pt x="796" y="2481"/>
                </a:lnTo>
                <a:lnTo>
                  <a:pt x="783" y="2485"/>
                </a:lnTo>
                <a:lnTo>
                  <a:pt x="773" y="2490"/>
                </a:lnTo>
                <a:lnTo>
                  <a:pt x="767" y="2497"/>
                </a:lnTo>
                <a:lnTo>
                  <a:pt x="764" y="2503"/>
                </a:lnTo>
                <a:lnTo>
                  <a:pt x="761" y="2505"/>
                </a:lnTo>
                <a:lnTo>
                  <a:pt x="758" y="2505"/>
                </a:lnTo>
                <a:lnTo>
                  <a:pt x="755" y="2502"/>
                </a:lnTo>
                <a:lnTo>
                  <a:pt x="751" y="2499"/>
                </a:lnTo>
                <a:lnTo>
                  <a:pt x="746" y="2495"/>
                </a:lnTo>
                <a:lnTo>
                  <a:pt x="740" y="2491"/>
                </a:lnTo>
                <a:lnTo>
                  <a:pt x="733" y="2489"/>
                </a:lnTo>
                <a:lnTo>
                  <a:pt x="724" y="2485"/>
                </a:lnTo>
                <a:lnTo>
                  <a:pt x="711" y="2475"/>
                </a:lnTo>
                <a:lnTo>
                  <a:pt x="696" y="2464"/>
                </a:lnTo>
                <a:lnTo>
                  <a:pt x="679" y="2452"/>
                </a:lnTo>
                <a:lnTo>
                  <a:pt x="663" y="2441"/>
                </a:lnTo>
                <a:lnTo>
                  <a:pt x="648" y="2431"/>
                </a:lnTo>
                <a:lnTo>
                  <a:pt x="634" y="2427"/>
                </a:lnTo>
                <a:lnTo>
                  <a:pt x="624" y="2429"/>
                </a:lnTo>
                <a:lnTo>
                  <a:pt x="615" y="2435"/>
                </a:lnTo>
                <a:lnTo>
                  <a:pt x="606" y="2437"/>
                </a:lnTo>
                <a:lnTo>
                  <a:pt x="596" y="2438"/>
                </a:lnTo>
                <a:lnTo>
                  <a:pt x="585" y="2436"/>
                </a:lnTo>
                <a:lnTo>
                  <a:pt x="576" y="2433"/>
                </a:lnTo>
                <a:lnTo>
                  <a:pt x="568" y="2427"/>
                </a:lnTo>
                <a:lnTo>
                  <a:pt x="562" y="2420"/>
                </a:lnTo>
                <a:lnTo>
                  <a:pt x="557" y="2412"/>
                </a:lnTo>
                <a:lnTo>
                  <a:pt x="552" y="2401"/>
                </a:lnTo>
                <a:lnTo>
                  <a:pt x="543" y="2387"/>
                </a:lnTo>
                <a:lnTo>
                  <a:pt x="530" y="2372"/>
                </a:lnTo>
                <a:lnTo>
                  <a:pt x="518" y="2357"/>
                </a:lnTo>
                <a:lnTo>
                  <a:pt x="504" y="2345"/>
                </a:lnTo>
                <a:lnTo>
                  <a:pt x="490" y="2335"/>
                </a:lnTo>
                <a:lnTo>
                  <a:pt x="479" y="2330"/>
                </a:lnTo>
                <a:lnTo>
                  <a:pt x="470" y="2334"/>
                </a:lnTo>
                <a:lnTo>
                  <a:pt x="462" y="2339"/>
                </a:lnTo>
                <a:lnTo>
                  <a:pt x="453" y="2340"/>
                </a:lnTo>
                <a:lnTo>
                  <a:pt x="443" y="2339"/>
                </a:lnTo>
                <a:lnTo>
                  <a:pt x="433" y="2336"/>
                </a:lnTo>
                <a:lnTo>
                  <a:pt x="424" y="2330"/>
                </a:lnTo>
                <a:lnTo>
                  <a:pt x="417" y="2324"/>
                </a:lnTo>
                <a:lnTo>
                  <a:pt x="413" y="2316"/>
                </a:lnTo>
                <a:lnTo>
                  <a:pt x="411" y="2308"/>
                </a:lnTo>
                <a:lnTo>
                  <a:pt x="409" y="2303"/>
                </a:lnTo>
                <a:lnTo>
                  <a:pt x="404" y="2304"/>
                </a:lnTo>
                <a:lnTo>
                  <a:pt x="397" y="2310"/>
                </a:lnTo>
                <a:lnTo>
                  <a:pt x="389" y="2320"/>
                </a:lnTo>
                <a:lnTo>
                  <a:pt x="381" y="2333"/>
                </a:lnTo>
                <a:lnTo>
                  <a:pt x="376" y="2346"/>
                </a:lnTo>
                <a:lnTo>
                  <a:pt x="373" y="2358"/>
                </a:lnTo>
                <a:lnTo>
                  <a:pt x="374" y="2370"/>
                </a:lnTo>
                <a:lnTo>
                  <a:pt x="376" y="2379"/>
                </a:lnTo>
                <a:lnTo>
                  <a:pt x="376" y="2386"/>
                </a:lnTo>
                <a:lnTo>
                  <a:pt x="373" y="2390"/>
                </a:lnTo>
                <a:lnTo>
                  <a:pt x="369" y="2392"/>
                </a:lnTo>
                <a:lnTo>
                  <a:pt x="363" y="2393"/>
                </a:lnTo>
                <a:lnTo>
                  <a:pt x="356" y="2393"/>
                </a:lnTo>
                <a:lnTo>
                  <a:pt x="348" y="2393"/>
                </a:lnTo>
                <a:lnTo>
                  <a:pt x="338" y="2393"/>
                </a:lnTo>
                <a:lnTo>
                  <a:pt x="330" y="2395"/>
                </a:lnTo>
                <a:lnTo>
                  <a:pt x="325" y="2399"/>
                </a:lnTo>
                <a:lnTo>
                  <a:pt x="322" y="2405"/>
                </a:lnTo>
                <a:lnTo>
                  <a:pt x="319" y="2412"/>
                </a:lnTo>
                <a:lnTo>
                  <a:pt x="316" y="2419"/>
                </a:lnTo>
                <a:lnTo>
                  <a:pt x="311" y="2425"/>
                </a:lnTo>
                <a:lnTo>
                  <a:pt x="304" y="2428"/>
                </a:lnTo>
                <a:lnTo>
                  <a:pt x="294" y="2429"/>
                </a:lnTo>
                <a:lnTo>
                  <a:pt x="286" y="2430"/>
                </a:lnTo>
                <a:lnTo>
                  <a:pt x="282" y="2435"/>
                </a:lnTo>
                <a:lnTo>
                  <a:pt x="278" y="2439"/>
                </a:lnTo>
                <a:lnTo>
                  <a:pt x="276" y="2442"/>
                </a:lnTo>
                <a:lnTo>
                  <a:pt x="274" y="2442"/>
                </a:lnTo>
                <a:lnTo>
                  <a:pt x="272" y="2438"/>
                </a:lnTo>
                <a:lnTo>
                  <a:pt x="270" y="2426"/>
                </a:lnTo>
                <a:lnTo>
                  <a:pt x="268" y="2407"/>
                </a:lnTo>
                <a:lnTo>
                  <a:pt x="267" y="2397"/>
                </a:lnTo>
                <a:lnTo>
                  <a:pt x="267" y="2385"/>
                </a:lnTo>
                <a:lnTo>
                  <a:pt x="267" y="2373"/>
                </a:lnTo>
                <a:lnTo>
                  <a:pt x="267" y="2361"/>
                </a:lnTo>
                <a:lnTo>
                  <a:pt x="266" y="2350"/>
                </a:lnTo>
                <a:lnTo>
                  <a:pt x="263" y="2341"/>
                </a:lnTo>
                <a:lnTo>
                  <a:pt x="259" y="2335"/>
                </a:lnTo>
                <a:lnTo>
                  <a:pt x="252" y="2330"/>
                </a:lnTo>
                <a:lnTo>
                  <a:pt x="237" y="2324"/>
                </a:lnTo>
                <a:lnTo>
                  <a:pt x="229" y="2316"/>
                </a:lnTo>
                <a:lnTo>
                  <a:pt x="224" y="2309"/>
                </a:lnTo>
                <a:lnTo>
                  <a:pt x="223" y="2306"/>
                </a:lnTo>
                <a:lnTo>
                  <a:pt x="243" y="2284"/>
                </a:lnTo>
                <a:lnTo>
                  <a:pt x="223" y="2239"/>
                </a:lnTo>
                <a:lnTo>
                  <a:pt x="222" y="2238"/>
                </a:lnTo>
                <a:lnTo>
                  <a:pt x="220" y="2234"/>
                </a:lnTo>
                <a:lnTo>
                  <a:pt x="217" y="2228"/>
                </a:lnTo>
                <a:lnTo>
                  <a:pt x="211" y="2223"/>
                </a:lnTo>
                <a:lnTo>
                  <a:pt x="204" y="2218"/>
                </a:lnTo>
                <a:lnTo>
                  <a:pt x="195" y="2213"/>
                </a:lnTo>
                <a:lnTo>
                  <a:pt x="183" y="2210"/>
                </a:lnTo>
                <a:lnTo>
                  <a:pt x="170" y="2210"/>
                </a:lnTo>
                <a:lnTo>
                  <a:pt x="158" y="2209"/>
                </a:lnTo>
                <a:lnTo>
                  <a:pt x="148" y="2206"/>
                </a:lnTo>
                <a:lnTo>
                  <a:pt x="140" y="2201"/>
                </a:lnTo>
                <a:lnTo>
                  <a:pt x="133" y="2196"/>
                </a:lnTo>
                <a:lnTo>
                  <a:pt x="126" y="2192"/>
                </a:lnTo>
                <a:lnTo>
                  <a:pt x="119" y="2189"/>
                </a:lnTo>
                <a:lnTo>
                  <a:pt x="108" y="2189"/>
                </a:lnTo>
                <a:lnTo>
                  <a:pt x="95" y="2193"/>
                </a:lnTo>
                <a:lnTo>
                  <a:pt x="82" y="2197"/>
                </a:lnTo>
                <a:lnTo>
                  <a:pt x="77" y="2196"/>
                </a:lnTo>
                <a:lnTo>
                  <a:pt x="76" y="2191"/>
                </a:lnTo>
                <a:lnTo>
                  <a:pt x="78" y="2184"/>
                </a:lnTo>
                <a:lnTo>
                  <a:pt x="82" y="2175"/>
                </a:lnTo>
                <a:lnTo>
                  <a:pt x="85" y="2167"/>
                </a:lnTo>
                <a:lnTo>
                  <a:pt x="86" y="2159"/>
                </a:lnTo>
                <a:lnTo>
                  <a:pt x="83" y="2154"/>
                </a:lnTo>
                <a:lnTo>
                  <a:pt x="77" y="2150"/>
                </a:lnTo>
                <a:lnTo>
                  <a:pt x="70" y="2147"/>
                </a:lnTo>
                <a:lnTo>
                  <a:pt x="62" y="2144"/>
                </a:lnTo>
                <a:lnTo>
                  <a:pt x="54" y="2141"/>
                </a:lnTo>
                <a:lnTo>
                  <a:pt x="45" y="2139"/>
                </a:lnTo>
                <a:lnTo>
                  <a:pt x="37" y="2138"/>
                </a:lnTo>
                <a:lnTo>
                  <a:pt x="30" y="2136"/>
                </a:lnTo>
                <a:lnTo>
                  <a:pt x="24" y="2135"/>
                </a:lnTo>
                <a:lnTo>
                  <a:pt x="15" y="2129"/>
                </a:lnTo>
                <a:lnTo>
                  <a:pt x="7" y="2120"/>
                </a:lnTo>
                <a:lnTo>
                  <a:pt x="2" y="2112"/>
                </a:lnTo>
                <a:lnTo>
                  <a:pt x="0" y="2109"/>
                </a:lnTo>
                <a:lnTo>
                  <a:pt x="1" y="2108"/>
                </a:lnTo>
                <a:lnTo>
                  <a:pt x="3" y="2106"/>
                </a:lnTo>
                <a:lnTo>
                  <a:pt x="6" y="2102"/>
                </a:lnTo>
                <a:lnTo>
                  <a:pt x="9" y="2098"/>
                </a:lnTo>
                <a:lnTo>
                  <a:pt x="12" y="2093"/>
                </a:lnTo>
                <a:lnTo>
                  <a:pt x="15" y="2087"/>
                </a:lnTo>
                <a:lnTo>
                  <a:pt x="16" y="2081"/>
                </a:lnTo>
                <a:lnTo>
                  <a:pt x="16" y="2075"/>
                </a:lnTo>
                <a:lnTo>
                  <a:pt x="15" y="2069"/>
                </a:lnTo>
                <a:lnTo>
                  <a:pt x="16" y="2063"/>
                </a:lnTo>
                <a:lnTo>
                  <a:pt x="17" y="2057"/>
                </a:lnTo>
                <a:lnTo>
                  <a:pt x="19" y="2050"/>
                </a:lnTo>
                <a:lnTo>
                  <a:pt x="21" y="2045"/>
                </a:lnTo>
                <a:lnTo>
                  <a:pt x="22" y="2040"/>
                </a:lnTo>
                <a:lnTo>
                  <a:pt x="24" y="2037"/>
                </a:lnTo>
                <a:lnTo>
                  <a:pt x="24" y="2036"/>
                </a:lnTo>
                <a:lnTo>
                  <a:pt x="25" y="2034"/>
                </a:lnTo>
                <a:lnTo>
                  <a:pt x="27" y="2029"/>
                </a:lnTo>
                <a:lnTo>
                  <a:pt x="29" y="2022"/>
                </a:lnTo>
                <a:lnTo>
                  <a:pt x="32" y="2014"/>
                </a:lnTo>
                <a:lnTo>
                  <a:pt x="35" y="2005"/>
                </a:lnTo>
                <a:lnTo>
                  <a:pt x="37" y="1995"/>
                </a:lnTo>
                <a:lnTo>
                  <a:pt x="38" y="1986"/>
                </a:lnTo>
                <a:lnTo>
                  <a:pt x="38" y="1976"/>
                </a:lnTo>
                <a:lnTo>
                  <a:pt x="40" y="1968"/>
                </a:lnTo>
                <a:lnTo>
                  <a:pt x="47" y="1962"/>
                </a:lnTo>
                <a:lnTo>
                  <a:pt x="57" y="1955"/>
                </a:lnTo>
                <a:lnTo>
                  <a:pt x="68" y="1949"/>
                </a:lnTo>
                <a:lnTo>
                  <a:pt x="80" y="1942"/>
                </a:lnTo>
                <a:lnTo>
                  <a:pt x="90" y="1934"/>
                </a:lnTo>
                <a:lnTo>
                  <a:pt x="99" y="1923"/>
                </a:lnTo>
                <a:lnTo>
                  <a:pt x="103" y="1912"/>
                </a:lnTo>
                <a:lnTo>
                  <a:pt x="103" y="1901"/>
                </a:lnTo>
                <a:lnTo>
                  <a:pt x="101" y="1894"/>
                </a:lnTo>
                <a:lnTo>
                  <a:pt x="97" y="1888"/>
                </a:lnTo>
                <a:lnTo>
                  <a:pt x="94" y="1883"/>
                </a:lnTo>
                <a:lnTo>
                  <a:pt x="93" y="1877"/>
                </a:lnTo>
                <a:lnTo>
                  <a:pt x="93" y="1869"/>
                </a:lnTo>
                <a:lnTo>
                  <a:pt x="97" y="1859"/>
                </a:lnTo>
                <a:lnTo>
                  <a:pt x="106" y="1845"/>
                </a:lnTo>
                <a:lnTo>
                  <a:pt x="115" y="1830"/>
                </a:lnTo>
                <a:lnTo>
                  <a:pt x="120" y="1815"/>
                </a:lnTo>
                <a:lnTo>
                  <a:pt x="124" y="1803"/>
                </a:lnTo>
                <a:lnTo>
                  <a:pt x="127" y="1793"/>
                </a:lnTo>
                <a:lnTo>
                  <a:pt x="131" y="1783"/>
                </a:lnTo>
                <a:lnTo>
                  <a:pt x="139" y="1773"/>
                </a:lnTo>
                <a:lnTo>
                  <a:pt x="152" y="1764"/>
                </a:lnTo>
                <a:lnTo>
                  <a:pt x="170" y="1755"/>
                </a:lnTo>
                <a:lnTo>
                  <a:pt x="190" y="1746"/>
                </a:lnTo>
                <a:lnTo>
                  <a:pt x="206" y="1737"/>
                </a:lnTo>
                <a:lnTo>
                  <a:pt x="219" y="1729"/>
                </a:lnTo>
                <a:lnTo>
                  <a:pt x="230" y="1720"/>
                </a:lnTo>
                <a:lnTo>
                  <a:pt x="239" y="1712"/>
                </a:lnTo>
                <a:lnTo>
                  <a:pt x="248" y="1704"/>
                </a:lnTo>
                <a:lnTo>
                  <a:pt x="256" y="1697"/>
                </a:lnTo>
                <a:lnTo>
                  <a:pt x="265" y="1690"/>
                </a:lnTo>
                <a:lnTo>
                  <a:pt x="276" y="1683"/>
                </a:lnTo>
                <a:lnTo>
                  <a:pt x="289" y="1676"/>
                </a:lnTo>
                <a:lnTo>
                  <a:pt x="304" y="1671"/>
                </a:lnTo>
                <a:lnTo>
                  <a:pt x="319" y="1665"/>
                </a:lnTo>
                <a:lnTo>
                  <a:pt x="333" y="1659"/>
                </a:lnTo>
                <a:lnTo>
                  <a:pt x="347" y="1651"/>
                </a:lnTo>
                <a:lnTo>
                  <a:pt x="358" y="1643"/>
                </a:lnTo>
                <a:lnTo>
                  <a:pt x="366" y="1632"/>
                </a:lnTo>
                <a:lnTo>
                  <a:pt x="373" y="1620"/>
                </a:lnTo>
                <a:lnTo>
                  <a:pt x="380" y="1609"/>
                </a:lnTo>
                <a:lnTo>
                  <a:pt x="388" y="1600"/>
                </a:lnTo>
                <a:lnTo>
                  <a:pt x="398" y="1592"/>
                </a:lnTo>
                <a:lnTo>
                  <a:pt x="406" y="1585"/>
                </a:lnTo>
                <a:lnTo>
                  <a:pt x="415" y="1580"/>
                </a:lnTo>
                <a:lnTo>
                  <a:pt x="423" y="1576"/>
                </a:lnTo>
                <a:lnTo>
                  <a:pt x="430" y="1574"/>
                </a:lnTo>
                <a:lnTo>
                  <a:pt x="438" y="1572"/>
                </a:lnTo>
                <a:lnTo>
                  <a:pt x="450" y="1567"/>
                </a:lnTo>
                <a:lnTo>
                  <a:pt x="463" y="1560"/>
                </a:lnTo>
                <a:lnTo>
                  <a:pt x="477" y="1552"/>
                </a:lnTo>
                <a:lnTo>
                  <a:pt x="493" y="1543"/>
                </a:lnTo>
                <a:lnTo>
                  <a:pt x="509" y="1536"/>
                </a:lnTo>
                <a:lnTo>
                  <a:pt x="524" y="1529"/>
                </a:lnTo>
                <a:lnTo>
                  <a:pt x="539" y="1524"/>
                </a:lnTo>
                <a:lnTo>
                  <a:pt x="554" y="1520"/>
                </a:lnTo>
                <a:lnTo>
                  <a:pt x="566" y="1514"/>
                </a:lnTo>
                <a:lnTo>
                  <a:pt x="577" y="1507"/>
                </a:lnTo>
                <a:lnTo>
                  <a:pt x="586" y="1499"/>
                </a:lnTo>
                <a:lnTo>
                  <a:pt x="594" y="1492"/>
                </a:lnTo>
                <a:lnTo>
                  <a:pt x="600" y="1486"/>
                </a:lnTo>
                <a:lnTo>
                  <a:pt x="603" y="1482"/>
                </a:lnTo>
                <a:lnTo>
                  <a:pt x="604" y="1480"/>
                </a:lnTo>
                <a:lnTo>
                  <a:pt x="605" y="1480"/>
                </a:lnTo>
                <a:lnTo>
                  <a:pt x="609" y="1479"/>
                </a:lnTo>
                <a:lnTo>
                  <a:pt x="614" y="1478"/>
                </a:lnTo>
                <a:lnTo>
                  <a:pt x="621" y="1473"/>
                </a:lnTo>
                <a:lnTo>
                  <a:pt x="628" y="1467"/>
                </a:lnTo>
                <a:lnTo>
                  <a:pt x="635" y="1457"/>
                </a:lnTo>
                <a:lnTo>
                  <a:pt x="642" y="1444"/>
                </a:lnTo>
                <a:lnTo>
                  <a:pt x="647" y="1425"/>
                </a:lnTo>
                <a:lnTo>
                  <a:pt x="653" y="1407"/>
                </a:lnTo>
                <a:lnTo>
                  <a:pt x="662" y="1392"/>
                </a:lnTo>
                <a:lnTo>
                  <a:pt x="674" y="1382"/>
                </a:lnTo>
                <a:lnTo>
                  <a:pt x="687" y="1373"/>
                </a:lnTo>
                <a:lnTo>
                  <a:pt x="702" y="1367"/>
                </a:lnTo>
                <a:lnTo>
                  <a:pt x="717" y="1363"/>
                </a:lnTo>
                <a:lnTo>
                  <a:pt x="731" y="1359"/>
                </a:lnTo>
                <a:lnTo>
                  <a:pt x="745" y="1356"/>
                </a:lnTo>
                <a:lnTo>
                  <a:pt x="757" y="1353"/>
                </a:lnTo>
                <a:lnTo>
                  <a:pt x="768" y="1351"/>
                </a:lnTo>
                <a:lnTo>
                  <a:pt x="779" y="1349"/>
                </a:lnTo>
                <a:lnTo>
                  <a:pt x="788" y="1347"/>
                </a:lnTo>
                <a:lnTo>
                  <a:pt x="798" y="1345"/>
                </a:lnTo>
                <a:lnTo>
                  <a:pt x="805" y="1342"/>
                </a:lnTo>
                <a:lnTo>
                  <a:pt x="810" y="1339"/>
                </a:lnTo>
                <a:lnTo>
                  <a:pt x="814" y="1334"/>
                </a:lnTo>
                <a:lnTo>
                  <a:pt x="819" y="1329"/>
                </a:lnTo>
                <a:lnTo>
                  <a:pt x="826" y="1324"/>
                </a:lnTo>
                <a:lnTo>
                  <a:pt x="835" y="1321"/>
                </a:lnTo>
                <a:lnTo>
                  <a:pt x="846" y="1318"/>
                </a:lnTo>
                <a:lnTo>
                  <a:pt x="856" y="1315"/>
                </a:lnTo>
                <a:lnTo>
                  <a:pt x="866" y="1312"/>
                </a:lnTo>
                <a:lnTo>
                  <a:pt x="874" y="1309"/>
                </a:lnTo>
                <a:lnTo>
                  <a:pt x="881" y="1305"/>
                </a:lnTo>
                <a:lnTo>
                  <a:pt x="888" y="1301"/>
                </a:lnTo>
                <a:lnTo>
                  <a:pt x="901" y="1297"/>
                </a:lnTo>
                <a:lnTo>
                  <a:pt x="914" y="1294"/>
                </a:lnTo>
                <a:lnTo>
                  <a:pt x="930" y="1291"/>
                </a:lnTo>
                <a:lnTo>
                  <a:pt x="947" y="1289"/>
                </a:lnTo>
                <a:lnTo>
                  <a:pt x="962" y="1288"/>
                </a:lnTo>
                <a:lnTo>
                  <a:pt x="976" y="1287"/>
                </a:lnTo>
                <a:lnTo>
                  <a:pt x="987" y="1288"/>
                </a:lnTo>
                <a:lnTo>
                  <a:pt x="996" y="1287"/>
                </a:lnTo>
                <a:lnTo>
                  <a:pt x="1002" y="1284"/>
                </a:lnTo>
                <a:lnTo>
                  <a:pt x="1006" y="1277"/>
                </a:lnTo>
                <a:lnTo>
                  <a:pt x="1010" y="1268"/>
                </a:lnTo>
                <a:lnTo>
                  <a:pt x="1013" y="1258"/>
                </a:lnTo>
                <a:lnTo>
                  <a:pt x="1017" y="1247"/>
                </a:lnTo>
                <a:lnTo>
                  <a:pt x="1022" y="1235"/>
                </a:lnTo>
                <a:lnTo>
                  <a:pt x="1029" y="1223"/>
                </a:lnTo>
                <a:lnTo>
                  <a:pt x="1039" y="1212"/>
                </a:lnTo>
                <a:lnTo>
                  <a:pt x="1051" y="1202"/>
                </a:lnTo>
                <a:lnTo>
                  <a:pt x="1064" y="1193"/>
                </a:lnTo>
                <a:lnTo>
                  <a:pt x="1078" y="1185"/>
                </a:lnTo>
                <a:lnTo>
                  <a:pt x="1093" y="1179"/>
                </a:lnTo>
                <a:lnTo>
                  <a:pt x="1106" y="1173"/>
                </a:lnTo>
                <a:lnTo>
                  <a:pt x="1118" y="1169"/>
                </a:lnTo>
                <a:lnTo>
                  <a:pt x="1128" y="1167"/>
                </a:lnTo>
                <a:lnTo>
                  <a:pt x="1137" y="1165"/>
                </a:lnTo>
                <a:lnTo>
                  <a:pt x="1149" y="1161"/>
                </a:lnTo>
                <a:lnTo>
                  <a:pt x="1159" y="1155"/>
                </a:lnTo>
                <a:lnTo>
                  <a:pt x="1168" y="1149"/>
                </a:lnTo>
                <a:lnTo>
                  <a:pt x="1176" y="1142"/>
                </a:lnTo>
                <a:lnTo>
                  <a:pt x="1183" y="1135"/>
                </a:lnTo>
                <a:lnTo>
                  <a:pt x="1187" y="1129"/>
                </a:lnTo>
                <a:lnTo>
                  <a:pt x="1190" y="1122"/>
                </a:lnTo>
                <a:lnTo>
                  <a:pt x="1190" y="1116"/>
                </a:lnTo>
                <a:lnTo>
                  <a:pt x="1188" y="1107"/>
                </a:lnTo>
                <a:lnTo>
                  <a:pt x="1188" y="1097"/>
                </a:lnTo>
                <a:lnTo>
                  <a:pt x="1190" y="1086"/>
                </a:lnTo>
                <a:lnTo>
                  <a:pt x="1192" y="1075"/>
                </a:lnTo>
                <a:lnTo>
                  <a:pt x="1195" y="1063"/>
                </a:lnTo>
                <a:lnTo>
                  <a:pt x="1201" y="1053"/>
                </a:lnTo>
                <a:lnTo>
                  <a:pt x="1209" y="1044"/>
                </a:lnTo>
                <a:lnTo>
                  <a:pt x="1217" y="1038"/>
                </a:lnTo>
                <a:lnTo>
                  <a:pt x="1223" y="1036"/>
                </a:lnTo>
                <a:lnTo>
                  <a:pt x="1228" y="1036"/>
                </a:lnTo>
                <a:lnTo>
                  <a:pt x="1235" y="1038"/>
                </a:lnTo>
                <a:lnTo>
                  <a:pt x="1244" y="1041"/>
                </a:lnTo>
                <a:lnTo>
                  <a:pt x="1257" y="1043"/>
                </a:lnTo>
                <a:lnTo>
                  <a:pt x="1274" y="1043"/>
                </a:lnTo>
                <a:lnTo>
                  <a:pt x="1299" y="1041"/>
                </a:lnTo>
                <a:lnTo>
                  <a:pt x="1313" y="1039"/>
                </a:lnTo>
                <a:lnTo>
                  <a:pt x="1327" y="1037"/>
                </a:lnTo>
                <a:lnTo>
                  <a:pt x="1343" y="1035"/>
                </a:lnTo>
                <a:lnTo>
                  <a:pt x="1357" y="1033"/>
                </a:lnTo>
                <a:lnTo>
                  <a:pt x="1371" y="1030"/>
                </a:lnTo>
                <a:lnTo>
                  <a:pt x="1384" y="1028"/>
                </a:lnTo>
                <a:lnTo>
                  <a:pt x="1399" y="1025"/>
                </a:lnTo>
                <a:lnTo>
                  <a:pt x="1411" y="1022"/>
                </a:lnTo>
                <a:lnTo>
                  <a:pt x="1423" y="1019"/>
                </a:lnTo>
                <a:lnTo>
                  <a:pt x="1434" y="1016"/>
                </a:lnTo>
                <a:lnTo>
                  <a:pt x="1445" y="1013"/>
                </a:lnTo>
                <a:lnTo>
                  <a:pt x="1454" y="1009"/>
                </a:lnTo>
                <a:lnTo>
                  <a:pt x="1461" y="1006"/>
                </a:lnTo>
                <a:lnTo>
                  <a:pt x="1467" y="1002"/>
                </a:lnTo>
                <a:lnTo>
                  <a:pt x="1472" y="998"/>
                </a:lnTo>
                <a:lnTo>
                  <a:pt x="1475" y="993"/>
                </a:lnTo>
                <a:lnTo>
                  <a:pt x="1483" y="982"/>
                </a:lnTo>
                <a:lnTo>
                  <a:pt x="1497" y="966"/>
                </a:lnTo>
                <a:lnTo>
                  <a:pt x="1514" y="950"/>
                </a:lnTo>
                <a:lnTo>
                  <a:pt x="1533" y="933"/>
                </a:lnTo>
                <a:lnTo>
                  <a:pt x="1554" y="915"/>
                </a:lnTo>
                <a:lnTo>
                  <a:pt x="1573" y="899"/>
                </a:lnTo>
                <a:lnTo>
                  <a:pt x="1590" y="885"/>
                </a:lnTo>
                <a:lnTo>
                  <a:pt x="1601" y="875"/>
                </a:lnTo>
                <a:lnTo>
                  <a:pt x="1610" y="863"/>
                </a:lnTo>
                <a:lnTo>
                  <a:pt x="1621" y="846"/>
                </a:lnTo>
                <a:lnTo>
                  <a:pt x="1632" y="827"/>
                </a:lnTo>
                <a:lnTo>
                  <a:pt x="1645" y="805"/>
                </a:lnTo>
                <a:lnTo>
                  <a:pt x="1657" y="785"/>
                </a:lnTo>
                <a:lnTo>
                  <a:pt x="1669" y="766"/>
                </a:lnTo>
                <a:lnTo>
                  <a:pt x="1680" y="753"/>
                </a:lnTo>
                <a:lnTo>
                  <a:pt x="1691" y="746"/>
                </a:lnTo>
                <a:lnTo>
                  <a:pt x="1699" y="742"/>
                </a:lnTo>
                <a:lnTo>
                  <a:pt x="1705" y="736"/>
                </a:lnTo>
                <a:lnTo>
                  <a:pt x="1710" y="729"/>
                </a:lnTo>
                <a:lnTo>
                  <a:pt x="1714" y="720"/>
                </a:lnTo>
                <a:lnTo>
                  <a:pt x="1719" y="712"/>
                </a:lnTo>
                <a:lnTo>
                  <a:pt x="1726" y="704"/>
                </a:lnTo>
                <a:lnTo>
                  <a:pt x="1736" y="698"/>
                </a:lnTo>
                <a:lnTo>
                  <a:pt x="1750" y="692"/>
                </a:lnTo>
                <a:lnTo>
                  <a:pt x="1764" y="687"/>
                </a:lnTo>
                <a:lnTo>
                  <a:pt x="1774" y="681"/>
                </a:lnTo>
                <a:lnTo>
                  <a:pt x="1781" y="675"/>
                </a:lnTo>
                <a:lnTo>
                  <a:pt x="1786" y="668"/>
                </a:lnTo>
                <a:lnTo>
                  <a:pt x="1790" y="662"/>
                </a:lnTo>
                <a:lnTo>
                  <a:pt x="1791" y="656"/>
                </a:lnTo>
                <a:lnTo>
                  <a:pt x="1792" y="650"/>
                </a:lnTo>
                <a:lnTo>
                  <a:pt x="1792" y="645"/>
                </a:lnTo>
                <a:lnTo>
                  <a:pt x="1792" y="640"/>
                </a:lnTo>
                <a:lnTo>
                  <a:pt x="1791" y="636"/>
                </a:lnTo>
                <a:lnTo>
                  <a:pt x="1791" y="632"/>
                </a:lnTo>
                <a:lnTo>
                  <a:pt x="1792" y="627"/>
                </a:lnTo>
                <a:lnTo>
                  <a:pt x="1795" y="623"/>
                </a:lnTo>
                <a:lnTo>
                  <a:pt x="1801" y="617"/>
                </a:lnTo>
                <a:lnTo>
                  <a:pt x="1811" y="612"/>
                </a:lnTo>
                <a:lnTo>
                  <a:pt x="1825" y="605"/>
                </a:lnTo>
                <a:lnTo>
                  <a:pt x="1841" y="596"/>
                </a:lnTo>
                <a:lnTo>
                  <a:pt x="1852" y="582"/>
                </a:lnTo>
                <a:lnTo>
                  <a:pt x="1861" y="566"/>
                </a:lnTo>
                <a:lnTo>
                  <a:pt x="1868" y="550"/>
                </a:lnTo>
                <a:lnTo>
                  <a:pt x="1874" y="534"/>
                </a:lnTo>
                <a:lnTo>
                  <a:pt x="1880" y="519"/>
                </a:lnTo>
                <a:lnTo>
                  <a:pt x="1888" y="509"/>
                </a:lnTo>
                <a:lnTo>
                  <a:pt x="1895" y="504"/>
                </a:lnTo>
                <a:lnTo>
                  <a:pt x="1903" y="500"/>
                </a:lnTo>
                <a:lnTo>
                  <a:pt x="1911" y="494"/>
                </a:lnTo>
                <a:lnTo>
                  <a:pt x="1919" y="486"/>
                </a:lnTo>
                <a:lnTo>
                  <a:pt x="1927" y="477"/>
                </a:lnTo>
                <a:lnTo>
                  <a:pt x="1934" y="466"/>
                </a:lnTo>
                <a:lnTo>
                  <a:pt x="1940" y="456"/>
                </a:lnTo>
                <a:lnTo>
                  <a:pt x="1945" y="447"/>
                </a:lnTo>
                <a:lnTo>
                  <a:pt x="1949" y="439"/>
                </a:lnTo>
                <a:lnTo>
                  <a:pt x="1952" y="431"/>
                </a:lnTo>
                <a:lnTo>
                  <a:pt x="1956" y="420"/>
                </a:lnTo>
                <a:lnTo>
                  <a:pt x="1960" y="409"/>
                </a:lnTo>
                <a:lnTo>
                  <a:pt x="1964" y="397"/>
                </a:lnTo>
                <a:lnTo>
                  <a:pt x="1968" y="385"/>
                </a:lnTo>
                <a:lnTo>
                  <a:pt x="1970" y="374"/>
                </a:lnTo>
                <a:lnTo>
                  <a:pt x="1972" y="363"/>
                </a:lnTo>
                <a:lnTo>
                  <a:pt x="1973" y="355"/>
                </a:lnTo>
                <a:lnTo>
                  <a:pt x="1972" y="347"/>
                </a:lnTo>
                <a:lnTo>
                  <a:pt x="1969" y="337"/>
                </a:lnTo>
                <a:lnTo>
                  <a:pt x="1966" y="327"/>
                </a:lnTo>
                <a:lnTo>
                  <a:pt x="1963" y="315"/>
                </a:lnTo>
                <a:lnTo>
                  <a:pt x="1962" y="305"/>
                </a:lnTo>
                <a:lnTo>
                  <a:pt x="1965" y="295"/>
                </a:lnTo>
                <a:lnTo>
                  <a:pt x="1971" y="287"/>
                </a:lnTo>
                <a:lnTo>
                  <a:pt x="1982" y="282"/>
                </a:lnTo>
                <a:lnTo>
                  <a:pt x="1996" y="277"/>
                </a:lnTo>
                <a:lnTo>
                  <a:pt x="2006" y="272"/>
                </a:lnTo>
                <a:lnTo>
                  <a:pt x="2014" y="265"/>
                </a:lnTo>
                <a:lnTo>
                  <a:pt x="2019" y="257"/>
                </a:lnTo>
                <a:lnTo>
                  <a:pt x="2023" y="249"/>
                </a:lnTo>
                <a:lnTo>
                  <a:pt x="2024" y="241"/>
                </a:lnTo>
                <a:lnTo>
                  <a:pt x="2023" y="231"/>
                </a:lnTo>
                <a:lnTo>
                  <a:pt x="2021" y="221"/>
                </a:lnTo>
                <a:lnTo>
                  <a:pt x="2018" y="209"/>
                </a:lnTo>
                <a:lnTo>
                  <a:pt x="2015" y="197"/>
                </a:lnTo>
                <a:lnTo>
                  <a:pt x="2012" y="185"/>
                </a:lnTo>
                <a:lnTo>
                  <a:pt x="2012" y="173"/>
                </a:lnTo>
                <a:lnTo>
                  <a:pt x="2014" y="161"/>
                </a:lnTo>
                <a:lnTo>
                  <a:pt x="2020" y="151"/>
                </a:lnTo>
                <a:lnTo>
                  <a:pt x="2031" y="142"/>
                </a:lnTo>
                <a:lnTo>
                  <a:pt x="2047" y="136"/>
                </a:lnTo>
                <a:lnTo>
                  <a:pt x="2064" y="130"/>
                </a:lnTo>
                <a:lnTo>
                  <a:pt x="2079" y="122"/>
                </a:lnTo>
                <a:lnTo>
                  <a:pt x="2093" y="113"/>
                </a:lnTo>
                <a:lnTo>
                  <a:pt x="2103" y="105"/>
                </a:lnTo>
                <a:lnTo>
                  <a:pt x="2112" y="97"/>
                </a:lnTo>
                <a:lnTo>
                  <a:pt x="2117" y="91"/>
                </a:lnTo>
                <a:lnTo>
                  <a:pt x="2121" y="87"/>
                </a:lnTo>
                <a:lnTo>
                  <a:pt x="2122" y="85"/>
                </a:lnTo>
                <a:lnTo>
                  <a:pt x="2122" y="83"/>
                </a:lnTo>
                <a:lnTo>
                  <a:pt x="2121" y="78"/>
                </a:lnTo>
                <a:lnTo>
                  <a:pt x="2120" y="70"/>
                </a:lnTo>
                <a:lnTo>
                  <a:pt x="2121" y="60"/>
                </a:lnTo>
                <a:lnTo>
                  <a:pt x="2123" y="52"/>
                </a:lnTo>
                <a:lnTo>
                  <a:pt x="2128" y="44"/>
                </a:lnTo>
                <a:lnTo>
                  <a:pt x="2138" y="39"/>
                </a:lnTo>
                <a:lnTo>
                  <a:pt x="2150" y="38"/>
                </a:lnTo>
                <a:lnTo>
                  <a:pt x="2163" y="38"/>
                </a:lnTo>
                <a:lnTo>
                  <a:pt x="2172" y="37"/>
                </a:lnTo>
                <a:lnTo>
                  <a:pt x="2179" y="35"/>
                </a:lnTo>
                <a:lnTo>
                  <a:pt x="2187" y="33"/>
                </a:lnTo>
                <a:lnTo>
                  <a:pt x="2195" y="31"/>
                </a:lnTo>
                <a:lnTo>
                  <a:pt x="2205" y="32"/>
                </a:lnTo>
                <a:lnTo>
                  <a:pt x="2220" y="33"/>
                </a:lnTo>
                <a:lnTo>
                  <a:pt x="2240" y="38"/>
                </a:lnTo>
                <a:lnTo>
                  <a:pt x="2258" y="41"/>
                </a:lnTo>
                <a:lnTo>
                  <a:pt x="2268" y="37"/>
                </a:lnTo>
                <a:lnTo>
                  <a:pt x="2273" y="31"/>
                </a:lnTo>
                <a:lnTo>
                  <a:pt x="2276" y="22"/>
                </a:lnTo>
                <a:lnTo>
                  <a:pt x="2278" y="12"/>
                </a:lnTo>
                <a:lnTo>
                  <a:pt x="2283" y="5"/>
                </a:lnTo>
                <a:lnTo>
                  <a:pt x="2293" y="1"/>
                </a:lnTo>
                <a:lnTo>
                  <a:pt x="2310" y="3"/>
                </a:lnTo>
                <a:lnTo>
                  <a:pt x="2329" y="6"/>
                </a:lnTo>
                <a:lnTo>
                  <a:pt x="2345" y="5"/>
                </a:lnTo>
                <a:lnTo>
                  <a:pt x="2357" y="3"/>
                </a:lnTo>
                <a:lnTo>
                  <a:pt x="2367" y="0"/>
                </a:lnTo>
                <a:lnTo>
                  <a:pt x="2374" y="0"/>
                </a:lnTo>
                <a:lnTo>
                  <a:pt x="2381" y="2"/>
                </a:lnTo>
                <a:lnTo>
                  <a:pt x="2389" y="11"/>
                </a:lnTo>
                <a:lnTo>
                  <a:pt x="2397" y="27"/>
                </a:lnTo>
                <a:lnTo>
                  <a:pt x="2402" y="37"/>
                </a:lnTo>
                <a:lnTo>
                  <a:pt x="2407" y="49"/>
                </a:lnTo>
                <a:lnTo>
                  <a:pt x="2413" y="61"/>
                </a:lnTo>
                <a:lnTo>
                  <a:pt x="2420" y="75"/>
                </a:lnTo>
                <a:lnTo>
                  <a:pt x="2428" y="88"/>
                </a:lnTo>
                <a:lnTo>
                  <a:pt x="2437" y="101"/>
                </a:lnTo>
                <a:lnTo>
                  <a:pt x="2445" y="114"/>
                </a:lnTo>
                <a:lnTo>
                  <a:pt x="2453" y="128"/>
                </a:lnTo>
                <a:lnTo>
                  <a:pt x="2461" y="141"/>
                </a:lnTo>
                <a:lnTo>
                  <a:pt x="2469" y="153"/>
                </a:lnTo>
                <a:lnTo>
                  <a:pt x="2477" y="164"/>
                </a:lnTo>
                <a:lnTo>
                  <a:pt x="2486" y="174"/>
                </a:lnTo>
                <a:lnTo>
                  <a:pt x="2493" y="183"/>
                </a:lnTo>
                <a:lnTo>
                  <a:pt x="2500" y="190"/>
                </a:lnTo>
                <a:lnTo>
                  <a:pt x="2506" y="195"/>
                </a:lnTo>
                <a:lnTo>
                  <a:pt x="2511" y="198"/>
                </a:lnTo>
                <a:lnTo>
                  <a:pt x="2522" y="204"/>
                </a:lnTo>
                <a:lnTo>
                  <a:pt x="2538" y="214"/>
                </a:lnTo>
                <a:lnTo>
                  <a:pt x="2555" y="227"/>
                </a:lnTo>
                <a:lnTo>
                  <a:pt x="2573" y="242"/>
                </a:lnTo>
                <a:lnTo>
                  <a:pt x="2591" y="258"/>
                </a:lnTo>
                <a:lnTo>
                  <a:pt x="2608" y="275"/>
                </a:lnTo>
                <a:lnTo>
                  <a:pt x="2623" y="292"/>
                </a:lnTo>
                <a:lnTo>
                  <a:pt x="2634" y="307"/>
                </a:lnTo>
                <a:lnTo>
                  <a:pt x="2640" y="314"/>
                </a:lnTo>
                <a:lnTo>
                  <a:pt x="2647" y="321"/>
                </a:lnTo>
                <a:lnTo>
                  <a:pt x="2654" y="326"/>
                </a:lnTo>
                <a:lnTo>
                  <a:pt x="2662" y="330"/>
                </a:lnTo>
                <a:lnTo>
                  <a:pt x="2671" y="333"/>
                </a:lnTo>
                <a:lnTo>
                  <a:pt x="2681" y="336"/>
                </a:lnTo>
                <a:lnTo>
                  <a:pt x="2692" y="338"/>
                </a:lnTo>
                <a:lnTo>
                  <a:pt x="2704" y="339"/>
                </a:lnTo>
                <a:lnTo>
                  <a:pt x="2715" y="341"/>
                </a:lnTo>
                <a:lnTo>
                  <a:pt x="2727" y="342"/>
                </a:lnTo>
                <a:lnTo>
                  <a:pt x="2740" y="342"/>
                </a:lnTo>
                <a:lnTo>
                  <a:pt x="2752" y="343"/>
                </a:lnTo>
                <a:lnTo>
                  <a:pt x="2765" y="343"/>
                </a:lnTo>
                <a:lnTo>
                  <a:pt x="2777" y="343"/>
                </a:lnTo>
                <a:lnTo>
                  <a:pt x="2791" y="344"/>
                </a:lnTo>
                <a:lnTo>
                  <a:pt x="2803" y="344"/>
                </a:lnTo>
                <a:lnTo>
                  <a:pt x="2825" y="344"/>
                </a:lnTo>
                <a:lnTo>
                  <a:pt x="2843" y="342"/>
                </a:lnTo>
                <a:lnTo>
                  <a:pt x="2858" y="340"/>
                </a:lnTo>
                <a:lnTo>
                  <a:pt x="2870" y="338"/>
                </a:lnTo>
                <a:lnTo>
                  <a:pt x="2881" y="338"/>
                </a:lnTo>
                <a:lnTo>
                  <a:pt x="2892" y="340"/>
                </a:lnTo>
                <a:lnTo>
                  <a:pt x="2904" y="345"/>
                </a:lnTo>
                <a:lnTo>
                  <a:pt x="2917" y="355"/>
                </a:lnTo>
                <a:lnTo>
                  <a:pt x="2924" y="360"/>
                </a:lnTo>
                <a:lnTo>
                  <a:pt x="2933" y="364"/>
                </a:lnTo>
                <a:lnTo>
                  <a:pt x="2943" y="367"/>
                </a:lnTo>
                <a:lnTo>
                  <a:pt x="2954" y="369"/>
                </a:lnTo>
                <a:lnTo>
                  <a:pt x="2965" y="369"/>
                </a:lnTo>
                <a:lnTo>
                  <a:pt x="2976" y="369"/>
                </a:lnTo>
                <a:lnTo>
                  <a:pt x="2989" y="369"/>
                </a:lnTo>
                <a:lnTo>
                  <a:pt x="3001" y="3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55" name="Freeform 1012">
            <a:extLst>
              <a:ext uri="{FF2B5EF4-FFF2-40B4-BE49-F238E27FC236}">
                <a16:creationId xmlns:a16="http://schemas.microsoft.com/office/drawing/2014/main" id="{CE0FC659-1154-1E99-9CE7-8EF9087D6211}"/>
              </a:ext>
            </a:extLst>
          </p:cNvPr>
          <p:cNvSpPr>
            <a:spLocks/>
          </p:cNvSpPr>
          <p:nvPr/>
        </p:nvSpPr>
        <p:spPr bwMode="auto">
          <a:xfrm>
            <a:off x="6203950" y="4535488"/>
            <a:ext cx="9525" cy="12700"/>
          </a:xfrm>
          <a:custGeom>
            <a:avLst/>
            <a:gdLst>
              <a:gd name="T0" fmla="*/ 2147483646 w 56"/>
              <a:gd name="T1" fmla="*/ 2147483646 h 88"/>
              <a:gd name="T2" fmla="*/ 2147483646 w 56"/>
              <a:gd name="T3" fmla="*/ 2147483646 h 88"/>
              <a:gd name="T4" fmla="*/ 2147483646 w 56"/>
              <a:gd name="T5" fmla="*/ 2147483646 h 88"/>
              <a:gd name="T6" fmla="*/ 2147483646 w 56"/>
              <a:gd name="T7" fmla="*/ 2147483646 h 88"/>
              <a:gd name="T8" fmla="*/ 2147483646 w 56"/>
              <a:gd name="T9" fmla="*/ 2147483646 h 88"/>
              <a:gd name="T10" fmla="*/ 2147483646 w 56"/>
              <a:gd name="T11" fmla="*/ 2147483646 h 88"/>
              <a:gd name="T12" fmla="*/ 2147483646 w 56"/>
              <a:gd name="T13" fmla="*/ 2147483646 h 88"/>
              <a:gd name="T14" fmla="*/ 2147483646 w 56"/>
              <a:gd name="T15" fmla="*/ 2147483646 h 88"/>
              <a:gd name="T16" fmla="*/ 0 w 56"/>
              <a:gd name="T17" fmla="*/ 2147483646 h 88"/>
              <a:gd name="T18" fmla="*/ 0 w 56"/>
              <a:gd name="T19" fmla="*/ 2147483646 h 88"/>
              <a:gd name="T20" fmla="*/ 2147483646 w 56"/>
              <a:gd name="T21" fmla="*/ 2147483646 h 88"/>
              <a:gd name="T22" fmla="*/ 2147483646 w 56"/>
              <a:gd name="T23" fmla="*/ 2147483646 h 88"/>
              <a:gd name="T24" fmla="*/ 2147483646 w 56"/>
              <a:gd name="T25" fmla="*/ 2147483646 h 88"/>
              <a:gd name="T26" fmla="*/ 2147483646 w 56"/>
              <a:gd name="T27" fmla="*/ 2147483646 h 88"/>
              <a:gd name="T28" fmla="*/ 2147483646 w 56"/>
              <a:gd name="T29" fmla="*/ 2147483646 h 88"/>
              <a:gd name="T30" fmla="*/ 2147483646 w 56"/>
              <a:gd name="T31" fmla="*/ 2147483646 h 88"/>
              <a:gd name="T32" fmla="*/ 2147483646 w 56"/>
              <a:gd name="T33" fmla="*/ 2147483646 h 88"/>
              <a:gd name="T34" fmla="*/ 2147483646 w 56"/>
              <a:gd name="T35" fmla="*/ 2147483646 h 88"/>
              <a:gd name="T36" fmla="*/ 2147483646 w 56"/>
              <a:gd name="T37" fmla="*/ 2147483646 h 88"/>
              <a:gd name="T38" fmla="*/ 2147483646 w 56"/>
              <a:gd name="T39" fmla="*/ 2147483646 h 88"/>
              <a:gd name="T40" fmla="*/ 2147483646 w 56"/>
              <a:gd name="T41" fmla="*/ 2147483646 h 88"/>
              <a:gd name="T42" fmla="*/ 2147483646 w 56"/>
              <a:gd name="T43" fmla="*/ 2147483646 h 88"/>
              <a:gd name="T44" fmla="*/ 2147483646 w 56"/>
              <a:gd name="T45" fmla="*/ 2147483646 h 88"/>
              <a:gd name="T46" fmla="*/ 2147483646 w 56"/>
              <a:gd name="T47" fmla="*/ 2147483646 h 88"/>
              <a:gd name="T48" fmla="*/ 2147483646 w 56"/>
              <a:gd name="T49" fmla="*/ 2147483646 h 88"/>
              <a:gd name="T50" fmla="*/ 2147483646 w 56"/>
              <a:gd name="T51" fmla="*/ 2147483646 h 88"/>
              <a:gd name="T52" fmla="*/ 2147483646 w 56"/>
              <a:gd name="T53" fmla="*/ 2147483646 h 88"/>
              <a:gd name="T54" fmla="*/ 2147483646 w 56"/>
              <a:gd name="T55" fmla="*/ 2147483646 h 88"/>
              <a:gd name="T56" fmla="*/ 2147483646 w 56"/>
              <a:gd name="T57" fmla="*/ 2147483646 h 88"/>
              <a:gd name="T58" fmla="*/ 2147483646 w 56"/>
              <a:gd name="T59" fmla="*/ 2147483646 h 88"/>
              <a:gd name="T60" fmla="*/ 2147483646 w 56"/>
              <a:gd name="T61" fmla="*/ 2147483646 h 88"/>
              <a:gd name="T62" fmla="*/ 2147483646 w 56"/>
              <a:gd name="T63" fmla="*/ 2147483646 h 88"/>
              <a:gd name="T64" fmla="*/ 2147483646 w 56"/>
              <a:gd name="T65" fmla="*/ 2147483646 h 88"/>
              <a:gd name="T66" fmla="*/ 2147483646 w 56"/>
              <a:gd name="T67" fmla="*/ 2147483646 h 88"/>
              <a:gd name="T68" fmla="*/ 2147483646 w 56"/>
              <a:gd name="T69" fmla="*/ 2147483646 h 88"/>
              <a:gd name="T70" fmla="*/ 2147483646 w 56"/>
              <a:gd name="T71" fmla="*/ 2147483646 h 88"/>
              <a:gd name="T72" fmla="*/ 2147483646 w 56"/>
              <a:gd name="T73" fmla="*/ 2147483646 h 88"/>
              <a:gd name="T74" fmla="*/ 2147483646 w 56"/>
              <a:gd name="T75" fmla="*/ 0 h 88"/>
              <a:gd name="T76" fmla="*/ 2147483646 w 56"/>
              <a:gd name="T77" fmla="*/ 2147483646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88">
                <a:moveTo>
                  <a:pt x="45" y="3"/>
                </a:moveTo>
                <a:lnTo>
                  <a:pt x="30" y="27"/>
                </a:lnTo>
                <a:lnTo>
                  <a:pt x="29" y="26"/>
                </a:lnTo>
                <a:lnTo>
                  <a:pt x="25" y="24"/>
                </a:lnTo>
                <a:lnTo>
                  <a:pt x="20" y="21"/>
                </a:lnTo>
                <a:lnTo>
                  <a:pt x="14" y="19"/>
                </a:lnTo>
                <a:lnTo>
                  <a:pt x="8" y="17"/>
                </a:lnTo>
                <a:lnTo>
                  <a:pt x="3" y="18"/>
                </a:lnTo>
                <a:lnTo>
                  <a:pt x="0" y="22"/>
                </a:lnTo>
                <a:lnTo>
                  <a:pt x="0" y="29"/>
                </a:lnTo>
                <a:lnTo>
                  <a:pt x="1" y="38"/>
                </a:lnTo>
                <a:lnTo>
                  <a:pt x="2" y="45"/>
                </a:lnTo>
                <a:lnTo>
                  <a:pt x="2" y="51"/>
                </a:lnTo>
                <a:lnTo>
                  <a:pt x="3" y="56"/>
                </a:lnTo>
                <a:lnTo>
                  <a:pt x="3" y="61"/>
                </a:lnTo>
                <a:lnTo>
                  <a:pt x="3" y="64"/>
                </a:lnTo>
                <a:lnTo>
                  <a:pt x="3" y="65"/>
                </a:lnTo>
                <a:lnTo>
                  <a:pt x="3" y="66"/>
                </a:lnTo>
                <a:lnTo>
                  <a:pt x="5" y="88"/>
                </a:lnTo>
                <a:lnTo>
                  <a:pt x="7" y="87"/>
                </a:lnTo>
                <a:lnTo>
                  <a:pt x="12" y="82"/>
                </a:lnTo>
                <a:lnTo>
                  <a:pt x="20" y="75"/>
                </a:lnTo>
                <a:lnTo>
                  <a:pt x="30" y="66"/>
                </a:lnTo>
                <a:lnTo>
                  <a:pt x="36" y="60"/>
                </a:lnTo>
                <a:lnTo>
                  <a:pt x="41" y="53"/>
                </a:lnTo>
                <a:lnTo>
                  <a:pt x="45" y="47"/>
                </a:lnTo>
                <a:lnTo>
                  <a:pt x="49" y="41"/>
                </a:lnTo>
                <a:lnTo>
                  <a:pt x="52" y="35"/>
                </a:lnTo>
                <a:lnTo>
                  <a:pt x="54" y="31"/>
                </a:lnTo>
                <a:lnTo>
                  <a:pt x="56" y="28"/>
                </a:lnTo>
                <a:lnTo>
                  <a:pt x="56" y="27"/>
                </a:lnTo>
                <a:lnTo>
                  <a:pt x="56" y="25"/>
                </a:lnTo>
                <a:lnTo>
                  <a:pt x="56" y="21"/>
                </a:lnTo>
                <a:lnTo>
                  <a:pt x="55" y="16"/>
                </a:lnTo>
                <a:lnTo>
                  <a:pt x="55" y="10"/>
                </a:lnTo>
                <a:lnTo>
                  <a:pt x="53" y="4"/>
                </a:lnTo>
                <a:lnTo>
                  <a:pt x="51" y="1"/>
                </a:lnTo>
                <a:lnTo>
                  <a:pt x="49" y="0"/>
                </a:lnTo>
                <a:lnTo>
                  <a:pt x="45" y="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56" name="Freeform 1013">
            <a:extLst>
              <a:ext uri="{FF2B5EF4-FFF2-40B4-BE49-F238E27FC236}">
                <a16:creationId xmlns:a16="http://schemas.microsoft.com/office/drawing/2014/main" id="{8C1FA605-76FB-F678-DAFC-1B4155290B21}"/>
              </a:ext>
            </a:extLst>
          </p:cNvPr>
          <p:cNvSpPr>
            <a:spLocks/>
          </p:cNvSpPr>
          <p:nvPr/>
        </p:nvSpPr>
        <p:spPr bwMode="auto">
          <a:xfrm>
            <a:off x="6203950" y="4535488"/>
            <a:ext cx="9525" cy="12700"/>
          </a:xfrm>
          <a:custGeom>
            <a:avLst/>
            <a:gdLst>
              <a:gd name="T0" fmla="*/ 2147483646 w 56"/>
              <a:gd name="T1" fmla="*/ 2147483646 h 88"/>
              <a:gd name="T2" fmla="*/ 2147483646 w 56"/>
              <a:gd name="T3" fmla="*/ 2147483646 h 88"/>
              <a:gd name="T4" fmla="*/ 2147483646 w 56"/>
              <a:gd name="T5" fmla="*/ 2147483646 h 88"/>
              <a:gd name="T6" fmla="*/ 2147483646 w 56"/>
              <a:gd name="T7" fmla="*/ 2147483646 h 88"/>
              <a:gd name="T8" fmla="*/ 2147483646 w 56"/>
              <a:gd name="T9" fmla="*/ 2147483646 h 88"/>
              <a:gd name="T10" fmla="*/ 2147483646 w 56"/>
              <a:gd name="T11" fmla="*/ 2147483646 h 88"/>
              <a:gd name="T12" fmla="*/ 2147483646 w 56"/>
              <a:gd name="T13" fmla="*/ 2147483646 h 88"/>
              <a:gd name="T14" fmla="*/ 2147483646 w 56"/>
              <a:gd name="T15" fmla="*/ 2147483646 h 88"/>
              <a:gd name="T16" fmla="*/ 2147483646 w 56"/>
              <a:gd name="T17" fmla="*/ 2147483646 h 88"/>
              <a:gd name="T18" fmla="*/ 0 w 56"/>
              <a:gd name="T19" fmla="*/ 2147483646 h 88"/>
              <a:gd name="T20" fmla="*/ 0 w 56"/>
              <a:gd name="T21" fmla="*/ 2147483646 h 88"/>
              <a:gd name="T22" fmla="*/ 0 w 56"/>
              <a:gd name="T23" fmla="*/ 2147483646 h 88"/>
              <a:gd name="T24" fmla="*/ 2147483646 w 56"/>
              <a:gd name="T25" fmla="*/ 2147483646 h 88"/>
              <a:gd name="T26" fmla="*/ 2147483646 w 56"/>
              <a:gd name="T27" fmla="*/ 2147483646 h 88"/>
              <a:gd name="T28" fmla="*/ 2147483646 w 56"/>
              <a:gd name="T29" fmla="*/ 2147483646 h 88"/>
              <a:gd name="T30" fmla="*/ 2147483646 w 56"/>
              <a:gd name="T31" fmla="*/ 2147483646 h 88"/>
              <a:gd name="T32" fmla="*/ 2147483646 w 56"/>
              <a:gd name="T33" fmla="*/ 2147483646 h 88"/>
              <a:gd name="T34" fmla="*/ 2147483646 w 56"/>
              <a:gd name="T35" fmla="*/ 2147483646 h 88"/>
              <a:gd name="T36" fmla="*/ 2147483646 w 56"/>
              <a:gd name="T37" fmla="*/ 2147483646 h 88"/>
              <a:gd name="T38" fmla="*/ 2147483646 w 56"/>
              <a:gd name="T39" fmla="*/ 2147483646 h 88"/>
              <a:gd name="T40" fmla="*/ 2147483646 w 56"/>
              <a:gd name="T41" fmla="*/ 2147483646 h 88"/>
              <a:gd name="T42" fmla="*/ 2147483646 w 56"/>
              <a:gd name="T43" fmla="*/ 2147483646 h 88"/>
              <a:gd name="T44" fmla="*/ 2147483646 w 56"/>
              <a:gd name="T45" fmla="*/ 2147483646 h 88"/>
              <a:gd name="T46" fmla="*/ 2147483646 w 56"/>
              <a:gd name="T47" fmla="*/ 2147483646 h 88"/>
              <a:gd name="T48" fmla="*/ 2147483646 w 56"/>
              <a:gd name="T49" fmla="*/ 2147483646 h 88"/>
              <a:gd name="T50" fmla="*/ 2147483646 w 56"/>
              <a:gd name="T51" fmla="*/ 2147483646 h 88"/>
              <a:gd name="T52" fmla="*/ 2147483646 w 56"/>
              <a:gd name="T53" fmla="*/ 2147483646 h 88"/>
              <a:gd name="T54" fmla="*/ 2147483646 w 56"/>
              <a:gd name="T55" fmla="*/ 2147483646 h 88"/>
              <a:gd name="T56" fmla="*/ 2147483646 w 56"/>
              <a:gd name="T57" fmla="*/ 2147483646 h 88"/>
              <a:gd name="T58" fmla="*/ 2147483646 w 56"/>
              <a:gd name="T59" fmla="*/ 2147483646 h 88"/>
              <a:gd name="T60" fmla="*/ 2147483646 w 56"/>
              <a:gd name="T61" fmla="*/ 2147483646 h 88"/>
              <a:gd name="T62" fmla="*/ 2147483646 w 56"/>
              <a:gd name="T63" fmla="*/ 2147483646 h 88"/>
              <a:gd name="T64" fmla="*/ 2147483646 w 56"/>
              <a:gd name="T65" fmla="*/ 2147483646 h 88"/>
              <a:gd name="T66" fmla="*/ 2147483646 w 56"/>
              <a:gd name="T67" fmla="*/ 2147483646 h 88"/>
              <a:gd name="T68" fmla="*/ 2147483646 w 56"/>
              <a:gd name="T69" fmla="*/ 2147483646 h 88"/>
              <a:gd name="T70" fmla="*/ 2147483646 w 56"/>
              <a:gd name="T71" fmla="*/ 2147483646 h 88"/>
              <a:gd name="T72" fmla="*/ 2147483646 w 56"/>
              <a:gd name="T73" fmla="*/ 2147483646 h 88"/>
              <a:gd name="T74" fmla="*/ 2147483646 w 56"/>
              <a:gd name="T75" fmla="*/ 2147483646 h 88"/>
              <a:gd name="T76" fmla="*/ 2147483646 w 56"/>
              <a:gd name="T77" fmla="*/ 2147483646 h 88"/>
              <a:gd name="T78" fmla="*/ 2147483646 w 56"/>
              <a:gd name="T79" fmla="*/ 2147483646 h 88"/>
              <a:gd name="T80" fmla="*/ 2147483646 w 56"/>
              <a:gd name="T81" fmla="*/ 2147483646 h 88"/>
              <a:gd name="T82" fmla="*/ 2147483646 w 56"/>
              <a:gd name="T83" fmla="*/ 2147483646 h 88"/>
              <a:gd name="T84" fmla="*/ 2147483646 w 56"/>
              <a:gd name="T85" fmla="*/ 0 h 88"/>
              <a:gd name="T86" fmla="*/ 2147483646 w 56"/>
              <a:gd name="T87" fmla="*/ 2147483646 h 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6" h="88">
                <a:moveTo>
                  <a:pt x="45" y="3"/>
                </a:moveTo>
                <a:lnTo>
                  <a:pt x="30" y="27"/>
                </a:lnTo>
                <a:lnTo>
                  <a:pt x="29" y="26"/>
                </a:lnTo>
                <a:lnTo>
                  <a:pt x="25" y="24"/>
                </a:lnTo>
                <a:lnTo>
                  <a:pt x="20" y="21"/>
                </a:lnTo>
                <a:lnTo>
                  <a:pt x="14" y="19"/>
                </a:lnTo>
                <a:lnTo>
                  <a:pt x="8" y="17"/>
                </a:lnTo>
                <a:lnTo>
                  <a:pt x="3" y="18"/>
                </a:lnTo>
                <a:lnTo>
                  <a:pt x="0" y="22"/>
                </a:lnTo>
                <a:lnTo>
                  <a:pt x="0" y="29"/>
                </a:lnTo>
                <a:lnTo>
                  <a:pt x="1" y="38"/>
                </a:lnTo>
                <a:lnTo>
                  <a:pt x="2" y="45"/>
                </a:lnTo>
                <a:lnTo>
                  <a:pt x="2" y="51"/>
                </a:lnTo>
                <a:lnTo>
                  <a:pt x="3" y="56"/>
                </a:lnTo>
                <a:lnTo>
                  <a:pt x="3" y="61"/>
                </a:lnTo>
                <a:lnTo>
                  <a:pt x="3" y="64"/>
                </a:lnTo>
                <a:lnTo>
                  <a:pt x="3" y="65"/>
                </a:lnTo>
                <a:lnTo>
                  <a:pt x="3" y="66"/>
                </a:lnTo>
                <a:lnTo>
                  <a:pt x="5" y="88"/>
                </a:lnTo>
                <a:lnTo>
                  <a:pt x="7" y="87"/>
                </a:lnTo>
                <a:lnTo>
                  <a:pt x="12" y="82"/>
                </a:lnTo>
                <a:lnTo>
                  <a:pt x="20" y="75"/>
                </a:lnTo>
                <a:lnTo>
                  <a:pt x="30" y="66"/>
                </a:lnTo>
                <a:lnTo>
                  <a:pt x="36" y="60"/>
                </a:lnTo>
                <a:lnTo>
                  <a:pt x="41" y="53"/>
                </a:lnTo>
                <a:lnTo>
                  <a:pt x="45" y="47"/>
                </a:lnTo>
                <a:lnTo>
                  <a:pt x="49" y="41"/>
                </a:lnTo>
                <a:lnTo>
                  <a:pt x="52" y="35"/>
                </a:lnTo>
                <a:lnTo>
                  <a:pt x="54" y="31"/>
                </a:lnTo>
                <a:lnTo>
                  <a:pt x="56" y="28"/>
                </a:lnTo>
                <a:lnTo>
                  <a:pt x="56" y="27"/>
                </a:lnTo>
                <a:lnTo>
                  <a:pt x="56" y="25"/>
                </a:lnTo>
                <a:lnTo>
                  <a:pt x="56" y="21"/>
                </a:lnTo>
                <a:lnTo>
                  <a:pt x="55" y="16"/>
                </a:lnTo>
                <a:lnTo>
                  <a:pt x="55" y="10"/>
                </a:lnTo>
                <a:lnTo>
                  <a:pt x="53" y="4"/>
                </a:lnTo>
                <a:lnTo>
                  <a:pt x="51" y="1"/>
                </a:lnTo>
                <a:lnTo>
                  <a:pt x="49" y="0"/>
                </a:lnTo>
                <a:lnTo>
                  <a:pt x="45" y="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57" name="Freeform 1014">
            <a:extLst>
              <a:ext uri="{FF2B5EF4-FFF2-40B4-BE49-F238E27FC236}">
                <a16:creationId xmlns:a16="http://schemas.microsoft.com/office/drawing/2014/main" id="{76AB0D99-FF9E-D522-8876-44ABF43923D6}"/>
              </a:ext>
            </a:extLst>
          </p:cNvPr>
          <p:cNvSpPr>
            <a:spLocks/>
          </p:cNvSpPr>
          <p:nvPr/>
        </p:nvSpPr>
        <p:spPr bwMode="auto">
          <a:xfrm>
            <a:off x="6170613" y="4537075"/>
            <a:ext cx="9525" cy="7938"/>
          </a:xfrm>
          <a:custGeom>
            <a:avLst/>
            <a:gdLst>
              <a:gd name="T0" fmla="*/ 2147483646 w 51"/>
              <a:gd name="T1" fmla="*/ 2147483646 h 51"/>
              <a:gd name="T2" fmla="*/ 2147483646 w 51"/>
              <a:gd name="T3" fmla="*/ 2147483646 h 51"/>
              <a:gd name="T4" fmla="*/ 2147483646 w 51"/>
              <a:gd name="T5" fmla="*/ 0 h 51"/>
              <a:gd name="T6" fmla="*/ 2147483646 w 51"/>
              <a:gd name="T7" fmla="*/ 2147483646 h 51"/>
              <a:gd name="T8" fmla="*/ 2147483646 w 51"/>
              <a:gd name="T9" fmla="*/ 2147483646 h 51"/>
              <a:gd name="T10" fmla="*/ 0 w 51"/>
              <a:gd name="T11" fmla="*/ 2147483646 h 51"/>
              <a:gd name="T12" fmla="*/ 0 w 51"/>
              <a:gd name="T13" fmla="*/ 2147483646 h 51"/>
              <a:gd name="T14" fmla="*/ 0 w 51"/>
              <a:gd name="T15" fmla="*/ 2147483646 h 51"/>
              <a:gd name="T16" fmla="*/ 0 w 51"/>
              <a:gd name="T17" fmla="*/ 2147483646 h 51"/>
              <a:gd name="T18" fmla="*/ 2147483646 w 51"/>
              <a:gd name="T19" fmla="*/ 2147483646 h 51"/>
              <a:gd name="T20" fmla="*/ 2147483646 w 51"/>
              <a:gd name="T21" fmla="*/ 2147483646 h 51"/>
              <a:gd name="T22" fmla="*/ 2147483646 w 51"/>
              <a:gd name="T23" fmla="*/ 2147483646 h 51"/>
              <a:gd name="T24" fmla="*/ 2147483646 w 51"/>
              <a:gd name="T25" fmla="*/ 2147483646 h 51"/>
              <a:gd name="T26" fmla="*/ 2147483646 w 51"/>
              <a:gd name="T27" fmla="*/ 2147483646 h 51"/>
              <a:gd name="T28" fmla="*/ 2147483646 w 51"/>
              <a:gd name="T29" fmla="*/ 2147483646 h 51"/>
              <a:gd name="T30" fmla="*/ 2147483646 w 51"/>
              <a:gd name="T31" fmla="*/ 2147483646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1" h="51">
                <a:moveTo>
                  <a:pt x="28" y="42"/>
                </a:moveTo>
                <a:lnTo>
                  <a:pt x="51" y="25"/>
                </a:lnTo>
                <a:lnTo>
                  <a:pt x="43" y="0"/>
                </a:lnTo>
                <a:lnTo>
                  <a:pt x="1" y="22"/>
                </a:lnTo>
                <a:lnTo>
                  <a:pt x="1" y="23"/>
                </a:lnTo>
                <a:lnTo>
                  <a:pt x="0" y="27"/>
                </a:lnTo>
                <a:lnTo>
                  <a:pt x="0" y="32"/>
                </a:lnTo>
                <a:lnTo>
                  <a:pt x="0" y="37"/>
                </a:lnTo>
                <a:lnTo>
                  <a:pt x="0" y="42"/>
                </a:lnTo>
                <a:lnTo>
                  <a:pt x="2" y="47"/>
                </a:lnTo>
                <a:lnTo>
                  <a:pt x="5" y="51"/>
                </a:lnTo>
                <a:lnTo>
                  <a:pt x="9" y="51"/>
                </a:lnTo>
                <a:lnTo>
                  <a:pt x="18" y="47"/>
                </a:lnTo>
                <a:lnTo>
                  <a:pt x="24" y="45"/>
                </a:lnTo>
                <a:lnTo>
                  <a:pt x="27" y="43"/>
                </a:lnTo>
                <a:lnTo>
                  <a:pt x="28" y="4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58" name="Freeform 1015">
            <a:extLst>
              <a:ext uri="{FF2B5EF4-FFF2-40B4-BE49-F238E27FC236}">
                <a16:creationId xmlns:a16="http://schemas.microsoft.com/office/drawing/2014/main" id="{AAC4A3AB-FF0E-F189-21DD-A2AB81CC8043}"/>
              </a:ext>
            </a:extLst>
          </p:cNvPr>
          <p:cNvSpPr>
            <a:spLocks/>
          </p:cNvSpPr>
          <p:nvPr/>
        </p:nvSpPr>
        <p:spPr bwMode="auto">
          <a:xfrm>
            <a:off x="6170613" y="4537075"/>
            <a:ext cx="9525" cy="7938"/>
          </a:xfrm>
          <a:custGeom>
            <a:avLst/>
            <a:gdLst>
              <a:gd name="T0" fmla="*/ 2147483646 w 51"/>
              <a:gd name="T1" fmla="*/ 2147483646 h 51"/>
              <a:gd name="T2" fmla="*/ 2147483646 w 51"/>
              <a:gd name="T3" fmla="*/ 2147483646 h 51"/>
              <a:gd name="T4" fmla="*/ 2147483646 w 51"/>
              <a:gd name="T5" fmla="*/ 0 h 51"/>
              <a:gd name="T6" fmla="*/ 2147483646 w 51"/>
              <a:gd name="T7" fmla="*/ 2147483646 h 51"/>
              <a:gd name="T8" fmla="*/ 2147483646 w 51"/>
              <a:gd name="T9" fmla="*/ 2147483646 h 51"/>
              <a:gd name="T10" fmla="*/ 2147483646 w 51"/>
              <a:gd name="T11" fmla="*/ 2147483646 h 51"/>
              <a:gd name="T12" fmla="*/ 0 w 51"/>
              <a:gd name="T13" fmla="*/ 2147483646 h 51"/>
              <a:gd name="T14" fmla="*/ 0 w 51"/>
              <a:gd name="T15" fmla="*/ 2147483646 h 51"/>
              <a:gd name="T16" fmla="*/ 0 w 51"/>
              <a:gd name="T17" fmla="*/ 2147483646 h 51"/>
              <a:gd name="T18" fmla="*/ 0 w 51"/>
              <a:gd name="T19" fmla="*/ 2147483646 h 51"/>
              <a:gd name="T20" fmla="*/ 2147483646 w 51"/>
              <a:gd name="T21" fmla="*/ 2147483646 h 51"/>
              <a:gd name="T22" fmla="*/ 2147483646 w 51"/>
              <a:gd name="T23" fmla="*/ 2147483646 h 51"/>
              <a:gd name="T24" fmla="*/ 2147483646 w 51"/>
              <a:gd name="T25" fmla="*/ 2147483646 h 51"/>
              <a:gd name="T26" fmla="*/ 2147483646 w 51"/>
              <a:gd name="T27" fmla="*/ 2147483646 h 51"/>
              <a:gd name="T28" fmla="*/ 2147483646 w 51"/>
              <a:gd name="T29" fmla="*/ 2147483646 h 51"/>
              <a:gd name="T30" fmla="*/ 2147483646 w 51"/>
              <a:gd name="T31" fmla="*/ 2147483646 h 51"/>
              <a:gd name="T32" fmla="*/ 2147483646 w 51"/>
              <a:gd name="T33" fmla="*/ 2147483646 h 51"/>
              <a:gd name="T34" fmla="*/ 2147483646 w 51"/>
              <a:gd name="T35" fmla="*/ 2147483646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1" h="51">
                <a:moveTo>
                  <a:pt x="28" y="42"/>
                </a:moveTo>
                <a:lnTo>
                  <a:pt x="51" y="25"/>
                </a:lnTo>
                <a:lnTo>
                  <a:pt x="43" y="0"/>
                </a:lnTo>
                <a:lnTo>
                  <a:pt x="1" y="22"/>
                </a:lnTo>
                <a:lnTo>
                  <a:pt x="1" y="23"/>
                </a:lnTo>
                <a:lnTo>
                  <a:pt x="0" y="27"/>
                </a:lnTo>
                <a:lnTo>
                  <a:pt x="0" y="32"/>
                </a:lnTo>
                <a:lnTo>
                  <a:pt x="0" y="37"/>
                </a:lnTo>
                <a:lnTo>
                  <a:pt x="0" y="42"/>
                </a:lnTo>
                <a:lnTo>
                  <a:pt x="2" y="47"/>
                </a:lnTo>
                <a:lnTo>
                  <a:pt x="5" y="51"/>
                </a:lnTo>
                <a:lnTo>
                  <a:pt x="9" y="51"/>
                </a:lnTo>
                <a:lnTo>
                  <a:pt x="18" y="47"/>
                </a:lnTo>
                <a:lnTo>
                  <a:pt x="24" y="45"/>
                </a:lnTo>
                <a:lnTo>
                  <a:pt x="27" y="43"/>
                </a:lnTo>
                <a:lnTo>
                  <a:pt x="28"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59" name="Freeform 1016">
            <a:extLst>
              <a:ext uri="{FF2B5EF4-FFF2-40B4-BE49-F238E27FC236}">
                <a16:creationId xmlns:a16="http://schemas.microsoft.com/office/drawing/2014/main" id="{BBD82D1C-3CCA-B478-AF11-62BBCA5585D4}"/>
              </a:ext>
            </a:extLst>
          </p:cNvPr>
          <p:cNvSpPr>
            <a:spLocks/>
          </p:cNvSpPr>
          <p:nvPr/>
        </p:nvSpPr>
        <p:spPr bwMode="auto">
          <a:xfrm>
            <a:off x="6178550" y="4545013"/>
            <a:ext cx="4763" cy="6350"/>
          </a:xfrm>
          <a:custGeom>
            <a:avLst/>
            <a:gdLst>
              <a:gd name="T0" fmla="*/ 2147483646 w 27"/>
              <a:gd name="T1" fmla="*/ 2147483646 h 41"/>
              <a:gd name="T2" fmla="*/ 2147483646 w 27"/>
              <a:gd name="T3" fmla="*/ 2147483646 h 41"/>
              <a:gd name="T4" fmla="*/ 2147483646 w 27"/>
              <a:gd name="T5" fmla="*/ 2147483646 h 41"/>
              <a:gd name="T6" fmla="*/ 2147483646 w 27"/>
              <a:gd name="T7" fmla="*/ 2147483646 h 41"/>
              <a:gd name="T8" fmla="*/ 2147483646 w 27"/>
              <a:gd name="T9" fmla="*/ 2147483646 h 41"/>
              <a:gd name="T10" fmla="*/ 2147483646 w 27"/>
              <a:gd name="T11" fmla="*/ 2147483646 h 41"/>
              <a:gd name="T12" fmla="*/ 2147483646 w 27"/>
              <a:gd name="T13" fmla="*/ 2147483646 h 41"/>
              <a:gd name="T14" fmla="*/ 2147483646 w 27"/>
              <a:gd name="T15" fmla="*/ 2147483646 h 41"/>
              <a:gd name="T16" fmla="*/ 0 w 27"/>
              <a:gd name="T17" fmla="*/ 2147483646 h 41"/>
              <a:gd name="T18" fmla="*/ 2147483646 w 27"/>
              <a:gd name="T19" fmla="*/ 0 h 41"/>
              <a:gd name="T20" fmla="*/ 2147483646 w 27"/>
              <a:gd name="T21" fmla="*/ 2147483646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7" h="41">
                <a:moveTo>
                  <a:pt x="27" y="22"/>
                </a:moveTo>
                <a:lnTo>
                  <a:pt x="27" y="25"/>
                </a:lnTo>
                <a:lnTo>
                  <a:pt x="27" y="30"/>
                </a:lnTo>
                <a:lnTo>
                  <a:pt x="24" y="37"/>
                </a:lnTo>
                <a:lnTo>
                  <a:pt x="16" y="41"/>
                </a:lnTo>
                <a:lnTo>
                  <a:pt x="8" y="40"/>
                </a:lnTo>
                <a:lnTo>
                  <a:pt x="3" y="34"/>
                </a:lnTo>
                <a:lnTo>
                  <a:pt x="1" y="27"/>
                </a:lnTo>
                <a:lnTo>
                  <a:pt x="0" y="24"/>
                </a:lnTo>
                <a:lnTo>
                  <a:pt x="16" y="0"/>
                </a:lnTo>
                <a:lnTo>
                  <a:pt x="27" y="2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60" name="Freeform 1017">
            <a:extLst>
              <a:ext uri="{FF2B5EF4-FFF2-40B4-BE49-F238E27FC236}">
                <a16:creationId xmlns:a16="http://schemas.microsoft.com/office/drawing/2014/main" id="{9D7A422B-9E47-FC2E-D76F-3DFDFE58A385}"/>
              </a:ext>
            </a:extLst>
          </p:cNvPr>
          <p:cNvSpPr>
            <a:spLocks/>
          </p:cNvSpPr>
          <p:nvPr/>
        </p:nvSpPr>
        <p:spPr bwMode="auto">
          <a:xfrm>
            <a:off x="6178550" y="4545013"/>
            <a:ext cx="4763" cy="6350"/>
          </a:xfrm>
          <a:custGeom>
            <a:avLst/>
            <a:gdLst>
              <a:gd name="T0" fmla="*/ 2147483646 w 27"/>
              <a:gd name="T1" fmla="*/ 2147483646 h 41"/>
              <a:gd name="T2" fmla="*/ 2147483646 w 27"/>
              <a:gd name="T3" fmla="*/ 2147483646 h 41"/>
              <a:gd name="T4" fmla="*/ 2147483646 w 27"/>
              <a:gd name="T5" fmla="*/ 2147483646 h 41"/>
              <a:gd name="T6" fmla="*/ 2147483646 w 27"/>
              <a:gd name="T7" fmla="*/ 2147483646 h 41"/>
              <a:gd name="T8" fmla="*/ 2147483646 w 27"/>
              <a:gd name="T9" fmla="*/ 2147483646 h 41"/>
              <a:gd name="T10" fmla="*/ 2147483646 w 27"/>
              <a:gd name="T11" fmla="*/ 2147483646 h 41"/>
              <a:gd name="T12" fmla="*/ 2147483646 w 27"/>
              <a:gd name="T13" fmla="*/ 2147483646 h 41"/>
              <a:gd name="T14" fmla="*/ 2147483646 w 27"/>
              <a:gd name="T15" fmla="*/ 2147483646 h 41"/>
              <a:gd name="T16" fmla="*/ 2147483646 w 27"/>
              <a:gd name="T17" fmla="*/ 2147483646 h 41"/>
              <a:gd name="T18" fmla="*/ 2147483646 w 27"/>
              <a:gd name="T19" fmla="*/ 2147483646 h 41"/>
              <a:gd name="T20" fmla="*/ 0 w 27"/>
              <a:gd name="T21" fmla="*/ 2147483646 h 41"/>
              <a:gd name="T22" fmla="*/ 2147483646 w 27"/>
              <a:gd name="T23" fmla="*/ 0 h 41"/>
              <a:gd name="T24" fmla="*/ 2147483646 w 27"/>
              <a:gd name="T25" fmla="*/ 2147483646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 h="41">
                <a:moveTo>
                  <a:pt x="27" y="22"/>
                </a:moveTo>
                <a:lnTo>
                  <a:pt x="27" y="22"/>
                </a:lnTo>
                <a:lnTo>
                  <a:pt x="27" y="25"/>
                </a:lnTo>
                <a:lnTo>
                  <a:pt x="27" y="30"/>
                </a:lnTo>
                <a:lnTo>
                  <a:pt x="24" y="37"/>
                </a:lnTo>
                <a:lnTo>
                  <a:pt x="16" y="41"/>
                </a:lnTo>
                <a:lnTo>
                  <a:pt x="8" y="40"/>
                </a:lnTo>
                <a:lnTo>
                  <a:pt x="3" y="34"/>
                </a:lnTo>
                <a:lnTo>
                  <a:pt x="1" y="27"/>
                </a:lnTo>
                <a:lnTo>
                  <a:pt x="0" y="24"/>
                </a:lnTo>
                <a:lnTo>
                  <a:pt x="16" y="0"/>
                </a:lnTo>
                <a:lnTo>
                  <a:pt x="27"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61" name="Freeform 1018">
            <a:extLst>
              <a:ext uri="{FF2B5EF4-FFF2-40B4-BE49-F238E27FC236}">
                <a16:creationId xmlns:a16="http://schemas.microsoft.com/office/drawing/2014/main" id="{9F86BF0F-E9D0-9ADD-7941-D856807A2E66}"/>
              </a:ext>
            </a:extLst>
          </p:cNvPr>
          <p:cNvSpPr>
            <a:spLocks/>
          </p:cNvSpPr>
          <p:nvPr/>
        </p:nvSpPr>
        <p:spPr bwMode="auto">
          <a:xfrm>
            <a:off x="6191250" y="4557713"/>
            <a:ext cx="4763" cy="3175"/>
          </a:xfrm>
          <a:custGeom>
            <a:avLst/>
            <a:gdLst>
              <a:gd name="T0" fmla="*/ 2147483646 w 28"/>
              <a:gd name="T1" fmla="*/ 0 h 15"/>
              <a:gd name="T2" fmla="*/ 2147483646 w 28"/>
              <a:gd name="T3" fmla="*/ 2147483646 h 15"/>
              <a:gd name="T4" fmla="*/ 2147483646 w 28"/>
              <a:gd name="T5" fmla="*/ 2147483646 h 15"/>
              <a:gd name="T6" fmla="*/ 2147483646 w 28"/>
              <a:gd name="T7" fmla="*/ 2147483646 h 15"/>
              <a:gd name="T8" fmla="*/ 2147483646 w 28"/>
              <a:gd name="T9" fmla="*/ 2147483646 h 15"/>
              <a:gd name="T10" fmla="*/ 2147483646 w 28"/>
              <a:gd name="T11" fmla="*/ 2147483646 h 15"/>
              <a:gd name="T12" fmla="*/ 2147483646 w 28"/>
              <a:gd name="T13" fmla="*/ 2147483646 h 15"/>
              <a:gd name="T14" fmla="*/ 2147483646 w 28"/>
              <a:gd name="T15" fmla="*/ 2147483646 h 15"/>
              <a:gd name="T16" fmla="*/ 2147483646 w 28"/>
              <a:gd name="T17" fmla="*/ 2147483646 h 15"/>
              <a:gd name="T18" fmla="*/ 2147483646 w 28"/>
              <a:gd name="T19" fmla="*/ 2147483646 h 15"/>
              <a:gd name="T20" fmla="*/ 2147483646 w 28"/>
              <a:gd name="T21" fmla="*/ 2147483646 h 15"/>
              <a:gd name="T22" fmla="*/ 2147483646 w 28"/>
              <a:gd name="T23" fmla="*/ 2147483646 h 15"/>
              <a:gd name="T24" fmla="*/ 0 w 28"/>
              <a:gd name="T25" fmla="*/ 2147483646 h 15"/>
              <a:gd name="T26" fmla="*/ 2147483646 w 28"/>
              <a:gd name="T27" fmla="*/ 2147483646 h 15"/>
              <a:gd name="T28" fmla="*/ 2147483646 w 28"/>
              <a:gd name="T29" fmla="*/ 2147483646 h 15"/>
              <a:gd name="T30" fmla="*/ 2147483646 w 28"/>
              <a:gd name="T31" fmla="*/ 2147483646 h 15"/>
              <a:gd name="T32" fmla="*/ 2147483646 w 28"/>
              <a:gd name="T33" fmla="*/ 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15">
                <a:moveTo>
                  <a:pt x="15" y="0"/>
                </a:moveTo>
                <a:lnTo>
                  <a:pt x="20" y="1"/>
                </a:lnTo>
                <a:lnTo>
                  <a:pt x="24" y="2"/>
                </a:lnTo>
                <a:lnTo>
                  <a:pt x="27" y="4"/>
                </a:lnTo>
                <a:lnTo>
                  <a:pt x="28" y="8"/>
                </a:lnTo>
                <a:lnTo>
                  <a:pt x="27" y="11"/>
                </a:lnTo>
                <a:lnTo>
                  <a:pt x="24" y="13"/>
                </a:lnTo>
                <a:lnTo>
                  <a:pt x="20" y="14"/>
                </a:lnTo>
                <a:lnTo>
                  <a:pt x="15" y="15"/>
                </a:lnTo>
                <a:lnTo>
                  <a:pt x="8" y="14"/>
                </a:lnTo>
                <a:lnTo>
                  <a:pt x="4" y="13"/>
                </a:lnTo>
                <a:lnTo>
                  <a:pt x="1" y="11"/>
                </a:lnTo>
                <a:lnTo>
                  <a:pt x="0" y="8"/>
                </a:lnTo>
                <a:lnTo>
                  <a:pt x="1" y="4"/>
                </a:lnTo>
                <a:lnTo>
                  <a:pt x="4" y="2"/>
                </a:lnTo>
                <a:lnTo>
                  <a:pt x="8" y="1"/>
                </a:lnTo>
                <a:lnTo>
                  <a:pt x="15"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62" name="Freeform 1019">
            <a:extLst>
              <a:ext uri="{FF2B5EF4-FFF2-40B4-BE49-F238E27FC236}">
                <a16:creationId xmlns:a16="http://schemas.microsoft.com/office/drawing/2014/main" id="{369F61A9-1003-693E-037F-5F131B8FB619}"/>
              </a:ext>
            </a:extLst>
          </p:cNvPr>
          <p:cNvSpPr>
            <a:spLocks/>
          </p:cNvSpPr>
          <p:nvPr/>
        </p:nvSpPr>
        <p:spPr bwMode="auto">
          <a:xfrm>
            <a:off x="6191250" y="4557713"/>
            <a:ext cx="4763" cy="3175"/>
          </a:xfrm>
          <a:custGeom>
            <a:avLst/>
            <a:gdLst>
              <a:gd name="T0" fmla="*/ 2147483646 w 28"/>
              <a:gd name="T1" fmla="*/ 0 h 15"/>
              <a:gd name="T2" fmla="*/ 2147483646 w 28"/>
              <a:gd name="T3" fmla="*/ 0 h 15"/>
              <a:gd name="T4" fmla="*/ 2147483646 w 28"/>
              <a:gd name="T5" fmla="*/ 2147483646 h 15"/>
              <a:gd name="T6" fmla="*/ 2147483646 w 28"/>
              <a:gd name="T7" fmla="*/ 2147483646 h 15"/>
              <a:gd name="T8" fmla="*/ 2147483646 w 28"/>
              <a:gd name="T9" fmla="*/ 2147483646 h 15"/>
              <a:gd name="T10" fmla="*/ 2147483646 w 28"/>
              <a:gd name="T11" fmla="*/ 2147483646 h 15"/>
              <a:gd name="T12" fmla="*/ 2147483646 w 28"/>
              <a:gd name="T13" fmla="*/ 2147483646 h 15"/>
              <a:gd name="T14" fmla="*/ 2147483646 w 28"/>
              <a:gd name="T15" fmla="*/ 2147483646 h 15"/>
              <a:gd name="T16" fmla="*/ 2147483646 w 28"/>
              <a:gd name="T17" fmla="*/ 2147483646 h 15"/>
              <a:gd name="T18" fmla="*/ 2147483646 w 28"/>
              <a:gd name="T19" fmla="*/ 2147483646 h 15"/>
              <a:gd name="T20" fmla="*/ 2147483646 w 28"/>
              <a:gd name="T21" fmla="*/ 2147483646 h 15"/>
              <a:gd name="T22" fmla="*/ 2147483646 w 28"/>
              <a:gd name="T23" fmla="*/ 2147483646 h 15"/>
              <a:gd name="T24" fmla="*/ 2147483646 w 28"/>
              <a:gd name="T25" fmla="*/ 2147483646 h 15"/>
              <a:gd name="T26" fmla="*/ 2147483646 w 28"/>
              <a:gd name="T27" fmla="*/ 2147483646 h 15"/>
              <a:gd name="T28" fmla="*/ 2147483646 w 28"/>
              <a:gd name="T29" fmla="*/ 2147483646 h 15"/>
              <a:gd name="T30" fmla="*/ 0 w 28"/>
              <a:gd name="T31" fmla="*/ 2147483646 h 15"/>
              <a:gd name="T32" fmla="*/ 0 w 28"/>
              <a:gd name="T33" fmla="*/ 2147483646 h 15"/>
              <a:gd name="T34" fmla="*/ 2147483646 w 28"/>
              <a:gd name="T35" fmla="*/ 2147483646 h 15"/>
              <a:gd name="T36" fmla="*/ 2147483646 w 28"/>
              <a:gd name="T37" fmla="*/ 2147483646 h 15"/>
              <a:gd name="T38" fmla="*/ 2147483646 w 28"/>
              <a:gd name="T39" fmla="*/ 2147483646 h 15"/>
              <a:gd name="T40" fmla="*/ 2147483646 w 28"/>
              <a:gd name="T41" fmla="*/ 0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 h="15">
                <a:moveTo>
                  <a:pt x="15" y="0"/>
                </a:moveTo>
                <a:lnTo>
                  <a:pt x="15" y="0"/>
                </a:lnTo>
                <a:lnTo>
                  <a:pt x="20" y="1"/>
                </a:lnTo>
                <a:lnTo>
                  <a:pt x="24" y="2"/>
                </a:lnTo>
                <a:lnTo>
                  <a:pt x="27" y="4"/>
                </a:lnTo>
                <a:lnTo>
                  <a:pt x="28" y="8"/>
                </a:lnTo>
                <a:lnTo>
                  <a:pt x="27" y="11"/>
                </a:lnTo>
                <a:lnTo>
                  <a:pt x="24" y="13"/>
                </a:lnTo>
                <a:lnTo>
                  <a:pt x="20" y="14"/>
                </a:lnTo>
                <a:lnTo>
                  <a:pt x="15" y="15"/>
                </a:lnTo>
                <a:lnTo>
                  <a:pt x="8" y="14"/>
                </a:lnTo>
                <a:lnTo>
                  <a:pt x="4" y="13"/>
                </a:lnTo>
                <a:lnTo>
                  <a:pt x="1" y="11"/>
                </a:lnTo>
                <a:lnTo>
                  <a:pt x="0" y="8"/>
                </a:lnTo>
                <a:lnTo>
                  <a:pt x="1" y="4"/>
                </a:lnTo>
                <a:lnTo>
                  <a:pt x="4" y="2"/>
                </a:lnTo>
                <a:lnTo>
                  <a:pt x="8" y="1"/>
                </a:lnTo>
                <a:lnTo>
                  <a:pt x="1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63" name="Freeform 1020">
            <a:extLst>
              <a:ext uri="{FF2B5EF4-FFF2-40B4-BE49-F238E27FC236}">
                <a16:creationId xmlns:a16="http://schemas.microsoft.com/office/drawing/2014/main" id="{132F87BA-E2F3-0C1E-CE27-58B631D3B330}"/>
              </a:ext>
            </a:extLst>
          </p:cNvPr>
          <p:cNvSpPr>
            <a:spLocks/>
          </p:cNvSpPr>
          <p:nvPr/>
        </p:nvSpPr>
        <p:spPr bwMode="auto">
          <a:xfrm>
            <a:off x="6148388" y="4514850"/>
            <a:ext cx="3175" cy="3175"/>
          </a:xfrm>
          <a:custGeom>
            <a:avLst/>
            <a:gdLst>
              <a:gd name="T0" fmla="*/ 2147483646 w 21"/>
              <a:gd name="T1" fmla="*/ 0 h 16"/>
              <a:gd name="T2" fmla="*/ 2147483646 w 21"/>
              <a:gd name="T3" fmla="*/ 2147483646 h 16"/>
              <a:gd name="T4" fmla="*/ 2147483646 w 21"/>
              <a:gd name="T5" fmla="*/ 2147483646 h 16"/>
              <a:gd name="T6" fmla="*/ 2147483646 w 21"/>
              <a:gd name="T7" fmla="*/ 2147483646 h 16"/>
              <a:gd name="T8" fmla="*/ 2147483646 w 21"/>
              <a:gd name="T9" fmla="*/ 2147483646 h 16"/>
              <a:gd name="T10" fmla="*/ 2147483646 w 21"/>
              <a:gd name="T11" fmla="*/ 2147483646 h 16"/>
              <a:gd name="T12" fmla="*/ 2147483646 w 21"/>
              <a:gd name="T13" fmla="*/ 2147483646 h 16"/>
              <a:gd name="T14" fmla="*/ 2147483646 w 21"/>
              <a:gd name="T15" fmla="*/ 2147483646 h 16"/>
              <a:gd name="T16" fmla="*/ 2147483646 w 21"/>
              <a:gd name="T17" fmla="*/ 2147483646 h 16"/>
              <a:gd name="T18" fmla="*/ 2147483646 w 21"/>
              <a:gd name="T19" fmla="*/ 2147483646 h 16"/>
              <a:gd name="T20" fmla="*/ 2147483646 w 21"/>
              <a:gd name="T21" fmla="*/ 2147483646 h 16"/>
              <a:gd name="T22" fmla="*/ 2147483646 w 21"/>
              <a:gd name="T23" fmla="*/ 2147483646 h 16"/>
              <a:gd name="T24" fmla="*/ 0 w 21"/>
              <a:gd name="T25" fmla="*/ 2147483646 h 16"/>
              <a:gd name="T26" fmla="*/ 2147483646 w 21"/>
              <a:gd name="T27" fmla="*/ 2147483646 h 16"/>
              <a:gd name="T28" fmla="*/ 2147483646 w 21"/>
              <a:gd name="T29" fmla="*/ 2147483646 h 16"/>
              <a:gd name="T30" fmla="*/ 2147483646 w 21"/>
              <a:gd name="T31" fmla="*/ 2147483646 h 16"/>
              <a:gd name="T32" fmla="*/ 2147483646 w 21"/>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16">
                <a:moveTo>
                  <a:pt x="10" y="0"/>
                </a:moveTo>
                <a:lnTo>
                  <a:pt x="14" y="1"/>
                </a:lnTo>
                <a:lnTo>
                  <a:pt x="17" y="2"/>
                </a:lnTo>
                <a:lnTo>
                  <a:pt x="19" y="5"/>
                </a:lnTo>
                <a:lnTo>
                  <a:pt x="21" y="8"/>
                </a:lnTo>
                <a:lnTo>
                  <a:pt x="19" y="11"/>
                </a:lnTo>
                <a:lnTo>
                  <a:pt x="17" y="13"/>
                </a:lnTo>
                <a:lnTo>
                  <a:pt x="14" y="15"/>
                </a:lnTo>
                <a:lnTo>
                  <a:pt x="10" y="16"/>
                </a:lnTo>
                <a:lnTo>
                  <a:pt x="6" y="15"/>
                </a:lnTo>
                <a:lnTo>
                  <a:pt x="3" y="13"/>
                </a:lnTo>
                <a:lnTo>
                  <a:pt x="1" y="11"/>
                </a:lnTo>
                <a:lnTo>
                  <a:pt x="0" y="8"/>
                </a:lnTo>
                <a:lnTo>
                  <a:pt x="1" y="5"/>
                </a:lnTo>
                <a:lnTo>
                  <a:pt x="3" y="2"/>
                </a:lnTo>
                <a:lnTo>
                  <a:pt x="6" y="1"/>
                </a:lnTo>
                <a:lnTo>
                  <a:pt x="10"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64" name="Freeform 1021">
            <a:extLst>
              <a:ext uri="{FF2B5EF4-FFF2-40B4-BE49-F238E27FC236}">
                <a16:creationId xmlns:a16="http://schemas.microsoft.com/office/drawing/2014/main" id="{A6D439B9-CD74-2738-DA02-32DDB3D54CBC}"/>
              </a:ext>
            </a:extLst>
          </p:cNvPr>
          <p:cNvSpPr>
            <a:spLocks/>
          </p:cNvSpPr>
          <p:nvPr/>
        </p:nvSpPr>
        <p:spPr bwMode="auto">
          <a:xfrm>
            <a:off x="6148388" y="4514850"/>
            <a:ext cx="3175" cy="3175"/>
          </a:xfrm>
          <a:custGeom>
            <a:avLst/>
            <a:gdLst>
              <a:gd name="T0" fmla="*/ 2147483646 w 21"/>
              <a:gd name="T1" fmla="*/ 0 h 16"/>
              <a:gd name="T2" fmla="*/ 2147483646 w 21"/>
              <a:gd name="T3" fmla="*/ 0 h 16"/>
              <a:gd name="T4" fmla="*/ 2147483646 w 21"/>
              <a:gd name="T5" fmla="*/ 2147483646 h 16"/>
              <a:gd name="T6" fmla="*/ 2147483646 w 21"/>
              <a:gd name="T7" fmla="*/ 2147483646 h 16"/>
              <a:gd name="T8" fmla="*/ 2147483646 w 21"/>
              <a:gd name="T9" fmla="*/ 2147483646 h 16"/>
              <a:gd name="T10" fmla="*/ 2147483646 w 21"/>
              <a:gd name="T11" fmla="*/ 2147483646 h 16"/>
              <a:gd name="T12" fmla="*/ 2147483646 w 21"/>
              <a:gd name="T13" fmla="*/ 2147483646 h 16"/>
              <a:gd name="T14" fmla="*/ 2147483646 w 21"/>
              <a:gd name="T15" fmla="*/ 2147483646 h 16"/>
              <a:gd name="T16" fmla="*/ 2147483646 w 21"/>
              <a:gd name="T17" fmla="*/ 2147483646 h 16"/>
              <a:gd name="T18" fmla="*/ 2147483646 w 21"/>
              <a:gd name="T19" fmla="*/ 2147483646 h 16"/>
              <a:gd name="T20" fmla="*/ 2147483646 w 21"/>
              <a:gd name="T21" fmla="*/ 2147483646 h 16"/>
              <a:gd name="T22" fmla="*/ 2147483646 w 21"/>
              <a:gd name="T23" fmla="*/ 2147483646 h 16"/>
              <a:gd name="T24" fmla="*/ 2147483646 w 21"/>
              <a:gd name="T25" fmla="*/ 2147483646 h 16"/>
              <a:gd name="T26" fmla="*/ 2147483646 w 21"/>
              <a:gd name="T27" fmla="*/ 2147483646 h 16"/>
              <a:gd name="T28" fmla="*/ 2147483646 w 21"/>
              <a:gd name="T29" fmla="*/ 2147483646 h 16"/>
              <a:gd name="T30" fmla="*/ 0 w 21"/>
              <a:gd name="T31" fmla="*/ 2147483646 h 16"/>
              <a:gd name="T32" fmla="*/ 0 w 21"/>
              <a:gd name="T33" fmla="*/ 2147483646 h 16"/>
              <a:gd name="T34" fmla="*/ 2147483646 w 21"/>
              <a:gd name="T35" fmla="*/ 2147483646 h 16"/>
              <a:gd name="T36" fmla="*/ 2147483646 w 21"/>
              <a:gd name="T37" fmla="*/ 2147483646 h 16"/>
              <a:gd name="T38" fmla="*/ 2147483646 w 21"/>
              <a:gd name="T39" fmla="*/ 2147483646 h 16"/>
              <a:gd name="T40" fmla="*/ 2147483646 w 21"/>
              <a:gd name="T41" fmla="*/ 0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 h="16">
                <a:moveTo>
                  <a:pt x="10" y="0"/>
                </a:moveTo>
                <a:lnTo>
                  <a:pt x="10" y="0"/>
                </a:lnTo>
                <a:lnTo>
                  <a:pt x="14" y="1"/>
                </a:lnTo>
                <a:lnTo>
                  <a:pt x="17" y="2"/>
                </a:lnTo>
                <a:lnTo>
                  <a:pt x="19" y="5"/>
                </a:lnTo>
                <a:lnTo>
                  <a:pt x="21" y="8"/>
                </a:lnTo>
                <a:lnTo>
                  <a:pt x="19" y="11"/>
                </a:lnTo>
                <a:lnTo>
                  <a:pt x="17" y="13"/>
                </a:lnTo>
                <a:lnTo>
                  <a:pt x="14" y="15"/>
                </a:lnTo>
                <a:lnTo>
                  <a:pt x="10" y="16"/>
                </a:lnTo>
                <a:lnTo>
                  <a:pt x="6" y="15"/>
                </a:lnTo>
                <a:lnTo>
                  <a:pt x="3" y="13"/>
                </a:lnTo>
                <a:lnTo>
                  <a:pt x="1" y="11"/>
                </a:lnTo>
                <a:lnTo>
                  <a:pt x="0" y="8"/>
                </a:lnTo>
                <a:lnTo>
                  <a:pt x="1" y="5"/>
                </a:lnTo>
                <a:lnTo>
                  <a:pt x="3" y="2"/>
                </a:lnTo>
                <a:lnTo>
                  <a:pt x="6" y="1"/>
                </a:lnTo>
                <a:lnTo>
                  <a:pt x="1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65" name="Freeform 1022">
            <a:extLst>
              <a:ext uri="{FF2B5EF4-FFF2-40B4-BE49-F238E27FC236}">
                <a16:creationId xmlns:a16="http://schemas.microsoft.com/office/drawing/2014/main" id="{AD2CF54F-0D32-346B-035D-1AC5693E0FED}"/>
              </a:ext>
            </a:extLst>
          </p:cNvPr>
          <p:cNvSpPr>
            <a:spLocks/>
          </p:cNvSpPr>
          <p:nvPr/>
        </p:nvSpPr>
        <p:spPr bwMode="auto">
          <a:xfrm>
            <a:off x="6124575" y="4494213"/>
            <a:ext cx="1588" cy="3175"/>
          </a:xfrm>
          <a:custGeom>
            <a:avLst/>
            <a:gdLst>
              <a:gd name="T0" fmla="*/ 2147483646 w 16"/>
              <a:gd name="T1" fmla="*/ 0 h 14"/>
              <a:gd name="T2" fmla="*/ 2147483646 w 16"/>
              <a:gd name="T3" fmla="*/ 2147483646 h 14"/>
              <a:gd name="T4" fmla="*/ 2147483646 w 16"/>
              <a:gd name="T5" fmla="*/ 2147483646 h 14"/>
              <a:gd name="T6" fmla="*/ 2147483646 w 16"/>
              <a:gd name="T7" fmla="*/ 2147483646 h 14"/>
              <a:gd name="T8" fmla="*/ 2147483646 w 16"/>
              <a:gd name="T9" fmla="*/ 2147483646 h 14"/>
              <a:gd name="T10" fmla="*/ 2147483646 w 16"/>
              <a:gd name="T11" fmla="*/ 2147483646 h 14"/>
              <a:gd name="T12" fmla="*/ 2147483646 w 16"/>
              <a:gd name="T13" fmla="*/ 2147483646 h 14"/>
              <a:gd name="T14" fmla="*/ 2147483646 w 16"/>
              <a:gd name="T15" fmla="*/ 2147483646 h 14"/>
              <a:gd name="T16" fmla="*/ 2147483646 w 16"/>
              <a:gd name="T17" fmla="*/ 2147483646 h 14"/>
              <a:gd name="T18" fmla="*/ 2147483646 w 16"/>
              <a:gd name="T19" fmla="*/ 2147483646 h 14"/>
              <a:gd name="T20" fmla="*/ 2147483646 w 16"/>
              <a:gd name="T21" fmla="*/ 2147483646 h 14"/>
              <a:gd name="T22" fmla="*/ 2147483646 w 16"/>
              <a:gd name="T23" fmla="*/ 2147483646 h 14"/>
              <a:gd name="T24" fmla="*/ 0 w 16"/>
              <a:gd name="T25" fmla="*/ 2147483646 h 14"/>
              <a:gd name="T26" fmla="*/ 2147483646 w 16"/>
              <a:gd name="T27" fmla="*/ 2147483646 h 14"/>
              <a:gd name="T28" fmla="*/ 2147483646 w 16"/>
              <a:gd name="T29" fmla="*/ 2147483646 h 14"/>
              <a:gd name="T30" fmla="*/ 2147483646 w 16"/>
              <a:gd name="T31" fmla="*/ 2147483646 h 14"/>
              <a:gd name="T32" fmla="*/ 2147483646 w 16"/>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4">
                <a:moveTo>
                  <a:pt x="8" y="0"/>
                </a:moveTo>
                <a:lnTo>
                  <a:pt x="11" y="1"/>
                </a:lnTo>
                <a:lnTo>
                  <a:pt x="14" y="2"/>
                </a:lnTo>
                <a:lnTo>
                  <a:pt x="15" y="4"/>
                </a:lnTo>
                <a:lnTo>
                  <a:pt x="16" y="7"/>
                </a:lnTo>
                <a:lnTo>
                  <a:pt x="15" y="10"/>
                </a:lnTo>
                <a:lnTo>
                  <a:pt x="14" y="12"/>
                </a:lnTo>
                <a:lnTo>
                  <a:pt x="11" y="13"/>
                </a:lnTo>
                <a:lnTo>
                  <a:pt x="8" y="14"/>
                </a:lnTo>
                <a:lnTo>
                  <a:pt x="5" y="13"/>
                </a:lnTo>
                <a:lnTo>
                  <a:pt x="3" y="12"/>
                </a:lnTo>
                <a:lnTo>
                  <a:pt x="1" y="10"/>
                </a:lnTo>
                <a:lnTo>
                  <a:pt x="0" y="7"/>
                </a:lnTo>
                <a:lnTo>
                  <a:pt x="1" y="4"/>
                </a:lnTo>
                <a:lnTo>
                  <a:pt x="3" y="2"/>
                </a:lnTo>
                <a:lnTo>
                  <a:pt x="5" y="1"/>
                </a:lnTo>
                <a:lnTo>
                  <a:pt x="8"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66" name="Freeform 1023">
            <a:extLst>
              <a:ext uri="{FF2B5EF4-FFF2-40B4-BE49-F238E27FC236}">
                <a16:creationId xmlns:a16="http://schemas.microsoft.com/office/drawing/2014/main" id="{A26BB3F4-30EC-4406-7DE7-F2CD90E12731}"/>
              </a:ext>
            </a:extLst>
          </p:cNvPr>
          <p:cNvSpPr>
            <a:spLocks/>
          </p:cNvSpPr>
          <p:nvPr/>
        </p:nvSpPr>
        <p:spPr bwMode="auto">
          <a:xfrm>
            <a:off x="6124575" y="4494213"/>
            <a:ext cx="1588" cy="3175"/>
          </a:xfrm>
          <a:custGeom>
            <a:avLst/>
            <a:gdLst>
              <a:gd name="T0" fmla="*/ 2147483646 w 16"/>
              <a:gd name="T1" fmla="*/ 0 h 14"/>
              <a:gd name="T2" fmla="*/ 2147483646 w 16"/>
              <a:gd name="T3" fmla="*/ 0 h 14"/>
              <a:gd name="T4" fmla="*/ 2147483646 w 16"/>
              <a:gd name="T5" fmla="*/ 2147483646 h 14"/>
              <a:gd name="T6" fmla="*/ 2147483646 w 16"/>
              <a:gd name="T7" fmla="*/ 2147483646 h 14"/>
              <a:gd name="T8" fmla="*/ 2147483646 w 16"/>
              <a:gd name="T9" fmla="*/ 2147483646 h 14"/>
              <a:gd name="T10" fmla="*/ 2147483646 w 16"/>
              <a:gd name="T11" fmla="*/ 2147483646 h 14"/>
              <a:gd name="T12" fmla="*/ 2147483646 w 16"/>
              <a:gd name="T13" fmla="*/ 2147483646 h 14"/>
              <a:gd name="T14" fmla="*/ 2147483646 w 16"/>
              <a:gd name="T15" fmla="*/ 2147483646 h 14"/>
              <a:gd name="T16" fmla="*/ 2147483646 w 16"/>
              <a:gd name="T17" fmla="*/ 2147483646 h 14"/>
              <a:gd name="T18" fmla="*/ 2147483646 w 16"/>
              <a:gd name="T19" fmla="*/ 2147483646 h 14"/>
              <a:gd name="T20" fmla="*/ 2147483646 w 16"/>
              <a:gd name="T21" fmla="*/ 2147483646 h 14"/>
              <a:gd name="T22" fmla="*/ 2147483646 w 16"/>
              <a:gd name="T23" fmla="*/ 2147483646 h 14"/>
              <a:gd name="T24" fmla="*/ 2147483646 w 16"/>
              <a:gd name="T25" fmla="*/ 2147483646 h 14"/>
              <a:gd name="T26" fmla="*/ 2147483646 w 16"/>
              <a:gd name="T27" fmla="*/ 2147483646 h 14"/>
              <a:gd name="T28" fmla="*/ 2147483646 w 16"/>
              <a:gd name="T29" fmla="*/ 2147483646 h 14"/>
              <a:gd name="T30" fmla="*/ 0 w 16"/>
              <a:gd name="T31" fmla="*/ 2147483646 h 14"/>
              <a:gd name="T32" fmla="*/ 0 w 16"/>
              <a:gd name="T33" fmla="*/ 2147483646 h 14"/>
              <a:gd name="T34" fmla="*/ 2147483646 w 16"/>
              <a:gd name="T35" fmla="*/ 2147483646 h 14"/>
              <a:gd name="T36" fmla="*/ 2147483646 w 16"/>
              <a:gd name="T37" fmla="*/ 2147483646 h 14"/>
              <a:gd name="T38" fmla="*/ 2147483646 w 16"/>
              <a:gd name="T39" fmla="*/ 2147483646 h 14"/>
              <a:gd name="T40" fmla="*/ 2147483646 w 16"/>
              <a:gd name="T41" fmla="*/ 0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14">
                <a:moveTo>
                  <a:pt x="8" y="0"/>
                </a:moveTo>
                <a:lnTo>
                  <a:pt x="8" y="0"/>
                </a:lnTo>
                <a:lnTo>
                  <a:pt x="11" y="1"/>
                </a:lnTo>
                <a:lnTo>
                  <a:pt x="14" y="2"/>
                </a:lnTo>
                <a:lnTo>
                  <a:pt x="15" y="4"/>
                </a:lnTo>
                <a:lnTo>
                  <a:pt x="16" y="7"/>
                </a:lnTo>
                <a:lnTo>
                  <a:pt x="15" y="10"/>
                </a:lnTo>
                <a:lnTo>
                  <a:pt x="14" y="12"/>
                </a:lnTo>
                <a:lnTo>
                  <a:pt x="11" y="13"/>
                </a:lnTo>
                <a:lnTo>
                  <a:pt x="8" y="14"/>
                </a:lnTo>
                <a:lnTo>
                  <a:pt x="5" y="13"/>
                </a:lnTo>
                <a:lnTo>
                  <a:pt x="3" y="12"/>
                </a:lnTo>
                <a:lnTo>
                  <a:pt x="1" y="10"/>
                </a:lnTo>
                <a:lnTo>
                  <a:pt x="0" y="7"/>
                </a:lnTo>
                <a:lnTo>
                  <a:pt x="1" y="4"/>
                </a:lnTo>
                <a:lnTo>
                  <a:pt x="3" y="2"/>
                </a:lnTo>
                <a:lnTo>
                  <a:pt x="5" y="1"/>
                </a:lnTo>
                <a:lnTo>
                  <a:pt x="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67" name="Freeform 1024">
            <a:extLst>
              <a:ext uri="{FF2B5EF4-FFF2-40B4-BE49-F238E27FC236}">
                <a16:creationId xmlns:a16="http://schemas.microsoft.com/office/drawing/2014/main" id="{A3FAC3D2-B1ED-21B8-2CB4-D5CC1710EF7D}"/>
              </a:ext>
            </a:extLst>
          </p:cNvPr>
          <p:cNvSpPr>
            <a:spLocks/>
          </p:cNvSpPr>
          <p:nvPr/>
        </p:nvSpPr>
        <p:spPr bwMode="auto">
          <a:xfrm>
            <a:off x="6115050" y="4491038"/>
            <a:ext cx="3175" cy="6350"/>
          </a:xfrm>
          <a:custGeom>
            <a:avLst/>
            <a:gdLst>
              <a:gd name="T0" fmla="*/ 2147483646 w 19"/>
              <a:gd name="T1" fmla="*/ 0 h 39"/>
              <a:gd name="T2" fmla="*/ 2147483646 w 19"/>
              <a:gd name="T3" fmla="*/ 2147483646 h 39"/>
              <a:gd name="T4" fmla="*/ 2147483646 w 19"/>
              <a:gd name="T5" fmla="*/ 2147483646 h 39"/>
              <a:gd name="T6" fmla="*/ 2147483646 w 19"/>
              <a:gd name="T7" fmla="*/ 2147483646 h 39"/>
              <a:gd name="T8" fmla="*/ 2147483646 w 19"/>
              <a:gd name="T9" fmla="*/ 2147483646 h 39"/>
              <a:gd name="T10" fmla="*/ 2147483646 w 19"/>
              <a:gd name="T11" fmla="*/ 2147483646 h 39"/>
              <a:gd name="T12" fmla="*/ 2147483646 w 19"/>
              <a:gd name="T13" fmla="*/ 2147483646 h 39"/>
              <a:gd name="T14" fmla="*/ 2147483646 w 19"/>
              <a:gd name="T15" fmla="*/ 2147483646 h 39"/>
              <a:gd name="T16" fmla="*/ 0 w 19"/>
              <a:gd name="T17" fmla="*/ 2147483646 h 39"/>
              <a:gd name="T18" fmla="*/ 2147483646 w 19"/>
              <a:gd name="T19" fmla="*/ 2147483646 h 39"/>
              <a:gd name="T20" fmla="*/ 2147483646 w 19"/>
              <a:gd name="T21" fmla="*/ 2147483646 h 39"/>
              <a:gd name="T22" fmla="*/ 2147483646 w 19"/>
              <a:gd name="T23" fmla="*/ 2147483646 h 39"/>
              <a:gd name="T24" fmla="*/ 2147483646 w 19"/>
              <a:gd name="T25" fmla="*/ 2147483646 h 39"/>
              <a:gd name="T26" fmla="*/ 2147483646 w 19"/>
              <a:gd name="T27" fmla="*/ 2147483646 h 39"/>
              <a:gd name="T28" fmla="*/ 2147483646 w 19"/>
              <a:gd name="T29" fmla="*/ 2147483646 h 39"/>
              <a:gd name="T30" fmla="*/ 2147483646 w 19"/>
              <a:gd name="T31" fmla="*/ 2147483646 h 39"/>
              <a:gd name="T32" fmla="*/ 2147483646 w 1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 h="39">
                <a:moveTo>
                  <a:pt x="19" y="0"/>
                </a:moveTo>
                <a:lnTo>
                  <a:pt x="18" y="1"/>
                </a:lnTo>
                <a:lnTo>
                  <a:pt x="16" y="2"/>
                </a:lnTo>
                <a:lnTo>
                  <a:pt x="13" y="5"/>
                </a:lnTo>
                <a:lnTo>
                  <a:pt x="10" y="8"/>
                </a:lnTo>
                <a:lnTo>
                  <a:pt x="6" y="14"/>
                </a:lnTo>
                <a:lnTo>
                  <a:pt x="3" y="19"/>
                </a:lnTo>
                <a:lnTo>
                  <a:pt x="1" y="25"/>
                </a:lnTo>
                <a:lnTo>
                  <a:pt x="0" y="32"/>
                </a:lnTo>
                <a:lnTo>
                  <a:pt x="1" y="37"/>
                </a:lnTo>
                <a:lnTo>
                  <a:pt x="3" y="39"/>
                </a:lnTo>
                <a:lnTo>
                  <a:pt x="5" y="38"/>
                </a:lnTo>
                <a:lnTo>
                  <a:pt x="8" y="35"/>
                </a:lnTo>
                <a:lnTo>
                  <a:pt x="12" y="29"/>
                </a:lnTo>
                <a:lnTo>
                  <a:pt x="15" y="21"/>
                </a:lnTo>
                <a:lnTo>
                  <a:pt x="17" y="12"/>
                </a:lnTo>
                <a:lnTo>
                  <a:pt x="19" y="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68" name="Freeform 1025">
            <a:extLst>
              <a:ext uri="{FF2B5EF4-FFF2-40B4-BE49-F238E27FC236}">
                <a16:creationId xmlns:a16="http://schemas.microsoft.com/office/drawing/2014/main" id="{D92980D6-23E0-3F4E-0A85-5CC233913144}"/>
              </a:ext>
            </a:extLst>
          </p:cNvPr>
          <p:cNvSpPr>
            <a:spLocks/>
          </p:cNvSpPr>
          <p:nvPr/>
        </p:nvSpPr>
        <p:spPr bwMode="auto">
          <a:xfrm>
            <a:off x="6115050" y="4491038"/>
            <a:ext cx="3175" cy="6350"/>
          </a:xfrm>
          <a:custGeom>
            <a:avLst/>
            <a:gdLst>
              <a:gd name="T0" fmla="*/ 2147483646 w 19"/>
              <a:gd name="T1" fmla="*/ 0 h 39"/>
              <a:gd name="T2" fmla="*/ 2147483646 w 19"/>
              <a:gd name="T3" fmla="*/ 0 h 39"/>
              <a:gd name="T4" fmla="*/ 2147483646 w 19"/>
              <a:gd name="T5" fmla="*/ 2147483646 h 39"/>
              <a:gd name="T6" fmla="*/ 2147483646 w 19"/>
              <a:gd name="T7" fmla="*/ 2147483646 h 39"/>
              <a:gd name="T8" fmla="*/ 2147483646 w 19"/>
              <a:gd name="T9" fmla="*/ 2147483646 h 39"/>
              <a:gd name="T10" fmla="*/ 2147483646 w 19"/>
              <a:gd name="T11" fmla="*/ 2147483646 h 39"/>
              <a:gd name="T12" fmla="*/ 2147483646 w 19"/>
              <a:gd name="T13" fmla="*/ 2147483646 h 39"/>
              <a:gd name="T14" fmla="*/ 2147483646 w 19"/>
              <a:gd name="T15" fmla="*/ 2147483646 h 39"/>
              <a:gd name="T16" fmla="*/ 2147483646 w 19"/>
              <a:gd name="T17" fmla="*/ 2147483646 h 39"/>
              <a:gd name="T18" fmla="*/ 0 w 19"/>
              <a:gd name="T19" fmla="*/ 2147483646 h 39"/>
              <a:gd name="T20" fmla="*/ 0 w 19"/>
              <a:gd name="T21" fmla="*/ 2147483646 h 39"/>
              <a:gd name="T22" fmla="*/ 2147483646 w 19"/>
              <a:gd name="T23" fmla="*/ 2147483646 h 39"/>
              <a:gd name="T24" fmla="*/ 2147483646 w 19"/>
              <a:gd name="T25" fmla="*/ 2147483646 h 39"/>
              <a:gd name="T26" fmla="*/ 2147483646 w 19"/>
              <a:gd name="T27" fmla="*/ 2147483646 h 39"/>
              <a:gd name="T28" fmla="*/ 2147483646 w 19"/>
              <a:gd name="T29" fmla="*/ 2147483646 h 39"/>
              <a:gd name="T30" fmla="*/ 2147483646 w 19"/>
              <a:gd name="T31" fmla="*/ 2147483646 h 39"/>
              <a:gd name="T32" fmla="*/ 2147483646 w 19"/>
              <a:gd name="T33" fmla="*/ 2147483646 h 39"/>
              <a:gd name="T34" fmla="*/ 2147483646 w 19"/>
              <a:gd name="T35" fmla="*/ 2147483646 h 39"/>
              <a:gd name="T36" fmla="*/ 2147483646 w 19"/>
              <a:gd name="T37" fmla="*/ 0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 h="39">
                <a:moveTo>
                  <a:pt x="19" y="0"/>
                </a:moveTo>
                <a:lnTo>
                  <a:pt x="19" y="0"/>
                </a:lnTo>
                <a:lnTo>
                  <a:pt x="18" y="1"/>
                </a:lnTo>
                <a:lnTo>
                  <a:pt x="16" y="2"/>
                </a:lnTo>
                <a:lnTo>
                  <a:pt x="13" y="5"/>
                </a:lnTo>
                <a:lnTo>
                  <a:pt x="10" y="8"/>
                </a:lnTo>
                <a:lnTo>
                  <a:pt x="6" y="14"/>
                </a:lnTo>
                <a:lnTo>
                  <a:pt x="3" y="19"/>
                </a:lnTo>
                <a:lnTo>
                  <a:pt x="1" y="25"/>
                </a:lnTo>
                <a:lnTo>
                  <a:pt x="0" y="32"/>
                </a:lnTo>
                <a:lnTo>
                  <a:pt x="1" y="37"/>
                </a:lnTo>
                <a:lnTo>
                  <a:pt x="3" y="39"/>
                </a:lnTo>
                <a:lnTo>
                  <a:pt x="5" y="38"/>
                </a:lnTo>
                <a:lnTo>
                  <a:pt x="8" y="35"/>
                </a:lnTo>
                <a:lnTo>
                  <a:pt x="12" y="29"/>
                </a:lnTo>
                <a:lnTo>
                  <a:pt x="15" y="21"/>
                </a:lnTo>
                <a:lnTo>
                  <a:pt x="17" y="12"/>
                </a:lnTo>
                <a:lnTo>
                  <a:pt x="1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69" name="Freeform 1026">
            <a:extLst>
              <a:ext uri="{FF2B5EF4-FFF2-40B4-BE49-F238E27FC236}">
                <a16:creationId xmlns:a16="http://schemas.microsoft.com/office/drawing/2014/main" id="{01AD44B1-E534-A3F1-EC7D-9F7B9104338C}"/>
              </a:ext>
            </a:extLst>
          </p:cNvPr>
          <p:cNvSpPr>
            <a:spLocks/>
          </p:cNvSpPr>
          <p:nvPr/>
        </p:nvSpPr>
        <p:spPr bwMode="auto">
          <a:xfrm>
            <a:off x="6172200" y="4613275"/>
            <a:ext cx="349250" cy="244475"/>
          </a:xfrm>
          <a:custGeom>
            <a:avLst/>
            <a:gdLst>
              <a:gd name="T0" fmla="*/ 2147483646 w 2109"/>
              <a:gd name="T1" fmla="*/ 2147483646 h 1640"/>
              <a:gd name="T2" fmla="*/ 2147483646 w 2109"/>
              <a:gd name="T3" fmla="*/ 2147483646 h 1640"/>
              <a:gd name="T4" fmla="*/ 2147483646 w 2109"/>
              <a:gd name="T5" fmla="*/ 2147483646 h 1640"/>
              <a:gd name="T6" fmla="*/ 2147483646 w 2109"/>
              <a:gd name="T7" fmla="*/ 2147483646 h 1640"/>
              <a:gd name="T8" fmla="*/ 2147483646 w 2109"/>
              <a:gd name="T9" fmla="*/ 2147483646 h 1640"/>
              <a:gd name="T10" fmla="*/ 2147483646 w 2109"/>
              <a:gd name="T11" fmla="*/ 2147483646 h 1640"/>
              <a:gd name="T12" fmla="*/ 2147483646 w 2109"/>
              <a:gd name="T13" fmla="*/ 2147483646 h 1640"/>
              <a:gd name="T14" fmla="*/ 2147483646 w 2109"/>
              <a:gd name="T15" fmla="*/ 2147483646 h 1640"/>
              <a:gd name="T16" fmla="*/ 2147483646 w 2109"/>
              <a:gd name="T17" fmla="*/ 2147483646 h 1640"/>
              <a:gd name="T18" fmla="*/ 2147483646 w 2109"/>
              <a:gd name="T19" fmla="*/ 2147483646 h 1640"/>
              <a:gd name="T20" fmla="*/ 2147483646 w 2109"/>
              <a:gd name="T21" fmla="*/ 2147483646 h 1640"/>
              <a:gd name="T22" fmla="*/ 2147483646 w 2109"/>
              <a:gd name="T23" fmla="*/ 2147483646 h 1640"/>
              <a:gd name="T24" fmla="*/ 2147483646 w 2109"/>
              <a:gd name="T25" fmla="*/ 2147483646 h 1640"/>
              <a:gd name="T26" fmla="*/ 2147483646 w 2109"/>
              <a:gd name="T27" fmla="*/ 2147483646 h 1640"/>
              <a:gd name="T28" fmla="*/ 2147483646 w 2109"/>
              <a:gd name="T29" fmla="*/ 2147483646 h 1640"/>
              <a:gd name="T30" fmla="*/ 2147483646 w 2109"/>
              <a:gd name="T31" fmla="*/ 2147483646 h 1640"/>
              <a:gd name="T32" fmla="*/ 2147483646 w 2109"/>
              <a:gd name="T33" fmla="*/ 2147483646 h 1640"/>
              <a:gd name="T34" fmla="*/ 2147483646 w 2109"/>
              <a:gd name="T35" fmla="*/ 2147483646 h 1640"/>
              <a:gd name="T36" fmla="*/ 2147483646 w 2109"/>
              <a:gd name="T37" fmla="*/ 2147483646 h 1640"/>
              <a:gd name="T38" fmla="*/ 2147483646 w 2109"/>
              <a:gd name="T39" fmla="*/ 2147483646 h 1640"/>
              <a:gd name="T40" fmla="*/ 2147483646 w 2109"/>
              <a:gd name="T41" fmla="*/ 2147483646 h 1640"/>
              <a:gd name="T42" fmla="*/ 2147483646 w 2109"/>
              <a:gd name="T43" fmla="*/ 2147483646 h 1640"/>
              <a:gd name="T44" fmla="*/ 2147483646 w 2109"/>
              <a:gd name="T45" fmla="*/ 2147483646 h 1640"/>
              <a:gd name="T46" fmla="*/ 2147483646 w 2109"/>
              <a:gd name="T47" fmla="*/ 2147483646 h 1640"/>
              <a:gd name="T48" fmla="*/ 2147483646 w 2109"/>
              <a:gd name="T49" fmla="*/ 2147483646 h 1640"/>
              <a:gd name="T50" fmla="*/ 2147483646 w 2109"/>
              <a:gd name="T51" fmla="*/ 2147483646 h 1640"/>
              <a:gd name="T52" fmla="*/ 2147483646 w 2109"/>
              <a:gd name="T53" fmla="*/ 2147483646 h 1640"/>
              <a:gd name="T54" fmla="*/ 2147483646 w 2109"/>
              <a:gd name="T55" fmla="*/ 2147483646 h 1640"/>
              <a:gd name="T56" fmla="*/ 2147483646 w 2109"/>
              <a:gd name="T57" fmla="*/ 2147483646 h 1640"/>
              <a:gd name="T58" fmla="*/ 2147483646 w 2109"/>
              <a:gd name="T59" fmla="*/ 2147483646 h 1640"/>
              <a:gd name="T60" fmla="*/ 2147483646 w 2109"/>
              <a:gd name="T61" fmla="*/ 2147483646 h 1640"/>
              <a:gd name="T62" fmla="*/ 2147483646 w 2109"/>
              <a:gd name="T63" fmla="*/ 2147483646 h 1640"/>
              <a:gd name="T64" fmla="*/ 2147483646 w 2109"/>
              <a:gd name="T65" fmla="*/ 2147483646 h 1640"/>
              <a:gd name="T66" fmla="*/ 2147483646 w 2109"/>
              <a:gd name="T67" fmla="*/ 2147483646 h 1640"/>
              <a:gd name="T68" fmla="*/ 2147483646 w 2109"/>
              <a:gd name="T69" fmla="*/ 2147483646 h 1640"/>
              <a:gd name="T70" fmla="*/ 2147483646 w 2109"/>
              <a:gd name="T71" fmla="*/ 2147483646 h 1640"/>
              <a:gd name="T72" fmla="*/ 2147483646 w 2109"/>
              <a:gd name="T73" fmla="*/ 2147483646 h 1640"/>
              <a:gd name="T74" fmla="*/ 2147483646 w 2109"/>
              <a:gd name="T75" fmla="*/ 2147483646 h 1640"/>
              <a:gd name="T76" fmla="*/ 2147483646 w 2109"/>
              <a:gd name="T77" fmla="*/ 2147483646 h 1640"/>
              <a:gd name="T78" fmla="*/ 2147483646 w 2109"/>
              <a:gd name="T79" fmla="*/ 2147483646 h 1640"/>
              <a:gd name="T80" fmla="*/ 2147483646 w 2109"/>
              <a:gd name="T81" fmla="*/ 2147483646 h 1640"/>
              <a:gd name="T82" fmla="*/ 2147483646 w 2109"/>
              <a:gd name="T83" fmla="*/ 2147483646 h 1640"/>
              <a:gd name="T84" fmla="*/ 2147483646 w 2109"/>
              <a:gd name="T85" fmla="*/ 2147483646 h 1640"/>
              <a:gd name="T86" fmla="*/ 2147483646 w 2109"/>
              <a:gd name="T87" fmla="*/ 2147483646 h 1640"/>
              <a:gd name="T88" fmla="*/ 2147483646 w 2109"/>
              <a:gd name="T89" fmla="*/ 2147483646 h 1640"/>
              <a:gd name="T90" fmla="*/ 2147483646 w 2109"/>
              <a:gd name="T91" fmla="*/ 2147483646 h 1640"/>
              <a:gd name="T92" fmla="*/ 2147483646 w 2109"/>
              <a:gd name="T93" fmla="*/ 2147483646 h 1640"/>
              <a:gd name="T94" fmla="*/ 2147483646 w 2109"/>
              <a:gd name="T95" fmla="*/ 2147483646 h 1640"/>
              <a:gd name="T96" fmla="*/ 2147483646 w 2109"/>
              <a:gd name="T97" fmla="*/ 2147483646 h 1640"/>
              <a:gd name="T98" fmla="*/ 2147483646 w 2109"/>
              <a:gd name="T99" fmla="*/ 2147483646 h 1640"/>
              <a:gd name="T100" fmla="*/ 2147483646 w 2109"/>
              <a:gd name="T101" fmla="*/ 2147483646 h 1640"/>
              <a:gd name="T102" fmla="*/ 2147483646 w 2109"/>
              <a:gd name="T103" fmla="*/ 2147483646 h 1640"/>
              <a:gd name="T104" fmla="*/ 2147483646 w 2109"/>
              <a:gd name="T105" fmla="*/ 2147483646 h 1640"/>
              <a:gd name="T106" fmla="*/ 2147483646 w 2109"/>
              <a:gd name="T107" fmla="*/ 2147483646 h 1640"/>
              <a:gd name="T108" fmla="*/ 2147483646 w 2109"/>
              <a:gd name="T109" fmla="*/ 2147483646 h 1640"/>
              <a:gd name="T110" fmla="*/ 2147483646 w 2109"/>
              <a:gd name="T111" fmla="*/ 2147483646 h 1640"/>
              <a:gd name="T112" fmla="*/ 2147483646 w 2109"/>
              <a:gd name="T113" fmla="*/ 2147483646 h 1640"/>
              <a:gd name="T114" fmla="*/ 2147483646 w 2109"/>
              <a:gd name="T115" fmla="*/ 2147483646 h 1640"/>
              <a:gd name="T116" fmla="*/ 2147483646 w 2109"/>
              <a:gd name="T117" fmla="*/ 2147483646 h 1640"/>
              <a:gd name="T118" fmla="*/ 2147483646 w 2109"/>
              <a:gd name="T119" fmla="*/ 2147483646 h 1640"/>
              <a:gd name="T120" fmla="*/ 2147483646 w 2109"/>
              <a:gd name="T121" fmla="*/ 2147483646 h 1640"/>
              <a:gd name="T122" fmla="*/ 2147483646 w 2109"/>
              <a:gd name="T123" fmla="*/ 2147483646 h 1640"/>
              <a:gd name="T124" fmla="*/ 2147483646 w 2109"/>
              <a:gd name="T125" fmla="*/ 2147483646 h 16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09" h="1640">
                <a:moveTo>
                  <a:pt x="2028" y="1026"/>
                </a:moveTo>
                <a:lnTo>
                  <a:pt x="2022" y="1035"/>
                </a:lnTo>
                <a:lnTo>
                  <a:pt x="2018" y="1044"/>
                </a:lnTo>
                <a:lnTo>
                  <a:pt x="2014" y="1052"/>
                </a:lnTo>
                <a:lnTo>
                  <a:pt x="2009" y="1059"/>
                </a:lnTo>
                <a:lnTo>
                  <a:pt x="2005" y="1065"/>
                </a:lnTo>
                <a:lnTo>
                  <a:pt x="2002" y="1070"/>
                </a:lnTo>
                <a:lnTo>
                  <a:pt x="1999" y="1074"/>
                </a:lnTo>
                <a:lnTo>
                  <a:pt x="1996" y="1076"/>
                </a:lnTo>
                <a:lnTo>
                  <a:pt x="1990" y="1078"/>
                </a:lnTo>
                <a:lnTo>
                  <a:pt x="1983" y="1081"/>
                </a:lnTo>
                <a:lnTo>
                  <a:pt x="1974" y="1083"/>
                </a:lnTo>
                <a:lnTo>
                  <a:pt x="1965" y="1085"/>
                </a:lnTo>
                <a:lnTo>
                  <a:pt x="1956" y="1086"/>
                </a:lnTo>
                <a:lnTo>
                  <a:pt x="1947" y="1086"/>
                </a:lnTo>
                <a:lnTo>
                  <a:pt x="1939" y="1085"/>
                </a:lnTo>
                <a:lnTo>
                  <a:pt x="1931" y="1082"/>
                </a:lnTo>
                <a:lnTo>
                  <a:pt x="1923" y="1078"/>
                </a:lnTo>
                <a:lnTo>
                  <a:pt x="1915" y="1076"/>
                </a:lnTo>
                <a:lnTo>
                  <a:pt x="1906" y="1075"/>
                </a:lnTo>
                <a:lnTo>
                  <a:pt x="1897" y="1076"/>
                </a:lnTo>
                <a:lnTo>
                  <a:pt x="1889" y="1079"/>
                </a:lnTo>
                <a:lnTo>
                  <a:pt x="1880" y="1083"/>
                </a:lnTo>
                <a:lnTo>
                  <a:pt x="1872" y="1089"/>
                </a:lnTo>
                <a:lnTo>
                  <a:pt x="1865" y="1097"/>
                </a:lnTo>
                <a:lnTo>
                  <a:pt x="1858" y="1104"/>
                </a:lnTo>
                <a:lnTo>
                  <a:pt x="1850" y="1109"/>
                </a:lnTo>
                <a:lnTo>
                  <a:pt x="1842" y="1111"/>
                </a:lnTo>
                <a:lnTo>
                  <a:pt x="1833" y="1112"/>
                </a:lnTo>
                <a:lnTo>
                  <a:pt x="1823" y="1112"/>
                </a:lnTo>
                <a:lnTo>
                  <a:pt x="1815" y="1111"/>
                </a:lnTo>
                <a:lnTo>
                  <a:pt x="1807" y="1109"/>
                </a:lnTo>
                <a:lnTo>
                  <a:pt x="1800" y="1107"/>
                </a:lnTo>
                <a:lnTo>
                  <a:pt x="1792" y="1106"/>
                </a:lnTo>
                <a:lnTo>
                  <a:pt x="1785" y="1108"/>
                </a:lnTo>
                <a:lnTo>
                  <a:pt x="1777" y="1111"/>
                </a:lnTo>
                <a:lnTo>
                  <a:pt x="1768" y="1116"/>
                </a:lnTo>
                <a:lnTo>
                  <a:pt x="1761" y="1122"/>
                </a:lnTo>
                <a:lnTo>
                  <a:pt x="1755" y="1128"/>
                </a:lnTo>
                <a:lnTo>
                  <a:pt x="1749" y="1135"/>
                </a:lnTo>
                <a:lnTo>
                  <a:pt x="1745" y="1141"/>
                </a:lnTo>
                <a:lnTo>
                  <a:pt x="1740" y="1147"/>
                </a:lnTo>
                <a:lnTo>
                  <a:pt x="1734" y="1151"/>
                </a:lnTo>
                <a:lnTo>
                  <a:pt x="1727" y="1153"/>
                </a:lnTo>
                <a:lnTo>
                  <a:pt x="1719" y="1155"/>
                </a:lnTo>
                <a:lnTo>
                  <a:pt x="1711" y="1156"/>
                </a:lnTo>
                <a:lnTo>
                  <a:pt x="1704" y="1159"/>
                </a:lnTo>
                <a:lnTo>
                  <a:pt x="1696" y="1162"/>
                </a:lnTo>
                <a:lnTo>
                  <a:pt x="1690" y="1166"/>
                </a:lnTo>
                <a:lnTo>
                  <a:pt x="1685" y="1173"/>
                </a:lnTo>
                <a:lnTo>
                  <a:pt x="1681" y="1182"/>
                </a:lnTo>
                <a:lnTo>
                  <a:pt x="1678" y="1194"/>
                </a:lnTo>
                <a:lnTo>
                  <a:pt x="1674" y="1205"/>
                </a:lnTo>
                <a:lnTo>
                  <a:pt x="1671" y="1217"/>
                </a:lnTo>
                <a:lnTo>
                  <a:pt x="1667" y="1229"/>
                </a:lnTo>
                <a:lnTo>
                  <a:pt x="1663" y="1239"/>
                </a:lnTo>
                <a:lnTo>
                  <a:pt x="1657" y="1248"/>
                </a:lnTo>
                <a:lnTo>
                  <a:pt x="1648" y="1254"/>
                </a:lnTo>
                <a:lnTo>
                  <a:pt x="1638" y="1261"/>
                </a:lnTo>
                <a:lnTo>
                  <a:pt x="1627" y="1268"/>
                </a:lnTo>
                <a:lnTo>
                  <a:pt x="1616" y="1275"/>
                </a:lnTo>
                <a:lnTo>
                  <a:pt x="1606" y="1281"/>
                </a:lnTo>
                <a:lnTo>
                  <a:pt x="1598" y="1286"/>
                </a:lnTo>
                <a:lnTo>
                  <a:pt x="1592" y="1289"/>
                </a:lnTo>
                <a:lnTo>
                  <a:pt x="1590" y="1290"/>
                </a:lnTo>
                <a:lnTo>
                  <a:pt x="1589" y="1294"/>
                </a:lnTo>
                <a:lnTo>
                  <a:pt x="1585" y="1301"/>
                </a:lnTo>
                <a:lnTo>
                  <a:pt x="1581" y="1311"/>
                </a:lnTo>
                <a:lnTo>
                  <a:pt x="1574" y="1324"/>
                </a:lnTo>
                <a:lnTo>
                  <a:pt x="1568" y="1337"/>
                </a:lnTo>
                <a:lnTo>
                  <a:pt x="1564" y="1350"/>
                </a:lnTo>
                <a:lnTo>
                  <a:pt x="1560" y="1361"/>
                </a:lnTo>
                <a:lnTo>
                  <a:pt x="1559" y="1368"/>
                </a:lnTo>
                <a:lnTo>
                  <a:pt x="1558" y="1375"/>
                </a:lnTo>
                <a:lnTo>
                  <a:pt x="1555" y="1383"/>
                </a:lnTo>
                <a:lnTo>
                  <a:pt x="1552" y="1394"/>
                </a:lnTo>
                <a:lnTo>
                  <a:pt x="1547" y="1405"/>
                </a:lnTo>
                <a:lnTo>
                  <a:pt x="1542" y="1415"/>
                </a:lnTo>
                <a:lnTo>
                  <a:pt x="1536" y="1423"/>
                </a:lnTo>
                <a:lnTo>
                  <a:pt x="1531" y="1430"/>
                </a:lnTo>
                <a:lnTo>
                  <a:pt x="1527" y="1433"/>
                </a:lnTo>
                <a:lnTo>
                  <a:pt x="1524" y="1434"/>
                </a:lnTo>
                <a:lnTo>
                  <a:pt x="1523" y="1436"/>
                </a:lnTo>
                <a:lnTo>
                  <a:pt x="1523" y="1439"/>
                </a:lnTo>
                <a:lnTo>
                  <a:pt x="1524" y="1443"/>
                </a:lnTo>
                <a:lnTo>
                  <a:pt x="1524" y="1450"/>
                </a:lnTo>
                <a:lnTo>
                  <a:pt x="1524" y="1458"/>
                </a:lnTo>
                <a:lnTo>
                  <a:pt x="1522" y="1468"/>
                </a:lnTo>
                <a:lnTo>
                  <a:pt x="1519" y="1481"/>
                </a:lnTo>
                <a:lnTo>
                  <a:pt x="1508" y="1493"/>
                </a:lnTo>
                <a:lnTo>
                  <a:pt x="1499" y="1502"/>
                </a:lnTo>
                <a:lnTo>
                  <a:pt x="1490" y="1508"/>
                </a:lnTo>
                <a:lnTo>
                  <a:pt x="1482" y="1511"/>
                </a:lnTo>
                <a:lnTo>
                  <a:pt x="1473" y="1513"/>
                </a:lnTo>
                <a:lnTo>
                  <a:pt x="1465" y="1512"/>
                </a:lnTo>
                <a:lnTo>
                  <a:pt x="1457" y="1510"/>
                </a:lnTo>
                <a:lnTo>
                  <a:pt x="1449" y="1507"/>
                </a:lnTo>
                <a:lnTo>
                  <a:pt x="1440" y="1503"/>
                </a:lnTo>
                <a:lnTo>
                  <a:pt x="1430" y="1498"/>
                </a:lnTo>
                <a:lnTo>
                  <a:pt x="1419" y="1493"/>
                </a:lnTo>
                <a:lnTo>
                  <a:pt x="1409" y="1489"/>
                </a:lnTo>
                <a:lnTo>
                  <a:pt x="1400" y="1486"/>
                </a:lnTo>
                <a:lnTo>
                  <a:pt x="1393" y="1487"/>
                </a:lnTo>
                <a:lnTo>
                  <a:pt x="1389" y="1490"/>
                </a:lnTo>
                <a:lnTo>
                  <a:pt x="1388" y="1498"/>
                </a:lnTo>
                <a:lnTo>
                  <a:pt x="1387" y="1508"/>
                </a:lnTo>
                <a:lnTo>
                  <a:pt x="1383" y="1518"/>
                </a:lnTo>
                <a:lnTo>
                  <a:pt x="1376" y="1528"/>
                </a:lnTo>
                <a:lnTo>
                  <a:pt x="1369" y="1538"/>
                </a:lnTo>
                <a:lnTo>
                  <a:pt x="1362" y="1547"/>
                </a:lnTo>
                <a:lnTo>
                  <a:pt x="1355" y="1554"/>
                </a:lnTo>
                <a:lnTo>
                  <a:pt x="1351" y="1558"/>
                </a:lnTo>
                <a:lnTo>
                  <a:pt x="1349" y="1560"/>
                </a:lnTo>
                <a:lnTo>
                  <a:pt x="1348" y="1563"/>
                </a:lnTo>
                <a:lnTo>
                  <a:pt x="1346" y="1569"/>
                </a:lnTo>
                <a:lnTo>
                  <a:pt x="1346" y="1576"/>
                </a:lnTo>
                <a:lnTo>
                  <a:pt x="1349" y="1582"/>
                </a:lnTo>
                <a:lnTo>
                  <a:pt x="1350" y="1585"/>
                </a:lnTo>
                <a:lnTo>
                  <a:pt x="1346" y="1590"/>
                </a:lnTo>
                <a:lnTo>
                  <a:pt x="1340" y="1597"/>
                </a:lnTo>
                <a:lnTo>
                  <a:pt x="1332" y="1602"/>
                </a:lnTo>
                <a:lnTo>
                  <a:pt x="1323" y="1605"/>
                </a:lnTo>
                <a:lnTo>
                  <a:pt x="1315" y="1606"/>
                </a:lnTo>
                <a:lnTo>
                  <a:pt x="1308" y="1602"/>
                </a:lnTo>
                <a:lnTo>
                  <a:pt x="1304" y="1593"/>
                </a:lnTo>
                <a:lnTo>
                  <a:pt x="1303" y="1584"/>
                </a:lnTo>
                <a:lnTo>
                  <a:pt x="1302" y="1580"/>
                </a:lnTo>
                <a:lnTo>
                  <a:pt x="1303" y="1578"/>
                </a:lnTo>
                <a:lnTo>
                  <a:pt x="1302" y="1578"/>
                </a:lnTo>
                <a:lnTo>
                  <a:pt x="1300" y="1577"/>
                </a:lnTo>
                <a:lnTo>
                  <a:pt x="1296" y="1574"/>
                </a:lnTo>
                <a:lnTo>
                  <a:pt x="1288" y="1568"/>
                </a:lnTo>
                <a:lnTo>
                  <a:pt x="1275" y="1557"/>
                </a:lnTo>
                <a:lnTo>
                  <a:pt x="1262" y="1542"/>
                </a:lnTo>
                <a:lnTo>
                  <a:pt x="1252" y="1529"/>
                </a:lnTo>
                <a:lnTo>
                  <a:pt x="1245" y="1517"/>
                </a:lnTo>
                <a:lnTo>
                  <a:pt x="1239" y="1507"/>
                </a:lnTo>
                <a:lnTo>
                  <a:pt x="1235" y="1497"/>
                </a:lnTo>
                <a:lnTo>
                  <a:pt x="1232" y="1488"/>
                </a:lnTo>
                <a:lnTo>
                  <a:pt x="1229" y="1481"/>
                </a:lnTo>
                <a:lnTo>
                  <a:pt x="1225" y="1475"/>
                </a:lnTo>
                <a:lnTo>
                  <a:pt x="1221" y="1468"/>
                </a:lnTo>
                <a:lnTo>
                  <a:pt x="1214" y="1458"/>
                </a:lnTo>
                <a:lnTo>
                  <a:pt x="1207" y="1448"/>
                </a:lnTo>
                <a:lnTo>
                  <a:pt x="1200" y="1438"/>
                </a:lnTo>
                <a:lnTo>
                  <a:pt x="1193" y="1433"/>
                </a:lnTo>
                <a:lnTo>
                  <a:pt x="1189" y="1433"/>
                </a:lnTo>
                <a:lnTo>
                  <a:pt x="1187" y="1442"/>
                </a:lnTo>
                <a:lnTo>
                  <a:pt x="1189" y="1462"/>
                </a:lnTo>
                <a:lnTo>
                  <a:pt x="1192" y="1482"/>
                </a:lnTo>
                <a:lnTo>
                  <a:pt x="1192" y="1492"/>
                </a:lnTo>
                <a:lnTo>
                  <a:pt x="1190" y="1497"/>
                </a:lnTo>
                <a:lnTo>
                  <a:pt x="1187" y="1495"/>
                </a:lnTo>
                <a:lnTo>
                  <a:pt x="1182" y="1488"/>
                </a:lnTo>
                <a:lnTo>
                  <a:pt x="1175" y="1481"/>
                </a:lnTo>
                <a:lnTo>
                  <a:pt x="1169" y="1475"/>
                </a:lnTo>
                <a:lnTo>
                  <a:pt x="1163" y="1470"/>
                </a:lnTo>
                <a:lnTo>
                  <a:pt x="1157" y="1468"/>
                </a:lnTo>
                <a:lnTo>
                  <a:pt x="1151" y="1467"/>
                </a:lnTo>
                <a:lnTo>
                  <a:pt x="1145" y="1467"/>
                </a:lnTo>
                <a:lnTo>
                  <a:pt x="1140" y="1469"/>
                </a:lnTo>
                <a:lnTo>
                  <a:pt x="1136" y="1471"/>
                </a:lnTo>
                <a:lnTo>
                  <a:pt x="1133" y="1475"/>
                </a:lnTo>
                <a:lnTo>
                  <a:pt x="1131" y="1480"/>
                </a:lnTo>
                <a:lnTo>
                  <a:pt x="1131" y="1486"/>
                </a:lnTo>
                <a:lnTo>
                  <a:pt x="1131" y="1491"/>
                </a:lnTo>
                <a:lnTo>
                  <a:pt x="1130" y="1492"/>
                </a:lnTo>
                <a:lnTo>
                  <a:pt x="1126" y="1490"/>
                </a:lnTo>
                <a:lnTo>
                  <a:pt x="1122" y="1487"/>
                </a:lnTo>
                <a:lnTo>
                  <a:pt x="1118" y="1482"/>
                </a:lnTo>
                <a:lnTo>
                  <a:pt x="1112" y="1475"/>
                </a:lnTo>
                <a:lnTo>
                  <a:pt x="1106" y="1469"/>
                </a:lnTo>
                <a:lnTo>
                  <a:pt x="1099" y="1462"/>
                </a:lnTo>
                <a:lnTo>
                  <a:pt x="1092" y="1456"/>
                </a:lnTo>
                <a:lnTo>
                  <a:pt x="1085" y="1450"/>
                </a:lnTo>
                <a:lnTo>
                  <a:pt x="1079" y="1442"/>
                </a:lnTo>
                <a:lnTo>
                  <a:pt x="1072" y="1435"/>
                </a:lnTo>
                <a:lnTo>
                  <a:pt x="1068" y="1428"/>
                </a:lnTo>
                <a:lnTo>
                  <a:pt x="1065" y="1420"/>
                </a:lnTo>
                <a:lnTo>
                  <a:pt x="1064" y="1411"/>
                </a:lnTo>
                <a:lnTo>
                  <a:pt x="1065" y="1400"/>
                </a:lnTo>
                <a:lnTo>
                  <a:pt x="1067" y="1389"/>
                </a:lnTo>
                <a:lnTo>
                  <a:pt x="1067" y="1382"/>
                </a:lnTo>
                <a:lnTo>
                  <a:pt x="1066" y="1377"/>
                </a:lnTo>
                <a:lnTo>
                  <a:pt x="1063" y="1374"/>
                </a:lnTo>
                <a:lnTo>
                  <a:pt x="1058" y="1371"/>
                </a:lnTo>
                <a:lnTo>
                  <a:pt x="1052" y="1369"/>
                </a:lnTo>
                <a:lnTo>
                  <a:pt x="1043" y="1366"/>
                </a:lnTo>
                <a:lnTo>
                  <a:pt x="1032" y="1363"/>
                </a:lnTo>
                <a:lnTo>
                  <a:pt x="1022" y="1357"/>
                </a:lnTo>
                <a:lnTo>
                  <a:pt x="1018" y="1348"/>
                </a:lnTo>
                <a:lnTo>
                  <a:pt x="1017" y="1338"/>
                </a:lnTo>
                <a:lnTo>
                  <a:pt x="1018" y="1329"/>
                </a:lnTo>
                <a:lnTo>
                  <a:pt x="1019" y="1322"/>
                </a:lnTo>
                <a:lnTo>
                  <a:pt x="1018" y="1319"/>
                </a:lnTo>
                <a:lnTo>
                  <a:pt x="1013" y="1322"/>
                </a:lnTo>
                <a:lnTo>
                  <a:pt x="1004" y="1332"/>
                </a:lnTo>
                <a:lnTo>
                  <a:pt x="992" y="1342"/>
                </a:lnTo>
                <a:lnTo>
                  <a:pt x="982" y="1345"/>
                </a:lnTo>
                <a:lnTo>
                  <a:pt x="973" y="1341"/>
                </a:lnTo>
                <a:lnTo>
                  <a:pt x="966" y="1334"/>
                </a:lnTo>
                <a:lnTo>
                  <a:pt x="961" y="1325"/>
                </a:lnTo>
                <a:lnTo>
                  <a:pt x="957" y="1316"/>
                </a:lnTo>
                <a:lnTo>
                  <a:pt x="955" y="1310"/>
                </a:lnTo>
                <a:lnTo>
                  <a:pt x="954" y="1307"/>
                </a:lnTo>
                <a:lnTo>
                  <a:pt x="953" y="1307"/>
                </a:lnTo>
                <a:lnTo>
                  <a:pt x="951" y="1308"/>
                </a:lnTo>
                <a:lnTo>
                  <a:pt x="948" y="1308"/>
                </a:lnTo>
                <a:lnTo>
                  <a:pt x="944" y="1307"/>
                </a:lnTo>
                <a:lnTo>
                  <a:pt x="939" y="1304"/>
                </a:lnTo>
                <a:lnTo>
                  <a:pt x="933" y="1300"/>
                </a:lnTo>
                <a:lnTo>
                  <a:pt x="926" y="1292"/>
                </a:lnTo>
                <a:lnTo>
                  <a:pt x="920" y="1281"/>
                </a:lnTo>
                <a:lnTo>
                  <a:pt x="914" y="1272"/>
                </a:lnTo>
                <a:lnTo>
                  <a:pt x="907" y="1269"/>
                </a:lnTo>
                <a:lnTo>
                  <a:pt x="901" y="1271"/>
                </a:lnTo>
                <a:lnTo>
                  <a:pt x="896" y="1276"/>
                </a:lnTo>
                <a:lnTo>
                  <a:pt x="891" y="1282"/>
                </a:lnTo>
                <a:lnTo>
                  <a:pt x="887" y="1288"/>
                </a:lnTo>
                <a:lnTo>
                  <a:pt x="885" y="1294"/>
                </a:lnTo>
                <a:lnTo>
                  <a:pt x="884" y="1296"/>
                </a:lnTo>
                <a:lnTo>
                  <a:pt x="885" y="1297"/>
                </a:lnTo>
                <a:lnTo>
                  <a:pt x="887" y="1301"/>
                </a:lnTo>
                <a:lnTo>
                  <a:pt x="891" y="1306"/>
                </a:lnTo>
                <a:lnTo>
                  <a:pt x="896" y="1312"/>
                </a:lnTo>
                <a:lnTo>
                  <a:pt x="902" y="1318"/>
                </a:lnTo>
                <a:lnTo>
                  <a:pt x="909" y="1324"/>
                </a:lnTo>
                <a:lnTo>
                  <a:pt x="917" y="1329"/>
                </a:lnTo>
                <a:lnTo>
                  <a:pt x="925" y="1332"/>
                </a:lnTo>
                <a:lnTo>
                  <a:pt x="934" y="1333"/>
                </a:lnTo>
                <a:lnTo>
                  <a:pt x="941" y="1334"/>
                </a:lnTo>
                <a:lnTo>
                  <a:pt x="947" y="1335"/>
                </a:lnTo>
                <a:lnTo>
                  <a:pt x="952" y="1335"/>
                </a:lnTo>
                <a:lnTo>
                  <a:pt x="956" y="1337"/>
                </a:lnTo>
                <a:lnTo>
                  <a:pt x="958" y="1341"/>
                </a:lnTo>
                <a:lnTo>
                  <a:pt x="959" y="1347"/>
                </a:lnTo>
                <a:lnTo>
                  <a:pt x="959" y="1355"/>
                </a:lnTo>
                <a:lnTo>
                  <a:pt x="957" y="1365"/>
                </a:lnTo>
                <a:lnTo>
                  <a:pt x="955" y="1374"/>
                </a:lnTo>
                <a:lnTo>
                  <a:pt x="953" y="1384"/>
                </a:lnTo>
                <a:lnTo>
                  <a:pt x="951" y="1392"/>
                </a:lnTo>
                <a:lnTo>
                  <a:pt x="951" y="1400"/>
                </a:lnTo>
                <a:lnTo>
                  <a:pt x="954" y="1405"/>
                </a:lnTo>
                <a:lnTo>
                  <a:pt x="958" y="1408"/>
                </a:lnTo>
                <a:lnTo>
                  <a:pt x="967" y="1408"/>
                </a:lnTo>
                <a:lnTo>
                  <a:pt x="974" y="1408"/>
                </a:lnTo>
                <a:lnTo>
                  <a:pt x="977" y="1411"/>
                </a:lnTo>
                <a:lnTo>
                  <a:pt x="975" y="1416"/>
                </a:lnTo>
                <a:lnTo>
                  <a:pt x="971" y="1423"/>
                </a:lnTo>
                <a:lnTo>
                  <a:pt x="965" y="1429"/>
                </a:lnTo>
                <a:lnTo>
                  <a:pt x="960" y="1435"/>
                </a:lnTo>
                <a:lnTo>
                  <a:pt x="956" y="1439"/>
                </a:lnTo>
                <a:lnTo>
                  <a:pt x="954" y="1441"/>
                </a:lnTo>
                <a:lnTo>
                  <a:pt x="953" y="1441"/>
                </a:lnTo>
                <a:lnTo>
                  <a:pt x="949" y="1439"/>
                </a:lnTo>
                <a:lnTo>
                  <a:pt x="944" y="1437"/>
                </a:lnTo>
                <a:lnTo>
                  <a:pt x="938" y="1435"/>
                </a:lnTo>
                <a:lnTo>
                  <a:pt x="931" y="1432"/>
                </a:lnTo>
                <a:lnTo>
                  <a:pt x="923" y="1428"/>
                </a:lnTo>
                <a:lnTo>
                  <a:pt x="917" y="1424"/>
                </a:lnTo>
                <a:lnTo>
                  <a:pt x="911" y="1419"/>
                </a:lnTo>
                <a:lnTo>
                  <a:pt x="906" y="1415"/>
                </a:lnTo>
                <a:lnTo>
                  <a:pt x="901" y="1412"/>
                </a:lnTo>
                <a:lnTo>
                  <a:pt x="897" y="1412"/>
                </a:lnTo>
                <a:lnTo>
                  <a:pt x="893" y="1414"/>
                </a:lnTo>
                <a:lnTo>
                  <a:pt x="889" y="1419"/>
                </a:lnTo>
                <a:lnTo>
                  <a:pt x="886" y="1426"/>
                </a:lnTo>
                <a:lnTo>
                  <a:pt x="885" y="1437"/>
                </a:lnTo>
                <a:lnTo>
                  <a:pt x="884" y="1453"/>
                </a:lnTo>
                <a:lnTo>
                  <a:pt x="882" y="1467"/>
                </a:lnTo>
                <a:lnTo>
                  <a:pt x="877" y="1476"/>
                </a:lnTo>
                <a:lnTo>
                  <a:pt x="872" y="1482"/>
                </a:lnTo>
                <a:lnTo>
                  <a:pt x="867" y="1485"/>
                </a:lnTo>
                <a:lnTo>
                  <a:pt x="862" y="1487"/>
                </a:lnTo>
                <a:lnTo>
                  <a:pt x="861" y="1487"/>
                </a:lnTo>
                <a:lnTo>
                  <a:pt x="862" y="1488"/>
                </a:lnTo>
                <a:lnTo>
                  <a:pt x="869" y="1489"/>
                </a:lnTo>
                <a:lnTo>
                  <a:pt x="875" y="1492"/>
                </a:lnTo>
                <a:lnTo>
                  <a:pt x="877" y="1498"/>
                </a:lnTo>
                <a:lnTo>
                  <a:pt x="875" y="1504"/>
                </a:lnTo>
                <a:lnTo>
                  <a:pt x="871" y="1510"/>
                </a:lnTo>
                <a:lnTo>
                  <a:pt x="865" y="1518"/>
                </a:lnTo>
                <a:lnTo>
                  <a:pt x="861" y="1525"/>
                </a:lnTo>
                <a:lnTo>
                  <a:pt x="858" y="1531"/>
                </a:lnTo>
                <a:lnTo>
                  <a:pt x="858" y="1537"/>
                </a:lnTo>
                <a:lnTo>
                  <a:pt x="860" y="1545"/>
                </a:lnTo>
                <a:lnTo>
                  <a:pt x="862" y="1553"/>
                </a:lnTo>
                <a:lnTo>
                  <a:pt x="862" y="1563"/>
                </a:lnTo>
                <a:lnTo>
                  <a:pt x="862" y="1571"/>
                </a:lnTo>
                <a:lnTo>
                  <a:pt x="860" y="1577"/>
                </a:lnTo>
                <a:lnTo>
                  <a:pt x="856" y="1580"/>
                </a:lnTo>
                <a:lnTo>
                  <a:pt x="850" y="1579"/>
                </a:lnTo>
                <a:lnTo>
                  <a:pt x="842" y="1571"/>
                </a:lnTo>
                <a:lnTo>
                  <a:pt x="833" y="1562"/>
                </a:lnTo>
                <a:lnTo>
                  <a:pt x="825" y="1556"/>
                </a:lnTo>
                <a:lnTo>
                  <a:pt x="819" y="1554"/>
                </a:lnTo>
                <a:lnTo>
                  <a:pt x="814" y="1554"/>
                </a:lnTo>
                <a:lnTo>
                  <a:pt x="810" y="1557"/>
                </a:lnTo>
                <a:lnTo>
                  <a:pt x="807" y="1561"/>
                </a:lnTo>
                <a:lnTo>
                  <a:pt x="804" y="1567"/>
                </a:lnTo>
                <a:lnTo>
                  <a:pt x="802" y="1574"/>
                </a:lnTo>
                <a:lnTo>
                  <a:pt x="800" y="1579"/>
                </a:lnTo>
                <a:lnTo>
                  <a:pt x="799" y="1580"/>
                </a:lnTo>
                <a:lnTo>
                  <a:pt x="797" y="1578"/>
                </a:lnTo>
                <a:lnTo>
                  <a:pt x="795" y="1574"/>
                </a:lnTo>
                <a:lnTo>
                  <a:pt x="793" y="1568"/>
                </a:lnTo>
                <a:lnTo>
                  <a:pt x="791" y="1561"/>
                </a:lnTo>
                <a:lnTo>
                  <a:pt x="789" y="1555"/>
                </a:lnTo>
                <a:lnTo>
                  <a:pt x="786" y="1549"/>
                </a:lnTo>
                <a:lnTo>
                  <a:pt x="783" y="1542"/>
                </a:lnTo>
                <a:lnTo>
                  <a:pt x="781" y="1537"/>
                </a:lnTo>
                <a:lnTo>
                  <a:pt x="777" y="1532"/>
                </a:lnTo>
                <a:lnTo>
                  <a:pt x="774" y="1529"/>
                </a:lnTo>
                <a:lnTo>
                  <a:pt x="769" y="1529"/>
                </a:lnTo>
                <a:lnTo>
                  <a:pt x="763" y="1533"/>
                </a:lnTo>
                <a:lnTo>
                  <a:pt x="755" y="1542"/>
                </a:lnTo>
                <a:lnTo>
                  <a:pt x="744" y="1557"/>
                </a:lnTo>
                <a:lnTo>
                  <a:pt x="735" y="1572"/>
                </a:lnTo>
                <a:lnTo>
                  <a:pt x="732" y="1582"/>
                </a:lnTo>
                <a:lnTo>
                  <a:pt x="732" y="1587"/>
                </a:lnTo>
                <a:lnTo>
                  <a:pt x="734" y="1590"/>
                </a:lnTo>
                <a:lnTo>
                  <a:pt x="734" y="1591"/>
                </a:lnTo>
                <a:lnTo>
                  <a:pt x="731" y="1590"/>
                </a:lnTo>
                <a:lnTo>
                  <a:pt x="721" y="1590"/>
                </a:lnTo>
                <a:lnTo>
                  <a:pt x="704" y="1590"/>
                </a:lnTo>
                <a:lnTo>
                  <a:pt x="686" y="1591"/>
                </a:lnTo>
                <a:lnTo>
                  <a:pt x="672" y="1592"/>
                </a:lnTo>
                <a:lnTo>
                  <a:pt x="664" y="1595"/>
                </a:lnTo>
                <a:lnTo>
                  <a:pt x="659" y="1597"/>
                </a:lnTo>
                <a:lnTo>
                  <a:pt x="655" y="1601"/>
                </a:lnTo>
                <a:lnTo>
                  <a:pt x="652" y="1606"/>
                </a:lnTo>
                <a:lnTo>
                  <a:pt x="647" y="1613"/>
                </a:lnTo>
                <a:lnTo>
                  <a:pt x="640" y="1622"/>
                </a:lnTo>
                <a:lnTo>
                  <a:pt x="631" y="1631"/>
                </a:lnTo>
                <a:lnTo>
                  <a:pt x="622" y="1636"/>
                </a:lnTo>
                <a:lnTo>
                  <a:pt x="615" y="1639"/>
                </a:lnTo>
                <a:lnTo>
                  <a:pt x="609" y="1640"/>
                </a:lnTo>
                <a:lnTo>
                  <a:pt x="604" y="1638"/>
                </a:lnTo>
                <a:lnTo>
                  <a:pt x="601" y="1634"/>
                </a:lnTo>
                <a:lnTo>
                  <a:pt x="600" y="1629"/>
                </a:lnTo>
                <a:lnTo>
                  <a:pt x="601" y="1622"/>
                </a:lnTo>
                <a:lnTo>
                  <a:pt x="601" y="1614"/>
                </a:lnTo>
                <a:lnTo>
                  <a:pt x="598" y="1605"/>
                </a:lnTo>
                <a:lnTo>
                  <a:pt x="594" y="1596"/>
                </a:lnTo>
                <a:lnTo>
                  <a:pt x="590" y="1586"/>
                </a:lnTo>
                <a:lnTo>
                  <a:pt x="588" y="1579"/>
                </a:lnTo>
                <a:lnTo>
                  <a:pt x="589" y="1573"/>
                </a:lnTo>
                <a:lnTo>
                  <a:pt x="594" y="1571"/>
                </a:lnTo>
                <a:lnTo>
                  <a:pt x="606" y="1571"/>
                </a:lnTo>
                <a:lnTo>
                  <a:pt x="620" y="1573"/>
                </a:lnTo>
                <a:lnTo>
                  <a:pt x="634" y="1574"/>
                </a:lnTo>
                <a:lnTo>
                  <a:pt x="644" y="1575"/>
                </a:lnTo>
                <a:lnTo>
                  <a:pt x="653" y="1574"/>
                </a:lnTo>
                <a:lnTo>
                  <a:pt x="659" y="1573"/>
                </a:lnTo>
                <a:lnTo>
                  <a:pt x="663" y="1569"/>
                </a:lnTo>
                <a:lnTo>
                  <a:pt x="665" y="1564"/>
                </a:lnTo>
                <a:lnTo>
                  <a:pt x="665" y="1557"/>
                </a:lnTo>
                <a:lnTo>
                  <a:pt x="663" y="1549"/>
                </a:lnTo>
                <a:lnTo>
                  <a:pt x="658" y="1542"/>
                </a:lnTo>
                <a:lnTo>
                  <a:pt x="652" y="1537"/>
                </a:lnTo>
                <a:lnTo>
                  <a:pt x="645" y="1533"/>
                </a:lnTo>
                <a:lnTo>
                  <a:pt x="638" y="1530"/>
                </a:lnTo>
                <a:lnTo>
                  <a:pt x="633" y="1528"/>
                </a:lnTo>
                <a:lnTo>
                  <a:pt x="628" y="1527"/>
                </a:lnTo>
                <a:lnTo>
                  <a:pt x="626" y="1527"/>
                </a:lnTo>
                <a:lnTo>
                  <a:pt x="626" y="1526"/>
                </a:lnTo>
                <a:lnTo>
                  <a:pt x="627" y="1522"/>
                </a:lnTo>
                <a:lnTo>
                  <a:pt x="630" y="1517"/>
                </a:lnTo>
                <a:lnTo>
                  <a:pt x="633" y="1512"/>
                </a:lnTo>
                <a:lnTo>
                  <a:pt x="637" y="1507"/>
                </a:lnTo>
                <a:lnTo>
                  <a:pt x="642" y="1503"/>
                </a:lnTo>
                <a:lnTo>
                  <a:pt x="650" y="1500"/>
                </a:lnTo>
                <a:lnTo>
                  <a:pt x="659" y="1501"/>
                </a:lnTo>
                <a:lnTo>
                  <a:pt x="668" y="1502"/>
                </a:lnTo>
                <a:lnTo>
                  <a:pt x="675" y="1500"/>
                </a:lnTo>
                <a:lnTo>
                  <a:pt x="681" y="1496"/>
                </a:lnTo>
                <a:lnTo>
                  <a:pt x="685" y="1490"/>
                </a:lnTo>
                <a:lnTo>
                  <a:pt x="687" y="1484"/>
                </a:lnTo>
                <a:lnTo>
                  <a:pt x="688" y="1480"/>
                </a:lnTo>
                <a:lnTo>
                  <a:pt x="688" y="1476"/>
                </a:lnTo>
                <a:lnTo>
                  <a:pt x="688" y="1475"/>
                </a:lnTo>
                <a:lnTo>
                  <a:pt x="689" y="1476"/>
                </a:lnTo>
                <a:lnTo>
                  <a:pt x="691" y="1478"/>
                </a:lnTo>
                <a:lnTo>
                  <a:pt x="694" y="1481"/>
                </a:lnTo>
                <a:lnTo>
                  <a:pt x="698" y="1485"/>
                </a:lnTo>
                <a:lnTo>
                  <a:pt x="702" y="1490"/>
                </a:lnTo>
                <a:lnTo>
                  <a:pt x="707" y="1497"/>
                </a:lnTo>
                <a:lnTo>
                  <a:pt x="713" y="1503"/>
                </a:lnTo>
                <a:lnTo>
                  <a:pt x="718" y="1509"/>
                </a:lnTo>
                <a:lnTo>
                  <a:pt x="724" y="1514"/>
                </a:lnTo>
                <a:lnTo>
                  <a:pt x="730" y="1515"/>
                </a:lnTo>
                <a:lnTo>
                  <a:pt x="735" y="1513"/>
                </a:lnTo>
                <a:lnTo>
                  <a:pt x="740" y="1510"/>
                </a:lnTo>
                <a:lnTo>
                  <a:pt x="742" y="1505"/>
                </a:lnTo>
                <a:lnTo>
                  <a:pt x="742" y="1500"/>
                </a:lnTo>
                <a:lnTo>
                  <a:pt x="739" y="1495"/>
                </a:lnTo>
                <a:lnTo>
                  <a:pt x="733" y="1489"/>
                </a:lnTo>
                <a:lnTo>
                  <a:pt x="725" y="1483"/>
                </a:lnTo>
                <a:lnTo>
                  <a:pt x="719" y="1475"/>
                </a:lnTo>
                <a:lnTo>
                  <a:pt x="715" y="1466"/>
                </a:lnTo>
                <a:lnTo>
                  <a:pt x="713" y="1456"/>
                </a:lnTo>
                <a:lnTo>
                  <a:pt x="711" y="1446"/>
                </a:lnTo>
                <a:lnTo>
                  <a:pt x="710" y="1438"/>
                </a:lnTo>
                <a:lnTo>
                  <a:pt x="710" y="1432"/>
                </a:lnTo>
                <a:lnTo>
                  <a:pt x="710" y="1430"/>
                </a:lnTo>
                <a:lnTo>
                  <a:pt x="711" y="1428"/>
                </a:lnTo>
                <a:lnTo>
                  <a:pt x="713" y="1424"/>
                </a:lnTo>
                <a:lnTo>
                  <a:pt x="716" y="1418"/>
                </a:lnTo>
                <a:lnTo>
                  <a:pt x="717" y="1412"/>
                </a:lnTo>
                <a:lnTo>
                  <a:pt x="716" y="1409"/>
                </a:lnTo>
                <a:lnTo>
                  <a:pt x="712" y="1408"/>
                </a:lnTo>
                <a:lnTo>
                  <a:pt x="703" y="1412"/>
                </a:lnTo>
                <a:lnTo>
                  <a:pt x="688" y="1422"/>
                </a:lnTo>
                <a:lnTo>
                  <a:pt x="670" y="1432"/>
                </a:lnTo>
                <a:lnTo>
                  <a:pt x="657" y="1437"/>
                </a:lnTo>
                <a:lnTo>
                  <a:pt x="647" y="1438"/>
                </a:lnTo>
                <a:lnTo>
                  <a:pt x="640" y="1435"/>
                </a:lnTo>
                <a:lnTo>
                  <a:pt x="634" y="1431"/>
                </a:lnTo>
                <a:lnTo>
                  <a:pt x="631" y="1427"/>
                </a:lnTo>
                <a:lnTo>
                  <a:pt x="628" y="1423"/>
                </a:lnTo>
                <a:lnTo>
                  <a:pt x="628" y="1422"/>
                </a:lnTo>
                <a:lnTo>
                  <a:pt x="643" y="1459"/>
                </a:lnTo>
                <a:lnTo>
                  <a:pt x="645" y="1463"/>
                </a:lnTo>
                <a:lnTo>
                  <a:pt x="646" y="1468"/>
                </a:lnTo>
                <a:lnTo>
                  <a:pt x="646" y="1473"/>
                </a:lnTo>
                <a:lnTo>
                  <a:pt x="645" y="1479"/>
                </a:lnTo>
                <a:lnTo>
                  <a:pt x="641" y="1486"/>
                </a:lnTo>
                <a:lnTo>
                  <a:pt x="635" y="1493"/>
                </a:lnTo>
                <a:lnTo>
                  <a:pt x="625" y="1502"/>
                </a:lnTo>
                <a:lnTo>
                  <a:pt x="612" y="1510"/>
                </a:lnTo>
                <a:lnTo>
                  <a:pt x="599" y="1518"/>
                </a:lnTo>
                <a:lnTo>
                  <a:pt x="589" y="1524"/>
                </a:lnTo>
                <a:lnTo>
                  <a:pt x="581" y="1529"/>
                </a:lnTo>
                <a:lnTo>
                  <a:pt x="574" y="1533"/>
                </a:lnTo>
                <a:lnTo>
                  <a:pt x="567" y="1535"/>
                </a:lnTo>
                <a:lnTo>
                  <a:pt x="561" y="1536"/>
                </a:lnTo>
                <a:lnTo>
                  <a:pt x="553" y="1535"/>
                </a:lnTo>
                <a:lnTo>
                  <a:pt x="542" y="1532"/>
                </a:lnTo>
                <a:lnTo>
                  <a:pt x="532" y="1528"/>
                </a:lnTo>
                <a:lnTo>
                  <a:pt x="524" y="1525"/>
                </a:lnTo>
                <a:lnTo>
                  <a:pt x="519" y="1522"/>
                </a:lnTo>
                <a:lnTo>
                  <a:pt x="517" y="1518"/>
                </a:lnTo>
                <a:lnTo>
                  <a:pt x="515" y="1514"/>
                </a:lnTo>
                <a:lnTo>
                  <a:pt x="513" y="1508"/>
                </a:lnTo>
                <a:lnTo>
                  <a:pt x="511" y="1501"/>
                </a:lnTo>
                <a:lnTo>
                  <a:pt x="508" y="1492"/>
                </a:lnTo>
                <a:lnTo>
                  <a:pt x="505" y="1484"/>
                </a:lnTo>
                <a:lnTo>
                  <a:pt x="503" y="1478"/>
                </a:lnTo>
                <a:lnTo>
                  <a:pt x="503" y="1473"/>
                </a:lnTo>
                <a:lnTo>
                  <a:pt x="504" y="1470"/>
                </a:lnTo>
                <a:lnTo>
                  <a:pt x="506" y="1466"/>
                </a:lnTo>
                <a:lnTo>
                  <a:pt x="510" y="1462"/>
                </a:lnTo>
                <a:lnTo>
                  <a:pt x="515" y="1457"/>
                </a:lnTo>
                <a:lnTo>
                  <a:pt x="522" y="1451"/>
                </a:lnTo>
                <a:lnTo>
                  <a:pt x="528" y="1441"/>
                </a:lnTo>
                <a:lnTo>
                  <a:pt x="533" y="1430"/>
                </a:lnTo>
                <a:lnTo>
                  <a:pt x="535" y="1418"/>
                </a:lnTo>
                <a:lnTo>
                  <a:pt x="535" y="1407"/>
                </a:lnTo>
                <a:lnTo>
                  <a:pt x="531" y="1397"/>
                </a:lnTo>
                <a:lnTo>
                  <a:pt x="523" y="1390"/>
                </a:lnTo>
                <a:lnTo>
                  <a:pt x="513" y="1389"/>
                </a:lnTo>
                <a:lnTo>
                  <a:pt x="500" y="1395"/>
                </a:lnTo>
                <a:lnTo>
                  <a:pt x="485" y="1402"/>
                </a:lnTo>
                <a:lnTo>
                  <a:pt x="471" y="1408"/>
                </a:lnTo>
                <a:lnTo>
                  <a:pt x="459" y="1413"/>
                </a:lnTo>
                <a:lnTo>
                  <a:pt x="449" y="1418"/>
                </a:lnTo>
                <a:lnTo>
                  <a:pt x="440" y="1422"/>
                </a:lnTo>
                <a:lnTo>
                  <a:pt x="433" y="1426"/>
                </a:lnTo>
                <a:lnTo>
                  <a:pt x="427" y="1431"/>
                </a:lnTo>
                <a:lnTo>
                  <a:pt x="424" y="1436"/>
                </a:lnTo>
                <a:lnTo>
                  <a:pt x="422" y="1440"/>
                </a:lnTo>
                <a:lnTo>
                  <a:pt x="419" y="1442"/>
                </a:lnTo>
                <a:lnTo>
                  <a:pt x="416" y="1441"/>
                </a:lnTo>
                <a:lnTo>
                  <a:pt x="413" y="1438"/>
                </a:lnTo>
                <a:lnTo>
                  <a:pt x="410" y="1434"/>
                </a:lnTo>
                <a:lnTo>
                  <a:pt x="407" y="1429"/>
                </a:lnTo>
                <a:lnTo>
                  <a:pt x="403" y="1424"/>
                </a:lnTo>
                <a:lnTo>
                  <a:pt x="399" y="1419"/>
                </a:lnTo>
                <a:lnTo>
                  <a:pt x="394" y="1416"/>
                </a:lnTo>
                <a:lnTo>
                  <a:pt x="389" y="1417"/>
                </a:lnTo>
                <a:lnTo>
                  <a:pt x="383" y="1419"/>
                </a:lnTo>
                <a:lnTo>
                  <a:pt x="375" y="1422"/>
                </a:lnTo>
                <a:lnTo>
                  <a:pt x="367" y="1425"/>
                </a:lnTo>
                <a:lnTo>
                  <a:pt x="359" y="1424"/>
                </a:lnTo>
                <a:lnTo>
                  <a:pt x="350" y="1420"/>
                </a:lnTo>
                <a:lnTo>
                  <a:pt x="341" y="1411"/>
                </a:lnTo>
                <a:lnTo>
                  <a:pt x="333" y="1400"/>
                </a:lnTo>
                <a:lnTo>
                  <a:pt x="326" y="1389"/>
                </a:lnTo>
                <a:lnTo>
                  <a:pt x="321" y="1381"/>
                </a:lnTo>
                <a:lnTo>
                  <a:pt x="316" y="1374"/>
                </a:lnTo>
                <a:lnTo>
                  <a:pt x="310" y="1368"/>
                </a:lnTo>
                <a:lnTo>
                  <a:pt x="302" y="1364"/>
                </a:lnTo>
                <a:lnTo>
                  <a:pt x="292" y="1361"/>
                </a:lnTo>
                <a:lnTo>
                  <a:pt x="278" y="1358"/>
                </a:lnTo>
                <a:lnTo>
                  <a:pt x="267" y="1356"/>
                </a:lnTo>
                <a:lnTo>
                  <a:pt x="262" y="1353"/>
                </a:lnTo>
                <a:lnTo>
                  <a:pt x="263" y="1351"/>
                </a:lnTo>
                <a:lnTo>
                  <a:pt x="268" y="1347"/>
                </a:lnTo>
                <a:lnTo>
                  <a:pt x="277" y="1344"/>
                </a:lnTo>
                <a:lnTo>
                  <a:pt x="288" y="1338"/>
                </a:lnTo>
                <a:lnTo>
                  <a:pt x="298" y="1331"/>
                </a:lnTo>
                <a:lnTo>
                  <a:pt x="307" y="1324"/>
                </a:lnTo>
                <a:lnTo>
                  <a:pt x="315" y="1316"/>
                </a:lnTo>
                <a:lnTo>
                  <a:pt x="323" y="1307"/>
                </a:lnTo>
                <a:lnTo>
                  <a:pt x="331" y="1299"/>
                </a:lnTo>
                <a:lnTo>
                  <a:pt x="338" y="1291"/>
                </a:lnTo>
                <a:lnTo>
                  <a:pt x="345" y="1286"/>
                </a:lnTo>
                <a:lnTo>
                  <a:pt x="350" y="1284"/>
                </a:lnTo>
                <a:lnTo>
                  <a:pt x="356" y="1284"/>
                </a:lnTo>
                <a:lnTo>
                  <a:pt x="360" y="1287"/>
                </a:lnTo>
                <a:lnTo>
                  <a:pt x="364" y="1294"/>
                </a:lnTo>
                <a:lnTo>
                  <a:pt x="366" y="1300"/>
                </a:lnTo>
                <a:lnTo>
                  <a:pt x="367" y="1306"/>
                </a:lnTo>
                <a:lnTo>
                  <a:pt x="368" y="1311"/>
                </a:lnTo>
                <a:lnTo>
                  <a:pt x="368" y="1316"/>
                </a:lnTo>
                <a:lnTo>
                  <a:pt x="368" y="1320"/>
                </a:lnTo>
                <a:lnTo>
                  <a:pt x="368" y="1323"/>
                </a:lnTo>
                <a:lnTo>
                  <a:pt x="368" y="1324"/>
                </a:lnTo>
                <a:lnTo>
                  <a:pt x="394" y="1313"/>
                </a:lnTo>
                <a:lnTo>
                  <a:pt x="393" y="1311"/>
                </a:lnTo>
                <a:lnTo>
                  <a:pt x="391" y="1306"/>
                </a:lnTo>
                <a:lnTo>
                  <a:pt x="389" y="1300"/>
                </a:lnTo>
                <a:lnTo>
                  <a:pt x="387" y="1291"/>
                </a:lnTo>
                <a:lnTo>
                  <a:pt x="386" y="1283"/>
                </a:lnTo>
                <a:lnTo>
                  <a:pt x="386" y="1277"/>
                </a:lnTo>
                <a:lnTo>
                  <a:pt x="390" y="1272"/>
                </a:lnTo>
                <a:lnTo>
                  <a:pt x="397" y="1270"/>
                </a:lnTo>
                <a:lnTo>
                  <a:pt x="404" y="1268"/>
                </a:lnTo>
                <a:lnTo>
                  <a:pt x="409" y="1264"/>
                </a:lnTo>
                <a:lnTo>
                  <a:pt x="412" y="1258"/>
                </a:lnTo>
                <a:lnTo>
                  <a:pt x="414" y="1251"/>
                </a:lnTo>
                <a:lnTo>
                  <a:pt x="416" y="1245"/>
                </a:lnTo>
                <a:lnTo>
                  <a:pt x="417" y="1240"/>
                </a:lnTo>
                <a:lnTo>
                  <a:pt x="420" y="1239"/>
                </a:lnTo>
                <a:lnTo>
                  <a:pt x="424" y="1243"/>
                </a:lnTo>
                <a:lnTo>
                  <a:pt x="429" y="1248"/>
                </a:lnTo>
                <a:lnTo>
                  <a:pt x="435" y="1254"/>
                </a:lnTo>
                <a:lnTo>
                  <a:pt x="439" y="1259"/>
                </a:lnTo>
                <a:lnTo>
                  <a:pt x="443" y="1263"/>
                </a:lnTo>
                <a:lnTo>
                  <a:pt x="446" y="1266"/>
                </a:lnTo>
                <a:lnTo>
                  <a:pt x="450" y="1269"/>
                </a:lnTo>
                <a:lnTo>
                  <a:pt x="454" y="1269"/>
                </a:lnTo>
                <a:lnTo>
                  <a:pt x="458" y="1268"/>
                </a:lnTo>
                <a:lnTo>
                  <a:pt x="462" y="1265"/>
                </a:lnTo>
                <a:lnTo>
                  <a:pt x="466" y="1262"/>
                </a:lnTo>
                <a:lnTo>
                  <a:pt x="470" y="1258"/>
                </a:lnTo>
                <a:lnTo>
                  <a:pt x="474" y="1253"/>
                </a:lnTo>
                <a:lnTo>
                  <a:pt x="476" y="1248"/>
                </a:lnTo>
                <a:lnTo>
                  <a:pt x="478" y="1243"/>
                </a:lnTo>
                <a:lnTo>
                  <a:pt x="478" y="1236"/>
                </a:lnTo>
                <a:lnTo>
                  <a:pt x="477" y="1231"/>
                </a:lnTo>
                <a:lnTo>
                  <a:pt x="476" y="1225"/>
                </a:lnTo>
                <a:lnTo>
                  <a:pt x="477" y="1219"/>
                </a:lnTo>
                <a:lnTo>
                  <a:pt x="481" y="1213"/>
                </a:lnTo>
                <a:lnTo>
                  <a:pt x="485" y="1207"/>
                </a:lnTo>
                <a:lnTo>
                  <a:pt x="490" y="1202"/>
                </a:lnTo>
                <a:lnTo>
                  <a:pt x="495" y="1197"/>
                </a:lnTo>
                <a:lnTo>
                  <a:pt x="501" y="1194"/>
                </a:lnTo>
                <a:lnTo>
                  <a:pt x="506" y="1191"/>
                </a:lnTo>
                <a:lnTo>
                  <a:pt x="508" y="1190"/>
                </a:lnTo>
                <a:lnTo>
                  <a:pt x="503" y="1190"/>
                </a:lnTo>
                <a:lnTo>
                  <a:pt x="495" y="1191"/>
                </a:lnTo>
                <a:lnTo>
                  <a:pt x="483" y="1194"/>
                </a:lnTo>
                <a:lnTo>
                  <a:pt x="467" y="1197"/>
                </a:lnTo>
                <a:lnTo>
                  <a:pt x="452" y="1201"/>
                </a:lnTo>
                <a:lnTo>
                  <a:pt x="436" y="1207"/>
                </a:lnTo>
                <a:lnTo>
                  <a:pt x="421" y="1214"/>
                </a:lnTo>
                <a:lnTo>
                  <a:pt x="409" y="1220"/>
                </a:lnTo>
                <a:lnTo>
                  <a:pt x="398" y="1221"/>
                </a:lnTo>
                <a:lnTo>
                  <a:pt x="389" y="1220"/>
                </a:lnTo>
                <a:lnTo>
                  <a:pt x="381" y="1218"/>
                </a:lnTo>
                <a:lnTo>
                  <a:pt x="371" y="1217"/>
                </a:lnTo>
                <a:lnTo>
                  <a:pt x="363" y="1218"/>
                </a:lnTo>
                <a:lnTo>
                  <a:pt x="353" y="1222"/>
                </a:lnTo>
                <a:lnTo>
                  <a:pt x="343" y="1231"/>
                </a:lnTo>
                <a:lnTo>
                  <a:pt x="333" y="1240"/>
                </a:lnTo>
                <a:lnTo>
                  <a:pt x="325" y="1244"/>
                </a:lnTo>
                <a:lnTo>
                  <a:pt x="320" y="1241"/>
                </a:lnTo>
                <a:lnTo>
                  <a:pt x="316" y="1236"/>
                </a:lnTo>
                <a:lnTo>
                  <a:pt x="312" y="1229"/>
                </a:lnTo>
                <a:lnTo>
                  <a:pt x="308" y="1221"/>
                </a:lnTo>
                <a:lnTo>
                  <a:pt x="302" y="1214"/>
                </a:lnTo>
                <a:lnTo>
                  <a:pt x="293" y="1209"/>
                </a:lnTo>
                <a:lnTo>
                  <a:pt x="283" y="1208"/>
                </a:lnTo>
                <a:lnTo>
                  <a:pt x="274" y="1209"/>
                </a:lnTo>
                <a:lnTo>
                  <a:pt x="265" y="1212"/>
                </a:lnTo>
                <a:lnTo>
                  <a:pt x="257" y="1213"/>
                </a:lnTo>
                <a:lnTo>
                  <a:pt x="248" y="1212"/>
                </a:lnTo>
                <a:lnTo>
                  <a:pt x="238" y="1206"/>
                </a:lnTo>
                <a:lnTo>
                  <a:pt x="227" y="1194"/>
                </a:lnTo>
                <a:lnTo>
                  <a:pt x="214" y="1172"/>
                </a:lnTo>
                <a:lnTo>
                  <a:pt x="203" y="1153"/>
                </a:lnTo>
                <a:lnTo>
                  <a:pt x="196" y="1146"/>
                </a:lnTo>
                <a:lnTo>
                  <a:pt x="190" y="1147"/>
                </a:lnTo>
                <a:lnTo>
                  <a:pt x="183" y="1153"/>
                </a:lnTo>
                <a:lnTo>
                  <a:pt x="170" y="1161"/>
                </a:lnTo>
                <a:lnTo>
                  <a:pt x="153" y="1167"/>
                </a:lnTo>
                <a:lnTo>
                  <a:pt x="126" y="1168"/>
                </a:lnTo>
                <a:lnTo>
                  <a:pt x="89" y="1161"/>
                </a:lnTo>
                <a:lnTo>
                  <a:pt x="51" y="1151"/>
                </a:lnTo>
                <a:lnTo>
                  <a:pt x="25" y="1144"/>
                </a:lnTo>
                <a:lnTo>
                  <a:pt x="10" y="1140"/>
                </a:lnTo>
                <a:lnTo>
                  <a:pt x="2" y="1138"/>
                </a:lnTo>
                <a:lnTo>
                  <a:pt x="0" y="1137"/>
                </a:lnTo>
                <a:lnTo>
                  <a:pt x="2" y="1136"/>
                </a:lnTo>
                <a:lnTo>
                  <a:pt x="5" y="1135"/>
                </a:lnTo>
                <a:lnTo>
                  <a:pt x="7" y="1132"/>
                </a:lnTo>
                <a:lnTo>
                  <a:pt x="8" y="1129"/>
                </a:lnTo>
                <a:lnTo>
                  <a:pt x="8" y="1126"/>
                </a:lnTo>
                <a:lnTo>
                  <a:pt x="10" y="1124"/>
                </a:lnTo>
                <a:lnTo>
                  <a:pt x="14" y="1123"/>
                </a:lnTo>
                <a:lnTo>
                  <a:pt x="21" y="1120"/>
                </a:lnTo>
                <a:lnTo>
                  <a:pt x="34" y="1117"/>
                </a:lnTo>
                <a:lnTo>
                  <a:pt x="52" y="1112"/>
                </a:lnTo>
                <a:lnTo>
                  <a:pt x="77" y="1105"/>
                </a:lnTo>
                <a:lnTo>
                  <a:pt x="105" y="1096"/>
                </a:lnTo>
                <a:lnTo>
                  <a:pt x="128" y="1086"/>
                </a:lnTo>
                <a:lnTo>
                  <a:pt x="148" y="1076"/>
                </a:lnTo>
                <a:lnTo>
                  <a:pt x="164" y="1066"/>
                </a:lnTo>
                <a:lnTo>
                  <a:pt x="176" y="1056"/>
                </a:lnTo>
                <a:lnTo>
                  <a:pt x="185" y="1047"/>
                </a:lnTo>
                <a:lnTo>
                  <a:pt x="190" y="1038"/>
                </a:lnTo>
                <a:lnTo>
                  <a:pt x="192" y="1031"/>
                </a:lnTo>
                <a:lnTo>
                  <a:pt x="192" y="1025"/>
                </a:lnTo>
                <a:lnTo>
                  <a:pt x="193" y="1018"/>
                </a:lnTo>
                <a:lnTo>
                  <a:pt x="194" y="1012"/>
                </a:lnTo>
                <a:lnTo>
                  <a:pt x="195" y="1005"/>
                </a:lnTo>
                <a:lnTo>
                  <a:pt x="196" y="998"/>
                </a:lnTo>
                <a:lnTo>
                  <a:pt x="197" y="989"/>
                </a:lnTo>
                <a:lnTo>
                  <a:pt x="198" y="982"/>
                </a:lnTo>
                <a:lnTo>
                  <a:pt x="198" y="975"/>
                </a:lnTo>
                <a:lnTo>
                  <a:pt x="199" y="967"/>
                </a:lnTo>
                <a:lnTo>
                  <a:pt x="200" y="959"/>
                </a:lnTo>
                <a:lnTo>
                  <a:pt x="202" y="950"/>
                </a:lnTo>
                <a:lnTo>
                  <a:pt x="202" y="942"/>
                </a:lnTo>
                <a:lnTo>
                  <a:pt x="201" y="932"/>
                </a:lnTo>
                <a:lnTo>
                  <a:pt x="197" y="924"/>
                </a:lnTo>
                <a:lnTo>
                  <a:pt x="190" y="917"/>
                </a:lnTo>
                <a:lnTo>
                  <a:pt x="177" y="911"/>
                </a:lnTo>
                <a:lnTo>
                  <a:pt x="166" y="906"/>
                </a:lnTo>
                <a:lnTo>
                  <a:pt x="162" y="903"/>
                </a:lnTo>
                <a:lnTo>
                  <a:pt x="162" y="900"/>
                </a:lnTo>
                <a:lnTo>
                  <a:pt x="167" y="897"/>
                </a:lnTo>
                <a:lnTo>
                  <a:pt x="174" y="894"/>
                </a:lnTo>
                <a:lnTo>
                  <a:pt x="183" y="889"/>
                </a:lnTo>
                <a:lnTo>
                  <a:pt x="191" y="884"/>
                </a:lnTo>
                <a:lnTo>
                  <a:pt x="198" y="877"/>
                </a:lnTo>
                <a:lnTo>
                  <a:pt x="203" y="870"/>
                </a:lnTo>
                <a:lnTo>
                  <a:pt x="206" y="864"/>
                </a:lnTo>
                <a:lnTo>
                  <a:pt x="207" y="859"/>
                </a:lnTo>
                <a:lnTo>
                  <a:pt x="208" y="855"/>
                </a:lnTo>
                <a:lnTo>
                  <a:pt x="209" y="852"/>
                </a:lnTo>
                <a:lnTo>
                  <a:pt x="210" y="848"/>
                </a:lnTo>
                <a:lnTo>
                  <a:pt x="213" y="843"/>
                </a:lnTo>
                <a:lnTo>
                  <a:pt x="217" y="837"/>
                </a:lnTo>
                <a:lnTo>
                  <a:pt x="221" y="830"/>
                </a:lnTo>
                <a:lnTo>
                  <a:pt x="223" y="823"/>
                </a:lnTo>
                <a:lnTo>
                  <a:pt x="225" y="815"/>
                </a:lnTo>
                <a:lnTo>
                  <a:pt x="226" y="807"/>
                </a:lnTo>
                <a:lnTo>
                  <a:pt x="228" y="801"/>
                </a:lnTo>
                <a:lnTo>
                  <a:pt x="233" y="795"/>
                </a:lnTo>
                <a:lnTo>
                  <a:pt x="239" y="791"/>
                </a:lnTo>
                <a:lnTo>
                  <a:pt x="248" y="789"/>
                </a:lnTo>
                <a:lnTo>
                  <a:pt x="257" y="788"/>
                </a:lnTo>
                <a:lnTo>
                  <a:pt x="263" y="785"/>
                </a:lnTo>
                <a:lnTo>
                  <a:pt x="266" y="781"/>
                </a:lnTo>
                <a:lnTo>
                  <a:pt x="267" y="775"/>
                </a:lnTo>
                <a:lnTo>
                  <a:pt x="268" y="769"/>
                </a:lnTo>
                <a:lnTo>
                  <a:pt x="270" y="763"/>
                </a:lnTo>
                <a:lnTo>
                  <a:pt x="272" y="757"/>
                </a:lnTo>
                <a:lnTo>
                  <a:pt x="278" y="751"/>
                </a:lnTo>
                <a:lnTo>
                  <a:pt x="286" y="747"/>
                </a:lnTo>
                <a:lnTo>
                  <a:pt x="291" y="744"/>
                </a:lnTo>
                <a:lnTo>
                  <a:pt x="296" y="741"/>
                </a:lnTo>
                <a:lnTo>
                  <a:pt x="300" y="738"/>
                </a:lnTo>
                <a:lnTo>
                  <a:pt x="303" y="736"/>
                </a:lnTo>
                <a:lnTo>
                  <a:pt x="305" y="732"/>
                </a:lnTo>
                <a:lnTo>
                  <a:pt x="307" y="727"/>
                </a:lnTo>
                <a:lnTo>
                  <a:pt x="307" y="719"/>
                </a:lnTo>
                <a:lnTo>
                  <a:pt x="305" y="712"/>
                </a:lnTo>
                <a:lnTo>
                  <a:pt x="302" y="706"/>
                </a:lnTo>
                <a:lnTo>
                  <a:pt x="297" y="702"/>
                </a:lnTo>
                <a:lnTo>
                  <a:pt x="292" y="698"/>
                </a:lnTo>
                <a:lnTo>
                  <a:pt x="289" y="692"/>
                </a:lnTo>
                <a:lnTo>
                  <a:pt x="288" y="683"/>
                </a:lnTo>
                <a:lnTo>
                  <a:pt x="290" y="672"/>
                </a:lnTo>
                <a:lnTo>
                  <a:pt x="298" y="655"/>
                </a:lnTo>
                <a:lnTo>
                  <a:pt x="307" y="635"/>
                </a:lnTo>
                <a:lnTo>
                  <a:pt x="312" y="618"/>
                </a:lnTo>
                <a:lnTo>
                  <a:pt x="315" y="603"/>
                </a:lnTo>
                <a:lnTo>
                  <a:pt x="316" y="590"/>
                </a:lnTo>
                <a:lnTo>
                  <a:pt x="316" y="580"/>
                </a:lnTo>
                <a:lnTo>
                  <a:pt x="317" y="575"/>
                </a:lnTo>
                <a:lnTo>
                  <a:pt x="319" y="575"/>
                </a:lnTo>
                <a:lnTo>
                  <a:pt x="323" y="579"/>
                </a:lnTo>
                <a:lnTo>
                  <a:pt x="328" y="586"/>
                </a:lnTo>
                <a:lnTo>
                  <a:pt x="334" y="595"/>
                </a:lnTo>
                <a:lnTo>
                  <a:pt x="339" y="603"/>
                </a:lnTo>
                <a:lnTo>
                  <a:pt x="344" y="610"/>
                </a:lnTo>
                <a:lnTo>
                  <a:pt x="348" y="618"/>
                </a:lnTo>
                <a:lnTo>
                  <a:pt x="351" y="625"/>
                </a:lnTo>
                <a:lnTo>
                  <a:pt x="354" y="631"/>
                </a:lnTo>
                <a:lnTo>
                  <a:pt x="357" y="637"/>
                </a:lnTo>
                <a:lnTo>
                  <a:pt x="360" y="641"/>
                </a:lnTo>
                <a:lnTo>
                  <a:pt x="366" y="642"/>
                </a:lnTo>
                <a:lnTo>
                  <a:pt x="372" y="640"/>
                </a:lnTo>
                <a:lnTo>
                  <a:pt x="379" y="636"/>
                </a:lnTo>
                <a:lnTo>
                  <a:pt x="386" y="632"/>
                </a:lnTo>
                <a:lnTo>
                  <a:pt x="392" y="628"/>
                </a:lnTo>
                <a:lnTo>
                  <a:pt x="396" y="625"/>
                </a:lnTo>
                <a:lnTo>
                  <a:pt x="397" y="624"/>
                </a:lnTo>
                <a:lnTo>
                  <a:pt x="399" y="623"/>
                </a:lnTo>
                <a:lnTo>
                  <a:pt x="405" y="620"/>
                </a:lnTo>
                <a:lnTo>
                  <a:pt x="412" y="616"/>
                </a:lnTo>
                <a:lnTo>
                  <a:pt x="420" y="610"/>
                </a:lnTo>
                <a:lnTo>
                  <a:pt x="427" y="604"/>
                </a:lnTo>
                <a:lnTo>
                  <a:pt x="433" y="598"/>
                </a:lnTo>
                <a:lnTo>
                  <a:pt x="434" y="591"/>
                </a:lnTo>
                <a:lnTo>
                  <a:pt x="429" y="584"/>
                </a:lnTo>
                <a:lnTo>
                  <a:pt x="423" y="578"/>
                </a:lnTo>
                <a:lnTo>
                  <a:pt x="419" y="573"/>
                </a:lnTo>
                <a:lnTo>
                  <a:pt x="418" y="569"/>
                </a:lnTo>
                <a:lnTo>
                  <a:pt x="420" y="566"/>
                </a:lnTo>
                <a:lnTo>
                  <a:pt x="425" y="564"/>
                </a:lnTo>
                <a:lnTo>
                  <a:pt x="434" y="564"/>
                </a:lnTo>
                <a:lnTo>
                  <a:pt x="446" y="565"/>
                </a:lnTo>
                <a:lnTo>
                  <a:pt x="463" y="568"/>
                </a:lnTo>
                <a:lnTo>
                  <a:pt x="478" y="570"/>
                </a:lnTo>
                <a:lnTo>
                  <a:pt x="489" y="570"/>
                </a:lnTo>
                <a:lnTo>
                  <a:pt x="495" y="566"/>
                </a:lnTo>
                <a:lnTo>
                  <a:pt x="498" y="561"/>
                </a:lnTo>
                <a:lnTo>
                  <a:pt x="499" y="555"/>
                </a:lnTo>
                <a:lnTo>
                  <a:pt x="502" y="549"/>
                </a:lnTo>
                <a:lnTo>
                  <a:pt x="506" y="543"/>
                </a:lnTo>
                <a:lnTo>
                  <a:pt x="514" y="536"/>
                </a:lnTo>
                <a:lnTo>
                  <a:pt x="523" y="533"/>
                </a:lnTo>
                <a:lnTo>
                  <a:pt x="532" y="533"/>
                </a:lnTo>
                <a:lnTo>
                  <a:pt x="540" y="535"/>
                </a:lnTo>
                <a:lnTo>
                  <a:pt x="547" y="539"/>
                </a:lnTo>
                <a:lnTo>
                  <a:pt x="553" y="542"/>
                </a:lnTo>
                <a:lnTo>
                  <a:pt x="561" y="544"/>
                </a:lnTo>
                <a:lnTo>
                  <a:pt x="569" y="543"/>
                </a:lnTo>
                <a:lnTo>
                  <a:pt x="578" y="540"/>
                </a:lnTo>
                <a:lnTo>
                  <a:pt x="586" y="534"/>
                </a:lnTo>
                <a:lnTo>
                  <a:pt x="589" y="531"/>
                </a:lnTo>
                <a:lnTo>
                  <a:pt x="588" y="528"/>
                </a:lnTo>
                <a:lnTo>
                  <a:pt x="584" y="525"/>
                </a:lnTo>
                <a:lnTo>
                  <a:pt x="577" y="522"/>
                </a:lnTo>
                <a:lnTo>
                  <a:pt x="571" y="518"/>
                </a:lnTo>
                <a:lnTo>
                  <a:pt x="565" y="513"/>
                </a:lnTo>
                <a:lnTo>
                  <a:pt x="561" y="506"/>
                </a:lnTo>
                <a:lnTo>
                  <a:pt x="560" y="504"/>
                </a:lnTo>
                <a:lnTo>
                  <a:pt x="559" y="503"/>
                </a:lnTo>
                <a:lnTo>
                  <a:pt x="558" y="501"/>
                </a:lnTo>
                <a:lnTo>
                  <a:pt x="557" y="500"/>
                </a:lnTo>
                <a:lnTo>
                  <a:pt x="556" y="500"/>
                </a:lnTo>
                <a:lnTo>
                  <a:pt x="557" y="499"/>
                </a:lnTo>
                <a:lnTo>
                  <a:pt x="558" y="499"/>
                </a:lnTo>
                <a:lnTo>
                  <a:pt x="559" y="499"/>
                </a:lnTo>
                <a:lnTo>
                  <a:pt x="571" y="495"/>
                </a:lnTo>
                <a:lnTo>
                  <a:pt x="589" y="494"/>
                </a:lnTo>
                <a:lnTo>
                  <a:pt x="608" y="494"/>
                </a:lnTo>
                <a:lnTo>
                  <a:pt x="628" y="496"/>
                </a:lnTo>
                <a:lnTo>
                  <a:pt x="649" y="498"/>
                </a:lnTo>
                <a:lnTo>
                  <a:pt x="668" y="500"/>
                </a:lnTo>
                <a:lnTo>
                  <a:pt x="684" y="502"/>
                </a:lnTo>
                <a:lnTo>
                  <a:pt x="695" y="503"/>
                </a:lnTo>
                <a:lnTo>
                  <a:pt x="705" y="503"/>
                </a:lnTo>
                <a:lnTo>
                  <a:pt x="717" y="503"/>
                </a:lnTo>
                <a:lnTo>
                  <a:pt x="732" y="504"/>
                </a:lnTo>
                <a:lnTo>
                  <a:pt x="747" y="505"/>
                </a:lnTo>
                <a:lnTo>
                  <a:pt x="764" y="507"/>
                </a:lnTo>
                <a:lnTo>
                  <a:pt x="781" y="510"/>
                </a:lnTo>
                <a:lnTo>
                  <a:pt x="797" y="513"/>
                </a:lnTo>
                <a:lnTo>
                  <a:pt x="813" y="518"/>
                </a:lnTo>
                <a:lnTo>
                  <a:pt x="826" y="518"/>
                </a:lnTo>
                <a:lnTo>
                  <a:pt x="836" y="510"/>
                </a:lnTo>
                <a:lnTo>
                  <a:pt x="841" y="496"/>
                </a:lnTo>
                <a:lnTo>
                  <a:pt x="844" y="477"/>
                </a:lnTo>
                <a:lnTo>
                  <a:pt x="843" y="457"/>
                </a:lnTo>
                <a:lnTo>
                  <a:pt x="842" y="437"/>
                </a:lnTo>
                <a:lnTo>
                  <a:pt x="839" y="420"/>
                </a:lnTo>
                <a:lnTo>
                  <a:pt x="837" y="409"/>
                </a:lnTo>
                <a:lnTo>
                  <a:pt x="836" y="402"/>
                </a:lnTo>
                <a:lnTo>
                  <a:pt x="837" y="396"/>
                </a:lnTo>
                <a:lnTo>
                  <a:pt x="841" y="391"/>
                </a:lnTo>
                <a:lnTo>
                  <a:pt x="847" y="385"/>
                </a:lnTo>
                <a:lnTo>
                  <a:pt x="856" y="379"/>
                </a:lnTo>
                <a:lnTo>
                  <a:pt x="869" y="373"/>
                </a:lnTo>
                <a:lnTo>
                  <a:pt x="886" y="365"/>
                </a:lnTo>
                <a:lnTo>
                  <a:pt x="906" y="354"/>
                </a:lnTo>
                <a:lnTo>
                  <a:pt x="926" y="344"/>
                </a:lnTo>
                <a:lnTo>
                  <a:pt x="942" y="339"/>
                </a:lnTo>
                <a:lnTo>
                  <a:pt x="954" y="338"/>
                </a:lnTo>
                <a:lnTo>
                  <a:pt x="963" y="341"/>
                </a:lnTo>
                <a:lnTo>
                  <a:pt x="970" y="347"/>
                </a:lnTo>
                <a:lnTo>
                  <a:pt x="976" y="355"/>
                </a:lnTo>
                <a:lnTo>
                  <a:pt x="982" y="365"/>
                </a:lnTo>
                <a:lnTo>
                  <a:pt x="986" y="376"/>
                </a:lnTo>
                <a:lnTo>
                  <a:pt x="992" y="385"/>
                </a:lnTo>
                <a:lnTo>
                  <a:pt x="1000" y="391"/>
                </a:lnTo>
                <a:lnTo>
                  <a:pt x="1011" y="394"/>
                </a:lnTo>
                <a:lnTo>
                  <a:pt x="1023" y="394"/>
                </a:lnTo>
                <a:lnTo>
                  <a:pt x="1037" y="394"/>
                </a:lnTo>
                <a:lnTo>
                  <a:pt x="1051" y="394"/>
                </a:lnTo>
                <a:lnTo>
                  <a:pt x="1064" y="394"/>
                </a:lnTo>
                <a:lnTo>
                  <a:pt x="1075" y="397"/>
                </a:lnTo>
                <a:lnTo>
                  <a:pt x="1087" y="403"/>
                </a:lnTo>
                <a:lnTo>
                  <a:pt x="1100" y="412"/>
                </a:lnTo>
                <a:lnTo>
                  <a:pt x="1114" y="425"/>
                </a:lnTo>
                <a:lnTo>
                  <a:pt x="1127" y="440"/>
                </a:lnTo>
                <a:lnTo>
                  <a:pt x="1142" y="455"/>
                </a:lnTo>
                <a:lnTo>
                  <a:pt x="1154" y="469"/>
                </a:lnTo>
                <a:lnTo>
                  <a:pt x="1166" y="481"/>
                </a:lnTo>
                <a:lnTo>
                  <a:pt x="1175" y="491"/>
                </a:lnTo>
                <a:lnTo>
                  <a:pt x="1185" y="496"/>
                </a:lnTo>
                <a:lnTo>
                  <a:pt x="1195" y="496"/>
                </a:lnTo>
                <a:lnTo>
                  <a:pt x="1206" y="492"/>
                </a:lnTo>
                <a:lnTo>
                  <a:pt x="1217" y="486"/>
                </a:lnTo>
                <a:lnTo>
                  <a:pt x="1229" y="480"/>
                </a:lnTo>
                <a:lnTo>
                  <a:pt x="1237" y="476"/>
                </a:lnTo>
                <a:lnTo>
                  <a:pt x="1245" y="474"/>
                </a:lnTo>
                <a:lnTo>
                  <a:pt x="1249" y="476"/>
                </a:lnTo>
                <a:lnTo>
                  <a:pt x="1253" y="481"/>
                </a:lnTo>
                <a:lnTo>
                  <a:pt x="1257" y="485"/>
                </a:lnTo>
                <a:lnTo>
                  <a:pt x="1264" y="489"/>
                </a:lnTo>
                <a:lnTo>
                  <a:pt x="1273" y="490"/>
                </a:lnTo>
                <a:lnTo>
                  <a:pt x="1285" y="489"/>
                </a:lnTo>
                <a:lnTo>
                  <a:pt x="1299" y="486"/>
                </a:lnTo>
                <a:lnTo>
                  <a:pt x="1317" y="480"/>
                </a:lnTo>
                <a:lnTo>
                  <a:pt x="1339" y="472"/>
                </a:lnTo>
                <a:lnTo>
                  <a:pt x="1359" y="461"/>
                </a:lnTo>
                <a:lnTo>
                  <a:pt x="1374" y="448"/>
                </a:lnTo>
                <a:lnTo>
                  <a:pt x="1386" y="433"/>
                </a:lnTo>
                <a:lnTo>
                  <a:pt x="1394" y="419"/>
                </a:lnTo>
                <a:lnTo>
                  <a:pt x="1399" y="406"/>
                </a:lnTo>
                <a:lnTo>
                  <a:pt x="1402" y="394"/>
                </a:lnTo>
                <a:lnTo>
                  <a:pt x="1405" y="383"/>
                </a:lnTo>
                <a:lnTo>
                  <a:pt x="1408" y="376"/>
                </a:lnTo>
                <a:lnTo>
                  <a:pt x="1408" y="369"/>
                </a:lnTo>
                <a:lnTo>
                  <a:pt x="1402" y="361"/>
                </a:lnTo>
                <a:lnTo>
                  <a:pt x="1393" y="352"/>
                </a:lnTo>
                <a:lnTo>
                  <a:pt x="1380" y="341"/>
                </a:lnTo>
                <a:lnTo>
                  <a:pt x="1365" y="326"/>
                </a:lnTo>
                <a:lnTo>
                  <a:pt x="1352" y="308"/>
                </a:lnTo>
                <a:lnTo>
                  <a:pt x="1339" y="286"/>
                </a:lnTo>
                <a:lnTo>
                  <a:pt x="1329" y="260"/>
                </a:lnTo>
                <a:lnTo>
                  <a:pt x="1324" y="236"/>
                </a:lnTo>
                <a:lnTo>
                  <a:pt x="1330" y="221"/>
                </a:lnTo>
                <a:lnTo>
                  <a:pt x="1340" y="213"/>
                </a:lnTo>
                <a:lnTo>
                  <a:pt x="1353" y="209"/>
                </a:lnTo>
                <a:lnTo>
                  <a:pt x="1367" y="209"/>
                </a:lnTo>
                <a:lnTo>
                  <a:pt x="1381" y="211"/>
                </a:lnTo>
                <a:lnTo>
                  <a:pt x="1390" y="214"/>
                </a:lnTo>
                <a:lnTo>
                  <a:pt x="1394" y="215"/>
                </a:lnTo>
                <a:lnTo>
                  <a:pt x="1439" y="248"/>
                </a:lnTo>
                <a:lnTo>
                  <a:pt x="1486" y="215"/>
                </a:lnTo>
                <a:lnTo>
                  <a:pt x="1488" y="216"/>
                </a:lnTo>
                <a:lnTo>
                  <a:pt x="1492" y="219"/>
                </a:lnTo>
                <a:lnTo>
                  <a:pt x="1499" y="223"/>
                </a:lnTo>
                <a:lnTo>
                  <a:pt x="1507" y="227"/>
                </a:lnTo>
                <a:lnTo>
                  <a:pt x="1516" y="230"/>
                </a:lnTo>
                <a:lnTo>
                  <a:pt x="1527" y="232"/>
                </a:lnTo>
                <a:lnTo>
                  <a:pt x="1536" y="231"/>
                </a:lnTo>
                <a:lnTo>
                  <a:pt x="1545" y="227"/>
                </a:lnTo>
                <a:lnTo>
                  <a:pt x="1554" y="221"/>
                </a:lnTo>
                <a:lnTo>
                  <a:pt x="1563" y="217"/>
                </a:lnTo>
                <a:lnTo>
                  <a:pt x="1574" y="215"/>
                </a:lnTo>
                <a:lnTo>
                  <a:pt x="1585" y="214"/>
                </a:lnTo>
                <a:lnTo>
                  <a:pt x="1596" y="214"/>
                </a:lnTo>
                <a:lnTo>
                  <a:pt x="1606" y="213"/>
                </a:lnTo>
                <a:lnTo>
                  <a:pt x="1617" y="213"/>
                </a:lnTo>
                <a:lnTo>
                  <a:pt x="1627" y="213"/>
                </a:lnTo>
                <a:lnTo>
                  <a:pt x="1635" y="211"/>
                </a:lnTo>
                <a:lnTo>
                  <a:pt x="1642" y="206"/>
                </a:lnTo>
                <a:lnTo>
                  <a:pt x="1647" y="198"/>
                </a:lnTo>
                <a:lnTo>
                  <a:pt x="1650" y="189"/>
                </a:lnTo>
                <a:lnTo>
                  <a:pt x="1652" y="177"/>
                </a:lnTo>
                <a:lnTo>
                  <a:pt x="1652" y="165"/>
                </a:lnTo>
                <a:lnTo>
                  <a:pt x="1651" y="153"/>
                </a:lnTo>
                <a:lnTo>
                  <a:pt x="1649" y="140"/>
                </a:lnTo>
                <a:lnTo>
                  <a:pt x="1648" y="128"/>
                </a:lnTo>
                <a:lnTo>
                  <a:pt x="1649" y="119"/>
                </a:lnTo>
                <a:lnTo>
                  <a:pt x="1653" y="111"/>
                </a:lnTo>
                <a:lnTo>
                  <a:pt x="1659" y="106"/>
                </a:lnTo>
                <a:lnTo>
                  <a:pt x="1667" y="102"/>
                </a:lnTo>
                <a:lnTo>
                  <a:pt x="1678" y="100"/>
                </a:lnTo>
                <a:lnTo>
                  <a:pt x="1690" y="100"/>
                </a:lnTo>
                <a:lnTo>
                  <a:pt x="1702" y="101"/>
                </a:lnTo>
                <a:lnTo>
                  <a:pt x="1713" y="101"/>
                </a:lnTo>
                <a:lnTo>
                  <a:pt x="1720" y="99"/>
                </a:lnTo>
                <a:lnTo>
                  <a:pt x="1727" y="94"/>
                </a:lnTo>
                <a:lnTo>
                  <a:pt x="1731" y="85"/>
                </a:lnTo>
                <a:lnTo>
                  <a:pt x="1732" y="75"/>
                </a:lnTo>
                <a:lnTo>
                  <a:pt x="1733" y="62"/>
                </a:lnTo>
                <a:lnTo>
                  <a:pt x="1732" y="46"/>
                </a:lnTo>
                <a:lnTo>
                  <a:pt x="1731" y="27"/>
                </a:lnTo>
                <a:lnTo>
                  <a:pt x="1731" y="11"/>
                </a:lnTo>
                <a:lnTo>
                  <a:pt x="1734" y="3"/>
                </a:lnTo>
                <a:lnTo>
                  <a:pt x="1739" y="0"/>
                </a:lnTo>
                <a:lnTo>
                  <a:pt x="1746" y="0"/>
                </a:lnTo>
                <a:lnTo>
                  <a:pt x="1753" y="4"/>
                </a:lnTo>
                <a:lnTo>
                  <a:pt x="1759" y="8"/>
                </a:lnTo>
                <a:lnTo>
                  <a:pt x="1763" y="11"/>
                </a:lnTo>
                <a:lnTo>
                  <a:pt x="1765" y="13"/>
                </a:lnTo>
                <a:lnTo>
                  <a:pt x="1766" y="14"/>
                </a:lnTo>
                <a:lnTo>
                  <a:pt x="1769" y="17"/>
                </a:lnTo>
                <a:lnTo>
                  <a:pt x="1773" y="22"/>
                </a:lnTo>
                <a:lnTo>
                  <a:pt x="1780" y="27"/>
                </a:lnTo>
                <a:lnTo>
                  <a:pt x="1786" y="32"/>
                </a:lnTo>
                <a:lnTo>
                  <a:pt x="1793" y="37"/>
                </a:lnTo>
                <a:lnTo>
                  <a:pt x="1800" y="39"/>
                </a:lnTo>
                <a:lnTo>
                  <a:pt x="1808" y="40"/>
                </a:lnTo>
                <a:lnTo>
                  <a:pt x="1816" y="39"/>
                </a:lnTo>
                <a:lnTo>
                  <a:pt x="1826" y="35"/>
                </a:lnTo>
                <a:lnTo>
                  <a:pt x="1836" y="32"/>
                </a:lnTo>
                <a:lnTo>
                  <a:pt x="1845" y="30"/>
                </a:lnTo>
                <a:lnTo>
                  <a:pt x="1853" y="29"/>
                </a:lnTo>
                <a:lnTo>
                  <a:pt x="1860" y="29"/>
                </a:lnTo>
                <a:lnTo>
                  <a:pt x="1865" y="33"/>
                </a:lnTo>
                <a:lnTo>
                  <a:pt x="1867" y="40"/>
                </a:lnTo>
                <a:lnTo>
                  <a:pt x="1870" y="48"/>
                </a:lnTo>
                <a:lnTo>
                  <a:pt x="1877" y="54"/>
                </a:lnTo>
                <a:lnTo>
                  <a:pt x="1885" y="59"/>
                </a:lnTo>
                <a:lnTo>
                  <a:pt x="1895" y="63"/>
                </a:lnTo>
                <a:lnTo>
                  <a:pt x="1904" y="66"/>
                </a:lnTo>
                <a:lnTo>
                  <a:pt x="1912" y="68"/>
                </a:lnTo>
                <a:lnTo>
                  <a:pt x="1918" y="70"/>
                </a:lnTo>
                <a:lnTo>
                  <a:pt x="1920" y="70"/>
                </a:lnTo>
                <a:lnTo>
                  <a:pt x="1921" y="68"/>
                </a:lnTo>
                <a:lnTo>
                  <a:pt x="1923" y="62"/>
                </a:lnTo>
                <a:lnTo>
                  <a:pt x="1928" y="56"/>
                </a:lnTo>
                <a:lnTo>
                  <a:pt x="1935" y="50"/>
                </a:lnTo>
                <a:lnTo>
                  <a:pt x="1943" y="47"/>
                </a:lnTo>
                <a:lnTo>
                  <a:pt x="1953" y="50"/>
                </a:lnTo>
                <a:lnTo>
                  <a:pt x="1966" y="59"/>
                </a:lnTo>
                <a:lnTo>
                  <a:pt x="1982" y="78"/>
                </a:lnTo>
                <a:lnTo>
                  <a:pt x="1997" y="97"/>
                </a:lnTo>
                <a:lnTo>
                  <a:pt x="2013" y="111"/>
                </a:lnTo>
                <a:lnTo>
                  <a:pt x="2032" y="121"/>
                </a:lnTo>
                <a:lnTo>
                  <a:pt x="2049" y="129"/>
                </a:lnTo>
                <a:lnTo>
                  <a:pt x="2065" y="134"/>
                </a:lnTo>
                <a:lnTo>
                  <a:pt x="2080" y="138"/>
                </a:lnTo>
                <a:lnTo>
                  <a:pt x="2092" y="140"/>
                </a:lnTo>
                <a:lnTo>
                  <a:pt x="2101" y="140"/>
                </a:lnTo>
                <a:lnTo>
                  <a:pt x="2101" y="141"/>
                </a:lnTo>
                <a:lnTo>
                  <a:pt x="2100" y="155"/>
                </a:lnTo>
                <a:lnTo>
                  <a:pt x="2100" y="172"/>
                </a:lnTo>
                <a:lnTo>
                  <a:pt x="2099" y="190"/>
                </a:lnTo>
                <a:lnTo>
                  <a:pt x="2100" y="208"/>
                </a:lnTo>
                <a:lnTo>
                  <a:pt x="2100" y="225"/>
                </a:lnTo>
                <a:lnTo>
                  <a:pt x="2102" y="242"/>
                </a:lnTo>
                <a:lnTo>
                  <a:pt x="2104" y="255"/>
                </a:lnTo>
                <a:lnTo>
                  <a:pt x="2108" y="266"/>
                </a:lnTo>
                <a:lnTo>
                  <a:pt x="2108" y="267"/>
                </a:lnTo>
                <a:lnTo>
                  <a:pt x="2108" y="268"/>
                </a:lnTo>
                <a:lnTo>
                  <a:pt x="2109" y="269"/>
                </a:lnTo>
                <a:lnTo>
                  <a:pt x="2101" y="275"/>
                </a:lnTo>
                <a:lnTo>
                  <a:pt x="2093" y="281"/>
                </a:lnTo>
                <a:lnTo>
                  <a:pt x="2085" y="288"/>
                </a:lnTo>
                <a:lnTo>
                  <a:pt x="2077" y="295"/>
                </a:lnTo>
                <a:lnTo>
                  <a:pt x="2069" y="301"/>
                </a:lnTo>
                <a:lnTo>
                  <a:pt x="2063" y="307"/>
                </a:lnTo>
                <a:lnTo>
                  <a:pt x="2058" y="312"/>
                </a:lnTo>
                <a:lnTo>
                  <a:pt x="2055" y="317"/>
                </a:lnTo>
                <a:lnTo>
                  <a:pt x="2050" y="324"/>
                </a:lnTo>
                <a:lnTo>
                  <a:pt x="2043" y="332"/>
                </a:lnTo>
                <a:lnTo>
                  <a:pt x="2036" y="342"/>
                </a:lnTo>
                <a:lnTo>
                  <a:pt x="2029" y="351"/>
                </a:lnTo>
                <a:lnTo>
                  <a:pt x="2023" y="359"/>
                </a:lnTo>
                <a:lnTo>
                  <a:pt x="2021" y="368"/>
                </a:lnTo>
                <a:lnTo>
                  <a:pt x="2022" y="375"/>
                </a:lnTo>
                <a:lnTo>
                  <a:pt x="2029" y="382"/>
                </a:lnTo>
                <a:lnTo>
                  <a:pt x="2038" y="390"/>
                </a:lnTo>
                <a:lnTo>
                  <a:pt x="2044" y="399"/>
                </a:lnTo>
                <a:lnTo>
                  <a:pt x="2048" y="410"/>
                </a:lnTo>
                <a:lnTo>
                  <a:pt x="2050" y="420"/>
                </a:lnTo>
                <a:lnTo>
                  <a:pt x="2050" y="430"/>
                </a:lnTo>
                <a:lnTo>
                  <a:pt x="2048" y="439"/>
                </a:lnTo>
                <a:lnTo>
                  <a:pt x="2044" y="444"/>
                </a:lnTo>
                <a:lnTo>
                  <a:pt x="2039" y="446"/>
                </a:lnTo>
                <a:lnTo>
                  <a:pt x="2031" y="446"/>
                </a:lnTo>
                <a:lnTo>
                  <a:pt x="2019" y="447"/>
                </a:lnTo>
                <a:lnTo>
                  <a:pt x="2007" y="449"/>
                </a:lnTo>
                <a:lnTo>
                  <a:pt x="1995" y="451"/>
                </a:lnTo>
                <a:lnTo>
                  <a:pt x="1983" y="454"/>
                </a:lnTo>
                <a:lnTo>
                  <a:pt x="1971" y="458"/>
                </a:lnTo>
                <a:lnTo>
                  <a:pt x="1963" y="462"/>
                </a:lnTo>
                <a:lnTo>
                  <a:pt x="1957" y="468"/>
                </a:lnTo>
                <a:lnTo>
                  <a:pt x="1953" y="474"/>
                </a:lnTo>
                <a:lnTo>
                  <a:pt x="1951" y="480"/>
                </a:lnTo>
                <a:lnTo>
                  <a:pt x="1950" y="485"/>
                </a:lnTo>
                <a:lnTo>
                  <a:pt x="1949" y="491"/>
                </a:lnTo>
                <a:lnTo>
                  <a:pt x="1949" y="497"/>
                </a:lnTo>
                <a:lnTo>
                  <a:pt x="1949" y="503"/>
                </a:lnTo>
                <a:lnTo>
                  <a:pt x="1949" y="509"/>
                </a:lnTo>
                <a:lnTo>
                  <a:pt x="1949" y="517"/>
                </a:lnTo>
                <a:lnTo>
                  <a:pt x="1947" y="526"/>
                </a:lnTo>
                <a:lnTo>
                  <a:pt x="1943" y="534"/>
                </a:lnTo>
                <a:lnTo>
                  <a:pt x="1938" y="544"/>
                </a:lnTo>
                <a:lnTo>
                  <a:pt x="1932" y="552"/>
                </a:lnTo>
                <a:lnTo>
                  <a:pt x="1924" y="560"/>
                </a:lnTo>
                <a:lnTo>
                  <a:pt x="1916" y="566"/>
                </a:lnTo>
                <a:lnTo>
                  <a:pt x="1908" y="570"/>
                </a:lnTo>
                <a:lnTo>
                  <a:pt x="1900" y="572"/>
                </a:lnTo>
                <a:lnTo>
                  <a:pt x="1892" y="573"/>
                </a:lnTo>
                <a:lnTo>
                  <a:pt x="1884" y="573"/>
                </a:lnTo>
                <a:lnTo>
                  <a:pt x="1876" y="574"/>
                </a:lnTo>
                <a:lnTo>
                  <a:pt x="1869" y="575"/>
                </a:lnTo>
                <a:lnTo>
                  <a:pt x="1863" y="578"/>
                </a:lnTo>
                <a:lnTo>
                  <a:pt x="1859" y="583"/>
                </a:lnTo>
                <a:lnTo>
                  <a:pt x="1856" y="592"/>
                </a:lnTo>
                <a:lnTo>
                  <a:pt x="1855" y="603"/>
                </a:lnTo>
                <a:lnTo>
                  <a:pt x="1853" y="615"/>
                </a:lnTo>
                <a:lnTo>
                  <a:pt x="1850" y="624"/>
                </a:lnTo>
                <a:lnTo>
                  <a:pt x="1845" y="631"/>
                </a:lnTo>
                <a:lnTo>
                  <a:pt x="1840" y="638"/>
                </a:lnTo>
                <a:lnTo>
                  <a:pt x="1837" y="645"/>
                </a:lnTo>
                <a:lnTo>
                  <a:pt x="1837" y="652"/>
                </a:lnTo>
                <a:lnTo>
                  <a:pt x="1841" y="661"/>
                </a:lnTo>
                <a:lnTo>
                  <a:pt x="1851" y="672"/>
                </a:lnTo>
                <a:lnTo>
                  <a:pt x="1861" y="685"/>
                </a:lnTo>
                <a:lnTo>
                  <a:pt x="1869" y="699"/>
                </a:lnTo>
                <a:lnTo>
                  <a:pt x="1874" y="713"/>
                </a:lnTo>
                <a:lnTo>
                  <a:pt x="1877" y="726"/>
                </a:lnTo>
                <a:lnTo>
                  <a:pt x="1877" y="739"/>
                </a:lnTo>
                <a:lnTo>
                  <a:pt x="1874" y="750"/>
                </a:lnTo>
                <a:lnTo>
                  <a:pt x="1870" y="759"/>
                </a:lnTo>
                <a:lnTo>
                  <a:pt x="1865" y="764"/>
                </a:lnTo>
                <a:lnTo>
                  <a:pt x="1858" y="768"/>
                </a:lnTo>
                <a:lnTo>
                  <a:pt x="1851" y="773"/>
                </a:lnTo>
                <a:lnTo>
                  <a:pt x="1844" y="780"/>
                </a:lnTo>
                <a:lnTo>
                  <a:pt x="1839" y="788"/>
                </a:lnTo>
                <a:lnTo>
                  <a:pt x="1837" y="797"/>
                </a:lnTo>
                <a:lnTo>
                  <a:pt x="1838" y="806"/>
                </a:lnTo>
                <a:lnTo>
                  <a:pt x="1844" y="815"/>
                </a:lnTo>
                <a:lnTo>
                  <a:pt x="1855" y="823"/>
                </a:lnTo>
                <a:lnTo>
                  <a:pt x="1867" y="832"/>
                </a:lnTo>
                <a:lnTo>
                  <a:pt x="1876" y="844"/>
                </a:lnTo>
                <a:lnTo>
                  <a:pt x="1880" y="855"/>
                </a:lnTo>
                <a:lnTo>
                  <a:pt x="1882" y="867"/>
                </a:lnTo>
                <a:lnTo>
                  <a:pt x="1884" y="878"/>
                </a:lnTo>
                <a:lnTo>
                  <a:pt x="1888" y="889"/>
                </a:lnTo>
                <a:lnTo>
                  <a:pt x="1894" y="898"/>
                </a:lnTo>
                <a:lnTo>
                  <a:pt x="1904" y="905"/>
                </a:lnTo>
                <a:lnTo>
                  <a:pt x="1917" y="909"/>
                </a:lnTo>
                <a:lnTo>
                  <a:pt x="1932" y="910"/>
                </a:lnTo>
                <a:lnTo>
                  <a:pt x="1947" y="909"/>
                </a:lnTo>
                <a:lnTo>
                  <a:pt x="1962" y="909"/>
                </a:lnTo>
                <a:lnTo>
                  <a:pt x="1978" y="909"/>
                </a:lnTo>
                <a:lnTo>
                  <a:pt x="1991" y="912"/>
                </a:lnTo>
                <a:lnTo>
                  <a:pt x="2002" y="918"/>
                </a:lnTo>
                <a:lnTo>
                  <a:pt x="2010" y="929"/>
                </a:lnTo>
                <a:lnTo>
                  <a:pt x="2014" y="940"/>
                </a:lnTo>
                <a:lnTo>
                  <a:pt x="2015" y="953"/>
                </a:lnTo>
                <a:lnTo>
                  <a:pt x="2016" y="966"/>
                </a:lnTo>
                <a:lnTo>
                  <a:pt x="2017" y="979"/>
                </a:lnTo>
                <a:lnTo>
                  <a:pt x="2018" y="992"/>
                </a:lnTo>
                <a:lnTo>
                  <a:pt x="2019" y="1004"/>
                </a:lnTo>
                <a:lnTo>
                  <a:pt x="2022" y="1016"/>
                </a:lnTo>
                <a:lnTo>
                  <a:pt x="2028" y="1026"/>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70" name="Freeform 1027">
            <a:extLst>
              <a:ext uri="{FF2B5EF4-FFF2-40B4-BE49-F238E27FC236}">
                <a16:creationId xmlns:a16="http://schemas.microsoft.com/office/drawing/2014/main" id="{ABA35335-1F6B-23C0-9412-D226647A6FA9}"/>
              </a:ext>
            </a:extLst>
          </p:cNvPr>
          <p:cNvSpPr>
            <a:spLocks/>
          </p:cNvSpPr>
          <p:nvPr/>
        </p:nvSpPr>
        <p:spPr bwMode="auto">
          <a:xfrm>
            <a:off x="6172200" y="4613275"/>
            <a:ext cx="349250" cy="244475"/>
          </a:xfrm>
          <a:custGeom>
            <a:avLst/>
            <a:gdLst>
              <a:gd name="T0" fmla="*/ 2147483646 w 2109"/>
              <a:gd name="T1" fmla="*/ 2147483646 h 1640"/>
              <a:gd name="T2" fmla="*/ 2147483646 w 2109"/>
              <a:gd name="T3" fmla="*/ 2147483646 h 1640"/>
              <a:gd name="T4" fmla="*/ 2147483646 w 2109"/>
              <a:gd name="T5" fmla="*/ 2147483646 h 1640"/>
              <a:gd name="T6" fmla="*/ 2147483646 w 2109"/>
              <a:gd name="T7" fmla="*/ 2147483646 h 1640"/>
              <a:gd name="T8" fmla="*/ 2147483646 w 2109"/>
              <a:gd name="T9" fmla="*/ 2147483646 h 1640"/>
              <a:gd name="T10" fmla="*/ 2147483646 w 2109"/>
              <a:gd name="T11" fmla="*/ 2147483646 h 1640"/>
              <a:gd name="T12" fmla="*/ 2147483646 w 2109"/>
              <a:gd name="T13" fmla="*/ 2147483646 h 1640"/>
              <a:gd name="T14" fmla="*/ 2147483646 w 2109"/>
              <a:gd name="T15" fmla="*/ 2147483646 h 1640"/>
              <a:gd name="T16" fmla="*/ 2147483646 w 2109"/>
              <a:gd name="T17" fmla="*/ 2147483646 h 1640"/>
              <a:gd name="T18" fmla="*/ 2147483646 w 2109"/>
              <a:gd name="T19" fmla="*/ 2147483646 h 1640"/>
              <a:gd name="T20" fmla="*/ 2147483646 w 2109"/>
              <a:gd name="T21" fmla="*/ 2147483646 h 1640"/>
              <a:gd name="T22" fmla="*/ 2147483646 w 2109"/>
              <a:gd name="T23" fmla="*/ 2147483646 h 1640"/>
              <a:gd name="T24" fmla="*/ 2147483646 w 2109"/>
              <a:gd name="T25" fmla="*/ 2147483646 h 1640"/>
              <a:gd name="T26" fmla="*/ 2147483646 w 2109"/>
              <a:gd name="T27" fmla="*/ 2147483646 h 1640"/>
              <a:gd name="T28" fmla="*/ 2147483646 w 2109"/>
              <a:gd name="T29" fmla="*/ 2147483646 h 1640"/>
              <a:gd name="T30" fmla="*/ 2147483646 w 2109"/>
              <a:gd name="T31" fmla="*/ 2147483646 h 1640"/>
              <a:gd name="T32" fmla="*/ 2147483646 w 2109"/>
              <a:gd name="T33" fmla="*/ 2147483646 h 1640"/>
              <a:gd name="T34" fmla="*/ 2147483646 w 2109"/>
              <a:gd name="T35" fmla="*/ 2147483646 h 1640"/>
              <a:gd name="T36" fmla="*/ 2147483646 w 2109"/>
              <a:gd name="T37" fmla="*/ 2147483646 h 1640"/>
              <a:gd name="T38" fmla="*/ 2147483646 w 2109"/>
              <a:gd name="T39" fmla="*/ 2147483646 h 1640"/>
              <a:gd name="T40" fmla="*/ 2147483646 w 2109"/>
              <a:gd name="T41" fmla="*/ 2147483646 h 1640"/>
              <a:gd name="T42" fmla="*/ 2147483646 w 2109"/>
              <a:gd name="T43" fmla="*/ 2147483646 h 1640"/>
              <a:gd name="T44" fmla="*/ 2147483646 w 2109"/>
              <a:gd name="T45" fmla="*/ 2147483646 h 1640"/>
              <a:gd name="T46" fmla="*/ 2147483646 w 2109"/>
              <a:gd name="T47" fmla="*/ 2147483646 h 1640"/>
              <a:gd name="T48" fmla="*/ 2147483646 w 2109"/>
              <a:gd name="T49" fmla="*/ 2147483646 h 1640"/>
              <a:gd name="T50" fmla="*/ 2147483646 w 2109"/>
              <a:gd name="T51" fmla="*/ 2147483646 h 1640"/>
              <a:gd name="T52" fmla="*/ 2147483646 w 2109"/>
              <a:gd name="T53" fmla="*/ 2147483646 h 1640"/>
              <a:gd name="T54" fmla="*/ 2147483646 w 2109"/>
              <a:gd name="T55" fmla="*/ 2147483646 h 1640"/>
              <a:gd name="T56" fmla="*/ 2147483646 w 2109"/>
              <a:gd name="T57" fmla="*/ 2147483646 h 1640"/>
              <a:gd name="T58" fmla="*/ 2147483646 w 2109"/>
              <a:gd name="T59" fmla="*/ 2147483646 h 1640"/>
              <a:gd name="T60" fmla="*/ 2147483646 w 2109"/>
              <a:gd name="T61" fmla="*/ 2147483646 h 1640"/>
              <a:gd name="T62" fmla="*/ 2147483646 w 2109"/>
              <a:gd name="T63" fmla="*/ 2147483646 h 1640"/>
              <a:gd name="T64" fmla="*/ 2147483646 w 2109"/>
              <a:gd name="T65" fmla="*/ 2147483646 h 1640"/>
              <a:gd name="T66" fmla="*/ 2147483646 w 2109"/>
              <a:gd name="T67" fmla="*/ 2147483646 h 1640"/>
              <a:gd name="T68" fmla="*/ 2147483646 w 2109"/>
              <a:gd name="T69" fmla="*/ 2147483646 h 1640"/>
              <a:gd name="T70" fmla="*/ 2147483646 w 2109"/>
              <a:gd name="T71" fmla="*/ 2147483646 h 1640"/>
              <a:gd name="T72" fmla="*/ 2147483646 w 2109"/>
              <a:gd name="T73" fmla="*/ 2147483646 h 1640"/>
              <a:gd name="T74" fmla="*/ 2147483646 w 2109"/>
              <a:gd name="T75" fmla="*/ 2147483646 h 1640"/>
              <a:gd name="T76" fmla="*/ 2147483646 w 2109"/>
              <a:gd name="T77" fmla="*/ 2147483646 h 1640"/>
              <a:gd name="T78" fmla="*/ 2147483646 w 2109"/>
              <a:gd name="T79" fmla="*/ 2147483646 h 1640"/>
              <a:gd name="T80" fmla="*/ 2147483646 w 2109"/>
              <a:gd name="T81" fmla="*/ 2147483646 h 1640"/>
              <a:gd name="T82" fmla="*/ 2147483646 w 2109"/>
              <a:gd name="T83" fmla="*/ 2147483646 h 1640"/>
              <a:gd name="T84" fmla="*/ 2147483646 w 2109"/>
              <a:gd name="T85" fmla="*/ 2147483646 h 1640"/>
              <a:gd name="T86" fmla="*/ 2147483646 w 2109"/>
              <a:gd name="T87" fmla="*/ 2147483646 h 1640"/>
              <a:gd name="T88" fmla="*/ 2147483646 w 2109"/>
              <a:gd name="T89" fmla="*/ 2147483646 h 1640"/>
              <a:gd name="T90" fmla="*/ 2147483646 w 2109"/>
              <a:gd name="T91" fmla="*/ 2147483646 h 1640"/>
              <a:gd name="T92" fmla="*/ 2147483646 w 2109"/>
              <a:gd name="T93" fmla="*/ 2147483646 h 1640"/>
              <a:gd name="T94" fmla="*/ 2147483646 w 2109"/>
              <a:gd name="T95" fmla="*/ 2147483646 h 1640"/>
              <a:gd name="T96" fmla="*/ 2147483646 w 2109"/>
              <a:gd name="T97" fmla="*/ 2147483646 h 1640"/>
              <a:gd name="T98" fmla="*/ 2147483646 w 2109"/>
              <a:gd name="T99" fmla="*/ 2147483646 h 1640"/>
              <a:gd name="T100" fmla="*/ 2147483646 w 2109"/>
              <a:gd name="T101" fmla="*/ 2147483646 h 1640"/>
              <a:gd name="T102" fmla="*/ 2147483646 w 2109"/>
              <a:gd name="T103" fmla="*/ 2147483646 h 1640"/>
              <a:gd name="T104" fmla="*/ 2147483646 w 2109"/>
              <a:gd name="T105" fmla="*/ 2147483646 h 1640"/>
              <a:gd name="T106" fmla="*/ 2147483646 w 2109"/>
              <a:gd name="T107" fmla="*/ 2147483646 h 1640"/>
              <a:gd name="T108" fmla="*/ 2147483646 w 2109"/>
              <a:gd name="T109" fmla="*/ 2147483646 h 1640"/>
              <a:gd name="T110" fmla="*/ 2147483646 w 2109"/>
              <a:gd name="T111" fmla="*/ 2147483646 h 1640"/>
              <a:gd name="T112" fmla="*/ 2147483646 w 2109"/>
              <a:gd name="T113" fmla="*/ 2147483646 h 1640"/>
              <a:gd name="T114" fmla="*/ 2147483646 w 2109"/>
              <a:gd name="T115" fmla="*/ 2147483646 h 1640"/>
              <a:gd name="T116" fmla="*/ 2147483646 w 2109"/>
              <a:gd name="T117" fmla="*/ 2147483646 h 1640"/>
              <a:gd name="T118" fmla="*/ 2147483646 w 2109"/>
              <a:gd name="T119" fmla="*/ 2147483646 h 1640"/>
              <a:gd name="T120" fmla="*/ 2147483646 w 2109"/>
              <a:gd name="T121" fmla="*/ 2147483646 h 1640"/>
              <a:gd name="T122" fmla="*/ 2147483646 w 2109"/>
              <a:gd name="T123" fmla="*/ 2147483646 h 1640"/>
              <a:gd name="T124" fmla="*/ 2147483646 w 2109"/>
              <a:gd name="T125" fmla="*/ 2147483646 h 16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09" h="1640">
                <a:moveTo>
                  <a:pt x="2028" y="1026"/>
                </a:moveTo>
                <a:lnTo>
                  <a:pt x="2028" y="1026"/>
                </a:lnTo>
                <a:lnTo>
                  <a:pt x="2022" y="1035"/>
                </a:lnTo>
                <a:lnTo>
                  <a:pt x="2018" y="1044"/>
                </a:lnTo>
                <a:lnTo>
                  <a:pt x="2014" y="1052"/>
                </a:lnTo>
                <a:lnTo>
                  <a:pt x="2009" y="1059"/>
                </a:lnTo>
                <a:lnTo>
                  <a:pt x="2005" y="1065"/>
                </a:lnTo>
                <a:lnTo>
                  <a:pt x="2002" y="1070"/>
                </a:lnTo>
                <a:lnTo>
                  <a:pt x="1999" y="1074"/>
                </a:lnTo>
                <a:lnTo>
                  <a:pt x="1996" y="1076"/>
                </a:lnTo>
                <a:lnTo>
                  <a:pt x="1990" y="1078"/>
                </a:lnTo>
                <a:lnTo>
                  <a:pt x="1983" y="1081"/>
                </a:lnTo>
                <a:lnTo>
                  <a:pt x="1974" y="1083"/>
                </a:lnTo>
                <a:lnTo>
                  <a:pt x="1965" y="1085"/>
                </a:lnTo>
                <a:lnTo>
                  <a:pt x="1956" y="1086"/>
                </a:lnTo>
                <a:lnTo>
                  <a:pt x="1947" y="1086"/>
                </a:lnTo>
                <a:lnTo>
                  <a:pt x="1939" y="1085"/>
                </a:lnTo>
                <a:lnTo>
                  <a:pt x="1931" y="1082"/>
                </a:lnTo>
                <a:lnTo>
                  <a:pt x="1923" y="1078"/>
                </a:lnTo>
                <a:lnTo>
                  <a:pt x="1915" y="1076"/>
                </a:lnTo>
                <a:lnTo>
                  <a:pt x="1906" y="1075"/>
                </a:lnTo>
                <a:lnTo>
                  <a:pt x="1897" y="1076"/>
                </a:lnTo>
                <a:lnTo>
                  <a:pt x="1889" y="1079"/>
                </a:lnTo>
                <a:lnTo>
                  <a:pt x="1880" y="1083"/>
                </a:lnTo>
                <a:lnTo>
                  <a:pt x="1872" y="1089"/>
                </a:lnTo>
                <a:lnTo>
                  <a:pt x="1865" y="1097"/>
                </a:lnTo>
                <a:lnTo>
                  <a:pt x="1858" y="1104"/>
                </a:lnTo>
                <a:lnTo>
                  <a:pt x="1850" y="1109"/>
                </a:lnTo>
                <a:lnTo>
                  <a:pt x="1842" y="1111"/>
                </a:lnTo>
                <a:lnTo>
                  <a:pt x="1833" y="1112"/>
                </a:lnTo>
                <a:lnTo>
                  <a:pt x="1823" y="1112"/>
                </a:lnTo>
                <a:lnTo>
                  <a:pt x="1815" y="1111"/>
                </a:lnTo>
                <a:lnTo>
                  <a:pt x="1807" y="1109"/>
                </a:lnTo>
                <a:lnTo>
                  <a:pt x="1800" y="1107"/>
                </a:lnTo>
                <a:lnTo>
                  <a:pt x="1792" y="1106"/>
                </a:lnTo>
                <a:lnTo>
                  <a:pt x="1785" y="1108"/>
                </a:lnTo>
                <a:lnTo>
                  <a:pt x="1777" y="1111"/>
                </a:lnTo>
                <a:lnTo>
                  <a:pt x="1768" y="1116"/>
                </a:lnTo>
                <a:lnTo>
                  <a:pt x="1761" y="1122"/>
                </a:lnTo>
                <a:lnTo>
                  <a:pt x="1755" y="1128"/>
                </a:lnTo>
                <a:lnTo>
                  <a:pt x="1749" y="1135"/>
                </a:lnTo>
                <a:lnTo>
                  <a:pt x="1745" y="1141"/>
                </a:lnTo>
                <a:lnTo>
                  <a:pt x="1740" y="1147"/>
                </a:lnTo>
                <a:lnTo>
                  <a:pt x="1734" y="1151"/>
                </a:lnTo>
                <a:lnTo>
                  <a:pt x="1727" y="1153"/>
                </a:lnTo>
                <a:lnTo>
                  <a:pt x="1719" y="1155"/>
                </a:lnTo>
                <a:lnTo>
                  <a:pt x="1711" y="1156"/>
                </a:lnTo>
                <a:lnTo>
                  <a:pt x="1704" y="1159"/>
                </a:lnTo>
                <a:lnTo>
                  <a:pt x="1696" y="1162"/>
                </a:lnTo>
                <a:lnTo>
                  <a:pt x="1690" y="1166"/>
                </a:lnTo>
                <a:lnTo>
                  <a:pt x="1685" y="1173"/>
                </a:lnTo>
                <a:lnTo>
                  <a:pt x="1681" y="1182"/>
                </a:lnTo>
                <a:lnTo>
                  <a:pt x="1678" y="1194"/>
                </a:lnTo>
                <a:lnTo>
                  <a:pt x="1674" y="1205"/>
                </a:lnTo>
                <a:lnTo>
                  <a:pt x="1671" y="1217"/>
                </a:lnTo>
                <a:lnTo>
                  <a:pt x="1667" y="1229"/>
                </a:lnTo>
                <a:lnTo>
                  <a:pt x="1663" y="1239"/>
                </a:lnTo>
                <a:lnTo>
                  <a:pt x="1657" y="1248"/>
                </a:lnTo>
                <a:lnTo>
                  <a:pt x="1648" y="1254"/>
                </a:lnTo>
                <a:lnTo>
                  <a:pt x="1638" y="1261"/>
                </a:lnTo>
                <a:lnTo>
                  <a:pt x="1627" y="1268"/>
                </a:lnTo>
                <a:lnTo>
                  <a:pt x="1616" y="1275"/>
                </a:lnTo>
                <a:lnTo>
                  <a:pt x="1606" y="1281"/>
                </a:lnTo>
                <a:lnTo>
                  <a:pt x="1598" y="1286"/>
                </a:lnTo>
                <a:lnTo>
                  <a:pt x="1592" y="1289"/>
                </a:lnTo>
                <a:lnTo>
                  <a:pt x="1590" y="1290"/>
                </a:lnTo>
                <a:lnTo>
                  <a:pt x="1589" y="1294"/>
                </a:lnTo>
                <a:lnTo>
                  <a:pt x="1585" y="1301"/>
                </a:lnTo>
                <a:lnTo>
                  <a:pt x="1581" y="1311"/>
                </a:lnTo>
                <a:lnTo>
                  <a:pt x="1574" y="1324"/>
                </a:lnTo>
                <a:lnTo>
                  <a:pt x="1568" y="1337"/>
                </a:lnTo>
                <a:lnTo>
                  <a:pt x="1564" y="1350"/>
                </a:lnTo>
                <a:lnTo>
                  <a:pt x="1560" y="1361"/>
                </a:lnTo>
                <a:lnTo>
                  <a:pt x="1559" y="1368"/>
                </a:lnTo>
                <a:lnTo>
                  <a:pt x="1558" y="1375"/>
                </a:lnTo>
                <a:lnTo>
                  <a:pt x="1555" y="1383"/>
                </a:lnTo>
                <a:lnTo>
                  <a:pt x="1552" y="1394"/>
                </a:lnTo>
                <a:lnTo>
                  <a:pt x="1547" y="1405"/>
                </a:lnTo>
                <a:lnTo>
                  <a:pt x="1542" y="1415"/>
                </a:lnTo>
                <a:lnTo>
                  <a:pt x="1536" y="1423"/>
                </a:lnTo>
                <a:lnTo>
                  <a:pt x="1531" y="1430"/>
                </a:lnTo>
                <a:lnTo>
                  <a:pt x="1527" y="1433"/>
                </a:lnTo>
                <a:lnTo>
                  <a:pt x="1524" y="1434"/>
                </a:lnTo>
                <a:lnTo>
                  <a:pt x="1523" y="1436"/>
                </a:lnTo>
                <a:lnTo>
                  <a:pt x="1523" y="1439"/>
                </a:lnTo>
                <a:lnTo>
                  <a:pt x="1524" y="1443"/>
                </a:lnTo>
                <a:lnTo>
                  <a:pt x="1524" y="1450"/>
                </a:lnTo>
                <a:lnTo>
                  <a:pt x="1524" y="1458"/>
                </a:lnTo>
                <a:lnTo>
                  <a:pt x="1522" y="1468"/>
                </a:lnTo>
                <a:lnTo>
                  <a:pt x="1519" y="1481"/>
                </a:lnTo>
                <a:lnTo>
                  <a:pt x="1508" y="1493"/>
                </a:lnTo>
                <a:lnTo>
                  <a:pt x="1499" y="1502"/>
                </a:lnTo>
                <a:lnTo>
                  <a:pt x="1490" y="1508"/>
                </a:lnTo>
                <a:lnTo>
                  <a:pt x="1482" y="1511"/>
                </a:lnTo>
                <a:lnTo>
                  <a:pt x="1473" y="1513"/>
                </a:lnTo>
                <a:lnTo>
                  <a:pt x="1465" y="1512"/>
                </a:lnTo>
                <a:lnTo>
                  <a:pt x="1457" y="1510"/>
                </a:lnTo>
                <a:lnTo>
                  <a:pt x="1449" y="1507"/>
                </a:lnTo>
                <a:lnTo>
                  <a:pt x="1440" y="1503"/>
                </a:lnTo>
                <a:lnTo>
                  <a:pt x="1430" y="1498"/>
                </a:lnTo>
                <a:lnTo>
                  <a:pt x="1419" y="1493"/>
                </a:lnTo>
                <a:lnTo>
                  <a:pt x="1409" y="1489"/>
                </a:lnTo>
                <a:lnTo>
                  <a:pt x="1400" y="1486"/>
                </a:lnTo>
                <a:lnTo>
                  <a:pt x="1393" y="1487"/>
                </a:lnTo>
                <a:lnTo>
                  <a:pt x="1389" y="1490"/>
                </a:lnTo>
                <a:lnTo>
                  <a:pt x="1388" y="1498"/>
                </a:lnTo>
                <a:lnTo>
                  <a:pt x="1387" y="1508"/>
                </a:lnTo>
                <a:lnTo>
                  <a:pt x="1383" y="1518"/>
                </a:lnTo>
                <a:lnTo>
                  <a:pt x="1376" y="1528"/>
                </a:lnTo>
                <a:lnTo>
                  <a:pt x="1369" y="1538"/>
                </a:lnTo>
                <a:lnTo>
                  <a:pt x="1362" y="1547"/>
                </a:lnTo>
                <a:lnTo>
                  <a:pt x="1355" y="1554"/>
                </a:lnTo>
                <a:lnTo>
                  <a:pt x="1351" y="1558"/>
                </a:lnTo>
                <a:lnTo>
                  <a:pt x="1349" y="1560"/>
                </a:lnTo>
                <a:lnTo>
                  <a:pt x="1348" y="1563"/>
                </a:lnTo>
                <a:lnTo>
                  <a:pt x="1346" y="1569"/>
                </a:lnTo>
                <a:lnTo>
                  <a:pt x="1346" y="1576"/>
                </a:lnTo>
                <a:lnTo>
                  <a:pt x="1349" y="1582"/>
                </a:lnTo>
                <a:lnTo>
                  <a:pt x="1350" y="1585"/>
                </a:lnTo>
                <a:lnTo>
                  <a:pt x="1346" y="1590"/>
                </a:lnTo>
                <a:lnTo>
                  <a:pt x="1340" y="1597"/>
                </a:lnTo>
                <a:lnTo>
                  <a:pt x="1332" y="1602"/>
                </a:lnTo>
                <a:lnTo>
                  <a:pt x="1323" y="1605"/>
                </a:lnTo>
                <a:lnTo>
                  <a:pt x="1315" y="1606"/>
                </a:lnTo>
                <a:lnTo>
                  <a:pt x="1308" y="1602"/>
                </a:lnTo>
                <a:lnTo>
                  <a:pt x="1304" y="1593"/>
                </a:lnTo>
                <a:lnTo>
                  <a:pt x="1303" y="1584"/>
                </a:lnTo>
                <a:lnTo>
                  <a:pt x="1302" y="1580"/>
                </a:lnTo>
                <a:lnTo>
                  <a:pt x="1303" y="1578"/>
                </a:lnTo>
                <a:lnTo>
                  <a:pt x="1302" y="1578"/>
                </a:lnTo>
                <a:lnTo>
                  <a:pt x="1300" y="1577"/>
                </a:lnTo>
                <a:lnTo>
                  <a:pt x="1296" y="1574"/>
                </a:lnTo>
                <a:lnTo>
                  <a:pt x="1288" y="1568"/>
                </a:lnTo>
                <a:lnTo>
                  <a:pt x="1275" y="1557"/>
                </a:lnTo>
                <a:lnTo>
                  <a:pt x="1262" y="1542"/>
                </a:lnTo>
                <a:lnTo>
                  <a:pt x="1252" y="1529"/>
                </a:lnTo>
                <a:lnTo>
                  <a:pt x="1245" y="1517"/>
                </a:lnTo>
                <a:lnTo>
                  <a:pt x="1239" y="1507"/>
                </a:lnTo>
                <a:lnTo>
                  <a:pt x="1235" y="1497"/>
                </a:lnTo>
                <a:lnTo>
                  <a:pt x="1232" y="1488"/>
                </a:lnTo>
                <a:lnTo>
                  <a:pt x="1229" y="1481"/>
                </a:lnTo>
                <a:lnTo>
                  <a:pt x="1225" y="1475"/>
                </a:lnTo>
                <a:lnTo>
                  <a:pt x="1221" y="1468"/>
                </a:lnTo>
                <a:lnTo>
                  <a:pt x="1214" y="1458"/>
                </a:lnTo>
                <a:lnTo>
                  <a:pt x="1207" y="1448"/>
                </a:lnTo>
                <a:lnTo>
                  <a:pt x="1200" y="1438"/>
                </a:lnTo>
                <a:lnTo>
                  <a:pt x="1193" y="1433"/>
                </a:lnTo>
                <a:lnTo>
                  <a:pt x="1189" y="1433"/>
                </a:lnTo>
                <a:lnTo>
                  <a:pt x="1187" y="1442"/>
                </a:lnTo>
                <a:lnTo>
                  <a:pt x="1189" y="1462"/>
                </a:lnTo>
                <a:lnTo>
                  <a:pt x="1192" y="1482"/>
                </a:lnTo>
                <a:lnTo>
                  <a:pt x="1192" y="1492"/>
                </a:lnTo>
                <a:lnTo>
                  <a:pt x="1190" y="1497"/>
                </a:lnTo>
                <a:lnTo>
                  <a:pt x="1187" y="1495"/>
                </a:lnTo>
                <a:lnTo>
                  <a:pt x="1182" y="1488"/>
                </a:lnTo>
                <a:lnTo>
                  <a:pt x="1175" y="1481"/>
                </a:lnTo>
                <a:lnTo>
                  <a:pt x="1169" y="1475"/>
                </a:lnTo>
                <a:lnTo>
                  <a:pt x="1163" y="1470"/>
                </a:lnTo>
                <a:lnTo>
                  <a:pt x="1157" y="1468"/>
                </a:lnTo>
                <a:lnTo>
                  <a:pt x="1151" y="1467"/>
                </a:lnTo>
                <a:lnTo>
                  <a:pt x="1145" y="1467"/>
                </a:lnTo>
                <a:lnTo>
                  <a:pt x="1140" y="1469"/>
                </a:lnTo>
                <a:lnTo>
                  <a:pt x="1136" y="1471"/>
                </a:lnTo>
                <a:lnTo>
                  <a:pt x="1133" y="1475"/>
                </a:lnTo>
                <a:lnTo>
                  <a:pt x="1131" y="1480"/>
                </a:lnTo>
                <a:lnTo>
                  <a:pt x="1131" y="1486"/>
                </a:lnTo>
                <a:lnTo>
                  <a:pt x="1131" y="1491"/>
                </a:lnTo>
                <a:lnTo>
                  <a:pt x="1130" y="1492"/>
                </a:lnTo>
                <a:lnTo>
                  <a:pt x="1126" y="1490"/>
                </a:lnTo>
                <a:lnTo>
                  <a:pt x="1122" y="1487"/>
                </a:lnTo>
                <a:lnTo>
                  <a:pt x="1118" y="1482"/>
                </a:lnTo>
                <a:lnTo>
                  <a:pt x="1112" y="1475"/>
                </a:lnTo>
                <a:lnTo>
                  <a:pt x="1106" y="1469"/>
                </a:lnTo>
                <a:lnTo>
                  <a:pt x="1099" y="1462"/>
                </a:lnTo>
                <a:lnTo>
                  <a:pt x="1092" y="1456"/>
                </a:lnTo>
                <a:lnTo>
                  <a:pt x="1085" y="1450"/>
                </a:lnTo>
                <a:lnTo>
                  <a:pt x="1079" y="1442"/>
                </a:lnTo>
                <a:lnTo>
                  <a:pt x="1072" y="1435"/>
                </a:lnTo>
                <a:lnTo>
                  <a:pt x="1068" y="1428"/>
                </a:lnTo>
                <a:lnTo>
                  <a:pt x="1065" y="1420"/>
                </a:lnTo>
                <a:lnTo>
                  <a:pt x="1064" y="1411"/>
                </a:lnTo>
                <a:lnTo>
                  <a:pt x="1065" y="1400"/>
                </a:lnTo>
                <a:lnTo>
                  <a:pt x="1067" y="1389"/>
                </a:lnTo>
                <a:lnTo>
                  <a:pt x="1067" y="1382"/>
                </a:lnTo>
                <a:lnTo>
                  <a:pt x="1066" y="1377"/>
                </a:lnTo>
                <a:lnTo>
                  <a:pt x="1063" y="1374"/>
                </a:lnTo>
                <a:lnTo>
                  <a:pt x="1058" y="1371"/>
                </a:lnTo>
                <a:lnTo>
                  <a:pt x="1052" y="1369"/>
                </a:lnTo>
                <a:lnTo>
                  <a:pt x="1043" y="1366"/>
                </a:lnTo>
                <a:lnTo>
                  <a:pt x="1032" y="1363"/>
                </a:lnTo>
                <a:lnTo>
                  <a:pt x="1022" y="1357"/>
                </a:lnTo>
                <a:lnTo>
                  <a:pt x="1018" y="1348"/>
                </a:lnTo>
                <a:lnTo>
                  <a:pt x="1017" y="1338"/>
                </a:lnTo>
                <a:lnTo>
                  <a:pt x="1018" y="1329"/>
                </a:lnTo>
                <a:lnTo>
                  <a:pt x="1019" y="1322"/>
                </a:lnTo>
                <a:lnTo>
                  <a:pt x="1018" y="1319"/>
                </a:lnTo>
                <a:lnTo>
                  <a:pt x="1013" y="1322"/>
                </a:lnTo>
                <a:lnTo>
                  <a:pt x="1004" y="1332"/>
                </a:lnTo>
                <a:lnTo>
                  <a:pt x="992" y="1342"/>
                </a:lnTo>
                <a:lnTo>
                  <a:pt x="982" y="1345"/>
                </a:lnTo>
                <a:lnTo>
                  <a:pt x="973" y="1341"/>
                </a:lnTo>
                <a:lnTo>
                  <a:pt x="966" y="1334"/>
                </a:lnTo>
                <a:lnTo>
                  <a:pt x="961" y="1325"/>
                </a:lnTo>
                <a:lnTo>
                  <a:pt x="957" y="1316"/>
                </a:lnTo>
                <a:lnTo>
                  <a:pt x="955" y="1310"/>
                </a:lnTo>
                <a:lnTo>
                  <a:pt x="954" y="1307"/>
                </a:lnTo>
                <a:lnTo>
                  <a:pt x="953" y="1307"/>
                </a:lnTo>
                <a:lnTo>
                  <a:pt x="951" y="1308"/>
                </a:lnTo>
                <a:lnTo>
                  <a:pt x="948" y="1308"/>
                </a:lnTo>
                <a:lnTo>
                  <a:pt x="944" y="1307"/>
                </a:lnTo>
                <a:lnTo>
                  <a:pt x="939" y="1304"/>
                </a:lnTo>
                <a:lnTo>
                  <a:pt x="933" y="1300"/>
                </a:lnTo>
                <a:lnTo>
                  <a:pt x="926" y="1292"/>
                </a:lnTo>
                <a:lnTo>
                  <a:pt x="920" y="1281"/>
                </a:lnTo>
                <a:lnTo>
                  <a:pt x="914" y="1272"/>
                </a:lnTo>
                <a:lnTo>
                  <a:pt x="907" y="1269"/>
                </a:lnTo>
                <a:lnTo>
                  <a:pt x="901" y="1271"/>
                </a:lnTo>
                <a:lnTo>
                  <a:pt x="896" y="1276"/>
                </a:lnTo>
                <a:lnTo>
                  <a:pt x="891" y="1282"/>
                </a:lnTo>
                <a:lnTo>
                  <a:pt x="887" y="1288"/>
                </a:lnTo>
                <a:lnTo>
                  <a:pt x="885" y="1294"/>
                </a:lnTo>
                <a:lnTo>
                  <a:pt x="884" y="1296"/>
                </a:lnTo>
                <a:lnTo>
                  <a:pt x="885" y="1297"/>
                </a:lnTo>
                <a:lnTo>
                  <a:pt x="887" y="1301"/>
                </a:lnTo>
                <a:lnTo>
                  <a:pt x="891" y="1306"/>
                </a:lnTo>
                <a:lnTo>
                  <a:pt x="896" y="1312"/>
                </a:lnTo>
                <a:lnTo>
                  <a:pt x="902" y="1318"/>
                </a:lnTo>
                <a:lnTo>
                  <a:pt x="909" y="1324"/>
                </a:lnTo>
                <a:lnTo>
                  <a:pt x="917" y="1329"/>
                </a:lnTo>
                <a:lnTo>
                  <a:pt x="925" y="1332"/>
                </a:lnTo>
                <a:lnTo>
                  <a:pt x="934" y="1333"/>
                </a:lnTo>
                <a:lnTo>
                  <a:pt x="941" y="1334"/>
                </a:lnTo>
                <a:lnTo>
                  <a:pt x="947" y="1335"/>
                </a:lnTo>
                <a:lnTo>
                  <a:pt x="952" y="1335"/>
                </a:lnTo>
                <a:lnTo>
                  <a:pt x="956" y="1337"/>
                </a:lnTo>
                <a:lnTo>
                  <a:pt x="958" y="1341"/>
                </a:lnTo>
                <a:lnTo>
                  <a:pt x="959" y="1347"/>
                </a:lnTo>
                <a:lnTo>
                  <a:pt x="959" y="1355"/>
                </a:lnTo>
                <a:lnTo>
                  <a:pt x="957" y="1365"/>
                </a:lnTo>
                <a:lnTo>
                  <a:pt x="955" y="1374"/>
                </a:lnTo>
                <a:lnTo>
                  <a:pt x="953" y="1384"/>
                </a:lnTo>
                <a:lnTo>
                  <a:pt x="951" y="1392"/>
                </a:lnTo>
                <a:lnTo>
                  <a:pt x="951" y="1400"/>
                </a:lnTo>
                <a:lnTo>
                  <a:pt x="954" y="1405"/>
                </a:lnTo>
                <a:lnTo>
                  <a:pt x="958" y="1408"/>
                </a:lnTo>
                <a:lnTo>
                  <a:pt x="967" y="1408"/>
                </a:lnTo>
                <a:lnTo>
                  <a:pt x="974" y="1408"/>
                </a:lnTo>
                <a:lnTo>
                  <a:pt x="977" y="1411"/>
                </a:lnTo>
                <a:lnTo>
                  <a:pt x="975" y="1416"/>
                </a:lnTo>
                <a:lnTo>
                  <a:pt x="971" y="1423"/>
                </a:lnTo>
                <a:lnTo>
                  <a:pt x="965" y="1429"/>
                </a:lnTo>
                <a:lnTo>
                  <a:pt x="960" y="1435"/>
                </a:lnTo>
                <a:lnTo>
                  <a:pt x="956" y="1439"/>
                </a:lnTo>
                <a:lnTo>
                  <a:pt x="954" y="1441"/>
                </a:lnTo>
                <a:lnTo>
                  <a:pt x="953" y="1441"/>
                </a:lnTo>
                <a:lnTo>
                  <a:pt x="949" y="1439"/>
                </a:lnTo>
                <a:lnTo>
                  <a:pt x="944" y="1437"/>
                </a:lnTo>
                <a:lnTo>
                  <a:pt x="938" y="1435"/>
                </a:lnTo>
                <a:lnTo>
                  <a:pt x="931" y="1432"/>
                </a:lnTo>
                <a:lnTo>
                  <a:pt x="923" y="1428"/>
                </a:lnTo>
                <a:lnTo>
                  <a:pt x="917" y="1424"/>
                </a:lnTo>
                <a:lnTo>
                  <a:pt x="911" y="1419"/>
                </a:lnTo>
                <a:lnTo>
                  <a:pt x="906" y="1415"/>
                </a:lnTo>
                <a:lnTo>
                  <a:pt x="901" y="1412"/>
                </a:lnTo>
                <a:lnTo>
                  <a:pt x="897" y="1412"/>
                </a:lnTo>
                <a:lnTo>
                  <a:pt x="893" y="1414"/>
                </a:lnTo>
                <a:lnTo>
                  <a:pt x="889" y="1419"/>
                </a:lnTo>
                <a:lnTo>
                  <a:pt x="886" y="1426"/>
                </a:lnTo>
                <a:lnTo>
                  <a:pt x="885" y="1437"/>
                </a:lnTo>
                <a:lnTo>
                  <a:pt x="884" y="1453"/>
                </a:lnTo>
                <a:lnTo>
                  <a:pt x="882" y="1467"/>
                </a:lnTo>
                <a:lnTo>
                  <a:pt x="877" y="1476"/>
                </a:lnTo>
                <a:lnTo>
                  <a:pt x="872" y="1482"/>
                </a:lnTo>
                <a:lnTo>
                  <a:pt x="867" y="1485"/>
                </a:lnTo>
                <a:lnTo>
                  <a:pt x="862" y="1487"/>
                </a:lnTo>
                <a:lnTo>
                  <a:pt x="861" y="1487"/>
                </a:lnTo>
                <a:lnTo>
                  <a:pt x="862" y="1488"/>
                </a:lnTo>
                <a:lnTo>
                  <a:pt x="869" y="1489"/>
                </a:lnTo>
                <a:lnTo>
                  <a:pt x="875" y="1492"/>
                </a:lnTo>
                <a:lnTo>
                  <a:pt x="877" y="1498"/>
                </a:lnTo>
                <a:lnTo>
                  <a:pt x="875" y="1504"/>
                </a:lnTo>
                <a:lnTo>
                  <a:pt x="871" y="1510"/>
                </a:lnTo>
                <a:lnTo>
                  <a:pt x="865" y="1518"/>
                </a:lnTo>
                <a:lnTo>
                  <a:pt x="861" y="1525"/>
                </a:lnTo>
                <a:lnTo>
                  <a:pt x="858" y="1531"/>
                </a:lnTo>
                <a:lnTo>
                  <a:pt x="858" y="1537"/>
                </a:lnTo>
                <a:lnTo>
                  <a:pt x="860" y="1545"/>
                </a:lnTo>
                <a:lnTo>
                  <a:pt x="862" y="1553"/>
                </a:lnTo>
                <a:lnTo>
                  <a:pt x="862" y="1563"/>
                </a:lnTo>
                <a:lnTo>
                  <a:pt x="862" y="1571"/>
                </a:lnTo>
                <a:lnTo>
                  <a:pt x="860" y="1577"/>
                </a:lnTo>
                <a:lnTo>
                  <a:pt x="856" y="1580"/>
                </a:lnTo>
                <a:lnTo>
                  <a:pt x="850" y="1579"/>
                </a:lnTo>
                <a:lnTo>
                  <a:pt x="842" y="1571"/>
                </a:lnTo>
                <a:lnTo>
                  <a:pt x="833" y="1562"/>
                </a:lnTo>
                <a:lnTo>
                  <a:pt x="825" y="1556"/>
                </a:lnTo>
                <a:lnTo>
                  <a:pt x="819" y="1554"/>
                </a:lnTo>
                <a:lnTo>
                  <a:pt x="814" y="1554"/>
                </a:lnTo>
                <a:lnTo>
                  <a:pt x="810" y="1557"/>
                </a:lnTo>
                <a:lnTo>
                  <a:pt x="807" y="1561"/>
                </a:lnTo>
                <a:lnTo>
                  <a:pt x="804" y="1567"/>
                </a:lnTo>
                <a:lnTo>
                  <a:pt x="802" y="1574"/>
                </a:lnTo>
                <a:lnTo>
                  <a:pt x="800" y="1579"/>
                </a:lnTo>
                <a:lnTo>
                  <a:pt x="799" y="1580"/>
                </a:lnTo>
                <a:lnTo>
                  <a:pt x="797" y="1578"/>
                </a:lnTo>
                <a:lnTo>
                  <a:pt x="795" y="1574"/>
                </a:lnTo>
                <a:lnTo>
                  <a:pt x="793" y="1568"/>
                </a:lnTo>
                <a:lnTo>
                  <a:pt x="791" y="1561"/>
                </a:lnTo>
                <a:lnTo>
                  <a:pt x="789" y="1555"/>
                </a:lnTo>
                <a:lnTo>
                  <a:pt x="786" y="1549"/>
                </a:lnTo>
                <a:lnTo>
                  <a:pt x="783" y="1542"/>
                </a:lnTo>
                <a:lnTo>
                  <a:pt x="781" y="1537"/>
                </a:lnTo>
                <a:lnTo>
                  <a:pt x="777" y="1532"/>
                </a:lnTo>
                <a:lnTo>
                  <a:pt x="774" y="1529"/>
                </a:lnTo>
                <a:lnTo>
                  <a:pt x="769" y="1529"/>
                </a:lnTo>
                <a:lnTo>
                  <a:pt x="763" y="1533"/>
                </a:lnTo>
                <a:lnTo>
                  <a:pt x="755" y="1542"/>
                </a:lnTo>
                <a:lnTo>
                  <a:pt x="744" y="1557"/>
                </a:lnTo>
                <a:lnTo>
                  <a:pt x="735" y="1572"/>
                </a:lnTo>
                <a:lnTo>
                  <a:pt x="732" y="1582"/>
                </a:lnTo>
                <a:lnTo>
                  <a:pt x="732" y="1587"/>
                </a:lnTo>
                <a:lnTo>
                  <a:pt x="734" y="1590"/>
                </a:lnTo>
                <a:lnTo>
                  <a:pt x="734" y="1591"/>
                </a:lnTo>
                <a:lnTo>
                  <a:pt x="731" y="1590"/>
                </a:lnTo>
                <a:lnTo>
                  <a:pt x="721" y="1590"/>
                </a:lnTo>
                <a:lnTo>
                  <a:pt x="704" y="1590"/>
                </a:lnTo>
                <a:lnTo>
                  <a:pt x="686" y="1591"/>
                </a:lnTo>
                <a:lnTo>
                  <a:pt x="672" y="1592"/>
                </a:lnTo>
                <a:lnTo>
                  <a:pt x="664" y="1595"/>
                </a:lnTo>
                <a:lnTo>
                  <a:pt x="659" y="1597"/>
                </a:lnTo>
                <a:lnTo>
                  <a:pt x="655" y="1601"/>
                </a:lnTo>
                <a:lnTo>
                  <a:pt x="652" y="1606"/>
                </a:lnTo>
                <a:lnTo>
                  <a:pt x="647" y="1613"/>
                </a:lnTo>
                <a:lnTo>
                  <a:pt x="640" y="1622"/>
                </a:lnTo>
                <a:lnTo>
                  <a:pt x="631" y="1631"/>
                </a:lnTo>
                <a:lnTo>
                  <a:pt x="622" y="1636"/>
                </a:lnTo>
                <a:lnTo>
                  <a:pt x="615" y="1639"/>
                </a:lnTo>
                <a:lnTo>
                  <a:pt x="609" y="1640"/>
                </a:lnTo>
                <a:lnTo>
                  <a:pt x="604" y="1638"/>
                </a:lnTo>
                <a:lnTo>
                  <a:pt x="601" y="1634"/>
                </a:lnTo>
                <a:lnTo>
                  <a:pt x="600" y="1629"/>
                </a:lnTo>
                <a:lnTo>
                  <a:pt x="601" y="1622"/>
                </a:lnTo>
                <a:lnTo>
                  <a:pt x="601" y="1614"/>
                </a:lnTo>
                <a:lnTo>
                  <a:pt x="598" y="1605"/>
                </a:lnTo>
                <a:lnTo>
                  <a:pt x="594" y="1596"/>
                </a:lnTo>
                <a:lnTo>
                  <a:pt x="590" y="1586"/>
                </a:lnTo>
                <a:lnTo>
                  <a:pt x="588" y="1579"/>
                </a:lnTo>
                <a:lnTo>
                  <a:pt x="589" y="1573"/>
                </a:lnTo>
                <a:lnTo>
                  <a:pt x="594" y="1571"/>
                </a:lnTo>
                <a:lnTo>
                  <a:pt x="606" y="1571"/>
                </a:lnTo>
                <a:lnTo>
                  <a:pt x="620" y="1573"/>
                </a:lnTo>
                <a:lnTo>
                  <a:pt x="634" y="1574"/>
                </a:lnTo>
                <a:lnTo>
                  <a:pt x="644" y="1575"/>
                </a:lnTo>
                <a:lnTo>
                  <a:pt x="653" y="1574"/>
                </a:lnTo>
                <a:lnTo>
                  <a:pt x="659" y="1573"/>
                </a:lnTo>
                <a:lnTo>
                  <a:pt x="663" y="1569"/>
                </a:lnTo>
                <a:lnTo>
                  <a:pt x="665" y="1564"/>
                </a:lnTo>
                <a:lnTo>
                  <a:pt x="665" y="1557"/>
                </a:lnTo>
                <a:lnTo>
                  <a:pt x="663" y="1549"/>
                </a:lnTo>
                <a:lnTo>
                  <a:pt x="658" y="1542"/>
                </a:lnTo>
                <a:lnTo>
                  <a:pt x="652" y="1537"/>
                </a:lnTo>
                <a:lnTo>
                  <a:pt x="645" y="1533"/>
                </a:lnTo>
                <a:lnTo>
                  <a:pt x="638" y="1530"/>
                </a:lnTo>
                <a:lnTo>
                  <a:pt x="633" y="1528"/>
                </a:lnTo>
                <a:lnTo>
                  <a:pt x="628" y="1527"/>
                </a:lnTo>
                <a:lnTo>
                  <a:pt x="626" y="1527"/>
                </a:lnTo>
                <a:lnTo>
                  <a:pt x="626" y="1526"/>
                </a:lnTo>
                <a:lnTo>
                  <a:pt x="627" y="1522"/>
                </a:lnTo>
                <a:lnTo>
                  <a:pt x="630" y="1517"/>
                </a:lnTo>
                <a:lnTo>
                  <a:pt x="633" y="1512"/>
                </a:lnTo>
                <a:lnTo>
                  <a:pt x="637" y="1507"/>
                </a:lnTo>
                <a:lnTo>
                  <a:pt x="642" y="1503"/>
                </a:lnTo>
                <a:lnTo>
                  <a:pt x="650" y="1500"/>
                </a:lnTo>
                <a:lnTo>
                  <a:pt x="659" y="1501"/>
                </a:lnTo>
                <a:lnTo>
                  <a:pt x="668" y="1502"/>
                </a:lnTo>
                <a:lnTo>
                  <a:pt x="675" y="1500"/>
                </a:lnTo>
                <a:lnTo>
                  <a:pt x="681" y="1496"/>
                </a:lnTo>
                <a:lnTo>
                  <a:pt x="685" y="1490"/>
                </a:lnTo>
                <a:lnTo>
                  <a:pt x="687" y="1484"/>
                </a:lnTo>
                <a:lnTo>
                  <a:pt x="688" y="1480"/>
                </a:lnTo>
                <a:lnTo>
                  <a:pt x="688" y="1476"/>
                </a:lnTo>
                <a:lnTo>
                  <a:pt x="688" y="1475"/>
                </a:lnTo>
                <a:lnTo>
                  <a:pt x="689" y="1476"/>
                </a:lnTo>
                <a:lnTo>
                  <a:pt x="691" y="1478"/>
                </a:lnTo>
                <a:lnTo>
                  <a:pt x="694" y="1481"/>
                </a:lnTo>
                <a:lnTo>
                  <a:pt x="698" y="1485"/>
                </a:lnTo>
                <a:lnTo>
                  <a:pt x="702" y="1490"/>
                </a:lnTo>
                <a:lnTo>
                  <a:pt x="707" y="1497"/>
                </a:lnTo>
                <a:lnTo>
                  <a:pt x="713" y="1503"/>
                </a:lnTo>
                <a:lnTo>
                  <a:pt x="718" y="1509"/>
                </a:lnTo>
                <a:lnTo>
                  <a:pt x="724" y="1514"/>
                </a:lnTo>
                <a:lnTo>
                  <a:pt x="730" y="1515"/>
                </a:lnTo>
                <a:lnTo>
                  <a:pt x="735" y="1513"/>
                </a:lnTo>
                <a:lnTo>
                  <a:pt x="740" y="1510"/>
                </a:lnTo>
                <a:lnTo>
                  <a:pt x="742" y="1505"/>
                </a:lnTo>
                <a:lnTo>
                  <a:pt x="742" y="1500"/>
                </a:lnTo>
                <a:lnTo>
                  <a:pt x="739" y="1495"/>
                </a:lnTo>
                <a:lnTo>
                  <a:pt x="733" y="1489"/>
                </a:lnTo>
                <a:lnTo>
                  <a:pt x="725" y="1483"/>
                </a:lnTo>
                <a:lnTo>
                  <a:pt x="719" y="1475"/>
                </a:lnTo>
                <a:lnTo>
                  <a:pt x="715" y="1466"/>
                </a:lnTo>
                <a:lnTo>
                  <a:pt x="713" y="1456"/>
                </a:lnTo>
                <a:lnTo>
                  <a:pt x="711" y="1446"/>
                </a:lnTo>
                <a:lnTo>
                  <a:pt x="710" y="1438"/>
                </a:lnTo>
                <a:lnTo>
                  <a:pt x="710" y="1432"/>
                </a:lnTo>
                <a:lnTo>
                  <a:pt x="710" y="1430"/>
                </a:lnTo>
                <a:lnTo>
                  <a:pt x="711" y="1428"/>
                </a:lnTo>
                <a:lnTo>
                  <a:pt x="713" y="1424"/>
                </a:lnTo>
                <a:lnTo>
                  <a:pt x="716" y="1418"/>
                </a:lnTo>
                <a:lnTo>
                  <a:pt x="717" y="1412"/>
                </a:lnTo>
                <a:lnTo>
                  <a:pt x="716" y="1409"/>
                </a:lnTo>
                <a:lnTo>
                  <a:pt x="712" y="1408"/>
                </a:lnTo>
                <a:lnTo>
                  <a:pt x="703" y="1412"/>
                </a:lnTo>
                <a:lnTo>
                  <a:pt x="688" y="1422"/>
                </a:lnTo>
                <a:lnTo>
                  <a:pt x="670" y="1432"/>
                </a:lnTo>
                <a:lnTo>
                  <a:pt x="657" y="1437"/>
                </a:lnTo>
                <a:lnTo>
                  <a:pt x="647" y="1438"/>
                </a:lnTo>
                <a:lnTo>
                  <a:pt x="640" y="1435"/>
                </a:lnTo>
                <a:lnTo>
                  <a:pt x="634" y="1431"/>
                </a:lnTo>
                <a:lnTo>
                  <a:pt x="631" y="1427"/>
                </a:lnTo>
                <a:lnTo>
                  <a:pt x="628" y="1423"/>
                </a:lnTo>
                <a:lnTo>
                  <a:pt x="628" y="1422"/>
                </a:lnTo>
                <a:lnTo>
                  <a:pt x="643" y="1459"/>
                </a:lnTo>
                <a:lnTo>
                  <a:pt x="645" y="1463"/>
                </a:lnTo>
                <a:lnTo>
                  <a:pt x="646" y="1468"/>
                </a:lnTo>
                <a:lnTo>
                  <a:pt x="646" y="1473"/>
                </a:lnTo>
                <a:lnTo>
                  <a:pt x="645" y="1479"/>
                </a:lnTo>
                <a:lnTo>
                  <a:pt x="641" y="1486"/>
                </a:lnTo>
                <a:lnTo>
                  <a:pt x="635" y="1493"/>
                </a:lnTo>
                <a:lnTo>
                  <a:pt x="625" y="1502"/>
                </a:lnTo>
                <a:lnTo>
                  <a:pt x="612" y="1510"/>
                </a:lnTo>
                <a:lnTo>
                  <a:pt x="599" y="1518"/>
                </a:lnTo>
                <a:lnTo>
                  <a:pt x="589" y="1524"/>
                </a:lnTo>
                <a:lnTo>
                  <a:pt x="581" y="1529"/>
                </a:lnTo>
                <a:lnTo>
                  <a:pt x="574" y="1533"/>
                </a:lnTo>
                <a:lnTo>
                  <a:pt x="567" y="1535"/>
                </a:lnTo>
                <a:lnTo>
                  <a:pt x="561" y="1536"/>
                </a:lnTo>
                <a:lnTo>
                  <a:pt x="553" y="1535"/>
                </a:lnTo>
                <a:lnTo>
                  <a:pt x="542" y="1532"/>
                </a:lnTo>
                <a:lnTo>
                  <a:pt x="532" y="1528"/>
                </a:lnTo>
                <a:lnTo>
                  <a:pt x="524" y="1525"/>
                </a:lnTo>
                <a:lnTo>
                  <a:pt x="519" y="1522"/>
                </a:lnTo>
                <a:lnTo>
                  <a:pt x="517" y="1518"/>
                </a:lnTo>
                <a:lnTo>
                  <a:pt x="515" y="1514"/>
                </a:lnTo>
                <a:lnTo>
                  <a:pt x="513" y="1508"/>
                </a:lnTo>
                <a:lnTo>
                  <a:pt x="511" y="1501"/>
                </a:lnTo>
                <a:lnTo>
                  <a:pt x="508" y="1492"/>
                </a:lnTo>
                <a:lnTo>
                  <a:pt x="505" y="1484"/>
                </a:lnTo>
                <a:lnTo>
                  <a:pt x="503" y="1478"/>
                </a:lnTo>
                <a:lnTo>
                  <a:pt x="503" y="1473"/>
                </a:lnTo>
                <a:lnTo>
                  <a:pt x="504" y="1470"/>
                </a:lnTo>
                <a:lnTo>
                  <a:pt x="506" y="1466"/>
                </a:lnTo>
                <a:lnTo>
                  <a:pt x="510" y="1462"/>
                </a:lnTo>
                <a:lnTo>
                  <a:pt x="515" y="1457"/>
                </a:lnTo>
                <a:lnTo>
                  <a:pt x="522" y="1451"/>
                </a:lnTo>
                <a:lnTo>
                  <a:pt x="528" y="1441"/>
                </a:lnTo>
                <a:lnTo>
                  <a:pt x="533" y="1430"/>
                </a:lnTo>
                <a:lnTo>
                  <a:pt x="535" y="1418"/>
                </a:lnTo>
                <a:lnTo>
                  <a:pt x="535" y="1407"/>
                </a:lnTo>
                <a:lnTo>
                  <a:pt x="531" y="1397"/>
                </a:lnTo>
                <a:lnTo>
                  <a:pt x="523" y="1390"/>
                </a:lnTo>
                <a:lnTo>
                  <a:pt x="513" y="1389"/>
                </a:lnTo>
                <a:lnTo>
                  <a:pt x="500" y="1395"/>
                </a:lnTo>
                <a:lnTo>
                  <a:pt x="485" y="1402"/>
                </a:lnTo>
                <a:lnTo>
                  <a:pt x="471" y="1408"/>
                </a:lnTo>
                <a:lnTo>
                  <a:pt x="459" y="1413"/>
                </a:lnTo>
                <a:lnTo>
                  <a:pt x="449" y="1418"/>
                </a:lnTo>
                <a:lnTo>
                  <a:pt x="440" y="1422"/>
                </a:lnTo>
                <a:lnTo>
                  <a:pt x="433" y="1426"/>
                </a:lnTo>
                <a:lnTo>
                  <a:pt x="427" y="1431"/>
                </a:lnTo>
                <a:lnTo>
                  <a:pt x="424" y="1436"/>
                </a:lnTo>
                <a:lnTo>
                  <a:pt x="422" y="1440"/>
                </a:lnTo>
                <a:lnTo>
                  <a:pt x="419" y="1442"/>
                </a:lnTo>
                <a:lnTo>
                  <a:pt x="416" y="1441"/>
                </a:lnTo>
                <a:lnTo>
                  <a:pt x="413" y="1438"/>
                </a:lnTo>
                <a:lnTo>
                  <a:pt x="410" y="1434"/>
                </a:lnTo>
                <a:lnTo>
                  <a:pt x="407" y="1429"/>
                </a:lnTo>
                <a:lnTo>
                  <a:pt x="403" y="1424"/>
                </a:lnTo>
                <a:lnTo>
                  <a:pt x="399" y="1419"/>
                </a:lnTo>
                <a:lnTo>
                  <a:pt x="394" y="1416"/>
                </a:lnTo>
                <a:lnTo>
                  <a:pt x="389" y="1417"/>
                </a:lnTo>
                <a:lnTo>
                  <a:pt x="383" y="1419"/>
                </a:lnTo>
                <a:lnTo>
                  <a:pt x="375" y="1422"/>
                </a:lnTo>
                <a:lnTo>
                  <a:pt x="367" y="1425"/>
                </a:lnTo>
                <a:lnTo>
                  <a:pt x="359" y="1424"/>
                </a:lnTo>
                <a:lnTo>
                  <a:pt x="350" y="1420"/>
                </a:lnTo>
                <a:lnTo>
                  <a:pt x="341" y="1411"/>
                </a:lnTo>
                <a:lnTo>
                  <a:pt x="333" y="1400"/>
                </a:lnTo>
                <a:lnTo>
                  <a:pt x="326" y="1389"/>
                </a:lnTo>
                <a:lnTo>
                  <a:pt x="321" y="1381"/>
                </a:lnTo>
                <a:lnTo>
                  <a:pt x="316" y="1374"/>
                </a:lnTo>
                <a:lnTo>
                  <a:pt x="310" y="1368"/>
                </a:lnTo>
                <a:lnTo>
                  <a:pt x="302" y="1364"/>
                </a:lnTo>
                <a:lnTo>
                  <a:pt x="292" y="1361"/>
                </a:lnTo>
                <a:lnTo>
                  <a:pt x="278" y="1358"/>
                </a:lnTo>
                <a:lnTo>
                  <a:pt x="267" y="1356"/>
                </a:lnTo>
                <a:lnTo>
                  <a:pt x="262" y="1353"/>
                </a:lnTo>
                <a:lnTo>
                  <a:pt x="263" y="1351"/>
                </a:lnTo>
                <a:lnTo>
                  <a:pt x="268" y="1347"/>
                </a:lnTo>
                <a:lnTo>
                  <a:pt x="277" y="1344"/>
                </a:lnTo>
                <a:lnTo>
                  <a:pt x="288" y="1338"/>
                </a:lnTo>
                <a:lnTo>
                  <a:pt x="298" y="1331"/>
                </a:lnTo>
                <a:lnTo>
                  <a:pt x="307" y="1324"/>
                </a:lnTo>
                <a:lnTo>
                  <a:pt x="315" y="1316"/>
                </a:lnTo>
                <a:lnTo>
                  <a:pt x="323" y="1307"/>
                </a:lnTo>
                <a:lnTo>
                  <a:pt x="331" y="1299"/>
                </a:lnTo>
                <a:lnTo>
                  <a:pt x="338" y="1291"/>
                </a:lnTo>
                <a:lnTo>
                  <a:pt x="345" y="1286"/>
                </a:lnTo>
                <a:lnTo>
                  <a:pt x="350" y="1284"/>
                </a:lnTo>
                <a:lnTo>
                  <a:pt x="356" y="1284"/>
                </a:lnTo>
                <a:lnTo>
                  <a:pt x="360" y="1287"/>
                </a:lnTo>
                <a:lnTo>
                  <a:pt x="364" y="1294"/>
                </a:lnTo>
                <a:lnTo>
                  <a:pt x="366" y="1300"/>
                </a:lnTo>
                <a:lnTo>
                  <a:pt x="367" y="1306"/>
                </a:lnTo>
                <a:lnTo>
                  <a:pt x="368" y="1311"/>
                </a:lnTo>
                <a:lnTo>
                  <a:pt x="368" y="1316"/>
                </a:lnTo>
                <a:lnTo>
                  <a:pt x="368" y="1320"/>
                </a:lnTo>
                <a:lnTo>
                  <a:pt x="368" y="1323"/>
                </a:lnTo>
                <a:lnTo>
                  <a:pt x="368" y="1324"/>
                </a:lnTo>
                <a:lnTo>
                  <a:pt x="394" y="1313"/>
                </a:lnTo>
                <a:lnTo>
                  <a:pt x="393" y="1311"/>
                </a:lnTo>
                <a:lnTo>
                  <a:pt x="391" y="1306"/>
                </a:lnTo>
                <a:lnTo>
                  <a:pt x="389" y="1300"/>
                </a:lnTo>
                <a:lnTo>
                  <a:pt x="387" y="1291"/>
                </a:lnTo>
                <a:lnTo>
                  <a:pt x="386" y="1283"/>
                </a:lnTo>
                <a:lnTo>
                  <a:pt x="386" y="1277"/>
                </a:lnTo>
                <a:lnTo>
                  <a:pt x="390" y="1272"/>
                </a:lnTo>
                <a:lnTo>
                  <a:pt x="397" y="1270"/>
                </a:lnTo>
                <a:lnTo>
                  <a:pt x="404" y="1268"/>
                </a:lnTo>
                <a:lnTo>
                  <a:pt x="409" y="1264"/>
                </a:lnTo>
                <a:lnTo>
                  <a:pt x="412" y="1258"/>
                </a:lnTo>
                <a:lnTo>
                  <a:pt x="414" y="1251"/>
                </a:lnTo>
                <a:lnTo>
                  <a:pt x="416" y="1245"/>
                </a:lnTo>
                <a:lnTo>
                  <a:pt x="417" y="1240"/>
                </a:lnTo>
                <a:lnTo>
                  <a:pt x="420" y="1239"/>
                </a:lnTo>
                <a:lnTo>
                  <a:pt x="424" y="1243"/>
                </a:lnTo>
                <a:lnTo>
                  <a:pt x="429" y="1248"/>
                </a:lnTo>
                <a:lnTo>
                  <a:pt x="435" y="1254"/>
                </a:lnTo>
                <a:lnTo>
                  <a:pt x="439" y="1259"/>
                </a:lnTo>
                <a:lnTo>
                  <a:pt x="443" y="1263"/>
                </a:lnTo>
                <a:lnTo>
                  <a:pt x="446" y="1266"/>
                </a:lnTo>
                <a:lnTo>
                  <a:pt x="450" y="1269"/>
                </a:lnTo>
                <a:lnTo>
                  <a:pt x="454" y="1269"/>
                </a:lnTo>
                <a:lnTo>
                  <a:pt x="458" y="1268"/>
                </a:lnTo>
                <a:lnTo>
                  <a:pt x="462" y="1265"/>
                </a:lnTo>
                <a:lnTo>
                  <a:pt x="466" y="1262"/>
                </a:lnTo>
                <a:lnTo>
                  <a:pt x="470" y="1258"/>
                </a:lnTo>
                <a:lnTo>
                  <a:pt x="474" y="1253"/>
                </a:lnTo>
                <a:lnTo>
                  <a:pt x="476" y="1248"/>
                </a:lnTo>
                <a:lnTo>
                  <a:pt x="478" y="1243"/>
                </a:lnTo>
                <a:lnTo>
                  <a:pt x="478" y="1236"/>
                </a:lnTo>
                <a:lnTo>
                  <a:pt x="477" y="1231"/>
                </a:lnTo>
                <a:lnTo>
                  <a:pt x="476" y="1225"/>
                </a:lnTo>
                <a:lnTo>
                  <a:pt x="477" y="1219"/>
                </a:lnTo>
                <a:lnTo>
                  <a:pt x="481" y="1213"/>
                </a:lnTo>
                <a:lnTo>
                  <a:pt x="485" y="1207"/>
                </a:lnTo>
                <a:lnTo>
                  <a:pt x="490" y="1202"/>
                </a:lnTo>
                <a:lnTo>
                  <a:pt x="495" y="1197"/>
                </a:lnTo>
                <a:lnTo>
                  <a:pt x="501" y="1194"/>
                </a:lnTo>
                <a:lnTo>
                  <a:pt x="506" y="1191"/>
                </a:lnTo>
                <a:lnTo>
                  <a:pt x="508" y="1190"/>
                </a:lnTo>
                <a:lnTo>
                  <a:pt x="503" y="1190"/>
                </a:lnTo>
                <a:lnTo>
                  <a:pt x="495" y="1191"/>
                </a:lnTo>
                <a:lnTo>
                  <a:pt x="483" y="1194"/>
                </a:lnTo>
                <a:lnTo>
                  <a:pt x="467" y="1197"/>
                </a:lnTo>
                <a:lnTo>
                  <a:pt x="452" y="1201"/>
                </a:lnTo>
                <a:lnTo>
                  <a:pt x="436" y="1207"/>
                </a:lnTo>
                <a:lnTo>
                  <a:pt x="421" y="1214"/>
                </a:lnTo>
                <a:lnTo>
                  <a:pt x="409" y="1220"/>
                </a:lnTo>
                <a:lnTo>
                  <a:pt x="398" y="1221"/>
                </a:lnTo>
                <a:lnTo>
                  <a:pt x="389" y="1220"/>
                </a:lnTo>
                <a:lnTo>
                  <a:pt x="381" y="1218"/>
                </a:lnTo>
                <a:lnTo>
                  <a:pt x="371" y="1217"/>
                </a:lnTo>
                <a:lnTo>
                  <a:pt x="363" y="1218"/>
                </a:lnTo>
                <a:lnTo>
                  <a:pt x="353" y="1222"/>
                </a:lnTo>
                <a:lnTo>
                  <a:pt x="343" y="1231"/>
                </a:lnTo>
                <a:lnTo>
                  <a:pt x="333" y="1240"/>
                </a:lnTo>
                <a:lnTo>
                  <a:pt x="325" y="1244"/>
                </a:lnTo>
                <a:lnTo>
                  <a:pt x="320" y="1241"/>
                </a:lnTo>
                <a:lnTo>
                  <a:pt x="316" y="1236"/>
                </a:lnTo>
                <a:lnTo>
                  <a:pt x="312" y="1229"/>
                </a:lnTo>
                <a:lnTo>
                  <a:pt x="308" y="1221"/>
                </a:lnTo>
                <a:lnTo>
                  <a:pt x="302" y="1214"/>
                </a:lnTo>
                <a:lnTo>
                  <a:pt x="293" y="1209"/>
                </a:lnTo>
                <a:lnTo>
                  <a:pt x="283" y="1208"/>
                </a:lnTo>
                <a:lnTo>
                  <a:pt x="274" y="1209"/>
                </a:lnTo>
                <a:lnTo>
                  <a:pt x="265" y="1212"/>
                </a:lnTo>
                <a:lnTo>
                  <a:pt x="257" y="1213"/>
                </a:lnTo>
                <a:lnTo>
                  <a:pt x="248" y="1212"/>
                </a:lnTo>
                <a:lnTo>
                  <a:pt x="238" y="1206"/>
                </a:lnTo>
                <a:lnTo>
                  <a:pt x="227" y="1194"/>
                </a:lnTo>
                <a:lnTo>
                  <a:pt x="214" y="1172"/>
                </a:lnTo>
                <a:lnTo>
                  <a:pt x="203" y="1153"/>
                </a:lnTo>
                <a:lnTo>
                  <a:pt x="196" y="1146"/>
                </a:lnTo>
                <a:lnTo>
                  <a:pt x="190" y="1147"/>
                </a:lnTo>
                <a:lnTo>
                  <a:pt x="183" y="1153"/>
                </a:lnTo>
                <a:lnTo>
                  <a:pt x="170" y="1161"/>
                </a:lnTo>
                <a:lnTo>
                  <a:pt x="153" y="1167"/>
                </a:lnTo>
                <a:lnTo>
                  <a:pt x="126" y="1168"/>
                </a:lnTo>
                <a:lnTo>
                  <a:pt x="89" y="1161"/>
                </a:lnTo>
                <a:lnTo>
                  <a:pt x="51" y="1151"/>
                </a:lnTo>
                <a:lnTo>
                  <a:pt x="25" y="1144"/>
                </a:lnTo>
                <a:lnTo>
                  <a:pt x="10" y="1140"/>
                </a:lnTo>
                <a:lnTo>
                  <a:pt x="2" y="1138"/>
                </a:lnTo>
                <a:lnTo>
                  <a:pt x="0" y="1137"/>
                </a:lnTo>
                <a:lnTo>
                  <a:pt x="2" y="1136"/>
                </a:lnTo>
                <a:lnTo>
                  <a:pt x="5" y="1135"/>
                </a:lnTo>
                <a:lnTo>
                  <a:pt x="7" y="1132"/>
                </a:lnTo>
                <a:lnTo>
                  <a:pt x="8" y="1129"/>
                </a:lnTo>
                <a:lnTo>
                  <a:pt x="8" y="1126"/>
                </a:lnTo>
                <a:lnTo>
                  <a:pt x="10" y="1124"/>
                </a:lnTo>
                <a:lnTo>
                  <a:pt x="14" y="1123"/>
                </a:lnTo>
                <a:lnTo>
                  <a:pt x="21" y="1120"/>
                </a:lnTo>
                <a:lnTo>
                  <a:pt x="34" y="1117"/>
                </a:lnTo>
                <a:lnTo>
                  <a:pt x="52" y="1112"/>
                </a:lnTo>
                <a:lnTo>
                  <a:pt x="77" y="1105"/>
                </a:lnTo>
                <a:lnTo>
                  <a:pt x="105" y="1096"/>
                </a:lnTo>
                <a:lnTo>
                  <a:pt x="128" y="1086"/>
                </a:lnTo>
                <a:lnTo>
                  <a:pt x="148" y="1076"/>
                </a:lnTo>
                <a:lnTo>
                  <a:pt x="164" y="1066"/>
                </a:lnTo>
                <a:lnTo>
                  <a:pt x="176" y="1056"/>
                </a:lnTo>
                <a:lnTo>
                  <a:pt x="185" y="1047"/>
                </a:lnTo>
                <a:lnTo>
                  <a:pt x="190" y="1038"/>
                </a:lnTo>
                <a:lnTo>
                  <a:pt x="192" y="1031"/>
                </a:lnTo>
                <a:lnTo>
                  <a:pt x="192" y="1025"/>
                </a:lnTo>
                <a:lnTo>
                  <a:pt x="193" y="1018"/>
                </a:lnTo>
                <a:lnTo>
                  <a:pt x="194" y="1012"/>
                </a:lnTo>
                <a:lnTo>
                  <a:pt x="195" y="1005"/>
                </a:lnTo>
                <a:lnTo>
                  <a:pt x="196" y="998"/>
                </a:lnTo>
                <a:lnTo>
                  <a:pt x="197" y="989"/>
                </a:lnTo>
                <a:lnTo>
                  <a:pt x="198" y="982"/>
                </a:lnTo>
                <a:lnTo>
                  <a:pt x="198" y="975"/>
                </a:lnTo>
                <a:lnTo>
                  <a:pt x="199" y="967"/>
                </a:lnTo>
                <a:lnTo>
                  <a:pt x="200" y="959"/>
                </a:lnTo>
                <a:lnTo>
                  <a:pt x="202" y="950"/>
                </a:lnTo>
                <a:lnTo>
                  <a:pt x="202" y="942"/>
                </a:lnTo>
                <a:lnTo>
                  <a:pt x="201" y="932"/>
                </a:lnTo>
                <a:lnTo>
                  <a:pt x="197" y="924"/>
                </a:lnTo>
                <a:lnTo>
                  <a:pt x="190" y="917"/>
                </a:lnTo>
                <a:lnTo>
                  <a:pt x="177" y="911"/>
                </a:lnTo>
                <a:lnTo>
                  <a:pt x="166" y="906"/>
                </a:lnTo>
                <a:lnTo>
                  <a:pt x="162" y="903"/>
                </a:lnTo>
                <a:lnTo>
                  <a:pt x="162" y="900"/>
                </a:lnTo>
                <a:lnTo>
                  <a:pt x="167" y="897"/>
                </a:lnTo>
                <a:lnTo>
                  <a:pt x="174" y="894"/>
                </a:lnTo>
                <a:lnTo>
                  <a:pt x="183" y="889"/>
                </a:lnTo>
                <a:lnTo>
                  <a:pt x="191" y="884"/>
                </a:lnTo>
                <a:lnTo>
                  <a:pt x="198" y="877"/>
                </a:lnTo>
                <a:lnTo>
                  <a:pt x="203" y="870"/>
                </a:lnTo>
                <a:lnTo>
                  <a:pt x="206" y="864"/>
                </a:lnTo>
                <a:lnTo>
                  <a:pt x="207" y="859"/>
                </a:lnTo>
                <a:lnTo>
                  <a:pt x="208" y="855"/>
                </a:lnTo>
                <a:lnTo>
                  <a:pt x="209" y="852"/>
                </a:lnTo>
                <a:lnTo>
                  <a:pt x="210" y="848"/>
                </a:lnTo>
                <a:lnTo>
                  <a:pt x="213" y="843"/>
                </a:lnTo>
                <a:lnTo>
                  <a:pt x="217" y="837"/>
                </a:lnTo>
                <a:lnTo>
                  <a:pt x="221" y="830"/>
                </a:lnTo>
                <a:lnTo>
                  <a:pt x="223" y="823"/>
                </a:lnTo>
                <a:lnTo>
                  <a:pt x="225" y="815"/>
                </a:lnTo>
                <a:lnTo>
                  <a:pt x="226" y="807"/>
                </a:lnTo>
                <a:lnTo>
                  <a:pt x="228" y="801"/>
                </a:lnTo>
                <a:lnTo>
                  <a:pt x="233" y="795"/>
                </a:lnTo>
                <a:lnTo>
                  <a:pt x="239" y="791"/>
                </a:lnTo>
                <a:lnTo>
                  <a:pt x="248" y="789"/>
                </a:lnTo>
                <a:lnTo>
                  <a:pt x="257" y="788"/>
                </a:lnTo>
                <a:lnTo>
                  <a:pt x="263" y="785"/>
                </a:lnTo>
                <a:lnTo>
                  <a:pt x="266" y="781"/>
                </a:lnTo>
                <a:lnTo>
                  <a:pt x="267" y="775"/>
                </a:lnTo>
                <a:lnTo>
                  <a:pt x="268" y="769"/>
                </a:lnTo>
                <a:lnTo>
                  <a:pt x="270" y="763"/>
                </a:lnTo>
                <a:lnTo>
                  <a:pt x="272" y="757"/>
                </a:lnTo>
                <a:lnTo>
                  <a:pt x="278" y="751"/>
                </a:lnTo>
                <a:lnTo>
                  <a:pt x="286" y="747"/>
                </a:lnTo>
                <a:lnTo>
                  <a:pt x="291" y="744"/>
                </a:lnTo>
                <a:lnTo>
                  <a:pt x="296" y="741"/>
                </a:lnTo>
                <a:lnTo>
                  <a:pt x="300" y="738"/>
                </a:lnTo>
                <a:lnTo>
                  <a:pt x="303" y="736"/>
                </a:lnTo>
                <a:lnTo>
                  <a:pt x="305" y="732"/>
                </a:lnTo>
                <a:lnTo>
                  <a:pt x="307" y="727"/>
                </a:lnTo>
                <a:lnTo>
                  <a:pt x="307" y="719"/>
                </a:lnTo>
                <a:lnTo>
                  <a:pt x="305" y="712"/>
                </a:lnTo>
                <a:lnTo>
                  <a:pt x="302" y="706"/>
                </a:lnTo>
                <a:lnTo>
                  <a:pt x="297" y="702"/>
                </a:lnTo>
                <a:lnTo>
                  <a:pt x="292" y="698"/>
                </a:lnTo>
                <a:lnTo>
                  <a:pt x="289" y="692"/>
                </a:lnTo>
                <a:lnTo>
                  <a:pt x="288" y="683"/>
                </a:lnTo>
                <a:lnTo>
                  <a:pt x="290" y="672"/>
                </a:lnTo>
                <a:lnTo>
                  <a:pt x="298" y="655"/>
                </a:lnTo>
                <a:lnTo>
                  <a:pt x="307" y="635"/>
                </a:lnTo>
                <a:lnTo>
                  <a:pt x="312" y="618"/>
                </a:lnTo>
                <a:lnTo>
                  <a:pt x="315" y="603"/>
                </a:lnTo>
                <a:lnTo>
                  <a:pt x="316" y="590"/>
                </a:lnTo>
                <a:lnTo>
                  <a:pt x="316" y="580"/>
                </a:lnTo>
                <a:lnTo>
                  <a:pt x="317" y="575"/>
                </a:lnTo>
                <a:lnTo>
                  <a:pt x="319" y="575"/>
                </a:lnTo>
                <a:lnTo>
                  <a:pt x="323" y="579"/>
                </a:lnTo>
                <a:lnTo>
                  <a:pt x="328" y="586"/>
                </a:lnTo>
                <a:lnTo>
                  <a:pt x="334" y="595"/>
                </a:lnTo>
                <a:lnTo>
                  <a:pt x="339" y="603"/>
                </a:lnTo>
                <a:lnTo>
                  <a:pt x="344" y="610"/>
                </a:lnTo>
                <a:lnTo>
                  <a:pt x="348" y="618"/>
                </a:lnTo>
                <a:lnTo>
                  <a:pt x="351" y="625"/>
                </a:lnTo>
                <a:lnTo>
                  <a:pt x="354" y="631"/>
                </a:lnTo>
                <a:lnTo>
                  <a:pt x="357" y="637"/>
                </a:lnTo>
                <a:lnTo>
                  <a:pt x="360" y="641"/>
                </a:lnTo>
                <a:lnTo>
                  <a:pt x="366" y="642"/>
                </a:lnTo>
                <a:lnTo>
                  <a:pt x="372" y="640"/>
                </a:lnTo>
                <a:lnTo>
                  <a:pt x="379" y="636"/>
                </a:lnTo>
                <a:lnTo>
                  <a:pt x="386" y="632"/>
                </a:lnTo>
                <a:lnTo>
                  <a:pt x="392" y="628"/>
                </a:lnTo>
                <a:lnTo>
                  <a:pt x="396" y="625"/>
                </a:lnTo>
                <a:lnTo>
                  <a:pt x="397" y="624"/>
                </a:lnTo>
                <a:lnTo>
                  <a:pt x="399" y="623"/>
                </a:lnTo>
                <a:lnTo>
                  <a:pt x="405" y="620"/>
                </a:lnTo>
                <a:lnTo>
                  <a:pt x="412" y="616"/>
                </a:lnTo>
                <a:lnTo>
                  <a:pt x="420" y="610"/>
                </a:lnTo>
                <a:lnTo>
                  <a:pt x="427" y="604"/>
                </a:lnTo>
                <a:lnTo>
                  <a:pt x="433" y="598"/>
                </a:lnTo>
                <a:lnTo>
                  <a:pt x="434" y="591"/>
                </a:lnTo>
                <a:lnTo>
                  <a:pt x="429" y="584"/>
                </a:lnTo>
                <a:lnTo>
                  <a:pt x="423" y="578"/>
                </a:lnTo>
                <a:lnTo>
                  <a:pt x="419" y="573"/>
                </a:lnTo>
                <a:lnTo>
                  <a:pt x="418" y="569"/>
                </a:lnTo>
                <a:lnTo>
                  <a:pt x="420" y="566"/>
                </a:lnTo>
                <a:lnTo>
                  <a:pt x="425" y="564"/>
                </a:lnTo>
                <a:lnTo>
                  <a:pt x="434" y="564"/>
                </a:lnTo>
                <a:lnTo>
                  <a:pt x="446" y="565"/>
                </a:lnTo>
                <a:lnTo>
                  <a:pt x="463" y="568"/>
                </a:lnTo>
                <a:lnTo>
                  <a:pt x="478" y="570"/>
                </a:lnTo>
                <a:lnTo>
                  <a:pt x="489" y="570"/>
                </a:lnTo>
                <a:lnTo>
                  <a:pt x="495" y="566"/>
                </a:lnTo>
                <a:lnTo>
                  <a:pt x="498" y="561"/>
                </a:lnTo>
                <a:lnTo>
                  <a:pt x="499" y="555"/>
                </a:lnTo>
                <a:lnTo>
                  <a:pt x="502" y="549"/>
                </a:lnTo>
                <a:lnTo>
                  <a:pt x="506" y="543"/>
                </a:lnTo>
                <a:lnTo>
                  <a:pt x="514" y="536"/>
                </a:lnTo>
                <a:lnTo>
                  <a:pt x="523" y="533"/>
                </a:lnTo>
                <a:lnTo>
                  <a:pt x="532" y="533"/>
                </a:lnTo>
                <a:lnTo>
                  <a:pt x="540" y="535"/>
                </a:lnTo>
                <a:lnTo>
                  <a:pt x="547" y="539"/>
                </a:lnTo>
                <a:lnTo>
                  <a:pt x="553" y="542"/>
                </a:lnTo>
                <a:lnTo>
                  <a:pt x="561" y="544"/>
                </a:lnTo>
                <a:lnTo>
                  <a:pt x="569" y="543"/>
                </a:lnTo>
                <a:lnTo>
                  <a:pt x="578" y="540"/>
                </a:lnTo>
                <a:lnTo>
                  <a:pt x="586" y="534"/>
                </a:lnTo>
                <a:lnTo>
                  <a:pt x="589" y="531"/>
                </a:lnTo>
                <a:lnTo>
                  <a:pt x="588" y="528"/>
                </a:lnTo>
                <a:lnTo>
                  <a:pt x="584" y="525"/>
                </a:lnTo>
                <a:lnTo>
                  <a:pt x="577" y="522"/>
                </a:lnTo>
                <a:lnTo>
                  <a:pt x="571" y="518"/>
                </a:lnTo>
                <a:lnTo>
                  <a:pt x="565" y="513"/>
                </a:lnTo>
                <a:lnTo>
                  <a:pt x="561" y="506"/>
                </a:lnTo>
                <a:lnTo>
                  <a:pt x="560" y="504"/>
                </a:lnTo>
                <a:lnTo>
                  <a:pt x="559" y="503"/>
                </a:lnTo>
                <a:lnTo>
                  <a:pt x="558" y="501"/>
                </a:lnTo>
                <a:lnTo>
                  <a:pt x="557" y="500"/>
                </a:lnTo>
                <a:lnTo>
                  <a:pt x="556" y="500"/>
                </a:lnTo>
                <a:lnTo>
                  <a:pt x="557" y="499"/>
                </a:lnTo>
                <a:lnTo>
                  <a:pt x="558" y="499"/>
                </a:lnTo>
                <a:lnTo>
                  <a:pt x="559" y="499"/>
                </a:lnTo>
                <a:lnTo>
                  <a:pt x="571" y="495"/>
                </a:lnTo>
                <a:lnTo>
                  <a:pt x="589" y="494"/>
                </a:lnTo>
                <a:lnTo>
                  <a:pt x="608" y="494"/>
                </a:lnTo>
                <a:lnTo>
                  <a:pt x="628" y="496"/>
                </a:lnTo>
                <a:lnTo>
                  <a:pt x="649" y="498"/>
                </a:lnTo>
                <a:lnTo>
                  <a:pt x="668" y="500"/>
                </a:lnTo>
                <a:lnTo>
                  <a:pt x="684" y="502"/>
                </a:lnTo>
                <a:lnTo>
                  <a:pt x="695" y="503"/>
                </a:lnTo>
                <a:lnTo>
                  <a:pt x="705" y="503"/>
                </a:lnTo>
                <a:lnTo>
                  <a:pt x="717" y="503"/>
                </a:lnTo>
                <a:lnTo>
                  <a:pt x="732" y="504"/>
                </a:lnTo>
                <a:lnTo>
                  <a:pt x="747" y="505"/>
                </a:lnTo>
                <a:lnTo>
                  <a:pt x="764" y="507"/>
                </a:lnTo>
                <a:lnTo>
                  <a:pt x="781" y="510"/>
                </a:lnTo>
                <a:lnTo>
                  <a:pt x="797" y="513"/>
                </a:lnTo>
                <a:lnTo>
                  <a:pt x="813" y="518"/>
                </a:lnTo>
                <a:lnTo>
                  <a:pt x="826" y="518"/>
                </a:lnTo>
                <a:lnTo>
                  <a:pt x="836" y="510"/>
                </a:lnTo>
                <a:lnTo>
                  <a:pt x="841" y="496"/>
                </a:lnTo>
                <a:lnTo>
                  <a:pt x="844" y="477"/>
                </a:lnTo>
                <a:lnTo>
                  <a:pt x="843" y="457"/>
                </a:lnTo>
                <a:lnTo>
                  <a:pt x="842" y="437"/>
                </a:lnTo>
                <a:lnTo>
                  <a:pt x="839" y="420"/>
                </a:lnTo>
                <a:lnTo>
                  <a:pt x="837" y="409"/>
                </a:lnTo>
                <a:lnTo>
                  <a:pt x="836" y="402"/>
                </a:lnTo>
                <a:lnTo>
                  <a:pt x="837" y="396"/>
                </a:lnTo>
                <a:lnTo>
                  <a:pt x="841" y="391"/>
                </a:lnTo>
                <a:lnTo>
                  <a:pt x="847" y="385"/>
                </a:lnTo>
                <a:lnTo>
                  <a:pt x="856" y="379"/>
                </a:lnTo>
                <a:lnTo>
                  <a:pt x="869" y="373"/>
                </a:lnTo>
                <a:lnTo>
                  <a:pt x="886" y="365"/>
                </a:lnTo>
                <a:lnTo>
                  <a:pt x="906" y="354"/>
                </a:lnTo>
                <a:lnTo>
                  <a:pt x="926" y="344"/>
                </a:lnTo>
                <a:lnTo>
                  <a:pt x="942" y="339"/>
                </a:lnTo>
                <a:lnTo>
                  <a:pt x="954" y="338"/>
                </a:lnTo>
                <a:lnTo>
                  <a:pt x="963" y="341"/>
                </a:lnTo>
                <a:lnTo>
                  <a:pt x="970" y="347"/>
                </a:lnTo>
                <a:lnTo>
                  <a:pt x="976" y="355"/>
                </a:lnTo>
                <a:lnTo>
                  <a:pt x="982" y="365"/>
                </a:lnTo>
                <a:lnTo>
                  <a:pt x="986" y="376"/>
                </a:lnTo>
                <a:lnTo>
                  <a:pt x="992" y="385"/>
                </a:lnTo>
                <a:lnTo>
                  <a:pt x="1000" y="391"/>
                </a:lnTo>
                <a:lnTo>
                  <a:pt x="1011" y="394"/>
                </a:lnTo>
                <a:lnTo>
                  <a:pt x="1023" y="394"/>
                </a:lnTo>
                <a:lnTo>
                  <a:pt x="1037" y="394"/>
                </a:lnTo>
                <a:lnTo>
                  <a:pt x="1051" y="394"/>
                </a:lnTo>
                <a:lnTo>
                  <a:pt x="1064" y="394"/>
                </a:lnTo>
                <a:lnTo>
                  <a:pt x="1075" y="397"/>
                </a:lnTo>
                <a:lnTo>
                  <a:pt x="1087" y="403"/>
                </a:lnTo>
                <a:lnTo>
                  <a:pt x="1100" y="412"/>
                </a:lnTo>
                <a:lnTo>
                  <a:pt x="1114" y="425"/>
                </a:lnTo>
                <a:lnTo>
                  <a:pt x="1127" y="440"/>
                </a:lnTo>
                <a:lnTo>
                  <a:pt x="1142" y="455"/>
                </a:lnTo>
                <a:lnTo>
                  <a:pt x="1154" y="469"/>
                </a:lnTo>
                <a:lnTo>
                  <a:pt x="1166" y="481"/>
                </a:lnTo>
                <a:lnTo>
                  <a:pt x="1175" y="491"/>
                </a:lnTo>
                <a:lnTo>
                  <a:pt x="1185" y="496"/>
                </a:lnTo>
                <a:lnTo>
                  <a:pt x="1195" y="496"/>
                </a:lnTo>
                <a:lnTo>
                  <a:pt x="1206" y="492"/>
                </a:lnTo>
                <a:lnTo>
                  <a:pt x="1217" y="486"/>
                </a:lnTo>
                <a:lnTo>
                  <a:pt x="1229" y="480"/>
                </a:lnTo>
                <a:lnTo>
                  <a:pt x="1237" y="476"/>
                </a:lnTo>
                <a:lnTo>
                  <a:pt x="1245" y="474"/>
                </a:lnTo>
                <a:lnTo>
                  <a:pt x="1249" y="476"/>
                </a:lnTo>
                <a:lnTo>
                  <a:pt x="1253" y="481"/>
                </a:lnTo>
                <a:lnTo>
                  <a:pt x="1257" y="485"/>
                </a:lnTo>
                <a:lnTo>
                  <a:pt x="1264" y="489"/>
                </a:lnTo>
                <a:lnTo>
                  <a:pt x="1273" y="490"/>
                </a:lnTo>
                <a:lnTo>
                  <a:pt x="1285" y="489"/>
                </a:lnTo>
                <a:lnTo>
                  <a:pt x="1299" y="486"/>
                </a:lnTo>
                <a:lnTo>
                  <a:pt x="1317" y="480"/>
                </a:lnTo>
                <a:lnTo>
                  <a:pt x="1339" y="472"/>
                </a:lnTo>
                <a:lnTo>
                  <a:pt x="1359" y="461"/>
                </a:lnTo>
                <a:lnTo>
                  <a:pt x="1374" y="448"/>
                </a:lnTo>
                <a:lnTo>
                  <a:pt x="1386" y="433"/>
                </a:lnTo>
                <a:lnTo>
                  <a:pt x="1394" y="419"/>
                </a:lnTo>
                <a:lnTo>
                  <a:pt x="1399" y="406"/>
                </a:lnTo>
                <a:lnTo>
                  <a:pt x="1402" y="394"/>
                </a:lnTo>
                <a:lnTo>
                  <a:pt x="1405" y="383"/>
                </a:lnTo>
                <a:lnTo>
                  <a:pt x="1408" y="376"/>
                </a:lnTo>
                <a:lnTo>
                  <a:pt x="1408" y="369"/>
                </a:lnTo>
                <a:lnTo>
                  <a:pt x="1402" y="361"/>
                </a:lnTo>
                <a:lnTo>
                  <a:pt x="1393" y="352"/>
                </a:lnTo>
                <a:lnTo>
                  <a:pt x="1380" y="341"/>
                </a:lnTo>
                <a:lnTo>
                  <a:pt x="1365" y="326"/>
                </a:lnTo>
                <a:lnTo>
                  <a:pt x="1352" y="308"/>
                </a:lnTo>
                <a:lnTo>
                  <a:pt x="1339" y="286"/>
                </a:lnTo>
                <a:lnTo>
                  <a:pt x="1329" y="260"/>
                </a:lnTo>
                <a:lnTo>
                  <a:pt x="1324" y="236"/>
                </a:lnTo>
                <a:lnTo>
                  <a:pt x="1330" y="221"/>
                </a:lnTo>
                <a:lnTo>
                  <a:pt x="1340" y="213"/>
                </a:lnTo>
                <a:lnTo>
                  <a:pt x="1353" y="209"/>
                </a:lnTo>
                <a:lnTo>
                  <a:pt x="1367" y="209"/>
                </a:lnTo>
                <a:lnTo>
                  <a:pt x="1381" y="211"/>
                </a:lnTo>
                <a:lnTo>
                  <a:pt x="1390" y="214"/>
                </a:lnTo>
                <a:lnTo>
                  <a:pt x="1394" y="215"/>
                </a:lnTo>
                <a:lnTo>
                  <a:pt x="1439" y="248"/>
                </a:lnTo>
                <a:lnTo>
                  <a:pt x="1486" y="215"/>
                </a:lnTo>
                <a:lnTo>
                  <a:pt x="1488" y="216"/>
                </a:lnTo>
                <a:lnTo>
                  <a:pt x="1492" y="219"/>
                </a:lnTo>
                <a:lnTo>
                  <a:pt x="1499" y="223"/>
                </a:lnTo>
                <a:lnTo>
                  <a:pt x="1507" y="227"/>
                </a:lnTo>
                <a:lnTo>
                  <a:pt x="1516" y="230"/>
                </a:lnTo>
                <a:lnTo>
                  <a:pt x="1527" y="232"/>
                </a:lnTo>
                <a:lnTo>
                  <a:pt x="1536" y="231"/>
                </a:lnTo>
                <a:lnTo>
                  <a:pt x="1545" y="227"/>
                </a:lnTo>
                <a:lnTo>
                  <a:pt x="1554" y="221"/>
                </a:lnTo>
                <a:lnTo>
                  <a:pt x="1563" y="217"/>
                </a:lnTo>
                <a:lnTo>
                  <a:pt x="1574" y="215"/>
                </a:lnTo>
                <a:lnTo>
                  <a:pt x="1585" y="214"/>
                </a:lnTo>
                <a:lnTo>
                  <a:pt x="1596" y="214"/>
                </a:lnTo>
                <a:lnTo>
                  <a:pt x="1606" y="213"/>
                </a:lnTo>
                <a:lnTo>
                  <a:pt x="1617" y="213"/>
                </a:lnTo>
                <a:lnTo>
                  <a:pt x="1627" y="213"/>
                </a:lnTo>
                <a:lnTo>
                  <a:pt x="1635" y="211"/>
                </a:lnTo>
                <a:lnTo>
                  <a:pt x="1642" y="206"/>
                </a:lnTo>
                <a:lnTo>
                  <a:pt x="1647" y="198"/>
                </a:lnTo>
                <a:lnTo>
                  <a:pt x="1650" y="189"/>
                </a:lnTo>
                <a:lnTo>
                  <a:pt x="1652" y="177"/>
                </a:lnTo>
                <a:lnTo>
                  <a:pt x="1652" y="165"/>
                </a:lnTo>
                <a:lnTo>
                  <a:pt x="1651" y="153"/>
                </a:lnTo>
                <a:lnTo>
                  <a:pt x="1649" y="140"/>
                </a:lnTo>
                <a:lnTo>
                  <a:pt x="1648" y="128"/>
                </a:lnTo>
                <a:lnTo>
                  <a:pt x="1649" y="119"/>
                </a:lnTo>
                <a:lnTo>
                  <a:pt x="1653" y="111"/>
                </a:lnTo>
                <a:lnTo>
                  <a:pt x="1659" y="106"/>
                </a:lnTo>
                <a:lnTo>
                  <a:pt x="1667" y="102"/>
                </a:lnTo>
                <a:lnTo>
                  <a:pt x="1678" y="100"/>
                </a:lnTo>
                <a:lnTo>
                  <a:pt x="1690" y="100"/>
                </a:lnTo>
                <a:lnTo>
                  <a:pt x="1702" y="101"/>
                </a:lnTo>
                <a:lnTo>
                  <a:pt x="1713" y="101"/>
                </a:lnTo>
                <a:lnTo>
                  <a:pt x="1720" y="99"/>
                </a:lnTo>
                <a:lnTo>
                  <a:pt x="1727" y="94"/>
                </a:lnTo>
                <a:lnTo>
                  <a:pt x="1731" y="85"/>
                </a:lnTo>
                <a:lnTo>
                  <a:pt x="1732" y="75"/>
                </a:lnTo>
                <a:lnTo>
                  <a:pt x="1733" y="62"/>
                </a:lnTo>
                <a:lnTo>
                  <a:pt x="1732" y="46"/>
                </a:lnTo>
                <a:lnTo>
                  <a:pt x="1731" y="27"/>
                </a:lnTo>
                <a:lnTo>
                  <a:pt x="1731" y="11"/>
                </a:lnTo>
                <a:lnTo>
                  <a:pt x="1734" y="3"/>
                </a:lnTo>
                <a:lnTo>
                  <a:pt x="1739" y="0"/>
                </a:lnTo>
                <a:lnTo>
                  <a:pt x="1746" y="0"/>
                </a:lnTo>
                <a:lnTo>
                  <a:pt x="1753" y="4"/>
                </a:lnTo>
                <a:lnTo>
                  <a:pt x="1759" y="8"/>
                </a:lnTo>
                <a:lnTo>
                  <a:pt x="1763" y="11"/>
                </a:lnTo>
                <a:lnTo>
                  <a:pt x="1765" y="13"/>
                </a:lnTo>
                <a:lnTo>
                  <a:pt x="1766" y="14"/>
                </a:lnTo>
                <a:lnTo>
                  <a:pt x="1769" y="17"/>
                </a:lnTo>
                <a:lnTo>
                  <a:pt x="1773" y="22"/>
                </a:lnTo>
                <a:lnTo>
                  <a:pt x="1780" y="27"/>
                </a:lnTo>
                <a:lnTo>
                  <a:pt x="1786" y="32"/>
                </a:lnTo>
                <a:lnTo>
                  <a:pt x="1793" y="37"/>
                </a:lnTo>
                <a:lnTo>
                  <a:pt x="1800" y="39"/>
                </a:lnTo>
                <a:lnTo>
                  <a:pt x="1808" y="40"/>
                </a:lnTo>
                <a:lnTo>
                  <a:pt x="1816" y="39"/>
                </a:lnTo>
                <a:lnTo>
                  <a:pt x="1826" y="35"/>
                </a:lnTo>
                <a:lnTo>
                  <a:pt x="1836" y="32"/>
                </a:lnTo>
                <a:lnTo>
                  <a:pt x="1845" y="30"/>
                </a:lnTo>
                <a:lnTo>
                  <a:pt x="1853" y="29"/>
                </a:lnTo>
                <a:lnTo>
                  <a:pt x="1860" y="29"/>
                </a:lnTo>
                <a:lnTo>
                  <a:pt x="1865" y="33"/>
                </a:lnTo>
                <a:lnTo>
                  <a:pt x="1867" y="40"/>
                </a:lnTo>
                <a:lnTo>
                  <a:pt x="1870" y="48"/>
                </a:lnTo>
                <a:lnTo>
                  <a:pt x="1877" y="54"/>
                </a:lnTo>
                <a:lnTo>
                  <a:pt x="1885" y="59"/>
                </a:lnTo>
                <a:lnTo>
                  <a:pt x="1895" y="63"/>
                </a:lnTo>
                <a:lnTo>
                  <a:pt x="1904" y="66"/>
                </a:lnTo>
                <a:lnTo>
                  <a:pt x="1912" y="68"/>
                </a:lnTo>
                <a:lnTo>
                  <a:pt x="1918" y="70"/>
                </a:lnTo>
                <a:lnTo>
                  <a:pt x="1920" y="70"/>
                </a:lnTo>
                <a:lnTo>
                  <a:pt x="1921" y="68"/>
                </a:lnTo>
                <a:lnTo>
                  <a:pt x="1923" y="62"/>
                </a:lnTo>
                <a:lnTo>
                  <a:pt x="1928" y="56"/>
                </a:lnTo>
                <a:lnTo>
                  <a:pt x="1935" y="50"/>
                </a:lnTo>
                <a:lnTo>
                  <a:pt x="1943" y="47"/>
                </a:lnTo>
                <a:lnTo>
                  <a:pt x="1953" y="50"/>
                </a:lnTo>
                <a:lnTo>
                  <a:pt x="1966" y="59"/>
                </a:lnTo>
                <a:lnTo>
                  <a:pt x="1982" y="78"/>
                </a:lnTo>
                <a:lnTo>
                  <a:pt x="1997" y="97"/>
                </a:lnTo>
                <a:lnTo>
                  <a:pt x="2013" y="111"/>
                </a:lnTo>
                <a:lnTo>
                  <a:pt x="2032" y="121"/>
                </a:lnTo>
                <a:lnTo>
                  <a:pt x="2049" y="129"/>
                </a:lnTo>
                <a:lnTo>
                  <a:pt x="2065" y="134"/>
                </a:lnTo>
                <a:lnTo>
                  <a:pt x="2080" y="138"/>
                </a:lnTo>
                <a:lnTo>
                  <a:pt x="2092" y="140"/>
                </a:lnTo>
                <a:lnTo>
                  <a:pt x="2101" y="140"/>
                </a:lnTo>
                <a:lnTo>
                  <a:pt x="2101" y="141"/>
                </a:lnTo>
                <a:lnTo>
                  <a:pt x="2100" y="155"/>
                </a:lnTo>
                <a:lnTo>
                  <a:pt x="2100" y="172"/>
                </a:lnTo>
                <a:lnTo>
                  <a:pt x="2099" y="190"/>
                </a:lnTo>
                <a:lnTo>
                  <a:pt x="2100" y="208"/>
                </a:lnTo>
                <a:lnTo>
                  <a:pt x="2100" y="225"/>
                </a:lnTo>
                <a:lnTo>
                  <a:pt x="2102" y="242"/>
                </a:lnTo>
                <a:lnTo>
                  <a:pt x="2104" y="255"/>
                </a:lnTo>
                <a:lnTo>
                  <a:pt x="2108" y="266"/>
                </a:lnTo>
                <a:lnTo>
                  <a:pt x="2108" y="267"/>
                </a:lnTo>
                <a:lnTo>
                  <a:pt x="2108" y="268"/>
                </a:lnTo>
                <a:lnTo>
                  <a:pt x="2109" y="269"/>
                </a:lnTo>
                <a:lnTo>
                  <a:pt x="2101" y="275"/>
                </a:lnTo>
                <a:lnTo>
                  <a:pt x="2093" y="281"/>
                </a:lnTo>
                <a:lnTo>
                  <a:pt x="2085" y="288"/>
                </a:lnTo>
                <a:lnTo>
                  <a:pt x="2077" y="295"/>
                </a:lnTo>
                <a:lnTo>
                  <a:pt x="2069" y="301"/>
                </a:lnTo>
                <a:lnTo>
                  <a:pt x="2063" y="307"/>
                </a:lnTo>
                <a:lnTo>
                  <a:pt x="2058" y="312"/>
                </a:lnTo>
                <a:lnTo>
                  <a:pt x="2055" y="317"/>
                </a:lnTo>
                <a:lnTo>
                  <a:pt x="2050" y="324"/>
                </a:lnTo>
                <a:lnTo>
                  <a:pt x="2043" y="332"/>
                </a:lnTo>
                <a:lnTo>
                  <a:pt x="2036" y="342"/>
                </a:lnTo>
                <a:lnTo>
                  <a:pt x="2029" y="351"/>
                </a:lnTo>
                <a:lnTo>
                  <a:pt x="2023" y="359"/>
                </a:lnTo>
                <a:lnTo>
                  <a:pt x="2021" y="368"/>
                </a:lnTo>
                <a:lnTo>
                  <a:pt x="2022" y="375"/>
                </a:lnTo>
                <a:lnTo>
                  <a:pt x="2029" y="382"/>
                </a:lnTo>
                <a:lnTo>
                  <a:pt x="2038" y="390"/>
                </a:lnTo>
                <a:lnTo>
                  <a:pt x="2044" y="399"/>
                </a:lnTo>
                <a:lnTo>
                  <a:pt x="2048" y="410"/>
                </a:lnTo>
                <a:lnTo>
                  <a:pt x="2050" y="420"/>
                </a:lnTo>
                <a:lnTo>
                  <a:pt x="2050" y="430"/>
                </a:lnTo>
                <a:lnTo>
                  <a:pt x="2048" y="439"/>
                </a:lnTo>
                <a:lnTo>
                  <a:pt x="2044" y="444"/>
                </a:lnTo>
                <a:lnTo>
                  <a:pt x="2039" y="446"/>
                </a:lnTo>
                <a:lnTo>
                  <a:pt x="2031" y="446"/>
                </a:lnTo>
                <a:lnTo>
                  <a:pt x="2019" y="447"/>
                </a:lnTo>
                <a:lnTo>
                  <a:pt x="2007" y="449"/>
                </a:lnTo>
                <a:lnTo>
                  <a:pt x="1995" y="451"/>
                </a:lnTo>
                <a:lnTo>
                  <a:pt x="1983" y="454"/>
                </a:lnTo>
                <a:lnTo>
                  <a:pt x="1971" y="458"/>
                </a:lnTo>
                <a:lnTo>
                  <a:pt x="1963" y="462"/>
                </a:lnTo>
                <a:lnTo>
                  <a:pt x="1957" y="468"/>
                </a:lnTo>
                <a:lnTo>
                  <a:pt x="1953" y="474"/>
                </a:lnTo>
                <a:lnTo>
                  <a:pt x="1951" y="480"/>
                </a:lnTo>
                <a:lnTo>
                  <a:pt x="1950" y="485"/>
                </a:lnTo>
                <a:lnTo>
                  <a:pt x="1949" y="491"/>
                </a:lnTo>
                <a:lnTo>
                  <a:pt x="1949" y="497"/>
                </a:lnTo>
                <a:lnTo>
                  <a:pt x="1949" y="503"/>
                </a:lnTo>
                <a:lnTo>
                  <a:pt x="1949" y="509"/>
                </a:lnTo>
                <a:lnTo>
                  <a:pt x="1949" y="517"/>
                </a:lnTo>
                <a:lnTo>
                  <a:pt x="1947" y="526"/>
                </a:lnTo>
                <a:lnTo>
                  <a:pt x="1943" y="534"/>
                </a:lnTo>
                <a:lnTo>
                  <a:pt x="1938" y="544"/>
                </a:lnTo>
                <a:lnTo>
                  <a:pt x="1932" y="552"/>
                </a:lnTo>
                <a:lnTo>
                  <a:pt x="1924" y="560"/>
                </a:lnTo>
                <a:lnTo>
                  <a:pt x="1916" y="566"/>
                </a:lnTo>
                <a:lnTo>
                  <a:pt x="1908" y="570"/>
                </a:lnTo>
                <a:lnTo>
                  <a:pt x="1900" y="572"/>
                </a:lnTo>
                <a:lnTo>
                  <a:pt x="1892" y="573"/>
                </a:lnTo>
                <a:lnTo>
                  <a:pt x="1884" y="573"/>
                </a:lnTo>
                <a:lnTo>
                  <a:pt x="1876" y="574"/>
                </a:lnTo>
                <a:lnTo>
                  <a:pt x="1869" y="575"/>
                </a:lnTo>
                <a:lnTo>
                  <a:pt x="1863" y="578"/>
                </a:lnTo>
                <a:lnTo>
                  <a:pt x="1859" y="583"/>
                </a:lnTo>
                <a:lnTo>
                  <a:pt x="1856" y="592"/>
                </a:lnTo>
                <a:lnTo>
                  <a:pt x="1855" y="603"/>
                </a:lnTo>
                <a:lnTo>
                  <a:pt x="1853" y="615"/>
                </a:lnTo>
                <a:lnTo>
                  <a:pt x="1850" y="624"/>
                </a:lnTo>
                <a:lnTo>
                  <a:pt x="1845" y="631"/>
                </a:lnTo>
                <a:lnTo>
                  <a:pt x="1840" y="638"/>
                </a:lnTo>
                <a:lnTo>
                  <a:pt x="1837" y="645"/>
                </a:lnTo>
                <a:lnTo>
                  <a:pt x="1837" y="652"/>
                </a:lnTo>
                <a:lnTo>
                  <a:pt x="1841" y="661"/>
                </a:lnTo>
                <a:lnTo>
                  <a:pt x="1851" y="672"/>
                </a:lnTo>
                <a:lnTo>
                  <a:pt x="1861" y="685"/>
                </a:lnTo>
                <a:lnTo>
                  <a:pt x="1869" y="699"/>
                </a:lnTo>
                <a:lnTo>
                  <a:pt x="1874" y="713"/>
                </a:lnTo>
                <a:lnTo>
                  <a:pt x="1877" y="726"/>
                </a:lnTo>
                <a:lnTo>
                  <a:pt x="1877" y="739"/>
                </a:lnTo>
                <a:lnTo>
                  <a:pt x="1874" y="750"/>
                </a:lnTo>
                <a:lnTo>
                  <a:pt x="1870" y="759"/>
                </a:lnTo>
                <a:lnTo>
                  <a:pt x="1865" y="764"/>
                </a:lnTo>
                <a:lnTo>
                  <a:pt x="1858" y="768"/>
                </a:lnTo>
                <a:lnTo>
                  <a:pt x="1851" y="773"/>
                </a:lnTo>
                <a:lnTo>
                  <a:pt x="1844" y="780"/>
                </a:lnTo>
                <a:lnTo>
                  <a:pt x="1839" y="788"/>
                </a:lnTo>
                <a:lnTo>
                  <a:pt x="1837" y="797"/>
                </a:lnTo>
                <a:lnTo>
                  <a:pt x="1838" y="806"/>
                </a:lnTo>
                <a:lnTo>
                  <a:pt x="1844" y="815"/>
                </a:lnTo>
                <a:lnTo>
                  <a:pt x="1855" y="823"/>
                </a:lnTo>
                <a:lnTo>
                  <a:pt x="1867" y="832"/>
                </a:lnTo>
                <a:lnTo>
                  <a:pt x="1876" y="844"/>
                </a:lnTo>
                <a:lnTo>
                  <a:pt x="1880" y="855"/>
                </a:lnTo>
                <a:lnTo>
                  <a:pt x="1882" y="867"/>
                </a:lnTo>
                <a:lnTo>
                  <a:pt x="1884" y="878"/>
                </a:lnTo>
                <a:lnTo>
                  <a:pt x="1888" y="889"/>
                </a:lnTo>
                <a:lnTo>
                  <a:pt x="1894" y="898"/>
                </a:lnTo>
                <a:lnTo>
                  <a:pt x="1904" y="905"/>
                </a:lnTo>
                <a:lnTo>
                  <a:pt x="1917" y="909"/>
                </a:lnTo>
                <a:lnTo>
                  <a:pt x="1932" y="910"/>
                </a:lnTo>
                <a:lnTo>
                  <a:pt x="1947" y="909"/>
                </a:lnTo>
                <a:lnTo>
                  <a:pt x="1962" y="909"/>
                </a:lnTo>
                <a:lnTo>
                  <a:pt x="1978" y="909"/>
                </a:lnTo>
                <a:lnTo>
                  <a:pt x="1991" y="912"/>
                </a:lnTo>
                <a:lnTo>
                  <a:pt x="2002" y="918"/>
                </a:lnTo>
                <a:lnTo>
                  <a:pt x="2010" y="929"/>
                </a:lnTo>
                <a:lnTo>
                  <a:pt x="2014" y="940"/>
                </a:lnTo>
                <a:lnTo>
                  <a:pt x="2015" y="953"/>
                </a:lnTo>
                <a:lnTo>
                  <a:pt x="2016" y="966"/>
                </a:lnTo>
                <a:lnTo>
                  <a:pt x="2017" y="979"/>
                </a:lnTo>
                <a:lnTo>
                  <a:pt x="2018" y="992"/>
                </a:lnTo>
                <a:lnTo>
                  <a:pt x="2019" y="1004"/>
                </a:lnTo>
                <a:lnTo>
                  <a:pt x="2022" y="1016"/>
                </a:lnTo>
                <a:lnTo>
                  <a:pt x="2028" y="10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71" name="Freeform 1028">
            <a:extLst>
              <a:ext uri="{FF2B5EF4-FFF2-40B4-BE49-F238E27FC236}">
                <a16:creationId xmlns:a16="http://schemas.microsoft.com/office/drawing/2014/main" id="{0E5B0D71-C8C6-C513-C69A-88A3A26B3752}"/>
              </a:ext>
            </a:extLst>
          </p:cNvPr>
          <p:cNvSpPr>
            <a:spLocks/>
          </p:cNvSpPr>
          <p:nvPr/>
        </p:nvSpPr>
        <p:spPr bwMode="auto">
          <a:xfrm>
            <a:off x="6223000" y="4692650"/>
            <a:ext cx="3175" cy="4763"/>
          </a:xfrm>
          <a:custGeom>
            <a:avLst/>
            <a:gdLst>
              <a:gd name="T0" fmla="*/ 2147483646 w 14"/>
              <a:gd name="T1" fmla="*/ 0 h 32"/>
              <a:gd name="T2" fmla="*/ 2147483646 w 14"/>
              <a:gd name="T3" fmla="*/ 2147483646 h 32"/>
              <a:gd name="T4" fmla="*/ 2147483646 w 14"/>
              <a:gd name="T5" fmla="*/ 2147483646 h 32"/>
              <a:gd name="T6" fmla="*/ 2147483646 w 14"/>
              <a:gd name="T7" fmla="*/ 2147483646 h 32"/>
              <a:gd name="T8" fmla="*/ 2147483646 w 14"/>
              <a:gd name="T9" fmla="*/ 2147483646 h 32"/>
              <a:gd name="T10" fmla="*/ 2147483646 w 14"/>
              <a:gd name="T11" fmla="*/ 2147483646 h 32"/>
              <a:gd name="T12" fmla="*/ 2147483646 w 14"/>
              <a:gd name="T13" fmla="*/ 2147483646 h 32"/>
              <a:gd name="T14" fmla="*/ 2147483646 w 14"/>
              <a:gd name="T15" fmla="*/ 2147483646 h 32"/>
              <a:gd name="T16" fmla="*/ 2147483646 w 14"/>
              <a:gd name="T17" fmla="*/ 2147483646 h 32"/>
              <a:gd name="T18" fmla="*/ 2147483646 w 14"/>
              <a:gd name="T19" fmla="*/ 2147483646 h 32"/>
              <a:gd name="T20" fmla="*/ 2147483646 w 14"/>
              <a:gd name="T21" fmla="*/ 2147483646 h 32"/>
              <a:gd name="T22" fmla="*/ 2147483646 w 14"/>
              <a:gd name="T23" fmla="*/ 2147483646 h 32"/>
              <a:gd name="T24" fmla="*/ 0 w 14"/>
              <a:gd name="T25" fmla="*/ 2147483646 h 32"/>
              <a:gd name="T26" fmla="*/ 2147483646 w 14"/>
              <a:gd name="T27" fmla="*/ 2147483646 h 32"/>
              <a:gd name="T28" fmla="*/ 2147483646 w 14"/>
              <a:gd name="T29" fmla="*/ 2147483646 h 32"/>
              <a:gd name="T30" fmla="*/ 2147483646 w 14"/>
              <a:gd name="T31" fmla="*/ 2147483646 h 32"/>
              <a:gd name="T32" fmla="*/ 2147483646 w 14"/>
              <a:gd name="T33" fmla="*/ 0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32">
                <a:moveTo>
                  <a:pt x="7" y="0"/>
                </a:moveTo>
                <a:lnTo>
                  <a:pt x="10" y="1"/>
                </a:lnTo>
                <a:lnTo>
                  <a:pt x="12" y="6"/>
                </a:lnTo>
                <a:lnTo>
                  <a:pt x="13" y="11"/>
                </a:lnTo>
                <a:lnTo>
                  <a:pt x="14" y="17"/>
                </a:lnTo>
                <a:lnTo>
                  <a:pt x="13" y="23"/>
                </a:lnTo>
                <a:lnTo>
                  <a:pt x="12" y="27"/>
                </a:lnTo>
                <a:lnTo>
                  <a:pt x="10" y="31"/>
                </a:lnTo>
                <a:lnTo>
                  <a:pt x="7" y="32"/>
                </a:lnTo>
                <a:lnTo>
                  <a:pt x="4" y="31"/>
                </a:lnTo>
                <a:lnTo>
                  <a:pt x="2" y="27"/>
                </a:lnTo>
                <a:lnTo>
                  <a:pt x="1" y="23"/>
                </a:lnTo>
                <a:lnTo>
                  <a:pt x="0" y="17"/>
                </a:lnTo>
                <a:lnTo>
                  <a:pt x="1" y="11"/>
                </a:lnTo>
                <a:lnTo>
                  <a:pt x="2" y="6"/>
                </a:lnTo>
                <a:lnTo>
                  <a:pt x="4" y="1"/>
                </a:lnTo>
                <a:lnTo>
                  <a:pt x="7"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72" name="Freeform 1029">
            <a:extLst>
              <a:ext uri="{FF2B5EF4-FFF2-40B4-BE49-F238E27FC236}">
                <a16:creationId xmlns:a16="http://schemas.microsoft.com/office/drawing/2014/main" id="{F76DFE16-AEA6-83FD-CEE2-7BEB0C837F27}"/>
              </a:ext>
            </a:extLst>
          </p:cNvPr>
          <p:cNvSpPr>
            <a:spLocks/>
          </p:cNvSpPr>
          <p:nvPr/>
        </p:nvSpPr>
        <p:spPr bwMode="auto">
          <a:xfrm>
            <a:off x="6223000" y="4692650"/>
            <a:ext cx="3175" cy="4763"/>
          </a:xfrm>
          <a:custGeom>
            <a:avLst/>
            <a:gdLst>
              <a:gd name="T0" fmla="*/ 2147483646 w 14"/>
              <a:gd name="T1" fmla="*/ 0 h 32"/>
              <a:gd name="T2" fmla="*/ 2147483646 w 14"/>
              <a:gd name="T3" fmla="*/ 0 h 32"/>
              <a:gd name="T4" fmla="*/ 2147483646 w 14"/>
              <a:gd name="T5" fmla="*/ 2147483646 h 32"/>
              <a:gd name="T6" fmla="*/ 2147483646 w 14"/>
              <a:gd name="T7" fmla="*/ 2147483646 h 32"/>
              <a:gd name="T8" fmla="*/ 2147483646 w 14"/>
              <a:gd name="T9" fmla="*/ 2147483646 h 32"/>
              <a:gd name="T10" fmla="*/ 2147483646 w 14"/>
              <a:gd name="T11" fmla="*/ 2147483646 h 32"/>
              <a:gd name="T12" fmla="*/ 2147483646 w 14"/>
              <a:gd name="T13" fmla="*/ 2147483646 h 32"/>
              <a:gd name="T14" fmla="*/ 2147483646 w 14"/>
              <a:gd name="T15" fmla="*/ 2147483646 h 32"/>
              <a:gd name="T16" fmla="*/ 2147483646 w 14"/>
              <a:gd name="T17" fmla="*/ 2147483646 h 32"/>
              <a:gd name="T18" fmla="*/ 2147483646 w 14"/>
              <a:gd name="T19" fmla="*/ 2147483646 h 32"/>
              <a:gd name="T20" fmla="*/ 2147483646 w 14"/>
              <a:gd name="T21" fmla="*/ 2147483646 h 32"/>
              <a:gd name="T22" fmla="*/ 2147483646 w 14"/>
              <a:gd name="T23" fmla="*/ 2147483646 h 32"/>
              <a:gd name="T24" fmla="*/ 2147483646 w 14"/>
              <a:gd name="T25" fmla="*/ 2147483646 h 32"/>
              <a:gd name="T26" fmla="*/ 2147483646 w 14"/>
              <a:gd name="T27" fmla="*/ 2147483646 h 32"/>
              <a:gd name="T28" fmla="*/ 2147483646 w 14"/>
              <a:gd name="T29" fmla="*/ 2147483646 h 32"/>
              <a:gd name="T30" fmla="*/ 0 w 14"/>
              <a:gd name="T31" fmla="*/ 2147483646 h 32"/>
              <a:gd name="T32" fmla="*/ 0 w 14"/>
              <a:gd name="T33" fmla="*/ 2147483646 h 32"/>
              <a:gd name="T34" fmla="*/ 2147483646 w 14"/>
              <a:gd name="T35" fmla="*/ 2147483646 h 32"/>
              <a:gd name="T36" fmla="*/ 2147483646 w 14"/>
              <a:gd name="T37" fmla="*/ 2147483646 h 32"/>
              <a:gd name="T38" fmla="*/ 2147483646 w 14"/>
              <a:gd name="T39" fmla="*/ 2147483646 h 32"/>
              <a:gd name="T40" fmla="*/ 2147483646 w 14"/>
              <a:gd name="T41" fmla="*/ 0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 h="32">
                <a:moveTo>
                  <a:pt x="7" y="0"/>
                </a:moveTo>
                <a:lnTo>
                  <a:pt x="7" y="0"/>
                </a:lnTo>
                <a:lnTo>
                  <a:pt x="10" y="1"/>
                </a:lnTo>
                <a:lnTo>
                  <a:pt x="12" y="6"/>
                </a:lnTo>
                <a:lnTo>
                  <a:pt x="13" y="11"/>
                </a:lnTo>
                <a:lnTo>
                  <a:pt x="14" y="17"/>
                </a:lnTo>
                <a:lnTo>
                  <a:pt x="13" y="23"/>
                </a:lnTo>
                <a:lnTo>
                  <a:pt x="12" y="27"/>
                </a:lnTo>
                <a:lnTo>
                  <a:pt x="10" y="31"/>
                </a:lnTo>
                <a:lnTo>
                  <a:pt x="7" y="32"/>
                </a:lnTo>
                <a:lnTo>
                  <a:pt x="4" y="31"/>
                </a:lnTo>
                <a:lnTo>
                  <a:pt x="2" y="27"/>
                </a:lnTo>
                <a:lnTo>
                  <a:pt x="1" y="23"/>
                </a:lnTo>
                <a:lnTo>
                  <a:pt x="0" y="17"/>
                </a:lnTo>
                <a:lnTo>
                  <a:pt x="1" y="11"/>
                </a:lnTo>
                <a:lnTo>
                  <a:pt x="2" y="6"/>
                </a:lnTo>
                <a:lnTo>
                  <a:pt x="4" y="1"/>
                </a:lnTo>
                <a:lnTo>
                  <a:pt x="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73" name="Freeform 1030">
            <a:extLst>
              <a:ext uri="{FF2B5EF4-FFF2-40B4-BE49-F238E27FC236}">
                <a16:creationId xmlns:a16="http://schemas.microsoft.com/office/drawing/2014/main" id="{901BB4C8-184F-EE63-5CAA-5CB434012599}"/>
              </a:ext>
            </a:extLst>
          </p:cNvPr>
          <p:cNvSpPr>
            <a:spLocks/>
          </p:cNvSpPr>
          <p:nvPr/>
        </p:nvSpPr>
        <p:spPr bwMode="auto">
          <a:xfrm>
            <a:off x="6196013" y="4710113"/>
            <a:ext cx="7937" cy="9525"/>
          </a:xfrm>
          <a:custGeom>
            <a:avLst/>
            <a:gdLst>
              <a:gd name="T0" fmla="*/ 2147483646 w 49"/>
              <a:gd name="T1" fmla="*/ 2147483646 h 62"/>
              <a:gd name="T2" fmla="*/ 2147483646 w 49"/>
              <a:gd name="T3" fmla="*/ 2147483646 h 62"/>
              <a:gd name="T4" fmla="*/ 2147483646 w 49"/>
              <a:gd name="T5" fmla="*/ 2147483646 h 62"/>
              <a:gd name="T6" fmla="*/ 2147483646 w 49"/>
              <a:gd name="T7" fmla="*/ 0 h 62"/>
              <a:gd name="T8" fmla="*/ 2147483646 w 49"/>
              <a:gd name="T9" fmla="*/ 2147483646 h 62"/>
              <a:gd name="T10" fmla="*/ 2147483646 w 49"/>
              <a:gd name="T11" fmla="*/ 2147483646 h 62"/>
              <a:gd name="T12" fmla="*/ 2147483646 w 49"/>
              <a:gd name="T13" fmla="*/ 2147483646 h 62"/>
              <a:gd name="T14" fmla="*/ 0 w 49"/>
              <a:gd name="T15" fmla="*/ 2147483646 h 62"/>
              <a:gd name="T16" fmla="*/ 2147483646 w 49"/>
              <a:gd name="T17" fmla="*/ 2147483646 h 62"/>
              <a:gd name="T18" fmla="*/ 2147483646 w 49"/>
              <a:gd name="T19" fmla="*/ 2147483646 h 62"/>
              <a:gd name="T20" fmla="*/ 2147483646 w 49"/>
              <a:gd name="T21" fmla="*/ 2147483646 h 62"/>
              <a:gd name="T22" fmla="*/ 2147483646 w 49"/>
              <a:gd name="T23" fmla="*/ 2147483646 h 62"/>
              <a:gd name="T24" fmla="*/ 2147483646 w 49"/>
              <a:gd name="T25" fmla="*/ 2147483646 h 62"/>
              <a:gd name="T26" fmla="*/ 2147483646 w 49"/>
              <a:gd name="T27" fmla="*/ 2147483646 h 62"/>
              <a:gd name="T28" fmla="*/ 2147483646 w 49"/>
              <a:gd name="T29" fmla="*/ 2147483646 h 62"/>
              <a:gd name="T30" fmla="*/ 2147483646 w 49"/>
              <a:gd name="T31" fmla="*/ 2147483646 h 62"/>
              <a:gd name="T32" fmla="*/ 2147483646 w 49"/>
              <a:gd name="T33" fmla="*/ 2147483646 h 62"/>
              <a:gd name="T34" fmla="*/ 2147483646 w 49"/>
              <a:gd name="T35" fmla="*/ 2147483646 h 62"/>
              <a:gd name="T36" fmla="*/ 2147483646 w 49"/>
              <a:gd name="T37" fmla="*/ 2147483646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9" h="62">
                <a:moveTo>
                  <a:pt x="31" y="24"/>
                </a:moveTo>
                <a:lnTo>
                  <a:pt x="26" y="2"/>
                </a:lnTo>
                <a:lnTo>
                  <a:pt x="24" y="1"/>
                </a:lnTo>
                <a:lnTo>
                  <a:pt x="20" y="0"/>
                </a:lnTo>
                <a:lnTo>
                  <a:pt x="13" y="3"/>
                </a:lnTo>
                <a:lnTo>
                  <a:pt x="4" y="13"/>
                </a:lnTo>
                <a:lnTo>
                  <a:pt x="1" y="21"/>
                </a:lnTo>
                <a:lnTo>
                  <a:pt x="0" y="30"/>
                </a:lnTo>
                <a:lnTo>
                  <a:pt x="2" y="40"/>
                </a:lnTo>
                <a:lnTo>
                  <a:pt x="6" y="48"/>
                </a:lnTo>
                <a:lnTo>
                  <a:pt x="10" y="54"/>
                </a:lnTo>
                <a:lnTo>
                  <a:pt x="16" y="59"/>
                </a:lnTo>
                <a:lnTo>
                  <a:pt x="23" y="62"/>
                </a:lnTo>
                <a:lnTo>
                  <a:pt x="29" y="61"/>
                </a:lnTo>
                <a:lnTo>
                  <a:pt x="49" y="53"/>
                </a:lnTo>
                <a:lnTo>
                  <a:pt x="49" y="51"/>
                </a:lnTo>
                <a:lnTo>
                  <a:pt x="48" y="46"/>
                </a:lnTo>
                <a:lnTo>
                  <a:pt x="43" y="37"/>
                </a:lnTo>
                <a:lnTo>
                  <a:pt x="31" y="24"/>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74" name="Freeform 1031">
            <a:extLst>
              <a:ext uri="{FF2B5EF4-FFF2-40B4-BE49-F238E27FC236}">
                <a16:creationId xmlns:a16="http://schemas.microsoft.com/office/drawing/2014/main" id="{19C4C56B-B5AC-7BFC-0DFC-B953967CAE13}"/>
              </a:ext>
            </a:extLst>
          </p:cNvPr>
          <p:cNvSpPr>
            <a:spLocks/>
          </p:cNvSpPr>
          <p:nvPr/>
        </p:nvSpPr>
        <p:spPr bwMode="auto">
          <a:xfrm>
            <a:off x="6196013" y="4710113"/>
            <a:ext cx="7937" cy="9525"/>
          </a:xfrm>
          <a:custGeom>
            <a:avLst/>
            <a:gdLst>
              <a:gd name="T0" fmla="*/ 2147483646 w 49"/>
              <a:gd name="T1" fmla="*/ 2147483646 h 62"/>
              <a:gd name="T2" fmla="*/ 2147483646 w 49"/>
              <a:gd name="T3" fmla="*/ 2147483646 h 62"/>
              <a:gd name="T4" fmla="*/ 2147483646 w 49"/>
              <a:gd name="T5" fmla="*/ 2147483646 h 62"/>
              <a:gd name="T6" fmla="*/ 2147483646 w 49"/>
              <a:gd name="T7" fmla="*/ 2147483646 h 62"/>
              <a:gd name="T8" fmla="*/ 2147483646 w 49"/>
              <a:gd name="T9" fmla="*/ 0 h 62"/>
              <a:gd name="T10" fmla="*/ 2147483646 w 49"/>
              <a:gd name="T11" fmla="*/ 2147483646 h 62"/>
              <a:gd name="T12" fmla="*/ 2147483646 w 49"/>
              <a:gd name="T13" fmla="*/ 2147483646 h 62"/>
              <a:gd name="T14" fmla="*/ 2147483646 w 49"/>
              <a:gd name="T15" fmla="*/ 2147483646 h 62"/>
              <a:gd name="T16" fmla="*/ 2147483646 w 49"/>
              <a:gd name="T17" fmla="*/ 2147483646 h 62"/>
              <a:gd name="T18" fmla="*/ 0 w 49"/>
              <a:gd name="T19" fmla="*/ 2147483646 h 62"/>
              <a:gd name="T20" fmla="*/ 2147483646 w 49"/>
              <a:gd name="T21" fmla="*/ 2147483646 h 62"/>
              <a:gd name="T22" fmla="*/ 2147483646 w 49"/>
              <a:gd name="T23" fmla="*/ 2147483646 h 62"/>
              <a:gd name="T24" fmla="*/ 2147483646 w 49"/>
              <a:gd name="T25" fmla="*/ 2147483646 h 62"/>
              <a:gd name="T26" fmla="*/ 2147483646 w 49"/>
              <a:gd name="T27" fmla="*/ 2147483646 h 62"/>
              <a:gd name="T28" fmla="*/ 2147483646 w 49"/>
              <a:gd name="T29" fmla="*/ 2147483646 h 62"/>
              <a:gd name="T30" fmla="*/ 2147483646 w 49"/>
              <a:gd name="T31" fmla="*/ 2147483646 h 62"/>
              <a:gd name="T32" fmla="*/ 2147483646 w 49"/>
              <a:gd name="T33" fmla="*/ 2147483646 h 62"/>
              <a:gd name="T34" fmla="*/ 2147483646 w 49"/>
              <a:gd name="T35" fmla="*/ 2147483646 h 62"/>
              <a:gd name="T36" fmla="*/ 2147483646 w 49"/>
              <a:gd name="T37" fmla="*/ 2147483646 h 62"/>
              <a:gd name="T38" fmla="*/ 2147483646 w 49"/>
              <a:gd name="T39" fmla="*/ 2147483646 h 62"/>
              <a:gd name="T40" fmla="*/ 2147483646 w 49"/>
              <a:gd name="T41" fmla="*/ 2147483646 h 62"/>
              <a:gd name="T42" fmla="*/ 2147483646 w 49"/>
              <a:gd name="T43" fmla="*/ 2147483646 h 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9" h="62">
                <a:moveTo>
                  <a:pt x="31" y="24"/>
                </a:moveTo>
                <a:lnTo>
                  <a:pt x="26" y="2"/>
                </a:lnTo>
                <a:lnTo>
                  <a:pt x="24" y="1"/>
                </a:lnTo>
                <a:lnTo>
                  <a:pt x="20" y="0"/>
                </a:lnTo>
                <a:lnTo>
                  <a:pt x="13" y="3"/>
                </a:lnTo>
                <a:lnTo>
                  <a:pt x="4" y="13"/>
                </a:lnTo>
                <a:lnTo>
                  <a:pt x="1" y="21"/>
                </a:lnTo>
                <a:lnTo>
                  <a:pt x="0" y="30"/>
                </a:lnTo>
                <a:lnTo>
                  <a:pt x="2" y="40"/>
                </a:lnTo>
                <a:lnTo>
                  <a:pt x="6" y="48"/>
                </a:lnTo>
                <a:lnTo>
                  <a:pt x="10" y="54"/>
                </a:lnTo>
                <a:lnTo>
                  <a:pt x="16" y="59"/>
                </a:lnTo>
                <a:lnTo>
                  <a:pt x="23" y="62"/>
                </a:lnTo>
                <a:lnTo>
                  <a:pt x="29" y="61"/>
                </a:lnTo>
                <a:lnTo>
                  <a:pt x="49" y="53"/>
                </a:lnTo>
                <a:lnTo>
                  <a:pt x="49" y="51"/>
                </a:lnTo>
                <a:lnTo>
                  <a:pt x="48" y="46"/>
                </a:lnTo>
                <a:lnTo>
                  <a:pt x="43" y="37"/>
                </a:lnTo>
                <a:lnTo>
                  <a:pt x="31" y="2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75" name="Freeform 1032">
            <a:extLst>
              <a:ext uri="{FF2B5EF4-FFF2-40B4-BE49-F238E27FC236}">
                <a16:creationId xmlns:a16="http://schemas.microsoft.com/office/drawing/2014/main" id="{4BF28696-25B7-750F-E624-267A283C76BD}"/>
              </a:ext>
            </a:extLst>
          </p:cNvPr>
          <p:cNvSpPr>
            <a:spLocks/>
          </p:cNvSpPr>
          <p:nvPr/>
        </p:nvSpPr>
        <p:spPr bwMode="auto">
          <a:xfrm>
            <a:off x="6165850" y="4808538"/>
            <a:ext cx="9525" cy="9525"/>
          </a:xfrm>
          <a:custGeom>
            <a:avLst/>
            <a:gdLst>
              <a:gd name="T0" fmla="*/ 2147483646 w 64"/>
              <a:gd name="T1" fmla="*/ 2147483646 h 57"/>
              <a:gd name="T2" fmla="*/ 2147483646 w 64"/>
              <a:gd name="T3" fmla="*/ 0 h 57"/>
              <a:gd name="T4" fmla="*/ 2147483646 w 64"/>
              <a:gd name="T5" fmla="*/ 2147483646 h 57"/>
              <a:gd name="T6" fmla="*/ 2147483646 w 64"/>
              <a:gd name="T7" fmla="*/ 2147483646 h 57"/>
              <a:gd name="T8" fmla="*/ 2147483646 w 64"/>
              <a:gd name="T9" fmla="*/ 2147483646 h 57"/>
              <a:gd name="T10" fmla="*/ 2147483646 w 64"/>
              <a:gd name="T11" fmla="*/ 2147483646 h 57"/>
              <a:gd name="T12" fmla="*/ 2147483646 w 64"/>
              <a:gd name="T13" fmla="*/ 2147483646 h 57"/>
              <a:gd name="T14" fmla="*/ 2147483646 w 64"/>
              <a:gd name="T15" fmla="*/ 2147483646 h 57"/>
              <a:gd name="T16" fmla="*/ 2147483646 w 64"/>
              <a:gd name="T17" fmla="*/ 2147483646 h 57"/>
              <a:gd name="T18" fmla="*/ 2147483646 w 64"/>
              <a:gd name="T19" fmla="*/ 2147483646 h 57"/>
              <a:gd name="T20" fmla="*/ 2147483646 w 64"/>
              <a:gd name="T21" fmla="*/ 2147483646 h 57"/>
              <a:gd name="T22" fmla="*/ 2147483646 w 64"/>
              <a:gd name="T23" fmla="*/ 2147483646 h 57"/>
              <a:gd name="T24" fmla="*/ 2147483646 w 64"/>
              <a:gd name="T25" fmla="*/ 2147483646 h 57"/>
              <a:gd name="T26" fmla="*/ 0 w 64"/>
              <a:gd name="T27" fmla="*/ 2147483646 h 57"/>
              <a:gd name="T28" fmla="*/ 2147483646 w 64"/>
              <a:gd name="T29" fmla="*/ 2147483646 h 57"/>
              <a:gd name="T30" fmla="*/ 2147483646 w 64"/>
              <a:gd name="T31" fmla="*/ 2147483646 h 57"/>
              <a:gd name="T32" fmla="*/ 2147483646 w 64"/>
              <a:gd name="T33" fmla="*/ 2147483646 h 57"/>
              <a:gd name="T34" fmla="*/ 2147483646 w 64"/>
              <a:gd name="T35" fmla="*/ 2147483646 h 57"/>
              <a:gd name="T36" fmla="*/ 2147483646 w 64"/>
              <a:gd name="T37" fmla="*/ 2147483646 h 57"/>
              <a:gd name="T38" fmla="*/ 2147483646 w 64"/>
              <a:gd name="T39" fmla="*/ 2147483646 h 57"/>
              <a:gd name="T40" fmla="*/ 2147483646 w 64"/>
              <a:gd name="T41" fmla="*/ 2147483646 h 57"/>
              <a:gd name="T42" fmla="*/ 2147483646 w 64"/>
              <a:gd name="T43" fmla="*/ 2147483646 h 57"/>
              <a:gd name="T44" fmla="*/ 2147483646 w 64"/>
              <a:gd name="T45" fmla="*/ 2147483646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4" h="57">
                <a:moveTo>
                  <a:pt x="62" y="22"/>
                </a:moveTo>
                <a:lnTo>
                  <a:pt x="64" y="0"/>
                </a:lnTo>
                <a:lnTo>
                  <a:pt x="63" y="1"/>
                </a:lnTo>
                <a:lnTo>
                  <a:pt x="59" y="2"/>
                </a:lnTo>
                <a:lnTo>
                  <a:pt x="54" y="4"/>
                </a:lnTo>
                <a:lnTo>
                  <a:pt x="48" y="7"/>
                </a:lnTo>
                <a:lnTo>
                  <a:pt x="41" y="9"/>
                </a:lnTo>
                <a:lnTo>
                  <a:pt x="34" y="10"/>
                </a:lnTo>
                <a:lnTo>
                  <a:pt x="26" y="10"/>
                </a:lnTo>
                <a:lnTo>
                  <a:pt x="20" y="9"/>
                </a:lnTo>
                <a:lnTo>
                  <a:pt x="9" y="9"/>
                </a:lnTo>
                <a:lnTo>
                  <a:pt x="4" y="15"/>
                </a:lnTo>
                <a:lnTo>
                  <a:pt x="1" y="22"/>
                </a:lnTo>
                <a:lnTo>
                  <a:pt x="0" y="25"/>
                </a:lnTo>
                <a:lnTo>
                  <a:pt x="29" y="56"/>
                </a:lnTo>
                <a:lnTo>
                  <a:pt x="33" y="57"/>
                </a:lnTo>
                <a:lnTo>
                  <a:pt x="42" y="57"/>
                </a:lnTo>
                <a:lnTo>
                  <a:pt x="50" y="53"/>
                </a:lnTo>
                <a:lnTo>
                  <a:pt x="53" y="43"/>
                </a:lnTo>
                <a:lnTo>
                  <a:pt x="54" y="31"/>
                </a:lnTo>
                <a:lnTo>
                  <a:pt x="57" y="24"/>
                </a:lnTo>
                <a:lnTo>
                  <a:pt x="60" y="22"/>
                </a:lnTo>
                <a:lnTo>
                  <a:pt x="62" y="22"/>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76" name="Freeform 1033">
            <a:extLst>
              <a:ext uri="{FF2B5EF4-FFF2-40B4-BE49-F238E27FC236}">
                <a16:creationId xmlns:a16="http://schemas.microsoft.com/office/drawing/2014/main" id="{51F691B1-7990-D822-67D6-66DAC613314C}"/>
              </a:ext>
            </a:extLst>
          </p:cNvPr>
          <p:cNvSpPr>
            <a:spLocks/>
          </p:cNvSpPr>
          <p:nvPr/>
        </p:nvSpPr>
        <p:spPr bwMode="auto">
          <a:xfrm>
            <a:off x="6165850" y="4808538"/>
            <a:ext cx="9525" cy="9525"/>
          </a:xfrm>
          <a:custGeom>
            <a:avLst/>
            <a:gdLst>
              <a:gd name="T0" fmla="*/ 2147483646 w 64"/>
              <a:gd name="T1" fmla="*/ 2147483646 h 57"/>
              <a:gd name="T2" fmla="*/ 2147483646 w 64"/>
              <a:gd name="T3" fmla="*/ 0 h 57"/>
              <a:gd name="T4" fmla="*/ 2147483646 w 64"/>
              <a:gd name="T5" fmla="*/ 0 h 57"/>
              <a:gd name="T6" fmla="*/ 2147483646 w 64"/>
              <a:gd name="T7" fmla="*/ 2147483646 h 57"/>
              <a:gd name="T8" fmla="*/ 2147483646 w 64"/>
              <a:gd name="T9" fmla="*/ 2147483646 h 57"/>
              <a:gd name="T10" fmla="*/ 2147483646 w 64"/>
              <a:gd name="T11" fmla="*/ 2147483646 h 57"/>
              <a:gd name="T12" fmla="*/ 2147483646 w 64"/>
              <a:gd name="T13" fmla="*/ 2147483646 h 57"/>
              <a:gd name="T14" fmla="*/ 2147483646 w 64"/>
              <a:gd name="T15" fmla="*/ 2147483646 h 57"/>
              <a:gd name="T16" fmla="*/ 2147483646 w 64"/>
              <a:gd name="T17" fmla="*/ 2147483646 h 57"/>
              <a:gd name="T18" fmla="*/ 2147483646 w 64"/>
              <a:gd name="T19" fmla="*/ 2147483646 h 57"/>
              <a:gd name="T20" fmla="*/ 2147483646 w 64"/>
              <a:gd name="T21" fmla="*/ 2147483646 h 57"/>
              <a:gd name="T22" fmla="*/ 2147483646 w 64"/>
              <a:gd name="T23" fmla="*/ 2147483646 h 57"/>
              <a:gd name="T24" fmla="*/ 2147483646 w 64"/>
              <a:gd name="T25" fmla="*/ 2147483646 h 57"/>
              <a:gd name="T26" fmla="*/ 2147483646 w 64"/>
              <a:gd name="T27" fmla="*/ 2147483646 h 57"/>
              <a:gd name="T28" fmla="*/ 2147483646 w 64"/>
              <a:gd name="T29" fmla="*/ 2147483646 h 57"/>
              <a:gd name="T30" fmla="*/ 0 w 64"/>
              <a:gd name="T31" fmla="*/ 2147483646 h 57"/>
              <a:gd name="T32" fmla="*/ 2147483646 w 64"/>
              <a:gd name="T33" fmla="*/ 2147483646 h 57"/>
              <a:gd name="T34" fmla="*/ 2147483646 w 64"/>
              <a:gd name="T35" fmla="*/ 2147483646 h 57"/>
              <a:gd name="T36" fmla="*/ 2147483646 w 64"/>
              <a:gd name="T37" fmla="*/ 2147483646 h 57"/>
              <a:gd name="T38" fmla="*/ 2147483646 w 64"/>
              <a:gd name="T39" fmla="*/ 2147483646 h 57"/>
              <a:gd name="T40" fmla="*/ 2147483646 w 64"/>
              <a:gd name="T41" fmla="*/ 2147483646 h 57"/>
              <a:gd name="T42" fmla="*/ 2147483646 w 64"/>
              <a:gd name="T43" fmla="*/ 2147483646 h 57"/>
              <a:gd name="T44" fmla="*/ 2147483646 w 64"/>
              <a:gd name="T45" fmla="*/ 2147483646 h 57"/>
              <a:gd name="T46" fmla="*/ 2147483646 w 64"/>
              <a:gd name="T47" fmla="*/ 2147483646 h 57"/>
              <a:gd name="T48" fmla="*/ 2147483646 w 64"/>
              <a:gd name="T49" fmla="*/ 2147483646 h 57"/>
              <a:gd name="T50" fmla="*/ 2147483646 w 64"/>
              <a:gd name="T51" fmla="*/ 2147483646 h 57"/>
              <a:gd name="T52" fmla="*/ 2147483646 w 64"/>
              <a:gd name="T53" fmla="*/ 2147483646 h 5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4" h="57">
                <a:moveTo>
                  <a:pt x="62" y="22"/>
                </a:moveTo>
                <a:lnTo>
                  <a:pt x="64" y="0"/>
                </a:lnTo>
                <a:lnTo>
                  <a:pt x="63" y="1"/>
                </a:lnTo>
                <a:lnTo>
                  <a:pt x="59" y="2"/>
                </a:lnTo>
                <a:lnTo>
                  <a:pt x="54" y="4"/>
                </a:lnTo>
                <a:lnTo>
                  <a:pt x="48" y="7"/>
                </a:lnTo>
                <a:lnTo>
                  <a:pt x="41" y="9"/>
                </a:lnTo>
                <a:lnTo>
                  <a:pt x="34" y="10"/>
                </a:lnTo>
                <a:lnTo>
                  <a:pt x="26" y="10"/>
                </a:lnTo>
                <a:lnTo>
                  <a:pt x="20" y="9"/>
                </a:lnTo>
                <a:lnTo>
                  <a:pt x="9" y="9"/>
                </a:lnTo>
                <a:lnTo>
                  <a:pt x="4" y="15"/>
                </a:lnTo>
                <a:lnTo>
                  <a:pt x="1" y="22"/>
                </a:lnTo>
                <a:lnTo>
                  <a:pt x="0" y="25"/>
                </a:lnTo>
                <a:lnTo>
                  <a:pt x="29" y="56"/>
                </a:lnTo>
                <a:lnTo>
                  <a:pt x="33" y="57"/>
                </a:lnTo>
                <a:lnTo>
                  <a:pt x="42" y="57"/>
                </a:lnTo>
                <a:lnTo>
                  <a:pt x="50" y="53"/>
                </a:lnTo>
                <a:lnTo>
                  <a:pt x="53" y="43"/>
                </a:lnTo>
                <a:lnTo>
                  <a:pt x="54" y="31"/>
                </a:lnTo>
                <a:lnTo>
                  <a:pt x="57" y="24"/>
                </a:lnTo>
                <a:lnTo>
                  <a:pt x="60" y="22"/>
                </a:lnTo>
                <a:lnTo>
                  <a:pt x="62"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77" name="Freeform 1034">
            <a:extLst>
              <a:ext uri="{FF2B5EF4-FFF2-40B4-BE49-F238E27FC236}">
                <a16:creationId xmlns:a16="http://schemas.microsoft.com/office/drawing/2014/main" id="{F9865D0F-6061-0B41-C246-117EF2ABA30E}"/>
              </a:ext>
            </a:extLst>
          </p:cNvPr>
          <p:cNvSpPr>
            <a:spLocks/>
          </p:cNvSpPr>
          <p:nvPr/>
        </p:nvSpPr>
        <p:spPr bwMode="auto">
          <a:xfrm>
            <a:off x="6170613" y="4830763"/>
            <a:ext cx="7937" cy="6350"/>
          </a:xfrm>
          <a:custGeom>
            <a:avLst/>
            <a:gdLst>
              <a:gd name="T0" fmla="*/ 2147483646 w 50"/>
              <a:gd name="T1" fmla="*/ 2147483646 h 41"/>
              <a:gd name="T2" fmla="*/ 0 w 50"/>
              <a:gd name="T3" fmla="*/ 2147483646 h 41"/>
              <a:gd name="T4" fmla="*/ 2147483646 w 50"/>
              <a:gd name="T5" fmla="*/ 2147483646 h 41"/>
              <a:gd name="T6" fmla="*/ 2147483646 w 50"/>
              <a:gd name="T7" fmla="*/ 2147483646 h 41"/>
              <a:gd name="T8" fmla="*/ 2147483646 w 50"/>
              <a:gd name="T9" fmla="*/ 2147483646 h 41"/>
              <a:gd name="T10" fmla="*/ 2147483646 w 50"/>
              <a:gd name="T11" fmla="*/ 2147483646 h 41"/>
              <a:gd name="T12" fmla="*/ 2147483646 w 50"/>
              <a:gd name="T13" fmla="*/ 2147483646 h 41"/>
              <a:gd name="T14" fmla="*/ 2147483646 w 50"/>
              <a:gd name="T15" fmla="*/ 2147483646 h 41"/>
              <a:gd name="T16" fmla="*/ 2147483646 w 50"/>
              <a:gd name="T17" fmla="*/ 2147483646 h 41"/>
              <a:gd name="T18" fmla="*/ 2147483646 w 50"/>
              <a:gd name="T19" fmla="*/ 2147483646 h 41"/>
              <a:gd name="T20" fmla="*/ 2147483646 w 50"/>
              <a:gd name="T21" fmla="*/ 2147483646 h 41"/>
              <a:gd name="T22" fmla="*/ 2147483646 w 50"/>
              <a:gd name="T23" fmla="*/ 2147483646 h 41"/>
              <a:gd name="T24" fmla="*/ 2147483646 w 50"/>
              <a:gd name="T25" fmla="*/ 2147483646 h 41"/>
              <a:gd name="T26" fmla="*/ 2147483646 w 50"/>
              <a:gd name="T27" fmla="*/ 2147483646 h 41"/>
              <a:gd name="T28" fmla="*/ 2147483646 w 50"/>
              <a:gd name="T29" fmla="*/ 2147483646 h 41"/>
              <a:gd name="T30" fmla="*/ 2147483646 w 50"/>
              <a:gd name="T31" fmla="*/ 2147483646 h 41"/>
              <a:gd name="T32" fmla="*/ 2147483646 w 50"/>
              <a:gd name="T33" fmla="*/ 2147483646 h 41"/>
              <a:gd name="T34" fmla="*/ 2147483646 w 50"/>
              <a:gd name="T35" fmla="*/ 2147483646 h 41"/>
              <a:gd name="T36" fmla="*/ 2147483646 w 50"/>
              <a:gd name="T37" fmla="*/ 0 h 41"/>
              <a:gd name="T38" fmla="*/ 2147483646 w 50"/>
              <a:gd name="T39" fmla="*/ 0 h 41"/>
              <a:gd name="T40" fmla="*/ 2147483646 w 50"/>
              <a:gd name="T41" fmla="*/ 2147483646 h 41"/>
              <a:gd name="T42" fmla="*/ 2147483646 w 50"/>
              <a:gd name="T43" fmla="*/ 2147483646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0" h="41">
                <a:moveTo>
                  <a:pt x="17" y="7"/>
                </a:moveTo>
                <a:lnTo>
                  <a:pt x="0" y="29"/>
                </a:lnTo>
                <a:lnTo>
                  <a:pt x="1" y="32"/>
                </a:lnTo>
                <a:lnTo>
                  <a:pt x="4" y="37"/>
                </a:lnTo>
                <a:lnTo>
                  <a:pt x="10" y="41"/>
                </a:lnTo>
                <a:lnTo>
                  <a:pt x="20" y="41"/>
                </a:lnTo>
                <a:lnTo>
                  <a:pt x="26" y="40"/>
                </a:lnTo>
                <a:lnTo>
                  <a:pt x="32" y="40"/>
                </a:lnTo>
                <a:lnTo>
                  <a:pt x="39" y="40"/>
                </a:lnTo>
                <a:lnTo>
                  <a:pt x="44" y="40"/>
                </a:lnTo>
                <a:lnTo>
                  <a:pt x="47" y="38"/>
                </a:lnTo>
                <a:lnTo>
                  <a:pt x="49" y="36"/>
                </a:lnTo>
                <a:lnTo>
                  <a:pt x="50" y="30"/>
                </a:lnTo>
                <a:lnTo>
                  <a:pt x="48" y="23"/>
                </a:lnTo>
                <a:lnTo>
                  <a:pt x="45" y="15"/>
                </a:lnTo>
                <a:lnTo>
                  <a:pt x="43" y="9"/>
                </a:lnTo>
                <a:lnTo>
                  <a:pt x="40" y="5"/>
                </a:lnTo>
                <a:lnTo>
                  <a:pt x="36" y="1"/>
                </a:lnTo>
                <a:lnTo>
                  <a:pt x="33" y="0"/>
                </a:lnTo>
                <a:lnTo>
                  <a:pt x="29" y="0"/>
                </a:lnTo>
                <a:lnTo>
                  <a:pt x="23" y="3"/>
                </a:lnTo>
                <a:lnTo>
                  <a:pt x="17" y="7"/>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78" name="Freeform 1035">
            <a:extLst>
              <a:ext uri="{FF2B5EF4-FFF2-40B4-BE49-F238E27FC236}">
                <a16:creationId xmlns:a16="http://schemas.microsoft.com/office/drawing/2014/main" id="{8C269A6A-0CB8-4BF7-1941-76218F592646}"/>
              </a:ext>
            </a:extLst>
          </p:cNvPr>
          <p:cNvSpPr>
            <a:spLocks/>
          </p:cNvSpPr>
          <p:nvPr/>
        </p:nvSpPr>
        <p:spPr bwMode="auto">
          <a:xfrm>
            <a:off x="6170613" y="4830763"/>
            <a:ext cx="7937" cy="6350"/>
          </a:xfrm>
          <a:custGeom>
            <a:avLst/>
            <a:gdLst>
              <a:gd name="T0" fmla="*/ 2147483646 w 50"/>
              <a:gd name="T1" fmla="*/ 2147483646 h 41"/>
              <a:gd name="T2" fmla="*/ 0 w 50"/>
              <a:gd name="T3" fmla="*/ 2147483646 h 41"/>
              <a:gd name="T4" fmla="*/ 0 w 50"/>
              <a:gd name="T5" fmla="*/ 2147483646 h 41"/>
              <a:gd name="T6" fmla="*/ 2147483646 w 50"/>
              <a:gd name="T7" fmla="*/ 2147483646 h 41"/>
              <a:gd name="T8" fmla="*/ 2147483646 w 50"/>
              <a:gd name="T9" fmla="*/ 2147483646 h 41"/>
              <a:gd name="T10" fmla="*/ 2147483646 w 50"/>
              <a:gd name="T11" fmla="*/ 2147483646 h 41"/>
              <a:gd name="T12" fmla="*/ 2147483646 w 50"/>
              <a:gd name="T13" fmla="*/ 2147483646 h 41"/>
              <a:gd name="T14" fmla="*/ 2147483646 w 50"/>
              <a:gd name="T15" fmla="*/ 2147483646 h 41"/>
              <a:gd name="T16" fmla="*/ 2147483646 w 50"/>
              <a:gd name="T17" fmla="*/ 2147483646 h 41"/>
              <a:gd name="T18" fmla="*/ 2147483646 w 50"/>
              <a:gd name="T19" fmla="*/ 2147483646 h 41"/>
              <a:gd name="T20" fmla="*/ 2147483646 w 50"/>
              <a:gd name="T21" fmla="*/ 2147483646 h 41"/>
              <a:gd name="T22" fmla="*/ 2147483646 w 50"/>
              <a:gd name="T23" fmla="*/ 2147483646 h 41"/>
              <a:gd name="T24" fmla="*/ 2147483646 w 50"/>
              <a:gd name="T25" fmla="*/ 2147483646 h 41"/>
              <a:gd name="T26" fmla="*/ 2147483646 w 50"/>
              <a:gd name="T27" fmla="*/ 2147483646 h 41"/>
              <a:gd name="T28" fmla="*/ 2147483646 w 50"/>
              <a:gd name="T29" fmla="*/ 2147483646 h 41"/>
              <a:gd name="T30" fmla="*/ 2147483646 w 50"/>
              <a:gd name="T31" fmla="*/ 2147483646 h 41"/>
              <a:gd name="T32" fmla="*/ 2147483646 w 50"/>
              <a:gd name="T33" fmla="*/ 2147483646 h 41"/>
              <a:gd name="T34" fmla="*/ 2147483646 w 50"/>
              <a:gd name="T35" fmla="*/ 2147483646 h 41"/>
              <a:gd name="T36" fmla="*/ 2147483646 w 50"/>
              <a:gd name="T37" fmla="*/ 2147483646 h 41"/>
              <a:gd name="T38" fmla="*/ 2147483646 w 50"/>
              <a:gd name="T39" fmla="*/ 2147483646 h 41"/>
              <a:gd name="T40" fmla="*/ 2147483646 w 50"/>
              <a:gd name="T41" fmla="*/ 2147483646 h 41"/>
              <a:gd name="T42" fmla="*/ 2147483646 w 50"/>
              <a:gd name="T43" fmla="*/ 0 h 41"/>
              <a:gd name="T44" fmla="*/ 2147483646 w 50"/>
              <a:gd name="T45" fmla="*/ 0 h 41"/>
              <a:gd name="T46" fmla="*/ 2147483646 w 50"/>
              <a:gd name="T47" fmla="*/ 2147483646 h 41"/>
              <a:gd name="T48" fmla="*/ 2147483646 w 50"/>
              <a:gd name="T49" fmla="*/ 2147483646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41">
                <a:moveTo>
                  <a:pt x="17" y="7"/>
                </a:moveTo>
                <a:lnTo>
                  <a:pt x="0" y="29"/>
                </a:lnTo>
                <a:lnTo>
                  <a:pt x="1" y="32"/>
                </a:lnTo>
                <a:lnTo>
                  <a:pt x="4" y="37"/>
                </a:lnTo>
                <a:lnTo>
                  <a:pt x="10" y="41"/>
                </a:lnTo>
                <a:lnTo>
                  <a:pt x="20" y="41"/>
                </a:lnTo>
                <a:lnTo>
                  <a:pt x="26" y="40"/>
                </a:lnTo>
                <a:lnTo>
                  <a:pt x="32" y="40"/>
                </a:lnTo>
                <a:lnTo>
                  <a:pt x="39" y="40"/>
                </a:lnTo>
                <a:lnTo>
                  <a:pt x="44" y="40"/>
                </a:lnTo>
                <a:lnTo>
                  <a:pt x="47" y="38"/>
                </a:lnTo>
                <a:lnTo>
                  <a:pt x="49" y="36"/>
                </a:lnTo>
                <a:lnTo>
                  <a:pt x="50" y="30"/>
                </a:lnTo>
                <a:lnTo>
                  <a:pt x="48" y="23"/>
                </a:lnTo>
                <a:lnTo>
                  <a:pt x="45" y="15"/>
                </a:lnTo>
                <a:lnTo>
                  <a:pt x="43" y="9"/>
                </a:lnTo>
                <a:lnTo>
                  <a:pt x="40" y="5"/>
                </a:lnTo>
                <a:lnTo>
                  <a:pt x="36" y="1"/>
                </a:lnTo>
                <a:lnTo>
                  <a:pt x="33" y="0"/>
                </a:lnTo>
                <a:lnTo>
                  <a:pt x="29" y="0"/>
                </a:lnTo>
                <a:lnTo>
                  <a:pt x="23" y="3"/>
                </a:lnTo>
                <a:lnTo>
                  <a:pt x="17"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79" name="Freeform 1036">
            <a:extLst>
              <a:ext uri="{FF2B5EF4-FFF2-40B4-BE49-F238E27FC236}">
                <a16:creationId xmlns:a16="http://schemas.microsoft.com/office/drawing/2014/main" id="{EAC5034A-6D6A-B7B7-4A23-C0662B01F4A1}"/>
              </a:ext>
            </a:extLst>
          </p:cNvPr>
          <p:cNvSpPr>
            <a:spLocks/>
          </p:cNvSpPr>
          <p:nvPr/>
        </p:nvSpPr>
        <p:spPr bwMode="auto">
          <a:xfrm>
            <a:off x="6176963" y="4841875"/>
            <a:ext cx="4762" cy="3175"/>
          </a:xfrm>
          <a:custGeom>
            <a:avLst/>
            <a:gdLst>
              <a:gd name="T0" fmla="*/ 2147483646 w 28"/>
              <a:gd name="T1" fmla="*/ 0 h 20"/>
              <a:gd name="T2" fmla="*/ 2147483646 w 28"/>
              <a:gd name="T3" fmla="*/ 2147483646 h 20"/>
              <a:gd name="T4" fmla="*/ 2147483646 w 28"/>
              <a:gd name="T5" fmla="*/ 2147483646 h 20"/>
              <a:gd name="T6" fmla="*/ 2147483646 w 28"/>
              <a:gd name="T7" fmla="*/ 2147483646 h 20"/>
              <a:gd name="T8" fmla="*/ 2147483646 w 28"/>
              <a:gd name="T9" fmla="*/ 2147483646 h 20"/>
              <a:gd name="T10" fmla="*/ 2147483646 w 28"/>
              <a:gd name="T11" fmla="*/ 2147483646 h 20"/>
              <a:gd name="T12" fmla="*/ 2147483646 w 28"/>
              <a:gd name="T13" fmla="*/ 2147483646 h 20"/>
              <a:gd name="T14" fmla="*/ 2147483646 w 28"/>
              <a:gd name="T15" fmla="*/ 2147483646 h 20"/>
              <a:gd name="T16" fmla="*/ 2147483646 w 28"/>
              <a:gd name="T17" fmla="*/ 2147483646 h 20"/>
              <a:gd name="T18" fmla="*/ 2147483646 w 28"/>
              <a:gd name="T19" fmla="*/ 2147483646 h 20"/>
              <a:gd name="T20" fmla="*/ 2147483646 w 28"/>
              <a:gd name="T21" fmla="*/ 2147483646 h 20"/>
              <a:gd name="T22" fmla="*/ 2147483646 w 28"/>
              <a:gd name="T23" fmla="*/ 2147483646 h 20"/>
              <a:gd name="T24" fmla="*/ 0 w 28"/>
              <a:gd name="T25" fmla="*/ 2147483646 h 20"/>
              <a:gd name="T26" fmla="*/ 2147483646 w 28"/>
              <a:gd name="T27" fmla="*/ 2147483646 h 20"/>
              <a:gd name="T28" fmla="*/ 2147483646 w 28"/>
              <a:gd name="T29" fmla="*/ 2147483646 h 20"/>
              <a:gd name="T30" fmla="*/ 2147483646 w 28"/>
              <a:gd name="T31" fmla="*/ 2147483646 h 20"/>
              <a:gd name="T32" fmla="*/ 2147483646 w 28"/>
              <a:gd name="T33" fmla="*/ 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20">
                <a:moveTo>
                  <a:pt x="15" y="0"/>
                </a:moveTo>
                <a:lnTo>
                  <a:pt x="20" y="1"/>
                </a:lnTo>
                <a:lnTo>
                  <a:pt x="24" y="3"/>
                </a:lnTo>
                <a:lnTo>
                  <a:pt x="27" y="7"/>
                </a:lnTo>
                <a:lnTo>
                  <a:pt x="28" y="11"/>
                </a:lnTo>
                <a:lnTo>
                  <a:pt x="27" y="15"/>
                </a:lnTo>
                <a:lnTo>
                  <a:pt x="24" y="17"/>
                </a:lnTo>
                <a:lnTo>
                  <a:pt x="20" y="19"/>
                </a:lnTo>
                <a:lnTo>
                  <a:pt x="15" y="20"/>
                </a:lnTo>
                <a:lnTo>
                  <a:pt x="9" y="19"/>
                </a:lnTo>
                <a:lnTo>
                  <a:pt x="5" y="17"/>
                </a:lnTo>
                <a:lnTo>
                  <a:pt x="1" y="15"/>
                </a:lnTo>
                <a:lnTo>
                  <a:pt x="0" y="11"/>
                </a:lnTo>
                <a:lnTo>
                  <a:pt x="1" y="7"/>
                </a:lnTo>
                <a:lnTo>
                  <a:pt x="5" y="3"/>
                </a:lnTo>
                <a:lnTo>
                  <a:pt x="9" y="1"/>
                </a:lnTo>
                <a:lnTo>
                  <a:pt x="15"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80" name="Freeform 1037">
            <a:extLst>
              <a:ext uri="{FF2B5EF4-FFF2-40B4-BE49-F238E27FC236}">
                <a16:creationId xmlns:a16="http://schemas.microsoft.com/office/drawing/2014/main" id="{0365FA0F-1A3E-68B7-55B1-627FE0AB917C}"/>
              </a:ext>
            </a:extLst>
          </p:cNvPr>
          <p:cNvSpPr>
            <a:spLocks/>
          </p:cNvSpPr>
          <p:nvPr/>
        </p:nvSpPr>
        <p:spPr bwMode="auto">
          <a:xfrm>
            <a:off x="6176963" y="4841875"/>
            <a:ext cx="4762" cy="3175"/>
          </a:xfrm>
          <a:custGeom>
            <a:avLst/>
            <a:gdLst>
              <a:gd name="T0" fmla="*/ 2147483646 w 28"/>
              <a:gd name="T1" fmla="*/ 0 h 20"/>
              <a:gd name="T2" fmla="*/ 2147483646 w 28"/>
              <a:gd name="T3" fmla="*/ 0 h 20"/>
              <a:gd name="T4" fmla="*/ 2147483646 w 28"/>
              <a:gd name="T5" fmla="*/ 2147483646 h 20"/>
              <a:gd name="T6" fmla="*/ 2147483646 w 28"/>
              <a:gd name="T7" fmla="*/ 2147483646 h 20"/>
              <a:gd name="T8" fmla="*/ 2147483646 w 28"/>
              <a:gd name="T9" fmla="*/ 2147483646 h 20"/>
              <a:gd name="T10" fmla="*/ 2147483646 w 28"/>
              <a:gd name="T11" fmla="*/ 2147483646 h 20"/>
              <a:gd name="T12" fmla="*/ 2147483646 w 28"/>
              <a:gd name="T13" fmla="*/ 2147483646 h 20"/>
              <a:gd name="T14" fmla="*/ 2147483646 w 28"/>
              <a:gd name="T15" fmla="*/ 2147483646 h 20"/>
              <a:gd name="T16" fmla="*/ 2147483646 w 28"/>
              <a:gd name="T17" fmla="*/ 2147483646 h 20"/>
              <a:gd name="T18" fmla="*/ 2147483646 w 28"/>
              <a:gd name="T19" fmla="*/ 2147483646 h 20"/>
              <a:gd name="T20" fmla="*/ 2147483646 w 28"/>
              <a:gd name="T21" fmla="*/ 2147483646 h 20"/>
              <a:gd name="T22" fmla="*/ 2147483646 w 28"/>
              <a:gd name="T23" fmla="*/ 2147483646 h 20"/>
              <a:gd name="T24" fmla="*/ 2147483646 w 28"/>
              <a:gd name="T25" fmla="*/ 2147483646 h 20"/>
              <a:gd name="T26" fmla="*/ 2147483646 w 28"/>
              <a:gd name="T27" fmla="*/ 2147483646 h 20"/>
              <a:gd name="T28" fmla="*/ 2147483646 w 28"/>
              <a:gd name="T29" fmla="*/ 2147483646 h 20"/>
              <a:gd name="T30" fmla="*/ 0 w 28"/>
              <a:gd name="T31" fmla="*/ 2147483646 h 20"/>
              <a:gd name="T32" fmla="*/ 0 w 28"/>
              <a:gd name="T33" fmla="*/ 2147483646 h 20"/>
              <a:gd name="T34" fmla="*/ 2147483646 w 28"/>
              <a:gd name="T35" fmla="*/ 2147483646 h 20"/>
              <a:gd name="T36" fmla="*/ 2147483646 w 28"/>
              <a:gd name="T37" fmla="*/ 2147483646 h 20"/>
              <a:gd name="T38" fmla="*/ 2147483646 w 28"/>
              <a:gd name="T39" fmla="*/ 2147483646 h 20"/>
              <a:gd name="T40" fmla="*/ 2147483646 w 28"/>
              <a:gd name="T41" fmla="*/ 0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 h="20">
                <a:moveTo>
                  <a:pt x="15" y="0"/>
                </a:moveTo>
                <a:lnTo>
                  <a:pt x="15" y="0"/>
                </a:lnTo>
                <a:lnTo>
                  <a:pt x="20" y="1"/>
                </a:lnTo>
                <a:lnTo>
                  <a:pt x="24" y="3"/>
                </a:lnTo>
                <a:lnTo>
                  <a:pt x="27" y="7"/>
                </a:lnTo>
                <a:lnTo>
                  <a:pt x="28" y="11"/>
                </a:lnTo>
                <a:lnTo>
                  <a:pt x="27" y="15"/>
                </a:lnTo>
                <a:lnTo>
                  <a:pt x="24" y="17"/>
                </a:lnTo>
                <a:lnTo>
                  <a:pt x="20" y="19"/>
                </a:lnTo>
                <a:lnTo>
                  <a:pt x="15" y="20"/>
                </a:lnTo>
                <a:lnTo>
                  <a:pt x="9" y="19"/>
                </a:lnTo>
                <a:lnTo>
                  <a:pt x="5" y="17"/>
                </a:lnTo>
                <a:lnTo>
                  <a:pt x="1" y="15"/>
                </a:lnTo>
                <a:lnTo>
                  <a:pt x="0" y="11"/>
                </a:lnTo>
                <a:lnTo>
                  <a:pt x="1" y="7"/>
                </a:lnTo>
                <a:lnTo>
                  <a:pt x="5" y="3"/>
                </a:lnTo>
                <a:lnTo>
                  <a:pt x="9" y="1"/>
                </a:lnTo>
                <a:lnTo>
                  <a:pt x="1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81" name="Freeform 1038">
            <a:extLst>
              <a:ext uri="{FF2B5EF4-FFF2-40B4-BE49-F238E27FC236}">
                <a16:creationId xmlns:a16="http://schemas.microsoft.com/office/drawing/2014/main" id="{61727CEB-1F03-6FA7-8803-26AE663E1508}"/>
              </a:ext>
            </a:extLst>
          </p:cNvPr>
          <p:cNvSpPr>
            <a:spLocks/>
          </p:cNvSpPr>
          <p:nvPr/>
        </p:nvSpPr>
        <p:spPr bwMode="auto">
          <a:xfrm>
            <a:off x="6318250" y="4859338"/>
            <a:ext cx="4763" cy="3175"/>
          </a:xfrm>
          <a:custGeom>
            <a:avLst/>
            <a:gdLst>
              <a:gd name="T0" fmla="*/ 0 w 22"/>
              <a:gd name="T1" fmla="*/ 2147483646 h 19"/>
              <a:gd name="T2" fmla="*/ 2147483646 w 22"/>
              <a:gd name="T3" fmla="*/ 0 h 19"/>
              <a:gd name="T4" fmla="*/ 2147483646 w 22"/>
              <a:gd name="T5" fmla="*/ 2147483646 h 19"/>
              <a:gd name="T6" fmla="*/ 2147483646 w 22"/>
              <a:gd name="T7" fmla="*/ 2147483646 h 19"/>
              <a:gd name="T8" fmla="*/ 2147483646 w 22"/>
              <a:gd name="T9" fmla="*/ 2147483646 h 19"/>
              <a:gd name="T10" fmla="*/ 2147483646 w 22"/>
              <a:gd name="T11" fmla="*/ 2147483646 h 19"/>
              <a:gd name="T12" fmla="*/ 0 w 22"/>
              <a:gd name="T13" fmla="*/ 2147483646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 h="19">
                <a:moveTo>
                  <a:pt x="0" y="19"/>
                </a:moveTo>
                <a:lnTo>
                  <a:pt x="3" y="0"/>
                </a:lnTo>
                <a:lnTo>
                  <a:pt x="22" y="8"/>
                </a:lnTo>
                <a:lnTo>
                  <a:pt x="21" y="10"/>
                </a:lnTo>
                <a:lnTo>
                  <a:pt x="16" y="13"/>
                </a:lnTo>
                <a:lnTo>
                  <a:pt x="9" y="17"/>
                </a:lnTo>
                <a:lnTo>
                  <a:pt x="0" y="19"/>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82" name="Freeform 1039">
            <a:extLst>
              <a:ext uri="{FF2B5EF4-FFF2-40B4-BE49-F238E27FC236}">
                <a16:creationId xmlns:a16="http://schemas.microsoft.com/office/drawing/2014/main" id="{F722B0C4-F978-A716-1A77-BDA364B738B7}"/>
              </a:ext>
            </a:extLst>
          </p:cNvPr>
          <p:cNvSpPr>
            <a:spLocks/>
          </p:cNvSpPr>
          <p:nvPr/>
        </p:nvSpPr>
        <p:spPr bwMode="auto">
          <a:xfrm>
            <a:off x="6318250" y="4859338"/>
            <a:ext cx="4763" cy="3175"/>
          </a:xfrm>
          <a:custGeom>
            <a:avLst/>
            <a:gdLst>
              <a:gd name="T0" fmla="*/ 0 w 22"/>
              <a:gd name="T1" fmla="*/ 2147483646 h 19"/>
              <a:gd name="T2" fmla="*/ 2147483646 w 22"/>
              <a:gd name="T3" fmla="*/ 0 h 19"/>
              <a:gd name="T4" fmla="*/ 2147483646 w 22"/>
              <a:gd name="T5" fmla="*/ 2147483646 h 19"/>
              <a:gd name="T6" fmla="*/ 2147483646 w 22"/>
              <a:gd name="T7" fmla="*/ 2147483646 h 19"/>
              <a:gd name="T8" fmla="*/ 2147483646 w 22"/>
              <a:gd name="T9" fmla="*/ 2147483646 h 19"/>
              <a:gd name="T10" fmla="*/ 2147483646 w 22"/>
              <a:gd name="T11" fmla="*/ 2147483646 h 19"/>
              <a:gd name="T12" fmla="*/ 2147483646 w 22"/>
              <a:gd name="T13" fmla="*/ 2147483646 h 19"/>
              <a:gd name="T14" fmla="*/ 0 w 22"/>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 h="19">
                <a:moveTo>
                  <a:pt x="0" y="19"/>
                </a:moveTo>
                <a:lnTo>
                  <a:pt x="3" y="0"/>
                </a:lnTo>
                <a:lnTo>
                  <a:pt x="22" y="8"/>
                </a:lnTo>
                <a:lnTo>
                  <a:pt x="21" y="10"/>
                </a:lnTo>
                <a:lnTo>
                  <a:pt x="16" y="13"/>
                </a:lnTo>
                <a:lnTo>
                  <a:pt x="9" y="17"/>
                </a:lnTo>
                <a:lnTo>
                  <a:pt x="0" y="1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83" name="Freeform 1040">
            <a:extLst>
              <a:ext uri="{FF2B5EF4-FFF2-40B4-BE49-F238E27FC236}">
                <a16:creationId xmlns:a16="http://schemas.microsoft.com/office/drawing/2014/main" id="{654CBD09-5762-A787-D875-2D7B8AF89E0E}"/>
              </a:ext>
            </a:extLst>
          </p:cNvPr>
          <p:cNvSpPr>
            <a:spLocks/>
          </p:cNvSpPr>
          <p:nvPr/>
        </p:nvSpPr>
        <p:spPr bwMode="auto">
          <a:xfrm>
            <a:off x="6359525" y="4841875"/>
            <a:ext cx="4763" cy="4763"/>
          </a:xfrm>
          <a:custGeom>
            <a:avLst/>
            <a:gdLst>
              <a:gd name="T0" fmla="*/ 2147483646 w 28"/>
              <a:gd name="T1" fmla="*/ 2147483646 h 31"/>
              <a:gd name="T2" fmla="*/ 2147483646 w 28"/>
              <a:gd name="T3" fmla="*/ 2147483646 h 31"/>
              <a:gd name="T4" fmla="*/ 2147483646 w 28"/>
              <a:gd name="T5" fmla="*/ 2147483646 h 31"/>
              <a:gd name="T6" fmla="*/ 2147483646 w 28"/>
              <a:gd name="T7" fmla="*/ 2147483646 h 31"/>
              <a:gd name="T8" fmla="*/ 2147483646 w 28"/>
              <a:gd name="T9" fmla="*/ 2147483646 h 31"/>
              <a:gd name="T10" fmla="*/ 2147483646 w 28"/>
              <a:gd name="T11" fmla="*/ 2147483646 h 31"/>
              <a:gd name="T12" fmla="*/ 2147483646 w 28"/>
              <a:gd name="T13" fmla="*/ 2147483646 h 31"/>
              <a:gd name="T14" fmla="*/ 2147483646 w 28"/>
              <a:gd name="T15" fmla="*/ 2147483646 h 31"/>
              <a:gd name="T16" fmla="*/ 2147483646 w 28"/>
              <a:gd name="T17" fmla="*/ 2147483646 h 31"/>
              <a:gd name="T18" fmla="*/ 2147483646 w 28"/>
              <a:gd name="T19" fmla="*/ 2147483646 h 31"/>
              <a:gd name="T20" fmla="*/ 0 w 28"/>
              <a:gd name="T21" fmla="*/ 2147483646 h 31"/>
              <a:gd name="T22" fmla="*/ 2147483646 w 28"/>
              <a:gd name="T23" fmla="*/ 2147483646 h 31"/>
              <a:gd name="T24" fmla="*/ 2147483646 w 28"/>
              <a:gd name="T25" fmla="*/ 2147483646 h 31"/>
              <a:gd name="T26" fmla="*/ 2147483646 w 28"/>
              <a:gd name="T27" fmla="*/ 2147483646 h 31"/>
              <a:gd name="T28" fmla="*/ 2147483646 w 28"/>
              <a:gd name="T29" fmla="*/ 0 h 31"/>
              <a:gd name="T30" fmla="*/ 2147483646 w 28"/>
              <a:gd name="T31" fmla="*/ 2147483646 h 31"/>
              <a:gd name="T32" fmla="*/ 2147483646 w 28"/>
              <a:gd name="T33" fmla="*/ 2147483646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31">
                <a:moveTo>
                  <a:pt x="28" y="5"/>
                </a:moveTo>
                <a:lnTo>
                  <a:pt x="28" y="10"/>
                </a:lnTo>
                <a:lnTo>
                  <a:pt x="25" y="14"/>
                </a:lnTo>
                <a:lnTo>
                  <a:pt x="20" y="18"/>
                </a:lnTo>
                <a:lnTo>
                  <a:pt x="14" y="22"/>
                </a:lnTo>
                <a:lnTo>
                  <a:pt x="8" y="25"/>
                </a:lnTo>
                <a:lnTo>
                  <a:pt x="4" y="28"/>
                </a:lnTo>
                <a:lnTo>
                  <a:pt x="3" y="30"/>
                </a:lnTo>
                <a:lnTo>
                  <a:pt x="6" y="31"/>
                </a:lnTo>
                <a:lnTo>
                  <a:pt x="1" y="27"/>
                </a:lnTo>
                <a:lnTo>
                  <a:pt x="0" y="22"/>
                </a:lnTo>
                <a:lnTo>
                  <a:pt x="2" y="16"/>
                </a:lnTo>
                <a:lnTo>
                  <a:pt x="6" y="9"/>
                </a:lnTo>
                <a:lnTo>
                  <a:pt x="12" y="3"/>
                </a:lnTo>
                <a:lnTo>
                  <a:pt x="18" y="0"/>
                </a:lnTo>
                <a:lnTo>
                  <a:pt x="23" y="1"/>
                </a:lnTo>
                <a:lnTo>
                  <a:pt x="28" y="5"/>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84" name="Freeform 1041">
            <a:extLst>
              <a:ext uri="{FF2B5EF4-FFF2-40B4-BE49-F238E27FC236}">
                <a16:creationId xmlns:a16="http://schemas.microsoft.com/office/drawing/2014/main" id="{C2C313DF-308D-91D5-B4F9-C476F458E99A}"/>
              </a:ext>
            </a:extLst>
          </p:cNvPr>
          <p:cNvSpPr>
            <a:spLocks/>
          </p:cNvSpPr>
          <p:nvPr/>
        </p:nvSpPr>
        <p:spPr bwMode="auto">
          <a:xfrm>
            <a:off x="6359525" y="4841875"/>
            <a:ext cx="4763" cy="4763"/>
          </a:xfrm>
          <a:custGeom>
            <a:avLst/>
            <a:gdLst>
              <a:gd name="T0" fmla="*/ 2147483646 w 28"/>
              <a:gd name="T1" fmla="*/ 2147483646 h 31"/>
              <a:gd name="T2" fmla="*/ 2147483646 w 28"/>
              <a:gd name="T3" fmla="*/ 2147483646 h 31"/>
              <a:gd name="T4" fmla="*/ 2147483646 w 28"/>
              <a:gd name="T5" fmla="*/ 2147483646 h 31"/>
              <a:gd name="T6" fmla="*/ 2147483646 w 28"/>
              <a:gd name="T7" fmla="*/ 2147483646 h 31"/>
              <a:gd name="T8" fmla="*/ 2147483646 w 28"/>
              <a:gd name="T9" fmla="*/ 2147483646 h 31"/>
              <a:gd name="T10" fmla="*/ 2147483646 w 28"/>
              <a:gd name="T11" fmla="*/ 2147483646 h 31"/>
              <a:gd name="T12" fmla="*/ 2147483646 w 28"/>
              <a:gd name="T13" fmla="*/ 2147483646 h 31"/>
              <a:gd name="T14" fmla="*/ 2147483646 w 28"/>
              <a:gd name="T15" fmla="*/ 2147483646 h 31"/>
              <a:gd name="T16" fmla="*/ 2147483646 w 28"/>
              <a:gd name="T17" fmla="*/ 2147483646 h 31"/>
              <a:gd name="T18" fmla="*/ 2147483646 w 28"/>
              <a:gd name="T19" fmla="*/ 2147483646 h 31"/>
              <a:gd name="T20" fmla="*/ 2147483646 w 28"/>
              <a:gd name="T21" fmla="*/ 2147483646 h 31"/>
              <a:gd name="T22" fmla="*/ 2147483646 w 28"/>
              <a:gd name="T23" fmla="*/ 2147483646 h 31"/>
              <a:gd name="T24" fmla="*/ 0 w 28"/>
              <a:gd name="T25" fmla="*/ 2147483646 h 31"/>
              <a:gd name="T26" fmla="*/ 2147483646 w 28"/>
              <a:gd name="T27" fmla="*/ 2147483646 h 31"/>
              <a:gd name="T28" fmla="*/ 2147483646 w 28"/>
              <a:gd name="T29" fmla="*/ 2147483646 h 31"/>
              <a:gd name="T30" fmla="*/ 2147483646 w 28"/>
              <a:gd name="T31" fmla="*/ 2147483646 h 31"/>
              <a:gd name="T32" fmla="*/ 2147483646 w 28"/>
              <a:gd name="T33" fmla="*/ 0 h 31"/>
              <a:gd name="T34" fmla="*/ 2147483646 w 28"/>
              <a:gd name="T35" fmla="*/ 2147483646 h 31"/>
              <a:gd name="T36" fmla="*/ 2147483646 w 28"/>
              <a:gd name="T37" fmla="*/ 214748364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8" h="31">
                <a:moveTo>
                  <a:pt x="28" y="5"/>
                </a:moveTo>
                <a:lnTo>
                  <a:pt x="28" y="5"/>
                </a:lnTo>
                <a:lnTo>
                  <a:pt x="28" y="10"/>
                </a:lnTo>
                <a:lnTo>
                  <a:pt x="25" y="14"/>
                </a:lnTo>
                <a:lnTo>
                  <a:pt x="20" y="18"/>
                </a:lnTo>
                <a:lnTo>
                  <a:pt x="14" y="22"/>
                </a:lnTo>
                <a:lnTo>
                  <a:pt x="8" y="25"/>
                </a:lnTo>
                <a:lnTo>
                  <a:pt x="4" y="28"/>
                </a:lnTo>
                <a:lnTo>
                  <a:pt x="3" y="30"/>
                </a:lnTo>
                <a:lnTo>
                  <a:pt x="6" y="31"/>
                </a:lnTo>
                <a:lnTo>
                  <a:pt x="1" y="27"/>
                </a:lnTo>
                <a:lnTo>
                  <a:pt x="0" y="22"/>
                </a:lnTo>
                <a:lnTo>
                  <a:pt x="2" y="16"/>
                </a:lnTo>
                <a:lnTo>
                  <a:pt x="6" y="9"/>
                </a:lnTo>
                <a:lnTo>
                  <a:pt x="12" y="3"/>
                </a:lnTo>
                <a:lnTo>
                  <a:pt x="18" y="0"/>
                </a:lnTo>
                <a:lnTo>
                  <a:pt x="23" y="1"/>
                </a:lnTo>
                <a:lnTo>
                  <a:pt x="28" y="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85" name="Freeform 1042">
            <a:extLst>
              <a:ext uri="{FF2B5EF4-FFF2-40B4-BE49-F238E27FC236}">
                <a16:creationId xmlns:a16="http://schemas.microsoft.com/office/drawing/2014/main" id="{1B80E759-BAC2-F9BF-622E-E5620448FF70}"/>
              </a:ext>
            </a:extLst>
          </p:cNvPr>
          <p:cNvSpPr>
            <a:spLocks/>
          </p:cNvSpPr>
          <p:nvPr/>
        </p:nvSpPr>
        <p:spPr bwMode="auto">
          <a:xfrm>
            <a:off x="6407150" y="5237163"/>
            <a:ext cx="241300" cy="204787"/>
          </a:xfrm>
          <a:custGeom>
            <a:avLst/>
            <a:gdLst>
              <a:gd name="T0" fmla="*/ 2147483646 w 1452"/>
              <a:gd name="T1" fmla="*/ 2147483646 h 1377"/>
              <a:gd name="T2" fmla="*/ 2147483646 w 1452"/>
              <a:gd name="T3" fmla="*/ 2147483646 h 1377"/>
              <a:gd name="T4" fmla="*/ 2147483646 w 1452"/>
              <a:gd name="T5" fmla="*/ 2147483646 h 1377"/>
              <a:gd name="T6" fmla="*/ 2147483646 w 1452"/>
              <a:gd name="T7" fmla="*/ 2147483646 h 1377"/>
              <a:gd name="T8" fmla="*/ 2147483646 w 1452"/>
              <a:gd name="T9" fmla="*/ 2147483646 h 1377"/>
              <a:gd name="T10" fmla="*/ 2147483646 w 1452"/>
              <a:gd name="T11" fmla="*/ 2147483646 h 1377"/>
              <a:gd name="T12" fmla="*/ 2147483646 w 1452"/>
              <a:gd name="T13" fmla="*/ 2147483646 h 1377"/>
              <a:gd name="T14" fmla="*/ 2147483646 w 1452"/>
              <a:gd name="T15" fmla="*/ 2147483646 h 1377"/>
              <a:gd name="T16" fmla="*/ 2147483646 w 1452"/>
              <a:gd name="T17" fmla="*/ 2147483646 h 1377"/>
              <a:gd name="T18" fmla="*/ 2147483646 w 1452"/>
              <a:gd name="T19" fmla="*/ 2147483646 h 1377"/>
              <a:gd name="T20" fmla="*/ 2147483646 w 1452"/>
              <a:gd name="T21" fmla="*/ 2147483646 h 1377"/>
              <a:gd name="T22" fmla="*/ 2147483646 w 1452"/>
              <a:gd name="T23" fmla="*/ 2147483646 h 1377"/>
              <a:gd name="T24" fmla="*/ 2147483646 w 1452"/>
              <a:gd name="T25" fmla="*/ 2147483646 h 1377"/>
              <a:gd name="T26" fmla="*/ 2147483646 w 1452"/>
              <a:gd name="T27" fmla="*/ 2147483646 h 1377"/>
              <a:gd name="T28" fmla="*/ 2147483646 w 1452"/>
              <a:gd name="T29" fmla="*/ 2147483646 h 1377"/>
              <a:gd name="T30" fmla="*/ 2147483646 w 1452"/>
              <a:gd name="T31" fmla="*/ 2147483646 h 1377"/>
              <a:gd name="T32" fmla="*/ 2147483646 w 1452"/>
              <a:gd name="T33" fmla="*/ 2147483646 h 1377"/>
              <a:gd name="T34" fmla="*/ 2147483646 w 1452"/>
              <a:gd name="T35" fmla="*/ 2147483646 h 1377"/>
              <a:gd name="T36" fmla="*/ 2147483646 w 1452"/>
              <a:gd name="T37" fmla="*/ 2147483646 h 1377"/>
              <a:gd name="T38" fmla="*/ 2147483646 w 1452"/>
              <a:gd name="T39" fmla="*/ 2147483646 h 1377"/>
              <a:gd name="T40" fmla="*/ 2147483646 w 1452"/>
              <a:gd name="T41" fmla="*/ 2147483646 h 1377"/>
              <a:gd name="T42" fmla="*/ 2147483646 w 1452"/>
              <a:gd name="T43" fmla="*/ 2147483646 h 1377"/>
              <a:gd name="T44" fmla="*/ 2147483646 w 1452"/>
              <a:gd name="T45" fmla="*/ 2147483646 h 1377"/>
              <a:gd name="T46" fmla="*/ 2147483646 w 1452"/>
              <a:gd name="T47" fmla="*/ 2147483646 h 1377"/>
              <a:gd name="T48" fmla="*/ 2147483646 w 1452"/>
              <a:gd name="T49" fmla="*/ 2147483646 h 1377"/>
              <a:gd name="T50" fmla="*/ 2147483646 w 1452"/>
              <a:gd name="T51" fmla="*/ 2147483646 h 1377"/>
              <a:gd name="T52" fmla="*/ 2147483646 w 1452"/>
              <a:gd name="T53" fmla="*/ 2147483646 h 1377"/>
              <a:gd name="T54" fmla="*/ 2147483646 w 1452"/>
              <a:gd name="T55" fmla="*/ 2147483646 h 1377"/>
              <a:gd name="T56" fmla="*/ 2147483646 w 1452"/>
              <a:gd name="T57" fmla="*/ 2147483646 h 1377"/>
              <a:gd name="T58" fmla="*/ 2147483646 w 1452"/>
              <a:gd name="T59" fmla="*/ 2147483646 h 1377"/>
              <a:gd name="T60" fmla="*/ 2147483646 w 1452"/>
              <a:gd name="T61" fmla="*/ 2147483646 h 1377"/>
              <a:gd name="T62" fmla="*/ 2147483646 w 1452"/>
              <a:gd name="T63" fmla="*/ 2147483646 h 1377"/>
              <a:gd name="T64" fmla="*/ 2147483646 w 1452"/>
              <a:gd name="T65" fmla="*/ 2147483646 h 1377"/>
              <a:gd name="T66" fmla="*/ 2147483646 w 1452"/>
              <a:gd name="T67" fmla="*/ 2147483646 h 1377"/>
              <a:gd name="T68" fmla="*/ 2147483646 w 1452"/>
              <a:gd name="T69" fmla="*/ 2147483646 h 1377"/>
              <a:gd name="T70" fmla="*/ 2147483646 w 1452"/>
              <a:gd name="T71" fmla="*/ 2147483646 h 1377"/>
              <a:gd name="T72" fmla="*/ 2147483646 w 1452"/>
              <a:gd name="T73" fmla="*/ 2147483646 h 1377"/>
              <a:gd name="T74" fmla="*/ 2147483646 w 1452"/>
              <a:gd name="T75" fmla="*/ 2147483646 h 1377"/>
              <a:gd name="T76" fmla="*/ 2147483646 w 1452"/>
              <a:gd name="T77" fmla="*/ 2147483646 h 1377"/>
              <a:gd name="T78" fmla="*/ 2147483646 w 1452"/>
              <a:gd name="T79" fmla="*/ 2147483646 h 1377"/>
              <a:gd name="T80" fmla="*/ 2147483646 w 1452"/>
              <a:gd name="T81" fmla="*/ 2147483646 h 1377"/>
              <a:gd name="T82" fmla="*/ 2147483646 w 1452"/>
              <a:gd name="T83" fmla="*/ 2147483646 h 1377"/>
              <a:gd name="T84" fmla="*/ 2147483646 w 1452"/>
              <a:gd name="T85" fmla="*/ 2147483646 h 1377"/>
              <a:gd name="T86" fmla="*/ 2147483646 w 1452"/>
              <a:gd name="T87" fmla="*/ 2147483646 h 1377"/>
              <a:gd name="T88" fmla="*/ 2147483646 w 1452"/>
              <a:gd name="T89" fmla="*/ 2147483646 h 1377"/>
              <a:gd name="T90" fmla="*/ 2147483646 w 1452"/>
              <a:gd name="T91" fmla="*/ 2147483646 h 1377"/>
              <a:gd name="T92" fmla="*/ 2147483646 w 1452"/>
              <a:gd name="T93" fmla="*/ 2147483646 h 1377"/>
              <a:gd name="T94" fmla="*/ 2147483646 w 1452"/>
              <a:gd name="T95" fmla="*/ 2147483646 h 1377"/>
              <a:gd name="T96" fmla="*/ 2147483646 w 1452"/>
              <a:gd name="T97" fmla="*/ 2147483646 h 1377"/>
              <a:gd name="T98" fmla="*/ 2147483646 w 1452"/>
              <a:gd name="T99" fmla="*/ 2147483646 h 1377"/>
              <a:gd name="T100" fmla="*/ 2147483646 w 1452"/>
              <a:gd name="T101" fmla="*/ 2147483646 h 1377"/>
              <a:gd name="T102" fmla="*/ 2147483646 w 1452"/>
              <a:gd name="T103" fmla="*/ 2147483646 h 1377"/>
              <a:gd name="T104" fmla="*/ 2147483646 w 1452"/>
              <a:gd name="T105" fmla="*/ 2147483646 h 1377"/>
              <a:gd name="T106" fmla="*/ 2147483646 w 1452"/>
              <a:gd name="T107" fmla="*/ 2147483646 h 1377"/>
              <a:gd name="T108" fmla="*/ 2147483646 w 1452"/>
              <a:gd name="T109" fmla="*/ 2147483646 h 1377"/>
              <a:gd name="T110" fmla="*/ 2147483646 w 1452"/>
              <a:gd name="T111" fmla="*/ 2147483646 h 1377"/>
              <a:gd name="T112" fmla="*/ 2147483646 w 1452"/>
              <a:gd name="T113" fmla="*/ 2147483646 h 1377"/>
              <a:gd name="T114" fmla="*/ 2147483646 w 1452"/>
              <a:gd name="T115" fmla="*/ 2147483646 h 1377"/>
              <a:gd name="T116" fmla="*/ 2147483646 w 1452"/>
              <a:gd name="T117" fmla="*/ 2147483646 h 1377"/>
              <a:gd name="T118" fmla="*/ 2147483646 w 1452"/>
              <a:gd name="T119" fmla="*/ 2147483646 h 1377"/>
              <a:gd name="T120" fmla="*/ 2147483646 w 1452"/>
              <a:gd name="T121" fmla="*/ 2147483646 h 13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52" h="1377">
                <a:moveTo>
                  <a:pt x="1248" y="208"/>
                </a:moveTo>
                <a:lnTo>
                  <a:pt x="1256" y="218"/>
                </a:lnTo>
                <a:lnTo>
                  <a:pt x="1262" y="227"/>
                </a:lnTo>
                <a:lnTo>
                  <a:pt x="1269" y="236"/>
                </a:lnTo>
                <a:lnTo>
                  <a:pt x="1274" y="245"/>
                </a:lnTo>
                <a:lnTo>
                  <a:pt x="1279" y="253"/>
                </a:lnTo>
                <a:lnTo>
                  <a:pt x="1283" y="262"/>
                </a:lnTo>
                <a:lnTo>
                  <a:pt x="1286" y="270"/>
                </a:lnTo>
                <a:lnTo>
                  <a:pt x="1287" y="277"/>
                </a:lnTo>
                <a:lnTo>
                  <a:pt x="1288" y="290"/>
                </a:lnTo>
                <a:lnTo>
                  <a:pt x="1288" y="304"/>
                </a:lnTo>
                <a:lnTo>
                  <a:pt x="1289" y="318"/>
                </a:lnTo>
                <a:lnTo>
                  <a:pt x="1290" y="330"/>
                </a:lnTo>
                <a:lnTo>
                  <a:pt x="1290" y="340"/>
                </a:lnTo>
                <a:lnTo>
                  <a:pt x="1291" y="349"/>
                </a:lnTo>
                <a:lnTo>
                  <a:pt x="1291" y="354"/>
                </a:lnTo>
                <a:lnTo>
                  <a:pt x="1291" y="356"/>
                </a:lnTo>
                <a:lnTo>
                  <a:pt x="1353" y="401"/>
                </a:lnTo>
                <a:lnTo>
                  <a:pt x="1353" y="402"/>
                </a:lnTo>
                <a:lnTo>
                  <a:pt x="1351" y="404"/>
                </a:lnTo>
                <a:lnTo>
                  <a:pt x="1353" y="408"/>
                </a:lnTo>
                <a:lnTo>
                  <a:pt x="1354" y="413"/>
                </a:lnTo>
                <a:lnTo>
                  <a:pt x="1356" y="422"/>
                </a:lnTo>
                <a:lnTo>
                  <a:pt x="1359" y="433"/>
                </a:lnTo>
                <a:lnTo>
                  <a:pt x="1363" y="446"/>
                </a:lnTo>
                <a:lnTo>
                  <a:pt x="1368" y="458"/>
                </a:lnTo>
                <a:lnTo>
                  <a:pt x="1373" y="467"/>
                </a:lnTo>
                <a:lnTo>
                  <a:pt x="1378" y="474"/>
                </a:lnTo>
                <a:lnTo>
                  <a:pt x="1383" y="479"/>
                </a:lnTo>
                <a:lnTo>
                  <a:pt x="1387" y="482"/>
                </a:lnTo>
                <a:lnTo>
                  <a:pt x="1390" y="486"/>
                </a:lnTo>
                <a:lnTo>
                  <a:pt x="1392" y="491"/>
                </a:lnTo>
                <a:lnTo>
                  <a:pt x="1393" y="497"/>
                </a:lnTo>
                <a:lnTo>
                  <a:pt x="1394" y="504"/>
                </a:lnTo>
                <a:lnTo>
                  <a:pt x="1396" y="512"/>
                </a:lnTo>
                <a:lnTo>
                  <a:pt x="1399" y="522"/>
                </a:lnTo>
                <a:lnTo>
                  <a:pt x="1404" y="531"/>
                </a:lnTo>
                <a:lnTo>
                  <a:pt x="1407" y="540"/>
                </a:lnTo>
                <a:lnTo>
                  <a:pt x="1409" y="549"/>
                </a:lnTo>
                <a:lnTo>
                  <a:pt x="1410" y="557"/>
                </a:lnTo>
                <a:lnTo>
                  <a:pt x="1410" y="564"/>
                </a:lnTo>
                <a:lnTo>
                  <a:pt x="1410" y="569"/>
                </a:lnTo>
                <a:lnTo>
                  <a:pt x="1411" y="574"/>
                </a:lnTo>
                <a:lnTo>
                  <a:pt x="1414" y="580"/>
                </a:lnTo>
                <a:lnTo>
                  <a:pt x="1417" y="586"/>
                </a:lnTo>
                <a:lnTo>
                  <a:pt x="1422" y="594"/>
                </a:lnTo>
                <a:lnTo>
                  <a:pt x="1427" y="601"/>
                </a:lnTo>
                <a:lnTo>
                  <a:pt x="1432" y="609"/>
                </a:lnTo>
                <a:lnTo>
                  <a:pt x="1438" y="616"/>
                </a:lnTo>
                <a:lnTo>
                  <a:pt x="1419" y="623"/>
                </a:lnTo>
                <a:lnTo>
                  <a:pt x="1396" y="633"/>
                </a:lnTo>
                <a:lnTo>
                  <a:pt x="1372" y="646"/>
                </a:lnTo>
                <a:lnTo>
                  <a:pt x="1348" y="661"/>
                </a:lnTo>
                <a:lnTo>
                  <a:pt x="1329" y="677"/>
                </a:lnTo>
                <a:lnTo>
                  <a:pt x="1317" y="693"/>
                </a:lnTo>
                <a:lnTo>
                  <a:pt x="1314" y="708"/>
                </a:lnTo>
                <a:lnTo>
                  <a:pt x="1322" y="722"/>
                </a:lnTo>
                <a:lnTo>
                  <a:pt x="1328" y="731"/>
                </a:lnTo>
                <a:lnTo>
                  <a:pt x="1335" y="741"/>
                </a:lnTo>
                <a:lnTo>
                  <a:pt x="1343" y="752"/>
                </a:lnTo>
                <a:lnTo>
                  <a:pt x="1354" y="761"/>
                </a:lnTo>
                <a:lnTo>
                  <a:pt x="1365" y="768"/>
                </a:lnTo>
                <a:lnTo>
                  <a:pt x="1378" y="773"/>
                </a:lnTo>
                <a:lnTo>
                  <a:pt x="1393" y="771"/>
                </a:lnTo>
                <a:lnTo>
                  <a:pt x="1411" y="761"/>
                </a:lnTo>
                <a:lnTo>
                  <a:pt x="1418" y="762"/>
                </a:lnTo>
                <a:lnTo>
                  <a:pt x="1427" y="767"/>
                </a:lnTo>
                <a:lnTo>
                  <a:pt x="1435" y="774"/>
                </a:lnTo>
                <a:lnTo>
                  <a:pt x="1443" y="783"/>
                </a:lnTo>
                <a:lnTo>
                  <a:pt x="1449" y="793"/>
                </a:lnTo>
                <a:lnTo>
                  <a:pt x="1452" y="805"/>
                </a:lnTo>
                <a:lnTo>
                  <a:pt x="1449" y="818"/>
                </a:lnTo>
                <a:lnTo>
                  <a:pt x="1442" y="832"/>
                </a:lnTo>
                <a:lnTo>
                  <a:pt x="1434" y="844"/>
                </a:lnTo>
                <a:lnTo>
                  <a:pt x="1431" y="855"/>
                </a:lnTo>
                <a:lnTo>
                  <a:pt x="1429" y="863"/>
                </a:lnTo>
                <a:lnTo>
                  <a:pt x="1429" y="871"/>
                </a:lnTo>
                <a:lnTo>
                  <a:pt x="1428" y="877"/>
                </a:lnTo>
                <a:lnTo>
                  <a:pt x="1425" y="881"/>
                </a:lnTo>
                <a:lnTo>
                  <a:pt x="1419" y="885"/>
                </a:lnTo>
                <a:lnTo>
                  <a:pt x="1407" y="888"/>
                </a:lnTo>
                <a:lnTo>
                  <a:pt x="1392" y="890"/>
                </a:lnTo>
                <a:lnTo>
                  <a:pt x="1379" y="889"/>
                </a:lnTo>
                <a:lnTo>
                  <a:pt x="1367" y="887"/>
                </a:lnTo>
                <a:lnTo>
                  <a:pt x="1356" y="886"/>
                </a:lnTo>
                <a:lnTo>
                  <a:pt x="1346" y="885"/>
                </a:lnTo>
                <a:lnTo>
                  <a:pt x="1338" y="885"/>
                </a:lnTo>
                <a:lnTo>
                  <a:pt x="1332" y="889"/>
                </a:lnTo>
                <a:lnTo>
                  <a:pt x="1328" y="896"/>
                </a:lnTo>
                <a:lnTo>
                  <a:pt x="1326" y="907"/>
                </a:lnTo>
                <a:lnTo>
                  <a:pt x="1327" y="921"/>
                </a:lnTo>
                <a:lnTo>
                  <a:pt x="1328" y="936"/>
                </a:lnTo>
                <a:lnTo>
                  <a:pt x="1330" y="950"/>
                </a:lnTo>
                <a:lnTo>
                  <a:pt x="1331" y="964"/>
                </a:lnTo>
                <a:lnTo>
                  <a:pt x="1330" y="975"/>
                </a:lnTo>
                <a:lnTo>
                  <a:pt x="1326" y="982"/>
                </a:lnTo>
                <a:lnTo>
                  <a:pt x="1317" y="984"/>
                </a:lnTo>
                <a:lnTo>
                  <a:pt x="1306" y="984"/>
                </a:lnTo>
                <a:lnTo>
                  <a:pt x="1294" y="984"/>
                </a:lnTo>
                <a:lnTo>
                  <a:pt x="1284" y="985"/>
                </a:lnTo>
                <a:lnTo>
                  <a:pt x="1275" y="985"/>
                </a:lnTo>
                <a:lnTo>
                  <a:pt x="1266" y="984"/>
                </a:lnTo>
                <a:lnTo>
                  <a:pt x="1258" y="981"/>
                </a:lnTo>
                <a:lnTo>
                  <a:pt x="1249" y="976"/>
                </a:lnTo>
                <a:lnTo>
                  <a:pt x="1243" y="966"/>
                </a:lnTo>
                <a:lnTo>
                  <a:pt x="1240" y="956"/>
                </a:lnTo>
                <a:lnTo>
                  <a:pt x="1240" y="946"/>
                </a:lnTo>
                <a:lnTo>
                  <a:pt x="1244" y="937"/>
                </a:lnTo>
                <a:lnTo>
                  <a:pt x="1251" y="929"/>
                </a:lnTo>
                <a:lnTo>
                  <a:pt x="1259" y="922"/>
                </a:lnTo>
                <a:lnTo>
                  <a:pt x="1266" y="914"/>
                </a:lnTo>
                <a:lnTo>
                  <a:pt x="1272" y="908"/>
                </a:lnTo>
                <a:lnTo>
                  <a:pt x="1275" y="902"/>
                </a:lnTo>
                <a:lnTo>
                  <a:pt x="1275" y="897"/>
                </a:lnTo>
                <a:lnTo>
                  <a:pt x="1273" y="892"/>
                </a:lnTo>
                <a:lnTo>
                  <a:pt x="1268" y="887"/>
                </a:lnTo>
                <a:lnTo>
                  <a:pt x="1263" y="883"/>
                </a:lnTo>
                <a:lnTo>
                  <a:pt x="1257" y="879"/>
                </a:lnTo>
                <a:lnTo>
                  <a:pt x="1251" y="876"/>
                </a:lnTo>
                <a:lnTo>
                  <a:pt x="1247" y="875"/>
                </a:lnTo>
                <a:lnTo>
                  <a:pt x="1246" y="874"/>
                </a:lnTo>
                <a:lnTo>
                  <a:pt x="1253" y="824"/>
                </a:lnTo>
                <a:lnTo>
                  <a:pt x="1254" y="823"/>
                </a:lnTo>
                <a:lnTo>
                  <a:pt x="1256" y="819"/>
                </a:lnTo>
                <a:lnTo>
                  <a:pt x="1258" y="814"/>
                </a:lnTo>
                <a:lnTo>
                  <a:pt x="1260" y="809"/>
                </a:lnTo>
                <a:lnTo>
                  <a:pt x="1260" y="803"/>
                </a:lnTo>
                <a:lnTo>
                  <a:pt x="1258" y="798"/>
                </a:lnTo>
                <a:lnTo>
                  <a:pt x="1251" y="794"/>
                </a:lnTo>
                <a:lnTo>
                  <a:pt x="1241" y="792"/>
                </a:lnTo>
                <a:lnTo>
                  <a:pt x="1231" y="790"/>
                </a:lnTo>
                <a:lnTo>
                  <a:pt x="1224" y="787"/>
                </a:lnTo>
                <a:lnTo>
                  <a:pt x="1220" y="783"/>
                </a:lnTo>
                <a:lnTo>
                  <a:pt x="1219" y="778"/>
                </a:lnTo>
                <a:lnTo>
                  <a:pt x="1219" y="774"/>
                </a:lnTo>
                <a:lnTo>
                  <a:pt x="1219" y="769"/>
                </a:lnTo>
                <a:lnTo>
                  <a:pt x="1221" y="767"/>
                </a:lnTo>
                <a:lnTo>
                  <a:pt x="1221" y="766"/>
                </a:lnTo>
                <a:lnTo>
                  <a:pt x="1220" y="764"/>
                </a:lnTo>
                <a:lnTo>
                  <a:pt x="1219" y="759"/>
                </a:lnTo>
                <a:lnTo>
                  <a:pt x="1216" y="751"/>
                </a:lnTo>
                <a:lnTo>
                  <a:pt x="1212" y="744"/>
                </a:lnTo>
                <a:lnTo>
                  <a:pt x="1208" y="737"/>
                </a:lnTo>
                <a:lnTo>
                  <a:pt x="1201" y="733"/>
                </a:lnTo>
                <a:lnTo>
                  <a:pt x="1194" y="732"/>
                </a:lnTo>
                <a:lnTo>
                  <a:pt x="1187" y="736"/>
                </a:lnTo>
                <a:lnTo>
                  <a:pt x="1179" y="744"/>
                </a:lnTo>
                <a:lnTo>
                  <a:pt x="1171" y="753"/>
                </a:lnTo>
                <a:lnTo>
                  <a:pt x="1163" y="762"/>
                </a:lnTo>
                <a:lnTo>
                  <a:pt x="1155" y="772"/>
                </a:lnTo>
                <a:lnTo>
                  <a:pt x="1144" y="780"/>
                </a:lnTo>
                <a:lnTo>
                  <a:pt x="1135" y="786"/>
                </a:lnTo>
                <a:lnTo>
                  <a:pt x="1124" y="790"/>
                </a:lnTo>
                <a:lnTo>
                  <a:pt x="1112" y="792"/>
                </a:lnTo>
                <a:lnTo>
                  <a:pt x="1100" y="794"/>
                </a:lnTo>
                <a:lnTo>
                  <a:pt x="1093" y="798"/>
                </a:lnTo>
                <a:lnTo>
                  <a:pt x="1089" y="805"/>
                </a:lnTo>
                <a:lnTo>
                  <a:pt x="1087" y="812"/>
                </a:lnTo>
                <a:lnTo>
                  <a:pt x="1087" y="822"/>
                </a:lnTo>
                <a:lnTo>
                  <a:pt x="1088" y="831"/>
                </a:lnTo>
                <a:lnTo>
                  <a:pt x="1091" y="839"/>
                </a:lnTo>
                <a:lnTo>
                  <a:pt x="1095" y="846"/>
                </a:lnTo>
                <a:lnTo>
                  <a:pt x="1098" y="852"/>
                </a:lnTo>
                <a:lnTo>
                  <a:pt x="1099" y="860"/>
                </a:lnTo>
                <a:lnTo>
                  <a:pt x="1099" y="867"/>
                </a:lnTo>
                <a:lnTo>
                  <a:pt x="1099" y="876"/>
                </a:lnTo>
                <a:lnTo>
                  <a:pt x="1098" y="883"/>
                </a:lnTo>
                <a:lnTo>
                  <a:pt x="1099" y="890"/>
                </a:lnTo>
                <a:lnTo>
                  <a:pt x="1101" y="897"/>
                </a:lnTo>
                <a:lnTo>
                  <a:pt x="1107" y="902"/>
                </a:lnTo>
                <a:lnTo>
                  <a:pt x="1112" y="908"/>
                </a:lnTo>
                <a:lnTo>
                  <a:pt x="1115" y="914"/>
                </a:lnTo>
                <a:lnTo>
                  <a:pt x="1116" y="922"/>
                </a:lnTo>
                <a:lnTo>
                  <a:pt x="1117" y="929"/>
                </a:lnTo>
                <a:lnTo>
                  <a:pt x="1118" y="936"/>
                </a:lnTo>
                <a:lnTo>
                  <a:pt x="1119" y="941"/>
                </a:lnTo>
                <a:lnTo>
                  <a:pt x="1122" y="944"/>
                </a:lnTo>
                <a:lnTo>
                  <a:pt x="1126" y="944"/>
                </a:lnTo>
                <a:lnTo>
                  <a:pt x="1130" y="944"/>
                </a:lnTo>
                <a:lnTo>
                  <a:pt x="1133" y="947"/>
                </a:lnTo>
                <a:lnTo>
                  <a:pt x="1135" y="951"/>
                </a:lnTo>
                <a:lnTo>
                  <a:pt x="1137" y="956"/>
                </a:lnTo>
                <a:lnTo>
                  <a:pt x="1139" y="962"/>
                </a:lnTo>
                <a:lnTo>
                  <a:pt x="1143" y="966"/>
                </a:lnTo>
                <a:lnTo>
                  <a:pt x="1148" y="969"/>
                </a:lnTo>
                <a:lnTo>
                  <a:pt x="1157" y="969"/>
                </a:lnTo>
                <a:lnTo>
                  <a:pt x="1164" y="970"/>
                </a:lnTo>
                <a:lnTo>
                  <a:pt x="1167" y="977"/>
                </a:lnTo>
                <a:lnTo>
                  <a:pt x="1167" y="985"/>
                </a:lnTo>
                <a:lnTo>
                  <a:pt x="1165" y="995"/>
                </a:lnTo>
                <a:lnTo>
                  <a:pt x="1163" y="1005"/>
                </a:lnTo>
                <a:lnTo>
                  <a:pt x="1161" y="1015"/>
                </a:lnTo>
                <a:lnTo>
                  <a:pt x="1162" y="1023"/>
                </a:lnTo>
                <a:lnTo>
                  <a:pt x="1166" y="1026"/>
                </a:lnTo>
                <a:lnTo>
                  <a:pt x="1168" y="1028"/>
                </a:lnTo>
                <a:lnTo>
                  <a:pt x="1164" y="1032"/>
                </a:lnTo>
                <a:lnTo>
                  <a:pt x="1155" y="1036"/>
                </a:lnTo>
                <a:lnTo>
                  <a:pt x="1143" y="1042"/>
                </a:lnTo>
                <a:lnTo>
                  <a:pt x="1131" y="1049"/>
                </a:lnTo>
                <a:lnTo>
                  <a:pt x="1120" y="1057"/>
                </a:lnTo>
                <a:lnTo>
                  <a:pt x="1111" y="1065"/>
                </a:lnTo>
                <a:lnTo>
                  <a:pt x="1107" y="1074"/>
                </a:lnTo>
                <a:lnTo>
                  <a:pt x="1106" y="1083"/>
                </a:lnTo>
                <a:lnTo>
                  <a:pt x="1106" y="1094"/>
                </a:lnTo>
                <a:lnTo>
                  <a:pt x="1105" y="1105"/>
                </a:lnTo>
                <a:lnTo>
                  <a:pt x="1103" y="1116"/>
                </a:lnTo>
                <a:lnTo>
                  <a:pt x="1099" y="1127"/>
                </a:lnTo>
                <a:lnTo>
                  <a:pt x="1095" y="1135"/>
                </a:lnTo>
                <a:lnTo>
                  <a:pt x="1088" y="1141"/>
                </a:lnTo>
                <a:lnTo>
                  <a:pt x="1078" y="1144"/>
                </a:lnTo>
                <a:lnTo>
                  <a:pt x="1067" y="1145"/>
                </a:lnTo>
                <a:lnTo>
                  <a:pt x="1056" y="1148"/>
                </a:lnTo>
                <a:lnTo>
                  <a:pt x="1045" y="1152"/>
                </a:lnTo>
                <a:lnTo>
                  <a:pt x="1036" y="1156"/>
                </a:lnTo>
                <a:lnTo>
                  <a:pt x="1029" y="1161"/>
                </a:lnTo>
                <a:lnTo>
                  <a:pt x="1023" y="1167"/>
                </a:lnTo>
                <a:lnTo>
                  <a:pt x="1020" y="1173"/>
                </a:lnTo>
                <a:lnTo>
                  <a:pt x="1020" y="1178"/>
                </a:lnTo>
                <a:lnTo>
                  <a:pt x="1021" y="1185"/>
                </a:lnTo>
                <a:lnTo>
                  <a:pt x="1021" y="1194"/>
                </a:lnTo>
                <a:lnTo>
                  <a:pt x="1021" y="1204"/>
                </a:lnTo>
                <a:lnTo>
                  <a:pt x="1019" y="1212"/>
                </a:lnTo>
                <a:lnTo>
                  <a:pt x="1015" y="1217"/>
                </a:lnTo>
                <a:lnTo>
                  <a:pt x="1009" y="1216"/>
                </a:lnTo>
                <a:lnTo>
                  <a:pt x="1000" y="1208"/>
                </a:lnTo>
                <a:lnTo>
                  <a:pt x="989" y="1191"/>
                </a:lnTo>
                <a:lnTo>
                  <a:pt x="978" y="1173"/>
                </a:lnTo>
                <a:lnTo>
                  <a:pt x="971" y="1161"/>
                </a:lnTo>
                <a:lnTo>
                  <a:pt x="966" y="1156"/>
                </a:lnTo>
                <a:lnTo>
                  <a:pt x="962" y="1155"/>
                </a:lnTo>
                <a:lnTo>
                  <a:pt x="959" y="1158"/>
                </a:lnTo>
                <a:lnTo>
                  <a:pt x="957" y="1161"/>
                </a:lnTo>
                <a:lnTo>
                  <a:pt x="954" y="1165"/>
                </a:lnTo>
                <a:lnTo>
                  <a:pt x="949" y="1166"/>
                </a:lnTo>
                <a:lnTo>
                  <a:pt x="945" y="1165"/>
                </a:lnTo>
                <a:lnTo>
                  <a:pt x="944" y="1161"/>
                </a:lnTo>
                <a:lnTo>
                  <a:pt x="944" y="1156"/>
                </a:lnTo>
                <a:lnTo>
                  <a:pt x="946" y="1149"/>
                </a:lnTo>
                <a:lnTo>
                  <a:pt x="948" y="1143"/>
                </a:lnTo>
                <a:lnTo>
                  <a:pt x="950" y="1138"/>
                </a:lnTo>
                <a:lnTo>
                  <a:pt x="951" y="1134"/>
                </a:lnTo>
                <a:lnTo>
                  <a:pt x="952" y="1133"/>
                </a:lnTo>
                <a:lnTo>
                  <a:pt x="950" y="1133"/>
                </a:lnTo>
                <a:lnTo>
                  <a:pt x="946" y="1133"/>
                </a:lnTo>
                <a:lnTo>
                  <a:pt x="940" y="1132"/>
                </a:lnTo>
                <a:lnTo>
                  <a:pt x="932" y="1131"/>
                </a:lnTo>
                <a:lnTo>
                  <a:pt x="924" y="1128"/>
                </a:lnTo>
                <a:lnTo>
                  <a:pt x="915" y="1124"/>
                </a:lnTo>
                <a:lnTo>
                  <a:pt x="907" y="1118"/>
                </a:lnTo>
                <a:lnTo>
                  <a:pt x="899" y="1110"/>
                </a:lnTo>
                <a:lnTo>
                  <a:pt x="893" y="1102"/>
                </a:lnTo>
                <a:lnTo>
                  <a:pt x="889" y="1096"/>
                </a:lnTo>
                <a:lnTo>
                  <a:pt x="885" y="1092"/>
                </a:lnTo>
                <a:lnTo>
                  <a:pt x="881" y="1089"/>
                </a:lnTo>
                <a:lnTo>
                  <a:pt x="878" y="1089"/>
                </a:lnTo>
                <a:lnTo>
                  <a:pt x="875" y="1091"/>
                </a:lnTo>
                <a:lnTo>
                  <a:pt x="871" y="1095"/>
                </a:lnTo>
                <a:lnTo>
                  <a:pt x="866" y="1101"/>
                </a:lnTo>
                <a:lnTo>
                  <a:pt x="857" y="1108"/>
                </a:lnTo>
                <a:lnTo>
                  <a:pt x="849" y="1104"/>
                </a:lnTo>
                <a:lnTo>
                  <a:pt x="844" y="1097"/>
                </a:lnTo>
                <a:lnTo>
                  <a:pt x="843" y="1093"/>
                </a:lnTo>
                <a:lnTo>
                  <a:pt x="860" y="1074"/>
                </a:lnTo>
                <a:lnTo>
                  <a:pt x="862" y="1073"/>
                </a:lnTo>
                <a:lnTo>
                  <a:pt x="866" y="1070"/>
                </a:lnTo>
                <a:lnTo>
                  <a:pt x="871" y="1066"/>
                </a:lnTo>
                <a:lnTo>
                  <a:pt x="875" y="1062"/>
                </a:lnTo>
                <a:lnTo>
                  <a:pt x="878" y="1057"/>
                </a:lnTo>
                <a:lnTo>
                  <a:pt x="877" y="1053"/>
                </a:lnTo>
                <a:lnTo>
                  <a:pt x="872" y="1048"/>
                </a:lnTo>
                <a:lnTo>
                  <a:pt x="860" y="1045"/>
                </a:lnTo>
                <a:lnTo>
                  <a:pt x="846" y="1042"/>
                </a:lnTo>
                <a:lnTo>
                  <a:pt x="838" y="1038"/>
                </a:lnTo>
                <a:lnTo>
                  <a:pt x="834" y="1035"/>
                </a:lnTo>
                <a:lnTo>
                  <a:pt x="834" y="1031"/>
                </a:lnTo>
                <a:lnTo>
                  <a:pt x="837" y="1028"/>
                </a:lnTo>
                <a:lnTo>
                  <a:pt x="843" y="1025"/>
                </a:lnTo>
                <a:lnTo>
                  <a:pt x="850" y="1024"/>
                </a:lnTo>
                <a:lnTo>
                  <a:pt x="860" y="1023"/>
                </a:lnTo>
                <a:lnTo>
                  <a:pt x="870" y="1023"/>
                </a:lnTo>
                <a:lnTo>
                  <a:pt x="879" y="1020"/>
                </a:lnTo>
                <a:lnTo>
                  <a:pt x="889" y="1018"/>
                </a:lnTo>
                <a:lnTo>
                  <a:pt x="897" y="1015"/>
                </a:lnTo>
                <a:lnTo>
                  <a:pt x="906" y="1011"/>
                </a:lnTo>
                <a:lnTo>
                  <a:pt x="912" y="1006"/>
                </a:lnTo>
                <a:lnTo>
                  <a:pt x="917" y="1001"/>
                </a:lnTo>
                <a:lnTo>
                  <a:pt x="919" y="995"/>
                </a:lnTo>
                <a:lnTo>
                  <a:pt x="921" y="984"/>
                </a:lnTo>
                <a:lnTo>
                  <a:pt x="922" y="977"/>
                </a:lnTo>
                <a:lnTo>
                  <a:pt x="926" y="973"/>
                </a:lnTo>
                <a:lnTo>
                  <a:pt x="933" y="973"/>
                </a:lnTo>
                <a:lnTo>
                  <a:pt x="937" y="970"/>
                </a:lnTo>
                <a:lnTo>
                  <a:pt x="940" y="964"/>
                </a:lnTo>
                <a:lnTo>
                  <a:pt x="942" y="955"/>
                </a:lnTo>
                <a:lnTo>
                  <a:pt x="943" y="945"/>
                </a:lnTo>
                <a:lnTo>
                  <a:pt x="944" y="934"/>
                </a:lnTo>
                <a:lnTo>
                  <a:pt x="944" y="925"/>
                </a:lnTo>
                <a:lnTo>
                  <a:pt x="944" y="917"/>
                </a:lnTo>
                <a:lnTo>
                  <a:pt x="944" y="915"/>
                </a:lnTo>
                <a:lnTo>
                  <a:pt x="991" y="949"/>
                </a:lnTo>
                <a:lnTo>
                  <a:pt x="991" y="913"/>
                </a:lnTo>
                <a:lnTo>
                  <a:pt x="992" y="912"/>
                </a:lnTo>
                <a:lnTo>
                  <a:pt x="994" y="910"/>
                </a:lnTo>
                <a:lnTo>
                  <a:pt x="996" y="907"/>
                </a:lnTo>
                <a:lnTo>
                  <a:pt x="998" y="903"/>
                </a:lnTo>
                <a:lnTo>
                  <a:pt x="998" y="898"/>
                </a:lnTo>
                <a:lnTo>
                  <a:pt x="995" y="892"/>
                </a:lnTo>
                <a:lnTo>
                  <a:pt x="989" y="886"/>
                </a:lnTo>
                <a:lnTo>
                  <a:pt x="978" y="880"/>
                </a:lnTo>
                <a:lnTo>
                  <a:pt x="967" y="873"/>
                </a:lnTo>
                <a:lnTo>
                  <a:pt x="959" y="863"/>
                </a:lnTo>
                <a:lnTo>
                  <a:pt x="954" y="855"/>
                </a:lnTo>
                <a:lnTo>
                  <a:pt x="950" y="849"/>
                </a:lnTo>
                <a:lnTo>
                  <a:pt x="948" y="846"/>
                </a:lnTo>
                <a:lnTo>
                  <a:pt x="946" y="849"/>
                </a:lnTo>
                <a:lnTo>
                  <a:pt x="944" y="858"/>
                </a:lnTo>
                <a:lnTo>
                  <a:pt x="941" y="877"/>
                </a:lnTo>
                <a:lnTo>
                  <a:pt x="937" y="895"/>
                </a:lnTo>
                <a:lnTo>
                  <a:pt x="934" y="907"/>
                </a:lnTo>
                <a:lnTo>
                  <a:pt x="931" y="912"/>
                </a:lnTo>
                <a:lnTo>
                  <a:pt x="929" y="914"/>
                </a:lnTo>
                <a:lnTo>
                  <a:pt x="926" y="914"/>
                </a:lnTo>
                <a:lnTo>
                  <a:pt x="923" y="913"/>
                </a:lnTo>
                <a:lnTo>
                  <a:pt x="919" y="913"/>
                </a:lnTo>
                <a:lnTo>
                  <a:pt x="914" y="915"/>
                </a:lnTo>
                <a:lnTo>
                  <a:pt x="909" y="918"/>
                </a:lnTo>
                <a:lnTo>
                  <a:pt x="904" y="919"/>
                </a:lnTo>
                <a:lnTo>
                  <a:pt x="898" y="919"/>
                </a:lnTo>
                <a:lnTo>
                  <a:pt x="894" y="919"/>
                </a:lnTo>
                <a:lnTo>
                  <a:pt x="890" y="921"/>
                </a:lnTo>
                <a:lnTo>
                  <a:pt x="885" y="923"/>
                </a:lnTo>
                <a:lnTo>
                  <a:pt x="881" y="928"/>
                </a:lnTo>
                <a:lnTo>
                  <a:pt x="877" y="936"/>
                </a:lnTo>
                <a:lnTo>
                  <a:pt x="873" y="944"/>
                </a:lnTo>
                <a:lnTo>
                  <a:pt x="870" y="950"/>
                </a:lnTo>
                <a:lnTo>
                  <a:pt x="867" y="952"/>
                </a:lnTo>
                <a:lnTo>
                  <a:pt x="864" y="953"/>
                </a:lnTo>
                <a:lnTo>
                  <a:pt x="860" y="951"/>
                </a:lnTo>
                <a:lnTo>
                  <a:pt x="855" y="949"/>
                </a:lnTo>
                <a:lnTo>
                  <a:pt x="848" y="945"/>
                </a:lnTo>
                <a:lnTo>
                  <a:pt x="840" y="941"/>
                </a:lnTo>
                <a:lnTo>
                  <a:pt x="832" y="938"/>
                </a:lnTo>
                <a:lnTo>
                  <a:pt x="826" y="939"/>
                </a:lnTo>
                <a:lnTo>
                  <a:pt x="820" y="941"/>
                </a:lnTo>
                <a:lnTo>
                  <a:pt x="816" y="944"/>
                </a:lnTo>
                <a:lnTo>
                  <a:pt x="811" y="948"/>
                </a:lnTo>
                <a:lnTo>
                  <a:pt x="806" y="953"/>
                </a:lnTo>
                <a:lnTo>
                  <a:pt x="800" y="956"/>
                </a:lnTo>
                <a:lnTo>
                  <a:pt x="793" y="958"/>
                </a:lnTo>
                <a:lnTo>
                  <a:pt x="782" y="960"/>
                </a:lnTo>
                <a:lnTo>
                  <a:pt x="778" y="964"/>
                </a:lnTo>
                <a:lnTo>
                  <a:pt x="779" y="973"/>
                </a:lnTo>
                <a:lnTo>
                  <a:pt x="782" y="986"/>
                </a:lnTo>
                <a:lnTo>
                  <a:pt x="781" y="993"/>
                </a:lnTo>
                <a:lnTo>
                  <a:pt x="776" y="997"/>
                </a:lnTo>
                <a:lnTo>
                  <a:pt x="767" y="999"/>
                </a:lnTo>
                <a:lnTo>
                  <a:pt x="757" y="999"/>
                </a:lnTo>
                <a:lnTo>
                  <a:pt x="746" y="998"/>
                </a:lnTo>
                <a:lnTo>
                  <a:pt x="737" y="997"/>
                </a:lnTo>
                <a:lnTo>
                  <a:pt x="730" y="996"/>
                </a:lnTo>
                <a:lnTo>
                  <a:pt x="728" y="995"/>
                </a:lnTo>
                <a:lnTo>
                  <a:pt x="729" y="996"/>
                </a:lnTo>
                <a:lnTo>
                  <a:pt x="730" y="999"/>
                </a:lnTo>
                <a:lnTo>
                  <a:pt x="732" y="1004"/>
                </a:lnTo>
                <a:lnTo>
                  <a:pt x="734" y="1010"/>
                </a:lnTo>
                <a:lnTo>
                  <a:pt x="736" y="1017"/>
                </a:lnTo>
                <a:lnTo>
                  <a:pt x="738" y="1025"/>
                </a:lnTo>
                <a:lnTo>
                  <a:pt x="739" y="1033"/>
                </a:lnTo>
                <a:lnTo>
                  <a:pt x="739" y="1040"/>
                </a:lnTo>
                <a:lnTo>
                  <a:pt x="738" y="1046"/>
                </a:lnTo>
                <a:lnTo>
                  <a:pt x="736" y="1051"/>
                </a:lnTo>
                <a:lnTo>
                  <a:pt x="733" y="1054"/>
                </a:lnTo>
                <a:lnTo>
                  <a:pt x="729" y="1055"/>
                </a:lnTo>
                <a:lnTo>
                  <a:pt x="725" y="1057"/>
                </a:lnTo>
                <a:lnTo>
                  <a:pt x="720" y="1057"/>
                </a:lnTo>
                <a:lnTo>
                  <a:pt x="715" y="1058"/>
                </a:lnTo>
                <a:lnTo>
                  <a:pt x="709" y="1059"/>
                </a:lnTo>
                <a:lnTo>
                  <a:pt x="702" y="1060"/>
                </a:lnTo>
                <a:lnTo>
                  <a:pt x="696" y="1062"/>
                </a:lnTo>
                <a:lnTo>
                  <a:pt x="691" y="1064"/>
                </a:lnTo>
                <a:lnTo>
                  <a:pt x="687" y="1067"/>
                </a:lnTo>
                <a:lnTo>
                  <a:pt x="685" y="1069"/>
                </a:lnTo>
                <a:lnTo>
                  <a:pt x="684" y="1073"/>
                </a:lnTo>
                <a:lnTo>
                  <a:pt x="685" y="1076"/>
                </a:lnTo>
                <a:lnTo>
                  <a:pt x="689" y="1079"/>
                </a:lnTo>
                <a:lnTo>
                  <a:pt x="695" y="1082"/>
                </a:lnTo>
                <a:lnTo>
                  <a:pt x="700" y="1087"/>
                </a:lnTo>
                <a:lnTo>
                  <a:pt x="706" y="1092"/>
                </a:lnTo>
                <a:lnTo>
                  <a:pt x="711" y="1097"/>
                </a:lnTo>
                <a:lnTo>
                  <a:pt x="713" y="1104"/>
                </a:lnTo>
                <a:lnTo>
                  <a:pt x="713" y="1110"/>
                </a:lnTo>
                <a:lnTo>
                  <a:pt x="710" y="1118"/>
                </a:lnTo>
                <a:lnTo>
                  <a:pt x="703" y="1127"/>
                </a:lnTo>
                <a:lnTo>
                  <a:pt x="696" y="1134"/>
                </a:lnTo>
                <a:lnTo>
                  <a:pt x="691" y="1139"/>
                </a:lnTo>
                <a:lnTo>
                  <a:pt x="687" y="1143"/>
                </a:lnTo>
                <a:lnTo>
                  <a:pt x="685" y="1146"/>
                </a:lnTo>
                <a:lnTo>
                  <a:pt x="684" y="1149"/>
                </a:lnTo>
                <a:lnTo>
                  <a:pt x="684" y="1152"/>
                </a:lnTo>
                <a:lnTo>
                  <a:pt x="685" y="1157"/>
                </a:lnTo>
                <a:lnTo>
                  <a:pt x="686" y="1163"/>
                </a:lnTo>
                <a:lnTo>
                  <a:pt x="685" y="1168"/>
                </a:lnTo>
                <a:lnTo>
                  <a:pt x="681" y="1170"/>
                </a:lnTo>
                <a:lnTo>
                  <a:pt x="675" y="1169"/>
                </a:lnTo>
                <a:lnTo>
                  <a:pt x="668" y="1167"/>
                </a:lnTo>
                <a:lnTo>
                  <a:pt x="659" y="1165"/>
                </a:lnTo>
                <a:lnTo>
                  <a:pt x="650" y="1164"/>
                </a:lnTo>
                <a:lnTo>
                  <a:pt x="644" y="1163"/>
                </a:lnTo>
                <a:lnTo>
                  <a:pt x="639" y="1166"/>
                </a:lnTo>
                <a:lnTo>
                  <a:pt x="634" y="1170"/>
                </a:lnTo>
                <a:lnTo>
                  <a:pt x="627" y="1176"/>
                </a:lnTo>
                <a:lnTo>
                  <a:pt x="618" y="1180"/>
                </a:lnTo>
                <a:lnTo>
                  <a:pt x="609" y="1184"/>
                </a:lnTo>
                <a:lnTo>
                  <a:pt x="599" y="1189"/>
                </a:lnTo>
                <a:lnTo>
                  <a:pt x="590" y="1193"/>
                </a:lnTo>
                <a:lnTo>
                  <a:pt x="584" y="1198"/>
                </a:lnTo>
                <a:lnTo>
                  <a:pt x="580" y="1202"/>
                </a:lnTo>
                <a:lnTo>
                  <a:pt x="578" y="1205"/>
                </a:lnTo>
                <a:lnTo>
                  <a:pt x="575" y="1207"/>
                </a:lnTo>
                <a:lnTo>
                  <a:pt x="572" y="1207"/>
                </a:lnTo>
                <a:lnTo>
                  <a:pt x="569" y="1206"/>
                </a:lnTo>
                <a:lnTo>
                  <a:pt x="565" y="1204"/>
                </a:lnTo>
                <a:lnTo>
                  <a:pt x="561" y="1202"/>
                </a:lnTo>
                <a:lnTo>
                  <a:pt x="556" y="1199"/>
                </a:lnTo>
                <a:lnTo>
                  <a:pt x="549" y="1197"/>
                </a:lnTo>
                <a:lnTo>
                  <a:pt x="542" y="1195"/>
                </a:lnTo>
                <a:lnTo>
                  <a:pt x="533" y="1194"/>
                </a:lnTo>
                <a:lnTo>
                  <a:pt x="524" y="1192"/>
                </a:lnTo>
                <a:lnTo>
                  <a:pt x="515" y="1191"/>
                </a:lnTo>
                <a:lnTo>
                  <a:pt x="508" y="1189"/>
                </a:lnTo>
                <a:lnTo>
                  <a:pt x="503" y="1186"/>
                </a:lnTo>
                <a:lnTo>
                  <a:pt x="501" y="1181"/>
                </a:lnTo>
                <a:lnTo>
                  <a:pt x="505" y="1175"/>
                </a:lnTo>
                <a:lnTo>
                  <a:pt x="509" y="1167"/>
                </a:lnTo>
                <a:lnTo>
                  <a:pt x="510" y="1160"/>
                </a:lnTo>
                <a:lnTo>
                  <a:pt x="509" y="1153"/>
                </a:lnTo>
                <a:lnTo>
                  <a:pt x="506" y="1146"/>
                </a:lnTo>
                <a:lnTo>
                  <a:pt x="502" y="1141"/>
                </a:lnTo>
                <a:lnTo>
                  <a:pt x="499" y="1137"/>
                </a:lnTo>
                <a:lnTo>
                  <a:pt x="497" y="1134"/>
                </a:lnTo>
                <a:lnTo>
                  <a:pt x="496" y="1133"/>
                </a:lnTo>
                <a:lnTo>
                  <a:pt x="497" y="1132"/>
                </a:lnTo>
                <a:lnTo>
                  <a:pt x="498" y="1128"/>
                </a:lnTo>
                <a:lnTo>
                  <a:pt x="500" y="1123"/>
                </a:lnTo>
                <a:lnTo>
                  <a:pt x="502" y="1115"/>
                </a:lnTo>
                <a:lnTo>
                  <a:pt x="502" y="1108"/>
                </a:lnTo>
                <a:lnTo>
                  <a:pt x="501" y="1101"/>
                </a:lnTo>
                <a:lnTo>
                  <a:pt x="499" y="1095"/>
                </a:lnTo>
                <a:lnTo>
                  <a:pt x="493" y="1090"/>
                </a:lnTo>
                <a:lnTo>
                  <a:pt x="483" y="1081"/>
                </a:lnTo>
                <a:lnTo>
                  <a:pt x="479" y="1073"/>
                </a:lnTo>
                <a:lnTo>
                  <a:pt x="479" y="1066"/>
                </a:lnTo>
                <a:lnTo>
                  <a:pt x="479" y="1064"/>
                </a:lnTo>
                <a:lnTo>
                  <a:pt x="479" y="1066"/>
                </a:lnTo>
                <a:lnTo>
                  <a:pt x="479" y="1070"/>
                </a:lnTo>
                <a:lnTo>
                  <a:pt x="479" y="1078"/>
                </a:lnTo>
                <a:lnTo>
                  <a:pt x="478" y="1086"/>
                </a:lnTo>
                <a:lnTo>
                  <a:pt x="476" y="1094"/>
                </a:lnTo>
                <a:lnTo>
                  <a:pt x="474" y="1102"/>
                </a:lnTo>
                <a:lnTo>
                  <a:pt x="470" y="1108"/>
                </a:lnTo>
                <a:lnTo>
                  <a:pt x="465" y="1112"/>
                </a:lnTo>
                <a:lnTo>
                  <a:pt x="459" y="1115"/>
                </a:lnTo>
                <a:lnTo>
                  <a:pt x="455" y="1118"/>
                </a:lnTo>
                <a:lnTo>
                  <a:pt x="450" y="1124"/>
                </a:lnTo>
                <a:lnTo>
                  <a:pt x="448" y="1129"/>
                </a:lnTo>
                <a:lnTo>
                  <a:pt x="448" y="1134"/>
                </a:lnTo>
                <a:lnTo>
                  <a:pt x="450" y="1140"/>
                </a:lnTo>
                <a:lnTo>
                  <a:pt x="456" y="1146"/>
                </a:lnTo>
                <a:lnTo>
                  <a:pt x="463" y="1152"/>
                </a:lnTo>
                <a:lnTo>
                  <a:pt x="469" y="1158"/>
                </a:lnTo>
                <a:lnTo>
                  <a:pt x="468" y="1164"/>
                </a:lnTo>
                <a:lnTo>
                  <a:pt x="463" y="1170"/>
                </a:lnTo>
                <a:lnTo>
                  <a:pt x="456" y="1178"/>
                </a:lnTo>
                <a:lnTo>
                  <a:pt x="446" y="1184"/>
                </a:lnTo>
                <a:lnTo>
                  <a:pt x="437" y="1189"/>
                </a:lnTo>
                <a:lnTo>
                  <a:pt x="430" y="1195"/>
                </a:lnTo>
                <a:lnTo>
                  <a:pt x="426" y="1200"/>
                </a:lnTo>
                <a:lnTo>
                  <a:pt x="423" y="1204"/>
                </a:lnTo>
                <a:lnTo>
                  <a:pt x="418" y="1208"/>
                </a:lnTo>
                <a:lnTo>
                  <a:pt x="412" y="1211"/>
                </a:lnTo>
                <a:lnTo>
                  <a:pt x="405" y="1213"/>
                </a:lnTo>
                <a:lnTo>
                  <a:pt x="398" y="1214"/>
                </a:lnTo>
                <a:lnTo>
                  <a:pt x="392" y="1215"/>
                </a:lnTo>
                <a:lnTo>
                  <a:pt x="388" y="1216"/>
                </a:lnTo>
                <a:lnTo>
                  <a:pt x="387" y="1216"/>
                </a:lnTo>
                <a:lnTo>
                  <a:pt x="356" y="1256"/>
                </a:lnTo>
                <a:lnTo>
                  <a:pt x="356" y="1258"/>
                </a:lnTo>
                <a:lnTo>
                  <a:pt x="354" y="1265"/>
                </a:lnTo>
                <a:lnTo>
                  <a:pt x="352" y="1275"/>
                </a:lnTo>
                <a:lnTo>
                  <a:pt x="350" y="1286"/>
                </a:lnTo>
                <a:lnTo>
                  <a:pt x="347" y="1297"/>
                </a:lnTo>
                <a:lnTo>
                  <a:pt x="343" y="1308"/>
                </a:lnTo>
                <a:lnTo>
                  <a:pt x="337" y="1317"/>
                </a:lnTo>
                <a:lnTo>
                  <a:pt x="331" y="1324"/>
                </a:lnTo>
                <a:lnTo>
                  <a:pt x="326" y="1329"/>
                </a:lnTo>
                <a:lnTo>
                  <a:pt x="323" y="1337"/>
                </a:lnTo>
                <a:lnTo>
                  <a:pt x="321" y="1345"/>
                </a:lnTo>
                <a:lnTo>
                  <a:pt x="321" y="1354"/>
                </a:lnTo>
                <a:lnTo>
                  <a:pt x="319" y="1362"/>
                </a:lnTo>
                <a:lnTo>
                  <a:pt x="316" y="1369"/>
                </a:lnTo>
                <a:lnTo>
                  <a:pt x="310" y="1375"/>
                </a:lnTo>
                <a:lnTo>
                  <a:pt x="300" y="1377"/>
                </a:lnTo>
                <a:lnTo>
                  <a:pt x="290" y="1376"/>
                </a:lnTo>
                <a:lnTo>
                  <a:pt x="282" y="1371"/>
                </a:lnTo>
                <a:lnTo>
                  <a:pt x="277" y="1367"/>
                </a:lnTo>
                <a:lnTo>
                  <a:pt x="273" y="1361"/>
                </a:lnTo>
                <a:lnTo>
                  <a:pt x="271" y="1355"/>
                </a:lnTo>
                <a:lnTo>
                  <a:pt x="269" y="1351"/>
                </a:lnTo>
                <a:lnTo>
                  <a:pt x="269" y="1347"/>
                </a:lnTo>
                <a:lnTo>
                  <a:pt x="269" y="1346"/>
                </a:lnTo>
                <a:lnTo>
                  <a:pt x="268" y="1347"/>
                </a:lnTo>
                <a:lnTo>
                  <a:pt x="266" y="1350"/>
                </a:lnTo>
                <a:lnTo>
                  <a:pt x="262" y="1354"/>
                </a:lnTo>
                <a:lnTo>
                  <a:pt x="258" y="1357"/>
                </a:lnTo>
                <a:lnTo>
                  <a:pt x="252" y="1358"/>
                </a:lnTo>
                <a:lnTo>
                  <a:pt x="248" y="1357"/>
                </a:lnTo>
                <a:lnTo>
                  <a:pt x="244" y="1353"/>
                </a:lnTo>
                <a:lnTo>
                  <a:pt x="241" y="1343"/>
                </a:lnTo>
                <a:lnTo>
                  <a:pt x="238" y="1333"/>
                </a:lnTo>
                <a:lnTo>
                  <a:pt x="235" y="1327"/>
                </a:lnTo>
                <a:lnTo>
                  <a:pt x="231" y="1324"/>
                </a:lnTo>
                <a:lnTo>
                  <a:pt x="226" y="1321"/>
                </a:lnTo>
                <a:lnTo>
                  <a:pt x="221" y="1320"/>
                </a:lnTo>
                <a:lnTo>
                  <a:pt x="215" y="1319"/>
                </a:lnTo>
                <a:lnTo>
                  <a:pt x="209" y="1315"/>
                </a:lnTo>
                <a:lnTo>
                  <a:pt x="202" y="1309"/>
                </a:lnTo>
                <a:lnTo>
                  <a:pt x="197" y="1301"/>
                </a:lnTo>
                <a:lnTo>
                  <a:pt x="194" y="1295"/>
                </a:lnTo>
                <a:lnTo>
                  <a:pt x="192" y="1290"/>
                </a:lnTo>
                <a:lnTo>
                  <a:pt x="193" y="1285"/>
                </a:lnTo>
                <a:lnTo>
                  <a:pt x="196" y="1282"/>
                </a:lnTo>
                <a:lnTo>
                  <a:pt x="200" y="1279"/>
                </a:lnTo>
                <a:lnTo>
                  <a:pt x="206" y="1277"/>
                </a:lnTo>
                <a:lnTo>
                  <a:pt x="213" y="1276"/>
                </a:lnTo>
                <a:lnTo>
                  <a:pt x="221" y="1274"/>
                </a:lnTo>
                <a:lnTo>
                  <a:pt x="228" y="1269"/>
                </a:lnTo>
                <a:lnTo>
                  <a:pt x="235" y="1263"/>
                </a:lnTo>
                <a:lnTo>
                  <a:pt x="240" y="1257"/>
                </a:lnTo>
                <a:lnTo>
                  <a:pt x="243" y="1250"/>
                </a:lnTo>
                <a:lnTo>
                  <a:pt x="243" y="1244"/>
                </a:lnTo>
                <a:lnTo>
                  <a:pt x="240" y="1238"/>
                </a:lnTo>
                <a:lnTo>
                  <a:pt x="233" y="1234"/>
                </a:lnTo>
                <a:lnTo>
                  <a:pt x="225" y="1230"/>
                </a:lnTo>
                <a:lnTo>
                  <a:pt x="219" y="1225"/>
                </a:lnTo>
                <a:lnTo>
                  <a:pt x="216" y="1218"/>
                </a:lnTo>
                <a:lnTo>
                  <a:pt x="214" y="1212"/>
                </a:lnTo>
                <a:lnTo>
                  <a:pt x="213" y="1206"/>
                </a:lnTo>
                <a:lnTo>
                  <a:pt x="213" y="1201"/>
                </a:lnTo>
                <a:lnTo>
                  <a:pt x="213" y="1198"/>
                </a:lnTo>
                <a:lnTo>
                  <a:pt x="213" y="1197"/>
                </a:lnTo>
                <a:lnTo>
                  <a:pt x="213" y="1196"/>
                </a:lnTo>
                <a:lnTo>
                  <a:pt x="211" y="1194"/>
                </a:lnTo>
                <a:lnTo>
                  <a:pt x="209" y="1190"/>
                </a:lnTo>
                <a:lnTo>
                  <a:pt x="207" y="1184"/>
                </a:lnTo>
                <a:lnTo>
                  <a:pt x="203" y="1178"/>
                </a:lnTo>
                <a:lnTo>
                  <a:pt x="201" y="1169"/>
                </a:lnTo>
                <a:lnTo>
                  <a:pt x="198" y="1161"/>
                </a:lnTo>
                <a:lnTo>
                  <a:pt x="196" y="1152"/>
                </a:lnTo>
                <a:lnTo>
                  <a:pt x="195" y="1143"/>
                </a:lnTo>
                <a:lnTo>
                  <a:pt x="195" y="1135"/>
                </a:lnTo>
                <a:lnTo>
                  <a:pt x="196" y="1128"/>
                </a:lnTo>
                <a:lnTo>
                  <a:pt x="197" y="1121"/>
                </a:lnTo>
                <a:lnTo>
                  <a:pt x="199" y="1116"/>
                </a:lnTo>
                <a:lnTo>
                  <a:pt x="200" y="1113"/>
                </a:lnTo>
                <a:lnTo>
                  <a:pt x="202" y="1111"/>
                </a:lnTo>
                <a:lnTo>
                  <a:pt x="202" y="1110"/>
                </a:lnTo>
                <a:lnTo>
                  <a:pt x="222" y="1076"/>
                </a:lnTo>
                <a:lnTo>
                  <a:pt x="220" y="1077"/>
                </a:lnTo>
                <a:lnTo>
                  <a:pt x="216" y="1079"/>
                </a:lnTo>
                <a:lnTo>
                  <a:pt x="209" y="1081"/>
                </a:lnTo>
                <a:lnTo>
                  <a:pt x="200" y="1084"/>
                </a:lnTo>
                <a:lnTo>
                  <a:pt x="192" y="1088"/>
                </a:lnTo>
                <a:lnTo>
                  <a:pt x="183" y="1090"/>
                </a:lnTo>
                <a:lnTo>
                  <a:pt x="175" y="1092"/>
                </a:lnTo>
                <a:lnTo>
                  <a:pt x="169" y="1093"/>
                </a:lnTo>
                <a:lnTo>
                  <a:pt x="163" y="1092"/>
                </a:lnTo>
                <a:lnTo>
                  <a:pt x="154" y="1091"/>
                </a:lnTo>
                <a:lnTo>
                  <a:pt x="145" y="1089"/>
                </a:lnTo>
                <a:lnTo>
                  <a:pt x="136" y="1087"/>
                </a:lnTo>
                <a:lnTo>
                  <a:pt x="128" y="1086"/>
                </a:lnTo>
                <a:lnTo>
                  <a:pt x="121" y="1086"/>
                </a:lnTo>
                <a:lnTo>
                  <a:pt x="116" y="1088"/>
                </a:lnTo>
                <a:lnTo>
                  <a:pt x="113" y="1093"/>
                </a:lnTo>
                <a:lnTo>
                  <a:pt x="112" y="1096"/>
                </a:lnTo>
                <a:lnTo>
                  <a:pt x="111" y="1095"/>
                </a:lnTo>
                <a:lnTo>
                  <a:pt x="110" y="1090"/>
                </a:lnTo>
                <a:lnTo>
                  <a:pt x="109" y="1083"/>
                </a:lnTo>
                <a:lnTo>
                  <a:pt x="108" y="1075"/>
                </a:lnTo>
                <a:lnTo>
                  <a:pt x="108" y="1067"/>
                </a:lnTo>
                <a:lnTo>
                  <a:pt x="107" y="1061"/>
                </a:lnTo>
                <a:lnTo>
                  <a:pt x="107" y="1059"/>
                </a:lnTo>
                <a:lnTo>
                  <a:pt x="104" y="1059"/>
                </a:lnTo>
                <a:lnTo>
                  <a:pt x="99" y="1061"/>
                </a:lnTo>
                <a:lnTo>
                  <a:pt x="92" y="1062"/>
                </a:lnTo>
                <a:lnTo>
                  <a:pt x="83" y="1063"/>
                </a:lnTo>
                <a:lnTo>
                  <a:pt x="74" y="1064"/>
                </a:lnTo>
                <a:lnTo>
                  <a:pt x="65" y="1064"/>
                </a:lnTo>
                <a:lnTo>
                  <a:pt x="57" y="1062"/>
                </a:lnTo>
                <a:lnTo>
                  <a:pt x="50" y="1059"/>
                </a:lnTo>
                <a:lnTo>
                  <a:pt x="45" y="1055"/>
                </a:lnTo>
                <a:lnTo>
                  <a:pt x="40" y="1052"/>
                </a:lnTo>
                <a:lnTo>
                  <a:pt x="36" y="1048"/>
                </a:lnTo>
                <a:lnTo>
                  <a:pt x="33" y="1045"/>
                </a:lnTo>
                <a:lnTo>
                  <a:pt x="31" y="1042"/>
                </a:lnTo>
                <a:lnTo>
                  <a:pt x="30" y="1038"/>
                </a:lnTo>
                <a:lnTo>
                  <a:pt x="32" y="1034"/>
                </a:lnTo>
                <a:lnTo>
                  <a:pt x="37" y="1029"/>
                </a:lnTo>
                <a:lnTo>
                  <a:pt x="43" y="1024"/>
                </a:lnTo>
                <a:lnTo>
                  <a:pt x="47" y="1017"/>
                </a:lnTo>
                <a:lnTo>
                  <a:pt x="50" y="1011"/>
                </a:lnTo>
                <a:lnTo>
                  <a:pt x="52" y="1005"/>
                </a:lnTo>
                <a:lnTo>
                  <a:pt x="52" y="1000"/>
                </a:lnTo>
                <a:lnTo>
                  <a:pt x="50" y="995"/>
                </a:lnTo>
                <a:lnTo>
                  <a:pt x="46" y="992"/>
                </a:lnTo>
                <a:lnTo>
                  <a:pt x="39" y="989"/>
                </a:lnTo>
                <a:lnTo>
                  <a:pt x="31" y="987"/>
                </a:lnTo>
                <a:lnTo>
                  <a:pt x="23" y="985"/>
                </a:lnTo>
                <a:lnTo>
                  <a:pt x="16" y="982"/>
                </a:lnTo>
                <a:lnTo>
                  <a:pt x="10" y="979"/>
                </a:lnTo>
                <a:lnTo>
                  <a:pt x="5" y="975"/>
                </a:lnTo>
                <a:lnTo>
                  <a:pt x="2" y="969"/>
                </a:lnTo>
                <a:lnTo>
                  <a:pt x="1" y="963"/>
                </a:lnTo>
                <a:lnTo>
                  <a:pt x="3" y="955"/>
                </a:lnTo>
                <a:lnTo>
                  <a:pt x="7" y="947"/>
                </a:lnTo>
                <a:lnTo>
                  <a:pt x="8" y="939"/>
                </a:lnTo>
                <a:lnTo>
                  <a:pt x="9" y="931"/>
                </a:lnTo>
                <a:lnTo>
                  <a:pt x="10" y="925"/>
                </a:lnTo>
                <a:lnTo>
                  <a:pt x="10" y="918"/>
                </a:lnTo>
                <a:lnTo>
                  <a:pt x="9" y="914"/>
                </a:lnTo>
                <a:lnTo>
                  <a:pt x="9" y="911"/>
                </a:lnTo>
                <a:lnTo>
                  <a:pt x="9" y="910"/>
                </a:lnTo>
                <a:lnTo>
                  <a:pt x="8" y="909"/>
                </a:lnTo>
                <a:lnTo>
                  <a:pt x="5" y="906"/>
                </a:lnTo>
                <a:lnTo>
                  <a:pt x="3" y="902"/>
                </a:lnTo>
                <a:lnTo>
                  <a:pt x="1" y="898"/>
                </a:lnTo>
                <a:lnTo>
                  <a:pt x="0" y="892"/>
                </a:lnTo>
                <a:lnTo>
                  <a:pt x="2" y="887"/>
                </a:lnTo>
                <a:lnTo>
                  <a:pt x="7" y="882"/>
                </a:lnTo>
                <a:lnTo>
                  <a:pt x="15" y="877"/>
                </a:lnTo>
                <a:lnTo>
                  <a:pt x="25" y="873"/>
                </a:lnTo>
                <a:lnTo>
                  <a:pt x="35" y="871"/>
                </a:lnTo>
                <a:lnTo>
                  <a:pt x="44" y="868"/>
                </a:lnTo>
                <a:lnTo>
                  <a:pt x="53" y="866"/>
                </a:lnTo>
                <a:lnTo>
                  <a:pt x="61" y="866"/>
                </a:lnTo>
                <a:lnTo>
                  <a:pt x="66" y="865"/>
                </a:lnTo>
                <a:lnTo>
                  <a:pt x="70" y="865"/>
                </a:lnTo>
                <a:lnTo>
                  <a:pt x="71" y="865"/>
                </a:lnTo>
                <a:lnTo>
                  <a:pt x="71" y="866"/>
                </a:lnTo>
                <a:lnTo>
                  <a:pt x="72" y="869"/>
                </a:lnTo>
                <a:lnTo>
                  <a:pt x="72" y="874"/>
                </a:lnTo>
                <a:lnTo>
                  <a:pt x="73" y="878"/>
                </a:lnTo>
                <a:lnTo>
                  <a:pt x="72" y="884"/>
                </a:lnTo>
                <a:lnTo>
                  <a:pt x="70" y="889"/>
                </a:lnTo>
                <a:lnTo>
                  <a:pt x="67" y="894"/>
                </a:lnTo>
                <a:lnTo>
                  <a:pt x="62" y="899"/>
                </a:lnTo>
                <a:lnTo>
                  <a:pt x="58" y="903"/>
                </a:lnTo>
                <a:lnTo>
                  <a:pt x="56" y="908"/>
                </a:lnTo>
                <a:lnTo>
                  <a:pt x="57" y="913"/>
                </a:lnTo>
                <a:lnTo>
                  <a:pt x="60" y="918"/>
                </a:lnTo>
                <a:lnTo>
                  <a:pt x="64" y="923"/>
                </a:lnTo>
                <a:lnTo>
                  <a:pt x="69" y="927"/>
                </a:lnTo>
                <a:lnTo>
                  <a:pt x="74" y="929"/>
                </a:lnTo>
                <a:lnTo>
                  <a:pt x="79" y="930"/>
                </a:lnTo>
                <a:lnTo>
                  <a:pt x="82" y="931"/>
                </a:lnTo>
                <a:lnTo>
                  <a:pt x="83" y="935"/>
                </a:lnTo>
                <a:lnTo>
                  <a:pt x="82" y="940"/>
                </a:lnTo>
                <a:lnTo>
                  <a:pt x="81" y="946"/>
                </a:lnTo>
                <a:lnTo>
                  <a:pt x="79" y="952"/>
                </a:lnTo>
                <a:lnTo>
                  <a:pt x="78" y="958"/>
                </a:lnTo>
                <a:lnTo>
                  <a:pt x="79" y="963"/>
                </a:lnTo>
                <a:lnTo>
                  <a:pt x="82" y="966"/>
                </a:lnTo>
                <a:lnTo>
                  <a:pt x="86" y="968"/>
                </a:lnTo>
                <a:lnTo>
                  <a:pt x="89" y="969"/>
                </a:lnTo>
                <a:lnTo>
                  <a:pt x="91" y="972"/>
                </a:lnTo>
                <a:lnTo>
                  <a:pt x="94" y="973"/>
                </a:lnTo>
                <a:lnTo>
                  <a:pt x="96" y="975"/>
                </a:lnTo>
                <a:lnTo>
                  <a:pt x="100" y="978"/>
                </a:lnTo>
                <a:lnTo>
                  <a:pt x="107" y="983"/>
                </a:lnTo>
                <a:lnTo>
                  <a:pt x="115" y="989"/>
                </a:lnTo>
                <a:lnTo>
                  <a:pt x="123" y="995"/>
                </a:lnTo>
                <a:lnTo>
                  <a:pt x="130" y="997"/>
                </a:lnTo>
                <a:lnTo>
                  <a:pt x="135" y="997"/>
                </a:lnTo>
                <a:lnTo>
                  <a:pt x="138" y="995"/>
                </a:lnTo>
                <a:lnTo>
                  <a:pt x="139" y="991"/>
                </a:lnTo>
                <a:lnTo>
                  <a:pt x="139" y="987"/>
                </a:lnTo>
                <a:lnTo>
                  <a:pt x="136" y="981"/>
                </a:lnTo>
                <a:lnTo>
                  <a:pt x="132" y="975"/>
                </a:lnTo>
                <a:lnTo>
                  <a:pt x="126" y="968"/>
                </a:lnTo>
                <a:lnTo>
                  <a:pt x="120" y="964"/>
                </a:lnTo>
                <a:lnTo>
                  <a:pt x="114" y="960"/>
                </a:lnTo>
                <a:lnTo>
                  <a:pt x="109" y="956"/>
                </a:lnTo>
                <a:lnTo>
                  <a:pt x="106" y="954"/>
                </a:lnTo>
                <a:lnTo>
                  <a:pt x="107" y="951"/>
                </a:lnTo>
                <a:lnTo>
                  <a:pt x="111" y="950"/>
                </a:lnTo>
                <a:lnTo>
                  <a:pt x="121" y="949"/>
                </a:lnTo>
                <a:lnTo>
                  <a:pt x="132" y="948"/>
                </a:lnTo>
                <a:lnTo>
                  <a:pt x="142" y="945"/>
                </a:lnTo>
                <a:lnTo>
                  <a:pt x="149" y="942"/>
                </a:lnTo>
                <a:lnTo>
                  <a:pt x="156" y="939"/>
                </a:lnTo>
                <a:lnTo>
                  <a:pt x="161" y="935"/>
                </a:lnTo>
                <a:lnTo>
                  <a:pt x="164" y="933"/>
                </a:lnTo>
                <a:lnTo>
                  <a:pt x="165" y="931"/>
                </a:lnTo>
                <a:lnTo>
                  <a:pt x="166" y="930"/>
                </a:lnTo>
                <a:lnTo>
                  <a:pt x="167" y="930"/>
                </a:lnTo>
                <a:lnTo>
                  <a:pt x="168" y="931"/>
                </a:lnTo>
                <a:lnTo>
                  <a:pt x="170" y="932"/>
                </a:lnTo>
                <a:lnTo>
                  <a:pt x="174" y="934"/>
                </a:lnTo>
                <a:lnTo>
                  <a:pt x="178" y="936"/>
                </a:lnTo>
                <a:lnTo>
                  <a:pt x="183" y="938"/>
                </a:lnTo>
                <a:lnTo>
                  <a:pt x="189" y="941"/>
                </a:lnTo>
                <a:lnTo>
                  <a:pt x="196" y="944"/>
                </a:lnTo>
                <a:lnTo>
                  <a:pt x="203" y="946"/>
                </a:lnTo>
                <a:lnTo>
                  <a:pt x="211" y="947"/>
                </a:lnTo>
                <a:lnTo>
                  <a:pt x="217" y="947"/>
                </a:lnTo>
                <a:lnTo>
                  <a:pt x="224" y="947"/>
                </a:lnTo>
                <a:lnTo>
                  <a:pt x="229" y="949"/>
                </a:lnTo>
                <a:lnTo>
                  <a:pt x="235" y="952"/>
                </a:lnTo>
                <a:lnTo>
                  <a:pt x="240" y="959"/>
                </a:lnTo>
                <a:lnTo>
                  <a:pt x="244" y="969"/>
                </a:lnTo>
                <a:lnTo>
                  <a:pt x="248" y="981"/>
                </a:lnTo>
                <a:lnTo>
                  <a:pt x="252" y="989"/>
                </a:lnTo>
                <a:lnTo>
                  <a:pt x="256" y="995"/>
                </a:lnTo>
                <a:lnTo>
                  <a:pt x="259" y="999"/>
                </a:lnTo>
                <a:lnTo>
                  <a:pt x="261" y="1001"/>
                </a:lnTo>
                <a:lnTo>
                  <a:pt x="263" y="1002"/>
                </a:lnTo>
                <a:lnTo>
                  <a:pt x="264" y="1003"/>
                </a:lnTo>
                <a:lnTo>
                  <a:pt x="265" y="1002"/>
                </a:lnTo>
                <a:lnTo>
                  <a:pt x="267" y="998"/>
                </a:lnTo>
                <a:lnTo>
                  <a:pt x="270" y="994"/>
                </a:lnTo>
                <a:lnTo>
                  <a:pt x="273" y="989"/>
                </a:lnTo>
                <a:lnTo>
                  <a:pt x="278" y="984"/>
                </a:lnTo>
                <a:lnTo>
                  <a:pt x="282" y="981"/>
                </a:lnTo>
                <a:lnTo>
                  <a:pt x="287" y="980"/>
                </a:lnTo>
                <a:lnTo>
                  <a:pt x="291" y="981"/>
                </a:lnTo>
                <a:lnTo>
                  <a:pt x="293" y="982"/>
                </a:lnTo>
                <a:lnTo>
                  <a:pt x="291" y="981"/>
                </a:lnTo>
                <a:lnTo>
                  <a:pt x="286" y="978"/>
                </a:lnTo>
                <a:lnTo>
                  <a:pt x="280" y="973"/>
                </a:lnTo>
                <a:lnTo>
                  <a:pt x="273" y="967"/>
                </a:lnTo>
                <a:lnTo>
                  <a:pt x="267" y="963"/>
                </a:lnTo>
                <a:lnTo>
                  <a:pt x="263" y="959"/>
                </a:lnTo>
                <a:lnTo>
                  <a:pt x="261" y="958"/>
                </a:lnTo>
                <a:lnTo>
                  <a:pt x="264" y="922"/>
                </a:lnTo>
                <a:lnTo>
                  <a:pt x="262" y="922"/>
                </a:lnTo>
                <a:lnTo>
                  <a:pt x="257" y="922"/>
                </a:lnTo>
                <a:lnTo>
                  <a:pt x="248" y="921"/>
                </a:lnTo>
                <a:lnTo>
                  <a:pt x="239" y="919"/>
                </a:lnTo>
                <a:lnTo>
                  <a:pt x="228" y="918"/>
                </a:lnTo>
                <a:lnTo>
                  <a:pt x="218" y="915"/>
                </a:lnTo>
                <a:lnTo>
                  <a:pt x="208" y="912"/>
                </a:lnTo>
                <a:lnTo>
                  <a:pt x="199" y="907"/>
                </a:lnTo>
                <a:lnTo>
                  <a:pt x="193" y="902"/>
                </a:lnTo>
                <a:lnTo>
                  <a:pt x="188" y="896"/>
                </a:lnTo>
                <a:lnTo>
                  <a:pt x="184" y="891"/>
                </a:lnTo>
                <a:lnTo>
                  <a:pt x="179" y="885"/>
                </a:lnTo>
                <a:lnTo>
                  <a:pt x="174" y="880"/>
                </a:lnTo>
                <a:lnTo>
                  <a:pt x="166" y="875"/>
                </a:lnTo>
                <a:lnTo>
                  <a:pt x="157" y="869"/>
                </a:lnTo>
                <a:lnTo>
                  <a:pt x="143" y="865"/>
                </a:lnTo>
                <a:lnTo>
                  <a:pt x="133" y="861"/>
                </a:lnTo>
                <a:lnTo>
                  <a:pt x="130" y="856"/>
                </a:lnTo>
                <a:lnTo>
                  <a:pt x="133" y="851"/>
                </a:lnTo>
                <a:lnTo>
                  <a:pt x="139" y="846"/>
                </a:lnTo>
                <a:lnTo>
                  <a:pt x="148" y="842"/>
                </a:lnTo>
                <a:lnTo>
                  <a:pt x="157" y="838"/>
                </a:lnTo>
                <a:lnTo>
                  <a:pt x="163" y="836"/>
                </a:lnTo>
                <a:lnTo>
                  <a:pt x="166" y="835"/>
                </a:lnTo>
                <a:lnTo>
                  <a:pt x="168" y="835"/>
                </a:lnTo>
                <a:lnTo>
                  <a:pt x="174" y="835"/>
                </a:lnTo>
                <a:lnTo>
                  <a:pt x="182" y="834"/>
                </a:lnTo>
                <a:lnTo>
                  <a:pt x="192" y="833"/>
                </a:lnTo>
                <a:lnTo>
                  <a:pt x="203" y="831"/>
                </a:lnTo>
                <a:lnTo>
                  <a:pt x="215" y="828"/>
                </a:lnTo>
                <a:lnTo>
                  <a:pt x="225" y="824"/>
                </a:lnTo>
                <a:lnTo>
                  <a:pt x="233" y="817"/>
                </a:lnTo>
                <a:lnTo>
                  <a:pt x="240" y="811"/>
                </a:lnTo>
                <a:lnTo>
                  <a:pt x="247" y="805"/>
                </a:lnTo>
                <a:lnTo>
                  <a:pt x="254" y="800"/>
                </a:lnTo>
                <a:lnTo>
                  <a:pt x="263" y="797"/>
                </a:lnTo>
                <a:lnTo>
                  <a:pt x="270" y="794"/>
                </a:lnTo>
                <a:lnTo>
                  <a:pt x="278" y="793"/>
                </a:lnTo>
                <a:lnTo>
                  <a:pt x="287" y="793"/>
                </a:lnTo>
                <a:lnTo>
                  <a:pt x="297" y="795"/>
                </a:lnTo>
                <a:lnTo>
                  <a:pt x="310" y="796"/>
                </a:lnTo>
                <a:lnTo>
                  <a:pt x="312" y="791"/>
                </a:lnTo>
                <a:lnTo>
                  <a:pt x="312" y="784"/>
                </a:lnTo>
                <a:lnTo>
                  <a:pt x="317" y="781"/>
                </a:lnTo>
                <a:lnTo>
                  <a:pt x="320" y="781"/>
                </a:lnTo>
                <a:lnTo>
                  <a:pt x="318" y="779"/>
                </a:lnTo>
                <a:lnTo>
                  <a:pt x="314" y="777"/>
                </a:lnTo>
                <a:lnTo>
                  <a:pt x="307" y="773"/>
                </a:lnTo>
                <a:lnTo>
                  <a:pt x="299" y="767"/>
                </a:lnTo>
                <a:lnTo>
                  <a:pt x="291" y="761"/>
                </a:lnTo>
                <a:lnTo>
                  <a:pt x="284" y="753"/>
                </a:lnTo>
                <a:lnTo>
                  <a:pt x="280" y="744"/>
                </a:lnTo>
                <a:lnTo>
                  <a:pt x="278" y="734"/>
                </a:lnTo>
                <a:lnTo>
                  <a:pt x="276" y="726"/>
                </a:lnTo>
                <a:lnTo>
                  <a:pt x="276" y="718"/>
                </a:lnTo>
                <a:lnTo>
                  <a:pt x="276" y="712"/>
                </a:lnTo>
                <a:lnTo>
                  <a:pt x="277" y="708"/>
                </a:lnTo>
                <a:lnTo>
                  <a:pt x="277" y="705"/>
                </a:lnTo>
                <a:lnTo>
                  <a:pt x="278" y="703"/>
                </a:lnTo>
                <a:lnTo>
                  <a:pt x="278" y="702"/>
                </a:lnTo>
                <a:lnTo>
                  <a:pt x="277" y="703"/>
                </a:lnTo>
                <a:lnTo>
                  <a:pt x="273" y="707"/>
                </a:lnTo>
                <a:lnTo>
                  <a:pt x="267" y="712"/>
                </a:lnTo>
                <a:lnTo>
                  <a:pt x="261" y="720"/>
                </a:lnTo>
                <a:lnTo>
                  <a:pt x="254" y="728"/>
                </a:lnTo>
                <a:lnTo>
                  <a:pt x="250" y="736"/>
                </a:lnTo>
                <a:lnTo>
                  <a:pt x="246" y="745"/>
                </a:lnTo>
                <a:lnTo>
                  <a:pt x="246" y="753"/>
                </a:lnTo>
                <a:lnTo>
                  <a:pt x="246" y="761"/>
                </a:lnTo>
                <a:lnTo>
                  <a:pt x="245" y="767"/>
                </a:lnTo>
                <a:lnTo>
                  <a:pt x="243" y="774"/>
                </a:lnTo>
                <a:lnTo>
                  <a:pt x="239" y="779"/>
                </a:lnTo>
                <a:lnTo>
                  <a:pt x="235" y="782"/>
                </a:lnTo>
                <a:lnTo>
                  <a:pt x="229" y="785"/>
                </a:lnTo>
                <a:lnTo>
                  <a:pt x="223" y="786"/>
                </a:lnTo>
                <a:lnTo>
                  <a:pt x="216" y="787"/>
                </a:lnTo>
                <a:lnTo>
                  <a:pt x="210" y="788"/>
                </a:lnTo>
                <a:lnTo>
                  <a:pt x="204" y="791"/>
                </a:lnTo>
                <a:lnTo>
                  <a:pt x="200" y="796"/>
                </a:lnTo>
                <a:lnTo>
                  <a:pt x="197" y="800"/>
                </a:lnTo>
                <a:lnTo>
                  <a:pt x="194" y="805"/>
                </a:lnTo>
                <a:lnTo>
                  <a:pt x="190" y="808"/>
                </a:lnTo>
                <a:lnTo>
                  <a:pt x="186" y="810"/>
                </a:lnTo>
                <a:lnTo>
                  <a:pt x="180" y="809"/>
                </a:lnTo>
                <a:lnTo>
                  <a:pt x="174" y="806"/>
                </a:lnTo>
                <a:lnTo>
                  <a:pt x="167" y="801"/>
                </a:lnTo>
                <a:lnTo>
                  <a:pt x="161" y="796"/>
                </a:lnTo>
                <a:lnTo>
                  <a:pt x="156" y="790"/>
                </a:lnTo>
                <a:lnTo>
                  <a:pt x="150" y="785"/>
                </a:lnTo>
                <a:lnTo>
                  <a:pt x="146" y="780"/>
                </a:lnTo>
                <a:lnTo>
                  <a:pt x="144" y="777"/>
                </a:lnTo>
                <a:lnTo>
                  <a:pt x="143" y="776"/>
                </a:lnTo>
                <a:lnTo>
                  <a:pt x="144" y="774"/>
                </a:lnTo>
                <a:lnTo>
                  <a:pt x="146" y="768"/>
                </a:lnTo>
                <a:lnTo>
                  <a:pt x="148" y="760"/>
                </a:lnTo>
                <a:lnTo>
                  <a:pt x="150" y="751"/>
                </a:lnTo>
                <a:lnTo>
                  <a:pt x="151" y="742"/>
                </a:lnTo>
                <a:lnTo>
                  <a:pt x="150" y="734"/>
                </a:lnTo>
                <a:lnTo>
                  <a:pt x="146" y="728"/>
                </a:lnTo>
                <a:lnTo>
                  <a:pt x="140" y="725"/>
                </a:lnTo>
                <a:lnTo>
                  <a:pt x="134" y="723"/>
                </a:lnTo>
                <a:lnTo>
                  <a:pt x="131" y="721"/>
                </a:lnTo>
                <a:lnTo>
                  <a:pt x="130" y="716"/>
                </a:lnTo>
                <a:lnTo>
                  <a:pt x="132" y="712"/>
                </a:lnTo>
                <a:lnTo>
                  <a:pt x="133" y="708"/>
                </a:lnTo>
                <a:lnTo>
                  <a:pt x="135" y="702"/>
                </a:lnTo>
                <a:lnTo>
                  <a:pt x="136" y="697"/>
                </a:lnTo>
                <a:lnTo>
                  <a:pt x="135" y="691"/>
                </a:lnTo>
                <a:lnTo>
                  <a:pt x="132" y="684"/>
                </a:lnTo>
                <a:lnTo>
                  <a:pt x="129" y="676"/>
                </a:lnTo>
                <a:lnTo>
                  <a:pt x="126" y="667"/>
                </a:lnTo>
                <a:lnTo>
                  <a:pt x="123" y="658"/>
                </a:lnTo>
                <a:lnTo>
                  <a:pt x="121" y="649"/>
                </a:lnTo>
                <a:lnTo>
                  <a:pt x="121" y="641"/>
                </a:lnTo>
                <a:lnTo>
                  <a:pt x="122" y="634"/>
                </a:lnTo>
                <a:lnTo>
                  <a:pt x="126" y="629"/>
                </a:lnTo>
                <a:lnTo>
                  <a:pt x="130" y="625"/>
                </a:lnTo>
                <a:lnTo>
                  <a:pt x="132" y="621"/>
                </a:lnTo>
                <a:lnTo>
                  <a:pt x="132" y="617"/>
                </a:lnTo>
                <a:lnTo>
                  <a:pt x="131" y="613"/>
                </a:lnTo>
                <a:lnTo>
                  <a:pt x="130" y="610"/>
                </a:lnTo>
                <a:lnTo>
                  <a:pt x="128" y="605"/>
                </a:lnTo>
                <a:lnTo>
                  <a:pt x="126" y="601"/>
                </a:lnTo>
                <a:lnTo>
                  <a:pt x="124" y="595"/>
                </a:lnTo>
                <a:lnTo>
                  <a:pt x="122" y="590"/>
                </a:lnTo>
                <a:lnTo>
                  <a:pt x="119" y="586"/>
                </a:lnTo>
                <a:lnTo>
                  <a:pt x="115" y="583"/>
                </a:lnTo>
                <a:lnTo>
                  <a:pt x="111" y="584"/>
                </a:lnTo>
                <a:lnTo>
                  <a:pt x="106" y="586"/>
                </a:lnTo>
                <a:lnTo>
                  <a:pt x="101" y="592"/>
                </a:lnTo>
                <a:lnTo>
                  <a:pt x="98" y="602"/>
                </a:lnTo>
                <a:lnTo>
                  <a:pt x="95" y="615"/>
                </a:lnTo>
                <a:lnTo>
                  <a:pt x="93" y="629"/>
                </a:lnTo>
                <a:lnTo>
                  <a:pt x="90" y="636"/>
                </a:lnTo>
                <a:lnTo>
                  <a:pt x="86" y="639"/>
                </a:lnTo>
                <a:lnTo>
                  <a:pt x="82" y="638"/>
                </a:lnTo>
                <a:lnTo>
                  <a:pt x="77" y="635"/>
                </a:lnTo>
                <a:lnTo>
                  <a:pt x="72" y="630"/>
                </a:lnTo>
                <a:lnTo>
                  <a:pt x="67" y="624"/>
                </a:lnTo>
                <a:lnTo>
                  <a:pt x="62" y="617"/>
                </a:lnTo>
                <a:lnTo>
                  <a:pt x="58" y="611"/>
                </a:lnTo>
                <a:lnTo>
                  <a:pt x="56" y="606"/>
                </a:lnTo>
                <a:lnTo>
                  <a:pt x="54" y="601"/>
                </a:lnTo>
                <a:lnTo>
                  <a:pt x="54" y="596"/>
                </a:lnTo>
                <a:lnTo>
                  <a:pt x="56" y="591"/>
                </a:lnTo>
                <a:lnTo>
                  <a:pt x="58" y="586"/>
                </a:lnTo>
                <a:lnTo>
                  <a:pt x="59" y="580"/>
                </a:lnTo>
                <a:lnTo>
                  <a:pt x="60" y="573"/>
                </a:lnTo>
                <a:lnTo>
                  <a:pt x="62" y="567"/>
                </a:lnTo>
                <a:lnTo>
                  <a:pt x="66" y="564"/>
                </a:lnTo>
                <a:lnTo>
                  <a:pt x="72" y="563"/>
                </a:lnTo>
                <a:lnTo>
                  <a:pt x="78" y="564"/>
                </a:lnTo>
                <a:lnTo>
                  <a:pt x="85" y="564"/>
                </a:lnTo>
                <a:lnTo>
                  <a:pt x="92" y="564"/>
                </a:lnTo>
                <a:lnTo>
                  <a:pt x="98" y="563"/>
                </a:lnTo>
                <a:lnTo>
                  <a:pt x="103" y="559"/>
                </a:lnTo>
                <a:lnTo>
                  <a:pt x="111" y="552"/>
                </a:lnTo>
                <a:lnTo>
                  <a:pt x="116" y="550"/>
                </a:lnTo>
                <a:lnTo>
                  <a:pt x="120" y="547"/>
                </a:lnTo>
                <a:lnTo>
                  <a:pt x="124" y="537"/>
                </a:lnTo>
                <a:lnTo>
                  <a:pt x="125" y="530"/>
                </a:lnTo>
                <a:lnTo>
                  <a:pt x="126" y="525"/>
                </a:lnTo>
                <a:lnTo>
                  <a:pt x="127" y="521"/>
                </a:lnTo>
                <a:lnTo>
                  <a:pt x="129" y="519"/>
                </a:lnTo>
                <a:lnTo>
                  <a:pt x="131" y="516"/>
                </a:lnTo>
                <a:lnTo>
                  <a:pt x="136" y="515"/>
                </a:lnTo>
                <a:lnTo>
                  <a:pt x="143" y="514"/>
                </a:lnTo>
                <a:lnTo>
                  <a:pt x="154" y="513"/>
                </a:lnTo>
                <a:lnTo>
                  <a:pt x="165" y="511"/>
                </a:lnTo>
                <a:lnTo>
                  <a:pt x="170" y="508"/>
                </a:lnTo>
                <a:lnTo>
                  <a:pt x="172" y="503"/>
                </a:lnTo>
                <a:lnTo>
                  <a:pt x="171" y="497"/>
                </a:lnTo>
                <a:lnTo>
                  <a:pt x="168" y="490"/>
                </a:lnTo>
                <a:lnTo>
                  <a:pt x="165" y="482"/>
                </a:lnTo>
                <a:lnTo>
                  <a:pt x="161" y="475"/>
                </a:lnTo>
                <a:lnTo>
                  <a:pt x="158" y="466"/>
                </a:lnTo>
                <a:lnTo>
                  <a:pt x="156" y="458"/>
                </a:lnTo>
                <a:lnTo>
                  <a:pt x="152" y="451"/>
                </a:lnTo>
                <a:lnTo>
                  <a:pt x="150" y="443"/>
                </a:lnTo>
                <a:lnTo>
                  <a:pt x="146" y="436"/>
                </a:lnTo>
                <a:lnTo>
                  <a:pt x="143" y="429"/>
                </a:lnTo>
                <a:lnTo>
                  <a:pt x="138" y="423"/>
                </a:lnTo>
                <a:lnTo>
                  <a:pt x="133" y="416"/>
                </a:lnTo>
                <a:lnTo>
                  <a:pt x="126" y="410"/>
                </a:lnTo>
                <a:lnTo>
                  <a:pt x="119" y="404"/>
                </a:lnTo>
                <a:lnTo>
                  <a:pt x="113" y="397"/>
                </a:lnTo>
                <a:lnTo>
                  <a:pt x="107" y="388"/>
                </a:lnTo>
                <a:lnTo>
                  <a:pt x="102" y="379"/>
                </a:lnTo>
                <a:lnTo>
                  <a:pt x="98" y="370"/>
                </a:lnTo>
                <a:lnTo>
                  <a:pt x="96" y="360"/>
                </a:lnTo>
                <a:lnTo>
                  <a:pt x="95" y="351"/>
                </a:lnTo>
                <a:lnTo>
                  <a:pt x="95" y="342"/>
                </a:lnTo>
                <a:lnTo>
                  <a:pt x="94" y="335"/>
                </a:lnTo>
                <a:lnTo>
                  <a:pt x="91" y="331"/>
                </a:lnTo>
                <a:lnTo>
                  <a:pt x="86" y="328"/>
                </a:lnTo>
                <a:lnTo>
                  <a:pt x="81" y="325"/>
                </a:lnTo>
                <a:lnTo>
                  <a:pt x="76" y="323"/>
                </a:lnTo>
                <a:lnTo>
                  <a:pt x="73" y="319"/>
                </a:lnTo>
                <a:lnTo>
                  <a:pt x="72" y="312"/>
                </a:lnTo>
                <a:lnTo>
                  <a:pt x="76" y="303"/>
                </a:lnTo>
                <a:lnTo>
                  <a:pt x="81" y="292"/>
                </a:lnTo>
                <a:lnTo>
                  <a:pt x="83" y="282"/>
                </a:lnTo>
                <a:lnTo>
                  <a:pt x="84" y="271"/>
                </a:lnTo>
                <a:lnTo>
                  <a:pt x="84" y="261"/>
                </a:lnTo>
                <a:lnTo>
                  <a:pt x="82" y="253"/>
                </a:lnTo>
                <a:lnTo>
                  <a:pt x="81" y="247"/>
                </a:lnTo>
                <a:lnTo>
                  <a:pt x="80" y="242"/>
                </a:lnTo>
                <a:lnTo>
                  <a:pt x="79" y="241"/>
                </a:lnTo>
                <a:lnTo>
                  <a:pt x="81" y="238"/>
                </a:lnTo>
                <a:lnTo>
                  <a:pt x="86" y="230"/>
                </a:lnTo>
                <a:lnTo>
                  <a:pt x="93" y="222"/>
                </a:lnTo>
                <a:lnTo>
                  <a:pt x="103" y="215"/>
                </a:lnTo>
                <a:lnTo>
                  <a:pt x="108" y="212"/>
                </a:lnTo>
                <a:lnTo>
                  <a:pt x="109" y="206"/>
                </a:lnTo>
                <a:lnTo>
                  <a:pt x="109" y="198"/>
                </a:lnTo>
                <a:lnTo>
                  <a:pt x="109" y="189"/>
                </a:lnTo>
                <a:lnTo>
                  <a:pt x="109" y="180"/>
                </a:lnTo>
                <a:lnTo>
                  <a:pt x="111" y="171"/>
                </a:lnTo>
                <a:lnTo>
                  <a:pt x="116" y="162"/>
                </a:lnTo>
                <a:lnTo>
                  <a:pt x="124" y="157"/>
                </a:lnTo>
                <a:lnTo>
                  <a:pt x="132" y="153"/>
                </a:lnTo>
                <a:lnTo>
                  <a:pt x="138" y="147"/>
                </a:lnTo>
                <a:lnTo>
                  <a:pt x="142" y="140"/>
                </a:lnTo>
                <a:lnTo>
                  <a:pt x="145" y="133"/>
                </a:lnTo>
                <a:lnTo>
                  <a:pt x="158" y="139"/>
                </a:lnTo>
                <a:lnTo>
                  <a:pt x="171" y="145"/>
                </a:lnTo>
                <a:lnTo>
                  <a:pt x="185" y="151"/>
                </a:lnTo>
                <a:lnTo>
                  <a:pt x="198" y="157"/>
                </a:lnTo>
                <a:lnTo>
                  <a:pt x="212" y="163"/>
                </a:lnTo>
                <a:lnTo>
                  <a:pt x="224" y="171"/>
                </a:lnTo>
                <a:lnTo>
                  <a:pt x="236" y="177"/>
                </a:lnTo>
                <a:lnTo>
                  <a:pt x="246" y="184"/>
                </a:lnTo>
                <a:lnTo>
                  <a:pt x="265" y="194"/>
                </a:lnTo>
                <a:lnTo>
                  <a:pt x="280" y="200"/>
                </a:lnTo>
                <a:lnTo>
                  <a:pt x="293" y="203"/>
                </a:lnTo>
                <a:lnTo>
                  <a:pt x="307" y="203"/>
                </a:lnTo>
                <a:lnTo>
                  <a:pt x="318" y="201"/>
                </a:lnTo>
                <a:lnTo>
                  <a:pt x="328" y="198"/>
                </a:lnTo>
                <a:lnTo>
                  <a:pt x="339" y="195"/>
                </a:lnTo>
                <a:lnTo>
                  <a:pt x="350" y="192"/>
                </a:lnTo>
                <a:lnTo>
                  <a:pt x="362" y="188"/>
                </a:lnTo>
                <a:lnTo>
                  <a:pt x="372" y="181"/>
                </a:lnTo>
                <a:lnTo>
                  <a:pt x="381" y="171"/>
                </a:lnTo>
                <a:lnTo>
                  <a:pt x="388" y="158"/>
                </a:lnTo>
                <a:lnTo>
                  <a:pt x="394" y="145"/>
                </a:lnTo>
                <a:lnTo>
                  <a:pt x="398" y="131"/>
                </a:lnTo>
                <a:lnTo>
                  <a:pt x="401" y="117"/>
                </a:lnTo>
                <a:lnTo>
                  <a:pt x="401" y="102"/>
                </a:lnTo>
                <a:lnTo>
                  <a:pt x="402" y="89"/>
                </a:lnTo>
                <a:lnTo>
                  <a:pt x="407" y="78"/>
                </a:lnTo>
                <a:lnTo>
                  <a:pt x="415" y="68"/>
                </a:lnTo>
                <a:lnTo>
                  <a:pt x="424" y="58"/>
                </a:lnTo>
                <a:lnTo>
                  <a:pt x="434" y="49"/>
                </a:lnTo>
                <a:lnTo>
                  <a:pt x="444" y="40"/>
                </a:lnTo>
                <a:lnTo>
                  <a:pt x="453" y="31"/>
                </a:lnTo>
                <a:lnTo>
                  <a:pt x="461" y="21"/>
                </a:lnTo>
                <a:lnTo>
                  <a:pt x="469" y="11"/>
                </a:lnTo>
                <a:lnTo>
                  <a:pt x="480" y="5"/>
                </a:lnTo>
                <a:lnTo>
                  <a:pt x="494" y="1"/>
                </a:lnTo>
                <a:lnTo>
                  <a:pt x="509" y="0"/>
                </a:lnTo>
                <a:lnTo>
                  <a:pt x="524" y="2"/>
                </a:lnTo>
                <a:lnTo>
                  <a:pt x="537" y="5"/>
                </a:lnTo>
                <a:lnTo>
                  <a:pt x="546" y="11"/>
                </a:lnTo>
                <a:lnTo>
                  <a:pt x="552" y="19"/>
                </a:lnTo>
                <a:lnTo>
                  <a:pt x="557" y="27"/>
                </a:lnTo>
                <a:lnTo>
                  <a:pt x="563" y="36"/>
                </a:lnTo>
                <a:lnTo>
                  <a:pt x="569" y="44"/>
                </a:lnTo>
                <a:lnTo>
                  <a:pt x="575" y="52"/>
                </a:lnTo>
                <a:lnTo>
                  <a:pt x="582" y="61"/>
                </a:lnTo>
                <a:lnTo>
                  <a:pt x="590" y="69"/>
                </a:lnTo>
                <a:lnTo>
                  <a:pt x="597" y="77"/>
                </a:lnTo>
                <a:lnTo>
                  <a:pt x="606" y="84"/>
                </a:lnTo>
                <a:lnTo>
                  <a:pt x="614" y="88"/>
                </a:lnTo>
                <a:lnTo>
                  <a:pt x="624" y="90"/>
                </a:lnTo>
                <a:lnTo>
                  <a:pt x="636" y="89"/>
                </a:lnTo>
                <a:lnTo>
                  <a:pt x="648" y="87"/>
                </a:lnTo>
                <a:lnTo>
                  <a:pt x="663" y="83"/>
                </a:lnTo>
                <a:lnTo>
                  <a:pt x="676" y="79"/>
                </a:lnTo>
                <a:lnTo>
                  <a:pt x="691" y="74"/>
                </a:lnTo>
                <a:lnTo>
                  <a:pt x="706" y="70"/>
                </a:lnTo>
                <a:lnTo>
                  <a:pt x="717" y="70"/>
                </a:lnTo>
                <a:lnTo>
                  <a:pt x="724" y="77"/>
                </a:lnTo>
                <a:lnTo>
                  <a:pt x="727" y="89"/>
                </a:lnTo>
                <a:lnTo>
                  <a:pt x="728" y="104"/>
                </a:lnTo>
                <a:lnTo>
                  <a:pt x="728" y="122"/>
                </a:lnTo>
                <a:lnTo>
                  <a:pt x="727" y="138"/>
                </a:lnTo>
                <a:lnTo>
                  <a:pt x="728" y="151"/>
                </a:lnTo>
                <a:lnTo>
                  <a:pt x="732" y="159"/>
                </a:lnTo>
                <a:lnTo>
                  <a:pt x="738" y="163"/>
                </a:lnTo>
                <a:lnTo>
                  <a:pt x="744" y="168"/>
                </a:lnTo>
                <a:lnTo>
                  <a:pt x="752" y="171"/>
                </a:lnTo>
                <a:lnTo>
                  <a:pt x="761" y="175"/>
                </a:lnTo>
                <a:lnTo>
                  <a:pt x="768" y="179"/>
                </a:lnTo>
                <a:lnTo>
                  <a:pt x="776" y="184"/>
                </a:lnTo>
                <a:lnTo>
                  <a:pt x="784" y="189"/>
                </a:lnTo>
                <a:lnTo>
                  <a:pt x="791" y="196"/>
                </a:lnTo>
                <a:lnTo>
                  <a:pt x="798" y="202"/>
                </a:lnTo>
                <a:lnTo>
                  <a:pt x="807" y="205"/>
                </a:lnTo>
                <a:lnTo>
                  <a:pt x="817" y="206"/>
                </a:lnTo>
                <a:lnTo>
                  <a:pt x="827" y="205"/>
                </a:lnTo>
                <a:lnTo>
                  <a:pt x="837" y="203"/>
                </a:lnTo>
                <a:lnTo>
                  <a:pt x="847" y="199"/>
                </a:lnTo>
                <a:lnTo>
                  <a:pt x="858" y="194"/>
                </a:lnTo>
                <a:lnTo>
                  <a:pt x="867" y="188"/>
                </a:lnTo>
                <a:lnTo>
                  <a:pt x="874" y="182"/>
                </a:lnTo>
                <a:lnTo>
                  <a:pt x="880" y="180"/>
                </a:lnTo>
                <a:lnTo>
                  <a:pt x="884" y="180"/>
                </a:lnTo>
                <a:lnTo>
                  <a:pt x="887" y="182"/>
                </a:lnTo>
                <a:lnTo>
                  <a:pt x="889" y="186"/>
                </a:lnTo>
                <a:lnTo>
                  <a:pt x="890" y="191"/>
                </a:lnTo>
                <a:lnTo>
                  <a:pt x="891" y="197"/>
                </a:lnTo>
                <a:lnTo>
                  <a:pt x="891" y="202"/>
                </a:lnTo>
                <a:lnTo>
                  <a:pt x="893" y="207"/>
                </a:lnTo>
                <a:lnTo>
                  <a:pt x="899" y="213"/>
                </a:lnTo>
                <a:lnTo>
                  <a:pt x="908" y="218"/>
                </a:lnTo>
                <a:lnTo>
                  <a:pt x="918" y="221"/>
                </a:lnTo>
                <a:lnTo>
                  <a:pt x="928" y="223"/>
                </a:lnTo>
                <a:lnTo>
                  <a:pt x="939" y="223"/>
                </a:lnTo>
                <a:lnTo>
                  <a:pt x="949" y="219"/>
                </a:lnTo>
                <a:lnTo>
                  <a:pt x="959" y="212"/>
                </a:lnTo>
                <a:lnTo>
                  <a:pt x="967" y="205"/>
                </a:lnTo>
                <a:lnTo>
                  <a:pt x="977" y="199"/>
                </a:lnTo>
                <a:lnTo>
                  <a:pt x="988" y="195"/>
                </a:lnTo>
                <a:lnTo>
                  <a:pt x="1000" y="192"/>
                </a:lnTo>
                <a:lnTo>
                  <a:pt x="1011" y="190"/>
                </a:lnTo>
                <a:lnTo>
                  <a:pt x="1020" y="189"/>
                </a:lnTo>
                <a:lnTo>
                  <a:pt x="1026" y="188"/>
                </a:lnTo>
                <a:lnTo>
                  <a:pt x="1028" y="188"/>
                </a:lnTo>
                <a:lnTo>
                  <a:pt x="1031" y="191"/>
                </a:lnTo>
                <a:lnTo>
                  <a:pt x="1041" y="197"/>
                </a:lnTo>
                <a:lnTo>
                  <a:pt x="1055" y="206"/>
                </a:lnTo>
                <a:lnTo>
                  <a:pt x="1071" y="217"/>
                </a:lnTo>
                <a:lnTo>
                  <a:pt x="1087" y="226"/>
                </a:lnTo>
                <a:lnTo>
                  <a:pt x="1103" y="233"/>
                </a:lnTo>
                <a:lnTo>
                  <a:pt x="1116" y="236"/>
                </a:lnTo>
                <a:lnTo>
                  <a:pt x="1124" y="233"/>
                </a:lnTo>
                <a:lnTo>
                  <a:pt x="1128" y="225"/>
                </a:lnTo>
                <a:lnTo>
                  <a:pt x="1131" y="217"/>
                </a:lnTo>
                <a:lnTo>
                  <a:pt x="1135" y="207"/>
                </a:lnTo>
                <a:lnTo>
                  <a:pt x="1139" y="199"/>
                </a:lnTo>
                <a:lnTo>
                  <a:pt x="1144" y="193"/>
                </a:lnTo>
                <a:lnTo>
                  <a:pt x="1151" y="190"/>
                </a:lnTo>
                <a:lnTo>
                  <a:pt x="1162" y="190"/>
                </a:lnTo>
                <a:lnTo>
                  <a:pt x="1175" y="196"/>
                </a:lnTo>
                <a:lnTo>
                  <a:pt x="1185" y="201"/>
                </a:lnTo>
                <a:lnTo>
                  <a:pt x="1195" y="205"/>
                </a:lnTo>
                <a:lnTo>
                  <a:pt x="1207" y="208"/>
                </a:lnTo>
                <a:lnTo>
                  <a:pt x="1217" y="210"/>
                </a:lnTo>
                <a:lnTo>
                  <a:pt x="1226" y="211"/>
                </a:lnTo>
                <a:lnTo>
                  <a:pt x="1235" y="211"/>
                </a:lnTo>
                <a:lnTo>
                  <a:pt x="1242" y="210"/>
                </a:lnTo>
                <a:lnTo>
                  <a:pt x="1248" y="20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86" name="Freeform 1043">
            <a:extLst>
              <a:ext uri="{FF2B5EF4-FFF2-40B4-BE49-F238E27FC236}">
                <a16:creationId xmlns:a16="http://schemas.microsoft.com/office/drawing/2014/main" id="{CEDB27B3-07C3-1C9C-60D0-CA7967032DCD}"/>
              </a:ext>
            </a:extLst>
          </p:cNvPr>
          <p:cNvSpPr>
            <a:spLocks/>
          </p:cNvSpPr>
          <p:nvPr/>
        </p:nvSpPr>
        <p:spPr bwMode="auto">
          <a:xfrm>
            <a:off x="6407150" y="5237163"/>
            <a:ext cx="241300" cy="204787"/>
          </a:xfrm>
          <a:custGeom>
            <a:avLst/>
            <a:gdLst>
              <a:gd name="T0" fmla="*/ 2147483646 w 1452"/>
              <a:gd name="T1" fmla="*/ 2147483646 h 1377"/>
              <a:gd name="T2" fmla="*/ 2147483646 w 1452"/>
              <a:gd name="T3" fmla="*/ 2147483646 h 1377"/>
              <a:gd name="T4" fmla="*/ 2147483646 w 1452"/>
              <a:gd name="T5" fmla="*/ 2147483646 h 1377"/>
              <a:gd name="T6" fmla="*/ 2147483646 w 1452"/>
              <a:gd name="T7" fmla="*/ 2147483646 h 1377"/>
              <a:gd name="T8" fmla="*/ 2147483646 w 1452"/>
              <a:gd name="T9" fmla="*/ 2147483646 h 1377"/>
              <a:gd name="T10" fmla="*/ 2147483646 w 1452"/>
              <a:gd name="T11" fmla="*/ 2147483646 h 1377"/>
              <a:gd name="T12" fmla="*/ 2147483646 w 1452"/>
              <a:gd name="T13" fmla="*/ 2147483646 h 1377"/>
              <a:gd name="T14" fmla="*/ 2147483646 w 1452"/>
              <a:gd name="T15" fmla="*/ 2147483646 h 1377"/>
              <a:gd name="T16" fmla="*/ 2147483646 w 1452"/>
              <a:gd name="T17" fmla="*/ 2147483646 h 1377"/>
              <a:gd name="T18" fmla="*/ 2147483646 w 1452"/>
              <a:gd name="T19" fmla="*/ 2147483646 h 1377"/>
              <a:gd name="T20" fmla="*/ 2147483646 w 1452"/>
              <a:gd name="T21" fmla="*/ 2147483646 h 1377"/>
              <a:gd name="T22" fmla="*/ 2147483646 w 1452"/>
              <a:gd name="T23" fmla="*/ 2147483646 h 1377"/>
              <a:gd name="T24" fmla="*/ 2147483646 w 1452"/>
              <a:gd name="T25" fmla="*/ 2147483646 h 1377"/>
              <a:gd name="T26" fmla="*/ 2147483646 w 1452"/>
              <a:gd name="T27" fmla="*/ 2147483646 h 1377"/>
              <a:gd name="T28" fmla="*/ 2147483646 w 1452"/>
              <a:gd name="T29" fmla="*/ 2147483646 h 1377"/>
              <a:gd name="T30" fmla="*/ 2147483646 w 1452"/>
              <a:gd name="T31" fmla="*/ 2147483646 h 1377"/>
              <a:gd name="T32" fmla="*/ 2147483646 w 1452"/>
              <a:gd name="T33" fmla="*/ 2147483646 h 1377"/>
              <a:gd name="T34" fmla="*/ 2147483646 w 1452"/>
              <a:gd name="T35" fmla="*/ 2147483646 h 1377"/>
              <a:gd name="T36" fmla="*/ 2147483646 w 1452"/>
              <a:gd name="T37" fmla="*/ 2147483646 h 1377"/>
              <a:gd name="T38" fmla="*/ 2147483646 w 1452"/>
              <a:gd name="T39" fmla="*/ 2147483646 h 1377"/>
              <a:gd name="T40" fmla="*/ 2147483646 w 1452"/>
              <a:gd name="T41" fmla="*/ 2147483646 h 1377"/>
              <a:gd name="T42" fmla="*/ 2147483646 w 1452"/>
              <a:gd name="T43" fmla="*/ 2147483646 h 1377"/>
              <a:gd name="T44" fmla="*/ 2147483646 w 1452"/>
              <a:gd name="T45" fmla="*/ 2147483646 h 1377"/>
              <a:gd name="T46" fmla="*/ 2147483646 w 1452"/>
              <a:gd name="T47" fmla="*/ 2147483646 h 1377"/>
              <a:gd name="T48" fmla="*/ 2147483646 w 1452"/>
              <a:gd name="T49" fmla="*/ 2147483646 h 1377"/>
              <a:gd name="T50" fmla="*/ 2147483646 w 1452"/>
              <a:gd name="T51" fmla="*/ 2147483646 h 1377"/>
              <a:gd name="T52" fmla="*/ 2147483646 w 1452"/>
              <a:gd name="T53" fmla="*/ 2147483646 h 1377"/>
              <a:gd name="T54" fmla="*/ 2147483646 w 1452"/>
              <a:gd name="T55" fmla="*/ 2147483646 h 1377"/>
              <a:gd name="T56" fmla="*/ 2147483646 w 1452"/>
              <a:gd name="T57" fmla="*/ 2147483646 h 1377"/>
              <a:gd name="T58" fmla="*/ 2147483646 w 1452"/>
              <a:gd name="T59" fmla="*/ 2147483646 h 1377"/>
              <a:gd name="T60" fmla="*/ 2147483646 w 1452"/>
              <a:gd name="T61" fmla="*/ 2147483646 h 1377"/>
              <a:gd name="T62" fmla="*/ 2147483646 w 1452"/>
              <a:gd name="T63" fmla="*/ 2147483646 h 1377"/>
              <a:gd name="T64" fmla="*/ 2147483646 w 1452"/>
              <a:gd name="T65" fmla="*/ 2147483646 h 1377"/>
              <a:gd name="T66" fmla="*/ 2147483646 w 1452"/>
              <a:gd name="T67" fmla="*/ 2147483646 h 1377"/>
              <a:gd name="T68" fmla="*/ 2147483646 w 1452"/>
              <a:gd name="T69" fmla="*/ 2147483646 h 1377"/>
              <a:gd name="T70" fmla="*/ 2147483646 w 1452"/>
              <a:gd name="T71" fmla="*/ 2147483646 h 1377"/>
              <a:gd name="T72" fmla="*/ 2147483646 w 1452"/>
              <a:gd name="T73" fmla="*/ 2147483646 h 1377"/>
              <a:gd name="T74" fmla="*/ 2147483646 w 1452"/>
              <a:gd name="T75" fmla="*/ 2147483646 h 1377"/>
              <a:gd name="T76" fmla="*/ 2147483646 w 1452"/>
              <a:gd name="T77" fmla="*/ 2147483646 h 1377"/>
              <a:gd name="T78" fmla="*/ 2147483646 w 1452"/>
              <a:gd name="T79" fmla="*/ 2147483646 h 1377"/>
              <a:gd name="T80" fmla="*/ 2147483646 w 1452"/>
              <a:gd name="T81" fmla="*/ 2147483646 h 1377"/>
              <a:gd name="T82" fmla="*/ 2147483646 w 1452"/>
              <a:gd name="T83" fmla="*/ 2147483646 h 1377"/>
              <a:gd name="T84" fmla="*/ 2147483646 w 1452"/>
              <a:gd name="T85" fmla="*/ 2147483646 h 1377"/>
              <a:gd name="T86" fmla="*/ 2147483646 w 1452"/>
              <a:gd name="T87" fmla="*/ 2147483646 h 1377"/>
              <a:gd name="T88" fmla="*/ 2147483646 w 1452"/>
              <a:gd name="T89" fmla="*/ 2147483646 h 1377"/>
              <a:gd name="T90" fmla="*/ 2147483646 w 1452"/>
              <a:gd name="T91" fmla="*/ 2147483646 h 1377"/>
              <a:gd name="T92" fmla="*/ 2147483646 w 1452"/>
              <a:gd name="T93" fmla="*/ 2147483646 h 1377"/>
              <a:gd name="T94" fmla="*/ 2147483646 w 1452"/>
              <a:gd name="T95" fmla="*/ 2147483646 h 1377"/>
              <a:gd name="T96" fmla="*/ 2147483646 w 1452"/>
              <a:gd name="T97" fmla="*/ 2147483646 h 1377"/>
              <a:gd name="T98" fmla="*/ 2147483646 w 1452"/>
              <a:gd name="T99" fmla="*/ 2147483646 h 1377"/>
              <a:gd name="T100" fmla="*/ 2147483646 w 1452"/>
              <a:gd name="T101" fmla="*/ 2147483646 h 1377"/>
              <a:gd name="T102" fmla="*/ 2147483646 w 1452"/>
              <a:gd name="T103" fmla="*/ 2147483646 h 1377"/>
              <a:gd name="T104" fmla="*/ 2147483646 w 1452"/>
              <a:gd name="T105" fmla="*/ 2147483646 h 1377"/>
              <a:gd name="T106" fmla="*/ 2147483646 w 1452"/>
              <a:gd name="T107" fmla="*/ 2147483646 h 1377"/>
              <a:gd name="T108" fmla="*/ 2147483646 w 1452"/>
              <a:gd name="T109" fmla="*/ 2147483646 h 1377"/>
              <a:gd name="T110" fmla="*/ 2147483646 w 1452"/>
              <a:gd name="T111" fmla="*/ 2147483646 h 1377"/>
              <a:gd name="T112" fmla="*/ 2147483646 w 1452"/>
              <a:gd name="T113" fmla="*/ 2147483646 h 1377"/>
              <a:gd name="T114" fmla="*/ 2147483646 w 1452"/>
              <a:gd name="T115" fmla="*/ 2147483646 h 1377"/>
              <a:gd name="T116" fmla="*/ 2147483646 w 1452"/>
              <a:gd name="T117" fmla="*/ 2147483646 h 1377"/>
              <a:gd name="T118" fmla="*/ 2147483646 w 1452"/>
              <a:gd name="T119" fmla="*/ 2147483646 h 1377"/>
              <a:gd name="T120" fmla="*/ 2147483646 w 1452"/>
              <a:gd name="T121" fmla="*/ 2147483646 h 1377"/>
              <a:gd name="T122" fmla="*/ 2147483646 w 1452"/>
              <a:gd name="T123" fmla="*/ 2147483646 h 137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52" h="1377">
                <a:moveTo>
                  <a:pt x="1248" y="208"/>
                </a:moveTo>
                <a:lnTo>
                  <a:pt x="1248" y="208"/>
                </a:lnTo>
                <a:lnTo>
                  <a:pt x="1256" y="218"/>
                </a:lnTo>
                <a:lnTo>
                  <a:pt x="1262" y="227"/>
                </a:lnTo>
                <a:lnTo>
                  <a:pt x="1269" y="236"/>
                </a:lnTo>
                <a:lnTo>
                  <a:pt x="1274" y="245"/>
                </a:lnTo>
                <a:lnTo>
                  <a:pt x="1279" y="253"/>
                </a:lnTo>
                <a:lnTo>
                  <a:pt x="1283" y="262"/>
                </a:lnTo>
                <a:lnTo>
                  <a:pt x="1286" y="270"/>
                </a:lnTo>
                <a:lnTo>
                  <a:pt x="1287" y="277"/>
                </a:lnTo>
                <a:lnTo>
                  <a:pt x="1288" y="290"/>
                </a:lnTo>
                <a:lnTo>
                  <a:pt x="1288" y="304"/>
                </a:lnTo>
                <a:lnTo>
                  <a:pt x="1289" y="318"/>
                </a:lnTo>
                <a:lnTo>
                  <a:pt x="1290" y="330"/>
                </a:lnTo>
                <a:lnTo>
                  <a:pt x="1290" y="340"/>
                </a:lnTo>
                <a:lnTo>
                  <a:pt x="1291" y="349"/>
                </a:lnTo>
                <a:lnTo>
                  <a:pt x="1291" y="354"/>
                </a:lnTo>
                <a:lnTo>
                  <a:pt x="1291" y="356"/>
                </a:lnTo>
                <a:lnTo>
                  <a:pt x="1353" y="401"/>
                </a:lnTo>
                <a:lnTo>
                  <a:pt x="1353" y="402"/>
                </a:lnTo>
                <a:lnTo>
                  <a:pt x="1351" y="404"/>
                </a:lnTo>
                <a:lnTo>
                  <a:pt x="1353" y="408"/>
                </a:lnTo>
                <a:lnTo>
                  <a:pt x="1354" y="413"/>
                </a:lnTo>
                <a:lnTo>
                  <a:pt x="1356" y="422"/>
                </a:lnTo>
                <a:lnTo>
                  <a:pt x="1359" y="433"/>
                </a:lnTo>
                <a:lnTo>
                  <a:pt x="1363" y="446"/>
                </a:lnTo>
                <a:lnTo>
                  <a:pt x="1368" y="458"/>
                </a:lnTo>
                <a:lnTo>
                  <a:pt x="1373" y="467"/>
                </a:lnTo>
                <a:lnTo>
                  <a:pt x="1378" y="474"/>
                </a:lnTo>
                <a:lnTo>
                  <a:pt x="1383" y="479"/>
                </a:lnTo>
                <a:lnTo>
                  <a:pt x="1387" y="482"/>
                </a:lnTo>
                <a:lnTo>
                  <a:pt x="1390" y="486"/>
                </a:lnTo>
                <a:lnTo>
                  <a:pt x="1392" y="491"/>
                </a:lnTo>
                <a:lnTo>
                  <a:pt x="1393" y="497"/>
                </a:lnTo>
                <a:lnTo>
                  <a:pt x="1394" y="504"/>
                </a:lnTo>
                <a:lnTo>
                  <a:pt x="1396" y="512"/>
                </a:lnTo>
                <a:lnTo>
                  <a:pt x="1399" y="522"/>
                </a:lnTo>
                <a:lnTo>
                  <a:pt x="1404" y="531"/>
                </a:lnTo>
                <a:lnTo>
                  <a:pt x="1407" y="540"/>
                </a:lnTo>
                <a:lnTo>
                  <a:pt x="1409" y="549"/>
                </a:lnTo>
                <a:lnTo>
                  <a:pt x="1410" y="557"/>
                </a:lnTo>
                <a:lnTo>
                  <a:pt x="1410" y="564"/>
                </a:lnTo>
                <a:lnTo>
                  <a:pt x="1410" y="569"/>
                </a:lnTo>
                <a:lnTo>
                  <a:pt x="1411" y="574"/>
                </a:lnTo>
                <a:lnTo>
                  <a:pt x="1414" y="580"/>
                </a:lnTo>
                <a:lnTo>
                  <a:pt x="1417" y="586"/>
                </a:lnTo>
                <a:lnTo>
                  <a:pt x="1422" y="594"/>
                </a:lnTo>
                <a:lnTo>
                  <a:pt x="1427" y="601"/>
                </a:lnTo>
                <a:lnTo>
                  <a:pt x="1432" y="609"/>
                </a:lnTo>
                <a:lnTo>
                  <a:pt x="1438" y="616"/>
                </a:lnTo>
                <a:lnTo>
                  <a:pt x="1419" y="623"/>
                </a:lnTo>
                <a:lnTo>
                  <a:pt x="1396" y="633"/>
                </a:lnTo>
                <a:lnTo>
                  <a:pt x="1372" y="646"/>
                </a:lnTo>
                <a:lnTo>
                  <a:pt x="1348" y="661"/>
                </a:lnTo>
                <a:lnTo>
                  <a:pt x="1329" y="677"/>
                </a:lnTo>
                <a:lnTo>
                  <a:pt x="1317" y="693"/>
                </a:lnTo>
                <a:lnTo>
                  <a:pt x="1314" y="708"/>
                </a:lnTo>
                <a:lnTo>
                  <a:pt x="1322" y="722"/>
                </a:lnTo>
                <a:lnTo>
                  <a:pt x="1328" y="731"/>
                </a:lnTo>
                <a:lnTo>
                  <a:pt x="1335" y="741"/>
                </a:lnTo>
                <a:lnTo>
                  <a:pt x="1343" y="752"/>
                </a:lnTo>
                <a:lnTo>
                  <a:pt x="1354" y="761"/>
                </a:lnTo>
                <a:lnTo>
                  <a:pt x="1365" y="768"/>
                </a:lnTo>
                <a:lnTo>
                  <a:pt x="1378" y="773"/>
                </a:lnTo>
                <a:lnTo>
                  <a:pt x="1393" y="771"/>
                </a:lnTo>
                <a:lnTo>
                  <a:pt x="1411" y="761"/>
                </a:lnTo>
                <a:lnTo>
                  <a:pt x="1418" y="762"/>
                </a:lnTo>
                <a:lnTo>
                  <a:pt x="1427" y="767"/>
                </a:lnTo>
                <a:lnTo>
                  <a:pt x="1435" y="774"/>
                </a:lnTo>
                <a:lnTo>
                  <a:pt x="1443" y="783"/>
                </a:lnTo>
                <a:lnTo>
                  <a:pt x="1449" y="793"/>
                </a:lnTo>
                <a:lnTo>
                  <a:pt x="1452" y="805"/>
                </a:lnTo>
                <a:lnTo>
                  <a:pt x="1449" y="818"/>
                </a:lnTo>
                <a:lnTo>
                  <a:pt x="1442" y="832"/>
                </a:lnTo>
                <a:lnTo>
                  <a:pt x="1434" y="844"/>
                </a:lnTo>
                <a:lnTo>
                  <a:pt x="1431" y="855"/>
                </a:lnTo>
                <a:lnTo>
                  <a:pt x="1429" y="863"/>
                </a:lnTo>
                <a:lnTo>
                  <a:pt x="1429" y="871"/>
                </a:lnTo>
                <a:lnTo>
                  <a:pt x="1428" y="877"/>
                </a:lnTo>
                <a:lnTo>
                  <a:pt x="1425" y="881"/>
                </a:lnTo>
                <a:lnTo>
                  <a:pt x="1419" y="885"/>
                </a:lnTo>
                <a:lnTo>
                  <a:pt x="1407" y="888"/>
                </a:lnTo>
                <a:lnTo>
                  <a:pt x="1392" y="890"/>
                </a:lnTo>
                <a:lnTo>
                  <a:pt x="1379" y="889"/>
                </a:lnTo>
                <a:lnTo>
                  <a:pt x="1367" y="887"/>
                </a:lnTo>
                <a:lnTo>
                  <a:pt x="1356" y="886"/>
                </a:lnTo>
                <a:lnTo>
                  <a:pt x="1346" y="885"/>
                </a:lnTo>
                <a:lnTo>
                  <a:pt x="1338" y="885"/>
                </a:lnTo>
                <a:lnTo>
                  <a:pt x="1332" y="889"/>
                </a:lnTo>
                <a:lnTo>
                  <a:pt x="1328" y="896"/>
                </a:lnTo>
                <a:lnTo>
                  <a:pt x="1326" y="907"/>
                </a:lnTo>
                <a:lnTo>
                  <a:pt x="1327" y="921"/>
                </a:lnTo>
                <a:lnTo>
                  <a:pt x="1328" y="936"/>
                </a:lnTo>
                <a:lnTo>
                  <a:pt x="1330" y="950"/>
                </a:lnTo>
                <a:lnTo>
                  <a:pt x="1331" y="964"/>
                </a:lnTo>
                <a:lnTo>
                  <a:pt x="1330" y="975"/>
                </a:lnTo>
                <a:lnTo>
                  <a:pt x="1326" y="982"/>
                </a:lnTo>
                <a:lnTo>
                  <a:pt x="1317" y="984"/>
                </a:lnTo>
                <a:lnTo>
                  <a:pt x="1306" y="984"/>
                </a:lnTo>
                <a:lnTo>
                  <a:pt x="1294" y="984"/>
                </a:lnTo>
                <a:lnTo>
                  <a:pt x="1284" y="985"/>
                </a:lnTo>
                <a:lnTo>
                  <a:pt x="1275" y="985"/>
                </a:lnTo>
                <a:lnTo>
                  <a:pt x="1266" y="984"/>
                </a:lnTo>
                <a:lnTo>
                  <a:pt x="1258" y="981"/>
                </a:lnTo>
                <a:lnTo>
                  <a:pt x="1249" y="976"/>
                </a:lnTo>
                <a:lnTo>
                  <a:pt x="1243" y="966"/>
                </a:lnTo>
                <a:lnTo>
                  <a:pt x="1240" y="956"/>
                </a:lnTo>
                <a:lnTo>
                  <a:pt x="1240" y="946"/>
                </a:lnTo>
                <a:lnTo>
                  <a:pt x="1244" y="937"/>
                </a:lnTo>
                <a:lnTo>
                  <a:pt x="1251" y="929"/>
                </a:lnTo>
                <a:lnTo>
                  <a:pt x="1259" y="922"/>
                </a:lnTo>
                <a:lnTo>
                  <a:pt x="1266" y="914"/>
                </a:lnTo>
                <a:lnTo>
                  <a:pt x="1272" y="908"/>
                </a:lnTo>
                <a:lnTo>
                  <a:pt x="1275" y="902"/>
                </a:lnTo>
                <a:lnTo>
                  <a:pt x="1275" y="897"/>
                </a:lnTo>
                <a:lnTo>
                  <a:pt x="1273" y="892"/>
                </a:lnTo>
                <a:lnTo>
                  <a:pt x="1268" y="887"/>
                </a:lnTo>
                <a:lnTo>
                  <a:pt x="1263" y="883"/>
                </a:lnTo>
                <a:lnTo>
                  <a:pt x="1257" y="879"/>
                </a:lnTo>
                <a:lnTo>
                  <a:pt x="1251" y="876"/>
                </a:lnTo>
                <a:lnTo>
                  <a:pt x="1247" y="875"/>
                </a:lnTo>
                <a:lnTo>
                  <a:pt x="1246" y="874"/>
                </a:lnTo>
                <a:lnTo>
                  <a:pt x="1253" y="824"/>
                </a:lnTo>
                <a:lnTo>
                  <a:pt x="1254" y="823"/>
                </a:lnTo>
                <a:lnTo>
                  <a:pt x="1256" y="819"/>
                </a:lnTo>
                <a:lnTo>
                  <a:pt x="1258" y="814"/>
                </a:lnTo>
                <a:lnTo>
                  <a:pt x="1260" y="809"/>
                </a:lnTo>
                <a:lnTo>
                  <a:pt x="1260" y="803"/>
                </a:lnTo>
                <a:lnTo>
                  <a:pt x="1258" y="798"/>
                </a:lnTo>
                <a:lnTo>
                  <a:pt x="1251" y="794"/>
                </a:lnTo>
                <a:lnTo>
                  <a:pt x="1241" y="792"/>
                </a:lnTo>
                <a:lnTo>
                  <a:pt x="1231" y="790"/>
                </a:lnTo>
                <a:lnTo>
                  <a:pt x="1224" y="787"/>
                </a:lnTo>
                <a:lnTo>
                  <a:pt x="1220" y="783"/>
                </a:lnTo>
                <a:lnTo>
                  <a:pt x="1219" y="778"/>
                </a:lnTo>
                <a:lnTo>
                  <a:pt x="1219" y="774"/>
                </a:lnTo>
                <a:lnTo>
                  <a:pt x="1219" y="769"/>
                </a:lnTo>
                <a:lnTo>
                  <a:pt x="1221" y="767"/>
                </a:lnTo>
                <a:lnTo>
                  <a:pt x="1221" y="766"/>
                </a:lnTo>
                <a:lnTo>
                  <a:pt x="1220" y="764"/>
                </a:lnTo>
                <a:lnTo>
                  <a:pt x="1219" y="759"/>
                </a:lnTo>
                <a:lnTo>
                  <a:pt x="1216" y="751"/>
                </a:lnTo>
                <a:lnTo>
                  <a:pt x="1212" y="744"/>
                </a:lnTo>
                <a:lnTo>
                  <a:pt x="1208" y="737"/>
                </a:lnTo>
                <a:lnTo>
                  <a:pt x="1201" y="733"/>
                </a:lnTo>
                <a:lnTo>
                  <a:pt x="1194" y="732"/>
                </a:lnTo>
                <a:lnTo>
                  <a:pt x="1187" y="736"/>
                </a:lnTo>
                <a:lnTo>
                  <a:pt x="1179" y="744"/>
                </a:lnTo>
                <a:lnTo>
                  <a:pt x="1171" y="753"/>
                </a:lnTo>
                <a:lnTo>
                  <a:pt x="1163" y="762"/>
                </a:lnTo>
                <a:lnTo>
                  <a:pt x="1155" y="772"/>
                </a:lnTo>
                <a:lnTo>
                  <a:pt x="1144" y="780"/>
                </a:lnTo>
                <a:lnTo>
                  <a:pt x="1135" y="786"/>
                </a:lnTo>
                <a:lnTo>
                  <a:pt x="1124" y="790"/>
                </a:lnTo>
                <a:lnTo>
                  <a:pt x="1112" y="792"/>
                </a:lnTo>
                <a:lnTo>
                  <a:pt x="1100" y="794"/>
                </a:lnTo>
                <a:lnTo>
                  <a:pt x="1093" y="798"/>
                </a:lnTo>
                <a:lnTo>
                  <a:pt x="1089" y="805"/>
                </a:lnTo>
                <a:lnTo>
                  <a:pt x="1087" y="812"/>
                </a:lnTo>
                <a:lnTo>
                  <a:pt x="1087" y="822"/>
                </a:lnTo>
                <a:lnTo>
                  <a:pt x="1088" y="831"/>
                </a:lnTo>
                <a:lnTo>
                  <a:pt x="1091" y="839"/>
                </a:lnTo>
                <a:lnTo>
                  <a:pt x="1095" y="846"/>
                </a:lnTo>
                <a:lnTo>
                  <a:pt x="1098" y="852"/>
                </a:lnTo>
                <a:lnTo>
                  <a:pt x="1099" y="860"/>
                </a:lnTo>
                <a:lnTo>
                  <a:pt x="1099" y="867"/>
                </a:lnTo>
                <a:lnTo>
                  <a:pt x="1099" y="876"/>
                </a:lnTo>
                <a:lnTo>
                  <a:pt x="1098" y="883"/>
                </a:lnTo>
                <a:lnTo>
                  <a:pt x="1099" y="890"/>
                </a:lnTo>
                <a:lnTo>
                  <a:pt x="1101" y="897"/>
                </a:lnTo>
                <a:lnTo>
                  <a:pt x="1107" y="902"/>
                </a:lnTo>
                <a:lnTo>
                  <a:pt x="1112" y="908"/>
                </a:lnTo>
                <a:lnTo>
                  <a:pt x="1115" y="914"/>
                </a:lnTo>
                <a:lnTo>
                  <a:pt x="1116" y="922"/>
                </a:lnTo>
                <a:lnTo>
                  <a:pt x="1117" y="929"/>
                </a:lnTo>
                <a:lnTo>
                  <a:pt x="1118" y="936"/>
                </a:lnTo>
                <a:lnTo>
                  <a:pt x="1119" y="941"/>
                </a:lnTo>
                <a:lnTo>
                  <a:pt x="1122" y="944"/>
                </a:lnTo>
                <a:lnTo>
                  <a:pt x="1126" y="944"/>
                </a:lnTo>
                <a:lnTo>
                  <a:pt x="1130" y="944"/>
                </a:lnTo>
                <a:lnTo>
                  <a:pt x="1133" y="947"/>
                </a:lnTo>
                <a:lnTo>
                  <a:pt x="1135" y="951"/>
                </a:lnTo>
                <a:lnTo>
                  <a:pt x="1137" y="956"/>
                </a:lnTo>
                <a:lnTo>
                  <a:pt x="1139" y="962"/>
                </a:lnTo>
                <a:lnTo>
                  <a:pt x="1143" y="966"/>
                </a:lnTo>
                <a:lnTo>
                  <a:pt x="1148" y="969"/>
                </a:lnTo>
                <a:lnTo>
                  <a:pt x="1157" y="969"/>
                </a:lnTo>
                <a:lnTo>
                  <a:pt x="1164" y="970"/>
                </a:lnTo>
                <a:lnTo>
                  <a:pt x="1167" y="977"/>
                </a:lnTo>
                <a:lnTo>
                  <a:pt x="1167" y="985"/>
                </a:lnTo>
                <a:lnTo>
                  <a:pt x="1165" y="995"/>
                </a:lnTo>
                <a:lnTo>
                  <a:pt x="1163" y="1005"/>
                </a:lnTo>
                <a:lnTo>
                  <a:pt x="1161" y="1015"/>
                </a:lnTo>
                <a:lnTo>
                  <a:pt x="1162" y="1023"/>
                </a:lnTo>
                <a:lnTo>
                  <a:pt x="1166" y="1026"/>
                </a:lnTo>
                <a:lnTo>
                  <a:pt x="1168" y="1028"/>
                </a:lnTo>
                <a:lnTo>
                  <a:pt x="1164" y="1032"/>
                </a:lnTo>
                <a:lnTo>
                  <a:pt x="1155" y="1036"/>
                </a:lnTo>
                <a:lnTo>
                  <a:pt x="1143" y="1042"/>
                </a:lnTo>
                <a:lnTo>
                  <a:pt x="1131" y="1049"/>
                </a:lnTo>
                <a:lnTo>
                  <a:pt x="1120" y="1057"/>
                </a:lnTo>
                <a:lnTo>
                  <a:pt x="1111" y="1065"/>
                </a:lnTo>
                <a:lnTo>
                  <a:pt x="1107" y="1074"/>
                </a:lnTo>
                <a:lnTo>
                  <a:pt x="1106" y="1083"/>
                </a:lnTo>
                <a:lnTo>
                  <a:pt x="1106" y="1094"/>
                </a:lnTo>
                <a:lnTo>
                  <a:pt x="1105" y="1105"/>
                </a:lnTo>
                <a:lnTo>
                  <a:pt x="1103" y="1116"/>
                </a:lnTo>
                <a:lnTo>
                  <a:pt x="1099" y="1127"/>
                </a:lnTo>
                <a:lnTo>
                  <a:pt x="1095" y="1135"/>
                </a:lnTo>
                <a:lnTo>
                  <a:pt x="1088" y="1141"/>
                </a:lnTo>
                <a:lnTo>
                  <a:pt x="1078" y="1144"/>
                </a:lnTo>
                <a:lnTo>
                  <a:pt x="1067" y="1145"/>
                </a:lnTo>
                <a:lnTo>
                  <a:pt x="1056" y="1148"/>
                </a:lnTo>
                <a:lnTo>
                  <a:pt x="1045" y="1152"/>
                </a:lnTo>
                <a:lnTo>
                  <a:pt x="1036" y="1156"/>
                </a:lnTo>
                <a:lnTo>
                  <a:pt x="1029" y="1161"/>
                </a:lnTo>
                <a:lnTo>
                  <a:pt x="1023" y="1167"/>
                </a:lnTo>
                <a:lnTo>
                  <a:pt x="1020" y="1173"/>
                </a:lnTo>
                <a:lnTo>
                  <a:pt x="1020" y="1178"/>
                </a:lnTo>
                <a:lnTo>
                  <a:pt x="1021" y="1185"/>
                </a:lnTo>
                <a:lnTo>
                  <a:pt x="1021" y="1194"/>
                </a:lnTo>
                <a:lnTo>
                  <a:pt x="1021" y="1204"/>
                </a:lnTo>
                <a:lnTo>
                  <a:pt x="1019" y="1212"/>
                </a:lnTo>
                <a:lnTo>
                  <a:pt x="1015" y="1217"/>
                </a:lnTo>
                <a:lnTo>
                  <a:pt x="1009" y="1216"/>
                </a:lnTo>
                <a:lnTo>
                  <a:pt x="1000" y="1208"/>
                </a:lnTo>
                <a:lnTo>
                  <a:pt x="989" y="1191"/>
                </a:lnTo>
                <a:lnTo>
                  <a:pt x="978" y="1173"/>
                </a:lnTo>
                <a:lnTo>
                  <a:pt x="971" y="1161"/>
                </a:lnTo>
                <a:lnTo>
                  <a:pt x="966" y="1156"/>
                </a:lnTo>
                <a:lnTo>
                  <a:pt x="962" y="1155"/>
                </a:lnTo>
                <a:lnTo>
                  <a:pt x="959" y="1158"/>
                </a:lnTo>
                <a:lnTo>
                  <a:pt x="957" y="1161"/>
                </a:lnTo>
                <a:lnTo>
                  <a:pt x="954" y="1165"/>
                </a:lnTo>
                <a:lnTo>
                  <a:pt x="949" y="1166"/>
                </a:lnTo>
                <a:lnTo>
                  <a:pt x="945" y="1165"/>
                </a:lnTo>
                <a:lnTo>
                  <a:pt x="944" y="1161"/>
                </a:lnTo>
                <a:lnTo>
                  <a:pt x="944" y="1156"/>
                </a:lnTo>
                <a:lnTo>
                  <a:pt x="946" y="1149"/>
                </a:lnTo>
                <a:lnTo>
                  <a:pt x="948" y="1143"/>
                </a:lnTo>
                <a:lnTo>
                  <a:pt x="950" y="1138"/>
                </a:lnTo>
                <a:lnTo>
                  <a:pt x="951" y="1134"/>
                </a:lnTo>
                <a:lnTo>
                  <a:pt x="952" y="1133"/>
                </a:lnTo>
                <a:lnTo>
                  <a:pt x="950" y="1133"/>
                </a:lnTo>
                <a:lnTo>
                  <a:pt x="946" y="1133"/>
                </a:lnTo>
                <a:lnTo>
                  <a:pt x="940" y="1132"/>
                </a:lnTo>
                <a:lnTo>
                  <a:pt x="932" y="1131"/>
                </a:lnTo>
                <a:lnTo>
                  <a:pt x="924" y="1128"/>
                </a:lnTo>
                <a:lnTo>
                  <a:pt x="915" y="1124"/>
                </a:lnTo>
                <a:lnTo>
                  <a:pt x="907" y="1118"/>
                </a:lnTo>
                <a:lnTo>
                  <a:pt x="899" y="1110"/>
                </a:lnTo>
                <a:lnTo>
                  <a:pt x="893" y="1102"/>
                </a:lnTo>
                <a:lnTo>
                  <a:pt x="889" y="1096"/>
                </a:lnTo>
                <a:lnTo>
                  <a:pt x="885" y="1092"/>
                </a:lnTo>
                <a:lnTo>
                  <a:pt x="881" y="1089"/>
                </a:lnTo>
                <a:lnTo>
                  <a:pt x="878" y="1089"/>
                </a:lnTo>
                <a:lnTo>
                  <a:pt x="875" y="1091"/>
                </a:lnTo>
                <a:lnTo>
                  <a:pt x="871" y="1095"/>
                </a:lnTo>
                <a:lnTo>
                  <a:pt x="866" y="1101"/>
                </a:lnTo>
                <a:lnTo>
                  <a:pt x="857" y="1108"/>
                </a:lnTo>
                <a:lnTo>
                  <a:pt x="849" y="1104"/>
                </a:lnTo>
                <a:lnTo>
                  <a:pt x="844" y="1097"/>
                </a:lnTo>
                <a:lnTo>
                  <a:pt x="843" y="1093"/>
                </a:lnTo>
                <a:lnTo>
                  <a:pt x="860" y="1074"/>
                </a:lnTo>
                <a:lnTo>
                  <a:pt x="862" y="1073"/>
                </a:lnTo>
                <a:lnTo>
                  <a:pt x="866" y="1070"/>
                </a:lnTo>
                <a:lnTo>
                  <a:pt x="871" y="1066"/>
                </a:lnTo>
                <a:lnTo>
                  <a:pt x="875" y="1062"/>
                </a:lnTo>
                <a:lnTo>
                  <a:pt x="878" y="1057"/>
                </a:lnTo>
                <a:lnTo>
                  <a:pt x="877" y="1053"/>
                </a:lnTo>
                <a:lnTo>
                  <a:pt x="872" y="1048"/>
                </a:lnTo>
                <a:lnTo>
                  <a:pt x="860" y="1045"/>
                </a:lnTo>
                <a:lnTo>
                  <a:pt x="846" y="1042"/>
                </a:lnTo>
                <a:lnTo>
                  <a:pt x="838" y="1038"/>
                </a:lnTo>
                <a:lnTo>
                  <a:pt x="834" y="1035"/>
                </a:lnTo>
                <a:lnTo>
                  <a:pt x="834" y="1031"/>
                </a:lnTo>
                <a:lnTo>
                  <a:pt x="837" y="1028"/>
                </a:lnTo>
                <a:lnTo>
                  <a:pt x="843" y="1025"/>
                </a:lnTo>
                <a:lnTo>
                  <a:pt x="850" y="1024"/>
                </a:lnTo>
                <a:lnTo>
                  <a:pt x="860" y="1023"/>
                </a:lnTo>
                <a:lnTo>
                  <a:pt x="870" y="1023"/>
                </a:lnTo>
                <a:lnTo>
                  <a:pt x="879" y="1020"/>
                </a:lnTo>
                <a:lnTo>
                  <a:pt x="889" y="1018"/>
                </a:lnTo>
                <a:lnTo>
                  <a:pt x="897" y="1015"/>
                </a:lnTo>
                <a:lnTo>
                  <a:pt x="906" y="1011"/>
                </a:lnTo>
                <a:lnTo>
                  <a:pt x="912" y="1006"/>
                </a:lnTo>
                <a:lnTo>
                  <a:pt x="917" y="1001"/>
                </a:lnTo>
                <a:lnTo>
                  <a:pt x="919" y="995"/>
                </a:lnTo>
                <a:lnTo>
                  <a:pt x="921" y="984"/>
                </a:lnTo>
                <a:lnTo>
                  <a:pt x="922" y="977"/>
                </a:lnTo>
                <a:lnTo>
                  <a:pt x="926" y="973"/>
                </a:lnTo>
                <a:lnTo>
                  <a:pt x="933" y="973"/>
                </a:lnTo>
                <a:lnTo>
                  <a:pt x="937" y="970"/>
                </a:lnTo>
                <a:lnTo>
                  <a:pt x="940" y="964"/>
                </a:lnTo>
                <a:lnTo>
                  <a:pt x="942" y="955"/>
                </a:lnTo>
                <a:lnTo>
                  <a:pt x="943" y="945"/>
                </a:lnTo>
                <a:lnTo>
                  <a:pt x="944" y="934"/>
                </a:lnTo>
                <a:lnTo>
                  <a:pt x="944" y="925"/>
                </a:lnTo>
                <a:lnTo>
                  <a:pt x="944" y="917"/>
                </a:lnTo>
                <a:lnTo>
                  <a:pt x="944" y="915"/>
                </a:lnTo>
                <a:lnTo>
                  <a:pt x="991" y="949"/>
                </a:lnTo>
                <a:lnTo>
                  <a:pt x="991" y="913"/>
                </a:lnTo>
                <a:lnTo>
                  <a:pt x="992" y="912"/>
                </a:lnTo>
                <a:lnTo>
                  <a:pt x="994" y="910"/>
                </a:lnTo>
                <a:lnTo>
                  <a:pt x="996" y="907"/>
                </a:lnTo>
                <a:lnTo>
                  <a:pt x="998" y="903"/>
                </a:lnTo>
                <a:lnTo>
                  <a:pt x="998" y="898"/>
                </a:lnTo>
                <a:lnTo>
                  <a:pt x="995" y="892"/>
                </a:lnTo>
                <a:lnTo>
                  <a:pt x="989" y="886"/>
                </a:lnTo>
                <a:lnTo>
                  <a:pt x="978" y="880"/>
                </a:lnTo>
                <a:lnTo>
                  <a:pt x="967" y="873"/>
                </a:lnTo>
                <a:lnTo>
                  <a:pt x="959" y="863"/>
                </a:lnTo>
                <a:lnTo>
                  <a:pt x="954" y="855"/>
                </a:lnTo>
                <a:lnTo>
                  <a:pt x="950" y="849"/>
                </a:lnTo>
                <a:lnTo>
                  <a:pt x="948" y="846"/>
                </a:lnTo>
                <a:lnTo>
                  <a:pt x="946" y="849"/>
                </a:lnTo>
                <a:lnTo>
                  <a:pt x="944" y="858"/>
                </a:lnTo>
                <a:lnTo>
                  <a:pt x="941" y="877"/>
                </a:lnTo>
                <a:lnTo>
                  <a:pt x="937" y="895"/>
                </a:lnTo>
                <a:lnTo>
                  <a:pt x="934" y="907"/>
                </a:lnTo>
                <a:lnTo>
                  <a:pt x="931" y="912"/>
                </a:lnTo>
                <a:lnTo>
                  <a:pt x="929" y="914"/>
                </a:lnTo>
                <a:lnTo>
                  <a:pt x="926" y="914"/>
                </a:lnTo>
                <a:lnTo>
                  <a:pt x="923" y="913"/>
                </a:lnTo>
                <a:lnTo>
                  <a:pt x="919" y="913"/>
                </a:lnTo>
                <a:lnTo>
                  <a:pt x="914" y="915"/>
                </a:lnTo>
                <a:lnTo>
                  <a:pt x="909" y="918"/>
                </a:lnTo>
                <a:lnTo>
                  <a:pt x="904" y="919"/>
                </a:lnTo>
                <a:lnTo>
                  <a:pt x="898" y="919"/>
                </a:lnTo>
                <a:lnTo>
                  <a:pt x="894" y="919"/>
                </a:lnTo>
                <a:lnTo>
                  <a:pt x="890" y="921"/>
                </a:lnTo>
                <a:lnTo>
                  <a:pt x="885" y="923"/>
                </a:lnTo>
                <a:lnTo>
                  <a:pt x="881" y="928"/>
                </a:lnTo>
                <a:lnTo>
                  <a:pt x="877" y="936"/>
                </a:lnTo>
                <a:lnTo>
                  <a:pt x="873" y="944"/>
                </a:lnTo>
                <a:lnTo>
                  <a:pt x="870" y="950"/>
                </a:lnTo>
                <a:lnTo>
                  <a:pt x="867" y="952"/>
                </a:lnTo>
                <a:lnTo>
                  <a:pt x="864" y="953"/>
                </a:lnTo>
                <a:lnTo>
                  <a:pt x="860" y="951"/>
                </a:lnTo>
                <a:lnTo>
                  <a:pt x="855" y="949"/>
                </a:lnTo>
                <a:lnTo>
                  <a:pt x="848" y="945"/>
                </a:lnTo>
                <a:lnTo>
                  <a:pt x="840" y="941"/>
                </a:lnTo>
                <a:lnTo>
                  <a:pt x="832" y="938"/>
                </a:lnTo>
                <a:lnTo>
                  <a:pt x="826" y="939"/>
                </a:lnTo>
                <a:lnTo>
                  <a:pt x="820" y="941"/>
                </a:lnTo>
                <a:lnTo>
                  <a:pt x="816" y="944"/>
                </a:lnTo>
                <a:lnTo>
                  <a:pt x="811" y="948"/>
                </a:lnTo>
                <a:lnTo>
                  <a:pt x="806" y="953"/>
                </a:lnTo>
                <a:lnTo>
                  <a:pt x="800" y="956"/>
                </a:lnTo>
                <a:lnTo>
                  <a:pt x="793" y="958"/>
                </a:lnTo>
                <a:lnTo>
                  <a:pt x="782" y="960"/>
                </a:lnTo>
                <a:lnTo>
                  <a:pt x="778" y="964"/>
                </a:lnTo>
                <a:lnTo>
                  <a:pt x="779" y="973"/>
                </a:lnTo>
                <a:lnTo>
                  <a:pt x="782" y="986"/>
                </a:lnTo>
                <a:lnTo>
                  <a:pt x="781" y="993"/>
                </a:lnTo>
                <a:lnTo>
                  <a:pt x="776" y="997"/>
                </a:lnTo>
                <a:lnTo>
                  <a:pt x="767" y="999"/>
                </a:lnTo>
                <a:lnTo>
                  <a:pt x="757" y="999"/>
                </a:lnTo>
                <a:lnTo>
                  <a:pt x="746" y="998"/>
                </a:lnTo>
                <a:lnTo>
                  <a:pt x="737" y="997"/>
                </a:lnTo>
                <a:lnTo>
                  <a:pt x="730" y="996"/>
                </a:lnTo>
                <a:lnTo>
                  <a:pt x="728" y="995"/>
                </a:lnTo>
                <a:lnTo>
                  <a:pt x="729" y="996"/>
                </a:lnTo>
                <a:lnTo>
                  <a:pt x="730" y="999"/>
                </a:lnTo>
                <a:lnTo>
                  <a:pt x="732" y="1004"/>
                </a:lnTo>
                <a:lnTo>
                  <a:pt x="734" y="1010"/>
                </a:lnTo>
                <a:lnTo>
                  <a:pt x="736" y="1017"/>
                </a:lnTo>
                <a:lnTo>
                  <a:pt x="738" y="1025"/>
                </a:lnTo>
                <a:lnTo>
                  <a:pt x="739" y="1033"/>
                </a:lnTo>
                <a:lnTo>
                  <a:pt x="739" y="1040"/>
                </a:lnTo>
                <a:lnTo>
                  <a:pt x="738" y="1046"/>
                </a:lnTo>
                <a:lnTo>
                  <a:pt x="736" y="1051"/>
                </a:lnTo>
                <a:lnTo>
                  <a:pt x="733" y="1054"/>
                </a:lnTo>
                <a:lnTo>
                  <a:pt x="729" y="1055"/>
                </a:lnTo>
                <a:lnTo>
                  <a:pt x="725" y="1057"/>
                </a:lnTo>
                <a:lnTo>
                  <a:pt x="720" y="1057"/>
                </a:lnTo>
                <a:lnTo>
                  <a:pt x="715" y="1058"/>
                </a:lnTo>
                <a:lnTo>
                  <a:pt x="709" y="1059"/>
                </a:lnTo>
                <a:lnTo>
                  <a:pt x="702" y="1060"/>
                </a:lnTo>
                <a:lnTo>
                  <a:pt x="696" y="1062"/>
                </a:lnTo>
                <a:lnTo>
                  <a:pt x="691" y="1064"/>
                </a:lnTo>
                <a:lnTo>
                  <a:pt x="687" y="1067"/>
                </a:lnTo>
                <a:lnTo>
                  <a:pt x="685" y="1069"/>
                </a:lnTo>
                <a:lnTo>
                  <a:pt x="684" y="1073"/>
                </a:lnTo>
                <a:lnTo>
                  <a:pt x="685" y="1076"/>
                </a:lnTo>
                <a:lnTo>
                  <a:pt x="689" y="1079"/>
                </a:lnTo>
                <a:lnTo>
                  <a:pt x="695" y="1082"/>
                </a:lnTo>
                <a:lnTo>
                  <a:pt x="700" y="1087"/>
                </a:lnTo>
                <a:lnTo>
                  <a:pt x="706" y="1092"/>
                </a:lnTo>
                <a:lnTo>
                  <a:pt x="711" y="1097"/>
                </a:lnTo>
                <a:lnTo>
                  <a:pt x="713" y="1104"/>
                </a:lnTo>
                <a:lnTo>
                  <a:pt x="713" y="1110"/>
                </a:lnTo>
                <a:lnTo>
                  <a:pt x="710" y="1118"/>
                </a:lnTo>
                <a:lnTo>
                  <a:pt x="703" y="1127"/>
                </a:lnTo>
                <a:lnTo>
                  <a:pt x="696" y="1134"/>
                </a:lnTo>
                <a:lnTo>
                  <a:pt x="691" y="1139"/>
                </a:lnTo>
                <a:lnTo>
                  <a:pt x="687" y="1143"/>
                </a:lnTo>
                <a:lnTo>
                  <a:pt x="685" y="1146"/>
                </a:lnTo>
                <a:lnTo>
                  <a:pt x="684" y="1149"/>
                </a:lnTo>
                <a:lnTo>
                  <a:pt x="684" y="1152"/>
                </a:lnTo>
                <a:lnTo>
                  <a:pt x="685" y="1157"/>
                </a:lnTo>
                <a:lnTo>
                  <a:pt x="686" y="1163"/>
                </a:lnTo>
                <a:lnTo>
                  <a:pt x="685" y="1168"/>
                </a:lnTo>
                <a:lnTo>
                  <a:pt x="681" y="1170"/>
                </a:lnTo>
                <a:lnTo>
                  <a:pt x="675" y="1169"/>
                </a:lnTo>
                <a:lnTo>
                  <a:pt x="668" y="1167"/>
                </a:lnTo>
                <a:lnTo>
                  <a:pt x="659" y="1165"/>
                </a:lnTo>
                <a:lnTo>
                  <a:pt x="650" y="1164"/>
                </a:lnTo>
                <a:lnTo>
                  <a:pt x="644" y="1163"/>
                </a:lnTo>
                <a:lnTo>
                  <a:pt x="639" y="1166"/>
                </a:lnTo>
                <a:lnTo>
                  <a:pt x="634" y="1170"/>
                </a:lnTo>
                <a:lnTo>
                  <a:pt x="627" y="1176"/>
                </a:lnTo>
                <a:lnTo>
                  <a:pt x="618" y="1180"/>
                </a:lnTo>
                <a:lnTo>
                  <a:pt x="609" y="1184"/>
                </a:lnTo>
                <a:lnTo>
                  <a:pt x="599" y="1189"/>
                </a:lnTo>
                <a:lnTo>
                  <a:pt x="590" y="1193"/>
                </a:lnTo>
                <a:lnTo>
                  <a:pt x="584" y="1198"/>
                </a:lnTo>
                <a:lnTo>
                  <a:pt x="580" y="1202"/>
                </a:lnTo>
                <a:lnTo>
                  <a:pt x="578" y="1205"/>
                </a:lnTo>
                <a:lnTo>
                  <a:pt x="575" y="1207"/>
                </a:lnTo>
                <a:lnTo>
                  <a:pt x="572" y="1207"/>
                </a:lnTo>
                <a:lnTo>
                  <a:pt x="569" y="1206"/>
                </a:lnTo>
                <a:lnTo>
                  <a:pt x="565" y="1204"/>
                </a:lnTo>
                <a:lnTo>
                  <a:pt x="561" y="1202"/>
                </a:lnTo>
                <a:lnTo>
                  <a:pt x="556" y="1199"/>
                </a:lnTo>
                <a:lnTo>
                  <a:pt x="549" y="1197"/>
                </a:lnTo>
                <a:lnTo>
                  <a:pt x="542" y="1195"/>
                </a:lnTo>
                <a:lnTo>
                  <a:pt x="533" y="1194"/>
                </a:lnTo>
                <a:lnTo>
                  <a:pt x="524" y="1192"/>
                </a:lnTo>
                <a:lnTo>
                  <a:pt x="515" y="1191"/>
                </a:lnTo>
                <a:lnTo>
                  <a:pt x="508" y="1189"/>
                </a:lnTo>
                <a:lnTo>
                  <a:pt x="503" y="1186"/>
                </a:lnTo>
                <a:lnTo>
                  <a:pt x="501" y="1181"/>
                </a:lnTo>
                <a:lnTo>
                  <a:pt x="505" y="1175"/>
                </a:lnTo>
                <a:lnTo>
                  <a:pt x="509" y="1167"/>
                </a:lnTo>
                <a:lnTo>
                  <a:pt x="510" y="1160"/>
                </a:lnTo>
                <a:lnTo>
                  <a:pt x="509" y="1153"/>
                </a:lnTo>
                <a:lnTo>
                  <a:pt x="506" y="1146"/>
                </a:lnTo>
                <a:lnTo>
                  <a:pt x="502" y="1141"/>
                </a:lnTo>
                <a:lnTo>
                  <a:pt x="499" y="1137"/>
                </a:lnTo>
                <a:lnTo>
                  <a:pt x="497" y="1134"/>
                </a:lnTo>
                <a:lnTo>
                  <a:pt x="496" y="1133"/>
                </a:lnTo>
                <a:lnTo>
                  <a:pt x="497" y="1132"/>
                </a:lnTo>
                <a:lnTo>
                  <a:pt x="498" y="1128"/>
                </a:lnTo>
                <a:lnTo>
                  <a:pt x="500" y="1123"/>
                </a:lnTo>
                <a:lnTo>
                  <a:pt x="502" y="1115"/>
                </a:lnTo>
                <a:lnTo>
                  <a:pt x="502" y="1108"/>
                </a:lnTo>
                <a:lnTo>
                  <a:pt x="501" y="1101"/>
                </a:lnTo>
                <a:lnTo>
                  <a:pt x="499" y="1095"/>
                </a:lnTo>
                <a:lnTo>
                  <a:pt x="493" y="1090"/>
                </a:lnTo>
                <a:lnTo>
                  <a:pt x="483" y="1081"/>
                </a:lnTo>
                <a:lnTo>
                  <a:pt x="479" y="1073"/>
                </a:lnTo>
                <a:lnTo>
                  <a:pt x="479" y="1066"/>
                </a:lnTo>
                <a:lnTo>
                  <a:pt x="479" y="1064"/>
                </a:lnTo>
                <a:lnTo>
                  <a:pt x="479" y="1066"/>
                </a:lnTo>
                <a:lnTo>
                  <a:pt x="479" y="1070"/>
                </a:lnTo>
                <a:lnTo>
                  <a:pt x="479" y="1078"/>
                </a:lnTo>
                <a:lnTo>
                  <a:pt x="478" y="1086"/>
                </a:lnTo>
                <a:lnTo>
                  <a:pt x="476" y="1094"/>
                </a:lnTo>
                <a:lnTo>
                  <a:pt x="474" y="1102"/>
                </a:lnTo>
                <a:lnTo>
                  <a:pt x="470" y="1108"/>
                </a:lnTo>
                <a:lnTo>
                  <a:pt x="465" y="1112"/>
                </a:lnTo>
                <a:lnTo>
                  <a:pt x="459" y="1115"/>
                </a:lnTo>
                <a:lnTo>
                  <a:pt x="455" y="1118"/>
                </a:lnTo>
                <a:lnTo>
                  <a:pt x="450" y="1124"/>
                </a:lnTo>
                <a:lnTo>
                  <a:pt x="448" y="1129"/>
                </a:lnTo>
                <a:lnTo>
                  <a:pt x="448" y="1134"/>
                </a:lnTo>
                <a:lnTo>
                  <a:pt x="450" y="1140"/>
                </a:lnTo>
                <a:lnTo>
                  <a:pt x="456" y="1146"/>
                </a:lnTo>
                <a:lnTo>
                  <a:pt x="463" y="1152"/>
                </a:lnTo>
                <a:lnTo>
                  <a:pt x="469" y="1158"/>
                </a:lnTo>
                <a:lnTo>
                  <a:pt x="468" y="1164"/>
                </a:lnTo>
                <a:lnTo>
                  <a:pt x="463" y="1170"/>
                </a:lnTo>
                <a:lnTo>
                  <a:pt x="456" y="1178"/>
                </a:lnTo>
                <a:lnTo>
                  <a:pt x="446" y="1184"/>
                </a:lnTo>
                <a:lnTo>
                  <a:pt x="437" y="1189"/>
                </a:lnTo>
                <a:lnTo>
                  <a:pt x="430" y="1195"/>
                </a:lnTo>
                <a:lnTo>
                  <a:pt x="426" y="1200"/>
                </a:lnTo>
                <a:lnTo>
                  <a:pt x="423" y="1204"/>
                </a:lnTo>
                <a:lnTo>
                  <a:pt x="418" y="1208"/>
                </a:lnTo>
                <a:lnTo>
                  <a:pt x="412" y="1211"/>
                </a:lnTo>
                <a:lnTo>
                  <a:pt x="405" y="1213"/>
                </a:lnTo>
                <a:lnTo>
                  <a:pt x="398" y="1214"/>
                </a:lnTo>
                <a:lnTo>
                  <a:pt x="392" y="1215"/>
                </a:lnTo>
                <a:lnTo>
                  <a:pt x="388" y="1216"/>
                </a:lnTo>
                <a:lnTo>
                  <a:pt x="387" y="1216"/>
                </a:lnTo>
                <a:lnTo>
                  <a:pt x="356" y="1256"/>
                </a:lnTo>
                <a:lnTo>
                  <a:pt x="356" y="1258"/>
                </a:lnTo>
                <a:lnTo>
                  <a:pt x="354" y="1265"/>
                </a:lnTo>
                <a:lnTo>
                  <a:pt x="352" y="1275"/>
                </a:lnTo>
                <a:lnTo>
                  <a:pt x="350" y="1286"/>
                </a:lnTo>
                <a:lnTo>
                  <a:pt x="347" y="1297"/>
                </a:lnTo>
                <a:lnTo>
                  <a:pt x="343" y="1308"/>
                </a:lnTo>
                <a:lnTo>
                  <a:pt x="337" y="1317"/>
                </a:lnTo>
                <a:lnTo>
                  <a:pt x="331" y="1324"/>
                </a:lnTo>
                <a:lnTo>
                  <a:pt x="326" y="1329"/>
                </a:lnTo>
                <a:lnTo>
                  <a:pt x="323" y="1337"/>
                </a:lnTo>
                <a:lnTo>
                  <a:pt x="321" y="1345"/>
                </a:lnTo>
                <a:lnTo>
                  <a:pt x="321" y="1354"/>
                </a:lnTo>
                <a:lnTo>
                  <a:pt x="319" y="1362"/>
                </a:lnTo>
                <a:lnTo>
                  <a:pt x="316" y="1369"/>
                </a:lnTo>
                <a:lnTo>
                  <a:pt x="310" y="1375"/>
                </a:lnTo>
                <a:lnTo>
                  <a:pt x="300" y="1377"/>
                </a:lnTo>
                <a:lnTo>
                  <a:pt x="290" y="1376"/>
                </a:lnTo>
                <a:lnTo>
                  <a:pt x="282" y="1371"/>
                </a:lnTo>
                <a:lnTo>
                  <a:pt x="277" y="1367"/>
                </a:lnTo>
                <a:lnTo>
                  <a:pt x="273" y="1361"/>
                </a:lnTo>
                <a:lnTo>
                  <a:pt x="271" y="1355"/>
                </a:lnTo>
                <a:lnTo>
                  <a:pt x="269" y="1351"/>
                </a:lnTo>
                <a:lnTo>
                  <a:pt x="269" y="1347"/>
                </a:lnTo>
                <a:lnTo>
                  <a:pt x="269" y="1346"/>
                </a:lnTo>
                <a:lnTo>
                  <a:pt x="268" y="1347"/>
                </a:lnTo>
                <a:lnTo>
                  <a:pt x="266" y="1350"/>
                </a:lnTo>
                <a:lnTo>
                  <a:pt x="262" y="1354"/>
                </a:lnTo>
                <a:lnTo>
                  <a:pt x="258" y="1357"/>
                </a:lnTo>
                <a:lnTo>
                  <a:pt x="252" y="1358"/>
                </a:lnTo>
                <a:lnTo>
                  <a:pt x="248" y="1357"/>
                </a:lnTo>
                <a:lnTo>
                  <a:pt x="244" y="1353"/>
                </a:lnTo>
                <a:lnTo>
                  <a:pt x="241" y="1343"/>
                </a:lnTo>
                <a:lnTo>
                  <a:pt x="238" y="1333"/>
                </a:lnTo>
                <a:lnTo>
                  <a:pt x="235" y="1327"/>
                </a:lnTo>
                <a:lnTo>
                  <a:pt x="231" y="1324"/>
                </a:lnTo>
                <a:lnTo>
                  <a:pt x="226" y="1321"/>
                </a:lnTo>
                <a:lnTo>
                  <a:pt x="221" y="1320"/>
                </a:lnTo>
                <a:lnTo>
                  <a:pt x="215" y="1319"/>
                </a:lnTo>
                <a:lnTo>
                  <a:pt x="209" y="1315"/>
                </a:lnTo>
                <a:lnTo>
                  <a:pt x="202" y="1309"/>
                </a:lnTo>
                <a:lnTo>
                  <a:pt x="197" y="1301"/>
                </a:lnTo>
                <a:lnTo>
                  <a:pt x="194" y="1295"/>
                </a:lnTo>
                <a:lnTo>
                  <a:pt x="192" y="1290"/>
                </a:lnTo>
                <a:lnTo>
                  <a:pt x="193" y="1285"/>
                </a:lnTo>
                <a:lnTo>
                  <a:pt x="196" y="1282"/>
                </a:lnTo>
                <a:lnTo>
                  <a:pt x="200" y="1279"/>
                </a:lnTo>
                <a:lnTo>
                  <a:pt x="206" y="1277"/>
                </a:lnTo>
                <a:lnTo>
                  <a:pt x="213" y="1276"/>
                </a:lnTo>
                <a:lnTo>
                  <a:pt x="221" y="1274"/>
                </a:lnTo>
                <a:lnTo>
                  <a:pt x="228" y="1269"/>
                </a:lnTo>
                <a:lnTo>
                  <a:pt x="235" y="1263"/>
                </a:lnTo>
                <a:lnTo>
                  <a:pt x="240" y="1257"/>
                </a:lnTo>
                <a:lnTo>
                  <a:pt x="243" y="1250"/>
                </a:lnTo>
                <a:lnTo>
                  <a:pt x="243" y="1244"/>
                </a:lnTo>
                <a:lnTo>
                  <a:pt x="240" y="1238"/>
                </a:lnTo>
                <a:lnTo>
                  <a:pt x="233" y="1234"/>
                </a:lnTo>
                <a:lnTo>
                  <a:pt x="225" y="1230"/>
                </a:lnTo>
                <a:lnTo>
                  <a:pt x="219" y="1225"/>
                </a:lnTo>
                <a:lnTo>
                  <a:pt x="216" y="1218"/>
                </a:lnTo>
                <a:lnTo>
                  <a:pt x="214" y="1212"/>
                </a:lnTo>
                <a:lnTo>
                  <a:pt x="213" y="1206"/>
                </a:lnTo>
                <a:lnTo>
                  <a:pt x="213" y="1201"/>
                </a:lnTo>
                <a:lnTo>
                  <a:pt x="213" y="1198"/>
                </a:lnTo>
                <a:lnTo>
                  <a:pt x="213" y="1197"/>
                </a:lnTo>
                <a:lnTo>
                  <a:pt x="213" y="1196"/>
                </a:lnTo>
                <a:lnTo>
                  <a:pt x="211" y="1194"/>
                </a:lnTo>
                <a:lnTo>
                  <a:pt x="209" y="1190"/>
                </a:lnTo>
                <a:lnTo>
                  <a:pt x="207" y="1184"/>
                </a:lnTo>
                <a:lnTo>
                  <a:pt x="203" y="1178"/>
                </a:lnTo>
                <a:lnTo>
                  <a:pt x="201" y="1169"/>
                </a:lnTo>
                <a:lnTo>
                  <a:pt x="198" y="1161"/>
                </a:lnTo>
                <a:lnTo>
                  <a:pt x="196" y="1152"/>
                </a:lnTo>
                <a:lnTo>
                  <a:pt x="195" y="1143"/>
                </a:lnTo>
                <a:lnTo>
                  <a:pt x="195" y="1135"/>
                </a:lnTo>
                <a:lnTo>
                  <a:pt x="196" y="1128"/>
                </a:lnTo>
                <a:lnTo>
                  <a:pt x="197" y="1121"/>
                </a:lnTo>
                <a:lnTo>
                  <a:pt x="199" y="1116"/>
                </a:lnTo>
                <a:lnTo>
                  <a:pt x="200" y="1113"/>
                </a:lnTo>
                <a:lnTo>
                  <a:pt x="202" y="1111"/>
                </a:lnTo>
                <a:lnTo>
                  <a:pt x="202" y="1110"/>
                </a:lnTo>
                <a:lnTo>
                  <a:pt x="222" y="1076"/>
                </a:lnTo>
                <a:lnTo>
                  <a:pt x="220" y="1077"/>
                </a:lnTo>
                <a:lnTo>
                  <a:pt x="216" y="1079"/>
                </a:lnTo>
                <a:lnTo>
                  <a:pt x="209" y="1081"/>
                </a:lnTo>
                <a:lnTo>
                  <a:pt x="200" y="1084"/>
                </a:lnTo>
                <a:lnTo>
                  <a:pt x="192" y="1088"/>
                </a:lnTo>
                <a:lnTo>
                  <a:pt x="183" y="1090"/>
                </a:lnTo>
                <a:lnTo>
                  <a:pt x="175" y="1092"/>
                </a:lnTo>
                <a:lnTo>
                  <a:pt x="169" y="1093"/>
                </a:lnTo>
                <a:lnTo>
                  <a:pt x="163" y="1092"/>
                </a:lnTo>
                <a:lnTo>
                  <a:pt x="154" y="1091"/>
                </a:lnTo>
                <a:lnTo>
                  <a:pt x="145" y="1089"/>
                </a:lnTo>
                <a:lnTo>
                  <a:pt x="136" y="1087"/>
                </a:lnTo>
                <a:lnTo>
                  <a:pt x="128" y="1086"/>
                </a:lnTo>
                <a:lnTo>
                  <a:pt x="121" y="1086"/>
                </a:lnTo>
                <a:lnTo>
                  <a:pt x="116" y="1088"/>
                </a:lnTo>
                <a:lnTo>
                  <a:pt x="113" y="1093"/>
                </a:lnTo>
                <a:lnTo>
                  <a:pt x="112" y="1096"/>
                </a:lnTo>
                <a:lnTo>
                  <a:pt x="111" y="1095"/>
                </a:lnTo>
                <a:lnTo>
                  <a:pt x="110" y="1090"/>
                </a:lnTo>
                <a:lnTo>
                  <a:pt x="109" y="1083"/>
                </a:lnTo>
                <a:lnTo>
                  <a:pt x="108" y="1075"/>
                </a:lnTo>
                <a:lnTo>
                  <a:pt x="108" y="1067"/>
                </a:lnTo>
                <a:lnTo>
                  <a:pt x="107" y="1061"/>
                </a:lnTo>
                <a:lnTo>
                  <a:pt x="107" y="1059"/>
                </a:lnTo>
                <a:lnTo>
                  <a:pt x="104" y="1059"/>
                </a:lnTo>
                <a:lnTo>
                  <a:pt x="99" y="1061"/>
                </a:lnTo>
                <a:lnTo>
                  <a:pt x="92" y="1062"/>
                </a:lnTo>
                <a:lnTo>
                  <a:pt x="83" y="1063"/>
                </a:lnTo>
                <a:lnTo>
                  <a:pt x="74" y="1064"/>
                </a:lnTo>
                <a:lnTo>
                  <a:pt x="65" y="1064"/>
                </a:lnTo>
                <a:lnTo>
                  <a:pt x="57" y="1062"/>
                </a:lnTo>
                <a:lnTo>
                  <a:pt x="50" y="1059"/>
                </a:lnTo>
                <a:lnTo>
                  <a:pt x="45" y="1055"/>
                </a:lnTo>
                <a:lnTo>
                  <a:pt x="40" y="1052"/>
                </a:lnTo>
                <a:lnTo>
                  <a:pt x="36" y="1048"/>
                </a:lnTo>
                <a:lnTo>
                  <a:pt x="33" y="1045"/>
                </a:lnTo>
                <a:lnTo>
                  <a:pt x="31" y="1042"/>
                </a:lnTo>
                <a:lnTo>
                  <a:pt x="30" y="1038"/>
                </a:lnTo>
                <a:lnTo>
                  <a:pt x="32" y="1034"/>
                </a:lnTo>
                <a:lnTo>
                  <a:pt x="37" y="1029"/>
                </a:lnTo>
                <a:lnTo>
                  <a:pt x="43" y="1024"/>
                </a:lnTo>
                <a:lnTo>
                  <a:pt x="47" y="1017"/>
                </a:lnTo>
                <a:lnTo>
                  <a:pt x="50" y="1011"/>
                </a:lnTo>
                <a:lnTo>
                  <a:pt x="52" y="1005"/>
                </a:lnTo>
                <a:lnTo>
                  <a:pt x="52" y="1000"/>
                </a:lnTo>
                <a:lnTo>
                  <a:pt x="50" y="995"/>
                </a:lnTo>
                <a:lnTo>
                  <a:pt x="46" y="992"/>
                </a:lnTo>
                <a:lnTo>
                  <a:pt x="39" y="989"/>
                </a:lnTo>
                <a:lnTo>
                  <a:pt x="31" y="987"/>
                </a:lnTo>
                <a:lnTo>
                  <a:pt x="23" y="985"/>
                </a:lnTo>
                <a:lnTo>
                  <a:pt x="16" y="982"/>
                </a:lnTo>
                <a:lnTo>
                  <a:pt x="10" y="979"/>
                </a:lnTo>
                <a:lnTo>
                  <a:pt x="5" y="975"/>
                </a:lnTo>
                <a:lnTo>
                  <a:pt x="2" y="969"/>
                </a:lnTo>
                <a:lnTo>
                  <a:pt x="1" y="963"/>
                </a:lnTo>
                <a:lnTo>
                  <a:pt x="3" y="955"/>
                </a:lnTo>
                <a:lnTo>
                  <a:pt x="7" y="947"/>
                </a:lnTo>
                <a:lnTo>
                  <a:pt x="8" y="939"/>
                </a:lnTo>
                <a:lnTo>
                  <a:pt x="9" y="931"/>
                </a:lnTo>
                <a:lnTo>
                  <a:pt x="10" y="925"/>
                </a:lnTo>
                <a:lnTo>
                  <a:pt x="10" y="918"/>
                </a:lnTo>
                <a:lnTo>
                  <a:pt x="9" y="914"/>
                </a:lnTo>
                <a:lnTo>
                  <a:pt x="9" y="911"/>
                </a:lnTo>
                <a:lnTo>
                  <a:pt x="9" y="910"/>
                </a:lnTo>
                <a:lnTo>
                  <a:pt x="8" y="909"/>
                </a:lnTo>
                <a:lnTo>
                  <a:pt x="5" y="906"/>
                </a:lnTo>
                <a:lnTo>
                  <a:pt x="3" y="902"/>
                </a:lnTo>
                <a:lnTo>
                  <a:pt x="1" y="898"/>
                </a:lnTo>
                <a:lnTo>
                  <a:pt x="0" y="892"/>
                </a:lnTo>
                <a:lnTo>
                  <a:pt x="2" y="887"/>
                </a:lnTo>
                <a:lnTo>
                  <a:pt x="7" y="882"/>
                </a:lnTo>
                <a:lnTo>
                  <a:pt x="15" y="877"/>
                </a:lnTo>
                <a:lnTo>
                  <a:pt x="25" y="873"/>
                </a:lnTo>
                <a:lnTo>
                  <a:pt x="35" y="871"/>
                </a:lnTo>
                <a:lnTo>
                  <a:pt x="44" y="868"/>
                </a:lnTo>
                <a:lnTo>
                  <a:pt x="53" y="866"/>
                </a:lnTo>
                <a:lnTo>
                  <a:pt x="61" y="866"/>
                </a:lnTo>
                <a:lnTo>
                  <a:pt x="66" y="865"/>
                </a:lnTo>
                <a:lnTo>
                  <a:pt x="70" y="865"/>
                </a:lnTo>
                <a:lnTo>
                  <a:pt x="71" y="865"/>
                </a:lnTo>
                <a:lnTo>
                  <a:pt x="71" y="866"/>
                </a:lnTo>
                <a:lnTo>
                  <a:pt x="72" y="869"/>
                </a:lnTo>
                <a:lnTo>
                  <a:pt x="72" y="874"/>
                </a:lnTo>
                <a:lnTo>
                  <a:pt x="73" y="878"/>
                </a:lnTo>
                <a:lnTo>
                  <a:pt x="72" y="884"/>
                </a:lnTo>
                <a:lnTo>
                  <a:pt x="70" y="889"/>
                </a:lnTo>
                <a:lnTo>
                  <a:pt x="67" y="894"/>
                </a:lnTo>
                <a:lnTo>
                  <a:pt x="62" y="899"/>
                </a:lnTo>
                <a:lnTo>
                  <a:pt x="58" y="903"/>
                </a:lnTo>
                <a:lnTo>
                  <a:pt x="56" y="908"/>
                </a:lnTo>
                <a:lnTo>
                  <a:pt x="57" y="913"/>
                </a:lnTo>
                <a:lnTo>
                  <a:pt x="60" y="918"/>
                </a:lnTo>
                <a:lnTo>
                  <a:pt x="64" y="923"/>
                </a:lnTo>
                <a:lnTo>
                  <a:pt x="69" y="927"/>
                </a:lnTo>
                <a:lnTo>
                  <a:pt x="74" y="929"/>
                </a:lnTo>
                <a:lnTo>
                  <a:pt x="79" y="930"/>
                </a:lnTo>
                <a:lnTo>
                  <a:pt x="82" y="931"/>
                </a:lnTo>
                <a:lnTo>
                  <a:pt x="83" y="935"/>
                </a:lnTo>
                <a:lnTo>
                  <a:pt x="82" y="940"/>
                </a:lnTo>
                <a:lnTo>
                  <a:pt x="81" y="946"/>
                </a:lnTo>
                <a:lnTo>
                  <a:pt x="79" y="952"/>
                </a:lnTo>
                <a:lnTo>
                  <a:pt x="78" y="958"/>
                </a:lnTo>
                <a:lnTo>
                  <a:pt x="79" y="963"/>
                </a:lnTo>
                <a:lnTo>
                  <a:pt x="82" y="966"/>
                </a:lnTo>
                <a:lnTo>
                  <a:pt x="86" y="968"/>
                </a:lnTo>
                <a:lnTo>
                  <a:pt x="89" y="969"/>
                </a:lnTo>
                <a:lnTo>
                  <a:pt x="91" y="972"/>
                </a:lnTo>
                <a:lnTo>
                  <a:pt x="94" y="973"/>
                </a:lnTo>
                <a:lnTo>
                  <a:pt x="96" y="975"/>
                </a:lnTo>
                <a:lnTo>
                  <a:pt x="100" y="978"/>
                </a:lnTo>
                <a:lnTo>
                  <a:pt x="107" y="983"/>
                </a:lnTo>
                <a:lnTo>
                  <a:pt x="115" y="989"/>
                </a:lnTo>
                <a:lnTo>
                  <a:pt x="123" y="995"/>
                </a:lnTo>
                <a:lnTo>
                  <a:pt x="130" y="997"/>
                </a:lnTo>
                <a:lnTo>
                  <a:pt x="135" y="997"/>
                </a:lnTo>
                <a:lnTo>
                  <a:pt x="138" y="995"/>
                </a:lnTo>
                <a:lnTo>
                  <a:pt x="139" y="991"/>
                </a:lnTo>
                <a:lnTo>
                  <a:pt x="139" y="987"/>
                </a:lnTo>
                <a:lnTo>
                  <a:pt x="136" y="981"/>
                </a:lnTo>
                <a:lnTo>
                  <a:pt x="132" y="975"/>
                </a:lnTo>
                <a:lnTo>
                  <a:pt x="126" y="968"/>
                </a:lnTo>
                <a:lnTo>
                  <a:pt x="120" y="964"/>
                </a:lnTo>
                <a:lnTo>
                  <a:pt x="114" y="960"/>
                </a:lnTo>
                <a:lnTo>
                  <a:pt x="109" y="956"/>
                </a:lnTo>
                <a:lnTo>
                  <a:pt x="106" y="954"/>
                </a:lnTo>
                <a:lnTo>
                  <a:pt x="107" y="951"/>
                </a:lnTo>
                <a:lnTo>
                  <a:pt x="111" y="950"/>
                </a:lnTo>
                <a:lnTo>
                  <a:pt x="121" y="949"/>
                </a:lnTo>
                <a:lnTo>
                  <a:pt x="132" y="948"/>
                </a:lnTo>
                <a:lnTo>
                  <a:pt x="142" y="945"/>
                </a:lnTo>
                <a:lnTo>
                  <a:pt x="149" y="942"/>
                </a:lnTo>
                <a:lnTo>
                  <a:pt x="156" y="939"/>
                </a:lnTo>
                <a:lnTo>
                  <a:pt x="161" y="935"/>
                </a:lnTo>
                <a:lnTo>
                  <a:pt x="164" y="933"/>
                </a:lnTo>
                <a:lnTo>
                  <a:pt x="165" y="931"/>
                </a:lnTo>
                <a:lnTo>
                  <a:pt x="166" y="930"/>
                </a:lnTo>
                <a:lnTo>
                  <a:pt x="167" y="930"/>
                </a:lnTo>
                <a:lnTo>
                  <a:pt x="168" y="931"/>
                </a:lnTo>
                <a:lnTo>
                  <a:pt x="170" y="932"/>
                </a:lnTo>
                <a:lnTo>
                  <a:pt x="174" y="934"/>
                </a:lnTo>
                <a:lnTo>
                  <a:pt x="178" y="936"/>
                </a:lnTo>
                <a:lnTo>
                  <a:pt x="183" y="938"/>
                </a:lnTo>
                <a:lnTo>
                  <a:pt x="189" y="941"/>
                </a:lnTo>
                <a:lnTo>
                  <a:pt x="196" y="944"/>
                </a:lnTo>
                <a:lnTo>
                  <a:pt x="203" y="946"/>
                </a:lnTo>
                <a:lnTo>
                  <a:pt x="211" y="947"/>
                </a:lnTo>
                <a:lnTo>
                  <a:pt x="217" y="947"/>
                </a:lnTo>
                <a:lnTo>
                  <a:pt x="224" y="947"/>
                </a:lnTo>
                <a:lnTo>
                  <a:pt x="229" y="949"/>
                </a:lnTo>
                <a:lnTo>
                  <a:pt x="235" y="952"/>
                </a:lnTo>
                <a:lnTo>
                  <a:pt x="240" y="959"/>
                </a:lnTo>
                <a:lnTo>
                  <a:pt x="244" y="969"/>
                </a:lnTo>
                <a:lnTo>
                  <a:pt x="248" y="981"/>
                </a:lnTo>
                <a:lnTo>
                  <a:pt x="252" y="989"/>
                </a:lnTo>
                <a:lnTo>
                  <a:pt x="256" y="995"/>
                </a:lnTo>
                <a:lnTo>
                  <a:pt x="259" y="999"/>
                </a:lnTo>
                <a:lnTo>
                  <a:pt x="261" y="1001"/>
                </a:lnTo>
                <a:lnTo>
                  <a:pt x="263" y="1002"/>
                </a:lnTo>
                <a:lnTo>
                  <a:pt x="264" y="1003"/>
                </a:lnTo>
                <a:lnTo>
                  <a:pt x="265" y="1002"/>
                </a:lnTo>
                <a:lnTo>
                  <a:pt x="267" y="998"/>
                </a:lnTo>
                <a:lnTo>
                  <a:pt x="270" y="994"/>
                </a:lnTo>
                <a:lnTo>
                  <a:pt x="273" y="989"/>
                </a:lnTo>
                <a:lnTo>
                  <a:pt x="278" y="984"/>
                </a:lnTo>
                <a:lnTo>
                  <a:pt x="282" y="981"/>
                </a:lnTo>
                <a:lnTo>
                  <a:pt x="287" y="980"/>
                </a:lnTo>
                <a:lnTo>
                  <a:pt x="291" y="981"/>
                </a:lnTo>
                <a:lnTo>
                  <a:pt x="293" y="982"/>
                </a:lnTo>
                <a:lnTo>
                  <a:pt x="291" y="981"/>
                </a:lnTo>
                <a:lnTo>
                  <a:pt x="286" y="978"/>
                </a:lnTo>
                <a:lnTo>
                  <a:pt x="280" y="973"/>
                </a:lnTo>
                <a:lnTo>
                  <a:pt x="273" y="967"/>
                </a:lnTo>
                <a:lnTo>
                  <a:pt x="267" y="963"/>
                </a:lnTo>
                <a:lnTo>
                  <a:pt x="263" y="959"/>
                </a:lnTo>
                <a:lnTo>
                  <a:pt x="261" y="958"/>
                </a:lnTo>
                <a:lnTo>
                  <a:pt x="264" y="922"/>
                </a:lnTo>
                <a:lnTo>
                  <a:pt x="262" y="922"/>
                </a:lnTo>
                <a:lnTo>
                  <a:pt x="257" y="922"/>
                </a:lnTo>
                <a:lnTo>
                  <a:pt x="248" y="921"/>
                </a:lnTo>
                <a:lnTo>
                  <a:pt x="239" y="919"/>
                </a:lnTo>
                <a:lnTo>
                  <a:pt x="228" y="918"/>
                </a:lnTo>
                <a:lnTo>
                  <a:pt x="218" y="915"/>
                </a:lnTo>
                <a:lnTo>
                  <a:pt x="208" y="912"/>
                </a:lnTo>
                <a:lnTo>
                  <a:pt x="199" y="907"/>
                </a:lnTo>
                <a:lnTo>
                  <a:pt x="193" y="902"/>
                </a:lnTo>
                <a:lnTo>
                  <a:pt x="188" y="896"/>
                </a:lnTo>
                <a:lnTo>
                  <a:pt x="184" y="891"/>
                </a:lnTo>
                <a:lnTo>
                  <a:pt x="179" y="885"/>
                </a:lnTo>
                <a:lnTo>
                  <a:pt x="174" y="880"/>
                </a:lnTo>
                <a:lnTo>
                  <a:pt x="166" y="875"/>
                </a:lnTo>
                <a:lnTo>
                  <a:pt x="157" y="869"/>
                </a:lnTo>
                <a:lnTo>
                  <a:pt x="143" y="865"/>
                </a:lnTo>
                <a:lnTo>
                  <a:pt x="133" y="861"/>
                </a:lnTo>
                <a:lnTo>
                  <a:pt x="130" y="856"/>
                </a:lnTo>
                <a:lnTo>
                  <a:pt x="133" y="851"/>
                </a:lnTo>
                <a:lnTo>
                  <a:pt x="139" y="846"/>
                </a:lnTo>
                <a:lnTo>
                  <a:pt x="148" y="842"/>
                </a:lnTo>
                <a:lnTo>
                  <a:pt x="157" y="838"/>
                </a:lnTo>
                <a:lnTo>
                  <a:pt x="163" y="836"/>
                </a:lnTo>
                <a:lnTo>
                  <a:pt x="166" y="835"/>
                </a:lnTo>
                <a:lnTo>
                  <a:pt x="168" y="835"/>
                </a:lnTo>
                <a:lnTo>
                  <a:pt x="174" y="835"/>
                </a:lnTo>
                <a:lnTo>
                  <a:pt x="182" y="834"/>
                </a:lnTo>
                <a:lnTo>
                  <a:pt x="192" y="833"/>
                </a:lnTo>
                <a:lnTo>
                  <a:pt x="203" y="831"/>
                </a:lnTo>
                <a:lnTo>
                  <a:pt x="215" y="828"/>
                </a:lnTo>
                <a:lnTo>
                  <a:pt x="225" y="824"/>
                </a:lnTo>
                <a:lnTo>
                  <a:pt x="233" y="817"/>
                </a:lnTo>
                <a:lnTo>
                  <a:pt x="240" y="811"/>
                </a:lnTo>
                <a:lnTo>
                  <a:pt x="247" y="805"/>
                </a:lnTo>
                <a:lnTo>
                  <a:pt x="254" y="800"/>
                </a:lnTo>
                <a:lnTo>
                  <a:pt x="263" y="797"/>
                </a:lnTo>
                <a:lnTo>
                  <a:pt x="270" y="794"/>
                </a:lnTo>
                <a:lnTo>
                  <a:pt x="278" y="793"/>
                </a:lnTo>
                <a:lnTo>
                  <a:pt x="287" y="793"/>
                </a:lnTo>
                <a:lnTo>
                  <a:pt x="297" y="795"/>
                </a:lnTo>
                <a:lnTo>
                  <a:pt x="310" y="796"/>
                </a:lnTo>
                <a:lnTo>
                  <a:pt x="312" y="791"/>
                </a:lnTo>
                <a:lnTo>
                  <a:pt x="312" y="784"/>
                </a:lnTo>
                <a:lnTo>
                  <a:pt x="317" y="781"/>
                </a:lnTo>
                <a:lnTo>
                  <a:pt x="320" y="781"/>
                </a:lnTo>
                <a:lnTo>
                  <a:pt x="318" y="779"/>
                </a:lnTo>
                <a:lnTo>
                  <a:pt x="314" y="777"/>
                </a:lnTo>
                <a:lnTo>
                  <a:pt x="307" y="773"/>
                </a:lnTo>
                <a:lnTo>
                  <a:pt x="299" y="767"/>
                </a:lnTo>
                <a:lnTo>
                  <a:pt x="291" y="761"/>
                </a:lnTo>
                <a:lnTo>
                  <a:pt x="284" y="753"/>
                </a:lnTo>
                <a:lnTo>
                  <a:pt x="280" y="744"/>
                </a:lnTo>
                <a:lnTo>
                  <a:pt x="278" y="734"/>
                </a:lnTo>
                <a:lnTo>
                  <a:pt x="276" y="726"/>
                </a:lnTo>
                <a:lnTo>
                  <a:pt x="276" y="718"/>
                </a:lnTo>
                <a:lnTo>
                  <a:pt x="276" y="712"/>
                </a:lnTo>
                <a:lnTo>
                  <a:pt x="277" y="708"/>
                </a:lnTo>
                <a:lnTo>
                  <a:pt x="277" y="705"/>
                </a:lnTo>
                <a:lnTo>
                  <a:pt x="278" y="703"/>
                </a:lnTo>
                <a:lnTo>
                  <a:pt x="278" y="702"/>
                </a:lnTo>
                <a:lnTo>
                  <a:pt x="277" y="703"/>
                </a:lnTo>
                <a:lnTo>
                  <a:pt x="273" y="707"/>
                </a:lnTo>
                <a:lnTo>
                  <a:pt x="267" y="712"/>
                </a:lnTo>
                <a:lnTo>
                  <a:pt x="261" y="720"/>
                </a:lnTo>
                <a:lnTo>
                  <a:pt x="254" y="728"/>
                </a:lnTo>
                <a:lnTo>
                  <a:pt x="250" y="736"/>
                </a:lnTo>
                <a:lnTo>
                  <a:pt x="246" y="745"/>
                </a:lnTo>
                <a:lnTo>
                  <a:pt x="246" y="753"/>
                </a:lnTo>
                <a:lnTo>
                  <a:pt x="246" y="761"/>
                </a:lnTo>
                <a:lnTo>
                  <a:pt x="245" y="767"/>
                </a:lnTo>
                <a:lnTo>
                  <a:pt x="243" y="774"/>
                </a:lnTo>
                <a:lnTo>
                  <a:pt x="239" y="779"/>
                </a:lnTo>
                <a:lnTo>
                  <a:pt x="235" y="782"/>
                </a:lnTo>
                <a:lnTo>
                  <a:pt x="229" y="785"/>
                </a:lnTo>
                <a:lnTo>
                  <a:pt x="223" y="786"/>
                </a:lnTo>
                <a:lnTo>
                  <a:pt x="216" y="787"/>
                </a:lnTo>
                <a:lnTo>
                  <a:pt x="210" y="788"/>
                </a:lnTo>
                <a:lnTo>
                  <a:pt x="204" y="791"/>
                </a:lnTo>
                <a:lnTo>
                  <a:pt x="200" y="796"/>
                </a:lnTo>
                <a:lnTo>
                  <a:pt x="197" y="800"/>
                </a:lnTo>
                <a:lnTo>
                  <a:pt x="194" y="805"/>
                </a:lnTo>
                <a:lnTo>
                  <a:pt x="190" y="808"/>
                </a:lnTo>
                <a:lnTo>
                  <a:pt x="186" y="810"/>
                </a:lnTo>
                <a:lnTo>
                  <a:pt x="180" y="809"/>
                </a:lnTo>
                <a:lnTo>
                  <a:pt x="174" y="806"/>
                </a:lnTo>
                <a:lnTo>
                  <a:pt x="167" y="801"/>
                </a:lnTo>
                <a:lnTo>
                  <a:pt x="161" y="796"/>
                </a:lnTo>
                <a:lnTo>
                  <a:pt x="156" y="790"/>
                </a:lnTo>
                <a:lnTo>
                  <a:pt x="150" y="785"/>
                </a:lnTo>
                <a:lnTo>
                  <a:pt x="146" y="780"/>
                </a:lnTo>
                <a:lnTo>
                  <a:pt x="144" y="777"/>
                </a:lnTo>
                <a:lnTo>
                  <a:pt x="143" y="776"/>
                </a:lnTo>
                <a:lnTo>
                  <a:pt x="144" y="774"/>
                </a:lnTo>
                <a:lnTo>
                  <a:pt x="146" y="768"/>
                </a:lnTo>
                <a:lnTo>
                  <a:pt x="148" y="760"/>
                </a:lnTo>
                <a:lnTo>
                  <a:pt x="150" y="751"/>
                </a:lnTo>
                <a:lnTo>
                  <a:pt x="151" y="742"/>
                </a:lnTo>
                <a:lnTo>
                  <a:pt x="150" y="734"/>
                </a:lnTo>
                <a:lnTo>
                  <a:pt x="146" y="728"/>
                </a:lnTo>
                <a:lnTo>
                  <a:pt x="140" y="725"/>
                </a:lnTo>
                <a:lnTo>
                  <a:pt x="134" y="723"/>
                </a:lnTo>
                <a:lnTo>
                  <a:pt x="131" y="721"/>
                </a:lnTo>
                <a:lnTo>
                  <a:pt x="130" y="716"/>
                </a:lnTo>
                <a:lnTo>
                  <a:pt x="132" y="712"/>
                </a:lnTo>
                <a:lnTo>
                  <a:pt x="133" y="708"/>
                </a:lnTo>
                <a:lnTo>
                  <a:pt x="135" y="702"/>
                </a:lnTo>
                <a:lnTo>
                  <a:pt x="136" y="697"/>
                </a:lnTo>
                <a:lnTo>
                  <a:pt x="135" y="691"/>
                </a:lnTo>
                <a:lnTo>
                  <a:pt x="132" y="684"/>
                </a:lnTo>
                <a:lnTo>
                  <a:pt x="129" y="676"/>
                </a:lnTo>
                <a:lnTo>
                  <a:pt x="126" y="667"/>
                </a:lnTo>
                <a:lnTo>
                  <a:pt x="123" y="658"/>
                </a:lnTo>
                <a:lnTo>
                  <a:pt x="121" y="649"/>
                </a:lnTo>
                <a:lnTo>
                  <a:pt x="121" y="641"/>
                </a:lnTo>
                <a:lnTo>
                  <a:pt x="122" y="634"/>
                </a:lnTo>
                <a:lnTo>
                  <a:pt x="126" y="629"/>
                </a:lnTo>
                <a:lnTo>
                  <a:pt x="130" y="625"/>
                </a:lnTo>
                <a:lnTo>
                  <a:pt x="132" y="621"/>
                </a:lnTo>
                <a:lnTo>
                  <a:pt x="132" y="617"/>
                </a:lnTo>
                <a:lnTo>
                  <a:pt x="131" y="613"/>
                </a:lnTo>
                <a:lnTo>
                  <a:pt x="130" y="610"/>
                </a:lnTo>
                <a:lnTo>
                  <a:pt x="128" y="605"/>
                </a:lnTo>
                <a:lnTo>
                  <a:pt x="126" y="601"/>
                </a:lnTo>
                <a:lnTo>
                  <a:pt x="124" y="595"/>
                </a:lnTo>
                <a:lnTo>
                  <a:pt x="122" y="590"/>
                </a:lnTo>
                <a:lnTo>
                  <a:pt x="119" y="586"/>
                </a:lnTo>
                <a:lnTo>
                  <a:pt x="115" y="583"/>
                </a:lnTo>
                <a:lnTo>
                  <a:pt x="111" y="584"/>
                </a:lnTo>
                <a:lnTo>
                  <a:pt x="106" y="586"/>
                </a:lnTo>
                <a:lnTo>
                  <a:pt x="101" y="592"/>
                </a:lnTo>
                <a:lnTo>
                  <a:pt x="98" y="602"/>
                </a:lnTo>
                <a:lnTo>
                  <a:pt x="95" y="615"/>
                </a:lnTo>
                <a:lnTo>
                  <a:pt x="93" y="629"/>
                </a:lnTo>
                <a:lnTo>
                  <a:pt x="90" y="636"/>
                </a:lnTo>
                <a:lnTo>
                  <a:pt x="86" y="639"/>
                </a:lnTo>
                <a:lnTo>
                  <a:pt x="82" y="638"/>
                </a:lnTo>
                <a:lnTo>
                  <a:pt x="77" y="635"/>
                </a:lnTo>
                <a:lnTo>
                  <a:pt x="72" y="630"/>
                </a:lnTo>
                <a:lnTo>
                  <a:pt x="67" y="624"/>
                </a:lnTo>
                <a:lnTo>
                  <a:pt x="62" y="617"/>
                </a:lnTo>
                <a:lnTo>
                  <a:pt x="58" y="611"/>
                </a:lnTo>
                <a:lnTo>
                  <a:pt x="56" y="606"/>
                </a:lnTo>
                <a:lnTo>
                  <a:pt x="54" y="601"/>
                </a:lnTo>
                <a:lnTo>
                  <a:pt x="54" y="596"/>
                </a:lnTo>
                <a:lnTo>
                  <a:pt x="56" y="591"/>
                </a:lnTo>
                <a:lnTo>
                  <a:pt x="58" y="586"/>
                </a:lnTo>
                <a:lnTo>
                  <a:pt x="59" y="580"/>
                </a:lnTo>
                <a:lnTo>
                  <a:pt x="60" y="573"/>
                </a:lnTo>
                <a:lnTo>
                  <a:pt x="62" y="567"/>
                </a:lnTo>
                <a:lnTo>
                  <a:pt x="66" y="564"/>
                </a:lnTo>
                <a:lnTo>
                  <a:pt x="72" y="563"/>
                </a:lnTo>
                <a:lnTo>
                  <a:pt x="78" y="564"/>
                </a:lnTo>
                <a:lnTo>
                  <a:pt x="85" y="564"/>
                </a:lnTo>
                <a:lnTo>
                  <a:pt x="92" y="564"/>
                </a:lnTo>
                <a:lnTo>
                  <a:pt x="98" y="563"/>
                </a:lnTo>
                <a:lnTo>
                  <a:pt x="103" y="559"/>
                </a:lnTo>
                <a:lnTo>
                  <a:pt x="111" y="552"/>
                </a:lnTo>
                <a:lnTo>
                  <a:pt x="116" y="550"/>
                </a:lnTo>
                <a:lnTo>
                  <a:pt x="120" y="547"/>
                </a:lnTo>
                <a:lnTo>
                  <a:pt x="124" y="537"/>
                </a:lnTo>
                <a:lnTo>
                  <a:pt x="125" y="530"/>
                </a:lnTo>
                <a:lnTo>
                  <a:pt x="126" y="525"/>
                </a:lnTo>
                <a:lnTo>
                  <a:pt x="127" y="521"/>
                </a:lnTo>
                <a:lnTo>
                  <a:pt x="129" y="519"/>
                </a:lnTo>
                <a:lnTo>
                  <a:pt x="131" y="516"/>
                </a:lnTo>
                <a:lnTo>
                  <a:pt x="136" y="515"/>
                </a:lnTo>
                <a:lnTo>
                  <a:pt x="143" y="514"/>
                </a:lnTo>
                <a:lnTo>
                  <a:pt x="154" y="513"/>
                </a:lnTo>
                <a:lnTo>
                  <a:pt x="165" y="511"/>
                </a:lnTo>
                <a:lnTo>
                  <a:pt x="170" y="508"/>
                </a:lnTo>
                <a:lnTo>
                  <a:pt x="172" y="503"/>
                </a:lnTo>
                <a:lnTo>
                  <a:pt x="171" y="497"/>
                </a:lnTo>
                <a:lnTo>
                  <a:pt x="168" y="490"/>
                </a:lnTo>
                <a:lnTo>
                  <a:pt x="165" y="482"/>
                </a:lnTo>
                <a:lnTo>
                  <a:pt x="161" y="475"/>
                </a:lnTo>
                <a:lnTo>
                  <a:pt x="158" y="466"/>
                </a:lnTo>
                <a:lnTo>
                  <a:pt x="156" y="458"/>
                </a:lnTo>
                <a:lnTo>
                  <a:pt x="152" y="451"/>
                </a:lnTo>
                <a:lnTo>
                  <a:pt x="150" y="443"/>
                </a:lnTo>
                <a:lnTo>
                  <a:pt x="146" y="436"/>
                </a:lnTo>
                <a:lnTo>
                  <a:pt x="143" y="429"/>
                </a:lnTo>
                <a:lnTo>
                  <a:pt x="138" y="423"/>
                </a:lnTo>
                <a:lnTo>
                  <a:pt x="133" y="416"/>
                </a:lnTo>
                <a:lnTo>
                  <a:pt x="126" y="410"/>
                </a:lnTo>
                <a:lnTo>
                  <a:pt x="119" y="404"/>
                </a:lnTo>
                <a:lnTo>
                  <a:pt x="113" y="397"/>
                </a:lnTo>
                <a:lnTo>
                  <a:pt x="107" y="388"/>
                </a:lnTo>
                <a:lnTo>
                  <a:pt x="102" y="379"/>
                </a:lnTo>
                <a:lnTo>
                  <a:pt x="98" y="370"/>
                </a:lnTo>
                <a:lnTo>
                  <a:pt x="96" y="360"/>
                </a:lnTo>
                <a:lnTo>
                  <a:pt x="95" y="351"/>
                </a:lnTo>
                <a:lnTo>
                  <a:pt x="95" y="342"/>
                </a:lnTo>
                <a:lnTo>
                  <a:pt x="94" y="335"/>
                </a:lnTo>
                <a:lnTo>
                  <a:pt x="91" y="331"/>
                </a:lnTo>
                <a:lnTo>
                  <a:pt x="86" y="328"/>
                </a:lnTo>
                <a:lnTo>
                  <a:pt x="81" y="325"/>
                </a:lnTo>
                <a:lnTo>
                  <a:pt x="76" y="323"/>
                </a:lnTo>
                <a:lnTo>
                  <a:pt x="73" y="319"/>
                </a:lnTo>
                <a:lnTo>
                  <a:pt x="72" y="312"/>
                </a:lnTo>
                <a:lnTo>
                  <a:pt x="76" y="303"/>
                </a:lnTo>
                <a:lnTo>
                  <a:pt x="81" y="292"/>
                </a:lnTo>
                <a:lnTo>
                  <a:pt x="83" y="282"/>
                </a:lnTo>
                <a:lnTo>
                  <a:pt x="84" y="271"/>
                </a:lnTo>
                <a:lnTo>
                  <a:pt x="84" y="261"/>
                </a:lnTo>
                <a:lnTo>
                  <a:pt x="82" y="253"/>
                </a:lnTo>
                <a:lnTo>
                  <a:pt x="81" y="247"/>
                </a:lnTo>
                <a:lnTo>
                  <a:pt x="80" y="242"/>
                </a:lnTo>
                <a:lnTo>
                  <a:pt x="79" y="241"/>
                </a:lnTo>
                <a:lnTo>
                  <a:pt x="81" y="238"/>
                </a:lnTo>
                <a:lnTo>
                  <a:pt x="86" y="230"/>
                </a:lnTo>
                <a:lnTo>
                  <a:pt x="93" y="222"/>
                </a:lnTo>
                <a:lnTo>
                  <a:pt x="103" y="215"/>
                </a:lnTo>
                <a:lnTo>
                  <a:pt x="108" y="212"/>
                </a:lnTo>
                <a:lnTo>
                  <a:pt x="109" y="206"/>
                </a:lnTo>
                <a:lnTo>
                  <a:pt x="109" y="198"/>
                </a:lnTo>
                <a:lnTo>
                  <a:pt x="109" y="189"/>
                </a:lnTo>
                <a:lnTo>
                  <a:pt x="109" y="180"/>
                </a:lnTo>
                <a:lnTo>
                  <a:pt x="111" y="171"/>
                </a:lnTo>
                <a:lnTo>
                  <a:pt x="116" y="162"/>
                </a:lnTo>
                <a:lnTo>
                  <a:pt x="124" y="157"/>
                </a:lnTo>
                <a:lnTo>
                  <a:pt x="132" y="153"/>
                </a:lnTo>
                <a:lnTo>
                  <a:pt x="138" y="147"/>
                </a:lnTo>
                <a:lnTo>
                  <a:pt x="142" y="140"/>
                </a:lnTo>
                <a:lnTo>
                  <a:pt x="145" y="133"/>
                </a:lnTo>
                <a:lnTo>
                  <a:pt x="158" y="139"/>
                </a:lnTo>
                <a:lnTo>
                  <a:pt x="171" y="145"/>
                </a:lnTo>
                <a:lnTo>
                  <a:pt x="185" y="151"/>
                </a:lnTo>
                <a:lnTo>
                  <a:pt x="198" y="157"/>
                </a:lnTo>
                <a:lnTo>
                  <a:pt x="212" y="163"/>
                </a:lnTo>
                <a:lnTo>
                  <a:pt x="224" y="171"/>
                </a:lnTo>
                <a:lnTo>
                  <a:pt x="236" y="177"/>
                </a:lnTo>
                <a:lnTo>
                  <a:pt x="246" y="184"/>
                </a:lnTo>
                <a:lnTo>
                  <a:pt x="265" y="194"/>
                </a:lnTo>
                <a:lnTo>
                  <a:pt x="280" y="200"/>
                </a:lnTo>
                <a:lnTo>
                  <a:pt x="293" y="203"/>
                </a:lnTo>
                <a:lnTo>
                  <a:pt x="307" y="203"/>
                </a:lnTo>
                <a:lnTo>
                  <a:pt x="318" y="201"/>
                </a:lnTo>
                <a:lnTo>
                  <a:pt x="328" y="198"/>
                </a:lnTo>
                <a:lnTo>
                  <a:pt x="339" y="195"/>
                </a:lnTo>
                <a:lnTo>
                  <a:pt x="350" y="192"/>
                </a:lnTo>
                <a:lnTo>
                  <a:pt x="362" y="188"/>
                </a:lnTo>
                <a:lnTo>
                  <a:pt x="372" y="181"/>
                </a:lnTo>
                <a:lnTo>
                  <a:pt x="381" y="171"/>
                </a:lnTo>
                <a:lnTo>
                  <a:pt x="388" y="158"/>
                </a:lnTo>
                <a:lnTo>
                  <a:pt x="394" y="145"/>
                </a:lnTo>
                <a:lnTo>
                  <a:pt x="398" y="131"/>
                </a:lnTo>
                <a:lnTo>
                  <a:pt x="401" y="117"/>
                </a:lnTo>
                <a:lnTo>
                  <a:pt x="401" y="102"/>
                </a:lnTo>
                <a:lnTo>
                  <a:pt x="402" y="89"/>
                </a:lnTo>
                <a:lnTo>
                  <a:pt x="407" y="78"/>
                </a:lnTo>
                <a:lnTo>
                  <a:pt x="415" y="68"/>
                </a:lnTo>
                <a:lnTo>
                  <a:pt x="424" y="58"/>
                </a:lnTo>
                <a:lnTo>
                  <a:pt x="434" y="49"/>
                </a:lnTo>
                <a:lnTo>
                  <a:pt x="444" y="40"/>
                </a:lnTo>
                <a:lnTo>
                  <a:pt x="453" y="31"/>
                </a:lnTo>
                <a:lnTo>
                  <a:pt x="461" y="21"/>
                </a:lnTo>
                <a:lnTo>
                  <a:pt x="469" y="11"/>
                </a:lnTo>
                <a:lnTo>
                  <a:pt x="480" y="5"/>
                </a:lnTo>
                <a:lnTo>
                  <a:pt x="494" y="1"/>
                </a:lnTo>
                <a:lnTo>
                  <a:pt x="509" y="0"/>
                </a:lnTo>
                <a:lnTo>
                  <a:pt x="524" y="2"/>
                </a:lnTo>
                <a:lnTo>
                  <a:pt x="537" y="5"/>
                </a:lnTo>
                <a:lnTo>
                  <a:pt x="546" y="11"/>
                </a:lnTo>
                <a:lnTo>
                  <a:pt x="552" y="19"/>
                </a:lnTo>
                <a:lnTo>
                  <a:pt x="557" y="27"/>
                </a:lnTo>
                <a:lnTo>
                  <a:pt x="563" y="36"/>
                </a:lnTo>
                <a:lnTo>
                  <a:pt x="569" y="44"/>
                </a:lnTo>
                <a:lnTo>
                  <a:pt x="575" y="52"/>
                </a:lnTo>
                <a:lnTo>
                  <a:pt x="582" y="61"/>
                </a:lnTo>
                <a:lnTo>
                  <a:pt x="590" y="69"/>
                </a:lnTo>
                <a:lnTo>
                  <a:pt x="597" y="77"/>
                </a:lnTo>
                <a:lnTo>
                  <a:pt x="606" y="84"/>
                </a:lnTo>
                <a:lnTo>
                  <a:pt x="614" y="88"/>
                </a:lnTo>
                <a:lnTo>
                  <a:pt x="624" y="90"/>
                </a:lnTo>
                <a:lnTo>
                  <a:pt x="636" y="89"/>
                </a:lnTo>
                <a:lnTo>
                  <a:pt x="648" y="87"/>
                </a:lnTo>
                <a:lnTo>
                  <a:pt x="663" y="83"/>
                </a:lnTo>
                <a:lnTo>
                  <a:pt x="676" y="79"/>
                </a:lnTo>
                <a:lnTo>
                  <a:pt x="691" y="74"/>
                </a:lnTo>
                <a:lnTo>
                  <a:pt x="706" y="70"/>
                </a:lnTo>
                <a:lnTo>
                  <a:pt x="717" y="70"/>
                </a:lnTo>
                <a:lnTo>
                  <a:pt x="724" y="77"/>
                </a:lnTo>
                <a:lnTo>
                  <a:pt x="727" y="89"/>
                </a:lnTo>
                <a:lnTo>
                  <a:pt x="728" y="104"/>
                </a:lnTo>
                <a:lnTo>
                  <a:pt x="728" y="122"/>
                </a:lnTo>
                <a:lnTo>
                  <a:pt x="727" y="138"/>
                </a:lnTo>
                <a:lnTo>
                  <a:pt x="728" y="151"/>
                </a:lnTo>
                <a:lnTo>
                  <a:pt x="732" y="159"/>
                </a:lnTo>
                <a:lnTo>
                  <a:pt x="738" y="163"/>
                </a:lnTo>
                <a:lnTo>
                  <a:pt x="744" y="168"/>
                </a:lnTo>
                <a:lnTo>
                  <a:pt x="752" y="171"/>
                </a:lnTo>
                <a:lnTo>
                  <a:pt x="761" y="175"/>
                </a:lnTo>
                <a:lnTo>
                  <a:pt x="768" y="179"/>
                </a:lnTo>
                <a:lnTo>
                  <a:pt x="776" y="184"/>
                </a:lnTo>
                <a:lnTo>
                  <a:pt x="784" y="189"/>
                </a:lnTo>
                <a:lnTo>
                  <a:pt x="791" y="196"/>
                </a:lnTo>
                <a:lnTo>
                  <a:pt x="798" y="202"/>
                </a:lnTo>
                <a:lnTo>
                  <a:pt x="807" y="205"/>
                </a:lnTo>
                <a:lnTo>
                  <a:pt x="817" y="206"/>
                </a:lnTo>
                <a:lnTo>
                  <a:pt x="827" y="205"/>
                </a:lnTo>
                <a:lnTo>
                  <a:pt x="837" y="203"/>
                </a:lnTo>
                <a:lnTo>
                  <a:pt x="847" y="199"/>
                </a:lnTo>
                <a:lnTo>
                  <a:pt x="858" y="194"/>
                </a:lnTo>
                <a:lnTo>
                  <a:pt x="867" y="188"/>
                </a:lnTo>
                <a:lnTo>
                  <a:pt x="874" y="182"/>
                </a:lnTo>
                <a:lnTo>
                  <a:pt x="880" y="180"/>
                </a:lnTo>
                <a:lnTo>
                  <a:pt x="884" y="180"/>
                </a:lnTo>
                <a:lnTo>
                  <a:pt x="887" y="182"/>
                </a:lnTo>
                <a:lnTo>
                  <a:pt x="889" y="186"/>
                </a:lnTo>
                <a:lnTo>
                  <a:pt x="890" y="191"/>
                </a:lnTo>
                <a:lnTo>
                  <a:pt x="891" y="197"/>
                </a:lnTo>
                <a:lnTo>
                  <a:pt x="891" y="202"/>
                </a:lnTo>
                <a:lnTo>
                  <a:pt x="893" y="207"/>
                </a:lnTo>
                <a:lnTo>
                  <a:pt x="899" y="213"/>
                </a:lnTo>
                <a:lnTo>
                  <a:pt x="908" y="218"/>
                </a:lnTo>
                <a:lnTo>
                  <a:pt x="918" y="221"/>
                </a:lnTo>
                <a:lnTo>
                  <a:pt x="928" y="223"/>
                </a:lnTo>
                <a:lnTo>
                  <a:pt x="939" y="223"/>
                </a:lnTo>
                <a:lnTo>
                  <a:pt x="949" y="219"/>
                </a:lnTo>
                <a:lnTo>
                  <a:pt x="959" y="212"/>
                </a:lnTo>
                <a:lnTo>
                  <a:pt x="967" y="205"/>
                </a:lnTo>
                <a:lnTo>
                  <a:pt x="977" y="199"/>
                </a:lnTo>
                <a:lnTo>
                  <a:pt x="988" y="195"/>
                </a:lnTo>
                <a:lnTo>
                  <a:pt x="1000" y="192"/>
                </a:lnTo>
                <a:lnTo>
                  <a:pt x="1011" y="190"/>
                </a:lnTo>
                <a:lnTo>
                  <a:pt x="1020" y="189"/>
                </a:lnTo>
                <a:lnTo>
                  <a:pt x="1026" y="188"/>
                </a:lnTo>
                <a:lnTo>
                  <a:pt x="1028" y="188"/>
                </a:lnTo>
                <a:lnTo>
                  <a:pt x="1031" y="191"/>
                </a:lnTo>
                <a:lnTo>
                  <a:pt x="1041" y="197"/>
                </a:lnTo>
                <a:lnTo>
                  <a:pt x="1055" y="206"/>
                </a:lnTo>
                <a:lnTo>
                  <a:pt x="1071" y="217"/>
                </a:lnTo>
                <a:lnTo>
                  <a:pt x="1087" y="226"/>
                </a:lnTo>
                <a:lnTo>
                  <a:pt x="1103" y="233"/>
                </a:lnTo>
                <a:lnTo>
                  <a:pt x="1116" y="236"/>
                </a:lnTo>
                <a:lnTo>
                  <a:pt x="1124" y="233"/>
                </a:lnTo>
                <a:lnTo>
                  <a:pt x="1128" y="225"/>
                </a:lnTo>
                <a:lnTo>
                  <a:pt x="1131" y="217"/>
                </a:lnTo>
                <a:lnTo>
                  <a:pt x="1135" y="207"/>
                </a:lnTo>
                <a:lnTo>
                  <a:pt x="1139" y="199"/>
                </a:lnTo>
                <a:lnTo>
                  <a:pt x="1144" y="193"/>
                </a:lnTo>
                <a:lnTo>
                  <a:pt x="1151" y="190"/>
                </a:lnTo>
                <a:lnTo>
                  <a:pt x="1162" y="190"/>
                </a:lnTo>
                <a:lnTo>
                  <a:pt x="1175" y="196"/>
                </a:lnTo>
                <a:lnTo>
                  <a:pt x="1185" y="201"/>
                </a:lnTo>
                <a:lnTo>
                  <a:pt x="1195" y="205"/>
                </a:lnTo>
                <a:lnTo>
                  <a:pt x="1207" y="208"/>
                </a:lnTo>
                <a:lnTo>
                  <a:pt x="1217" y="210"/>
                </a:lnTo>
                <a:lnTo>
                  <a:pt x="1226" y="211"/>
                </a:lnTo>
                <a:lnTo>
                  <a:pt x="1235" y="211"/>
                </a:lnTo>
                <a:lnTo>
                  <a:pt x="1242" y="210"/>
                </a:lnTo>
                <a:lnTo>
                  <a:pt x="1248" y="20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87" name="Freeform 1044">
            <a:extLst>
              <a:ext uri="{FF2B5EF4-FFF2-40B4-BE49-F238E27FC236}">
                <a16:creationId xmlns:a16="http://schemas.microsoft.com/office/drawing/2014/main" id="{156CF9B1-12E7-1054-3EBA-ECF1C039AF2F}"/>
              </a:ext>
            </a:extLst>
          </p:cNvPr>
          <p:cNvSpPr>
            <a:spLocks/>
          </p:cNvSpPr>
          <p:nvPr/>
        </p:nvSpPr>
        <p:spPr bwMode="auto">
          <a:xfrm>
            <a:off x="6400800" y="5297488"/>
            <a:ext cx="25400" cy="17462"/>
          </a:xfrm>
          <a:custGeom>
            <a:avLst/>
            <a:gdLst>
              <a:gd name="T0" fmla="*/ 2147483646 w 149"/>
              <a:gd name="T1" fmla="*/ 2147483646 h 108"/>
              <a:gd name="T2" fmla="*/ 2147483646 w 149"/>
              <a:gd name="T3" fmla="*/ 2147483646 h 108"/>
              <a:gd name="T4" fmla="*/ 2147483646 w 149"/>
              <a:gd name="T5" fmla="*/ 2147483646 h 108"/>
              <a:gd name="T6" fmla="*/ 2147483646 w 149"/>
              <a:gd name="T7" fmla="*/ 2147483646 h 108"/>
              <a:gd name="T8" fmla="*/ 2147483646 w 149"/>
              <a:gd name="T9" fmla="*/ 2147483646 h 108"/>
              <a:gd name="T10" fmla="*/ 2147483646 w 149"/>
              <a:gd name="T11" fmla="*/ 2147483646 h 108"/>
              <a:gd name="T12" fmla="*/ 2147483646 w 149"/>
              <a:gd name="T13" fmla="*/ 2147483646 h 108"/>
              <a:gd name="T14" fmla="*/ 2147483646 w 149"/>
              <a:gd name="T15" fmla="*/ 2147483646 h 108"/>
              <a:gd name="T16" fmla="*/ 2147483646 w 149"/>
              <a:gd name="T17" fmla="*/ 2147483646 h 108"/>
              <a:gd name="T18" fmla="*/ 2147483646 w 149"/>
              <a:gd name="T19" fmla="*/ 2147483646 h 108"/>
              <a:gd name="T20" fmla="*/ 2147483646 w 149"/>
              <a:gd name="T21" fmla="*/ 2147483646 h 108"/>
              <a:gd name="T22" fmla="*/ 2147483646 w 149"/>
              <a:gd name="T23" fmla="*/ 2147483646 h 108"/>
              <a:gd name="T24" fmla="*/ 2147483646 w 149"/>
              <a:gd name="T25" fmla="*/ 2147483646 h 108"/>
              <a:gd name="T26" fmla="*/ 2147483646 w 149"/>
              <a:gd name="T27" fmla="*/ 2147483646 h 108"/>
              <a:gd name="T28" fmla="*/ 2147483646 w 149"/>
              <a:gd name="T29" fmla="*/ 2147483646 h 108"/>
              <a:gd name="T30" fmla="*/ 2147483646 w 149"/>
              <a:gd name="T31" fmla="*/ 2147483646 h 108"/>
              <a:gd name="T32" fmla="*/ 2147483646 w 149"/>
              <a:gd name="T33" fmla="*/ 2147483646 h 108"/>
              <a:gd name="T34" fmla="*/ 2147483646 w 149"/>
              <a:gd name="T35" fmla="*/ 2147483646 h 108"/>
              <a:gd name="T36" fmla="*/ 2147483646 w 149"/>
              <a:gd name="T37" fmla="*/ 2147483646 h 108"/>
              <a:gd name="T38" fmla="*/ 0 w 149"/>
              <a:gd name="T39" fmla="*/ 2147483646 h 108"/>
              <a:gd name="T40" fmla="*/ 2147483646 w 149"/>
              <a:gd name="T41" fmla="*/ 0 h 108"/>
              <a:gd name="T42" fmla="*/ 2147483646 w 149"/>
              <a:gd name="T43" fmla="*/ 2147483646 h 108"/>
              <a:gd name="T44" fmla="*/ 2147483646 w 149"/>
              <a:gd name="T45" fmla="*/ 2147483646 h 108"/>
              <a:gd name="T46" fmla="*/ 2147483646 w 149"/>
              <a:gd name="T47" fmla="*/ 2147483646 h 108"/>
              <a:gd name="T48" fmla="*/ 2147483646 w 149"/>
              <a:gd name="T49" fmla="*/ 2147483646 h 108"/>
              <a:gd name="T50" fmla="*/ 2147483646 w 149"/>
              <a:gd name="T51" fmla="*/ 2147483646 h 108"/>
              <a:gd name="T52" fmla="*/ 2147483646 w 149"/>
              <a:gd name="T53" fmla="*/ 2147483646 h 108"/>
              <a:gd name="T54" fmla="*/ 2147483646 w 149"/>
              <a:gd name="T55" fmla="*/ 2147483646 h 108"/>
              <a:gd name="T56" fmla="*/ 2147483646 w 149"/>
              <a:gd name="T57" fmla="*/ 2147483646 h 108"/>
              <a:gd name="T58" fmla="*/ 2147483646 w 149"/>
              <a:gd name="T59" fmla="*/ 2147483646 h 108"/>
              <a:gd name="T60" fmla="*/ 2147483646 w 149"/>
              <a:gd name="T61" fmla="*/ 2147483646 h 108"/>
              <a:gd name="T62" fmla="*/ 2147483646 w 149"/>
              <a:gd name="T63" fmla="*/ 2147483646 h 108"/>
              <a:gd name="T64" fmla="*/ 2147483646 w 149"/>
              <a:gd name="T65" fmla="*/ 2147483646 h 108"/>
              <a:gd name="T66" fmla="*/ 2147483646 w 149"/>
              <a:gd name="T67" fmla="*/ 2147483646 h 108"/>
              <a:gd name="T68" fmla="*/ 2147483646 w 149"/>
              <a:gd name="T69" fmla="*/ 2147483646 h 108"/>
              <a:gd name="T70" fmla="*/ 2147483646 w 149"/>
              <a:gd name="T71" fmla="*/ 2147483646 h 108"/>
              <a:gd name="T72" fmla="*/ 2147483646 w 149"/>
              <a:gd name="T73" fmla="*/ 2147483646 h 108"/>
              <a:gd name="T74" fmla="*/ 2147483646 w 149"/>
              <a:gd name="T75" fmla="*/ 2147483646 h 108"/>
              <a:gd name="T76" fmla="*/ 2147483646 w 149"/>
              <a:gd name="T77" fmla="*/ 2147483646 h 108"/>
              <a:gd name="T78" fmla="*/ 2147483646 w 149"/>
              <a:gd name="T79" fmla="*/ 2147483646 h 108"/>
              <a:gd name="T80" fmla="*/ 2147483646 w 149"/>
              <a:gd name="T81" fmla="*/ 2147483646 h 108"/>
              <a:gd name="T82" fmla="*/ 2147483646 w 149"/>
              <a:gd name="T83" fmla="*/ 2147483646 h 1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9" h="108">
                <a:moveTo>
                  <a:pt x="149" y="60"/>
                </a:moveTo>
                <a:lnTo>
                  <a:pt x="146" y="108"/>
                </a:lnTo>
                <a:lnTo>
                  <a:pt x="112" y="93"/>
                </a:lnTo>
                <a:lnTo>
                  <a:pt x="70" y="51"/>
                </a:lnTo>
                <a:lnTo>
                  <a:pt x="69" y="51"/>
                </a:lnTo>
                <a:lnTo>
                  <a:pt x="67" y="49"/>
                </a:lnTo>
                <a:lnTo>
                  <a:pt x="63" y="48"/>
                </a:lnTo>
                <a:lnTo>
                  <a:pt x="59" y="46"/>
                </a:lnTo>
                <a:lnTo>
                  <a:pt x="54" y="45"/>
                </a:lnTo>
                <a:lnTo>
                  <a:pt x="48" y="43"/>
                </a:lnTo>
                <a:lnTo>
                  <a:pt x="41" y="43"/>
                </a:lnTo>
                <a:lnTo>
                  <a:pt x="36" y="43"/>
                </a:lnTo>
                <a:lnTo>
                  <a:pt x="30" y="42"/>
                </a:lnTo>
                <a:lnTo>
                  <a:pt x="24" y="38"/>
                </a:lnTo>
                <a:lnTo>
                  <a:pt x="18" y="32"/>
                </a:lnTo>
                <a:lnTo>
                  <a:pt x="13" y="26"/>
                </a:lnTo>
                <a:lnTo>
                  <a:pt x="8" y="19"/>
                </a:lnTo>
                <a:lnTo>
                  <a:pt x="4" y="13"/>
                </a:lnTo>
                <a:lnTo>
                  <a:pt x="1" y="9"/>
                </a:lnTo>
                <a:lnTo>
                  <a:pt x="0" y="7"/>
                </a:lnTo>
                <a:lnTo>
                  <a:pt x="22" y="0"/>
                </a:lnTo>
                <a:lnTo>
                  <a:pt x="62" y="23"/>
                </a:lnTo>
                <a:lnTo>
                  <a:pt x="63" y="23"/>
                </a:lnTo>
                <a:lnTo>
                  <a:pt x="67" y="23"/>
                </a:lnTo>
                <a:lnTo>
                  <a:pt x="72" y="22"/>
                </a:lnTo>
                <a:lnTo>
                  <a:pt x="77" y="23"/>
                </a:lnTo>
                <a:lnTo>
                  <a:pt x="83" y="23"/>
                </a:lnTo>
                <a:lnTo>
                  <a:pt x="89" y="25"/>
                </a:lnTo>
                <a:lnTo>
                  <a:pt x="93" y="28"/>
                </a:lnTo>
                <a:lnTo>
                  <a:pt x="96" y="32"/>
                </a:lnTo>
                <a:lnTo>
                  <a:pt x="100" y="38"/>
                </a:lnTo>
                <a:lnTo>
                  <a:pt x="106" y="41"/>
                </a:lnTo>
                <a:lnTo>
                  <a:pt x="113" y="44"/>
                </a:lnTo>
                <a:lnTo>
                  <a:pt x="121" y="51"/>
                </a:lnTo>
                <a:lnTo>
                  <a:pt x="125" y="57"/>
                </a:lnTo>
                <a:lnTo>
                  <a:pt x="129" y="62"/>
                </a:lnTo>
                <a:lnTo>
                  <a:pt x="134" y="66"/>
                </a:lnTo>
                <a:lnTo>
                  <a:pt x="138" y="69"/>
                </a:lnTo>
                <a:lnTo>
                  <a:pt x="142" y="71"/>
                </a:lnTo>
                <a:lnTo>
                  <a:pt x="146" y="70"/>
                </a:lnTo>
                <a:lnTo>
                  <a:pt x="148" y="67"/>
                </a:lnTo>
                <a:lnTo>
                  <a:pt x="149" y="6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88" name="Freeform 1045">
            <a:extLst>
              <a:ext uri="{FF2B5EF4-FFF2-40B4-BE49-F238E27FC236}">
                <a16:creationId xmlns:a16="http://schemas.microsoft.com/office/drawing/2014/main" id="{05AF3AB5-AE86-70C9-6727-AFA47CB96C65}"/>
              </a:ext>
            </a:extLst>
          </p:cNvPr>
          <p:cNvSpPr>
            <a:spLocks/>
          </p:cNvSpPr>
          <p:nvPr/>
        </p:nvSpPr>
        <p:spPr bwMode="auto">
          <a:xfrm>
            <a:off x="6400800" y="5297488"/>
            <a:ext cx="25400" cy="17462"/>
          </a:xfrm>
          <a:custGeom>
            <a:avLst/>
            <a:gdLst>
              <a:gd name="T0" fmla="*/ 2147483646 w 149"/>
              <a:gd name="T1" fmla="*/ 2147483646 h 108"/>
              <a:gd name="T2" fmla="*/ 2147483646 w 149"/>
              <a:gd name="T3" fmla="*/ 2147483646 h 108"/>
              <a:gd name="T4" fmla="*/ 2147483646 w 149"/>
              <a:gd name="T5" fmla="*/ 2147483646 h 108"/>
              <a:gd name="T6" fmla="*/ 2147483646 w 149"/>
              <a:gd name="T7" fmla="*/ 2147483646 h 108"/>
              <a:gd name="T8" fmla="*/ 2147483646 w 149"/>
              <a:gd name="T9" fmla="*/ 2147483646 h 108"/>
              <a:gd name="T10" fmla="*/ 2147483646 w 149"/>
              <a:gd name="T11" fmla="*/ 2147483646 h 108"/>
              <a:gd name="T12" fmla="*/ 2147483646 w 149"/>
              <a:gd name="T13" fmla="*/ 2147483646 h 108"/>
              <a:gd name="T14" fmla="*/ 2147483646 w 149"/>
              <a:gd name="T15" fmla="*/ 2147483646 h 108"/>
              <a:gd name="T16" fmla="*/ 2147483646 w 149"/>
              <a:gd name="T17" fmla="*/ 2147483646 h 108"/>
              <a:gd name="T18" fmla="*/ 2147483646 w 149"/>
              <a:gd name="T19" fmla="*/ 2147483646 h 108"/>
              <a:gd name="T20" fmla="*/ 2147483646 w 149"/>
              <a:gd name="T21" fmla="*/ 2147483646 h 108"/>
              <a:gd name="T22" fmla="*/ 2147483646 w 149"/>
              <a:gd name="T23" fmla="*/ 2147483646 h 108"/>
              <a:gd name="T24" fmla="*/ 2147483646 w 149"/>
              <a:gd name="T25" fmla="*/ 2147483646 h 108"/>
              <a:gd name="T26" fmla="*/ 2147483646 w 149"/>
              <a:gd name="T27" fmla="*/ 2147483646 h 108"/>
              <a:gd name="T28" fmla="*/ 2147483646 w 149"/>
              <a:gd name="T29" fmla="*/ 2147483646 h 108"/>
              <a:gd name="T30" fmla="*/ 2147483646 w 149"/>
              <a:gd name="T31" fmla="*/ 2147483646 h 108"/>
              <a:gd name="T32" fmla="*/ 2147483646 w 149"/>
              <a:gd name="T33" fmla="*/ 2147483646 h 108"/>
              <a:gd name="T34" fmla="*/ 2147483646 w 149"/>
              <a:gd name="T35" fmla="*/ 2147483646 h 108"/>
              <a:gd name="T36" fmla="*/ 2147483646 w 149"/>
              <a:gd name="T37" fmla="*/ 2147483646 h 108"/>
              <a:gd name="T38" fmla="*/ 2147483646 w 149"/>
              <a:gd name="T39" fmla="*/ 2147483646 h 108"/>
              <a:gd name="T40" fmla="*/ 2147483646 w 149"/>
              <a:gd name="T41" fmla="*/ 2147483646 h 108"/>
              <a:gd name="T42" fmla="*/ 0 w 149"/>
              <a:gd name="T43" fmla="*/ 2147483646 h 108"/>
              <a:gd name="T44" fmla="*/ 2147483646 w 149"/>
              <a:gd name="T45" fmla="*/ 0 h 108"/>
              <a:gd name="T46" fmla="*/ 2147483646 w 149"/>
              <a:gd name="T47" fmla="*/ 2147483646 h 108"/>
              <a:gd name="T48" fmla="*/ 2147483646 w 149"/>
              <a:gd name="T49" fmla="*/ 2147483646 h 108"/>
              <a:gd name="T50" fmla="*/ 2147483646 w 149"/>
              <a:gd name="T51" fmla="*/ 2147483646 h 108"/>
              <a:gd name="T52" fmla="*/ 2147483646 w 149"/>
              <a:gd name="T53" fmla="*/ 2147483646 h 108"/>
              <a:gd name="T54" fmla="*/ 2147483646 w 149"/>
              <a:gd name="T55" fmla="*/ 2147483646 h 108"/>
              <a:gd name="T56" fmla="*/ 2147483646 w 149"/>
              <a:gd name="T57" fmla="*/ 2147483646 h 108"/>
              <a:gd name="T58" fmla="*/ 2147483646 w 149"/>
              <a:gd name="T59" fmla="*/ 2147483646 h 108"/>
              <a:gd name="T60" fmla="*/ 2147483646 w 149"/>
              <a:gd name="T61" fmla="*/ 2147483646 h 108"/>
              <a:gd name="T62" fmla="*/ 2147483646 w 149"/>
              <a:gd name="T63" fmla="*/ 2147483646 h 108"/>
              <a:gd name="T64" fmla="*/ 2147483646 w 149"/>
              <a:gd name="T65" fmla="*/ 2147483646 h 108"/>
              <a:gd name="T66" fmla="*/ 2147483646 w 149"/>
              <a:gd name="T67" fmla="*/ 2147483646 h 108"/>
              <a:gd name="T68" fmla="*/ 2147483646 w 149"/>
              <a:gd name="T69" fmla="*/ 2147483646 h 108"/>
              <a:gd name="T70" fmla="*/ 2147483646 w 149"/>
              <a:gd name="T71" fmla="*/ 2147483646 h 108"/>
              <a:gd name="T72" fmla="*/ 2147483646 w 149"/>
              <a:gd name="T73" fmla="*/ 2147483646 h 108"/>
              <a:gd name="T74" fmla="*/ 2147483646 w 149"/>
              <a:gd name="T75" fmla="*/ 2147483646 h 108"/>
              <a:gd name="T76" fmla="*/ 2147483646 w 149"/>
              <a:gd name="T77" fmla="*/ 2147483646 h 108"/>
              <a:gd name="T78" fmla="*/ 2147483646 w 149"/>
              <a:gd name="T79" fmla="*/ 2147483646 h 108"/>
              <a:gd name="T80" fmla="*/ 2147483646 w 149"/>
              <a:gd name="T81" fmla="*/ 2147483646 h 108"/>
              <a:gd name="T82" fmla="*/ 2147483646 w 149"/>
              <a:gd name="T83" fmla="*/ 2147483646 h 108"/>
              <a:gd name="T84" fmla="*/ 2147483646 w 149"/>
              <a:gd name="T85" fmla="*/ 2147483646 h 108"/>
              <a:gd name="T86" fmla="*/ 2147483646 w 149"/>
              <a:gd name="T87" fmla="*/ 2147483646 h 108"/>
              <a:gd name="T88" fmla="*/ 2147483646 w 149"/>
              <a:gd name="T89" fmla="*/ 2147483646 h 108"/>
              <a:gd name="T90" fmla="*/ 2147483646 w 149"/>
              <a:gd name="T91" fmla="*/ 2147483646 h 108"/>
              <a:gd name="T92" fmla="*/ 2147483646 w 149"/>
              <a:gd name="T93" fmla="*/ 2147483646 h 1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9" h="108">
                <a:moveTo>
                  <a:pt x="149" y="60"/>
                </a:moveTo>
                <a:lnTo>
                  <a:pt x="146" y="108"/>
                </a:lnTo>
                <a:lnTo>
                  <a:pt x="112" y="93"/>
                </a:lnTo>
                <a:lnTo>
                  <a:pt x="70" y="51"/>
                </a:lnTo>
                <a:lnTo>
                  <a:pt x="69" y="51"/>
                </a:lnTo>
                <a:lnTo>
                  <a:pt x="67" y="49"/>
                </a:lnTo>
                <a:lnTo>
                  <a:pt x="63" y="48"/>
                </a:lnTo>
                <a:lnTo>
                  <a:pt x="59" y="46"/>
                </a:lnTo>
                <a:lnTo>
                  <a:pt x="54" y="45"/>
                </a:lnTo>
                <a:lnTo>
                  <a:pt x="48" y="43"/>
                </a:lnTo>
                <a:lnTo>
                  <a:pt x="41" y="43"/>
                </a:lnTo>
                <a:lnTo>
                  <a:pt x="36" y="43"/>
                </a:lnTo>
                <a:lnTo>
                  <a:pt x="30" y="42"/>
                </a:lnTo>
                <a:lnTo>
                  <a:pt x="24" y="38"/>
                </a:lnTo>
                <a:lnTo>
                  <a:pt x="18" y="32"/>
                </a:lnTo>
                <a:lnTo>
                  <a:pt x="13" y="26"/>
                </a:lnTo>
                <a:lnTo>
                  <a:pt x="8" y="19"/>
                </a:lnTo>
                <a:lnTo>
                  <a:pt x="4" y="13"/>
                </a:lnTo>
                <a:lnTo>
                  <a:pt x="1" y="9"/>
                </a:lnTo>
                <a:lnTo>
                  <a:pt x="0" y="7"/>
                </a:lnTo>
                <a:lnTo>
                  <a:pt x="22" y="0"/>
                </a:lnTo>
                <a:lnTo>
                  <a:pt x="62" y="23"/>
                </a:lnTo>
                <a:lnTo>
                  <a:pt x="63" y="23"/>
                </a:lnTo>
                <a:lnTo>
                  <a:pt x="67" y="23"/>
                </a:lnTo>
                <a:lnTo>
                  <a:pt x="72" y="22"/>
                </a:lnTo>
                <a:lnTo>
                  <a:pt x="77" y="23"/>
                </a:lnTo>
                <a:lnTo>
                  <a:pt x="83" y="23"/>
                </a:lnTo>
                <a:lnTo>
                  <a:pt x="89" y="25"/>
                </a:lnTo>
                <a:lnTo>
                  <a:pt x="93" y="28"/>
                </a:lnTo>
                <a:lnTo>
                  <a:pt x="96" y="32"/>
                </a:lnTo>
                <a:lnTo>
                  <a:pt x="100" y="38"/>
                </a:lnTo>
                <a:lnTo>
                  <a:pt x="106" y="41"/>
                </a:lnTo>
                <a:lnTo>
                  <a:pt x="113" y="44"/>
                </a:lnTo>
                <a:lnTo>
                  <a:pt x="121" y="51"/>
                </a:lnTo>
                <a:lnTo>
                  <a:pt x="125" y="57"/>
                </a:lnTo>
                <a:lnTo>
                  <a:pt x="129" y="62"/>
                </a:lnTo>
                <a:lnTo>
                  <a:pt x="134" y="66"/>
                </a:lnTo>
                <a:lnTo>
                  <a:pt x="138" y="69"/>
                </a:lnTo>
                <a:lnTo>
                  <a:pt x="142" y="71"/>
                </a:lnTo>
                <a:lnTo>
                  <a:pt x="146" y="70"/>
                </a:lnTo>
                <a:lnTo>
                  <a:pt x="148" y="67"/>
                </a:lnTo>
                <a:lnTo>
                  <a:pt x="149"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89" name="Freeform 1046">
            <a:extLst>
              <a:ext uri="{FF2B5EF4-FFF2-40B4-BE49-F238E27FC236}">
                <a16:creationId xmlns:a16="http://schemas.microsoft.com/office/drawing/2014/main" id="{74495DA6-ED43-F6B5-A5B3-04F394F2977E}"/>
              </a:ext>
            </a:extLst>
          </p:cNvPr>
          <p:cNvSpPr>
            <a:spLocks/>
          </p:cNvSpPr>
          <p:nvPr/>
        </p:nvSpPr>
        <p:spPr bwMode="auto">
          <a:xfrm>
            <a:off x="6392863" y="5302250"/>
            <a:ext cx="11112" cy="14288"/>
          </a:xfrm>
          <a:custGeom>
            <a:avLst/>
            <a:gdLst>
              <a:gd name="T0" fmla="*/ 2147483646 w 70"/>
              <a:gd name="T1" fmla="*/ 2147483646 h 90"/>
              <a:gd name="T2" fmla="*/ 2147483646 w 70"/>
              <a:gd name="T3" fmla="*/ 2147483646 h 90"/>
              <a:gd name="T4" fmla="*/ 2147483646 w 70"/>
              <a:gd name="T5" fmla="*/ 2147483646 h 90"/>
              <a:gd name="T6" fmla="*/ 2147483646 w 70"/>
              <a:gd name="T7" fmla="*/ 2147483646 h 90"/>
              <a:gd name="T8" fmla="*/ 2147483646 w 70"/>
              <a:gd name="T9" fmla="*/ 2147483646 h 90"/>
              <a:gd name="T10" fmla="*/ 2147483646 w 70"/>
              <a:gd name="T11" fmla="*/ 2147483646 h 90"/>
              <a:gd name="T12" fmla="*/ 2147483646 w 70"/>
              <a:gd name="T13" fmla="*/ 2147483646 h 90"/>
              <a:gd name="T14" fmla="*/ 2147483646 w 70"/>
              <a:gd name="T15" fmla="*/ 2147483646 h 90"/>
              <a:gd name="T16" fmla="*/ 2147483646 w 70"/>
              <a:gd name="T17" fmla="*/ 2147483646 h 90"/>
              <a:gd name="T18" fmla="*/ 2147483646 w 70"/>
              <a:gd name="T19" fmla="*/ 2147483646 h 90"/>
              <a:gd name="T20" fmla="*/ 2147483646 w 70"/>
              <a:gd name="T21" fmla="*/ 0 h 90"/>
              <a:gd name="T22" fmla="*/ 2147483646 w 70"/>
              <a:gd name="T23" fmla="*/ 0 h 90"/>
              <a:gd name="T24" fmla="*/ 2147483646 w 70"/>
              <a:gd name="T25" fmla="*/ 0 h 90"/>
              <a:gd name="T26" fmla="*/ 2147483646 w 70"/>
              <a:gd name="T27" fmla="*/ 2147483646 h 90"/>
              <a:gd name="T28" fmla="*/ 2147483646 w 70"/>
              <a:gd name="T29" fmla="*/ 2147483646 h 90"/>
              <a:gd name="T30" fmla="*/ 0 w 70"/>
              <a:gd name="T31" fmla="*/ 2147483646 h 90"/>
              <a:gd name="T32" fmla="*/ 2147483646 w 70"/>
              <a:gd name="T33" fmla="*/ 2147483646 h 90"/>
              <a:gd name="T34" fmla="*/ 2147483646 w 70"/>
              <a:gd name="T35" fmla="*/ 2147483646 h 90"/>
              <a:gd name="T36" fmla="*/ 2147483646 w 70"/>
              <a:gd name="T37" fmla="*/ 2147483646 h 90"/>
              <a:gd name="T38" fmla="*/ 2147483646 w 70"/>
              <a:gd name="T39" fmla="*/ 2147483646 h 90"/>
              <a:gd name="T40" fmla="*/ 2147483646 w 70"/>
              <a:gd name="T41" fmla="*/ 2147483646 h 90"/>
              <a:gd name="T42" fmla="*/ 2147483646 w 70"/>
              <a:gd name="T43" fmla="*/ 2147483646 h 90"/>
              <a:gd name="T44" fmla="*/ 2147483646 w 70"/>
              <a:gd name="T45" fmla="*/ 2147483646 h 90"/>
              <a:gd name="T46" fmla="*/ 2147483646 w 70"/>
              <a:gd name="T47" fmla="*/ 2147483646 h 90"/>
              <a:gd name="T48" fmla="*/ 2147483646 w 70"/>
              <a:gd name="T49" fmla="*/ 2147483646 h 90"/>
              <a:gd name="T50" fmla="*/ 2147483646 w 70"/>
              <a:gd name="T51" fmla="*/ 2147483646 h 90"/>
              <a:gd name="T52" fmla="*/ 2147483646 w 70"/>
              <a:gd name="T53" fmla="*/ 2147483646 h 90"/>
              <a:gd name="T54" fmla="*/ 2147483646 w 70"/>
              <a:gd name="T55" fmla="*/ 2147483646 h 90"/>
              <a:gd name="T56" fmla="*/ 2147483646 w 70"/>
              <a:gd name="T57" fmla="*/ 2147483646 h 90"/>
              <a:gd name="T58" fmla="*/ 2147483646 w 70"/>
              <a:gd name="T59" fmla="*/ 2147483646 h 90"/>
              <a:gd name="T60" fmla="*/ 2147483646 w 70"/>
              <a:gd name="T61" fmla="*/ 2147483646 h 90"/>
              <a:gd name="T62" fmla="*/ 2147483646 w 70"/>
              <a:gd name="T63" fmla="*/ 2147483646 h 90"/>
              <a:gd name="T64" fmla="*/ 2147483646 w 70"/>
              <a:gd name="T65" fmla="*/ 2147483646 h 90"/>
              <a:gd name="T66" fmla="*/ 2147483646 w 70"/>
              <a:gd name="T67" fmla="*/ 2147483646 h 90"/>
              <a:gd name="T68" fmla="*/ 2147483646 w 70"/>
              <a:gd name="T69" fmla="*/ 2147483646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0" h="90">
                <a:moveTo>
                  <a:pt x="58" y="42"/>
                </a:moveTo>
                <a:lnTo>
                  <a:pt x="69" y="28"/>
                </a:lnTo>
                <a:lnTo>
                  <a:pt x="69" y="27"/>
                </a:lnTo>
                <a:lnTo>
                  <a:pt x="70" y="25"/>
                </a:lnTo>
                <a:lnTo>
                  <a:pt x="70" y="20"/>
                </a:lnTo>
                <a:lnTo>
                  <a:pt x="69" y="16"/>
                </a:lnTo>
                <a:lnTo>
                  <a:pt x="67" y="12"/>
                </a:lnTo>
                <a:lnTo>
                  <a:pt x="63" y="8"/>
                </a:lnTo>
                <a:lnTo>
                  <a:pt x="57" y="5"/>
                </a:lnTo>
                <a:lnTo>
                  <a:pt x="46" y="2"/>
                </a:lnTo>
                <a:lnTo>
                  <a:pt x="35" y="0"/>
                </a:lnTo>
                <a:lnTo>
                  <a:pt x="24" y="0"/>
                </a:lnTo>
                <a:lnTo>
                  <a:pt x="14" y="0"/>
                </a:lnTo>
                <a:lnTo>
                  <a:pt x="7" y="1"/>
                </a:lnTo>
                <a:lnTo>
                  <a:pt x="2" y="4"/>
                </a:lnTo>
                <a:lnTo>
                  <a:pt x="0" y="8"/>
                </a:lnTo>
                <a:lnTo>
                  <a:pt x="2" y="14"/>
                </a:lnTo>
                <a:lnTo>
                  <a:pt x="8" y="22"/>
                </a:lnTo>
                <a:lnTo>
                  <a:pt x="16" y="33"/>
                </a:lnTo>
                <a:lnTo>
                  <a:pt x="24" y="43"/>
                </a:lnTo>
                <a:lnTo>
                  <a:pt x="30" y="53"/>
                </a:lnTo>
                <a:lnTo>
                  <a:pt x="36" y="63"/>
                </a:lnTo>
                <a:lnTo>
                  <a:pt x="41" y="72"/>
                </a:lnTo>
                <a:lnTo>
                  <a:pt x="46" y="81"/>
                </a:lnTo>
                <a:lnTo>
                  <a:pt x="51" y="87"/>
                </a:lnTo>
                <a:lnTo>
                  <a:pt x="55" y="90"/>
                </a:lnTo>
                <a:lnTo>
                  <a:pt x="59" y="90"/>
                </a:lnTo>
                <a:lnTo>
                  <a:pt x="61" y="87"/>
                </a:lnTo>
                <a:lnTo>
                  <a:pt x="63" y="82"/>
                </a:lnTo>
                <a:lnTo>
                  <a:pt x="65" y="76"/>
                </a:lnTo>
                <a:lnTo>
                  <a:pt x="65" y="69"/>
                </a:lnTo>
                <a:lnTo>
                  <a:pt x="66" y="64"/>
                </a:lnTo>
                <a:lnTo>
                  <a:pt x="66" y="60"/>
                </a:lnTo>
                <a:lnTo>
                  <a:pt x="66" y="58"/>
                </a:lnTo>
                <a:lnTo>
                  <a:pt x="58" y="4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90" name="Freeform 1047">
            <a:extLst>
              <a:ext uri="{FF2B5EF4-FFF2-40B4-BE49-F238E27FC236}">
                <a16:creationId xmlns:a16="http://schemas.microsoft.com/office/drawing/2014/main" id="{70D348D4-E946-5272-F3EF-8B77802B0C5F}"/>
              </a:ext>
            </a:extLst>
          </p:cNvPr>
          <p:cNvSpPr>
            <a:spLocks/>
          </p:cNvSpPr>
          <p:nvPr/>
        </p:nvSpPr>
        <p:spPr bwMode="auto">
          <a:xfrm>
            <a:off x="6392863" y="5302250"/>
            <a:ext cx="11112" cy="14288"/>
          </a:xfrm>
          <a:custGeom>
            <a:avLst/>
            <a:gdLst>
              <a:gd name="T0" fmla="*/ 2147483646 w 70"/>
              <a:gd name="T1" fmla="*/ 2147483646 h 90"/>
              <a:gd name="T2" fmla="*/ 2147483646 w 70"/>
              <a:gd name="T3" fmla="*/ 2147483646 h 90"/>
              <a:gd name="T4" fmla="*/ 2147483646 w 70"/>
              <a:gd name="T5" fmla="*/ 2147483646 h 90"/>
              <a:gd name="T6" fmla="*/ 2147483646 w 70"/>
              <a:gd name="T7" fmla="*/ 2147483646 h 90"/>
              <a:gd name="T8" fmla="*/ 2147483646 w 70"/>
              <a:gd name="T9" fmla="*/ 2147483646 h 90"/>
              <a:gd name="T10" fmla="*/ 2147483646 w 70"/>
              <a:gd name="T11" fmla="*/ 2147483646 h 90"/>
              <a:gd name="T12" fmla="*/ 2147483646 w 70"/>
              <a:gd name="T13" fmla="*/ 2147483646 h 90"/>
              <a:gd name="T14" fmla="*/ 2147483646 w 70"/>
              <a:gd name="T15" fmla="*/ 2147483646 h 90"/>
              <a:gd name="T16" fmla="*/ 2147483646 w 70"/>
              <a:gd name="T17" fmla="*/ 2147483646 h 90"/>
              <a:gd name="T18" fmla="*/ 2147483646 w 70"/>
              <a:gd name="T19" fmla="*/ 2147483646 h 90"/>
              <a:gd name="T20" fmla="*/ 2147483646 w 70"/>
              <a:gd name="T21" fmla="*/ 2147483646 h 90"/>
              <a:gd name="T22" fmla="*/ 2147483646 w 70"/>
              <a:gd name="T23" fmla="*/ 2147483646 h 90"/>
              <a:gd name="T24" fmla="*/ 2147483646 w 70"/>
              <a:gd name="T25" fmla="*/ 0 h 90"/>
              <a:gd name="T26" fmla="*/ 2147483646 w 70"/>
              <a:gd name="T27" fmla="*/ 0 h 90"/>
              <a:gd name="T28" fmla="*/ 2147483646 w 70"/>
              <a:gd name="T29" fmla="*/ 0 h 90"/>
              <a:gd name="T30" fmla="*/ 2147483646 w 70"/>
              <a:gd name="T31" fmla="*/ 2147483646 h 90"/>
              <a:gd name="T32" fmla="*/ 2147483646 w 70"/>
              <a:gd name="T33" fmla="*/ 2147483646 h 90"/>
              <a:gd name="T34" fmla="*/ 0 w 70"/>
              <a:gd name="T35" fmla="*/ 2147483646 h 90"/>
              <a:gd name="T36" fmla="*/ 2147483646 w 70"/>
              <a:gd name="T37" fmla="*/ 2147483646 h 90"/>
              <a:gd name="T38" fmla="*/ 2147483646 w 70"/>
              <a:gd name="T39" fmla="*/ 2147483646 h 90"/>
              <a:gd name="T40" fmla="*/ 2147483646 w 70"/>
              <a:gd name="T41" fmla="*/ 2147483646 h 90"/>
              <a:gd name="T42" fmla="*/ 2147483646 w 70"/>
              <a:gd name="T43" fmla="*/ 2147483646 h 90"/>
              <a:gd name="T44" fmla="*/ 2147483646 w 70"/>
              <a:gd name="T45" fmla="*/ 2147483646 h 90"/>
              <a:gd name="T46" fmla="*/ 2147483646 w 70"/>
              <a:gd name="T47" fmla="*/ 2147483646 h 90"/>
              <a:gd name="T48" fmla="*/ 2147483646 w 70"/>
              <a:gd name="T49" fmla="*/ 2147483646 h 90"/>
              <a:gd name="T50" fmla="*/ 2147483646 w 70"/>
              <a:gd name="T51" fmla="*/ 2147483646 h 90"/>
              <a:gd name="T52" fmla="*/ 2147483646 w 70"/>
              <a:gd name="T53" fmla="*/ 2147483646 h 90"/>
              <a:gd name="T54" fmla="*/ 2147483646 w 70"/>
              <a:gd name="T55" fmla="*/ 2147483646 h 90"/>
              <a:gd name="T56" fmla="*/ 2147483646 w 70"/>
              <a:gd name="T57" fmla="*/ 2147483646 h 90"/>
              <a:gd name="T58" fmla="*/ 2147483646 w 70"/>
              <a:gd name="T59" fmla="*/ 2147483646 h 90"/>
              <a:gd name="T60" fmla="*/ 2147483646 w 70"/>
              <a:gd name="T61" fmla="*/ 2147483646 h 90"/>
              <a:gd name="T62" fmla="*/ 2147483646 w 70"/>
              <a:gd name="T63" fmla="*/ 2147483646 h 90"/>
              <a:gd name="T64" fmla="*/ 2147483646 w 70"/>
              <a:gd name="T65" fmla="*/ 2147483646 h 90"/>
              <a:gd name="T66" fmla="*/ 2147483646 w 70"/>
              <a:gd name="T67" fmla="*/ 2147483646 h 90"/>
              <a:gd name="T68" fmla="*/ 2147483646 w 70"/>
              <a:gd name="T69" fmla="*/ 2147483646 h 90"/>
              <a:gd name="T70" fmla="*/ 2147483646 w 70"/>
              <a:gd name="T71" fmla="*/ 2147483646 h 90"/>
              <a:gd name="T72" fmla="*/ 2147483646 w 70"/>
              <a:gd name="T73" fmla="*/ 2147483646 h 90"/>
              <a:gd name="T74" fmla="*/ 2147483646 w 70"/>
              <a:gd name="T75" fmla="*/ 2147483646 h 90"/>
              <a:gd name="T76" fmla="*/ 2147483646 w 70"/>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0" h="90">
                <a:moveTo>
                  <a:pt x="58" y="42"/>
                </a:moveTo>
                <a:lnTo>
                  <a:pt x="69" y="28"/>
                </a:lnTo>
                <a:lnTo>
                  <a:pt x="69" y="27"/>
                </a:lnTo>
                <a:lnTo>
                  <a:pt x="70" y="25"/>
                </a:lnTo>
                <a:lnTo>
                  <a:pt x="70" y="20"/>
                </a:lnTo>
                <a:lnTo>
                  <a:pt x="69" y="16"/>
                </a:lnTo>
                <a:lnTo>
                  <a:pt x="67" y="12"/>
                </a:lnTo>
                <a:lnTo>
                  <a:pt x="63" y="8"/>
                </a:lnTo>
                <a:lnTo>
                  <a:pt x="57" y="5"/>
                </a:lnTo>
                <a:lnTo>
                  <a:pt x="46" y="2"/>
                </a:lnTo>
                <a:lnTo>
                  <a:pt x="35" y="0"/>
                </a:lnTo>
                <a:lnTo>
                  <a:pt x="24" y="0"/>
                </a:lnTo>
                <a:lnTo>
                  <a:pt x="14" y="0"/>
                </a:lnTo>
                <a:lnTo>
                  <a:pt x="7" y="1"/>
                </a:lnTo>
                <a:lnTo>
                  <a:pt x="2" y="4"/>
                </a:lnTo>
                <a:lnTo>
                  <a:pt x="0" y="8"/>
                </a:lnTo>
                <a:lnTo>
                  <a:pt x="2" y="14"/>
                </a:lnTo>
                <a:lnTo>
                  <a:pt x="8" y="22"/>
                </a:lnTo>
                <a:lnTo>
                  <a:pt x="16" y="33"/>
                </a:lnTo>
                <a:lnTo>
                  <a:pt x="24" y="43"/>
                </a:lnTo>
                <a:lnTo>
                  <a:pt x="30" y="53"/>
                </a:lnTo>
                <a:lnTo>
                  <a:pt x="36" y="63"/>
                </a:lnTo>
                <a:lnTo>
                  <a:pt x="41" y="72"/>
                </a:lnTo>
                <a:lnTo>
                  <a:pt x="46" y="81"/>
                </a:lnTo>
                <a:lnTo>
                  <a:pt x="51" y="87"/>
                </a:lnTo>
                <a:lnTo>
                  <a:pt x="55" y="90"/>
                </a:lnTo>
                <a:lnTo>
                  <a:pt x="59" y="90"/>
                </a:lnTo>
                <a:lnTo>
                  <a:pt x="61" y="87"/>
                </a:lnTo>
                <a:lnTo>
                  <a:pt x="63" y="82"/>
                </a:lnTo>
                <a:lnTo>
                  <a:pt x="65" y="76"/>
                </a:lnTo>
                <a:lnTo>
                  <a:pt x="65" y="69"/>
                </a:lnTo>
                <a:lnTo>
                  <a:pt x="66" y="64"/>
                </a:lnTo>
                <a:lnTo>
                  <a:pt x="66" y="60"/>
                </a:lnTo>
                <a:lnTo>
                  <a:pt x="66" y="58"/>
                </a:lnTo>
                <a:lnTo>
                  <a:pt x="58"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91" name="Freeform 1048">
            <a:extLst>
              <a:ext uri="{FF2B5EF4-FFF2-40B4-BE49-F238E27FC236}">
                <a16:creationId xmlns:a16="http://schemas.microsoft.com/office/drawing/2014/main" id="{518956A0-A406-23F8-6799-EA9787A30151}"/>
              </a:ext>
            </a:extLst>
          </p:cNvPr>
          <p:cNvSpPr>
            <a:spLocks/>
          </p:cNvSpPr>
          <p:nvPr/>
        </p:nvSpPr>
        <p:spPr bwMode="auto">
          <a:xfrm>
            <a:off x="6386513" y="5319713"/>
            <a:ext cx="7937" cy="4762"/>
          </a:xfrm>
          <a:custGeom>
            <a:avLst/>
            <a:gdLst>
              <a:gd name="T0" fmla="*/ 2147483646 w 48"/>
              <a:gd name="T1" fmla="*/ 0 h 38"/>
              <a:gd name="T2" fmla="*/ 2147483646 w 48"/>
              <a:gd name="T3" fmla="*/ 2147483646 h 38"/>
              <a:gd name="T4" fmla="*/ 2147483646 w 48"/>
              <a:gd name="T5" fmla="*/ 2147483646 h 38"/>
              <a:gd name="T6" fmla="*/ 2147483646 w 48"/>
              <a:gd name="T7" fmla="*/ 2147483646 h 38"/>
              <a:gd name="T8" fmla="*/ 2147483646 w 48"/>
              <a:gd name="T9" fmla="*/ 2147483646 h 38"/>
              <a:gd name="T10" fmla="*/ 2147483646 w 48"/>
              <a:gd name="T11" fmla="*/ 2147483646 h 38"/>
              <a:gd name="T12" fmla="*/ 2147483646 w 48"/>
              <a:gd name="T13" fmla="*/ 2147483646 h 38"/>
              <a:gd name="T14" fmla="*/ 2147483646 w 48"/>
              <a:gd name="T15" fmla="*/ 2147483646 h 38"/>
              <a:gd name="T16" fmla="*/ 2147483646 w 48"/>
              <a:gd name="T17" fmla="*/ 2147483646 h 38"/>
              <a:gd name="T18" fmla="*/ 0 w 48"/>
              <a:gd name="T19" fmla="*/ 2147483646 h 38"/>
              <a:gd name="T20" fmla="*/ 2147483646 w 48"/>
              <a:gd name="T21" fmla="*/ 2147483646 h 38"/>
              <a:gd name="T22" fmla="*/ 2147483646 w 48"/>
              <a:gd name="T23" fmla="*/ 2147483646 h 38"/>
              <a:gd name="T24" fmla="*/ 2147483646 w 48"/>
              <a:gd name="T25" fmla="*/ 2147483646 h 38"/>
              <a:gd name="T26" fmla="*/ 2147483646 w 48"/>
              <a:gd name="T27" fmla="*/ 2147483646 h 38"/>
              <a:gd name="T28" fmla="*/ 2147483646 w 48"/>
              <a:gd name="T29" fmla="*/ 2147483646 h 38"/>
              <a:gd name="T30" fmla="*/ 2147483646 w 48"/>
              <a:gd name="T31" fmla="*/ 2147483646 h 38"/>
              <a:gd name="T32" fmla="*/ 2147483646 w 48"/>
              <a:gd name="T33" fmla="*/ 2147483646 h 38"/>
              <a:gd name="T34" fmla="*/ 2147483646 w 48"/>
              <a:gd name="T35" fmla="*/ 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8" h="38">
                <a:moveTo>
                  <a:pt x="33" y="0"/>
                </a:moveTo>
                <a:lnTo>
                  <a:pt x="48" y="34"/>
                </a:lnTo>
                <a:lnTo>
                  <a:pt x="46" y="36"/>
                </a:lnTo>
                <a:lnTo>
                  <a:pt x="40" y="38"/>
                </a:lnTo>
                <a:lnTo>
                  <a:pt x="30" y="37"/>
                </a:lnTo>
                <a:lnTo>
                  <a:pt x="19" y="28"/>
                </a:lnTo>
                <a:lnTo>
                  <a:pt x="9" y="16"/>
                </a:lnTo>
                <a:lnTo>
                  <a:pt x="4" y="8"/>
                </a:lnTo>
                <a:lnTo>
                  <a:pt x="1" y="4"/>
                </a:lnTo>
                <a:lnTo>
                  <a:pt x="0" y="3"/>
                </a:lnTo>
                <a:lnTo>
                  <a:pt x="1" y="3"/>
                </a:lnTo>
                <a:lnTo>
                  <a:pt x="5" y="3"/>
                </a:lnTo>
                <a:lnTo>
                  <a:pt x="10" y="3"/>
                </a:lnTo>
                <a:lnTo>
                  <a:pt x="15" y="3"/>
                </a:lnTo>
                <a:lnTo>
                  <a:pt x="21" y="2"/>
                </a:lnTo>
                <a:lnTo>
                  <a:pt x="27" y="2"/>
                </a:lnTo>
                <a:lnTo>
                  <a:pt x="31" y="1"/>
                </a:lnTo>
                <a:lnTo>
                  <a:pt x="33"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92" name="Freeform 1049">
            <a:extLst>
              <a:ext uri="{FF2B5EF4-FFF2-40B4-BE49-F238E27FC236}">
                <a16:creationId xmlns:a16="http://schemas.microsoft.com/office/drawing/2014/main" id="{52D617E9-4798-8BCB-C484-1052B0C5AAC9}"/>
              </a:ext>
            </a:extLst>
          </p:cNvPr>
          <p:cNvSpPr>
            <a:spLocks/>
          </p:cNvSpPr>
          <p:nvPr/>
        </p:nvSpPr>
        <p:spPr bwMode="auto">
          <a:xfrm>
            <a:off x="6386513" y="5319713"/>
            <a:ext cx="7937" cy="4762"/>
          </a:xfrm>
          <a:custGeom>
            <a:avLst/>
            <a:gdLst>
              <a:gd name="T0" fmla="*/ 2147483646 w 48"/>
              <a:gd name="T1" fmla="*/ 0 h 38"/>
              <a:gd name="T2" fmla="*/ 2147483646 w 48"/>
              <a:gd name="T3" fmla="*/ 2147483646 h 38"/>
              <a:gd name="T4" fmla="*/ 2147483646 w 48"/>
              <a:gd name="T5" fmla="*/ 2147483646 h 38"/>
              <a:gd name="T6" fmla="*/ 2147483646 w 48"/>
              <a:gd name="T7" fmla="*/ 2147483646 h 38"/>
              <a:gd name="T8" fmla="*/ 2147483646 w 48"/>
              <a:gd name="T9" fmla="*/ 2147483646 h 38"/>
              <a:gd name="T10" fmla="*/ 2147483646 w 48"/>
              <a:gd name="T11" fmla="*/ 2147483646 h 38"/>
              <a:gd name="T12" fmla="*/ 2147483646 w 48"/>
              <a:gd name="T13" fmla="*/ 2147483646 h 38"/>
              <a:gd name="T14" fmla="*/ 2147483646 w 48"/>
              <a:gd name="T15" fmla="*/ 2147483646 h 38"/>
              <a:gd name="T16" fmla="*/ 2147483646 w 48"/>
              <a:gd name="T17" fmla="*/ 2147483646 h 38"/>
              <a:gd name="T18" fmla="*/ 2147483646 w 48"/>
              <a:gd name="T19" fmla="*/ 2147483646 h 38"/>
              <a:gd name="T20" fmla="*/ 2147483646 w 48"/>
              <a:gd name="T21" fmla="*/ 2147483646 h 38"/>
              <a:gd name="T22" fmla="*/ 0 w 48"/>
              <a:gd name="T23" fmla="*/ 2147483646 h 38"/>
              <a:gd name="T24" fmla="*/ 0 w 48"/>
              <a:gd name="T25" fmla="*/ 2147483646 h 38"/>
              <a:gd name="T26" fmla="*/ 2147483646 w 48"/>
              <a:gd name="T27" fmla="*/ 2147483646 h 38"/>
              <a:gd name="T28" fmla="*/ 2147483646 w 48"/>
              <a:gd name="T29" fmla="*/ 2147483646 h 38"/>
              <a:gd name="T30" fmla="*/ 2147483646 w 48"/>
              <a:gd name="T31" fmla="*/ 2147483646 h 38"/>
              <a:gd name="T32" fmla="*/ 2147483646 w 48"/>
              <a:gd name="T33" fmla="*/ 2147483646 h 38"/>
              <a:gd name="T34" fmla="*/ 2147483646 w 48"/>
              <a:gd name="T35" fmla="*/ 2147483646 h 38"/>
              <a:gd name="T36" fmla="*/ 2147483646 w 48"/>
              <a:gd name="T37" fmla="*/ 2147483646 h 38"/>
              <a:gd name="T38" fmla="*/ 2147483646 w 48"/>
              <a:gd name="T39" fmla="*/ 2147483646 h 38"/>
              <a:gd name="T40" fmla="*/ 2147483646 w 48"/>
              <a:gd name="T41" fmla="*/ 0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38">
                <a:moveTo>
                  <a:pt x="33" y="0"/>
                </a:moveTo>
                <a:lnTo>
                  <a:pt x="48" y="34"/>
                </a:lnTo>
                <a:lnTo>
                  <a:pt x="46" y="36"/>
                </a:lnTo>
                <a:lnTo>
                  <a:pt x="40" y="38"/>
                </a:lnTo>
                <a:lnTo>
                  <a:pt x="30" y="37"/>
                </a:lnTo>
                <a:lnTo>
                  <a:pt x="19" y="28"/>
                </a:lnTo>
                <a:lnTo>
                  <a:pt x="9" y="16"/>
                </a:lnTo>
                <a:lnTo>
                  <a:pt x="4" y="8"/>
                </a:lnTo>
                <a:lnTo>
                  <a:pt x="1" y="4"/>
                </a:lnTo>
                <a:lnTo>
                  <a:pt x="0" y="3"/>
                </a:lnTo>
                <a:lnTo>
                  <a:pt x="1" y="3"/>
                </a:lnTo>
                <a:lnTo>
                  <a:pt x="5" y="3"/>
                </a:lnTo>
                <a:lnTo>
                  <a:pt x="10" y="3"/>
                </a:lnTo>
                <a:lnTo>
                  <a:pt x="15" y="3"/>
                </a:lnTo>
                <a:lnTo>
                  <a:pt x="21" y="2"/>
                </a:lnTo>
                <a:lnTo>
                  <a:pt x="27" y="2"/>
                </a:lnTo>
                <a:lnTo>
                  <a:pt x="31" y="1"/>
                </a:lnTo>
                <a:lnTo>
                  <a:pt x="3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93" name="Freeform 1050">
            <a:extLst>
              <a:ext uri="{FF2B5EF4-FFF2-40B4-BE49-F238E27FC236}">
                <a16:creationId xmlns:a16="http://schemas.microsoft.com/office/drawing/2014/main" id="{FC35C5A0-9CA2-48E1-EEB8-2FE2981B5C29}"/>
              </a:ext>
            </a:extLst>
          </p:cNvPr>
          <p:cNvSpPr>
            <a:spLocks/>
          </p:cNvSpPr>
          <p:nvPr/>
        </p:nvSpPr>
        <p:spPr bwMode="auto">
          <a:xfrm>
            <a:off x="6369050" y="5334000"/>
            <a:ext cx="11113" cy="12700"/>
          </a:xfrm>
          <a:custGeom>
            <a:avLst/>
            <a:gdLst>
              <a:gd name="T0" fmla="*/ 2147483646 w 63"/>
              <a:gd name="T1" fmla="*/ 2147483646 h 83"/>
              <a:gd name="T2" fmla="*/ 2147483646 w 63"/>
              <a:gd name="T3" fmla="*/ 2147483646 h 83"/>
              <a:gd name="T4" fmla="*/ 2147483646 w 63"/>
              <a:gd name="T5" fmla="*/ 2147483646 h 83"/>
              <a:gd name="T6" fmla="*/ 2147483646 w 63"/>
              <a:gd name="T7" fmla="*/ 2147483646 h 83"/>
              <a:gd name="T8" fmla="*/ 2147483646 w 63"/>
              <a:gd name="T9" fmla="*/ 2147483646 h 83"/>
              <a:gd name="T10" fmla="*/ 2147483646 w 63"/>
              <a:gd name="T11" fmla="*/ 2147483646 h 83"/>
              <a:gd name="T12" fmla="*/ 2147483646 w 63"/>
              <a:gd name="T13" fmla="*/ 2147483646 h 83"/>
              <a:gd name="T14" fmla="*/ 2147483646 w 63"/>
              <a:gd name="T15" fmla="*/ 2147483646 h 83"/>
              <a:gd name="T16" fmla="*/ 2147483646 w 63"/>
              <a:gd name="T17" fmla="*/ 2147483646 h 83"/>
              <a:gd name="T18" fmla="*/ 2147483646 w 63"/>
              <a:gd name="T19" fmla="*/ 2147483646 h 83"/>
              <a:gd name="T20" fmla="*/ 2147483646 w 63"/>
              <a:gd name="T21" fmla="*/ 2147483646 h 83"/>
              <a:gd name="T22" fmla="*/ 2147483646 w 63"/>
              <a:gd name="T23" fmla="*/ 2147483646 h 83"/>
              <a:gd name="T24" fmla="*/ 2147483646 w 63"/>
              <a:gd name="T25" fmla="*/ 2147483646 h 83"/>
              <a:gd name="T26" fmla="*/ 2147483646 w 63"/>
              <a:gd name="T27" fmla="*/ 2147483646 h 83"/>
              <a:gd name="T28" fmla="*/ 2147483646 w 63"/>
              <a:gd name="T29" fmla="*/ 2147483646 h 83"/>
              <a:gd name="T30" fmla="*/ 2147483646 w 63"/>
              <a:gd name="T31" fmla="*/ 2147483646 h 83"/>
              <a:gd name="T32" fmla="*/ 0 w 63"/>
              <a:gd name="T33" fmla="*/ 2147483646 h 83"/>
              <a:gd name="T34" fmla="*/ 0 w 63"/>
              <a:gd name="T35" fmla="*/ 2147483646 h 83"/>
              <a:gd name="T36" fmla="*/ 0 w 63"/>
              <a:gd name="T37" fmla="*/ 2147483646 h 83"/>
              <a:gd name="T38" fmla="*/ 0 w 63"/>
              <a:gd name="T39" fmla="*/ 2147483646 h 83"/>
              <a:gd name="T40" fmla="*/ 0 w 63"/>
              <a:gd name="T41" fmla="*/ 2147483646 h 83"/>
              <a:gd name="T42" fmla="*/ 0 w 63"/>
              <a:gd name="T43" fmla="*/ 2147483646 h 83"/>
              <a:gd name="T44" fmla="*/ 2147483646 w 63"/>
              <a:gd name="T45" fmla="*/ 2147483646 h 83"/>
              <a:gd name="T46" fmla="*/ 2147483646 w 63"/>
              <a:gd name="T47" fmla="*/ 2147483646 h 83"/>
              <a:gd name="T48" fmla="*/ 2147483646 w 63"/>
              <a:gd name="T49" fmla="*/ 2147483646 h 83"/>
              <a:gd name="T50" fmla="*/ 2147483646 w 63"/>
              <a:gd name="T51" fmla="*/ 2147483646 h 83"/>
              <a:gd name="T52" fmla="*/ 2147483646 w 63"/>
              <a:gd name="T53" fmla="*/ 2147483646 h 83"/>
              <a:gd name="T54" fmla="*/ 2147483646 w 63"/>
              <a:gd name="T55" fmla="*/ 2147483646 h 83"/>
              <a:gd name="T56" fmla="*/ 2147483646 w 63"/>
              <a:gd name="T57" fmla="*/ 2147483646 h 83"/>
              <a:gd name="T58" fmla="*/ 2147483646 w 63"/>
              <a:gd name="T59" fmla="*/ 2147483646 h 83"/>
              <a:gd name="T60" fmla="*/ 2147483646 w 63"/>
              <a:gd name="T61" fmla="*/ 2147483646 h 83"/>
              <a:gd name="T62" fmla="*/ 2147483646 w 63"/>
              <a:gd name="T63" fmla="*/ 2147483646 h 83"/>
              <a:gd name="T64" fmla="*/ 2147483646 w 63"/>
              <a:gd name="T65" fmla="*/ 2147483646 h 83"/>
              <a:gd name="T66" fmla="*/ 2147483646 w 63"/>
              <a:gd name="T67" fmla="*/ 0 h 83"/>
              <a:gd name="T68" fmla="*/ 2147483646 w 63"/>
              <a:gd name="T69" fmla="*/ 2147483646 h 83"/>
              <a:gd name="T70" fmla="*/ 2147483646 w 63"/>
              <a:gd name="T71" fmla="*/ 2147483646 h 83"/>
              <a:gd name="T72" fmla="*/ 2147483646 w 63"/>
              <a:gd name="T73" fmla="*/ 2147483646 h 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3" h="83">
                <a:moveTo>
                  <a:pt x="58" y="18"/>
                </a:moveTo>
                <a:lnTo>
                  <a:pt x="58" y="20"/>
                </a:lnTo>
                <a:lnTo>
                  <a:pt x="60" y="24"/>
                </a:lnTo>
                <a:lnTo>
                  <a:pt x="61" y="30"/>
                </a:lnTo>
                <a:lnTo>
                  <a:pt x="62" y="37"/>
                </a:lnTo>
                <a:lnTo>
                  <a:pt x="63" y="45"/>
                </a:lnTo>
                <a:lnTo>
                  <a:pt x="62" y="51"/>
                </a:lnTo>
                <a:lnTo>
                  <a:pt x="60" y="56"/>
                </a:lnTo>
                <a:lnTo>
                  <a:pt x="56" y="59"/>
                </a:lnTo>
                <a:lnTo>
                  <a:pt x="46" y="60"/>
                </a:lnTo>
                <a:lnTo>
                  <a:pt x="39" y="63"/>
                </a:lnTo>
                <a:lnTo>
                  <a:pt x="33" y="67"/>
                </a:lnTo>
                <a:lnTo>
                  <a:pt x="27" y="76"/>
                </a:lnTo>
                <a:lnTo>
                  <a:pt x="21" y="83"/>
                </a:lnTo>
                <a:lnTo>
                  <a:pt x="12" y="81"/>
                </a:lnTo>
                <a:lnTo>
                  <a:pt x="4" y="77"/>
                </a:lnTo>
                <a:lnTo>
                  <a:pt x="0" y="74"/>
                </a:lnTo>
                <a:lnTo>
                  <a:pt x="0" y="73"/>
                </a:lnTo>
                <a:lnTo>
                  <a:pt x="0" y="69"/>
                </a:lnTo>
                <a:lnTo>
                  <a:pt x="0" y="63"/>
                </a:lnTo>
                <a:lnTo>
                  <a:pt x="0" y="53"/>
                </a:lnTo>
                <a:lnTo>
                  <a:pt x="0" y="48"/>
                </a:lnTo>
                <a:lnTo>
                  <a:pt x="1" y="44"/>
                </a:lnTo>
                <a:lnTo>
                  <a:pt x="2" y="40"/>
                </a:lnTo>
                <a:lnTo>
                  <a:pt x="4" y="36"/>
                </a:lnTo>
                <a:lnTo>
                  <a:pt x="7" y="33"/>
                </a:lnTo>
                <a:lnTo>
                  <a:pt x="11" y="29"/>
                </a:lnTo>
                <a:lnTo>
                  <a:pt x="16" y="26"/>
                </a:lnTo>
                <a:lnTo>
                  <a:pt x="22" y="23"/>
                </a:lnTo>
                <a:lnTo>
                  <a:pt x="29" y="19"/>
                </a:lnTo>
                <a:lnTo>
                  <a:pt x="37" y="13"/>
                </a:lnTo>
                <a:lnTo>
                  <a:pt x="44" y="7"/>
                </a:lnTo>
                <a:lnTo>
                  <a:pt x="50" y="2"/>
                </a:lnTo>
                <a:lnTo>
                  <a:pt x="54" y="0"/>
                </a:lnTo>
                <a:lnTo>
                  <a:pt x="57" y="1"/>
                </a:lnTo>
                <a:lnTo>
                  <a:pt x="59" y="6"/>
                </a:lnTo>
                <a:lnTo>
                  <a:pt x="58" y="1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94" name="Freeform 1051">
            <a:extLst>
              <a:ext uri="{FF2B5EF4-FFF2-40B4-BE49-F238E27FC236}">
                <a16:creationId xmlns:a16="http://schemas.microsoft.com/office/drawing/2014/main" id="{B348FBD7-9F22-EF9A-F11B-C9A3AAD5998C}"/>
              </a:ext>
            </a:extLst>
          </p:cNvPr>
          <p:cNvSpPr>
            <a:spLocks/>
          </p:cNvSpPr>
          <p:nvPr/>
        </p:nvSpPr>
        <p:spPr bwMode="auto">
          <a:xfrm>
            <a:off x="6369050" y="5334000"/>
            <a:ext cx="11113" cy="12700"/>
          </a:xfrm>
          <a:custGeom>
            <a:avLst/>
            <a:gdLst>
              <a:gd name="T0" fmla="*/ 2147483646 w 63"/>
              <a:gd name="T1" fmla="*/ 2147483646 h 83"/>
              <a:gd name="T2" fmla="*/ 2147483646 w 63"/>
              <a:gd name="T3" fmla="*/ 2147483646 h 83"/>
              <a:gd name="T4" fmla="*/ 2147483646 w 63"/>
              <a:gd name="T5" fmla="*/ 2147483646 h 83"/>
              <a:gd name="T6" fmla="*/ 2147483646 w 63"/>
              <a:gd name="T7" fmla="*/ 2147483646 h 83"/>
              <a:gd name="T8" fmla="*/ 2147483646 w 63"/>
              <a:gd name="T9" fmla="*/ 2147483646 h 83"/>
              <a:gd name="T10" fmla="*/ 2147483646 w 63"/>
              <a:gd name="T11" fmla="*/ 2147483646 h 83"/>
              <a:gd name="T12" fmla="*/ 2147483646 w 63"/>
              <a:gd name="T13" fmla="*/ 2147483646 h 83"/>
              <a:gd name="T14" fmla="*/ 2147483646 w 63"/>
              <a:gd name="T15" fmla="*/ 2147483646 h 83"/>
              <a:gd name="T16" fmla="*/ 2147483646 w 63"/>
              <a:gd name="T17" fmla="*/ 2147483646 h 83"/>
              <a:gd name="T18" fmla="*/ 2147483646 w 63"/>
              <a:gd name="T19" fmla="*/ 2147483646 h 83"/>
              <a:gd name="T20" fmla="*/ 2147483646 w 63"/>
              <a:gd name="T21" fmla="*/ 2147483646 h 83"/>
              <a:gd name="T22" fmla="*/ 2147483646 w 63"/>
              <a:gd name="T23" fmla="*/ 2147483646 h 83"/>
              <a:gd name="T24" fmla="*/ 2147483646 w 63"/>
              <a:gd name="T25" fmla="*/ 2147483646 h 83"/>
              <a:gd name="T26" fmla="*/ 2147483646 w 63"/>
              <a:gd name="T27" fmla="*/ 2147483646 h 83"/>
              <a:gd name="T28" fmla="*/ 2147483646 w 63"/>
              <a:gd name="T29" fmla="*/ 2147483646 h 83"/>
              <a:gd name="T30" fmla="*/ 2147483646 w 63"/>
              <a:gd name="T31" fmla="*/ 2147483646 h 83"/>
              <a:gd name="T32" fmla="*/ 2147483646 w 63"/>
              <a:gd name="T33" fmla="*/ 2147483646 h 83"/>
              <a:gd name="T34" fmla="*/ 2147483646 w 63"/>
              <a:gd name="T35" fmla="*/ 2147483646 h 83"/>
              <a:gd name="T36" fmla="*/ 2147483646 w 63"/>
              <a:gd name="T37" fmla="*/ 2147483646 h 83"/>
              <a:gd name="T38" fmla="*/ 0 w 63"/>
              <a:gd name="T39" fmla="*/ 2147483646 h 83"/>
              <a:gd name="T40" fmla="*/ 0 w 63"/>
              <a:gd name="T41" fmla="*/ 2147483646 h 83"/>
              <a:gd name="T42" fmla="*/ 0 w 63"/>
              <a:gd name="T43" fmla="*/ 2147483646 h 83"/>
              <a:gd name="T44" fmla="*/ 0 w 63"/>
              <a:gd name="T45" fmla="*/ 2147483646 h 83"/>
              <a:gd name="T46" fmla="*/ 0 w 63"/>
              <a:gd name="T47" fmla="*/ 2147483646 h 83"/>
              <a:gd name="T48" fmla="*/ 0 w 63"/>
              <a:gd name="T49" fmla="*/ 2147483646 h 83"/>
              <a:gd name="T50" fmla="*/ 0 w 63"/>
              <a:gd name="T51" fmla="*/ 2147483646 h 83"/>
              <a:gd name="T52" fmla="*/ 0 w 63"/>
              <a:gd name="T53" fmla="*/ 2147483646 h 83"/>
              <a:gd name="T54" fmla="*/ 2147483646 w 63"/>
              <a:gd name="T55" fmla="*/ 2147483646 h 83"/>
              <a:gd name="T56" fmla="*/ 2147483646 w 63"/>
              <a:gd name="T57" fmla="*/ 2147483646 h 83"/>
              <a:gd name="T58" fmla="*/ 2147483646 w 63"/>
              <a:gd name="T59" fmla="*/ 2147483646 h 83"/>
              <a:gd name="T60" fmla="*/ 2147483646 w 63"/>
              <a:gd name="T61" fmla="*/ 2147483646 h 83"/>
              <a:gd name="T62" fmla="*/ 2147483646 w 63"/>
              <a:gd name="T63" fmla="*/ 2147483646 h 83"/>
              <a:gd name="T64" fmla="*/ 2147483646 w 63"/>
              <a:gd name="T65" fmla="*/ 2147483646 h 83"/>
              <a:gd name="T66" fmla="*/ 2147483646 w 63"/>
              <a:gd name="T67" fmla="*/ 2147483646 h 83"/>
              <a:gd name="T68" fmla="*/ 2147483646 w 63"/>
              <a:gd name="T69" fmla="*/ 2147483646 h 83"/>
              <a:gd name="T70" fmla="*/ 2147483646 w 63"/>
              <a:gd name="T71" fmla="*/ 2147483646 h 83"/>
              <a:gd name="T72" fmla="*/ 2147483646 w 63"/>
              <a:gd name="T73" fmla="*/ 2147483646 h 83"/>
              <a:gd name="T74" fmla="*/ 2147483646 w 63"/>
              <a:gd name="T75" fmla="*/ 2147483646 h 83"/>
              <a:gd name="T76" fmla="*/ 2147483646 w 63"/>
              <a:gd name="T77" fmla="*/ 2147483646 h 83"/>
              <a:gd name="T78" fmla="*/ 2147483646 w 63"/>
              <a:gd name="T79" fmla="*/ 0 h 83"/>
              <a:gd name="T80" fmla="*/ 2147483646 w 63"/>
              <a:gd name="T81" fmla="*/ 2147483646 h 83"/>
              <a:gd name="T82" fmla="*/ 2147483646 w 63"/>
              <a:gd name="T83" fmla="*/ 2147483646 h 83"/>
              <a:gd name="T84" fmla="*/ 2147483646 w 63"/>
              <a:gd name="T85" fmla="*/ 2147483646 h 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3" h="83">
                <a:moveTo>
                  <a:pt x="58" y="18"/>
                </a:moveTo>
                <a:lnTo>
                  <a:pt x="58" y="18"/>
                </a:lnTo>
                <a:lnTo>
                  <a:pt x="58" y="20"/>
                </a:lnTo>
                <a:lnTo>
                  <a:pt x="60" y="24"/>
                </a:lnTo>
                <a:lnTo>
                  <a:pt x="61" y="30"/>
                </a:lnTo>
                <a:lnTo>
                  <a:pt x="62" y="37"/>
                </a:lnTo>
                <a:lnTo>
                  <a:pt x="63" y="45"/>
                </a:lnTo>
                <a:lnTo>
                  <a:pt x="62" y="51"/>
                </a:lnTo>
                <a:lnTo>
                  <a:pt x="60" y="56"/>
                </a:lnTo>
                <a:lnTo>
                  <a:pt x="56" y="59"/>
                </a:lnTo>
                <a:lnTo>
                  <a:pt x="46" y="60"/>
                </a:lnTo>
                <a:lnTo>
                  <a:pt x="39" y="63"/>
                </a:lnTo>
                <a:lnTo>
                  <a:pt x="33" y="67"/>
                </a:lnTo>
                <a:lnTo>
                  <a:pt x="27" y="76"/>
                </a:lnTo>
                <a:lnTo>
                  <a:pt x="21" y="83"/>
                </a:lnTo>
                <a:lnTo>
                  <a:pt x="12" y="81"/>
                </a:lnTo>
                <a:lnTo>
                  <a:pt x="4" y="77"/>
                </a:lnTo>
                <a:lnTo>
                  <a:pt x="0" y="74"/>
                </a:lnTo>
                <a:lnTo>
                  <a:pt x="0" y="73"/>
                </a:lnTo>
                <a:lnTo>
                  <a:pt x="0" y="69"/>
                </a:lnTo>
                <a:lnTo>
                  <a:pt x="0" y="63"/>
                </a:lnTo>
                <a:lnTo>
                  <a:pt x="0" y="53"/>
                </a:lnTo>
                <a:lnTo>
                  <a:pt x="0" y="48"/>
                </a:lnTo>
                <a:lnTo>
                  <a:pt x="1" y="44"/>
                </a:lnTo>
                <a:lnTo>
                  <a:pt x="2" y="40"/>
                </a:lnTo>
                <a:lnTo>
                  <a:pt x="4" y="36"/>
                </a:lnTo>
                <a:lnTo>
                  <a:pt x="7" y="33"/>
                </a:lnTo>
                <a:lnTo>
                  <a:pt x="11" y="29"/>
                </a:lnTo>
                <a:lnTo>
                  <a:pt x="16" y="26"/>
                </a:lnTo>
                <a:lnTo>
                  <a:pt x="22" y="23"/>
                </a:lnTo>
                <a:lnTo>
                  <a:pt x="29" y="19"/>
                </a:lnTo>
                <a:lnTo>
                  <a:pt x="37" y="13"/>
                </a:lnTo>
                <a:lnTo>
                  <a:pt x="44" y="7"/>
                </a:lnTo>
                <a:lnTo>
                  <a:pt x="50" y="2"/>
                </a:lnTo>
                <a:lnTo>
                  <a:pt x="54" y="0"/>
                </a:lnTo>
                <a:lnTo>
                  <a:pt x="57" y="1"/>
                </a:lnTo>
                <a:lnTo>
                  <a:pt x="59" y="6"/>
                </a:lnTo>
                <a:lnTo>
                  <a:pt x="58" y="1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95" name="Freeform 1052">
            <a:extLst>
              <a:ext uri="{FF2B5EF4-FFF2-40B4-BE49-F238E27FC236}">
                <a16:creationId xmlns:a16="http://schemas.microsoft.com/office/drawing/2014/main" id="{0EBEFCF4-959E-BDF6-EC59-88143554125C}"/>
              </a:ext>
            </a:extLst>
          </p:cNvPr>
          <p:cNvSpPr>
            <a:spLocks/>
          </p:cNvSpPr>
          <p:nvPr/>
        </p:nvSpPr>
        <p:spPr bwMode="auto">
          <a:xfrm>
            <a:off x="6381750" y="5343525"/>
            <a:ext cx="9525" cy="11113"/>
          </a:xfrm>
          <a:custGeom>
            <a:avLst/>
            <a:gdLst>
              <a:gd name="T0" fmla="*/ 2147483646 w 52"/>
              <a:gd name="T1" fmla="*/ 2147483646 h 69"/>
              <a:gd name="T2" fmla="*/ 2147483646 w 52"/>
              <a:gd name="T3" fmla="*/ 2147483646 h 69"/>
              <a:gd name="T4" fmla="*/ 2147483646 w 52"/>
              <a:gd name="T5" fmla="*/ 0 h 69"/>
              <a:gd name="T6" fmla="*/ 2147483646 w 52"/>
              <a:gd name="T7" fmla="*/ 2147483646 h 69"/>
              <a:gd name="T8" fmla="*/ 2147483646 w 52"/>
              <a:gd name="T9" fmla="*/ 2147483646 h 69"/>
              <a:gd name="T10" fmla="*/ 2147483646 w 52"/>
              <a:gd name="T11" fmla="*/ 2147483646 h 69"/>
              <a:gd name="T12" fmla="*/ 2147483646 w 52"/>
              <a:gd name="T13" fmla="*/ 2147483646 h 69"/>
              <a:gd name="T14" fmla="*/ 2147483646 w 52"/>
              <a:gd name="T15" fmla="*/ 2147483646 h 69"/>
              <a:gd name="T16" fmla="*/ 2147483646 w 52"/>
              <a:gd name="T17" fmla="*/ 2147483646 h 69"/>
              <a:gd name="T18" fmla="*/ 2147483646 w 52"/>
              <a:gd name="T19" fmla="*/ 2147483646 h 69"/>
              <a:gd name="T20" fmla="*/ 0 w 52"/>
              <a:gd name="T21" fmla="*/ 2147483646 h 69"/>
              <a:gd name="T22" fmla="*/ 2147483646 w 52"/>
              <a:gd name="T23" fmla="*/ 2147483646 h 69"/>
              <a:gd name="T24" fmla="*/ 2147483646 w 52"/>
              <a:gd name="T25" fmla="*/ 2147483646 h 69"/>
              <a:gd name="T26" fmla="*/ 2147483646 w 52"/>
              <a:gd name="T27" fmla="*/ 2147483646 h 69"/>
              <a:gd name="T28" fmla="*/ 2147483646 w 52"/>
              <a:gd name="T29" fmla="*/ 2147483646 h 69"/>
              <a:gd name="T30" fmla="*/ 2147483646 w 52"/>
              <a:gd name="T31" fmla="*/ 2147483646 h 69"/>
              <a:gd name="T32" fmla="*/ 2147483646 w 52"/>
              <a:gd name="T33" fmla="*/ 2147483646 h 69"/>
              <a:gd name="T34" fmla="*/ 2147483646 w 52"/>
              <a:gd name="T35" fmla="*/ 2147483646 h 69"/>
              <a:gd name="T36" fmla="*/ 2147483646 w 52"/>
              <a:gd name="T37" fmla="*/ 2147483646 h 69"/>
              <a:gd name="T38" fmla="*/ 2147483646 w 52"/>
              <a:gd name="T39" fmla="*/ 2147483646 h 69"/>
              <a:gd name="T40" fmla="*/ 2147483646 w 52"/>
              <a:gd name="T41" fmla="*/ 2147483646 h 69"/>
              <a:gd name="T42" fmla="*/ 2147483646 w 52"/>
              <a:gd name="T43" fmla="*/ 2147483646 h 69"/>
              <a:gd name="T44" fmla="*/ 2147483646 w 52"/>
              <a:gd name="T45" fmla="*/ 2147483646 h 69"/>
              <a:gd name="T46" fmla="*/ 2147483646 w 52"/>
              <a:gd name="T47" fmla="*/ 2147483646 h 6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2" h="69">
                <a:moveTo>
                  <a:pt x="33" y="31"/>
                </a:moveTo>
                <a:lnTo>
                  <a:pt x="52" y="14"/>
                </a:lnTo>
                <a:lnTo>
                  <a:pt x="41" y="0"/>
                </a:lnTo>
                <a:lnTo>
                  <a:pt x="16" y="22"/>
                </a:lnTo>
                <a:lnTo>
                  <a:pt x="15" y="22"/>
                </a:lnTo>
                <a:lnTo>
                  <a:pt x="13" y="21"/>
                </a:lnTo>
                <a:lnTo>
                  <a:pt x="10" y="20"/>
                </a:lnTo>
                <a:lnTo>
                  <a:pt x="6" y="21"/>
                </a:lnTo>
                <a:lnTo>
                  <a:pt x="3" y="22"/>
                </a:lnTo>
                <a:lnTo>
                  <a:pt x="1" y="26"/>
                </a:lnTo>
                <a:lnTo>
                  <a:pt x="0" y="33"/>
                </a:lnTo>
                <a:lnTo>
                  <a:pt x="2" y="42"/>
                </a:lnTo>
                <a:lnTo>
                  <a:pt x="5" y="53"/>
                </a:lnTo>
                <a:lnTo>
                  <a:pt x="11" y="61"/>
                </a:lnTo>
                <a:lnTo>
                  <a:pt x="15" y="66"/>
                </a:lnTo>
                <a:lnTo>
                  <a:pt x="20" y="69"/>
                </a:lnTo>
                <a:lnTo>
                  <a:pt x="24" y="69"/>
                </a:lnTo>
                <a:lnTo>
                  <a:pt x="27" y="67"/>
                </a:lnTo>
                <a:lnTo>
                  <a:pt x="29" y="63"/>
                </a:lnTo>
                <a:lnTo>
                  <a:pt x="30" y="56"/>
                </a:lnTo>
                <a:lnTo>
                  <a:pt x="30" y="42"/>
                </a:lnTo>
                <a:lnTo>
                  <a:pt x="32" y="35"/>
                </a:lnTo>
                <a:lnTo>
                  <a:pt x="33" y="32"/>
                </a:lnTo>
                <a:lnTo>
                  <a:pt x="33" y="31"/>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96" name="Freeform 1053">
            <a:extLst>
              <a:ext uri="{FF2B5EF4-FFF2-40B4-BE49-F238E27FC236}">
                <a16:creationId xmlns:a16="http://schemas.microsoft.com/office/drawing/2014/main" id="{77E5810E-0A5C-F012-243E-6490381309AB}"/>
              </a:ext>
            </a:extLst>
          </p:cNvPr>
          <p:cNvSpPr>
            <a:spLocks/>
          </p:cNvSpPr>
          <p:nvPr/>
        </p:nvSpPr>
        <p:spPr bwMode="auto">
          <a:xfrm>
            <a:off x="6381750" y="5343525"/>
            <a:ext cx="9525" cy="11113"/>
          </a:xfrm>
          <a:custGeom>
            <a:avLst/>
            <a:gdLst>
              <a:gd name="T0" fmla="*/ 2147483646 w 52"/>
              <a:gd name="T1" fmla="*/ 2147483646 h 69"/>
              <a:gd name="T2" fmla="*/ 2147483646 w 52"/>
              <a:gd name="T3" fmla="*/ 2147483646 h 69"/>
              <a:gd name="T4" fmla="*/ 2147483646 w 52"/>
              <a:gd name="T5" fmla="*/ 0 h 69"/>
              <a:gd name="T6" fmla="*/ 2147483646 w 52"/>
              <a:gd name="T7" fmla="*/ 2147483646 h 69"/>
              <a:gd name="T8" fmla="*/ 2147483646 w 52"/>
              <a:gd name="T9" fmla="*/ 2147483646 h 69"/>
              <a:gd name="T10" fmla="*/ 2147483646 w 52"/>
              <a:gd name="T11" fmla="*/ 2147483646 h 69"/>
              <a:gd name="T12" fmla="*/ 2147483646 w 52"/>
              <a:gd name="T13" fmla="*/ 2147483646 h 69"/>
              <a:gd name="T14" fmla="*/ 2147483646 w 52"/>
              <a:gd name="T15" fmla="*/ 2147483646 h 69"/>
              <a:gd name="T16" fmla="*/ 2147483646 w 52"/>
              <a:gd name="T17" fmla="*/ 2147483646 h 69"/>
              <a:gd name="T18" fmla="*/ 2147483646 w 52"/>
              <a:gd name="T19" fmla="*/ 2147483646 h 69"/>
              <a:gd name="T20" fmla="*/ 2147483646 w 52"/>
              <a:gd name="T21" fmla="*/ 2147483646 h 69"/>
              <a:gd name="T22" fmla="*/ 0 w 52"/>
              <a:gd name="T23" fmla="*/ 2147483646 h 69"/>
              <a:gd name="T24" fmla="*/ 2147483646 w 52"/>
              <a:gd name="T25" fmla="*/ 2147483646 h 69"/>
              <a:gd name="T26" fmla="*/ 2147483646 w 52"/>
              <a:gd name="T27" fmla="*/ 2147483646 h 69"/>
              <a:gd name="T28" fmla="*/ 2147483646 w 52"/>
              <a:gd name="T29" fmla="*/ 2147483646 h 69"/>
              <a:gd name="T30" fmla="*/ 2147483646 w 52"/>
              <a:gd name="T31" fmla="*/ 2147483646 h 69"/>
              <a:gd name="T32" fmla="*/ 2147483646 w 52"/>
              <a:gd name="T33" fmla="*/ 2147483646 h 69"/>
              <a:gd name="T34" fmla="*/ 2147483646 w 52"/>
              <a:gd name="T35" fmla="*/ 2147483646 h 69"/>
              <a:gd name="T36" fmla="*/ 2147483646 w 52"/>
              <a:gd name="T37" fmla="*/ 2147483646 h 69"/>
              <a:gd name="T38" fmla="*/ 2147483646 w 52"/>
              <a:gd name="T39" fmla="*/ 2147483646 h 69"/>
              <a:gd name="T40" fmla="*/ 2147483646 w 52"/>
              <a:gd name="T41" fmla="*/ 2147483646 h 69"/>
              <a:gd name="T42" fmla="*/ 2147483646 w 52"/>
              <a:gd name="T43" fmla="*/ 2147483646 h 69"/>
              <a:gd name="T44" fmla="*/ 2147483646 w 52"/>
              <a:gd name="T45" fmla="*/ 2147483646 h 69"/>
              <a:gd name="T46" fmla="*/ 2147483646 w 52"/>
              <a:gd name="T47" fmla="*/ 2147483646 h 69"/>
              <a:gd name="T48" fmla="*/ 2147483646 w 52"/>
              <a:gd name="T49" fmla="*/ 2147483646 h 69"/>
              <a:gd name="T50" fmla="*/ 2147483646 w 52"/>
              <a:gd name="T51" fmla="*/ 2147483646 h 69"/>
              <a:gd name="T52" fmla="*/ 2147483646 w 52"/>
              <a:gd name="T53" fmla="*/ 2147483646 h 6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2" h="69">
                <a:moveTo>
                  <a:pt x="33" y="31"/>
                </a:moveTo>
                <a:lnTo>
                  <a:pt x="52" y="14"/>
                </a:lnTo>
                <a:lnTo>
                  <a:pt x="41" y="0"/>
                </a:lnTo>
                <a:lnTo>
                  <a:pt x="16" y="22"/>
                </a:lnTo>
                <a:lnTo>
                  <a:pt x="15" y="22"/>
                </a:lnTo>
                <a:lnTo>
                  <a:pt x="13" y="21"/>
                </a:lnTo>
                <a:lnTo>
                  <a:pt x="10" y="20"/>
                </a:lnTo>
                <a:lnTo>
                  <a:pt x="6" y="21"/>
                </a:lnTo>
                <a:lnTo>
                  <a:pt x="3" y="22"/>
                </a:lnTo>
                <a:lnTo>
                  <a:pt x="1" y="26"/>
                </a:lnTo>
                <a:lnTo>
                  <a:pt x="0" y="33"/>
                </a:lnTo>
                <a:lnTo>
                  <a:pt x="2" y="42"/>
                </a:lnTo>
                <a:lnTo>
                  <a:pt x="5" y="53"/>
                </a:lnTo>
                <a:lnTo>
                  <a:pt x="11" y="61"/>
                </a:lnTo>
                <a:lnTo>
                  <a:pt x="15" y="66"/>
                </a:lnTo>
                <a:lnTo>
                  <a:pt x="20" y="69"/>
                </a:lnTo>
                <a:lnTo>
                  <a:pt x="24" y="69"/>
                </a:lnTo>
                <a:lnTo>
                  <a:pt x="27" y="67"/>
                </a:lnTo>
                <a:lnTo>
                  <a:pt x="29" y="63"/>
                </a:lnTo>
                <a:lnTo>
                  <a:pt x="30" y="56"/>
                </a:lnTo>
                <a:lnTo>
                  <a:pt x="30" y="42"/>
                </a:lnTo>
                <a:lnTo>
                  <a:pt x="32" y="35"/>
                </a:lnTo>
                <a:lnTo>
                  <a:pt x="33" y="32"/>
                </a:lnTo>
                <a:lnTo>
                  <a:pt x="33" y="3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97" name="Freeform 1054">
            <a:extLst>
              <a:ext uri="{FF2B5EF4-FFF2-40B4-BE49-F238E27FC236}">
                <a16:creationId xmlns:a16="http://schemas.microsoft.com/office/drawing/2014/main" id="{EAB6F117-645C-3F4C-F524-EF6ACDF19453}"/>
              </a:ext>
            </a:extLst>
          </p:cNvPr>
          <p:cNvSpPr>
            <a:spLocks/>
          </p:cNvSpPr>
          <p:nvPr/>
        </p:nvSpPr>
        <p:spPr bwMode="auto">
          <a:xfrm>
            <a:off x="6386513" y="5356225"/>
            <a:ext cx="7937" cy="4763"/>
          </a:xfrm>
          <a:custGeom>
            <a:avLst/>
            <a:gdLst>
              <a:gd name="T0" fmla="*/ 0 w 43"/>
              <a:gd name="T1" fmla="*/ 2147483646 h 34"/>
              <a:gd name="T2" fmla="*/ 2147483646 w 43"/>
              <a:gd name="T3" fmla="*/ 2147483646 h 34"/>
              <a:gd name="T4" fmla="*/ 2147483646 w 43"/>
              <a:gd name="T5" fmla="*/ 2147483646 h 34"/>
              <a:gd name="T6" fmla="*/ 2147483646 w 43"/>
              <a:gd name="T7" fmla="*/ 0 h 34"/>
              <a:gd name="T8" fmla="*/ 0 w 43"/>
              <a:gd name="T9" fmla="*/ 2147483646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34">
                <a:moveTo>
                  <a:pt x="0" y="18"/>
                </a:moveTo>
                <a:lnTo>
                  <a:pt x="28" y="34"/>
                </a:lnTo>
                <a:lnTo>
                  <a:pt x="43" y="14"/>
                </a:lnTo>
                <a:lnTo>
                  <a:pt x="17" y="0"/>
                </a:lnTo>
                <a:lnTo>
                  <a:pt x="0" y="1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898" name="Freeform 1055">
            <a:extLst>
              <a:ext uri="{FF2B5EF4-FFF2-40B4-BE49-F238E27FC236}">
                <a16:creationId xmlns:a16="http://schemas.microsoft.com/office/drawing/2014/main" id="{437A2CE5-979D-8064-756C-559E04378E87}"/>
              </a:ext>
            </a:extLst>
          </p:cNvPr>
          <p:cNvSpPr>
            <a:spLocks/>
          </p:cNvSpPr>
          <p:nvPr/>
        </p:nvSpPr>
        <p:spPr bwMode="auto">
          <a:xfrm>
            <a:off x="6386513" y="5356225"/>
            <a:ext cx="7937" cy="4763"/>
          </a:xfrm>
          <a:custGeom>
            <a:avLst/>
            <a:gdLst>
              <a:gd name="T0" fmla="*/ 0 w 43"/>
              <a:gd name="T1" fmla="*/ 2147483646 h 34"/>
              <a:gd name="T2" fmla="*/ 2147483646 w 43"/>
              <a:gd name="T3" fmla="*/ 2147483646 h 34"/>
              <a:gd name="T4" fmla="*/ 2147483646 w 43"/>
              <a:gd name="T5" fmla="*/ 2147483646 h 34"/>
              <a:gd name="T6" fmla="*/ 2147483646 w 43"/>
              <a:gd name="T7" fmla="*/ 0 h 34"/>
              <a:gd name="T8" fmla="*/ 0 w 43"/>
              <a:gd name="T9" fmla="*/ 2147483646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34">
                <a:moveTo>
                  <a:pt x="0" y="18"/>
                </a:moveTo>
                <a:lnTo>
                  <a:pt x="28" y="34"/>
                </a:lnTo>
                <a:lnTo>
                  <a:pt x="43" y="14"/>
                </a:lnTo>
                <a:lnTo>
                  <a:pt x="17" y="0"/>
                </a:lnTo>
                <a:lnTo>
                  <a:pt x="0" y="1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899" name="Freeform 1056">
            <a:extLst>
              <a:ext uri="{FF2B5EF4-FFF2-40B4-BE49-F238E27FC236}">
                <a16:creationId xmlns:a16="http://schemas.microsoft.com/office/drawing/2014/main" id="{45924984-6490-5C8C-7074-18020FA22328}"/>
              </a:ext>
            </a:extLst>
          </p:cNvPr>
          <p:cNvSpPr>
            <a:spLocks/>
          </p:cNvSpPr>
          <p:nvPr/>
        </p:nvSpPr>
        <p:spPr bwMode="auto">
          <a:xfrm>
            <a:off x="6383338" y="5364163"/>
            <a:ext cx="9525" cy="7937"/>
          </a:xfrm>
          <a:custGeom>
            <a:avLst/>
            <a:gdLst>
              <a:gd name="T0" fmla="*/ 2147483646 w 50"/>
              <a:gd name="T1" fmla="*/ 2147483646 h 57"/>
              <a:gd name="T2" fmla="*/ 2147483646 w 50"/>
              <a:gd name="T3" fmla="*/ 2147483646 h 57"/>
              <a:gd name="T4" fmla="*/ 2147483646 w 50"/>
              <a:gd name="T5" fmla="*/ 2147483646 h 57"/>
              <a:gd name="T6" fmla="*/ 2147483646 w 50"/>
              <a:gd name="T7" fmla="*/ 2147483646 h 57"/>
              <a:gd name="T8" fmla="*/ 2147483646 w 50"/>
              <a:gd name="T9" fmla="*/ 2147483646 h 57"/>
              <a:gd name="T10" fmla="*/ 2147483646 w 50"/>
              <a:gd name="T11" fmla="*/ 2147483646 h 57"/>
              <a:gd name="T12" fmla="*/ 2147483646 w 50"/>
              <a:gd name="T13" fmla="*/ 2147483646 h 57"/>
              <a:gd name="T14" fmla="*/ 2147483646 w 50"/>
              <a:gd name="T15" fmla="*/ 2147483646 h 57"/>
              <a:gd name="T16" fmla="*/ 2147483646 w 50"/>
              <a:gd name="T17" fmla="*/ 2147483646 h 57"/>
              <a:gd name="T18" fmla="*/ 2147483646 w 50"/>
              <a:gd name="T19" fmla="*/ 2147483646 h 57"/>
              <a:gd name="T20" fmla="*/ 2147483646 w 50"/>
              <a:gd name="T21" fmla="*/ 2147483646 h 57"/>
              <a:gd name="T22" fmla="*/ 2147483646 w 50"/>
              <a:gd name="T23" fmla="*/ 2147483646 h 57"/>
              <a:gd name="T24" fmla="*/ 2147483646 w 50"/>
              <a:gd name="T25" fmla="*/ 2147483646 h 57"/>
              <a:gd name="T26" fmla="*/ 2147483646 w 50"/>
              <a:gd name="T27" fmla="*/ 2147483646 h 57"/>
              <a:gd name="T28" fmla="*/ 2147483646 w 50"/>
              <a:gd name="T29" fmla="*/ 2147483646 h 57"/>
              <a:gd name="T30" fmla="*/ 2147483646 w 50"/>
              <a:gd name="T31" fmla="*/ 2147483646 h 57"/>
              <a:gd name="T32" fmla="*/ 2147483646 w 50"/>
              <a:gd name="T33" fmla="*/ 2147483646 h 57"/>
              <a:gd name="T34" fmla="*/ 0 w 50"/>
              <a:gd name="T35" fmla="*/ 2147483646 h 57"/>
              <a:gd name="T36" fmla="*/ 0 w 50"/>
              <a:gd name="T37" fmla="*/ 2147483646 h 57"/>
              <a:gd name="T38" fmla="*/ 2147483646 w 50"/>
              <a:gd name="T39" fmla="*/ 2147483646 h 57"/>
              <a:gd name="T40" fmla="*/ 2147483646 w 50"/>
              <a:gd name="T41" fmla="*/ 2147483646 h 57"/>
              <a:gd name="T42" fmla="*/ 2147483646 w 50"/>
              <a:gd name="T43" fmla="*/ 2147483646 h 57"/>
              <a:gd name="T44" fmla="*/ 2147483646 w 50"/>
              <a:gd name="T45" fmla="*/ 2147483646 h 57"/>
              <a:gd name="T46" fmla="*/ 2147483646 w 50"/>
              <a:gd name="T47" fmla="*/ 0 h 57"/>
              <a:gd name="T48" fmla="*/ 2147483646 w 50"/>
              <a:gd name="T49" fmla="*/ 0 h 57"/>
              <a:gd name="T50" fmla="*/ 2147483646 w 50"/>
              <a:gd name="T51" fmla="*/ 2147483646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0" h="57">
                <a:moveTo>
                  <a:pt x="19" y="2"/>
                </a:moveTo>
                <a:lnTo>
                  <a:pt x="44" y="33"/>
                </a:lnTo>
                <a:lnTo>
                  <a:pt x="45" y="34"/>
                </a:lnTo>
                <a:lnTo>
                  <a:pt x="46" y="38"/>
                </a:lnTo>
                <a:lnTo>
                  <a:pt x="47" y="43"/>
                </a:lnTo>
                <a:lnTo>
                  <a:pt x="50" y="48"/>
                </a:lnTo>
                <a:lnTo>
                  <a:pt x="50" y="53"/>
                </a:lnTo>
                <a:lnTo>
                  <a:pt x="49" y="56"/>
                </a:lnTo>
                <a:lnTo>
                  <a:pt x="46" y="57"/>
                </a:lnTo>
                <a:lnTo>
                  <a:pt x="41" y="55"/>
                </a:lnTo>
                <a:lnTo>
                  <a:pt x="35" y="50"/>
                </a:lnTo>
                <a:lnTo>
                  <a:pt x="28" y="45"/>
                </a:lnTo>
                <a:lnTo>
                  <a:pt x="21" y="40"/>
                </a:lnTo>
                <a:lnTo>
                  <a:pt x="15" y="34"/>
                </a:lnTo>
                <a:lnTo>
                  <a:pt x="9" y="30"/>
                </a:lnTo>
                <a:lnTo>
                  <a:pt x="4" y="26"/>
                </a:lnTo>
                <a:lnTo>
                  <a:pt x="1" y="23"/>
                </a:lnTo>
                <a:lnTo>
                  <a:pt x="0" y="22"/>
                </a:lnTo>
                <a:lnTo>
                  <a:pt x="0" y="21"/>
                </a:lnTo>
                <a:lnTo>
                  <a:pt x="1" y="16"/>
                </a:lnTo>
                <a:lnTo>
                  <a:pt x="2" y="12"/>
                </a:lnTo>
                <a:lnTo>
                  <a:pt x="4" y="7"/>
                </a:lnTo>
                <a:lnTo>
                  <a:pt x="7" y="3"/>
                </a:lnTo>
                <a:lnTo>
                  <a:pt x="10" y="0"/>
                </a:lnTo>
                <a:lnTo>
                  <a:pt x="14" y="0"/>
                </a:lnTo>
                <a:lnTo>
                  <a:pt x="19" y="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00" name="Freeform 1057">
            <a:extLst>
              <a:ext uri="{FF2B5EF4-FFF2-40B4-BE49-F238E27FC236}">
                <a16:creationId xmlns:a16="http://schemas.microsoft.com/office/drawing/2014/main" id="{BA5950D2-E7BF-1584-63C9-DE14A728D71F}"/>
              </a:ext>
            </a:extLst>
          </p:cNvPr>
          <p:cNvSpPr>
            <a:spLocks/>
          </p:cNvSpPr>
          <p:nvPr/>
        </p:nvSpPr>
        <p:spPr bwMode="auto">
          <a:xfrm>
            <a:off x="6383338" y="5364163"/>
            <a:ext cx="9525" cy="7937"/>
          </a:xfrm>
          <a:custGeom>
            <a:avLst/>
            <a:gdLst>
              <a:gd name="T0" fmla="*/ 2147483646 w 50"/>
              <a:gd name="T1" fmla="*/ 2147483646 h 57"/>
              <a:gd name="T2" fmla="*/ 2147483646 w 50"/>
              <a:gd name="T3" fmla="*/ 2147483646 h 57"/>
              <a:gd name="T4" fmla="*/ 2147483646 w 50"/>
              <a:gd name="T5" fmla="*/ 2147483646 h 57"/>
              <a:gd name="T6" fmla="*/ 2147483646 w 50"/>
              <a:gd name="T7" fmla="*/ 2147483646 h 57"/>
              <a:gd name="T8" fmla="*/ 2147483646 w 50"/>
              <a:gd name="T9" fmla="*/ 2147483646 h 57"/>
              <a:gd name="T10" fmla="*/ 2147483646 w 50"/>
              <a:gd name="T11" fmla="*/ 2147483646 h 57"/>
              <a:gd name="T12" fmla="*/ 2147483646 w 50"/>
              <a:gd name="T13" fmla="*/ 2147483646 h 57"/>
              <a:gd name="T14" fmla="*/ 2147483646 w 50"/>
              <a:gd name="T15" fmla="*/ 2147483646 h 57"/>
              <a:gd name="T16" fmla="*/ 2147483646 w 50"/>
              <a:gd name="T17" fmla="*/ 2147483646 h 57"/>
              <a:gd name="T18" fmla="*/ 2147483646 w 50"/>
              <a:gd name="T19" fmla="*/ 2147483646 h 57"/>
              <a:gd name="T20" fmla="*/ 2147483646 w 50"/>
              <a:gd name="T21" fmla="*/ 2147483646 h 57"/>
              <a:gd name="T22" fmla="*/ 2147483646 w 50"/>
              <a:gd name="T23" fmla="*/ 2147483646 h 57"/>
              <a:gd name="T24" fmla="*/ 2147483646 w 50"/>
              <a:gd name="T25" fmla="*/ 2147483646 h 57"/>
              <a:gd name="T26" fmla="*/ 2147483646 w 50"/>
              <a:gd name="T27" fmla="*/ 2147483646 h 57"/>
              <a:gd name="T28" fmla="*/ 2147483646 w 50"/>
              <a:gd name="T29" fmla="*/ 2147483646 h 57"/>
              <a:gd name="T30" fmla="*/ 2147483646 w 50"/>
              <a:gd name="T31" fmla="*/ 2147483646 h 57"/>
              <a:gd name="T32" fmla="*/ 2147483646 w 50"/>
              <a:gd name="T33" fmla="*/ 2147483646 h 57"/>
              <a:gd name="T34" fmla="*/ 2147483646 w 50"/>
              <a:gd name="T35" fmla="*/ 2147483646 h 57"/>
              <a:gd name="T36" fmla="*/ 2147483646 w 50"/>
              <a:gd name="T37" fmla="*/ 2147483646 h 57"/>
              <a:gd name="T38" fmla="*/ 0 w 50"/>
              <a:gd name="T39" fmla="*/ 2147483646 h 57"/>
              <a:gd name="T40" fmla="*/ 0 w 50"/>
              <a:gd name="T41" fmla="*/ 2147483646 h 57"/>
              <a:gd name="T42" fmla="*/ 0 w 50"/>
              <a:gd name="T43" fmla="*/ 2147483646 h 57"/>
              <a:gd name="T44" fmla="*/ 2147483646 w 50"/>
              <a:gd name="T45" fmla="*/ 2147483646 h 57"/>
              <a:gd name="T46" fmla="*/ 2147483646 w 50"/>
              <a:gd name="T47" fmla="*/ 2147483646 h 57"/>
              <a:gd name="T48" fmla="*/ 2147483646 w 50"/>
              <a:gd name="T49" fmla="*/ 2147483646 h 57"/>
              <a:gd name="T50" fmla="*/ 2147483646 w 50"/>
              <a:gd name="T51" fmla="*/ 2147483646 h 57"/>
              <a:gd name="T52" fmla="*/ 2147483646 w 50"/>
              <a:gd name="T53" fmla="*/ 0 h 57"/>
              <a:gd name="T54" fmla="*/ 2147483646 w 50"/>
              <a:gd name="T55" fmla="*/ 0 h 57"/>
              <a:gd name="T56" fmla="*/ 2147483646 w 50"/>
              <a:gd name="T57" fmla="*/ 2147483646 h 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0" h="57">
                <a:moveTo>
                  <a:pt x="19" y="2"/>
                </a:moveTo>
                <a:lnTo>
                  <a:pt x="44" y="33"/>
                </a:lnTo>
                <a:lnTo>
                  <a:pt x="45" y="34"/>
                </a:lnTo>
                <a:lnTo>
                  <a:pt x="46" y="38"/>
                </a:lnTo>
                <a:lnTo>
                  <a:pt x="47" y="43"/>
                </a:lnTo>
                <a:lnTo>
                  <a:pt x="50" y="48"/>
                </a:lnTo>
                <a:lnTo>
                  <a:pt x="50" y="53"/>
                </a:lnTo>
                <a:lnTo>
                  <a:pt x="49" y="56"/>
                </a:lnTo>
                <a:lnTo>
                  <a:pt x="46" y="57"/>
                </a:lnTo>
                <a:lnTo>
                  <a:pt x="41" y="55"/>
                </a:lnTo>
                <a:lnTo>
                  <a:pt x="35" y="50"/>
                </a:lnTo>
                <a:lnTo>
                  <a:pt x="28" y="45"/>
                </a:lnTo>
                <a:lnTo>
                  <a:pt x="21" y="40"/>
                </a:lnTo>
                <a:lnTo>
                  <a:pt x="15" y="34"/>
                </a:lnTo>
                <a:lnTo>
                  <a:pt x="9" y="30"/>
                </a:lnTo>
                <a:lnTo>
                  <a:pt x="4" y="26"/>
                </a:lnTo>
                <a:lnTo>
                  <a:pt x="1" y="23"/>
                </a:lnTo>
                <a:lnTo>
                  <a:pt x="0" y="22"/>
                </a:lnTo>
                <a:lnTo>
                  <a:pt x="0" y="21"/>
                </a:lnTo>
                <a:lnTo>
                  <a:pt x="1" y="16"/>
                </a:lnTo>
                <a:lnTo>
                  <a:pt x="2" y="12"/>
                </a:lnTo>
                <a:lnTo>
                  <a:pt x="4" y="7"/>
                </a:lnTo>
                <a:lnTo>
                  <a:pt x="7" y="3"/>
                </a:lnTo>
                <a:lnTo>
                  <a:pt x="10" y="0"/>
                </a:lnTo>
                <a:lnTo>
                  <a:pt x="14" y="0"/>
                </a:lnTo>
                <a:lnTo>
                  <a:pt x="19" y="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01" name="Freeform 1058">
            <a:extLst>
              <a:ext uri="{FF2B5EF4-FFF2-40B4-BE49-F238E27FC236}">
                <a16:creationId xmlns:a16="http://schemas.microsoft.com/office/drawing/2014/main" id="{6E9C9CA4-C1DA-A3F4-7963-6BC198E901E9}"/>
              </a:ext>
            </a:extLst>
          </p:cNvPr>
          <p:cNvSpPr>
            <a:spLocks/>
          </p:cNvSpPr>
          <p:nvPr/>
        </p:nvSpPr>
        <p:spPr bwMode="auto">
          <a:xfrm>
            <a:off x="6354763" y="5356225"/>
            <a:ext cx="7937" cy="9525"/>
          </a:xfrm>
          <a:custGeom>
            <a:avLst/>
            <a:gdLst>
              <a:gd name="T0" fmla="*/ 2147483646 w 52"/>
              <a:gd name="T1" fmla="*/ 2147483646 h 58"/>
              <a:gd name="T2" fmla="*/ 2147483646 w 52"/>
              <a:gd name="T3" fmla="*/ 2147483646 h 58"/>
              <a:gd name="T4" fmla="*/ 2147483646 w 52"/>
              <a:gd name="T5" fmla="*/ 0 h 58"/>
              <a:gd name="T6" fmla="*/ 2147483646 w 52"/>
              <a:gd name="T7" fmla="*/ 2147483646 h 58"/>
              <a:gd name="T8" fmla="*/ 2147483646 w 52"/>
              <a:gd name="T9" fmla="*/ 2147483646 h 58"/>
              <a:gd name="T10" fmla="*/ 2147483646 w 52"/>
              <a:gd name="T11" fmla="*/ 2147483646 h 58"/>
              <a:gd name="T12" fmla="*/ 2147483646 w 52"/>
              <a:gd name="T13" fmla="*/ 2147483646 h 58"/>
              <a:gd name="T14" fmla="*/ 2147483646 w 52"/>
              <a:gd name="T15" fmla="*/ 2147483646 h 58"/>
              <a:gd name="T16" fmla="*/ 2147483646 w 52"/>
              <a:gd name="T17" fmla="*/ 2147483646 h 58"/>
              <a:gd name="T18" fmla="*/ 0 w 52"/>
              <a:gd name="T19" fmla="*/ 2147483646 h 58"/>
              <a:gd name="T20" fmla="*/ 0 w 52"/>
              <a:gd name="T21" fmla="*/ 2147483646 h 58"/>
              <a:gd name="T22" fmla="*/ 2147483646 w 52"/>
              <a:gd name="T23" fmla="*/ 2147483646 h 58"/>
              <a:gd name="T24" fmla="*/ 2147483646 w 52"/>
              <a:gd name="T25" fmla="*/ 2147483646 h 58"/>
              <a:gd name="T26" fmla="*/ 2147483646 w 52"/>
              <a:gd name="T27" fmla="*/ 2147483646 h 58"/>
              <a:gd name="T28" fmla="*/ 2147483646 w 52"/>
              <a:gd name="T29" fmla="*/ 2147483646 h 58"/>
              <a:gd name="T30" fmla="*/ 2147483646 w 52"/>
              <a:gd name="T31" fmla="*/ 2147483646 h 58"/>
              <a:gd name="T32" fmla="*/ 2147483646 w 52"/>
              <a:gd name="T33" fmla="*/ 2147483646 h 58"/>
              <a:gd name="T34" fmla="*/ 2147483646 w 52"/>
              <a:gd name="T35" fmla="*/ 2147483646 h 58"/>
              <a:gd name="T36" fmla="*/ 2147483646 w 52"/>
              <a:gd name="T37" fmla="*/ 2147483646 h 58"/>
              <a:gd name="T38" fmla="*/ 2147483646 w 52"/>
              <a:gd name="T39" fmla="*/ 2147483646 h 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58">
                <a:moveTo>
                  <a:pt x="21" y="42"/>
                </a:moveTo>
                <a:lnTo>
                  <a:pt x="52" y="20"/>
                </a:lnTo>
                <a:lnTo>
                  <a:pt x="52" y="0"/>
                </a:lnTo>
                <a:lnTo>
                  <a:pt x="19" y="23"/>
                </a:lnTo>
                <a:lnTo>
                  <a:pt x="18" y="22"/>
                </a:lnTo>
                <a:lnTo>
                  <a:pt x="15" y="21"/>
                </a:lnTo>
                <a:lnTo>
                  <a:pt x="11" y="19"/>
                </a:lnTo>
                <a:lnTo>
                  <a:pt x="6" y="19"/>
                </a:lnTo>
                <a:lnTo>
                  <a:pt x="3" y="19"/>
                </a:lnTo>
                <a:lnTo>
                  <a:pt x="0" y="23"/>
                </a:lnTo>
                <a:lnTo>
                  <a:pt x="0" y="29"/>
                </a:lnTo>
                <a:lnTo>
                  <a:pt x="2" y="39"/>
                </a:lnTo>
                <a:lnTo>
                  <a:pt x="6" y="49"/>
                </a:lnTo>
                <a:lnTo>
                  <a:pt x="8" y="55"/>
                </a:lnTo>
                <a:lnTo>
                  <a:pt x="10" y="58"/>
                </a:lnTo>
                <a:lnTo>
                  <a:pt x="12" y="58"/>
                </a:lnTo>
                <a:lnTo>
                  <a:pt x="14" y="56"/>
                </a:lnTo>
                <a:lnTo>
                  <a:pt x="16" y="52"/>
                </a:lnTo>
                <a:lnTo>
                  <a:pt x="18" y="47"/>
                </a:lnTo>
                <a:lnTo>
                  <a:pt x="21" y="4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02" name="Freeform 1059">
            <a:extLst>
              <a:ext uri="{FF2B5EF4-FFF2-40B4-BE49-F238E27FC236}">
                <a16:creationId xmlns:a16="http://schemas.microsoft.com/office/drawing/2014/main" id="{B9A1D58A-958E-636C-8FD1-F3DF526005BF}"/>
              </a:ext>
            </a:extLst>
          </p:cNvPr>
          <p:cNvSpPr>
            <a:spLocks/>
          </p:cNvSpPr>
          <p:nvPr/>
        </p:nvSpPr>
        <p:spPr bwMode="auto">
          <a:xfrm>
            <a:off x="6354763" y="5356225"/>
            <a:ext cx="7937" cy="9525"/>
          </a:xfrm>
          <a:custGeom>
            <a:avLst/>
            <a:gdLst>
              <a:gd name="T0" fmla="*/ 2147483646 w 52"/>
              <a:gd name="T1" fmla="*/ 2147483646 h 58"/>
              <a:gd name="T2" fmla="*/ 2147483646 w 52"/>
              <a:gd name="T3" fmla="*/ 2147483646 h 58"/>
              <a:gd name="T4" fmla="*/ 2147483646 w 52"/>
              <a:gd name="T5" fmla="*/ 0 h 58"/>
              <a:gd name="T6" fmla="*/ 2147483646 w 52"/>
              <a:gd name="T7" fmla="*/ 2147483646 h 58"/>
              <a:gd name="T8" fmla="*/ 2147483646 w 52"/>
              <a:gd name="T9" fmla="*/ 2147483646 h 58"/>
              <a:gd name="T10" fmla="*/ 2147483646 w 52"/>
              <a:gd name="T11" fmla="*/ 2147483646 h 58"/>
              <a:gd name="T12" fmla="*/ 2147483646 w 52"/>
              <a:gd name="T13" fmla="*/ 2147483646 h 58"/>
              <a:gd name="T14" fmla="*/ 2147483646 w 52"/>
              <a:gd name="T15" fmla="*/ 2147483646 h 58"/>
              <a:gd name="T16" fmla="*/ 2147483646 w 52"/>
              <a:gd name="T17" fmla="*/ 2147483646 h 58"/>
              <a:gd name="T18" fmla="*/ 2147483646 w 52"/>
              <a:gd name="T19" fmla="*/ 2147483646 h 58"/>
              <a:gd name="T20" fmla="*/ 0 w 52"/>
              <a:gd name="T21" fmla="*/ 2147483646 h 58"/>
              <a:gd name="T22" fmla="*/ 0 w 52"/>
              <a:gd name="T23" fmla="*/ 2147483646 h 58"/>
              <a:gd name="T24" fmla="*/ 2147483646 w 52"/>
              <a:gd name="T25" fmla="*/ 2147483646 h 58"/>
              <a:gd name="T26" fmla="*/ 2147483646 w 52"/>
              <a:gd name="T27" fmla="*/ 2147483646 h 58"/>
              <a:gd name="T28" fmla="*/ 2147483646 w 52"/>
              <a:gd name="T29" fmla="*/ 2147483646 h 58"/>
              <a:gd name="T30" fmla="*/ 2147483646 w 52"/>
              <a:gd name="T31" fmla="*/ 2147483646 h 58"/>
              <a:gd name="T32" fmla="*/ 2147483646 w 52"/>
              <a:gd name="T33" fmla="*/ 2147483646 h 58"/>
              <a:gd name="T34" fmla="*/ 2147483646 w 52"/>
              <a:gd name="T35" fmla="*/ 2147483646 h 58"/>
              <a:gd name="T36" fmla="*/ 2147483646 w 52"/>
              <a:gd name="T37" fmla="*/ 2147483646 h 58"/>
              <a:gd name="T38" fmla="*/ 2147483646 w 52"/>
              <a:gd name="T39" fmla="*/ 2147483646 h 58"/>
              <a:gd name="T40" fmla="*/ 2147483646 w 52"/>
              <a:gd name="T41" fmla="*/ 2147483646 h 58"/>
              <a:gd name="T42" fmla="*/ 2147483646 w 52"/>
              <a:gd name="T43" fmla="*/ 2147483646 h 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2" h="58">
                <a:moveTo>
                  <a:pt x="21" y="42"/>
                </a:moveTo>
                <a:lnTo>
                  <a:pt x="52" y="20"/>
                </a:lnTo>
                <a:lnTo>
                  <a:pt x="52" y="0"/>
                </a:lnTo>
                <a:lnTo>
                  <a:pt x="19" y="23"/>
                </a:lnTo>
                <a:lnTo>
                  <a:pt x="18" y="22"/>
                </a:lnTo>
                <a:lnTo>
                  <a:pt x="15" y="21"/>
                </a:lnTo>
                <a:lnTo>
                  <a:pt x="11" y="19"/>
                </a:lnTo>
                <a:lnTo>
                  <a:pt x="6" y="19"/>
                </a:lnTo>
                <a:lnTo>
                  <a:pt x="3" y="19"/>
                </a:lnTo>
                <a:lnTo>
                  <a:pt x="0" y="23"/>
                </a:lnTo>
                <a:lnTo>
                  <a:pt x="0" y="29"/>
                </a:lnTo>
                <a:lnTo>
                  <a:pt x="2" y="39"/>
                </a:lnTo>
                <a:lnTo>
                  <a:pt x="6" y="49"/>
                </a:lnTo>
                <a:lnTo>
                  <a:pt x="8" y="55"/>
                </a:lnTo>
                <a:lnTo>
                  <a:pt x="10" y="58"/>
                </a:lnTo>
                <a:lnTo>
                  <a:pt x="12" y="58"/>
                </a:lnTo>
                <a:lnTo>
                  <a:pt x="14" y="56"/>
                </a:lnTo>
                <a:lnTo>
                  <a:pt x="16" y="52"/>
                </a:lnTo>
                <a:lnTo>
                  <a:pt x="18" y="47"/>
                </a:lnTo>
                <a:lnTo>
                  <a:pt x="21"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03" name="Freeform 1060">
            <a:extLst>
              <a:ext uri="{FF2B5EF4-FFF2-40B4-BE49-F238E27FC236}">
                <a16:creationId xmlns:a16="http://schemas.microsoft.com/office/drawing/2014/main" id="{D4C720D5-298B-42A8-AECE-4A94837ADD4F}"/>
              </a:ext>
            </a:extLst>
          </p:cNvPr>
          <p:cNvSpPr>
            <a:spLocks/>
          </p:cNvSpPr>
          <p:nvPr/>
        </p:nvSpPr>
        <p:spPr bwMode="auto">
          <a:xfrm>
            <a:off x="6353175" y="5367338"/>
            <a:ext cx="12700" cy="11112"/>
          </a:xfrm>
          <a:custGeom>
            <a:avLst/>
            <a:gdLst>
              <a:gd name="T0" fmla="*/ 2147483646 w 76"/>
              <a:gd name="T1" fmla="*/ 2147483646 h 66"/>
              <a:gd name="T2" fmla="*/ 2147483646 w 76"/>
              <a:gd name="T3" fmla="*/ 2147483646 h 66"/>
              <a:gd name="T4" fmla="*/ 2147483646 w 76"/>
              <a:gd name="T5" fmla="*/ 2147483646 h 66"/>
              <a:gd name="T6" fmla="*/ 2147483646 w 76"/>
              <a:gd name="T7" fmla="*/ 2147483646 h 66"/>
              <a:gd name="T8" fmla="*/ 2147483646 w 76"/>
              <a:gd name="T9" fmla="*/ 2147483646 h 66"/>
              <a:gd name="T10" fmla="*/ 2147483646 w 76"/>
              <a:gd name="T11" fmla="*/ 2147483646 h 66"/>
              <a:gd name="T12" fmla="*/ 2147483646 w 76"/>
              <a:gd name="T13" fmla="*/ 2147483646 h 66"/>
              <a:gd name="T14" fmla="*/ 2147483646 w 76"/>
              <a:gd name="T15" fmla="*/ 2147483646 h 66"/>
              <a:gd name="T16" fmla="*/ 2147483646 w 76"/>
              <a:gd name="T17" fmla="*/ 2147483646 h 66"/>
              <a:gd name="T18" fmla="*/ 2147483646 w 76"/>
              <a:gd name="T19" fmla="*/ 2147483646 h 66"/>
              <a:gd name="T20" fmla="*/ 2147483646 w 76"/>
              <a:gd name="T21" fmla="*/ 2147483646 h 66"/>
              <a:gd name="T22" fmla="*/ 2147483646 w 76"/>
              <a:gd name="T23" fmla="*/ 2147483646 h 66"/>
              <a:gd name="T24" fmla="*/ 2147483646 w 76"/>
              <a:gd name="T25" fmla="*/ 2147483646 h 66"/>
              <a:gd name="T26" fmla="*/ 2147483646 w 76"/>
              <a:gd name="T27" fmla="*/ 2147483646 h 66"/>
              <a:gd name="T28" fmla="*/ 2147483646 w 76"/>
              <a:gd name="T29" fmla="*/ 0 h 66"/>
              <a:gd name="T30" fmla="*/ 2147483646 w 76"/>
              <a:gd name="T31" fmla="*/ 2147483646 h 66"/>
              <a:gd name="T32" fmla="*/ 2147483646 w 76"/>
              <a:gd name="T33" fmla="*/ 2147483646 h 66"/>
              <a:gd name="T34" fmla="*/ 2147483646 w 76"/>
              <a:gd name="T35" fmla="*/ 2147483646 h 66"/>
              <a:gd name="T36" fmla="*/ 2147483646 w 76"/>
              <a:gd name="T37" fmla="*/ 2147483646 h 66"/>
              <a:gd name="T38" fmla="*/ 2147483646 w 76"/>
              <a:gd name="T39" fmla="*/ 2147483646 h 66"/>
              <a:gd name="T40" fmla="*/ 2147483646 w 76"/>
              <a:gd name="T41" fmla="*/ 2147483646 h 66"/>
              <a:gd name="T42" fmla="*/ 2147483646 w 76"/>
              <a:gd name="T43" fmla="*/ 2147483646 h 66"/>
              <a:gd name="T44" fmla="*/ 0 w 76"/>
              <a:gd name="T45" fmla="*/ 2147483646 h 66"/>
              <a:gd name="T46" fmla="*/ 2147483646 w 76"/>
              <a:gd name="T47" fmla="*/ 2147483646 h 66"/>
              <a:gd name="T48" fmla="*/ 2147483646 w 76"/>
              <a:gd name="T49" fmla="*/ 2147483646 h 66"/>
              <a:gd name="T50" fmla="*/ 2147483646 w 76"/>
              <a:gd name="T51" fmla="*/ 2147483646 h 66"/>
              <a:gd name="T52" fmla="*/ 2147483646 w 76"/>
              <a:gd name="T53" fmla="*/ 2147483646 h 66"/>
              <a:gd name="T54" fmla="*/ 2147483646 w 76"/>
              <a:gd name="T55" fmla="*/ 2147483646 h 66"/>
              <a:gd name="T56" fmla="*/ 2147483646 w 76"/>
              <a:gd name="T57" fmla="*/ 2147483646 h 66"/>
              <a:gd name="T58" fmla="*/ 2147483646 w 76"/>
              <a:gd name="T59" fmla="*/ 2147483646 h 66"/>
              <a:gd name="T60" fmla="*/ 2147483646 w 76"/>
              <a:gd name="T61" fmla="*/ 2147483646 h 66"/>
              <a:gd name="T62" fmla="*/ 2147483646 w 76"/>
              <a:gd name="T63" fmla="*/ 2147483646 h 66"/>
              <a:gd name="T64" fmla="*/ 2147483646 w 76"/>
              <a:gd name="T65" fmla="*/ 2147483646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66">
                <a:moveTo>
                  <a:pt x="48" y="66"/>
                </a:moveTo>
                <a:lnTo>
                  <a:pt x="48" y="66"/>
                </a:lnTo>
                <a:lnTo>
                  <a:pt x="51" y="65"/>
                </a:lnTo>
                <a:lnTo>
                  <a:pt x="57" y="63"/>
                </a:lnTo>
                <a:lnTo>
                  <a:pt x="68" y="61"/>
                </a:lnTo>
                <a:lnTo>
                  <a:pt x="76" y="58"/>
                </a:lnTo>
                <a:lnTo>
                  <a:pt x="75" y="53"/>
                </a:lnTo>
                <a:lnTo>
                  <a:pt x="69" y="45"/>
                </a:lnTo>
                <a:lnTo>
                  <a:pt x="62" y="35"/>
                </a:lnTo>
                <a:lnTo>
                  <a:pt x="59" y="29"/>
                </a:lnTo>
                <a:lnTo>
                  <a:pt x="57" y="21"/>
                </a:lnTo>
                <a:lnTo>
                  <a:pt x="55" y="14"/>
                </a:lnTo>
                <a:lnTo>
                  <a:pt x="53" y="7"/>
                </a:lnTo>
                <a:lnTo>
                  <a:pt x="50" y="2"/>
                </a:lnTo>
                <a:lnTo>
                  <a:pt x="46" y="0"/>
                </a:lnTo>
                <a:lnTo>
                  <a:pt x="41" y="2"/>
                </a:lnTo>
                <a:lnTo>
                  <a:pt x="34" y="8"/>
                </a:lnTo>
                <a:lnTo>
                  <a:pt x="26" y="17"/>
                </a:lnTo>
                <a:lnTo>
                  <a:pt x="19" y="26"/>
                </a:lnTo>
                <a:lnTo>
                  <a:pt x="11" y="34"/>
                </a:lnTo>
                <a:lnTo>
                  <a:pt x="5" y="42"/>
                </a:lnTo>
                <a:lnTo>
                  <a:pt x="1" y="49"/>
                </a:lnTo>
                <a:lnTo>
                  <a:pt x="0" y="54"/>
                </a:lnTo>
                <a:lnTo>
                  <a:pt x="2" y="58"/>
                </a:lnTo>
                <a:lnTo>
                  <a:pt x="9" y="61"/>
                </a:lnTo>
                <a:lnTo>
                  <a:pt x="18" y="63"/>
                </a:lnTo>
                <a:lnTo>
                  <a:pt x="25" y="64"/>
                </a:lnTo>
                <a:lnTo>
                  <a:pt x="32" y="65"/>
                </a:lnTo>
                <a:lnTo>
                  <a:pt x="38" y="65"/>
                </a:lnTo>
                <a:lnTo>
                  <a:pt x="43" y="66"/>
                </a:lnTo>
                <a:lnTo>
                  <a:pt x="46" y="66"/>
                </a:lnTo>
                <a:lnTo>
                  <a:pt x="47" y="66"/>
                </a:lnTo>
                <a:lnTo>
                  <a:pt x="48" y="6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04" name="Freeform 1061">
            <a:extLst>
              <a:ext uri="{FF2B5EF4-FFF2-40B4-BE49-F238E27FC236}">
                <a16:creationId xmlns:a16="http://schemas.microsoft.com/office/drawing/2014/main" id="{95C22758-FE7A-F0B2-4417-6BF3FEC39C02}"/>
              </a:ext>
            </a:extLst>
          </p:cNvPr>
          <p:cNvSpPr>
            <a:spLocks/>
          </p:cNvSpPr>
          <p:nvPr/>
        </p:nvSpPr>
        <p:spPr bwMode="auto">
          <a:xfrm>
            <a:off x="6353175" y="5367338"/>
            <a:ext cx="12700" cy="11112"/>
          </a:xfrm>
          <a:custGeom>
            <a:avLst/>
            <a:gdLst>
              <a:gd name="T0" fmla="*/ 2147483646 w 76"/>
              <a:gd name="T1" fmla="*/ 2147483646 h 66"/>
              <a:gd name="T2" fmla="*/ 2147483646 w 76"/>
              <a:gd name="T3" fmla="*/ 2147483646 h 66"/>
              <a:gd name="T4" fmla="*/ 2147483646 w 76"/>
              <a:gd name="T5" fmla="*/ 2147483646 h 66"/>
              <a:gd name="T6" fmla="*/ 2147483646 w 76"/>
              <a:gd name="T7" fmla="*/ 2147483646 h 66"/>
              <a:gd name="T8" fmla="*/ 2147483646 w 76"/>
              <a:gd name="T9" fmla="*/ 2147483646 h 66"/>
              <a:gd name="T10" fmla="*/ 2147483646 w 76"/>
              <a:gd name="T11" fmla="*/ 2147483646 h 66"/>
              <a:gd name="T12" fmla="*/ 2147483646 w 76"/>
              <a:gd name="T13" fmla="*/ 2147483646 h 66"/>
              <a:gd name="T14" fmla="*/ 2147483646 w 76"/>
              <a:gd name="T15" fmla="*/ 2147483646 h 66"/>
              <a:gd name="T16" fmla="*/ 2147483646 w 76"/>
              <a:gd name="T17" fmla="*/ 2147483646 h 66"/>
              <a:gd name="T18" fmla="*/ 2147483646 w 76"/>
              <a:gd name="T19" fmla="*/ 2147483646 h 66"/>
              <a:gd name="T20" fmla="*/ 2147483646 w 76"/>
              <a:gd name="T21" fmla="*/ 2147483646 h 66"/>
              <a:gd name="T22" fmla="*/ 2147483646 w 76"/>
              <a:gd name="T23" fmla="*/ 2147483646 h 66"/>
              <a:gd name="T24" fmla="*/ 2147483646 w 76"/>
              <a:gd name="T25" fmla="*/ 2147483646 h 66"/>
              <a:gd name="T26" fmla="*/ 2147483646 w 76"/>
              <a:gd name="T27" fmla="*/ 2147483646 h 66"/>
              <a:gd name="T28" fmla="*/ 2147483646 w 76"/>
              <a:gd name="T29" fmla="*/ 2147483646 h 66"/>
              <a:gd name="T30" fmla="*/ 2147483646 w 76"/>
              <a:gd name="T31" fmla="*/ 2147483646 h 66"/>
              <a:gd name="T32" fmla="*/ 2147483646 w 76"/>
              <a:gd name="T33" fmla="*/ 2147483646 h 66"/>
              <a:gd name="T34" fmla="*/ 2147483646 w 76"/>
              <a:gd name="T35" fmla="*/ 0 h 66"/>
              <a:gd name="T36" fmla="*/ 2147483646 w 76"/>
              <a:gd name="T37" fmla="*/ 2147483646 h 66"/>
              <a:gd name="T38" fmla="*/ 2147483646 w 76"/>
              <a:gd name="T39" fmla="*/ 2147483646 h 66"/>
              <a:gd name="T40" fmla="*/ 2147483646 w 76"/>
              <a:gd name="T41" fmla="*/ 2147483646 h 66"/>
              <a:gd name="T42" fmla="*/ 2147483646 w 76"/>
              <a:gd name="T43" fmla="*/ 2147483646 h 66"/>
              <a:gd name="T44" fmla="*/ 2147483646 w 76"/>
              <a:gd name="T45" fmla="*/ 2147483646 h 66"/>
              <a:gd name="T46" fmla="*/ 2147483646 w 76"/>
              <a:gd name="T47" fmla="*/ 2147483646 h 66"/>
              <a:gd name="T48" fmla="*/ 2147483646 w 76"/>
              <a:gd name="T49" fmla="*/ 2147483646 h 66"/>
              <a:gd name="T50" fmla="*/ 2147483646 w 76"/>
              <a:gd name="T51" fmla="*/ 2147483646 h 66"/>
              <a:gd name="T52" fmla="*/ 0 w 76"/>
              <a:gd name="T53" fmla="*/ 2147483646 h 66"/>
              <a:gd name="T54" fmla="*/ 2147483646 w 76"/>
              <a:gd name="T55" fmla="*/ 2147483646 h 66"/>
              <a:gd name="T56" fmla="*/ 2147483646 w 76"/>
              <a:gd name="T57" fmla="*/ 2147483646 h 66"/>
              <a:gd name="T58" fmla="*/ 2147483646 w 76"/>
              <a:gd name="T59" fmla="*/ 2147483646 h 66"/>
              <a:gd name="T60" fmla="*/ 2147483646 w 76"/>
              <a:gd name="T61" fmla="*/ 2147483646 h 66"/>
              <a:gd name="T62" fmla="*/ 2147483646 w 76"/>
              <a:gd name="T63" fmla="*/ 2147483646 h 66"/>
              <a:gd name="T64" fmla="*/ 2147483646 w 76"/>
              <a:gd name="T65" fmla="*/ 2147483646 h 66"/>
              <a:gd name="T66" fmla="*/ 2147483646 w 76"/>
              <a:gd name="T67" fmla="*/ 2147483646 h 66"/>
              <a:gd name="T68" fmla="*/ 2147483646 w 76"/>
              <a:gd name="T69" fmla="*/ 2147483646 h 66"/>
              <a:gd name="T70" fmla="*/ 2147483646 w 76"/>
              <a:gd name="T71" fmla="*/ 2147483646 h 66"/>
              <a:gd name="T72" fmla="*/ 2147483646 w 76"/>
              <a:gd name="T73" fmla="*/ 2147483646 h 66"/>
              <a:gd name="T74" fmla="*/ 2147483646 w 76"/>
              <a:gd name="T75" fmla="*/ 2147483646 h 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6" h="66">
                <a:moveTo>
                  <a:pt x="48" y="66"/>
                </a:moveTo>
                <a:lnTo>
                  <a:pt x="48" y="66"/>
                </a:lnTo>
                <a:lnTo>
                  <a:pt x="51" y="65"/>
                </a:lnTo>
                <a:lnTo>
                  <a:pt x="57" y="63"/>
                </a:lnTo>
                <a:lnTo>
                  <a:pt x="68" y="61"/>
                </a:lnTo>
                <a:lnTo>
                  <a:pt x="76" y="58"/>
                </a:lnTo>
                <a:lnTo>
                  <a:pt x="75" y="53"/>
                </a:lnTo>
                <a:lnTo>
                  <a:pt x="69" y="45"/>
                </a:lnTo>
                <a:lnTo>
                  <a:pt x="62" y="35"/>
                </a:lnTo>
                <a:lnTo>
                  <a:pt x="59" y="29"/>
                </a:lnTo>
                <a:lnTo>
                  <a:pt x="57" y="21"/>
                </a:lnTo>
                <a:lnTo>
                  <a:pt x="55" y="14"/>
                </a:lnTo>
                <a:lnTo>
                  <a:pt x="53" y="7"/>
                </a:lnTo>
                <a:lnTo>
                  <a:pt x="50" y="2"/>
                </a:lnTo>
                <a:lnTo>
                  <a:pt x="46" y="0"/>
                </a:lnTo>
                <a:lnTo>
                  <a:pt x="41" y="2"/>
                </a:lnTo>
                <a:lnTo>
                  <a:pt x="34" y="8"/>
                </a:lnTo>
                <a:lnTo>
                  <a:pt x="26" y="17"/>
                </a:lnTo>
                <a:lnTo>
                  <a:pt x="19" y="26"/>
                </a:lnTo>
                <a:lnTo>
                  <a:pt x="11" y="34"/>
                </a:lnTo>
                <a:lnTo>
                  <a:pt x="5" y="42"/>
                </a:lnTo>
                <a:lnTo>
                  <a:pt x="1" y="49"/>
                </a:lnTo>
                <a:lnTo>
                  <a:pt x="0" y="54"/>
                </a:lnTo>
                <a:lnTo>
                  <a:pt x="2" y="58"/>
                </a:lnTo>
                <a:lnTo>
                  <a:pt x="9" y="61"/>
                </a:lnTo>
                <a:lnTo>
                  <a:pt x="18" y="63"/>
                </a:lnTo>
                <a:lnTo>
                  <a:pt x="25" y="64"/>
                </a:lnTo>
                <a:lnTo>
                  <a:pt x="32" y="65"/>
                </a:lnTo>
                <a:lnTo>
                  <a:pt x="38" y="65"/>
                </a:lnTo>
                <a:lnTo>
                  <a:pt x="43" y="66"/>
                </a:lnTo>
                <a:lnTo>
                  <a:pt x="46" y="66"/>
                </a:lnTo>
                <a:lnTo>
                  <a:pt x="47" y="66"/>
                </a:lnTo>
                <a:lnTo>
                  <a:pt x="48" y="6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05" name="Freeform 1062">
            <a:extLst>
              <a:ext uri="{FF2B5EF4-FFF2-40B4-BE49-F238E27FC236}">
                <a16:creationId xmlns:a16="http://schemas.microsoft.com/office/drawing/2014/main" id="{B101282E-B0E8-2651-F414-D0DADA650519}"/>
              </a:ext>
            </a:extLst>
          </p:cNvPr>
          <p:cNvSpPr>
            <a:spLocks/>
          </p:cNvSpPr>
          <p:nvPr/>
        </p:nvSpPr>
        <p:spPr bwMode="auto">
          <a:xfrm>
            <a:off x="6269038" y="5375275"/>
            <a:ext cx="6350" cy="6350"/>
          </a:xfrm>
          <a:custGeom>
            <a:avLst/>
            <a:gdLst>
              <a:gd name="T0" fmla="*/ 2147483646 w 45"/>
              <a:gd name="T1" fmla="*/ 2147483646 h 37"/>
              <a:gd name="T2" fmla="*/ 2147483646 w 45"/>
              <a:gd name="T3" fmla="*/ 2147483646 h 37"/>
              <a:gd name="T4" fmla="*/ 2147483646 w 45"/>
              <a:gd name="T5" fmla="*/ 2147483646 h 37"/>
              <a:gd name="T6" fmla="*/ 2147483646 w 45"/>
              <a:gd name="T7" fmla="*/ 2147483646 h 37"/>
              <a:gd name="T8" fmla="*/ 2147483646 w 45"/>
              <a:gd name="T9" fmla="*/ 2147483646 h 37"/>
              <a:gd name="T10" fmla="*/ 2147483646 w 45"/>
              <a:gd name="T11" fmla="*/ 2147483646 h 37"/>
              <a:gd name="T12" fmla="*/ 2147483646 w 45"/>
              <a:gd name="T13" fmla="*/ 2147483646 h 37"/>
              <a:gd name="T14" fmla="*/ 2147483646 w 45"/>
              <a:gd name="T15" fmla="*/ 2147483646 h 37"/>
              <a:gd name="T16" fmla="*/ 2147483646 w 45"/>
              <a:gd name="T17" fmla="*/ 2147483646 h 37"/>
              <a:gd name="T18" fmla="*/ 2147483646 w 45"/>
              <a:gd name="T19" fmla="*/ 2147483646 h 37"/>
              <a:gd name="T20" fmla="*/ 2147483646 w 45"/>
              <a:gd name="T21" fmla="*/ 2147483646 h 37"/>
              <a:gd name="T22" fmla="*/ 2147483646 w 45"/>
              <a:gd name="T23" fmla="*/ 2147483646 h 37"/>
              <a:gd name="T24" fmla="*/ 2147483646 w 45"/>
              <a:gd name="T25" fmla="*/ 2147483646 h 37"/>
              <a:gd name="T26" fmla="*/ 2147483646 w 45"/>
              <a:gd name="T27" fmla="*/ 2147483646 h 37"/>
              <a:gd name="T28" fmla="*/ 2147483646 w 45"/>
              <a:gd name="T29" fmla="*/ 0 h 37"/>
              <a:gd name="T30" fmla="*/ 2147483646 w 45"/>
              <a:gd name="T31" fmla="*/ 0 h 37"/>
              <a:gd name="T32" fmla="*/ 2147483646 w 45"/>
              <a:gd name="T33" fmla="*/ 0 h 37"/>
              <a:gd name="T34" fmla="*/ 2147483646 w 45"/>
              <a:gd name="T35" fmla="*/ 2147483646 h 37"/>
              <a:gd name="T36" fmla="*/ 2147483646 w 45"/>
              <a:gd name="T37" fmla="*/ 2147483646 h 37"/>
              <a:gd name="T38" fmla="*/ 2147483646 w 45"/>
              <a:gd name="T39" fmla="*/ 2147483646 h 37"/>
              <a:gd name="T40" fmla="*/ 2147483646 w 45"/>
              <a:gd name="T41" fmla="*/ 2147483646 h 37"/>
              <a:gd name="T42" fmla="*/ 2147483646 w 45"/>
              <a:gd name="T43" fmla="*/ 2147483646 h 37"/>
              <a:gd name="T44" fmla="*/ 2147483646 w 45"/>
              <a:gd name="T45" fmla="*/ 2147483646 h 37"/>
              <a:gd name="T46" fmla="*/ 0 w 45"/>
              <a:gd name="T47" fmla="*/ 2147483646 h 37"/>
              <a:gd name="T48" fmla="*/ 0 w 45"/>
              <a:gd name="T49" fmla="*/ 2147483646 h 37"/>
              <a:gd name="T50" fmla="*/ 2147483646 w 45"/>
              <a:gd name="T51" fmla="*/ 2147483646 h 37"/>
              <a:gd name="T52" fmla="*/ 2147483646 w 45"/>
              <a:gd name="T53" fmla="*/ 2147483646 h 37"/>
              <a:gd name="T54" fmla="*/ 2147483646 w 45"/>
              <a:gd name="T55" fmla="*/ 2147483646 h 37"/>
              <a:gd name="T56" fmla="*/ 2147483646 w 45"/>
              <a:gd name="T57" fmla="*/ 2147483646 h 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37">
                <a:moveTo>
                  <a:pt x="19" y="36"/>
                </a:moveTo>
                <a:lnTo>
                  <a:pt x="20" y="33"/>
                </a:lnTo>
                <a:lnTo>
                  <a:pt x="23" y="28"/>
                </a:lnTo>
                <a:lnTo>
                  <a:pt x="28" y="25"/>
                </a:lnTo>
                <a:lnTo>
                  <a:pt x="38" y="26"/>
                </a:lnTo>
                <a:lnTo>
                  <a:pt x="42" y="27"/>
                </a:lnTo>
                <a:lnTo>
                  <a:pt x="45" y="25"/>
                </a:lnTo>
                <a:lnTo>
                  <a:pt x="45" y="21"/>
                </a:lnTo>
                <a:lnTo>
                  <a:pt x="43" y="16"/>
                </a:lnTo>
                <a:lnTo>
                  <a:pt x="40" y="10"/>
                </a:lnTo>
                <a:lnTo>
                  <a:pt x="38" y="6"/>
                </a:lnTo>
                <a:lnTo>
                  <a:pt x="36" y="2"/>
                </a:lnTo>
                <a:lnTo>
                  <a:pt x="35" y="1"/>
                </a:lnTo>
                <a:lnTo>
                  <a:pt x="34" y="1"/>
                </a:lnTo>
                <a:lnTo>
                  <a:pt x="31" y="0"/>
                </a:lnTo>
                <a:lnTo>
                  <a:pt x="26" y="0"/>
                </a:lnTo>
                <a:lnTo>
                  <a:pt x="21" y="0"/>
                </a:lnTo>
                <a:lnTo>
                  <a:pt x="16" y="2"/>
                </a:lnTo>
                <a:lnTo>
                  <a:pt x="11" y="5"/>
                </a:lnTo>
                <a:lnTo>
                  <a:pt x="7" y="10"/>
                </a:lnTo>
                <a:lnTo>
                  <a:pt x="5" y="18"/>
                </a:lnTo>
                <a:lnTo>
                  <a:pt x="4" y="26"/>
                </a:lnTo>
                <a:lnTo>
                  <a:pt x="2" y="31"/>
                </a:lnTo>
                <a:lnTo>
                  <a:pt x="0" y="35"/>
                </a:lnTo>
                <a:lnTo>
                  <a:pt x="0" y="37"/>
                </a:lnTo>
                <a:lnTo>
                  <a:pt x="1" y="37"/>
                </a:lnTo>
                <a:lnTo>
                  <a:pt x="4" y="37"/>
                </a:lnTo>
                <a:lnTo>
                  <a:pt x="10" y="36"/>
                </a:lnTo>
                <a:lnTo>
                  <a:pt x="19" y="3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06" name="Freeform 1063">
            <a:extLst>
              <a:ext uri="{FF2B5EF4-FFF2-40B4-BE49-F238E27FC236}">
                <a16:creationId xmlns:a16="http://schemas.microsoft.com/office/drawing/2014/main" id="{69AFB3FA-CC12-3279-9F9C-2808D3C26005}"/>
              </a:ext>
            </a:extLst>
          </p:cNvPr>
          <p:cNvSpPr>
            <a:spLocks/>
          </p:cNvSpPr>
          <p:nvPr/>
        </p:nvSpPr>
        <p:spPr bwMode="auto">
          <a:xfrm>
            <a:off x="6269038" y="5375275"/>
            <a:ext cx="6350" cy="6350"/>
          </a:xfrm>
          <a:custGeom>
            <a:avLst/>
            <a:gdLst>
              <a:gd name="T0" fmla="*/ 2147483646 w 45"/>
              <a:gd name="T1" fmla="*/ 2147483646 h 37"/>
              <a:gd name="T2" fmla="*/ 2147483646 w 45"/>
              <a:gd name="T3" fmla="*/ 2147483646 h 37"/>
              <a:gd name="T4" fmla="*/ 2147483646 w 45"/>
              <a:gd name="T5" fmla="*/ 2147483646 h 37"/>
              <a:gd name="T6" fmla="*/ 2147483646 w 45"/>
              <a:gd name="T7" fmla="*/ 2147483646 h 37"/>
              <a:gd name="T8" fmla="*/ 2147483646 w 45"/>
              <a:gd name="T9" fmla="*/ 2147483646 h 37"/>
              <a:gd name="T10" fmla="*/ 2147483646 w 45"/>
              <a:gd name="T11" fmla="*/ 2147483646 h 37"/>
              <a:gd name="T12" fmla="*/ 2147483646 w 45"/>
              <a:gd name="T13" fmla="*/ 2147483646 h 37"/>
              <a:gd name="T14" fmla="*/ 2147483646 w 45"/>
              <a:gd name="T15" fmla="*/ 2147483646 h 37"/>
              <a:gd name="T16" fmla="*/ 2147483646 w 45"/>
              <a:gd name="T17" fmla="*/ 2147483646 h 37"/>
              <a:gd name="T18" fmla="*/ 2147483646 w 45"/>
              <a:gd name="T19" fmla="*/ 2147483646 h 37"/>
              <a:gd name="T20" fmla="*/ 2147483646 w 45"/>
              <a:gd name="T21" fmla="*/ 2147483646 h 37"/>
              <a:gd name="T22" fmla="*/ 2147483646 w 45"/>
              <a:gd name="T23" fmla="*/ 2147483646 h 37"/>
              <a:gd name="T24" fmla="*/ 2147483646 w 45"/>
              <a:gd name="T25" fmla="*/ 2147483646 h 37"/>
              <a:gd name="T26" fmla="*/ 2147483646 w 45"/>
              <a:gd name="T27" fmla="*/ 2147483646 h 37"/>
              <a:gd name="T28" fmla="*/ 2147483646 w 45"/>
              <a:gd name="T29" fmla="*/ 2147483646 h 37"/>
              <a:gd name="T30" fmla="*/ 2147483646 w 45"/>
              <a:gd name="T31" fmla="*/ 2147483646 h 37"/>
              <a:gd name="T32" fmla="*/ 2147483646 w 45"/>
              <a:gd name="T33" fmla="*/ 2147483646 h 37"/>
              <a:gd name="T34" fmla="*/ 2147483646 w 45"/>
              <a:gd name="T35" fmla="*/ 0 h 37"/>
              <a:gd name="T36" fmla="*/ 2147483646 w 45"/>
              <a:gd name="T37" fmla="*/ 0 h 37"/>
              <a:gd name="T38" fmla="*/ 2147483646 w 45"/>
              <a:gd name="T39" fmla="*/ 0 h 37"/>
              <a:gd name="T40" fmla="*/ 2147483646 w 45"/>
              <a:gd name="T41" fmla="*/ 2147483646 h 37"/>
              <a:gd name="T42" fmla="*/ 2147483646 w 45"/>
              <a:gd name="T43" fmla="*/ 2147483646 h 37"/>
              <a:gd name="T44" fmla="*/ 2147483646 w 45"/>
              <a:gd name="T45" fmla="*/ 2147483646 h 37"/>
              <a:gd name="T46" fmla="*/ 2147483646 w 45"/>
              <a:gd name="T47" fmla="*/ 2147483646 h 37"/>
              <a:gd name="T48" fmla="*/ 2147483646 w 45"/>
              <a:gd name="T49" fmla="*/ 2147483646 h 37"/>
              <a:gd name="T50" fmla="*/ 2147483646 w 45"/>
              <a:gd name="T51" fmla="*/ 2147483646 h 37"/>
              <a:gd name="T52" fmla="*/ 2147483646 w 45"/>
              <a:gd name="T53" fmla="*/ 2147483646 h 37"/>
              <a:gd name="T54" fmla="*/ 0 w 45"/>
              <a:gd name="T55" fmla="*/ 2147483646 h 37"/>
              <a:gd name="T56" fmla="*/ 0 w 45"/>
              <a:gd name="T57" fmla="*/ 2147483646 h 37"/>
              <a:gd name="T58" fmla="*/ 2147483646 w 45"/>
              <a:gd name="T59" fmla="*/ 2147483646 h 37"/>
              <a:gd name="T60" fmla="*/ 2147483646 w 45"/>
              <a:gd name="T61" fmla="*/ 2147483646 h 37"/>
              <a:gd name="T62" fmla="*/ 2147483646 w 45"/>
              <a:gd name="T63" fmla="*/ 2147483646 h 37"/>
              <a:gd name="T64" fmla="*/ 2147483646 w 45"/>
              <a:gd name="T65" fmla="*/ 2147483646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37">
                <a:moveTo>
                  <a:pt x="19" y="36"/>
                </a:moveTo>
                <a:lnTo>
                  <a:pt x="19" y="36"/>
                </a:lnTo>
                <a:lnTo>
                  <a:pt x="20" y="33"/>
                </a:lnTo>
                <a:lnTo>
                  <a:pt x="23" y="28"/>
                </a:lnTo>
                <a:lnTo>
                  <a:pt x="28" y="25"/>
                </a:lnTo>
                <a:lnTo>
                  <a:pt x="38" y="26"/>
                </a:lnTo>
                <a:lnTo>
                  <a:pt x="42" y="27"/>
                </a:lnTo>
                <a:lnTo>
                  <a:pt x="45" y="25"/>
                </a:lnTo>
                <a:lnTo>
                  <a:pt x="45" y="21"/>
                </a:lnTo>
                <a:lnTo>
                  <a:pt x="43" y="16"/>
                </a:lnTo>
                <a:lnTo>
                  <a:pt x="40" y="10"/>
                </a:lnTo>
                <a:lnTo>
                  <a:pt x="38" y="6"/>
                </a:lnTo>
                <a:lnTo>
                  <a:pt x="36" y="2"/>
                </a:lnTo>
                <a:lnTo>
                  <a:pt x="35" y="1"/>
                </a:lnTo>
                <a:lnTo>
                  <a:pt x="34" y="1"/>
                </a:lnTo>
                <a:lnTo>
                  <a:pt x="31" y="0"/>
                </a:lnTo>
                <a:lnTo>
                  <a:pt x="26" y="0"/>
                </a:lnTo>
                <a:lnTo>
                  <a:pt x="21" y="0"/>
                </a:lnTo>
                <a:lnTo>
                  <a:pt x="16" y="2"/>
                </a:lnTo>
                <a:lnTo>
                  <a:pt x="11" y="5"/>
                </a:lnTo>
                <a:lnTo>
                  <a:pt x="7" y="10"/>
                </a:lnTo>
                <a:lnTo>
                  <a:pt x="5" y="18"/>
                </a:lnTo>
                <a:lnTo>
                  <a:pt x="4" y="26"/>
                </a:lnTo>
                <a:lnTo>
                  <a:pt x="2" y="31"/>
                </a:lnTo>
                <a:lnTo>
                  <a:pt x="0" y="35"/>
                </a:lnTo>
                <a:lnTo>
                  <a:pt x="0" y="37"/>
                </a:lnTo>
                <a:lnTo>
                  <a:pt x="1" y="37"/>
                </a:lnTo>
                <a:lnTo>
                  <a:pt x="4" y="37"/>
                </a:lnTo>
                <a:lnTo>
                  <a:pt x="10" y="36"/>
                </a:lnTo>
                <a:lnTo>
                  <a:pt x="19" y="3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07" name="Freeform 1064">
            <a:extLst>
              <a:ext uri="{FF2B5EF4-FFF2-40B4-BE49-F238E27FC236}">
                <a16:creationId xmlns:a16="http://schemas.microsoft.com/office/drawing/2014/main" id="{99CE4312-F70D-A546-CA63-6FF75FE56A1C}"/>
              </a:ext>
            </a:extLst>
          </p:cNvPr>
          <p:cNvSpPr>
            <a:spLocks/>
          </p:cNvSpPr>
          <p:nvPr/>
        </p:nvSpPr>
        <p:spPr bwMode="auto">
          <a:xfrm>
            <a:off x="6237288" y="5368925"/>
            <a:ext cx="4762" cy="6350"/>
          </a:xfrm>
          <a:custGeom>
            <a:avLst/>
            <a:gdLst>
              <a:gd name="T0" fmla="*/ 2147483646 w 29"/>
              <a:gd name="T1" fmla="*/ 2147483646 h 44"/>
              <a:gd name="T2" fmla="*/ 2147483646 w 29"/>
              <a:gd name="T3" fmla="*/ 2147483646 h 44"/>
              <a:gd name="T4" fmla="*/ 2147483646 w 29"/>
              <a:gd name="T5" fmla="*/ 0 h 44"/>
              <a:gd name="T6" fmla="*/ 2147483646 w 29"/>
              <a:gd name="T7" fmla="*/ 2147483646 h 44"/>
              <a:gd name="T8" fmla="*/ 2147483646 w 29"/>
              <a:gd name="T9" fmla="*/ 2147483646 h 44"/>
              <a:gd name="T10" fmla="*/ 2147483646 w 29"/>
              <a:gd name="T11" fmla="*/ 2147483646 h 44"/>
              <a:gd name="T12" fmla="*/ 2147483646 w 29"/>
              <a:gd name="T13" fmla="*/ 2147483646 h 44"/>
              <a:gd name="T14" fmla="*/ 2147483646 w 29"/>
              <a:gd name="T15" fmla="*/ 2147483646 h 44"/>
              <a:gd name="T16" fmla="*/ 0 w 29"/>
              <a:gd name="T17" fmla="*/ 2147483646 h 44"/>
              <a:gd name="T18" fmla="*/ 0 w 29"/>
              <a:gd name="T19" fmla="*/ 2147483646 h 44"/>
              <a:gd name="T20" fmla="*/ 2147483646 w 29"/>
              <a:gd name="T21" fmla="*/ 2147483646 h 44"/>
              <a:gd name="T22" fmla="*/ 2147483646 w 29"/>
              <a:gd name="T23" fmla="*/ 2147483646 h 44"/>
              <a:gd name="T24" fmla="*/ 2147483646 w 29"/>
              <a:gd name="T25" fmla="*/ 2147483646 h 44"/>
              <a:gd name="T26" fmla="*/ 2147483646 w 29"/>
              <a:gd name="T27" fmla="*/ 2147483646 h 44"/>
              <a:gd name="T28" fmla="*/ 2147483646 w 29"/>
              <a:gd name="T29" fmla="*/ 2147483646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9" h="44">
                <a:moveTo>
                  <a:pt x="15" y="42"/>
                </a:moveTo>
                <a:lnTo>
                  <a:pt x="29" y="22"/>
                </a:lnTo>
                <a:lnTo>
                  <a:pt x="29" y="0"/>
                </a:lnTo>
                <a:lnTo>
                  <a:pt x="27" y="1"/>
                </a:lnTo>
                <a:lnTo>
                  <a:pt x="21" y="4"/>
                </a:lnTo>
                <a:lnTo>
                  <a:pt x="13" y="10"/>
                </a:lnTo>
                <a:lnTo>
                  <a:pt x="5" y="19"/>
                </a:lnTo>
                <a:lnTo>
                  <a:pt x="2" y="24"/>
                </a:lnTo>
                <a:lnTo>
                  <a:pt x="0" y="29"/>
                </a:lnTo>
                <a:lnTo>
                  <a:pt x="0" y="34"/>
                </a:lnTo>
                <a:lnTo>
                  <a:pt x="2" y="39"/>
                </a:lnTo>
                <a:lnTo>
                  <a:pt x="4" y="42"/>
                </a:lnTo>
                <a:lnTo>
                  <a:pt x="7" y="44"/>
                </a:lnTo>
                <a:lnTo>
                  <a:pt x="11" y="44"/>
                </a:lnTo>
                <a:lnTo>
                  <a:pt x="15" y="4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08" name="Freeform 1065">
            <a:extLst>
              <a:ext uri="{FF2B5EF4-FFF2-40B4-BE49-F238E27FC236}">
                <a16:creationId xmlns:a16="http://schemas.microsoft.com/office/drawing/2014/main" id="{1B1EED1F-E720-5E5F-C953-D18926821ABA}"/>
              </a:ext>
            </a:extLst>
          </p:cNvPr>
          <p:cNvSpPr>
            <a:spLocks/>
          </p:cNvSpPr>
          <p:nvPr/>
        </p:nvSpPr>
        <p:spPr bwMode="auto">
          <a:xfrm>
            <a:off x="6237288" y="5368925"/>
            <a:ext cx="4762" cy="6350"/>
          </a:xfrm>
          <a:custGeom>
            <a:avLst/>
            <a:gdLst>
              <a:gd name="T0" fmla="*/ 2147483646 w 29"/>
              <a:gd name="T1" fmla="*/ 2147483646 h 44"/>
              <a:gd name="T2" fmla="*/ 2147483646 w 29"/>
              <a:gd name="T3" fmla="*/ 2147483646 h 44"/>
              <a:gd name="T4" fmla="*/ 2147483646 w 29"/>
              <a:gd name="T5" fmla="*/ 0 h 44"/>
              <a:gd name="T6" fmla="*/ 2147483646 w 29"/>
              <a:gd name="T7" fmla="*/ 0 h 44"/>
              <a:gd name="T8" fmla="*/ 2147483646 w 29"/>
              <a:gd name="T9" fmla="*/ 2147483646 h 44"/>
              <a:gd name="T10" fmla="*/ 2147483646 w 29"/>
              <a:gd name="T11" fmla="*/ 2147483646 h 44"/>
              <a:gd name="T12" fmla="*/ 2147483646 w 29"/>
              <a:gd name="T13" fmla="*/ 2147483646 h 44"/>
              <a:gd name="T14" fmla="*/ 2147483646 w 29"/>
              <a:gd name="T15" fmla="*/ 2147483646 h 44"/>
              <a:gd name="T16" fmla="*/ 2147483646 w 29"/>
              <a:gd name="T17" fmla="*/ 2147483646 h 44"/>
              <a:gd name="T18" fmla="*/ 2147483646 w 29"/>
              <a:gd name="T19" fmla="*/ 2147483646 h 44"/>
              <a:gd name="T20" fmla="*/ 0 w 29"/>
              <a:gd name="T21" fmla="*/ 2147483646 h 44"/>
              <a:gd name="T22" fmla="*/ 0 w 29"/>
              <a:gd name="T23" fmla="*/ 2147483646 h 44"/>
              <a:gd name="T24" fmla="*/ 2147483646 w 29"/>
              <a:gd name="T25" fmla="*/ 2147483646 h 44"/>
              <a:gd name="T26" fmla="*/ 2147483646 w 29"/>
              <a:gd name="T27" fmla="*/ 2147483646 h 44"/>
              <a:gd name="T28" fmla="*/ 2147483646 w 29"/>
              <a:gd name="T29" fmla="*/ 2147483646 h 44"/>
              <a:gd name="T30" fmla="*/ 2147483646 w 29"/>
              <a:gd name="T31" fmla="*/ 2147483646 h 44"/>
              <a:gd name="T32" fmla="*/ 2147483646 w 29"/>
              <a:gd name="T33" fmla="*/ 2147483646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44">
                <a:moveTo>
                  <a:pt x="15" y="42"/>
                </a:moveTo>
                <a:lnTo>
                  <a:pt x="29" y="22"/>
                </a:lnTo>
                <a:lnTo>
                  <a:pt x="29" y="0"/>
                </a:lnTo>
                <a:lnTo>
                  <a:pt x="27" y="1"/>
                </a:lnTo>
                <a:lnTo>
                  <a:pt x="21" y="4"/>
                </a:lnTo>
                <a:lnTo>
                  <a:pt x="13" y="10"/>
                </a:lnTo>
                <a:lnTo>
                  <a:pt x="5" y="19"/>
                </a:lnTo>
                <a:lnTo>
                  <a:pt x="2" y="24"/>
                </a:lnTo>
                <a:lnTo>
                  <a:pt x="0" y="29"/>
                </a:lnTo>
                <a:lnTo>
                  <a:pt x="0" y="34"/>
                </a:lnTo>
                <a:lnTo>
                  <a:pt x="2" y="39"/>
                </a:lnTo>
                <a:lnTo>
                  <a:pt x="4" y="42"/>
                </a:lnTo>
                <a:lnTo>
                  <a:pt x="7" y="44"/>
                </a:lnTo>
                <a:lnTo>
                  <a:pt x="11" y="44"/>
                </a:lnTo>
                <a:lnTo>
                  <a:pt x="15" y="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09" name="Freeform 1066">
            <a:extLst>
              <a:ext uri="{FF2B5EF4-FFF2-40B4-BE49-F238E27FC236}">
                <a16:creationId xmlns:a16="http://schemas.microsoft.com/office/drawing/2014/main" id="{2E100176-4600-FC8C-5E4B-507EC876163E}"/>
              </a:ext>
            </a:extLst>
          </p:cNvPr>
          <p:cNvSpPr>
            <a:spLocks/>
          </p:cNvSpPr>
          <p:nvPr/>
        </p:nvSpPr>
        <p:spPr bwMode="auto">
          <a:xfrm>
            <a:off x="6251575" y="5424488"/>
            <a:ext cx="4763" cy="4762"/>
          </a:xfrm>
          <a:custGeom>
            <a:avLst/>
            <a:gdLst>
              <a:gd name="T0" fmla="*/ 2147483646 w 26"/>
              <a:gd name="T1" fmla="*/ 2147483646 h 34"/>
              <a:gd name="T2" fmla="*/ 2147483646 w 26"/>
              <a:gd name="T3" fmla="*/ 0 h 34"/>
              <a:gd name="T4" fmla="*/ 2147483646 w 26"/>
              <a:gd name="T5" fmla="*/ 2147483646 h 34"/>
              <a:gd name="T6" fmla="*/ 2147483646 w 26"/>
              <a:gd name="T7" fmla="*/ 2147483646 h 34"/>
              <a:gd name="T8" fmla="*/ 2147483646 w 26"/>
              <a:gd name="T9" fmla="*/ 2147483646 h 34"/>
              <a:gd name="T10" fmla="*/ 2147483646 w 26"/>
              <a:gd name="T11" fmla="*/ 2147483646 h 34"/>
              <a:gd name="T12" fmla="*/ 2147483646 w 26"/>
              <a:gd name="T13" fmla="*/ 2147483646 h 34"/>
              <a:gd name="T14" fmla="*/ 0 w 26"/>
              <a:gd name="T15" fmla="*/ 2147483646 h 34"/>
              <a:gd name="T16" fmla="*/ 0 w 26"/>
              <a:gd name="T17" fmla="*/ 2147483646 h 34"/>
              <a:gd name="T18" fmla="*/ 2147483646 w 26"/>
              <a:gd name="T19" fmla="*/ 2147483646 h 34"/>
              <a:gd name="T20" fmla="*/ 2147483646 w 26"/>
              <a:gd name="T21" fmla="*/ 2147483646 h 34"/>
              <a:gd name="T22" fmla="*/ 2147483646 w 26"/>
              <a:gd name="T23" fmla="*/ 2147483646 h 34"/>
              <a:gd name="T24" fmla="*/ 2147483646 w 26"/>
              <a:gd name="T25" fmla="*/ 2147483646 h 34"/>
              <a:gd name="T26" fmla="*/ 2147483646 w 26"/>
              <a:gd name="T27" fmla="*/ 2147483646 h 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6" h="34">
                <a:moveTo>
                  <a:pt x="26" y="25"/>
                </a:moveTo>
                <a:lnTo>
                  <a:pt x="21" y="0"/>
                </a:lnTo>
                <a:lnTo>
                  <a:pt x="20" y="1"/>
                </a:lnTo>
                <a:lnTo>
                  <a:pt x="17" y="4"/>
                </a:lnTo>
                <a:lnTo>
                  <a:pt x="11" y="10"/>
                </a:lnTo>
                <a:lnTo>
                  <a:pt x="4" y="20"/>
                </a:lnTo>
                <a:lnTo>
                  <a:pt x="1" y="25"/>
                </a:lnTo>
                <a:lnTo>
                  <a:pt x="0" y="29"/>
                </a:lnTo>
                <a:lnTo>
                  <a:pt x="0" y="32"/>
                </a:lnTo>
                <a:lnTo>
                  <a:pt x="3" y="34"/>
                </a:lnTo>
                <a:lnTo>
                  <a:pt x="6" y="34"/>
                </a:lnTo>
                <a:lnTo>
                  <a:pt x="12" y="33"/>
                </a:lnTo>
                <a:lnTo>
                  <a:pt x="18" y="30"/>
                </a:lnTo>
                <a:lnTo>
                  <a:pt x="26" y="25"/>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10" name="Freeform 1067">
            <a:extLst>
              <a:ext uri="{FF2B5EF4-FFF2-40B4-BE49-F238E27FC236}">
                <a16:creationId xmlns:a16="http://schemas.microsoft.com/office/drawing/2014/main" id="{C79949F0-C529-D5BD-810B-D30683E2E9DB}"/>
              </a:ext>
            </a:extLst>
          </p:cNvPr>
          <p:cNvSpPr>
            <a:spLocks/>
          </p:cNvSpPr>
          <p:nvPr/>
        </p:nvSpPr>
        <p:spPr bwMode="auto">
          <a:xfrm>
            <a:off x="6251575" y="5424488"/>
            <a:ext cx="4763" cy="4762"/>
          </a:xfrm>
          <a:custGeom>
            <a:avLst/>
            <a:gdLst>
              <a:gd name="T0" fmla="*/ 2147483646 w 26"/>
              <a:gd name="T1" fmla="*/ 2147483646 h 34"/>
              <a:gd name="T2" fmla="*/ 2147483646 w 26"/>
              <a:gd name="T3" fmla="*/ 0 h 34"/>
              <a:gd name="T4" fmla="*/ 2147483646 w 26"/>
              <a:gd name="T5" fmla="*/ 0 h 34"/>
              <a:gd name="T6" fmla="*/ 2147483646 w 26"/>
              <a:gd name="T7" fmla="*/ 2147483646 h 34"/>
              <a:gd name="T8" fmla="*/ 2147483646 w 26"/>
              <a:gd name="T9" fmla="*/ 2147483646 h 34"/>
              <a:gd name="T10" fmla="*/ 2147483646 w 26"/>
              <a:gd name="T11" fmla="*/ 2147483646 h 34"/>
              <a:gd name="T12" fmla="*/ 2147483646 w 26"/>
              <a:gd name="T13" fmla="*/ 2147483646 h 34"/>
              <a:gd name="T14" fmla="*/ 2147483646 w 26"/>
              <a:gd name="T15" fmla="*/ 2147483646 h 34"/>
              <a:gd name="T16" fmla="*/ 2147483646 w 26"/>
              <a:gd name="T17" fmla="*/ 2147483646 h 34"/>
              <a:gd name="T18" fmla="*/ 0 w 26"/>
              <a:gd name="T19" fmla="*/ 2147483646 h 34"/>
              <a:gd name="T20" fmla="*/ 0 w 26"/>
              <a:gd name="T21" fmla="*/ 2147483646 h 34"/>
              <a:gd name="T22" fmla="*/ 2147483646 w 26"/>
              <a:gd name="T23" fmla="*/ 2147483646 h 34"/>
              <a:gd name="T24" fmla="*/ 2147483646 w 26"/>
              <a:gd name="T25" fmla="*/ 2147483646 h 34"/>
              <a:gd name="T26" fmla="*/ 2147483646 w 26"/>
              <a:gd name="T27" fmla="*/ 2147483646 h 34"/>
              <a:gd name="T28" fmla="*/ 2147483646 w 26"/>
              <a:gd name="T29" fmla="*/ 2147483646 h 34"/>
              <a:gd name="T30" fmla="*/ 2147483646 w 26"/>
              <a:gd name="T31" fmla="*/ 2147483646 h 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6" h="34">
                <a:moveTo>
                  <a:pt x="26" y="25"/>
                </a:moveTo>
                <a:lnTo>
                  <a:pt x="21" y="0"/>
                </a:lnTo>
                <a:lnTo>
                  <a:pt x="20" y="1"/>
                </a:lnTo>
                <a:lnTo>
                  <a:pt x="17" y="4"/>
                </a:lnTo>
                <a:lnTo>
                  <a:pt x="11" y="10"/>
                </a:lnTo>
                <a:lnTo>
                  <a:pt x="4" y="20"/>
                </a:lnTo>
                <a:lnTo>
                  <a:pt x="1" y="25"/>
                </a:lnTo>
                <a:lnTo>
                  <a:pt x="0" y="29"/>
                </a:lnTo>
                <a:lnTo>
                  <a:pt x="0" y="32"/>
                </a:lnTo>
                <a:lnTo>
                  <a:pt x="3" y="34"/>
                </a:lnTo>
                <a:lnTo>
                  <a:pt x="6" y="34"/>
                </a:lnTo>
                <a:lnTo>
                  <a:pt x="12" y="33"/>
                </a:lnTo>
                <a:lnTo>
                  <a:pt x="18" y="30"/>
                </a:lnTo>
                <a:lnTo>
                  <a:pt x="26" y="2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11" name="Freeform 1068">
            <a:extLst>
              <a:ext uri="{FF2B5EF4-FFF2-40B4-BE49-F238E27FC236}">
                <a16:creationId xmlns:a16="http://schemas.microsoft.com/office/drawing/2014/main" id="{5B7162CD-3466-AA97-3C8B-8E9A02A0D26D}"/>
              </a:ext>
            </a:extLst>
          </p:cNvPr>
          <p:cNvSpPr>
            <a:spLocks/>
          </p:cNvSpPr>
          <p:nvPr/>
        </p:nvSpPr>
        <p:spPr bwMode="auto">
          <a:xfrm>
            <a:off x="6223000" y="5472113"/>
            <a:ext cx="3175" cy="7937"/>
          </a:xfrm>
          <a:custGeom>
            <a:avLst/>
            <a:gdLst>
              <a:gd name="T0" fmla="*/ 2147483646 w 24"/>
              <a:gd name="T1" fmla="*/ 2147483646 h 59"/>
              <a:gd name="T2" fmla="*/ 2147483646 w 24"/>
              <a:gd name="T3" fmla="*/ 0 h 59"/>
              <a:gd name="T4" fmla="*/ 2147483646 w 24"/>
              <a:gd name="T5" fmla="*/ 2147483646 h 59"/>
              <a:gd name="T6" fmla="*/ 2147483646 w 24"/>
              <a:gd name="T7" fmla="*/ 2147483646 h 59"/>
              <a:gd name="T8" fmla="*/ 2147483646 w 24"/>
              <a:gd name="T9" fmla="*/ 2147483646 h 59"/>
              <a:gd name="T10" fmla="*/ 0 w 24"/>
              <a:gd name="T11" fmla="*/ 2147483646 h 59"/>
              <a:gd name="T12" fmla="*/ 0 w 24"/>
              <a:gd name="T13" fmla="*/ 2147483646 h 59"/>
              <a:gd name="T14" fmla="*/ 2147483646 w 24"/>
              <a:gd name="T15" fmla="*/ 2147483646 h 59"/>
              <a:gd name="T16" fmla="*/ 2147483646 w 24"/>
              <a:gd name="T17" fmla="*/ 2147483646 h 59"/>
              <a:gd name="T18" fmla="*/ 2147483646 w 24"/>
              <a:gd name="T19" fmla="*/ 2147483646 h 59"/>
              <a:gd name="T20" fmla="*/ 2147483646 w 24"/>
              <a:gd name="T21" fmla="*/ 2147483646 h 59"/>
              <a:gd name="T22" fmla="*/ 2147483646 w 24"/>
              <a:gd name="T23" fmla="*/ 2147483646 h 59"/>
              <a:gd name="T24" fmla="*/ 2147483646 w 24"/>
              <a:gd name="T25" fmla="*/ 2147483646 h 59"/>
              <a:gd name="T26" fmla="*/ 2147483646 w 24"/>
              <a:gd name="T27" fmla="*/ 2147483646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59">
                <a:moveTo>
                  <a:pt x="22" y="39"/>
                </a:moveTo>
                <a:lnTo>
                  <a:pt x="5" y="0"/>
                </a:lnTo>
                <a:lnTo>
                  <a:pt x="5" y="2"/>
                </a:lnTo>
                <a:lnTo>
                  <a:pt x="4" y="6"/>
                </a:lnTo>
                <a:lnTo>
                  <a:pt x="2" y="14"/>
                </a:lnTo>
                <a:lnTo>
                  <a:pt x="0" y="25"/>
                </a:lnTo>
                <a:lnTo>
                  <a:pt x="0" y="32"/>
                </a:lnTo>
                <a:lnTo>
                  <a:pt x="3" y="41"/>
                </a:lnTo>
                <a:lnTo>
                  <a:pt x="7" y="50"/>
                </a:lnTo>
                <a:lnTo>
                  <a:pt x="12" y="56"/>
                </a:lnTo>
                <a:lnTo>
                  <a:pt x="17" y="59"/>
                </a:lnTo>
                <a:lnTo>
                  <a:pt x="21" y="59"/>
                </a:lnTo>
                <a:lnTo>
                  <a:pt x="24" y="53"/>
                </a:lnTo>
                <a:lnTo>
                  <a:pt x="22" y="39"/>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12" name="Freeform 1069">
            <a:extLst>
              <a:ext uri="{FF2B5EF4-FFF2-40B4-BE49-F238E27FC236}">
                <a16:creationId xmlns:a16="http://schemas.microsoft.com/office/drawing/2014/main" id="{22E8CABD-9C1D-2AAB-E0F7-4B2D328C4730}"/>
              </a:ext>
            </a:extLst>
          </p:cNvPr>
          <p:cNvSpPr>
            <a:spLocks/>
          </p:cNvSpPr>
          <p:nvPr/>
        </p:nvSpPr>
        <p:spPr bwMode="auto">
          <a:xfrm>
            <a:off x="6223000" y="5472113"/>
            <a:ext cx="3175" cy="7937"/>
          </a:xfrm>
          <a:custGeom>
            <a:avLst/>
            <a:gdLst>
              <a:gd name="T0" fmla="*/ 2147483646 w 24"/>
              <a:gd name="T1" fmla="*/ 2147483646 h 59"/>
              <a:gd name="T2" fmla="*/ 2147483646 w 24"/>
              <a:gd name="T3" fmla="*/ 0 h 59"/>
              <a:gd name="T4" fmla="*/ 2147483646 w 24"/>
              <a:gd name="T5" fmla="*/ 0 h 59"/>
              <a:gd name="T6" fmla="*/ 2147483646 w 24"/>
              <a:gd name="T7" fmla="*/ 2147483646 h 59"/>
              <a:gd name="T8" fmla="*/ 2147483646 w 24"/>
              <a:gd name="T9" fmla="*/ 2147483646 h 59"/>
              <a:gd name="T10" fmla="*/ 2147483646 w 24"/>
              <a:gd name="T11" fmla="*/ 2147483646 h 59"/>
              <a:gd name="T12" fmla="*/ 0 w 24"/>
              <a:gd name="T13" fmla="*/ 2147483646 h 59"/>
              <a:gd name="T14" fmla="*/ 0 w 24"/>
              <a:gd name="T15" fmla="*/ 2147483646 h 59"/>
              <a:gd name="T16" fmla="*/ 0 w 24"/>
              <a:gd name="T17" fmla="*/ 2147483646 h 59"/>
              <a:gd name="T18" fmla="*/ 2147483646 w 24"/>
              <a:gd name="T19" fmla="*/ 2147483646 h 59"/>
              <a:gd name="T20" fmla="*/ 2147483646 w 24"/>
              <a:gd name="T21" fmla="*/ 2147483646 h 59"/>
              <a:gd name="T22" fmla="*/ 2147483646 w 24"/>
              <a:gd name="T23" fmla="*/ 2147483646 h 59"/>
              <a:gd name="T24" fmla="*/ 2147483646 w 24"/>
              <a:gd name="T25" fmla="*/ 2147483646 h 59"/>
              <a:gd name="T26" fmla="*/ 2147483646 w 24"/>
              <a:gd name="T27" fmla="*/ 2147483646 h 59"/>
              <a:gd name="T28" fmla="*/ 2147483646 w 24"/>
              <a:gd name="T29" fmla="*/ 2147483646 h 59"/>
              <a:gd name="T30" fmla="*/ 2147483646 w 24"/>
              <a:gd name="T31" fmla="*/ 2147483646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59">
                <a:moveTo>
                  <a:pt x="22" y="39"/>
                </a:moveTo>
                <a:lnTo>
                  <a:pt x="5" y="0"/>
                </a:lnTo>
                <a:lnTo>
                  <a:pt x="5" y="2"/>
                </a:lnTo>
                <a:lnTo>
                  <a:pt x="4" y="6"/>
                </a:lnTo>
                <a:lnTo>
                  <a:pt x="2" y="14"/>
                </a:lnTo>
                <a:lnTo>
                  <a:pt x="0" y="25"/>
                </a:lnTo>
                <a:lnTo>
                  <a:pt x="0" y="32"/>
                </a:lnTo>
                <a:lnTo>
                  <a:pt x="3" y="41"/>
                </a:lnTo>
                <a:lnTo>
                  <a:pt x="7" y="50"/>
                </a:lnTo>
                <a:lnTo>
                  <a:pt x="12" y="56"/>
                </a:lnTo>
                <a:lnTo>
                  <a:pt x="17" y="59"/>
                </a:lnTo>
                <a:lnTo>
                  <a:pt x="21" y="59"/>
                </a:lnTo>
                <a:lnTo>
                  <a:pt x="24" y="53"/>
                </a:lnTo>
                <a:lnTo>
                  <a:pt x="22" y="3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13" name="Freeform 1070">
            <a:extLst>
              <a:ext uri="{FF2B5EF4-FFF2-40B4-BE49-F238E27FC236}">
                <a16:creationId xmlns:a16="http://schemas.microsoft.com/office/drawing/2014/main" id="{95E28446-9198-F6DA-2027-22354B54D31E}"/>
              </a:ext>
            </a:extLst>
          </p:cNvPr>
          <p:cNvSpPr>
            <a:spLocks/>
          </p:cNvSpPr>
          <p:nvPr/>
        </p:nvSpPr>
        <p:spPr bwMode="auto">
          <a:xfrm>
            <a:off x="6354763" y="5461000"/>
            <a:ext cx="4762" cy="4763"/>
          </a:xfrm>
          <a:custGeom>
            <a:avLst/>
            <a:gdLst>
              <a:gd name="T0" fmla="*/ 2147483646 w 21"/>
              <a:gd name="T1" fmla="*/ 2147483646 h 27"/>
              <a:gd name="T2" fmla="*/ 2147483646 w 21"/>
              <a:gd name="T3" fmla="*/ 2147483646 h 27"/>
              <a:gd name="T4" fmla="*/ 0 w 21"/>
              <a:gd name="T5" fmla="*/ 2147483646 h 27"/>
              <a:gd name="T6" fmla="*/ 0 w 21"/>
              <a:gd name="T7" fmla="*/ 2147483646 h 27"/>
              <a:gd name="T8" fmla="*/ 2147483646 w 21"/>
              <a:gd name="T9" fmla="*/ 2147483646 h 27"/>
              <a:gd name="T10" fmla="*/ 2147483646 w 21"/>
              <a:gd name="T11" fmla="*/ 0 h 27"/>
              <a:gd name="T12" fmla="*/ 2147483646 w 21"/>
              <a:gd name="T13" fmla="*/ 2147483646 h 27"/>
              <a:gd name="T14" fmla="*/ 2147483646 w 21"/>
              <a:gd name="T15" fmla="*/ 2147483646 h 27"/>
              <a:gd name="T16" fmla="*/ 2147483646 w 21"/>
              <a:gd name="T17" fmla="*/ 2147483646 h 27"/>
              <a:gd name="T18" fmla="*/ 2147483646 w 21"/>
              <a:gd name="T19" fmla="*/ 2147483646 h 27"/>
              <a:gd name="T20" fmla="*/ 2147483646 w 21"/>
              <a:gd name="T21" fmla="*/ 2147483646 h 27"/>
              <a:gd name="T22" fmla="*/ 2147483646 w 21"/>
              <a:gd name="T23" fmla="*/ 2147483646 h 27"/>
              <a:gd name="T24" fmla="*/ 2147483646 w 21"/>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27">
                <a:moveTo>
                  <a:pt x="7" y="27"/>
                </a:moveTo>
                <a:lnTo>
                  <a:pt x="4" y="24"/>
                </a:lnTo>
                <a:lnTo>
                  <a:pt x="0" y="17"/>
                </a:lnTo>
                <a:lnTo>
                  <a:pt x="0" y="8"/>
                </a:lnTo>
                <a:lnTo>
                  <a:pt x="10" y="1"/>
                </a:lnTo>
                <a:lnTo>
                  <a:pt x="17" y="0"/>
                </a:lnTo>
                <a:lnTo>
                  <a:pt x="20" y="2"/>
                </a:lnTo>
                <a:lnTo>
                  <a:pt x="21" y="5"/>
                </a:lnTo>
                <a:lnTo>
                  <a:pt x="20" y="10"/>
                </a:lnTo>
                <a:lnTo>
                  <a:pt x="17" y="17"/>
                </a:lnTo>
                <a:lnTo>
                  <a:pt x="14" y="22"/>
                </a:lnTo>
                <a:lnTo>
                  <a:pt x="10" y="26"/>
                </a:lnTo>
                <a:lnTo>
                  <a:pt x="7" y="2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14" name="Freeform 1071">
            <a:extLst>
              <a:ext uri="{FF2B5EF4-FFF2-40B4-BE49-F238E27FC236}">
                <a16:creationId xmlns:a16="http://schemas.microsoft.com/office/drawing/2014/main" id="{17B31460-E514-60D2-BED0-F0617943BDBC}"/>
              </a:ext>
            </a:extLst>
          </p:cNvPr>
          <p:cNvSpPr>
            <a:spLocks/>
          </p:cNvSpPr>
          <p:nvPr/>
        </p:nvSpPr>
        <p:spPr bwMode="auto">
          <a:xfrm>
            <a:off x="6354763" y="5461000"/>
            <a:ext cx="4762" cy="4763"/>
          </a:xfrm>
          <a:custGeom>
            <a:avLst/>
            <a:gdLst>
              <a:gd name="T0" fmla="*/ 2147483646 w 21"/>
              <a:gd name="T1" fmla="*/ 2147483646 h 27"/>
              <a:gd name="T2" fmla="*/ 2147483646 w 21"/>
              <a:gd name="T3" fmla="*/ 2147483646 h 27"/>
              <a:gd name="T4" fmla="*/ 2147483646 w 21"/>
              <a:gd name="T5" fmla="*/ 2147483646 h 27"/>
              <a:gd name="T6" fmla="*/ 0 w 21"/>
              <a:gd name="T7" fmla="*/ 2147483646 h 27"/>
              <a:gd name="T8" fmla="*/ 0 w 21"/>
              <a:gd name="T9" fmla="*/ 2147483646 h 27"/>
              <a:gd name="T10" fmla="*/ 2147483646 w 21"/>
              <a:gd name="T11" fmla="*/ 2147483646 h 27"/>
              <a:gd name="T12" fmla="*/ 2147483646 w 21"/>
              <a:gd name="T13" fmla="*/ 2147483646 h 27"/>
              <a:gd name="T14" fmla="*/ 2147483646 w 21"/>
              <a:gd name="T15" fmla="*/ 0 h 27"/>
              <a:gd name="T16" fmla="*/ 2147483646 w 21"/>
              <a:gd name="T17" fmla="*/ 2147483646 h 27"/>
              <a:gd name="T18" fmla="*/ 2147483646 w 21"/>
              <a:gd name="T19" fmla="*/ 2147483646 h 27"/>
              <a:gd name="T20" fmla="*/ 2147483646 w 21"/>
              <a:gd name="T21" fmla="*/ 2147483646 h 27"/>
              <a:gd name="T22" fmla="*/ 2147483646 w 21"/>
              <a:gd name="T23" fmla="*/ 2147483646 h 27"/>
              <a:gd name="T24" fmla="*/ 2147483646 w 21"/>
              <a:gd name="T25" fmla="*/ 2147483646 h 27"/>
              <a:gd name="T26" fmla="*/ 2147483646 w 21"/>
              <a:gd name="T27" fmla="*/ 2147483646 h 27"/>
              <a:gd name="T28" fmla="*/ 2147483646 w 21"/>
              <a:gd name="T29" fmla="*/ 2147483646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27">
                <a:moveTo>
                  <a:pt x="7" y="27"/>
                </a:moveTo>
                <a:lnTo>
                  <a:pt x="7" y="27"/>
                </a:lnTo>
                <a:lnTo>
                  <a:pt x="4" y="24"/>
                </a:lnTo>
                <a:lnTo>
                  <a:pt x="0" y="17"/>
                </a:lnTo>
                <a:lnTo>
                  <a:pt x="0" y="8"/>
                </a:lnTo>
                <a:lnTo>
                  <a:pt x="10" y="1"/>
                </a:lnTo>
                <a:lnTo>
                  <a:pt x="17" y="0"/>
                </a:lnTo>
                <a:lnTo>
                  <a:pt x="20" y="2"/>
                </a:lnTo>
                <a:lnTo>
                  <a:pt x="21" y="5"/>
                </a:lnTo>
                <a:lnTo>
                  <a:pt x="20" y="10"/>
                </a:lnTo>
                <a:lnTo>
                  <a:pt x="17" y="17"/>
                </a:lnTo>
                <a:lnTo>
                  <a:pt x="14" y="22"/>
                </a:lnTo>
                <a:lnTo>
                  <a:pt x="10" y="26"/>
                </a:lnTo>
                <a:lnTo>
                  <a:pt x="7" y="2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15" name="Freeform 1072">
            <a:extLst>
              <a:ext uri="{FF2B5EF4-FFF2-40B4-BE49-F238E27FC236}">
                <a16:creationId xmlns:a16="http://schemas.microsoft.com/office/drawing/2014/main" id="{DC0E9519-80C7-16BB-451F-341821D1605D}"/>
              </a:ext>
            </a:extLst>
          </p:cNvPr>
          <p:cNvSpPr>
            <a:spLocks/>
          </p:cNvSpPr>
          <p:nvPr/>
        </p:nvSpPr>
        <p:spPr bwMode="auto">
          <a:xfrm>
            <a:off x="6373813" y="5446713"/>
            <a:ext cx="1587" cy="3175"/>
          </a:xfrm>
          <a:custGeom>
            <a:avLst/>
            <a:gdLst>
              <a:gd name="T0" fmla="*/ 2147483646 w 17"/>
              <a:gd name="T1" fmla="*/ 2147483646 h 26"/>
              <a:gd name="T2" fmla="*/ 0 w 17"/>
              <a:gd name="T3" fmla="*/ 0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26">
                <a:moveTo>
                  <a:pt x="17" y="23"/>
                </a:moveTo>
                <a:lnTo>
                  <a:pt x="0" y="0"/>
                </a:lnTo>
                <a:lnTo>
                  <a:pt x="0" y="26"/>
                </a:lnTo>
                <a:lnTo>
                  <a:pt x="1" y="26"/>
                </a:lnTo>
                <a:lnTo>
                  <a:pt x="5" y="26"/>
                </a:lnTo>
                <a:lnTo>
                  <a:pt x="10" y="26"/>
                </a:lnTo>
                <a:lnTo>
                  <a:pt x="17" y="23"/>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16" name="Freeform 1073">
            <a:extLst>
              <a:ext uri="{FF2B5EF4-FFF2-40B4-BE49-F238E27FC236}">
                <a16:creationId xmlns:a16="http://schemas.microsoft.com/office/drawing/2014/main" id="{A76F57AE-018B-598D-6478-15240C271FE8}"/>
              </a:ext>
            </a:extLst>
          </p:cNvPr>
          <p:cNvSpPr>
            <a:spLocks/>
          </p:cNvSpPr>
          <p:nvPr/>
        </p:nvSpPr>
        <p:spPr bwMode="auto">
          <a:xfrm>
            <a:off x="6373813" y="5446713"/>
            <a:ext cx="1587" cy="3175"/>
          </a:xfrm>
          <a:custGeom>
            <a:avLst/>
            <a:gdLst>
              <a:gd name="T0" fmla="*/ 2147483646 w 17"/>
              <a:gd name="T1" fmla="*/ 2147483646 h 26"/>
              <a:gd name="T2" fmla="*/ 0 w 17"/>
              <a:gd name="T3" fmla="*/ 0 h 26"/>
              <a:gd name="T4" fmla="*/ 0 w 17"/>
              <a:gd name="T5" fmla="*/ 2147483646 h 26"/>
              <a:gd name="T6" fmla="*/ 0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26">
                <a:moveTo>
                  <a:pt x="17" y="23"/>
                </a:moveTo>
                <a:lnTo>
                  <a:pt x="0" y="0"/>
                </a:lnTo>
                <a:lnTo>
                  <a:pt x="0" y="26"/>
                </a:lnTo>
                <a:lnTo>
                  <a:pt x="1" y="26"/>
                </a:lnTo>
                <a:lnTo>
                  <a:pt x="5" y="26"/>
                </a:lnTo>
                <a:lnTo>
                  <a:pt x="10" y="26"/>
                </a:lnTo>
                <a:lnTo>
                  <a:pt x="17"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17" name="Freeform 1074">
            <a:extLst>
              <a:ext uri="{FF2B5EF4-FFF2-40B4-BE49-F238E27FC236}">
                <a16:creationId xmlns:a16="http://schemas.microsoft.com/office/drawing/2014/main" id="{D3B52F7D-60CF-8BD6-10D2-651C0D69FFA2}"/>
              </a:ext>
            </a:extLst>
          </p:cNvPr>
          <p:cNvSpPr>
            <a:spLocks/>
          </p:cNvSpPr>
          <p:nvPr/>
        </p:nvSpPr>
        <p:spPr bwMode="auto">
          <a:xfrm>
            <a:off x="6373813" y="5438775"/>
            <a:ext cx="6350" cy="4763"/>
          </a:xfrm>
          <a:custGeom>
            <a:avLst/>
            <a:gdLst>
              <a:gd name="T0" fmla="*/ 2147483646 w 41"/>
              <a:gd name="T1" fmla="*/ 2147483646 h 26"/>
              <a:gd name="T2" fmla="*/ 2147483646 w 41"/>
              <a:gd name="T3" fmla="*/ 2147483646 h 26"/>
              <a:gd name="T4" fmla="*/ 2147483646 w 41"/>
              <a:gd name="T5" fmla="*/ 2147483646 h 26"/>
              <a:gd name="T6" fmla="*/ 2147483646 w 41"/>
              <a:gd name="T7" fmla="*/ 2147483646 h 26"/>
              <a:gd name="T8" fmla="*/ 2147483646 w 41"/>
              <a:gd name="T9" fmla="*/ 2147483646 h 26"/>
              <a:gd name="T10" fmla="*/ 2147483646 w 41"/>
              <a:gd name="T11" fmla="*/ 2147483646 h 26"/>
              <a:gd name="T12" fmla="*/ 0 w 41"/>
              <a:gd name="T13" fmla="*/ 2147483646 h 26"/>
              <a:gd name="T14" fmla="*/ 0 w 41"/>
              <a:gd name="T15" fmla="*/ 2147483646 h 26"/>
              <a:gd name="T16" fmla="*/ 2147483646 w 41"/>
              <a:gd name="T17" fmla="*/ 2147483646 h 26"/>
              <a:gd name="T18" fmla="*/ 2147483646 w 41"/>
              <a:gd name="T19" fmla="*/ 2147483646 h 26"/>
              <a:gd name="T20" fmla="*/ 2147483646 w 41"/>
              <a:gd name="T21" fmla="*/ 2147483646 h 26"/>
              <a:gd name="T22" fmla="*/ 2147483646 w 41"/>
              <a:gd name="T23" fmla="*/ 2147483646 h 26"/>
              <a:gd name="T24" fmla="*/ 2147483646 w 41"/>
              <a:gd name="T25" fmla="*/ 0 h 26"/>
              <a:gd name="T26" fmla="*/ 2147483646 w 41"/>
              <a:gd name="T27" fmla="*/ 0 h 26"/>
              <a:gd name="T28" fmla="*/ 2147483646 w 41"/>
              <a:gd name="T29" fmla="*/ 2147483646 h 26"/>
              <a:gd name="T30" fmla="*/ 2147483646 w 41"/>
              <a:gd name="T31" fmla="*/ 2147483646 h 26"/>
              <a:gd name="T32" fmla="*/ 2147483646 w 41"/>
              <a:gd name="T33" fmla="*/ 2147483646 h 26"/>
              <a:gd name="T34" fmla="*/ 2147483646 w 41"/>
              <a:gd name="T35" fmla="*/ 2147483646 h 26"/>
              <a:gd name="T36" fmla="*/ 2147483646 w 41"/>
              <a:gd name="T37" fmla="*/ 2147483646 h 26"/>
              <a:gd name="T38" fmla="*/ 2147483646 w 41"/>
              <a:gd name="T39" fmla="*/ 2147483646 h 26"/>
              <a:gd name="T40" fmla="*/ 2147483646 w 41"/>
              <a:gd name="T41" fmla="*/ 2147483646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1" h="26">
                <a:moveTo>
                  <a:pt x="30" y="26"/>
                </a:moveTo>
                <a:lnTo>
                  <a:pt x="29" y="25"/>
                </a:lnTo>
                <a:lnTo>
                  <a:pt x="25" y="22"/>
                </a:lnTo>
                <a:lnTo>
                  <a:pt x="18" y="18"/>
                </a:lnTo>
                <a:lnTo>
                  <a:pt x="7" y="15"/>
                </a:lnTo>
                <a:lnTo>
                  <a:pt x="2" y="14"/>
                </a:lnTo>
                <a:lnTo>
                  <a:pt x="0" y="12"/>
                </a:lnTo>
                <a:lnTo>
                  <a:pt x="0" y="10"/>
                </a:lnTo>
                <a:lnTo>
                  <a:pt x="2" y="7"/>
                </a:lnTo>
                <a:lnTo>
                  <a:pt x="5" y="5"/>
                </a:lnTo>
                <a:lnTo>
                  <a:pt x="9" y="3"/>
                </a:lnTo>
                <a:lnTo>
                  <a:pt x="16" y="1"/>
                </a:lnTo>
                <a:lnTo>
                  <a:pt x="22" y="0"/>
                </a:lnTo>
                <a:lnTo>
                  <a:pt x="32" y="0"/>
                </a:lnTo>
                <a:lnTo>
                  <a:pt x="38" y="3"/>
                </a:lnTo>
                <a:lnTo>
                  <a:pt x="40" y="6"/>
                </a:lnTo>
                <a:lnTo>
                  <a:pt x="41" y="9"/>
                </a:lnTo>
                <a:lnTo>
                  <a:pt x="40" y="11"/>
                </a:lnTo>
                <a:lnTo>
                  <a:pt x="37" y="16"/>
                </a:lnTo>
                <a:lnTo>
                  <a:pt x="34" y="22"/>
                </a:lnTo>
                <a:lnTo>
                  <a:pt x="30" y="2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18" name="Freeform 1075">
            <a:extLst>
              <a:ext uri="{FF2B5EF4-FFF2-40B4-BE49-F238E27FC236}">
                <a16:creationId xmlns:a16="http://schemas.microsoft.com/office/drawing/2014/main" id="{6F6B9176-A1BE-3446-7D70-A9CB17B7F95F}"/>
              </a:ext>
            </a:extLst>
          </p:cNvPr>
          <p:cNvSpPr>
            <a:spLocks/>
          </p:cNvSpPr>
          <p:nvPr/>
        </p:nvSpPr>
        <p:spPr bwMode="auto">
          <a:xfrm>
            <a:off x="6373813" y="5438775"/>
            <a:ext cx="6350" cy="4763"/>
          </a:xfrm>
          <a:custGeom>
            <a:avLst/>
            <a:gdLst>
              <a:gd name="T0" fmla="*/ 2147483646 w 41"/>
              <a:gd name="T1" fmla="*/ 2147483646 h 26"/>
              <a:gd name="T2" fmla="*/ 2147483646 w 41"/>
              <a:gd name="T3" fmla="*/ 2147483646 h 26"/>
              <a:gd name="T4" fmla="*/ 2147483646 w 41"/>
              <a:gd name="T5" fmla="*/ 2147483646 h 26"/>
              <a:gd name="T6" fmla="*/ 2147483646 w 41"/>
              <a:gd name="T7" fmla="*/ 2147483646 h 26"/>
              <a:gd name="T8" fmla="*/ 2147483646 w 41"/>
              <a:gd name="T9" fmla="*/ 2147483646 h 26"/>
              <a:gd name="T10" fmla="*/ 2147483646 w 41"/>
              <a:gd name="T11" fmla="*/ 2147483646 h 26"/>
              <a:gd name="T12" fmla="*/ 2147483646 w 41"/>
              <a:gd name="T13" fmla="*/ 2147483646 h 26"/>
              <a:gd name="T14" fmla="*/ 2147483646 w 41"/>
              <a:gd name="T15" fmla="*/ 2147483646 h 26"/>
              <a:gd name="T16" fmla="*/ 0 w 41"/>
              <a:gd name="T17" fmla="*/ 2147483646 h 26"/>
              <a:gd name="T18" fmla="*/ 0 w 41"/>
              <a:gd name="T19" fmla="*/ 2147483646 h 26"/>
              <a:gd name="T20" fmla="*/ 2147483646 w 41"/>
              <a:gd name="T21" fmla="*/ 2147483646 h 26"/>
              <a:gd name="T22" fmla="*/ 2147483646 w 41"/>
              <a:gd name="T23" fmla="*/ 2147483646 h 26"/>
              <a:gd name="T24" fmla="*/ 2147483646 w 41"/>
              <a:gd name="T25" fmla="*/ 2147483646 h 26"/>
              <a:gd name="T26" fmla="*/ 2147483646 w 41"/>
              <a:gd name="T27" fmla="*/ 2147483646 h 26"/>
              <a:gd name="T28" fmla="*/ 2147483646 w 41"/>
              <a:gd name="T29" fmla="*/ 0 h 26"/>
              <a:gd name="T30" fmla="*/ 2147483646 w 41"/>
              <a:gd name="T31" fmla="*/ 0 h 26"/>
              <a:gd name="T32" fmla="*/ 2147483646 w 41"/>
              <a:gd name="T33" fmla="*/ 0 h 26"/>
              <a:gd name="T34" fmla="*/ 2147483646 w 41"/>
              <a:gd name="T35" fmla="*/ 2147483646 h 26"/>
              <a:gd name="T36" fmla="*/ 2147483646 w 41"/>
              <a:gd name="T37" fmla="*/ 2147483646 h 26"/>
              <a:gd name="T38" fmla="*/ 2147483646 w 41"/>
              <a:gd name="T39" fmla="*/ 2147483646 h 26"/>
              <a:gd name="T40" fmla="*/ 2147483646 w 41"/>
              <a:gd name="T41" fmla="*/ 2147483646 h 26"/>
              <a:gd name="T42" fmla="*/ 2147483646 w 41"/>
              <a:gd name="T43" fmla="*/ 2147483646 h 26"/>
              <a:gd name="T44" fmla="*/ 2147483646 w 41"/>
              <a:gd name="T45" fmla="*/ 2147483646 h 26"/>
              <a:gd name="T46" fmla="*/ 2147483646 w 41"/>
              <a:gd name="T47" fmla="*/ 2147483646 h 26"/>
              <a:gd name="T48" fmla="*/ 2147483646 w 41"/>
              <a:gd name="T49" fmla="*/ 2147483646 h 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1" h="26">
                <a:moveTo>
                  <a:pt x="30" y="26"/>
                </a:moveTo>
                <a:lnTo>
                  <a:pt x="30" y="26"/>
                </a:lnTo>
                <a:lnTo>
                  <a:pt x="29" y="25"/>
                </a:lnTo>
                <a:lnTo>
                  <a:pt x="25" y="22"/>
                </a:lnTo>
                <a:lnTo>
                  <a:pt x="18" y="18"/>
                </a:lnTo>
                <a:lnTo>
                  <a:pt x="7" y="15"/>
                </a:lnTo>
                <a:lnTo>
                  <a:pt x="2" y="14"/>
                </a:lnTo>
                <a:lnTo>
                  <a:pt x="0" y="12"/>
                </a:lnTo>
                <a:lnTo>
                  <a:pt x="0" y="10"/>
                </a:lnTo>
                <a:lnTo>
                  <a:pt x="2" y="7"/>
                </a:lnTo>
                <a:lnTo>
                  <a:pt x="5" y="5"/>
                </a:lnTo>
                <a:lnTo>
                  <a:pt x="9" y="3"/>
                </a:lnTo>
                <a:lnTo>
                  <a:pt x="16" y="1"/>
                </a:lnTo>
                <a:lnTo>
                  <a:pt x="22" y="0"/>
                </a:lnTo>
                <a:lnTo>
                  <a:pt x="32" y="0"/>
                </a:lnTo>
                <a:lnTo>
                  <a:pt x="38" y="3"/>
                </a:lnTo>
                <a:lnTo>
                  <a:pt x="40" y="6"/>
                </a:lnTo>
                <a:lnTo>
                  <a:pt x="41" y="9"/>
                </a:lnTo>
                <a:lnTo>
                  <a:pt x="40" y="11"/>
                </a:lnTo>
                <a:lnTo>
                  <a:pt x="37" y="16"/>
                </a:lnTo>
                <a:lnTo>
                  <a:pt x="34" y="22"/>
                </a:lnTo>
                <a:lnTo>
                  <a:pt x="30"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19" name="Freeform 1076">
            <a:extLst>
              <a:ext uri="{FF2B5EF4-FFF2-40B4-BE49-F238E27FC236}">
                <a16:creationId xmlns:a16="http://schemas.microsoft.com/office/drawing/2014/main" id="{02A6C180-8F03-1214-4996-A3F2557D3B9D}"/>
              </a:ext>
            </a:extLst>
          </p:cNvPr>
          <p:cNvSpPr>
            <a:spLocks/>
          </p:cNvSpPr>
          <p:nvPr/>
        </p:nvSpPr>
        <p:spPr bwMode="auto">
          <a:xfrm>
            <a:off x="6388100" y="5445125"/>
            <a:ext cx="1588" cy="4763"/>
          </a:xfrm>
          <a:custGeom>
            <a:avLst/>
            <a:gdLst>
              <a:gd name="T0" fmla="*/ 0 w 14"/>
              <a:gd name="T1" fmla="*/ 2147483646 h 34"/>
              <a:gd name="T2" fmla="*/ 2147483646 w 14"/>
              <a:gd name="T3" fmla="*/ 2147483646 h 34"/>
              <a:gd name="T4" fmla="*/ 2147483646 w 14"/>
              <a:gd name="T5" fmla="*/ 0 h 34"/>
              <a:gd name="T6" fmla="*/ 2147483646 w 14"/>
              <a:gd name="T7" fmla="*/ 2147483646 h 34"/>
              <a:gd name="T8" fmla="*/ 2147483646 w 14"/>
              <a:gd name="T9" fmla="*/ 2147483646 h 34"/>
              <a:gd name="T10" fmla="*/ 2147483646 w 14"/>
              <a:gd name="T11" fmla="*/ 2147483646 h 34"/>
              <a:gd name="T12" fmla="*/ 0 w 14"/>
              <a:gd name="T13" fmla="*/ 2147483646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34">
                <a:moveTo>
                  <a:pt x="0" y="11"/>
                </a:moveTo>
                <a:lnTo>
                  <a:pt x="8" y="34"/>
                </a:lnTo>
                <a:lnTo>
                  <a:pt x="14" y="0"/>
                </a:lnTo>
                <a:lnTo>
                  <a:pt x="13" y="1"/>
                </a:lnTo>
                <a:lnTo>
                  <a:pt x="9" y="4"/>
                </a:lnTo>
                <a:lnTo>
                  <a:pt x="5" y="7"/>
                </a:lnTo>
                <a:lnTo>
                  <a:pt x="0" y="11"/>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20" name="Freeform 1077">
            <a:extLst>
              <a:ext uri="{FF2B5EF4-FFF2-40B4-BE49-F238E27FC236}">
                <a16:creationId xmlns:a16="http://schemas.microsoft.com/office/drawing/2014/main" id="{3DE7DC02-B8FC-D4F7-0ABF-C005566DB124}"/>
              </a:ext>
            </a:extLst>
          </p:cNvPr>
          <p:cNvSpPr>
            <a:spLocks/>
          </p:cNvSpPr>
          <p:nvPr/>
        </p:nvSpPr>
        <p:spPr bwMode="auto">
          <a:xfrm>
            <a:off x="6388100" y="5445125"/>
            <a:ext cx="1588" cy="4763"/>
          </a:xfrm>
          <a:custGeom>
            <a:avLst/>
            <a:gdLst>
              <a:gd name="T0" fmla="*/ 0 w 14"/>
              <a:gd name="T1" fmla="*/ 2147483646 h 34"/>
              <a:gd name="T2" fmla="*/ 2147483646 w 14"/>
              <a:gd name="T3" fmla="*/ 2147483646 h 34"/>
              <a:gd name="T4" fmla="*/ 2147483646 w 14"/>
              <a:gd name="T5" fmla="*/ 0 h 34"/>
              <a:gd name="T6" fmla="*/ 2147483646 w 14"/>
              <a:gd name="T7" fmla="*/ 0 h 34"/>
              <a:gd name="T8" fmla="*/ 2147483646 w 14"/>
              <a:gd name="T9" fmla="*/ 2147483646 h 34"/>
              <a:gd name="T10" fmla="*/ 2147483646 w 14"/>
              <a:gd name="T11" fmla="*/ 2147483646 h 34"/>
              <a:gd name="T12" fmla="*/ 2147483646 w 14"/>
              <a:gd name="T13" fmla="*/ 2147483646 h 34"/>
              <a:gd name="T14" fmla="*/ 0 w 14"/>
              <a:gd name="T15" fmla="*/ 2147483646 h 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34">
                <a:moveTo>
                  <a:pt x="0" y="11"/>
                </a:moveTo>
                <a:lnTo>
                  <a:pt x="8" y="34"/>
                </a:lnTo>
                <a:lnTo>
                  <a:pt x="14" y="0"/>
                </a:lnTo>
                <a:lnTo>
                  <a:pt x="13" y="1"/>
                </a:lnTo>
                <a:lnTo>
                  <a:pt x="9" y="4"/>
                </a:lnTo>
                <a:lnTo>
                  <a:pt x="5" y="7"/>
                </a:lnTo>
                <a:lnTo>
                  <a:pt x="0" y="1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21" name="Freeform 1078">
            <a:extLst>
              <a:ext uri="{FF2B5EF4-FFF2-40B4-BE49-F238E27FC236}">
                <a16:creationId xmlns:a16="http://schemas.microsoft.com/office/drawing/2014/main" id="{B4FB08B9-0FAC-C0E4-56E1-5160B7C66481}"/>
              </a:ext>
            </a:extLst>
          </p:cNvPr>
          <p:cNvSpPr>
            <a:spLocks/>
          </p:cNvSpPr>
          <p:nvPr/>
        </p:nvSpPr>
        <p:spPr bwMode="auto">
          <a:xfrm>
            <a:off x="6365875" y="5430838"/>
            <a:ext cx="4763" cy="4762"/>
          </a:xfrm>
          <a:custGeom>
            <a:avLst/>
            <a:gdLst>
              <a:gd name="T0" fmla="*/ 2147483646 w 23"/>
              <a:gd name="T1" fmla="*/ 2147483646 h 31"/>
              <a:gd name="T2" fmla="*/ 2147483646 w 23"/>
              <a:gd name="T3" fmla="*/ 2147483646 h 31"/>
              <a:gd name="T4" fmla="*/ 2147483646 w 23"/>
              <a:gd name="T5" fmla="*/ 2147483646 h 31"/>
              <a:gd name="T6" fmla="*/ 2147483646 w 23"/>
              <a:gd name="T7" fmla="*/ 0 h 31"/>
              <a:gd name="T8" fmla="*/ 2147483646 w 23"/>
              <a:gd name="T9" fmla="*/ 2147483646 h 31"/>
              <a:gd name="T10" fmla="*/ 0 w 23"/>
              <a:gd name="T11" fmla="*/ 2147483646 h 31"/>
              <a:gd name="T12" fmla="*/ 2147483646 w 23"/>
              <a:gd name="T13" fmla="*/ 2147483646 h 31"/>
              <a:gd name="T14" fmla="*/ 2147483646 w 23"/>
              <a:gd name="T15" fmla="*/ 2147483646 h 31"/>
              <a:gd name="T16" fmla="*/ 2147483646 w 23"/>
              <a:gd name="T17" fmla="*/ 2147483646 h 31"/>
              <a:gd name="T18" fmla="*/ 2147483646 w 23"/>
              <a:gd name="T19" fmla="*/ 2147483646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31">
                <a:moveTo>
                  <a:pt x="21" y="27"/>
                </a:moveTo>
                <a:lnTo>
                  <a:pt x="23" y="4"/>
                </a:lnTo>
                <a:lnTo>
                  <a:pt x="20" y="2"/>
                </a:lnTo>
                <a:lnTo>
                  <a:pt x="12" y="0"/>
                </a:lnTo>
                <a:lnTo>
                  <a:pt x="4" y="2"/>
                </a:lnTo>
                <a:lnTo>
                  <a:pt x="0" y="12"/>
                </a:lnTo>
                <a:lnTo>
                  <a:pt x="2" y="25"/>
                </a:lnTo>
                <a:lnTo>
                  <a:pt x="8" y="30"/>
                </a:lnTo>
                <a:lnTo>
                  <a:pt x="15" y="31"/>
                </a:lnTo>
                <a:lnTo>
                  <a:pt x="21" y="2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22" name="Freeform 1079">
            <a:extLst>
              <a:ext uri="{FF2B5EF4-FFF2-40B4-BE49-F238E27FC236}">
                <a16:creationId xmlns:a16="http://schemas.microsoft.com/office/drawing/2014/main" id="{D07CAC21-743E-1FC3-B3AB-FFE15C2F1A6C}"/>
              </a:ext>
            </a:extLst>
          </p:cNvPr>
          <p:cNvSpPr>
            <a:spLocks/>
          </p:cNvSpPr>
          <p:nvPr/>
        </p:nvSpPr>
        <p:spPr bwMode="auto">
          <a:xfrm>
            <a:off x="6365875" y="5430838"/>
            <a:ext cx="4763" cy="4762"/>
          </a:xfrm>
          <a:custGeom>
            <a:avLst/>
            <a:gdLst>
              <a:gd name="T0" fmla="*/ 2147483646 w 23"/>
              <a:gd name="T1" fmla="*/ 2147483646 h 31"/>
              <a:gd name="T2" fmla="*/ 2147483646 w 23"/>
              <a:gd name="T3" fmla="*/ 2147483646 h 31"/>
              <a:gd name="T4" fmla="*/ 2147483646 w 23"/>
              <a:gd name="T5" fmla="*/ 2147483646 h 31"/>
              <a:gd name="T6" fmla="*/ 2147483646 w 23"/>
              <a:gd name="T7" fmla="*/ 2147483646 h 31"/>
              <a:gd name="T8" fmla="*/ 2147483646 w 23"/>
              <a:gd name="T9" fmla="*/ 0 h 31"/>
              <a:gd name="T10" fmla="*/ 2147483646 w 23"/>
              <a:gd name="T11" fmla="*/ 2147483646 h 31"/>
              <a:gd name="T12" fmla="*/ 0 w 23"/>
              <a:gd name="T13" fmla="*/ 2147483646 h 31"/>
              <a:gd name="T14" fmla="*/ 0 w 23"/>
              <a:gd name="T15" fmla="*/ 2147483646 h 31"/>
              <a:gd name="T16" fmla="*/ 2147483646 w 23"/>
              <a:gd name="T17" fmla="*/ 2147483646 h 31"/>
              <a:gd name="T18" fmla="*/ 2147483646 w 23"/>
              <a:gd name="T19" fmla="*/ 2147483646 h 31"/>
              <a:gd name="T20" fmla="*/ 2147483646 w 23"/>
              <a:gd name="T21" fmla="*/ 2147483646 h 31"/>
              <a:gd name="T22" fmla="*/ 2147483646 w 23"/>
              <a:gd name="T23" fmla="*/ 2147483646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 h="31">
                <a:moveTo>
                  <a:pt x="21" y="27"/>
                </a:moveTo>
                <a:lnTo>
                  <a:pt x="23" y="4"/>
                </a:lnTo>
                <a:lnTo>
                  <a:pt x="20" y="2"/>
                </a:lnTo>
                <a:lnTo>
                  <a:pt x="12" y="0"/>
                </a:lnTo>
                <a:lnTo>
                  <a:pt x="4" y="2"/>
                </a:lnTo>
                <a:lnTo>
                  <a:pt x="0" y="12"/>
                </a:lnTo>
                <a:lnTo>
                  <a:pt x="2" y="25"/>
                </a:lnTo>
                <a:lnTo>
                  <a:pt x="8" y="30"/>
                </a:lnTo>
                <a:lnTo>
                  <a:pt x="15" y="31"/>
                </a:lnTo>
                <a:lnTo>
                  <a:pt x="21" y="2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23" name="Freeform 1080">
            <a:extLst>
              <a:ext uri="{FF2B5EF4-FFF2-40B4-BE49-F238E27FC236}">
                <a16:creationId xmlns:a16="http://schemas.microsoft.com/office/drawing/2014/main" id="{9155DA51-35BB-4B6D-E414-017D540B2921}"/>
              </a:ext>
            </a:extLst>
          </p:cNvPr>
          <p:cNvSpPr>
            <a:spLocks/>
          </p:cNvSpPr>
          <p:nvPr/>
        </p:nvSpPr>
        <p:spPr bwMode="auto">
          <a:xfrm>
            <a:off x="6373813" y="5397500"/>
            <a:ext cx="4762" cy="4763"/>
          </a:xfrm>
          <a:custGeom>
            <a:avLst/>
            <a:gdLst>
              <a:gd name="T0" fmla="*/ 2147483646 w 32"/>
              <a:gd name="T1" fmla="*/ 2147483646 h 39"/>
              <a:gd name="T2" fmla="*/ 2147483646 w 32"/>
              <a:gd name="T3" fmla="*/ 0 h 39"/>
              <a:gd name="T4" fmla="*/ 2147483646 w 32"/>
              <a:gd name="T5" fmla="*/ 2147483646 h 39"/>
              <a:gd name="T6" fmla="*/ 2147483646 w 32"/>
              <a:gd name="T7" fmla="*/ 2147483646 h 39"/>
              <a:gd name="T8" fmla="*/ 0 w 32"/>
              <a:gd name="T9" fmla="*/ 2147483646 h 39"/>
              <a:gd name="T10" fmla="*/ 2147483646 w 32"/>
              <a:gd name="T11" fmla="*/ 2147483646 h 39"/>
              <a:gd name="T12" fmla="*/ 2147483646 w 32"/>
              <a:gd name="T13" fmla="*/ 2147483646 h 39"/>
              <a:gd name="T14" fmla="*/ 2147483646 w 32"/>
              <a:gd name="T15" fmla="*/ 2147483646 h 39"/>
              <a:gd name="T16" fmla="*/ 2147483646 w 32"/>
              <a:gd name="T17" fmla="*/ 2147483646 h 39"/>
              <a:gd name="T18" fmla="*/ 2147483646 w 32"/>
              <a:gd name="T19" fmla="*/ 2147483646 h 39"/>
              <a:gd name="T20" fmla="*/ 2147483646 w 32"/>
              <a:gd name="T21" fmla="*/ 2147483646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2" h="39">
                <a:moveTo>
                  <a:pt x="32" y="28"/>
                </a:moveTo>
                <a:lnTo>
                  <a:pt x="32" y="0"/>
                </a:lnTo>
                <a:lnTo>
                  <a:pt x="6" y="20"/>
                </a:lnTo>
                <a:lnTo>
                  <a:pt x="4" y="24"/>
                </a:lnTo>
                <a:lnTo>
                  <a:pt x="0" y="32"/>
                </a:lnTo>
                <a:lnTo>
                  <a:pt x="1" y="39"/>
                </a:lnTo>
                <a:lnTo>
                  <a:pt x="12" y="39"/>
                </a:lnTo>
                <a:lnTo>
                  <a:pt x="23" y="35"/>
                </a:lnTo>
                <a:lnTo>
                  <a:pt x="27" y="33"/>
                </a:lnTo>
                <a:lnTo>
                  <a:pt x="29" y="32"/>
                </a:lnTo>
                <a:lnTo>
                  <a:pt x="32" y="2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24" name="Freeform 1081">
            <a:extLst>
              <a:ext uri="{FF2B5EF4-FFF2-40B4-BE49-F238E27FC236}">
                <a16:creationId xmlns:a16="http://schemas.microsoft.com/office/drawing/2014/main" id="{38A033EB-8291-336A-B132-63FB1BC40C39}"/>
              </a:ext>
            </a:extLst>
          </p:cNvPr>
          <p:cNvSpPr>
            <a:spLocks/>
          </p:cNvSpPr>
          <p:nvPr/>
        </p:nvSpPr>
        <p:spPr bwMode="auto">
          <a:xfrm>
            <a:off x="6373813" y="5397500"/>
            <a:ext cx="4762" cy="4763"/>
          </a:xfrm>
          <a:custGeom>
            <a:avLst/>
            <a:gdLst>
              <a:gd name="T0" fmla="*/ 2147483646 w 32"/>
              <a:gd name="T1" fmla="*/ 2147483646 h 39"/>
              <a:gd name="T2" fmla="*/ 2147483646 w 32"/>
              <a:gd name="T3" fmla="*/ 0 h 39"/>
              <a:gd name="T4" fmla="*/ 2147483646 w 32"/>
              <a:gd name="T5" fmla="*/ 2147483646 h 39"/>
              <a:gd name="T6" fmla="*/ 2147483646 w 32"/>
              <a:gd name="T7" fmla="*/ 2147483646 h 39"/>
              <a:gd name="T8" fmla="*/ 2147483646 w 32"/>
              <a:gd name="T9" fmla="*/ 2147483646 h 39"/>
              <a:gd name="T10" fmla="*/ 0 w 32"/>
              <a:gd name="T11" fmla="*/ 2147483646 h 39"/>
              <a:gd name="T12" fmla="*/ 2147483646 w 32"/>
              <a:gd name="T13" fmla="*/ 2147483646 h 39"/>
              <a:gd name="T14" fmla="*/ 2147483646 w 32"/>
              <a:gd name="T15" fmla="*/ 2147483646 h 39"/>
              <a:gd name="T16" fmla="*/ 2147483646 w 32"/>
              <a:gd name="T17" fmla="*/ 2147483646 h 39"/>
              <a:gd name="T18" fmla="*/ 2147483646 w 32"/>
              <a:gd name="T19" fmla="*/ 2147483646 h 39"/>
              <a:gd name="T20" fmla="*/ 2147483646 w 32"/>
              <a:gd name="T21" fmla="*/ 2147483646 h 39"/>
              <a:gd name="T22" fmla="*/ 2147483646 w 32"/>
              <a:gd name="T23" fmla="*/ 2147483646 h 39"/>
              <a:gd name="T24" fmla="*/ 2147483646 w 32"/>
              <a:gd name="T25" fmla="*/ 2147483646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39">
                <a:moveTo>
                  <a:pt x="32" y="28"/>
                </a:moveTo>
                <a:lnTo>
                  <a:pt x="32" y="0"/>
                </a:lnTo>
                <a:lnTo>
                  <a:pt x="6" y="20"/>
                </a:lnTo>
                <a:lnTo>
                  <a:pt x="4" y="24"/>
                </a:lnTo>
                <a:lnTo>
                  <a:pt x="0" y="32"/>
                </a:lnTo>
                <a:lnTo>
                  <a:pt x="1" y="39"/>
                </a:lnTo>
                <a:lnTo>
                  <a:pt x="12" y="39"/>
                </a:lnTo>
                <a:lnTo>
                  <a:pt x="23" y="35"/>
                </a:lnTo>
                <a:lnTo>
                  <a:pt x="27" y="33"/>
                </a:lnTo>
                <a:lnTo>
                  <a:pt x="29" y="32"/>
                </a:lnTo>
                <a:lnTo>
                  <a:pt x="32" y="2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25" name="Freeform 1082">
            <a:extLst>
              <a:ext uri="{FF2B5EF4-FFF2-40B4-BE49-F238E27FC236}">
                <a16:creationId xmlns:a16="http://schemas.microsoft.com/office/drawing/2014/main" id="{209CC58D-3650-D0B9-D90C-8980981C93A2}"/>
              </a:ext>
            </a:extLst>
          </p:cNvPr>
          <p:cNvSpPr>
            <a:spLocks/>
          </p:cNvSpPr>
          <p:nvPr/>
        </p:nvSpPr>
        <p:spPr bwMode="auto">
          <a:xfrm>
            <a:off x="6380163" y="5378450"/>
            <a:ext cx="19050" cy="12700"/>
          </a:xfrm>
          <a:custGeom>
            <a:avLst/>
            <a:gdLst>
              <a:gd name="T0" fmla="*/ 2147483646 w 120"/>
              <a:gd name="T1" fmla="*/ 2147483646 h 85"/>
              <a:gd name="T2" fmla="*/ 2147483646 w 120"/>
              <a:gd name="T3" fmla="*/ 2147483646 h 85"/>
              <a:gd name="T4" fmla="*/ 2147483646 w 120"/>
              <a:gd name="T5" fmla="*/ 2147483646 h 85"/>
              <a:gd name="T6" fmla="*/ 2147483646 w 120"/>
              <a:gd name="T7" fmla="*/ 2147483646 h 85"/>
              <a:gd name="T8" fmla="*/ 2147483646 w 120"/>
              <a:gd name="T9" fmla="*/ 2147483646 h 85"/>
              <a:gd name="T10" fmla="*/ 2147483646 w 120"/>
              <a:gd name="T11" fmla="*/ 2147483646 h 85"/>
              <a:gd name="T12" fmla="*/ 2147483646 w 120"/>
              <a:gd name="T13" fmla="*/ 2147483646 h 85"/>
              <a:gd name="T14" fmla="*/ 2147483646 w 120"/>
              <a:gd name="T15" fmla="*/ 2147483646 h 85"/>
              <a:gd name="T16" fmla="*/ 2147483646 w 120"/>
              <a:gd name="T17" fmla="*/ 2147483646 h 85"/>
              <a:gd name="T18" fmla="*/ 2147483646 w 120"/>
              <a:gd name="T19" fmla="*/ 2147483646 h 85"/>
              <a:gd name="T20" fmla="*/ 2147483646 w 120"/>
              <a:gd name="T21" fmla="*/ 2147483646 h 85"/>
              <a:gd name="T22" fmla="*/ 2147483646 w 120"/>
              <a:gd name="T23" fmla="*/ 2147483646 h 85"/>
              <a:gd name="T24" fmla="*/ 2147483646 w 120"/>
              <a:gd name="T25" fmla="*/ 2147483646 h 85"/>
              <a:gd name="T26" fmla="*/ 2147483646 w 120"/>
              <a:gd name="T27" fmla="*/ 2147483646 h 85"/>
              <a:gd name="T28" fmla="*/ 2147483646 w 120"/>
              <a:gd name="T29" fmla="*/ 2147483646 h 85"/>
              <a:gd name="T30" fmla="*/ 2147483646 w 120"/>
              <a:gd name="T31" fmla="*/ 2147483646 h 85"/>
              <a:gd name="T32" fmla="*/ 2147483646 w 120"/>
              <a:gd name="T33" fmla="*/ 2147483646 h 85"/>
              <a:gd name="T34" fmla="*/ 2147483646 w 120"/>
              <a:gd name="T35" fmla="*/ 2147483646 h 85"/>
              <a:gd name="T36" fmla="*/ 2147483646 w 120"/>
              <a:gd name="T37" fmla="*/ 2147483646 h 85"/>
              <a:gd name="T38" fmla="*/ 2147483646 w 120"/>
              <a:gd name="T39" fmla="*/ 2147483646 h 85"/>
              <a:gd name="T40" fmla="*/ 2147483646 w 120"/>
              <a:gd name="T41" fmla="*/ 2147483646 h 85"/>
              <a:gd name="T42" fmla="*/ 2147483646 w 120"/>
              <a:gd name="T43" fmla="*/ 2147483646 h 85"/>
              <a:gd name="T44" fmla="*/ 2147483646 w 120"/>
              <a:gd name="T45" fmla="*/ 2147483646 h 85"/>
              <a:gd name="T46" fmla="*/ 2147483646 w 120"/>
              <a:gd name="T47" fmla="*/ 2147483646 h 85"/>
              <a:gd name="T48" fmla="*/ 2147483646 w 120"/>
              <a:gd name="T49" fmla="*/ 2147483646 h 85"/>
              <a:gd name="T50" fmla="*/ 2147483646 w 120"/>
              <a:gd name="T51" fmla="*/ 2147483646 h 85"/>
              <a:gd name="T52" fmla="*/ 0 w 120"/>
              <a:gd name="T53" fmla="*/ 2147483646 h 85"/>
              <a:gd name="T54" fmla="*/ 0 w 120"/>
              <a:gd name="T55" fmla="*/ 2147483646 h 85"/>
              <a:gd name="T56" fmla="*/ 2147483646 w 120"/>
              <a:gd name="T57" fmla="*/ 2147483646 h 85"/>
              <a:gd name="T58" fmla="*/ 2147483646 w 120"/>
              <a:gd name="T59" fmla="*/ 2147483646 h 85"/>
              <a:gd name="T60" fmla="*/ 2147483646 w 120"/>
              <a:gd name="T61" fmla="*/ 2147483646 h 85"/>
              <a:gd name="T62" fmla="*/ 2147483646 w 120"/>
              <a:gd name="T63" fmla="*/ 2147483646 h 85"/>
              <a:gd name="T64" fmla="*/ 2147483646 w 120"/>
              <a:gd name="T65" fmla="*/ 2147483646 h 85"/>
              <a:gd name="T66" fmla="*/ 2147483646 w 120"/>
              <a:gd name="T67" fmla="*/ 2147483646 h 85"/>
              <a:gd name="T68" fmla="*/ 2147483646 w 120"/>
              <a:gd name="T69" fmla="*/ 2147483646 h 85"/>
              <a:gd name="T70" fmla="*/ 2147483646 w 120"/>
              <a:gd name="T71" fmla="*/ 2147483646 h 85"/>
              <a:gd name="T72" fmla="*/ 2147483646 w 120"/>
              <a:gd name="T73" fmla="*/ 2147483646 h 85"/>
              <a:gd name="T74" fmla="*/ 2147483646 w 120"/>
              <a:gd name="T75" fmla="*/ 2147483646 h 85"/>
              <a:gd name="T76" fmla="*/ 2147483646 w 120"/>
              <a:gd name="T77" fmla="*/ 2147483646 h 85"/>
              <a:gd name="T78" fmla="*/ 2147483646 w 120"/>
              <a:gd name="T79" fmla="*/ 2147483646 h 85"/>
              <a:gd name="T80" fmla="*/ 2147483646 w 120"/>
              <a:gd name="T81" fmla="*/ 0 h 85"/>
              <a:gd name="T82" fmla="*/ 2147483646 w 120"/>
              <a:gd name="T83" fmla="*/ 2147483646 h 85"/>
              <a:gd name="T84" fmla="*/ 2147483646 w 120"/>
              <a:gd name="T85" fmla="*/ 2147483646 h 85"/>
              <a:gd name="T86" fmla="*/ 2147483646 w 120"/>
              <a:gd name="T87" fmla="*/ 2147483646 h 85"/>
              <a:gd name="T88" fmla="*/ 2147483646 w 120"/>
              <a:gd name="T89" fmla="*/ 2147483646 h 85"/>
              <a:gd name="T90" fmla="*/ 2147483646 w 120"/>
              <a:gd name="T91" fmla="*/ 2147483646 h 85"/>
              <a:gd name="T92" fmla="*/ 2147483646 w 120"/>
              <a:gd name="T93" fmla="*/ 2147483646 h 85"/>
              <a:gd name="T94" fmla="*/ 2147483646 w 120"/>
              <a:gd name="T95" fmla="*/ 2147483646 h 85"/>
              <a:gd name="T96" fmla="*/ 2147483646 w 120"/>
              <a:gd name="T97" fmla="*/ 2147483646 h 85"/>
              <a:gd name="T98" fmla="*/ 2147483646 w 120"/>
              <a:gd name="T99" fmla="*/ 2147483646 h 85"/>
              <a:gd name="T100" fmla="*/ 2147483646 w 120"/>
              <a:gd name="T101" fmla="*/ 2147483646 h 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0" h="85">
                <a:moveTo>
                  <a:pt x="90" y="30"/>
                </a:moveTo>
                <a:lnTo>
                  <a:pt x="64" y="30"/>
                </a:lnTo>
                <a:lnTo>
                  <a:pt x="48" y="44"/>
                </a:lnTo>
                <a:lnTo>
                  <a:pt x="45" y="42"/>
                </a:lnTo>
                <a:lnTo>
                  <a:pt x="40" y="38"/>
                </a:lnTo>
                <a:lnTo>
                  <a:pt x="33" y="39"/>
                </a:lnTo>
                <a:lnTo>
                  <a:pt x="29" y="47"/>
                </a:lnTo>
                <a:lnTo>
                  <a:pt x="28" y="53"/>
                </a:lnTo>
                <a:lnTo>
                  <a:pt x="27" y="57"/>
                </a:lnTo>
                <a:lnTo>
                  <a:pt x="26" y="60"/>
                </a:lnTo>
                <a:lnTo>
                  <a:pt x="25" y="63"/>
                </a:lnTo>
                <a:lnTo>
                  <a:pt x="23" y="66"/>
                </a:lnTo>
                <a:lnTo>
                  <a:pt x="22" y="69"/>
                </a:lnTo>
                <a:lnTo>
                  <a:pt x="21" y="73"/>
                </a:lnTo>
                <a:lnTo>
                  <a:pt x="19" y="78"/>
                </a:lnTo>
                <a:lnTo>
                  <a:pt x="17" y="83"/>
                </a:lnTo>
                <a:lnTo>
                  <a:pt x="14" y="85"/>
                </a:lnTo>
                <a:lnTo>
                  <a:pt x="12" y="84"/>
                </a:lnTo>
                <a:lnTo>
                  <a:pt x="9" y="82"/>
                </a:lnTo>
                <a:lnTo>
                  <a:pt x="7" y="79"/>
                </a:lnTo>
                <a:lnTo>
                  <a:pt x="5" y="74"/>
                </a:lnTo>
                <a:lnTo>
                  <a:pt x="3" y="69"/>
                </a:lnTo>
                <a:lnTo>
                  <a:pt x="3" y="63"/>
                </a:lnTo>
                <a:lnTo>
                  <a:pt x="3" y="57"/>
                </a:lnTo>
                <a:lnTo>
                  <a:pt x="2" y="50"/>
                </a:lnTo>
                <a:lnTo>
                  <a:pt x="1" y="43"/>
                </a:lnTo>
                <a:lnTo>
                  <a:pt x="0" y="36"/>
                </a:lnTo>
                <a:lnTo>
                  <a:pt x="0" y="31"/>
                </a:lnTo>
                <a:lnTo>
                  <a:pt x="2" y="27"/>
                </a:lnTo>
                <a:lnTo>
                  <a:pt x="5" y="26"/>
                </a:lnTo>
                <a:lnTo>
                  <a:pt x="11" y="28"/>
                </a:lnTo>
                <a:lnTo>
                  <a:pt x="23" y="31"/>
                </a:lnTo>
                <a:lnTo>
                  <a:pt x="32" y="28"/>
                </a:lnTo>
                <a:lnTo>
                  <a:pt x="36" y="22"/>
                </a:lnTo>
                <a:lnTo>
                  <a:pt x="37" y="19"/>
                </a:lnTo>
                <a:lnTo>
                  <a:pt x="38" y="18"/>
                </a:lnTo>
                <a:lnTo>
                  <a:pt x="41" y="14"/>
                </a:lnTo>
                <a:lnTo>
                  <a:pt x="46" y="10"/>
                </a:lnTo>
                <a:lnTo>
                  <a:pt x="52" y="5"/>
                </a:lnTo>
                <a:lnTo>
                  <a:pt x="59" y="2"/>
                </a:lnTo>
                <a:lnTo>
                  <a:pt x="66" y="0"/>
                </a:lnTo>
                <a:lnTo>
                  <a:pt x="75" y="1"/>
                </a:lnTo>
                <a:lnTo>
                  <a:pt x="82" y="5"/>
                </a:lnTo>
                <a:lnTo>
                  <a:pt x="90" y="11"/>
                </a:lnTo>
                <a:lnTo>
                  <a:pt x="100" y="16"/>
                </a:lnTo>
                <a:lnTo>
                  <a:pt x="109" y="20"/>
                </a:lnTo>
                <a:lnTo>
                  <a:pt x="117" y="23"/>
                </a:lnTo>
                <a:lnTo>
                  <a:pt x="120" y="25"/>
                </a:lnTo>
                <a:lnTo>
                  <a:pt x="118" y="27"/>
                </a:lnTo>
                <a:lnTo>
                  <a:pt x="109" y="29"/>
                </a:lnTo>
                <a:lnTo>
                  <a:pt x="90" y="3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26" name="Freeform 1083">
            <a:extLst>
              <a:ext uri="{FF2B5EF4-FFF2-40B4-BE49-F238E27FC236}">
                <a16:creationId xmlns:a16="http://schemas.microsoft.com/office/drawing/2014/main" id="{D7B71920-089C-44A8-02C8-733CF9187B0E}"/>
              </a:ext>
            </a:extLst>
          </p:cNvPr>
          <p:cNvSpPr>
            <a:spLocks/>
          </p:cNvSpPr>
          <p:nvPr/>
        </p:nvSpPr>
        <p:spPr bwMode="auto">
          <a:xfrm>
            <a:off x="6380163" y="5378450"/>
            <a:ext cx="19050" cy="12700"/>
          </a:xfrm>
          <a:custGeom>
            <a:avLst/>
            <a:gdLst>
              <a:gd name="T0" fmla="*/ 2147483646 w 120"/>
              <a:gd name="T1" fmla="*/ 2147483646 h 85"/>
              <a:gd name="T2" fmla="*/ 2147483646 w 120"/>
              <a:gd name="T3" fmla="*/ 2147483646 h 85"/>
              <a:gd name="T4" fmla="*/ 2147483646 w 120"/>
              <a:gd name="T5" fmla="*/ 2147483646 h 85"/>
              <a:gd name="T6" fmla="*/ 2147483646 w 120"/>
              <a:gd name="T7" fmla="*/ 2147483646 h 85"/>
              <a:gd name="T8" fmla="*/ 2147483646 w 120"/>
              <a:gd name="T9" fmla="*/ 2147483646 h 85"/>
              <a:gd name="T10" fmla="*/ 2147483646 w 120"/>
              <a:gd name="T11" fmla="*/ 2147483646 h 85"/>
              <a:gd name="T12" fmla="*/ 2147483646 w 120"/>
              <a:gd name="T13" fmla="*/ 2147483646 h 85"/>
              <a:gd name="T14" fmla="*/ 2147483646 w 120"/>
              <a:gd name="T15" fmla="*/ 2147483646 h 85"/>
              <a:gd name="T16" fmla="*/ 2147483646 w 120"/>
              <a:gd name="T17" fmla="*/ 2147483646 h 85"/>
              <a:gd name="T18" fmla="*/ 2147483646 w 120"/>
              <a:gd name="T19" fmla="*/ 2147483646 h 85"/>
              <a:gd name="T20" fmla="*/ 2147483646 w 120"/>
              <a:gd name="T21" fmla="*/ 2147483646 h 85"/>
              <a:gd name="T22" fmla="*/ 2147483646 w 120"/>
              <a:gd name="T23" fmla="*/ 2147483646 h 85"/>
              <a:gd name="T24" fmla="*/ 2147483646 w 120"/>
              <a:gd name="T25" fmla="*/ 2147483646 h 85"/>
              <a:gd name="T26" fmla="*/ 2147483646 w 120"/>
              <a:gd name="T27" fmla="*/ 2147483646 h 85"/>
              <a:gd name="T28" fmla="*/ 2147483646 w 120"/>
              <a:gd name="T29" fmla="*/ 2147483646 h 85"/>
              <a:gd name="T30" fmla="*/ 2147483646 w 120"/>
              <a:gd name="T31" fmla="*/ 2147483646 h 85"/>
              <a:gd name="T32" fmla="*/ 2147483646 w 120"/>
              <a:gd name="T33" fmla="*/ 2147483646 h 85"/>
              <a:gd name="T34" fmla="*/ 2147483646 w 120"/>
              <a:gd name="T35" fmla="*/ 2147483646 h 85"/>
              <a:gd name="T36" fmla="*/ 2147483646 w 120"/>
              <a:gd name="T37" fmla="*/ 2147483646 h 85"/>
              <a:gd name="T38" fmla="*/ 2147483646 w 120"/>
              <a:gd name="T39" fmla="*/ 2147483646 h 85"/>
              <a:gd name="T40" fmla="*/ 2147483646 w 120"/>
              <a:gd name="T41" fmla="*/ 2147483646 h 85"/>
              <a:gd name="T42" fmla="*/ 2147483646 w 120"/>
              <a:gd name="T43" fmla="*/ 2147483646 h 85"/>
              <a:gd name="T44" fmla="*/ 2147483646 w 120"/>
              <a:gd name="T45" fmla="*/ 2147483646 h 85"/>
              <a:gd name="T46" fmla="*/ 2147483646 w 120"/>
              <a:gd name="T47" fmla="*/ 2147483646 h 85"/>
              <a:gd name="T48" fmla="*/ 2147483646 w 120"/>
              <a:gd name="T49" fmla="*/ 2147483646 h 85"/>
              <a:gd name="T50" fmla="*/ 2147483646 w 120"/>
              <a:gd name="T51" fmla="*/ 2147483646 h 85"/>
              <a:gd name="T52" fmla="*/ 2147483646 w 120"/>
              <a:gd name="T53" fmla="*/ 2147483646 h 85"/>
              <a:gd name="T54" fmla="*/ 2147483646 w 120"/>
              <a:gd name="T55" fmla="*/ 2147483646 h 85"/>
              <a:gd name="T56" fmla="*/ 2147483646 w 120"/>
              <a:gd name="T57" fmla="*/ 2147483646 h 85"/>
              <a:gd name="T58" fmla="*/ 2147483646 w 120"/>
              <a:gd name="T59" fmla="*/ 2147483646 h 85"/>
              <a:gd name="T60" fmla="*/ 0 w 120"/>
              <a:gd name="T61" fmla="*/ 2147483646 h 85"/>
              <a:gd name="T62" fmla="*/ 0 w 120"/>
              <a:gd name="T63" fmla="*/ 2147483646 h 85"/>
              <a:gd name="T64" fmla="*/ 2147483646 w 120"/>
              <a:gd name="T65" fmla="*/ 2147483646 h 85"/>
              <a:gd name="T66" fmla="*/ 2147483646 w 120"/>
              <a:gd name="T67" fmla="*/ 2147483646 h 85"/>
              <a:gd name="T68" fmla="*/ 2147483646 w 120"/>
              <a:gd name="T69" fmla="*/ 2147483646 h 85"/>
              <a:gd name="T70" fmla="*/ 2147483646 w 120"/>
              <a:gd name="T71" fmla="*/ 2147483646 h 85"/>
              <a:gd name="T72" fmla="*/ 2147483646 w 120"/>
              <a:gd name="T73" fmla="*/ 2147483646 h 85"/>
              <a:gd name="T74" fmla="*/ 2147483646 w 120"/>
              <a:gd name="T75" fmla="*/ 2147483646 h 85"/>
              <a:gd name="T76" fmla="*/ 2147483646 w 120"/>
              <a:gd name="T77" fmla="*/ 2147483646 h 85"/>
              <a:gd name="T78" fmla="*/ 2147483646 w 120"/>
              <a:gd name="T79" fmla="*/ 2147483646 h 85"/>
              <a:gd name="T80" fmla="*/ 2147483646 w 120"/>
              <a:gd name="T81" fmla="*/ 2147483646 h 85"/>
              <a:gd name="T82" fmla="*/ 2147483646 w 120"/>
              <a:gd name="T83" fmla="*/ 2147483646 h 85"/>
              <a:gd name="T84" fmla="*/ 2147483646 w 120"/>
              <a:gd name="T85" fmla="*/ 2147483646 h 85"/>
              <a:gd name="T86" fmla="*/ 2147483646 w 120"/>
              <a:gd name="T87" fmla="*/ 2147483646 h 85"/>
              <a:gd name="T88" fmla="*/ 2147483646 w 120"/>
              <a:gd name="T89" fmla="*/ 2147483646 h 85"/>
              <a:gd name="T90" fmla="*/ 2147483646 w 120"/>
              <a:gd name="T91" fmla="*/ 2147483646 h 85"/>
              <a:gd name="T92" fmla="*/ 2147483646 w 120"/>
              <a:gd name="T93" fmla="*/ 0 h 85"/>
              <a:gd name="T94" fmla="*/ 2147483646 w 120"/>
              <a:gd name="T95" fmla="*/ 2147483646 h 85"/>
              <a:gd name="T96" fmla="*/ 2147483646 w 120"/>
              <a:gd name="T97" fmla="*/ 2147483646 h 85"/>
              <a:gd name="T98" fmla="*/ 2147483646 w 120"/>
              <a:gd name="T99" fmla="*/ 2147483646 h 85"/>
              <a:gd name="T100" fmla="*/ 2147483646 w 120"/>
              <a:gd name="T101" fmla="*/ 2147483646 h 85"/>
              <a:gd name="T102" fmla="*/ 2147483646 w 120"/>
              <a:gd name="T103" fmla="*/ 2147483646 h 85"/>
              <a:gd name="T104" fmla="*/ 2147483646 w 120"/>
              <a:gd name="T105" fmla="*/ 2147483646 h 85"/>
              <a:gd name="T106" fmla="*/ 2147483646 w 120"/>
              <a:gd name="T107" fmla="*/ 2147483646 h 85"/>
              <a:gd name="T108" fmla="*/ 2147483646 w 120"/>
              <a:gd name="T109" fmla="*/ 2147483646 h 85"/>
              <a:gd name="T110" fmla="*/ 2147483646 w 120"/>
              <a:gd name="T111" fmla="*/ 2147483646 h 85"/>
              <a:gd name="T112" fmla="*/ 2147483646 w 120"/>
              <a:gd name="T113" fmla="*/ 2147483646 h 85"/>
              <a:gd name="T114" fmla="*/ 2147483646 w 120"/>
              <a:gd name="T115" fmla="*/ 2147483646 h 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0" h="85">
                <a:moveTo>
                  <a:pt x="90" y="30"/>
                </a:moveTo>
                <a:lnTo>
                  <a:pt x="64" y="30"/>
                </a:lnTo>
                <a:lnTo>
                  <a:pt x="48" y="44"/>
                </a:lnTo>
                <a:lnTo>
                  <a:pt x="45" y="42"/>
                </a:lnTo>
                <a:lnTo>
                  <a:pt x="40" y="38"/>
                </a:lnTo>
                <a:lnTo>
                  <a:pt x="33" y="39"/>
                </a:lnTo>
                <a:lnTo>
                  <a:pt x="29" y="47"/>
                </a:lnTo>
                <a:lnTo>
                  <a:pt x="28" y="53"/>
                </a:lnTo>
                <a:lnTo>
                  <a:pt x="27" y="57"/>
                </a:lnTo>
                <a:lnTo>
                  <a:pt x="26" y="60"/>
                </a:lnTo>
                <a:lnTo>
                  <a:pt x="25" y="63"/>
                </a:lnTo>
                <a:lnTo>
                  <a:pt x="23" y="66"/>
                </a:lnTo>
                <a:lnTo>
                  <a:pt x="22" y="69"/>
                </a:lnTo>
                <a:lnTo>
                  <a:pt x="21" y="73"/>
                </a:lnTo>
                <a:lnTo>
                  <a:pt x="19" y="78"/>
                </a:lnTo>
                <a:lnTo>
                  <a:pt x="17" y="83"/>
                </a:lnTo>
                <a:lnTo>
                  <a:pt x="14" y="85"/>
                </a:lnTo>
                <a:lnTo>
                  <a:pt x="12" y="84"/>
                </a:lnTo>
                <a:lnTo>
                  <a:pt x="9" y="82"/>
                </a:lnTo>
                <a:lnTo>
                  <a:pt x="7" y="79"/>
                </a:lnTo>
                <a:lnTo>
                  <a:pt x="5" y="74"/>
                </a:lnTo>
                <a:lnTo>
                  <a:pt x="3" y="69"/>
                </a:lnTo>
                <a:lnTo>
                  <a:pt x="3" y="63"/>
                </a:lnTo>
                <a:lnTo>
                  <a:pt x="3" y="57"/>
                </a:lnTo>
                <a:lnTo>
                  <a:pt x="2" y="50"/>
                </a:lnTo>
                <a:lnTo>
                  <a:pt x="1" y="43"/>
                </a:lnTo>
                <a:lnTo>
                  <a:pt x="0" y="36"/>
                </a:lnTo>
                <a:lnTo>
                  <a:pt x="0" y="31"/>
                </a:lnTo>
                <a:lnTo>
                  <a:pt x="2" y="27"/>
                </a:lnTo>
                <a:lnTo>
                  <a:pt x="5" y="26"/>
                </a:lnTo>
                <a:lnTo>
                  <a:pt x="11" y="28"/>
                </a:lnTo>
                <a:lnTo>
                  <a:pt x="23" y="31"/>
                </a:lnTo>
                <a:lnTo>
                  <a:pt x="32" y="28"/>
                </a:lnTo>
                <a:lnTo>
                  <a:pt x="36" y="22"/>
                </a:lnTo>
                <a:lnTo>
                  <a:pt x="37" y="19"/>
                </a:lnTo>
                <a:lnTo>
                  <a:pt x="38" y="18"/>
                </a:lnTo>
                <a:lnTo>
                  <a:pt x="41" y="14"/>
                </a:lnTo>
                <a:lnTo>
                  <a:pt x="46" y="10"/>
                </a:lnTo>
                <a:lnTo>
                  <a:pt x="52" y="5"/>
                </a:lnTo>
                <a:lnTo>
                  <a:pt x="59" y="2"/>
                </a:lnTo>
                <a:lnTo>
                  <a:pt x="66" y="0"/>
                </a:lnTo>
                <a:lnTo>
                  <a:pt x="75" y="1"/>
                </a:lnTo>
                <a:lnTo>
                  <a:pt x="82" y="5"/>
                </a:lnTo>
                <a:lnTo>
                  <a:pt x="90" y="11"/>
                </a:lnTo>
                <a:lnTo>
                  <a:pt x="100" y="16"/>
                </a:lnTo>
                <a:lnTo>
                  <a:pt x="109" y="20"/>
                </a:lnTo>
                <a:lnTo>
                  <a:pt x="117" y="23"/>
                </a:lnTo>
                <a:lnTo>
                  <a:pt x="120" y="25"/>
                </a:lnTo>
                <a:lnTo>
                  <a:pt x="118" y="27"/>
                </a:lnTo>
                <a:lnTo>
                  <a:pt x="109" y="29"/>
                </a:lnTo>
                <a:lnTo>
                  <a:pt x="9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27" name="Freeform 1084">
            <a:extLst>
              <a:ext uri="{FF2B5EF4-FFF2-40B4-BE49-F238E27FC236}">
                <a16:creationId xmlns:a16="http://schemas.microsoft.com/office/drawing/2014/main" id="{FE8C0B5A-2597-A058-4199-D4FB4CCC66CD}"/>
              </a:ext>
            </a:extLst>
          </p:cNvPr>
          <p:cNvSpPr>
            <a:spLocks/>
          </p:cNvSpPr>
          <p:nvPr/>
        </p:nvSpPr>
        <p:spPr bwMode="auto">
          <a:xfrm>
            <a:off x="6381750" y="5400675"/>
            <a:ext cx="42863" cy="28575"/>
          </a:xfrm>
          <a:custGeom>
            <a:avLst/>
            <a:gdLst>
              <a:gd name="T0" fmla="*/ 2147483646 w 250"/>
              <a:gd name="T1" fmla="*/ 2147483646 h 193"/>
              <a:gd name="T2" fmla="*/ 2147483646 w 250"/>
              <a:gd name="T3" fmla="*/ 2147483646 h 193"/>
              <a:gd name="T4" fmla="*/ 2147483646 w 250"/>
              <a:gd name="T5" fmla="*/ 2147483646 h 193"/>
              <a:gd name="T6" fmla="*/ 2147483646 w 250"/>
              <a:gd name="T7" fmla="*/ 2147483646 h 193"/>
              <a:gd name="T8" fmla="*/ 2147483646 w 250"/>
              <a:gd name="T9" fmla="*/ 2147483646 h 193"/>
              <a:gd name="T10" fmla="*/ 2147483646 w 250"/>
              <a:gd name="T11" fmla="*/ 2147483646 h 193"/>
              <a:gd name="T12" fmla="*/ 2147483646 w 250"/>
              <a:gd name="T13" fmla="*/ 2147483646 h 193"/>
              <a:gd name="T14" fmla="*/ 2147483646 w 250"/>
              <a:gd name="T15" fmla="*/ 2147483646 h 193"/>
              <a:gd name="T16" fmla="*/ 2147483646 w 250"/>
              <a:gd name="T17" fmla="*/ 2147483646 h 193"/>
              <a:gd name="T18" fmla="*/ 2147483646 w 250"/>
              <a:gd name="T19" fmla="*/ 2147483646 h 193"/>
              <a:gd name="T20" fmla="*/ 2147483646 w 250"/>
              <a:gd name="T21" fmla="*/ 2147483646 h 193"/>
              <a:gd name="T22" fmla="*/ 2147483646 w 250"/>
              <a:gd name="T23" fmla="*/ 2147483646 h 193"/>
              <a:gd name="T24" fmla="*/ 2147483646 w 250"/>
              <a:gd name="T25" fmla="*/ 2147483646 h 193"/>
              <a:gd name="T26" fmla="*/ 2147483646 w 250"/>
              <a:gd name="T27" fmla="*/ 2147483646 h 193"/>
              <a:gd name="T28" fmla="*/ 2147483646 w 250"/>
              <a:gd name="T29" fmla="*/ 2147483646 h 193"/>
              <a:gd name="T30" fmla="*/ 2147483646 w 250"/>
              <a:gd name="T31" fmla="*/ 2147483646 h 193"/>
              <a:gd name="T32" fmla="*/ 2147483646 w 250"/>
              <a:gd name="T33" fmla="*/ 2147483646 h 193"/>
              <a:gd name="T34" fmla="*/ 2147483646 w 250"/>
              <a:gd name="T35" fmla="*/ 2147483646 h 193"/>
              <a:gd name="T36" fmla="*/ 2147483646 w 250"/>
              <a:gd name="T37" fmla="*/ 2147483646 h 193"/>
              <a:gd name="T38" fmla="*/ 2147483646 w 250"/>
              <a:gd name="T39" fmla="*/ 2147483646 h 193"/>
              <a:gd name="T40" fmla="*/ 2147483646 w 250"/>
              <a:gd name="T41" fmla="*/ 2147483646 h 193"/>
              <a:gd name="T42" fmla="*/ 2147483646 w 250"/>
              <a:gd name="T43" fmla="*/ 2147483646 h 193"/>
              <a:gd name="T44" fmla="*/ 2147483646 w 250"/>
              <a:gd name="T45" fmla="*/ 2147483646 h 193"/>
              <a:gd name="T46" fmla="*/ 2147483646 w 250"/>
              <a:gd name="T47" fmla="*/ 2147483646 h 193"/>
              <a:gd name="T48" fmla="*/ 2147483646 w 250"/>
              <a:gd name="T49" fmla="*/ 2147483646 h 193"/>
              <a:gd name="T50" fmla="*/ 2147483646 w 250"/>
              <a:gd name="T51" fmla="*/ 2147483646 h 193"/>
              <a:gd name="T52" fmla="*/ 2147483646 w 250"/>
              <a:gd name="T53" fmla="*/ 2147483646 h 193"/>
              <a:gd name="T54" fmla="*/ 2147483646 w 250"/>
              <a:gd name="T55" fmla="*/ 2147483646 h 193"/>
              <a:gd name="T56" fmla="*/ 2147483646 w 250"/>
              <a:gd name="T57" fmla="*/ 2147483646 h 193"/>
              <a:gd name="T58" fmla="*/ 2147483646 w 250"/>
              <a:gd name="T59" fmla="*/ 2147483646 h 193"/>
              <a:gd name="T60" fmla="*/ 2147483646 w 250"/>
              <a:gd name="T61" fmla="*/ 2147483646 h 193"/>
              <a:gd name="T62" fmla="*/ 2147483646 w 250"/>
              <a:gd name="T63" fmla="*/ 2147483646 h 193"/>
              <a:gd name="T64" fmla="*/ 2147483646 w 250"/>
              <a:gd name="T65" fmla="*/ 2147483646 h 193"/>
              <a:gd name="T66" fmla="*/ 2147483646 w 250"/>
              <a:gd name="T67" fmla="*/ 2147483646 h 193"/>
              <a:gd name="T68" fmla="*/ 2147483646 w 250"/>
              <a:gd name="T69" fmla="*/ 2147483646 h 193"/>
              <a:gd name="T70" fmla="*/ 2147483646 w 250"/>
              <a:gd name="T71" fmla="*/ 2147483646 h 193"/>
              <a:gd name="T72" fmla="*/ 2147483646 w 250"/>
              <a:gd name="T73" fmla="*/ 2147483646 h 193"/>
              <a:gd name="T74" fmla="*/ 2147483646 w 250"/>
              <a:gd name="T75" fmla="*/ 2147483646 h 193"/>
              <a:gd name="T76" fmla="*/ 2147483646 w 250"/>
              <a:gd name="T77" fmla="*/ 2147483646 h 193"/>
              <a:gd name="T78" fmla="*/ 2147483646 w 250"/>
              <a:gd name="T79" fmla="*/ 2147483646 h 193"/>
              <a:gd name="T80" fmla="*/ 2147483646 w 250"/>
              <a:gd name="T81" fmla="*/ 2147483646 h 193"/>
              <a:gd name="T82" fmla="*/ 2147483646 w 250"/>
              <a:gd name="T83" fmla="*/ 2147483646 h 193"/>
              <a:gd name="T84" fmla="*/ 2147483646 w 250"/>
              <a:gd name="T85" fmla="*/ 2147483646 h 193"/>
              <a:gd name="T86" fmla="*/ 2147483646 w 250"/>
              <a:gd name="T87" fmla="*/ 2147483646 h 193"/>
              <a:gd name="T88" fmla="*/ 2147483646 w 250"/>
              <a:gd name="T89" fmla="*/ 2147483646 h 193"/>
              <a:gd name="T90" fmla="*/ 2147483646 w 250"/>
              <a:gd name="T91" fmla="*/ 2147483646 h 193"/>
              <a:gd name="T92" fmla="*/ 2147483646 w 250"/>
              <a:gd name="T93" fmla="*/ 2147483646 h 193"/>
              <a:gd name="T94" fmla="*/ 2147483646 w 250"/>
              <a:gd name="T95" fmla="*/ 2147483646 h 193"/>
              <a:gd name="T96" fmla="*/ 2147483646 w 250"/>
              <a:gd name="T97" fmla="*/ 2147483646 h 193"/>
              <a:gd name="T98" fmla="*/ 2147483646 w 250"/>
              <a:gd name="T99" fmla="*/ 2147483646 h 193"/>
              <a:gd name="T100" fmla="*/ 2147483646 w 250"/>
              <a:gd name="T101" fmla="*/ 2147483646 h 193"/>
              <a:gd name="T102" fmla="*/ 2147483646 w 250"/>
              <a:gd name="T103" fmla="*/ 2147483646 h 193"/>
              <a:gd name="T104" fmla="*/ 2147483646 w 250"/>
              <a:gd name="T105" fmla="*/ 2147483646 h 193"/>
              <a:gd name="T106" fmla="*/ 2147483646 w 250"/>
              <a:gd name="T107" fmla="*/ 2147483646 h 193"/>
              <a:gd name="T108" fmla="*/ 2147483646 w 250"/>
              <a:gd name="T109" fmla="*/ 2147483646 h 193"/>
              <a:gd name="T110" fmla="*/ 2147483646 w 250"/>
              <a:gd name="T111" fmla="*/ 2147483646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50" h="193">
                <a:moveTo>
                  <a:pt x="152" y="50"/>
                </a:moveTo>
                <a:lnTo>
                  <a:pt x="151" y="49"/>
                </a:lnTo>
                <a:lnTo>
                  <a:pt x="149" y="47"/>
                </a:lnTo>
                <a:lnTo>
                  <a:pt x="146" y="43"/>
                </a:lnTo>
                <a:lnTo>
                  <a:pt x="143" y="38"/>
                </a:lnTo>
                <a:lnTo>
                  <a:pt x="142" y="33"/>
                </a:lnTo>
                <a:lnTo>
                  <a:pt x="141" y="28"/>
                </a:lnTo>
                <a:lnTo>
                  <a:pt x="144" y="24"/>
                </a:lnTo>
                <a:lnTo>
                  <a:pt x="149" y="19"/>
                </a:lnTo>
                <a:lnTo>
                  <a:pt x="155" y="15"/>
                </a:lnTo>
                <a:lnTo>
                  <a:pt x="161" y="11"/>
                </a:lnTo>
                <a:lnTo>
                  <a:pt x="164" y="7"/>
                </a:lnTo>
                <a:lnTo>
                  <a:pt x="167" y="3"/>
                </a:lnTo>
                <a:lnTo>
                  <a:pt x="169" y="1"/>
                </a:lnTo>
                <a:lnTo>
                  <a:pt x="172" y="0"/>
                </a:lnTo>
                <a:lnTo>
                  <a:pt x="175" y="1"/>
                </a:lnTo>
                <a:lnTo>
                  <a:pt x="180" y="5"/>
                </a:lnTo>
                <a:lnTo>
                  <a:pt x="186" y="9"/>
                </a:lnTo>
                <a:lnTo>
                  <a:pt x="192" y="11"/>
                </a:lnTo>
                <a:lnTo>
                  <a:pt x="198" y="11"/>
                </a:lnTo>
                <a:lnTo>
                  <a:pt x="205" y="10"/>
                </a:lnTo>
                <a:lnTo>
                  <a:pt x="211" y="9"/>
                </a:lnTo>
                <a:lnTo>
                  <a:pt x="216" y="7"/>
                </a:lnTo>
                <a:lnTo>
                  <a:pt x="219" y="6"/>
                </a:lnTo>
                <a:lnTo>
                  <a:pt x="220" y="5"/>
                </a:lnTo>
                <a:lnTo>
                  <a:pt x="221" y="5"/>
                </a:lnTo>
                <a:lnTo>
                  <a:pt x="224" y="6"/>
                </a:lnTo>
                <a:lnTo>
                  <a:pt x="229" y="8"/>
                </a:lnTo>
                <a:lnTo>
                  <a:pt x="234" y="10"/>
                </a:lnTo>
                <a:lnTo>
                  <a:pt x="239" y="14"/>
                </a:lnTo>
                <a:lnTo>
                  <a:pt x="244" y="18"/>
                </a:lnTo>
                <a:lnTo>
                  <a:pt x="248" y="24"/>
                </a:lnTo>
                <a:lnTo>
                  <a:pt x="250" y="31"/>
                </a:lnTo>
                <a:lnTo>
                  <a:pt x="250" y="38"/>
                </a:lnTo>
                <a:lnTo>
                  <a:pt x="247" y="44"/>
                </a:lnTo>
                <a:lnTo>
                  <a:pt x="243" y="49"/>
                </a:lnTo>
                <a:lnTo>
                  <a:pt x="239" y="54"/>
                </a:lnTo>
                <a:lnTo>
                  <a:pt x="236" y="60"/>
                </a:lnTo>
                <a:lnTo>
                  <a:pt x="234" y="66"/>
                </a:lnTo>
                <a:lnTo>
                  <a:pt x="236" y="73"/>
                </a:lnTo>
                <a:lnTo>
                  <a:pt x="242" y="81"/>
                </a:lnTo>
                <a:lnTo>
                  <a:pt x="248" y="89"/>
                </a:lnTo>
                <a:lnTo>
                  <a:pt x="248" y="96"/>
                </a:lnTo>
                <a:lnTo>
                  <a:pt x="245" y="102"/>
                </a:lnTo>
                <a:lnTo>
                  <a:pt x="239" y="108"/>
                </a:lnTo>
                <a:lnTo>
                  <a:pt x="232" y="114"/>
                </a:lnTo>
                <a:lnTo>
                  <a:pt x="223" y="121"/>
                </a:lnTo>
                <a:lnTo>
                  <a:pt x="214" y="126"/>
                </a:lnTo>
                <a:lnTo>
                  <a:pt x="205" y="132"/>
                </a:lnTo>
                <a:lnTo>
                  <a:pt x="197" y="138"/>
                </a:lnTo>
                <a:lnTo>
                  <a:pt x="187" y="142"/>
                </a:lnTo>
                <a:lnTo>
                  <a:pt x="177" y="146"/>
                </a:lnTo>
                <a:lnTo>
                  <a:pt x="166" y="149"/>
                </a:lnTo>
                <a:lnTo>
                  <a:pt x="156" y="151"/>
                </a:lnTo>
                <a:lnTo>
                  <a:pt x="148" y="153"/>
                </a:lnTo>
                <a:lnTo>
                  <a:pt x="143" y="154"/>
                </a:lnTo>
                <a:lnTo>
                  <a:pt x="141" y="154"/>
                </a:lnTo>
                <a:lnTo>
                  <a:pt x="141" y="155"/>
                </a:lnTo>
                <a:lnTo>
                  <a:pt x="140" y="159"/>
                </a:lnTo>
                <a:lnTo>
                  <a:pt x="138" y="164"/>
                </a:lnTo>
                <a:lnTo>
                  <a:pt x="134" y="169"/>
                </a:lnTo>
                <a:lnTo>
                  <a:pt x="127" y="176"/>
                </a:lnTo>
                <a:lnTo>
                  <a:pt x="118" y="182"/>
                </a:lnTo>
                <a:lnTo>
                  <a:pt x="105" y="186"/>
                </a:lnTo>
                <a:lnTo>
                  <a:pt x="88" y="188"/>
                </a:lnTo>
                <a:lnTo>
                  <a:pt x="73" y="189"/>
                </a:lnTo>
                <a:lnTo>
                  <a:pt x="63" y="191"/>
                </a:lnTo>
                <a:lnTo>
                  <a:pt x="56" y="192"/>
                </a:lnTo>
                <a:lnTo>
                  <a:pt x="53" y="193"/>
                </a:lnTo>
                <a:lnTo>
                  <a:pt x="51" y="192"/>
                </a:lnTo>
                <a:lnTo>
                  <a:pt x="50" y="190"/>
                </a:lnTo>
                <a:lnTo>
                  <a:pt x="46" y="185"/>
                </a:lnTo>
                <a:lnTo>
                  <a:pt x="40" y="177"/>
                </a:lnTo>
                <a:lnTo>
                  <a:pt x="31" y="167"/>
                </a:lnTo>
                <a:lnTo>
                  <a:pt x="23" y="160"/>
                </a:lnTo>
                <a:lnTo>
                  <a:pt x="15" y="153"/>
                </a:lnTo>
                <a:lnTo>
                  <a:pt x="7" y="147"/>
                </a:lnTo>
                <a:lnTo>
                  <a:pt x="2" y="143"/>
                </a:lnTo>
                <a:lnTo>
                  <a:pt x="0" y="139"/>
                </a:lnTo>
                <a:lnTo>
                  <a:pt x="1" y="136"/>
                </a:lnTo>
                <a:lnTo>
                  <a:pt x="6" y="134"/>
                </a:lnTo>
                <a:lnTo>
                  <a:pt x="13" y="132"/>
                </a:lnTo>
                <a:lnTo>
                  <a:pt x="17" y="129"/>
                </a:lnTo>
                <a:lnTo>
                  <a:pt x="20" y="125"/>
                </a:lnTo>
                <a:lnTo>
                  <a:pt x="22" y="119"/>
                </a:lnTo>
                <a:lnTo>
                  <a:pt x="24" y="114"/>
                </a:lnTo>
                <a:lnTo>
                  <a:pt x="27" y="108"/>
                </a:lnTo>
                <a:lnTo>
                  <a:pt x="31" y="102"/>
                </a:lnTo>
                <a:lnTo>
                  <a:pt x="37" y="95"/>
                </a:lnTo>
                <a:lnTo>
                  <a:pt x="43" y="88"/>
                </a:lnTo>
                <a:lnTo>
                  <a:pt x="47" y="81"/>
                </a:lnTo>
                <a:lnTo>
                  <a:pt x="49" y="75"/>
                </a:lnTo>
                <a:lnTo>
                  <a:pt x="52" y="69"/>
                </a:lnTo>
                <a:lnTo>
                  <a:pt x="55" y="65"/>
                </a:lnTo>
                <a:lnTo>
                  <a:pt x="62" y="63"/>
                </a:lnTo>
                <a:lnTo>
                  <a:pt x="71" y="62"/>
                </a:lnTo>
                <a:lnTo>
                  <a:pt x="85" y="64"/>
                </a:lnTo>
                <a:lnTo>
                  <a:pt x="98" y="65"/>
                </a:lnTo>
                <a:lnTo>
                  <a:pt x="106" y="63"/>
                </a:lnTo>
                <a:lnTo>
                  <a:pt x="110" y="58"/>
                </a:lnTo>
                <a:lnTo>
                  <a:pt x="112" y="53"/>
                </a:lnTo>
                <a:lnTo>
                  <a:pt x="112" y="49"/>
                </a:lnTo>
                <a:lnTo>
                  <a:pt x="112" y="47"/>
                </a:lnTo>
                <a:lnTo>
                  <a:pt x="115" y="47"/>
                </a:lnTo>
                <a:lnTo>
                  <a:pt x="122" y="53"/>
                </a:lnTo>
                <a:lnTo>
                  <a:pt x="130" y="60"/>
                </a:lnTo>
                <a:lnTo>
                  <a:pt x="136" y="64"/>
                </a:lnTo>
                <a:lnTo>
                  <a:pt x="141" y="65"/>
                </a:lnTo>
                <a:lnTo>
                  <a:pt x="144" y="65"/>
                </a:lnTo>
                <a:lnTo>
                  <a:pt x="147" y="63"/>
                </a:lnTo>
                <a:lnTo>
                  <a:pt x="149" y="59"/>
                </a:lnTo>
                <a:lnTo>
                  <a:pt x="150" y="55"/>
                </a:lnTo>
                <a:lnTo>
                  <a:pt x="152" y="5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28" name="Freeform 1085">
            <a:extLst>
              <a:ext uri="{FF2B5EF4-FFF2-40B4-BE49-F238E27FC236}">
                <a16:creationId xmlns:a16="http://schemas.microsoft.com/office/drawing/2014/main" id="{38649FD6-AA4F-BB97-3300-3B74987EDF23}"/>
              </a:ext>
            </a:extLst>
          </p:cNvPr>
          <p:cNvSpPr>
            <a:spLocks/>
          </p:cNvSpPr>
          <p:nvPr/>
        </p:nvSpPr>
        <p:spPr bwMode="auto">
          <a:xfrm>
            <a:off x="6381750" y="5400675"/>
            <a:ext cx="42863" cy="28575"/>
          </a:xfrm>
          <a:custGeom>
            <a:avLst/>
            <a:gdLst>
              <a:gd name="T0" fmla="*/ 2147483646 w 250"/>
              <a:gd name="T1" fmla="*/ 2147483646 h 193"/>
              <a:gd name="T2" fmla="*/ 2147483646 w 250"/>
              <a:gd name="T3" fmla="*/ 2147483646 h 193"/>
              <a:gd name="T4" fmla="*/ 2147483646 w 250"/>
              <a:gd name="T5" fmla="*/ 2147483646 h 193"/>
              <a:gd name="T6" fmla="*/ 2147483646 w 250"/>
              <a:gd name="T7" fmla="*/ 2147483646 h 193"/>
              <a:gd name="T8" fmla="*/ 2147483646 w 250"/>
              <a:gd name="T9" fmla="*/ 2147483646 h 193"/>
              <a:gd name="T10" fmla="*/ 2147483646 w 250"/>
              <a:gd name="T11" fmla="*/ 2147483646 h 193"/>
              <a:gd name="T12" fmla="*/ 2147483646 w 250"/>
              <a:gd name="T13" fmla="*/ 2147483646 h 193"/>
              <a:gd name="T14" fmla="*/ 2147483646 w 250"/>
              <a:gd name="T15" fmla="*/ 2147483646 h 193"/>
              <a:gd name="T16" fmla="*/ 2147483646 w 250"/>
              <a:gd name="T17" fmla="*/ 2147483646 h 193"/>
              <a:gd name="T18" fmla="*/ 2147483646 w 250"/>
              <a:gd name="T19" fmla="*/ 2147483646 h 193"/>
              <a:gd name="T20" fmla="*/ 2147483646 w 250"/>
              <a:gd name="T21" fmla="*/ 2147483646 h 193"/>
              <a:gd name="T22" fmla="*/ 2147483646 w 250"/>
              <a:gd name="T23" fmla="*/ 2147483646 h 193"/>
              <a:gd name="T24" fmla="*/ 2147483646 w 250"/>
              <a:gd name="T25" fmla="*/ 2147483646 h 193"/>
              <a:gd name="T26" fmla="*/ 2147483646 w 250"/>
              <a:gd name="T27" fmla="*/ 2147483646 h 193"/>
              <a:gd name="T28" fmla="*/ 2147483646 w 250"/>
              <a:gd name="T29" fmla="*/ 2147483646 h 193"/>
              <a:gd name="T30" fmla="*/ 2147483646 w 250"/>
              <a:gd name="T31" fmla="*/ 2147483646 h 193"/>
              <a:gd name="T32" fmla="*/ 2147483646 w 250"/>
              <a:gd name="T33" fmla="*/ 2147483646 h 193"/>
              <a:gd name="T34" fmla="*/ 2147483646 w 250"/>
              <a:gd name="T35" fmla="*/ 2147483646 h 193"/>
              <a:gd name="T36" fmla="*/ 2147483646 w 250"/>
              <a:gd name="T37" fmla="*/ 2147483646 h 193"/>
              <a:gd name="T38" fmla="*/ 2147483646 w 250"/>
              <a:gd name="T39" fmla="*/ 2147483646 h 193"/>
              <a:gd name="T40" fmla="*/ 2147483646 w 250"/>
              <a:gd name="T41" fmla="*/ 2147483646 h 193"/>
              <a:gd name="T42" fmla="*/ 2147483646 w 250"/>
              <a:gd name="T43" fmla="*/ 2147483646 h 193"/>
              <a:gd name="T44" fmla="*/ 2147483646 w 250"/>
              <a:gd name="T45" fmla="*/ 2147483646 h 193"/>
              <a:gd name="T46" fmla="*/ 2147483646 w 250"/>
              <a:gd name="T47" fmla="*/ 2147483646 h 193"/>
              <a:gd name="T48" fmla="*/ 2147483646 w 250"/>
              <a:gd name="T49" fmla="*/ 2147483646 h 193"/>
              <a:gd name="T50" fmla="*/ 2147483646 w 250"/>
              <a:gd name="T51" fmla="*/ 2147483646 h 193"/>
              <a:gd name="T52" fmla="*/ 2147483646 w 250"/>
              <a:gd name="T53" fmla="*/ 2147483646 h 193"/>
              <a:gd name="T54" fmla="*/ 2147483646 w 250"/>
              <a:gd name="T55" fmla="*/ 2147483646 h 193"/>
              <a:gd name="T56" fmla="*/ 2147483646 w 250"/>
              <a:gd name="T57" fmla="*/ 2147483646 h 193"/>
              <a:gd name="T58" fmla="*/ 2147483646 w 250"/>
              <a:gd name="T59" fmla="*/ 2147483646 h 193"/>
              <a:gd name="T60" fmla="*/ 2147483646 w 250"/>
              <a:gd name="T61" fmla="*/ 2147483646 h 193"/>
              <a:gd name="T62" fmla="*/ 2147483646 w 250"/>
              <a:gd name="T63" fmla="*/ 2147483646 h 193"/>
              <a:gd name="T64" fmla="*/ 2147483646 w 250"/>
              <a:gd name="T65" fmla="*/ 2147483646 h 193"/>
              <a:gd name="T66" fmla="*/ 2147483646 w 250"/>
              <a:gd name="T67" fmla="*/ 2147483646 h 193"/>
              <a:gd name="T68" fmla="*/ 2147483646 w 250"/>
              <a:gd name="T69" fmla="*/ 2147483646 h 193"/>
              <a:gd name="T70" fmla="*/ 2147483646 w 250"/>
              <a:gd name="T71" fmla="*/ 2147483646 h 193"/>
              <a:gd name="T72" fmla="*/ 2147483646 w 250"/>
              <a:gd name="T73" fmla="*/ 2147483646 h 193"/>
              <a:gd name="T74" fmla="*/ 2147483646 w 250"/>
              <a:gd name="T75" fmla="*/ 2147483646 h 193"/>
              <a:gd name="T76" fmla="*/ 2147483646 w 250"/>
              <a:gd name="T77" fmla="*/ 2147483646 h 193"/>
              <a:gd name="T78" fmla="*/ 2147483646 w 250"/>
              <a:gd name="T79" fmla="*/ 2147483646 h 193"/>
              <a:gd name="T80" fmla="*/ 2147483646 w 250"/>
              <a:gd name="T81" fmla="*/ 2147483646 h 193"/>
              <a:gd name="T82" fmla="*/ 2147483646 w 250"/>
              <a:gd name="T83" fmla="*/ 2147483646 h 193"/>
              <a:gd name="T84" fmla="*/ 2147483646 w 250"/>
              <a:gd name="T85" fmla="*/ 2147483646 h 193"/>
              <a:gd name="T86" fmla="*/ 2147483646 w 250"/>
              <a:gd name="T87" fmla="*/ 2147483646 h 193"/>
              <a:gd name="T88" fmla="*/ 2147483646 w 250"/>
              <a:gd name="T89" fmla="*/ 2147483646 h 193"/>
              <a:gd name="T90" fmla="*/ 2147483646 w 250"/>
              <a:gd name="T91" fmla="*/ 2147483646 h 193"/>
              <a:gd name="T92" fmla="*/ 2147483646 w 250"/>
              <a:gd name="T93" fmla="*/ 2147483646 h 193"/>
              <a:gd name="T94" fmla="*/ 2147483646 w 250"/>
              <a:gd name="T95" fmla="*/ 2147483646 h 193"/>
              <a:gd name="T96" fmla="*/ 2147483646 w 250"/>
              <a:gd name="T97" fmla="*/ 2147483646 h 193"/>
              <a:gd name="T98" fmla="*/ 2147483646 w 250"/>
              <a:gd name="T99" fmla="*/ 2147483646 h 193"/>
              <a:gd name="T100" fmla="*/ 2147483646 w 250"/>
              <a:gd name="T101" fmla="*/ 2147483646 h 193"/>
              <a:gd name="T102" fmla="*/ 2147483646 w 250"/>
              <a:gd name="T103" fmla="*/ 2147483646 h 193"/>
              <a:gd name="T104" fmla="*/ 2147483646 w 250"/>
              <a:gd name="T105" fmla="*/ 2147483646 h 193"/>
              <a:gd name="T106" fmla="*/ 2147483646 w 250"/>
              <a:gd name="T107" fmla="*/ 2147483646 h 193"/>
              <a:gd name="T108" fmla="*/ 2147483646 w 250"/>
              <a:gd name="T109" fmla="*/ 2147483646 h 193"/>
              <a:gd name="T110" fmla="*/ 2147483646 w 250"/>
              <a:gd name="T111" fmla="*/ 2147483646 h 193"/>
              <a:gd name="T112" fmla="*/ 2147483646 w 250"/>
              <a:gd name="T113" fmla="*/ 2147483646 h 193"/>
              <a:gd name="T114" fmla="*/ 2147483646 w 250"/>
              <a:gd name="T115" fmla="*/ 2147483646 h 193"/>
              <a:gd name="T116" fmla="*/ 2147483646 w 250"/>
              <a:gd name="T117" fmla="*/ 2147483646 h 193"/>
              <a:gd name="T118" fmla="*/ 2147483646 w 250"/>
              <a:gd name="T119" fmla="*/ 2147483646 h 193"/>
              <a:gd name="T120" fmla="*/ 2147483646 w 250"/>
              <a:gd name="T121" fmla="*/ 2147483646 h 193"/>
              <a:gd name="T122" fmla="*/ 2147483646 w 250"/>
              <a:gd name="T123" fmla="*/ 2147483646 h 193"/>
              <a:gd name="T124" fmla="*/ 2147483646 w 250"/>
              <a:gd name="T125" fmla="*/ 2147483646 h 1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0" h="193">
                <a:moveTo>
                  <a:pt x="152" y="50"/>
                </a:moveTo>
                <a:lnTo>
                  <a:pt x="152" y="50"/>
                </a:lnTo>
                <a:lnTo>
                  <a:pt x="151" y="49"/>
                </a:lnTo>
                <a:lnTo>
                  <a:pt x="149" y="47"/>
                </a:lnTo>
                <a:lnTo>
                  <a:pt x="146" y="43"/>
                </a:lnTo>
                <a:lnTo>
                  <a:pt x="143" y="38"/>
                </a:lnTo>
                <a:lnTo>
                  <a:pt x="142" y="33"/>
                </a:lnTo>
                <a:lnTo>
                  <a:pt x="141" y="28"/>
                </a:lnTo>
                <a:lnTo>
                  <a:pt x="144" y="24"/>
                </a:lnTo>
                <a:lnTo>
                  <a:pt x="149" y="19"/>
                </a:lnTo>
                <a:lnTo>
                  <a:pt x="155" y="15"/>
                </a:lnTo>
                <a:lnTo>
                  <a:pt x="161" y="11"/>
                </a:lnTo>
                <a:lnTo>
                  <a:pt x="164" y="7"/>
                </a:lnTo>
                <a:lnTo>
                  <a:pt x="167" y="3"/>
                </a:lnTo>
                <a:lnTo>
                  <a:pt x="169" y="1"/>
                </a:lnTo>
                <a:lnTo>
                  <a:pt x="172" y="0"/>
                </a:lnTo>
                <a:lnTo>
                  <a:pt x="175" y="1"/>
                </a:lnTo>
                <a:lnTo>
                  <a:pt x="180" y="5"/>
                </a:lnTo>
                <a:lnTo>
                  <a:pt x="186" y="9"/>
                </a:lnTo>
                <a:lnTo>
                  <a:pt x="192" y="11"/>
                </a:lnTo>
                <a:lnTo>
                  <a:pt x="198" y="11"/>
                </a:lnTo>
                <a:lnTo>
                  <a:pt x="205" y="10"/>
                </a:lnTo>
                <a:lnTo>
                  <a:pt x="211" y="9"/>
                </a:lnTo>
                <a:lnTo>
                  <a:pt x="216" y="7"/>
                </a:lnTo>
                <a:lnTo>
                  <a:pt x="219" y="6"/>
                </a:lnTo>
                <a:lnTo>
                  <a:pt x="220" y="5"/>
                </a:lnTo>
                <a:lnTo>
                  <a:pt x="221" y="5"/>
                </a:lnTo>
                <a:lnTo>
                  <a:pt x="224" y="6"/>
                </a:lnTo>
                <a:lnTo>
                  <a:pt x="229" y="8"/>
                </a:lnTo>
                <a:lnTo>
                  <a:pt x="234" y="10"/>
                </a:lnTo>
                <a:lnTo>
                  <a:pt x="239" y="14"/>
                </a:lnTo>
                <a:lnTo>
                  <a:pt x="244" y="18"/>
                </a:lnTo>
                <a:lnTo>
                  <a:pt x="248" y="24"/>
                </a:lnTo>
                <a:lnTo>
                  <a:pt x="250" y="31"/>
                </a:lnTo>
                <a:lnTo>
                  <a:pt x="250" y="38"/>
                </a:lnTo>
                <a:lnTo>
                  <a:pt x="247" y="44"/>
                </a:lnTo>
                <a:lnTo>
                  <a:pt x="243" y="49"/>
                </a:lnTo>
                <a:lnTo>
                  <a:pt x="239" y="54"/>
                </a:lnTo>
                <a:lnTo>
                  <a:pt x="236" y="60"/>
                </a:lnTo>
                <a:lnTo>
                  <a:pt x="234" y="66"/>
                </a:lnTo>
                <a:lnTo>
                  <a:pt x="236" y="73"/>
                </a:lnTo>
                <a:lnTo>
                  <a:pt x="242" y="81"/>
                </a:lnTo>
                <a:lnTo>
                  <a:pt x="248" y="89"/>
                </a:lnTo>
                <a:lnTo>
                  <a:pt x="248" y="96"/>
                </a:lnTo>
                <a:lnTo>
                  <a:pt x="245" y="102"/>
                </a:lnTo>
                <a:lnTo>
                  <a:pt x="239" y="108"/>
                </a:lnTo>
                <a:lnTo>
                  <a:pt x="232" y="114"/>
                </a:lnTo>
                <a:lnTo>
                  <a:pt x="223" y="121"/>
                </a:lnTo>
                <a:lnTo>
                  <a:pt x="214" y="126"/>
                </a:lnTo>
                <a:lnTo>
                  <a:pt x="205" y="132"/>
                </a:lnTo>
                <a:lnTo>
                  <a:pt x="197" y="138"/>
                </a:lnTo>
                <a:lnTo>
                  <a:pt x="187" y="142"/>
                </a:lnTo>
                <a:lnTo>
                  <a:pt x="177" y="146"/>
                </a:lnTo>
                <a:lnTo>
                  <a:pt x="166" y="149"/>
                </a:lnTo>
                <a:lnTo>
                  <a:pt x="156" y="151"/>
                </a:lnTo>
                <a:lnTo>
                  <a:pt x="148" y="153"/>
                </a:lnTo>
                <a:lnTo>
                  <a:pt x="143" y="154"/>
                </a:lnTo>
                <a:lnTo>
                  <a:pt x="141" y="154"/>
                </a:lnTo>
                <a:lnTo>
                  <a:pt x="141" y="155"/>
                </a:lnTo>
                <a:lnTo>
                  <a:pt x="140" y="159"/>
                </a:lnTo>
                <a:lnTo>
                  <a:pt x="138" y="164"/>
                </a:lnTo>
                <a:lnTo>
                  <a:pt x="134" y="169"/>
                </a:lnTo>
                <a:lnTo>
                  <a:pt x="127" y="176"/>
                </a:lnTo>
                <a:lnTo>
                  <a:pt x="118" y="182"/>
                </a:lnTo>
                <a:lnTo>
                  <a:pt x="105" y="186"/>
                </a:lnTo>
                <a:lnTo>
                  <a:pt x="88" y="188"/>
                </a:lnTo>
                <a:lnTo>
                  <a:pt x="73" y="189"/>
                </a:lnTo>
                <a:lnTo>
                  <a:pt x="63" y="191"/>
                </a:lnTo>
                <a:lnTo>
                  <a:pt x="56" y="192"/>
                </a:lnTo>
                <a:lnTo>
                  <a:pt x="53" y="193"/>
                </a:lnTo>
                <a:lnTo>
                  <a:pt x="51" y="192"/>
                </a:lnTo>
                <a:lnTo>
                  <a:pt x="50" y="190"/>
                </a:lnTo>
                <a:lnTo>
                  <a:pt x="46" y="185"/>
                </a:lnTo>
                <a:lnTo>
                  <a:pt x="40" y="177"/>
                </a:lnTo>
                <a:lnTo>
                  <a:pt x="31" y="167"/>
                </a:lnTo>
                <a:lnTo>
                  <a:pt x="23" y="160"/>
                </a:lnTo>
                <a:lnTo>
                  <a:pt x="15" y="153"/>
                </a:lnTo>
                <a:lnTo>
                  <a:pt x="7" y="147"/>
                </a:lnTo>
                <a:lnTo>
                  <a:pt x="2" y="143"/>
                </a:lnTo>
                <a:lnTo>
                  <a:pt x="0" y="139"/>
                </a:lnTo>
                <a:lnTo>
                  <a:pt x="1" y="136"/>
                </a:lnTo>
                <a:lnTo>
                  <a:pt x="6" y="134"/>
                </a:lnTo>
                <a:lnTo>
                  <a:pt x="13" y="132"/>
                </a:lnTo>
                <a:lnTo>
                  <a:pt x="17" y="129"/>
                </a:lnTo>
                <a:lnTo>
                  <a:pt x="20" y="125"/>
                </a:lnTo>
                <a:lnTo>
                  <a:pt x="22" y="119"/>
                </a:lnTo>
                <a:lnTo>
                  <a:pt x="24" y="114"/>
                </a:lnTo>
                <a:lnTo>
                  <a:pt x="27" y="108"/>
                </a:lnTo>
                <a:lnTo>
                  <a:pt x="31" y="102"/>
                </a:lnTo>
                <a:lnTo>
                  <a:pt x="37" y="95"/>
                </a:lnTo>
                <a:lnTo>
                  <a:pt x="43" y="88"/>
                </a:lnTo>
                <a:lnTo>
                  <a:pt x="47" y="81"/>
                </a:lnTo>
                <a:lnTo>
                  <a:pt x="49" y="75"/>
                </a:lnTo>
                <a:lnTo>
                  <a:pt x="52" y="69"/>
                </a:lnTo>
                <a:lnTo>
                  <a:pt x="55" y="65"/>
                </a:lnTo>
                <a:lnTo>
                  <a:pt x="62" y="63"/>
                </a:lnTo>
                <a:lnTo>
                  <a:pt x="71" y="62"/>
                </a:lnTo>
                <a:lnTo>
                  <a:pt x="85" y="64"/>
                </a:lnTo>
                <a:lnTo>
                  <a:pt x="98" y="65"/>
                </a:lnTo>
                <a:lnTo>
                  <a:pt x="106" y="63"/>
                </a:lnTo>
                <a:lnTo>
                  <a:pt x="110" y="58"/>
                </a:lnTo>
                <a:lnTo>
                  <a:pt x="112" y="53"/>
                </a:lnTo>
                <a:lnTo>
                  <a:pt x="112" y="49"/>
                </a:lnTo>
                <a:lnTo>
                  <a:pt x="112" y="47"/>
                </a:lnTo>
                <a:lnTo>
                  <a:pt x="115" y="47"/>
                </a:lnTo>
                <a:lnTo>
                  <a:pt x="122" y="53"/>
                </a:lnTo>
                <a:lnTo>
                  <a:pt x="130" y="60"/>
                </a:lnTo>
                <a:lnTo>
                  <a:pt x="136" y="64"/>
                </a:lnTo>
                <a:lnTo>
                  <a:pt x="141" y="65"/>
                </a:lnTo>
                <a:lnTo>
                  <a:pt x="144" y="65"/>
                </a:lnTo>
                <a:lnTo>
                  <a:pt x="147" y="63"/>
                </a:lnTo>
                <a:lnTo>
                  <a:pt x="149" y="59"/>
                </a:lnTo>
                <a:lnTo>
                  <a:pt x="150" y="55"/>
                </a:lnTo>
                <a:lnTo>
                  <a:pt x="152" y="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29" name="Freeform 1086">
            <a:extLst>
              <a:ext uri="{FF2B5EF4-FFF2-40B4-BE49-F238E27FC236}">
                <a16:creationId xmlns:a16="http://schemas.microsoft.com/office/drawing/2014/main" id="{C7B009A0-DAEF-A55C-80E5-77A8758628E8}"/>
              </a:ext>
            </a:extLst>
          </p:cNvPr>
          <p:cNvSpPr>
            <a:spLocks/>
          </p:cNvSpPr>
          <p:nvPr/>
        </p:nvSpPr>
        <p:spPr bwMode="auto">
          <a:xfrm>
            <a:off x="6446838" y="5464175"/>
            <a:ext cx="11112" cy="6350"/>
          </a:xfrm>
          <a:custGeom>
            <a:avLst/>
            <a:gdLst>
              <a:gd name="T0" fmla="*/ 2147483646 w 69"/>
              <a:gd name="T1" fmla="*/ 2147483646 h 42"/>
              <a:gd name="T2" fmla="*/ 2147483646 w 69"/>
              <a:gd name="T3" fmla="*/ 2147483646 h 42"/>
              <a:gd name="T4" fmla="*/ 2147483646 w 69"/>
              <a:gd name="T5" fmla="*/ 0 h 42"/>
              <a:gd name="T6" fmla="*/ 2147483646 w 69"/>
              <a:gd name="T7" fmla="*/ 2147483646 h 42"/>
              <a:gd name="T8" fmla="*/ 2147483646 w 69"/>
              <a:gd name="T9" fmla="*/ 2147483646 h 42"/>
              <a:gd name="T10" fmla="*/ 2147483646 w 69"/>
              <a:gd name="T11" fmla="*/ 2147483646 h 42"/>
              <a:gd name="T12" fmla="*/ 2147483646 w 69"/>
              <a:gd name="T13" fmla="*/ 2147483646 h 42"/>
              <a:gd name="T14" fmla="*/ 2147483646 w 69"/>
              <a:gd name="T15" fmla="*/ 2147483646 h 42"/>
              <a:gd name="T16" fmla="*/ 0 w 69"/>
              <a:gd name="T17" fmla="*/ 2147483646 h 42"/>
              <a:gd name="T18" fmla="*/ 2147483646 w 69"/>
              <a:gd name="T19" fmla="*/ 2147483646 h 42"/>
              <a:gd name="T20" fmla="*/ 2147483646 w 69"/>
              <a:gd name="T21" fmla="*/ 2147483646 h 42"/>
              <a:gd name="T22" fmla="*/ 2147483646 w 69"/>
              <a:gd name="T23" fmla="*/ 2147483646 h 42"/>
              <a:gd name="T24" fmla="*/ 2147483646 w 69"/>
              <a:gd name="T25" fmla="*/ 2147483646 h 42"/>
              <a:gd name="T26" fmla="*/ 2147483646 w 69"/>
              <a:gd name="T27" fmla="*/ 2147483646 h 42"/>
              <a:gd name="T28" fmla="*/ 2147483646 w 69"/>
              <a:gd name="T29" fmla="*/ 2147483646 h 42"/>
              <a:gd name="T30" fmla="*/ 2147483646 w 69"/>
              <a:gd name="T31" fmla="*/ 2147483646 h 42"/>
              <a:gd name="T32" fmla="*/ 2147483646 w 69"/>
              <a:gd name="T33" fmla="*/ 2147483646 h 42"/>
              <a:gd name="T34" fmla="*/ 2147483646 w 69"/>
              <a:gd name="T35" fmla="*/ 2147483646 h 42"/>
              <a:gd name="T36" fmla="*/ 2147483646 w 69"/>
              <a:gd name="T37" fmla="*/ 2147483646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9" h="42">
                <a:moveTo>
                  <a:pt x="47" y="28"/>
                </a:moveTo>
                <a:lnTo>
                  <a:pt x="69" y="5"/>
                </a:lnTo>
                <a:lnTo>
                  <a:pt x="15" y="0"/>
                </a:lnTo>
                <a:lnTo>
                  <a:pt x="14" y="1"/>
                </a:lnTo>
                <a:lnTo>
                  <a:pt x="11" y="5"/>
                </a:lnTo>
                <a:lnTo>
                  <a:pt x="7" y="10"/>
                </a:lnTo>
                <a:lnTo>
                  <a:pt x="4" y="16"/>
                </a:lnTo>
                <a:lnTo>
                  <a:pt x="1" y="23"/>
                </a:lnTo>
                <a:lnTo>
                  <a:pt x="0" y="30"/>
                </a:lnTo>
                <a:lnTo>
                  <a:pt x="2" y="35"/>
                </a:lnTo>
                <a:lnTo>
                  <a:pt x="7" y="39"/>
                </a:lnTo>
                <a:lnTo>
                  <a:pt x="14" y="41"/>
                </a:lnTo>
                <a:lnTo>
                  <a:pt x="21" y="42"/>
                </a:lnTo>
                <a:lnTo>
                  <a:pt x="29" y="42"/>
                </a:lnTo>
                <a:lnTo>
                  <a:pt x="35" y="41"/>
                </a:lnTo>
                <a:lnTo>
                  <a:pt x="40" y="38"/>
                </a:lnTo>
                <a:lnTo>
                  <a:pt x="44" y="35"/>
                </a:lnTo>
                <a:lnTo>
                  <a:pt x="46" y="32"/>
                </a:lnTo>
                <a:lnTo>
                  <a:pt x="47" y="2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30" name="Freeform 1087">
            <a:extLst>
              <a:ext uri="{FF2B5EF4-FFF2-40B4-BE49-F238E27FC236}">
                <a16:creationId xmlns:a16="http://schemas.microsoft.com/office/drawing/2014/main" id="{0EF80CA9-E01B-A8D1-41EA-0114D586570A}"/>
              </a:ext>
            </a:extLst>
          </p:cNvPr>
          <p:cNvSpPr>
            <a:spLocks/>
          </p:cNvSpPr>
          <p:nvPr/>
        </p:nvSpPr>
        <p:spPr bwMode="auto">
          <a:xfrm>
            <a:off x="6446838" y="5464175"/>
            <a:ext cx="11112" cy="6350"/>
          </a:xfrm>
          <a:custGeom>
            <a:avLst/>
            <a:gdLst>
              <a:gd name="T0" fmla="*/ 2147483646 w 69"/>
              <a:gd name="T1" fmla="*/ 2147483646 h 42"/>
              <a:gd name="T2" fmla="*/ 2147483646 w 69"/>
              <a:gd name="T3" fmla="*/ 2147483646 h 42"/>
              <a:gd name="T4" fmla="*/ 2147483646 w 69"/>
              <a:gd name="T5" fmla="*/ 0 h 42"/>
              <a:gd name="T6" fmla="*/ 2147483646 w 69"/>
              <a:gd name="T7" fmla="*/ 0 h 42"/>
              <a:gd name="T8" fmla="*/ 2147483646 w 69"/>
              <a:gd name="T9" fmla="*/ 2147483646 h 42"/>
              <a:gd name="T10" fmla="*/ 2147483646 w 69"/>
              <a:gd name="T11" fmla="*/ 2147483646 h 42"/>
              <a:gd name="T12" fmla="*/ 2147483646 w 69"/>
              <a:gd name="T13" fmla="*/ 2147483646 h 42"/>
              <a:gd name="T14" fmla="*/ 2147483646 w 69"/>
              <a:gd name="T15" fmla="*/ 2147483646 h 42"/>
              <a:gd name="T16" fmla="*/ 2147483646 w 69"/>
              <a:gd name="T17" fmla="*/ 2147483646 h 42"/>
              <a:gd name="T18" fmla="*/ 0 w 69"/>
              <a:gd name="T19" fmla="*/ 2147483646 h 42"/>
              <a:gd name="T20" fmla="*/ 2147483646 w 69"/>
              <a:gd name="T21" fmla="*/ 2147483646 h 42"/>
              <a:gd name="T22" fmla="*/ 2147483646 w 69"/>
              <a:gd name="T23" fmla="*/ 2147483646 h 42"/>
              <a:gd name="T24" fmla="*/ 2147483646 w 69"/>
              <a:gd name="T25" fmla="*/ 2147483646 h 42"/>
              <a:gd name="T26" fmla="*/ 2147483646 w 69"/>
              <a:gd name="T27" fmla="*/ 2147483646 h 42"/>
              <a:gd name="T28" fmla="*/ 2147483646 w 69"/>
              <a:gd name="T29" fmla="*/ 2147483646 h 42"/>
              <a:gd name="T30" fmla="*/ 2147483646 w 69"/>
              <a:gd name="T31" fmla="*/ 2147483646 h 42"/>
              <a:gd name="T32" fmla="*/ 2147483646 w 69"/>
              <a:gd name="T33" fmla="*/ 2147483646 h 42"/>
              <a:gd name="T34" fmla="*/ 2147483646 w 69"/>
              <a:gd name="T35" fmla="*/ 2147483646 h 42"/>
              <a:gd name="T36" fmla="*/ 2147483646 w 69"/>
              <a:gd name="T37" fmla="*/ 2147483646 h 42"/>
              <a:gd name="T38" fmla="*/ 2147483646 w 69"/>
              <a:gd name="T39" fmla="*/ 2147483646 h 42"/>
              <a:gd name="T40" fmla="*/ 2147483646 w 69"/>
              <a:gd name="T41" fmla="*/ 2147483646 h 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9" h="42">
                <a:moveTo>
                  <a:pt x="47" y="28"/>
                </a:moveTo>
                <a:lnTo>
                  <a:pt x="69" y="5"/>
                </a:lnTo>
                <a:lnTo>
                  <a:pt x="15" y="0"/>
                </a:lnTo>
                <a:lnTo>
                  <a:pt x="14" y="1"/>
                </a:lnTo>
                <a:lnTo>
                  <a:pt x="11" y="5"/>
                </a:lnTo>
                <a:lnTo>
                  <a:pt x="7" y="10"/>
                </a:lnTo>
                <a:lnTo>
                  <a:pt x="4" y="16"/>
                </a:lnTo>
                <a:lnTo>
                  <a:pt x="1" y="23"/>
                </a:lnTo>
                <a:lnTo>
                  <a:pt x="0" y="30"/>
                </a:lnTo>
                <a:lnTo>
                  <a:pt x="2" y="35"/>
                </a:lnTo>
                <a:lnTo>
                  <a:pt x="7" y="39"/>
                </a:lnTo>
                <a:lnTo>
                  <a:pt x="14" y="41"/>
                </a:lnTo>
                <a:lnTo>
                  <a:pt x="21" y="42"/>
                </a:lnTo>
                <a:lnTo>
                  <a:pt x="29" y="42"/>
                </a:lnTo>
                <a:lnTo>
                  <a:pt x="35" y="41"/>
                </a:lnTo>
                <a:lnTo>
                  <a:pt x="40" y="38"/>
                </a:lnTo>
                <a:lnTo>
                  <a:pt x="44" y="35"/>
                </a:lnTo>
                <a:lnTo>
                  <a:pt x="46" y="32"/>
                </a:lnTo>
                <a:lnTo>
                  <a:pt x="47" y="2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31" name="Freeform 1088">
            <a:extLst>
              <a:ext uri="{FF2B5EF4-FFF2-40B4-BE49-F238E27FC236}">
                <a16:creationId xmlns:a16="http://schemas.microsoft.com/office/drawing/2014/main" id="{1A1BF4B3-CE70-B938-27DF-D609673E641D}"/>
              </a:ext>
            </a:extLst>
          </p:cNvPr>
          <p:cNvSpPr>
            <a:spLocks/>
          </p:cNvSpPr>
          <p:nvPr/>
        </p:nvSpPr>
        <p:spPr bwMode="auto">
          <a:xfrm>
            <a:off x="6337300" y="5380038"/>
            <a:ext cx="12700" cy="7937"/>
          </a:xfrm>
          <a:custGeom>
            <a:avLst/>
            <a:gdLst>
              <a:gd name="T0" fmla="*/ 2147483646 w 80"/>
              <a:gd name="T1" fmla="*/ 2147483646 h 46"/>
              <a:gd name="T2" fmla="*/ 2147483646 w 80"/>
              <a:gd name="T3" fmla="*/ 2147483646 h 46"/>
              <a:gd name="T4" fmla="*/ 2147483646 w 80"/>
              <a:gd name="T5" fmla="*/ 2147483646 h 46"/>
              <a:gd name="T6" fmla="*/ 2147483646 w 80"/>
              <a:gd name="T7" fmla="*/ 2147483646 h 46"/>
              <a:gd name="T8" fmla="*/ 2147483646 w 80"/>
              <a:gd name="T9" fmla="*/ 2147483646 h 46"/>
              <a:gd name="T10" fmla="*/ 2147483646 w 80"/>
              <a:gd name="T11" fmla="*/ 2147483646 h 46"/>
              <a:gd name="T12" fmla="*/ 2147483646 w 80"/>
              <a:gd name="T13" fmla="*/ 2147483646 h 46"/>
              <a:gd name="T14" fmla="*/ 2147483646 w 80"/>
              <a:gd name="T15" fmla="*/ 2147483646 h 46"/>
              <a:gd name="T16" fmla="*/ 2147483646 w 80"/>
              <a:gd name="T17" fmla="*/ 2147483646 h 46"/>
              <a:gd name="T18" fmla="*/ 0 w 80"/>
              <a:gd name="T19" fmla="*/ 2147483646 h 46"/>
              <a:gd name="T20" fmla="*/ 0 w 80"/>
              <a:gd name="T21" fmla="*/ 2147483646 h 46"/>
              <a:gd name="T22" fmla="*/ 2147483646 w 80"/>
              <a:gd name="T23" fmla="*/ 2147483646 h 46"/>
              <a:gd name="T24" fmla="*/ 2147483646 w 80"/>
              <a:gd name="T25" fmla="*/ 2147483646 h 46"/>
              <a:gd name="T26" fmla="*/ 2147483646 w 80"/>
              <a:gd name="T27" fmla="*/ 2147483646 h 46"/>
              <a:gd name="T28" fmla="*/ 2147483646 w 80"/>
              <a:gd name="T29" fmla="*/ 2147483646 h 46"/>
              <a:gd name="T30" fmla="*/ 2147483646 w 80"/>
              <a:gd name="T31" fmla="*/ 2147483646 h 46"/>
              <a:gd name="T32" fmla="*/ 2147483646 w 80"/>
              <a:gd name="T33" fmla="*/ 2147483646 h 46"/>
              <a:gd name="T34" fmla="*/ 2147483646 w 80"/>
              <a:gd name="T35" fmla="*/ 2147483646 h 46"/>
              <a:gd name="T36" fmla="*/ 2147483646 w 80"/>
              <a:gd name="T37" fmla="*/ 2147483646 h 46"/>
              <a:gd name="T38" fmla="*/ 2147483646 w 80"/>
              <a:gd name="T39" fmla="*/ 2147483646 h 46"/>
              <a:gd name="T40" fmla="*/ 2147483646 w 80"/>
              <a:gd name="T41" fmla="*/ 0 h 46"/>
              <a:gd name="T42" fmla="*/ 2147483646 w 80"/>
              <a:gd name="T43" fmla="*/ 0 h 46"/>
              <a:gd name="T44" fmla="*/ 2147483646 w 80"/>
              <a:gd name="T45" fmla="*/ 0 h 46"/>
              <a:gd name="T46" fmla="*/ 2147483646 w 80"/>
              <a:gd name="T47" fmla="*/ 0 h 46"/>
              <a:gd name="T48" fmla="*/ 2147483646 w 80"/>
              <a:gd name="T49" fmla="*/ 0 h 46"/>
              <a:gd name="T50" fmla="*/ 2147483646 w 80"/>
              <a:gd name="T51" fmla="*/ 2147483646 h 46"/>
              <a:gd name="T52" fmla="*/ 2147483646 w 80"/>
              <a:gd name="T53" fmla="*/ 2147483646 h 46"/>
              <a:gd name="T54" fmla="*/ 2147483646 w 80"/>
              <a:gd name="T55" fmla="*/ 2147483646 h 46"/>
              <a:gd name="T56" fmla="*/ 2147483646 w 80"/>
              <a:gd name="T57" fmla="*/ 2147483646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0" h="46">
                <a:moveTo>
                  <a:pt x="67" y="17"/>
                </a:moveTo>
                <a:lnTo>
                  <a:pt x="65" y="17"/>
                </a:lnTo>
                <a:lnTo>
                  <a:pt x="59" y="19"/>
                </a:lnTo>
                <a:lnTo>
                  <a:pt x="50" y="20"/>
                </a:lnTo>
                <a:lnTo>
                  <a:pt x="40" y="23"/>
                </a:lnTo>
                <a:lnTo>
                  <a:pt x="28" y="27"/>
                </a:lnTo>
                <a:lnTo>
                  <a:pt x="17" y="31"/>
                </a:lnTo>
                <a:lnTo>
                  <a:pt x="9" y="36"/>
                </a:lnTo>
                <a:lnTo>
                  <a:pt x="3" y="42"/>
                </a:lnTo>
                <a:lnTo>
                  <a:pt x="0" y="46"/>
                </a:lnTo>
                <a:lnTo>
                  <a:pt x="2" y="42"/>
                </a:lnTo>
                <a:lnTo>
                  <a:pt x="5" y="36"/>
                </a:lnTo>
                <a:lnTo>
                  <a:pt x="10" y="29"/>
                </a:lnTo>
                <a:lnTo>
                  <a:pt x="16" y="21"/>
                </a:lnTo>
                <a:lnTo>
                  <a:pt x="23" y="14"/>
                </a:lnTo>
                <a:lnTo>
                  <a:pt x="30" y="9"/>
                </a:lnTo>
                <a:lnTo>
                  <a:pt x="39" y="5"/>
                </a:lnTo>
                <a:lnTo>
                  <a:pt x="47" y="3"/>
                </a:lnTo>
                <a:lnTo>
                  <a:pt x="55" y="1"/>
                </a:lnTo>
                <a:lnTo>
                  <a:pt x="63" y="0"/>
                </a:lnTo>
                <a:lnTo>
                  <a:pt x="70" y="0"/>
                </a:lnTo>
                <a:lnTo>
                  <a:pt x="75" y="0"/>
                </a:lnTo>
                <a:lnTo>
                  <a:pt x="79" y="0"/>
                </a:lnTo>
                <a:lnTo>
                  <a:pt x="80" y="0"/>
                </a:lnTo>
                <a:lnTo>
                  <a:pt x="78" y="3"/>
                </a:lnTo>
                <a:lnTo>
                  <a:pt x="75" y="7"/>
                </a:lnTo>
                <a:lnTo>
                  <a:pt x="70" y="12"/>
                </a:lnTo>
                <a:lnTo>
                  <a:pt x="67" y="1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32" name="Freeform 1089">
            <a:extLst>
              <a:ext uri="{FF2B5EF4-FFF2-40B4-BE49-F238E27FC236}">
                <a16:creationId xmlns:a16="http://schemas.microsoft.com/office/drawing/2014/main" id="{CBC991B9-B9E9-A84C-8FF3-86D011EC9C09}"/>
              </a:ext>
            </a:extLst>
          </p:cNvPr>
          <p:cNvSpPr>
            <a:spLocks/>
          </p:cNvSpPr>
          <p:nvPr/>
        </p:nvSpPr>
        <p:spPr bwMode="auto">
          <a:xfrm>
            <a:off x="6337300" y="5380038"/>
            <a:ext cx="12700" cy="7937"/>
          </a:xfrm>
          <a:custGeom>
            <a:avLst/>
            <a:gdLst>
              <a:gd name="T0" fmla="*/ 2147483646 w 80"/>
              <a:gd name="T1" fmla="*/ 2147483646 h 46"/>
              <a:gd name="T2" fmla="*/ 2147483646 w 80"/>
              <a:gd name="T3" fmla="*/ 2147483646 h 46"/>
              <a:gd name="T4" fmla="*/ 2147483646 w 80"/>
              <a:gd name="T5" fmla="*/ 2147483646 h 46"/>
              <a:gd name="T6" fmla="*/ 2147483646 w 80"/>
              <a:gd name="T7" fmla="*/ 2147483646 h 46"/>
              <a:gd name="T8" fmla="*/ 2147483646 w 80"/>
              <a:gd name="T9" fmla="*/ 2147483646 h 46"/>
              <a:gd name="T10" fmla="*/ 2147483646 w 80"/>
              <a:gd name="T11" fmla="*/ 2147483646 h 46"/>
              <a:gd name="T12" fmla="*/ 2147483646 w 80"/>
              <a:gd name="T13" fmla="*/ 2147483646 h 46"/>
              <a:gd name="T14" fmla="*/ 2147483646 w 80"/>
              <a:gd name="T15" fmla="*/ 2147483646 h 46"/>
              <a:gd name="T16" fmla="*/ 2147483646 w 80"/>
              <a:gd name="T17" fmla="*/ 2147483646 h 46"/>
              <a:gd name="T18" fmla="*/ 2147483646 w 80"/>
              <a:gd name="T19" fmla="*/ 2147483646 h 46"/>
              <a:gd name="T20" fmla="*/ 2147483646 w 80"/>
              <a:gd name="T21" fmla="*/ 2147483646 h 46"/>
              <a:gd name="T22" fmla="*/ 0 w 80"/>
              <a:gd name="T23" fmla="*/ 2147483646 h 46"/>
              <a:gd name="T24" fmla="*/ 0 w 80"/>
              <a:gd name="T25" fmla="*/ 2147483646 h 46"/>
              <a:gd name="T26" fmla="*/ 2147483646 w 80"/>
              <a:gd name="T27" fmla="*/ 2147483646 h 46"/>
              <a:gd name="T28" fmla="*/ 2147483646 w 80"/>
              <a:gd name="T29" fmla="*/ 2147483646 h 46"/>
              <a:gd name="T30" fmla="*/ 2147483646 w 80"/>
              <a:gd name="T31" fmla="*/ 2147483646 h 46"/>
              <a:gd name="T32" fmla="*/ 2147483646 w 80"/>
              <a:gd name="T33" fmla="*/ 2147483646 h 46"/>
              <a:gd name="T34" fmla="*/ 2147483646 w 80"/>
              <a:gd name="T35" fmla="*/ 2147483646 h 46"/>
              <a:gd name="T36" fmla="*/ 2147483646 w 80"/>
              <a:gd name="T37" fmla="*/ 2147483646 h 46"/>
              <a:gd name="T38" fmla="*/ 2147483646 w 80"/>
              <a:gd name="T39" fmla="*/ 2147483646 h 46"/>
              <a:gd name="T40" fmla="*/ 2147483646 w 80"/>
              <a:gd name="T41" fmla="*/ 2147483646 h 46"/>
              <a:gd name="T42" fmla="*/ 2147483646 w 80"/>
              <a:gd name="T43" fmla="*/ 2147483646 h 46"/>
              <a:gd name="T44" fmla="*/ 2147483646 w 80"/>
              <a:gd name="T45" fmla="*/ 2147483646 h 46"/>
              <a:gd name="T46" fmla="*/ 2147483646 w 80"/>
              <a:gd name="T47" fmla="*/ 0 h 46"/>
              <a:gd name="T48" fmla="*/ 2147483646 w 80"/>
              <a:gd name="T49" fmla="*/ 0 h 46"/>
              <a:gd name="T50" fmla="*/ 2147483646 w 80"/>
              <a:gd name="T51" fmla="*/ 0 h 46"/>
              <a:gd name="T52" fmla="*/ 2147483646 w 80"/>
              <a:gd name="T53" fmla="*/ 0 h 46"/>
              <a:gd name="T54" fmla="*/ 2147483646 w 80"/>
              <a:gd name="T55" fmla="*/ 0 h 46"/>
              <a:gd name="T56" fmla="*/ 2147483646 w 80"/>
              <a:gd name="T57" fmla="*/ 0 h 46"/>
              <a:gd name="T58" fmla="*/ 2147483646 w 80"/>
              <a:gd name="T59" fmla="*/ 2147483646 h 46"/>
              <a:gd name="T60" fmla="*/ 2147483646 w 80"/>
              <a:gd name="T61" fmla="*/ 2147483646 h 46"/>
              <a:gd name="T62" fmla="*/ 2147483646 w 80"/>
              <a:gd name="T63" fmla="*/ 2147483646 h 46"/>
              <a:gd name="T64" fmla="*/ 2147483646 w 80"/>
              <a:gd name="T65" fmla="*/ 2147483646 h 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0" h="46">
                <a:moveTo>
                  <a:pt x="67" y="17"/>
                </a:moveTo>
                <a:lnTo>
                  <a:pt x="67" y="17"/>
                </a:lnTo>
                <a:lnTo>
                  <a:pt x="65" y="17"/>
                </a:lnTo>
                <a:lnTo>
                  <a:pt x="59" y="19"/>
                </a:lnTo>
                <a:lnTo>
                  <a:pt x="50" y="20"/>
                </a:lnTo>
                <a:lnTo>
                  <a:pt x="40" y="23"/>
                </a:lnTo>
                <a:lnTo>
                  <a:pt x="28" y="27"/>
                </a:lnTo>
                <a:lnTo>
                  <a:pt x="17" y="31"/>
                </a:lnTo>
                <a:lnTo>
                  <a:pt x="9" y="36"/>
                </a:lnTo>
                <a:lnTo>
                  <a:pt x="3" y="42"/>
                </a:lnTo>
                <a:lnTo>
                  <a:pt x="0" y="46"/>
                </a:lnTo>
                <a:lnTo>
                  <a:pt x="2" y="42"/>
                </a:lnTo>
                <a:lnTo>
                  <a:pt x="5" y="36"/>
                </a:lnTo>
                <a:lnTo>
                  <a:pt x="10" y="29"/>
                </a:lnTo>
                <a:lnTo>
                  <a:pt x="16" y="21"/>
                </a:lnTo>
                <a:lnTo>
                  <a:pt x="23" y="14"/>
                </a:lnTo>
                <a:lnTo>
                  <a:pt x="30" y="9"/>
                </a:lnTo>
                <a:lnTo>
                  <a:pt x="39" y="5"/>
                </a:lnTo>
                <a:lnTo>
                  <a:pt x="47" y="3"/>
                </a:lnTo>
                <a:lnTo>
                  <a:pt x="55" y="1"/>
                </a:lnTo>
                <a:lnTo>
                  <a:pt x="63" y="0"/>
                </a:lnTo>
                <a:lnTo>
                  <a:pt x="70" y="0"/>
                </a:lnTo>
                <a:lnTo>
                  <a:pt x="75" y="0"/>
                </a:lnTo>
                <a:lnTo>
                  <a:pt x="79" y="0"/>
                </a:lnTo>
                <a:lnTo>
                  <a:pt x="80" y="0"/>
                </a:lnTo>
                <a:lnTo>
                  <a:pt x="78" y="3"/>
                </a:lnTo>
                <a:lnTo>
                  <a:pt x="75" y="7"/>
                </a:lnTo>
                <a:lnTo>
                  <a:pt x="70" y="12"/>
                </a:lnTo>
                <a:lnTo>
                  <a:pt x="67" y="1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33" name="Freeform 1090">
            <a:extLst>
              <a:ext uri="{FF2B5EF4-FFF2-40B4-BE49-F238E27FC236}">
                <a16:creationId xmlns:a16="http://schemas.microsoft.com/office/drawing/2014/main" id="{9DB3C227-328C-B64E-88D1-FAED8B11E573}"/>
              </a:ext>
            </a:extLst>
          </p:cNvPr>
          <p:cNvSpPr>
            <a:spLocks/>
          </p:cNvSpPr>
          <p:nvPr/>
        </p:nvSpPr>
        <p:spPr bwMode="auto">
          <a:xfrm>
            <a:off x="6373813" y="5407025"/>
            <a:ext cx="1587" cy="4763"/>
          </a:xfrm>
          <a:custGeom>
            <a:avLst/>
            <a:gdLst>
              <a:gd name="T0" fmla="*/ 2147483646 w 18"/>
              <a:gd name="T1" fmla="*/ 2147483646 h 37"/>
              <a:gd name="T2" fmla="*/ 0 w 18"/>
              <a:gd name="T3" fmla="*/ 2147483646 h 37"/>
              <a:gd name="T4" fmla="*/ 2147483646 w 18"/>
              <a:gd name="T5" fmla="*/ 2147483646 h 37"/>
              <a:gd name="T6" fmla="*/ 2147483646 w 18"/>
              <a:gd name="T7" fmla="*/ 2147483646 h 37"/>
              <a:gd name="T8" fmla="*/ 2147483646 w 18"/>
              <a:gd name="T9" fmla="*/ 0 h 37"/>
              <a:gd name="T10" fmla="*/ 2147483646 w 18"/>
              <a:gd name="T11" fmla="*/ 2147483646 h 37"/>
              <a:gd name="T12" fmla="*/ 2147483646 w 18"/>
              <a:gd name="T13" fmla="*/ 2147483646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37">
                <a:moveTo>
                  <a:pt x="18" y="16"/>
                </a:moveTo>
                <a:lnTo>
                  <a:pt x="0" y="37"/>
                </a:lnTo>
                <a:lnTo>
                  <a:pt x="3" y="5"/>
                </a:lnTo>
                <a:lnTo>
                  <a:pt x="4" y="3"/>
                </a:lnTo>
                <a:lnTo>
                  <a:pt x="8" y="0"/>
                </a:lnTo>
                <a:lnTo>
                  <a:pt x="13" y="2"/>
                </a:lnTo>
                <a:lnTo>
                  <a:pt x="18" y="1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34" name="Freeform 1091">
            <a:extLst>
              <a:ext uri="{FF2B5EF4-FFF2-40B4-BE49-F238E27FC236}">
                <a16:creationId xmlns:a16="http://schemas.microsoft.com/office/drawing/2014/main" id="{D2C9C7A6-196B-1682-366E-A3183F229CB8}"/>
              </a:ext>
            </a:extLst>
          </p:cNvPr>
          <p:cNvSpPr>
            <a:spLocks/>
          </p:cNvSpPr>
          <p:nvPr/>
        </p:nvSpPr>
        <p:spPr bwMode="auto">
          <a:xfrm>
            <a:off x="6373813" y="5407025"/>
            <a:ext cx="1587" cy="4763"/>
          </a:xfrm>
          <a:custGeom>
            <a:avLst/>
            <a:gdLst>
              <a:gd name="T0" fmla="*/ 2147483646 w 18"/>
              <a:gd name="T1" fmla="*/ 2147483646 h 37"/>
              <a:gd name="T2" fmla="*/ 0 w 18"/>
              <a:gd name="T3" fmla="*/ 2147483646 h 37"/>
              <a:gd name="T4" fmla="*/ 2147483646 w 18"/>
              <a:gd name="T5" fmla="*/ 2147483646 h 37"/>
              <a:gd name="T6" fmla="*/ 2147483646 w 18"/>
              <a:gd name="T7" fmla="*/ 2147483646 h 37"/>
              <a:gd name="T8" fmla="*/ 2147483646 w 18"/>
              <a:gd name="T9" fmla="*/ 2147483646 h 37"/>
              <a:gd name="T10" fmla="*/ 2147483646 w 18"/>
              <a:gd name="T11" fmla="*/ 0 h 37"/>
              <a:gd name="T12" fmla="*/ 2147483646 w 18"/>
              <a:gd name="T13" fmla="*/ 2147483646 h 37"/>
              <a:gd name="T14" fmla="*/ 2147483646 w 18"/>
              <a:gd name="T15" fmla="*/ 2147483646 h 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37">
                <a:moveTo>
                  <a:pt x="18" y="16"/>
                </a:moveTo>
                <a:lnTo>
                  <a:pt x="0" y="37"/>
                </a:lnTo>
                <a:lnTo>
                  <a:pt x="3" y="5"/>
                </a:lnTo>
                <a:lnTo>
                  <a:pt x="4" y="3"/>
                </a:lnTo>
                <a:lnTo>
                  <a:pt x="8" y="0"/>
                </a:lnTo>
                <a:lnTo>
                  <a:pt x="13" y="2"/>
                </a:lnTo>
                <a:lnTo>
                  <a:pt x="18" y="1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35" name="Freeform 1092">
            <a:extLst>
              <a:ext uri="{FF2B5EF4-FFF2-40B4-BE49-F238E27FC236}">
                <a16:creationId xmlns:a16="http://schemas.microsoft.com/office/drawing/2014/main" id="{8DE4F044-2E17-5DD9-B2FD-C258F97127DB}"/>
              </a:ext>
            </a:extLst>
          </p:cNvPr>
          <p:cNvSpPr>
            <a:spLocks/>
          </p:cNvSpPr>
          <p:nvPr/>
        </p:nvSpPr>
        <p:spPr bwMode="auto">
          <a:xfrm>
            <a:off x="6442075" y="5443538"/>
            <a:ext cx="1588" cy="4762"/>
          </a:xfrm>
          <a:custGeom>
            <a:avLst/>
            <a:gdLst>
              <a:gd name="T0" fmla="*/ 0 w 11"/>
              <a:gd name="T1" fmla="*/ 0 h 31"/>
              <a:gd name="T2" fmla="*/ 2147483646 w 11"/>
              <a:gd name="T3" fmla="*/ 2147483646 h 31"/>
              <a:gd name="T4" fmla="*/ 2147483646 w 11"/>
              <a:gd name="T5" fmla="*/ 2147483646 h 31"/>
              <a:gd name="T6" fmla="*/ 2147483646 w 11"/>
              <a:gd name="T7" fmla="*/ 2147483646 h 31"/>
              <a:gd name="T8" fmla="*/ 2147483646 w 11"/>
              <a:gd name="T9" fmla="*/ 2147483646 h 31"/>
              <a:gd name="T10" fmla="*/ 2147483646 w 11"/>
              <a:gd name="T11" fmla="*/ 2147483646 h 31"/>
              <a:gd name="T12" fmla="*/ 0 w 11"/>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31">
                <a:moveTo>
                  <a:pt x="0" y="0"/>
                </a:moveTo>
                <a:lnTo>
                  <a:pt x="2" y="31"/>
                </a:lnTo>
                <a:lnTo>
                  <a:pt x="11" y="14"/>
                </a:lnTo>
                <a:lnTo>
                  <a:pt x="10" y="13"/>
                </a:lnTo>
                <a:lnTo>
                  <a:pt x="9" y="9"/>
                </a:lnTo>
                <a:lnTo>
                  <a:pt x="5" y="4"/>
                </a:lnTo>
                <a:lnTo>
                  <a:pt x="0"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36" name="Freeform 1093">
            <a:extLst>
              <a:ext uri="{FF2B5EF4-FFF2-40B4-BE49-F238E27FC236}">
                <a16:creationId xmlns:a16="http://schemas.microsoft.com/office/drawing/2014/main" id="{3BE4D0F6-B1C7-C7DB-8994-A1A8F2392E41}"/>
              </a:ext>
            </a:extLst>
          </p:cNvPr>
          <p:cNvSpPr>
            <a:spLocks/>
          </p:cNvSpPr>
          <p:nvPr/>
        </p:nvSpPr>
        <p:spPr bwMode="auto">
          <a:xfrm>
            <a:off x="6442075" y="5443538"/>
            <a:ext cx="1588" cy="4762"/>
          </a:xfrm>
          <a:custGeom>
            <a:avLst/>
            <a:gdLst>
              <a:gd name="T0" fmla="*/ 0 w 11"/>
              <a:gd name="T1" fmla="*/ 0 h 31"/>
              <a:gd name="T2" fmla="*/ 2147483646 w 11"/>
              <a:gd name="T3" fmla="*/ 2147483646 h 31"/>
              <a:gd name="T4" fmla="*/ 2147483646 w 11"/>
              <a:gd name="T5" fmla="*/ 2147483646 h 31"/>
              <a:gd name="T6" fmla="*/ 2147483646 w 11"/>
              <a:gd name="T7" fmla="*/ 2147483646 h 31"/>
              <a:gd name="T8" fmla="*/ 2147483646 w 11"/>
              <a:gd name="T9" fmla="*/ 2147483646 h 31"/>
              <a:gd name="T10" fmla="*/ 2147483646 w 11"/>
              <a:gd name="T11" fmla="*/ 2147483646 h 31"/>
              <a:gd name="T12" fmla="*/ 2147483646 w 11"/>
              <a:gd name="T13" fmla="*/ 2147483646 h 31"/>
              <a:gd name="T14" fmla="*/ 0 w 11"/>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31">
                <a:moveTo>
                  <a:pt x="0" y="0"/>
                </a:moveTo>
                <a:lnTo>
                  <a:pt x="2" y="31"/>
                </a:lnTo>
                <a:lnTo>
                  <a:pt x="11" y="14"/>
                </a:lnTo>
                <a:lnTo>
                  <a:pt x="10" y="13"/>
                </a:lnTo>
                <a:lnTo>
                  <a:pt x="9" y="9"/>
                </a:lnTo>
                <a:lnTo>
                  <a:pt x="5" y="4"/>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37" name="Freeform 1094">
            <a:extLst>
              <a:ext uri="{FF2B5EF4-FFF2-40B4-BE49-F238E27FC236}">
                <a16:creationId xmlns:a16="http://schemas.microsoft.com/office/drawing/2014/main" id="{E0EDFCC5-5E04-F6CB-14F3-EE044EDA4A2A}"/>
              </a:ext>
            </a:extLst>
          </p:cNvPr>
          <p:cNvSpPr>
            <a:spLocks/>
          </p:cNvSpPr>
          <p:nvPr/>
        </p:nvSpPr>
        <p:spPr bwMode="auto">
          <a:xfrm>
            <a:off x="6453188" y="5441950"/>
            <a:ext cx="4762" cy="4763"/>
          </a:xfrm>
          <a:custGeom>
            <a:avLst/>
            <a:gdLst>
              <a:gd name="T0" fmla="*/ 0 w 27"/>
              <a:gd name="T1" fmla="*/ 2147483646 h 23"/>
              <a:gd name="T2" fmla="*/ 2147483646 w 27"/>
              <a:gd name="T3" fmla="*/ 2147483646 h 23"/>
              <a:gd name="T4" fmla="*/ 2147483646 w 27"/>
              <a:gd name="T5" fmla="*/ 0 h 23"/>
              <a:gd name="T6" fmla="*/ 2147483646 w 27"/>
              <a:gd name="T7" fmla="*/ 2147483646 h 23"/>
              <a:gd name="T8" fmla="*/ 2147483646 w 27"/>
              <a:gd name="T9" fmla="*/ 2147483646 h 23"/>
              <a:gd name="T10" fmla="*/ 2147483646 w 27"/>
              <a:gd name="T11" fmla="*/ 2147483646 h 23"/>
              <a:gd name="T12" fmla="*/ 0 w 27"/>
              <a:gd name="T13" fmla="*/ 2147483646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3">
                <a:moveTo>
                  <a:pt x="0" y="20"/>
                </a:moveTo>
                <a:lnTo>
                  <a:pt x="27" y="23"/>
                </a:lnTo>
                <a:lnTo>
                  <a:pt x="27" y="0"/>
                </a:lnTo>
                <a:lnTo>
                  <a:pt x="24" y="3"/>
                </a:lnTo>
                <a:lnTo>
                  <a:pt x="16" y="10"/>
                </a:lnTo>
                <a:lnTo>
                  <a:pt x="7" y="17"/>
                </a:lnTo>
                <a:lnTo>
                  <a:pt x="0" y="2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38" name="Freeform 1095">
            <a:extLst>
              <a:ext uri="{FF2B5EF4-FFF2-40B4-BE49-F238E27FC236}">
                <a16:creationId xmlns:a16="http://schemas.microsoft.com/office/drawing/2014/main" id="{0FEC545B-54CB-A101-19B6-44C453ACCE25}"/>
              </a:ext>
            </a:extLst>
          </p:cNvPr>
          <p:cNvSpPr>
            <a:spLocks/>
          </p:cNvSpPr>
          <p:nvPr/>
        </p:nvSpPr>
        <p:spPr bwMode="auto">
          <a:xfrm>
            <a:off x="6453188" y="5441950"/>
            <a:ext cx="4762" cy="4763"/>
          </a:xfrm>
          <a:custGeom>
            <a:avLst/>
            <a:gdLst>
              <a:gd name="T0" fmla="*/ 0 w 27"/>
              <a:gd name="T1" fmla="*/ 2147483646 h 23"/>
              <a:gd name="T2" fmla="*/ 2147483646 w 27"/>
              <a:gd name="T3" fmla="*/ 2147483646 h 23"/>
              <a:gd name="T4" fmla="*/ 2147483646 w 27"/>
              <a:gd name="T5" fmla="*/ 0 h 23"/>
              <a:gd name="T6" fmla="*/ 2147483646 w 27"/>
              <a:gd name="T7" fmla="*/ 0 h 23"/>
              <a:gd name="T8" fmla="*/ 2147483646 w 27"/>
              <a:gd name="T9" fmla="*/ 2147483646 h 23"/>
              <a:gd name="T10" fmla="*/ 2147483646 w 27"/>
              <a:gd name="T11" fmla="*/ 2147483646 h 23"/>
              <a:gd name="T12" fmla="*/ 2147483646 w 27"/>
              <a:gd name="T13" fmla="*/ 2147483646 h 23"/>
              <a:gd name="T14" fmla="*/ 0 w 27"/>
              <a:gd name="T15" fmla="*/ 2147483646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23">
                <a:moveTo>
                  <a:pt x="0" y="20"/>
                </a:moveTo>
                <a:lnTo>
                  <a:pt x="27" y="23"/>
                </a:lnTo>
                <a:lnTo>
                  <a:pt x="27" y="0"/>
                </a:lnTo>
                <a:lnTo>
                  <a:pt x="24" y="3"/>
                </a:lnTo>
                <a:lnTo>
                  <a:pt x="16" y="10"/>
                </a:lnTo>
                <a:lnTo>
                  <a:pt x="7" y="17"/>
                </a:lnTo>
                <a:lnTo>
                  <a:pt x="0" y="2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39" name="Freeform 1096">
            <a:extLst>
              <a:ext uri="{FF2B5EF4-FFF2-40B4-BE49-F238E27FC236}">
                <a16:creationId xmlns:a16="http://schemas.microsoft.com/office/drawing/2014/main" id="{B6DAB99F-70B7-C7E5-ED9D-102BAC7AE544}"/>
              </a:ext>
            </a:extLst>
          </p:cNvPr>
          <p:cNvSpPr>
            <a:spLocks/>
          </p:cNvSpPr>
          <p:nvPr/>
        </p:nvSpPr>
        <p:spPr bwMode="auto">
          <a:xfrm>
            <a:off x="6488113" y="5419725"/>
            <a:ext cx="12700" cy="7938"/>
          </a:xfrm>
          <a:custGeom>
            <a:avLst/>
            <a:gdLst>
              <a:gd name="T0" fmla="*/ 0 w 74"/>
              <a:gd name="T1" fmla="*/ 2147483646 h 52"/>
              <a:gd name="T2" fmla="*/ 2147483646 w 74"/>
              <a:gd name="T3" fmla="*/ 2147483646 h 52"/>
              <a:gd name="T4" fmla="*/ 2147483646 w 74"/>
              <a:gd name="T5" fmla="*/ 2147483646 h 52"/>
              <a:gd name="T6" fmla="*/ 2147483646 w 74"/>
              <a:gd name="T7" fmla="*/ 2147483646 h 52"/>
              <a:gd name="T8" fmla="*/ 2147483646 w 74"/>
              <a:gd name="T9" fmla="*/ 2147483646 h 52"/>
              <a:gd name="T10" fmla="*/ 2147483646 w 74"/>
              <a:gd name="T11" fmla="*/ 2147483646 h 52"/>
              <a:gd name="T12" fmla="*/ 2147483646 w 74"/>
              <a:gd name="T13" fmla="*/ 2147483646 h 52"/>
              <a:gd name="T14" fmla="*/ 2147483646 w 74"/>
              <a:gd name="T15" fmla="*/ 2147483646 h 52"/>
              <a:gd name="T16" fmla="*/ 2147483646 w 74"/>
              <a:gd name="T17" fmla="*/ 2147483646 h 52"/>
              <a:gd name="T18" fmla="*/ 2147483646 w 74"/>
              <a:gd name="T19" fmla="*/ 2147483646 h 52"/>
              <a:gd name="T20" fmla="*/ 2147483646 w 74"/>
              <a:gd name="T21" fmla="*/ 2147483646 h 52"/>
              <a:gd name="T22" fmla="*/ 2147483646 w 74"/>
              <a:gd name="T23" fmla="*/ 2147483646 h 52"/>
              <a:gd name="T24" fmla="*/ 2147483646 w 74"/>
              <a:gd name="T25" fmla="*/ 2147483646 h 52"/>
              <a:gd name="T26" fmla="*/ 2147483646 w 74"/>
              <a:gd name="T27" fmla="*/ 2147483646 h 52"/>
              <a:gd name="T28" fmla="*/ 2147483646 w 74"/>
              <a:gd name="T29" fmla="*/ 2147483646 h 52"/>
              <a:gd name="T30" fmla="*/ 2147483646 w 74"/>
              <a:gd name="T31" fmla="*/ 2147483646 h 52"/>
              <a:gd name="T32" fmla="*/ 2147483646 w 74"/>
              <a:gd name="T33" fmla="*/ 0 h 52"/>
              <a:gd name="T34" fmla="*/ 2147483646 w 74"/>
              <a:gd name="T35" fmla="*/ 0 h 52"/>
              <a:gd name="T36" fmla="*/ 2147483646 w 74"/>
              <a:gd name="T37" fmla="*/ 2147483646 h 52"/>
              <a:gd name="T38" fmla="*/ 2147483646 w 74"/>
              <a:gd name="T39" fmla="*/ 2147483646 h 52"/>
              <a:gd name="T40" fmla="*/ 2147483646 w 74"/>
              <a:gd name="T41" fmla="*/ 2147483646 h 52"/>
              <a:gd name="T42" fmla="*/ 2147483646 w 74"/>
              <a:gd name="T43" fmla="*/ 2147483646 h 52"/>
              <a:gd name="T44" fmla="*/ 2147483646 w 74"/>
              <a:gd name="T45" fmla="*/ 2147483646 h 52"/>
              <a:gd name="T46" fmla="*/ 2147483646 w 74"/>
              <a:gd name="T47" fmla="*/ 2147483646 h 52"/>
              <a:gd name="T48" fmla="*/ 2147483646 w 74"/>
              <a:gd name="T49" fmla="*/ 2147483646 h 52"/>
              <a:gd name="T50" fmla="*/ 2147483646 w 74"/>
              <a:gd name="T51" fmla="*/ 2147483646 h 52"/>
              <a:gd name="T52" fmla="*/ 0 w 74"/>
              <a:gd name="T53" fmla="*/ 2147483646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4" h="52">
                <a:moveTo>
                  <a:pt x="0" y="29"/>
                </a:moveTo>
                <a:lnTo>
                  <a:pt x="18" y="52"/>
                </a:lnTo>
                <a:lnTo>
                  <a:pt x="32" y="38"/>
                </a:lnTo>
                <a:lnTo>
                  <a:pt x="33" y="38"/>
                </a:lnTo>
                <a:lnTo>
                  <a:pt x="37" y="39"/>
                </a:lnTo>
                <a:lnTo>
                  <a:pt x="41" y="39"/>
                </a:lnTo>
                <a:lnTo>
                  <a:pt x="47" y="38"/>
                </a:lnTo>
                <a:lnTo>
                  <a:pt x="53" y="38"/>
                </a:lnTo>
                <a:lnTo>
                  <a:pt x="59" y="34"/>
                </a:lnTo>
                <a:lnTo>
                  <a:pt x="64" y="31"/>
                </a:lnTo>
                <a:lnTo>
                  <a:pt x="68" y="26"/>
                </a:lnTo>
                <a:lnTo>
                  <a:pt x="70" y="20"/>
                </a:lnTo>
                <a:lnTo>
                  <a:pt x="72" y="14"/>
                </a:lnTo>
                <a:lnTo>
                  <a:pt x="73" y="9"/>
                </a:lnTo>
                <a:lnTo>
                  <a:pt x="74" y="5"/>
                </a:lnTo>
                <a:lnTo>
                  <a:pt x="73" y="2"/>
                </a:lnTo>
                <a:lnTo>
                  <a:pt x="70" y="0"/>
                </a:lnTo>
                <a:lnTo>
                  <a:pt x="64" y="0"/>
                </a:lnTo>
                <a:lnTo>
                  <a:pt x="56" y="1"/>
                </a:lnTo>
                <a:lnTo>
                  <a:pt x="47" y="3"/>
                </a:lnTo>
                <a:lnTo>
                  <a:pt x="38" y="5"/>
                </a:lnTo>
                <a:lnTo>
                  <a:pt x="29" y="7"/>
                </a:lnTo>
                <a:lnTo>
                  <a:pt x="21" y="10"/>
                </a:lnTo>
                <a:lnTo>
                  <a:pt x="13" y="13"/>
                </a:lnTo>
                <a:lnTo>
                  <a:pt x="7" y="17"/>
                </a:lnTo>
                <a:lnTo>
                  <a:pt x="3" y="23"/>
                </a:lnTo>
                <a:lnTo>
                  <a:pt x="0" y="29"/>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40" name="Freeform 1097">
            <a:extLst>
              <a:ext uri="{FF2B5EF4-FFF2-40B4-BE49-F238E27FC236}">
                <a16:creationId xmlns:a16="http://schemas.microsoft.com/office/drawing/2014/main" id="{DAF30A83-ED37-552C-204C-24B407EC5F57}"/>
              </a:ext>
            </a:extLst>
          </p:cNvPr>
          <p:cNvSpPr>
            <a:spLocks/>
          </p:cNvSpPr>
          <p:nvPr/>
        </p:nvSpPr>
        <p:spPr bwMode="auto">
          <a:xfrm>
            <a:off x="6488113" y="5419725"/>
            <a:ext cx="12700" cy="7938"/>
          </a:xfrm>
          <a:custGeom>
            <a:avLst/>
            <a:gdLst>
              <a:gd name="T0" fmla="*/ 0 w 74"/>
              <a:gd name="T1" fmla="*/ 2147483646 h 52"/>
              <a:gd name="T2" fmla="*/ 2147483646 w 74"/>
              <a:gd name="T3" fmla="*/ 2147483646 h 52"/>
              <a:gd name="T4" fmla="*/ 2147483646 w 74"/>
              <a:gd name="T5" fmla="*/ 2147483646 h 52"/>
              <a:gd name="T6" fmla="*/ 2147483646 w 74"/>
              <a:gd name="T7" fmla="*/ 2147483646 h 52"/>
              <a:gd name="T8" fmla="*/ 2147483646 w 74"/>
              <a:gd name="T9" fmla="*/ 2147483646 h 52"/>
              <a:gd name="T10" fmla="*/ 2147483646 w 74"/>
              <a:gd name="T11" fmla="*/ 2147483646 h 52"/>
              <a:gd name="T12" fmla="*/ 2147483646 w 74"/>
              <a:gd name="T13" fmla="*/ 2147483646 h 52"/>
              <a:gd name="T14" fmla="*/ 2147483646 w 74"/>
              <a:gd name="T15" fmla="*/ 2147483646 h 52"/>
              <a:gd name="T16" fmla="*/ 2147483646 w 74"/>
              <a:gd name="T17" fmla="*/ 2147483646 h 52"/>
              <a:gd name="T18" fmla="*/ 2147483646 w 74"/>
              <a:gd name="T19" fmla="*/ 2147483646 h 52"/>
              <a:gd name="T20" fmla="*/ 2147483646 w 74"/>
              <a:gd name="T21" fmla="*/ 2147483646 h 52"/>
              <a:gd name="T22" fmla="*/ 2147483646 w 74"/>
              <a:gd name="T23" fmla="*/ 2147483646 h 52"/>
              <a:gd name="T24" fmla="*/ 2147483646 w 74"/>
              <a:gd name="T25" fmla="*/ 2147483646 h 52"/>
              <a:gd name="T26" fmla="*/ 2147483646 w 74"/>
              <a:gd name="T27" fmla="*/ 2147483646 h 52"/>
              <a:gd name="T28" fmla="*/ 2147483646 w 74"/>
              <a:gd name="T29" fmla="*/ 2147483646 h 52"/>
              <a:gd name="T30" fmla="*/ 2147483646 w 74"/>
              <a:gd name="T31" fmla="*/ 2147483646 h 52"/>
              <a:gd name="T32" fmla="*/ 2147483646 w 74"/>
              <a:gd name="T33" fmla="*/ 2147483646 h 52"/>
              <a:gd name="T34" fmla="*/ 2147483646 w 74"/>
              <a:gd name="T35" fmla="*/ 2147483646 h 52"/>
              <a:gd name="T36" fmla="*/ 2147483646 w 74"/>
              <a:gd name="T37" fmla="*/ 0 h 52"/>
              <a:gd name="T38" fmla="*/ 2147483646 w 74"/>
              <a:gd name="T39" fmla="*/ 0 h 52"/>
              <a:gd name="T40" fmla="*/ 2147483646 w 74"/>
              <a:gd name="T41" fmla="*/ 2147483646 h 52"/>
              <a:gd name="T42" fmla="*/ 2147483646 w 74"/>
              <a:gd name="T43" fmla="*/ 2147483646 h 52"/>
              <a:gd name="T44" fmla="*/ 2147483646 w 74"/>
              <a:gd name="T45" fmla="*/ 2147483646 h 52"/>
              <a:gd name="T46" fmla="*/ 2147483646 w 74"/>
              <a:gd name="T47" fmla="*/ 2147483646 h 52"/>
              <a:gd name="T48" fmla="*/ 2147483646 w 74"/>
              <a:gd name="T49" fmla="*/ 2147483646 h 52"/>
              <a:gd name="T50" fmla="*/ 2147483646 w 74"/>
              <a:gd name="T51" fmla="*/ 2147483646 h 52"/>
              <a:gd name="T52" fmla="*/ 2147483646 w 74"/>
              <a:gd name="T53" fmla="*/ 2147483646 h 52"/>
              <a:gd name="T54" fmla="*/ 2147483646 w 74"/>
              <a:gd name="T55" fmla="*/ 2147483646 h 52"/>
              <a:gd name="T56" fmla="*/ 2147483646 w 74"/>
              <a:gd name="T57" fmla="*/ 2147483646 h 52"/>
              <a:gd name="T58" fmla="*/ 0 w 74"/>
              <a:gd name="T59" fmla="*/ 2147483646 h 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4" h="52">
                <a:moveTo>
                  <a:pt x="0" y="29"/>
                </a:moveTo>
                <a:lnTo>
                  <a:pt x="18" y="52"/>
                </a:lnTo>
                <a:lnTo>
                  <a:pt x="32" y="38"/>
                </a:lnTo>
                <a:lnTo>
                  <a:pt x="33" y="38"/>
                </a:lnTo>
                <a:lnTo>
                  <a:pt x="37" y="39"/>
                </a:lnTo>
                <a:lnTo>
                  <a:pt x="41" y="39"/>
                </a:lnTo>
                <a:lnTo>
                  <a:pt x="47" y="38"/>
                </a:lnTo>
                <a:lnTo>
                  <a:pt x="53" y="38"/>
                </a:lnTo>
                <a:lnTo>
                  <a:pt x="59" y="34"/>
                </a:lnTo>
                <a:lnTo>
                  <a:pt x="64" y="31"/>
                </a:lnTo>
                <a:lnTo>
                  <a:pt x="68" y="26"/>
                </a:lnTo>
                <a:lnTo>
                  <a:pt x="70" y="20"/>
                </a:lnTo>
                <a:lnTo>
                  <a:pt x="72" y="14"/>
                </a:lnTo>
                <a:lnTo>
                  <a:pt x="73" y="9"/>
                </a:lnTo>
                <a:lnTo>
                  <a:pt x="74" y="5"/>
                </a:lnTo>
                <a:lnTo>
                  <a:pt x="73" y="2"/>
                </a:lnTo>
                <a:lnTo>
                  <a:pt x="70" y="0"/>
                </a:lnTo>
                <a:lnTo>
                  <a:pt x="64" y="0"/>
                </a:lnTo>
                <a:lnTo>
                  <a:pt x="56" y="1"/>
                </a:lnTo>
                <a:lnTo>
                  <a:pt x="47" y="3"/>
                </a:lnTo>
                <a:lnTo>
                  <a:pt x="38" y="5"/>
                </a:lnTo>
                <a:lnTo>
                  <a:pt x="29" y="7"/>
                </a:lnTo>
                <a:lnTo>
                  <a:pt x="21" y="10"/>
                </a:lnTo>
                <a:lnTo>
                  <a:pt x="13" y="13"/>
                </a:lnTo>
                <a:lnTo>
                  <a:pt x="7" y="17"/>
                </a:lnTo>
                <a:lnTo>
                  <a:pt x="3" y="23"/>
                </a:lnTo>
                <a:lnTo>
                  <a:pt x="0" y="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41" name="Freeform 1098">
            <a:extLst>
              <a:ext uri="{FF2B5EF4-FFF2-40B4-BE49-F238E27FC236}">
                <a16:creationId xmlns:a16="http://schemas.microsoft.com/office/drawing/2014/main" id="{CF40DCA3-7080-F342-AA8E-F87764B90293}"/>
              </a:ext>
            </a:extLst>
          </p:cNvPr>
          <p:cNvSpPr>
            <a:spLocks/>
          </p:cNvSpPr>
          <p:nvPr/>
        </p:nvSpPr>
        <p:spPr bwMode="auto">
          <a:xfrm>
            <a:off x="6467475" y="5424488"/>
            <a:ext cx="22225" cy="17462"/>
          </a:xfrm>
          <a:custGeom>
            <a:avLst/>
            <a:gdLst>
              <a:gd name="T0" fmla="*/ 2147483646 w 137"/>
              <a:gd name="T1" fmla="*/ 2147483646 h 124"/>
              <a:gd name="T2" fmla="*/ 2147483646 w 137"/>
              <a:gd name="T3" fmla="*/ 2147483646 h 124"/>
              <a:gd name="T4" fmla="*/ 2147483646 w 137"/>
              <a:gd name="T5" fmla="*/ 2147483646 h 124"/>
              <a:gd name="T6" fmla="*/ 2147483646 w 137"/>
              <a:gd name="T7" fmla="*/ 2147483646 h 124"/>
              <a:gd name="T8" fmla="*/ 2147483646 w 137"/>
              <a:gd name="T9" fmla="*/ 2147483646 h 124"/>
              <a:gd name="T10" fmla="*/ 2147483646 w 137"/>
              <a:gd name="T11" fmla="*/ 2147483646 h 124"/>
              <a:gd name="T12" fmla="*/ 2147483646 w 137"/>
              <a:gd name="T13" fmla="*/ 2147483646 h 124"/>
              <a:gd name="T14" fmla="*/ 2147483646 w 137"/>
              <a:gd name="T15" fmla="*/ 2147483646 h 124"/>
              <a:gd name="T16" fmla="*/ 2147483646 w 137"/>
              <a:gd name="T17" fmla="*/ 2147483646 h 124"/>
              <a:gd name="T18" fmla="*/ 2147483646 w 137"/>
              <a:gd name="T19" fmla="*/ 2147483646 h 124"/>
              <a:gd name="T20" fmla="*/ 2147483646 w 137"/>
              <a:gd name="T21" fmla="*/ 2147483646 h 124"/>
              <a:gd name="T22" fmla="*/ 0 w 137"/>
              <a:gd name="T23" fmla="*/ 2147483646 h 124"/>
              <a:gd name="T24" fmla="*/ 2147483646 w 137"/>
              <a:gd name="T25" fmla="*/ 2147483646 h 124"/>
              <a:gd name="T26" fmla="*/ 2147483646 w 137"/>
              <a:gd name="T27" fmla="*/ 2147483646 h 124"/>
              <a:gd name="T28" fmla="*/ 2147483646 w 137"/>
              <a:gd name="T29" fmla="*/ 2147483646 h 124"/>
              <a:gd name="T30" fmla="*/ 2147483646 w 137"/>
              <a:gd name="T31" fmla="*/ 2147483646 h 124"/>
              <a:gd name="T32" fmla="*/ 2147483646 w 137"/>
              <a:gd name="T33" fmla="*/ 2147483646 h 124"/>
              <a:gd name="T34" fmla="*/ 2147483646 w 137"/>
              <a:gd name="T35" fmla="*/ 2147483646 h 124"/>
              <a:gd name="T36" fmla="*/ 2147483646 w 137"/>
              <a:gd name="T37" fmla="*/ 2147483646 h 124"/>
              <a:gd name="T38" fmla="*/ 2147483646 w 137"/>
              <a:gd name="T39" fmla="*/ 2147483646 h 124"/>
              <a:gd name="T40" fmla="*/ 2147483646 w 137"/>
              <a:gd name="T41" fmla="*/ 2147483646 h 124"/>
              <a:gd name="T42" fmla="*/ 2147483646 w 137"/>
              <a:gd name="T43" fmla="*/ 0 h 124"/>
              <a:gd name="T44" fmla="*/ 2147483646 w 137"/>
              <a:gd name="T45" fmla="*/ 2147483646 h 124"/>
              <a:gd name="T46" fmla="*/ 2147483646 w 137"/>
              <a:gd name="T47" fmla="*/ 2147483646 h 124"/>
              <a:gd name="T48" fmla="*/ 2147483646 w 137"/>
              <a:gd name="T49" fmla="*/ 2147483646 h 124"/>
              <a:gd name="T50" fmla="*/ 2147483646 w 137"/>
              <a:gd name="T51" fmla="*/ 2147483646 h 124"/>
              <a:gd name="T52" fmla="*/ 2147483646 w 137"/>
              <a:gd name="T53" fmla="*/ 2147483646 h 124"/>
              <a:gd name="T54" fmla="*/ 2147483646 w 137"/>
              <a:gd name="T55" fmla="*/ 2147483646 h 124"/>
              <a:gd name="T56" fmla="*/ 2147483646 w 137"/>
              <a:gd name="T57" fmla="*/ 2147483646 h 124"/>
              <a:gd name="T58" fmla="*/ 2147483646 w 137"/>
              <a:gd name="T59" fmla="*/ 2147483646 h 124"/>
              <a:gd name="T60" fmla="*/ 2147483646 w 137"/>
              <a:gd name="T61" fmla="*/ 2147483646 h 124"/>
              <a:gd name="T62" fmla="*/ 2147483646 w 137"/>
              <a:gd name="T63" fmla="*/ 2147483646 h 124"/>
              <a:gd name="T64" fmla="*/ 2147483646 w 137"/>
              <a:gd name="T65" fmla="*/ 2147483646 h 124"/>
              <a:gd name="T66" fmla="*/ 2147483646 w 137"/>
              <a:gd name="T67" fmla="*/ 2147483646 h 124"/>
              <a:gd name="T68" fmla="*/ 2147483646 w 137"/>
              <a:gd name="T69" fmla="*/ 2147483646 h 124"/>
              <a:gd name="T70" fmla="*/ 2147483646 w 137"/>
              <a:gd name="T71" fmla="*/ 2147483646 h 124"/>
              <a:gd name="T72" fmla="*/ 2147483646 w 137"/>
              <a:gd name="T73" fmla="*/ 2147483646 h 124"/>
              <a:gd name="T74" fmla="*/ 2147483646 w 137"/>
              <a:gd name="T75" fmla="*/ 2147483646 h 124"/>
              <a:gd name="T76" fmla="*/ 2147483646 w 137"/>
              <a:gd name="T77" fmla="*/ 2147483646 h 124"/>
              <a:gd name="T78" fmla="*/ 2147483646 w 137"/>
              <a:gd name="T79" fmla="*/ 2147483646 h 124"/>
              <a:gd name="T80" fmla="*/ 2147483646 w 137"/>
              <a:gd name="T81" fmla="*/ 2147483646 h 124"/>
              <a:gd name="T82" fmla="*/ 2147483646 w 137"/>
              <a:gd name="T83" fmla="*/ 2147483646 h 124"/>
              <a:gd name="T84" fmla="*/ 2147483646 w 137"/>
              <a:gd name="T85" fmla="*/ 2147483646 h 124"/>
              <a:gd name="T86" fmla="*/ 2147483646 w 137"/>
              <a:gd name="T87" fmla="*/ 2147483646 h 124"/>
              <a:gd name="T88" fmla="*/ 2147483646 w 137"/>
              <a:gd name="T89" fmla="*/ 2147483646 h 124"/>
              <a:gd name="T90" fmla="*/ 2147483646 w 137"/>
              <a:gd name="T91" fmla="*/ 2147483646 h 124"/>
              <a:gd name="T92" fmla="*/ 2147483646 w 137"/>
              <a:gd name="T93" fmla="*/ 2147483646 h 124"/>
              <a:gd name="T94" fmla="*/ 2147483646 w 137"/>
              <a:gd name="T95" fmla="*/ 2147483646 h 124"/>
              <a:gd name="T96" fmla="*/ 2147483646 w 137"/>
              <a:gd name="T97" fmla="*/ 2147483646 h 124"/>
              <a:gd name="T98" fmla="*/ 2147483646 w 137"/>
              <a:gd name="T99" fmla="*/ 2147483646 h 124"/>
              <a:gd name="T100" fmla="*/ 2147483646 w 137"/>
              <a:gd name="T101" fmla="*/ 2147483646 h 124"/>
              <a:gd name="T102" fmla="*/ 2147483646 w 137"/>
              <a:gd name="T103" fmla="*/ 2147483646 h 124"/>
              <a:gd name="T104" fmla="*/ 2147483646 w 137"/>
              <a:gd name="T105" fmla="*/ 2147483646 h 124"/>
              <a:gd name="T106" fmla="*/ 2147483646 w 137"/>
              <a:gd name="T107" fmla="*/ 2147483646 h 124"/>
              <a:gd name="T108" fmla="*/ 2147483646 w 137"/>
              <a:gd name="T109" fmla="*/ 2147483646 h 124"/>
              <a:gd name="T110" fmla="*/ 2147483646 w 137"/>
              <a:gd name="T111" fmla="*/ 2147483646 h 124"/>
              <a:gd name="T112" fmla="*/ 2147483646 w 137"/>
              <a:gd name="T113" fmla="*/ 2147483646 h 124"/>
              <a:gd name="T114" fmla="*/ 2147483646 w 137"/>
              <a:gd name="T115" fmla="*/ 2147483646 h 124"/>
              <a:gd name="T116" fmla="*/ 2147483646 w 137"/>
              <a:gd name="T117" fmla="*/ 2147483646 h 124"/>
              <a:gd name="T118" fmla="*/ 2147483646 w 137"/>
              <a:gd name="T119" fmla="*/ 2147483646 h 124"/>
              <a:gd name="T120" fmla="*/ 2147483646 w 137"/>
              <a:gd name="T121" fmla="*/ 2147483646 h 124"/>
              <a:gd name="T122" fmla="*/ 2147483646 w 137"/>
              <a:gd name="T123" fmla="*/ 2147483646 h 1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7" h="124">
                <a:moveTo>
                  <a:pt x="53" y="93"/>
                </a:moveTo>
                <a:lnTo>
                  <a:pt x="52" y="91"/>
                </a:lnTo>
                <a:lnTo>
                  <a:pt x="48" y="86"/>
                </a:lnTo>
                <a:lnTo>
                  <a:pt x="42" y="82"/>
                </a:lnTo>
                <a:lnTo>
                  <a:pt x="33" y="82"/>
                </a:lnTo>
                <a:lnTo>
                  <a:pt x="27" y="83"/>
                </a:lnTo>
                <a:lnTo>
                  <a:pt x="21" y="82"/>
                </a:lnTo>
                <a:lnTo>
                  <a:pt x="15" y="81"/>
                </a:lnTo>
                <a:lnTo>
                  <a:pt x="10" y="79"/>
                </a:lnTo>
                <a:lnTo>
                  <a:pt x="5" y="76"/>
                </a:lnTo>
                <a:lnTo>
                  <a:pt x="2" y="72"/>
                </a:lnTo>
                <a:lnTo>
                  <a:pt x="0" y="67"/>
                </a:lnTo>
                <a:lnTo>
                  <a:pt x="2" y="59"/>
                </a:lnTo>
                <a:lnTo>
                  <a:pt x="5" y="52"/>
                </a:lnTo>
                <a:lnTo>
                  <a:pt x="9" y="46"/>
                </a:lnTo>
                <a:lnTo>
                  <a:pt x="13" y="40"/>
                </a:lnTo>
                <a:lnTo>
                  <a:pt x="18" y="35"/>
                </a:lnTo>
                <a:lnTo>
                  <a:pt x="23" y="31"/>
                </a:lnTo>
                <a:lnTo>
                  <a:pt x="26" y="28"/>
                </a:lnTo>
                <a:lnTo>
                  <a:pt x="29" y="27"/>
                </a:lnTo>
                <a:lnTo>
                  <a:pt x="30" y="26"/>
                </a:lnTo>
                <a:lnTo>
                  <a:pt x="53" y="0"/>
                </a:lnTo>
                <a:lnTo>
                  <a:pt x="55" y="1"/>
                </a:lnTo>
                <a:lnTo>
                  <a:pt x="59" y="2"/>
                </a:lnTo>
                <a:lnTo>
                  <a:pt x="65" y="5"/>
                </a:lnTo>
                <a:lnTo>
                  <a:pt x="72" y="9"/>
                </a:lnTo>
                <a:lnTo>
                  <a:pt x="79" y="15"/>
                </a:lnTo>
                <a:lnTo>
                  <a:pt x="85" y="20"/>
                </a:lnTo>
                <a:lnTo>
                  <a:pt x="89" y="27"/>
                </a:lnTo>
                <a:lnTo>
                  <a:pt x="91" y="34"/>
                </a:lnTo>
                <a:lnTo>
                  <a:pt x="91" y="42"/>
                </a:lnTo>
                <a:lnTo>
                  <a:pt x="90" y="49"/>
                </a:lnTo>
                <a:lnTo>
                  <a:pt x="89" y="57"/>
                </a:lnTo>
                <a:lnTo>
                  <a:pt x="89" y="65"/>
                </a:lnTo>
                <a:lnTo>
                  <a:pt x="90" y="71"/>
                </a:lnTo>
                <a:lnTo>
                  <a:pt x="92" y="76"/>
                </a:lnTo>
                <a:lnTo>
                  <a:pt x="96" y="80"/>
                </a:lnTo>
                <a:lnTo>
                  <a:pt x="103" y="82"/>
                </a:lnTo>
                <a:lnTo>
                  <a:pt x="109" y="84"/>
                </a:lnTo>
                <a:lnTo>
                  <a:pt x="113" y="88"/>
                </a:lnTo>
                <a:lnTo>
                  <a:pt x="116" y="94"/>
                </a:lnTo>
                <a:lnTo>
                  <a:pt x="118" y="100"/>
                </a:lnTo>
                <a:lnTo>
                  <a:pt x="120" y="106"/>
                </a:lnTo>
                <a:lnTo>
                  <a:pt x="123" y="113"/>
                </a:lnTo>
                <a:lnTo>
                  <a:pt x="127" y="117"/>
                </a:lnTo>
                <a:lnTo>
                  <a:pt x="133" y="119"/>
                </a:lnTo>
                <a:lnTo>
                  <a:pt x="137" y="120"/>
                </a:lnTo>
                <a:lnTo>
                  <a:pt x="134" y="121"/>
                </a:lnTo>
                <a:lnTo>
                  <a:pt x="127" y="122"/>
                </a:lnTo>
                <a:lnTo>
                  <a:pt x="118" y="123"/>
                </a:lnTo>
                <a:lnTo>
                  <a:pt x="107" y="123"/>
                </a:lnTo>
                <a:lnTo>
                  <a:pt x="96" y="124"/>
                </a:lnTo>
                <a:lnTo>
                  <a:pt x="89" y="124"/>
                </a:lnTo>
                <a:lnTo>
                  <a:pt x="86" y="124"/>
                </a:lnTo>
                <a:lnTo>
                  <a:pt x="86" y="123"/>
                </a:lnTo>
                <a:lnTo>
                  <a:pt x="85" y="122"/>
                </a:lnTo>
                <a:lnTo>
                  <a:pt x="83" y="119"/>
                </a:lnTo>
                <a:lnTo>
                  <a:pt x="80" y="115"/>
                </a:lnTo>
                <a:lnTo>
                  <a:pt x="76" y="110"/>
                </a:lnTo>
                <a:lnTo>
                  <a:pt x="70" y="104"/>
                </a:lnTo>
                <a:lnTo>
                  <a:pt x="62" y="99"/>
                </a:lnTo>
                <a:lnTo>
                  <a:pt x="53" y="93"/>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42" name="Freeform 1099">
            <a:extLst>
              <a:ext uri="{FF2B5EF4-FFF2-40B4-BE49-F238E27FC236}">
                <a16:creationId xmlns:a16="http://schemas.microsoft.com/office/drawing/2014/main" id="{B2DB93E3-E9B3-175B-1BC6-ACD10CF777ED}"/>
              </a:ext>
            </a:extLst>
          </p:cNvPr>
          <p:cNvSpPr>
            <a:spLocks/>
          </p:cNvSpPr>
          <p:nvPr/>
        </p:nvSpPr>
        <p:spPr bwMode="auto">
          <a:xfrm>
            <a:off x="6467475" y="5424488"/>
            <a:ext cx="22225" cy="17462"/>
          </a:xfrm>
          <a:custGeom>
            <a:avLst/>
            <a:gdLst>
              <a:gd name="T0" fmla="*/ 2147483646 w 137"/>
              <a:gd name="T1" fmla="*/ 2147483646 h 124"/>
              <a:gd name="T2" fmla="*/ 2147483646 w 137"/>
              <a:gd name="T3" fmla="*/ 2147483646 h 124"/>
              <a:gd name="T4" fmla="*/ 2147483646 w 137"/>
              <a:gd name="T5" fmla="*/ 2147483646 h 124"/>
              <a:gd name="T6" fmla="*/ 2147483646 w 137"/>
              <a:gd name="T7" fmla="*/ 2147483646 h 124"/>
              <a:gd name="T8" fmla="*/ 2147483646 w 137"/>
              <a:gd name="T9" fmla="*/ 2147483646 h 124"/>
              <a:gd name="T10" fmla="*/ 2147483646 w 137"/>
              <a:gd name="T11" fmla="*/ 2147483646 h 124"/>
              <a:gd name="T12" fmla="*/ 0 w 137"/>
              <a:gd name="T13" fmla="*/ 2147483646 h 124"/>
              <a:gd name="T14" fmla="*/ 2147483646 w 137"/>
              <a:gd name="T15" fmla="*/ 2147483646 h 124"/>
              <a:gd name="T16" fmla="*/ 2147483646 w 137"/>
              <a:gd name="T17" fmla="*/ 2147483646 h 124"/>
              <a:gd name="T18" fmla="*/ 2147483646 w 137"/>
              <a:gd name="T19" fmla="*/ 2147483646 h 124"/>
              <a:gd name="T20" fmla="*/ 2147483646 w 137"/>
              <a:gd name="T21" fmla="*/ 2147483646 h 124"/>
              <a:gd name="T22" fmla="*/ 2147483646 w 137"/>
              <a:gd name="T23" fmla="*/ 2147483646 h 124"/>
              <a:gd name="T24" fmla="*/ 2147483646 w 137"/>
              <a:gd name="T25" fmla="*/ 0 h 124"/>
              <a:gd name="T26" fmla="*/ 2147483646 w 137"/>
              <a:gd name="T27" fmla="*/ 2147483646 h 124"/>
              <a:gd name="T28" fmla="*/ 2147483646 w 137"/>
              <a:gd name="T29" fmla="*/ 2147483646 h 124"/>
              <a:gd name="T30" fmla="*/ 2147483646 w 137"/>
              <a:gd name="T31" fmla="*/ 2147483646 h 124"/>
              <a:gd name="T32" fmla="*/ 2147483646 w 137"/>
              <a:gd name="T33" fmla="*/ 2147483646 h 124"/>
              <a:gd name="T34" fmla="*/ 2147483646 w 137"/>
              <a:gd name="T35" fmla="*/ 2147483646 h 124"/>
              <a:gd name="T36" fmla="*/ 2147483646 w 137"/>
              <a:gd name="T37" fmla="*/ 2147483646 h 124"/>
              <a:gd name="T38" fmla="*/ 2147483646 w 137"/>
              <a:gd name="T39" fmla="*/ 2147483646 h 124"/>
              <a:gd name="T40" fmla="*/ 2147483646 w 137"/>
              <a:gd name="T41" fmla="*/ 2147483646 h 124"/>
              <a:gd name="T42" fmla="*/ 2147483646 w 137"/>
              <a:gd name="T43" fmla="*/ 2147483646 h 124"/>
              <a:gd name="T44" fmla="*/ 2147483646 w 137"/>
              <a:gd name="T45" fmla="*/ 2147483646 h 124"/>
              <a:gd name="T46" fmla="*/ 2147483646 w 137"/>
              <a:gd name="T47" fmla="*/ 2147483646 h 124"/>
              <a:gd name="T48" fmla="*/ 2147483646 w 137"/>
              <a:gd name="T49" fmla="*/ 2147483646 h 124"/>
              <a:gd name="T50" fmla="*/ 2147483646 w 137"/>
              <a:gd name="T51" fmla="*/ 2147483646 h 124"/>
              <a:gd name="T52" fmla="*/ 2147483646 w 137"/>
              <a:gd name="T53" fmla="*/ 2147483646 h 124"/>
              <a:gd name="T54" fmla="*/ 2147483646 w 137"/>
              <a:gd name="T55" fmla="*/ 2147483646 h 124"/>
              <a:gd name="T56" fmla="*/ 2147483646 w 137"/>
              <a:gd name="T57" fmla="*/ 2147483646 h 124"/>
              <a:gd name="T58" fmla="*/ 2147483646 w 137"/>
              <a:gd name="T59" fmla="*/ 2147483646 h 124"/>
              <a:gd name="T60" fmla="*/ 2147483646 w 137"/>
              <a:gd name="T61" fmla="*/ 2147483646 h 124"/>
              <a:gd name="T62" fmla="*/ 2147483646 w 137"/>
              <a:gd name="T63" fmla="*/ 2147483646 h 124"/>
              <a:gd name="T64" fmla="*/ 2147483646 w 137"/>
              <a:gd name="T65" fmla="*/ 2147483646 h 124"/>
              <a:gd name="T66" fmla="*/ 2147483646 w 137"/>
              <a:gd name="T67" fmla="*/ 2147483646 h 124"/>
              <a:gd name="T68" fmla="*/ 2147483646 w 137"/>
              <a:gd name="T69" fmla="*/ 2147483646 h 12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7" h="124">
                <a:moveTo>
                  <a:pt x="53" y="93"/>
                </a:moveTo>
                <a:lnTo>
                  <a:pt x="53" y="93"/>
                </a:lnTo>
                <a:lnTo>
                  <a:pt x="52" y="91"/>
                </a:lnTo>
                <a:lnTo>
                  <a:pt x="48" y="86"/>
                </a:lnTo>
                <a:lnTo>
                  <a:pt x="42" y="82"/>
                </a:lnTo>
                <a:lnTo>
                  <a:pt x="33" y="82"/>
                </a:lnTo>
                <a:lnTo>
                  <a:pt x="27" y="83"/>
                </a:lnTo>
                <a:lnTo>
                  <a:pt x="21" y="82"/>
                </a:lnTo>
                <a:lnTo>
                  <a:pt x="15" y="81"/>
                </a:lnTo>
                <a:lnTo>
                  <a:pt x="10" y="79"/>
                </a:lnTo>
                <a:lnTo>
                  <a:pt x="5" y="76"/>
                </a:lnTo>
                <a:lnTo>
                  <a:pt x="2" y="72"/>
                </a:lnTo>
                <a:lnTo>
                  <a:pt x="0" y="67"/>
                </a:lnTo>
                <a:lnTo>
                  <a:pt x="2" y="59"/>
                </a:lnTo>
                <a:lnTo>
                  <a:pt x="5" y="52"/>
                </a:lnTo>
                <a:lnTo>
                  <a:pt x="9" y="46"/>
                </a:lnTo>
                <a:lnTo>
                  <a:pt x="13" y="40"/>
                </a:lnTo>
                <a:lnTo>
                  <a:pt x="18" y="35"/>
                </a:lnTo>
                <a:lnTo>
                  <a:pt x="23" y="31"/>
                </a:lnTo>
                <a:lnTo>
                  <a:pt x="26" y="28"/>
                </a:lnTo>
                <a:lnTo>
                  <a:pt x="29" y="27"/>
                </a:lnTo>
                <a:lnTo>
                  <a:pt x="30" y="26"/>
                </a:lnTo>
                <a:lnTo>
                  <a:pt x="53" y="0"/>
                </a:lnTo>
                <a:lnTo>
                  <a:pt x="55" y="1"/>
                </a:lnTo>
                <a:lnTo>
                  <a:pt x="59" y="2"/>
                </a:lnTo>
                <a:lnTo>
                  <a:pt x="65" y="5"/>
                </a:lnTo>
                <a:lnTo>
                  <a:pt x="72" y="9"/>
                </a:lnTo>
                <a:lnTo>
                  <a:pt x="79" y="15"/>
                </a:lnTo>
                <a:lnTo>
                  <a:pt x="85" y="20"/>
                </a:lnTo>
                <a:lnTo>
                  <a:pt x="89" y="27"/>
                </a:lnTo>
                <a:lnTo>
                  <a:pt x="91" y="34"/>
                </a:lnTo>
                <a:lnTo>
                  <a:pt x="91" y="42"/>
                </a:lnTo>
                <a:lnTo>
                  <a:pt x="90" y="49"/>
                </a:lnTo>
                <a:lnTo>
                  <a:pt x="89" y="57"/>
                </a:lnTo>
                <a:lnTo>
                  <a:pt x="89" y="65"/>
                </a:lnTo>
                <a:lnTo>
                  <a:pt x="90" y="71"/>
                </a:lnTo>
                <a:lnTo>
                  <a:pt x="92" y="76"/>
                </a:lnTo>
                <a:lnTo>
                  <a:pt x="96" y="80"/>
                </a:lnTo>
                <a:lnTo>
                  <a:pt x="103" y="82"/>
                </a:lnTo>
                <a:lnTo>
                  <a:pt x="109" y="84"/>
                </a:lnTo>
                <a:lnTo>
                  <a:pt x="113" y="88"/>
                </a:lnTo>
                <a:lnTo>
                  <a:pt x="116" y="94"/>
                </a:lnTo>
                <a:lnTo>
                  <a:pt x="118" y="100"/>
                </a:lnTo>
                <a:lnTo>
                  <a:pt x="120" y="106"/>
                </a:lnTo>
                <a:lnTo>
                  <a:pt x="123" y="113"/>
                </a:lnTo>
                <a:lnTo>
                  <a:pt x="127" y="117"/>
                </a:lnTo>
                <a:lnTo>
                  <a:pt x="133" y="119"/>
                </a:lnTo>
                <a:lnTo>
                  <a:pt x="137" y="120"/>
                </a:lnTo>
                <a:lnTo>
                  <a:pt x="134" y="121"/>
                </a:lnTo>
                <a:lnTo>
                  <a:pt x="127" y="122"/>
                </a:lnTo>
                <a:lnTo>
                  <a:pt x="118" y="123"/>
                </a:lnTo>
                <a:lnTo>
                  <a:pt x="107" y="123"/>
                </a:lnTo>
                <a:lnTo>
                  <a:pt x="96" y="124"/>
                </a:lnTo>
                <a:lnTo>
                  <a:pt x="89" y="124"/>
                </a:lnTo>
                <a:lnTo>
                  <a:pt x="86" y="124"/>
                </a:lnTo>
                <a:lnTo>
                  <a:pt x="86" y="123"/>
                </a:lnTo>
                <a:lnTo>
                  <a:pt x="85" y="122"/>
                </a:lnTo>
                <a:lnTo>
                  <a:pt x="83" y="119"/>
                </a:lnTo>
                <a:lnTo>
                  <a:pt x="80" y="115"/>
                </a:lnTo>
                <a:lnTo>
                  <a:pt x="76" y="110"/>
                </a:lnTo>
                <a:lnTo>
                  <a:pt x="70" y="104"/>
                </a:lnTo>
                <a:lnTo>
                  <a:pt x="62" y="99"/>
                </a:lnTo>
                <a:lnTo>
                  <a:pt x="53" y="9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43" name="Freeform 1100">
            <a:extLst>
              <a:ext uri="{FF2B5EF4-FFF2-40B4-BE49-F238E27FC236}">
                <a16:creationId xmlns:a16="http://schemas.microsoft.com/office/drawing/2014/main" id="{2E3F357E-0633-8AF8-641C-3B16C2165013}"/>
              </a:ext>
            </a:extLst>
          </p:cNvPr>
          <p:cNvSpPr>
            <a:spLocks/>
          </p:cNvSpPr>
          <p:nvPr/>
        </p:nvSpPr>
        <p:spPr bwMode="auto">
          <a:xfrm>
            <a:off x="6469063" y="5462588"/>
            <a:ext cx="4762" cy="7937"/>
          </a:xfrm>
          <a:custGeom>
            <a:avLst/>
            <a:gdLst>
              <a:gd name="T0" fmla="*/ 2147483646 w 33"/>
              <a:gd name="T1" fmla="*/ 2147483646 h 61"/>
              <a:gd name="T2" fmla="*/ 0 w 33"/>
              <a:gd name="T3" fmla="*/ 2147483646 h 61"/>
              <a:gd name="T4" fmla="*/ 0 w 33"/>
              <a:gd name="T5" fmla="*/ 2147483646 h 61"/>
              <a:gd name="T6" fmla="*/ 0 w 33"/>
              <a:gd name="T7" fmla="*/ 2147483646 h 61"/>
              <a:gd name="T8" fmla="*/ 2147483646 w 33"/>
              <a:gd name="T9" fmla="*/ 2147483646 h 61"/>
              <a:gd name="T10" fmla="*/ 2147483646 w 33"/>
              <a:gd name="T11" fmla="*/ 0 h 61"/>
              <a:gd name="T12" fmla="*/ 2147483646 w 33"/>
              <a:gd name="T13" fmla="*/ 0 h 61"/>
              <a:gd name="T14" fmla="*/ 2147483646 w 33"/>
              <a:gd name="T15" fmla="*/ 2147483646 h 61"/>
              <a:gd name="T16" fmla="*/ 2147483646 w 33"/>
              <a:gd name="T17" fmla="*/ 2147483646 h 61"/>
              <a:gd name="T18" fmla="*/ 2147483646 w 33"/>
              <a:gd name="T19" fmla="*/ 2147483646 h 61"/>
              <a:gd name="T20" fmla="*/ 2147483646 w 33"/>
              <a:gd name="T21" fmla="*/ 2147483646 h 61"/>
              <a:gd name="T22" fmla="*/ 2147483646 w 33"/>
              <a:gd name="T23" fmla="*/ 2147483646 h 61"/>
              <a:gd name="T24" fmla="*/ 2147483646 w 33"/>
              <a:gd name="T25" fmla="*/ 2147483646 h 61"/>
              <a:gd name="T26" fmla="*/ 2147483646 w 33"/>
              <a:gd name="T27" fmla="*/ 2147483646 h 61"/>
              <a:gd name="T28" fmla="*/ 2147483646 w 33"/>
              <a:gd name="T29" fmla="*/ 2147483646 h 61"/>
              <a:gd name="T30" fmla="*/ 2147483646 w 33"/>
              <a:gd name="T31" fmla="*/ 2147483646 h 61"/>
              <a:gd name="T32" fmla="*/ 2147483646 w 33"/>
              <a:gd name="T33" fmla="*/ 2147483646 h 61"/>
              <a:gd name="T34" fmla="*/ 2147483646 w 33"/>
              <a:gd name="T35" fmla="*/ 2147483646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3" h="61">
                <a:moveTo>
                  <a:pt x="14" y="60"/>
                </a:moveTo>
                <a:lnTo>
                  <a:pt x="0" y="29"/>
                </a:lnTo>
                <a:lnTo>
                  <a:pt x="0" y="25"/>
                </a:lnTo>
                <a:lnTo>
                  <a:pt x="0" y="15"/>
                </a:lnTo>
                <a:lnTo>
                  <a:pt x="2" y="4"/>
                </a:lnTo>
                <a:lnTo>
                  <a:pt x="9" y="0"/>
                </a:lnTo>
                <a:lnTo>
                  <a:pt x="18" y="0"/>
                </a:lnTo>
                <a:lnTo>
                  <a:pt x="25" y="3"/>
                </a:lnTo>
                <a:lnTo>
                  <a:pt x="30" y="12"/>
                </a:lnTo>
                <a:lnTo>
                  <a:pt x="33" y="26"/>
                </a:lnTo>
                <a:lnTo>
                  <a:pt x="33" y="35"/>
                </a:lnTo>
                <a:lnTo>
                  <a:pt x="33" y="43"/>
                </a:lnTo>
                <a:lnTo>
                  <a:pt x="31" y="49"/>
                </a:lnTo>
                <a:lnTo>
                  <a:pt x="29" y="54"/>
                </a:lnTo>
                <a:lnTo>
                  <a:pt x="26" y="59"/>
                </a:lnTo>
                <a:lnTo>
                  <a:pt x="22" y="61"/>
                </a:lnTo>
                <a:lnTo>
                  <a:pt x="18" y="61"/>
                </a:lnTo>
                <a:lnTo>
                  <a:pt x="14" y="6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44" name="Freeform 1101">
            <a:extLst>
              <a:ext uri="{FF2B5EF4-FFF2-40B4-BE49-F238E27FC236}">
                <a16:creationId xmlns:a16="http://schemas.microsoft.com/office/drawing/2014/main" id="{A83E1C2F-6A2D-3063-2E54-D9F72160A3DA}"/>
              </a:ext>
            </a:extLst>
          </p:cNvPr>
          <p:cNvSpPr>
            <a:spLocks/>
          </p:cNvSpPr>
          <p:nvPr/>
        </p:nvSpPr>
        <p:spPr bwMode="auto">
          <a:xfrm>
            <a:off x="6469063" y="5462588"/>
            <a:ext cx="4762" cy="7937"/>
          </a:xfrm>
          <a:custGeom>
            <a:avLst/>
            <a:gdLst>
              <a:gd name="T0" fmla="*/ 2147483646 w 33"/>
              <a:gd name="T1" fmla="*/ 2147483646 h 61"/>
              <a:gd name="T2" fmla="*/ 0 w 33"/>
              <a:gd name="T3" fmla="*/ 2147483646 h 61"/>
              <a:gd name="T4" fmla="*/ 0 w 33"/>
              <a:gd name="T5" fmla="*/ 2147483646 h 61"/>
              <a:gd name="T6" fmla="*/ 0 w 33"/>
              <a:gd name="T7" fmla="*/ 2147483646 h 61"/>
              <a:gd name="T8" fmla="*/ 0 w 33"/>
              <a:gd name="T9" fmla="*/ 2147483646 h 61"/>
              <a:gd name="T10" fmla="*/ 2147483646 w 33"/>
              <a:gd name="T11" fmla="*/ 2147483646 h 61"/>
              <a:gd name="T12" fmla="*/ 2147483646 w 33"/>
              <a:gd name="T13" fmla="*/ 0 h 61"/>
              <a:gd name="T14" fmla="*/ 2147483646 w 33"/>
              <a:gd name="T15" fmla="*/ 0 h 61"/>
              <a:gd name="T16" fmla="*/ 2147483646 w 33"/>
              <a:gd name="T17" fmla="*/ 0 h 61"/>
              <a:gd name="T18" fmla="*/ 2147483646 w 33"/>
              <a:gd name="T19" fmla="*/ 2147483646 h 61"/>
              <a:gd name="T20" fmla="*/ 2147483646 w 33"/>
              <a:gd name="T21" fmla="*/ 2147483646 h 61"/>
              <a:gd name="T22" fmla="*/ 2147483646 w 33"/>
              <a:gd name="T23" fmla="*/ 2147483646 h 61"/>
              <a:gd name="T24" fmla="*/ 2147483646 w 33"/>
              <a:gd name="T25" fmla="*/ 2147483646 h 61"/>
              <a:gd name="T26" fmla="*/ 2147483646 w 33"/>
              <a:gd name="T27" fmla="*/ 2147483646 h 61"/>
              <a:gd name="T28" fmla="*/ 2147483646 w 33"/>
              <a:gd name="T29" fmla="*/ 2147483646 h 61"/>
              <a:gd name="T30" fmla="*/ 2147483646 w 33"/>
              <a:gd name="T31" fmla="*/ 2147483646 h 61"/>
              <a:gd name="T32" fmla="*/ 2147483646 w 33"/>
              <a:gd name="T33" fmla="*/ 2147483646 h 61"/>
              <a:gd name="T34" fmla="*/ 2147483646 w 33"/>
              <a:gd name="T35" fmla="*/ 2147483646 h 61"/>
              <a:gd name="T36" fmla="*/ 2147483646 w 33"/>
              <a:gd name="T37" fmla="*/ 2147483646 h 61"/>
              <a:gd name="T38" fmla="*/ 2147483646 w 33"/>
              <a:gd name="T39" fmla="*/ 2147483646 h 61"/>
              <a:gd name="T40" fmla="*/ 2147483646 w 33"/>
              <a:gd name="T41" fmla="*/ 2147483646 h 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3" h="61">
                <a:moveTo>
                  <a:pt x="14" y="60"/>
                </a:moveTo>
                <a:lnTo>
                  <a:pt x="0" y="29"/>
                </a:lnTo>
                <a:lnTo>
                  <a:pt x="0" y="25"/>
                </a:lnTo>
                <a:lnTo>
                  <a:pt x="0" y="15"/>
                </a:lnTo>
                <a:lnTo>
                  <a:pt x="2" y="4"/>
                </a:lnTo>
                <a:lnTo>
                  <a:pt x="9" y="0"/>
                </a:lnTo>
                <a:lnTo>
                  <a:pt x="18" y="0"/>
                </a:lnTo>
                <a:lnTo>
                  <a:pt x="25" y="3"/>
                </a:lnTo>
                <a:lnTo>
                  <a:pt x="30" y="12"/>
                </a:lnTo>
                <a:lnTo>
                  <a:pt x="33" y="26"/>
                </a:lnTo>
                <a:lnTo>
                  <a:pt x="33" y="35"/>
                </a:lnTo>
                <a:lnTo>
                  <a:pt x="33" y="43"/>
                </a:lnTo>
                <a:lnTo>
                  <a:pt x="31" y="49"/>
                </a:lnTo>
                <a:lnTo>
                  <a:pt x="29" y="54"/>
                </a:lnTo>
                <a:lnTo>
                  <a:pt x="26" y="59"/>
                </a:lnTo>
                <a:lnTo>
                  <a:pt x="22" y="61"/>
                </a:lnTo>
                <a:lnTo>
                  <a:pt x="18" y="61"/>
                </a:lnTo>
                <a:lnTo>
                  <a:pt x="14"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45" name="Freeform 1102">
            <a:extLst>
              <a:ext uri="{FF2B5EF4-FFF2-40B4-BE49-F238E27FC236}">
                <a16:creationId xmlns:a16="http://schemas.microsoft.com/office/drawing/2014/main" id="{E45E8270-C0C8-3A2C-3612-4E320BAD7C2B}"/>
              </a:ext>
            </a:extLst>
          </p:cNvPr>
          <p:cNvSpPr>
            <a:spLocks/>
          </p:cNvSpPr>
          <p:nvPr/>
        </p:nvSpPr>
        <p:spPr bwMode="auto">
          <a:xfrm>
            <a:off x="6503988" y="5457825"/>
            <a:ext cx="6350" cy="7938"/>
          </a:xfrm>
          <a:custGeom>
            <a:avLst/>
            <a:gdLst>
              <a:gd name="T0" fmla="*/ 2147483646 w 31"/>
              <a:gd name="T1" fmla="*/ 2147483646 h 41"/>
              <a:gd name="T2" fmla="*/ 0 w 31"/>
              <a:gd name="T3" fmla="*/ 2147483646 h 41"/>
              <a:gd name="T4" fmla="*/ 0 w 31"/>
              <a:gd name="T5" fmla="*/ 2147483646 h 41"/>
              <a:gd name="T6" fmla="*/ 2147483646 w 31"/>
              <a:gd name="T7" fmla="*/ 2147483646 h 41"/>
              <a:gd name="T8" fmla="*/ 2147483646 w 31"/>
              <a:gd name="T9" fmla="*/ 2147483646 h 41"/>
              <a:gd name="T10" fmla="*/ 2147483646 w 31"/>
              <a:gd name="T11" fmla="*/ 0 h 41"/>
              <a:gd name="T12" fmla="*/ 2147483646 w 31"/>
              <a:gd name="T13" fmla="*/ 2147483646 h 41"/>
              <a:gd name="T14" fmla="*/ 2147483646 w 31"/>
              <a:gd name="T15" fmla="*/ 2147483646 h 41"/>
              <a:gd name="T16" fmla="*/ 2147483646 w 31"/>
              <a:gd name="T17" fmla="*/ 2147483646 h 41"/>
              <a:gd name="T18" fmla="*/ 2147483646 w 31"/>
              <a:gd name="T19" fmla="*/ 2147483646 h 41"/>
              <a:gd name="T20" fmla="*/ 2147483646 w 31"/>
              <a:gd name="T21" fmla="*/ 2147483646 h 41"/>
              <a:gd name="T22" fmla="*/ 2147483646 w 31"/>
              <a:gd name="T23" fmla="*/ 2147483646 h 41"/>
              <a:gd name="T24" fmla="*/ 2147483646 w 31"/>
              <a:gd name="T25" fmla="*/ 2147483646 h 41"/>
              <a:gd name="T26" fmla="*/ 2147483646 w 31"/>
              <a:gd name="T27" fmla="*/ 2147483646 h 41"/>
              <a:gd name="T28" fmla="*/ 2147483646 w 31"/>
              <a:gd name="T29" fmla="*/ 2147483646 h 41"/>
              <a:gd name="T30" fmla="*/ 2147483646 w 31"/>
              <a:gd name="T31" fmla="*/ 2147483646 h 41"/>
              <a:gd name="T32" fmla="*/ 2147483646 w 31"/>
              <a:gd name="T33" fmla="*/ 2147483646 h 41"/>
              <a:gd name="T34" fmla="*/ 2147483646 w 31"/>
              <a:gd name="T35" fmla="*/ 2147483646 h 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1" h="41">
                <a:moveTo>
                  <a:pt x="14" y="31"/>
                </a:moveTo>
                <a:lnTo>
                  <a:pt x="0" y="11"/>
                </a:lnTo>
                <a:lnTo>
                  <a:pt x="0" y="10"/>
                </a:lnTo>
                <a:lnTo>
                  <a:pt x="3" y="7"/>
                </a:lnTo>
                <a:lnTo>
                  <a:pt x="8" y="3"/>
                </a:lnTo>
                <a:lnTo>
                  <a:pt x="17" y="0"/>
                </a:lnTo>
                <a:lnTo>
                  <a:pt x="26" y="2"/>
                </a:lnTo>
                <a:lnTo>
                  <a:pt x="30" y="10"/>
                </a:lnTo>
                <a:lnTo>
                  <a:pt x="30" y="18"/>
                </a:lnTo>
                <a:lnTo>
                  <a:pt x="29" y="22"/>
                </a:lnTo>
                <a:lnTo>
                  <a:pt x="29" y="23"/>
                </a:lnTo>
                <a:lnTo>
                  <a:pt x="30" y="27"/>
                </a:lnTo>
                <a:lnTo>
                  <a:pt x="31" y="33"/>
                </a:lnTo>
                <a:lnTo>
                  <a:pt x="31" y="37"/>
                </a:lnTo>
                <a:lnTo>
                  <a:pt x="30" y="40"/>
                </a:lnTo>
                <a:lnTo>
                  <a:pt x="28" y="41"/>
                </a:lnTo>
                <a:lnTo>
                  <a:pt x="23" y="38"/>
                </a:lnTo>
                <a:lnTo>
                  <a:pt x="14" y="31"/>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46" name="Freeform 1103">
            <a:extLst>
              <a:ext uri="{FF2B5EF4-FFF2-40B4-BE49-F238E27FC236}">
                <a16:creationId xmlns:a16="http://schemas.microsoft.com/office/drawing/2014/main" id="{1550AFE8-E93B-5E0D-982C-606DC85E84D2}"/>
              </a:ext>
            </a:extLst>
          </p:cNvPr>
          <p:cNvSpPr>
            <a:spLocks/>
          </p:cNvSpPr>
          <p:nvPr/>
        </p:nvSpPr>
        <p:spPr bwMode="auto">
          <a:xfrm>
            <a:off x="6503988" y="5457825"/>
            <a:ext cx="6350" cy="7938"/>
          </a:xfrm>
          <a:custGeom>
            <a:avLst/>
            <a:gdLst>
              <a:gd name="T0" fmla="*/ 2147483646 w 31"/>
              <a:gd name="T1" fmla="*/ 2147483646 h 41"/>
              <a:gd name="T2" fmla="*/ 0 w 31"/>
              <a:gd name="T3" fmla="*/ 2147483646 h 41"/>
              <a:gd name="T4" fmla="*/ 0 w 31"/>
              <a:gd name="T5" fmla="*/ 2147483646 h 41"/>
              <a:gd name="T6" fmla="*/ 0 w 31"/>
              <a:gd name="T7" fmla="*/ 2147483646 h 41"/>
              <a:gd name="T8" fmla="*/ 2147483646 w 31"/>
              <a:gd name="T9" fmla="*/ 2147483646 h 41"/>
              <a:gd name="T10" fmla="*/ 2147483646 w 31"/>
              <a:gd name="T11" fmla="*/ 2147483646 h 41"/>
              <a:gd name="T12" fmla="*/ 2147483646 w 31"/>
              <a:gd name="T13" fmla="*/ 0 h 41"/>
              <a:gd name="T14" fmla="*/ 2147483646 w 31"/>
              <a:gd name="T15" fmla="*/ 0 h 41"/>
              <a:gd name="T16" fmla="*/ 2147483646 w 31"/>
              <a:gd name="T17" fmla="*/ 2147483646 h 41"/>
              <a:gd name="T18" fmla="*/ 2147483646 w 31"/>
              <a:gd name="T19" fmla="*/ 2147483646 h 41"/>
              <a:gd name="T20" fmla="*/ 2147483646 w 31"/>
              <a:gd name="T21" fmla="*/ 2147483646 h 41"/>
              <a:gd name="T22" fmla="*/ 2147483646 w 31"/>
              <a:gd name="T23" fmla="*/ 2147483646 h 41"/>
              <a:gd name="T24" fmla="*/ 2147483646 w 31"/>
              <a:gd name="T25" fmla="*/ 2147483646 h 41"/>
              <a:gd name="T26" fmla="*/ 2147483646 w 31"/>
              <a:gd name="T27" fmla="*/ 2147483646 h 41"/>
              <a:gd name="T28" fmla="*/ 2147483646 w 31"/>
              <a:gd name="T29" fmla="*/ 2147483646 h 41"/>
              <a:gd name="T30" fmla="*/ 2147483646 w 31"/>
              <a:gd name="T31" fmla="*/ 2147483646 h 41"/>
              <a:gd name="T32" fmla="*/ 2147483646 w 31"/>
              <a:gd name="T33" fmla="*/ 2147483646 h 41"/>
              <a:gd name="T34" fmla="*/ 2147483646 w 31"/>
              <a:gd name="T35" fmla="*/ 2147483646 h 41"/>
              <a:gd name="T36" fmla="*/ 2147483646 w 31"/>
              <a:gd name="T37" fmla="*/ 2147483646 h 41"/>
              <a:gd name="T38" fmla="*/ 2147483646 w 31"/>
              <a:gd name="T39" fmla="*/ 2147483646 h 41"/>
              <a:gd name="T40" fmla="*/ 2147483646 w 31"/>
              <a:gd name="T41" fmla="*/ 2147483646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41">
                <a:moveTo>
                  <a:pt x="14" y="31"/>
                </a:moveTo>
                <a:lnTo>
                  <a:pt x="0" y="11"/>
                </a:lnTo>
                <a:lnTo>
                  <a:pt x="0" y="10"/>
                </a:lnTo>
                <a:lnTo>
                  <a:pt x="3" y="7"/>
                </a:lnTo>
                <a:lnTo>
                  <a:pt x="8" y="3"/>
                </a:lnTo>
                <a:lnTo>
                  <a:pt x="17" y="0"/>
                </a:lnTo>
                <a:lnTo>
                  <a:pt x="26" y="2"/>
                </a:lnTo>
                <a:lnTo>
                  <a:pt x="30" y="10"/>
                </a:lnTo>
                <a:lnTo>
                  <a:pt x="30" y="18"/>
                </a:lnTo>
                <a:lnTo>
                  <a:pt x="29" y="22"/>
                </a:lnTo>
                <a:lnTo>
                  <a:pt x="29" y="23"/>
                </a:lnTo>
                <a:lnTo>
                  <a:pt x="30" y="27"/>
                </a:lnTo>
                <a:lnTo>
                  <a:pt x="31" y="33"/>
                </a:lnTo>
                <a:lnTo>
                  <a:pt x="31" y="37"/>
                </a:lnTo>
                <a:lnTo>
                  <a:pt x="30" y="40"/>
                </a:lnTo>
                <a:lnTo>
                  <a:pt x="28" y="41"/>
                </a:lnTo>
                <a:lnTo>
                  <a:pt x="23" y="38"/>
                </a:lnTo>
                <a:lnTo>
                  <a:pt x="14" y="3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47" name="Freeform 1104">
            <a:extLst>
              <a:ext uri="{FF2B5EF4-FFF2-40B4-BE49-F238E27FC236}">
                <a16:creationId xmlns:a16="http://schemas.microsoft.com/office/drawing/2014/main" id="{84AB1ADB-0855-E393-1171-6252E3AF644F}"/>
              </a:ext>
            </a:extLst>
          </p:cNvPr>
          <p:cNvSpPr>
            <a:spLocks/>
          </p:cNvSpPr>
          <p:nvPr/>
        </p:nvSpPr>
        <p:spPr bwMode="auto">
          <a:xfrm>
            <a:off x="6505575" y="5426075"/>
            <a:ext cx="11113" cy="4763"/>
          </a:xfrm>
          <a:custGeom>
            <a:avLst/>
            <a:gdLst>
              <a:gd name="T0" fmla="*/ 2147483646 w 69"/>
              <a:gd name="T1" fmla="*/ 2147483646 h 38"/>
              <a:gd name="T2" fmla="*/ 2147483646 w 69"/>
              <a:gd name="T3" fmla="*/ 2147483646 h 38"/>
              <a:gd name="T4" fmla="*/ 2147483646 w 69"/>
              <a:gd name="T5" fmla="*/ 2147483646 h 38"/>
              <a:gd name="T6" fmla="*/ 2147483646 w 69"/>
              <a:gd name="T7" fmla="*/ 2147483646 h 38"/>
              <a:gd name="T8" fmla="*/ 2147483646 w 69"/>
              <a:gd name="T9" fmla="*/ 2147483646 h 38"/>
              <a:gd name="T10" fmla="*/ 2147483646 w 69"/>
              <a:gd name="T11" fmla="*/ 2147483646 h 38"/>
              <a:gd name="T12" fmla="*/ 2147483646 w 69"/>
              <a:gd name="T13" fmla="*/ 2147483646 h 38"/>
              <a:gd name="T14" fmla="*/ 2147483646 w 69"/>
              <a:gd name="T15" fmla="*/ 2147483646 h 38"/>
              <a:gd name="T16" fmla="*/ 2147483646 w 69"/>
              <a:gd name="T17" fmla="*/ 2147483646 h 38"/>
              <a:gd name="T18" fmla="*/ 2147483646 w 69"/>
              <a:gd name="T19" fmla="*/ 2147483646 h 38"/>
              <a:gd name="T20" fmla="*/ 2147483646 w 69"/>
              <a:gd name="T21" fmla="*/ 2147483646 h 38"/>
              <a:gd name="T22" fmla="*/ 2147483646 w 69"/>
              <a:gd name="T23" fmla="*/ 2147483646 h 38"/>
              <a:gd name="T24" fmla="*/ 2147483646 w 69"/>
              <a:gd name="T25" fmla="*/ 2147483646 h 38"/>
              <a:gd name="T26" fmla="*/ 2147483646 w 69"/>
              <a:gd name="T27" fmla="*/ 2147483646 h 38"/>
              <a:gd name="T28" fmla="*/ 2147483646 w 69"/>
              <a:gd name="T29" fmla="*/ 2147483646 h 38"/>
              <a:gd name="T30" fmla="*/ 2147483646 w 69"/>
              <a:gd name="T31" fmla="*/ 2147483646 h 38"/>
              <a:gd name="T32" fmla="*/ 2147483646 w 69"/>
              <a:gd name="T33" fmla="*/ 2147483646 h 38"/>
              <a:gd name="T34" fmla="*/ 2147483646 w 69"/>
              <a:gd name="T35" fmla="*/ 0 h 38"/>
              <a:gd name="T36" fmla="*/ 2147483646 w 69"/>
              <a:gd name="T37" fmla="*/ 0 h 38"/>
              <a:gd name="T38" fmla="*/ 2147483646 w 69"/>
              <a:gd name="T39" fmla="*/ 2147483646 h 38"/>
              <a:gd name="T40" fmla="*/ 2147483646 w 69"/>
              <a:gd name="T41" fmla="*/ 2147483646 h 38"/>
              <a:gd name="T42" fmla="*/ 2147483646 w 69"/>
              <a:gd name="T43" fmla="*/ 2147483646 h 38"/>
              <a:gd name="T44" fmla="*/ 0 w 69"/>
              <a:gd name="T45" fmla="*/ 2147483646 h 38"/>
              <a:gd name="T46" fmla="*/ 2147483646 w 69"/>
              <a:gd name="T47" fmla="*/ 2147483646 h 38"/>
              <a:gd name="T48" fmla="*/ 2147483646 w 69"/>
              <a:gd name="T49" fmla="*/ 2147483646 h 38"/>
              <a:gd name="T50" fmla="*/ 2147483646 w 69"/>
              <a:gd name="T51" fmla="*/ 2147483646 h 38"/>
              <a:gd name="T52" fmla="*/ 2147483646 w 69"/>
              <a:gd name="T53" fmla="*/ 2147483646 h 38"/>
              <a:gd name="T54" fmla="*/ 2147483646 w 69"/>
              <a:gd name="T55" fmla="*/ 2147483646 h 38"/>
              <a:gd name="T56" fmla="*/ 2147483646 w 69"/>
              <a:gd name="T57" fmla="*/ 2147483646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9" h="38">
                <a:moveTo>
                  <a:pt x="26" y="35"/>
                </a:moveTo>
                <a:lnTo>
                  <a:pt x="27" y="35"/>
                </a:lnTo>
                <a:lnTo>
                  <a:pt x="29" y="33"/>
                </a:lnTo>
                <a:lnTo>
                  <a:pt x="33" y="32"/>
                </a:lnTo>
                <a:lnTo>
                  <a:pt x="37" y="29"/>
                </a:lnTo>
                <a:lnTo>
                  <a:pt x="42" y="27"/>
                </a:lnTo>
                <a:lnTo>
                  <a:pt x="48" y="26"/>
                </a:lnTo>
                <a:lnTo>
                  <a:pt x="54" y="24"/>
                </a:lnTo>
                <a:lnTo>
                  <a:pt x="59" y="24"/>
                </a:lnTo>
                <a:lnTo>
                  <a:pt x="64" y="23"/>
                </a:lnTo>
                <a:lnTo>
                  <a:pt x="68" y="21"/>
                </a:lnTo>
                <a:lnTo>
                  <a:pt x="69" y="18"/>
                </a:lnTo>
                <a:lnTo>
                  <a:pt x="68" y="14"/>
                </a:lnTo>
                <a:lnTo>
                  <a:pt x="64" y="10"/>
                </a:lnTo>
                <a:lnTo>
                  <a:pt x="59" y="7"/>
                </a:lnTo>
                <a:lnTo>
                  <a:pt x="51" y="4"/>
                </a:lnTo>
                <a:lnTo>
                  <a:pt x="40" y="1"/>
                </a:lnTo>
                <a:lnTo>
                  <a:pt x="28" y="0"/>
                </a:lnTo>
                <a:lnTo>
                  <a:pt x="19" y="0"/>
                </a:lnTo>
                <a:lnTo>
                  <a:pt x="10" y="2"/>
                </a:lnTo>
                <a:lnTo>
                  <a:pt x="4" y="5"/>
                </a:lnTo>
                <a:lnTo>
                  <a:pt x="1" y="8"/>
                </a:lnTo>
                <a:lnTo>
                  <a:pt x="0" y="12"/>
                </a:lnTo>
                <a:lnTo>
                  <a:pt x="1" y="17"/>
                </a:lnTo>
                <a:lnTo>
                  <a:pt x="6" y="24"/>
                </a:lnTo>
                <a:lnTo>
                  <a:pt x="15" y="34"/>
                </a:lnTo>
                <a:lnTo>
                  <a:pt x="21" y="38"/>
                </a:lnTo>
                <a:lnTo>
                  <a:pt x="24" y="37"/>
                </a:lnTo>
                <a:lnTo>
                  <a:pt x="26" y="35"/>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48" name="Freeform 1105">
            <a:extLst>
              <a:ext uri="{FF2B5EF4-FFF2-40B4-BE49-F238E27FC236}">
                <a16:creationId xmlns:a16="http://schemas.microsoft.com/office/drawing/2014/main" id="{B67772FB-A42C-07B1-E3F8-3F3F2FC7BE42}"/>
              </a:ext>
            </a:extLst>
          </p:cNvPr>
          <p:cNvSpPr>
            <a:spLocks/>
          </p:cNvSpPr>
          <p:nvPr/>
        </p:nvSpPr>
        <p:spPr bwMode="auto">
          <a:xfrm>
            <a:off x="6505575" y="5426075"/>
            <a:ext cx="11113" cy="4763"/>
          </a:xfrm>
          <a:custGeom>
            <a:avLst/>
            <a:gdLst>
              <a:gd name="T0" fmla="*/ 2147483646 w 69"/>
              <a:gd name="T1" fmla="*/ 2147483646 h 38"/>
              <a:gd name="T2" fmla="*/ 2147483646 w 69"/>
              <a:gd name="T3" fmla="*/ 2147483646 h 38"/>
              <a:gd name="T4" fmla="*/ 2147483646 w 69"/>
              <a:gd name="T5" fmla="*/ 2147483646 h 38"/>
              <a:gd name="T6" fmla="*/ 2147483646 w 69"/>
              <a:gd name="T7" fmla="*/ 2147483646 h 38"/>
              <a:gd name="T8" fmla="*/ 2147483646 w 69"/>
              <a:gd name="T9" fmla="*/ 2147483646 h 38"/>
              <a:gd name="T10" fmla="*/ 2147483646 w 69"/>
              <a:gd name="T11" fmla="*/ 2147483646 h 38"/>
              <a:gd name="T12" fmla="*/ 2147483646 w 69"/>
              <a:gd name="T13" fmla="*/ 2147483646 h 38"/>
              <a:gd name="T14" fmla="*/ 2147483646 w 69"/>
              <a:gd name="T15" fmla="*/ 2147483646 h 38"/>
              <a:gd name="T16" fmla="*/ 2147483646 w 69"/>
              <a:gd name="T17" fmla="*/ 2147483646 h 38"/>
              <a:gd name="T18" fmla="*/ 2147483646 w 69"/>
              <a:gd name="T19" fmla="*/ 2147483646 h 38"/>
              <a:gd name="T20" fmla="*/ 2147483646 w 69"/>
              <a:gd name="T21" fmla="*/ 2147483646 h 38"/>
              <a:gd name="T22" fmla="*/ 2147483646 w 69"/>
              <a:gd name="T23" fmla="*/ 2147483646 h 38"/>
              <a:gd name="T24" fmla="*/ 2147483646 w 69"/>
              <a:gd name="T25" fmla="*/ 2147483646 h 38"/>
              <a:gd name="T26" fmla="*/ 2147483646 w 69"/>
              <a:gd name="T27" fmla="*/ 2147483646 h 38"/>
              <a:gd name="T28" fmla="*/ 2147483646 w 69"/>
              <a:gd name="T29" fmla="*/ 2147483646 h 38"/>
              <a:gd name="T30" fmla="*/ 2147483646 w 69"/>
              <a:gd name="T31" fmla="*/ 2147483646 h 38"/>
              <a:gd name="T32" fmla="*/ 2147483646 w 69"/>
              <a:gd name="T33" fmla="*/ 2147483646 h 38"/>
              <a:gd name="T34" fmla="*/ 2147483646 w 69"/>
              <a:gd name="T35" fmla="*/ 2147483646 h 38"/>
              <a:gd name="T36" fmla="*/ 2147483646 w 69"/>
              <a:gd name="T37" fmla="*/ 2147483646 h 38"/>
              <a:gd name="T38" fmla="*/ 2147483646 w 69"/>
              <a:gd name="T39" fmla="*/ 2147483646 h 38"/>
              <a:gd name="T40" fmla="*/ 2147483646 w 69"/>
              <a:gd name="T41" fmla="*/ 0 h 38"/>
              <a:gd name="T42" fmla="*/ 2147483646 w 69"/>
              <a:gd name="T43" fmla="*/ 0 h 38"/>
              <a:gd name="T44" fmla="*/ 2147483646 w 69"/>
              <a:gd name="T45" fmla="*/ 2147483646 h 38"/>
              <a:gd name="T46" fmla="*/ 2147483646 w 69"/>
              <a:gd name="T47" fmla="*/ 2147483646 h 38"/>
              <a:gd name="T48" fmla="*/ 2147483646 w 69"/>
              <a:gd name="T49" fmla="*/ 2147483646 h 38"/>
              <a:gd name="T50" fmla="*/ 0 w 69"/>
              <a:gd name="T51" fmla="*/ 2147483646 h 38"/>
              <a:gd name="T52" fmla="*/ 2147483646 w 69"/>
              <a:gd name="T53" fmla="*/ 2147483646 h 38"/>
              <a:gd name="T54" fmla="*/ 2147483646 w 69"/>
              <a:gd name="T55" fmla="*/ 2147483646 h 38"/>
              <a:gd name="T56" fmla="*/ 2147483646 w 69"/>
              <a:gd name="T57" fmla="*/ 2147483646 h 38"/>
              <a:gd name="T58" fmla="*/ 2147483646 w 69"/>
              <a:gd name="T59" fmla="*/ 2147483646 h 38"/>
              <a:gd name="T60" fmla="*/ 2147483646 w 69"/>
              <a:gd name="T61" fmla="*/ 2147483646 h 38"/>
              <a:gd name="T62" fmla="*/ 2147483646 w 69"/>
              <a:gd name="T63" fmla="*/ 2147483646 h 38"/>
              <a:gd name="T64" fmla="*/ 2147483646 w 69"/>
              <a:gd name="T65" fmla="*/ 2147483646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9" h="38">
                <a:moveTo>
                  <a:pt x="26" y="35"/>
                </a:moveTo>
                <a:lnTo>
                  <a:pt x="26" y="35"/>
                </a:lnTo>
                <a:lnTo>
                  <a:pt x="27" y="35"/>
                </a:lnTo>
                <a:lnTo>
                  <a:pt x="29" y="33"/>
                </a:lnTo>
                <a:lnTo>
                  <a:pt x="33" y="32"/>
                </a:lnTo>
                <a:lnTo>
                  <a:pt x="37" y="29"/>
                </a:lnTo>
                <a:lnTo>
                  <a:pt x="42" y="27"/>
                </a:lnTo>
                <a:lnTo>
                  <a:pt x="48" y="26"/>
                </a:lnTo>
                <a:lnTo>
                  <a:pt x="54" y="24"/>
                </a:lnTo>
                <a:lnTo>
                  <a:pt x="59" y="24"/>
                </a:lnTo>
                <a:lnTo>
                  <a:pt x="64" y="23"/>
                </a:lnTo>
                <a:lnTo>
                  <a:pt x="68" y="21"/>
                </a:lnTo>
                <a:lnTo>
                  <a:pt x="69" y="18"/>
                </a:lnTo>
                <a:lnTo>
                  <a:pt x="68" y="14"/>
                </a:lnTo>
                <a:lnTo>
                  <a:pt x="64" y="10"/>
                </a:lnTo>
                <a:lnTo>
                  <a:pt x="59" y="7"/>
                </a:lnTo>
                <a:lnTo>
                  <a:pt x="51" y="4"/>
                </a:lnTo>
                <a:lnTo>
                  <a:pt x="40" y="1"/>
                </a:lnTo>
                <a:lnTo>
                  <a:pt x="28" y="0"/>
                </a:lnTo>
                <a:lnTo>
                  <a:pt x="19" y="0"/>
                </a:lnTo>
                <a:lnTo>
                  <a:pt x="10" y="2"/>
                </a:lnTo>
                <a:lnTo>
                  <a:pt x="4" y="5"/>
                </a:lnTo>
                <a:lnTo>
                  <a:pt x="1" y="8"/>
                </a:lnTo>
                <a:lnTo>
                  <a:pt x="0" y="12"/>
                </a:lnTo>
                <a:lnTo>
                  <a:pt x="1" y="17"/>
                </a:lnTo>
                <a:lnTo>
                  <a:pt x="6" y="24"/>
                </a:lnTo>
                <a:lnTo>
                  <a:pt x="15" y="34"/>
                </a:lnTo>
                <a:lnTo>
                  <a:pt x="21" y="38"/>
                </a:lnTo>
                <a:lnTo>
                  <a:pt x="24" y="37"/>
                </a:lnTo>
                <a:lnTo>
                  <a:pt x="26" y="3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49" name="Freeform 1106">
            <a:extLst>
              <a:ext uri="{FF2B5EF4-FFF2-40B4-BE49-F238E27FC236}">
                <a16:creationId xmlns:a16="http://schemas.microsoft.com/office/drawing/2014/main" id="{31D9084B-7858-2E87-16EF-3CFBAE2BDC03}"/>
              </a:ext>
            </a:extLst>
          </p:cNvPr>
          <p:cNvSpPr>
            <a:spLocks/>
          </p:cNvSpPr>
          <p:nvPr/>
        </p:nvSpPr>
        <p:spPr bwMode="auto">
          <a:xfrm>
            <a:off x="6534150" y="5414963"/>
            <a:ext cx="3175" cy="4762"/>
          </a:xfrm>
          <a:custGeom>
            <a:avLst/>
            <a:gdLst>
              <a:gd name="T0" fmla="*/ 2147483646 w 17"/>
              <a:gd name="T1" fmla="*/ 2147483646 h 37"/>
              <a:gd name="T2" fmla="*/ 2147483646 w 17"/>
              <a:gd name="T3" fmla="*/ 2147483646 h 37"/>
              <a:gd name="T4" fmla="*/ 2147483646 w 17"/>
              <a:gd name="T5" fmla="*/ 2147483646 h 37"/>
              <a:gd name="T6" fmla="*/ 2147483646 w 17"/>
              <a:gd name="T7" fmla="*/ 2147483646 h 37"/>
              <a:gd name="T8" fmla="*/ 2147483646 w 17"/>
              <a:gd name="T9" fmla="*/ 2147483646 h 37"/>
              <a:gd name="T10" fmla="*/ 0 w 17"/>
              <a:gd name="T11" fmla="*/ 2147483646 h 37"/>
              <a:gd name="T12" fmla="*/ 0 w 17"/>
              <a:gd name="T13" fmla="*/ 2147483646 h 37"/>
              <a:gd name="T14" fmla="*/ 2147483646 w 17"/>
              <a:gd name="T15" fmla="*/ 2147483646 h 37"/>
              <a:gd name="T16" fmla="*/ 2147483646 w 17"/>
              <a:gd name="T17" fmla="*/ 0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37">
                <a:moveTo>
                  <a:pt x="5" y="37"/>
                </a:moveTo>
                <a:lnTo>
                  <a:pt x="5" y="35"/>
                </a:lnTo>
                <a:lnTo>
                  <a:pt x="3" y="31"/>
                </a:lnTo>
                <a:lnTo>
                  <a:pt x="2" y="24"/>
                </a:lnTo>
                <a:lnTo>
                  <a:pt x="1" y="17"/>
                </a:lnTo>
                <a:lnTo>
                  <a:pt x="0" y="10"/>
                </a:lnTo>
                <a:lnTo>
                  <a:pt x="0" y="4"/>
                </a:lnTo>
                <a:lnTo>
                  <a:pt x="2" y="1"/>
                </a:lnTo>
                <a:lnTo>
                  <a:pt x="5" y="0"/>
                </a:lnTo>
                <a:lnTo>
                  <a:pt x="9" y="2"/>
                </a:lnTo>
                <a:lnTo>
                  <a:pt x="12" y="7"/>
                </a:lnTo>
                <a:lnTo>
                  <a:pt x="15" y="12"/>
                </a:lnTo>
                <a:lnTo>
                  <a:pt x="17" y="18"/>
                </a:lnTo>
                <a:lnTo>
                  <a:pt x="17" y="26"/>
                </a:lnTo>
                <a:lnTo>
                  <a:pt x="15" y="31"/>
                </a:lnTo>
                <a:lnTo>
                  <a:pt x="11" y="35"/>
                </a:lnTo>
                <a:lnTo>
                  <a:pt x="5" y="3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50" name="Freeform 1107">
            <a:extLst>
              <a:ext uri="{FF2B5EF4-FFF2-40B4-BE49-F238E27FC236}">
                <a16:creationId xmlns:a16="http://schemas.microsoft.com/office/drawing/2014/main" id="{ACA8F614-96C0-77E3-CB9E-31E15F732C7C}"/>
              </a:ext>
            </a:extLst>
          </p:cNvPr>
          <p:cNvSpPr>
            <a:spLocks/>
          </p:cNvSpPr>
          <p:nvPr/>
        </p:nvSpPr>
        <p:spPr bwMode="auto">
          <a:xfrm>
            <a:off x="6534150" y="5414963"/>
            <a:ext cx="3175" cy="4762"/>
          </a:xfrm>
          <a:custGeom>
            <a:avLst/>
            <a:gdLst>
              <a:gd name="T0" fmla="*/ 2147483646 w 17"/>
              <a:gd name="T1" fmla="*/ 2147483646 h 37"/>
              <a:gd name="T2" fmla="*/ 2147483646 w 17"/>
              <a:gd name="T3" fmla="*/ 2147483646 h 37"/>
              <a:gd name="T4" fmla="*/ 2147483646 w 17"/>
              <a:gd name="T5" fmla="*/ 2147483646 h 37"/>
              <a:gd name="T6" fmla="*/ 2147483646 w 17"/>
              <a:gd name="T7" fmla="*/ 2147483646 h 37"/>
              <a:gd name="T8" fmla="*/ 2147483646 w 17"/>
              <a:gd name="T9" fmla="*/ 2147483646 h 37"/>
              <a:gd name="T10" fmla="*/ 2147483646 w 17"/>
              <a:gd name="T11" fmla="*/ 2147483646 h 37"/>
              <a:gd name="T12" fmla="*/ 0 w 17"/>
              <a:gd name="T13" fmla="*/ 2147483646 h 37"/>
              <a:gd name="T14" fmla="*/ 0 w 17"/>
              <a:gd name="T15" fmla="*/ 2147483646 h 37"/>
              <a:gd name="T16" fmla="*/ 2147483646 w 17"/>
              <a:gd name="T17" fmla="*/ 2147483646 h 37"/>
              <a:gd name="T18" fmla="*/ 2147483646 w 17"/>
              <a:gd name="T19" fmla="*/ 0 h 37"/>
              <a:gd name="T20" fmla="*/ 2147483646 w 17"/>
              <a:gd name="T21" fmla="*/ 0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 h="37">
                <a:moveTo>
                  <a:pt x="5" y="37"/>
                </a:moveTo>
                <a:lnTo>
                  <a:pt x="5" y="37"/>
                </a:lnTo>
                <a:lnTo>
                  <a:pt x="5" y="35"/>
                </a:lnTo>
                <a:lnTo>
                  <a:pt x="3" y="31"/>
                </a:lnTo>
                <a:lnTo>
                  <a:pt x="2" y="24"/>
                </a:lnTo>
                <a:lnTo>
                  <a:pt x="1" y="17"/>
                </a:lnTo>
                <a:lnTo>
                  <a:pt x="0" y="10"/>
                </a:lnTo>
                <a:lnTo>
                  <a:pt x="0" y="4"/>
                </a:lnTo>
                <a:lnTo>
                  <a:pt x="2" y="1"/>
                </a:lnTo>
                <a:lnTo>
                  <a:pt x="5" y="0"/>
                </a:lnTo>
                <a:lnTo>
                  <a:pt x="9" y="2"/>
                </a:lnTo>
                <a:lnTo>
                  <a:pt x="12" y="7"/>
                </a:lnTo>
                <a:lnTo>
                  <a:pt x="15" y="12"/>
                </a:lnTo>
                <a:lnTo>
                  <a:pt x="17" y="18"/>
                </a:lnTo>
                <a:lnTo>
                  <a:pt x="17" y="26"/>
                </a:lnTo>
                <a:lnTo>
                  <a:pt x="15" y="31"/>
                </a:lnTo>
                <a:lnTo>
                  <a:pt x="11" y="35"/>
                </a:lnTo>
                <a:lnTo>
                  <a:pt x="5"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51" name="Freeform 1108">
            <a:extLst>
              <a:ext uri="{FF2B5EF4-FFF2-40B4-BE49-F238E27FC236}">
                <a16:creationId xmlns:a16="http://schemas.microsoft.com/office/drawing/2014/main" id="{23215C69-A691-4F63-5A24-48EA511D9046}"/>
              </a:ext>
            </a:extLst>
          </p:cNvPr>
          <p:cNvSpPr>
            <a:spLocks/>
          </p:cNvSpPr>
          <p:nvPr/>
        </p:nvSpPr>
        <p:spPr bwMode="auto">
          <a:xfrm>
            <a:off x="6519863" y="5438775"/>
            <a:ext cx="4762" cy="1588"/>
          </a:xfrm>
          <a:custGeom>
            <a:avLst/>
            <a:gdLst>
              <a:gd name="T0" fmla="*/ 2147483646 w 37"/>
              <a:gd name="T1" fmla="*/ 2147483646 h 18"/>
              <a:gd name="T2" fmla="*/ 2147483646 w 37"/>
              <a:gd name="T3" fmla="*/ 2147483646 h 18"/>
              <a:gd name="T4" fmla="*/ 2147483646 w 37"/>
              <a:gd name="T5" fmla="*/ 2147483646 h 18"/>
              <a:gd name="T6" fmla="*/ 0 w 37"/>
              <a:gd name="T7" fmla="*/ 2147483646 h 18"/>
              <a:gd name="T8" fmla="*/ 2147483646 w 37"/>
              <a:gd name="T9" fmla="*/ 2147483646 h 18"/>
              <a:gd name="T10" fmla="*/ 2147483646 w 37"/>
              <a:gd name="T11" fmla="*/ 0 h 18"/>
              <a:gd name="T12" fmla="*/ 2147483646 w 37"/>
              <a:gd name="T13" fmla="*/ 2147483646 h 18"/>
              <a:gd name="T14" fmla="*/ 2147483646 w 37"/>
              <a:gd name="T15" fmla="*/ 2147483646 h 18"/>
              <a:gd name="T16" fmla="*/ 2147483646 w 37"/>
              <a:gd name="T17" fmla="*/ 2147483646 h 18"/>
              <a:gd name="T18" fmla="*/ 2147483646 w 37"/>
              <a:gd name="T19" fmla="*/ 2147483646 h 18"/>
              <a:gd name="T20" fmla="*/ 2147483646 w 37"/>
              <a:gd name="T21" fmla="*/ 2147483646 h 18"/>
              <a:gd name="T22" fmla="*/ 2147483646 w 37"/>
              <a:gd name="T23" fmla="*/ 2147483646 h 18"/>
              <a:gd name="T24" fmla="*/ 2147483646 w 37"/>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8">
                <a:moveTo>
                  <a:pt x="11" y="18"/>
                </a:moveTo>
                <a:lnTo>
                  <a:pt x="7" y="15"/>
                </a:lnTo>
                <a:lnTo>
                  <a:pt x="1" y="10"/>
                </a:lnTo>
                <a:lnTo>
                  <a:pt x="0" y="5"/>
                </a:lnTo>
                <a:lnTo>
                  <a:pt x="11" y="1"/>
                </a:lnTo>
                <a:lnTo>
                  <a:pt x="20" y="0"/>
                </a:lnTo>
                <a:lnTo>
                  <a:pt x="28" y="1"/>
                </a:lnTo>
                <a:lnTo>
                  <a:pt x="34" y="2"/>
                </a:lnTo>
                <a:lnTo>
                  <a:pt x="37" y="4"/>
                </a:lnTo>
                <a:lnTo>
                  <a:pt x="36" y="7"/>
                </a:lnTo>
                <a:lnTo>
                  <a:pt x="32" y="10"/>
                </a:lnTo>
                <a:lnTo>
                  <a:pt x="23" y="14"/>
                </a:lnTo>
                <a:lnTo>
                  <a:pt x="11" y="1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52" name="Freeform 1109">
            <a:extLst>
              <a:ext uri="{FF2B5EF4-FFF2-40B4-BE49-F238E27FC236}">
                <a16:creationId xmlns:a16="http://schemas.microsoft.com/office/drawing/2014/main" id="{ED150ADF-4DD6-A4CD-CDA1-2EF898309E8F}"/>
              </a:ext>
            </a:extLst>
          </p:cNvPr>
          <p:cNvSpPr>
            <a:spLocks/>
          </p:cNvSpPr>
          <p:nvPr/>
        </p:nvSpPr>
        <p:spPr bwMode="auto">
          <a:xfrm>
            <a:off x="6519863" y="5438775"/>
            <a:ext cx="4762" cy="1588"/>
          </a:xfrm>
          <a:custGeom>
            <a:avLst/>
            <a:gdLst>
              <a:gd name="T0" fmla="*/ 2147483646 w 37"/>
              <a:gd name="T1" fmla="*/ 2147483646 h 18"/>
              <a:gd name="T2" fmla="*/ 2147483646 w 37"/>
              <a:gd name="T3" fmla="*/ 2147483646 h 18"/>
              <a:gd name="T4" fmla="*/ 2147483646 w 37"/>
              <a:gd name="T5" fmla="*/ 2147483646 h 18"/>
              <a:gd name="T6" fmla="*/ 2147483646 w 37"/>
              <a:gd name="T7" fmla="*/ 2147483646 h 18"/>
              <a:gd name="T8" fmla="*/ 0 w 37"/>
              <a:gd name="T9" fmla="*/ 2147483646 h 18"/>
              <a:gd name="T10" fmla="*/ 2147483646 w 37"/>
              <a:gd name="T11" fmla="*/ 2147483646 h 18"/>
              <a:gd name="T12" fmla="*/ 2147483646 w 37"/>
              <a:gd name="T13" fmla="*/ 2147483646 h 18"/>
              <a:gd name="T14" fmla="*/ 2147483646 w 37"/>
              <a:gd name="T15" fmla="*/ 0 h 18"/>
              <a:gd name="T16" fmla="*/ 2147483646 w 37"/>
              <a:gd name="T17" fmla="*/ 2147483646 h 18"/>
              <a:gd name="T18" fmla="*/ 2147483646 w 37"/>
              <a:gd name="T19" fmla="*/ 2147483646 h 18"/>
              <a:gd name="T20" fmla="*/ 2147483646 w 37"/>
              <a:gd name="T21" fmla="*/ 2147483646 h 18"/>
              <a:gd name="T22" fmla="*/ 2147483646 w 37"/>
              <a:gd name="T23" fmla="*/ 2147483646 h 18"/>
              <a:gd name="T24" fmla="*/ 2147483646 w 37"/>
              <a:gd name="T25" fmla="*/ 2147483646 h 18"/>
              <a:gd name="T26" fmla="*/ 2147483646 w 37"/>
              <a:gd name="T27" fmla="*/ 2147483646 h 18"/>
              <a:gd name="T28" fmla="*/ 2147483646 w 37"/>
              <a:gd name="T29" fmla="*/ 2147483646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7" h="18">
                <a:moveTo>
                  <a:pt x="11" y="18"/>
                </a:moveTo>
                <a:lnTo>
                  <a:pt x="11" y="18"/>
                </a:lnTo>
                <a:lnTo>
                  <a:pt x="7" y="15"/>
                </a:lnTo>
                <a:lnTo>
                  <a:pt x="1" y="10"/>
                </a:lnTo>
                <a:lnTo>
                  <a:pt x="0" y="5"/>
                </a:lnTo>
                <a:lnTo>
                  <a:pt x="11" y="1"/>
                </a:lnTo>
                <a:lnTo>
                  <a:pt x="20" y="0"/>
                </a:lnTo>
                <a:lnTo>
                  <a:pt x="28" y="1"/>
                </a:lnTo>
                <a:lnTo>
                  <a:pt x="34" y="2"/>
                </a:lnTo>
                <a:lnTo>
                  <a:pt x="37" y="4"/>
                </a:lnTo>
                <a:lnTo>
                  <a:pt x="36" y="7"/>
                </a:lnTo>
                <a:lnTo>
                  <a:pt x="32" y="10"/>
                </a:lnTo>
                <a:lnTo>
                  <a:pt x="23" y="14"/>
                </a:lnTo>
                <a:lnTo>
                  <a:pt x="11" y="1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53" name="Freeform 1110">
            <a:extLst>
              <a:ext uri="{FF2B5EF4-FFF2-40B4-BE49-F238E27FC236}">
                <a16:creationId xmlns:a16="http://schemas.microsoft.com/office/drawing/2014/main" id="{023B13F4-5E59-DAC4-04B7-23CD50D4A6EB}"/>
              </a:ext>
            </a:extLst>
          </p:cNvPr>
          <p:cNvSpPr>
            <a:spLocks/>
          </p:cNvSpPr>
          <p:nvPr/>
        </p:nvSpPr>
        <p:spPr bwMode="auto">
          <a:xfrm>
            <a:off x="6562725" y="5451475"/>
            <a:ext cx="6350" cy="3175"/>
          </a:xfrm>
          <a:custGeom>
            <a:avLst/>
            <a:gdLst>
              <a:gd name="T0" fmla="*/ 2147483646 w 35"/>
              <a:gd name="T1" fmla="*/ 2147483646 h 22"/>
              <a:gd name="T2" fmla="*/ 2147483646 w 35"/>
              <a:gd name="T3" fmla="*/ 2147483646 h 22"/>
              <a:gd name="T4" fmla="*/ 2147483646 w 35"/>
              <a:gd name="T5" fmla="*/ 2147483646 h 22"/>
              <a:gd name="T6" fmla="*/ 2147483646 w 35"/>
              <a:gd name="T7" fmla="*/ 2147483646 h 22"/>
              <a:gd name="T8" fmla="*/ 2147483646 w 35"/>
              <a:gd name="T9" fmla="*/ 2147483646 h 22"/>
              <a:gd name="T10" fmla="*/ 2147483646 w 35"/>
              <a:gd name="T11" fmla="*/ 2147483646 h 22"/>
              <a:gd name="T12" fmla="*/ 2147483646 w 35"/>
              <a:gd name="T13" fmla="*/ 2147483646 h 22"/>
              <a:gd name="T14" fmla="*/ 2147483646 w 35"/>
              <a:gd name="T15" fmla="*/ 0 h 22"/>
              <a:gd name="T16" fmla="*/ 2147483646 w 35"/>
              <a:gd name="T17" fmla="*/ 0 h 22"/>
              <a:gd name="T18" fmla="*/ 2147483646 w 35"/>
              <a:gd name="T19" fmla="*/ 2147483646 h 22"/>
              <a:gd name="T20" fmla="*/ 2147483646 w 35"/>
              <a:gd name="T21" fmla="*/ 2147483646 h 22"/>
              <a:gd name="T22" fmla="*/ 2147483646 w 35"/>
              <a:gd name="T23" fmla="*/ 2147483646 h 22"/>
              <a:gd name="T24" fmla="*/ 0 w 35"/>
              <a:gd name="T25" fmla="*/ 2147483646 h 22"/>
              <a:gd name="T26" fmla="*/ 0 w 35"/>
              <a:gd name="T27" fmla="*/ 2147483646 h 22"/>
              <a:gd name="T28" fmla="*/ 2147483646 w 35"/>
              <a:gd name="T29" fmla="*/ 2147483646 h 22"/>
              <a:gd name="T30" fmla="*/ 2147483646 w 35"/>
              <a:gd name="T31" fmla="*/ 2147483646 h 22"/>
              <a:gd name="T32" fmla="*/ 2147483646 w 35"/>
              <a:gd name="T33" fmla="*/ 2147483646 h 22"/>
              <a:gd name="T34" fmla="*/ 2147483646 w 35"/>
              <a:gd name="T35" fmla="*/ 2147483646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22">
                <a:moveTo>
                  <a:pt x="22" y="22"/>
                </a:moveTo>
                <a:lnTo>
                  <a:pt x="23" y="21"/>
                </a:lnTo>
                <a:lnTo>
                  <a:pt x="26" y="18"/>
                </a:lnTo>
                <a:lnTo>
                  <a:pt x="30" y="14"/>
                </a:lnTo>
                <a:lnTo>
                  <a:pt x="33" y="10"/>
                </a:lnTo>
                <a:lnTo>
                  <a:pt x="35" y="6"/>
                </a:lnTo>
                <a:lnTo>
                  <a:pt x="35" y="2"/>
                </a:lnTo>
                <a:lnTo>
                  <a:pt x="31" y="0"/>
                </a:lnTo>
                <a:lnTo>
                  <a:pt x="22" y="0"/>
                </a:lnTo>
                <a:lnTo>
                  <a:pt x="12" y="1"/>
                </a:lnTo>
                <a:lnTo>
                  <a:pt x="5" y="3"/>
                </a:lnTo>
                <a:lnTo>
                  <a:pt x="2" y="6"/>
                </a:lnTo>
                <a:lnTo>
                  <a:pt x="0" y="8"/>
                </a:lnTo>
                <a:lnTo>
                  <a:pt x="0" y="10"/>
                </a:lnTo>
                <a:lnTo>
                  <a:pt x="1" y="12"/>
                </a:lnTo>
                <a:lnTo>
                  <a:pt x="2" y="14"/>
                </a:lnTo>
                <a:lnTo>
                  <a:pt x="22" y="22"/>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54" name="Freeform 1111">
            <a:extLst>
              <a:ext uri="{FF2B5EF4-FFF2-40B4-BE49-F238E27FC236}">
                <a16:creationId xmlns:a16="http://schemas.microsoft.com/office/drawing/2014/main" id="{DEC746B2-2D45-78AE-EB94-FE0277535D08}"/>
              </a:ext>
            </a:extLst>
          </p:cNvPr>
          <p:cNvSpPr>
            <a:spLocks/>
          </p:cNvSpPr>
          <p:nvPr/>
        </p:nvSpPr>
        <p:spPr bwMode="auto">
          <a:xfrm>
            <a:off x="6562725" y="5451475"/>
            <a:ext cx="6350" cy="3175"/>
          </a:xfrm>
          <a:custGeom>
            <a:avLst/>
            <a:gdLst>
              <a:gd name="T0" fmla="*/ 2147483646 w 35"/>
              <a:gd name="T1" fmla="*/ 2147483646 h 22"/>
              <a:gd name="T2" fmla="*/ 2147483646 w 35"/>
              <a:gd name="T3" fmla="*/ 2147483646 h 22"/>
              <a:gd name="T4" fmla="*/ 2147483646 w 35"/>
              <a:gd name="T5" fmla="*/ 2147483646 h 22"/>
              <a:gd name="T6" fmla="*/ 2147483646 w 35"/>
              <a:gd name="T7" fmla="*/ 2147483646 h 22"/>
              <a:gd name="T8" fmla="*/ 2147483646 w 35"/>
              <a:gd name="T9" fmla="*/ 2147483646 h 22"/>
              <a:gd name="T10" fmla="*/ 2147483646 w 35"/>
              <a:gd name="T11" fmla="*/ 2147483646 h 22"/>
              <a:gd name="T12" fmla="*/ 2147483646 w 35"/>
              <a:gd name="T13" fmla="*/ 2147483646 h 22"/>
              <a:gd name="T14" fmla="*/ 2147483646 w 35"/>
              <a:gd name="T15" fmla="*/ 2147483646 h 22"/>
              <a:gd name="T16" fmla="*/ 2147483646 w 35"/>
              <a:gd name="T17" fmla="*/ 0 h 22"/>
              <a:gd name="T18" fmla="*/ 2147483646 w 35"/>
              <a:gd name="T19" fmla="*/ 0 h 22"/>
              <a:gd name="T20" fmla="*/ 2147483646 w 35"/>
              <a:gd name="T21" fmla="*/ 0 h 22"/>
              <a:gd name="T22" fmla="*/ 2147483646 w 35"/>
              <a:gd name="T23" fmla="*/ 2147483646 h 22"/>
              <a:gd name="T24" fmla="*/ 2147483646 w 35"/>
              <a:gd name="T25" fmla="*/ 2147483646 h 22"/>
              <a:gd name="T26" fmla="*/ 2147483646 w 35"/>
              <a:gd name="T27" fmla="*/ 2147483646 h 22"/>
              <a:gd name="T28" fmla="*/ 0 w 35"/>
              <a:gd name="T29" fmla="*/ 2147483646 h 22"/>
              <a:gd name="T30" fmla="*/ 0 w 35"/>
              <a:gd name="T31" fmla="*/ 2147483646 h 22"/>
              <a:gd name="T32" fmla="*/ 2147483646 w 35"/>
              <a:gd name="T33" fmla="*/ 2147483646 h 22"/>
              <a:gd name="T34" fmla="*/ 2147483646 w 35"/>
              <a:gd name="T35" fmla="*/ 2147483646 h 22"/>
              <a:gd name="T36" fmla="*/ 2147483646 w 35"/>
              <a:gd name="T37" fmla="*/ 2147483646 h 22"/>
              <a:gd name="T38" fmla="*/ 2147483646 w 35"/>
              <a:gd name="T39" fmla="*/ 2147483646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5" h="22">
                <a:moveTo>
                  <a:pt x="22" y="22"/>
                </a:moveTo>
                <a:lnTo>
                  <a:pt x="22" y="22"/>
                </a:lnTo>
                <a:lnTo>
                  <a:pt x="23" y="21"/>
                </a:lnTo>
                <a:lnTo>
                  <a:pt x="26" y="18"/>
                </a:lnTo>
                <a:lnTo>
                  <a:pt x="30" y="14"/>
                </a:lnTo>
                <a:lnTo>
                  <a:pt x="33" y="10"/>
                </a:lnTo>
                <a:lnTo>
                  <a:pt x="35" y="6"/>
                </a:lnTo>
                <a:lnTo>
                  <a:pt x="35" y="2"/>
                </a:lnTo>
                <a:lnTo>
                  <a:pt x="31" y="0"/>
                </a:lnTo>
                <a:lnTo>
                  <a:pt x="22" y="0"/>
                </a:lnTo>
                <a:lnTo>
                  <a:pt x="12" y="1"/>
                </a:lnTo>
                <a:lnTo>
                  <a:pt x="5" y="3"/>
                </a:lnTo>
                <a:lnTo>
                  <a:pt x="2" y="6"/>
                </a:lnTo>
                <a:lnTo>
                  <a:pt x="0" y="8"/>
                </a:lnTo>
                <a:lnTo>
                  <a:pt x="0" y="10"/>
                </a:lnTo>
                <a:lnTo>
                  <a:pt x="1" y="12"/>
                </a:lnTo>
                <a:lnTo>
                  <a:pt x="2" y="14"/>
                </a:lnTo>
                <a:lnTo>
                  <a:pt x="22"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55" name="Freeform 1112">
            <a:extLst>
              <a:ext uri="{FF2B5EF4-FFF2-40B4-BE49-F238E27FC236}">
                <a16:creationId xmlns:a16="http://schemas.microsoft.com/office/drawing/2014/main" id="{FCD583A7-BEB2-A6AB-D24E-90645AC7C2FC}"/>
              </a:ext>
            </a:extLst>
          </p:cNvPr>
          <p:cNvSpPr>
            <a:spLocks/>
          </p:cNvSpPr>
          <p:nvPr/>
        </p:nvSpPr>
        <p:spPr bwMode="auto">
          <a:xfrm>
            <a:off x="6588125" y="5441950"/>
            <a:ext cx="3175" cy="6350"/>
          </a:xfrm>
          <a:custGeom>
            <a:avLst/>
            <a:gdLst>
              <a:gd name="T0" fmla="*/ 2147483646 w 17"/>
              <a:gd name="T1" fmla="*/ 0 h 35"/>
              <a:gd name="T2" fmla="*/ 2147483646 w 17"/>
              <a:gd name="T3" fmla="*/ 2147483646 h 35"/>
              <a:gd name="T4" fmla="*/ 2147483646 w 17"/>
              <a:gd name="T5" fmla="*/ 2147483646 h 35"/>
              <a:gd name="T6" fmla="*/ 2147483646 w 17"/>
              <a:gd name="T7" fmla="*/ 2147483646 h 35"/>
              <a:gd name="T8" fmla="*/ 2147483646 w 17"/>
              <a:gd name="T9" fmla="*/ 2147483646 h 35"/>
              <a:gd name="T10" fmla="*/ 0 w 17"/>
              <a:gd name="T11" fmla="*/ 2147483646 h 35"/>
              <a:gd name="T12" fmla="*/ 0 w 17"/>
              <a:gd name="T13" fmla="*/ 2147483646 h 35"/>
              <a:gd name="T14" fmla="*/ 2147483646 w 17"/>
              <a:gd name="T15" fmla="*/ 2147483646 h 35"/>
              <a:gd name="T16" fmla="*/ 2147483646 w 17"/>
              <a:gd name="T17" fmla="*/ 2147483646 h 35"/>
              <a:gd name="T18" fmla="*/ 2147483646 w 17"/>
              <a:gd name="T19" fmla="*/ 2147483646 h 35"/>
              <a:gd name="T20" fmla="*/ 2147483646 w 17"/>
              <a:gd name="T21" fmla="*/ 2147483646 h 35"/>
              <a:gd name="T22" fmla="*/ 2147483646 w 17"/>
              <a:gd name="T23" fmla="*/ 2147483646 h 35"/>
              <a:gd name="T24" fmla="*/ 2147483646 w 17"/>
              <a:gd name="T25" fmla="*/ 2147483646 h 35"/>
              <a:gd name="T26" fmla="*/ 2147483646 w 17"/>
              <a:gd name="T27" fmla="*/ 2147483646 h 35"/>
              <a:gd name="T28" fmla="*/ 2147483646 w 17"/>
              <a:gd name="T29" fmla="*/ 2147483646 h 35"/>
              <a:gd name="T30" fmla="*/ 2147483646 w 17"/>
              <a:gd name="T31" fmla="*/ 2147483646 h 35"/>
              <a:gd name="T32" fmla="*/ 2147483646 w 17"/>
              <a:gd name="T33" fmla="*/ 0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35">
                <a:moveTo>
                  <a:pt x="8" y="0"/>
                </a:moveTo>
                <a:lnTo>
                  <a:pt x="7" y="1"/>
                </a:lnTo>
                <a:lnTo>
                  <a:pt x="6" y="3"/>
                </a:lnTo>
                <a:lnTo>
                  <a:pt x="3" y="6"/>
                </a:lnTo>
                <a:lnTo>
                  <a:pt x="1" y="10"/>
                </a:lnTo>
                <a:lnTo>
                  <a:pt x="0" y="15"/>
                </a:lnTo>
                <a:lnTo>
                  <a:pt x="0" y="20"/>
                </a:lnTo>
                <a:lnTo>
                  <a:pt x="1" y="26"/>
                </a:lnTo>
                <a:lnTo>
                  <a:pt x="5" y="31"/>
                </a:lnTo>
                <a:lnTo>
                  <a:pt x="13" y="35"/>
                </a:lnTo>
                <a:lnTo>
                  <a:pt x="17" y="29"/>
                </a:lnTo>
                <a:lnTo>
                  <a:pt x="17" y="21"/>
                </a:lnTo>
                <a:lnTo>
                  <a:pt x="17" y="17"/>
                </a:lnTo>
                <a:lnTo>
                  <a:pt x="16" y="15"/>
                </a:lnTo>
                <a:lnTo>
                  <a:pt x="13" y="9"/>
                </a:lnTo>
                <a:lnTo>
                  <a:pt x="11" y="3"/>
                </a:lnTo>
                <a:lnTo>
                  <a:pt x="8"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56" name="Freeform 1113">
            <a:extLst>
              <a:ext uri="{FF2B5EF4-FFF2-40B4-BE49-F238E27FC236}">
                <a16:creationId xmlns:a16="http://schemas.microsoft.com/office/drawing/2014/main" id="{A58D7664-0C6B-F5B7-6169-5C70EEDC501D}"/>
              </a:ext>
            </a:extLst>
          </p:cNvPr>
          <p:cNvSpPr>
            <a:spLocks/>
          </p:cNvSpPr>
          <p:nvPr/>
        </p:nvSpPr>
        <p:spPr bwMode="auto">
          <a:xfrm>
            <a:off x="6588125" y="5441950"/>
            <a:ext cx="3175" cy="6350"/>
          </a:xfrm>
          <a:custGeom>
            <a:avLst/>
            <a:gdLst>
              <a:gd name="T0" fmla="*/ 2147483646 w 17"/>
              <a:gd name="T1" fmla="*/ 0 h 35"/>
              <a:gd name="T2" fmla="*/ 2147483646 w 17"/>
              <a:gd name="T3" fmla="*/ 0 h 35"/>
              <a:gd name="T4" fmla="*/ 2147483646 w 17"/>
              <a:gd name="T5" fmla="*/ 2147483646 h 35"/>
              <a:gd name="T6" fmla="*/ 2147483646 w 17"/>
              <a:gd name="T7" fmla="*/ 2147483646 h 35"/>
              <a:gd name="T8" fmla="*/ 2147483646 w 17"/>
              <a:gd name="T9" fmla="*/ 2147483646 h 35"/>
              <a:gd name="T10" fmla="*/ 2147483646 w 17"/>
              <a:gd name="T11" fmla="*/ 2147483646 h 35"/>
              <a:gd name="T12" fmla="*/ 0 w 17"/>
              <a:gd name="T13" fmla="*/ 2147483646 h 35"/>
              <a:gd name="T14" fmla="*/ 0 w 17"/>
              <a:gd name="T15" fmla="*/ 2147483646 h 35"/>
              <a:gd name="T16" fmla="*/ 2147483646 w 17"/>
              <a:gd name="T17" fmla="*/ 2147483646 h 35"/>
              <a:gd name="T18" fmla="*/ 2147483646 w 17"/>
              <a:gd name="T19" fmla="*/ 2147483646 h 35"/>
              <a:gd name="T20" fmla="*/ 2147483646 w 17"/>
              <a:gd name="T21" fmla="*/ 2147483646 h 35"/>
              <a:gd name="T22" fmla="*/ 2147483646 w 17"/>
              <a:gd name="T23" fmla="*/ 2147483646 h 35"/>
              <a:gd name="T24" fmla="*/ 2147483646 w 17"/>
              <a:gd name="T25" fmla="*/ 2147483646 h 35"/>
              <a:gd name="T26" fmla="*/ 2147483646 w 17"/>
              <a:gd name="T27" fmla="*/ 2147483646 h 35"/>
              <a:gd name="T28" fmla="*/ 2147483646 w 17"/>
              <a:gd name="T29" fmla="*/ 2147483646 h 35"/>
              <a:gd name="T30" fmla="*/ 2147483646 w 17"/>
              <a:gd name="T31" fmla="*/ 2147483646 h 35"/>
              <a:gd name="T32" fmla="*/ 2147483646 w 17"/>
              <a:gd name="T33" fmla="*/ 2147483646 h 35"/>
              <a:gd name="T34" fmla="*/ 2147483646 w 17"/>
              <a:gd name="T35" fmla="*/ 2147483646 h 35"/>
              <a:gd name="T36" fmla="*/ 2147483646 w 17"/>
              <a:gd name="T37" fmla="*/ 2147483646 h 35"/>
              <a:gd name="T38" fmla="*/ 2147483646 w 17"/>
              <a:gd name="T39" fmla="*/ 0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7" h="35">
                <a:moveTo>
                  <a:pt x="8" y="0"/>
                </a:moveTo>
                <a:lnTo>
                  <a:pt x="8" y="0"/>
                </a:lnTo>
                <a:lnTo>
                  <a:pt x="7" y="1"/>
                </a:lnTo>
                <a:lnTo>
                  <a:pt x="6" y="3"/>
                </a:lnTo>
                <a:lnTo>
                  <a:pt x="3" y="6"/>
                </a:lnTo>
                <a:lnTo>
                  <a:pt x="1" y="10"/>
                </a:lnTo>
                <a:lnTo>
                  <a:pt x="0" y="15"/>
                </a:lnTo>
                <a:lnTo>
                  <a:pt x="0" y="20"/>
                </a:lnTo>
                <a:lnTo>
                  <a:pt x="1" y="26"/>
                </a:lnTo>
                <a:lnTo>
                  <a:pt x="5" y="31"/>
                </a:lnTo>
                <a:lnTo>
                  <a:pt x="13" y="35"/>
                </a:lnTo>
                <a:lnTo>
                  <a:pt x="17" y="29"/>
                </a:lnTo>
                <a:lnTo>
                  <a:pt x="17" y="21"/>
                </a:lnTo>
                <a:lnTo>
                  <a:pt x="17" y="17"/>
                </a:lnTo>
                <a:lnTo>
                  <a:pt x="16" y="15"/>
                </a:lnTo>
                <a:lnTo>
                  <a:pt x="13" y="9"/>
                </a:lnTo>
                <a:lnTo>
                  <a:pt x="11" y="3"/>
                </a:lnTo>
                <a:lnTo>
                  <a:pt x="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57" name="Freeform 1114">
            <a:extLst>
              <a:ext uri="{FF2B5EF4-FFF2-40B4-BE49-F238E27FC236}">
                <a16:creationId xmlns:a16="http://schemas.microsoft.com/office/drawing/2014/main" id="{43B7499C-0B67-E68E-C316-F863E7D84BAA}"/>
              </a:ext>
            </a:extLst>
          </p:cNvPr>
          <p:cNvSpPr>
            <a:spLocks/>
          </p:cNvSpPr>
          <p:nvPr/>
        </p:nvSpPr>
        <p:spPr bwMode="auto">
          <a:xfrm>
            <a:off x="6570663" y="5484813"/>
            <a:ext cx="6350" cy="4762"/>
          </a:xfrm>
          <a:custGeom>
            <a:avLst/>
            <a:gdLst>
              <a:gd name="T0" fmla="*/ 2147483646 w 43"/>
              <a:gd name="T1" fmla="*/ 2147483646 h 36"/>
              <a:gd name="T2" fmla="*/ 2147483646 w 43"/>
              <a:gd name="T3" fmla="*/ 2147483646 h 36"/>
              <a:gd name="T4" fmla="*/ 2147483646 w 43"/>
              <a:gd name="T5" fmla="*/ 0 h 36"/>
              <a:gd name="T6" fmla="*/ 2147483646 w 43"/>
              <a:gd name="T7" fmla="*/ 2147483646 h 36"/>
              <a:gd name="T8" fmla="*/ 0 w 43"/>
              <a:gd name="T9" fmla="*/ 2147483646 h 36"/>
              <a:gd name="T10" fmla="*/ 0 w 43"/>
              <a:gd name="T11" fmla="*/ 2147483646 h 36"/>
              <a:gd name="T12" fmla="*/ 0 w 43"/>
              <a:gd name="T13" fmla="*/ 2147483646 h 36"/>
              <a:gd name="T14" fmla="*/ 2147483646 w 43"/>
              <a:gd name="T15" fmla="*/ 2147483646 h 36"/>
              <a:gd name="T16" fmla="*/ 2147483646 w 43"/>
              <a:gd name="T17" fmla="*/ 2147483646 h 36"/>
              <a:gd name="T18" fmla="*/ 2147483646 w 43"/>
              <a:gd name="T19" fmla="*/ 2147483646 h 36"/>
              <a:gd name="T20" fmla="*/ 2147483646 w 43"/>
              <a:gd name="T21" fmla="*/ 2147483646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3" h="36">
                <a:moveTo>
                  <a:pt x="12" y="29"/>
                </a:moveTo>
                <a:lnTo>
                  <a:pt x="43" y="8"/>
                </a:lnTo>
                <a:lnTo>
                  <a:pt x="1" y="0"/>
                </a:lnTo>
                <a:lnTo>
                  <a:pt x="1" y="2"/>
                </a:lnTo>
                <a:lnTo>
                  <a:pt x="0" y="8"/>
                </a:lnTo>
                <a:lnTo>
                  <a:pt x="0" y="17"/>
                </a:lnTo>
                <a:lnTo>
                  <a:pt x="0" y="25"/>
                </a:lnTo>
                <a:lnTo>
                  <a:pt x="1" y="32"/>
                </a:lnTo>
                <a:lnTo>
                  <a:pt x="3" y="36"/>
                </a:lnTo>
                <a:lnTo>
                  <a:pt x="7" y="36"/>
                </a:lnTo>
                <a:lnTo>
                  <a:pt x="12" y="29"/>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58" name="Freeform 1115">
            <a:extLst>
              <a:ext uri="{FF2B5EF4-FFF2-40B4-BE49-F238E27FC236}">
                <a16:creationId xmlns:a16="http://schemas.microsoft.com/office/drawing/2014/main" id="{3962AE50-7D66-F103-2A06-45F82B6149BD}"/>
              </a:ext>
            </a:extLst>
          </p:cNvPr>
          <p:cNvSpPr>
            <a:spLocks/>
          </p:cNvSpPr>
          <p:nvPr/>
        </p:nvSpPr>
        <p:spPr bwMode="auto">
          <a:xfrm>
            <a:off x="6570663" y="5484813"/>
            <a:ext cx="6350" cy="4762"/>
          </a:xfrm>
          <a:custGeom>
            <a:avLst/>
            <a:gdLst>
              <a:gd name="T0" fmla="*/ 2147483646 w 43"/>
              <a:gd name="T1" fmla="*/ 2147483646 h 36"/>
              <a:gd name="T2" fmla="*/ 2147483646 w 43"/>
              <a:gd name="T3" fmla="*/ 2147483646 h 36"/>
              <a:gd name="T4" fmla="*/ 2147483646 w 43"/>
              <a:gd name="T5" fmla="*/ 0 h 36"/>
              <a:gd name="T6" fmla="*/ 2147483646 w 43"/>
              <a:gd name="T7" fmla="*/ 0 h 36"/>
              <a:gd name="T8" fmla="*/ 2147483646 w 43"/>
              <a:gd name="T9" fmla="*/ 2147483646 h 36"/>
              <a:gd name="T10" fmla="*/ 0 w 43"/>
              <a:gd name="T11" fmla="*/ 2147483646 h 36"/>
              <a:gd name="T12" fmla="*/ 0 w 43"/>
              <a:gd name="T13" fmla="*/ 2147483646 h 36"/>
              <a:gd name="T14" fmla="*/ 0 w 43"/>
              <a:gd name="T15" fmla="*/ 2147483646 h 36"/>
              <a:gd name="T16" fmla="*/ 2147483646 w 43"/>
              <a:gd name="T17" fmla="*/ 2147483646 h 36"/>
              <a:gd name="T18" fmla="*/ 2147483646 w 43"/>
              <a:gd name="T19" fmla="*/ 2147483646 h 36"/>
              <a:gd name="T20" fmla="*/ 2147483646 w 43"/>
              <a:gd name="T21" fmla="*/ 2147483646 h 36"/>
              <a:gd name="T22" fmla="*/ 2147483646 w 43"/>
              <a:gd name="T23" fmla="*/ 2147483646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 h="36">
                <a:moveTo>
                  <a:pt x="12" y="29"/>
                </a:moveTo>
                <a:lnTo>
                  <a:pt x="43" y="8"/>
                </a:lnTo>
                <a:lnTo>
                  <a:pt x="1" y="0"/>
                </a:lnTo>
                <a:lnTo>
                  <a:pt x="1" y="2"/>
                </a:lnTo>
                <a:lnTo>
                  <a:pt x="0" y="8"/>
                </a:lnTo>
                <a:lnTo>
                  <a:pt x="0" y="17"/>
                </a:lnTo>
                <a:lnTo>
                  <a:pt x="0" y="25"/>
                </a:lnTo>
                <a:lnTo>
                  <a:pt x="1" y="32"/>
                </a:lnTo>
                <a:lnTo>
                  <a:pt x="3" y="36"/>
                </a:lnTo>
                <a:lnTo>
                  <a:pt x="7" y="36"/>
                </a:lnTo>
                <a:lnTo>
                  <a:pt x="12" y="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59" name="Freeform 1116">
            <a:extLst>
              <a:ext uri="{FF2B5EF4-FFF2-40B4-BE49-F238E27FC236}">
                <a16:creationId xmlns:a16="http://schemas.microsoft.com/office/drawing/2014/main" id="{29865417-8486-2F93-C9C6-703AFD472335}"/>
              </a:ext>
            </a:extLst>
          </p:cNvPr>
          <p:cNvSpPr>
            <a:spLocks/>
          </p:cNvSpPr>
          <p:nvPr/>
        </p:nvSpPr>
        <p:spPr bwMode="auto">
          <a:xfrm>
            <a:off x="6543675" y="5408613"/>
            <a:ext cx="15875" cy="14287"/>
          </a:xfrm>
          <a:custGeom>
            <a:avLst/>
            <a:gdLst>
              <a:gd name="T0" fmla="*/ 2147483646 w 98"/>
              <a:gd name="T1" fmla="*/ 2147483646 h 96"/>
              <a:gd name="T2" fmla="*/ 2147483646 w 98"/>
              <a:gd name="T3" fmla="*/ 2147483646 h 96"/>
              <a:gd name="T4" fmla="*/ 2147483646 w 98"/>
              <a:gd name="T5" fmla="*/ 2147483646 h 96"/>
              <a:gd name="T6" fmla="*/ 2147483646 w 98"/>
              <a:gd name="T7" fmla="*/ 2147483646 h 96"/>
              <a:gd name="T8" fmla="*/ 2147483646 w 98"/>
              <a:gd name="T9" fmla="*/ 2147483646 h 96"/>
              <a:gd name="T10" fmla="*/ 0 w 98"/>
              <a:gd name="T11" fmla="*/ 2147483646 h 96"/>
              <a:gd name="T12" fmla="*/ 2147483646 w 98"/>
              <a:gd name="T13" fmla="*/ 2147483646 h 96"/>
              <a:gd name="T14" fmla="*/ 2147483646 w 98"/>
              <a:gd name="T15" fmla="*/ 2147483646 h 96"/>
              <a:gd name="T16" fmla="*/ 2147483646 w 98"/>
              <a:gd name="T17" fmla="*/ 2147483646 h 96"/>
              <a:gd name="T18" fmla="*/ 2147483646 w 98"/>
              <a:gd name="T19" fmla="*/ 2147483646 h 96"/>
              <a:gd name="T20" fmla="*/ 2147483646 w 98"/>
              <a:gd name="T21" fmla="*/ 2147483646 h 96"/>
              <a:gd name="T22" fmla="*/ 2147483646 w 98"/>
              <a:gd name="T23" fmla="*/ 2147483646 h 96"/>
              <a:gd name="T24" fmla="*/ 2147483646 w 98"/>
              <a:gd name="T25" fmla="*/ 2147483646 h 96"/>
              <a:gd name="T26" fmla="*/ 2147483646 w 98"/>
              <a:gd name="T27" fmla="*/ 2147483646 h 96"/>
              <a:gd name="T28" fmla="*/ 2147483646 w 98"/>
              <a:gd name="T29" fmla="*/ 2147483646 h 96"/>
              <a:gd name="T30" fmla="*/ 2147483646 w 98"/>
              <a:gd name="T31" fmla="*/ 2147483646 h 96"/>
              <a:gd name="T32" fmla="*/ 2147483646 w 98"/>
              <a:gd name="T33" fmla="*/ 2147483646 h 96"/>
              <a:gd name="T34" fmla="*/ 2147483646 w 98"/>
              <a:gd name="T35" fmla="*/ 2147483646 h 96"/>
              <a:gd name="T36" fmla="*/ 2147483646 w 98"/>
              <a:gd name="T37" fmla="*/ 2147483646 h 96"/>
              <a:gd name="T38" fmla="*/ 2147483646 w 98"/>
              <a:gd name="T39" fmla="*/ 2147483646 h 96"/>
              <a:gd name="T40" fmla="*/ 2147483646 w 98"/>
              <a:gd name="T41" fmla="*/ 2147483646 h 96"/>
              <a:gd name="T42" fmla="*/ 2147483646 w 98"/>
              <a:gd name="T43" fmla="*/ 0 h 96"/>
              <a:gd name="T44" fmla="*/ 2147483646 w 98"/>
              <a:gd name="T45" fmla="*/ 2147483646 h 96"/>
              <a:gd name="T46" fmla="*/ 2147483646 w 98"/>
              <a:gd name="T47" fmla="*/ 2147483646 h 96"/>
              <a:gd name="T48" fmla="*/ 2147483646 w 98"/>
              <a:gd name="T49" fmla="*/ 2147483646 h 96"/>
              <a:gd name="T50" fmla="*/ 2147483646 w 98"/>
              <a:gd name="T51" fmla="*/ 2147483646 h 96"/>
              <a:gd name="T52" fmla="*/ 2147483646 w 98"/>
              <a:gd name="T53" fmla="*/ 2147483646 h 96"/>
              <a:gd name="T54" fmla="*/ 2147483646 w 98"/>
              <a:gd name="T55" fmla="*/ 2147483646 h 96"/>
              <a:gd name="T56" fmla="*/ 2147483646 w 98"/>
              <a:gd name="T57" fmla="*/ 2147483646 h 96"/>
              <a:gd name="T58" fmla="*/ 2147483646 w 98"/>
              <a:gd name="T59" fmla="*/ 2147483646 h 96"/>
              <a:gd name="T60" fmla="*/ 2147483646 w 98"/>
              <a:gd name="T61" fmla="*/ 2147483646 h 96"/>
              <a:gd name="T62" fmla="*/ 2147483646 w 98"/>
              <a:gd name="T63" fmla="*/ 2147483646 h 96"/>
              <a:gd name="T64" fmla="*/ 2147483646 w 98"/>
              <a:gd name="T65" fmla="*/ 2147483646 h 96"/>
              <a:gd name="T66" fmla="*/ 2147483646 w 98"/>
              <a:gd name="T67" fmla="*/ 2147483646 h 96"/>
              <a:gd name="T68" fmla="*/ 2147483646 w 98"/>
              <a:gd name="T69" fmla="*/ 2147483646 h 96"/>
              <a:gd name="T70" fmla="*/ 2147483646 w 98"/>
              <a:gd name="T71" fmla="*/ 2147483646 h 96"/>
              <a:gd name="T72" fmla="*/ 2147483646 w 98"/>
              <a:gd name="T73" fmla="*/ 2147483646 h 96"/>
              <a:gd name="T74" fmla="*/ 2147483646 w 98"/>
              <a:gd name="T75" fmla="*/ 2147483646 h 96"/>
              <a:gd name="T76" fmla="*/ 2147483646 w 98"/>
              <a:gd name="T77" fmla="*/ 2147483646 h 96"/>
              <a:gd name="T78" fmla="*/ 2147483646 w 98"/>
              <a:gd name="T79" fmla="*/ 2147483646 h 96"/>
              <a:gd name="T80" fmla="*/ 2147483646 w 98"/>
              <a:gd name="T81" fmla="*/ 2147483646 h 96"/>
              <a:gd name="T82" fmla="*/ 2147483646 w 98"/>
              <a:gd name="T83" fmla="*/ 2147483646 h 9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8" h="96">
                <a:moveTo>
                  <a:pt x="13" y="56"/>
                </a:moveTo>
                <a:lnTo>
                  <a:pt x="12" y="56"/>
                </a:lnTo>
                <a:lnTo>
                  <a:pt x="9" y="55"/>
                </a:lnTo>
                <a:lnTo>
                  <a:pt x="5" y="54"/>
                </a:lnTo>
                <a:lnTo>
                  <a:pt x="1" y="52"/>
                </a:lnTo>
                <a:lnTo>
                  <a:pt x="0" y="49"/>
                </a:lnTo>
                <a:lnTo>
                  <a:pt x="1" y="46"/>
                </a:lnTo>
                <a:lnTo>
                  <a:pt x="6" y="43"/>
                </a:lnTo>
                <a:lnTo>
                  <a:pt x="16" y="39"/>
                </a:lnTo>
                <a:lnTo>
                  <a:pt x="27" y="36"/>
                </a:lnTo>
                <a:lnTo>
                  <a:pt x="35" y="34"/>
                </a:lnTo>
                <a:lnTo>
                  <a:pt x="40" y="33"/>
                </a:lnTo>
                <a:lnTo>
                  <a:pt x="43" y="33"/>
                </a:lnTo>
                <a:lnTo>
                  <a:pt x="44" y="32"/>
                </a:lnTo>
                <a:lnTo>
                  <a:pt x="45" y="31"/>
                </a:lnTo>
                <a:lnTo>
                  <a:pt x="47" y="29"/>
                </a:lnTo>
                <a:lnTo>
                  <a:pt x="50" y="25"/>
                </a:lnTo>
                <a:lnTo>
                  <a:pt x="57" y="19"/>
                </a:lnTo>
                <a:lnTo>
                  <a:pt x="67" y="11"/>
                </a:lnTo>
                <a:lnTo>
                  <a:pt x="79" y="5"/>
                </a:lnTo>
                <a:lnTo>
                  <a:pt x="90" y="1"/>
                </a:lnTo>
                <a:lnTo>
                  <a:pt x="97" y="0"/>
                </a:lnTo>
                <a:lnTo>
                  <a:pt x="98" y="4"/>
                </a:lnTo>
                <a:lnTo>
                  <a:pt x="91" y="15"/>
                </a:lnTo>
                <a:lnTo>
                  <a:pt x="72" y="34"/>
                </a:lnTo>
                <a:lnTo>
                  <a:pt x="52" y="52"/>
                </a:lnTo>
                <a:lnTo>
                  <a:pt x="40" y="62"/>
                </a:lnTo>
                <a:lnTo>
                  <a:pt x="32" y="66"/>
                </a:lnTo>
                <a:lnTo>
                  <a:pt x="31" y="68"/>
                </a:lnTo>
                <a:lnTo>
                  <a:pt x="32" y="68"/>
                </a:lnTo>
                <a:lnTo>
                  <a:pt x="35" y="68"/>
                </a:lnTo>
                <a:lnTo>
                  <a:pt x="38" y="71"/>
                </a:lnTo>
                <a:lnTo>
                  <a:pt x="39" y="79"/>
                </a:lnTo>
                <a:lnTo>
                  <a:pt x="38" y="88"/>
                </a:lnTo>
                <a:lnTo>
                  <a:pt x="36" y="93"/>
                </a:lnTo>
                <a:lnTo>
                  <a:pt x="31" y="96"/>
                </a:lnTo>
                <a:lnTo>
                  <a:pt x="27" y="96"/>
                </a:lnTo>
                <a:lnTo>
                  <a:pt x="23" y="94"/>
                </a:lnTo>
                <a:lnTo>
                  <a:pt x="19" y="92"/>
                </a:lnTo>
                <a:lnTo>
                  <a:pt x="17" y="91"/>
                </a:lnTo>
                <a:lnTo>
                  <a:pt x="16" y="90"/>
                </a:lnTo>
                <a:lnTo>
                  <a:pt x="13" y="56"/>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60" name="Freeform 1117">
            <a:extLst>
              <a:ext uri="{FF2B5EF4-FFF2-40B4-BE49-F238E27FC236}">
                <a16:creationId xmlns:a16="http://schemas.microsoft.com/office/drawing/2014/main" id="{DF9CC314-A00F-C6CD-38F0-507B13D235F6}"/>
              </a:ext>
            </a:extLst>
          </p:cNvPr>
          <p:cNvSpPr>
            <a:spLocks/>
          </p:cNvSpPr>
          <p:nvPr/>
        </p:nvSpPr>
        <p:spPr bwMode="auto">
          <a:xfrm>
            <a:off x="6543675" y="5408613"/>
            <a:ext cx="15875" cy="14287"/>
          </a:xfrm>
          <a:custGeom>
            <a:avLst/>
            <a:gdLst>
              <a:gd name="T0" fmla="*/ 2147483646 w 98"/>
              <a:gd name="T1" fmla="*/ 2147483646 h 96"/>
              <a:gd name="T2" fmla="*/ 2147483646 w 98"/>
              <a:gd name="T3" fmla="*/ 2147483646 h 96"/>
              <a:gd name="T4" fmla="*/ 2147483646 w 98"/>
              <a:gd name="T5" fmla="*/ 2147483646 h 96"/>
              <a:gd name="T6" fmla="*/ 2147483646 w 98"/>
              <a:gd name="T7" fmla="*/ 2147483646 h 96"/>
              <a:gd name="T8" fmla="*/ 2147483646 w 98"/>
              <a:gd name="T9" fmla="*/ 2147483646 h 96"/>
              <a:gd name="T10" fmla="*/ 2147483646 w 98"/>
              <a:gd name="T11" fmla="*/ 2147483646 h 96"/>
              <a:gd name="T12" fmla="*/ 0 w 98"/>
              <a:gd name="T13" fmla="*/ 2147483646 h 96"/>
              <a:gd name="T14" fmla="*/ 2147483646 w 98"/>
              <a:gd name="T15" fmla="*/ 2147483646 h 96"/>
              <a:gd name="T16" fmla="*/ 2147483646 w 98"/>
              <a:gd name="T17" fmla="*/ 2147483646 h 96"/>
              <a:gd name="T18" fmla="*/ 2147483646 w 98"/>
              <a:gd name="T19" fmla="*/ 2147483646 h 96"/>
              <a:gd name="T20" fmla="*/ 2147483646 w 98"/>
              <a:gd name="T21" fmla="*/ 2147483646 h 96"/>
              <a:gd name="T22" fmla="*/ 2147483646 w 98"/>
              <a:gd name="T23" fmla="*/ 2147483646 h 96"/>
              <a:gd name="T24" fmla="*/ 2147483646 w 98"/>
              <a:gd name="T25" fmla="*/ 2147483646 h 96"/>
              <a:gd name="T26" fmla="*/ 2147483646 w 98"/>
              <a:gd name="T27" fmla="*/ 2147483646 h 96"/>
              <a:gd name="T28" fmla="*/ 2147483646 w 98"/>
              <a:gd name="T29" fmla="*/ 2147483646 h 96"/>
              <a:gd name="T30" fmla="*/ 2147483646 w 98"/>
              <a:gd name="T31" fmla="*/ 2147483646 h 96"/>
              <a:gd name="T32" fmla="*/ 2147483646 w 98"/>
              <a:gd name="T33" fmla="*/ 2147483646 h 96"/>
              <a:gd name="T34" fmla="*/ 2147483646 w 98"/>
              <a:gd name="T35" fmla="*/ 2147483646 h 96"/>
              <a:gd name="T36" fmla="*/ 2147483646 w 98"/>
              <a:gd name="T37" fmla="*/ 2147483646 h 96"/>
              <a:gd name="T38" fmla="*/ 2147483646 w 98"/>
              <a:gd name="T39" fmla="*/ 2147483646 h 96"/>
              <a:gd name="T40" fmla="*/ 2147483646 w 98"/>
              <a:gd name="T41" fmla="*/ 2147483646 h 96"/>
              <a:gd name="T42" fmla="*/ 2147483646 w 98"/>
              <a:gd name="T43" fmla="*/ 2147483646 h 96"/>
              <a:gd name="T44" fmla="*/ 2147483646 w 98"/>
              <a:gd name="T45" fmla="*/ 2147483646 h 96"/>
              <a:gd name="T46" fmla="*/ 2147483646 w 98"/>
              <a:gd name="T47" fmla="*/ 2147483646 h 96"/>
              <a:gd name="T48" fmla="*/ 2147483646 w 98"/>
              <a:gd name="T49" fmla="*/ 0 h 96"/>
              <a:gd name="T50" fmla="*/ 2147483646 w 98"/>
              <a:gd name="T51" fmla="*/ 2147483646 h 96"/>
              <a:gd name="T52" fmla="*/ 2147483646 w 98"/>
              <a:gd name="T53" fmla="*/ 2147483646 h 96"/>
              <a:gd name="T54" fmla="*/ 2147483646 w 98"/>
              <a:gd name="T55" fmla="*/ 2147483646 h 96"/>
              <a:gd name="T56" fmla="*/ 2147483646 w 98"/>
              <a:gd name="T57" fmla="*/ 2147483646 h 96"/>
              <a:gd name="T58" fmla="*/ 2147483646 w 98"/>
              <a:gd name="T59" fmla="*/ 2147483646 h 96"/>
              <a:gd name="T60" fmla="*/ 2147483646 w 98"/>
              <a:gd name="T61" fmla="*/ 2147483646 h 96"/>
              <a:gd name="T62" fmla="*/ 2147483646 w 98"/>
              <a:gd name="T63" fmla="*/ 2147483646 h 96"/>
              <a:gd name="T64" fmla="*/ 2147483646 w 98"/>
              <a:gd name="T65" fmla="*/ 2147483646 h 96"/>
              <a:gd name="T66" fmla="*/ 2147483646 w 98"/>
              <a:gd name="T67" fmla="*/ 2147483646 h 96"/>
              <a:gd name="T68" fmla="*/ 2147483646 w 98"/>
              <a:gd name="T69" fmla="*/ 2147483646 h 96"/>
              <a:gd name="T70" fmla="*/ 2147483646 w 98"/>
              <a:gd name="T71" fmla="*/ 2147483646 h 96"/>
              <a:gd name="T72" fmla="*/ 2147483646 w 98"/>
              <a:gd name="T73" fmla="*/ 2147483646 h 96"/>
              <a:gd name="T74" fmla="*/ 2147483646 w 98"/>
              <a:gd name="T75" fmla="*/ 2147483646 h 96"/>
              <a:gd name="T76" fmla="*/ 2147483646 w 98"/>
              <a:gd name="T77" fmla="*/ 2147483646 h 96"/>
              <a:gd name="T78" fmla="*/ 2147483646 w 98"/>
              <a:gd name="T79" fmla="*/ 2147483646 h 96"/>
              <a:gd name="T80" fmla="*/ 2147483646 w 98"/>
              <a:gd name="T81" fmla="*/ 2147483646 h 96"/>
              <a:gd name="T82" fmla="*/ 2147483646 w 98"/>
              <a:gd name="T83" fmla="*/ 2147483646 h 96"/>
              <a:gd name="T84" fmla="*/ 2147483646 w 98"/>
              <a:gd name="T85" fmla="*/ 2147483646 h 96"/>
              <a:gd name="T86" fmla="*/ 2147483646 w 98"/>
              <a:gd name="T87" fmla="*/ 2147483646 h 96"/>
              <a:gd name="T88" fmla="*/ 2147483646 w 98"/>
              <a:gd name="T89" fmla="*/ 2147483646 h 96"/>
              <a:gd name="T90" fmla="*/ 2147483646 w 98"/>
              <a:gd name="T91" fmla="*/ 2147483646 h 96"/>
              <a:gd name="T92" fmla="*/ 2147483646 w 98"/>
              <a:gd name="T93" fmla="*/ 2147483646 h 9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8" h="96">
                <a:moveTo>
                  <a:pt x="13" y="56"/>
                </a:moveTo>
                <a:lnTo>
                  <a:pt x="13" y="56"/>
                </a:lnTo>
                <a:lnTo>
                  <a:pt x="12" y="56"/>
                </a:lnTo>
                <a:lnTo>
                  <a:pt x="9" y="55"/>
                </a:lnTo>
                <a:lnTo>
                  <a:pt x="5" y="54"/>
                </a:lnTo>
                <a:lnTo>
                  <a:pt x="1" y="52"/>
                </a:lnTo>
                <a:lnTo>
                  <a:pt x="0" y="49"/>
                </a:lnTo>
                <a:lnTo>
                  <a:pt x="1" y="46"/>
                </a:lnTo>
                <a:lnTo>
                  <a:pt x="6" y="43"/>
                </a:lnTo>
                <a:lnTo>
                  <a:pt x="16" y="39"/>
                </a:lnTo>
                <a:lnTo>
                  <a:pt x="27" y="36"/>
                </a:lnTo>
                <a:lnTo>
                  <a:pt x="35" y="34"/>
                </a:lnTo>
                <a:lnTo>
                  <a:pt x="40" y="33"/>
                </a:lnTo>
                <a:lnTo>
                  <a:pt x="43" y="33"/>
                </a:lnTo>
                <a:lnTo>
                  <a:pt x="44" y="32"/>
                </a:lnTo>
                <a:lnTo>
                  <a:pt x="45" y="31"/>
                </a:lnTo>
                <a:lnTo>
                  <a:pt x="47" y="29"/>
                </a:lnTo>
                <a:lnTo>
                  <a:pt x="50" y="25"/>
                </a:lnTo>
                <a:lnTo>
                  <a:pt x="57" y="19"/>
                </a:lnTo>
                <a:lnTo>
                  <a:pt x="67" y="11"/>
                </a:lnTo>
                <a:lnTo>
                  <a:pt x="79" y="5"/>
                </a:lnTo>
                <a:lnTo>
                  <a:pt x="90" y="1"/>
                </a:lnTo>
                <a:lnTo>
                  <a:pt x="97" y="0"/>
                </a:lnTo>
                <a:lnTo>
                  <a:pt x="98" y="4"/>
                </a:lnTo>
                <a:lnTo>
                  <a:pt x="91" y="15"/>
                </a:lnTo>
                <a:lnTo>
                  <a:pt x="72" y="34"/>
                </a:lnTo>
                <a:lnTo>
                  <a:pt x="52" y="52"/>
                </a:lnTo>
                <a:lnTo>
                  <a:pt x="40" y="62"/>
                </a:lnTo>
                <a:lnTo>
                  <a:pt x="32" y="66"/>
                </a:lnTo>
                <a:lnTo>
                  <a:pt x="31" y="68"/>
                </a:lnTo>
                <a:lnTo>
                  <a:pt x="32" y="68"/>
                </a:lnTo>
                <a:lnTo>
                  <a:pt x="35" y="68"/>
                </a:lnTo>
                <a:lnTo>
                  <a:pt x="38" y="71"/>
                </a:lnTo>
                <a:lnTo>
                  <a:pt x="39" y="79"/>
                </a:lnTo>
                <a:lnTo>
                  <a:pt x="38" y="88"/>
                </a:lnTo>
                <a:lnTo>
                  <a:pt x="36" y="93"/>
                </a:lnTo>
                <a:lnTo>
                  <a:pt x="31" y="96"/>
                </a:lnTo>
                <a:lnTo>
                  <a:pt x="27" y="96"/>
                </a:lnTo>
                <a:lnTo>
                  <a:pt x="23" y="94"/>
                </a:lnTo>
                <a:lnTo>
                  <a:pt x="19" y="92"/>
                </a:lnTo>
                <a:lnTo>
                  <a:pt x="17" y="91"/>
                </a:lnTo>
                <a:lnTo>
                  <a:pt x="16" y="90"/>
                </a:lnTo>
                <a:lnTo>
                  <a:pt x="13" y="5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61" name="Freeform 1118">
            <a:extLst>
              <a:ext uri="{FF2B5EF4-FFF2-40B4-BE49-F238E27FC236}">
                <a16:creationId xmlns:a16="http://schemas.microsoft.com/office/drawing/2014/main" id="{9749F426-E062-112E-D866-FF3E19E2B6B6}"/>
              </a:ext>
            </a:extLst>
          </p:cNvPr>
          <p:cNvSpPr>
            <a:spLocks/>
          </p:cNvSpPr>
          <p:nvPr/>
        </p:nvSpPr>
        <p:spPr bwMode="auto">
          <a:xfrm>
            <a:off x="6600825" y="5411788"/>
            <a:ext cx="9525" cy="11112"/>
          </a:xfrm>
          <a:custGeom>
            <a:avLst/>
            <a:gdLst>
              <a:gd name="T0" fmla="*/ 2147483646 w 54"/>
              <a:gd name="T1" fmla="*/ 2147483646 h 74"/>
              <a:gd name="T2" fmla="*/ 2147483646 w 54"/>
              <a:gd name="T3" fmla="*/ 2147483646 h 74"/>
              <a:gd name="T4" fmla="*/ 2147483646 w 54"/>
              <a:gd name="T5" fmla="*/ 2147483646 h 74"/>
              <a:gd name="T6" fmla="*/ 2147483646 w 54"/>
              <a:gd name="T7" fmla="*/ 2147483646 h 74"/>
              <a:gd name="T8" fmla="*/ 2147483646 w 54"/>
              <a:gd name="T9" fmla="*/ 2147483646 h 74"/>
              <a:gd name="T10" fmla="*/ 0 w 54"/>
              <a:gd name="T11" fmla="*/ 2147483646 h 74"/>
              <a:gd name="T12" fmla="*/ 0 w 54"/>
              <a:gd name="T13" fmla="*/ 2147483646 h 74"/>
              <a:gd name="T14" fmla="*/ 2147483646 w 54"/>
              <a:gd name="T15" fmla="*/ 2147483646 h 74"/>
              <a:gd name="T16" fmla="*/ 2147483646 w 54"/>
              <a:gd name="T17" fmla="*/ 0 h 74"/>
              <a:gd name="T18" fmla="*/ 2147483646 w 54"/>
              <a:gd name="T19" fmla="*/ 0 h 74"/>
              <a:gd name="T20" fmla="*/ 2147483646 w 54"/>
              <a:gd name="T21" fmla="*/ 0 h 74"/>
              <a:gd name="T22" fmla="*/ 2147483646 w 54"/>
              <a:gd name="T23" fmla="*/ 2147483646 h 74"/>
              <a:gd name="T24" fmla="*/ 2147483646 w 54"/>
              <a:gd name="T25" fmla="*/ 2147483646 h 74"/>
              <a:gd name="T26" fmla="*/ 2147483646 w 54"/>
              <a:gd name="T27" fmla="*/ 2147483646 h 74"/>
              <a:gd name="T28" fmla="*/ 2147483646 w 54"/>
              <a:gd name="T29" fmla="*/ 2147483646 h 74"/>
              <a:gd name="T30" fmla="*/ 2147483646 w 54"/>
              <a:gd name="T31" fmla="*/ 2147483646 h 74"/>
              <a:gd name="T32" fmla="*/ 2147483646 w 54"/>
              <a:gd name="T33" fmla="*/ 2147483646 h 74"/>
              <a:gd name="T34" fmla="*/ 2147483646 w 54"/>
              <a:gd name="T35" fmla="*/ 2147483646 h 74"/>
              <a:gd name="T36" fmla="*/ 2147483646 w 54"/>
              <a:gd name="T37" fmla="*/ 2147483646 h 74"/>
              <a:gd name="T38" fmla="*/ 2147483646 w 54"/>
              <a:gd name="T39" fmla="*/ 2147483646 h 74"/>
              <a:gd name="T40" fmla="*/ 2147483646 w 54"/>
              <a:gd name="T41" fmla="*/ 2147483646 h 74"/>
              <a:gd name="T42" fmla="*/ 2147483646 w 54"/>
              <a:gd name="T43" fmla="*/ 2147483646 h 74"/>
              <a:gd name="T44" fmla="*/ 2147483646 w 54"/>
              <a:gd name="T45" fmla="*/ 2147483646 h 74"/>
              <a:gd name="T46" fmla="*/ 2147483646 w 54"/>
              <a:gd name="T47" fmla="*/ 2147483646 h 74"/>
              <a:gd name="T48" fmla="*/ 2147483646 w 54"/>
              <a:gd name="T49" fmla="*/ 2147483646 h 74"/>
              <a:gd name="T50" fmla="*/ 2147483646 w 54"/>
              <a:gd name="T51" fmla="*/ 2147483646 h 74"/>
              <a:gd name="T52" fmla="*/ 2147483646 w 54"/>
              <a:gd name="T53" fmla="*/ 2147483646 h 74"/>
              <a:gd name="T54" fmla="*/ 2147483646 w 54"/>
              <a:gd name="T55" fmla="*/ 2147483646 h 74"/>
              <a:gd name="T56" fmla="*/ 2147483646 w 54"/>
              <a:gd name="T57" fmla="*/ 2147483646 h 74"/>
              <a:gd name="T58" fmla="*/ 2147483646 w 54"/>
              <a:gd name="T59" fmla="*/ 2147483646 h 74"/>
              <a:gd name="T60" fmla="*/ 2147483646 w 54"/>
              <a:gd name="T61" fmla="*/ 2147483646 h 74"/>
              <a:gd name="T62" fmla="*/ 2147483646 w 54"/>
              <a:gd name="T63" fmla="*/ 2147483646 h 74"/>
              <a:gd name="T64" fmla="*/ 2147483646 w 54"/>
              <a:gd name="T65" fmla="*/ 2147483646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74">
                <a:moveTo>
                  <a:pt x="9" y="40"/>
                </a:moveTo>
                <a:lnTo>
                  <a:pt x="8" y="37"/>
                </a:lnTo>
                <a:lnTo>
                  <a:pt x="6" y="33"/>
                </a:lnTo>
                <a:lnTo>
                  <a:pt x="3" y="27"/>
                </a:lnTo>
                <a:lnTo>
                  <a:pt x="1" y="21"/>
                </a:lnTo>
                <a:lnTo>
                  <a:pt x="0" y="14"/>
                </a:lnTo>
                <a:lnTo>
                  <a:pt x="0" y="7"/>
                </a:lnTo>
                <a:lnTo>
                  <a:pt x="3" y="3"/>
                </a:lnTo>
                <a:lnTo>
                  <a:pt x="9" y="0"/>
                </a:lnTo>
                <a:lnTo>
                  <a:pt x="16" y="0"/>
                </a:lnTo>
                <a:lnTo>
                  <a:pt x="23" y="0"/>
                </a:lnTo>
                <a:lnTo>
                  <a:pt x="29" y="3"/>
                </a:lnTo>
                <a:lnTo>
                  <a:pt x="35" y="6"/>
                </a:lnTo>
                <a:lnTo>
                  <a:pt x="40" y="10"/>
                </a:lnTo>
                <a:lnTo>
                  <a:pt x="44" y="15"/>
                </a:lnTo>
                <a:lnTo>
                  <a:pt x="48" y="21"/>
                </a:lnTo>
                <a:lnTo>
                  <a:pt x="51" y="28"/>
                </a:lnTo>
                <a:lnTo>
                  <a:pt x="53" y="35"/>
                </a:lnTo>
                <a:lnTo>
                  <a:pt x="54" y="44"/>
                </a:lnTo>
                <a:lnTo>
                  <a:pt x="52" y="51"/>
                </a:lnTo>
                <a:lnTo>
                  <a:pt x="50" y="58"/>
                </a:lnTo>
                <a:lnTo>
                  <a:pt x="46" y="64"/>
                </a:lnTo>
                <a:lnTo>
                  <a:pt x="40" y="69"/>
                </a:lnTo>
                <a:lnTo>
                  <a:pt x="33" y="72"/>
                </a:lnTo>
                <a:lnTo>
                  <a:pt x="25" y="73"/>
                </a:lnTo>
                <a:lnTo>
                  <a:pt x="17" y="73"/>
                </a:lnTo>
                <a:lnTo>
                  <a:pt x="11" y="74"/>
                </a:lnTo>
                <a:lnTo>
                  <a:pt x="6" y="74"/>
                </a:lnTo>
                <a:lnTo>
                  <a:pt x="3" y="72"/>
                </a:lnTo>
                <a:lnTo>
                  <a:pt x="1" y="69"/>
                </a:lnTo>
                <a:lnTo>
                  <a:pt x="2" y="63"/>
                </a:lnTo>
                <a:lnTo>
                  <a:pt x="4" y="53"/>
                </a:lnTo>
                <a:lnTo>
                  <a:pt x="9" y="4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62" name="Freeform 1119">
            <a:extLst>
              <a:ext uri="{FF2B5EF4-FFF2-40B4-BE49-F238E27FC236}">
                <a16:creationId xmlns:a16="http://schemas.microsoft.com/office/drawing/2014/main" id="{5F0A7DA1-2EFA-00B8-C633-6DAA94838A74}"/>
              </a:ext>
            </a:extLst>
          </p:cNvPr>
          <p:cNvSpPr>
            <a:spLocks/>
          </p:cNvSpPr>
          <p:nvPr/>
        </p:nvSpPr>
        <p:spPr bwMode="auto">
          <a:xfrm>
            <a:off x="6600825" y="5411788"/>
            <a:ext cx="9525" cy="11112"/>
          </a:xfrm>
          <a:custGeom>
            <a:avLst/>
            <a:gdLst>
              <a:gd name="T0" fmla="*/ 2147483646 w 54"/>
              <a:gd name="T1" fmla="*/ 2147483646 h 74"/>
              <a:gd name="T2" fmla="*/ 2147483646 w 54"/>
              <a:gd name="T3" fmla="*/ 2147483646 h 74"/>
              <a:gd name="T4" fmla="*/ 2147483646 w 54"/>
              <a:gd name="T5" fmla="*/ 2147483646 h 74"/>
              <a:gd name="T6" fmla="*/ 2147483646 w 54"/>
              <a:gd name="T7" fmla="*/ 2147483646 h 74"/>
              <a:gd name="T8" fmla="*/ 2147483646 w 54"/>
              <a:gd name="T9" fmla="*/ 2147483646 h 74"/>
              <a:gd name="T10" fmla="*/ 2147483646 w 54"/>
              <a:gd name="T11" fmla="*/ 2147483646 h 74"/>
              <a:gd name="T12" fmla="*/ 0 w 54"/>
              <a:gd name="T13" fmla="*/ 2147483646 h 74"/>
              <a:gd name="T14" fmla="*/ 0 w 54"/>
              <a:gd name="T15" fmla="*/ 2147483646 h 74"/>
              <a:gd name="T16" fmla="*/ 2147483646 w 54"/>
              <a:gd name="T17" fmla="*/ 2147483646 h 74"/>
              <a:gd name="T18" fmla="*/ 2147483646 w 54"/>
              <a:gd name="T19" fmla="*/ 0 h 74"/>
              <a:gd name="T20" fmla="*/ 2147483646 w 54"/>
              <a:gd name="T21" fmla="*/ 0 h 74"/>
              <a:gd name="T22" fmla="*/ 2147483646 w 54"/>
              <a:gd name="T23" fmla="*/ 0 h 74"/>
              <a:gd name="T24" fmla="*/ 2147483646 w 54"/>
              <a:gd name="T25" fmla="*/ 0 h 74"/>
              <a:gd name="T26" fmla="*/ 2147483646 w 54"/>
              <a:gd name="T27" fmla="*/ 2147483646 h 74"/>
              <a:gd name="T28" fmla="*/ 2147483646 w 54"/>
              <a:gd name="T29" fmla="*/ 2147483646 h 74"/>
              <a:gd name="T30" fmla="*/ 2147483646 w 54"/>
              <a:gd name="T31" fmla="*/ 2147483646 h 74"/>
              <a:gd name="T32" fmla="*/ 2147483646 w 54"/>
              <a:gd name="T33" fmla="*/ 2147483646 h 74"/>
              <a:gd name="T34" fmla="*/ 2147483646 w 54"/>
              <a:gd name="T35" fmla="*/ 2147483646 h 74"/>
              <a:gd name="T36" fmla="*/ 2147483646 w 54"/>
              <a:gd name="T37" fmla="*/ 2147483646 h 74"/>
              <a:gd name="T38" fmla="*/ 2147483646 w 54"/>
              <a:gd name="T39" fmla="*/ 2147483646 h 74"/>
              <a:gd name="T40" fmla="*/ 2147483646 w 54"/>
              <a:gd name="T41" fmla="*/ 2147483646 h 74"/>
              <a:gd name="T42" fmla="*/ 2147483646 w 54"/>
              <a:gd name="T43" fmla="*/ 2147483646 h 74"/>
              <a:gd name="T44" fmla="*/ 2147483646 w 54"/>
              <a:gd name="T45" fmla="*/ 2147483646 h 74"/>
              <a:gd name="T46" fmla="*/ 2147483646 w 54"/>
              <a:gd name="T47" fmla="*/ 2147483646 h 74"/>
              <a:gd name="T48" fmla="*/ 2147483646 w 54"/>
              <a:gd name="T49" fmla="*/ 2147483646 h 74"/>
              <a:gd name="T50" fmla="*/ 2147483646 w 54"/>
              <a:gd name="T51" fmla="*/ 2147483646 h 74"/>
              <a:gd name="T52" fmla="*/ 2147483646 w 54"/>
              <a:gd name="T53" fmla="*/ 2147483646 h 74"/>
              <a:gd name="T54" fmla="*/ 2147483646 w 54"/>
              <a:gd name="T55" fmla="*/ 2147483646 h 74"/>
              <a:gd name="T56" fmla="*/ 2147483646 w 54"/>
              <a:gd name="T57" fmla="*/ 2147483646 h 74"/>
              <a:gd name="T58" fmla="*/ 2147483646 w 54"/>
              <a:gd name="T59" fmla="*/ 2147483646 h 74"/>
              <a:gd name="T60" fmla="*/ 2147483646 w 54"/>
              <a:gd name="T61" fmla="*/ 2147483646 h 74"/>
              <a:gd name="T62" fmla="*/ 2147483646 w 54"/>
              <a:gd name="T63" fmla="*/ 2147483646 h 74"/>
              <a:gd name="T64" fmla="*/ 2147483646 w 54"/>
              <a:gd name="T65" fmla="*/ 2147483646 h 74"/>
              <a:gd name="T66" fmla="*/ 2147483646 w 54"/>
              <a:gd name="T67" fmla="*/ 2147483646 h 74"/>
              <a:gd name="T68" fmla="*/ 2147483646 w 54"/>
              <a:gd name="T69" fmla="*/ 2147483646 h 74"/>
              <a:gd name="T70" fmla="*/ 2147483646 w 54"/>
              <a:gd name="T71" fmla="*/ 2147483646 h 74"/>
              <a:gd name="T72" fmla="*/ 2147483646 w 54"/>
              <a:gd name="T73" fmla="*/ 2147483646 h 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4" h="74">
                <a:moveTo>
                  <a:pt x="9" y="40"/>
                </a:moveTo>
                <a:lnTo>
                  <a:pt x="9" y="40"/>
                </a:lnTo>
                <a:lnTo>
                  <a:pt x="8" y="37"/>
                </a:lnTo>
                <a:lnTo>
                  <a:pt x="6" y="33"/>
                </a:lnTo>
                <a:lnTo>
                  <a:pt x="3" y="27"/>
                </a:lnTo>
                <a:lnTo>
                  <a:pt x="1" y="21"/>
                </a:lnTo>
                <a:lnTo>
                  <a:pt x="0" y="14"/>
                </a:lnTo>
                <a:lnTo>
                  <a:pt x="0" y="7"/>
                </a:lnTo>
                <a:lnTo>
                  <a:pt x="3" y="3"/>
                </a:lnTo>
                <a:lnTo>
                  <a:pt x="9" y="0"/>
                </a:lnTo>
                <a:lnTo>
                  <a:pt x="16" y="0"/>
                </a:lnTo>
                <a:lnTo>
                  <a:pt x="23" y="0"/>
                </a:lnTo>
                <a:lnTo>
                  <a:pt x="29" y="3"/>
                </a:lnTo>
                <a:lnTo>
                  <a:pt x="35" y="6"/>
                </a:lnTo>
                <a:lnTo>
                  <a:pt x="40" y="10"/>
                </a:lnTo>
                <a:lnTo>
                  <a:pt x="44" y="15"/>
                </a:lnTo>
                <a:lnTo>
                  <a:pt x="48" y="21"/>
                </a:lnTo>
                <a:lnTo>
                  <a:pt x="51" y="28"/>
                </a:lnTo>
                <a:lnTo>
                  <a:pt x="53" y="35"/>
                </a:lnTo>
                <a:lnTo>
                  <a:pt x="54" y="44"/>
                </a:lnTo>
                <a:lnTo>
                  <a:pt x="52" y="51"/>
                </a:lnTo>
                <a:lnTo>
                  <a:pt x="50" y="58"/>
                </a:lnTo>
                <a:lnTo>
                  <a:pt x="46" y="64"/>
                </a:lnTo>
                <a:lnTo>
                  <a:pt x="40" y="69"/>
                </a:lnTo>
                <a:lnTo>
                  <a:pt x="33" y="72"/>
                </a:lnTo>
                <a:lnTo>
                  <a:pt x="25" y="73"/>
                </a:lnTo>
                <a:lnTo>
                  <a:pt x="17" y="73"/>
                </a:lnTo>
                <a:lnTo>
                  <a:pt x="11" y="74"/>
                </a:lnTo>
                <a:lnTo>
                  <a:pt x="6" y="74"/>
                </a:lnTo>
                <a:lnTo>
                  <a:pt x="3" y="72"/>
                </a:lnTo>
                <a:lnTo>
                  <a:pt x="1" y="69"/>
                </a:lnTo>
                <a:lnTo>
                  <a:pt x="2" y="63"/>
                </a:lnTo>
                <a:lnTo>
                  <a:pt x="4" y="53"/>
                </a:lnTo>
                <a:lnTo>
                  <a:pt x="9" y="4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63" name="Freeform 1120">
            <a:extLst>
              <a:ext uri="{FF2B5EF4-FFF2-40B4-BE49-F238E27FC236}">
                <a16:creationId xmlns:a16="http://schemas.microsoft.com/office/drawing/2014/main" id="{40B212E4-5720-DEAA-0D93-6374576C6B4D}"/>
              </a:ext>
            </a:extLst>
          </p:cNvPr>
          <p:cNvSpPr>
            <a:spLocks/>
          </p:cNvSpPr>
          <p:nvPr/>
        </p:nvSpPr>
        <p:spPr bwMode="auto">
          <a:xfrm>
            <a:off x="6651625" y="5416550"/>
            <a:ext cx="4763" cy="6350"/>
          </a:xfrm>
          <a:custGeom>
            <a:avLst/>
            <a:gdLst>
              <a:gd name="T0" fmla="*/ 0 w 22"/>
              <a:gd name="T1" fmla="*/ 2147483646 h 40"/>
              <a:gd name="T2" fmla="*/ 2147483646 w 22"/>
              <a:gd name="T3" fmla="*/ 2147483646 h 40"/>
              <a:gd name="T4" fmla="*/ 2147483646 w 22"/>
              <a:gd name="T5" fmla="*/ 2147483646 h 40"/>
              <a:gd name="T6" fmla="*/ 2147483646 w 22"/>
              <a:gd name="T7" fmla="*/ 0 h 40"/>
              <a:gd name="T8" fmla="*/ 2147483646 w 22"/>
              <a:gd name="T9" fmla="*/ 0 h 40"/>
              <a:gd name="T10" fmla="*/ 2147483646 w 22"/>
              <a:gd name="T11" fmla="*/ 2147483646 h 40"/>
              <a:gd name="T12" fmla="*/ 2147483646 w 22"/>
              <a:gd name="T13" fmla="*/ 2147483646 h 40"/>
              <a:gd name="T14" fmla="*/ 2147483646 w 22"/>
              <a:gd name="T15" fmla="*/ 2147483646 h 40"/>
              <a:gd name="T16" fmla="*/ 2147483646 w 22"/>
              <a:gd name="T17" fmla="*/ 2147483646 h 40"/>
              <a:gd name="T18" fmla="*/ 0 w 22"/>
              <a:gd name="T19" fmla="*/ 2147483646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40">
                <a:moveTo>
                  <a:pt x="0" y="40"/>
                </a:moveTo>
                <a:lnTo>
                  <a:pt x="3" y="9"/>
                </a:lnTo>
                <a:lnTo>
                  <a:pt x="6" y="6"/>
                </a:lnTo>
                <a:lnTo>
                  <a:pt x="11" y="0"/>
                </a:lnTo>
                <a:lnTo>
                  <a:pt x="18" y="0"/>
                </a:lnTo>
                <a:lnTo>
                  <a:pt x="22" y="13"/>
                </a:lnTo>
                <a:lnTo>
                  <a:pt x="21" y="29"/>
                </a:lnTo>
                <a:lnTo>
                  <a:pt x="16" y="37"/>
                </a:lnTo>
                <a:lnTo>
                  <a:pt x="9" y="40"/>
                </a:lnTo>
                <a:lnTo>
                  <a:pt x="0" y="4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64" name="Freeform 1121">
            <a:extLst>
              <a:ext uri="{FF2B5EF4-FFF2-40B4-BE49-F238E27FC236}">
                <a16:creationId xmlns:a16="http://schemas.microsoft.com/office/drawing/2014/main" id="{114F3EA2-0937-7C69-9F2B-20FFC7D16002}"/>
              </a:ext>
            </a:extLst>
          </p:cNvPr>
          <p:cNvSpPr>
            <a:spLocks/>
          </p:cNvSpPr>
          <p:nvPr/>
        </p:nvSpPr>
        <p:spPr bwMode="auto">
          <a:xfrm>
            <a:off x="6651625" y="5416550"/>
            <a:ext cx="4763" cy="6350"/>
          </a:xfrm>
          <a:custGeom>
            <a:avLst/>
            <a:gdLst>
              <a:gd name="T0" fmla="*/ 0 w 22"/>
              <a:gd name="T1" fmla="*/ 2147483646 h 40"/>
              <a:gd name="T2" fmla="*/ 2147483646 w 22"/>
              <a:gd name="T3" fmla="*/ 2147483646 h 40"/>
              <a:gd name="T4" fmla="*/ 2147483646 w 22"/>
              <a:gd name="T5" fmla="*/ 2147483646 h 40"/>
              <a:gd name="T6" fmla="*/ 2147483646 w 22"/>
              <a:gd name="T7" fmla="*/ 2147483646 h 40"/>
              <a:gd name="T8" fmla="*/ 2147483646 w 22"/>
              <a:gd name="T9" fmla="*/ 0 h 40"/>
              <a:gd name="T10" fmla="*/ 2147483646 w 22"/>
              <a:gd name="T11" fmla="*/ 0 h 40"/>
              <a:gd name="T12" fmla="*/ 2147483646 w 22"/>
              <a:gd name="T13" fmla="*/ 2147483646 h 40"/>
              <a:gd name="T14" fmla="*/ 2147483646 w 22"/>
              <a:gd name="T15" fmla="*/ 2147483646 h 40"/>
              <a:gd name="T16" fmla="*/ 2147483646 w 22"/>
              <a:gd name="T17" fmla="*/ 2147483646 h 40"/>
              <a:gd name="T18" fmla="*/ 2147483646 w 22"/>
              <a:gd name="T19" fmla="*/ 2147483646 h 40"/>
              <a:gd name="T20" fmla="*/ 2147483646 w 22"/>
              <a:gd name="T21" fmla="*/ 2147483646 h 40"/>
              <a:gd name="T22" fmla="*/ 0 w 22"/>
              <a:gd name="T23" fmla="*/ 214748364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40">
                <a:moveTo>
                  <a:pt x="0" y="40"/>
                </a:moveTo>
                <a:lnTo>
                  <a:pt x="3" y="9"/>
                </a:lnTo>
                <a:lnTo>
                  <a:pt x="6" y="6"/>
                </a:lnTo>
                <a:lnTo>
                  <a:pt x="11" y="0"/>
                </a:lnTo>
                <a:lnTo>
                  <a:pt x="18" y="0"/>
                </a:lnTo>
                <a:lnTo>
                  <a:pt x="22" y="13"/>
                </a:lnTo>
                <a:lnTo>
                  <a:pt x="21" y="29"/>
                </a:lnTo>
                <a:lnTo>
                  <a:pt x="16" y="37"/>
                </a:lnTo>
                <a:lnTo>
                  <a:pt x="9" y="40"/>
                </a:lnTo>
                <a:lnTo>
                  <a:pt x="0" y="4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65" name="Freeform 1122">
            <a:extLst>
              <a:ext uri="{FF2B5EF4-FFF2-40B4-BE49-F238E27FC236}">
                <a16:creationId xmlns:a16="http://schemas.microsoft.com/office/drawing/2014/main" id="{C08087FC-02F2-6F8E-2E1D-04C213CB04A6}"/>
              </a:ext>
            </a:extLst>
          </p:cNvPr>
          <p:cNvSpPr>
            <a:spLocks/>
          </p:cNvSpPr>
          <p:nvPr/>
        </p:nvSpPr>
        <p:spPr bwMode="auto">
          <a:xfrm>
            <a:off x="6642100" y="5402263"/>
            <a:ext cx="4763" cy="4762"/>
          </a:xfrm>
          <a:custGeom>
            <a:avLst/>
            <a:gdLst>
              <a:gd name="T0" fmla="*/ 0 w 30"/>
              <a:gd name="T1" fmla="*/ 2147483646 h 35"/>
              <a:gd name="T2" fmla="*/ 2147483646 w 30"/>
              <a:gd name="T3" fmla="*/ 0 h 35"/>
              <a:gd name="T4" fmla="*/ 2147483646 w 30"/>
              <a:gd name="T5" fmla="*/ 2147483646 h 35"/>
              <a:gd name="T6" fmla="*/ 2147483646 w 30"/>
              <a:gd name="T7" fmla="*/ 2147483646 h 35"/>
              <a:gd name="T8" fmla="*/ 2147483646 w 30"/>
              <a:gd name="T9" fmla="*/ 2147483646 h 35"/>
              <a:gd name="T10" fmla="*/ 2147483646 w 30"/>
              <a:gd name="T11" fmla="*/ 2147483646 h 35"/>
              <a:gd name="T12" fmla="*/ 2147483646 w 30"/>
              <a:gd name="T13" fmla="*/ 2147483646 h 35"/>
              <a:gd name="T14" fmla="*/ 2147483646 w 30"/>
              <a:gd name="T15" fmla="*/ 2147483646 h 35"/>
              <a:gd name="T16" fmla="*/ 2147483646 w 30"/>
              <a:gd name="T17" fmla="*/ 2147483646 h 35"/>
              <a:gd name="T18" fmla="*/ 2147483646 w 30"/>
              <a:gd name="T19" fmla="*/ 2147483646 h 35"/>
              <a:gd name="T20" fmla="*/ 0 w 30"/>
              <a:gd name="T21" fmla="*/ 2147483646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5">
                <a:moveTo>
                  <a:pt x="0" y="17"/>
                </a:moveTo>
                <a:lnTo>
                  <a:pt x="11" y="0"/>
                </a:lnTo>
                <a:lnTo>
                  <a:pt x="30" y="11"/>
                </a:lnTo>
                <a:lnTo>
                  <a:pt x="29" y="11"/>
                </a:lnTo>
                <a:lnTo>
                  <a:pt x="26" y="13"/>
                </a:lnTo>
                <a:lnTo>
                  <a:pt x="23" y="18"/>
                </a:lnTo>
                <a:lnTo>
                  <a:pt x="22" y="28"/>
                </a:lnTo>
                <a:lnTo>
                  <a:pt x="20" y="35"/>
                </a:lnTo>
                <a:lnTo>
                  <a:pt x="16" y="32"/>
                </a:lnTo>
                <a:lnTo>
                  <a:pt x="9" y="24"/>
                </a:lnTo>
                <a:lnTo>
                  <a:pt x="0" y="17"/>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66" name="Freeform 1123">
            <a:extLst>
              <a:ext uri="{FF2B5EF4-FFF2-40B4-BE49-F238E27FC236}">
                <a16:creationId xmlns:a16="http://schemas.microsoft.com/office/drawing/2014/main" id="{0794888E-7E13-8B4B-60D6-4C51BFB61ED2}"/>
              </a:ext>
            </a:extLst>
          </p:cNvPr>
          <p:cNvSpPr>
            <a:spLocks/>
          </p:cNvSpPr>
          <p:nvPr/>
        </p:nvSpPr>
        <p:spPr bwMode="auto">
          <a:xfrm>
            <a:off x="6642100" y="5402263"/>
            <a:ext cx="4763" cy="4762"/>
          </a:xfrm>
          <a:custGeom>
            <a:avLst/>
            <a:gdLst>
              <a:gd name="T0" fmla="*/ 0 w 30"/>
              <a:gd name="T1" fmla="*/ 2147483646 h 35"/>
              <a:gd name="T2" fmla="*/ 2147483646 w 30"/>
              <a:gd name="T3" fmla="*/ 0 h 35"/>
              <a:gd name="T4" fmla="*/ 2147483646 w 30"/>
              <a:gd name="T5" fmla="*/ 2147483646 h 35"/>
              <a:gd name="T6" fmla="*/ 2147483646 w 30"/>
              <a:gd name="T7" fmla="*/ 2147483646 h 35"/>
              <a:gd name="T8" fmla="*/ 2147483646 w 30"/>
              <a:gd name="T9" fmla="*/ 2147483646 h 35"/>
              <a:gd name="T10" fmla="*/ 2147483646 w 30"/>
              <a:gd name="T11" fmla="*/ 2147483646 h 35"/>
              <a:gd name="T12" fmla="*/ 2147483646 w 30"/>
              <a:gd name="T13" fmla="*/ 2147483646 h 35"/>
              <a:gd name="T14" fmla="*/ 2147483646 w 30"/>
              <a:gd name="T15" fmla="*/ 2147483646 h 35"/>
              <a:gd name="T16" fmla="*/ 2147483646 w 30"/>
              <a:gd name="T17" fmla="*/ 2147483646 h 35"/>
              <a:gd name="T18" fmla="*/ 2147483646 w 30"/>
              <a:gd name="T19" fmla="*/ 2147483646 h 35"/>
              <a:gd name="T20" fmla="*/ 2147483646 w 30"/>
              <a:gd name="T21" fmla="*/ 2147483646 h 35"/>
              <a:gd name="T22" fmla="*/ 2147483646 w 30"/>
              <a:gd name="T23" fmla="*/ 2147483646 h 35"/>
              <a:gd name="T24" fmla="*/ 0 w 30"/>
              <a:gd name="T25" fmla="*/ 2147483646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35">
                <a:moveTo>
                  <a:pt x="0" y="17"/>
                </a:moveTo>
                <a:lnTo>
                  <a:pt x="11" y="0"/>
                </a:lnTo>
                <a:lnTo>
                  <a:pt x="30" y="11"/>
                </a:lnTo>
                <a:lnTo>
                  <a:pt x="29" y="11"/>
                </a:lnTo>
                <a:lnTo>
                  <a:pt x="26" y="13"/>
                </a:lnTo>
                <a:lnTo>
                  <a:pt x="23" y="18"/>
                </a:lnTo>
                <a:lnTo>
                  <a:pt x="22" y="28"/>
                </a:lnTo>
                <a:lnTo>
                  <a:pt x="20" y="35"/>
                </a:lnTo>
                <a:lnTo>
                  <a:pt x="16" y="32"/>
                </a:lnTo>
                <a:lnTo>
                  <a:pt x="9" y="24"/>
                </a:lnTo>
                <a:lnTo>
                  <a:pt x="0" y="1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67" name="Freeform 1124">
            <a:extLst>
              <a:ext uri="{FF2B5EF4-FFF2-40B4-BE49-F238E27FC236}">
                <a16:creationId xmlns:a16="http://schemas.microsoft.com/office/drawing/2014/main" id="{1FFB45F0-5B31-5B94-3B90-838EDCFFA298}"/>
              </a:ext>
            </a:extLst>
          </p:cNvPr>
          <p:cNvSpPr>
            <a:spLocks/>
          </p:cNvSpPr>
          <p:nvPr/>
        </p:nvSpPr>
        <p:spPr bwMode="auto">
          <a:xfrm>
            <a:off x="6632575" y="5394325"/>
            <a:ext cx="1588" cy="3175"/>
          </a:xfrm>
          <a:custGeom>
            <a:avLst/>
            <a:gdLst>
              <a:gd name="T0" fmla="*/ 2147483646 w 8"/>
              <a:gd name="T1" fmla="*/ 0 h 23"/>
              <a:gd name="T2" fmla="*/ 2147483646 w 8"/>
              <a:gd name="T3" fmla="*/ 2147483646 h 23"/>
              <a:gd name="T4" fmla="*/ 2147483646 w 8"/>
              <a:gd name="T5" fmla="*/ 2147483646 h 23"/>
              <a:gd name="T6" fmla="*/ 0 w 8"/>
              <a:gd name="T7" fmla="*/ 2147483646 h 23"/>
              <a:gd name="T8" fmla="*/ 2147483646 w 8"/>
              <a:gd name="T9" fmla="*/ 2147483646 h 23"/>
              <a:gd name="T10" fmla="*/ 2147483646 w 8"/>
              <a:gd name="T11" fmla="*/ 0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23">
                <a:moveTo>
                  <a:pt x="8" y="0"/>
                </a:moveTo>
                <a:lnTo>
                  <a:pt x="5" y="23"/>
                </a:lnTo>
                <a:lnTo>
                  <a:pt x="4" y="21"/>
                </a:lnTo>
                <a:lnTo>
                  <a:pt x="0" y="16"/>
                </a:lnTo>
                <a:lnTo>
                  <a:pt x="2" y="8"/>
                </a:lnTo>
                <a:lnTo>
                  <a:pt x="8"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68" name="Freeform 1125">
            <a:extLst>
              <a:ext uri="{FF2B5EF4-FFF2-40B4-BE49-F238E27FC236}">
                <a16:creationId xmlns:a16="http://schemas.microsoft.com/office/drawing/2014/main" id="{E64D5818-05A7-4C1F-C087-785B704F5961}"/>
              </a:ext>
            </a:extLst>
          </p:cNvPr>
          <p:cNvSpPr>
            <a:spLocks/>
          </p:cNvSpPr>
          <p:nvPr/>
        </p:nvSpPr>
        <p:spPr bwMode="auto">
          <a:xfrm>
            <a:off x="6632575" y="5394325"/>
            <a:ext cx="1588" cy="3175"/>
          </a:xfrm>
          <a:custGeom>
            <a:avLst/>
            <a:gdLst>
              <a:gd name="T0" fmla="*/ 2147483646 w 8"/>
              <a:gd name="T1" fmla="*/ 0 h 23"/>
              <a:gd name="T2" fmla="*/ 2147483646 w 8"/>
              <a:gd name="T3" fmla="*/ 2147483646 h 23"/>
              <a:gd name="T4" fmla="*/ 2147483646 w 8"/>
              <a:gd name="T5" fmla="*/ 2147483646 h 23"/>
              <a:gd name="T6" fmla="*/ 2147483646 w 8"/>
              <a:gd name="T7" fmla="*/ 2147483646 h 23"/>
              <a:gd name="T8" fmla="*/ 0 w 8"/>
              <a:gd name="T9" fmla="*/ 2147483646 h 23"/>
              <a:gd name="T10" fmla="*/ 2147483646 w 8"/>
              <a:gd name="T11" fmla="*/ 2147483646 h 23"/>
              <a:gd name="T12" fmla="*/ 2147483646 w 8"/>
              <a:gd name="T13" fmla="*/ 0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23">
                <a:moveTo>
                  <a:pt x="8" y="0"/>
                </a:moveTo>
                <a:lnTo>
                  <a:pt x="5" y="23"/>
                </a:lnTo>
                <a:lnTo>
                  <a:pt x="4" y="21"/>
                </a:lnTo>
                <a:lnTo>
                  <a:pt x="0" y="16"/>
                </a:lnTo>
                <a:lnTo>
                  <a:pt x="2" y="8"/>
                </a:lnTo>
                <a:lnTo>
                  <a:pt x="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69" name="Freeform 1126">
            <a:extLst>
              <a:ext uri="{FF2B5EF4-FFF2-40B4-BE49-F238E27FC236}">
                <a16:creationId xmlns:a16="http://schemas.microsoft.com/office/drawing/2014/main" id="{EDFFF6FE-BCCF-2AEB-4E9F-37A2882A0533}"/>
              </a:ext>
            </a:extLst>
          </p:cNvPr>
          <p:cNvSpPr>
            <a:spLocks/>
          </p:cNvSpPr>
          <p:nvPr/>
        </p:nvSpPr>
        <p:spPr bwMode="auto">
          <a:xfrm>
            <a:off x="6640513" y="5375275"/>
            <a:ext cx="14287" cy="12700"/>
          </a:xfrm>
          <a:custGeom>
            <a:avLst/>
            <a:gdLst>
              <a:gd name="T0" fmla="*/ 2147483646 w 80"/>
              <a:gd name="T1" fmla="*/ 2147483646 h 89"/>
              <a:gd name="T2" fmla="*/ 2147483646 w 80"/>
              <a:gd name="T3" fmla="*/ 2147483646 h 89"/>
              <a:gd name="T4" fmla="*/ 2147483646 w 80"/>
              <a:gd name="T5" fmla="*/ 2147483646 h 89"/>
              <a:gd name="T6" fmla="*/ 2147483646 w 80"/>
              <a:gd name="T7" fmla="*/ 2147483646 h 89"/>
              <a:gd name="T8" fmla="*/ 2147483646 w 80"/>
              <a:gd name="T9" fmla="*/ 2147483646 h 89"/>
              <a:gd name="T10" fmla="*/ 2147483646 w 80"/>
              <a:gd name="T11" fmla="*/ 2147483646 h 89"/>
              <a:gd name="T12" fmla="*/ 2147483646 w 80"/>
              <a:gd name="T13" fmla="*/ 2147483646 h 89"/>
              <a:gd name="T14" fmla="*/ 2147483646 w 80"/>
              <a:gd name="T15" fmla="*/ 2147483646 h 89"/>
              <a:gd name="T16" fmla="*/ 2147483646 w 80"/>
              <a:gd name="T17" fmla="*/ 2147483646 h 89"/>
              <a:gd name="T18" fmla="*/ 2147483646 w 80"/>
              <a:gd name="T19" fmla="*/ 2147483646 h 89"/>
              <a:gd name="T20" fmla="*/ 2147483646 w 80"/>
              <a:gd name="T21" fmla="*/ 2147483646 h 89"/>
              <a:gd name="T22" fmla="*/ 2147483646 w 80"/>
              <a:gd name="T23" fmla="*/ 2147483646 h 89"/>
              <a:gd name="T24" fmla="*/ 2147483646 w 80"/>
              <a:gd name="T25" fmla="*/ 2147483646 h 89"/>
              <a:gd name="T26" fmla="*/ 2147483646 w 80"/>
              <a:gd name="T27" fmla="*/ 2147483646 h 89"/>
              <a:gd name="T28" fmla="*/ 2147483646 w 80"/>
              <a:gd name="T29" fmla="*/ 2147483646 h 89"/>
              <a:gd name="T30" fmla="*/ 2147483646 w 80"/>
              <a:gd name="T31" fmla="*/ 2147483646 h 89"/>
              <a:gd name="T32" fmla="*/ 2147483646 w 80"/>
              <a:gd name="T33" fmla="*/ 2147483646 h 89"/>
              <a:gd name="T34" fmla="*/ 2147483646 w 80"/>
              <a:gd name="T35" fmla="*/ 2147483646 h 89"/>
              <a:gd name="T36" fmla="*/ 2147483646 w 80"/>
              <a:gd name="T37" fmla="*/ 2147483646 h 89"/>
              <a:gd name="T38" fmla="*/ 2147483646 w 80"/>
              <a:gd name="T39" fmla="*/ 2147483646 h 89"/>
              <a:gd name="T40" fmla="*/ 2147483646 w 80"/>
              <a:gd name="T41" fmla="*/ 2147483646 h 89"/>
              <a:gd name="T42" fmla="*/ 2147483646 w 80"/>
              <a:gd name="T43" fmla="*/ 2147483646 h 89"/>
              <a:gd name="T44" fmla="*/ 2147483646 w 80"/>
              <a:gd name="T45" fmla="*/ 2147483646 h 89"/>
              <a:gd name="T46" fmla="*/ 2147483646 w 80"/>
              <a:gd name="T47" fmla="*/ 2147483646 h 89"/>
              <a:gd name="T48" fmla="*/ 2147483646 w 80"/>
              <a:gd name="T49" fmla="*/ 2147483646 h 89"/>
              <a:gd name="T50" fmla="*/ 2147483646 w 80"/>
              <a:gd name="T51" fmla="*/ 2147483646 h 89"/>
              <a:gd name="T52" fmla="*/ 2147483646 w 80"/>
              <a:gd name="T53" fmla="*/ 2147483646 h 89"/>
              <a:gd name="T54" fmla="*/ 0 w 80"/>
              <a:gd name="T55" fmla="*/ 2147483646 h 89"/>
              <a:gd name="T56" fmla="*/ 0 w 80"/>
              <a:gd name="T57" fmla="*/ 2147483646 h 89"/>
              <a:gd name="T58" fmla="*/ 2147483646 w 80"/>
              <a:gd name="T59" fmla="*/ 2147483646 h 89"/>
              <a:gd name="T60" fmla="*/ 2147483646 w 80"/>
              <a:gd name="T61" fmla="*/ 2147483646 h 89"/>
              <a:gd name="T62" fmla="*/ 2147483646 w 80"/>
              <a:gd name="T63" fmla="*/ 2147483646 h 89"/>
              <a:gd name="T64" fmla="*/ 2147483646 w 80"/>
              <a:gd name="T65" fmla="*/ 2147483646 h 89"/>
              <a:gd name="T66" fmla="*/ 2147483646 w 80"/>
              <a:gd name="T67" fmla="*/ 2147483646 h 89"/>
              <a:gd name="T68" fmla="*/ 2147483646 w 80"/>
              <a:gd name="T69" fmla="*/ 2147483646 h 89"/>
              <a:gd name="T70" fmla="*/ 2147483646 w 80"/>
              <a:gd name="T71" fmla="*/ 2147483646 h 89"/>
              <a:gd name="T72" fmla="*/ 2147483646 w 80"/>
              <a:gd name="T73" fmla="*/ 2147483646 h 89"/>
              <a:gd name="T74" fmla="*/ 2147483646 w 80"/>
              <a:gd name="T75" fmla="*/ 2147483646 h 89"/>
              <a:gd name="T76" fmla="*/ 2147483646 w 80"/>
              <a:gd name="T77" fmla="*/ 0 h 89"/>
              <a:gd name="T78" fmla="*/ 2147483646 w 80"/>
              <a:gd name="T79" fmla="*/ 0 h 89"/>
              <a:gd name="T80" fmla="*/ 2147483646 w 80"/>
              <a:gd name="T81" fmla="*/ 2147483646 h 89"/>
              <a:gd name="T82" fmla="*/ 2147483646 w 80"/>
              <a:gd name="T83" fmla="*/ 2147483646 h 89"/>
              <a:gd name="T84" fmla="*/ 2147483646 w 80"/>
              <a:gd name="T85" fmla="*/ 2147483646 h 89"/>
              <a:gd name="T86" fmla="*/ 2147483646 w 80"/>
              <a:gd name="T87" fmla="*/ 2147483646 h 89"/>
              <a:gd name="T88" fmla="*/ 2147483646 w 80"/>
              <a:gd name="T89" fmla="*/ 2147483646 h 89"/>
              <a:gd name="T90" fmla="*/ 2147483646 w 80"/>
              <a:gd name="T91" fmla="*/ 2147483646 h 89"/>
              <a:gd name="T92" fmla="*/ 2147483646 w 80"/>
              <a:gd name="T93" fmla="*/ 2147483646 h 89"/>
              <a:gd name="T94" fmla="*/ 2147483646 w 80"/>
              <a:gd name="T95" fmla="*/ 2147483646 h 89"/>
              <a:gd name="T96" fmla="*/ 2147483646 w 80"/>
              <a:gd name="T97" fmla="*/ 2147483646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0" h="89">
                <a:moveTo>
                  <a:pt x="68" y="35"/>
                </a:moveTo>
                <a:lnTo>
                  <a:pt x="68" y="36"/>
                </a:lnTo>
                <a:lnTo>
                  <a:pt x="67" y="39"/>
                </a:lnTo>
                <a:lnTo>
                  <a:pt x="66" y="43"/>
                </a:lnTo>
                <a:lnTo>
                  <a:pt x="66" y="47"/>
                </a:lnTo>
                <a:lnTo>
                  <a:pt x="66" y="52"/>
                </a:lnTo>
                <a:lnTo>
                  <a:pt x="67" y="57"/>
                </a:lnTo>
                <a:lnTo>
                  <a:pt x="70" y="62"/>
                </a:lnTo>
                <a:lnTo>
                  <a:pt x="74" y="66"/>
                </a:lnTo>
                <a:lnTo>
                  <a:pt x="78" y="70"/>
                </a:lnTo>
                <a:lnTo>
                  <a:pt x="80" y="74"/>
                </a:lnTo>
                <a:lnTo>
                  <a:pt x="79" y="78"/>
                </a:lnTo>
                <a:lnTo>
                  <a:pt x="77" y="81"/>
                </a:lnTo>
                <a:lnTo>
                  <a:pt x="73" y="84"/>
                </a:lnTo>
                <a:lnTo>
                  <a:pt x="68" y="86"/>
                </a:lnTo>
                <a:lnTo>
                  <a:pt x="63" y="89"/>
                </a:lnTo>
                <a:lnTo>
                  <a:pt x="57" y="89"/>
                </a:lnTo>
                <a:lnTo>
                  <a:pt x="50" y="89"/>
                </a:lnTo>
                <a:lnTo>
                  <a:pt x="41" y="86"/>
                </a:lnTo>
                <a:lnTo>
                  <a:pt x="32" y="85"/>
                </a:lnTo>
                <a:lnTo>
                  <a:pt x="23" y="82"/>
                </a:lnTo>
                <a:lnTo>
                  <a:pt x="15" y="80"/>
                </a:lnTo>
                <a:lnTo>
                  <a:pt x="8" y="79"/>
                </a:lnTo>
                <a:lnTo>
                  <a:pt x="4" y="77"/>
                </a:lnTo>
                <a:lnTo>
                  <a:pt x="2" y="77"/>
                </a:lnTo>
                <a:lnTo>
                  <a:pt x="2" y="76"/>
                </a:lnTo>
                <a:lnTo>
                  <a:pt x="1" y="73"/>
                </a:lnTo>
                <a:lnTo>
                  <a:pt x="0" y="69"/>
                </a:lnTo>
                <a:lnTo>
                  <a:pt x="0" y="63"/>
                </a:lnTo>
                <a:lnTo>
                  <a:pt x="1" y="56"/>
                </a:lnTo>
                <a:lnTo>
                  <a:pt x="3" y="50"/>
                </a:lnTo>
                <a:lnTo>
                  <a:pt x="7" y="43"/>
                </a:lnTo>
                <a:lnTo>
                  <a:pt x="13" y="35"/>
                </a:lnTo>
                <a:lnTo>
                  <a:pt x="19" y="28"/>
                </a:lnTo>
                <a:lnTo>
                  <a:pt x="23" y="21"/>
                </a:lnTo>
                <a:lnTo>
                  <a:pt x="27" y="14"/>
                </a:lnTo>
                <a:lnTo>
                  <a:pt x="30" y="8"/>
                </a:lnTo>
                <a:lnTo>
                  <a:pt x="33" y="3"/>
                </a:lnTo>
                <a:lnTo>
                  <a:pt x="37" y="0"/>
                </a:lnTo>
                <a:lnTo>
                  <a:pt x="43" y="0"/>
                </a:lnTo>
                <a:lnTo>
                  <a:pt x="52" y="2"/>
                </a:lnTo>
                <a:lnTo>
                  <a:pt x="60" y="6"/>
                </a:lnTo>
                <a:lnTo>
                  <a:pt x="67" y="10"/>
                </a:lnTo>
                <a:lnTo>
                  <a:pt x="71" y="13"/>
                </a:lnTo>
                <a:lnTo>
                  <a:pt x="74" y="17"/>
                </a:lnTo>
                <a:lnTo>
                  <a:pt x="74" y="20"/>
                </a:lnTo>
                <a:lnTo>
                  <a:pt x="74" y="25"/>
                </a:lnTo>
                <a:lnTo>
                  <a:pt x="71" y="29"/>
                </a:lnTo>
                <a:lnTo>
                  <a:pt x="68" y="35"/>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70" name="Freeform 1127">
            <a:extLst>
              <a:ext uri="{FF2B5EF4-FFF2-40B4-BE49-F238E27FC236}">
                <a16:creationId xmlns:a16="http://schemas.microsoft.com/office/drawing/2014/main" id="{27099D74-F856-E8AE-F775-816A1E7A3524}"/>
              </a:ext>
            </a:extLst>
          </p:cNvPr>
          <p:cNvSpPr>
            <a:spLocks/>
          </p:cNvSpPr>
          <p:nvPr/>
        </p:nvSpPr>
        <p:spPr bwMode="auto">
          <a:xfrm>
            <a:off x="6640513" y="5375275"/>
            <a:ext cx="14287" cy="12700"/>
          </a:xfrm>
          <a:custGeom>
            <a:avLst/>
            <a:gdLst>
              <a:gd name="T0" fmla="*/ 2147483646 w 80"/>
              <a:gd name="T1" fmla="*/ 2147483646 h 89"/>
              <a:gd name="T2" fmla="*/ 2147483646 w 80"/>
              <a:gd name="T3" fmla="*/ 2147483646 h 89"/>
              <a:gd name="T4" fmla="*/ 2147483646 w 80"/>
              <a:gd name="T5" fmla="*/ 2147483646 h 89"/>
              <a:gd name="T6" fmla="*/ 2147483646 w 80"/>
              <a:gd name="T7" fmla="*/ 2147483646 h 89"/>
              <a:gd name="T8" fmla="*/ 2147483646 w 80"/>
              <a:gd name="T9" fmla="*/ 2147483646 h 89"/>
              <a:gd name="T10" fmla="*/ 2147483646 w 80"/>
              <a:gd name="T11" fmla="*/ 2147483646 h 89"/>
              <a:gd name="T12" fmla="*/ 2147483646 w 80"/>
              <a:gd name="T13" fmla="*/ 2147483646 h 89"/>
              <a:gd name="T14" fmla="*/ 2147483646 w 80"/>
              <a:gd name="T15" fmla="*/ 2147483646 h 89"/>
              <a:gd name="T16" fmla="*/ 2147483646 w 80"/>
              <a:gd name="T17" fmla="*/ 2147483646 h 89"/>
              <a:gd name="T18" fmla="*/ 2147483646 w 80"/>
              <a:gd name="T19" fmla="*/ 2147483646 h 89"/>
              <a:gd name="T20" fmla="*/ 2147483646 w 80"/>
              <a:gd name="T21" fmla="*/ 2147483646 h 89"/>
              <a:gd name="T22" fmla="*/ 2147483646 w 80"/>
              <a:gd name="T23" fmla="*/ 2147483646 h 89"/>
              <a:gd name="T24" fmla="*/ 2147483646 w 80"/>
              <a:gd name="T25" fmla="*/ 2147483646 h 89"/>
              <a:gd name="T26" fmla="*/ 2147483646 w 80"/>
              <a:gd name="T27" fmla="*/ 2147483646 h 89"/>
              <a:gd name="T28" fmla="*/ 2147483646 w 80"/>
              <a:gd name="T29" fmla="*/ 2147483646 h 89"/>
              <a:gd name="T30" fmla="*/ 2147483646 w 80"/>
              <a:gd name="T31" fmla="*/ 2147483646 h 89"/>
              <a:gd name="T32" fmla="*/ 2147483646 w 80"/>
              <a:gd name="T33" fmla="*/ 2147483646 h 89"/>
              <a:gd name="T34" fmla="*/ 2147483646 w 80"/>
              <a:gd name="T35" fmla="*/ 2147483646 h 89"/>
              <a:gd name="T36" fmla="*/ 2147483646 w 80"/>
              <a:gd name="T37" fmla="*/ 2147483646 h 89"/>
              <a:gd name="T38" fmla="*/ 2147483646 w 80"/>
              <a:gd name="T39" fmla="*/ 2147483646 h 89"/>
              <a:gd name="T40" fmla="*/ 2147483646 w 80"/>
              <a:gd name="T41" fmla="*/ 2147483646 h 89"/>
              <a:gd name="T42" fmla="*/ 2147483646 w 80"/>
              <a:gd name="T43" fmla="*/ 2147483646 h 89"/>
              <a:gd name="T44" fmla="*/ 2147483646 w 80"/>
              <a:gd name="T45" fmla="*/ 2147483646 h 89"/>
              <a:gd name="T46" fmla="*/ 2147483646 w 80"/>
              <a:gd name="T47" fmla="*/ 2147483646 h 89"/>
              <a:gd name="T48" fmla="*/ 2147483646 w 80"/>
              <a:gd name="T49" fmla="*/ 2147483646 h 89"/>
              <a:gd name="T50" fmla="*/ 2147483646 w 80"/>
              <a:gd name="T51" fmla="*/ 2147483646 h 89"/>
              <a:gd name="T52" fmla="*/ 2147483646 w 80"/>
              <a:gd name="T53" fmla="*/ 2147483646 h 89"/>
              <a:gd name="T54" fmla="*/ 2147483646 w 80"/>
              <a:gd name="T55" fmla="*/ 2147483646 h 89"/>
              <a:gd name="T56" fmla="*/ 2147483646 w 80"/>
              <a:gd name="T57" fmla="*/ 2147483646 h 89"/>
              <a:gd name="T58" fmla="*/ 2147483646 w 80"/>
              <a:gd name="T59" fmla="*/ 2147483646 h 89"/>
              <a:gd name="T60" fmla="*/ 2147483646 w 80"/>
              <a:gd name="T61" fmla="*/ 2147483646 h 89"/>
              <a:gd name="T62" fmla="*/ 0 w 80"/>
              <a:gd name="T63" fmla="*/ 2147483646 h 89"/>
              <a:gd name="T64" fmla="*/ 0 w 80"/>
              <a:gd name="T65" fmla="*/ 2147483646 h 89"/>
              <a:gd name="T66" fmla="*/ 2147483646 w 80"/>
              <a:gd name="T67" fmla="*/ 2147483646 h 89"/>
              <a:gd name="T68" fmla="*/ 2147483646 w 80"/>
              <a:gd name="T69" fmla="*/ 2147483646 h 89"/>
              <a:gd name="T70" fmla="*/ 2147483646 w 80"/>
              <a:gd name="T71" fmla="*/ 2147483646 h 89"/>
              <a:gd name="T72" fmla="*/ 2147483646 w 80"/>
              <a:gd name="T73" fmla="*/ 2147483646 h 89"/>
              <a:gd name="T74" fmla="*/ 2147483646 w 80"/>
              <a:gd name="T75" fmla="*/ 2147483646 h 89"/>
              <a:gd name="T76" fmla="*/ 2147483646 w 80"/>
              <a:gd name="T77" fmla="*/ 2147483646 h 89"/>
              <a:gd name="T78" fmla="*/ 2147483646 w 80"/>
              <a:gd name="T79" fmla="*/ 2147483646 h 89"/>
              <a:gd name="T80" fmla="*/ 2147483646 w 80"/>
              <a:gd name="T81" fmla="*/ 2147483646 h 89"/>
              <a:gd name="T82" fmla="*/ 2147483646 w 80"/>
              <a:gd name="T83" fmla="*/ 2147483646 h 89"/>
              <a:gd name="T84" fmla="*/ 2147483646 w 80"/>
              <a:gd name="T85" fmla="*/ 2147483646 h 89"/>
              <a:gd name="T86" fmla="*/ 2147483646 w 80"/>
              <a:gd name="T87" fmla="*/ 0 h 89"/>
              <a:gd name="T88" fmla="*/ 2147483646 w 80"/>
              <a:gd name="T89" fmla="*/ 0 h 89"/>
              <a:gd name="T90" fmla="*/ 2147483646 w 80"/>
              <a:gd name="T91" fmla="*/ 2147483646 h 89"/>
              <a:gd name="T92" fmla="*/ 2147483646 w 80"/>
              <a:gd name="T93" fmla="*/ 2147483646 h 89"/>
              <a:gd name="T94" fmla="*/ 2147483646 w 80"/>
              <a:gd name="T95" fmla="*/ 2147483646 h 89"/>
              <a:gd name="T96" fmla="*/ 2147483646 w 80"/>
              <a:gd name="T97" fmla="*/ 2147483646 h 89"/>
              <a:gd name="T98" fmla="*/ 2147483646 w 80"/>
              <a:gd name="T99" fmla="*/ 2147483646 h 89"/>
              <a:gd name="T100" fmla="*/ 2147483646 w 80"/>
              <a:gd name="T101" fmla="*/ 2147483646 h 89"/>
              <a:gd name="T102" fmla="*/ 2147483646 w 80"/>
              <a:gd name="T103" fmla="*/ 2147483646 h 89"/>
              <a:gd name="T104" fmla="*/ 2147483646 w 80"/>
              <a:gd name="T105" fmla="*/ 2147483646 h 89"/>
              <a:gd name="T106" fmla="*/ 2147483646 w 80"/>
              <a:gd name="T107" fmla="*/ 2147483646 h 89"/>
              <a:gd name="T108" fmla="*/ 2147483646 w 80"/>
              <a:gd name="T109" fmla="*/ 2147483646 h 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0" h="89">
                <a:moveTo>
                  <a:pt x="68" y="35"/>
                </a:moveTo>
                <a:lnTo>
                  <a:pt x="68" y="35"/>
                </a:lnTo>
                <a:lnTo>
                  <a:pt x="68" y="36"/>
                </a:lnTo>
                <a:lnTo>
                  <a:pt x="67" y="39"/>
                </a:lnTo>
                <a:lnTo>
                  <a:pt x="66" y="43"/>
                </a:lnTo>
                <a:lnTo>
                  <a:pt x="66" y="47"/>
                </a:lnTo>
                <a:lnTo>
                  <a:pt x="66" y="52"/>
                </a:lnTo>
                <a:lnTo>
                  <a:pt x="67" y="57"/>
                </a:lnTo>
                <a:lnTo>
                  <a:pt x="70" y="62"/>
                </a:lnTo>
                <a:lnTo>
                  <a:pt x="74" y="66"/>
                </a:lnTo>
                <a:lnTo>
                  <a:pt x="78" y="70"/>
                </a:lnTo>
                <a:lnTo>
                  <a:pt x="80" y="74"/>
                </a:lnTo>
                <a:lnTo>
                  <a:pt x="79" y="78"/>
                </a:lnTo>
                <a:lnTo>
                  <a:pt x="77" y="81"/>
                </a:lnTo>
                <a:lnTo>
                  <a:pt x="73" y="84"/>
                </a:lnTo>
                <a:lnTo>
                  <a:pt x="68" y="86"/>
                </a:lnTo>
                <a:lnTo>
                  <a:pt x="63" y="89"/>
                </a:lnTo>
                <a:lnTo>
                  <a:pt x="57" y="89"/>
                </a:lnTo>
                <a:lnTo>
                  <a:pt x="50" y="89"/>
                </a:lnTo>
                <a:lnTo>
                  <a:pt x="41" y="86"/>
                </a:lnTo>
                <a:lnTo>
                  <a:pt x="32" y="85"/>
                </a:lnTo>
                <a:lnTo>
                  <a:pt x="23" y="82"/>
                </a:lnTo>
                <a:lnTo>
                  <a:pt x="15" y="80"/>
                </a:lnTo>
                <a:lnTo>
                  <a:pt x="8" y="79"/>
                </a:lnTo>
                <a:lnTo>
                  <a:pt x="4" y="77"/>
                </a:lnTo>
                <a:lnTo>
                  <a:pt x="2" y="77"/>
                </a:lnTo>
                <a:lnTo>
                  <a:pt x="2" y="76"/>
                </a:lnTo>
                <a:lnTo>
                  <a:pt x="1" y="73"/>
                </a:lnTo>
                <a:lnTo>
                  <a:pt x="0" y="69"/>
                </a:lnTo>
                <a:lnTo>
                  <a:pt x="0" y="63"/>
                </a:lnTo>
                <a:lnTo>
                  <a:pt x="1" y="56"/>
                </a:lnTo>
                <a:lnTo>
                  <a:pt x="3" y="50"/>
                </a:lnTo>
                <a:lnTo>
                  <a:pt x="7" y="43"/>
                </a:lnTo>
                <a:lnTo>
                  <a:pt x="13" y="35"/>
                </a:lnTo>
                <a:lnTo>
                  <a:pt x="19" y="28"/>
                </a:lnTo>
                <a:lnTo>
                  <a:pt x="23" y="21"/>
                </a:lnTo>
                <a:lnTo>
                  <a:pt x="27" y="14"/>
                </a:lnTo>
                <a:lnTo>
                  <a:pt x="30" y="8"/>
                </a:lnTo>
                <a:lnTo>
                  <a:pt x="33" y="3"/>
                </a:lnTo>
                <a:lnTo>
                  <a:pt x="37" y="0"/>
                </a:lnTo>
                <a:lnTo>
                  <a:pt x="43" y="0"/>
                </a:lnTo>
                <a:lnTo>
                  <a:pt x="52" y="2"/>
                </a:lnTo>
                <a:lnTo>
                  <a:pt x="60" y="6"/>
                </a:lnTo>
                <a:lnTo>
                  <a:pt x="67" y="10"/>
                </a:lnTo>
                <a:lnTo>
                  <a:pt x="71" y="13"/>
                </a:lnTo>
                <a:lnTo>
                  <a:pt x="74" y="17"/>
                </a:lnTo>
                <a:lnTo>
                  <a:pt x="74" y="20"/>
                </a:lnTo>
                <a:lnTo>
                  <a:pt x="74" y="25"/>
                </a:lnTo>
                <a:lnTo>
                  <a:pt x="71" y="29"/>
                </a:lnTo>
                <a:lnTo>
                  <a:pt x="68" y="3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71" name="Freeform 1128">
            <a:extLst>
              <a:ext uri="{FF2B5EF4-FFF2-40B4-BE49-F238E27FC236}">
                <a16:creationId xmlns:a16="http://schemas.microsoft.com/office/drawing/2014/main" id="{BDA120F8-2D10-DED0-3F1C-108757348075}"/>
              </a:ext>
            </a:extLst>
          </p:cNvPr>
          <p:cNvSpPr>
            <a:spLocks/>
          </p:cNvSpPr>
          <p:nvPr/>
        </p:nvSpPr>
        <p:spPr bwMode="auto">
          <a:xfrm>
            <a:off x="6397625" y="5335588"/>
            <a:ext cx="25400" cy="12700"/>
          </a:xfrm>
          <a:custGeom>
            <a:avLst/>
            <a:gdLst>
              <a:gd name="T0" fmla="*/ 2147483646 w 160"/>
              <a:gd name="T1" fmla="*/ 2147483646 h 92"/>
              <a:gd name="T2" fmla="*/ 2147483646 w 160"/>
              <a:gd name="T3" fmla="*/ 2147483646 h 92"/>
              <a:gd name="T4" fmla="*/ 2147483646 w 160"/>
              <a:gd name="T5" fmla="*/ 2147483646 h 92"/>
              <a:gd name="T6" fmla="*/ 2147483646 w 160"/>
              <a:gd name="T7" fmla="*/ 2147483646 h 92"/>
              <a:gd name="T8" fmla="*/ 2147483646 w 160"/>
              <a:gd name="T9" fmla="*/ 2147483646 h 92"/>
              <a:gd name="T10" fmla="*/ 2147483646 w 160"/>
              <a:gd name="T11" fmla="*/ 2147483646 h 92"/>
              <a:gd name="T12" fmla="*/ 2147483646 w 160"/>
              <a:gd name="T13" fmla="*/ 2147483646 h 92"/>
              <a:gd name="T14" fmla="*/ 2147483646 w 160"/>
              <a:gd name="T15" fmla="*/ 2147483646 h 92"/>
              <a:gd name="T16" fmla="*/ 2147483646 w 160"/>
              <a:gd name="T17" fmla="*/ 2147483646 h 92"/>
              <a:gd name="T18" fmla="*/ 2147483646 w 160"/>
              <a:gd name="T19" fmla="*/ 2147483646 h 92"/>
              <a:gd name="T20" fmla="*/ 2147483646 w 160"/>
              <a:gd name="T21" fmla="*/ 2147483646 h 92"/>
              <a:gd name="T22" fmla="*/ 2147483646 w 160"/>
              <a:gd name="T23" fmla="*/ 2147483646 h 92"/>
              <a:gd name="T24" fmla="*/ 2147483646 w 160"/>
              <a:gd name="T25" fmla="*/ 2147483646 h 92"/>
              <a:gd name="T26" fmla="*/ 2147483646 w 160"/>
              <a:gd name="T27" fmla="*/ 2147483646 h 92"/>
              <a:gd name="T28" fmla="*/ 2147483646 w 160"/>
              <a:gd name="T29" fmla="*/ 2147483646 h 92"/>
              <a:gd name="T30" fmla="*/ 2147483646 w 160"/>
              <a:gd name="T31" fmla="*/ 2147483646 h 92"/>
              <a:gd name="T32" fmla="*/ 2147483646 w 160"/>
              <a:gd name="T33" fmla="*/ 2147483646 h 92"/>
              <a:gd name="T34" fmla="*/ 2147483646 w 160"/>
              <a:gd name="T35" fmla="*/ 2147483646 h 92"/>
              <a:gd name="T36" fmla="*/ 2147483646 w 160"/>
              <a:gd name="T37" fmla="*/ 2147483646 h 92"/>
              <a:gd name="T38" fmla="*/ 2147483646 w 160"/>
              <a:gd name="T39" fmla="*/ 2147483646 h 92"/>
              <a:gd name="T40" fmla="*/ 2147483646 w 160"/>
              <a:gd name="T41" fmla="*/ 2147483646 h 92"/>
              <a:gd name="T42" fmla="*/ 2147483646 w 160"/>
              <a:gd name="T43" fmla="*/ 2147483646 h 92"/>
              <a:gd name="T44" fmla="*/ 2147483646 w 160"/>
              <a:gd name="T45" fmla="*/ 2147483646 h 92"/>
              <a:gd name="T46" fmla="*/ 2147483646 w 160"/>
              <a:gd name="T47" fmla="*/ 2147483646 h 92"/>
              <a:gd name="T48" fmla="*/ 2147483646 w 160"/>
              <a:gd name="T49" fmla="*/ 2147483646 h 92"/>
              <a:gd name="T50" fmla="*/ 2147483646 w 160"/>
              <a:gd name="T51" fmla="*/ 2147483646 h 92"/>
              <a:gd name="T52" fmla="*/ 2147483646 w 160"/>
              <a:gd name="T53" fmla="*/ 2147483646 h 92"/>
              <a:gd name="T54" fmla="*/ 2147483646 w 160"/>
              <a:gd name="T55" fmla="*/ 2147483646 h 92"/>
              <a:gd name="T56" fmla="*/ 2147483646 w 160"/>
              <a:gd name="T57" fmla="*/ 2147483646 h 92"/>
              <a:gd name="T58" fmla="*/ 2147483646 w 160"/>
              <a:gd name="T59" fmla="*/ 2147483646 h 92"/>
              <a:gd name="T60" fmla="*/ 2147483646 w 160"/>
              <a:gd name="T61" fmla="*/ 2147483646 h 92"/>
              <a:gd name="T62" fmla="*/ 2147483646 w 160"/>
              <a:gd name="T63" fmla="*/ 2147483646 h 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0" h="92">
                <a:moveTo>
                  <a:pt x="120" y="0"/>
                </a:moveTo>
                <a:lnTo>
                  <a:pt x="120" y="4"/>
                </a:lnTo>
                <a:lnTo>
                  <a:pt x="120" y="13"/>
                </a:lnTo>
                <a:lnTo>
                  <a:pt x="115" y="20"/>
                </a:lnTo>
                <a:lnTo>
                  <a:pt x="105" y="21"/>
                </a:lnTo>
                <a:lnTo>
                  <a:pt x="96" y="21"/>
                </a:lnTo>
                <a:lnTo>
                  <a:pt x="94" y="26"/>
                </a:lnTo>
                <a:lnTo>
                  <a:pt x="96" y="32"/>
                </a:lnTo>
                <a:lnTo>
                  <a:pt x="97" y="35"/>
                </a:lnTo>
                <a:lnTo>
                  <a:pt x="96" y="39"/>
                </a:lnTo>
                <a:lnTo>
                  <a:pt x="93" y="48"/>
                </a:lnTo>
                <a:lnTo>
                  <a:pt x="88" y="56"/>
                </a:lnTo>
                <a:lnTo>
                  <a:pt x="80" y="60"/>
                </a:lnTo>
                <a:lnTo>
                  <a:pt x="75" y="59"/>
                </a:lnTo>
                <a:lnTo>
                  <a:pt x="68" y="55"/>
                </a:lnTo>
                <a:lnTo>
                  <a:pt x="63" y="53"/>
                </a:lnTo>
                <a:lnTo>
                  <a:pt x="58" y="50"/>
                </a:lnTo>
                <a:lnTo>
                  <a:pt x="53" y="49"/>
                </a:lnTo>
                <a:lnTo>
                  <a:pt x="49" y="49"/>
                </a:lnTo>
                <a:lnTo>
                  <a:pt x="46" y="50"/>
                </a:lnTo>
                <a:lnTo>
                  <a:pt x="44" y="54"/>
                </a:lnTo>
                <a:lnTo>
                  <a:pt x="40" y="60"/>
                </a:lnTo>
                <a:lnTo>
                  <a:pt x="32" y="66"/>
                </a:lnTo>
                <a:lnTo>
                  <a:pt x="22" y="71"/>
                </a:lnTo>
                <a:lnTo>
                  <a:pt x="11" y="76"/>
                </a:lnTo>
                <a:lnTo>
                  <a:pt x="4" y="81"/>
                </a:lnTo>
                <a:lnTo>
                  <a:pt x="0" y="85"/>
                </a:lnTo>
                <a:lnTo>
                  <a:pt x="3" y="89"/>
                </a:lnTo>
                <a:lnTo>
                  <a:pt x="15" y="91"/>
                </a:lnTo>
                <a:lnTo>
                  <a:pt x="31" y="92"/>
                </a:lnTo>
                <a:lnTo>
                  <a:pt x="42" y="91"/>
                </a:lnTo>
                <a:lnTo>
                  <a:pt x="50" y="90"/>
                </a:lnTo>
                <a:lnTo>
                  <a:pt x="57" y="87"/>
                </a:lnTo>
                <a:lnTo>
                  <a:pt x="63" y="85"/>
                </a:lnTo>
                <a:lnTo>
                  <a:pt x="70" y="83"/>
                </a:lnTo>
                <a:lnTo>
                  <a:pt x="76" y="82"/>
                </a:lnTo>
                <a:lnTo>
                  <a:pt x="83" y="82"/>
                </a:lnTo>
                <a:lnTo>
                  <a:pt x="91" y="83"/>
                </a:lnTo>
                <a:lnTo>
                  <a:pt x="97" y="84"/>
                </a:lnTo>
                <a:lnTo>
                  <a:pt x="103" y="85"/>
                </a:lnTo>
                <a:lnTo>
                  <a:pt x="108" y="86"/>
                </a:lnTo>
                <a:lnTo>
                  <a:pt x="111" y="87"/>
                </a:lnTo>
                <a:lnTo>
                  <a:pt x="114" y="87"/>
                </a:lnTo>
                <a:lnTo>
                  <a:pt x="115" y="88"/>
                </a:lnTo>
                <a:lnTo>
                  <a:pt x="116" y="88"/>
                </a:lnTo>
                <a:lnTo>
                  <a:pt x="120" y="88"/>
                </a:lnTo>
                <a:lnTo>
                  <a:pt x="128" y="85"/>
                </a:lnTo>
                <a:lnTo>
                  <a:pt x="137" y="77"/>
                </a:lnTo>
                <a:lnTo>
                  <a:pt x="142" y="63"/>
                </a:lnTo>
                <a:lnTo>
                  <a:pt x="143" y="54"/>
                </a:lnTo>
                <a:lnTo>
                  <a:pt x="142" y="47"/>
                </a:lnTo>
                <a:lnTo>
                  <a:pt x="142" y="43"/>
                </a:lnTo>
                <a:lnTo>
                  <a:pt x="141" y="39"/>
                </a:lnTo>
                <a:lnTo>
                  <a:pt x="142" y="36"/>
                </a:lnTo>
                <a:lnTo>
                  <a:pt x="144" y="33"/>
                </a:lnTo>
                <a:lnTo>
                  <a:pt x="148" y="30"/>
                </a:lnTo>
                <a:lnTo>
                  <a:pt x="155" y="26"/>
                </a:lnTo>
                <a:lnTo>
                  <a:pt x="160" y="22"/>
                </a:lnTo>
                <a:lnTo>
                  <a:pt x="159" y="17"/>
                </a:lnTo>
                <a:lnTo>
                  <a:pt x="154" y="13"/>
                </a:lnTo>
                <a:lnTo>
                  <a:pt x="146" y="9"/>
                </a:lnTo>
                <a:lnTo>
                  <a:pt x="137" y="5"/>
                </a:lnTo>
                <a:lnTo>
                  <a:pt x="129" y="2"/>
                </a:lnTo>
                <a:lnTo>
                  <a:pt x="122" y="1"/>
                </a:lnTo>
                <a:lnTo>
                  <a:pt x="120" y="0"/>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72" name="Freeform 1129">
            <a:extLst>
              <a:ext uri="{FF2B5EF4-FFF2-40B4-BE49-F238E27FC236}">
                <a16:creationId xmlns:a16="http://schemas.microsoft.com/office/drawing/2014/main" id="{09AC4F8A-9460-ECA2-2CF3-A1C26A6C4B62}"/>
              </a:ext>
            </a:extLst>
          </p:cNvPr>
          <p:cNvSpPr>
            <a:spLocks/>
          </p:cNvSpPr>
          <p:nvPr/>
        </p:nvSpPr>
        <p:spPr bwMode="auto">
          <a:xfrm>
            <a:off x="6397625" y="5335588"/>
            <a:ext cx="25400" cy="12700"/>
          </a:xfrm>
          <a:custGeom>
            <a:avLst/>
            <a:gdLst>
              <a:gd name="T0" fmla="*/ 2147483646 w 160"/>
              <a:gd name="T1" fmla="*/ 0 h 92"/>
              <a:gd name="T2" fmla="*/ 2147483646 w 160"/>
              <a:gd name="T3" fmla="*/ 2147483646 h 92"/>
              <a:gd name="T4" fmla="*/ 2147483646 w 160"/>
              <a:gd name="T5" fmla="*/ 2147483646 h 92"/>
              <a:gd name="T6" fmla="*/ 2147483646 w 160"/>
              <a:gd name="T7" fmla="*/ 2147483646 h 92"/>
              <a:gd name="T8" fmla="*/ 2147483646 w 160"/>
              <a:gd name="T9" fmla="*/ 2147483646 h 92"/>
              <a:gd name="T10" fmla="*/ 2147483646 w 160"/>
              <a:gd name="T11" fmla="*/ 2147483646 h 92"/>
              <a:gd name="T12" fmla="*/ 2147483646 w 160"/>
              <a:gd name="T13" fmla="*/ 2147483646 h 92"/>
              <a:gd name="T14" fmla="*/ 2147483646 w 160"/>
              <a:gd name="T15" fmla="*/ 2147483646 h 92"/>
              <a:gd name="T16" fmla="*/ 2147483646 w 160"/>
              <a:gd name="T17" fmla="*/ 2147483646 h 92"/>
              <a:gd name="T18" fmla="*/ 2147483646 w 160"/>
              <a:gd name="T19" fmla="*/ 2147483646 h 92"/>
              <a:gd name="T20" fmla="*/ 2147483646 w 160"/>
              <a:gd name="T21" fmla="*/ 2147483646 h 92"/>
              <a:gd name="T22" fmla="*/ 2147483646 w 160"/>
              <a:gd name="T23" fmla="*/ 2147483646 h 92"/>
              <a:gd name="T24" fmla="*/ 2147483646 w 160"/>
              <a:gd name="T25" fmla="*/ 2147483646 h 92"/>
              <a:gd name="T26" fmla="*/ 2147483646 w 160"/>
              <a:gd name="T27" fmla="*/ 2147483646 h 92"/>
              <a:gd name="T28" fmla="*/ 2147483646 w 160"/>
              <a:gd name="T29" fmla="*/ 2147483646 h 92"/>
              <a:gd name="T30" fmla="*/ 0 w 160"/>
              <a:gd name="T31" fmla="*/ 2147483646 h 92"/>
              <a:gd name="T32" fmla="*/ 2147483646 w 160"/>
              <a:gd name="T33" fmla="*/ 2147483646 h 92"/>
              <a:gd name="T34" fmla="*/ 2147483646 w 160"/>
              <a:gd name="T35" fmla="*/ 2147483646 h 92"/>
              <a:gd name="T36" fmla="*/ 2147483646 w 160"/>
              <a:gd name="T37" fmla="*/ 2147483646 h 92"/>
              <a:gd name="T38" fmla="*/ 2147483646 w 160"/>
              <a:gd name="T39" fmla="*/ 2147483646 h 92"/>
              <a:gd name="T40" fmla="*/ 2147483646 w 160"/>
              <a:gd name="T41" fmla="*/ 2147483646 h 92"/>
              <a:gd name="T42" fmla="*/ 2147483646 w 160"/>
              <a:gd name="T43" fmla="*/ 2147483646 h 92"/>
              <a:gd name="T44" fmla="*/ 2147483646 w 160"/>
              <a:gd name="T45" fmla="*/ 2147483646 h 92"/>
              <a:gd name="T46" fmla="*/ 2147483646 w 160"/>
              <a:gd name="T47" fmla="*/ 2147483646 h 92"/>
              <a:gd name="T48" fmla="*/ 2147483646 w 160"/>
              <a:gd name="T49" fmla="*/ 2147483646 h 92"/>
              <a:gd name="T50" fmla="*/ 2147483646 w 160"/>
              <a:gd name="T51" fmla="*/ 2147483646 h 92"/>
              <a:gd name="T52" fmla="*/ 2147483646 w 160"/>
              <a:gd name="T53" fmla="*/ 2147483646 h 92"/>
              <a:gd name="T54" fmla="*/ 2147483646 w 160"/>
              <a:gd name="T55" fmla="*/ 2147483646 h 92"/>
              <a:gd name="T56" fmla="*/ 2147483646 w 160"/>
              <a:gd name="T57" fmla="*/ 2147483646 h 92"/>
              <a:gd name="T58" fmla="*/ 2147483646 w 160"/>
              <a:gd name="T59" fmla="*/ 2147483646 h 92"/>
              <a:gd name="T60" fmla="*/ 2147483646 w 160"/>
              <a:gd name="T61" fmla="*/ 2147483646 h 92"/>
              <a:gd name="T62" fmla="*/ 2147483646 w 160"/>
              <a:gd name="T63" fmla="*/ 2147483646 h 92"/>
              <a:gd name="T64" fmla="*/ 2147483646 w 160"/>
              <a:gd name="T65" fmla="*/ 2147483646 h 92"/>
              <a:gd name="T66" fmla="*/ 2147483646 w 160"/>
              <a:gd name="T67" fmla="*/ 2147483646 h 92"/>
              <a:gd name="T68" fmla="*/ 2147483646 w 160"/>
              <a:gd name="T69" fmla="*/ 2147483646 h 92"/>
              <a:gd name="T70" fmla="*/ 2147483646 w 160"/>
              <a:gd name="T71" fmla="*/ 2147483646 h 92"/>
              <a:gd name="T72" fmla="*/ 2147483646 w 160"/>
              <a:gd name="T73" fmla="*/ 2147483646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0" h="92">
                <a:moveTo>
                  <a:pt x="120" y="0"/>
                </a:moveTo>
                <a:lnTo>
                  <a:pt x="120" y="0"/>
                </a:lnTo>
                <a:lnTo>
                  <a:pt x="120" y="4"/>
                </a:lnTo>
                <a:lnTo>
                  <a:pt x="120" y="13"/>
                </a:lnTo>
                <a:lnTo>
                  <a:pt x="115" y="20"/>
                </a:lnTo>
                <a:lnTo>
                  <a:pt x="105" y="21"/>
                </a:lnTo>
                <a:lnTo>
                  <a:pt x="96" y="21"/>
                </a:lnTo>
                <a:lnTo>
                  <a:pt x="94" y="26"/>
                </a:lnTo>
                <a:lnTo>
                  <a:pt x="96" y="32"/>
                </a:lnTo>
                <a:lnTo>
                  <a:pt x="97" y="35"/>
                </a:lnTo>
                <a:lnTo>
                  <a:pt x="96" y="39"/>
                </a:lnTo>
                <a:lnTo>
                  <a:pt x="93" y="48"/>
                </a:lnTo>
                <a:lnTo>
                  <a:pt x="88" y="56"/>
                </a:lnTo>
                <a:lnTo>
                  <a:pt x="80" y="60"/>
                </a:lnTo>
                <a:lnTo>
                  <a:pt x="75" y="59"/>
                </a:lnTo>
                <a:lnTo>
                  <a:pt x="68" y="55"/>
                </a:lnTo>
                <a:lnTo>
                  <a:pt x="63" y="53"/>
                </a:lnTo>
                <a:lnTo>
                  <a:pt x="58" y="50"/>
                </a:lnTo>
                <a:lnTo>
                  <a:pt x="53" y="49"/>
                </a:lnTo>
                <a:lnTo>
                  <a:pt x="49" y="49"/>
                </a:lnTo>
                <a:lnTo>
                  <a:pt x="46" y="50"/>
                </a:lnTo>
                <a:lnTo>
                  <a:pt x="44" y="54"/>
                </a:lnTo>
                <a:lnTo>
                  <a:pt x="40" y="60"/>
                </a:lnTo>
                <a:lnTo>
                  <a:pt x="32" y="66"/>
                </a:lnTo>
                <a:lnTo>
                  <a:pt x="22" y="71"/>
                </a:lnTo>
                <a:lnTo>
                  <a:pt x="11" y="76"/>
                </a:lnTo>
                <a:lnTo>
                  <a:pt x="4" y="81"/>
                </a:lnTo>
                <a:lnTo>
                  <a:pt x="0" y="85"/>
                </a:lnTo>
                <a:lnTo>
                  <a:pt x="3" y="89"/>
                </a:lnTo>
                <a:lnTo>
                  <a:pt x="15" y="91"/>
                </a:lnTo>
                <a:lnTo>
                  <a:pt x="31" y="92"/>
                </a:lnTo>
                <a:lnTo>
                  <a:pt x="42" y="91"/>
                </a:lnTo>
                <a:lnTo>
                  <a:pt x="50" y="90"/>
                </a:lnTo>
                <a:lnTo>
                  <a:pt x="57" y="87"/>
                </a:lnTo>
                <a:lnTo>
                  <a:pt x="63" y="85"/>
                </a:lnTo>
                <a:lnTo>
                  <a:pt x="70" y="83"/>
                </a:lnTo>
                <a:lnTo>
                  <a:pt x="76" y="82"/>
                </a:lnTo>
                <a:lnTo>
                  <a:pt x="83" y="82"/>
                </a:lnTo>
                <a:lnTo>
                  <a:pt x="91" y="83"/>
                </a:lnTo>
                <a:lnTo>
                  <a:pt x="97" y="84"/>
                </a:lnTo>
                <a:lnTo>
                  <a:pt x="103" y="85"/>
                </a:lnTo>
                <a:lnTo>
                  <a:pt x="108" y="86"/>
                </a:lnTo>
                <a:lnTo>
                  <a:pt x="111" y="87"/>
                </a:lnTo>
                <a:lnTo>
                  <a:pt x="114" y="87"/>
                </a:lnTo>
                <a:lnTo>
                  <a:pt x="115" y="88"/>
                </a:lnTo>
                <a:lnTo>
                  <a:pt x="116" y="88"/>
                </a:lnTo>
                <a:lnTo>
                  <a:pt x="120" y="88"/>
                </a:lnTo>
                <a:lnTo>
                  <a:pt x="128" y="85"/>
                </a:lnTo>
                <a:lnTo>
                  <a:pt x="137" y="77"/>
                </a:lnTo>
                <a:lnTo>
                  <a:pt x="142" y="63"/>
                </a:lnTo>
                <a:lnTo>
                  <a:pt x="143" y="54"/>
                </a:lnTo>
                <a:lnTo>
                  <a:pt x="142" y="47"/>
                </a:lnTo>
                <a:lnTo>
                  <a:pt x="142" y="43"/>
                </a:lnTo>
                <a:lnTo>
                  <a:pt x="141" y="39"/>
                </a:lnTo>
                <a:lnTo>
                  <a:pt x="142" y="36"/>
                </a:lnTo>
                <a:lnTo>
                  <a:pt x="144" y="33"/>
                </a:lnTo>
                <a:lnTo>
                  <a:pt x="148" y="30"/>
                </a:lnTo>
                <a:lnTo>
                  <a:pt x="155" y="26"/>
                </a:lnTo>
                <a:lnTo>
                  <a:pt x="160" y="22"/>
                </a:lnTo>
                <a:lnTo>
                  <a:pt x="159" y="17"/>
                </a:lnTo>
                <a:lnTo>
                  <a:pt x="154" y="13"/>
                </a:lnTo>
                <a:lnTo>
                  <a:pt x="146" y="9"/>
                </a:lnTo>
                <a:lnTo>
                  <a:pt x="137" y="5"/>
                </a:lnTo>
                <a:lnTo>
                  <a:pt x="129" y="2"/>
                </a:lnTo>
                <a:lnTo>
                  <a:pt x="122" y="1"/>
                </a:lnTo>
                <a:lnTo>
                  <a:pt x="12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73" name="Freeform 1130">
            <a:extLst>
              <a:ext uri="{FF2B5EF4-FFF2-40B4-BE49-F238E27FC236}">
                <a16:creationId xmlns:a16="http://schemas.microsoft.com/office/drawing/2014/main" id="{B8C8B9E4-92E8-7C42-3B1D-FFB19E3CC5D0}"/>
              </a:ext>
            </a:extLst>
          </p:cNvPr>
          <p:cNvSpPr>
            <a:spLocks/>
          </p:cNvSpPr>
          <p:nvPr/>
        </p:nvSpPr>
        <p:spPr bwMode="auto">
          <a:xfrm>
            <a:off x="6456363" y="5454650"/>
            <a:ext cx="6350" cy="7938"/>
          </a:xfrm>
          <a:custGeom>
            <a:avLst/>
            <a:gdLst>
              <a:gd name="T0" fmla="*/ 2147483646 w 34"/>
              <a:gd name="T1" fmla="*/ 2147483646 h 48"/>
              <a:gd name="T2" fmla="*/ 2147483646 w 34"/>
              <a:gd name="T3" fmla="*/ 2147483646 h 48"/>
              <a:gd name="T4" fmla="*/ 2147483646 w 34"/>
              <a:gd name="T5" fmla="*/ 2147483646 h 48"/>
              <a:gd name="T6" fmla="*/ 2147483646 w 34"/>
              <a:gd name="T7" fmla="*/ 2147483646 h 48"/>
              <a:gd name="T8" fmla="*/ 2147483646 w 34"/>
              <a:gd name="T9" fmla="*/ 2147483646 h 48"/>
              <a:gd name="T10" fmla="*/ 2147483646 w 34"/>
              <a:gd name="T11" fmla="*/ 2147483646 h 48"/>
              <a:gd name="T12" fmla="*/ 2147483646 w 34"/>
              <a:gd name="T13" fmla="*/ 2147483646 h 48"/>
              <a:gd name="T14" fmla="*/ 2147483646 w 34"/>
              <a:gd name="T15" fmla="*/ 2147483646 h 48"/>
              <a:gd name="T16" fmla="*/ 2147483646 w 34"/>
              <a:gd name="T17" fmla="*/ 2147483646 h 48"/>
              <a:gd name="T18" fmla="*/ 2147483646 w 34"/>
              <a:gd name="T19" fmla="*/ 0 h 48"/>
              <a:gd name="T20" fmla="*/ 2147483646 w 34"/>
              <a:gd name="T21" fmla="*/ 0 h 48"/>
              <a:gd name="T22" fmla="*/ 2147483646 w 34"/>
              <a:gd name="T23" fmla="*/ 2147483646 h 48"/>
              <a:gd name="T24" fmla="*/ 2147483646 w 34"/>
              <a:gd name="T25" fmla="*/ 2147483646 h 48"/>
              <a:gd name="T26" fmla="*/ 2147483646 w 34"/>
              <a:gd name="T27" fmla="*/ 2147483646 h 48"/>
              <a:gd name="T28" fmla="*/ 2147483646 w 34"/>
              <a:gd name="T29" fmla="*/ 2147483646 h 48"/>
              <a:gd name="T30" fmla="*/ 2147483646 w 34"/>
              <a:gd name="T31" fmla="*/ 2147483646 h 48"/>
              <a:gd name="T32" fmla="*/ 2147483646 w 34"/>
              <a:gd name="T33" fmla="*/ 2147483646 h 48"/>
              <a:gd name="T34" fmla="*/ 2147483646 w 34"/>
              <a:gd name="T35" fmla="*/ 2147483646 h 48"/>
              <a:gd name="T36" fmla="*/ 0 w 34"/>
              <a:gd name="T37" fmla="*/ 2147483646 h 48"/>
              <a:gd name="T38" fmla="*/ 0 w 34"/>
              <a:gd name="T39" fmla="*/ 2147483646 h 48"/>
              <a:gd name="T40" fmla="*/ 0 w 34"/>
              <a:gd name="T41" fmla="*/ 2147483646 h 48"/>
              <a:gd name="T42" fmla="*/ 2147483646 w 34"/>
              <a:gd name="T43" fmla="*/ 2147483646 h 4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 h="48">
                <a:moveTo>
                  <a:pt x="29" y="48"/>
                </a:moveTo>
                <a:lnTo>
                  <a:pt x="30" y="48"/>
                </a:lnTo>
                <a:lnTo>
                  <a:pt x="32" y="45"/>
                </a:lnTo>
                <a:lnTo>
                  <a:pt x="33" y="39"/>
                </a:lnTo>
                <a:lnTo>
                  <a:pt x="34" y="26"/>
                </a:lnTo>
                <a:lnTo>
                  <a:pt x="34" y="18"/>
                </a:lnTo>
                <a:lnTo>
                  <a:pt x="33" y="12"/>
                </a:lnTo>
                <a:lnTo>
                  <a:pt x="32" y="7"/>
                </a:lnTo>
                <a:lnTo>
                  <a:pt x="30" y="2"/>
                </a:lnTo>
                <a:lnTo>
                  <a:pt x="27" y="0"/>
                </a:lnTo>
                <a:lnTo>
                  <a:pt x="24" y="0"/>
                </a:lnTo>
                <a:lnTo>
                  <a:pt x="20" y="2"/>
                </a:lnTo>
                <a:lnTo>
                  <a:pt x="15" y="7"/>
                </a:lnTo>
                <a:lnTo>
                  <a:pt x="9" y="12"/>
                </a:lnTo>
                <a:lnTo>
                  <a:pt x="6" y="17"/>
                </a:lnTo>
                <a:lnTo>
                  <a:pt x="3" y="22"/>
                </a:lnTo>
                <a:lnTo>
                  <a:pt x="2" y="27"/>
                </a:lnTo>
                <a:lnTo>
                  <a:pt x="1" y="31"/>
                </a:lnTo>
                <a:lnTo>
                  <a:pt x="0" y="34"/>
                </a:lnTo>
                <a:lnTo>
                  <a:pt x="0" y="36"/>
                </a:lnTo>
                <a:lnTo>
                  <a:pt x="0" y="37"/>
                </a:lnTo>
                <a:lnTo>
                  <a:pt x="29" y="48"/>
                </a:lnTo>
                <a:close/>
              </a:path>
            </a:pathLst>
          </a:custGeom>
          <a:solidFill>
            <a:srgbClr val="33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74" name="Freeform 1131">
            <a:extLst>
              <a:ext uri="{FF2B5EF4-FFF2-40B4-BE49-F238E27FC236}">
                <a16:creationId xmlns:a16="http://schemas.microsoft.com/office/drawing/2014/main" id="{E3D718D2-12C9-1221-DA33-D9288C6659F1}"/>
              </a:ext>
            </a:extLst>
          </p:cNvPr>
          <p:cNvSpPr>
            <a:spLocks/>
          </p:cNvSpPr>
          <p:nvPr/>
        </p:nvSpPr>
        <p:spPr bwMode="auto">
          <a:xfrm>
            <a:off x="6456363" y="5454650"/>
            <a:ext cx="6350" cy="7938"/>
          </a:xfrm>
          <a:custGeom>
            <a:avLst/>
            <a:gdLst>
              <a:gd name="T0" fmla="*/ 2147483646 w 34"/>
              <a:gd name="T1" fmla="*/ 2147483646 h 48"/>
              <a:gd name="T2" fmla="*/ 2147483646 w 34"/>
              <a:gd name="T3" fmla="*/ 2147483646 h 48"/>
              <a:gd name="T4" fmla="*/ 2147483646 w 34"/>
              <a:gd name="T5" fmla="*/ 2147483646 h 48"/>
              <a:gd name="T6" fmla="*/ 2147483646 w 34"/>
              <a:gd name="T7" fmla="*/ 2147483646 h 48"/>
              <a:gd name="T8" fmla="*/ 2147483646 w 34"/>
              <a:gd name="T9" fmla="*/ 2147483646 h 48"/>
              <a:gd name="T10" fmla="*/ 2147483646 w 34"/>
              <a:gd name="T11" fmla="*/ 2147483646 h 48"/>
              <a:gd name="T12" fmla="*/ 2147483646 w 34"/>
              <a:gd name="T13" fmla="*/ 2147483646 h 48"/>
              <a:gd name="T14" fmla="*/ 2147483646 w 34"/>
              <a:gd name="T15" fmla="*/ 2147483646 h 48"/>
              <a:gd name="T16" fmla="*/ 2147483646 w 34"/>
              <a:gd name="T17" fmla="*/ 2147483646 h 48"/>
              <a:gd name="T18" fmla="*/ 2147483646 w 34"/>
              <a:gd name="T19" fmla="*/ 2147483646 h 48"/>
              <a:gd name="T20" fmla="*/ 2147483646 w 34"/>
              <a:gd name="T21" fmla="*/ 2147483646 h 48"/>
              <a:gd name="T22" fmla="*/ 2147483646 w 34"/>
              <a:gd name="T23" fmla="*/ 0 h 48"/>
              <a:gd name="T24" fmla="*/ 2147483646 w 34"/>
              <a:gd name="T25" fmla="*/ 0 h 48"/>
              <a:gd name="T26" fmla="*/ 2147483646 w 34"/>
              <a:gd name="T27" fmla="*/ 2147483646 h 48"/>
              <a:gd name="T28" fmla="*/ 2147483646 w 34"/>
              <a:gd name="T29" fmla="*/ 2147483646 h 48"/>
              <a:gd name="T30" fmla="*/ 2147483646 w 34"/>
              <a:gd name="T31" fmla="*/ 2147483646 h 48"/>
              <a:gd name="T32" fmla="*/ 2147483646 w 34"/>
              <a:gd name="T33" fmla="*/ 2147483646 h 48"/>
              <a:gd name="T34" fmla="*/ 2147483646 w 34"/>
              <a:gd name="T35" fmla="*/ 2147483646 h 48"/>
              <a:gd name="T36" fmla="*/ 2147483646 w 34"/>
              <a:gd name="T37" fmla="*/ 2147483646 h 48"/>
              <a:gd name="T38" fmla="*/ 2147483646 w 34"/>
              <a:gd name="T39" fmla="*/ 2147483646 h 48"/>
              <a:gd name="T40" fmla="*/ 2147483646 w 34"/>
              <a:gd name="T41" fmla="*/ 2147483646 h 48"/>
              <a:gd name="T42" fmla="*/ 0 w 34"/>
              <a:gd name="T43" fmla="*/ 2147483646 h 48"/>
              <a:gd name="T44" fmla="*/ 0 w 34"/>
              <a:gd name="T45" fmla="*/ 2147483646 h 48"/>
              <a:gd name="T46" fmla="*/ 0 w 34"/>
              <a:gd name="T47" fmla="*/ 2147483646 h 48"/>
              <a:gd name="T48" fmla="*/ 2147483646 w 34"/>
              <a:gd name="T49" fmla="*/ 2147483646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8">
                <a:moveTo>
                  <a:pt x="29" y="48"/>
                </a:moveTo>
                <a:lnTo>
                  <a:pt x="29" y="48"/>
                </a:lnTo>
                <a:lnTo>
                  <a:pt x="30" y="48"/>
                </a:lnTo>
                <a:lnTo>
                  <a:pt x="32" y="45"/>
                </a:lnTo>
                <a:lnTo>
                  <a:pt x="33" y="39"/>
                </a:lnTo>
                <a:lnTo>
                  <a:pt x="34" y="26"/>
                </a:lnTo>
                <a:lnTo>
                  <a:pt x="34" y="18"/>
                </a:lnTo>
                <a:lnTo>
                  <a:pt x="33" y="12"/>
                </a:lnTo>
                <a:lnTo>
                  <a:pt x="32" y="7"/>
                </a:lnTo>
                <a:lnTo>
                  <a:pt x="30" y="2"/>
                </a:lnTo>
                <a:lnTo>
                  <a:pt x="27" y="0"/>
                </a:lnTo>
                <a:lnTo>
                  <a:pt x="24" y="0"/>
                </a:lnTo>
                <a:lnTo>
                  <a:pt x="20" y="2"/>
                </a:lnTo>
                <a:lnTo>
                  <a:pt x="15" y="7"/>
                </a:lnTo>
                <a:lnTo>
                  <a:pt x="9" y="12"/>
                </a:lnTo>
                <a:lnTo>
                  <a:pt x="6" y="17"/>
                </a:lnTo>
                <a:lnTo>
                  <a:pt x="3" y="22"/>
                </a:lnTo>
                <a:lnTo>
                  <a:pt x="2" y="27"/>
                </a:lnTo>
                <a:lnTo>
                  <a:pt x="1" y="31"/>
                </a:lnTo>
                <a:lnTo>
                  <a:pt x="0" y="34"/>
                </a:lnTo>
                <a:lnTo>
                  <a:pt x="0" y="36"/>
                </a:lnTo>
                <a:lnTo>
                  <a:pt x="0" y="37"/>
                </a:lnTo>
                <a:lnTo>
                  <a:pt x="29" y="4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75" name="Freeform 1132">
            <a:extLst>
              <a:ext uri="{FF2B5EF4-FFF2-40B4-BE49-F238E27FC236}">
                <a16:creationId xmlns:a16="http://schemas.microsoft.com/office/drawing/2014/main" id="{125EE0EC-F155-258B-F6C7-B0D1285330DD}"/>
              </a:ext>
            </a:extLst>
          </p:cNvPr>
          <p:cNvSpPr>
            <a:spLocks/>
          </p:cNvSpPr>
          <p:nvPr/>
        </p:nvSpPr>
        <p:spPr bwMode="auto">
          <a:xfrm>
            <a:off x="6424613" y="4765675"/>
            <a:ext cx="214312" cy="234950"/>
          </a:xfrm>
          <a:custGeom>
            <a:avLst/>
            <a:gdLst>
              <a:gd name="T0" fmla="*/ 2147483646 w 1296"/>
              <a:gd name="T1" fmla="*/ 2147483646 h 1572"/>
              <a:gd name="T2" fmla="*/ 2147483646 w 1296"/>
              <a:gd name="T3" fmla="*/ 2147483646 h 1572"/>
              <a:gd name="T4" fmla="*/ 2147483646 w 1296"/>
              <a:gd name="T5" fmla="*/ 2147483646 h 1572"/>
              <a:gd name="T6" fmla="*/ 2147483646 w 1296"/>
              <a:gd name="T7" fmla="*/ 2147483646 h 1572"/>
              <a:gd name="T8" fmla="*/ 2147483646 w 1296"/>
              <a:gd name="T9" fmla="*/ 2147483646 h 1572"/>
              <a:gd name="T10" fmla="*/ 2147483646 w 1296"/>
              <a:gd name="T11" fmla="*/ 2147483646 h 1572"/>
              <a:gd name="T12" fmla="*/ 2147483646 w 1296"/>
              <a:gd name="T13" fmla="*/ 2147483646 h 1572"/>
              <a:gd name="T14" fmla="*/ 2147483646 w 1296"/>
              <a:gd name="T15" fmla="*/ 2147483646 h 1572"/>
              <a:gd name="T16" fmla="*/ 2147483646 w 1296"/>
              <a:gd name="T17" fmla="*/ 2147483646 h 1572"/>
              <a:gd name="T18" fmla="*/ 2147483646 w 1296"/>
              <a:gd name="T19" fmla="*/ 2147483646 h 1572"/>
              <a:gd name="T20" fmla="*/ 2147483646 w 1296"/>
              <a:gd name="T21" fmla="*/ 2147483646 h 1572"/>
              <a:gd name="T22" fmla="*/ 2147483646 w 1296"/>
              <a:gd name="T23" fmla="*/ 2147483646 h 1572"/>
              <a:gd name="T24" fmla="*/ 2147483646 w 1296"/>
              <a:gd name="T25" fmla="*/ 2147483646 h 1572"/>
              <a:gd name="T26" fmla="*/ 2147483646 w 1296"/>
              <a:gd name="T27" fmla="*/ 2147483646 h 1572"/>
              <a:gd name="T28" fmla="*/ 2147483646 w 1296"/>
              <a:gd name="T29" fmla="*/ 2147483646 h 1572"/>
              <a:gd name="T30" fmla="*/ 2147483646 w 1296"/>
              <a:gd name="T31" fmla="*/ 2147483646 h 1572"/>
              <a:gd name="T32" fmla="*/ 2147483646 w 1296"/>
              <a:gd name="T33" fmla="*/ 2147483646 h 1572"/>
              <a:gd name="T34" fmla="*/ 2147483646 w 1296"/>
              <a:gd name="T35" fmla="*/ 2147483646 h 1572"/>
              <a:gd name="T36" fmla="*/ 2147483646 w 1296"/>
              <a:gd name="T37" fmla="*/ 2147483646 h 1572"/>
              <a:gd name="T38" fmla="*/ 2147483646 w 1296"/>
              <a:gd name="T39" fmla="*/ 2147483646 h 1572"/>
              <a:gd name="T40" fmla="*/ 2147483646 w 1296"/>
              <a:gd name="T41" fmla="*/ 2147483646 h 1572"/>
              <a:gd name="T42" fmla="*/ 2147483646 w 1296"/>
              <a:gd name="T43" fmla="*/ 2147483646 h 1572"/>
              <a:gd name="T44" fmla="*/ 2147483646 w 1296"/>
              <a:gd name="T45" fmla="*/ 2147483646 h 1572"/>
              <a:gd name="T46" fmla="*/ 2147483646 w 1296"/>
              <a:gd name="T47" fmla="*/ 2147483646 h 1572"/>
              <a:gd name="T48" fmla="*/ 2147483646 w 1296"/>
              <a:gd name="T49" fmla="*/ 2147483646 h 1572"/>
              <a:gd name="T50" fmla="*/ 2147483646 w 1296"/>
              <a:gd name="T51" fmla="*/ 2147483646 h 1572"/>
              <a:gd name="T52" fmla="*/ 2147483646 w 1296"/>
              <a:gd name="T53" fmla="*/ 2147483646 h 1572"/>
              <a:gd name="T54" fmla="*/ 2147483646 w 1296"/>
              <a:gd name="T55" fmla="*/ 2147483646 h 1572"/>
              <a:gd name="T56" fmla="*/ 2147483646 w 1296"/>
              <a:gd name="T57" fmla="*/ 2147483646 h 1572"/>
              <a:gd name="T58" fmla="*/ 2147483646 w 1296"/>
              <a:gd name="T59" fmla="*/ 2147483646 h 1572"/>
              <a:gd name="T60" fmla="*/ 2147483646 w 1296"/>
              <a:gd name="T61" fmla="*/ 2147483646 h 1572"/>
              <a:gd name="T62" fmla="*/ 2147483646 w 1296"/>
              <a:gd name="T63" fmla="*/ 2147483646 h 1572"/>
              <a:gd name="T64" fmla="*/ 2147483646 w 1296"/>
              <a:gd name="T65" fmla="*/ 2147483646 h 1572"/>
              <a:gd name="T66" fmla="*/ 2147483646 w 1296"/>
              <a:gd name="T67" fmla="*/ 2147483646 h 1572"/>
              <a:gd name="T68" fmla="*/ 2147483646 w 1296"/>
              <a:gd name="T69" fmla="*/ 2147483646 h 1572"/>
              <a:gd name="T70" fmla="*/ 2147483646 w 1296"/>
              <a:gd name="T71" fmla="*/ 2147483646 h 1572"/>
              <a:gd name="T72" fmla="*/ 2147483646 w 1296"/>
              <a:gd name="T73" fmla="*/ 2147483646 h 1572"/>
              <a:gd name="T74" fmla="*/ 2147483646 w 1296"/>
              <a:gd name="T75" fmla="*/ 2147483646 h 1572"/>
              <a:gd name="T76" fmla="*/ 2147483646 w 1296"/>
              <a:gd name="T77" fmla="*/ 2147483646 h 1572"/>
              <a:gd name="T78" fmla="*/ 2147483646 w 1296"/>
              <a:gd name="T79" fmla="*/ 2147483646 h 1572"/>
              <a:gd name="T80" fmla="*/ 2147483646 w 1296"/>
              <a:gd name="T81" fmla="*/ 2147483646 h 1572"/>
              <a:gd name="T82" fmla="*/ 2147483646 w 1296"/>
              <a:gd name="T83" fmla="*/ 2147483646 h 1572"/>
              <a:gd name="T84" fmla="*/ 2147483646 w 1296"/>
              <a:gd name="T85" fmla="*/ 2147483646 h 1572"/>
              <a:gd name="T86" fmla="*/ 2147483646 w 1296"/>
              <a:gd name="T87" fmla="*/ 2147483646 h 1572"/>
              <a:gd name="T88" fmla="*/ 2147483646 w 1296"/>
              <a:gd name="T89" fmla="*/ 2147483646 h 1572"/>
              <a:gd name="T90" fmla="*/ 2147483646 w 1296"/>
              <a:gd name="T91" fmla="*/ 2147483646 h 1572"/>
              <a:gd name="T92" fmla="*/ 2147483646 w 1296"/>
              <a:gd name="T93" fmla="*/ 2147483646 h 1572"/>
              <a:gd name="T94" fmla="*/ 2147483646 w 1296"/>
              <a:gd name="T95" fmla="*/ 2147483646 h 1572"/>
              <a:gd name="T96" fmla="*/ 2147483646 w 1296"/>
              <a:gd name="T97" fmla="*/ 2147483646 h 1572"/>
              <a:gd name="T98" fmla="*/ 2147483646 w 1296"/>
              <a:gd name="T99" fmla="*/ 2147483646 h 1572"/>
              <a:gd name="T100" fmla="*/ 2147483646 w 1296"/>
              <a:gd name="T101" fmla="*/ 2147483646 h 1572"/>
              <a:gd name="T102" fmla="*/ 2147483646 w 1296"/>
              <a:gd name="T103" fmla="*/ 2147483646 h 1572"/>
              <a:gd name="T104" fmla="*/ 2147483646 w 1296"/>
              <a:gd name="T105" fmla="*/ 2147483646 h 1572"/>
              <a:gd name="T106" fmla="*/ 2147483646 w 1296"/>
              <a:gd name="T107" fmla="*/ 2147483646 h 1572"/>
              <a:gd name="T108" fmla="*/ 2147483646 w 1296"/>
              <a:gd name="T109" fmla="*/ 2147483646 h 1572"/>
              <a:gd name="T110" fmla="*/ 2147483646 w 1296"/>
              <a:gd name="T111" fmla="*/ 2147483646 h 1572"/>
              <a:gd name="T112" fmla="*/ 2147483646 w 1296"/>
              <a:gd name="T113" fmla="*/ 2147483646 h 1572"/>
              <a:gd name="T114" fmla="*/ 2147483646 w 1296"/>
              <a:gd name="T115" fmla="*/ 2147483646 h 1572"/>
              <a:gd name="T116" fmla="*/ 2147483646 w 1296"/>
              <a:gd name="T117" fmla="*/ 2147483646 h 1572"/>
              <a:gd name="T118" fmla="*/ 2147483646 w 1296"/>
              <a:gd name="T119" fmla="*/ 2147483646 h 15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96" h="1572">
                <a:moveTo>
                  <a:pt x="902" y="1550"/>
                </a:moveTo>
                <a:lnTo>
                  <a:pt x="896" y="1553"/>
                </a:lnTo>
                <a:lnTo>
                  <a:pt x="890" y="1557"/>
                </a:lnTo>
                <a:lnTo>
                  <a:pt x="884" y="1560"/>
                </a:lnTo>
                <a:lnTo>
                  <a:pt x="878" y="1564"/>
                </a:lnTo>
                <a:lnTo>
                  <a:pt x="869" y="1569"/>
                </a:lnTo>
                <a:lnTo>
                  <a:pt x="861" y="1572"/>
                </a:lnTo>
                <a:lnTo>
                  <a:pt x="854" y="1572"/>
                </a:lnTo>
                <a:lnTo>
                  <a:pt x="849" y="1571"/>
                </a:lnTo>
                <a:lnTo>
                  <a:pt x="846" y="1569"/>
                </a:lnTo>
                <a:lnTo>
                  <a:pt x="843" y="1567"/>
                </a:lnTo>
                <a:lnTo>
                  <a:pt x="841" y="1565"/>
                </a:lnTo>
                <a:lnTo>
                  <a:pt x="841" y="1564"/>
                </a:lnTo>
                <a:lnTo>
                  <a:pt x="839" y="1562"/>
                </a:lnTo>
                <a:lnTo>
                  <a:pt x="834" y="1556"/>
                </a:lnTo>
                <a:lnTo>
                  <a:pt x="827" y="1548"/>
                </a:lnTo>
                <a:lnTo>
                  <a:pt x="817" y="1539"/>
                </a:lnTo>
                <a:lnTo>
                  <a:pt x="803" y="1531"/>
                </a:lnTo>
                <a:lnTo>
                  <a:pt x="789" y="1525"/>
                </a:lnTo>
                <a:lnTo>
                  <a:pt x="774" y="1522"/>
                </a:lnTo>
                <a:lnTo>
                  <a:pt x="758" y="1526"/>
                </a:lnTo>
                <a:lnTo>
                  <a:pt x="742" y="1531"/>
                </a:lnTo>
                <a:lnTo>
                  <a:pt x="728" y="1535"/>
                </a:lnTo>
                <a:lnTo>
                  <a:pt x="717" y="1538"/>
                </a:lnTo>
                <a:lnTo>
                  <a:pt x="708" y="1540"/>
                </a:lnTo>
                <a:lnTo>
                  <a:pt x="699" y="1541"/>
                </a:lnTo>
                <a:lnTo>
                  <a:pt x="694" y="1542"/>
                </a:lnTo>
                <a:lnTo>
                  <a:pt x="691" y="1542"/>
                </a:lnTo>
                <a:lnTo>
                  <a:pt x="690" y="1542"/>
                </a:lnTo>
                <a:lnTo>
                  <a:pt x="689" y="1541"/>
                </a:lnTo>
                <a:lnTo>
                  <a:pt x="687" y="1539"/>
                </a:lnTo>
                <a:lnTo>
                  <a:pt x="683" y="1535"/>
                </a:lnTo>
                <a:lnTo>
                  <a:pt x="677" y="1531"/>
                </a:lnTo>
                <a:lnTo>
                  <a:pt x="671" y="1527"/>
                </a:lnTo>
                <a:lnTo>
                  <a:pt x="664" y="1522"/>
                </a:lnTo>
                <a:lnTo>
                  <a:pt x="656" y="1520"/>
                </a:lnTo>
                <a:lnTo>
                  <a:pt x="647" y="1519"/>
                </a:lnTo>
                <a:lnTo>
                  <a:pt x="639" y="1519"/>
                </a:lnTo>
                <a:lnTo>
                  <a:pt x="630" y="1520"/>
                </a:lnTo>
                <a:lnTo>
                  <a:pt x="621" y="1522"/>
                </a:lnTo>
                <a:lnTo>
                  <a:pt x="612" y="1523"/>
                </a:lnTo>
                <a:lnTo>
                  <a:pt x="602" y="1526"/>
                </a:lnTo>
                <a:lnTo>
                  <a:pt x="594" y="1528"/>
                </a:lnTo>
                <a:lnTo>
                  <a:pt x="587" y="1530"/>
                </a:lnTo>
                <a:lnTo>
                  <a:pt x="580" y="1532"/>
                </a:lnTo>
                <a:lnTo>
                  <a:pt x="577" y="1532"/>
                </a:lnTo>
                <a:lnTo>
                  <a:pt x="573" y="1532"/>
                </a:lnTo>
                <a:lnTo>
                  <a:pt x="568" y="1532"/>
                </a:lnTo>
                <a:lnTo>
                  <a:pt x="563" y="1533"/>
                </a:lnTo>
                <a:lnTo>
                  <a:pt x="557" y="1533"/>
                </a:lnTo>
                <a:lnTo>
                  <a:pt x="549" y="1534"/>
                </a:lnTo>
                <a:lnTo>
                  <a:pt x="543" y="1534"/>
                </a:lnTo>
                <a:lnTo>
                  <a:pt x="536" y="1535"/>
                </a:lnTo>
                <a:lnTo>
                  <a:pt x="537" y="1533"/>
                </a:lnTo>
                <a:lnTo>
                  <a:pt x="538" y="1531"/>
                </a:lnTo>
                <a:lnTo>
                  <a:pt x="540" y="1530"/>
                </a:lnTo>
                <a:lnTo>
                  <a:pt x="543" y="1529"/>
                </a:lnTo>
                <a:lnTo>
                  <a:pt x="548" y="1529"/>
                </a:lnTo>
                <a:lnTo>
                  <a:pt x="551" y="1529"/>
                </a:lnTo>
                <a:lnTo>
                  <a:pt x="550" y="1529"/>
                </a:lnTo>
                <a:lnTo>
                  <a:pt x="546" y="1530"/>
                </a:lnTo>
                <a:lnTo>
                  <a:pt x="541" y="1530"/>
                </a:lnTo>
                <a:lnTo>
                  <a:pt x="535" y="1529"/>
                </a:lnTo>
                <a:lnTo>
                  <a:pt x="527" y="1527"/>
                </a:lnTo>
                <a:lnTo>
                  <a:pt x="519" y="1525"/>
                </a:lnTo>
                <a:lnTo>
                  <a:pt x="511" y="1525"/>
                </a:lnTo>
                <a:lnTo>
                  <a:pt x="503" y="1523"/>
                </a:lnTo>
                <a:lnTo>
                  <a:pt x="497" y="1523"/>
                </a:lnTo>
                <a:lnTo>
                  <a:pt x="491" y="1522"/>
                </a:lnTo>
                <a:lnTo>
                  <a:pt x="487" y="1521"/>
                </a:lnTo>
                <a:lnTo>
                  <a:pt x="484" y="1517"/>
                </a:lnTo>
                <a:lnTo>
                  <a:pt x="482" y="1512"/>
                </a:lnTo>
                <a:lnTo>
                  <a:pt x="480" y="1506"/>
                </a:lnTo>
                <a:lnTo>
                  <a:pt x="478" y="1502"/>
                </a:lnTo>
                <a:lnTo>
                  <a:pt x="475" y="1499"/>
                </a:lnTo>
                <a:lnTo>
                  <a:pt x="471" y="1496"/>
                </a:lnTo>
                <a:lnTo>
                  <a:pt x="467" y="1493"/>
                </a:lnTo>
                <a:lnTo>
                  <a:pt x="464" y="1490"/>
                </a:lnTo>
                <a:lnTo>
                  <a:pt x="462" y="1486"/>
                </a:lnTo>
                <a:lnTo>
                  <a:pt x="460" y="1481"/>
                </a:lnTo>
                <a:lnTo>
                  <a:pt x="458" y="1475"/>
                </a:lnTo>
                <a:lnTo>
                  <a:pt x="455" y="1468"/>
                </a:lnTo>
                <a:lnTo>
                  <a:pt x="453" y="1463"/>
                </a:lnTo>
                <a:lnTo>
                  <a:pt x="451" y="1458"/>
                </a:lnTo>
                <a:lnTo>
                  <a:pt x="449" y="1453"/>
                </a:lnTo>
                <a:lnTo>
                  <a:pt x="449" y="1448"/>
                </a:lnTo>
                <a:lnTo>
                  <a:pt x="450" y="1443"/>
                </a:lnTo>
                <a:lnTo>
                  <a:pt x="454" y="1439"/>
                </a:lnTo>
                <a:lnTo>
                  <a:pt x="461" y="1433"/>
                </a:lnTo>
                <a:lnTo>
                  <a:pt x="460" y="1428"/>
                </a:lnTo>
                <a:lnTo>
                  <a:pt x="452" y="1421"/>
                </a:lnTo>
                <a:lnTo>
                  <a:pt x="443" y="1411"/>
                </a:lnTo>
                <a:lnTo>
                  <a:pt x="437" y="1401"/>
                </a:lnTo>
                <a:lnTo>
                  <a:pt x="435" y="1396"/>
                </a:lnTo>
                <a:lnTo>
                  <a:pt x="432" y="1399"/>
                </a:lnTo>
                <a:lnTo>
                  <a:pt x="423" y="1411"/>
                </a:lnTo>
                <a:lnTo>
                  <a:pt x="416" y="1418"/>
                </a:lnTo>
                <a:lnTo>
                  <a:pt x="411" y="1422"/>
                </a:lnTo>
                <a:lnTo>
                  <a:pt x="405" y="1424"/>
                </a:lnTo>
                <a:lnTo>
                  <a:pt x="401" y="1422"/>
                </a:lnTo>
                <a:lnTo>
                  <a:pt x="398" y="1418"/>
                </a:lnTo>
                <a:lnTo>
                  <a:pt x="395" y="1413"/>
                </a:lnTo>
                <a:lnTo>
                  <a:pt x="393" y="1406"/>
                </a:lnTo>
                <a:lnTo>
                  <a:pt x="392" y="1397"/>
                </a:lnTo>
                <a:lnTo>
                  <a:pt x="391" y="1388"/>
                </a:lnTo>
                <a:lnTo>
                  <a:pt x="390" y="1379"/>
                </a:lnTo>
                <a:lnTo>
                  <a:pt x="390" y="1371"/>
                </a:lnTo>
                <a:lnTo>
                  <a:pt x="391" y="1363"/>
                </a:lnTo>
                <a:lnTo>
                  <a:pt x="393" y="1357"/>
                </a:lnTo>
                <a:lnTo>
                  <a:pt x="395" y="1351"/>
                </a:lnTo>
                <a:lnTo>
                  <a:pt x="398" y="1345"/>
                </a:lnTo>
                <a:lnTo>
                  <a:pt x="403" y="1341"/>
                </a:lnTo>
                <a:lnTo>
                  <a:pt x="407" y="1337"/>
                </a:lnTo>
                <a:lnTo>
                  <a:pt x="407" y="1333"/>
                </a:lnTo>
                <a:lnTo>
                  <a:pt x="404" y="1329"/>
                </a:lnTo>
                <a:lnTo>
                  <a:pt x="400" y="1325"/>
                </a:lnTo>
                <a:lnTo>
                  <a:pt x="398" y="1318"/>
                </a:lnTo>
                <a:lnTo>
                  <a:pt x="397" y="1310"/>
                </a:lnTo>
                <a:lnTo>
                  <a:pt x="399" y="1300"/>
                </a:lnTo>
                <a:lnTo>
                  <a:pt x="407" y="1287"/>
                </a:lnTo>
                <a:lnTo>
                  <a:pt x="416" y="1276"/>
                </a:lnTo>
                <a:lnTo>
                  <a:pt x="422" y="1268"/>
                </a:lnTo>
                <a:lnTo>
                  <a:pt x="427" y="1265"/>
                </a:lnTo>
                <a:lnTo>
                  <a:pt x="428" y="1265"/>
                </a:lnTo>
                <a:lnTo>
                  <a:pt x="426" y="1266"/>
                </a:lnTo>
                <a:lnTo>
                  <a:pt x="419" y="1268"/>
                </a:lnTo>
                <a:lnTo>
                  <a:pt x="407" y="1270"/>
                </a:lnTo>
                <a:lnTo>
                  <a:pt x="389" y="1270"/>
                </a:lnTo>
                <a:lnTo>
                  <a:pt x="371" y="1271"/>
                </a:lnTo>
                <a:lnTo>
                  <a:pt x="358" y="1276"/>
                </a:lnTo>
                <a:lnTo>
                  <a:pt x="348" y="1282"/>
                </a:lnTo>
                <a:lnTo>
                  <a:pt x="341" y="1288"/>
                </a:lnTo>
                <a:lnTo>
                  <a:pt x="336" y="1292"/>
                </a:lnTo>
                <a:lnTo>
                  <a:pt x="333" y="1294"/>
                </a:lnTo>
                <a:lnTo>
                  <a:pt x="329" y="1291"/>
                </a:lnTo>
                <a:lnTo>
                  <a:pt x="325" y="1282"/>
                </a:lnTo>
                <a:lnTo>
                  <a:pt x="321" y="1270"/>
                </a:lnTo>
                <a:lnTo>
                  <a:pt x="317" y="1263"/>
                </a:lnTo>
                <a:lnTo>
                  <a:pt x="313" y="1257"/>
                </a:lnTo>
                <a:lnTo>
                  <a:pt x="310" y="1253"/>
                </a:lnTo>
                <a:lnTo>
                  <a:pt x="305" y="1250"/>
                </a:lnTo>
                <a:lnTo>
                  <a:pt x="301" y="1248"/>
                </a:lnTo>
                <a:lnTo>
                  <a:pt x="296" y="1245"/>
                </a:lnTo>
                <a:lnTo>
                  <a:pt x="291" y="1242"/>
                </a:lnTo>
                <a:lnTo>
                  <a:pt x="286" y="1238"/>
                </a:lnTo>
                <a:lnTo>
                  <a:pt x="283" y="1235"/>
                </a:lnTo>
                <a:lnTo>
                  <a:pt x="281" y="1232"/>
                </a:lnTo>
                <a:lnTo>
                  <a:pt x="282" y="1229"/>
                </a:lnTo>
                <a:lnTo>
                  <a:pt x="284" y="1225"/>
                </a:lnTo>
                <a:lnTo>
                  <a:pt x="289" y="1219"/>
                </a:lnTo>
                <a:lnTo>
                  <a:pt x="296" y="1213"/>
                </a:lnTo>
                <a:lnTo>
                  <a:pt x="305" y="1205"/>
                </a:lnTo>
                <a:lnTo>
                  <a:pt x="314" y="1198"/>
                </a:lnTo>
                <a:lnTo>
                  <a:pt x="319" y="1194"/>
                </a:lnTo>
                <a:lnTo>
                  <a:pt x="320" y="1192"/>
                </a:lnTo>
                <a:lnTo>
                  <a:pt x="320" y="1190"/>
                </a:lnTo>
                <a:lnTo>
                  <a:pt x="318" y="1189"/>
                </a:lnTo>
                <a:lnTo>
                  <a:pt x="317" y="1185"/>
                </a:lnTo>
                <a:lnTo>
                  <a:pt x="316" y="1178"/>
                </a:lnTo>
                <a:lnTo>
                  <a:pt x="317" y="1166"/>
                </a:lnTo>
                <a:lnTo>
                  <a:pt x="320" y="1155"/>
                </a:lnTo>
                <a:lnTo>
                  <a:pt x="323" y="1148"/>
                </a:lnTo>
                <a:lnTo>
                  <a:pt x="328" y="1145"/>
                </a:lnTo>
                <a:lnTo>
                  <a:pt x="333" y="1143"/>
                </a:lnTo>
                <a:lnTo>
                  <a:pt x="340" y="1143"/>
                </a:lnTo>
                <a:lnTo>
                  <a:pt x="347" y="1143"/>
                </a:lnTo>
                <a:lnTo>
                  <a:pt x="357" y="1141"/>
                </a:lnTo>
                <a:lnTo>
                  <a:pt x="367" y="1138"/>
                </a:lnTo>
                <a:lnTo>
                  <a:pt x="376" y="1132"/>
                </a:lnTo>
                <a:lnTo>
                  <a:pt x="382" y="1124"/>
                </a:lnTo>
                <a:lnTo>
                  <a:pt x="386" y="1115"/>
                </a:lnTo>
                <a:lnTo>
                  <a:pt x="388" y="1106"/>
                </a:lnTo>
                <a:lnTo>
                  <a:pt x="388" y="1098"/>
                </a:lnTo>
                <a:lnTo>
                  <a:pt x="388" y="1091"/>
                </a:lnTo>
                <a:lnTo>
                  <a:pt x="387" y="1087"/>
                </a:lnTo>
                <a:lnTo>
                  <a:pt x="387" y="1085"/>
                </a:lnTo>
                <a:lnTo>
                  <a:pt x="386" y="1083"/>
                </a:lnTo>
                <a:lnTo>
                  <a:pt x="383" y="1079"/>
                </a:lnTo>
                <a:lnTo>
                  <a:pt x="378" y="1072"/>
                </a:lnTo>
                <a:lnTo>
                  <a:pt x="371" y="1063"/>
                </a:lnTo>
                <a:lnTo>
                  <a:pt x="364" y="1055"/>
                </a:lnTo>
                <a:lnTo>
                  <a:pt x="357" y="1048"/>
                </a:lnTo>
                <a:lnTo>
                  <a:pt x="349" y="1041"/>
                </a:lnTo>
                <a:lnTo>
                  <a:pt x="342" y="1037"/>
                </a:lnTo>
                <a:lnTo>
                  <a:pt x="336" y="1032"/>
                </a:lnTo>
                <a:lnTo>
                  <a:pt x="332" y="1023"/>
                </a:lnTo>
                <a:lnTo>
                  <a:pt x="329" y="1012"/>
                </a:lnTo>
                <a:lnTo>
                  <a:pt x="327" y="1000"/>
                </a:lnTo>
                <a:lnTo>
                  <a:pt x="326" y="989"/>
                </a:lnTo>
                <a:lnTo>
                  <a:pt x="325" y="979"/>
                </a:lnTo>
                <a:lnTo>
                  <a:pt x="325" y="973"/>
                </a:lnTo>
                <a:lnTo>
                  <a:pt x="325" y="969"/>
                </a:lnTo>
                <a:lnTo>
                  <a:pt x="324" y="969"/>
                </a:lnTo>
                <a:lnTo>
                  <a:pt x="322" y="968"/>
                </a:lnTo>
                <a:lnTo>
                  <a:pt x="319" y="966"/>
                </a:lnTo>
                <a:lnTo>
                  <a:pt x="315" y="964"/>
                </a:lnTo>
                <a:lnTo>
                  <a:pt x="309" y="961"/>
                </a:lnTo>
                <a:lnTo>
                  <a:pt x="303" y="958"/>
                </a:lnTo>
                <a:lnTo>
                  <a:pt x="297" y="954"/>
                </a:lnTo>
                <a:lnTo>
                  <a:pt x="291" y="950"/>
                </a:lnTo>
                <a:lnTo>
                  <a:pt x="284" y="946"/>
                </a:lnTo>
                <a:lnTo>
                  <a:pt x="277" y="941"/>
                </a:lnTo>
                <a:lnTo>
                  <a:pt x="268" y="935"/>
                </a:lnTo>
                <a:lnTo>
                  <a:pt x="261" y="930"/>
                </a:lnTo>
                <a:lnTo>
                  <a:pt x="253" y="924"/>
                </a:lnTo>
                <a:lnTo>
                  <a:pt x="248" y="917"/>
                </a:lnTo>
                <a:lnTo>
                  <a:pt x="246" y="912"/>
                </a:lnTo>
                <a:lnTo>
                  <a:pt x="246" y="907"/>
                </a:lnTo>
                <a:lnTo>
                  <a:pt x="248" y="902"/>
                </a:lnTo>
                <a:lnTo>
                  <a:pt x="251" y="898"/>
                </a:lnTo>
                <a:lnTo>
                  <a:pt x="254" y="894"/>
                </a:lnTo>
                <a:lnTo>
                  <a:pt x="256" y="889"/>
                </a:lnTo>
                <a:lnTo>
                  <a:pt x="260" y="883"/>
                </a:lnTo>
                <a:lnTo>
                  <a:pt x="263" y="876"/>
                </a:lnTo>
                <a:lnTo>
                  <a:pt x="265" y="867"/>
                </a:lnTo>
                <a:lnTo>
                  <a:pt x="267" y="857"/>
                </a:lnTo>
                <a:lnTo>
                  <a:pt x="269" y="846"/>
                </a:lnTo>
                <a:lnTo>
                  <a:pt x="269" y="837"/>
                </a:lnTo>
                <a:lnTo>
                  <a:pt x="270" y="829"/>
                </a:lnTo>
                <a:lnTo>
                  <a:pt x="270" y="822"/>
                </a:lnTo>
                <a:lnTo>
                  <a:pt x="270" y="816"/>
                </a:lnTo>
                <a:lnTo>
                  <a:pt x="269" y="812"/>
                </a:lnTo>
                <a:lnTo>
                  <a:pt x="269" y="810"/>
                </a:lnTo>
                <a:lnTo>
                  <a:pt x="269" y="809"/>
                </a:lnTo>
                <a:lnTo>
                  <a:pt x="269" y="808"/>
                </a:lnTo>
                <a:lnTo>
                  <a:pt x="270" y="804"/>
                </a:lnTo>
                <a:lnTo>
                  <a:pt x="271" y="798"/>
                </a:lnTo>
                <a:lnTo>
                  <a:pt x="271" y="792"/>
                </a:lnTo>
                <a:lnTo>
                  <a:pt x="271" y="785"/>
                </a:lnTo>
                <a:lnTo>
                  <a:pt x="269" y="778"/>
                </a:lnTo>
                <a:lnTo>
                  <a:pt x="266" y="772"/>
                </a:lnTo>
                <a:lnTo>
                  <a:pt x="261" y="767"/>
                </a:lnTo>
                <a:lnTo>
                  <a:pt x="255" y="765"/>
                </a:lnTo>
                <a:lnTo>
                  <a:pt x="250" y="765"/>
                </a:lnTo>
                <a:lnTo>
                  <a:pt x="246" y="765"/>
                </a:lnTo>
                <a:lnTo>
                  <a:pt x="242" y="764"/>
                </a:lnTo>
                <a:lnTo>
                  <a:pt x="237" y="760"/>
                </a:lnTo>
                <a:lnTo>
                  <a:pt x="231" y="753"/>
                </a:lnTo>
                <a:lnTo>
                  <a:pt x="223" y="740"/>
                </a:lnTo>
                <a:lnTo>
                  <a:pt x="214" y="720"/>
                </a:lnTo>
                <a:lnTo>
                  <a:pt x="205" y="699"/>
                </a:lnTo>
                <a:lnTo>
                  <a:pt x="200" y="684"/>
                </a:lnTo>
                <a:lnTo>
                  <a:pt x="199" y="676"/>
                </a:lnTo>
                <a:lnTo>
                  <a:pt x="198" y="673"/>
                </a:lnTo>
                <a:lnTo>
                  <a:pt x="198" y="675"/>
                </a:lnTo>
                <a:lnTo>
                  <a:pt x="197" y="681"/>
                </a:lnTo>
                <a:lnTo>
                  <a:pt x="194" y="691"/>
                </a:lnTo>
                <a:lnTo>
                  <a:pt x="188" y="705"/>
                </a:lnTo>
                <a:lnTo>
                  <a:pt x="180" y="720"/>
                </a:lnTo>
                <a:lnTo>
                  <a:pt x="172" y="732"/>
                </a:lnTo>
                <a:lnTo>
                  <a:pt x="165" y="740"/>
                </a:lnTo>
                <a:lnTo>
                  <a:pt x="159" y="747"/>
                </a:lnTo>
                <a:lnTo>
                  <a:pt x="152" y="751"/>
                </a:lnTo>
                <a:lnTo>
                  <a:pt x="146" y="752"/>
                </a:lnTo>
                <a:lnTo>
                  <a:pt x="141" y="751"/>
                </a:lnTo>
                <a:lnTo>
                  <a:pt x="137" y="747"/>
                </a:lnTo>
                <a:lnTo>
                  <a:pt x="133" y="741"/>
                </a:lnTo>
                <a:lnTo>
                  <a:pt x="130" y="732"/>
                </a:lnTo>
                <a:lnTo>
                  <a:pt x="126" y="724"/>
                </a:lnTo>
                <a:lnTo>
                  <a:pt x="123" y="716"/>
                </a:lnTo>
                <a:lnTo>
                  <a:pt x="119" y="712"/>
                </a:lnTo>
                <a:lnTo>
                  <a:pt x="114" y="714"/>
                </a:lnTo>
                <a:lnTo>
                  <a:pt x="109" y="724"/>
                </a:lnTo>
                <a:lnTo>
                  <a:pt x="101" y="742"/>
                </a:lnTo>
                <a:lnTo>
                  <a:pt x="92" y="759"/>
                </a:lnTo>
                <a:lnTo>
                  <a:pt x="82" y="766"/>
                </a:lnTo>
                <a:lnTo>
                  <a:pt x="70" y="764"/>
                </a:lnTo>
                <a:lnTo>
                  <a:pt x="58" y="758"/>
                </a:lnTo>
                <a:lnTo>
                  <a:pt x="46" y="749"/>
                </a:lnTo>
                <a:lnTo>
                  <a:pt x="37" y="739"/>
                </a:lnTo>
                <a:lnTo>
                  <a:pt x="30" y="731"/>
                </a:lnTo>
                <a:lnTo>
                  <a:pt x="28" y="728"/>
                </a:lnTo>
                <a:lnTo>
                  <a:pt x="27" y="727"/>
                </a:lnTo>
                <a:lnTo>
                  <a:pt x="25" y="723"/>
                </a:lnTo>
                <a:lnTo>
                  <a:pt x="23" y="717"/>
                </a:lnTo>
                <a:lnTo>
                  <a:pt x="21" y="712"/>
                </a:lnTo>
                <a:lnTo>
                  <a:pt x="19" y="706"/>
                </a:lnTo>
                <a:lnTo>
                  <a:pt x="20" y="700"/>
                </a:lnTo>
                <a:lnTo>
                  <a:pt x="22" y="696"/>
                </a:lnTo>
                <a:lnTo>
                  <a:pt x="28" y="694"/>
                </a:lnTo>
                <a:lnTo>
                  <a:pt x="35" y="691"/>
                </a:lnTo>
                <a:lnTo>
                  <a:pt x="43" y="686"/>
                </a:lnTo>
                <a:lnTo>
                  <a:pt x="49" y="678"/>
                </a:lnTo>
                <a:lnTo>
                  <a:pt x="54" y="668"/>
                </a:lnTo>
                <a:lnTo>
                  <a:pt x="58" y="658"/>
                </a:lnTo>
                <a:lnTo>
                  <a:pt x="58" y="648"/>
                </a:lnTo>
                <a:lnTo>
                  <a:pt x="55" y="638"/>
                </a:lnTo>
                <a:lnTo>
                  <a:pt x="50" y="630"/>
                </a:lnTo>
                <a:lnTo>
                  <a:pt x="44" y="623"/>
                </a:lnTo>
                <a:lnTo>
                  <a:pt x="39" y="618"/>
                </a:lnTo>
                <a:lnTo>
                  <a:pt x="35" y="614"/>
                </a:lnTo>
                <a:lnTo>
                  <a:pt x="32" y="610"/>
                </a:lnTo>
                <a:lnTo>
                  <a:pt x="30" y="607"/>
                </a:lnTo>
                <a:lnTo>
                  <a:pt x="29" y="603"/>
                </a:lnTo>
                <a:lnTo>
                  <a:pt x="28" y="597"/>
                </a:lnTo>
                <a:lnTo>
                  <a:pt x="28" y="590"/>
                </a:lnTo>
                <a:lnTo>
                  <a:pt x="28" y="582"/>
                </a:lnTo>
                <a:lnTo>
                  <a:pt x="27" y="576"/>
                </a:lnTo>
                <a:lnTo>
                  <a:pt x="26" y="571"/>
                </a:lnTo>
                <a:lnTo>
                  <a:pt x="26" y="564"/>
                </a:lnTo>
                <a:lnTo>
                  <a:pt x="26" y="559"/>
                </a:lnTo>
                <a:lnTo>
                  <a:pt x="27" y="554"/>
                </a:lnTo>
                <a:lnTo>
                  <a:pt x="30" y="548"/>
                </a:lnTo>
                <a:lnTo>
                  <a:pt x="34" y="540"/>
                </a:lnTo>
                <a:lnTo>
                  <a:pt x="39" y="532"/>
                </a:lnTo>
                <a:lnTo>
                  <a:pt x="45" y="524"/>
                </a:lnTo>
                <a:lnTo>
                  <a:pt x="51" y="516"/>
                </a:lnTo>
                <a:lnTo>
                  <a:pt x="56" y="510"/>
                </a:lnTo>
                <a:lnTo>
                  <a:pt x="61" y="504"/>
                </a:lnTo>
                <a:lnTo>
                  <a:pt x="65" y="500"/>
                </a:lnTo>
                <a:lnTo>
                  <a:pt x="67" y="498"/>
                </a:lnTo>
                <a:lnTo>
                  <a:pt x="68" y="497"/>
                </a:lnTo>
                <a:lnTo>
                  <a:pt x="69" y="497"/>
                </a:lnTo>
                <a:lnTo>
                  <a:pt x="72" y="499"/>
                </a:lnTo>
                <a:lnTo>
                  <a:pt x="75" y="501"/>
                </a:lnTo>
                <a:lnTo>
                  <a:pt x="80" y="504"/>
                </a:lnTo>
                <a:lnTo>
                  <a:pt x="85" y="509"/>
                </a:lnTo>
                <a:lnTo>
                  <a:pt x="90" y="514"/>
                </a:lnTo>
                <a:lnTo>
                  <a:pt x="94" y="522"/>
                </a:lnTo>
                <a:lnTo>
                  <a:pt x="98" y="531"/>
                </a:lnTo>
                <a:lnTo>
                  <a:pt x="102" y="539"/>
                </a:lnTo>
                <a:lnTo>
                  <a:pt x="109" y="544"/>
                </a:lnTo>
                <a:lnTo>
                  <a:pt x="116" y="548"/>
                </a:lnTo>
                <a:lnTo>
                  <a:pt x="124" y="550"/>
                </a:lnTo>
                <a:lnTo>
                  <a:pt x="132" y="550"/>
                </a:lnTo>
                <a:lnTo>
                  <a:pt x="140" y="551"/>
                </a:lnTo>
                <a:lnTo>
                  <a:pt x="147" y="551"/>
                </a:lnTo>
                <a:lnTo>
                  <a:pt x="154" y="551"/>
                </a:lnTo>
                <a:lnTo>
                  <a:pt x="161" y="553"/>
                </a:lnTo>
                <a:lnTo>
                  <a:pt x="166" y="557"/>
                </a:lnTo>
                <a:lnTo>
                  <a:pt x="170" y="562"/>
                </a:lnTo>
                <a:lnTo>
                  <a:pt x="173" y="570"/>
                </a:lnTo>
                <a:lnTo>
                  <a:pt x="176" y="579"/>
                </a:lnTo>
                <a:lnTo>
                  <a:pt x="179" y="589"/>
                </a:lnTo>
                <a:lnTo>
                  <a:pt x="181" y="600"/>
                </a:lnTo>
                <a:lnTo>
                  <a:pt x="182" y="612"/>
                </a:lnTo>
                <a:lnTo>
                  <a:pt x="183" y="622"/>
                </a:lnTo>
                <a:lnTo>
                  <a:pt x="185" y="626"/>
                </a:lnTo>
                <a:lnTo>
                  <a:pt x="186" y="625"/>
                </a:lnTo>
                <a:lnTo>
                  <a:pt x="188" y="621"/>
                </a:lnTo>
                <a:lnTo>
                  <a:pt x="189" y="613"/>
                </a:lnTo>
                <a:lnTo>
                  <a:pt x="190" y="605"/>
                </a:lnTo>
                <a:lnTo>
                  <a:pt x="191" y="596"/>
                </a:lnTo>
                <a:lnTo>
                  <a:pt x="191" y="587"/>
                </a:lnTo>
                <a:lnTo>
                  <a:pt x="191" y="580"/>
                </a:lnTo>
                <a:lnTo>
                  <a:pt x="193" y="574"/>
                </a:lnTo>
                <a:lnTo>
                  <a:pt x="195" y="570"/>
                </a:lnTo>
                <a:lnTo>
                  <a:pt x="198" y="567"/>
                </a:lnTo>
                <a:lnTo>
                  <a:pt x="202" y="567"/>
                </a:lnTo>
                <a:lnTo>
                  <a:pt x="208" y="570"/>
                </a:lnTo>
                <a:lnTo>
                  <a:pt x="214" y="574"/>
                </a:lnTo>
                <a:lnTo>
                  <a:pt x="222" y="579"/>
                </a:lnTo>
                <a:lnTo>
                  <a:pt x="230" y="583"/>
                </a:lnTo>
                <a:lnTo>
                  <a:pt x="239" y="582"/>
                </a:lnTo>
                <a:lnTo>
                  <a:pt x="247" y="579"/>
                </a:lnTo>
                <a:lnTo>
                  <a:pt x="255" y="575"/>
                </a:lnTo>
                <a:lnTo>
                  <a:pt x="264" y="571"/>
                </a:lnTo>
                <a:lnTo>
                  <a:pt x="271" y="570"/>
                </a:lnTo>
                <a:lnTo>
                  <a:pt x="277" y="572"/>
                </a:lnTo>
                <a:lnTo>
                  <a:pt x="283" y="579"/>
                </a:lnTo>
                <a:lnTo>
                  <a:pt x="287" y="589"/>
                </a:lnTo>
                <a:lnTo>
                  <a:pt x="291" y="599"/>
                </a:lnTo>
                <a:lnTo>
                  <a:pt x="293" y="608"/>
                </a:lnTo>
                <a:lnTo>
                  <a:pt x="295" y="617"/>
                </a:lnTo>
                <a:lnTo>
                  <a:pt x="298" y="626"/>
                </a:lnTo>
                <a:lnTo>
                  <a:pt x="301" y="634"/>
                </a:lnTo>
                <a:lnTo>
                  <a:pt x="307" y="640"/>
                </a:lnTo>
                <a:lnTo>
                  <a:pt x="314" y="646"/>
                </a:lnTo>
                <a:lnTo>
                  <a:pt x="322" y="652"/>
                </a:lnTo>
                <a:lnTo>
                  <a:pt x="328" y="658"/>
                </a:lnTo>
                <a:lnTo>
                  <a:pt x="334" y="664"/>
                </a:lnTo>
                <a:lnTo>
                  <a:pt x="339" y="670"/>
                </a:lnTo>
                <a:lnTo>
                  <a:pt x="342" y="675"/>
                </a:lnTo>
                <a:lnTo>
                  <a:pt x="345" y="679"/>
                </a:lnTo>
                <a:lnTo>
                  <a:pt x="346" y="682"/>
                </a:lnTo>
                <a:lnTo>
                  <a:pt x="347" y="683"/>
                </a:lnTo>
                <a:lnTo>
                  <a:pt x="346" y="681"/>
                </a:lnTo>
                <a:lnTo>
                  <a:pt x="342" y="677"/>
                </a:lnTo>
                <a:lnTo>
                  <a:pt x="337" y="668"/>
                </a:lnTo>
                <a:lnTo>
                  <a:pt x="331" y="657"/>
                </a:lnTo>
                <a:lnTo>
                  <a:pt x="324" y="645"/>
                </a:lnTo>
                <a:lnTo>
                  <a:pt x="319" y="630"/>
                </a:lnTo>
                <a:lnTo>
                  <a:pt x="314" y="612"/>
                </a:lnTo>
                <a:lnTo>
                  <a:pt x="312" y="593"/>
                </a:lnTo>
                <a:lnTo>
                  <a:pt x="311" y="576"/>
                </a:lnTo>
                <a:lnTo>
                  <a:pt x="310" y="561"/>
                </a:lnTo>
                <a:lnTo>
                  <a:pt x="308" y="551"/>
                </a:lnTo>
                <a:lnTo>
                  <a:pt x="304" y="545"/>
                </a:lnTo>
                <a:lnTo>
                  <a:pt x="299" y="541"/>
                </a:lnTo>
                <a:lnTo>
                  <a:pt x="293" y="540"/>
                </a:lnTo>
                <a:lnTo>
                  <a:pt x="284" y="542"/>
                </a:lnTo>
                <a:lnTo>
                  <a:pt x="272" y="545"/>
                </a:lnTo>
                <a:lnTo>
                  <a:pt x="258" y="548"/>
                </a:lnTo>
                <a:lnTo>
                  <a:pt x="244" y="548"/>
                </a:lnTo>
                <a:lnTo>
                  <a:pt x="231" y="547"/>
                </a:lnTo>
                <a:lnTo>
                  <a:pt x="219" y="544"/>
                </a:lnTo>
                <a:lnTo>
                  <a:pt x="206" y="540"/>
                </a:lnTo>
                <a:lnTo>
                  <a:pt x="196" y="535"/>
                </a:lnTo>
                <a:lnTo>
                  <a:pt x="187" y="529"/>
                </a:lnTo>
                <a:lnTo>
                  <a:pt x="180" y="523"/>
                </a:lnTo>
                <a:lnTo>
                  <a:pt x="172" y="517"/>
                </a:lnTo>
                <a:lnTo>
                  <a:pt x="163" y="514"/>
                </a:lnTo>
                <a:lnTo>
                  <a:pt x="150" y="512"/>
                </a:lnTo>
                <a:lnTo>
                  <a:pt x="138" y="511"/>
                </a:lnTo>
                <a:lnTo>
                  <a:pt x="126" y="509"/>
                </a:lnTo>
                <a:lnTo>
                  <a:pt x="114" y="507"/>
                </a:lnTo>
                <a:lnTo>
                  <a:pt x="102" y="502"/>
                </a:lnTo>
                <a:lnTo>
                  <a:pt x="93" y="495"/>
                </a:lnTo>
                <a:lnTo>
                  <a:pt x="86" y="487"/>
                </a:lnTo>
                <a:lnTo>
                  <a:pt x="81" y="479"/>
                </a:lnTo>
                <a:lnTo>
                  <a:pt x="78" y="472"/>
                </a:lnTo>
                <a:lnTo>
                  <a:pt x="76" y="464"/>
                </a:lnTo>
                <a:lnTo>
                  <a:pt x="76" y="459"/>
                </a:lnTo>
                <a:lnTo>
                  <a:pt x="76" y="455"/>
                </a:lnTo>
                <a:lnTo>
                  <a:pt x="76" y="453"/>
                </a:lnTo>
                <a:lnTo>
                  <a:pt x="76" y="452"/>
                </a:lnTo>
                <a:lnTo>
                  <a:pt x="75" y="451"/>
                </a:lnTo>
                <a:lnTo>
                  <a:pt x="74" y="449"/>
                </a:lnTo>
                <a:lnTo>
                  <a:pt x="72" y="448"/>
                </a:lnTo>
                <a:lnTo>
                  <a:pt x="68" y="446"/>
                </a:lnTo>
                <a:lnTo>
                  <a:pt x="62" y="444"/>
                </a:lnTo>
                <a:lnTo>
                  <a:pt x="53" y="442"/>
                </a:lnTo>
                <a:lnTo>
                  <a:pt x="42" y="441"/>
                </a:lnTo>
                <a:lnTo>
                  <a:pt x="32" y="440"/>
                </a:lnTo>
                <a:lnTo>
                  <a:pt x="26" y="437"/>
                </a:lnTo>
                <a:lnTo>
                  <a:pt x="22" y="435"/>
                </a:lnTo>
                <a:lnTo>
                  <a:pt x="20" y="434"/>
                </a:lnTo>
                <a:lnTo>
                  <a:pt x="18" y="435"/>
                </a:lnTo>
                <a:lnTo>
                  <a:pt x="15" y="438"/>
                </a:lnTo>
                <a:lnTo>
                  <a:pt x="10" y="444"/>
                </a:lnTo>
                <a:lnTo>
                  <a:pt x="0" y="455"/>
                </a:lnTo>
                <a:lnTo>
                  <a:pt x="3" y="442"/>
                </a:lnTo>
                <a:lnTo>
                  <a:pt x="5" y="432"/>
                </a:lnTo>
                <a:lnTo>
                  <a:pt x="5" y="424"/>
                </a:lnTo>
                <a:lnTo>
                  <a:pt x="5" y="417"/>
                </a:lnTo>
                <a:lnTo>
                  <a:pt x="4" y="413"/>
                </a:lnTo>
                <a:lnTo>
                  <a:pt x="4" y="410"/>
                </a:lnTo>
                <a:lnTo>
                  <a:pt x="5" y="408"/>
                </a:lnTo>
                <a:lnTo>
                  <a:pt x="8" y="407"/>
                </a:lnTo>
                <a:lnTo>
                  <a:pt x="12" y="404"/>
                </a:lnTo>
                <a:lnTo>
                  <a:pt x="17" y="397"/>
                </a:lnTo>
                <a:lnTo>
                  <a:pt x="23" y="389"/>
                </a:lnTo>
                <a:lnTo>
                  <a:pt x="28" y="379"/>
                </a:lnTo>
                <a:lnTo>
                  <a:pt x="33" y="368"/>
                </a:lnTo>
                <a:lnTo>
                  <a:pt x="36" y="357"/>
                </a:lnTo>
                <a:lnTo>
                  <a:pt x="39" y="349"/>
                </a:lnTo>
                <a:lnTo>
                  <a:pt x="40" y="342"/>
                </a:lnTo>
                <a:lnTo>
                  <a:pt x="41" y="335"/>
                </a:lnTo>
                <a:lnTo>
                  <a:pt x="45" y="324"/>
                </a:lnTo>
                <a:lnTo>
                  <a:pt x="49" y="311"/>
                </a:lnTo>
                <a:lnTo>
                  <a:pt x="55" y="298"/>
                </a:lnTo>
                <a:lnTo>
                  <a:pt x="62" y="285"/>
                </a:lnTo>
                <a:lnTo>
                  <a:pt x="66" y="275"/>
                </a:lnTo>
                <a:lnTo>
                  <a:pt x="70" y="268"/>
                </a:lnTo>
                <a:lnTo>
                  <a:pt x="71" y="264"/>
                </a:lnTo>
                <a:lnTo>
                  <a:pt x="73" y="263"/>
                </a:lnTo>
                <a:lnTo>
                  <a:pt x="79" y="260"/>
                </a:lnTo>
                <a:lnTo>
                  <a:pt x="87" y="255"/>
                </a:lnTo>
                <a:lnTo>
                  <a:pt x="97" y="249"/>
                </a:lnTo>
                <a:lnTo>
                  <a:pt x="108" y="242"/>
                </a:lnTo>
                <a:lnTo>
                  <a:pt x="119" y="235"/>
                </a:lnTo>
                <a:lnTo>
                  <a:pt x="129" y="228"/>
                </a:lnTo>
                <a:lnTo>
                  <a:pt x="138" y="222"/>
                </a:lnTo>
                <a:lnTo>
                  <a:pt x="144" y="213"/>
                </a:lnTo>
                <a:lnTo>
                  <a:pt x="148" y="203"/>
                </a:lnTo>
                <a:lnTo>
                  <a:pt x="152" y="191"/>
                </a:lnTo>
                <a:lnTo>
                  <a:pt x="155" y="179"/>
                </a:lnTo>
                <a:lnTo>
                  <a:pt x="159" y="168"/>
                </a:lnTo>
                <a:lnTo>
                  <a:pt x="162" y="156"/>
                </a:lnTo>
                <a:lnTo>
                  <a:pt x="166" y="147"/>
                </a:lnTo>
                <a:lnTo>
                  <a:pt x="171" y="140"/>
                </a:lnTo>
                <a:lnTo>
                  <a:pt x="177" y="136"/>
                </a:lnTo>
                <a:lnTo>
                  <a:pt x="185" y="133"/>
                </a:lnTo>
                <a:lnTo>
                  <a:pt x="192" y="130"/>
                </a:lnTo>
                <a:lnTo>
                  <a:pt x="200" y="129"/>
                </a:lnTo>
                <a:lnTo>
                  <a:pt x="208" y="127"/>
                </a:lnTo>
                <a:lnTo>
                  <a:pt x="215" y="125"/>
                </a:lnTo>
                <a:lnTo>
                  <a:pt x="221" y="121"/>
                </a:lnTo>
                <a:lnTo>
                  <a:pt x="226" y="115"/>
                </a:lnTo>
                <a:lnTo>
                  <a:pt x="230" y="109"/>
                </a:lnTo>
                <a:lnTo>
                  <a:pt x="236" y="102"/>
                </a:lnTo>
                <a:lnTo>
                  <a:pt x="242" y="96"/>
                </a:lnTo>
                <a:lnTo>
                  <a:pt x="249" y="90"/>
                </a:lnTo>
                <a:lnTo>
                  <a:pt x="258" y="85"/>
                </a:lnTo>
                <a:lnTo>
                  <a:pt x="266" y="82"/>
                </a:lnTo>
                <a:lnTo>
                  <a:pt x="273" y="80"/>
                </a:lnTo>
                <a:lnTo>
                  <a:pt x="281" y="81"/>
                </a:lnTo>
                <a:lnTo>
                  <a:pt x="288" y="83"/>
                </a:lnTo>
                <a:lnTo>
                  <a:pt x="296" y="85"/>
                </a:lnTo>
                <a:lnTo>
                  <a:pt x="304" y="86"/>
                </a:lnTo>
                <a:lnTo>
                  <a:pt x="314" y="86"/>
                </a:lnTo>
                <a:lnTo>
                  <a:pt x="323" y="85"/>
                </a:lnTo>
                <a:lnTo>
                  <a:pt x="331" y="83"/>
                </a:lnTo>
                <a:lnTo>
                  <a:pt x="339" y="78"/>
                </a:lnTo>
                <a:lnTo>
                  <a:pt x="346" y="71"/>
                </a:lnTo>
                <a:lnTo>
                  <a:pt x="353" y="63"/>
                </a:lnTo>
                <a:lnTo>
                  <a:pt x="361" y="57"/>
                </a:lnTo>
                <a:lnTo>
                  <a:pt x="370" y="53"/>
                </a:lnTo>
                <a:lnTo>
                  <a:pt x="378" y="50"/>
                </a:lnTo>
                <a:lnTo>
                  <a:pt x="387" y="49"/>
                </a:lnTo>
                <a:lnTo>
                  <a:pt x="396" y="50"/>
                </a:lnTo>
                <a:lnTo>
                  <a:pt x="404" y="52"/>
                </a:lnTo>
                <a:lnTo>
                  <a:pt x="412" y="56"/>
                </a:lnTo>
                <a:lnTo>
                  <a:pt x="420" y="59"/>
                </a:lnTo>
                <a:lnTo>
                  <a:pt x="428" y="60"/>
                </a:lnTo>
                <a:lnTo>
                  <a:pt x="437" y="60"/>
                </a:lnTo>
                <a:lnTo>
                  <a:pt x="446" y="59"/>
                </a:lnTo>
                <a:lnTo>
                  <a:pt x="455" y="57"/>
                </a:lnTo>
                <a:lnTo>
                  <a:pt x="464" y="55"/>
                </a:lnTo>
                <a:lnTo>
                  <a:pt x="471" y="52"/>
                </a:lnTo>
                <a:lnTo>
                  <a:pt x="477" y="50"/>
                </a:lnTo>
                <a:lnTo>
                  <a:pt x="480" y="48"/>
                </a:lnTo>
                <a:lnTo>
                  <a:pt x="483" y="44"/>
                </a:lnTo>
                <a:lnTo>
                  <a:pt x="486" y="39"/>
                </a:lnTo>
                <a:lnTo>
                  <a:pt x="490" y="33"/>
                </a:lnTo>
                <a:lnTo>
                  <a:pt x="495" y="26"/>
                </a:lnTo>
                <a:lnTo>
                  <a:pt x="499" y="18"/>
                </a:lnTo>
                <a:lnTo>
                  <a:pt x="503" y="9"/>
                </a:lnTo>
                <a:lnTo>
                  <a:pt x="509" y="0"/>
                </a:lnTo>
                <a:lnTo>
                  <a:pt x="513" y="6"/>
                </a:lnTo>
                <a:lnTo>
                  <a:pt x="517" y="11"/>
                </a:lnTo>
                <a:lnTo>
                  <a:pt x="523" y="16"/>
                </a:lnTo>
                <a:lnTo>
                  <a:pt x="530" y="20"/>
                </a:lnTo>
                <a:lnTo>
                  <a:pt x="547" y="26"/>
                </a:lnTo>
                <a:lnTo>
                  <a:pt x="565" y="28"/>
                </a:lnTo>
                <a:lnTo>
                  <a:pt x="581" y="28"/>
                </a:lnTo>
                <a:lnTo>
                  <a:pt x="597" y="27"/>
                </a:lnTo>
                <a:lnTo>
                  <a:pt x="613" y="28"/>
                </a:lnTo>
                <a:lnTo>
                  <a:pt x="627" y="31"/>
                </a:lnTo>
                <a:lnTo>
                  <a:pt x="639" y="38"/>
                </a:lnTo>
                <a:lnTo>
                  <a:pt x="648" y="50"/>
                </a:lnTo>
                <a:lnTo>
                  <a:pt x="657" y="63"/>
                </a:lnTo>
                <a:lnTo>
                  <a:pt x="666" y="73"/>
                </a:lnTo>
                <a:lnTo>
                  <a:pt x="676" y="79"/>
                </a:lnTo>
                <a:lnTo>
                  <a:pt x="687" y="81"/>
                </a:lnTo>
                <a:lnTo>
                  <a:pt x="698" y="81"/>
                </a:lnTo>
                <a:lnTo>
                  <a:pt x="711" y="80"/>
                </a:lnTo>
                <a:lnTo>
                  <a:pt x="725" y="77"/>
                </a:lnTo>
                <a:lnTo>
                  <a:pt x="740" y="75"/>
                </a:lnTo>
                <a:lnTo>
                  <a:pt x="756" y="74"/>
                </a:lnTo>
                <a:lnTo>
                  <a:pt x="769" y="75"/>
                </a:lnTo>
                <a:lnTo>
                  <a:pt x="781" y="76"/>
                </a:lnTo>
                <a:lnTo>
                  <a:pt x="791" y="79"/>
                </a:lnTo>
                <a:lnTo>
                  <a:pt x="798" y="84"/>
                </a:lnTo>
                <a:lnTo>
                  <a:pt x="803" y="90"/>
                </a:lnTo>
                <a:lnTo>
                  <a:pt x="807" y="97"/>
                </a:lnTo>
                <a:lnTo>
                  <a:pt x="808" y="105"/>
                </a:lnTo>
                <a:lnTo>
                  <a:pt x="807" y="115"/>
                </a:lnTo>
                <a:lnTo>
                  <a:pt x="806" y="126"/>
                </a:lnTo>
                <a:lnTo>
                  <a:pt x="804" y="135"/>
                </a:lnTo>
                <a:lnTo>
                  <a:pt x="806" y="144"/>
                </a:lnTo>
                <a:lnTo>
                  <a:pt x="808" y="151"/>
                </a:lnTo>
                <a:lnTo>
                  <a:pt x="813" y="155"/>
                </a:lnTo>
                <a:lnTo>
                  <a:pt x="821" y="157"/>
                </a:lnTo>
                <a:lnTo>
                  <a:pt x="832" y="156"/>
                </a:lnTo>
                <a:lnTo>
                  <a:pt x="844" y="153"/>
                </a:lnTo>
                <a:lnTo>
                  <a:pt x="854" y="151"/>
                </a:lnTo>
                <a:lnTo>
                  <a:pt x="863" y="149"/>
                </a:lnTo>
                <a:lnTo>
                  <a:pt x="870" y="149"/>
                </a:lnTo>
                <a:lnTo>
                  <a:pt x="877" y="150"/>
                </a:lnTo>
                <a:lnTo>
                  <a:pt x="883" y="154"/>
                </a:lnTo>
                <a:lnTo>
                  <a:pt x="889" y="160"/>
                </a:lnTo>
                <a:lnTo>
                  <a:pt x="897" y="171"/>
                </a:lnTo>
                <a:lnTo>
                  <a:pt x="904" y="182"/>
                </a:lnTo>
                <a:lnTo>
                  <a:pt x="911" y="192"/>
                </a:lnTo>
                <a:lnTo>
                  <a:pt x="916" y="201"/>
                </a:lnTo>
                <a:lnTo>
                  <a:pt x="921" y="209"/>
                </a:lnTo>
                <a:lnTo>
                  <a:pt x="926" y="215"/>
                </a:lnTo>
                <a:lnTo>
                  <a:pt x="931" y="220"/>
                </a:lnTo>
                <a:lnTo>
                  <a:pt x="939" y="222"/>
                </a:lnTo>
                <a:lnTo>
                  <a:pt x="948" y="222"/>
                </a:lnTo>
                <a:lnTo>
                  <a:pt x="958" y="219"/>
                </a:lnTo>
                <a:lnTo>
                  <a:pt x="966" y="214"/>
                </a:lnTo>
                <a:lnTo>
                  <a:pt x="973" y="210"/>
                </a:lnTo>
                <a:lnTo>
                  <a:pt x="980" y="208"/>
                </a:lnTo>
                <a:lnTo>
                  <a:pt x="986" y="208"/>
                </a:lnTo>
                <a:lnTo>
                  <a:pt x="992" y="212"/>
                </a:lnTo>
                <a:lnTo>
                  <a:pt x="998" y="221"/>
                </a:lnTo>
                <a:lnTo>
                  <a:pt x="1006" y="236"/>
                </a:lnTo>
                <a:lnTo>
                  <a:pt x="1012" y="252"/>
                </a:lnTo>
                <a:lnTo>
                  <a:pt x="1016" y="264"/>
                </a:lnTo>
                <a:lnTo>
                  <a:pt x="1019" y="276"/>
                </a:lnTo>
                <a:lnTo>
                  <a:pt x="1021" y="284"/>
                </a:lnTo>
                <a:lnTo>
                  <a:pt x="1025" y="292"/>
                </a:lnTo>
                <a:lnTo>
                  <a:pt x="1030" y="300"/>
                </a:lnTo>
                <a:lnTo>
                  <a:pt x="1038" y="308"/>
                </a:lnTo>
                <a:lnTo>
                  <a:pt x="1050" y="318"/>
                </a:lnTo>
                <a:lnTo>
                  <a:pt x="1064" y="327"/>
                </a:lnTo>
                <a:lnTo>
                  <a:pt x="1076" y="336"/>
                </a:lnTo>
                <a:lnTo>
                  <a:pt x="1087" y="345"/>
                </a:lnTo>
                <a:lnTo>
                  <a:pt x="1096" y="355"/>
                </a:lnTo>
                <a:lnTo>
                  <a:pt x="1103" y="366"/>
                </a:lnTo>
                <a:lnTo>
                  <a:pt x="1110" y="381"/>
                </a:lnTo>
                <a:lnTo>
                  <a:pt x="1114" y="396"/>
                </a:lnTo>
                <a:lnTo>
                  <a:pt x="1116" y="415"/>
                </a:lnTo>
                <a:lnTo>
                  <a:pt x="1118" y="436"/>
                </a:lnTo>
                <a:lnTo>
                  <a:pt x="1121" y="455"/>
                </a:lnTo>
                <a:lnTo>
                  <a:pt x="1124" y="474"/>
                </a:lnTo>
                <a:lnTo>
                  <a:pt x="1128" y="491"/>
                </a:lnTo>
                <a:lnTo>
                  <a:pt x="1129" y="506"/>
                </a:lnTo>
                <a:lnTo>
                  <a:pt x="1129" y="520"/>
                </a:lnTo>
                <a:lnTo>
                  <a:pt x="1125" y="529"/>
                </a:lnTo>
                <a:lnTo>
                  <a:pt x="1118" y="534"/>
                </a:lnTo>
                <a:lnTo>
                  <a:pt x="1109" y="538"/>
                </a:lnTo>
                <a:lnTo>
                  <a:pt x="1100" y="543"/>
                </a:lnTo>
                <a:lnTo>
                  <a:pt x="1093" y="549"/>
                </a:lnTo>
                <a:lnTo>
                  <a:pt x="1088" y="556"/>
                </a:lnTo>
                <a:lnTo>
                  <a:pt x="1085" y="564"/>
                </a:lnTo>
                <a:lnTo>
                  <a:pt x="1085" y="575"/>
                </a:lnTo>
                <a:lnTo>
                  <a:pt x="1088" y="585"/>
                </a:lnTo>
                <a:lnTo>
                  <a:pt x="1095" y="597"/>
                </a:lnTo>
                <a:lnTo>
                  <a:pt x="1102" y="611"/>
                </a:lnTo>
                <a:lnTo>
                  <a:pt x="1106" y="626"/>
                </a:lnTo>
                <a:lnTo>
                  <a:pt x="1103" y="641"/>
                </a:lnTo>
                <a:lnTo>
                  <a:pt x="1099" y="655"/>
                </a:lnTo>
                <a:lnTo>
                  <a:pt x="1093" y="668"/>
                </a:lnTo>
                <a:lnTo>
                  <a:pt x="1086" y="679"/>
                </a:lnTo>
                <a:lnTo>
                  <a:pt x="1079" y="686"/>
                </a:lnTo>
                <a:lnTo>
                  <a:pt x="1073" y="689"/>
                </a:lnTo>
                <a:lnTo>
                  <a:pt x="1068" y="692"/>
                </a:lnTo>
                <a:lnTo>
                  <a:pt x="1064" y="700"/>
                </a:lnTo>
                <a:lnTo>
                  <a:pt x="1061" y="710"/>
                </a:lnTo>
                <a:lnTo>
                  <a:pt x="1061" y="721"/>
                </a:lnTo>
                <a:lnTo>
                  <a:pt x="1064" y="732"/>
                </a:lnTo>
                <a:lnTo>
                  <a:pt x="1071" y="740"/>
                </a:lnTo>
                <a:lnTo>
                  <a:pt x="1083" y="745"/>
                </a:lnTo>
                <a:lnTo>
                  <a:pt x="1101" y="744"/>
                </a:lnTo>
                <a:lnTo>
                  <a:pt x="1121" y="740"/>
                </a:lnTo>
                <a:lnTo>
                  <a:pt x="1136" y="735"/>
                </a:lnTo>
                <a:lnTo>
                  <a:pt x="1150" y="729"/>
                </a:lnTo>
                <a:lnTo>
                  <a:pt x="1163" y="723"/>
                </a:lnTo>
                <a:lnTo>
                  <a:pt x="1174" y="718"/>
                </a:lnTo>
                <a:lnTo>
                  <a:pt x="1185" y="716"/>
                </a:lnTo>
                <a:lnTo>
                  <a:pt x="1196" y="716"/>
                </a:lnTo>
                <a:lnTo>
                  <a:pt x="1210" y="722"/>
                </a:lnTo>
                <a:lnTo>
                  <a:pt x="1223" y="729"/>
                </a:lnTo>
                <a:lnTo>
                  <a:pt x="1236" y="736"/>
                </a:lnTo>
                <a:lnTo>
                  <a:pt x="1248" y="742"/>
                </a:lnTo>
                <a:lnTo>
                  <a:pt x="1260" y="749"/>
                </a:lnTo>
                <a:lnTo>
                  <a:pt x="1268" y="755"/>
                </a:lnTo>
                <a:lnTo>
                  <a:pt x="1274" y="763"/>
                </a:lnTo>
                <a:lnTo>
                  <a:pt x="1277" y="772"/>
                </a:lnTo>
                <a:lnTo>
                  <a:pt x="1277" y="781"/>
                </a:lnTo>
                <a:lnTo>
                  <a:pt x="1277" y="792"/>
                </a:lnTo>
                <a:lnTo>
                  <a:pt x="1279" y="806"/>
                </a:lnTo>
                <a:lnTo>
                  <a:pt x="1283" y="823"/>
                </a:lnTo>
                <a:lnTo>
                  <a:pt x="1288" y="841"/>
                </a:lnTo>
                <a:lnTo>
                  <a:pt x="1292" y="859"/>
                </a:lnTo>
                <a:lnTo>
                  <a:pt x="1295" y="877"/>
                </a:lnTo>
                <a:lnTo>
                  <a:pt x="1296" y="892"/>
                </a:lnTo>
                <a:lnTo>
                  <a:pt x="1295" y="905"/>
                </a:lnTo>
                <a:lnTo>
                  <a:pt x="1291" y="917"/>
                </a:lnTo>
                <a:lnTo>
                  <a:pt x="1285" y="933"/>
                </a:lnTo>
                <a:lnTo>
                  <a:pt x="1278" y="949"/>
                </a:lnTo>
                <a:lnTo>
                  <a:pt x="1272" y="965"/>
                </a:lnTo>
                <a:lnTo>
                  <a:pt x="1266" y="982"/>
                </a:lnTo>
                <a:lnTo>
                  <a:pt x="1263" y="998"/>
                </a:lnTo>
                <a:lnTo>
                  <a:pt x="1262" y="1013"/>
                </a:lnTo>
                <a:lnTo>
                  <a:pt x="1265" y="1026"/>
                </a:lnTo>
                <a:lnTo>
                  <a:pt x="1267" y="1036"/>
                </a:lnTo>
                <a:lnTo>
                  <a:pt x="1266" y="1049"/>
                </a:lnTo>
                <a:lnTo>
                  <a:pt x="1264" y="1062"/>
                </a:lnTo>
                <a:lnTo>
                  <a:pt x="1262" y="1078"/>
                </a:lnTo>
                <a:lnTo>
                  <a:pt x="1260" y="1092"/>
                </a:lnTo>
                <a:lnTo>
                  <a:pt x="1259" y="1106"/>
                </a:lnTo>
                <a:lnTo>
                  <a:pt x="1261" y="1119"/>
                </a:lnTo>
                <a:lnTo>
                  <a:pt x="1267" y="1131"/>
                </a:lnTo>
                <a:lnTo>
                  <a:pt x="1263" y="1137"/>
                </a:lnTo>
                <a:lnTo>
                  <a:pt x="1259" y="1143"/>
                </a:lnTo>
                <a:lnTo>
                  <a:pt x="1255" y="1148"/>
                </a:lnTo>
                <a:lnTo>
                  <a:pt x="1250" y="1154"/>
                </a:lnTo>
                <a:lnTo>
                  <a:pt x="1245" y="1160"/>
                </a:lnTo>
                <a:lnTo>
                  <a:pt x="1240" y="1166"/>
                </a:lnTo>
                <a:lnTo>
                  <a:pt x="1234" y="1171"/>
                </a:lnTo>
                <a:lnTo>
                  <a:pt x="1228" y="1177"/>
                </a:lnTo>
                <a:lnTo>
                  <a:pt x="1217" y="1184"/>
                </a:lnTo>
                <a:lnTo>
                  <a:pt x="1210" y="1190"/>
                </a:lnTo>
                <a:lnTo>
                  <a:pt x="1206" y="1196"/>
                </a:lnTo>
                <a:lnTo>
                  <a:pt x="1205" y="1202"/>
                </a:lnTo>
                <a:lnTo>
                  <a:pt x="1203" y="1210"/>
                </a:lnTo>
                <a:lnTo>
                  <a:pt x="1206" y="1219"/>
                </a:lnTo>
                <a:lnTo>
                  <a:pt x="1207" y="1232"/>
                </a:lnTo>
                <a:lnTo>
                  <a:pt x="1208" y="1248"/>
                </a:lnTo>
                <a:lnTo>
                  <a:pt x="1209" y="1263"/>
                </a:lnTo>
                <a:lnTo>
                  <a:pt x="1210" y="1275"/>
                </a:lnTo>
                <a:lnTo>
                  <a:pt x="1209" y="1282"/>
                </a:lnTo>
                <a:lnTo>
                  <a:pt x="1206" y="1287"/>
                </a:lnTo>
                <a:lnTo>
                  <a:pt x="1199" y="1291"/>
                </a:lnTo>
                <a:lnTo>
                  <a:pt x="1189" y="1293"/>
                </a:lnTo>
                <a:lnTo>
                  <a:pt x="1175" y="1297"/>
                </a:lnTo>
                <a:lnTo>
                  <a:pt x="1155" y="1301"/>
                </a:lnTo>
                <a:lnTo>
                  <a:pt x="1135" y="1306"/>
                </a:lnTo>
                <a:lnTo>
                  <a:pt x="1124" y="1312"/>
                </a:lnTo>
                <a:lnTo>
                  <a:pt x="1117" y="1318"/>
                </a:lnTo>
                <a:lnTo>
                  <a:pt x="1115" y="1326"/>
                </a:lnTo>
                <a:lnTo>
                  <a:pt x="1114" y="1335"/>
                </a:lnTo>
                <a:lnTo>
                  <a:pt x="1114" y="1344"/>
                </a:lnTo>
                <a:lnTo>
                  <a:pt x="1113" y="1356"/>
                </a:lnTo>
                <a:lnTo>
                  <a:pt x="1110" y="1370"/>
                </a:lnTo>
                <a:lnTo>
                  <a:pt x="1105" y="1385"/>
                </a:lnTo>
                <a:lnTo>
                  <a:pt x="1099" y="1394"/>
                </a:lnTo>
                <a:lnTo>
                  <a:pt x="1092" y="1400"/>
                </a:lnTo>
                <a:lnTo>
                  <a:pt x="1084" y="1403"/>
                </a:lnTo>
                <a:lnTo>
                  <a:pt x="1074" y="1403"/>
                </a:lnTo>
                <a:lnTo>
                  <a:pt x="1062" y="1402"/>
                </a:lnTo>
                <a:lnTo>
                  <a:pt x="1046" y="1400"/>
                </a:lnTo>
                <a:lnTo>
                  <a:pt x="1028" y="1397"/>
                </a:lnTo>
                <a:lnTo>
                  <a:pt x="1011" y="1397"/>
                </a:lnTo>
                <a:lnTo>
                  <a:pt x="996" y="1401"/>
                </a:lnTo>
                <a:lnTo>
                  <a:pt x="984" y="1408"/>
                </a:lnTo>
                <a:lnTo>
                  <a:pt x="975" y="1418"/>
                </a:lnTo>
                <a:lnTo>
                  <a:pt x="967" y="1430"/>
                </a:lnTo>
                <a:lnTo>
                  <a:pt x="960" y="1442"/>
                </a:lnTo>
                <a:lnTo>
                  <a:pt x="951" y="1452"/>
                </a:lnTo>
                <a:lnTo>
                  <a:pt x="942" y="1460"/>
                </a:lnTo>
                <a:lnTo>
                  <a:pt x="933" y="1469"/>
                </a:lnTo>
                <a:lnTo>
                  <a:pt x="926" y="1480"/>
                </a:lnTo>
                <a:lnTo>
                  <a:pt x="920" y="1491"/>
                </a:lnTo>
                <a:lnTo>
                  <a:pt x="916" y="1503"/>
                </a:lnTo>
                <a:lnTo>
                  <a:pt x="913" y="1515"/>
                </a:lnTo>
                <a:lnTo>
                  <a:pt x="910" y="1528"/>
                </a:lnTo>
                <a:lnTo>
                  <a:pt x="907" y="1539"/>
                </a:lnTo>
                <a:lnTo>
                  <a:pt x="903" y="1548"/>
                </a:lnTo>
                <a:lnTo>
                  <a:pt x="902" y="1549"/>
                </a:lnTo>
                <a:lnTo>
                  <a:pt x="902" y="155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76" name="Freeform 1133">
            <a:extLst>
              <a:ext uri="{FF2B5EF4-FFF2-40B4-BE49-F238E27FC236}">
                <a16:creationId xmlns:a16="http://schemas.microsoft.com/office/drawing/2014/main" id="{0A0EB572-E1A9-69C3-1677-8FF6A491FE77}"/>
              </a:ext>
            </a:extLst>
          </p:cNvPr>
          <p:cNvSpPr>
            <a:spLocks/>
          </p:cNvSpPr>
          <p:nvPr/>
        </p:nvSpPr>
        <p:spPr bwMode="auto">
          <a:xfrm>
            <a:off x="6424613" y="4765675"/>
            <a:ext cx="214312" cy="234950"/>
          </a:xfrm>
          <a:custGeom>
            <a:avLst/>
            <a:gdLst>
              <a:gd name="T0" fmla="*/ 2147483646 w 1296"/>
              <a:gd name="T1" fmla="*/ 2147483646 h 1572"/>
              <a:gd name="T2" fmla="*/ 2147483646 w 1296"/>
              <a:gd name="T3" fmla="*/ 2147483646 h 1572"/>
              <a:gd name="T4" fmla="*/ 2147483646 w 1296"/>
              <a:gd name="T5" fmla="*/ 2147483646 h 1572"/>
              <a:gd name="T6" fmla="*/ 2147483646 w 1296"/>
              <a:gd name="T7" fmla="*/ 2147483646 h 1572"/>
              <a:gd name="T8" fmla="*/ 2147483646 w 1296"/>
              <a:gd name="T9" fmla="*/ 2147483646 h 1572"/>
              <a:gd name="T10" fmla="*/ 2147483646 w 1296"/>
              <a:gd name="T11" fmla="*/ 2147483646 h 1572"/>
              <a:gd name="T12" fmla="*/ 2147483646 w 1296"/>
              <a:gd name="T13" fmla="*/ 2147483646 h 1572"/>
              <a:gd name="T14" fmla="*/ 2147483646 w 1296"/>
              <a:gd name="T15" fmla="*/ 2147483646 h 1572"/>
              <a:gd name="T16" fmla="*/ 2147483646 w 1296"/>
              <a:gd name="T17" fmla="*/ 2147483646 h 1572"/>
              <a:gd name="T18" fmla="*/ 2147483646 w 1296"/>
              <a:gd name="T19" fmla="*/ 2147483646 h 1572"/>
              <a:gd name="T20" fmla="*/ 2147483646 w 1296"/>
              <a:gd name="T21" fmla="*/ 2147483646 h 1572"/>
              <a:gd name="T22" fmla="*/ 2147483646 w 1296"/>
              <a:gd name="T23" fmla="*/ 2147483646 h 1572"/>
              <a:gd name="T24" fmla="*/ 2147483646 w 1296"/>
              <a:gd name="T25" fmla="*/ 2147483646 h 1572"/>
              <a:gd name="T26" fmla="*/ 2147483646 w 1296"/>
              <a:gd name="T27" fmla="*/ 2147483646 h 1572"/>
              <a:gd name="T28" fmla="*/ 2147483646 w 1296"/>
              <a:gd name="T29" fmla="*/ 2147483646 h 1572"/>
              <a:gd name="T30" fmla="*/ 2147483646 w 1296"/>
              <a:gd name="T31" fmla="*/ 2147483646 h 1572"/>
              <a:gd name="T32" fmla="*/ 2147483646 w 1296"/>
              <a:gd name="T33" fmla="*/ 2147483646 h 1572"/>
              <a:gd name="T34" fmla="*/ 2147483646 w 1296"/>
              <a:gd name="T35" fmla="*/ 2147483646 h 1572"/>
              <a:gd name="T36" fmla="*/ 2147483646 w 1296"/>
              <a:gd name="T37" fmla="*/ 2147483646 h 1572"/>
              <a:gd name="T38" fmla="*/ 2147483646 w 1296"/>
              <a:gd name="T39" fmla="*/ 2147483646 h 1572"/>
              <a:gd name="T40" fmla="*/ 2147483646 w 1296"/>
              <a:gd name="T41" fmla="*/ 2147483646 h 1572"/>
              <a:gd name="T42" fmla="*/ 2147483646 w 1296"/>
              <a:gd name="T43" fmla="*/ 2147483646 h 1572"/>
              <a:gd name="T44" fmla="*/ 2147483646 w 1296"/>
              <a:gd name="T45" fmla="*/ 2147483646 h 1572"/>
              <a:gd name="T46" fmla="*/ 2147483646 w 1296"/>
              <a:gd name="T47" fmla="*/ 2147483646 h 1572"/>
              <a:gd name="T48" fmla="*/ 2147483646 w 1296"/>
              <a:gd name="T49" fmla="*/ 2147483646 h 1572"/>
              <a:gd name="T50" fmla="*/ 2147483646 w 1296"/>
              <a:gd name="T51" fmla="*/ 2147483646 h 1572"/>
              <a:gd name="T52" fmla="*/ 2147483646 w 1296"/>
              <a:gd name="T53" fmla="*/ 2147483646 h 1572"/>
              <a:gd name="T54" fmla="*/ 2147483646 w 1296"/>
              <a:gd name="T55" fmla="*/ 2147483646 h 1572"/>
              <a:gd name="T56" fmla="*/ 2147483646 w 1296"/>
              <a:gd name="T57" fmla="*/ 2147483646 h 1572"/>
              <a:gd name="T58" fmla="*/ 2147483646 w 1296"/>
              <a:gd name="T59" fmla="*/ 2147483646 h 1572"/>
              <a:gd name="T60" fmla="*/ 2147483646 w 1296"/>
              <a:gd name="T61" fmla="*/ 2147483646 h 1572"/>
              <a:gd name="T62" fmla="*/ 2147483646 w 1296"/>
              <a:gd name="T63" fmla="*/ 2147483646 h 1572"/>
              <a:gd name="T64" fmla="*/ 2147483646 w 1296"/>
              <a:gd name="T65" fmla="*/ 2147483646 h 1572"/>
              <a:gd name="T66" fmla="*/ 2147483646 w 1296"/>
              <a:gd name="T67" fmla="*/ 2147483646 h 1572"/>
              <a:gd name="T68" fmla="*/ 2147483646 w 1296"/>
              <a:gd name="T69" fmla="*/ 2147483646 h 1572"/>
              <a:gd name="T70" fmla="*/ 2147483646 w 1296"/>
              <a:gd name="T71" fmla="*/ 2147483646 h 1572"/>
              <a:gd name="T72" fmla="*/ 2147483646 w 1296"/>
              <a:gd name="T73" fmla="*/ 2147483646 h 1572"/>
              <a:gd name="T74" fmla="*/ 2147483646 w 1296"/>
              <a:gd name="T75" fmla="*/ 2147483646 h 1572"/>
              <a:gd name="T76" fmla="*/ 2147483646 w 1296"/>
              <a:gd name="T77" fmla="*/ 2147483646 h 1572"/>
              <a:gd name="T78" fmla="*/ 2147483646 w 1296"/>
              <a:gd name="T79" fmla="*/ 2147483646 h 1572"/>
              <a:gd name="T80" fmla="*/ 2147483646 w 1296"/>
              <a:gd name="T81" fmla="*/ 2147483646 h 1572"/>
              <a:gd name="T82" fmla="*/ 2147483646 w 1296"/>
              <a:gd name="T83" fmla="*/ 2147483646 h 1572"/>
              <a:gd name="T84" fmla="*/ 2147483646 w 1296"/>
              <a:gd name="T85" fmla="*/ 2147483646 h 1572"/>
              <a:gd name="T86" fmla="*/ 2147483646 w 1296"/>
              <a:gd name="T87" fmla="*/ 2147483646 h 1572"/>
              <a:gd name="T88" fmla="*/ 2147483646 w 1296"/>
              <a:gd name="T89" fmla="*/ 2147483646 h 1572"/>
              <a:gd name="T90" fmla="*/ 2147483646 w 1296"/>
              <a:gd name="T91" fmla="*/ 2147483646 h 1572"/>
              <a:gd name="T92" fmla="*/ 2147483646 w 1296"/>
              <a:gd name="T93" fmla="*/ 2147483646 h 1572"/>
              <a:gd name="T94" fmla="*/ 2147483646 w 1296"/>
              <a:gd name="T95" fmla="*/ 2147483646 h 1572"/>
              <a:gd name="T96" fmla="*/ 2147483646 w 1296"/>
              <a:gd name="T97" fmla="*/ 2147483646 h 1572"/>
              <a:gd name="T98" fmla="*/ 2147483646 w 1296"/>
              <a:gd name="T99" fmla="*/ 2147483646 h 1572"/>
              <a:gd name="T100" fmla="*/ 2147483646 w 1296"/>
              <a:gd name="T101" fmla="*/ 2147483646 h 1572"/>
              <a:gd name="T102" fmla="*/ 2147483646 w 1296"/>
              <a:gd name="T103" fmla="*/ 2147483646 h 1572"/>
              <a:gd name="T104" fmla="*/ 2147483646 w 1296"/>
              <a:gd name="T105" fmla="*/ 2147483646 h 1572"/>
              <a:gd name="T106" fmla="*/ 2147483646 w 1296"/>
              <a:gd name="T107" fmla="*/ 2147483646 h 1572"/>
              <a:gd name="T108" fmla="*/ 2147483646 w 1296"/>
              <a:gd name="T109" fmla="*/ 2147483646 h 1572"/>
              <a:gd name="T110" fmla="*/ 2147483646 w 1296"/>
              <a:gd name="T111" fmla="*/ 2147483646 h 1572"/>
              <a:gd name="T112" fmla="*/ 2147483646 w 1296"/>
              <a:gd name="T113" fmla="*/ 2147483646 h 1572"/>
              <a:gd name="T114" fmla="*/ 2147483646 w 1296"/>
              <a:gd name="T115" fmla="*/ 2147483646 h 1572"/>
              <a:gd name="T116" fmla="*/ 2147483646 w 1296"/>
              <a:gd name="T117" fmla="*/ 2147483646 h 1572"/>
              <a:gd name="T118" fmla="*/ 2147483646 w 1296"/>
              <a:gd name="T119" fmla="*/ 2147483646 h 1572"/>
              <a:gd name="T120" fmla="*/ 2147483646 w 1296"/>
              <a:gd name="T121" fmla="*/ 2147483646 h 1572"/>
              <a:gd name="T122" fmla="*/ 2147483646 w 1296"/>
              <a:gd name="T123" fmla="*/ 2147483646 h 1572"/>
              <a:gd name="T124" fmla="*/ 2147483646 w 1296"/>
              <a:gd name="T125" fmla="*/ 2147483646 h 15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6" h="1572">
                <a:moveTo>
                  <a:pt x="902" y="1550"/>
                </a:moveTo>
                <a:lnTo>
                  <a:pt x="902" y="1550"/>
                </a:lnTo>
                <a:lnTo>
                  <a:pt x="896" y="1553"/>
                </a:lnTo>
                <a:lnTo>
                  <a:pt x="890" y="1557"/>
                </a:lnTo>
                <a:lnTo>
                  <a:pt x="884" y="1560"/>
                </a:lnTo>
                <a:lnTo>
                  <a:pt x="878" y="1564"/>
                </a:lnTo>
                <a:lnTo>
                  <a:pt x="869" y="1569"/>
                </a:lnTo>
                <a:lnTo>
                  <a:pt x="861" y="1572"/>
                </a:lnTo>
                <a:lnTo>
                  <a:pt x="854" y="1572"/>
                </a:lnTo>
                <a:lnTo>
                  <a:pt x="849" y="1571"/>
                </a:lnTo>
                <a:lnTo>
                  <a:pt x="846" y="1569"/>
                </a:lnTo>
                <a:lnTo>
                  <a:pt x="843" y="1567"/>
                </a:lnTo>
                <a:lnTo>
                  <a:pt x="841" y="1565"/>
                </a:lnTo>
                <a:lnTo>
                  <a:pt x="841" y="1564"/>
                </a:lnTo>
                <a:lnTo>
                  <a:pt x="839" y="1562"/>
                </a:lnTo>
                <a:lnTo>
                  <a:pt x="834" y="1556"/>
                </a:lnTo>
                <a:lnTo>
                  <a:pt x="827" y="1548"/>
                </a:lnTo>
                <a:lnTo>
                  <a:pt x="817" y="1539"/>
                </a:lnTo>
                <a:lnTo>
                  <a:pt x="803" y="1531"/>
                </a:lnTo>
                <a:lnTo>
                  <a:pt x="789" y="1525"/>
                </a:lnTo>
                <a:lnTo>
                  <a:pt x="774" y="1522"/>
                </a:lnTo>
                <a:lnTo>
                  <a:pt x="758" y="1526"/>
                </a:lnTo>
                <a:lnTo>
                  <a:pt x="742" y="1531"/>
                </a:lnTo>
                <a:lnTo>
                  <a:pt x="728" y="1535"/>
                </a:lnTo>
                <a:lnTo>
                  <a:pt x="717" y="1538"/>
                </a:lnTo>
                <a:lnTo>
                  <a:pt x="708" y="1540"/>
                </a:lnTo>
                <a:lnTo>
                  <a:pt x="699" y="1541"/>
                </a:lnTo>
                <a:lnTo>
                  <a:pt x="694" y="1542"/>
                </a:lnTo>
                <a:lnTo>
                  <a:pt x="691" y="1542"/>
                </a:lnTo>
                <a:lnTo>
                  <a:pt x="690" y="1542"/>
                </a:lnTo>
                <a:lnTo>
                  <a:pt x="689" y="1541"/>
                </a:lnTo>
                <a:lnTo>
                  <a:pt x="687" y="1539"/>
                </a:lnTo>
                <a:lnTo>
                  <a:pt x="683" y="1535"/>
                </a:lnTo>
                <a:lnTo>
                  <a:pt x="677" y="1531"/>
                </a:lnTo>
                <a:lnTo>
                  <a:pt x="671" y="1527"/>
                </a:lnTo>
                <a:lnTo>
                  <a:pt x="664" y="1522"/>
                </a:lnTo>
                <a:lnTo>
                  <a:pt x="656" y="1520"/>
                </a:lnTo>
                <a:lnTo>
                  <a:pt x="647" y="1519"/>
                </a:lnTo>
                <a:lnTo>
                  <a:pt x="639" y="1519"/>
                </a:lnTo>
                <a:lnTo>
                  <a:pt x="630" y="1520"/>
                </a:lnTo>
                <a:lnTo>
                  <a:pt x="621" y="1522"/>
                </a:lnTo>
                <a:lnTo>
                  <a:pt x="612" y="1523"/>
                </a:lnTo>
                <a:lnTo>
                  <a:pt x="602" y="1526"/>
                </a:lnTo>
                <a:lnTo>
                  <a:pt x="594" y="1528"/>
                </a:lnTo>
                <a:lnTo>
                  <a:pt x="587" y="1530"/>
                </a:lnTo>
                <a:lnTo>
                  <a:pt x="580" y="1532"/>
                </a:lnTo>
                <a:lnTo>
                  <a:pt x="577" y="1532"/>
                </a:lnTo>
                <a:lnTo>
                  <a:pt x="573" y="1532"/>
                </a:lnTo>
                <a:lnTo>
                  <a:pt x="568" y="1532"/>
                </a:lnTo>
                <a:lnTo>
                  <a:pt x="563" y="1533"/>
                </a:lnTo>
                <a:lnTo>
                  <a:pt x="557" y="1533"/>
                </a:lnTo>
                <a:lnTo>
                  <a:pt x="549" y="1534"/>
                </a:lnTo>
                <a:lnTo>
                  <a:pt x="543" y="1534"/>
                </a:lnTo>
                <a:lnTo>
                  <a:pt x="536" y="1535"/>
                </a:lnTo>
                <a:lnTo>
                  <a:pt x="537" y="1533"/>
                </a:lnTo>
                <a:lnTo>
                  <a:pt x="538" y="1531"/>
                </a:lnTo>
                <a:lnTo>
                  <a:pt x="540" y="1530"/>
                </a:lnTo>
                <a:lnTo>
                  <a:pt x="543" y="1529"/>
                </a:lnTo>
                <a:lnTo>
                  <a:pt x="548" y="1529"/>
                </a:lnTo>
                <a:lnTo>
                  <a:pt x="551" y="1529"/>
                </a:lnTo>
                <a:lnTo>
                  <a:pt x="550" y="1529"/>
                </a:lnTo>
                <a:lnTo>
                  <a:pt x="546" y="1530"/>
                </a:lnTo>
                <a:lnTo>
                  <a:pt x="541" y="1530"/>
                </a:lnTo>
                <a:lnTo>
                  <a:pt x="535" y="1529"/>
                </a:lnTo>
                <a:lnTo>
                  <a:pt x="527" y="1527"/>
                </a:lnTo>
                <a:lnTo>
                  <a:pt x="519" y="1525"/>
                </a:lnTo>
                <a:lnTo>
                  <a:pt x="511" y="1525"/>
                </a:lnTo>
                <a:lnTo>
                  <a:pt x="503" y="1523"/>
                </a:lnTo>
                <a:lnTo>
                  <a:pt x="497" y="1523"/>
                </a:lnTo>
                <a:lnTo>
                  <a:pt x="491" y="1522"/>
                </a:lnTo>
                <a:lnTo>
                  <a:pt x="487" y="1521"/>
                </a:lnTo>
                <a:lnTo>
                  <a:pt x="484" y="1517"/>
                </a:lnTo>
                <a:lnTo>
                  <a:pt x="482" y="1512"/>
                </a:lnTo>
                <a:lnTo>
                  <a:pt x="480" y="1506"/>
                </a:lnTo>
                <a:lnTo>
                  <a:pt x="478" y="1502"/>
                </a:lnTo>
                <a:lnTo>
                  <a:pt x="475" y="1499"/>
                </a:lnTo>
                <a:lnTo>
                  <a:pt x="471" y="1496"/>
                </a:lnTo>
                <a:lnTo>
                  <a:pt x="467" y="1493"/>
                </a:lnTo>
                <a:lnTo>
                  <a:pt x="464" y="1490"/>
                </a:lnTo>
                <a:lnTo>
                  <a:pt x="462" y="1486"/>
                </a:lnTo>
                <a:lnTo>
                  <a:pt x="460" y="1481"/>
                </a:lnTo>
                <a:lnTo>
                  <a:pt x="458" y="1475"/>
                </a:lnTo>
                <a:lnTo>
                  <a:pt x="455" y="1468"/>
                </a:lnTo>
                <a:lnTo>
                  <a:pt x="453" y="1463"/>
                </a:lnTo>
                <a:lnTo>
                  <a:pt x="451" y="1458"/>
                </a:lnTo>
                <a:lnTo>
                  <a:pt x="449" y="1453"/>
                </a:lnTo>
                <a:lnTo>
                  <a:pt x="449" y="1448"/>
                </a:lnTo>
                <a:lnTo>
                  <a:pt x="450" y="1443"/>
                </a:lnTo>
                <a:lnTo>
                  <a:pt x="454" y="1439"/>
                </a:lnTo>
                <a:lnTo>
                  <a:pt x="461" y="1433"/>
                </a:lnTo>
                <a:lnTo>
                  <a:pt x="460" y="1428"/>
                </a:lnTo>
                <a:lnTo>
                  <a:pt x="452" y="1421"/>
                </a:lnTo>
                <a:lnTo>
                  <a:pt x="443" y="1411"/>
                </a:lnTo>
                <a:lnTo>
                  <a:pt x="437" y="1401"/>
                </a:lnTo>
                <a:lnTo>
                  <a:pt x="435" y="1396"/>
                </a:lnTo>
                <a:lnTo>
                  <a:pt x="432" y="1399"/>
                </a:lnTo>
                <a:lnTo>
                  <a:pt x="423" y="1411"/>
                </a:lnTo>
                <a:lnTo>
                  <a:pt x="416" y="1418"/>
                </a:lnTo>
                <a:lnTo>
                  <a:pt x="411" y="1422"/>
                </a:lnTo>
                <a:lnTo>
                  <a:pt x="405" y="1424"/>
                </a:lnTo>
                <a:lnTo>
                  <a:pt x="401" y="1422"/>
                </a:lnTo>
                <a:lnTo>
                  <a:pt x="398" y="1418"/>
                </a:lnTo>
                <a:lnTo>
                  <a:pt x="395" y="1413"/>
                </a:lnTo>
                <a:lnTo>
                  <a:pt x="393" y="1406"/>
                </a:lnTo>
                <a:lnTo>
                  <a:pt x="392" y="1397"/>
                </a:lnTo>
                <a:lnTo>
                  <a:pt x="391" y="1388"/>
                </a:lnTo>
                <a:lnTo>
                  <a:pt x="390" y="1379"/>
                </a:lnTo>
                <a:lnTo>
                  <a:pt x="390" y="1371"/>
                </a:lnTo>
                <a:lnTo>
                  <a:pt x="391" y="1363"/>
                </a:lnTo>
                <a:lnTo>
                  <a:pt x="393" y="1357"/>
                </a:lnTo>
                <a:lnTo>
                  <a:pt x="395" y="1351"/>
                </a:lnTo>
                <a:lnTo>
                  <a:pt x="398" y="1345"/>
                </a:lnTo>
                <a:lnTo>
                  <a:pt x="403" y="1341"/>
                </a:lnTo>
                <a:lnTo>
                  <a:pt x="407" y="1337"/>
                </a:lnTo>
                <a:lnTo>
                  <a:pt x="407" y="1333"/>
                </a:lnTo>
                <a:lnTo>
                  <a:pt x="404" y="1329"/>
                </a:lnTo>
                <a:lnTo>
                  <a:pt x="400" y="1325"/>
                </a:lnTo>
                <a:lnTo>
                  <a:pt x="398" y="1318"/>
                </a:lnTo>
                <a:lnTo>
                  <a:pt x="397" y="1310"/>
                </a:lnTo>
                <a:lnTo>
                  <a:pt x="399" y="1300"/>
                </a:lnTo>
                <a:lnTo>
                  <a:pt x="407" y="1287"/>
                </a:lnTo>
                <a:lnTo>
                  <a:pt x="416" y="1276"/>
                </a:lnTo>
                <a:lnTo>
                  <a:pt x="422" y="1268"/>
                </a:lnTo>
                <a:lnTo>
                  <a:pt x="427" y="1265"/>
                </a:lnTo>
                <a:lnTo>
                  <a:pt x="428" y="1265"/>
                </a:lnTo>
                <a:lnTo>
                  <a:pt x="426" y="1266"/>
                </a:lnTo>
                <a:lnTo>
                  <a:pt x="419" y="1268"/>
                </a:lnTo>
                <a:lnTo>
                  <a:pt x="407" y="1270"/>
                </a:lnTo>
                <a:lnTo>
                  <a:pt x="389" y="1270"/>
                </a:lnTo>
                <a:lnTo>
                  <a:pt x="371" y="1271"/>
                </a:lnTo>
                <a:lnTo>
                  <a:pt x="358" y="1276"/>
                </a:lnTo>
                <a:lnTo>
                  <a:pt x="348" y="1282"/>
                </a:lnTo>
                <a:lnTo>
                  <a:pt x="341" y="1288"/>
                </a:lnTo>
                <a:lnTo>
                  <a:pt x="336" y="1292"/>
                </a:lnTo>
                <a:lnTo>
                  <a:pt x="333" y="1294"/>
                </a:lnTo>
                <a:lnTo>
                  <a:pt x="329" y="1291"/>
                </a:lnTo>
                <a:lnTo>
                  <a:pt x="325" y="1282"/>
                </a:lnTo>
                <a:lnTo>
                  <a:pt x="321" y="1270"/>
                </a:lnTo>
                <a:lnTo>
                  <a:pt x="317" y="1263"/>
                </a:lnTo>
                <a:lnTo>
                  <a:pt x="313" y="1257"/>
                </a:lnTo>
                <a:lnTo>
                  <a:pt x="310" y="1253"/>
                </a:lnTo>
                <a:lnTo>
                  <a:pt x="305" y="1250"/>
                </a:lnTo>
                <a:lnTo>
                  <a:pt x="301" y="1248"/>
                </a:lnTo>
                <a:lnTo>
                  <a:pt x="296" y="1245"/>
                </a:lnTo>
                <a:lnTo>
                  <a:pt x="291" y="1242"/>
                </a:lnTo>
                <a:lnTo>
                  <a:pt x="286" y="1238"/>
                </a:lnTo>
                <a:lnTo>
                  <a:pt x="283" y="1235"/>
                </a:lnTo>
                <a:lnTo>
                  <a:pt x="281" y="1232"/>
                </a:lnTo>
                <a:lnTo>
                  <a:pt x="282" y="1229"/>
                </a:lnTo>
                <a:lnTo>
                  <a:pt x="284" y="1225"/>
                </a:lnTo>
                <a:lnTo>
                  <a:pt x="289" y="1219"/>
                </a:lnTo>
                <a:lnTo>
                  <a:pt x="296" y="1213"/>
                </a:lnTo>
                <a:lnTo>
                  <a:pt x="305" y="1205"/>
                </a:lnTo>
                <a:lnTo>
                  <a:pt x="314" y="1198"/>
                </a:lnTo>
                <a:lnTo>
                  <a:pt x="319" y="1194"/>
                </a:lnTo>
                <a:lnTo>
                  <a:pt x="320" y="1192"/>
                </a:lnTo>
                <a:lnTo>
                  <a:pt x="320" y="1190"/>
                </a:lnTo>
                <a:lnTo>
                  <a:pt x="318" y="1189"/>
                </a:lnTo>
                <a:lnTo>
                  <a:pt x="317" y="1185"/>
                </a:lnTo>
                <a:lnTo>
                  <a:pt x="316" y="1178"/>
                </a:lnTo>
                <a:lnTo>
                  <a:pt x="317" y="1166"/>
                </a:lnTo>
                <a:lnTo>
                  <a:pt x="320" y="1155"/>
                </a:lnTo>
                <a:lnTo>
                  <a:pt x="323" y="1148"/>
                </a:lnTo>
                <a:lnTo>
                  <a:pt x="328" y="1145"/>
                </a:lnTo>
                <a:lnTo>
                  <a:pt x="333" y="1143"/>
                </a:lnTo>
                <a:lnTo>
                  <a:pt x="340" y="1143"/>
                </a:lnTo>
                <a:lnTo>
                  <a:pt x="347" y="1143"/>
                </a:lnTo>
                <a:lnTo>
                  <a:pt x="357" y="1141"/>
                </a:lnTo>
                <a:lnTo>
                  <a:pt x="367" y="1138"/>
                </a:lnTo>
                <a:lnTo>
                  <a:pt x="376" y="1132"/>
                </a:lnTo>
                <a:lnTo>
                  <a:pt x="382" y="1124"/>
                </a:lnTo>
                <a:lnTo>
                  <a:pt x="386" y="1115"/>
                </a:lnTo>
                <a:lnTo>
                  <a:pt x="388" y="1106"/>
                </a:lnTo>
                <a:lnTo>
                  <a:pt x="388" y="1098"/>
                </a:lnTo>
                <a:lnTo>
                  <a:pt x="388" y="1091"/>
                </a:lnTo>
                <a:lnTo>
                  <a:pt x="387" y="1087"/>
                </a:lnTo>
                <a:lnTo>
                  <a:pt x="387" y="1085"/>
                </a:lnTo>
                <a:lnTo>
                  <a:pt x="386" y="1083"/>
                </a:lnTo>
                <a:lnTo>
                  <a:pt x="383" y="1079"/>
                </a:lnTo>
                <a:lnTo>
                  <a:pt x="378" y="1072"/>
                </a:lnTo>
                <a:lnTo>
                  <a:pt x="371" y="1063"/>
                </a:lnTo>
                <a:lnTo>
                  <a:pt x="364" y="1055"/>
                </a:lnTo>
                <a:lnTo>
                  <a:pt x="357" y="1048"/>
                </a:lnTo>
                <a:lnTo>
                  <a:pt x="349" y="1041"/>
                </a:lnTo>
                <a:lnTo>
                  <a:pt x="342" y="1037"/>
                </a:lnTo>
                <a:lnTo>
                  <a:pt x="336" y="1032"/>
                </a:lnTo>
                <a:lnTo>
                  <a:pt x="332" y="1023"/>
                </a:lnTo>
                <a:lnTo>
                  <a:pt x="329" y="1012"/>
                </a:lnTo>
                <a:lnTo>
                  <a:pt x="327" y="1000"/>
                </a:lnTo>
                <a:lnTo>
                  <a:pt x="326" y="989"/>
                </a:lnTo>
                <a:lnTo>
                  <a:pt x="325" y="979"/>
                </a:lnTo>
                <a:lnTo>
                  <a:pt x="325" y="973"/>
                </a:lnTo>
                <a:lnTo>
                  <a:pt x="325" y="969"/>
                </a:lnTo>
                <a:lnTo>
                  <a:pt x="324" y="969"/>
                </a:lnTo>
                <a:lnTo>
                  <a:pt x="322" y="968"/>
                </a:lnTo>
                <a:lnTo>
                  <a:pt x="319" y="966"/>
                </a:lnTo>
                <a:lnTo>
                  <a:pt x="315" y="964"/>
                </a:lnTo>
                <a:lnTo>
                  <a:pt x="309" y="961"/>
                </a:lnTo>
                <a:lnTo>
                  <a:pt x="303" y="958"/>
                </a:lnTo>
                <a:lnTo>
                  <a:pt x="297" y="954"/>
                </a:lnTo>
                <a:lnTo>
                  <a:pt x="291" y="950"/>
                </a:lnTo>
                <a:lnTo>
                  <a:pt x="284" y="946"/>
                </a:lnTo>
                <a:lnTo>
                  <a:pt x="277" y="941"/>
                </a:lnTo>
                <a:lnTo>
                  <a:pt x="268" y="935"/>
                </a:lnTo>
                <a:lnTo>
                  <a:pt x="261" y="930"/>
                </a:lnTo>
                <a:lnTo>
                  <a:pt x="253" y="924"/>
                </a:lnTo>
                <a:lnTo>
                  <a:pt x="248" y="917"/>
                </a:lnTo>
                <a:lnTo>
                  <a:pt x="246" y="912"/>
                </a:lnTo>
                <a:lnTo>
                  <a:pt x="246" y="907"/>
                </a:lnTo>
                <a:lnTo>
                  <a:pt x="248" y="902"/>
                </a:lnTo>
                <a:lnTo>
                  <a:pt x="251" y="898"/>
                </a:lnTo>
                <a:lnTo>
                  <a:pt x="254" y="894"/>
                </a:lnTo>
                <a:lnTo>
                  <a:pt x="256" y="889"/>
                </a:lnTo>
                <a:lnTo>
                  <a:pt x="260" y="883"/>
                </a:lnTo>
                <a:lnTo>
                  <a:pt x="263" y="876"/>
                </a:lnTo>
                <a:lnTo>
                  <a:pt x="265" y="867"/>
                </a:lnTo>
                <a:lnTo>
                  <a:pt x="267" y="857"/>
                </a:lnTo>
                <a:lnTo>
                  <a:pt x="269" y="846"/>
                </a:lnTo>
                <a:lnTo>
                  <a:pt x="269" y="837"/>
                </a:lnTo>
                <a:lnTo>
                  <a:pt x="270" y="829"/>
                </a:lnTo>
                <a:lnTo>
                  <a:pt x="270" y="822"/>
                </a:lnTo>
                <a:lnTo>
                  <a:pt x="270" y="816"/>
                </a:lnTo>
                <a:lnTo>
                  <a:pt x="269" y="812"/>
                </a:lnTo>
                <a:lnTo>
                  <a:pt x="269" y="810"/>
                </a:lnTo>
                <a:lnTo>
                  <a:pt x="269" y="809"/>
                </a:lnTo>
                <a:lnTo>
                  <a:pt x="269" y="808"/>
                </a:lnTo>
                <a:lnTo>
                  <a:pt x="270" y="804"/>
                </a:lnTo>
                <a:lnTo>
                  <a:pt x="271" y="798"/>
                </a:lnTo>
                <a:lnTo>
                  <a:pt x="271" y="792"/>
                </a:lnTo>
                <a:lnTo>
                  <a:pt x="271" y="785"/>
                </a:lnTo>
                <a:lnTo>
                  <a:pt x="269" y="778"/>
                </a:lnTo>
                <a:lnTo>
                  <a:pt x="266" y="772"/>
                </a:lnTo>
                <a:lnTo>
                  <a:pt x="261" y="767"/>
                </a:lnTo>
                <a:lnTo>
                  <a:pt x="255" y="765"/>
                </a:lnTo>
                <a:lnTo>
                  <a:pt x="250" y="765"/>
                </a:lnTo>
                <a:lnTo>
                  <a:pt x="246" y="765"/>
                </a:lnTo>
                <a:lnTo>
                  <a:pt x="242" y="764"/>
                </a:lnTo>
                <a:lnTo>
                  <a:pt x="237" y="760"/>
                </a:lnTo>
                <a:lnTo>
                  <a:pt x="231" y="753"/>
                </a:lnTo>
                <a:lnTo>
                  <a:pt x="223" y="740"/>
                </a:lnTo>
                <a:lnTo>
                  <a:pt x="214" y="720"/>
                </a:lnTo>
                <a:lnTo>
                  <a:pt x="205" y="699"/>
                </a:lnTo>
                <a:lnTo>
                  <a:pt x="200" y="684"/>
                </a:lnTo>
                <a:lnTo>
                  <a:pt x="199" y="676"/>
                </a:lnTo>
                <a:lnTo>
                  <a:pt x="198" y="673"/>
                </a:lnTo>
                <a:lnTo>
                  <a:pt x="198" y="675"/>
                </a:lnTo>
                <a:lnTo>
                  <a:pt x="197" y="681"/>
                </a:lnTo>
                <a:lnTo>
                  <a:pt x="194" y="691"/>
                </a:lnTo>
                <a:lnTo>
                  <a:pt x="188" y="705"/>
                </a:lnTo>
                <a:lnTo>
                  <a:pt x="180" y="720"/>
                </a:lnTo>
                <a:lnTo>
                  <a:pt x="172" y="732"/>
                </a:lnTo>
                <a:lnTo>
                  <a:pt x="165" y="740"/>
                </a:lnTo>
                <a:lnTo>
                  <a:pt x="159" y="747"/>
                </a:lnTo>
                <a:lnTo>
                  <a:pt x="152" y="751"/>
                </a:lnTo>
                <a:lnTo>
                  <a:pt x="146" y="752"/>
                </a:lnTo>
                <a:lnTo>
                  <a:pt x="141" y="751"/>
                </a:lnTo>
                <a:lnTo>
                  <a:pt x="137" y="747"/>
                </a:lnTo>
                <a:lnTo>
                  <a:pt x="133" y="741"/>
                </a:lnTo>
                <a:lnTo>
                  <a:pt x="130" y="732"/>
                </a:lnTo>
                <a:lnTo>
                  <a:pt x="126" y="724"/>
                </a:lnTo>
                <a:lnTo>
                  <a:pt x="123" y="716"/>
                </a:lnTo>
                <a:lnTo>
                  <a:pt x="119" y="712"/>
                </a:lnTo>
                <a:lnTo>
                  <a:pt x="114" y="714"/>
                </a:lnTo>
                <a:lnTo>
                  <a:pt x="109" y="724"/>
                </a:lnTo>
                <a:lnTo>
                  <a:pt x="101" y="742"/>
                </a:lnTo>
                <a:lnTo>
                  <a:pt x="92" y="759"/>
                </a:lnTo>
                <a:lnTo>
                  <a:pt x="82" y="766"/>
                </a:lnTo>
                <a:lnTo>
                  <a:pt x="70" y="764"/>
                </a:lnTo>
                <a:lnTo>
                  <a:pt x="58" y="758"/>
                </a:lnTo>
                <a:lnTo>
                  <a:pt x="46" y="749"/>
                </a:lnTo>
                <a:lnTo>
                  <a:pt x="37" y="739"/>
                </a:lnTo>
                <a:lnTo>
                  <a:pt x="30" y="731"/>
                </a:lnTo>
                <a:lnTo>
                  <a:pt x="28" y="728"/>
                </a:lnTo>
                <a:lnTo>
                  <a:pt x="27" y="727"/>
                </a:lnTo>
                <a:lnTo>
                  <a:pt x="25" y="723"/>
                </a:lnTo>
                <a:lnTo>
                  <a:pt x="23" y="717"/>
                </a:lnTo>
                <a:lnTo>
                  <a:pt x="21" y="712"/>
                </a:lnTo>
                <a:lnTo>
                  <a:pt x="19" y="706"/>
                </a:lnTo>
                <a:lnTo>
                  <a:pt x="20" y="700"/>
                </a:lnTo>
                <a:lnTo>
                  <a:pt x="22" y="696"/>
                </a:lnTo>
                <a:lnTo>
                  <a:pt x="28" y="694"/>
                </a:lnTo>
                <a:lnTo>
                  <a:pt x="35" y="691"/>
                </a:lnTo>
                <a:lnTo>
                  <a:pt x="43" y="686"/>
                </a:lnTo>
                <a:lnTo>
                  <a:pt x="49" y="678"/>
                </a:lnTo>
                <a:lnTo>
                  <a:pt x="54" y="668"/>
                </a:lnTo>
                <a:lnTo>
                  <a:pt x="58" y="658"/>
                </a:lnTo>
                <a:lnTo>
                  <a:pt x="58" y="648"/>
                </a:lnTo>
                <a:lnTo>
                  <a:pt x="55" y="638"/>
                </a:lnTo>
                <a:lnTo>
                  <a:pt x="50" y="630"/>
                </a:lnTo>
                <a:lnTo>
                  <a:pt x="44" y="623"/>
                </a:lnTo>
                <a:lnTo>
                  <a:pt x="39" y="618"/>
                </a:lnTo>
                <a:lnTo>
                  <a:pt x="35" y="614"/>
                </a:lnTo>
                <a:lnTo>
                  <a:pt x="32" y="610"/>
                </a:lnTo>
                <a:lnTo>
                  <a:pt x="30" y="607"/>
                </a:lnTo>
                <a:lnTo>
                  <a:pt x="29" y="603"/>
                </a:lnTo>
                <a:lnTo>
                  <a:pt x="28" y="597"/>
                </a:lnTo>
                <a:lnTo>
                  <a:pt x="28" y="590"/>
                </a:lnTo>
                <a:lnTo>
                  <a:pt x="28" y="582"/>
                </a:lnTo>
                <a:lnTo>
                  <a:pt x="27" y="576"/>
                </a:lnTo>
                <a:lnTo>
                  <a:pt x="26" y="571"/>
                </a:lnTo>
                <a:lnTo>
                  <a:pt x="26" y="564"/>
                </a:lnTo>
                <a:lnTo>
                  <a:pt x="26" y="559"/>
                </a:lnTo>
                <a:lnTo>
                  <a:pt x="27" y="554"/>
                </a:lnTo>
                <a:lnTo>
                  <a:pt x="30" y="548"/>
                </a:lnTo>
                <a:lnTo>
                  <a:pt x="34" y="540"/>
                </a:lnTo>
                <a:lnTo>
                  <a:pt x="39" y="532"/>
                </a:lnTo>
                <a:lnTo>
                  <a:pt x="45" y="524"/>
                </a:lnTo>
                <a:lnTo>
                  <a:pt x="51" y="516"/>
                </a:lnTo>
                <a:lnTo>
                  <a:pt x="56" y="510"/>
                </a:lnTo>
                <a:lnTo>
                  <a:pt x="61" y="504"/>
                </a:lnTo>
                <a:lnTo>
                  <a:pt x="65" y="500"/>
                </a:lnTo>
                <a:lnTo>
                  <a:pt x="67" y="498"/>
                </a:lnTo>
                <a:lnTo>
                  <a:pt x="68" y="497"/>
                </a:lnTo>
                <a:lnTo>
                  <a:pt x="69" y="497"/>
                </a:lnTo>
                <a:lnTo>
                  <a:pt x="72" y="499"/>
                </a:lnTo>
                <a:lnTo>
                  <a:pt x="75" y="501"/>
                </a:lnTo>
                <a:lnTo>
                  <a:pt x="80" y="504"/>
                </a:lnTo>
                <a:lnTo>
                  <a:pt x="85" y="509"/>
                </a:lnTo>
                <a:lnTo>
                  <a:pt x="90" y="514"/>
                </a:lnTo>
                <a:lnTo>
                  <a:pt x="94" y="522"/>
                </a:lnTo>
                <a:lnTo>
                  <a:pt x="98" y="531"/>
                </a:lnTo>
                <a:lnTo>
                  <a:pt x="102" y="539"/>
                </a:lnTo>
                <a:lnTo>
                  <a:pt x="109" y="544"/>
                </a:lnTo>
                <a:lnTo>
                  <a:pt x="116" y="548"/>
                </a:lnTo>
                <a:lnTo>
                  <a:pt x="124" y="550"/>
                </a:lnTo>
                <a:lnTo>
                  <a:pt x="132" y="550"/>
                </a:lnTo>
                <a:lnTo>
                  <a:pt x="140" y="551"/>
                </a:lnTo>
                <a:lnTo>
                  <a:pt x="147" y="551"/>
                </a:lnTo>
                <a:lnTo>
                  <a:pt x="154" y="551"/>
                </a:lnTo>
                <a:lnTo>
                  <a:pt x="161" y="553"/>
                </a:lnTo>
                <a:lnTo>
                  <a:pt x="166" y="557"/>
                </a:lnTo>
                <a:lnTo>
                  <a:pt x="170" y="562"/>
                </a:lnTo>
                <a:lnTo>
                  <a:pt x="173" y="570"/>
                </a:lnTo>
                <a:lnTo>
                  <a:pt x="176" y="579"/>
                </a:lnTo>
                <a:lnTo>
                  <a:pt x="179" y="589"/>
                </a:lnTo>
                <a:lnTo>
                  <a:pt x="181" y="600"/>
                </a:lnTo>
                <a:lnTo>
                  <a:pt x="182" y="612"/>
                </a:lnTo>
                <a:lnTo>
                  <a:pt x="183" y="622"/>
                </a:lnTo>
                <a:lnTo>
                  <a:pt x="185" y="626"/>
                </a:lnTo>
                <a:lnTo>
                  <a:pt x="186" y="625"/>
                </a:lnTo>
                <a:lnTo>
                  <a:pt x="188" y="621"/>
                </a:lnTo>
                <a:lnTo>
                  <a:pt x="189" y="613"/>
                </a:lnTo>
                <a:lnTo>
                  <a:pt x="190" y="605"/>
                </a:lnTo>
                <a:lnTo>
                  <a:pt x="191" y="596"/>
                </a:lnTo>
                <a:lnTo>
                  <a:pt x="191" y="587"/>
                </a:lnTo>
                <a:lnTo>
                  <a:pt x="191" y="580"/>
                </a:lnTo>
                <a:lnTo>
                  <a:pt x="193" y="574"/>
                </a:lnTo>
                <a:lnTo>
                  <a:pt x="195" y="570"/>
                </a:lnTo>
                <a:lnTo>
                  <a:pt x="198" y="567"/>
                </a:lnTo>
                <a:lnTo>
                  <a:pt x="202" y="567"/>
                </a:lnTo>
                <a:lnTo>
                  <a:pt x="208" y="570"/>
                </a:lnTo>
                <a:lnTo>
                  <a:pt x="214" y="574"/>
                </a:lnTo>
                <a:lnTo>
                  <a:pt x="222" y="579"/>
                </a:lnTo>
                <a:lnTo>
                  <a:pt x="230" y="583"/>
                </a:lnTo>
                <a:lnTo>
                  <a:pt x="239" y="582"/>
                </a:lnTo>
                <a:lnTo>
                  <a:pt x="247" y="579"/>
                </a:lnTo>
                <a:lnTo>
                  <a:pt x="255" y="575"/>
                </a:lnTo>
                <a:lnTo>
                  <a:pt x="264" y="571"/>
                </a:lnTo>
                <a:lnTo>
                  <a:pt x="271" y="570"/>
                </a:lnTo>
                <a:lnTo>
                  <a:pt x="277" y="572"/>
                </a:lnTo>
                <a:lnTo>
                  <a:pt x="283" y="579"/>
                </a:lnTo>
                <a:lnTo>
                  <a:pt x="287" y="589"/>
                </a:lnTo>
                <a:lnTo>
                  <a:pt x="291" y="599"/>
                </a:lnTo>
                <a:lnTo>
                  <a:pt x="293" y="608"/>
                </a:lnTo>
                <a:lnTo>
                  <a:pt x="295" y="617"/>
                </a:lnTo>
                <a:lnTo>
                  <a:pt x="298" y="626"/>
                </a:lnTo>
                <a:lnTo>
                  <a:pt x="301" y="634"/>
                </a:lnTo>
                <a:lnTo>
                  <a:pt x="307" y="640"/>
                </a:lnTo>
                <a:lnTo>
                  <a:pt x="314" y="646"/>
                </a:lnTo>
                <a:lnTo>
                  <a:pt x="322" y="652"/>
                </a:lnTo>
                <a:lnTo>
                  <a:pt x="328" y="658"/>
                </a:lnTo>
                <a:lnTo>
                  <a:pt x="334" y="664"/>
                </a:lnTo>
                <a:lnTo>
                  <a:pt x="339" y="670"/>
                </a:lnTo>
                <a:lnTo>
                  <a:pt x="342" y="675"/>
                </a:lnTo>
                <a:lnTo>
                  <a:pt x="345" y="679"/>
                </a:lnTo>
                <a:lnTo>
                  <a:pt x="346" y="682"/>
                </a:lnTo>
                <a:lnTo>
                  <a:pt x="347" y="683"/>
                </a:lnTo>
                <a:lnTo>
                  <a:pt x="346" y="681"/>
                </a:lnTo>
                <a:lnTo>
                  <a:pt x="342" y="677"/>
                </a:lnTo>
                <a:lnTo>
                  <a:pt x="337" y="668"/>
                </a:lnTo>
                <a:lnTo>
                  <a:pt x="331" y="657"/>
                </a:lnTo>
                <a:lnTo>
                  <a:pt x="324" y="645"/>
                </a:lnTo>
                <a:lnTo>
                  <a:pt x="319" y="630"/>
                </a:lnTo>
                <a:lnTo>
                  <a:pt x="314" y="612"/>
                </a:lnTo>
                <a:lnTo>
                  <a:pt x="312" y="593"/>
                </a:lnTo>
                <a:lnTo>
                  <a:pt x="311" y="576"/>
                </a:lnTo>
                <a:lnTo>
                  <a:pt x="310" y="561"/>
                </a:lnTo>
                <a:lnTo>
                  <a:pt x="308" y="551"/>
                </a:lnTo>
                <a:lnTo>
                  <a:pt x="304" y="545"/>
                </a:lnTo>
                <a:lnTo>
                  <a:pt x="299" y="541"/>
                </a:lnTo>
                <a:lnTo>
                  <a:pt x="293" y="540"/>
                </a:lnTo>
                <a:lnTo>
                  <a:pt x="284" y="542"/>
                </a:lnTo>
                <a:lnTo>
                  <a:pt x="272" y="545"/>
                </a:lnTo>
                <a:lnTo>
                  <a:pt x="258" y="548"/>
                </a:lnTo>
                <a:lnTo>
                  <a:pt x="244" y="548"/>
                </a:lnTo>
                <a:lnTo>
                  <a:pt x="231" y="547"/>
                </a:lnTo>
                <a:lnTo>
                  <a:pt x="219" y="544"/>
                </a:lnTo>
                <a:lnTo>
                  <a:pt x="206" y="540"/>
                </a:lnTo>
                <a:lnTo>
                  <a:pt x="196" y="535"/>
                </a:lnTo>
                <a:lnTo>
                  <a:pt x="187" y="529"/>
                </a:lnTo>
                <a:lnTo>
                  <a:pt x="180" y="523"/>
                </a:lnTo>
                <a:lnTo>
                  <a:pt x="172" y="517"/>
                </a:lnTo>
                <a:lnTo>
                  <a:pt x="163" y="514"/>
                </a:lnTo>
                <a:lnTo>
                  <a:pt x="150" y="512"/>
                </a:lnTo>
                <a:lnTo>
                  <a:pt x="138" y="511"/>
                </a:lnTo>
                <a:lnTo>
                  <a:pt x="126" y="509"/>
                </a:lnTo>
                <a:lnTo>
                  <a:pt x="114" y="507"/>
                </a:lnTo>
                <a:lnTo>
                  <a:pt x="102" y="502"/>
                </a:lnTo>
                <a:lnTo>
                  <a:pt x="93" y="495"/>
                </a:lnTo>
                <a:lnTo>
                  <a:pt x="86" y="487"/>
                </a:lnTo>
                <a:lnTo>
                  <a:pt x="81" y="479"/>
                </a:lnTo>
                <a:lnTo>
                  <a:pt x="78" y="472"/>
                </a:lnTo>
                <a:lnTo>
                  <a:pt x="76" y="464"/>
                </a:lnTo>
                <a:lnTo>
                  <a:pt x="76" y="459"/>
                </a:lnTo>
                <a:lnTo>
                  <a:pt x="76" y="455"/>
                </a:lnTo>
                <a:lnTo>
                  <a:pt x="76" y="453"/>
                </a:lnTo>
                <a:lnTo>
                  <a:pt x="76" y="452"/>
                </a:lnTo>
                <a:lnTo>
                  <a:pt x="75" y="451"/>
                </a:lnTo>
                <a:lnTo>
                  <a:pt x="74" y="449"/>
                </a:lnTo>
                <a:lnTo>
                  <a:pt x="72" y="448"/>
                </a:lnTo>
                <a:lnTo>
                  <a:pt x="68" y="446"/>
                </a:lnTo>
                <a:lnTo>
                  <a:pt x="62" y="444"/>
                </a:lnTo>
                <a:lnTo>
                  <a:pt x="53" y="442"/>
                </a:lnTo>
                <a:lnTo>
                  <a:pt x="42" y="441"/>
                </a:lnTo>
                <a:lnTo>
                  <a:pt x="32" y="440"/>
                </a:lnTo>
                <a:lnTo>
                  <a:pt x="26" y="437"/>
                </a:lnTo>
                <a:lnTo>
                  <a:pt x="22" y="435"/>
                </a:lnTo>
                <a:lnTo>
                  <a:pt x="20" y="434"/>
                </a:lnTo>
                <a:lnTo>
                  <a:pt x="18" y="435"/>
                </a:lnTo>
                <a:lnTo>
                  <a:pt x="15" y="438"/>
                </a:lnTo>
                <a:lnTo>
                  <a:pt x="10" y="444"/>
                </a:lnTo>
                <a:lnTo>
                  <a:pt x="0" y="455"/>
                </a:lnTo>
                <a:lnTo>
                  <a:pt x="3" y="442"/>
                </a:lnTo>
                <a:lnTo>
                  <a:pt x="5" y="432"/>
                </a:lnTo>
                <a:lnTo>
                  <a:pt x="5" y="424"/>
                </a:lnTo>
                <a:lnTo>
                  <a:pt x="5" y="417"/>
                </a:lnTo>
                <a:lnTo>
                  <a:pt x="4" y="413"/>
                </a:lnTo>
                <a:lnTo>
                  <a:pt x="4" y="410"/>
                </a:lnTo>
                <a:lnTo>
                  <a:pt x="5" y="408"/>
                </a:lnTo>
                <a:lnTo>
                  <a:pt x="8" y="407"/>
                </a:lnTo>
                <a:lnTo>
                  <a:pt x="12" y="404"/>
                </a:lnTo>
                <a:lnTo>
                  <a:pt x="17" y="397"/>
                </a:lnTo>
                <a:lnTo>
                  <a:pt x="23" y="389"/>
                </a:lnTo>
                <a:lnTo>
                  <a:pt x="28" y="379"/>
                </a:lnTo>
                <a:lnTo>
                  <a:pt x="33" y="368"/>
                </a:lnTo>
                <a:lnTo>
                  <a:pt x="36" y="357"/>
                </a:lnTo>
                <a:lnTo>
                  <a:pt x="39" y="349"/>
                </a:lnTo>
                <a:lnTo>
                  <a:pt x="40" y="342"/>
                </a:lnTo>
                <a:lnTo>
                  <a:pt x="41" y="335"/>
                </a:lnTo>
                <a:lnTo>
                  <a:pt x="45" y="324"/>
                </a:lnTo>
                <a:lnTo>
                  <a:pt x="49" y="311"/>
                </a:lnTo>
                <a:lnTo>
                  <a:pt x="55" y="298"/>
                </a:lnTo>
                <a:lnTo>
                  <a:pt x="62" y="285"/>
                </a:lnTo>
                <a:lnTo>
                  <a:pt x="66" y="275"/>
                </a:lnTo>
                <a:lnTo>
                  <a:pt x="70" y="268"/>
                </a:lnTo>
                <a:lnTo>
                  <a:pt x="71" y="264"/>
                </a:lnTo>
                <a:lnTo>
                  <a:pt x="73" y="263"/>
                </a:lnTo>
                <a:lnTo>
                  <a:pt x="79" y="260"/>
                </a:lnTo>
                <a:lnTo>
                  <a:pt x="87" y="255"/>
                </a:lnTo>
                <a:lnTo>
                  <a:pt x="97" y="249"/>
                </a:lnTo>
                <a:lnTo>
                  <a:pt x="108" y="242"/>
                </a:lnTo>
                <a:lnTo>
                  <a:pt x="119" y="235"/>
                </a:lnTo>
                <a:lnTo>
                  <a:pt x="129" y="228"/>
                </a:lnTo>
                <a:lnTo>
                  <a:pt x="138" y="222"/>
                </a:lnTo>
                <a:lnTo>
                  <a:pt x="144" y="213"/>
                </a:lnTo>
                <a:lnTo>
                  <a:pt x="148" y="203"/>
                </a:lnTo>
                <a:lnTo>
                  <a:pt x="152" y="191"/>
                </a:lnTo>
                <a:lnTo>
                  <a:pt x="155" y="179"/>
                </a:lnTo>
                <a:lnTo>
                  <a:pt x="159" y="168"/>
                </a:lnTo>
                <a:lnTo>
                  <a:pt x="162" y="156"/>
                </a:lnTo>
                <a:lnTo>
                  <a:pt x="166" y="147"/>
                </a:lnTo>
                <a:lnTo>
                  <a:pt x="171" y="140"/>
                </a:lnTo>
                <a:lnTo>
                  <a:pt x="177" y="136"/>
                </a:lnTo>
                <a:lnTo>
                  <a:pt x="185" y="133"/>
                </a:lnTo>
                <a:lnTo>
                  <a:pt x="192" y="130"/>
                </a:lnTo>
                <a:lnTo>
                  <a:pt x="200" y="129"/>
                </a:lnTo>
                <a:lnTo>
                  <a:pt x="208" y="127"/>
                </a:lnTo>
                <a:lnTo>
                  <a:pt x="215" y="125"/>
                </a:lnTo>
                <a:lnTo>
                  <a:pt x="221" y="121"/>
                </a:lnTo>
                <a:lnTo>
                  <a:pt x="226" y="115"/>
                </a:lnTo>
                <a:lnTo>
                  <a:pt x="230" y="109"/>
                </a:lnTo>
                <a:lnTo>
                  <a:pt x="236" y="102"/>
                </a:lnTo>
                <a:lnTo>
                  <a:pt x="242" y="96"/>
                </a:lnTo>
                <a:lnTo>
                  <a:pt x="249" y="90"/>
                </a:lnTo>
                <a:lnTo>
                  <a:pt x="258" y="85"/>
                </a:lnTo>
                <a:lnTo>
                  <a:pt x="266" y="82"/>
                </a:lnTo>
                <a:lnTo>
                  <a:pt x="273" y="80"/>
                </a:lnTo>
                <a:lnTo>
                  <a:pt x="281" y="81"/>
                </a:lnTo>
                <a:lnTo>
                  <a:pt x="288" y="83"/>
                </a:lnTo>
                <a:lnTo>
                  <a:pt x="296" y="85"/>
                </a:lnTo>
                <a:lnTo>
                  <a:pt x="304" y="86"/>
                </a:lnTo>
                <a:lnTo>
                  <a:pt x="314" y="86"/>
                </a:lnTo>
                <a:lnTo>
                  <a:pt x="323" y="85"/>
                </a:lnTo>
                <a:lnTo>
                  <a:pt x="331" y="83"/>
                </a:lnTo>
                <a:lnTo>
                  <a:pt x="339" y="78"/>
                </a:lnTo>
                <a:lnTo>
                  <a:pt x="346" y="71"/>
                </a:lnTo>
                <a:lnTo>
                  <a:pt x="353" y="63"/>
                </a:lnTo>
                <a:lnTo>
                  <a:pt x="361" y="57"/>
                </a:lnTo>
                <a:lnTo>
                  <a:pt x="370" y="53"/>
                </a:lnTo>
                <a:lnTo>
                  <a:pt x="378" y="50"/>
                </a:lnTo>
                <a:lnTo>
                  <a:pt x="387" y="49"/>
                </a:lnTo>
                <a:lnTo>
                  <a:pt x="396" y="50"/>
                </a:lnTo>
                <a:lnTo>
                  <a:pt x="404" y="52"/>
                </a:lnTo>
                <a:lnTo>
                  <a:pt x="412" y="56"/>
                </a:lnTo>
                <a:lnTo>
                  <a:pt x="420" y="59"/>
                </a:lnTo>
                <a:lnTo>
                  <a:pt x="428" y="60"/>
                </a:lnTo>
                <a:lnTo>
                  <a:pt x="437" y="60"/>
                </a:lnTo>
                <a:lnTo>
                  <a:pt x="446" y="59"/>
                </a:lnTo>
                <a:lnTo>
                  <a:pt x="455" y="57"/>
                </a:lnTo>
                <a:lnTo>
                  <a:pt x="464" y="55"/>
                </a:lnTo>
                <a:lnTo>
                  <a:pt x="471" y="52"/>
                </a:lnTo>
                <a:lnTo>
                  <a:pt x="477" y="50"/>
                </a:lnTo>
                <a:lnTo>
                  <a:pt x="480" y="48"/>
                </a:lnTo>
                <a:lnTo>
                  <a:pt x="483" y="44"/>
                </a:lnTo>
                <a:lnTo>
                  <a:pt x="486" y="39"/>
                </a:lnTo>
                <a:lnTo>
                  <a:pt x="490" y="33"/>
                </a:lnTo>
                <a:lnTo>
                  <a:pt x="495" y="26"/>
                </a:lnTo>
                <a:lnTo>
                  <a:pt x="499" y="18"/>
                </a:lnTo>
                <a:lnTo>
                  <a:pt x="503" y="9"/>
                </a:lnTo>
                <a:lnTo>
                  <a:pt x="509" y="0"/>
                </a:lnTo>
                <a:lnTo>
                  <a:pt x="513" y="6"/>
                </a:lnTo>
                <a:lnTo>
                  <a:pt x="517" y="11"/>
                </a:lnTo>
                <a:lnTo>
                  <a:pt x="523" y="16"/>
                </a:lnTo>
                <a:lnTo>
                  <a:pt x="530" y="20"/>
                </a:lnTo>
                <a:lnTo>
                  <a:pt x="547" y="26"/>
                </a:lnTo>
                <a:lnTo>
                  <a:pt x="565" y="28"/>
                </a:lnTo>
                <a:lnTo>
                  <a:pt x="581" y="28"/>
                </a:lnTo>
                <a:lnTo>
                  <a:pt x="597" y="27"/>
                </a:lnTo>
                <a:lnTo>
                  <a:pt x="613" y="28"/>
                </a:lnTo>
                <a:lnTo>
                  <a:pt x="627" y="31"/>
                </a:lnTo>
                <a:lnTo>
                  <a:pt x="639" y="38"/>
                </a:lnTo>
                <a:lnTo>
                  <a:pt x="648" y="50"/>
                </a:lnTo>
                <a:lnTo>
                  <a:pt x="657" y="63"/>
                </a:lnTo>
                <a:lnTo>
                  <a:pt x="666" y="73"/>
                </a:lnTo>
                <a:lnTo>
                  <a:pt x="676" y="79"/>
                </a:lnTo>
                <a:lnTo>
                  <a:pt x="687" y="81"/>
                </a:lnTo>
                <a:lnTo>
                  <a:pt x="698" y="81"/>
                </a:lnTo>
                <a:lnTo>
                  <a:pt x="711" y="80"/>
                </a:lnTo>
                <a:lnTo>
                  <a:pt x="725" y="77"/>
                </a:lnTo>
                <a:lnTo>
                  <a:pt x="740" y="75"/>
                </a:lnTo>
                <a:lnTo>
                  <a:pt x="756" y="74"/>
                </a:lnTo>
                <a:lnTo>
                  <a:pt x="769" y="75"/>
                </a:lnTo>
                <a:lnTo>
                  <a:pt x="781" y="76"/>
                </a:lnTo>
                <a:lnTo>
                  <a:pt x="791" y="79"/>
                </a:lnTo>
                <a:lnTo>
                  <a:pt x="798" y="84"/>
                </a:lnTo>
                <a:lnTo>
                  <a:pt x="803" y="90"/>
                </a:lnTo>
                <a:lnTo>
                  <a:pt x="807" y="97"/>
                </a:lnTo>
                <a:lnTo>
                  <a:pt x="808" y="105"/>
                </a:lnTo>
                <a:lnTo>
                  <a:pt x="807" y="115"/>
                </a:lnTo>
                <a:lnTo>
                  <a:pt x="806" y="126"/>
                </a:lnTo>
                <a:lnTo>
                  <a:pt x="804" y="135"/>
                </a:lnTo>
                <a:lnTo>
                  <a:pt x="806" y="144"/>
                </a:lnTo>
                <a:lnTo>
                  <a:pt x="808" y="151"/>
                </a:lnTo>
                <a:lnTo>
                  <a:pt x="813" y="155"/>
                </a:lnTo>
                <a:lnTo>
                  <a:pt x="821" y="157"/>
                </a:lnTo>
                <a:lnTo>
                  <a:pt x="832" y="156"/>
                </a:lnTo>
                <a:lnTo>
                  <a:pt x="844" y="153"/>
                </a:lnTo>
                <a:lnTo>
                  <a:pt x="854" y="151"/>
                </a:lnTo>
                <a:lnTo>
                  <a:pt x="863" y="149"/>
                </a:lnTo>
                <a:lnTo>
                  <a:pt x="870" y="149"/>
                </a:lnTo>
                <a:lnTo>
                  <a:pt x="877" y="150"/>
                </a:lnTo>
                <a:lnTo>
                  <a:pt x="883" y="154"/>
                </a:lnTo>
                <a:lnTo>
                  <a:pt x="889" y="160"/>
                </a:lnTo>
                <a:lnTo>
                  <a:pt x="897" y="171"/>
                </a:lnTo>
                <a:lnTo>
                  <a:pt x="904" y="182"/>
                </a:lnTo>
                <a:lnTo>
                  <a:pt x="911" y="192"/>
                </a:lnTo>
                <a:lnTo>
                  <a:pt x="916" y="201"/>
                </a:lnTo>
                <a:lnTo>
                  <a:pt x="921" y="209"/>
                </a:lnTo>
                <a:lnTo>
                  <a:pt x="926" y="215"/>
                </a:lnTo>
                <a:lnTo>
                  <a:pt x="931" y="220"/>
                </a:lnTo>
                <a:lnTo>
                  <a:pt x="939" y="222"/>
                </a:lnTo>
                <a:lnTo>
                  <a:pt x="948" y="222"/>
                </a:lnTo>
                <a:lnTo>
                  <a:pt x="958" y="219"/>
                </a:lnTo>
                <a:lnTo>
                  <a:pt x="966" y="214"/>
                </a:lnTo>
                <a:lnTo>
                  <a:pt x="973" y="210"/>
                </a:lnTo>
                <a:lnTo>
                  <a:pt x="980" y="208"/>
                </a:lnTo>
                <a:lnTo>
                  <a:pt x="986" y="208"/>
                </a:lnTo>
                <a:lnTo>
                  <a:pt x="992" y="212"/>
                </a:lnTo>
                <a:lnTo>
                  <a:pt x="998" y="221"/>
                </a:lnTo>
                <a:lnTo>
                  <a:pt x="1006" y="236"/>
                </a:lnTo>
                <a:lnTo>
                  <a:pt x="1012" y="252"/>
                </a:lnTo>
                <a:lnTo>
                  <a:pt x="1016" y="264"/>
                </a:lnTo>
                <a:lnTo>
                  <a:pt x="1019" y="276"/>
                </a:lnTo>
                <a:lnTo>
                  <a:pt x="1021" y="284"/>
                </a:lnTo>
                <a:lnTo>
                  <a:pt x="1025" y="292"/>
                </a:lnTo>
                <a:lnTo>
                  <a:pt x="1030" y="300"/>
                </a:lnTo>
                <a:lnTo>
                  <a:pt x="1038" y="308"/>
                </a:lnTo>
                <a:lnTo>
                  <a:pt x="1050" y="318"/>
                </a:lnTo>
                <a:lnTo>
                  <a:pt x="1064" y="327"/>
                </a:lnTo>
                <a:lnTo>
                  <a:pt x="1076" y="336"/>
                </a:lnTo>
                <a:lnTo>
                  <a:pt x="1087" y="345"/>
                </a:lnTo>
                <a:lnTo>
                  <a:pt x="1096" y="355"/>
                </a:lnTo>
                <a:lnTo>
                  <a:pt x="1103" y="366"/>
                </a:lnTo>
                <a:lnTo>
                  <a:pt x="1110" y="381"/>
                </a:lnTo>
                <a:lnTo>
                  <a:pt x="1114" y="396"/>
                </a:lnTo>
                <a:lnTo>
                  <a:pt x="1116" y="415"/>
                </a:lnTo>
                <a:lnTo>
                  <a:pt x="1118" y="436"/>
                </a:lnTo>
                <a:lnTo>
                  <a:pt x="1121" y="455"/>
                </a:lnTo>
                <a:lnTo>
                  <a:pt x="1124" y="474"/>
                </a:lnTo>
                <a:lnTo>
                  <a:pt x="1128" y="491"/>
                </a:lnTo>
                <a:lnTo>
                  <a:pt x="1129" y="506"/>
                </a:lnTo>
                <a:lnTo>
                  <a:pt x="1129" y="520"/>
                </a:lnTo>
                <a:lnTo>
                  <a:pt x="1125" y="529"/>
                </a:lnTo>
                <a:lnTo>
                  <a:pt x="1118" y="534"/>
                </a:lnTo>
                <a:lnTo>
                  <a:pt x="1109" y="538"/>
                </a:lnTo>
                <a:lnTo>
                  <a:pt x="1100" y="543"/>
                </a:lnTo>
                <a:lnTo>
                  <a:pt x="1093" y="549"/>
                </a:lnTo>
                <a:lnTo>
                  <a:pt x="1088" y="556"/>
                </a:lnTo>
                <a:lnTo>
                  <a:pt x="1085" y="564"/>
                </a:lnTo>
                <a:lnTo>
                  <a:pt x="1085" y="575"/>
                </a:lnTo>
                <a:lnTo>
                  <a:pt x="1088" y="585"/>
                </a:lnTo>
                <a:lnTo>
                  <a:pt x="1095" y="597"/>
                </a:lnTo>
                <a:lnTo>
                  <a:pt x="1102" y="611"/>
                </a:lnTo>
                <a:lnTo>
                  <a:pt x="1106" y="626"/>
                </a:lnTo>
                <a:lnTo>
                  <a:pt x="1103" y="641"/>
                </a:lnTo>
                <a:lnTo>
                  <a:pt x="1099" y="655"/>
                </a:lnTo>
                <a:lnTo>
                  <a:pt x="1093" y="668"/>
                </a:lnTo>
                <a:lnTo>
                  <a:pt x="1086" y="679"/>
                </a:lnTo>
                <a:lnTo>
                  <a:pt x="1079" y="686"/>
                </a:lnTo>
                <a:lnTo>
                  <a:pt x="1073" y="689"/>
                </a:lnTo>
                <a:lnTo>
                  <a:pt x="1068" y="692"/>
                </a:lnTo>
                <a:lnTo>
                  <a:pt x="1064" y="700"/>
                </a:lnTo>
                <a:lnTo>
                  <a:pt x="1061" y="710"/>
                </a:lnTo>
                <a:lnTo>
                  <a:pt x="1061" y="721"/>
                </a:lnTo>
                <a:lnTo>
                  <a:pt x="1064" y="732"/>
                </a:lnTo>
                <a:lnTo>
                  <a:pt x="1071" y="740"/>
                </a:lnTo>
                <a:lnTo>
                  <a:pt x="1083" y="745"/>
                </a:lnTo>
                <a:lnTo>
                  <a:pt x="1101" y="744"/>
                </a:lnTo>
                <a:lnTo>
                  <a:pt x="1121" y="740"/>
                </a:lnTo>
                <a:lnTo>
                  <a:pt x="1136" y="735"/>
                </a:lnTo>
                <a:lnTo>
                  <a:pt x="1150" y="729"/>
                </a:lnTo>
                <a:lnTo>
                  <a:pt x="1163" y="723"/>
                </a:lnTo>
                <a:lnTo>
                  <a:pt x="1174" y="718"/>
                </a:lnTo>
                <a:lnTo>
                  <a:pt x="1185" y="716"/>
                </a:lnTo>
                <a:lnTo>
                  <a:pt x="1196" y="716"/>
                </a:lnTo>
                <a:lnTo>
                  <a:pt x="1210" y="722"/>
                </a:lnTo>
                <a:lnTo>
                  <a:pt x="1223" y="729"/>
                </a:lnTo>
                <a:lnTo>
                  <a:pt x="1236" y="736"/>
                </a:lnTo>
                <a:lnTo>
                  <a:pt x="1248" y="742"/>
                </a:lnTo>
                <a:lnTo>
                  <a:pt x="1260" y="749"/>
                </a:lnTo>
                <a:lnTo>
                  <a:pt x="1268" y="755"/>
                </a:lnTo>
                <a:lnTo>
                  <a:pt x="1274" y="763"/>
                </a:lnTo>
                <a:lnTo>
                  <a:pt x="1277" y="772"/>
                </a:lnTo>
                <a:lnTo>
                  <a:pt x="1277" y="781"/>
                </a:lnTo>
                <a:lnTo>
                  <a:pt x="1277" y="792"/>
                </a:lnTo>
                <a:lnTo>
                  <a:pt x="1279" y="806"/>
                </a:lnTo>
                <a:lnTo>
                  <a:pt x="1283" y="823"/>
                </a:lnTo>
                <a:lnTo>
                  <a:pt x="1288" y="841"/>
                </a:lnTo>
                <a:lnTo>
                  <a:pt x="1292" y="859"/>
                </a:lnTo>
                <a:lnTo>
                  <a:pt x="1295" y="877"/>
                </a:lnTo>
                <a:lnTo>
                  <a:pt x="1296" y="892"/>
                </a:lnTo>
                <a:lnTo>
                  <a:pt x="1295" y="905"/>
                </a:lnTo>
                <a:lnTo>
                  <a:pt x="1291" y="917"/>
                </a:lnTo>
                <a:lnTo>
                  <a:pt x="1285" y="933"/>
                </a:lnTo>
                <a:lnTo>
                  <a:pt x="1278" y="949"/>
                </a:lnTo>
                <a:lnTo>
                  <a:pt x="1272" y="965"/>
                </a:lnTo>
                <a:lnTo>
                  <a:pt x="1266" y="982"/>
                </a:lnTo>
                <a:lnTo>
                  <a:pt x="1263" y="998"/>
                </a:lnTo>
                <a:lnTo>
                  <a:pt x="1262" y="1013"/>
                </a:lnTo>
                <a:lnTo>
                  <a:pt x="1265" y="1026"/>
                </a:lnTo>
                <a:lnTo>
                  <a:pt x="1267" y="1036"/>
                </a:lnTo>
                <a:lnTo>
                  <a:pt x="1266" y="1049"/>
                </a:lnTo>
                <a:lnTo>
                  <a:pt x="1264" y="1062"/>
                </a:lnTo>
                <a:lnTo>
                  <a:pt x="1262" y="1078"/>
                </a:lnTo>
                <a:lnTo>
                  <a:pt x="1260" y="1092"/>
                </a:lnTo>
                <a:lnTo>
                  <a:pt x="1259" y="1106"/>
                </a:lnTo>
                <a:lnTo>
                  <a:pt x="1261" y="1119"/>
                </a:lnTo>
                <a:lnTo>
                  <a:pt x="1267" y="1131"/>
                </a:lnTo>
                <a:lnTo>
                  <a:pt x="1263" y="1137"/>
                </a:lnTo>
                <a:lnTo>
                  <a:pt x="1259" y="1143"/>
                </a:lnTo>
                <a:lnTo>
                  <a:pt x="1255" y="1148"/>
                </a:lnTo>
                <a:lnTo>
                  <a:pt x="1250" y="1154"/>
                </a:lnTo>
                <a:lnTo>
                  <a:pt x="1245" y="1160"/>
                </a:lnTo>
                <a:lnTo>
                  <a:pt x="1240" y="1166"/>
                </a:lnTo>
                <a:lnTo>
                  <a:pt x="1234" y="1171"/>
                </a:lnTo>
                <a:lnTo>
                  <a:pt x="1228" y="1177"/>
                </a:lnTo>
                <a:lnTo>
                  <a:pt x="1217" y="1184"/>
                </a:lnTo>
                <a:lnTo>
                  <a:pt x="1210" y="1190"/>
                </a:lnTo>
                <a:lnTo>
                  <a:pt x="1206" y="1196"/>
                </a:lnTo>
                <a:lnTo>
                  <a:pt x="1205" y="1202"/>
                </a:lnTo>
                <a:lnTo>
                  <a:pt x="1203" y="1210"/>
                </a:lnTo>
                <a:lnTo>
                  <a:pt x="1206" y="1219"/>
                </a:lnTo>
                <a:lnTo>
                  <a:pt x="1207" y="1232"/>
                </a:lnTo>
                <a:lnTo>
                  <a:pt x="1208" y="1248"/>
                </a:lnTo>
                <a:lnTo>
                  <a:pt x="1209" y="1263"/>
                </a:lnTo>
                <a:lnTo>
                  <a:pt x="1210" y="1275"/>
                </a:lnTo>
                <a:lnTo>
                  <a:pt x="1209" y="1282"/>
                </a:lnTo>
                <a:lnTo>
                  <a:pt x="1206" y="1287"/>
                </a:lnTo>
                <a:lnTo>
                  <a:pt x="1199" y="1291"/>
                </a:lnTo>
                <a:lnTo>
                  <a:pt x="1189" y="1293"/>
                </a:lnTo>
                <a:lnTo>
                  <a:pt x="1175" y="1297"/>
                </a:lnTo>
                <a:lnTo>
                  <a:pt x="1155" y="1301"/>
                </a:lnTo>
                <a:lnTo>
                  <a:pt x="1135" y="1306"/>
                </a:lnTo>
                <a:lnTo>
                  <a:pt x="1124" y="1312"/>
                </a:lnTo>
                <a:lnTo>
                  <a:pt x="1117" y="1318"/>
                </a:lnTo>
                <a:lnTo>
                  <a:pt x="1115" y="1326"/>
                </a:lnTo>
                <a:lnTo>
                  <a:pt x="1114" y="1335"/>
                </a:lnTo>
                <a:lnTo>
                  <a:pt x="1114" y="1344"/>
                </a:lnTo>
                <a:lnTo>
                  <a:pt x="1113" y="1356"/>
                </a:lnTo>
                <a:lnTo>
                  <a:pt x="1110" y="1370"/>
                </a:lnTo>
                <a:lnTo>
                  <a:pt x="1105" y="1385"/>
                </a:lnTo>
                <a:lnTo>
                  <a:pt x="1099" y="1394"/>
                </a:lnTo>
                <a:lnTo>
                  <a:pt x="1092" y="1400"/>
                </a:lnTo>
                <a:lnTo>
                  <a:pt x="1084" y="1403"/>
                </a:lnTo>
                <a:lnTo>
                  <a:pt x="1074" y="1403"/>
                </a:lnTo>
                <a:lnTo>
                  <a:pt x="1062" y="1402"/>
                </a:lnTo>
                <a:lnTo>
                  <a:pt x="1046" y="1400"/>
                </a:lnTo>
                <a:lnTo>
                  <a:pt x="1028" y="1397"/>
                </a:lnTo>
                <a:lnTo>
                  <a:pt x="1011" y="1397"/>
                </a:lnTo>
                <a:lnTo>
                  <a:pt x="996" y="1401"/>
                </a:lnTo>
                <a:lnTo>
                  <a:pt x="984" y="1408"/>
                </a:lnTo>
                <a:lnTo>
                  <a:pt x="975" y="1418"/>
                </a:lnTo>
                <a:lnTo>
                  <a:pt x="967" y="1430"/>
                </a:lnTo>
                <a:lnTo>
                  <a:pt x="960" y="1442"/>
                </a:lnTo>
                <a:lnTo>
                  <a:pt x="951" y="1452"/>
                </a:lnTo>
                <a:lnTo>
                  <a:pt x="942" y="1460"/>
                </a:lnTo>
                <a:lnTo>
                  <a:pt x="933" y="1469"/>
                </a:lnTo>
                <a:lnTo>
                  <a:pt x="926" y="1480"/>
                </a:lnTo>
                <a:lnTo>
                  <a:pt x="920" y="1491"/>
                </a:lnTo>
                <a:lnTo>
                  <a:pt x="916" y="1503"/>
                </a:lnTo>
                <a:lnTo>
                  <a:pt x="913" y="1515"/>
                </a:lnTo>
                <a:lnTo>
                  <a:pt x="910" y="1528"/>
                </a:lnTo>
                <a:lnTo>
                  <a:pt x="907" y="1539"/>
                </a:lnTo>
                <a:lnTo>
                  <a:pt x="903" y="1548"/>
                </a:lnTo>
                <a:lnTo>
                  <a:pt x="902" y="1549"/>
                </a:lnTo>
                <a:lnTo>
                  <a:pt x="902" y="15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77" name="Freeform 1134">
            <a:extLst>
              <a:ext uri="{FF2B5EF4-FFF2-40B4-BE49-F238E27FC236}">
                <a16:creationId xmlns:a16="http://schemas.microsoft.com/office/drawing/2014/main" id="{3B94134C-9611-5BB7-B00E-F7F9522D45BA}"/>
              </a:ext>
            </a:extLst>
          </p:cNvPr>
          <p:cNvSpPr>
            <a:spLocks/>
          </p:cNvSpPr>
          <p:nvPr/>
        </p:nvSpPr>
        <p:spPr bwMode="auto">
          <a:xfrm>
            <a:off x="6411913" y="4843463"/>
            <a:ext cx="11112" cy="9525"/>
          </a:xfrm>
          <a:custGeom>
            <a:avLst/>
            <a:gdLst>
              <a:gd name="T0" fmla="*/ 2147483646 w 63"/>
              <a:gd name="T1" fmla="*/ 2147483646 h 61"/>
              <a:gd name="T2" fmla="*/ 2147483646 w 63"/>
              <a:gd name="T3" fmla="*/ 2147483646 h 61"/>
              <a:gd name="T4" fmla="*/ 2147483646 w 63"/>
              <a:gd name="T5" fmla="*/ 2147483646 h 61"/>
              <a:gd name="T6" fmla="*/ 2147483646 w 63"/>
              <a:gd name="T7" fmla="*/ 2147483646 h 61"/>
              <a:gd name="T8" fmla="*/ 2147483646 w 63"/>
              <a:gd name="T9" fmla="*/ 0 h 61"/>
              <a:gd name="T10" fmla="*/ 2147483646 w 63"/>
              <a:gd name="T11" fmla="*/ 2147483646 h 61"/>
              <a:gd name="T12" fmla="*/ 2147483646 w 63"/>
              <a:gd name="T13" fmla="*/ 2147483646 h 61"/>
              <a:gd name="T14" fmla="*/ 2147483646 w 63"/>
              <a:gd name="T15" fmla="*/ 2147483646 h 61"/>
              <a:gd name="T16" fmla="*/ 2147483646 w 63"/>
              <a:gd name="T17" fmla="*/ 2147483646 h 61"/>
              <a:gd name="T18" fmla="*/ 2147483646 w 63"/>
              <a:gd name="T19" fmla="*/ 2147483646 h 61"/>
              <a:gd name="T20" fmla="*/ 2147483646 w 63"/>
              <a:gd name="T21" fmla="*/ 2147483646 h 61"/>
              <a:gd name="T22" fmla="*/ 2147483646 w 63"/>
              <a:gd name="T23" fmla="*/ 2147483646 h 61"/>
              <a:gd name="T24" fmla="*/ 2147483646 w 63"/>
              <a:gd name="T25" fmla="*/ 2147483646 h 61"/>
              <a:gd name="T26" fmla="*/ 2147483646 w 63"/>
              <a:gd name="T27" fmla="*/ 2147483646 h 61"/>
              <a:gd name="T28" fmla="*/ 2147483646 w 63"/>
              <a:gd name="T29" fmla="*/ 2147483646 h 61"/>
              <a:gd name="T30" fmla="*/ 2147483646 w 63"/>
              <a:gd name="T31" fmla="*/ 2147483646 h 61"/>
              <a:gd name="T32" fmla="*/ 2147483646 w 63"/>
              <a:gd name="T33" fmla="*/ 2147483646 h 61"/>
              <a:gd name="T34" fmla="*/ 2147483646 w 63"/>
              <a:gd name="T35" fmla="*/ 2147483646 h 61"/>
              <a:gd name="T36" fmla="*/ 2147483646 w 63"/>
              <a:gd name="T37" fmla="*/ 2147483646 h 61"/>
              <a:gd name="T38" fmla="*/ 2147483646 w 63"/>
              <a:gd name="T39" fmla="*/ 2147483646 h 61"/>
              <a:gd name="T40" fmla="*/ 2147483646 w 63"/>
              <a:gd name="T41" fmla="*/ 2147483646 h 61"/>
              <a:gd name="T42" fmla="*/ 2147483646 w 63"/>
              <a:gd name="T43" fmla="*/ 2147483646 h 61"/>
              <a:gd name="T44" fmla="*/ 2147483646 w 63"/>
              <a:gd name="T45" fmla="*/ 2147483646 h 61"/>
              <a:gd name="T46" fmla="*/ 0 w 63"/>
              <a:gd name="T47" fmla="*/ 2147483646 h 61"/>
              <a:gd name="T48" fmla="*/ 0 w 63"/>
              <a:gd name="T49" fmla="*/ 2147483646 h 61"/>
              <a:gd name="T50" fmla="*/ 2147483646 w 63"/>
              <a:gd name="T51" fmla="*/ 2147483646 h 61"/>
              <a:gd name="T52" fmla="*/ 2147483646 w 63"/>
              <a:gd name="T53" fmla="*/ 2147483646 h 61"/>
              <a:gd name="T54" fmla="*/ 2147483646 w 63"/>
              <a:gd name="T55" fmla="*/ 2147483646 h 61"/>
              <a:gd name="T56" fmla="*/ 2147483646 w 63"/>
              <a:gd name="T57" fmla="*/ 2147483646 h 61"/>
              <a:gd name="T58" fmla="*/ 2147483646 w 63"/>
              <a:gd name="T59" fmla="*/ 2147483646 h 61"/>
              <a:gd name="T60" fmla="*/ 2147483646 w 63"/>
              <a:gd name="T61" fmla="*/ 2147483646 h 61"/>
              <a:gd name="T62" fmla="*/ 2147483646 w 63"/>
              <a:gd name="T63" fmla="*/ 2147483646 h 61"/>
              <a:gd name="T64" fmla="*/ 2147483646 w 63"/>
              <a:gd name="T65" fmla="*/ 2147483646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3" h="61">
                <a:moveTo>
                  <a:pt x="29" y="19"/>
                </a:moveTo>
                <a:lnTo>
                  <a:pt x="30" y="16"/>
                </a:lnTo>
                <a:lnTo>
                  <a:pt x="34" y="8"/>
                </a:lnTo>
                <a:lnTo>
                  <a:pt x="41" y="2"/>
                </a:lnTo>
                <a:lnTo>
                  <a:pt x="52" y="0"/>
                </a:lnTo>
                <a:lnTo>
                  <a:pt x="60" y="6"/>
                </a:lnTo>
                <a:lnTo>
                  <a:pt x="58" y="15"/>
                </a:lnTo>
                <a:lnTo>
                  <a:pt x="52" y="24"/>
                </a:lnTo>
                <a:lnTo>
                  <a:pt x="49" y="28"/>
                </a:lnTo>
                <a:lnTo>
                  <a:pt x="51" y="29"/>
                </a:lnTo>
                <a:lnTo>
                  <a:pt x="56" y="34"/>
                </a:lnTo>
                <a:lnTo>
                  <a:pt x="61" y="41"/>
                </a:lnTo>
                <a:lnTo>
                  <a:pt x="63" y="53"/>
                </a:lnTo>
                <a:lnTo>
                  <a:pt x="62" y="58"/>
                </a:lnTo>
                <a:lnTo>
                  <a:pt x="60" y="60"/>
                </a:lnTo>
                <a:lnTo>
                  <a:pt x="57" y="61"/>
                </a:lnTo>
                <a:lnTo>
                  <a:pt x="52" y="60"/>
                </a:lnTo>
                <a:lnTo>
                  <a:pt x="46" y="58"/>
                </a:lnTo>
                <a:lnTo>
                  <a:pt x="39" y="57"/>
                </a:lnTo>
                <a:lnTo>
                  <a:pt x="29" y="56"/>
                </a:lnTo>
                <a:lnTo>
                  <a:pt x="18" y="56"/>
                </a:lnTo>
                <a:lnTo>
                  <a:pt x="9" y="56"/>
                </a:lnTo>
                <a:lnTo>
                  <a:pt x="3" y="53"/>
                </a:lnTo>
                <a:lnTo>
                  <a:pt x="0" y="49"/>
                </a:lnTo>
                <a:lnTo>
                  <a:pt x="0" y="44"/>
                </a:lnTo>
                <a:lnTo>
                  <a:pt x="1" y="39"/>
                </a:lnTo>
                <a:lnTo>
                  <a:pt x="2" y="34"/>
                </a:lnTo>
                <a:lnTo>
                  <a:pt x="3" y="31"/>
                </a:lnTo>
                <a:lnTo>
                  <a:pt x="4" y="30"/>
                </a:lnTo>
                <a:lnTo>
                  <a:pt x="7" y="30"/>
                </a:lnTo>
                <a:lnTo>
                  <a:pt x="15" y="29"/>
                </a:lnTo>
                <a:lnTo>
                  <a:pt x="24" y="25"/>
                </a:lnTo>
                <a:lnTo>
                  <a:pt x="29" y="19"/>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78" name="Freeform 1135">
            <a:extLst>
              <a:ext uri="{FF2B5EF4-FFF2-40B4-BE49-F238E27FC236}">
                <a16:creationId xmlns:a16="http://schemas.microsoft.com/office/drawing/2014/main" id="{6E87DEDA-6D27-FE56-B65E-E17826832FB4}"/>
              </a:ext>
            </a:extLst>
          </p:cNvPr>
          <p:cNvSpPr>
            <a:spLocks/>
          </p:cNvSpPr>
          <p:nvPr/>
        </p:nvSpPr>
        <p:spPr bwMode="auto">
          <a:xfrm>
            <a:off x="6411913" y="4843463"/>
            <a:ext cx="11112" cy="9525"/>
          </a:xfrm>
          <a:custGeom>
            <a:avLst/>
            <a:gdLst>
              <a:gd name="T0" fmla="*/ 2147483646 w 63"/>
              <a:gd name="T1" fmla="*/ 2147483646 h 61"/>
              <a:gd name="T2" fmla="*/ 2147483646 w 63"/>
              <a:gd name="T3" fmla="*/ 2147483646 h 61"/>
              <a:gd name="T4" fmla="*/ 2147483646 w 63"/>
              <a:gd name="T5" fmla="*/ 2147483646 h 61"/>
              <a:gd name="T6" fmla="*/ 2147483646 w 63"/>
              <a:gd name="T7" fmla="*/ 2147483646 h 61"/>
              <a:gd name="T8" fmla="*/ 2147483646 w 63"/>
              <a:gd name="T9" fmla="*/ 2147483646 h 61"/>
              <a:gd name="T10" fmla="*/ 2147483646 w 63"/>
              <a:gd name="T11" fmla="*/ 0 h 61"/>
              <a:gd name="T12" fmla="*/ 2147483646 w 63"/>
              <a:gd name="T13" fmla="*/ 0 h 61"/>
              <a:gd name="T14" fmla="*/ 2147483646 w 63"/>
              <a:gd name="T15" fmla="*/ 2147483646 h 61"/>
              <a:gd name="T16" fmla="*/ 2147483646 w 63"/>
              <a:gd name="T17" fmla="*/ 2147483646 h 61"/>
              <a:gd name="T18" fmla="*/ 2147483646 w 63"/>
              <a:gd name="T19" fmla="*/ 2147483646 h 61"/>
              <a:gd name="T20" fmla="*/ 2147483646 w 63"/>
              <a:gd name="T21" fmla="*/ 2147483646 h 61"/>
              <a:gd name="T22" fmla="*/ 2147483646 w 63"/>
              <a:gd name="T23" fmla="*/ 2147483646 h 61"/>
              <a:gd name="T24" fmla="*/ 2147483646 w 63"/>
              <a:gd name="T25" fmla="*/ 2147483646 h 61"/>
              <a:gd name="T26" fmla="*/ 2147483646 w 63"/>
              <a:gd name="T27" fmla="*/ 2147483646 h 61"/>
              <a:gd name="T28" fmla="*/ 2147483646 w 63"/>
              <a:gd name="T29" fmla="*/ 2147483646 h 61"/>
              <a:gd name="T30" fmla="*/ 2147483646 w 63"/>
              <a:gd name="T31" fmla="*/ 2147483646 h 61"/>
              <a:gd name="T32" fmla="*/ 2147483646 w 63"/>
              <a:gd name="T33" fmla="*/ 2147483646 h 61"/>
              <a:gd name="T34" fmla="*/ 2147483646 w 63"/>
              <a:gd name="T35" fmla="*/ 2147483646 h 61"/>
              <a:gd name="T36" fmla="*/ 2147483646 w 63"/>
              <a:gd name="T37" fmla="*/ 2147483646 h 61"/>
              <a:gd name="T38" fmla="*/ 2147483646 w 63"/>
              <a:gd name="T39" fmla="*/ 2147483646 h 61"/>
              <a:gd name="T40" fmla="*/ 2147483646 w 63"/>
              <a:gd name="T41" fmla="*/ 2147483646 h 61"/>
              <a:gd name="T42" fmla="*/ 2147483646 w 63"/>
              <a:gd name="T43" fmla="*/ 2147483646 h 61"/>
              <a:gd name="T44" fmla="*/ 2147483646 w 63"/>
              <a:gd name="T45" fmla="*/ 2147483646 h 61"/>
              <a:gd name="T46" fmla="*/ 2147483646 w 63"/>
              <a:gd name="T47" fmla="*/ 2147483646 h 61"/>
              <a:gd name="T48" fmla="*/ 2147483646 w 63"/>
              <a:gd name="T49" fmla="*/ 2147483646 h 61"/>
              <a:gd name="T50" fmla="*/ 2147483646 w 63"/>
              <a:gd name="T51" fmla="*/ 2147483646 h 61"/>
              <a:gd name="T52" fmla="*/ 2147483646 w 63"/>
              <a:gd name="T53" fmla="*/ 2147483646 h 61"/>
              <a:gd name="T54" fmla="*/ 2147483646 w 63"/>
              <a:gd name="T55" fmla="*/ 2147483646 h 61"/>
              <a:gd name="T56" fmla="*/ 0 w 63"/>
              <a:gd name="T57" fmla="*/ 2147483646 h 61"/>
              <a:gd name="T58" fmla="*/ 0 w 63"/>
              <a:gd name="T59" fmla="*/ 2147483646 h 61"/>
              <a:gd name="T60" fmla="*/ 2147483646 w 63"/>
              <a:gd name="T61" fmla="*/ 2147483646 h 61"/>
              <a:gd name="T62" fmla="*/ 2147483646 w 63"/>
              <a:gd name="T63" fmla="*/ 2147483646 h 61"/>
              <a:gd name="T64" fmla="*/ 2147483646 w 63"/>
              <a:gd name="T65" fmla="*/ 2147483646 h 61"/>
              <a:gd name="T66" fmla="*/ 2147483646 w 63"/>
              <a:gd name="T67" fmla="*/ 2147483646 h 61"/>
              <a:gd name="T68" fmla="*/ 2147483646 w 63"/>
              <a:gd name="T69" fmla="*/ 2147483646 h 61"/>
              <a:gd name="T70" fmla="*/ 2147483646 w 63"/>
              <a:gd name="T71" fmla="*/ 2147483646 h 61"/>
              <a:gd name="T72" fmla="*/ 2147483646 w 63"/>
              <a:gd name="T73" fmla="*/ 2147483646 h 61"/>
              <a:gd name="T74" fmla="*/ 2147483646 w 63"/>
              <a:gd name="T75" fmla="*/ 2147483646 h 61"/>
              <a:gd name="T76" fmla="*/ 2147483646 w 63"/>
              <a:gd name="T77" fmla="*/ 214748364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3" h="61">
                <a:moveTo>
                  <a:pt x="29" y="19"/>
                </a:moveTo>
                <a:lnTo>
                  <a:pt x="29" y="19"/>
                </a:lnTo>
                <a:lnTo>
                  <a:pt x="30" y="16"/>
                </a:lnTo>
                <a:lnTo>
                  <a:pt x="34" y="8"/>
                </a:lnTo>
                <a:lnTo>
                  <a:pt x="41" y="2"/>
                </a:lnTo>
                <a:lnTo>
                  <a:pt x="52" y="0"/>
                </a:lnTo>
                <a:lnTo>
                  <a:pt x="60" y="6"/>
                </a:lnTo>
                <a:lnTo>
                  <a:pt x="58" y="15"/>
                </a:lnTo>
                <a:lnTo>
                  <a:pt x="52" y="24"/>
                </a:lnTo>
                <a:lnTo>
                  <a:pt x="49" y="28"/>
                </a:lnTo>
                <a:lnTo>
                  <a:pt x="51" y="29"/>
                </a:lnTo>
                <a:lnTo>
                  <a:pt x="56" y="34"/>
                </a:lnTo>
                <a:lnTo>
                  <a:pt x="61" y="41"/>
                </a:lnTo>
                <a:lnTo>
                  <a:pt x="63" y="53"/>
                </a:lnTo>
                <a:lnTo>
                  <a:pt x="62" y="58"/>
                </a:lnTo>
                <a:lnTo>
                  <a:pt x="60" y="60"/>
                </a:lnTo>
                <a:lnTo>
                  <a:pt x="57" y="61"/>
                </a:lnTo>
                <a:lnTo>
                  <a:pt x="52" y="60"/>
                </a:lnTo>
                <a:lnTo>
                  <a:pt x="46" y="58"/>
                </a:lnTo>
                <a:lnTo>
                  <a:pt x="39" y="57"/>
                </a:lnTo>
                <a:lnTo>
                  <a:pt x="29" y="56"/>
                </a:lnTo>
                <a:lnTo>
                  <a:pt x="18" y="56"/>
                </a:lnTo>
                <a:lnTo>
                  <a:pt x="9" y="56"/>
                </a:lnTo>
                <a:lnTo>
                  <a:pt x="3" y="53"/>
                </a:lnTo>
                <a:lnTo>
                  <a:pt x="0" y="49"/>
                </a:lnTo>
                <a:lnTo>
                  <a:pt x="0" y="44"/>
                </a:lnTo>
                <a:lnTo>
                  <a:pt x="1" y="39"/>
                </a:lnTo>
                <a:lnTo>
                  <a:pt x="2" y="34"/>
                </a:lnTo>
                <a:lnTo>
                  <a:pt x="3" y="31"/>
                </a:lnTo>
                <a:lnTo>
                  <a:pt x="4" y="30"/>
                </a:lnTo>
                <a:lnTo>
                  <a:pt x="7" y="30"/>
                </a:lnTo>
                <a:lnTo>
                  <a:pt x="15" y="29"/>
                </a:lnTo>
                <a:lnTo>
                  <a:pt x="24" y="25"/>
                </a:lnTo>
                <a:lnTo>
                  <a:pt x="29" y="1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79" name="Freeform 1136">
            <a:extLst>
              <a:ext uri="{FF2B5EF4-FFF2-40B4-BE49-F238E27FC236}">
                <a16:creationId xmlns:a16="http://schemas.microsoft.com/office/drawing/2014/main" id="{65FF8077-F6B2-3159-E775-63FEBCD0635D}"/>
              </a:ext>
            </a:extLst>
          </p:cNvPr>
          <p:cNvSpPr>
            <a:spLocks/>
          </p:cNvSpPr>
          <p:nvPr/>
        </p:nvSpPr>
        <p:spPr bwMode="auto">
          <a:xfrm>
            <a:off x="6443663" y="4887913"/>
            <a:ext cx="12700" cy="11112"/>
          </a:xfrm>
          <a:custGeom>
            <a:avLst/>
            <a:gdLst>
              <a:gd name="T0" fmla="*/ 2147483646 w 79"/>
              <a:gd name="T1" fmla="*/ 2147483646 h 69"/>
              <a:gd name="T2" fmla="*/ 2147483646 w 79"/>
              <a:gd name="T3" fmla="*/ 2147483646 h 69"/>
              <a:gd name="T4" fmla="*/ 2147483646 w 79"/>
              <a:gd name="T5" fmla="*/ 2147483646 h 69"/>
              <a:gd name="T6" fmla="*/ 2147483646 w 79"/>
              <a:gd name="T7" fmla="*/ 2147483646 h 69"/>
              <a:gd name="T8" fmla="*/ 2147483646 w 79"/>
              <a:gd name="T9" fmla="*/ 2147483646 h 69"/>
              <a:gd name="T10" fmla="*/ 2147483646 w 79"/>
              <a:gd name="T11" fmla="*/ 2147483646 h 69"/>
              <a:gd name="T12" fmla="*/ 2147483646 w 79"/>
              <a:gd name="T13" fmla="*/ 2147483646 h 69"/>
              <a:gd name="T14" fmla="*/ 2147483646 w 79"/>
              <a:gd name="T15" fmla="*/ 0 h 69"/>
              <a:gd name="T16" fmla="*/ 2147483646 w 79"/>
              <a:gd name="T17" fmla="*/ 2147483646 h 69"/>
              <a:gd name="T18" fmla="*/ 2147483646 w 79"/>
              <a:gd name="T19" fmla="*/ 2147483646 h 69"/>
              <a:gd name="T20" fmla="*/ 2147483646 w 79"/>
              <a:gd name="T21" fmla="*/ 2147483646 h 69"/>
              <a:gd name="T22" fmla="*/ 2147483646 w 79"/>
              <a:gd name="T23" fmla="*/ 2147483646 h 69"/>
              <a:gd name="T24" fmla="*/ 2147483646 w 79"/>
              <a:gd name="T25" fmla="*/ 2147483646 h 69"/>
              <a:gd name="T26" fmla="*/ 2147483646 w 79"/>
              <a:gd name="T27" fmla="*/ 2147483646 h 69"/>
              <a:gd name="T28" fmla="*/ 2147483646 w 79"/>
              <a:gd name="T29" fmla="*/ 2147483646 h 69"/>
              <a:gd name="T30" fmla="*/ 2147483646 w 79"/>
              <a:gd name="T31" fmla="*/ 2147483646 h 69"/>
              <a:gd name="T32" fmla="*/ 2147483646 w 79"/>
              <a:gd name="T33" fmla="*/ 2147483646 h 69"/>
              <a:gd name="T34" fmla="*/ 2147483646 w 79"/>
              <a:gd name="T35" fmla="*/ 2147483646 h 69"/>
              <a:gd name="T36" fmla="*/ 2147483646 w 79"/>
              <a:gd name="T37" fmla="*/ 2147483646 h 69"/>
              <a:gd name="T38" fmla="*/ 2147483646 w 79"/>
              <a:gd name="T39" fmla="*/ 2147483646 h 69"/>
              <a:gd name="T40" fmla="*/ 0 w 79"/>
              <a:gd name="T41" fmla="*/ 2147483646 h 69"/>
              <a:gd name="T42" fmla="*/ 0 w 79"/>
              <a:gd name="T43" fmla="*/ 2147483646 h 69"/>
              <a:gd name="T44" fmla="*/ 2147483646 w 79"/>
              <a:gd name="T45" fmla="*/ 2147483646 h 69"/>
              <a:gd name="T46" fmla="*/ 2147483646 w 79"/>
              <a:gd name="T47" fmla="*/ 2147483646 h 69"/>
              <a:gd name="T48" fmla="*/ 2147483646 w 79"/>
              <a:gd name="T49" fmla="*/ 2147483646 h 69"/>
              <a:gd name="T50" fmla="*/ 2147483646 w 79"/>
              <a:gd name="T51" fmla="*/ 2147483646 h 69"/>
              <a:gd name="T52" fmla="*/ 2147483646 w 79"/>
              <a:gd name="T53" fmla="*/ 2147483646 h 69"/>
              <a:gd name="T54" fmla="*/ 2147483646 w 79"/>
              <a:gd name="T55" fmla="*/ 2147483646 h 69"/>
              <a:gd name="T56" fmla="*/ 2147483646 w 79"/>
              <a:gd name="T57" fmla="*/ 2147483646 h 69"/>
              <a:gd name="T58" fmla="*/ 2147483646 w 79"/>
              <a:gd name="T59" fmla="*/ 2147483646 h 69"/>
              <a:gd name="T60" fmla="*/ 2147483646 w 79"/>
              <a:gd name="T61" fmla="*/ 2147483646 h 69"/>
              <a:gd name="T62" fmla="*/ 2147483646 w 79"/>
              <a:gd name="T63" fmla="*/ 2147483646 h 69"/>
              <a:gd name="T64" fmla="*/ 2147483646 w 79"/>
              <a:gd name="T65" fmla="*/ 2147483646 h 69"/>
              <a:gd name="T66" fmla="*/ 2147483646 w 79"/>
              <a:gd name="T67" fmla="*/ 2147483646 h 6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69">
                <a:moveTo>
                  <a:pt x="60" y="50"/>
                </a:moveTo>
                <a:lnTo>
                  <a:pt x="79" y="18"/>
                </a:lnTo>
                <a:lnTo>
                  <a:pt x="78" y="17"/>
                </a:lnTo>
                <a:lnTo>
                  <a:pt x="74" y="14"/>
                </a:lnTo>
                <a:lnTo>
                  <a:pt x="68" y="10"/>
                </a:lnTo>
                <a:lnTo>
                  <a:pt x="61" y="6"/>
                </a:lnTo>
                <a:lnTo>
                  <a:pt x="54" y="2"/>
                </a:lnTo>
                <a:lnTo>
                  <a:pt x="46" y="0"/>
                </a:lnTo>
                <a:lnTo>
                  <a:pt x="38" y="1"/>
                </a:lnTo>
                <a:lnTo>
                  <a:pt x="32" y="4"/>
                </a:lnTo>
                <a:lnTo>
                  <a:pt x="28" y="10"/>
                </a:lnTo>
                <a:lnTo>
                  <a:pt x="26" y="17"/>
                </a:lnTo>
                <a:lnTo>
                  <a:pt x="24" y="24"/>
                </a:lnTo>
                <a:lnTo>
                  <a:pt x="24" y="31"/>
                </a:lnTo>
                <a:lnTo>
                  <a:pt x="23" y="37"/>
                </a:lnTo>
                <a:lnTo>
                  <a:pt x="21" y="42"/>
                </a:lnTo>
                <a:lnTo>
                  <a:pt x="17" y="44"/>
                </a:lnTo>
                <a:lnTo>
                  <a:pt x="12" y="43"/>
                </a:lnTo>
                <a:lnTo>
                  <a:pt x="6" y="42"/>
                </a:lnTo>
                <a:lnTo>
                  <a:pt x="2" y="44"/>
                </a:lnTo>
                <a:lnTo>
                  <a:pt x="0" y="47"/>
                </a:lnTo>
                <a:lnTo>
                  <a:pt x="0" y="53"/>
                </a:lnTo>
                <a:lnTo>
                  <a:pt x="1" y="58"/>
                </a:lnTo>
                <a:lnTo>
                  <a:pt x="4" y="63"/>
                </a:lnTo>
                <a:lnTo>
                  <a:pt x="7" y="67"/>
                </a:lnTo>
                <a:lnTo>
                  <a:pt x="12" y="69"/>
                </a:lnTo>
                <a:lnTo>
                  <a:pt x="18" y="69"/>
                </a:lnTo>
                <a:lnTo>
                  <a:pt x="25" y="69"/>
                </a:lnTo>
                <a:lnTo>
                  <a:pt x="32" y="67"/>
                </a:lnTo>
                <a:lnTo>
                  <a:pt x="41" y="65"/>
                </a:lnTo>
                <a:lnTo>
                  <a:pt x="48" y="62"/>
                </a:lnTo>
                <a:lnTo>
                  <a:pt x="53" y="58"/>
                </a:lnTo>
                <a:lnTo>
                  <a:pt x="58" y="54"/>
                </a:lnTo>
                <a:lnTo>
                  <a:pt x="60" y="5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80" name="Freeform 1137">
            <a:extLst>
              <a:ext uri="{FF2B5EF4-FFF2-40B4-BE49-F238E27FC236}">
                <a16:creationId xmlns:a16="http://schemas.microsoft.com/office/drawing/2014/main" id="{EEE8B5D1-C315-4FEE-0C01-75E376C76F7B}"/>
              </a:ext>
            </a:extLst>
          </p:cNvPr>
          <p:cNvSpPr>
            <a:spLocks/>
          </p:cNvSpPr>
          <p:nvPr/>
        </p:nvSpPr>
        <p:spPr bwMode="auto">
          <a:xfrm>
            <a:off x="6443663" y="4887913"/>
            <a:ext cx="12700" cy="11112"/>
          </a:xfrm>
          <a:custGeom>
            <a:avLst/>
            <a:gdLst>
              <a:gd name="T0" fmla="*/ 2147483646 w 79"/>
              <a:gd name="T1" fmla="*/ 2147483646 h 69"/>
              <a:gd name="T2" fmla="*/ 2147483646 w 79"/>
              <a:gd name="T3" fmla="*/ 2147483646 h 69"/>
              <a:gd name="T4" fmla="*/ 2147483646 w 79"/>
              <a:gd name="T5" fmla="*/ 2147483646 h 69"/>
              <a:gd name="T6" fmla="*/ 2147483646 w 79"/>
              <a:gd name="T7" fmla="*/ 2147483646 h 69"/>
              <a:gd name="T8" fmla="*/ 2147483646 w 79"/>
              <a:gd name="T9" fmla="*/ 2147483646 h 69"/>
              <a:gd name="T10" fmla="*/ 2147483646 w 79"/>
              <a:gd name="T11" fmla="*/ 2147483646 h 69"/>
              <a:gd name="T12" fmla="*/ 2147483646 w 79"/>
              <a:gd name="T13" fmla="*/ 2147483646 h 69"/>
              <a:gd name="T14" fmla="*/ 2147483646 w 79"/>
              <a:gd name="T15" fmla="*/ 2147483646 h 69"/>
              <a:gd name="T16" fmla="*/ 2147483646 w 79"/>
              <a:gd name="T17" fmla="*/ 0 h 69"/>
              <a:gd name="T18" fmla="*/ 2147483646 w 79"/>
              <a:gd name="T19" fmla="*/ 2147483646 h 69"/>
              <a:gd name="T20" fmla="*/ 2147483646 w 79"/>
              <a:gd name="T21" fmla="*/ 2147483646 h 69"/>
              <a:gd name="T22" fmla="*/ 2147483646 w 79"/>
              <a:gd name="T23" fmla="*/ 2147483646 h 69"/>
              <a:gd name="T24" fmla="*/ 2147483646 w 79"/>
              <a:gd name="T25" fmla="*/ 2147483646 h 69"/>
              <a:gd name="T26" fmla="*/ 2147483646 w 79"/>
              <a:gd name="T27" fmla="*/ 2147483646 h 69"/>
              <a:gd name="T28" fmla="*/ 2147483646 w 79"/>
              <a:gd name="T29" fmla="*/ 2147483646 h 69"/>
              <a:gd name="T30" fmla="*/ 2147483646 w 79"/>
              <a:gd name="T31" fmla="*/ 2147483646 h 69"/>
              <a:gd name="T32" fmla="*/ 2147483646 w 79"/>
              <a:gd name="T33" fmla="*/ 2147483646 h 69"/>
              <a:gd name="T34" fmla="*/ 2147483646 w 79"/>
              <a:gd name="T35" fmla="*/ 2147483646 h 69"/>
              <a:gd name="T36" fmla="*/ 2147483646 w 79"/>
              <a:gd name="T37" fmla="*/ 2147483646 h 69"/>
              <a:gd name="T38" fmla="*/ 2147483646 w 79"/>
              <a:gd name="T39" fmla="*/ 2147483646 h 69"/>
              <a:gd name="T40" fmla="*/ 2147483646 w 79"/>
              <a:gd name="T41" fmla="*/ 2147483646 h 69"/>
              <a:gd name="T42" fmla="*/ 2147483646 w 79"/>
              <a:gd name="T43" fmla="*/ 2147483646 h 69"/>
              <a:gd name="T44" fmla="*/ 2147483646 w 79"/>
              <a:gd name="T45" fmla="*/ 2147483646 h 69"/>
              <a:gd name="T46" fmla="*/ 0 w 79"/>
              <a:gd name="T47" fmla="*/ 2147483646 h 69"/>
              <a:gd name="T48" fmla="*/ 0 w 79"/>
              <a:gd name="T49" fmla="*/ 2147483646 h 69"/>
              <a:gd name="T50" fmla="*/ 2147483646 w 79"/>
              <a:gd name="T51" fmla="*/ 2147483646 h 69"/>
              <a:gd name="T52" fmla="*/ 2147483646 w 79"/>
              <a:gd name="T53" fmla="*/ 2147483646 h 69"/>
              <a:gd name="T54" fmla="*/ 2147483646 w 79"/>
              <a:gd name="T55" fmla="*/ 2147483646 h 69"/>
              <a:gd name="T56" fmla="*/ 2147483646 w 79"/>
              <a:gd name="T57" fmla="*/ 2147483646 h 69"/>
              <a:gd name="T58" fmla="*/ 2147483646 w 79"/>
              <a:gd name="T59" fmla="*/ 2147483646 h 69"/>
              <a:gd name="T60" fmla="*/ 2147483646 w 79"/>
              <a:gd name="T61" fmla="*/ 2147483646 h 69"/>
              <a:gd name="T62" fmla="*/ 2147483646 w 79"/>
              <a:gd name="T63" fmla="*/ 2147483646 h 69"/>
              <a:gd name="T64" fmla="*/ 2147483646 w 79"/>
              <a:gd name="T65" fmla="*/ 2147483646 h 69"/>
              <a:gd name="T66" fmla="*/ 2147483646 w 79"/>
              <a:gd name="T67" fmla="*/ 2147483646 h 69"/>
              <a:gd name="T68" fmla="*/ 2147483646 w 79"/>
              <a:gd name="T69" fmla="*/ 2147483646 h 69"/>
              <a:gd name="T70" fmla="*/ 2147483646 w 79"/>
              <a:gd name="T71" fmla="*/ 2147483646 h 69"/>
              <a:gd name="T72" fmla="*/ 2147483646 w 79"/>
              <a:gd name="T73" fmla="*/ 2147483646 h 69"/>
              <a:gd name="T74" fmla="*/ 2147483646 w 79"/>
              <a:gd name="T75" fmla="*/ 2147483646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69">
                <a:moveTo>
                  <a:pt x="60" y="50"/>
                </a:moveTo>
                <a:lnTo>
                  <a:pt x="79" y="18"/>
                </a:lnTo>
                <a:lnTo>
                  <a:pt x="78" y="17"/>
                </a:lnTo>
                <a:lnTo>
                  <a:pt x="74" y="14"/>
                </a:lnTo>
                <a:lnTo>
                  <a:pt x="68" y="10"/>
                </a:lnTo>
                <a:lnTo>
                  <a:pt x="61" y="6"/>
                </a:lnTo>
                <a:lnTo>
                  <a:pt x="54" y="2"/>
                </a:lnTo>
                <a:lnTo>
                  <a:pt x="46" y="0"/>
                </a:lnTo>
                <a:lnTo>
                  <a:pt x="38" y="1"/>
                </a:lnTo>
                <a:lnTo>
                  <a:pt x="32" y="4"/>
                </a:lnTo>
                <a:lnTo>
                  <a:pt x="28" y="10"/>
                </a:lnTo>
                <a:lnTo>
                  <a:pt x="26" y="17"/>
                </a:lnTo>
                <a:lnTo>
                  <a:pt x="24" y="24"/>
                </a:lnTo>
                <a:lnTo>
                  <a:pt x="24" y="31"/>
                </a:lnTo>
                <a:lnTo>
                  <a:pt x="23" y="37"/>
                </a:lnTo>
                <a:lnTo>
                  <a:pt x="21" y="42"/>
                </a:lnTo>
                <a:lnTo>
                  <a:pt x="17" y="44"/>
                </a:lnTo>
                <a:lnTo>
                  <a:pt x="12" y="43"/>
                </a:lnTo>
                <a:lnTo>
                  <a:pt x="6" y="42"/>
                </a:lnTo>
                <a:lnTo>
                  <a:pt x="2" y="44"/>
                </a:lnTo>
                <a:lnTo>
                  <a:pt x="0" y="47"/>
                </a:lnTo>
                <a:lnTo>
                  <a:pt x="0" y="53"/>
                </a:lnTo>
                <a:lnTo>
                  <a:pt x="1" y="58"/>
                </a:lnTo>
                <a:lnTo>
                  <a:pt x="4" y="63"/>
                </a:lnTo>
                <a:lnTo>
                  <a:pt x="7" y="67"/>
                </a:lnTo>
                <a:lnTo>
                  <a:pt x="12" y="69"/>
                </a:lnTo>
                <a:lnTo>
                  <a:pt x="18" y="69"/>
                </a:lnTo>
                <a:lnTo>
                  <a:pt x="25" y="69"/>
                </a:lnTo>
                <a:lnTo>
                  <a:pt x="32" y="67"/>
                </a:lnTo>
                <a:lnTo>
                  <a:pt x="41" y="65"/>
                </a:lnTo>
                <a:lnTo>
                  <a:pt x="48" y="62"/>
                </a:lnTo>
                <a:lnTo>
                  <a:pt x="53" y="58"/>
                </a:lnTo>
                <a:lnTo>
                  <a:pt x="58" y="54"/>
                </a:lnTo>
                <a:lnTo>
                  <a:pt x="60" y="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81" name="Freeform 1138">
            <a:extLst>
              <a:ext uri="{FF2B5EF4-FFF2-40B4-BE49-F238E27FC236}">
                <a16:creationId xmlns:a16="http://schemas.microsoft.com/office/drawing/2014/main" id="{5B2AA13D-5E0E-B214-6481-A039B37B7CB7}"/>
              </a:ext>
            </a:extLst>
          </p:cNvPr>
          <p:cNvSpPr>
            <a:spLocks/>
          </p:cNvSpPr>
          <p:nvPr/>
        </p:nvSpPr>
        <p:spPr bwMode="auto">
          <a:xfrm>
            <a:off x="6454775" y="4930775"/>
            <a:ext cx="9525" cy="12700"/>
          </a:xfrm>
          <a:custGeom>
            <a:avLst/>
            <a:gdLst>
              <a:gd name="T0" fmla="*/ 2147483646 w 51"/>
              <a:gd name="T1" fmla="*/ 0 h 83"/>
              <a:gd name="T2" fmla="*/ 2147483646 w 51"/>
              <a:gd name="T3" fmla="*/ 2147483646 h 83"/>
              <a:gd name="T4" fmla="*/ 2147483646 w 51"/>
              <a:gd name="T5" fmla="*/ 2147483646 h 83"/>
              <a:gd name="T6" fmla="*/ 2147483646 w 51"/>
              <a:gd name="T7" fmla="*/ 2147483646 h 83"/>
              <a:gd name="T8" fmla="*/ 2147483646 w 51"/>
              <a:gd name="T9" fmla="*/ 2147483646 h 83"/>
              <a:gd name="T10" fmla="*/ 2147483646 w 51"/>
              <a:gd name="T11" fmla="*/ 2147483646 h 83"/>
              <a:gd name="T12" fmla="*/ 2147483646 w 51"/>
              <a:gd name="T13" fmla="*/ 2147483646 h 83"/>
              <a:gd name="T14" fmla="*/ 0 w 51"/>
              <a:gd name="T15" fmla="*/ 2147483646 h 83"/>
              <a:gd name="T16" fmla="*/ 2147483646 w 51"/>
              <a:gd name="T17" fmla="*/ 2147483646 h 83"/>
              <a:gd name="T18" fmla="*/ 2147483646 w 51"/>
              <a:gd name="T19" fmla="*/ 2147483646 h 83"/>
              <a:gd name="T20" fmla="*/ 2147483646 w 51"/>
              <a:gd name="T21" fmla="*/ 2147483646 h 83"/>
              <a:gd name="T22" fmla="*/ 2147483646 w 51"/>
              <a:gd name="T23" fmla="*/ 2147483646 h 83"/>
              <a:gd name="T24" fmla="*/ 2147483646 w 51"/>
              <a:gd name="T25" fmla="*/ 2147483646 h 83"/>
              <a:gd name="T26" fmla="*/ 2147483646 w 51"/>
              <a:gd name="T27" fmla="*/ 2147483646 h 83"/>
              <a:gd name="T28" fmla="*/ 2147483646 w 51"/>
              <a:gd name="T29" fmla="*/ 2147483646 h 83"/>
              <a:gd name="T30" fmla="*/ 2147483646 w 51"/>
              <a:gd name="T31" fmla="*/ 2147483646 h 83"/>
              <a:gd name="T32" fmla="*/ 2147483646 w 51"/>
              <a:gd name="T33" fmla="*/ 2147483646 h 83"/>
              <a:gd name="T34" fmla="*/ 2147483646 w 51"/>
              <a:gd name="T35" fmla="*/ 2147483646 h 83"/>
              <a:gd name="T36" fmla="*/ 2147483646 w 51"/>
              <a:gd name="T37" fmla="*/ 2147483646 h 83"/>
              <a:gd name="T38" fmla="*/ 2147483646 w 51"/>
              <a:gd name="T39" fmla="*/ 2147483646 h 83"/>
              <a:gd name="T40" fmla="*/ 2147483646 w 51"/>
              <a:gd name="T41" fmla="*/ 2147483646 h 83"/>
              <a:gd name="T42" fmla="*/ 2147483646 w 51"/>
              <a:gd name="T43" fmla="*/ 2147483646 h 83"/>
              <a:gd name="T44" fmla="*/ 2147483646 w 51"/>
              <a:gd name="T45" fmla="*/ 2147483646 h 83"/>
              <a:gd name="T46" fmla="*/ 2147483646 w 51"/>
              <a:gd name="T47" fmla="*/ 2147483646 h 83"/>
              <a:gd name="T48" fmla="*/ 2147483646 w 51"/>
              <a:gd name="T49" fmla="*/ 2147483646 h 83"/>
              <a:gd name="T50" fmla="*/ 2147483646 w 51"/>
              <a:gd name="T51" fmla="*/ 0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1" h="83">
                <a:moveTo>
                  <a:pt x="36" y="0"/>
                </a:moveTo>
                <a:lnTo>
                  <a:pt x="17" y="40"/>
                </a:lnTo>
                <a:lnTo>
                  <a:pt x="15" y="41"/>
                </a:lnTo>
                <a:lnTo>
                  <a:pt x="12" y="42"/>
                </a:lnTo>
                <a:lnTo>
                  <a:pt x="8" y="45"/>
                </a:lnTo>
                <a:lnTo>
                  <a:pt x="4" y="48"/>
                </a:lnTo>
                <a:lnTo>
                  <a:pt x="1" y="52"/>
                </a:lnTo>
                <a:lnTo>
                  <a:pt x="0" y="58"/>
                </a:lnTo>
                <a:lnTo>
                  <a:pt x="2" y="65"/>
                </a:lnTo>
                <a:lnTo>
                  <a:pt x="8" y="72"/>
                </a:lnTo>
                <a:lnTo>
                  <a:pt x="17" y="78"/>
                </a:lnTo>
                <a:lnTo>
                  <a:pt x="24" y="82"/>
                </a:lnTo>
                <a:lnTo>
                  <a:pt x="30" y="83"/>
                </a:lnTo>
                <a:lnTo>
                  <a:pt x="36" y="82"/>
                </a:lnTo>
                <a:lnTo>
                  <a:pt x="41" y="79"/>
                </a:lnTo>
                <a:lnTo>
                  <a:pt x="45" y="74"/>
                </a:lnTo>
                <a:lnTo>
                  <a:pt x="48" y="67"/>
                </a:lnTo>
                <a:lnTo>
                  <a:pt x="50" y="58"/>
                </a:lnTo>
                <a:lnTo>
                  <a:pt x="51" y="49"/>
                </a:lnTo>
                <a:lnTo>
                  <a:pt x="51" y="41"/>
                </a:lnTo>
                <a:lnTo>
                  <a:pt x="50" y="33"/>
                </a:lnTo>
                <a:lnTo>
                  <a:pt x="48" y="26"/>
                </a:lnTo>
                <a:lnTo>
                  <a:pt x="45" y="19"/>
                </a:lnTo>
                <a:lnTo>
                  <a:pt x="42" y="12"/>
                </a:lnTo>
                <a:lnTo>
                  <a:pt x="39" y="5"/>
                </a:lnTo>
                <a:lnTo>
                  <a:pt x="36"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82" name="Freeform 1139">
            <a:extLst>
              <a:ext uri="{FF2B5EF4-FFF2-40B4-BE49-F238E27FC236}">
                <a16:creationId xmlns:a16="http://schemas.microsoft.com/office/drawing/2014/main" id="{39F5D34D-51E4-A6A6-094B-48E1A8CD78B9}"/>
              </a:ext>
            </a:extLst>
          </p:cNvPr>
          <p:cNvSpPr>
            <a:spLocks/>
          </p:cNvSpPr>
          <p:nvPr/>
        </p:nvSpPr>
        <p:spPr bwMode="auto">
          <a:xfrm>
            <a:off x="6454775" y="4930775"/>
            <a:ext cx="9525" cy="12700"/>
          </a:xfrm>
          <a:custGeom>
            <a:avLst/>
            <a:gdLst>
              <a:gd name="T0" fmla="*/ 2147483646 w 51"/>
              <a:gd name="T1" fmla="*/ 0 h 83"/>
              <a:gd name="T2" fmla="*/ 2147483646 w 51"/>
              <a:gd name="T3" fmla="*/ 2147483646 h 83"/>
              <a:gd name="T4" fmla="*/ 2147483646 w 51"/>
              <a:gd name="T5" fmla="*/ 2147483646 h 83"/>
              <a:gd name="T6" fmla="*/ 2147483646 w 51"/>
              <a:gd name="T7" fmla="*/ 2147483646 h 83"/>
              <a:gd name="T8" fmla="*/ 2147483646 w 51"/>
              <a:gd name="T9" fmla="*/ 2147483646 h 83"/>
              <a:gd name="T10" fmla="*/ 2147483646 w 51"/>
              <a:gd name="T11" fmla="*/ 2147483646 h 83"/>
              <a:gd name="T12" fmla="*/ 2147483646 w 51"/>
              <a:gd name="T13" fmla="*/ 2147483646 h 83"/>
              <a:gd name="T14" fmla="*/ 2147483646 w 51"/>
              <a:gd name="T15" fmla="*/ 2147483646 h 83"/>
              <a:gd name="T16" fmla="*/ 0 w 51"/>
              <a:gd name="T17" fmla="*/ 2147483646 h 83"/>
              <a:gd name="T18" fmla="*/ 2147483646 w 51"/>
              <a:gd name="T19" fmla="*/ 2147483646 h 83"/>
              <a:gd name="T20" fmla="*/ 2147483646 w 51"/>
              <a:gd name="T21" fmla="*/ 2147483646 h 83"/>
              <a:gd name="T22" fmla="*/ 2147483646 w 51"/>
              <a:gd name="T23" fmla="*/ 2147483646 h 83"/>
              <a:gd name="T24" fmla="*/ 2147483646 w 51"/>
              <a:gd name="T25" fmla="*/ 2147483646 h 83"/>
              <a:gd name="T26" fmla="*/ 2147483646 w 51"/>
              <a:gd name="T27" fmla="*/ 2147483646 h 83"/>
              <a:gd name="T28" fmla="*/ 2147483646 w 51"/>
              <a:gd name="T29" fmla="*/ 2147483646 h 83"/>
              <a:gd name="T30" fmla="*/ 2147483646 w 51"/>
              <a:gd name="T31" fmla="*/ 2147483646 h 83"/>
              <a:gd name="T32" fmla="*/ 2147483646 w 51"/>
              <a:gd name="T33" fmla="*/ 2147483646 h 83"/>
              <a:gd name="T34" fmla="*/ 2147483646 w 51"/>
              <a:gd name="T35" fmla="*/ 2147483646 h 83"/>
              <a:gd name="T36" fmla="*/ 2147483646 w 51"/>
              <a:gd name="T37" fmla="*/ 2147483646 h 83"/>
              <a:gd name="T38" fmla="*/ 2147483646 w 51"/>
              <a:gd name="T39" fmla="*/ 2147483646 h 83"/>
              <a:gd name="T40" fmla="*/ 2147483646 w 51"/>
              <a:gd name="T41" fmla="*/ 2147483646 h 83"/>
              <a:gd name="T42" fmla="*/ 2147483646 w 51"/>
              <a:gd name="T43" fmla="*/ 2147483646 h 83"/>
              <a:gd name="T44" fmla="*/ 2147483646 w 51"/>
              <a:gd name="T45" fmla="*/ 2147483646 h 83"/>
              <a:gd name="T46" fmla="*/ 2147483646 w 51"/>
              <a:gd name="T47" fmla="*/ 2147483646 h 83"/>
              <a:gd name="T48" fmla="*/ 2147483646 w 51"/>
              <a:gd name="T49" fmla="*/ 2147483646 h 83"/>
              <a:gd name="T50" fmla="*/ 2147483646 w 51"/>
              <a:gd name="T51" fmla="*/ 2147483646 h 83"/>
              <a:gd name="T52" fmla="*/ 2147483646 w 51"/>
              <a:gd name="T53" fmla="*/ 2147483646 h 83"/>
              <a:gd name="T54" fmla="*/ 2147483646 w 51"/>
              <a:gd name="T55" fmla="*/ 2147483646 h 83"/>
              <a:gd name="T56" fmla="*/ 2147483646 w 51"/>
              <a:gd name="T57" fmla="*/ 0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1" h="83">
                <a:moveTo>
                  <a:pt x="36" y="0"/>
                </a:moveTo>
                <a:lnTo>
                  <a:pt x="17" y="40"/>
                </a:lnTo>
                <a:lnTo>
                  <a:pt x="15" y="41"/>
                </a:lnTo>
                <a:lnTo>
                  <a:pt x="12" y="42"/>
                </a:lnTo>
                <a:lnTo>
                  <a:pt x="8" y="45"/>
                </a:lnTo>
                <a:lnTo>
                  <a:pt x="4" y="48"/>
                </a:lnTo>
                <a:lnTo>
                  <a:pt x="1" y="52"/>
                </a:lnTo>
                <a:lnTo>
                  <a:pt x="0" y="58"/>
                </a:lnTo>
                <a:lnTo>
                  <a:pt x="2" y="65"/>
                </a:lnTo>
                <a:lnTo>
                  <a:pt x="8" y="72"/>
                </a:lnTo>
                <a:lnTo>
                  <a:pt x="17" y="78"/>
                </a:lnTo>
                <a:lnTo>
                  <a:pt x="24" y="82"/>
                </a:lnTo>
                <a:lnTo>
                  <a:pt x="30" y="83"/>
                </a:lnTo>
                <a:lnTo>
                  <a:pt x="36" y="82"/>
                </a:lnTo>
                <a:lnTo>
                  <a:pt x="41" y="79"/>
                </a:lnTo>
                <a:lnTo>
                  <a:pt x="45" y="74"/>
                </a:lnTo>
                <a:lnTo>
                  <a:pt x="48" y="67"/>
                </a:lnTo>
                <a:lnTo>
                  <a:pt x="50" y="58"/>
                </a:lnTo>
                <a:lnTo>
                  <a:pt x="51" y="49"/>
                </a:lnTo>
                <a:lnTo>
                  <a:pt x="51" y="41"/>
                </a:lnTo>
                <a:lnTo>
                  <a:pt x="50" y="33"/>
                </a:lnTo>
                <a:lnTo>
                  <a:pt x="48" y="26"/>
                </a:lnTo>
                <a:lnTo>
                  <a:pt x="45" y="19"/>
                </a:lnTo>
                <a:lnTo>
                  <a:pt x="42" y="12"/>
                </a:lnTo>
                <a:lnTo>
                  <a:pt x="39" y="5"/>
                </a:lnTo>
                <a:lnTo>
                  <a:pt x="3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83" name="Freeform 1140">
            <a:extLst>
              <a:ext uri="{FF2B5EF4-FFF2-40B4-BE49-F238E27FC236}">
                <a16:creationId xmlns:a16="http://schemas.microsoft.com/office/drawing/2014/main" id="{B6066FD0-1216-6D6F-785F-7C94EFE77F5C}"/>
              </a:ext>
            </a:extLst>
          </p:cNvPr>
          <p:cNvSpPr>
            <a:spLocks/>
          </p:cNvSpPr>
          <p:nvPr/>
        </p:nvSpPr>
        <p:spPr bwMode="auto">
          <a:xfrm>
            <a:off x="6386513" y="4932363"/>
            <a:ext cx="4762" cy="6350"/>
          </a:xfrm>
          <a:custGeom>
            <a:avLst/>
            <a:gdLst>
              <a:gd name="T0" fmla="*/ 2147483646 w 31"/>
              <a:gd name="T1" fmla="*/ 2147483646 h 46"/>
              <a:gd name="T2" fmla="*/ 2147483646 w 31"/>
              <a:gd name="T3" fmla="*/ 2147483646 h 46"/>
              <a:gd name="T4" fmla="*/ 2147483646 w 31"/>
              <a:gd name="T5" fmla="*/ 2147483646 h 46"/>
              <a:gd name="T6" fmla="*/ 2147483646 w 31"/>
              <a:gd name="T7" fmla="*/ 2147483646 h 46"/>
              <a:gd name="T8" fmla="*/ 2147483646 w 31"/>
              <a:gd name="T9" fmla="*/ 2147483646 h 46"/>
              <a:gd name="T10" fmla="*/ 2147483646 w 31"/>
              <a:gd name="T11" fmla="*/ 2147483646 h 46"/>
              <a:gd name="T12" fmla="*/ 2147483646 w 31"/>
              <a:gd name="T13" fmla="*/ 2147483646 h 46"/>
              <a:gd name="T14" fmla="*/ 2147483646 w 31"/>
              <a:gd name="T15" fmla="*/ 2147483646 h 46"/>
              <a:gd name="T16" fmla="*/ 2147483646 w 31"/>
              <a:gd name="T17" fmla="*/ 2147483646 h 46"/>
              <a:gd name="T18" fmla="*/ 2147483646 w 31"/>
              <a:gd name="T19" fmla="*/ 2147483646 h 46"/>
              <a:gd name="T20" fmla="*/ 2147483646 w 31"/>
              <a:gd name="T21" fmla="*/ 0 h 46"/>
              <a:gd name="T22" fmla="*/ 2147483646 w 31"/>
              <a:gd name="T23" fmla="*/ 2147483646 h 46"/>
              <a:gd name="T24" fmla="*/ 2147483646 w 31"/>
              <a:gd name="T25" fmla="*/ 2147483646 h 46"/>
              <a:gd name="T26" fmla="*/ 2147483646 w 31"/>
              <a:gd name="T27" fmla="*/ 2147483646 h 46"/>
              <a:gd name="T28" fmla="*/ 2147483646 w 31"/>
              <a:gd name="T29" fmla="*/ 2147483646 h 46"/>
              <a:gd name="T30" fmla="*/ 2147483646 w 31"/>
              <a:gd name="T31" fmla="*/ 2147483646 h 46"/>
              <a:gd name="T32" fmla="*/ 2147483646 w 31"/>
              <a:gd name="T33" fmla="*/ 2147483646 h 46"/>
              <a:gd name="T34" fmla="*/ 2147483646 w 31"/>
              <a:gd name="T35" fmla="*/ 2147483646 h 46"/>
              <a:gd name="T36" fmla="*/ 2147483646 w 31"/>
              <a:gd name="T37" fmla="*/ 2147483646 h 46"/>
              <a:gd name="T38" fmla="*/ 0 w 31"/>
              <a:gd name="T39" fmla="*/ 2147483646 h 46"/>
              <a:gd name="T40" fmla="*/ 0 w 31"/>
              <a:gd name="T41" fmla="*/ 2147483646 h 46"/>
              <a:gd name="T42" fmla="*/ 2147483646 w 31"/>
              <a:gd name="T43" fmla="*/ 2147483646 h 46"/>
              <a:gd name="T44" fmla="*/ 2147483646 w 31"/>
              <a:gd name="T45" fmla="*/ 2147483646 h 46"/>
              <a:gd name="T46" fmla="*/ 2147483646 w 31"/>
              <a:gd name="T47" fmla="*/ 2147483646 h 46"/>
              <a:gd name="T48" fmla="*/ 2147483646 w 31"/>
              <a:gd name="T49" fmla="*/ 2147483646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 h="46">
                <a:moveTo>
                  <a:pt x="25" y="46"/>
                </a:moveTo>
                <a:lnTo>
                  <a:pt x="26" y="46"/>
                </a:lnTo>
                <a:lnTo>
                  <a:pt x="29" y="45"/>
                </a:lnTo>
                <a:lnTo>
                  <a:pt x="31" y="41"/>
                </a:lnTo>
                <a:lnTo>
                  <a:pt x="31" y="32"/>
                </a:lnTo>
                <a:lnTo>
                  <a:pt x="29" y="26"/>
                </a:lnTo>
                <a:lnTo>
                  <a:pt x="26" y="19"/>
                </a:lnTo>
                <a:lnTo>
                  <a:pt x="23" y="13"/>
                </a:lnTo>
                <a:lnTo>
                  <a:pt x="19" y="7"/>
                </a:lnTo>
                <a:lnTo>
                  <a:pt x="14" y="3"/>
                </a:lnTo>
                <a:lnTo>
                  <a:pt x="11" y="0"/>
                </a:lnTo>
                <a:lnTo>
                  <a:pt x="8" y="3"/>
                </a:lnTo>
                <a:lnTo>
                  <a:pt x="6" y="7"/>
                </a:lnTo>
                <a:lnTo>
                  <a:pt x="5" y="13"/>
                </a:lnTo>
                <a:lnTo>
                  <a:pt x="4" y="19"/>
                </a:lnTo>
                <a:lnTo>
                  <a:pt x="3" y="25"/>
                </a:lnTo>
                <a:lnTo>
                  <a:pt x="2" y="30"/>
                </a:lnTo>
                <a:lnTo>
                  <a:pt x="1" y="34"/>
                </a:lnTo>
                <a:lnTo>
                  <a:pt x="1" y="37"/>
                </a:lnTo>
                <a:lnTo>
                  <a:pt x="0" y="39"/>
                </a:lnTo>
                <a:lnTo>
                  <a:pt x="0" y="40"/>
                </a:lnTo>
                <a:lnTo>
                  <a:pt x="3" y="41"/>
                </a:lnTo>
                <a:lnTo>
                  <a:pt x="11" y="44"/>
                </a:lnTo>
                <a:lnTo>
                  <a:pt x="20" y="46"/>
                </a:lnTo>
                <a:lnTo>
                  <a:pt x="25" y="46"/>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84" name="Freeform 1141">
            <a:extLst>
              <a:ext uri="{FF2B5EF4-FFF2-40B4-BE49-F238E27FC236}">
                <a16:creationId xmlns:a16="http://schemas.microsoft.com/office/drawing/2014/main" id="{741D927E-70F5-F596-9140-E14A28277229}"/>
              </a:ext>
            </a:extLst>
          </p:cNvPr>
          <p:cNvSpPr>
            <a:spLocks/>
          </p:cNvSpPr>
          <p:nvPr/>
        </p:nvSpPr>
        <p:spPr bwMode="auto">
          <a:xfrm>
            <a:off x="6386513" y="4932363"/>
            <a:ext cx="4762" cy="6350"/>
          </a:xfrm>
          <a:custGeom>
            <a:avLst/>
            <a:gdLst>
              <a:gd name="T0" fmla="*/ 2147483646 w 31"/>
              <a:gd name="T1" fmla="*/ 2147483646 h 46"/>
              <a:gd name="T2" fmla="*/ 2147483646 w 31"/>
              <a:gd name="T3" fmla="*/ 2147483646 h 46"/>
              <a:gd name="T4" fmla="*/ 2147483646 w 31"/>
              <a:gd name="T5" fmla="*/ 2147483646 h 46"/>
              <a:gd name="T6" fmla="*/ 2147483646 w 31"/>
              <a:gd name="T7" fmla="*/ 2147483646 h 46"/>
              <a:gd name="T8" fmla="*/ 2147483646 w 31"/>
              <a:gd name="T9" fmla="*/ 2147483646 h 46"/>
              <a:gd name="T10" fmla="*/ 2147483646 w 31"/>
              <a:gd name="T11" fmla="*/ 2147483646 h 46"/>
              <a:gd name="T12" fmla="*/ 2147483646 w 31"/>
              <a:gd name="T13" fmla="*/ 2147483646 h 46"/>
              <a:gd name="T14" fmla="*/ 2147483646 w 31"/>
              <a:gd name="T15" fmla="*/ 2147483646 h 46"/>
              <a:gd name="T16" fmla="*/ 2147483646 w 31"/>
              <a:gd name="T17" fmla="*/ 2147483646 h 46"/>
              <a:gd name="T18" fmla="*/ 2147483646 w 31"/>
              <a:gd name="T19" fmla="*/ 2147483646 h 46"/>
              <a:gd name="T20" fmla="*/ 2147483646 w 31"/>
              <a:gd name="T21" fmla="*/ 2147483646 h 46"/>
              <a:gd name="T22" fmla="*/ 2147483646 w 31"/>
              <a:gd name="T23" fmla="*/ 2147483646 h 46"/>
              <a:gd name="T24" fmla="*/ 2147483646 w 31"/>
              <a:gd name="T25" fmla="*/ 0 h 46"/>
              <a:gd name="T26" fmla="*/ 2147483646 w 31"/>
              <a:gd name="T27" fmla="*/ 2147483646 h 46"/>
              <a:gd name="T28" fmla="*/ 2147483646 w 31"/>
              <a:gd name="T29" fmla="*/ 2147483646 h 46"/>
              <a:gd name="T30" fmla="*/ 2147483646 w 31"/>
              <a:gd name="T31" fmla="*/ 2147483646 h 46"/>
              <a:gd name="T32" fmla="*/ 2147483646 w 31"/>
              <a:gd name="T33" fmla="*/ 2147483646 h 46"/>
              <a:gd name="T34" fmla="*/ 2147483646 w 31"/>
              <a:gd name="T35" fmla="*/ 2147483646 h 46"/>
              <a:gd name="T36" fmla="*/ 2147483646 w 31"/>
              <a:gd name="T37" fmla="*/ 2147483646 h 46"/>
              <a:gd name="T38" fmla="*/ 2147483646 w 31"/>
              <a:gd name="T39" fmla="*/ 2147483646 h 46"/>
              <a:gd name="T40" fmla="*/ 2147483646 w 31"/>
              <a:gd name="T41" fmla="*/ 2147483646 h 46"/>
              <a:gd name="T42" fmla="*/ 2147483646 w 31"/>
              <a:gd name="T43" fmla="*/ 2147483646 h 46"/>
              <a:gd name="T44" fmla="*/ 0 w 31"/>
              <a:gd name="T45" fmla="*/ 2147483646 h 46"/>
              <a:gd name="T46" fmla="*/ 0 w 31"/>
              <a:gd name="T47" fmla="*/ 2147483646 h 46"/>
              <a:gd name="T48" fmla="*/ 0 w 31"/>
              <a:gd name="T49" fmla="*/ 2147483646 h 46"/>
              <a:gd name="T50" fmla="*/ 2147483646 w 31"/>
              <a:gd name="T51" fmla="*/ 2147483646 h 46"/>
              <a:gd name="T52" fmla="*/ 2147483646 w 31"/>
              <a:gd name="T53" fmla="*/ 2147483646 h 46"/>
              <a:gd name="T54" fmla="*/ 2147483646 w 31"/>
              <a:gd name="T55" fmla="*/ 2147483646 h 46"/>
              <a:gd name="T56" fmla="*/ 2147483646 w 31"/>
              <a:gd name="T57" fmla="*/ 2147483646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1" h="46">
                <a:moveTo>
                  <a:pt x="25" y="46"/>
                </a:moveTo>
                <a:lnTo>
                  <a:pt x="25" y="46"/>
                </a:lnTo>
                <a:lnTo>
                  <a:pt x="26" y="46"/>
                </a:lnTo>
                <a:lnTo>
                  <a:pt x="29" y="45"/>
                </a:lnTo>
                <a:lnTo>
                  <a:pt x="31" y="41"/>
                </a:lnTo>
                <a:lnTo>
                  <a:pt x="31" y="32"/>
                </a:lnTo>
                <a:lnTo>
                  <a:pt x="29" y="26"/>
                </a:lnTo>
                <a:lnTo>
                  <a:pt x="26" y="19"/>
                </a:lnTo>
                <a:lnTo>
                  <a:pt x="23" y="13"/>
                </a:lnTo>
                <a:lnTo>
                  <a:pt x="19" y="7"/>
                </a:lnTo>
                <a:lnTo>
                  <a:pt x="14" y="3"/>
                </a:lnTo>
                <a:lnTo>
                  <a:pt x="11" y="0"/>
                </a:lnTo>
                <a:lnTo>
                  <a:pt x="8" y="3"/>
                </a:lnTo>
                <a:lnTo>
                  <a:pt x="6" y="7"/>
                </a:lnTo>
                <a:lnTo>
                  <a:pt x="5" y="13"/>
                </a:lnTo>
                <a:lnTo>
                  <a:pt x="4" y="19"/>
                </a:lnTo>
                <a:lnTo>
                  <a:pt x="3" y="25"/>
                </a:lnTo>
                <a:lnTo>
                  <a:pt x="2" y="30"/>
                </a:lnTo>
                <a:lnTo>
                  <a:pt x="1" y="34"/>
                </a:lnTo>
                <a:lnTo>
                  <a:pt x="1" y="37"/>
                </a:lnTo>
                <a:lnTo>
                  <a:pt x="0" y="39"/>
                </a:lnTo>
                <a:lnTo>
                  <a:pt x="0" y="40"/>
                </a:lnTo>
                <a:lnTo>
                  <a:pt x="3" y="41"/>
                </a:lnTo>
                <a:lnTo>
                  <a:pt x="11" y="44"/>
                </a:lnTo>
                <a:lnTo>
                  <a:pt x="20" y="46"/>
                </a:lnTo>
                <a:lnTo>
                  <a:pt x="25" y="4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85" name="Freeform 1142">
            <a:extLst>
              <a:ext uri="{FF2B5EF4-FFF2-40B4-BE49-F238E27FC236}">
                <a16:creationId xmlns:a16="http://schemas.microsoft.com/office/drawing/2014/main" id="{ED49DD64-00C1-774B-E3D9-572B5290B6AC}"/>
              </a:ext>
            </a:extLst>
          </p:cNvPr>
          <p:cNvSpPr>
            <a:spLocks/>
          </p:cNvSpPr>
          <p:nvPr/>
        </p:nvSpPr>
        <p:spPr bwMode="auto">
          <a:xfrm>
            <a:off x="6361113" y="4964113"/>
            <a:ext cx="4762" cy="3175"/>
          </a:xfrm>
          <a:custGeom>
            <a:avLst/>
            <a:gdLst>
              <a:gd name="T0" fmla="*/ 2147483646 w 31"/>
              <a:gd name="T1" fmla="*/ 0 h 24"/>
              <a:gd name="T2" fmla="*/ 0 w 31"/>
              <a:gd name="T3" fmla="*/ 2147483646 h 24"/>
              <a:gd name="T4" fmla="*/ 2147483646 w 31"/>
              <a:gd name="T5" fmla="*/ 2147483646 h 24"/>
              <a:gd name="T6" fmla="*/ 2147483646 w 31"/>
              <a:gd name="T7" fmla="*/ 2147483646 h 24"/>
              <a:gd name="T8" fmla="*/ 2147483646 w 31"/>
              <a:gd name="T9" fmla="*/ 2147483646 h 24"/>
              <a:gd name="T10" fmla="*/ 2147483646 w 31"/>
              <a:gd name="T11" fmla="*/ 2147483646 h 24"/>
              <a:gd name="T12" fmla="*/ 2147483646 w 31"/>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24">
                <a:moveTo>
                  <a:pt x="31" y="0"/>
                </a:moveTo>
                <a:lnTo>
                  <a:pt x="0" y="2"/>
                </a:lnTo>
                <a:lnTo>
                  <a:pt x="11" y="24"/>
                </a:lnTo>
                <a:lnTo>
                  <a:pt x="15" y="24"/>
                </a:lnTo>
                <a:lnTo>
                  <a:pt x="22" y="21"/>
                </a:lnTo>
                <a:lnTo>
                  <a:pt x="29" y="14"/>
                </a:lnTo>
                <a:lnTo>
                  <a:pt x="31"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86" name="Freeform 1143">
            <a:extLst>
              <a:ext uri="{FF2B5EF4-FFF2-40B4-BE49-F238E27FC236}">
                <a16:creationId xmlns:a16="http://schemas.microsoft.com/office/drawing/2014/main" id="{8987458B-A03E-70AF-D4C2-255F3CDAE6CE}"/>
              </a:ext>
            </a:extLst>
          </p:cNvPr>
          <p:cNvSpPr>
            <a:spLocks/>
          </p:cNvSpPr>
          <p:nvPr/>
        </p:nvSpPr>
        <p:spPr bwMode="auto">
          <a:xfrm>
            <a:off x="6361113" y="4964113"/>
            <a:ext cx="4762" cy="3175"/>
          </a:xfrm>
          <a:custGeom>
            <a:avLst/>
            <a:gdLst>
              <a:gd name="T0" fmla="*/ 2147483646 w 31"/>
              <a:gd name="T1" fmla="*/ 0 h 24"/>
              <a:gd name="T2" fmla="*/ 0 w 31"/>
              <a:gd name="T3" fmla="*/ 2147483646 h 24"/>
              <a:gd name="T4" fmla="*/ 2147483646 w 31"/>
              <a:gd name="T5" fmla="*/ 2147483646 h 24"/>
              <a:gd name="T6" fmla="*/ 2147483646 w 31"/>
              <a:gd name="T7" fmla="*/ 2147483646 h 24"/>
              <a:gd name="T8" fmla="*/ 2147483646 w 31"/>
              <a:gd name="T9" fmla="*/ 2147483646 h 24"/>
              <a:gd name="T10" fmla="*/ 2147483646 w 31"/>
              <a:gd name="T11" fmla="*/ 2147483646 h 24"/>
              <a:gd name="T12" fmla="*/ 2147483646 w 31"/>
              <a:gd name="T13" fmla="*/ 2147483646 h 24"/>
              <a:gd name="T14" fmla="*/ 2147483646 w 31"/>
              <a:gd name="T15" fmla="*/ 0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24">
                <a:moveTo>
                  <a:pt x="31" y="0"/>
                </a:moveTo>
                <a:lnTo>
                  <a:pt x="0" y="2"/>
                </a:lnTo>
                <a:lnTo>
                  <a:pt x="11" y="24"/>
                </a:lnTo>
                <a:lnTo>
                  <a:pt x="15" y="24"/>
                </a:lnTo>
                <a:lnTo>
                  <a:pt x="22" y="21"/>
                </a:lnTo>
                <a:lnTo>
                  <a:pt x="29" y="14"/>
                </a:lnTo>
                <a:lnTo>
                  <a:pt x="31"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87" name="Freeform 1144">
            <a:extLst>
              <a:ext uri="{FF2B5EF4-FFF2-40B4-BE49-F238E27FC236}">
                <a16:creationId xmlns:a16="http://schemas.microsoft.com/office/drawing/2014/main" id="{20234FF1-90AC-6439-4F3A-E6699AB6F5C0}"/>
              </a:ext>
            </a:extLst>
          </p:cNvPr>
          <p:cNvSpPr>
            <a:spLocks/>
          </p:cNvSpPr>
          <p:nvPr/>
        </p:nvSpPr>
        <p:spPr bwMode="auto">
          <a:xfrm>
            <a:off x="6440488" y="4930775"/>
            <a:ext cx="7937" cy="4763"/>
          </a:xfrm>
          <a:custGeom>
            <a:avLst/>
            <a:gdLst>
              <a:gd name="T0" fmla="*/ 2147483646 w 47"/>
              <a:gd name="T1" fmla="*/ 2147483646 h 26"/>
              <a:gd name="T2" fmla="*/ 2147483646 w 47"/>
              <a:gd name="T3" fmla="*/ 2147483646 h 26"/>
              <a:gd name="T4" fmla="*/ 2147483646 w 47"/>
              <a:gd name="T5" fmla="*/ 2147483646 h 26"/>
              <a:gd name="T6" fmla="*/ 2147483646 w 47"/>
              <a:gd name="T7" fmla="*/ 2147483646 h 26"/>
              <a:gd name="T8" fmla="*/ 2147483646 w 47"/>
              <a:gd name="T9" fmla="*/ 2147483646 h 26"/>
              <a:gd name="T10" fmla="*/ 2147483646 w 47"/>
              <a:gd name="T11" fmla="*/ 2147483646 h 26"/>
              <a:gd name="T12" fmla="*/ 0 w 47"/>
              <a:gd name="T13" fmla="*/ 2147483646 h 26"/>
              <a:gd name="T14" fmla="*/ 2147483646 w 47"/>
              <a:gd name="T15" fmla="*/ 2147483646 h 26"/>
              <a:gd name="T16" fmla="*/ 2147483646 w 47"/>
              <a:gd name="T17" fmla="*/ 2147483646 h 26"/>
              <a:gd name="T18" fmla="*/ 2147483646 w 47"/>
              <a:gd name="T19" fmla="*/ 0 h 26"/>
              <a:gd name="T20" fmla="*/ 2147483646 w 47"/>
              <a:gd name="T21" fmla="*/ 0 h 26"/>
              <a:gd name="T22" fmla="*/ 2147483646 w 47"/>
              <a:gd name="T23" fmla="*/ 2147483646 h 26"/>
              <a:gd name="T24" fmla="*/ 2147483646 w 47"/>
              <a:gd name="T25" fmla="*/ 2147483646 h 26"/>
              <a:gd name="T26" fmla="*/ 2147483646 w 47"/>
              <a:gd name="T27" fmla="*/ 2147483646 h 26"/>
              <a:gd name="T28" fmla="*/ 2147483646 w 47"/>
              <a:gd name="T29" fmla="*/ 2147483646 h 26"/>
              <a:gd name="T30" fmla="*/ 2147483646 w 47"/>
              <a:gd name="T31" fmla="*/ 2147483646 h 26"/>
              <a:gd name="T32" fmla="*/ 2147483646 w 47"/>
              <a:gd name="T33" fmla="*/ 2147483646 h 26"/>
              <a:gd name="T34" fmla="*/ 2147483646 w 47"/>
              <a:gd name="T35" fmla="*/ 214748364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7" h="26">
                <a:moveTo>
                  <a:pt x="24" y="26"/>
                </a:moveTo>
                <a:lnTo>
                  <a:pt x="22" y="25"/>
                </a:lnTo>
                <a:lnTo>
                  <a:pt x="18" y="23"/>
                </a:lnTo>
                <a:lnTo>
                  <a:pt x="13" y="20"/>
                </a:lnTo>
                <a:lnTo>
                  <a:pt x="8" y="16"/>
                </a:lnTo>
                <a:lnTo>
                  <a:pt x="2" y="12"/>
                </a:lnTo>
                <a:lnTo>
                  <a:pt x="0" y="7"/>
                </a:lnTo>
                <a:lnTo>
                  <a:pt x="1" y="4"/>
                </a:lnTo>
                <a:lnTo>
                  <a:pt x="8" y="1"/>
                </a:lnTo>
                <a:lnTo>
                  <a:pt x="16" y="0"/>
                </a:lnTo>
                <a:lnTo>
                  <a:pt x="23" y="0"/>
                </a:lnTo>
                <a:lnTo>
                  <a:pt x="30" y="1"/>
                </a:lnTo>
                <a:lnTo>
                  <a:pt x="36" y="3"/>
                </a:lnTo>
                <a:lnTo>
                  <a:pt x="40" y="5"/>
                </a:lnTo>
                <a:lnTo>
                  <a:pt x="44" y="7"/>
                </a:lnTo>
                <a:lnTo>
                  <a:pt x="46" y="8"/>
                </a:lnTo>
                <a:lnTo>
                  <a:pt x="47" y="9"/>
                </a:lnTo>
                <a:lnTo>
                  <a:pt x="24" y="26"/>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88" name="Freeform 1145">
            <a:extLst>
              <a:ext uri="{FF2B5EF4-FFF2-40B4-BE49-F238E27FC236}">
                <a16:creationId xmlns:a16="http://schemas.microsoft.com/office/drawing/2014/main" id="{EF0E8557-A74A-3562-C703-BE380FFAA4A4}"/>
              </a:ext>
            </a:extLst>
          </p:cNvPr>
          <p:cNvSpPr>
            <a:spLocks/>
          </p:cNvSpPr>
          <p:nvPr/>
        </p:nvSpPr>
        <p:spPr bwMode="auto">
          <a:xfrm>
            <a:off x="6440488" y="4930775"/>
            <a:ext cx="7937" cy="4763"/>
          </a:xfrm>
          <a:custGeom>
            <a:avLst/>
            <a:gdLst>
              <a:gd name="T0" fmla="*/ 2147483646 w 47"/>
              <a:gd name="T1" fmla="*/ 2147483646 h 26"/>
              <a:gd name="T2" fmla="*/ 2147483646 w 47"/>
              <a:gd name="T3" fmla="*/ 2147483646 h 26"/>
              <a:gd name="T4" fmla="*/ 2147483646 w 47"/>
              <a:gd name="T5" fmla="*/ 2147483646 h 26"/>
              <a:gd name="T6" fmla="*/ 2147483646 w 47"/>
              <a:gd name="T7" fmla="*/ 2147483646 h 26"/>
              <a:gd name="T8" fmla="*/ 2147483646 w 47"/>
              <a:gd name="T9" fmla="*/ 2147483646 h 26"/>
              <a:gd name="T10" fmla="*/ 2147483646 w 47"/>
              <a:gd name="T11" fmla="*/ 2147483646 h 26"/>
              <a:gd name="T12" fmla="*/ 2147483646 w 47"/>
              <a:gd name="T13" fmla="*/ 2147483646 h 26"/>
              <a:gd name="T14" fmla="*/ 0 w 47"/>
              <a:gd name="T15" fmla="*/ 2147483646 h 26"/>
              <a:gd name="T16" fmla="*/ 2147483646 w 47"/>
              <a:gd name="T17" fmla="*/ 2147483646 h 26"/>
              <a:gd name="T18" fmla="*/ 2147483646 w 47"/>
              <a:gd name="T19" fmla="*/ 2147483646 h 26"/>
              <a:gd name="T20" fmla="*/ 2147483646 w 47"/>
              <a:gd name="T21" fmla="*/ 2147483646 h 26"/>
              <a:gd name="T22" fmla="*/ 2147483646 w 47"/>
              <a:gd name="T23" fmla="*/ 0 h 26"/>
              <a:gd name="T24" fmla="*/ 2147483646 w 47"/>
              <a:gd name="T25" fmla="*/ 0 h 26"/>
              <a:gd name="T26" fmla="*/ 2147483646 w 47"/>
              <a:gd name="T27" fmla="*/ 2147483646 h 26"/>
              <a:gd name="T28" fmla="*/ 2147483646 w 47"/>
              <a:gd name="T29" fmla="*/ 2147483646 h 26"/>
              <a:gd name="T30" fmla="*/ 2147483646 w 47"/>
              <a:gd name="T31" fmla="*/ 2147483646 h 26"/>
              <a:gd name="T32" fmla="*/ 2147483646 w 47"/>
              <a:gd name="T33" fmla="*/ 2147483646 h 26"/>
              <a:gd name="T34" fmla="*/ 2147483646 w 47"/>
              <a:gd name="T35" fmla="*/ 2147483646 h 26"/>
              <a:gd name="T36" fmla="*/ 2147483646 w 47"/>
              <a:gd name="T37" fmla="*/ 2147483646 h 26"/>
              <a:gd name="T38" fmla="*/ 2147483646 w 47"/>
              <a:gd name="T39" fmla="*/ 214748364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7" h="26">
                <a:moveTo>
                  <a:pt x="24" y="26"/>
                </a:moveTo>
                <a:lnTo>
                  <a:pt x="24" y="26"/>
                </a:lnTo>
                <a:lnTo>
                  <a:pt x="22" y="25"/>
                </a:lnTo>
                <a:lnTo>
                  <a:pt x="18" y="23"/>
                </a:lnTo>
                <a:lnTo>
                  <a:pt x="13" y="20"/>
                </a:lnTo>
                <a:lnTo>
                  <a:pt x="8" y="16"/>
                </a:lnTo>
                <a:lnTo>
                  <a:pt x="2" y="12"/>
                </a:lnTo>
                <a:lnTo>
                  <a:pt x="0" y="7"/>
                </a:lnTo>
                <a:lnTo>
                  <a:pt x="1" y="4"/>
                </a:lnTo>
                <a:lnTo>
                  <a:pt x="8" y="1"/>
                </a:lnTo>
                <a:lnTo>
                  <a:pt x="16" y="0"/>
                </a:lnTo>
                <a:lnTo>
                  <a:pt x="23" y="0"/>
                </a:lnTo>
                <a:lnTo>
                  <a:pt x="30" y="1"/>
                </a:lnTo>
                <a:lnTo>
                  <a:pt x="36" y="3"/>
                </a:lnTo>
                <a:lnTo>
                  <a:pt x="40" y="5"/>
                </a:lnTo>
                <a:lnTo>
                  <a:pt x="44" y="7"/>
                </a:lnTo>
                <a:lnTo>
                  <a:pt x="46" y="8"/>
                </a:lnTo>
                <a:lnTo>
                  <a:pt x="47" y="9"/>
                </a:lnTo>
                <a:lnTo>
                  <a:pt x="24"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89" name="Freeform 1146">
            <a:extLst>
              <a:ext uri="{FF2B5EF4-FFF2-40B4-BE49-F238E27FC236}">
                <a16:creationId xmlns:a16="http://schemas.microsoft.com/office/drawing/2014/main" id="{5829247A-1E86-B8D4-1327-9C13F11FE15F}"/>
              </a:ext>
            </a:extLst>
          </p:cNvPr>
          <p:cNvSpPr>
            <a:spLocks/>
          </p:cNvSpPr>
          <p:nvPr/>
        </p:nvSpPr>
        <p:spPr bwMode="auto">
          <a:xfrm>
            <a:off x="6423025" y="4884738"/>
            <a:ext cx="3175" cy="4762"/>
          </a:xfrm>
          <a:custGeom>
            <a:avLst/>
            <a:gdLst>
              <a:gd name="T0" fmla="*/ 2147483646 w 29"/>
              <a:gd name="T1" fmla="*/ 2147483646 h 36"/>
              <a:gd name="T2" fmla="*/ 2147483646 w 29"/>
              <a:gd name="T3" fmla="*/ 2147483646 h 36"/>
              <a:gd name="T4" fmla="*/ 2147483646 w 29"/>
              <a:gd name="T5" fmla="*/ 2147483646 h 36"/>
              <a:gd name="T6" fmla="*/ 0 w 29"/>
              <a:gd name="T7" fmla="*/ 2147483646 h 36"/>
              <a:gd name="T8" fmla="*/ 2147483646 w 29"/>
              <a:gd name="T9" fmla="*/ 2147483646 h 36"/>
              <a:gd name="T10" fmla="*/ 2147483646 w 29"/>
              <a:gd name="T11" fmla="*/ 2147483646 h 36"/>
              <a:gd name="T12" fmla="*/ 2147483646 w 29"/>
              <a:gd name="T13" fmla="*/ 2147483646 h 36"/>
              <a:gd name="T14" fmla="*/ 2147483646 w 29"/>
              <a:gd name="T15" fmla="*/ 2147483646 h 36"/>
              <a:gd name="T16" fmla="*/ 2147483646 w 29"/>
              <a:gd name="T17" fmla="*/ 2147483646 h 36"/>
              <a:gd name="T18" fmla="*/ 2147483646 w 29"/>
              <a:gd name="T19" fmla="*/ 2147483646 h 36"/>
              <a:gd name="T20" fmla="*/ 2147483646 w 29"/>
              <a:gd name="T21" fmla="*/ 2147483646 h 36"/>
              <a:gd name="T22" fmla="*/ 2147483646 w 29"/>
              <a:gd name="T23" fmla="*/ 2147483646 h 36"/>
              <a:gd name="T24" fmla="*/ 2147483646 w 29"/>
              <a:gd name="T25" fmla="*/ 0 h 36"/>
              <a:gd name="T26" fmla="*/ 2147483646 w 29"/>
              <a:gd name="T27" fmla="*/ 2147483646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 h="36">
                <a:moveTo>
                  <a:pt x="12" y="2"/>
                </a:moveTo>
                <a:lnTo>
                  <a:pt x="6" y="21"/>
                </a:lnTo>
                <a:lnTo>
                  <a:pt x="3" y="23"/>
                </a:lnTo>
                <a:lnTo>
                  <a:pt x="0" y="29"/>
                </a:lnTo>
                <a:lnTo>
                  <a:pt x="1" y="34"/>
                </a:lnTo>
                <a:lnTo>
                  <a:pt x="12" y="36"/>
                </a:lnTo>
                <a:lnTo>
                  <a:pt x="26" y="33"/>
                </a:lnTo>
                <a:lnTo>
                  <a:pt x="29" y="28"/>
                </a:lnTo>
                <a:lnTo>
                  <a:pt x="28" y="21"/>
                </a:lnTo>
                <a:lnTo>
                  <a:pt x="27" y="19"/>
                </a:lnTo>
                <a:lnTo>
                  <a:pt x="25" y="15"/>
                </a:lnTo>
                <a:lnTo>
                  <a:pt x="21" y="6"/>
                </a:lnTo>
                <a:lnTo>
                  <a:pt x="15" y="0"/>
                </a:lnTo>
                <a:lnTo>
                  <a:pt x="12" y="2"/>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90" name="Freeform 1147">
            <a:extLst>
              <a:ext uri="{FF2B5EF4-FFF2-40B4-BE49-F238E27FC236}">
                <a16:creationId xmlns:a16="http://schemas.microsoft.com/office/drawing/2014/main" id="{446FE6D4-BECF-28CE-0D7F-B1905A1AE2EB}"/>
              </a:ext>
            </a:extLst>
          </p:cNvPr>
          <p:cNvSpPr>
            <a:spLocks/>
          </p:cNvSpPr>
          <p:nvPr/>
        </p:nvSpPr>
        <p:spPr bwMode="auto">
          <a:xfrm>
            <a:off x="6423025" y="4884738"/>
            <a:ext cx="3175" cy="4762"/>
          </a:xfrm>
          <a:custGeom>
            <a:avLst/>
            <a:gdLst>
              <a:gd name="T0" fmla="*/ 2147483646 w 29"/>
              <a:gd name="T1" fmla="*/ 2147483646 h 36"/>
              <a:gd name="T2" fmla="*/ 2147483646 w 29"/>
              <a:gd name="T3" fmla="*/ 2147483646 h 36"/>
              <a:gd name="T4" fmla="*/ 2147483646 w 29"/>
              <a:gd name="T5" fmla="*/ 2147483646 h 36"/>
              <a:gd name="T6" fmla="*/ 2147483646 w 29"/>
              <a:gd name="T7" fmla="*/ 2147483646 h 36"/>
              <a:gd name="T8" fmla="*/ 0 w 29"/>
              <a:gd name="T9" fmla="*/ 2147483646 h 36"/>
              <a:gd name="T10" fmla="*/ 2147483646 w 29"/>
              <a:gd name="T11" fmla="*/ 2147483646 h 36"/>
              <a:gd name="T12" fmla="*/ 2147483646 w 29"/>
              <a:gd name="T13" fmla="*/ 2147483646 h 36"/>
              <a:gd name="T14" fmla="*/ 2147483646 w 29"/>
              <a:gd name="T15" fmla="*/ 2147483646 h 36"/>
              <a:gd name="T16" fmla="*/ 2147483646 w 29"/>
              <a:gd name="T17" fmla="*/ 2147483646 h 36"/>
              <a:gd name="T18" fmla="*/ 2147483646 w 29"/>
              <a:gd name="T19" fmla="*/ 2147483646 h 36"/>
              <a:gd name="T20" fmla="*/ 2147483646 w 29"/>
              <a:gd name="T21" fmla="*/ 2147483646 h 36"/>
              <a:gd name="T22" fmla="*/ 2147483646 w 29"/>
              <a:gd name="T23" fmla="*/ 2147483646 h 36"/>
              <a:gd name="T24" fmla="*/ 2147483646 w 29"/>
              <a:gd name="T25" fmla="*/ 2147483646 h 36"/>
              <a:gd name="T26" fmla="*/ 2147483646 w 29"/>
              <a:gd name="T27" fmla="*/ 2147483646 h 36"/>
              <a:gd name="T28" fmla="*/ 2147483646 w 29"/>
              <a:gd name="T29" fmla="*/ 2147483646 h 36"/>
              <a:gd name="T30" fmla="*/ 2147483646 w 29"/>
              <a:gd name="T31" fmla="*/ 0 h 36"/>
              <a:gd name="T32" fmla="*/ 2147483646 w 29"/>
              <a:gd name="T33" fmla="*/ 214748364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36">
                <a:moveTo>
                  <a:pt x="12" y="2"/>
                </a:moveTo>
                <a:lnTo>
                  <a:pt x="6" y="21"/>
                </a:lnTo>
                <a:lnTo>
                  <a:pt x="3" y="23"/>
                </a:lnTo>
                <a:lnTo>
                  <a:pt x="0" y="29"/>
                </a:lnTo>
                <a:lnTo>
                  <a:pt x="1" y="34"/>
                </a:lnTo>
                <a:lnTo>
                  <a:pt x="12" y="36"/>
                </a:lnTo>
                <a:lnTo>
                  <a:pt x="26" y="33"/>
                </a:lnTo>
                <a:lnTo>
                  <a:pt x="29" y="28"/>
                </a:lnTo>
                <a:lnTo>
                  <a:pt x="28" y="21"/>
                </a:lnTo>
                <a:lnTo>
                  <a:pt x="27" y="19"/>
                </a:lnTo>
                <a:lnTo>
                  <a:pt x="25" y="15"/>
                </a:lnTo>
                <a:lnTo>
                  <a:pt x="21" y="6"/>
                </a:lnTo>
                <a:lnTo>
                  <a:pt x="15" y="0"/>
                </a:lnTo>
                <a:lnTo>
                  <a:pt x="12" y="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91" name="Freeform 1148">
            <a:extLst>
              <a:ext uri="{FF2B5EF4-FFF2-40B4-BE49-F238E27FC236}">
                <a16:creationId xmlns:a16="http://schemas.microsoft.com/office/drawing/2014/main" id="{1D7C4C1A-C960-6CEC-86C7-271E0143BF8B}"/>
              </a:ext>
            </a:extLst>
          </p:cNvPr>
          <p:cNvSpPr>
            <a:spLocks/>
          </p:cNvSpPr>
          <p:nvPr/>
        </p:nvSpPr>
        <p:spPr bwMode="auto">
          <a:xfrm>
            <a:off x="6421438" y="4852988"/>
            <a:ext cx="7937" cy="11112"/>
          </a:xfrm>
          <a:custGeom>
            <a:avLst/>
            <a:gdLst>
              <a:gd name="T0" fmla="*/ 2147483646 w 51"/>
              <a:gd name="T1" fmla="*/ 0 h 77"/>
              <a:gd name="T2" fmla="*/ 2147483646 w 51"/>
              <a:gd name="T3" fmla="*/ 2147483646 h 77"/>
              <a:gd name="T4" fmla="*/ 2147483646 w 51"/>
              <a:gd name="T5" fmla="*/ 2147483646 h 77"/>
              <a:gd name="T6" fmla="*/ 2147483646 w 51"/>
              <a:gd name="T7" fmla="*/ 2147483646 h 77"/>
              <a:gd name="T8" fmla="*/ 2147483646 w 51"/>
              <a:gd name="T9" fmla="*/ 2147483646 h 77"/>
              <a:gd name="T10" fmla="*/ 2147483646 w 51"/>
              <a:gd name="T11" fmla="*/ 2147483646 h 77"/>
              <a:gd name="T12" fmla="*/ 2147483646 w 51"/>
              <a:gd name="T13" fmla="*/ 2147483646 h 77"/>
              <a:gd name="T14" fmla="*/ 2147483646 w 51"/>
              <a:gd name="T15" fmla="*/ 2147483646 h 77"/>
              <a:gd name="T16" fmla="*/ 2147483646 w 51"/>
              <a:gd name="T17" fmla="*/ 2147483646 h 77"/>
              <a:gd name="T18" fmla="*/ 2147483646 w 51"/>
              <a:gd name="T19" fmla="*/ 2147483646 h 77"/>
              <a:gd name="T20" fmla="*/ 2147483646 w 51"/>
              <a:gd name="T21" fmla="*/ 2147483646 h 77"/>
              <a:gd name="T22" fmla="*/ 2147483646 w 51"/>
              <a:gd name="T23" fmla="*/ 2147483646 h 77"/>
              <a:gd name="T24" fmla="*/ 2147483646 w 51"/>
              <a:gd name="T25" fmla="*/ 2147483646 h 77"/>
              <a:gd name="T26" fmla="*/ 2147483646 w 51"/>
              <a:gd name="T27" fmla="*/ 2147483646 h 77"/>
              <a:gd name="T28" fmla="*/ 2147483646 w 51"/>
              <a:gd name="T29" fmla="*/ 2147483646 h 77"/>
              <a:gd name="T30" fmla="*/ 2147483646 w 51"/>
              <a:gd name="T31" fmla="*/ 2147483646 h 77"/>
              <a:gd name="T32" fmla="*/ 2147483646 w 51"/>
              <a:gd name="T33" fmla="*/ 2147483646 h 77"/>
              <a:gd name="T34" fmla="*/ 2147483646 w 51"/>
              <a:gd name="T35" fmla="*/ 2147483646 h 77"/>
              <a:gd name="T36" fmla="*/ 2147483646 w 51"/>
              <a:gd name="T37" fmla="*/ 2147483646 h 77"/>
              <a:gd name="T38" fmla="*/ 2147483646 w 51"/>
              <a:gd name="T39" fmla="*/ 2147483646 h 77"/>
              <a:gd name="T40" fmla="*/ 2147483646 w 51"/>
              <a:gd name="T41" fmla="*/ 2147483646 h 77"/>
              <a:gd name="T42" fmla="*/ 2147483646 w 51"/>
              <a:gd name="T43" fmla="*/ 2147483646 h 77"/>
              <a:gd name="T44" fmla="*/ 2147483646 w 51"/>
              <a:gd name="T45" fmla="*/ 2147483646 h 77"/>
              <a:gd name="T46" fmla="*/ 2147483646 w 51"/>
              <a:gd name="T47" fmla="*/ 2147483646 h 77"/>
              <a:gd name="T48" fmla="*/ 2147483646 w 51"/>
              <a:gd name="T49" fmla="*/ 2147483646 h 77"/>
              <a:gd name="T50" fmla="*/ 2147483646 w 51"/>
              <a:gd name="T51" fmla="*/ 2147483646 h 77"/>
              <a:gd name="T52" fmla="*/ 2147483646 w 51"/>
              <a:gd name="T53" fmla="*/ 2147483646 h 77"/>
              <a:gd name="T54" fmla="*/ 2147483646 w 51"/>
              <a:gd name="T55" fmla="*/ 2147483646 h 77"/>
              <a:gd name="T56" fmla="*/ 2147483646 w 51"/>
              <a:gd name="T57" fmla="*/ 2147483646 h 77"/>
              <a:gd name="T58" fmla="*/ 2147483646 w 51"/>
              <a:gd name="T59" fmla="*/ 2147483646 h 77"/>
              <a:gd name="T60" fmla="*/ 2147483646 w 51"/>
              <a:gd name="T61" fmla="*/ 2147483646 h 77"/>
              <a:gd name="T62" fmla="*/ 2147483646 w 51"/>
              <a:gd name="T63" fmla="*/ 2147483646 h 77"/>
              <a:gd name="T64" fmla="*/ 0 w 51"/>
              <a:gd name="T65" fmla="*/ 2147483646 h 77"/>
              <a:gd name="T66" fmla="*/ 2147483646 w 51"/>
              <a:gd name="T67" fmla="*/ 2147483646 h 77"/>
              <a:gd name="T68" fmla="*/ 2147483646 w 51"/>
              <a:gd name="T69" fmla="*/ 2147483646 h 77"/>
              <a:gd name="T70" fmla="*/ 2147483646 w 51"/>
              <a:gd name="T71" fmla="*/ 2147483646 h 77"/>
              <a:gd name="T72" fmla="*/ 2147483646 w 51"/>
              <a:gd name="T73" fmla="*/ 0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1" h="77">
                <a:moveTo>
                  <a:pt x="19" y="0"/>
                </a:moveTo>
                <a:lnTo>
                  <a:pt x="19" y="2"/>
                </a:lnTo>
                <a:lnTo>
                  <a:pt x="19" y="6"/>
                </a:lnTo>
                <a:lnTo>
                  <a:pt x="20" y="11"/>
                </a:lnTo>
                <a:lnTo>
                  <a:pt x="21" y="18"/>
                </a:lnTo>
                <a:lnTo>
                  <a:pt x="23" y="25"/>
                </a:lnTo>
                <a:lnTo>
                  <a:pt x="25" y="31"/>
                </a:lnTo>
                <a:lnTo>
                  <a:pt x="30" y="37"/>
                </a:lnTo>
                <a:lnTo>
                  <a:pt x="34" y="39"/>
                </a:lnTo>
                <a:lnTo>
                  <a:pt x="39" y="41"/>
                </a:lnTo>
                <a:lnTo>
                  <a:pt x="43" y="43"/>
                </a:lnTo>
                <a:lnTo>
                  <a:pt x="47" y="47"/>
                </a:lnTo>
                <a:lnTo>
                  <a:pt x="50" y="51"/>
                </a:lnTo>
                <a:lnTo>
                  <a:pt x="51" y="56"/>
                </a:lnTo>
                <a:lnTo>
                  <a:pt x="51" y="61"/>
                </a:lnTo>
                <a:lnTo>
                  <a:pt x="49" y="67"/>
                </a:lnTo>
                <a:lnTo>
                  <a:pt x="45" y="72"/>
                </a:lnTo>
                <a:lnTo>
                  <a:pt x="40" y="76"/>
                </a:lnTo>
                <a:lnTo>
                  <a:pt x="34" y="77"/>
                </a:lnTo>
                <a:lnTo>
                  <a:pt x="29" y="77"/>
                </a:lnTo>
                <a:lnTo>
                  <a:pt x="23" y="74"/>
                </a:lnTo>
                <a:lnTo>
                  <a:pt x="19" y="71"/>
                </a:lnTo>
                <a:lnTo>
                  <a:pt x="16" y="66"/>
                </a:lnTo>
                <a:lnTo>
                  <a:pt x="14" y="61"/>
                </a:lnTo>
                <a:lnTo>
                  <a:pt x="13" y="56"/>
                </a:lnTo>
                <a:lnTo>
                  <a:pt x="12" y="50"/>
                </a:lnTo>
                <a:lnTo>
                  <a:pt x="11" y="44"/>
                </a:lnTo>
                <a:lnTo>
                  <a:pt x="9" y="38"/>
                </a:lnTo>
                <a:lnTo>
                  <a:pt x="7" y="32"/>
                </a:lnTo>
                <a:lnTo>
                  <a:pt x="4" y="27"/>
                </a:lnTo>
                <a:lnTo>
                  <a:pt x="2" y="23"/>
                </a:lnTo>
                <a:lnTo>
                  <a:pt x="1" y="20"/>
                </a:lnTo>
                <a:lnTo>
                  <a:pt x="0" y="19"/>
                </a:lnTo>
                <a:lnTo>
                  <a:pt x="1" y="16"/>
                </a:lnTo>
                <a:lnTo>
                  <a:pt x="4" y="9"/>
                </a:lnTo>
                <a:lnTo>
                  <a:pt x="10" y="3"/>
                </a:lnTo>
                <a:lnTo>
                  <a:pt x="19"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92" name="Freeform 1149">
            <a:extLst>
              <a:ext uri="{FF2B5EF4-FFF2-40B4-BE49-F238E27FC236}">
                <a16:creationId xmlns:a16="http://schemas.microsoft.com/office/drawing/2014/main" id="{BBF6395E-2719-26E2-7900-C647AE684071}"/>
              </a:ext>
            </a:extLst>
          </p:cNvPr>
          <p:cNvSpPr>
            <a:spLocks/>
          </p:cNvSpPr>
          <p:nvPr/>
        </p:nvSpPr>
        <p:spPr bwMode="auto">
          <a:xfrm>
            <a:off x="6421438" y="4852988"/>
            <a:ext cx="7937" cy="11112"/>
          </a:xfrm>
          <a:custGeom>
            <a:avLst/>
            <a:gdLst>
              <a:gd name="T0" fmla="*/ 2147483646 w 51"/>
              <a:gd name="T1" fmla="*/ 0 h 77"/>
              <a:gd name="T2" fmla="*/ 2147483646 w 51"/>
              <a:gd name="T3" fmla="*/ 0 h 77"/>
              <a:gd name="T4" fmla="*/ 2147483646 w 51"/>
              <a:gd name="T5" fmla="*/ 2147483646 h 77"/>
              <a:gd name="T6" fmla="*/ 2147483646 w 51"/>
              <a:gd name="T7" fmla="*/ 2147483646 h 77"/>
              <a:gd name="T8" fmla="*/ 2147483646 w 51"/>
              <a:gd name="T9" fmla="*/ 2147483646 h 77"/>
              <a:gd name="T10" fmla="*/ 2147483646 w 51"/>
              <a:gd name="T11" fmla="*/ 2147483646 h 77"/>
              <a:gd name="T12" fmla="*/ 2147483646 w 51"/>
              <a:gd name="T13" fmla="*/ 2147483646 h 77"/>
              <a:gd name="T14" fmla="*/ 2147483646 w 51"/>
              <a:gd name="T15" fmla="*/ 2147483646 h 77"/>
              <a:gd name="T16" fmla="*/ 2147483646 w 51"/>
              <a:gd name="T17" fmla="*/ 2147483646 h 77"/>
              <a:gd name="T18" fmla="*/ 2147483646 w 51"/>
              <a:gd name="T19" fmla="*/ 2147483646 h 77"/>
              <a:gd name="T20" fmla="*/ 2147483646 w 51"/>
              <a:gd name="T21" fmla="*/ 2147483646 h 77"/>
              <a:gd name="T22" fmla="*/ 2147483646 w 51"/>
              <a:gd name="T23" fmla="*/ 2147483646 h 77"/>
              <a:gd name="T24" fmla="*/ 2147483646 w 51"/>
              <a:gd name="T25" fmla="*/ 2147483646 h 77"/>
              <a:gd name="T26" fmla="*/ 2147483646 w 51"/>
              <a:gd name="T27" fmla="*/ 2147483646 h 77"/>
              <a:gd name="T28" fmla="*/ 2147483646 w 51"/>
              <a:gd name="T29" fmla="*/ 2147483646 h 77"/>
              <a:gd name="T30" fmla="*/ 2147483646 w 51"/>
              <a:gd name="T31" fmla="*/ 2147483646 h 77"/>
              <a:gd name="T32" fmla="*/ 2147483646 w 51"/>
              <a:gd name="T33" fmla="*/ 2147483646 h 77"/>
              <a:gd name="T34" fmla="*/ 2147483646 w 51"/>
              <a:gd name="T35" fmla="*/ 2147483646 h 77"/>
              <a:gd name="T36" fmla="*/ 2147483646 w 51"/>
              <a:gd name="T37" fmla="*/ 2147483646 h 77"/>
              <a:gd name="T38" fmla="*/ 2147483646 w 51"/>
              <a:gd name="T39" fmla="*/ 2147483646 h 77"/>
              <a:gd name="T40" fmla="*/ 2147483646 w 51"/>
              <a:gd name="T41" fmla="*/ 2147483646 h 77"/>
              <a:gd name="T42" fmla="*/ 2147483646 w 51"/>
              <a:gd name="T43" fmla="*/ 2147483646 h 77"/>
              <a:gd name="T44" fmla="*/ 2147483646 w 51"/>
              <a:gd name="T45" fmla="*/ 2147483646 h 77"/>
              <a:gd name="T46" fmla="*/ 2147483646 w 51"/>
              <a:gd name="T47" fmla="*/ 2147483646 h 77"/>
              <a:gd name="T48" fmla="*/ 2147483646 w 51"/>
              <a:gd name="T49" fmla="*/ 2147483646 h 77"/>
              <a:gd name="T50" fmla="*/ 2147483646 w 51"/>
              <a:gd name="T51" fmla="*/ 2147483646 h 77"/>
              <a:gd name="T52" fmla="*/ 2147483646 w 51"/>
              <a:gd name="T53" fmla="*/ 2147483646 h 77"/>
              <a:gd name="T54" fmla="*/ 2147483646 w 51"/>
              <a:gd name="T55" fmla="*/ 2147483646 h 77"/>
              <a:gd name="T56" fmla="*/ 2147483646 w 51"/>
              <a:gd name="T57" fmla="*/ 2147483646 h 77"/>
              <a:gd name="T58" fmla="*/ 2147483646 w 51"/>
              <a:gd name="T59" fmla="*/ 2147483646 h 77"/>
              <a:gd name="T60" fmla="*/ 2147483646 w 51"/>
              <a:gd name="T61" fmla="*/ 2147483646 h 77"/>
              <a:gd name="T62" fmla="*/ 2147483646 w 51"/>
              <a:gd name="T63" fmla="*/ 2147483646 h 77"/>
              <a:gd name="T64" fmla="*/ 2147483646 w 51"/>
              <a:gd name="T65" fmla="*/ 2147483646 h 77"/>
              <a:gd name="T66" fmla="*/ 2147483646 w 51"/>
              <a:gd name="T67" fmla="*/ 2147483646 h 77"/>
              <a:gd name="T68" fmla="*/ 2147483646 w 51"/>
              <a:gd name="T69" fmla="*/ 2147483646 h 77"/>
              <a:gd name="T70" fmla="*/ 2147483646 w 51"/>
              <a:gd name="T71" fmla="*/ 2147483646 h 77"/>
              <a:gd name="T72" fmla="*/ 0 w 51"/>
              <a:gd name="T73" fmla="*/ 2147483646 h 77"/>
              <a:gd name="T74" fmla="*/ 0 w 51"/>
              <a:gd name="T75" fmla="*/ 2147483646 h 77"/>
              <a:gd name="T76" fmla="*/ 2147483646 w 51"/>
              <a:gd name="T77" fmla="*/ 2147483646 h 77"/>
              <a:gd name="T78" fmla="*/ 2147483646 w 51"/>
              <a:gd name="T79" fmla="*/ 2147483646 h 77"/>
              <a:gd name="T80" fmla="*/ 2147483646 w 51"/>
              <a:gd name="T81" fmla="*/ 2147483646 h 77"/>
              <a:gd name="T82" fmla="*/ 2147483646 w 51"/>
              <a:gd name="T83" fmla="*/ 0 h 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1" h="77">
                <a:moveTo>
                  <a:pt x="19" y="0"/>
                </a:moveTo>
                <a:lnTo>
                  <a:pt x="19" y="0"/>
                </a:lnTo>
                <a:lnTo>
                  <a:pt x="19" y="2"/>
                </a:lnTo>
                <a:lnTo>
                  <a:pt x="19" y="6"/>
                </a:lnTo>
                <a:lnTo>
                  <a:pt x="20" y="11"/>
                </a:lnTo>
                <a:lnTo>
                  <a:pt x="21" y="18"/>
                </a:lnTo>
                <a:lnTo>
                  <a:pt x="23" y="25"/>
                </a:lnTo>
                <a:lnTo>
                  <a:pt x="25" y="31"/>
                </a:lnTo>
                <a:lnTo>
                  <a:pt x="30" y="37"/>
                </a:lnTo>
                <a:lnTo>
                  <a:pt x="34" y="39"/>
                </a:lnTo>
                <a:lnTo>
                  <a:pt x="39" y="41"/>
                </a:lnTo>
                <a:lnTo>
                  <a:pt x="43" y="43"/>
                </a:lnTo>
                <a:lnTo>
                  <a:pt x="47" y="47"/>
                </a:lnTo>
                <a:lnTo>
                  <a:pt x="50" y="51"/>
                </a:lnTo>
                <a:lnTo>
                  <a:pt x="51" y="56"/>
                </a:lnTo>
                <a:lnTo>
                  <a:pt x="51" y="61"/>
                </a:lnTo>
                <a:lnTo>
                  <a:pt x="49" y="67"/>
                </a:lnTo>
                <a:lnTo>
                  <a:pt x="45" y="72"/>
                </a:lnTo>
                <a:lnTo>
                  <a:pt x="40" y="76"/>
                </a:lnTo>
                <a:lnTo>
                  <a:pt x="34" y="77"/>
                </a:lnTo>
                <a:lnTo>
                  <a:pt x="29" y="77"/>
                </a:lnTo>
                <a:lnTo>
                  <a:pt x="23" y="74"/>
                </a:lnTo>
                <a:lnTo>
                  <a:pt x="19" y="71"/>
                </a:lnTo>
                <a:lnTo>
                  <a:pt x="16" y="66"/>
                </a:lnTo>
                <a:lnTo>
                  <a:pt x="14" y="61"/>
                </a:lnTo>
                <a:lnTo>
                  <a:pt x="13" y="56"/>
                </a:lnTo>
                <a:lnTo>
                  <a:pt x="12" y="50"/>
                </a:lnTo>
                <a:lnTo>
                  <a:pt x="11" y="44"/>
                </a:lnTo>
                <a:lnTo>
                  <a:pt x="9" y="38"/>
                </a:lnTo>
                <a:lnTo>
                  <a:pt x="7" y="32"/>
                </a:lnTo>
                <a:lnTo>
                  <a:pt x="4" y="27"/>
                </a:lnTo>
                <a:lnTo>
                  <a:pt x="2" y="23"/>
                </a:lnTo>
                <a:lnTo>
                  <a:pt x="1" y="20"/>
                </a:lnTo>
                <a:lnTo>
                  <a:pt x="0" y="19"/>
                </a:lnTo>
                <a:lnTo>
                  <a:pt x="1" y="16"/>
                </a:lnTo>
                <a:lnTo>
                  <a:pt x="4" y="9"/>
                </a:lnTo>
                <a:lnTo>
                  <a:pt x="10" y="3"/>
                </a:lnTo>
                <a:lnTo>
                  <a:pt x="1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93" name="Freeform 1150">
            <a:extLst>
              <a:ext uri="{FF2B5EF4-FFF2-40B4-BE49-F238E27FC236}">
                <a16:creationId xmlns:a16="http://schemas.microsoft.com/office/drawing/2014/main" id="{2C48FBFE-F9D2-7CCE-8D61-C2937E06825D}"/>
              </a:ext>
            </a:extLst>
          </p:cNvPr>
          <p:cNvSpPr>
            <a:spLocks/>
          </p:cNvSpPr>
          <p:nvPr/>
        </p:nvSpPr>
        <p:spPr bwMode="auto">
          <a:xfrm>
            <a:off x="6423025" y="4899025"/>
            <a:ext cx="11113" cy="6350"/>
          </a:xfrm>
          <a:custGeom>
            <a:avLst/>
            <a:gdLst>
              <a:gd name="T0" fmla="*/ 2147483646 w 66"/>
              <a:gd name="T1" fmla="*/ 0 h 54"/>
              <a:gd name="T2" fmla="*/ 2147483646 w 66"/>
              <a:gd name="T3" fmla="*/ 2147483646 h 54"/>
              <a:gd name="T4" fmla="*/ 2147483646 w 66"/>
              <a:gd name="T5" fmla="*/ 2147483646 h 54"/>
              <a:gd name="T6" fmla="*/ 2147483646 w 66"/>
              <a:gd name="T7" fmla="*/ 2147483646 h 54"/>
              <a:gd name="T8" fmla="*/ 2147483646 w 66"/>
              <a:gd name="T9" fmla="*/ 2147483646 h 54"/>
              <a:gd name="T10" fmla="*/ 2147483646 w 66"/>
              <a:gd name="T11" fmla="*/ 2147483646 h 54"/>
              <a:gd name="T12" fmla="*/ 2147483646 w 66"/>
              <a:gd name="T13" fmla="*/ 2147483646 h 54"/>
              <a:gd name="T14" fmla="*/ 2147483646 w 66"/>
              <a:gd name="T15" fmla="*/ 2147483646 h 54"/>
              <a:gd name="T16" fmla="*/ 2147483646 w 66"/>
              <a:gd name="T17" fmla="*/ 2147483646 h 54"/>
              <a:gd name="T18" fmla="*/ 2147483646 w 66"/>
              <a:gd name="T19" fmla="*/ 2147483646 h 54"/>
              <a:gd name="T20" fmla="*/ 2147483646 w 66"/>
              <a:gd name="T21" fmla="*/ 2147483646 h 54"/>
              <a:gd name="T22" fmla="*/ 2147483646 w 66"/>
              <a:gd name="T23" fmla="*/ 2147483646 h 54"/>
              <a:gd name="T24" fmla="*/ 2147483646 w 66"/>
              <a:gd name="T25" fmla="*/ 2147483646 h 54"/>
              <a:gd name="T26" fmla="*/ 2147483646 w 66"/>
              <a:gd name="T27" fmla="*/ 2147483646 h 54"/>
              <a:gd name="T28" fmla="*/ 0 w 66"/>
              <a:gd name="T29" fmla="*/ 2147483646 h 54"/>
              <a:gd name="T30" fmla="*/ 2147483646 w 66"/>
              <a:gd name="T31" fmla="*/ 0 h 5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6" h="54">
                <a:moveTo>
                  <a:pt x="9" y="0"/>
                </a:moveTo>
                <a:lnTo>
                  <a:pt x="10" y="4"/>
                </a:lnTo>
                <a:lnTo>
                  <a:pt x="15" y="11"/>
                </a:lnTo>
                <a:lnTo>
                  <a:pt x="22" y="18"/>
                </a:lnTo>
                <a:lnTo>
                  <a:pt x="34" y="19"/>
                </a:lnTo>
                <a:lnTo>
                  <a:pt x="41" y="18"/>
                </a:lnTo>
                <a:lnTo>
                  <a:pt x="47" y="20"/>
                </a:lnTo>
                <a:lnTo>
                  <a:pt x="53" y="23"/>
                </a:lnTo>
                <a:lnTo>
                  <a:pt x="57" y="27"/>
                </a:lnTo>
                <a:lnTo>
                  <a:pt x="60" y="31"/>
                </a:lnTo>
                <a:lnTo>
                  <a:pt x="64" y="36"/>
                </a:lnTo>
                <a:lnTo>
                  <a:pt x="65" y="39"/>
                </a:lnTo>
                <a:lnTo>
                  <a:pt x="66" y="40"/>
                </a:lnTo>
                <a:lnTo>
                  <a:pt x="29" y="54"/>
                </a:lnTo>
                <a:lnTo>
                  <a:pt x="0" y="28"/>
                </a:lnTo>
                <a:lnTo>
                  <a:pt x="9"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94" name="Freeform 1151">
            <a:extLst>
              <a:ext uri="{FF2B5EF4-FFF2-40B4-BE49-F238E27FC236}">
                <a16:creationId xmlns:a16="http://schemas.microsoft.com/office/drawing/2014/main" id="{E75F763B-05A4-D692-7FEA-43B10B5D4F09}"/>
              </a:ext>
            </a:extLst>
          </p:cNvPr>
          <p:cNvSpPr>
            <a:spLocks/>
          </p:cNvSpPr>
          <p:nvPr/>
        </p:nvSpPr>
        <p:spPr bwMode="auto">
          <a:xfrm>
            <a:off x="6423025" y="4899025"/>
            <a:ext cx="11113" cy="6350"/>
          </a:xfrm>
          <a:custGeom>
            <a:avLst/>
            <a:gdLst>
              <a:gd name="T0" fmla="*/ 2147483646 w 66"/>
              <a:gd name="T1" fmla="*/ 0 h 54"/>
              <a:gd name="T2" fmla="*/ 2147483646 w 66"/>
              <a:gd name="T3" fmla="*/ 0 h 54"/>
              <a:gd name="T4" fmla="*/ 2147483646 w 66"/>
              <a:gd name="T5" fmla="*/ 2147483646 h 54"/>
              <a:gd name="T6" fmla="*/ 2147483646 w 66"/>
              <a:gd name="T7" fmla="*/ 2147483646 h 54"/>
              <a:gd name="T8" fmla="*/ 2147483646 w 66"/>
              <a:gd name="T9" fmla="*/ 2147483646 h 54"/>
              <a:gd name="T10" fmla="*/ 2147483646 w 66"/>
              <a:gd name="T11" fmla="*/ 2147483646 h 54"/>
              <a:gd name="T12" fmla="*/ 2147483646 w 66"/>
              <a:gd name="T13" fmla="*/ 2147483646 h 54"/>
              <a:gd name="T14" fmla="*/ 2147483646 w 66"/>
              <a:gd name="T15" fmla="*/ 2147483646 h 54"/>
              <a:gd name="T16" fmla="*/ 2147483646 w 66"/>
              <a:gd name="T17" fmla="*/ 2147483646 h 54"/>
              <a:gd name="T18" fmla="*/ 2147483646 w 66"/>
              <a:gd name="T19" fmla="*/ 2147483646 h 54"/>
              <a:gd name="T20" fmla="*/ 2147483646 w 66"/>
              <a:gd name="T21" fmla="*/ 2147483646 h 54"/>
              <a:gd name="T22" fmla="*/ 2147483646 w 66"/>
              <a:gd name="T23" fmla="*/ 2147483646 h 54"/>
              <a:gd name="T24" fmla="*/ 2147483646 w 66"/>
              <a:gd name="T25" fmla="*/ 2147483646 h 54"/>
              <a:gd name="T26" fmla="*/ 2147483646 w 66"/>
              <a:gd name="T27" fmla="*/ 2147483646 h 54"/>
              <a:gd name="T28" fmla="*/ 2147483646 w 66"/>
              <a:gd name="T29" fmla="*/ 2147483646 h 54"/>
              <a:gd name="T30" fmla="*/ 2147483646 w 66"/>
              <a:gd name="T31" fmla="*/ 2147483646 h 54"/>
              <a:gd name="T32" fmla="*/ 0 w 66"/>
              <a:gd name="T33" fmla="*/ 2147483646 h 54"/>
              <a:gd name="T34" fmla="*/ 2147483646 w 66"/>
              <a:gd name="T35" fmla="*/ 0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66" h="54">
                <a:moveTo>
                  <a:pt x="9" y="0"/>
                </a:moveTo>
                <a:lnTo>
                  <a:pt x="9" y="0"/>
                </a:lnTo>
                <a:lnTo>
                  <a:pt x="10" y="4"/>
                </a:lnTo>
                <a:lnTo>
                  <a:pt x="15" y="11"/>
                </a:lnTo>
                <a:lnTo>
                  <a:pt x="22" y="18"/>
                </a:lnTo>
                <a:lnTo>
                  <a:pt x="34" y="19"/>
                </a:lnTo>
                <a:lnTo>
                  <a:pt x="41" y="18"/>
                </a:lnTo>
                <a:lnTo>
                  <a:pt x="47" y="20"/>
                </a:lnTo>
                <a:lnTo>
                  <a:pt x="53" y="23"/>
                </a:lnTo>
                <a:lnTo>
                  <a:pt x="57" y="27"/>
                </a:lnTo>
                <a:lnTo>
                  <a:pt x="60" y="31"/>
                </a:lnTo>
                <a:lnTo>
                  <a:pt x="64" y="36"/>
                </a:lnTo>
                <a:lnTo>
                  <a:pt x="65" y="39"/>
                </a:lnTo>
                <a:lnTo>
                  <a:pt x="66" y="40"/>
                </a:lnTo>
                <a:lnTo>
                  <a:pt x="29" y="54"/>
                </a:lnTo>
                <a:lnTo>
                  <a:pt x="0" y="28"/>
                </a:lnTo>
                <a:lnTo>
                  <a:pt x="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95" name="Freeform 1152">
            <a:extLst>
              <a:ext uri="{FF2B5EF4-FFF2-40B4-BE49-F238E27FC236}">
                <a16:creationId xmlns:a16="http://schemas.microsoft.com/office/drawing/2014/main" id="{ED9BD4F5-80CD-4C3E-D981-494206362309}"/>
              </a:ext>
            </a:extLst>
          </p:cNvPr>
          <p:cNvSpPr>
            <a:spLocks/>
          </p:cNvSpPr>
          <p:nvPr/>
        </p:nvSpPr>
        <p:spPr bwMode="auto">
          <a:xfrm>
            <a:off x="6430963" y="4906963"/>
            <a:ext cx="6350" cy="6350"/>
          </a:xfrm>
          <a:custGeom>
            <a:avLst/>
            <a:gdLst>
              <a:gd name="T0" fmla="*/ 0 w 43"/>
              <a:gd name="T1" fmla="*/ 0 h 36"/>
              <a:gd name="T2" fmla="*/ 2147483646 w 43"/>
              <a:gd name="T3" fmla="*/ 0 h 36"/>
              <a:gd name="T4" fmla="*/ 2147483646 w 43"/>
              <a:gd name="T5" fmla="*/ 2147483646 h 36"/>
              <a:gd name="T6" fmla="*/ 2147483646 w 43"/>
              <a:gd name="T7" fmla="*/ 2147483646 h 36"/>
              <a:gd name="T8" fmla="*/ 2147483646 w 43"/>
              <a:gd name="T9" fmla="*/ 2147483646 h 36"/>
              <a:gd name="T10" fmla="*/ 2147483646 w 43"/>
              <a:gd name="T11" fmla="*/ 2147483646 h 36"/>
              <a:gd name="T12" fmla="*/ 2147483646 w 43"/>
              <a:gd name="T13" fmla="*/ 2147483646 h 36"/>
              <a:gd name="T14" fmla="*/ 2147483646 w 43"/>
              <a:gd name="T15" fmla="*/ 2147483646 h 36"/>
              <a:gd name="T16" fmla="*/ 2147483646 w 43"/>
              <a:gd name="T17" fmla="*/ 2147483646 h 36"/>
              <a:gd name="T18" fmla="*/ 2147483646 w 43"/>
              <a:gd name="T19" fmla="*/ 2147483646 h 36"/>
              <a:gd name="T20" fmla="*/ 2147483646 w 43"/>
              <a:gd name="T21" fmla="*/ 2147483646 h 36"/>
              <a:gd name="T22" fmla="*/ 2147483646 w 43"/>
              <a:gd name="T23" fmla="*/ 2147483646 h 36"/>
              <a:gd name="T24" fmla="*/ 2147483646 w 43"/>
              <a:gd name="T25" fmla="*/ 2147483646 h 36"/>
              <a:gd name="T26" fmla="*/ 2147483646 w 43"/>
              <a:gd name="T27" fmla="*/ 2147483646 h 36"/>
              <a:gd name="T28" fmla="*/ 2147483646 w 43"/>
              <a:gd name="T29" fmla="*/ 2147483646 h 36"/>
              <a:gd name="T30" fmla="*/ 2147483646 w 43"/>
              <a:gd name="T31" fmla="*/ 2147483646 h 36"/>
              <a:gd name="T32" fmla="*/ 2147483646 w 43"/>
              <a:gd name="T33" fmla="*/ 2147483646 h 36"/>
              <a:gd name="T34" fmla="*/ 2147483646 w 43"/>
              <a:gd name="T35" fmla="*/ 2147483646 h 36"/>
              <a:gd name="T36" fmla="*/ 2147483646 w 43"/>
              <a:gd name="T37" fmla="*/ 2147483646 h 36"/>
              <a:gd name="T38" fmla="*/ 2147483646 w 43"/>
              <a:gd name="T39" fmla="*/ 2147483646 h 36"/>
              <a:gd name="T40" fmla="*/ 0 w 43"/>
              <a:gd name="T41" fmla="*/ 0 h 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3" h="36">
                <a:moveTo>
                  <a:pt x="0" y="0"/>
                </a:moveTo>
                <a:lnTo>
                  <a:pt x="2" y="0"/>
                </a:lnTo>
                <a:lnTo>
                  <a:pt x="8" y="1"/>
                </a:lnTo>
                <a:lnTo>
                  <a:pt x="15" y="3"/>
                </a:lnTo>
                <a:lnTo>
                  <a:pt x="25" y="5"/>
                </a:lnTo>
                <a:lnTo>
                  <a:pt x="33" y="9"/>
                </a:lnTo>
                <a:lnTo>
                  <a:pt x="39" y="13"/>
                </a:lnTo>
                <a:lnTo>
                  <a:pt x="43" y="18"/>
                </a:lnTo>
                <a:lnTo>
                  <a:pt x="42" y="26"/>
                </a:lnTo>
                <a:lnTo>
                  <a:pt x="35" y="35"/>
                </a:lnTo>
                <a:lnTo>
                  <a:pt x="27" y="36"/>
                </a:lnTo>
                <a:lnTo>
                  <a:pt x="19" y="33"/>
                </a:lnTo>
                <a:lnTo>
                  <a:pt x="16" y="31"/>
                </a:lnTo>
                <a:lnTo>
                  <a:pt x="15" y="30"/>
                </a:lnTo>
                <a:lnTo>
                  <a:pt x="14" y="27"/>
                </a:lnTo>
                <a:lnTo>
                  <a:pt x="11" y="22"/>
                </a:lnTo>
                <a:lnTo>
                  <a:pt x="8" y="16"/>
                </a:lnTo>
                <a:lnTo>
                  <a:pt x="5" y="11"/>
                </a:lnTo>
                <a:lnTo>
                  <a:pt x="3" y="6"/>
                </a:lnTo>
                <a:lnTo>
                  <a:pt x="1" y="2"/>
                </a:lnTo>
                <a:lnTo>
                  <a:pt x="0" y="0"/>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96" name="Freeform 1153">
            <a:extLst>
              <a:ext uri="{FF2B5EF4-FFF2-40B4-BE49-F238E27FC236}">
                <a16:creationId xmlns:a16="http://schemas.microsoft.com/office/drawing/2014/main" id="{8342EA9A-3156-A65F-5CD4-5001F62D2D83}"/>
              </a:ext>
            </a:extLst>
          </p:cNvPr>
          <p:cNvSpPr>
            <a:spLocks/>
          </p:cNvSpPr>
          <p:nvPr/>
        </p:nvSpPr>
        <p:spPr bwMode="auto">
          <a:xfrm>
            <a:off x="6430963" y="4906963"/>
            <a:ext cx="6350" cy="6350"/>
          </a:xfrm>
          <a:custGeom>
            <a:avLst/>
            <a:gdLst>
              <a:gd name="T0" fmla="*/ 0 w 43"/>
              <a:gd name="T1" fmla="*/ 0 h 36"/>
              <a:gd name="T2" fmla="*/ 0 w 43"/>
              <a:gd name="T3" fmla="*/ 0 h 36"/>
              <a:gd name="T4" fmla="*/ 2147483646 w 43"/>
              <a:gd name="T5" fmla="*/ 0 h 36"/>
              <a:gd name="T6" fmla="*/ 2147483646 w 43"/>
              <a:gd name="T7" fmla="*/ 2147483646 h 36"/>
              <a:gd name="T8" fmla="*/ 2147483646 w 43"/>
              <a:gd name="T9" fmla="*/ 2147483646 h 36"/>
              <a:gd name="T10" fmla="*/ 2147483646 w 43"/>
              <a:gd name="T11" fmla="*/ 2147483646 h 36"/>
              <a:gd name="T12" fmla="*/ 2147483646 w 43"/>
              <a:gd name="T13" fmla="*/ 2147483646 h 36"/>
              <a:gd name="T14" fmla="*/ 2147483646 w 43"/>
              <a:gd name="T15" fmla="*/ 2147483646 h 36"/>
              <a:gd name="T16" fmla="*/ 2147483646 w 43"/>
              <a:gd name="T17" fmla="*/ 2147483646 h 36"/>
              <a:gd name="T18" fmla="*/ 2147483646 w 43"/>
              <a:gd name="T19" fmla="*/ 2147483646 h 36"/>
              <a:gd name="T20" fmla="*/ 2147483646 w 43"/>
              <a:gd name="T21" fmla="*/ 2147483646 h 36"/>
              <a:gd name="T22" fmla="*/ 2147483646 w 43"/>
              <a:gd name="T23" fmla="*/ 2147483646 h 36"/>
              <a:gd name="T24" fmla="*/ 2147483646 w 43"/>
              <a:gd name="T25" fmla="*/ 2147483646 h 36"/>
              <a:gd name="T26" fmla="*/ 2147483646 w 43"/>
              <a:gd name="T27" fmla="*/ 2147483646 h 36"/>
              <a:gd name="T28" fmla="*/ 2147483646 w 43"/>
              <a:gd name="T29" fmla="*/ 2147483646 h 36"/>
              <a:gd name="T30" fmla="*/ 2147483646 w 43"/>
              <a:gd name="T31" fmla="*/ 2147483646 h 36"/>
              <a:gd name="T32" fmla="*/ 2147483646 w 43"/>
              <a:gd name="T33" fmla="*/ 2147483646 h 36"/>
              <a:gd name="T34" fmla="*/ 2147483646 w 43"/>
              <a:gd name="T35" fmla="*/ 2147483646 h 36"/>
              <a:gd name="T36" fmla="*/ 2147483646 w 43"/>
              <a:gd name="T37" fmla="*/ 2147483646 h 36"/>
              <a:gd name="T38" fmla="*/ 2147483646 w 43"/>
              <a:gd name="T39" fmla="*/ 2147483646 h 36"/>
              <a:gd name="T40" fmla="*/ 2147483646 w 43"/>
              <a:gd name="T41" fmla="*/ 2147483646 h 36"/>
              <a:gd name="T42" fmla="*/ 2147483646 w 43"/>
              <a:gd name="T43" fmla="*/ 2147483646 h 36"/>
              <a:gd name="T44" fmla="*/ 2147483646 w 43"/>
              <a:gd name="T45" fmla="*/ 2147483646 h 36"/>
              <a:gd name="T46" fmla="*/ 0 w 43"/>
              <a:gd name="T47" fmla="*/ 0 h 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3" h="36">
                <a:moveTo>
                  <a:pt x="0" y="0"/>
                </a:moveTo>
                <a:lnTo>
                  <a:pt x="0" y="0"/>
                </a:lnTo>
                <a:lnTo>
                  <a:pt x="2" y="0"/>
                </a:lnTo>
                <a:lnTo>
                  <a:pt x="8" y="1"/>
                </a:lnTo>
                <a:lnTo>
                  <a:pt x="15" y="3"/>
                </a:lnTo>
                <a:lnTo>
                  <a:pt x="25" y="5"/>
                </a:lnTo>
                <a:lnTo>
                  <a:pt x="33" y="9"/>
                </a:lnTo>
                <a:lnTo>
                  <a:pt x="39" y="13"/>
                </a:lnTo>
                <a:lnTo>
                  <a:pt x="43" y="18"/>
                </a:lnTo>
                <a:lnTo>
                  <a:pt x="42" y="26"/>
                </a:lnTo>
                <a:lnTo>
                  <a:pt x="35" y="35"/>
                </a:lnTo>
                <a:lnTo>
                  <a:pt x="27" y="36"/>
                </a:lnTo>
                <a:lnTo>
                  <a:pt x="19" y="33"/>
                </a:lnTo>
                <a:lnTo>
                  <a:pt x="16" y="31"/>
                </a:lnTo>
                <a:lnTo>
                  <a:pt x="15" y="30"/>
                </a:lnTo>
                <a:lnTo>
                  <a:pt x="14" y="27"/>
                </a:lnTo>
                <a:lnTo>
                  <a:pt x="11" y="22"/>
                </a:lnTo>
                <a:lnTo>
                  <a:pt x="8" y="16"/>
                </a:lnTo>
                <a:lnTo>
                  <a:pt x="5" y="11"/>
                </a:lnTo>
                <a:lnTo>
                  <a:pt x="3" y="6"/>
                </a:lnTo>
                <a:lnTo>
                  <a:pt x="1" y="2"/>
                </a:lnTo>
                <a:lnTo>
                  <a:pt x="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97" name="Freeform 1154">
            <a:extLst>
              <a:ext uri="{FF2B5EF4-FFF2-40B4-BE49-F238E27FC236}">
                <a16:creationId xmlns:a16="http://schemas.microsoft.com/office/drawing/2014/main" id="{EC4D889E-8338-5E38-A1D5-212BD6EC18F8}"/>
              </a:ext>
            </a:extLst>
          </p:cNvPr>
          <p:cNvSpPr>
            <a:spLocks/>
          </p:cNvSpPr>
          <p:nvPr/>
        </p:nvSpPr>
        <p:spPr bwMode="auto">
          <a:xfrm>
            <a:off x="6413500" y="4927600"/>
            <a:ext cx="9525" cy="4763"/>
          </a:xfrm>
          <a:custGeom>
            <a:avLst/>
            <a:gdLst>
              <a:gd name="T0" fmla="*/ 2147483646 w 60"/>
              <a:gd name="T1" fmla="*/ 2147483646 h 24"/>
              <a:gd name="T2" fmla="*/ 2147483646 w 60"/>
              <a:gd name="T3" fmla="*/ 0 h 24"/>
              <a:gd name="T4" fmla="*/ 2147483646 w 60"/>
              <a:gd name="T5" fmla="*/ 2147483646 h 24"/>
              <a:gd name="T6" fmla="*/ 2147483646 w 60"/>
              <a:gd name="T7" fmla="*/ 2147483646 h 24"/>
              <a:gd name="T8" fmla="*/ 2147483646 w 60"/>
              <a:gd name="T9" fmla="*/ 2147483646 h 24"/>
              <a:gd name="T10" fmla="*/ 0 w 60"/>
              <a:gd name="T11" fmla="*/ 2147483646 h 24"/>
              <a:gd name="T12" fmla="*/ 2147483646 w 60"/>
              <a:gd name="T13" fmla="*/ 2147483646 h 24"/>
              <a:gd name="T14" fmla="*/ 2147483646 w 60"/>
              <a:gd name="T15" fmla="*/ 2147483646 h 24"/>
              <a:gd name="T16" fmla="*/ 2147483646 w 60"/>
              <a:gd name="T17" fmla="*/ 2147483646 h 24"/>
              <a:gd name="T18" fmla="*/ 2147483646 w 60"/>
              <a:gd name="T19" fmla="*/ 2147483646 h 24"/>
              <a:gd name="T20" fmla="*/ 2147483646 w 60"/>
              <a:gd name="T21" fmla="*/ 2147483646 h 24"/>
              <a:gd name="T22" fmla="*/ 2147483646 w 60"/>
              <a:gd name="T23" fmla="*/ 2147483646 h 24"/>
              <a:gd name="T24" fmla="*/ 2147483646 w 60"/>
              <a:gd name="T25" fmla="*/ 2147483646 h 24"/>
              <a:gd name="T26" fmla="*/ 2147483646 w 60"/>
              <a:gd name="T27" fmla="*/ 2147483646 h 24"/>
              <a:gd name="T28" fmla="*/ 2147483646 w 60"/>
              <a:gd name="T29" fmla="*/ 2147483646 h 24"/>
              <a:gd name="T30" fmla="*/ 2147483646 w 60"/>
              <a:gd name="T31" fmla="*/ 2147483646 h 24"/>
              <a:gd name="T32" fmla="*/ 2147483646 w 60"/>
              <a:gd name="T33" fmla="*/ 2147483646 h 24"/>
              <a:gd name="T34" fmla="*/ 2147483646 w 60"/>
              <a:gd name="T35" fmla="*/ 2147483646 h 24"/>
              <a:gd name="T36" fmla="*/ 2147483646 w 60"/>
              <a:gd name="T37" fmla="*/ 2147483646 h 24"/>
              <a:gd name="T38" fmla="*/ 2147483646 w 60"/>
              <a:gd name="T39" fmla="*/ 2147483646 h 24"/>
              <a:gd name="T40" fmla="*/ 2147483646 w 60"/>
              <a:gd name="T41" fmla="*/ 2147483646 h 24"/>
              <a:gd name="T42" fmla="*/ 2147483646 w 60"/>
              <a:gd name="T43" fmla="*/ 2147483646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24">
                <a:moveTo>
                  <a:pt x="50" y="2"/>
                </a:moveTo>
                <a:lnTo>
                  <a:pt x="16" y="0"/>
                </a:lnTo>
                <a:lnTo>
                  <a:pt x="10" y="4"/>
                </a:lnTo>
                <a:lnTo>
                  <a:pt x="5" y="8"/>
                </a:lnTo>
                <a:lnTo>
                  <a:pt x="2" y="12"/>
                </a:lnTo>
                <a:lnTo>
                  <a:pt x="0" y="15"/>
                </a:lnTo>
                <a:lnTo>
                  <a:pt x="1" y="17"/>
                </a:lnTo>
                <a:lnTo>
                  <a:pt x="5" y="18"/>
                </a:lnTo>
                <a:lnTo>
                  <a:pt x="13" y="17"/>
                </a:lnTo>
                <a:lnTo>
                  <a:pt x="26" y="13"/>
                </a:lnTo>
                <a:lnTo>
                  <a:pt x="38" y="10"/>
                </a:lnTo>
                <a:lnTo>
                  <a:pt x="46" y="9"/>
                </a:lnTo>
                <a:lnTo>
                  <a:pt x="50" y="11"/>
                </a:lnTo>
                <a:lnTo>
                  <a:pt x="52" y="14"/>
                </a:lnTo>
                <a:lnTo>
                  <a:pt x="52" y="17"/>
                </a:lnTo>
                <a:lnTo>
                  <a:pt x="52" y="20"/>
                </a:lnTo>
                <a:lnTo>
                  <a:pt x="51" y="23"/>
                </a:lnTo>
                <a:lnTo>
                  <a:pt x="50" y="24"/>
                </a:lnTo>
                <a:lnTo>
                  <a:pt x="53" y="24"/>
                </a:lnTo>
                <a:lnTo>
                  <a:pt x="59" y="21"/>
                </a:lnTo>
                <a:lnTo>
                  <a:pt x="60" y="15"/>
                </a:lnTo>
                <a:lnTo>
                  <a:pt x="50" y="2"/>
                </a:lnTo>
                <a:close/>
              </a:path>
            </a:pathLst>
          </a:custGeom>
          <a:solidFill>
            <a:srgbClr val="CC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7998" name="Freeform 1155">
            <a:extLst>
              <a:ext uri="{FF2B5EF4-FFF2-40B4-BE49-F238E27FC236}">
                <a16:creationId xmlns:a16="http://schemas.microsoft.com/office/drawing/2014/main" id="{669CA2D8-4835-DFD2-912E-9575A7E06401}"/>
              </a:ext>
            </a:extLst>
          </p:cNvPr>
          <p:cNvSpPr>
            <a:spLocks/>
          </p:cNvSpPr>
          <p:nvPr/>
        </p:nvSpPr>
        <p:spPr bwMode="auto">
          <a:xfrm>
            <a:off x="6413500" y="4927600"/>
            <a:ext cx="9525" cy="4763"/>
          </a:xfrm>
          <a:custGeom>
            <a:avLst/>
            <a:gdLst>
              <a:gd name="T0" fmla="*/ 2147483646 w 60"/>
              <a:gd name="T1" fmla="*/ 2147483646 h 24"/>
              <a:gd name="T2" fmla="*/ 2147483646 w 60"/>
              <a:gd name="T3" fmla="*/ 0 h 24"/>
              <a:gd name="T4" fmla="*/ 2147483646 w 60"/>
              <a:gd name="T5" fmla="*/ 0 h 24"/>
              <a:gd name="T6" fmla="*/ 2147483646 w 60"/>
              <a:gd name="T7" fmla="*/ 2147483646 h 24"/>
              <a:gd name="T8" fmla="*/ 2147483646 w 60"/>
              <a:gd name="T9" fmla="*/ 2147483646 h 24"/>
              <a:gd name="T10" fmla="*/ 2147483646 w 60"/>
              <a:gd name="T11" fmla="*/ 2147483646 h 24"/>
              <a:gd name="T12" fmla="*/ 0 w 60"/>
              <a:gd name="T13" fmla="*/ 2147483646 h 24"/>
              <a:gd name="T14" fmla="*/ 2147483646 w 60"/>
              <a:gd name="T15" fmla="*/ 2147483646 h 24"/>
              <a:gd name="T16" fmla="*/ 2147483646 w 60"/>
              <a:gd name="T17" fmla="*/ 2147483646 h 24"/>
              <a:gd name="T18" fmla="*/ 2147483646 w 60"/>
              <a:gd name="T19" fmla="*/ 2147483646 h 24"/>
              <a:gd name="T20" fmla="*/ 2147483646 w 60"/>
              <a:gd name="T21" fmla="*/ 2147483646 h 24"/>
              <a:gd name="T22" fmla="*/ 2147483646 w 60"/>
              <a:gd name="T23" fmla="*/ 2147483646 h 24"/>
              <a:gd name="T24" fmla="*/ 2147483646 w 60"/>
              <a:gd name="T25" fmla="*/ 2147483646 h 24"/>
              <a:gd name="T26" fmla="*/ 2147483646 w 60"/>
              <a:gd name="T27" fmla="*/ 2147483646 h 24"/>
              <a:gd name="T28" fmla="*/ 2147483646 w 60"/>
              <a:gd name="T29" fmla="*/ 2147483646 h 24"/>
              <a:gd name="T30" fmla="*/ 2147483646 w 60"/>
              <a:gd name="T31" fmla="*/ 2147483646 h 24"/>
              <a:gd name="T32" fmla="*/ 2147483646 w 60"/>
              <a:gd name="T33" fmla="*/ 2147483646 h 24"/>
              <a:gd name="T34" fmla="*/ 2147483646 w 60"/>
              <a:gd name="T35" fmla="*/ 2147483646 h 24"/>
              <a:gd name="T36" fmla="*/ 2147483646 w 60"/>
              <a:gd name="T37" fmla="*/ 2147483646 h 24"/>
              <a:gd name="T38" fmla="*/ 2147483646 w 60"/>
              <a:gd name="T39" fmla="*/ 2147483646 h 24"/>
              <a:gd name="T40" fmla="*/ 2147483646 w 60"/>
              <a:gd name="T41" fmla="*/ 2147483646 h 24"/>
              <a:gd name="T42" fmla="*/ 2147483646 w 60"/>
              <a:gd name="T43" fmla="*/ 2147483646 h 24"/>
              <a:gd name="T44" fmla="*/ 2147483646 w 60"/>
              <a:gd name="T45" fmla="*/ 2147483646 h 24"/>
              <a:gd name="T46" fmla="*/ 2147483646 w 60"/>
              <a:gd name="T47" fmla="*/ 2147483646 h 24"/>
              <a:gd name="T48" fmla="*/ 2147483646 w 60"/>
              <a:gd name="T49" fmla="*/ 2147483646 h 2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0" h="24">
                <a:moveTo>
                  <a:pt x="50" y="2"/>
                </a:moveTo>
                <a:lnTo>
                  <a:pt x="16" y="0"/>
                </a:lnTo>
                <a:lnTo>
                  <a:pt x="10" y="4"/>
                </a:lnTo>
                <a:lnTo>
                  <a:pt x="5" y="8"/>
                </a:lnTo>
                <a:lnTo>
                  <a:pt x="2" y="12"/>
                </a:lnTo>
                <a:lnTo>
                  <a:pt x="0" y="15"/>
                </a:lnTo>
                <a:lnTo>
                  <a:pt x="1" y="17"/>
                </a:lnTo>
                <a:lnTo>
                  <a:pt x="5" y="18"/>
                </a:lnTo>
                <a:lnTo>
                  <a:pt x="13" y="17"/>
                </a:lnTo>
                <a:lnTo>
                  <a:pt x="26" y="13"/>
                </a:lnTo>
                <a:lnTo>
                  <a:pt x="38" y="10"/>
                </a:lnTo>
                <a:lnTo>
                  <a:pt x="46" y="9"/>
                </a:lnTo>
                <a:lnTo>
                  <a:pt x="50" y="11"/>
                </a:lnTo>
                <a:lnTo>
                  <a:pt x="52" y="14"/>
                </a:lnTo>
                <a:lnTo>
                  <a:pt x="52" y="17"/>
                </a:lnTo>
                <a:lnTo>
                  <a:pt x="52" y="20"/>
                </a:lnTo>
                <a:lnTo>
                  <a:pt x="51" y="23"/>
                </a:lnTo>
                <a:lnTo>
                  <a:pt x="50" y="24"/>
                </a:lnTo>
                <a:lnTo>
                  <a:pt x="53" y="24"/>
                </a:lnTo>
                <a:lnTo>
                  <a:pt x="59" y="21"/>
                </a:lnTo>
                <a:lnTo>
                  <a:pt x="60" y="15"/>
                </a:lnTo>
                <a:lnTo>
                  <a:pt x="50" y="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7999" name="Freeform 1156">
            <a:extLst>
              <a:ext uri="{FF2B5EF4-FFF2-40B4-BE49-F238E27FC236}">
                <a16:creationId xmlns:a16="http://schemas.microsoft.com/office/drawing/2014/main" id="{A7DD9E52-4ACC-0C1E-45E6-BC39BEAA0F55}"/>
              </a:ext>
            </a:extLst>
          </p:cNvPr>
          <p:cNvSpPr>
            <a:spLocks/>
          </p:cNvSpPr>
          <p:nvPr/>
        </p:nvSpPr>
        <p:spPr bwMode="auto">
          <a:xfrm>
            <a:off x="6651625" y="4940300"/>
            <a:ext cx="277813" cy="273050"/>
          </a:xfrm>
          <a:custGeom>
            <a:avLst/>
            <a:gdLst>
              <a:gd name="T0" fmla="*/ 2147483646 w 1671"/>
              <a:gd name="T1" fmla="*/ 2147483646 h 1831"/>
              <a:gd name="T2" fmla="*/ 2147483646 w 1671"/>
              <a:gd name="T3" fmla="*/ 2147483646 h 1831"/>
              <a:gd name="T4" fmla="*/ 2147483646 w 1671"/>
              <a:gd name="T5" fmla="*/ 2147483646 h 1831"/>
              <a:gd name="T6" fmla="*/ 2147483646 w 1671"/>
              <a:gd name="T7" fmla="*/ 2147483646 h 1831"/>
              <a:gd name="T8" fmla="*/ 2147483646 w 1671"/>
              <a:gd name="T9" fmla="*/ 2147483646 h 1831"/>
              <a:gd name="T10" fmla="*/ 2147483646 w 1671"/>
              <a:gd name="T11" fmla="*/ 2147483646 h 1831"/>
              <a:gd name="T12" fmla="*/ 2147483646 w 1671"/>
              <a:gd name="T13" fmla="*/ 2147483646 h 1831"/>
              <a:gd name="T14" fmla="*/ 2147483646 w 1671"/>
              <a:gd name="T15" fmla="*/ 2147483646 h 1831"/>
              <a:gd name="T16" fmla="*/ 2147483646 w 1671"/>
              <a:gd name="T17" fmla="*/ 2147483646 h 1831"/>
              <a:gd name="T18" fmla="*/ 2147483646 w 1671"/>
              <a:gd name="T19" fmla="*/ 2147483646 h 1831"/>
              <a:gd name="T20" fmla="*/ 2147483646 w 1671"/>
              <a:gd name="T21" fmla="*/ 2147483646 h 1831"/>
              <a:gd name="T22" fmla="*/ 2147483646 w 1671"/>
              <a:gd name="T23" fmla="*/ 2147483646 h 1831"/>
              <a:gd name="T24" fmla="*/ 2147483646 w 1671"/>
              <a:gd name="T25" fmla="*/ 2147483646 h 1831"/>
              <a:gd name="T26" fmla="*/ 2147483646 w 1671"/>
              <a:gd name="T27" fmla="*/ 2147483646 h 1831"/>
              <a:gd name="T28" fmla="*/ 2147483646 w 1671"/>
              <a:gd name="T29" fmla="*/ 2147483646 h 1831"/>
              <a:gd name="T30" fmla="*/ 2147483646 w 1671"/>
              <a:gd name="T31" fmla="*/ 2147483646 h 1831"/>
              <a:gd name="T32" fmla="*/ 2147483646 w 1671"/>
              <a:gd name="T33" fmla="*/ 2147483646 h 1831"/>
              <a:gd name="T34" fmla="*/ 2147483646 w 1671"/>
              <a:gd name="T35" fmla="*/ 2147483646 h 1831"/>
              <a:gd name="T36" fmla="*/ 2147483646 w 1671"/>
              <a:gd name="T37" fmla="*/ 2147483646 h 1831"/>
              <a:gd name="T38" fmla="*/ 2147483646 w 1671"/>
              <a:gd name="T39" fmla="*/ 2147483646 h 1831"/>
              <a:gd name="T40" fmla="*/ 2147483646 w 1671"/>
              <a:gd name="T41" fmla="*/ 2147483646 h 1831"/>
              <a:gd name="T42" fmla="*/ 2147483646 w 1671"/>
              <a:gd name="T43" fmla="*/ 2147483646 h 1831"/>
              <a:gd name="T44" fmla="*/ 2147483646 w 1671"/>
              <a:gd name="T45" fmla="*/ 2147483646 h 1831"/>
              <a:gd name="T46" fmla="*/ 2147483646 w 1671"/>
              <a:gd name="T47" fmla="*/ 2147483646 h 1831"/>
              <a:gd name="T48" fmla="*/ 2147483646 w 1671"/>
              <a:gd name="T49" fmla="*/ 2147483646 h 1831"/>
              <a:gd name="T50" fmla="*/ 2147483646 w 1671"/>
              <a:gd name="T51" fmla="*/ 2147483646 h 1831"/>
              <a:gd name="T52" fmla="*/ 2147483646 w 1671"/>
              <a:gd name="T53" fmla="*/ 2147483646 h 1831"/>
              <a:gd name="T54" fmla="*/ 2147483646 w 1671"/>
              <a:gd name="T55" fmla="*/ 2147483646 h 1831"/>
              <a:gd name="T56" fmla="*/ 2147483646 w 1671"/>
              <a:gd name="T57" fmla="*/ 2147483646 h 1831"/>
              <a:gd name="T58" fmla="*/ 2147483646 w 1671"/>
              <a:gd name="T59" fmla="*/ 2147483646 h 1831"/>
              <a:gd name="T60" fmla="*/ 2147483646 w 1671"/>
              <a:gd name="T61" fmla="*/ 2147483646 h 1831"/>
              <a:gd name="T62" fmla="*/ 2147483646 w 1671"/>
              <a:gd name="T63" fmla="*/ 2147483646 h 1831"/>
              <a:gd name="T64" fmla="*/ 2147483646 w 1671"/>
              <a:gd name="T65" fmla="*/ 2147483646 h 1831"/>
              <a:gd name="T66" fmla="*/ 2147483646 w 1671"/>
              <a:gd name="T67" fmla="*/ 2147483646 h 1831"/>
              <a:gd name="T68" fmla="*/ 2147483646 w 1671"/>
              <a:gd name="T69" fmla="*/ 2147483646 h 1831"/>
              <a:gd name="T70" fmla="*/ 2147483646 w 1671"/>
              <a:gd name="T71" fmla="*/ 2147483646 h 1831"/>
              <a:gd name="T72" fmla="*/ 2147483646 w 1671"/>
              <a:gd name="T73" fmla="*/ 2147483646 h 1831"/>
              <a:gd name="T74" fmla="*/ 2147483646 w 1671"/>
              <a:gd name="T75" fmla="*/ 2147483646 h 1831"/>
              <a:gd name="T76" fmla="*/ 2147483646 w 1671"/>
              <a:gd name="T77" fmla="*/ 2147483646 h 1831"/>
              <a:gd name="T78" fmla="*/ 2147483646 w 1671"/>
              <a:gd name="T79" fmla="*/ 2147483646 h 1831"/>
              <a:gd name="T80" fmla="*/ 2147483646 w 1671"/>
              <a:gd name="T81" fmla="*/ 2147483646 h 1831"/>
              <a:gd name="T82" fmla="*/ 2147483646 w 1671"/>
              <a:gd name="T83" fmla="*/ 2147483646 h 1831"/>
              <a:gd name="T84" fmla="*/ 2147483646 w 1671"/>
              <a:gd name="T85" fmla="*/ 2147483646 h 1831"/>
              <a:gd name="T86" fmla="*/ 2147483646 w 1671"/>
              <a:gd name="T87" fmla="*/ 2147483646 h 1831"/>
              <a:gd name="T88" fmla="*/ 2147483646 w 1671"/>
              <a:gd name="T89" fmla="*/ 2147483646 h 1831"/>
              <a:gd name="T90" fmla="*/ 2147483646 w 1671"/>
              <a:gd name="T91" fmla="*/ 2147483646 h 1831"/>
              <a:gd name="T92" fmla="*/ 2147483646 w 1671"/>
              <a:gd name="T93" fmla="*/ 2147483646 h 1831"/>
              <a:gd name="T94" fmla="*/ 2147483646 w 1671"/>
              <a:gd name="T95" fmla="*/ 2147483646 h 1831"/>
              <a:gd name="T96" fmla="*/ 2147483646 w 1671"/>
              <a:gd name="T97" fmla="*/ 2147483646 h 1831"/>
              <a:gd name="T98" fmla="*/ 2147483646 w 1671"/>
              <a:gd name="T99" fmla="*/ 2147483646 h 1831"/>
              <a:gd name="T100" fmla="*/ 2147483646 w 1671"/>
              <a:gd name="T101" fmla="*/ 2147483646 h 1831"/>
              <a:gd name="T102" fmla="*/ 2147483646 w 1671"/>
              <a:gd name="T103" fmla="*/ 2147483646 h 1831"/>
              <a:gd name="T104" fmla="*/ 2147483646 w 1671"/>
              <a:gd name="T105" fmla="*/ 2147483646 h 1831"/>
              <a:gd name="T106" fmla="*/ 2147483646 w 1671"/>
              <a:gd name="T107" fmla="*/ 2147483646 h 1831"/>
              <a:gd name="T108" fmla="*/ 2147483646 w 1671"/>
              <a:gd name="T109" fmla="*/ 2147483646 h 1831"/>
              <a:gd name="T110" fmla="*/ 2147483646 w 1671"/>
              <a:gd name="T111" fmla="*/ 2147483646 h 1831"/>
              <a:gd name="T112" fmla="*/ 2147483646 w 1671"/>
              <a:gd name="T113" fmla="*/ 2147483646 h 1831"/>
              <a:gd name="T114" fmla="*/ 2147483646 w 1671"/>
              <a:gd name="T115" fmla="*/ 2147483646 h 1831"/>
              <a:gd name="T116" fmla="*/ 2147483646 w 1671"/>
              <a:gd name="T117" fmla="*/ 2147483646 h 1831"/>
              <a:gd name="T118" fmla="*/ 2147483646 w 1671"/>
              <a:gd name="T119" fmla="*/ 2147483646 h 1831"/>
              <a:gd name="T120" fmla="*/ 2147483646 w 1671"/>
              <a:gd name="T121" fmla="*/ 2147483646 h 1831"/>
              <a:gd name="T122" fmla="*/ 2147483646 w 1671"/>
              <a:gd name="T123" fmla="*/ 2147483646 h 18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71" h="1831">
                <a:moveTo>
                  <a:pt x="1589" y="1787"/>
                </a:moveTo>
                <a:lnTo>
                  <a:pt x="1570" y="1785"/>
                </a:lnTo>
                <a:lnTo>
                  <a:pt x="1551" y="1783"/>
                </a:lnTo>
                <a:lnTo>
                  <a:pt x="1534" y="1780"/>
                </a:lnTo>
                <a:lnTo>
                  <a:pt x="1517" y="1777"/>
                </a:lnTo>
                <a:lnTo>
                  <a:pt x="1502" y="1774"/>
                </a:lnTo>
                <a:lnTo>
                  <a:pt x="1490" y="1770"/>
                </a:lnTo>
                <a:lnTo>
                  <a:pt x="1481" y="1765"/>
                </a:lnTo>
                <a:lnTo>
                  <a:pt x="1475" y="1760"/>
                </a:lnTo>
                <a:lnTo>
                  <a:pt x="1465" y="1750"/>
                </a:lnTo>
                <a:lnTo>
                  <a:pt x="1456" y="1748"/>
                </a:lnTo>
                <a:lnTo>
                  <a:pt x="1447" y="1750"/>
                </a:lnTo>
                <a:lnTo>
                  <a:pt x="1437" y="1757"/>
                </a:lnTo>
                <a:lnTo>
                  <a:pt x="1427" y="1765"/>
                </a:lnTo>
                <a:lnTo>
                  <a:pt x="1416" y="1773"/>
                </a:lnTo>
                <a:lnTo>
                  <a:pt x="1405" y="1781"/>
                </a:lnTo>
                <a:lnTo>
                  <a:pt x="1395" y="1788"/>
                </a:lnTo>
                <a:lnTo>
                  <a:pt x="1383" y="1791"/>
                </a:lnTo>
                <a:lnTo>
                  <a:pt x="1368" y="1792"/>
                </a:lnTo>
                <a:lnTo>
                  <a:pt x="1354" y="1790"/>
                </a:lnTo>
                <a:lnTo>
                  <a:pt x="1340" y="1786"/>
                </a:lnTo>
                <a:lnTo>
                  <a:pt x="1326" y="1782"/>
                </a:lnTo>
                <a:lnTo>
                  <a:pt x="1315" y="1778"/>
                </a:lnTo>
                <a:lnTo>
                  <a:pt x="1308" y="1775"/>
                </a:lnTo>
                <a:lnTo>
                  <a:pt x="1305" y="1774"/>
                </a:lnTo>
                <a:lnTo>
                  <a:pt x="1306" y="1772"/>
                </a:lnTo>
                <a:lnTo>
                  <a:pt x="1307" y="1768"/>
                </a:lnTo>
                <a:lnTo>
                  <a:pt x="1307" y="1761"/>
                </a:lnTo>
                <a:lnTo>
                  <a:pt x="1307" y="1752"/>
                </a:lnTo>
                <a:lnTo>
                  <a:pt x="1304" y="1743"/>
                </a:lnTo>
                <a:lnTo>
                  <a:pt x="1298" y="1732"/>
                </a:lnTo>
                <a:lnTo>
                  <a:pt x="1289" y="1722"/>
                </a:lnTo>
                <a:lnTo>
                  <a:pt x="1275" y="1713"/>
                </a:lnTo>
                <a:lnTo>
                  <a:pt x="1258" y="1707"/>
                </a:lnTo>
                <a:lnTo>
                  <a:pt x="1244" y="1707"/>
                </a:lnTo>
                <a:lnTo>
                  <a:pt x="1231" y="1711"/>
                </a:lnTo>
                <a:lnTo>
                  <a:pt x="1218" y="1717"/>
                </a:lnTo>
                <a:lnTo>
                  <a:pt x="1207" y="1724"/>
                </a:lnTo>
                <a:lnTo>
                  <a:pt x="1196" y="1729"/>
                </a:lnTo>
                <a:lnTo>
                  <a:pt x="1185" y="1731"/>
                </a:lnTo>
                <a:lnTo>
                  <a:pt x="1174" y="1729"/>
                </a:lnTo>
                <a:lnTo>
                  <a:pt x="1163" y="1727"/>
                </a:lnTo>
                <a:lnTo>
                  <a:pt x="1152" y="1729"/>
                </a:lnTo>
                <a:lnTo>
                  <a:pt x="1140" y="1736"/>
                </a:lnTo>
                <a:lnTo>
                  <a:pt x="1130" y="1745"/>
                </a:lnTo>
                <a:lnTo>
                  <a:pt x="1119" y="1758"/>
                </a:lnTo>
                <a:lnTo>
                  <a:pt x="1110" y="1770"/>
                </a:lnTo>
                <a:lnTo>
                  <a:pt x="1103" y="1783"/>
                </a:lnTo>
                <a:lnTo>
                  <a:pt x="1099" y="1794"/>
                </a:lnTo>
                <a:lnTo>
                  <a:pt x="1094" y="1802"/>
                </a:lnTo>
                <a:lnTo>
                  <a:pt x="1085" y="1808"/>
                </a:lnTo>
                <a:lnTo>
                  <a:pt x="1072" y="1811"/>
                </a:lnTo>
                <a:lnTo>
                  <a:pt x="1060" y="1811"/>
                </a:lnTo>
                <a:lnTo>
                  <a:pt x="1047" y="1812"/>
                </a:lnTo>
                <a:lnTo>
                  <a:pt x="1035" y="1812"/>
                </a:lnTo>
                <a:lnTo>
                  <a:pt x="1026" y="1815"/>
                </a:lnTo>
                <a:lnTo>
                  <a:pt x="1019" y="1819"/>
                </a:lnTo>
                <a:lnTo>
                  <a:pt x="1015" y="1824"/>
                </a:lnTo>
                <a:lnTo>
                  <a:pt x="1010" y="1828"/>
                </a:lnTo>
                <a:lnTo>
                  <a:pt x="1003" y="1830"/>
                </a:lnTo>
                <a:lnTo>
                  <a:pt x="995" y="1831"/>
                </a:lnTo>
                <a:lnTo>
                  <a:pt x="985" y="1830"/>
                </a:lnTo>
                <a:lnTo>
                  <a:pt x="972" y="1828"/>
                </a:lnTo>
                <a:lnTo>
                  <a:pt x="959" y="1824"/>
                </a:lnTo>
                <a:lnTo>
                  <a:pt x="944" y="1819"/>
                </a:lnTo>
                <a:lnTo>
                  <a:pt x="930" y="1814"/>
                </a:lnTo>
                <a:lnTo>
                  <a:pt x="915" y="1812"/>
                </a:lnTo>
                <a:lnTo>
                  <a:pt x="902" y="1813"/>
                </a:lnTo>
                <a:lnTo>
                  <a:pt x="890" y="1816"/>
                </a:lnTo>
                <a:lnTo>
                  <a:pt x="879" y="1819"/>
                </a:lnTo>
                <a:lnTo>
                  <a:pt x="866" y="1823"/>
                </a:lnTo>
                <a:lnTo>
                  <a:pt x="855" y="1827"/>
                </a:lnTo>
                <a:lnTo>
                  <a:pt x="844" y="1829"/>
                </a:lnTo>
                <a:lnTo>
                  <a:pt x="832" y="1831"/>
                </a:lnTo>
                <a:lnTo>
                  <a:pt x="820" y="1831"/>
                </a:lnTo>
                <a:lnTo>
                  <a:pt x="809" y="1831"/>
                </a:lnTo>
                <a:lnTo>
                  <a:pt x="798" y="1828"/>
                </a:lnTo>
                <a:lnTo>
                  <a:pt x="788" y="1824"/>
                </a:lnTo>
                <a:lnTo>
                  <a:pt x="777" y="1818"/>
                </a:lnTo>
                <a:lnTo>
                  <a:pt x="765" y="1810"/>
                </a:lnTo>
                <a:lnTo>
                  <a:pt x="754" y="1798"/>
                </a:lnTo>
                <a:lnTo>
                  <a:pt x="745" y="1788"/>
                </a:lnTo>
                <a:lnTo>
                  <a:pt x="737" y="1783"/>
                </a:lnTo>
                <a:lnTo>
                  <a:pt x="730" y="1780"/>
                </a:lnTo>
                <a:lnTo>
                  <a:pt x="723" y="1779"/>
                </a:lnTo>
                <a:lnTo>
                  <a:pt x="716" y="1780"/>
                </a:lnTo>
                <a:lnTo>
                  <a:pt x="709" y="1780"/>
                </a:lnTo>
                <a:lnTo>
                  <a:pt x="701" y="1779"/>
                </a:lnTo>
                <a:lnTo>
                  <a:pt x="691" y="1776"/>
                </a:lnTo>
                <a:lnTo>
                  <a:pt x="682" y="1771"/>
                </a:lnTo>
                <a:lnTo>
                  <a:pt x="675" y="1765"/>
                </a:lnTo>
                <a:lnTo>
                  <a:pt x="671" y="1758"/>
                </a:lnTo>
                <a:lnTo>
                  <a:pt x="670" y="1749"/>
                </a:lnTo>
                <a:lnTo>
                  <a:pt x="669" y="1740"/>
                </a:lnTo>
                <a:lnTo>
                  <a:pt x="668" y="1730"/>
                </a:lnTo>
                <a:lnTo>
                  <a:pt x="667" y="1719"/>
                </a:lnTo>
                <a:lnTo>
                  <a:pt x="664" y="1709"/>
                </a:lnTo>
                <a:lnTo>
                  <a:pt x="660" y="1702"/>
                </a:lnTo>
                <a:lnTo>
                  <a:pt x="655" y="1702"/>
                </a:lnTo>
                <a:lnTo>
                  <a:pt x="651" y="1707"/>
                </a:lnTo>
                <a:lnTo>
                  <a:pt x="646" y="1715"/>
                </a:lnTo>
                <a:lnTo>
                  <a:pt x="642" y="1725"/>
                </a:lnTo>
                <a:lnTo>
                  <a:pt x="639" y="1735"/>
                </a:lnTo>
                <a:lnTo>
                  <a:pt x="637" y="1744"/>
                </a:lnTo>
                <a:lnTo>
                  <a:pt x="636" y="1751"/>
                </a:lnTo>
                <a:lnTo>
                  <a:pt x="635" y="1757"/>
                </a:lnTo>
                <a:lnTo>
                  <a:pt x="631" y="1763"/>
                </a:lnTo>
                <a:lnTo>
                  <a:pt x="624" y="1769"/>
                </a:lnTo>
                <a:lnTo>
                  <a:pt x="617" y="1774"/>
                </a:lnTo>
                <a:lnTo>
                  <a:pt x="609" y="1778"/>
                </a:lnTo>
                <a:lnTo>
                  <a:pt x="601" y="1780"/>
                </a:lnTo>
                <a:lnTo>
                  <a:pt x="594" y="1779"/>
                </a:lnTo>
                <a:lnTo>
                  <a:pt x="589" y="1776"/>
                </a:lnTo>
                <a:lnTo>
                  <a:pt x="584" y="1772"/>
                </a:lnTo>
                <a:lnTo>
                  <a:pt x="575" y="1770"/>
                </a:lnTo>
                <a:lnTo>
                  <a:pt x="565" y="1771"/>
                </a:lnTo>
                <a:lnTo>
                  <a:pt x="555" y="1773"/>
                </a:lnTo>
                <a:lnTo>
                  <a:pt x="546" y="1778"/>
                </a:lnTo>
                <a:lnTo>
                  <a:pt x="538" y="1783"/>
                </a:lnTo>
                <a:lnTo>
                  <a:pt x="532" y="1790"/>
                </a:lnTo>
                <a:lnTo>
                  <a:pt x="530" y="1798"/>
                </a:lnTo>
                <a:lnTo>
                  <a:pt x="529" y="1806"/>
                </a:lnTo>
                <a:lnTo>
                  <a:pt x="524" y="1809"/>
                </a:lnTo>
                <a:lnTo>
                  <a:pt x="518" y="1810"/>
                </a:lnTo>
                <a:lnTo>
                  <a:pt x="510" y="1808"/>
                </a:lnTo>
                <a:lnTo>
                  <a:pt x="501" y="1804"/>
                </a:lnTo>
                <a:lnTo>
                  <a:pt x="491" y="1799"/>
                </a:lnTo>
                <a:lnTo>
                  <a:pt x="481" y="1792"/>
                </a:lnTo>
                <a:lnTo>
                  <a:pt x="470" y="1784"/>
                </a:lnTo>
                <a:lnTo>
                  <a:pt x="460" y="1778"/>
                </a:lnTo>
                <a:lnTo>
                  <a:pt x="447" y="1775"/>
                </a:lnTo>
                <a:lnTo>
                  <a:pt x="433" y="1775"/>
                </a:lnTo>
                <a:lnTo>
                  <a:pt x="416" y="1776"/>
                </a:lnTo>
                <a:lnTo>
                  <a:pt x="399" y="1778"/>
                </a:lnTo>
                <a:lnTo>
                  <a:pt x="382" y="1778"/>
                </a:lnTo>
                <a:lnTo>
                  <a:pt x="363" y="1778"/>
                </a:lnTo>
                <a:lnTo>
                  <a:pt x="346" y="1774"/>
                </a:lnTo>
                <a:lnTo>
                  <a:pt x="332" y="1770"/>
                </a:lnTo>
                <a:lnTo>
                  <a:pt x="325" y="1769"/>
                </a:lnTo>
                <a:lnTo>
                  <a:pt x="324" y="1768"/>
                </a:lnTo>
                <a:lnTo>
                  <a:pt x="328" y="1768"/>
                </a:lnTo>
                <a:lnTo>
                  <a:pt x="332" y="1767"/>
                </a:lnTo>
                <a:lnTo>
                  <a:pt x="338" y="1764"/>
                </a:lnTo>
                <a:lnTo>
                  <a:pt x="341" y="1757"/>
                </a:lnTo>
                <a:lnTo>
                  <a:pt x="342" y="1745"/>
                </a:lnTo>
                <a:lnTo>
                  <a:pt x="341" y="1732"/>
                </a:lnTo>
                <a:lnTo>
                  <a:pt x="340" y="1720"/>
                </a:lnTo>
                <a:lnTo>
                  <a:pt x="338" y="1709"/>
                </a:lnTo>
                <a:lnTo>
                  <a:pt x="335" y="1696"/>
                </a:lnTo>
                <a:lnTo>
                  <a:pt x="330" y="1685"/>
                </a:lnTo>
                <a:lnTo>
                  <a:pt x="323" y="1675"/>
                </a:lnTo>
                <a:lnTo>
                  <a:pt x="314" y="1665"/>
                </a:lnTo>
                <a:lnTo>
                  <a:pt x="303" y="1656"/>
                </a:lnTo>
                <a:lnTo>
                  <a:pt x="292" y="1647"/>
                </a:lnTo>
                <a:lnTo>
                  <a:pt x="283" y="1642"/>
                </a:lnTo>
                <a:lnTo>
                  <a:pt x="275" y="1638"/>
                </a:lnTo>
                <a:lnTo>
                  <a:pt x="269" y="1635"/>
                </a:lnTo>
                <a:lnTo>
                  <a:pt x="263" y="1633"/>
                </a:lnTo>
                <a:lnTo>
                  <a:pt x="257" y="1631"/>
                </a:lnTo>
                <a:lnTo>
                  <a:pt x="251" y="1628"/>
                </a:lnTo>
                <a:lnTo>
                  <a:pt x="244" y="1625"/>
                </a:lnTo>
                <a:lnTo>
                  <a:pt x="237" y="1623"/>
                </a:lnTo>
                <a:lnTo>
                  <a:pt x="229" y="1624"/>
                </a:lnTo>
                <a:lnTo>
                  <a:pt x="219" y="1627"/>
                </a:lnTo>
                <a:lnTo>
                  <a:pt x="210" y="1632"/>
                </a:lnTo>
                <a:lnTo>
                  <a:pt x="201" y="1638"/>
                </a:lnTo>
                <a:lnTo>
                  <a:pt x="192" y="1644"/>
                </a:lnTo>
                <a:lnTo>
                  <a:pt x="183" y="1647"/>
                </a:lnTo>
                <a:lnTo>
                  <a:pt x="174" y="1649"/>
                </a:lnTo>
                <a:lnTo>
                  <a:pt x="167" y="1649"/>
                </a:lnTo>
                <a:lnTo>
                  <a:pt x="158" y="1650"/>
                </a:lnTo>
                <a:lnTo>
                  <a:pt x="149" y="1651"/>
                </a:lnTo>
                <a:lnTo>
                  <a:pt x="140" y="1651"/>
                </a:lnTo>
                <a:lnTo>
                  <a:pt x="131" y="1650"/>
                </a:lnTo>
                <a:lnTo>
                  <a:pt x="122" y="1647"/>
                </a:lnTo>
                <a:lnTo>
                  <a:pt x="117" y="1642"/>
                </a:lnTo>
                <a:lnTo>
                  <a:pt x="113" y="1633"/>
                </a:lnTo>
                <a:lnTo>
                  <a:pt x="110" y="1624"/>
                </a:lnTo>
                <a:lnTo>
                  <a:pt x="106" y="1617"/>
                </a:lnTo>
                <a:lnTo>
                  <a:pt x="100" y="1611"/>
                </a:lnTo>
                <a:lnTo>
                  <a:pt x="95" y="1605"/>
                </a:lnTo>
                <a:lnTo>
                  <a:pt x="89" y="1597"/>
                </a:lnTo>
                <a:lnTo>
                  <a:pt x="83" y="1588"/>
                </a:lnTo>
                <a:lnTo>
                  <a:pt x="79" y="1575"/>
                </a:lnTo>
                <a:lnTo>
                  <a:pt x="74" y="1558"/>
                </a:lnTo>
                <a:lnTo>
                  <a:pt x="73" y="1550"/>
                </a:lnTo>
                <a:lnTo>
                  <a:pt x="71" y="1544"/>
                </a:lnTo>
                <a:lnTo>
                  <a:pt x="69" y="1538"/>
                </a:lnTo>
                <a:lnTo>
                  <a:pt x="67" y="1532"/>
                </a:lnTo>
                <a:lnTo>
                  <a:pt x="64" y="1527"/>
                </a:lnTo>
                <a:lnTo>
                  <a:pt x="61" y="1522"/>
                </a:lnTo>
                <a:lnTo>
                  <a:pt x="58" y="1517"/>
                </a:lnTo>
                <a:lnTo>
                  <a:pt x="55" y="1513"/>
                </a:lnTo>
                <a:lnTo>
                  <a:pt x="55" y="1512"/>
                </a:lnTo>
                <a:lnTo>
                  <a:pt x="55" y="1505"/>
                </a:lnTo>
                <a:lnTo>
                  <a:pt x="55" y="1494"/>
                </a:lnTo>
                <a:lnTo>
                  <a:pt x="57" y="1484"/>
                </a:lnTo>
                <a:lnTo>
                  <a:pt x="61" y="1472"/>
                </a:lnTo>
                <a:lnTo>
                  <a:pt x="66" y="1461"/>
                </a:lnTo>
                <a:lnTo>
                  <a:pt x="72" y="1450"/>
                </a:lnTo>
                <a:lnTo>
                  <a:pt x="83" y="1442"/>
                </a:lnTo>
                <a:lnTo>
                  <a:pt x="94" y="1436"/>
                </a:lnTo>
                <a:lnTo>
                  <a:pt x="103" y="1430"/>
                </a:lnTo>
                <a:lnTo>
                  <a:pt x="108" y="1420"/>
                </a:lnTo>
                <a:lnTo>
                  <a:pt x="109" y="1408"/>
                </a:lnTo>
                <a:lnTo>
                  <a:pt x="108" y="1394"/>
                </a:lnTo>
                <a:lnTo>
                  <a:pt x="105" y="1382"/>
                </a:lnTo>
                <a:lnTo>
                  <a:pt x="102" y="1371"/>
                </a:lnTo>
                <a:lnTo>
                  <a:pt x="99" y="1364"/>
                </a:lnTo>
                <a:lnTo>
                  <a:pt x="98" y="1361"/>
                </a:lnTo>
                <a:lnTo>
                  <a:pt x="69" y="1334"/>
                </a:lnTo>
                <a:lnTo>
                  <a:pt x="80" y="1325"/>
                </a:lnTo>
                <a:lnTo>
                  <a:pt x="87" y="1314"/>
                </a:lnTo>
                <a:lnTo>
                  <a:pt x="92" y="1301"/>
                </a:lnTo>
                <a:lnTo>
                  <a:pt x="95" y="1289"/>
                </a:lnTo>
                <a:lnTo>
                  <a:pt x="96" y="1277"/>
                </a:lnTo>
                <a:lnTo>
                  <a:pt x="96" y="1265"/>
                </a:lnTo>
                <a:lnTo>
                  <a:pt x="93" y="1254"/>
                </a:lnTo>
                <a:lnTo>
                  <a:pt x="90" y="1244"/>
                </a:lnTo>
                <a:lnTo>
                  <a:pt x="87" y="1233"/>
                </a:lnTo>
                <a:lnTo>
                  <a:pt x="88" y="1223"/>
                </a:lnTo>
                <a:lnTo>
                  <a:pt x="94" y="1214"/>
                </a:lnTo>
                <a:lnTo>
                  <a:pt x="102" y="1206"/>
                </a:lnTo>
                <a:lnTo>
                  <a:pt x="113" y="1198"/>
                </a:lnTo>
                <a:lnTo>
                  <a:pt x="126" y="1192"/>
                </a:lnTo>
                <a:lnTo>
                  <a:pt x="140" y="1186"/>
                </a:lnTo>
                <a:lnTo>
                  <a:pt x="153" y="1181"/>
                </a:lnTo>
                <a:lnTo>
                  <a:pt x="163" y="1175"/>
                </a:lnTo>
                <a:lnTo>
                  <a:pt x="171" y="1169"/>
                </a:lnTo>
                <a:lnTo>
                  <a:pt x="176" y="1162"/>
                </a:lnTo>
                <a:lnTo>
                  <a:pt x="180" y="1154"/>
                </a:lnTo>
                <a:lnTo>
                  <a:pt x="181" y="1145"/>
                </a:lnTo>
                <a:lnTo>
                  <a:pt x="182" y="1136"/>
                </a:lnTo>
                <a:lnTo>
                  <a:pt x="183" y="1126"/>
                </a:lnTo>
                <a:lnTo>
                  <a:pt x="184" y="1116"/>
                </a:lnTo>
                <a:lnTo>
                  <a:pt x="183" y="1107"/>
                </a:lnTo>
                <a:lnTo>
                  <a:pt x="179" y="1098"/>
                </a:lnTo>
                <a:lnTo>
                  <a:pt x="171" y="1092"/>
                </a:lnTo>
                <a:lnTo>
                  <a:pt x="162" y="1086"/>
                </a:lnTo>
                <a:lnTo>
                  <a:pt x="151" y="1081"/>
                </a:lnTo>
                <a:lnTo>
                  <a:pt x="139" y="1077"/>
                </a:lnTo>
                <a:lnTo>
                  <a:pt x="125" y="1073"/>
                </a:lnTo>
                <a:lnTo>
                  <a:pt x="112" y="1069"/>
                </a:lnTo>
                <a:lnTo>
                  <a:pt x="100" y="1065"/>
                </a:lnTo>
                <a:lnTo>
                  <a:pt x="90" y="1063"/>
                </a:lnTo>
                <a:lnTo>
                  <a:pt x="81" y="1061"/>
                </a:lnTo>
                <a:lnTo>
                  <a:pt x="73" y="1059"/>
                </a:lnTo>
                <a:lnTo>
                  <a:pt x="68" y="1058"/>
                </a:lnTo>
                <a:lnTo>
                  <a:pt x="66" y="1055"/>
                </a:lnTo>
                <a:lnTo>
                  <a:pt x="67" y="1052"/>
                </a:lnTo>
                <a:lnTo>
                  <a:pt x="71" y="1046"/>
                </a:lnTo>
                <a:lnTo>
                  <a:pt x="76" y="1038"/>
                </a:lnTo>
                <a:lnTo>
                  <a:pt x="80" y="1027"/>
                </a:lnTo>
                <a:lnTo>
                  <a:pt x="79" y="1015"/>
                </a:lnTo>
                <a:lnTo>
                  <a:pt x="76" y="1002"/>
                </a:lnTo>
                <a:lnTo>
                  <a:pt x="69" y="989"/>
                </a:lnTo>
                <a:lnTo>
                  <a:pt x="60" y="979"/>
                </a:lnTo>
                <a:lnTo>
                  <a:pt x="46" y="972"/>
                </a:lnTo>
                <a:lnTo>
                  <a:pt x="29" y="969"/>
                </a:lnTo>
                <a:lnTo>
                  <a:pt x="13" y="966"/>
                </a:lnTo>
                <a:lnTo>
                  <a:pt x="6" y="958"/>
                </a:lnTo>
                <a:lnTo>
                  <a:pt x="6" y="946"/>
                </a:lnTo>
                <a:lnTo>
                  <a:pt x="11" y="934"/>
                </a:lnTo>
                <a:lnTo>
                  <a:pt x="20" y="921"/>
                </a:lnTo>
                <a:lnTo>
                  <a:pt x="32" y="910"/>
                </a:lnTo>
                <a:lnTo>
                  <a:pt x="44" y="902"/>
                </a:lnTo>
                <a:lnTo>
                  <a:pt x="55" y="897"/>
                </a:lnTo>
                <a:lnTo>
                  <a:pt x="63" y="893"/>
                </a:lnTo>
                <a:lnTo>
                  <a:pt x="67" y="885"/>
                </a:lnTo>
                <a:lnTo>
                  <a:pt x="67" y="873"/>
                </a:lnTo>
                <a:lnTo>
                  <a:pt x="64" y="860"/>
                </a:lnTo>
                <a:lnTo>
                  <a:pt x="59" y="846"/>
                </a:lnTo>
                <a:lnTo>
                  <a:pt x="51" y="835"/>
                </a:lnTo>
                <a:lnTo>
                  <a:pt x="43" y="827"/>
                </a:lnTo>
                <a:lnTo>
                  <a:pt x="33" y="824"/>
                </a:lnTo>
                <a:lnTo>
                  <a:pt x="22" y="822"/>
                </a:lnTo>
                <a:lnTo>
                  <a:pt x="14" y="816"/>
                </a:lnTo>
                <a:lnTo>
                  <a:pt x="8" y="808"/>
                </a:lnTo>
                <a:lnTo>
                  <a:pt x="5" y="798"/>
                </a:lnTo>
                <a:lnTo>
                  <a:pt x="4" y="788"/>
                </a:lnTo>
                <a:lnTo>
                  <a:pt x="5" y="780"/>
                </a:lnTo>
                <a:lnTo>
                  <a:pt x="10" y="774"/>
                </a:lnTo>
                <a:lnTo>
                  <a:pt x="18" y="771"/>
                </a:lnTo>
                <a:lnTo>
                  <a:pt x="25" y="768"/>
                </a:lnTo>
                <a:lnTo>
                  <a:pt x="27" y="761"/>
                </a:lnTo>
                <a:lnTo>
                  <a:pt x="25" y="752"/>
                </a:lnTo>
                <a:lnTo>
                  <a:pt x="22" y="741"/>
                </a:lnTo>
                <a:lnTo>
                  <a:pt x="16" y="729"/>
                </a:lnTo>
                <a:lnTo>
                  <a:pt x="10" y="716"/>
                </a:lnTo>
                <a:lnTo>
                  <a:pt x="5" y="704"/>
                </a:lnTo>
                <a:lnTo>
                  <a:pt x="0" y="691"/>
                </a:lnTo>
                <a:lnTo>
                  <a:pt x="0" y="679"/>
                </a:lnTo>
                <a:lnTo>
                  <a:pt x="5" y="666"/>
                </a:lnTo>
                <a:lnTo>
                  <a:pt x="14" y="652"/>
                </a:lnTo>
                <a:lnTo>
                  <a:pt x="25" y="637"/>
                </a:lnTo>
                <a:lnTo>
                  <a:pt x="38" y="624"/>
                </a:lnTo>
                <a:lnTo>
                  <a:pt x="50" y="612"/>
                </a:lnTo>
                <a:lnTo>
                  <a:pt x="59" y="602"/>
                </a:lnTo>
                <a:lnTo>
                  <a:pt x="65" y="593"/>
                </a:lnTo>
                <a:lnTo>
                  <a:pt x="71" y="586"/>
                </a:lnTo>
                <a:lnTo>
                  <a:pt x="80" y="580"/>
                </a:lnTo>
                <a:lnTo>
                  <a:pt x="90" y="575"/>
                </a:lnTo>
                <a:lnTo>
                  <a:pt x="101" y="570"/>
                </a:lnTo>
                <a:lnTo>
                  <a:pt x="112" y="567"/>
                </a:lnTo>
                <a:lnTo>
                  <a:pt x="124" y="565"/>
                </a:lnTo>
                <a:lnTo>
                  <a:pt x="137" y="563"/>
                </a:lnTo>
                <a:lnTo>
                  <a:pt x="147" y="563"/>
                </a:lnTo>
                <a:lnTo>
                  <a:pt x="155" y="561"/>
                </a:lnTo>
                <a:lnTo>
                  <a:pt x="161" y="557"/>
                </a:lnTo>
                <a:lnTo>
                  <a:pt x="166" y="550"/>
                </a:lnTo>
                <a:lnTo>
                  <a:pt x="169" y="540"/>
                </a:lnTo>
                <a:lnTo>
                  <a:pt x="170" y="532"/>
                </a:lnTo>
                <a:lnTo>
                  <a:pt x="169" y="523"/>
                </a:lnTo>
                <a:lnTo>
                  <a:pt x="167" y="516"/>
                </a:lnTo>
                <a:lnTo>
                  <a:pt x="163" y="510"/>
                </a:lnTo>
                <a:lnTo>
                  <a:pt x="161" y="503"/>
                </a:lnTo>
                <a:lnTo>
                  <a:pt x="161" y="493"/>
                </a:lnTo>
                <a:lnTo>
                  <a:pt x="163" y="482"/>
                </a:lnTo>
                <a:lnTo>
                  <a:pt x="167" y="472"/>
                </a:lnTo>
                <a:lnTo>
                  <a:pt x="171" y="463"/>
                </a:lnTo>
                <a:lnTo>
                  <a:pt x="177" y="457"/>
                </a:lnTo>
                <a:lnTo>
                  <a:pt x="183" y="455"/>
                </a:lnTo>
                <a:lnTo>
                  <a:pt x="188" y="459"/>
                </a:lnTo>
                <a:lnTo>
                  <a:pt x="195" y="464"/>
                </a:lnTo>
                <a:lnTo>
                  <a:pt x="203" y="467"/>
                </a:lnTo>
                <a:lnTo>
                  <a:pt x="213" y="468"/>
                </a:lnTo>
                <a:lnTo>
                  <a:pt x="224" y="466"/>
                </a:lnTo>
                <a:lnTo>
                  <a:pt x="236" y="463"/>
                </a:lnTo>
                <a:lnTo>
                  <a:pt x="246" y="457"/>
                </a:lnTo>
                <a:lnTo>
                  <a:pt x="254" y="449"/>
                </a:lnTo>
                <a:lnTo>
                  <a:pt x="261" y="438"/>
                </a:lnTo>
                <a:lnTo>
                  <a:pt x="268" y="430"/>
                </a:lnTo>
                <a:lnTo>
                  <a:pt x="276" y="426"/>
                </a:lnTo>
                <a:lnTo>
                  <a:pt x="287" y="427"/>
                </a:lnTo>
                <a:lnTo>
                  <a:pt x="297" y="430"/>
                </a:lnTo>
                <a:lnTo>
                  <a:pt x="307" y="434"/>
                </a:lnTo>
                <a:lnTo>
                  <a:pt x="315" y="439"/>
                </a:lnTo>
                <a:lnTo>
                  <a:pt x="320" y="443"/>
                </a:lnTo>
                <a:lnTo>
                  <a:pt x="322" y="444"/>
                </a:lnTo>
                <a:lnTo>
                  <a:pt x="325" y="445"/>
                </a:lnTo>
                <a:lnTo>
                  <a:pt x="336" y="449"/>
                </a:lnTo>
                <a:lnTo>
                  <a:pt x="349" y="453"/>
                </a:lnTo>
                <a:lnTo>
                  <a:pt x="366" y="457"/>
                </a:lnTo>
                <a:lnTo>
                  <a:pt x="384" y="462"/>
                </a:lnTo>
                <a:lnTo>
                  <a:pt x="401" y="467"/>
                </a:lnTo>
                <a:lnTo>
                  <a:pt x="415" y="471"/>
                </a:lnTo>
                <a:lnTo>
                  <a:pt x="426" y="473"/>
                </a:lnTo>
                <a:lnTo>
                  <a:pt x="436" y="474"/>
                </a:lnTo>
                <a:lnTo>
                  <a:pt x="445" y="477"/>
                </a:lnTo>
                <a:lnTo>
                  <a:pt x="455" y="480"/>
                </a:lnTo>
                <a:lnTo>
                  <a:pt x="465" y="482"/>
                </a:lnTo>
                <a:lnTo>
                  <a:pt x="474" y="484"/>
                </a:lnTo>
                <a:lnTo>
                  <a:pt x="484" y="483"/>
                </a:lnTo>
                <a:lnTo>
                  <a:pt x="493" y="481"/>
                </a:lnTo>
                <a:lnTo>
                  <a:pt x="500" y="475"/>
                </a:lnTo>
                <a:lnTo>
                  <a:pt x="506" y="467"/>
                </a:lnTo>
                <a:lnTo>
                  <a:pt x="513" y="460"/>
                </a:lnTo>
                <a:lnTo>
                  <a:pt x="520" y="452"/>
                </a:lnTo>
                <a:lnTo>
                  <a:pt x="528" y="444"/>
                </a:lnTo>
                <a:lnTo>
                  <a:pt x="535" y="438"/>
                </a:lnTo>
                <a:lnTo>
                  <a:pt x="543" y="432"/>
                </a:lnTo>
                <a:lnTo>
                  <a:pt x="551" y="428"/>
                </a:lnTo>
                <a:lnTo>
                  <a:pt x="559" y="424"/>
                </a:lnTo>
                <a:lnTo>
                  <a:pt x="567" y="419"/>
                </a:lnTo>
                <a:lnTo>
                  <a:pt x="573" y="411"/>
                </a:lnTo>
                <a:lnTo>
                  <a:pt x="580" y="400"/>
                </a:lnTo>
                <a:lnTo>
                  <a:pt x="584" y="387"/>
                </a:lnTo>
                <a:lnTo>
                  <a:pt x="587" y="375"/>
                </a:lnTo>
                <a:lnTo>
                  <a:pt x="588" y="364"/>
                </a:lnTo>
                <a:lnTo>
                  <a:pt x="588" y="354"/>
                </a:lnTo>
                <a:lnTo>
                  <a:pt x="586" y="346"/>
                </a:lnTo>
                <a:lnTo>
                  <a:pt x="584" y="339"/>
                </a:lnTo>
                <a:lnTo>
                  <a:pt x="583" y="330"/>
                </a:lnTo>
                <a:lnTo>
                  <a:pt x="584" y="319"/>
                </a:lnTo>
                <a:lnTo>
                  <a:pt x="585" y="308"/>
                </a:lnTo>
                <a:lnTo>
                  <a:pt x="586" y="295"/>
                </a:lnTo>
                <a:lnTo>
                  <a:pt x="587" y="284"/>
                </a:lnTo>
                <a:lnTo>
                  <a:pt x="586" y="274"/>
                </a:lnTo>
                <a:lnTo>
                  <a:pt x="584" y="267"/>
                </a:lnTo>
                <a:lnTo>
                  <a:pt x="584" y="261"/>
                </a:lnTo>
                <a:lnTo>
                  <a:pt x="589" y="255"/>
                </a:lnTo>
                <a:lnTo>
                  <a:pt x="598" y="249"/>
                </a:lnTo>
                <a:lnTo>
                  <a:pt x="609" y="242"/>
                </a:lnTo>
                <a:lnTo>
                  <a:pt x="622" y="237"/>
                </a:lnTo>
                <a:lnTo>
                  <a:pt x="636" y="233"/>
                </a:lnTo>
                <a:lnTo>
                  <a:pt x="649" y="231"/>
                </a:lnTo>
                <a:lnTo>
                  <a:pt x="659" y="230"/>
                </a:lnTo>
                <a:lnTo>
                  <a:pt x="665" y="229"/>
                </a:lnTo>
                <a:lnTo>
                  <a:pt x="671" y="225"/>
                </a:lnTo>
                <a:lnTo>
                  <a:pt x="678" y="218"/>
                </a:lnTo>
                <a:lnTo>
                  <a:pt x="685" y="211"/>
                </a:lnTo>
                <a:lnTo>
                  <a:pt x="692" y="202"/>
                </a:lnTo>
                <a:lnTo>
                  <a:pt x="698" y="191"/>
                </a:lnTo>
                <a:lnTo>
                  <a:pt x="705" y="180"/>
                </a:lnTo>
                <a:lnTo>
                  <a:pt x="711" y="170"/>
                </a:lnTo>
                <a:lnTo>
                  <a:pt x="718" y="174"/>
                </a:lnTo>
                <a:lnTo>
                  <a:pt x="724" y="177"/>
                </a:lnTo>
                <a:lnTo>
                  <a:pt x="731" y="180"/>
                </a:lnTo>
                <a:lnTo>
                  <a:pt x="737" y="181"/>
                </a:lnTo>
                <a:lnTo>
                  <a:pt x="742" y="181"/>
                </a:lnTo>
                <a:lnTo>
                  <a:pt x="747" y="181"/>
                </a:lnTo>
                <a:lnTo>
                  <a:pt x="751" y="178"/>
                </a:lnTo>
                <a:lnTo>
                  <a:pt x="755" y="175"/>
                </a:lnTo>
                <a:lnTo>
                  <a:pt x="761" y="167"/>
                </a:lnTo>
                <a:lnTo>
                  <a:pt x="764" y="158"/>
                </a:lnTo>
                <a:lnTo>
                  <a:pt x="768" y="152"/>
                </a:lnTo>
                <a:lnTo>
                  <a:pt x="772" y="145"/>
                </a:lnTo>
                <a:lnTo>
                  <a:pt x="779" y="143"/>
                </a:lnTo>
                <a:lnTo>
                  <a:pt x="787" y="145"/>
                </a:lnTo>
                <a:lnTo>
                  <a:pt x="800" y="152"/>
                </a:lnTo>
                <a:lnTo>
                  <a:pt x="818" y="163"/>
                </a:lnTo>
                <a:lnTo>
                  <a:pt x="838" y="173"/>
                </a:lnTo>
                <a:lnTo>
                  <a:pt x="850" y="175"/>
                </a:lnTo>
                <a:lnTo>
                  <a:pt x="858" y="172"/>
                </a:lnTo>
                <a:lnTo>
                  <a:pt x="863" y="165"/>
                </a:lnTo>
                <a:lnTo>
                  <a:pt x="864" y="157"/>
                </a:lnTo>
                <a:lnTo>
                  <a:pt x="864" y="148"/>
                </a:lnTo>
                <a:lnTo>
                  <a:pt x="863" y="141"/>
                </a:lnTo>
                <a:lnTo>
                  <a:pt x="863" y="138"/>
                </a:lnTo>
                <a:lnTo>
                  <a:pt x="864" y="136"/>
                </a:lnTo>
                <a:lnTo>
                  <a:pt x="866" y="132"/>
                </a:lnTo>
                <a:lnTo>
                  <a:pt x="870" y="127"/>
                </a:lnTo>
                <a:lnTo>
                  <a:pt x="878" y="122"/>
                </a:lnTo>
                <a:lnTo>
                  <a:pt x="886" y="119"/>
                </a:lnTo>
                <a:lnTo>
                  <a:pt x="896" y="119"/>
                </a:lnTo>
                <a:lnTo>
                  <a:pt x="909" y="122"/>
                </a:lnTo>
                <a:lnTo>
                  <a:pt x="924" y="132"/>
                </a:lnTo>
                <a:lnTo>
                  <a:pt x="941" y="143"/>
                </a:lnTo>
                <a:lnTo>
                  <a:pt x="957" y="152"/>
                </a:lnTo>
                <a:lnTo>
                  <a:pt x="972" y="159"/>
                </a:lnTo>
                <a:lnTo>
                  <a:pt x="988" y="163"/>
                </a:lnTo>
                <a:lnTo>
                  <a:pt x="1003" y="165"/>
                </a:lnTo>
                <a:lnTo>
                  <a:pt x="1017" y="165"/>
                </a:lnTo>
                <a:lnTo>
                  <a:pt x="1034" y="164"/>
                </a:lnTo>
                <a:lnTo>
                  <a:pt x="1049" y="161"/>
                </a:lnTo>
                <a:lnTo>
                  <a:pt x="1062" y="156"/>
                </a:lnTo>
                <a:lnTo>
                  <a:pt x="1071" y="149"/>
                </a:lnTo>
                <a:lnTo>
                  <a:pt x="1079" y="142"/>
                </a:lnTo>
                <a:lnTo>
                  <a:pt x="1086" y="135"/>
                </a:lnTo>
                <a:lnTo>
                  <a:pt x="1092" y="130"/>
                </a:lnTo>
                <a:lnTo>
                  <a:pt x="1100" y="126"/>
                </a:lnTo>
                <a:lnTo>
                  <a:pt x="1111" y="125"/>
                </a:lnTo>
                <a:lnTo>
                  <a:pt x="1127" y="126"/>
                </a:lnTo>
                <a:lnTo>
                  <a:pt x="1144" y="127"/>
                </a:lnTo>
                <a:lnTo>
                  <a:pt x="1159" y="127"/>
                </a:lnTo>
                <a:lnTo>
                  <a:pt x="1172" y="125"/>
                </a:lnTo>
                <a:lnTo>
                  <a:pt x="1185" y="123"/>
                </a:lnTo>
                <a:lnTo>
                  <a:pt x="1196" y="122"/>
                </a:lnTo>
                <a:lnTo>
                  <a:pt x="1205" y="125"/>
                </a:lnTo>
                <a:lnTo>
                  <a:pt x="1212" y="131"/>
                </a:lnTo>
                <a:lnTo>
                  <a:pt x="1218" y="142"/>
                </a:lnTo>
                <a:lnTo>
                  <a:pt x="1226" y="156"/>
                </a:lnTo>
                <a:lnTo>
                  <a:pt x="1234" y="167"/>
                </a:lnTo>
                <a:lnTo>
                  <a:pt x="1244" y="174"/>
                </a:lnTo>
                <a:lnTo>
                  <a:pt x="1255" y="178"/>
                </a:lnTo>
                <a:lnTo>
                  <a:pt x="1266" y="180"/>
                </a:lnTo>
                <a:lnTo>
                  <a:pt x="1278" y="177"/>
                </a:lnTo>
                <a:lnTo>
                  <a:pt x="1287" y="172"/>
                </a:lnTo>
                <a:lnTo>
                  <a:pt x="1294" y="163"/>
                </a:lnTo>
                <a:lnTo>
                  <a:pt x="1297" y="158"/>
                </a:lnTo>
                <a:lnTo>
                  <a:pt x="1301" y="152"/>
                </a:lnTo>
                <a:lnTo>
                  <a:pt x="1306" y="143"/>
                </a:lnTo>
                <a:lnTo>
                  <a:pt x="1311" y="134"/>
                </a:lnTo>
                <a:lnTo>
                  <a:pt x="1317" y="125"/>
                </a:lnTo>
                <a:lnTo>
                  <a:pt x="1323" y="114"/>
                </a:lnTo>
                <a:lnTo>
                  <a:pt x="1331" y="103"/>
                </a:lnTo>
                <a:lnTo>
                  <a:pt x="1339" y="91"/>
                </a:lnTo>
                <a:lnTo>
                  <a:pt x="1347" y="79"/>
                </a:lnTo>
                <a:lnTo>
                  <a:pt x="1356" y="67"/>
                </a:lnTo>
                <a:lnTo>
                  <a:pt x="1365" y="55"/>
                </a:lnTo>
                <a:lnTo>
                  <a:pt x="1376" y="42"/>
                </a:lnTo>
                <a:lnTo>
                  <a:pt x="1386" y="31"/>
                </a:lnTo>
                <a:lnTo>
                  <a:pt x="1396" y="20"/>
                </a:lnTo>
                <a:lnTo>
                  <a:pt x="1407" y="10"/>
                </a:lnTo>
                <a:lnTo>
                  <a:pt x="1418" y="0"/>
                </a:lnTo>
                <a:lnTo>
                  <a:pt x="1422" y="25"/>
                </a:lnTo>
                <a:lnTo>
                  <a:pt x="1427" y="50"/>
                </a:lnTo>
                <a:lnTo>
                  <a:pt x="1430" y="74"/>
                </a:lnTo>
                <a:lnTo>
                  <a:pt x="1433" y="96"/>
                </a:lnTo>
                <a:lnTo>
                  <a:pt x="1436" y="116"/>
                </a:lnTo>
                <a:lnTo>
                  <a:pt x="1441" y="132"/>
                </a:lnTo>
                <a:lnTo>
                  <a:pt x="1446" y="144"/>
                </a:lnTo>
                <a:lnTo>
                  <a:pt x="1454" y="153"/>
                </a:lnTo>
                <a:lnTo>
                  <a:pt x="1464" y="164"/>
                </a:lnTo>
                <a:lnTo>
                  <a:pt x="1467" y="180"/>
                </a:lnTo>
                <a:lnTo>
                  <a:pt x="1467" y="200"/>
                </a:lnTo>
                <a:lnTo>
                  <a:pt x="1465" y="222"/>
                </a:lnTo>
                <a:lnTo>
                  <a:pt x="1463" y="244"/>
                </a:lnTo>
                <a:lnTo>
                  <a:pt x="1463" y="267"/>
                </a:lnTo>
                <a:lnTo>
                  <a:pt x="1466" y="286"/>
                </a:lnTo>
                <a:lnTo>
                  <a:pt x="1477" y="304"/>
                </a:lnTo>
                <a:lnTo>
                  <a:pt x="1488" y="320"/>
                </a:lnTo>
                <a:lnTo>
                  <a:pt x="1494" y="339"/>
                </a:lnTo>
                <a:lnTo>
                  <a:pt x="1497" y="360"/>
                </a:lnTo>
                <a:lnTo>
                  <a:pt x="1498" y="381"/>
                </a:lnTo>
                <a:lnTo>
                  <a:pt x="1499" y="402"/>
                </a:lnTo>
                <a:lnTo>
                  <a:pt x="1500" y="420"/>
                </a:lnTo>
                <a:lnTo>
                  <a:pt x="1504" y="435"/>
                </a:lnTo>
                <a:lnTo>
                  <a:pt x="1510" y="448"/>
                </a:lnTo>
                <a:lnTo>
                  <a:pt x="1516" y="460"/>
                </a:lnTo>
                <a:lnTo>
                  <a:pt x="1518" y="478"/>
                </a:lnTo>
                <a:lnTo>
                  <a:pt x="1518" y="499"/>
                </a:lnTo>
                <a:lnTo>
                  <a:pt x="1516" y="521"/>
                </a:lnTo>
                <a:lnTo>
                  <a:pt x="1515" y="541"/>
                </a:lnTo>
                <a:lnTo>
                  <a:pt x="1515" y="560"/>
                </a:lnTo>
                <a:lnTo>
                  <a:pt x="1518" y="573"/>
                </a:lnTo>
                <a:lnTo>
                  <a:pt x="1527" y="579"/>
                </a:lnTo>
                <a:lnTo>
                  <a:pt x="1533" y="583"/>
                </a:lnTo>
                <a:lnTo>
                  <a:pt x="1532" y="590"/>
                </a:lnTo>
                <a:lnTo>
                  <a:pt x="1526" y="601"/>
                </a:lnTo>
                <a:lnTo>
                  <a:pt x="1516" y="614"/>
                </a:lnTo>
                <a:lnTo>
                  <a:pt x="1507" y="630"/>
                </a:lnTo>
                <a:lnTo>
                  <a:pt x="1500" y="648"/>
                </a:lnTo>
                <a:lnTo>
                  <a:pt x="1497" y="670"/>
                </a:lnTo>
                <a:lnTo>
                  <a:pt x="1501" y="694"/>
                </a:lnTo>
                <a:lnTo>
                  <a:pt x="1504" y="708"/>
                </a:lnTo>
                <a:lnTo>
                  <a:pt x="1507" y="722"/>
                </a:lnTo>
                <a:lnTo>
                  <a:pt x="1510" y="737"/>
                </a:lnTo>
                <a:lnTo>
                  <a:pt x="1512" y="754"/>
                </a:lnTo>
                <a:lnTo>
                  <a:pt x="1513" y="771"/>
                </a:lnTo>
                <a:lnTo>
                  <a:pt x="1514" y="788"/>
                </a:lnTo>
                <a:lnTo>
                  <a:pt x="1515" y="807"/>
                </a:lnTo>
                <a:lnTo>
                  <a:pt x="1515" y="824"/>
                </a:lnTo>
                <a:lnTo>
                  <a:pt x="1515" y="841"/>
                </a:lnTo>
                <a:lnTo>
                  <a:pt x="1514" y="859"/>
                </a:lnTo>
                <a:lnTo>
                  <a:pt x="1514" y="876"/>
                </a:lnTo>
                <a:lnTo>
                  <a:pt x="1512" y="892"/>
                </a:lnTo>
                <a:lnTo>
                  <a:pt x="1511" y="908"/>
                </a:lnTo>
                <a:lnTo>
                  <a:pt x="1509" y="922"/>
                </a:lnTo>
                <a:lnTo>
                  <a:pt x="1506" y="935"/>
                </a:lnTo>
                <a:lnTo>
                  <a:pt x="1504" y="947"/>
                </a:lnTo>
                <a:lnTo>
                  <a:pt x="1501" y="960"/>
                </a:lnTo>
                <a:lnTo>
                  <a:pt x="1499" y="973"/>
                </a:lnTo>
                <a:lnTo>
                  <a:pt x="1497" y="987"/>
                </a:lnTo>
                <a:lnTo>
                  <a:pt x="1495" y="1003"/>
                </a:lnTo>
                <a:lnTo>
                  <a:pt x="1493" y="1018"/>
                </a:lnTo>
                <a:lnTo>
                  <a:pt x="1491" y="1034"/>
                </a:lnTo>
                <a:lnTo>
                  <a:pt x="1490" y="1049"/>
                </a:lnTo>
                <a:lnTo>
                  <a:pt x="1488" y="1066"/>
                </a:lnTo>
                <a:lnTo>
                  <a:pt x="1487" y="1080"/>
                </a:lnTo>
                <a:lnTo>
                  <a:pt x="1487" y="1094"/>
                </a:lnTo>
                <a:lnTo>
                  <a:pt x="1486" y="1108"/>
                </a:lnTo>
                <a:lnTo>
                  <a:pt x="1486" y="1120"/>
                </a:lnTo>
                <a:lnTo>
                  <a:pt x="1487" y="1130"/>
                </a:lnTo>
                <a:lnTo>
                  <a:pt x="1487" y="1138"/>
                </a:lnTo>
                <a:lnTo>
                  <a:pt x="1489" y="1144"/>
                </a:lnTo>
                <a:lnTo>
                  <a:pt x="1490" y="1147"/>
                </a:lnTo>
                <a:lnTo>
                  <a:pt x="1494" y="1154"/>
                </a:lnTo>
                <a:lnTo>
                  <a:pt x="1497" y="1162"/>
                </a:lnTo>
                <a:lnTo>
                  <a:pt x="1501" y="1173"/>
                </a:lnTo>
                <a:lnTo>
                  <a:pt x="1505" y="1186"/>
                </a:lnTo>
                <a:lnTo>
                  <a:pt x="1507" y="1200"/>
                </a:lnTo>
                <a:lnTo>
                  <a:pt x="1509" y="1215"/>
                </a:lnTo>
                <a:lnTo>
                  <a:pt x="1510" y="1229"/>
                </a:lnTo>
                <a:lnTo>
                  <a:pt x="1510" y="1243"/>
                </a:lnTo>
                <a:lnTo>
                  <a:pt x="1508" y="1260"/>
                </a:lnTo>
                <a:lnTo>
                  <a:pt x="1506" y="1280"/>
                </a:lnTo>
                <a:lnTo>
                  <a:pt x="1504" y="1304"/>
                </a:lnTo>
                <a:lnTo>
                  <a:pt x="1501" y="1327"/>
                </a:lnTo>
                <a:lnTo>
                  <a:pt x="1500" y="1347"/>
                </a:lnTo>
                <a:lnTo>
                  <a:pt x="1500" y="1364"/>
                </a:lnTo>
                <a:lnTo>
                  <a:pt x="1502" y="1374"/>
                </a:lnTo>
                <a:lnTo>
                  <a:pt x="1507" y="1375"/>
                </a:lnTo>
                <a:lnTo>
                  <a:pt x="1514" y="1371"/>
                </a:lnTo>
                <a:lnTo>
                  <a:pt x="1522" y="1369"/>
                </a:lnTo>
                <a:lnTo>
                  <a:pt x="1532" y="1366"/>
                </a:lnTo>
                <a:lnTo>
                  <a:pt x="1542" y="1364"/>
                </a:lnTo>
                <a:lnTo>
                  <a:pt x="1553" y="1362"/>
                </a:lnTo>
                <a:lnTo>
                  <a:pt x="1564" y="1359"/>
                </a:lnTo>
                <a:lnTo>
                  <a:pt x="1576" y="1355"/>
                </a:lnTo>
                <a:lnTo>
                  <a:pt x="1586" y="1349"/>
                </a:lnTo>
                <a:lnTo>
                  <a:pt x="1595" y="1343"/>
                </a:lnTo>
                <a:lnTo>
                  <a:pt x="1603" y="1336"/>
                </a:lnTo>
                <a:lnTo>
                  <a:pt x="1610" y="1329"/>
                </a:lnTo>
                <a:lnTo>
                  <a:pt x="1617" y="1322"/>
                </a:lnTo>
                <a:lnTo>
                  <a:pt x="1624" y="1315"/>
                </a:lnTo>
                <a:lnTo>
                  <a:pt x="1632" y="1308"/>
                </a:lnTo>
                <a:lnTo>
                  <a:pt x="1641" y="1300"/>
                </a:lnTo>
                <a:lnTo>
                  <a:pt x="1652" y="1294"/>
                </a:lnTo>
                <a:lnTo>
                  <a:pt x="1660" y="1294"/>
                </a:lnTo>
                <a:lnTo>
                  <a:pt x="1666" y="1296"/>
                </a:lnTo>
                <a:lnTo>
                  <a:pt x="1669" y="1301"/>
                </a:lnTo>
                <a:lnTo>
                  <a:pt x="1671" y="1309"/>
                </a:lnTo>
                <a:lnTo>
                  <a:pt x="1671" y="1318"/>
                </a:lnTo>
                <a:lnTo>
                  <a:pt x="1670" y="1329"/>
                </a:lnTo>
                <a:lnTo>
                  <a:pt x="1668" y="1341"/>
                </a:lnTo>
                <a:lnTo>
                  <a:pt x="1665" y="1354"/>
                </a:lnTo>
                <a:lnTo>
                  <a:pt x="1662" y="1368"/>
                </a:lnTo>
                <a:lnTo>
                  <a:pt x="1658" y="1382"/>
                </a:lnTo>
                <a:lnTo>
                  <a:pt x="1654" y="1395"/>
                </a:lnTo>
                <a:lnTo>
                  <a:pt x="1651" y="1410"/>
                </a:lnTo>
                <a:lnTo>
                  <a:pt x="1648" y="1423"/>
                </a:lnTo>
                <a:lnTo>
                  <a:pt x="1645" y="1435"/>
                </a:lnTo>
                <a:lnTo>
                  <a:pt x="1644" y="1446"/>
                </a:lnTo>
                <a:lnTo>
                  <a:pt x="1644" y="1457"/>
                </a:lnTo>
                <a:lnTo>
                  <a:pt x="1635" y="1472"/>
                </a:lnTo>
                <a:lnTo>
                  <a:pt x="1629" y="1491"/>
                </a:lnTo>
                <a:lnTo>
                  <a:pt x="1626" y="1513"/>
                </a:lnTo>
                <a:lnTo>
                  <a:pt x="1624" y="1536"/>
                </a:lnTo>
                <a:lnTo>
                  <a:pt x="1621" y="1560"/>
                </a:lnTo>
                <a:lnTo>
                  <a:pt x="1620" y="1582"/>
                </a:lnTo>
                <a:lnTo>
                  <a:pt x="1617" y="1600"/>
                </a:lnTo>
                <a:lnTo>
                  <a:pt x="1613" y="1614"/>
                </a:lnTo>
                <a:lnTo>
                  <a:pt x="1611" y="1619"/>
                </a:lnTo>
                <a:lnTo>
                  <a:pt x="1608" y="1626"/>
                </a:lnTo>
                <a:lnTo>
                  <a:pt x="1606" y="1635"/>
                </a:lnTo>
                <a:lnTo>
                  <a:pt x="1603" y="1644"/>
                </a:lnTo>
                <a:lnTo>
                  <a:pt x="1601" y="1655"/>
                </a:lnTo>
                <a:lnTo>
                  <a:pt x="1599" y="1666"/>
                </a:lnTo>
                <a:lnTo>
                  <a:pt x="1597" y="1678"/>
                </a:lnTo>
                <a:lnTo>
                  <a:pt x="1595" y="1690"/>
                </a:lnTo>
                <a:lnTo>
                  <a:pt x="1593" y="1702"/>
                </a:lnTo>
                <a:lnTo>
                  <a:pt x="1592" y="1716"/>
                </a:lnTo>
                <a:lnTo>
                  <a:pt x="1591" y="1729"/>
                </a:lnTo>
                <a:lnTo>
                  <a:pt x="1590" y="1741"/>
                </a:lnTo>
                <a:lnTo>
                  <a:pt x="1589" y="1753"/>
                </a:lnTo>
                <a:lnTo>
                  <a:pt x="1589" y="1766"/>
                </a:lnTo>
                <a:lnTo>
                  <a:pt x="1589" y="1777"/>
                </a:lnTo>
                <a:lnTo>
                  <a:pt x="1589" y="1787"/>
                </a:lnTo>
                <a:close/>
              </a:path>
            </a:pathLst>
          </a:custGeom>
          <a:solidFill>
            <a:srgbClr val="99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00" name="Freeform 1157">
            <a:extLst>
              <a:ext uri="{FF2B5EF4-FFF2-40B4-BE49-F238E27FC236}">
                <a16:creationId xmlns:a16="http://schemas.microsoft.com/office/drawing/2014/main" id="{E92EFC3D-0BA3-0C7C-3477-6A6DDDACB60E}"/>
              </a:ext>
            </a:extLst>
          </p:cNvPr>
          <p:cNvSpPr>
            <a:spLocks/>
          </p:cNvSpPr>
          <p:nvPr/>
        </p:nvSpPr>
        <p:spPr bwMode="auto">
          <a:xfrm>
            <a:off x="6651625" y="4940300"/>
            <a:ext cx="277813" cy="273050"/>
          </a:xfrm>
          <a:custGeom>
            <a:avLst/>
            <a:gdLst>
              <a:gd name="T0" fmla="*/ 2147483646 w 1671"/>
              <a:gd name="T1" fmla="*/ 2147483646 h 1831"/>
              <a:gd name="T2" fmla="*/ 2147483646 w 1671"/>
              <a:gd name="T3" fmla="*/ 2147483646 h 1831"/>
              <a:gd name="T4" fmla="*/ 2147483646 w 1671"/>
              <a:gd name="T5" fmla="*/ 2147483646 h 1831"/>
              <a:gd name="T6" fmla="*/ 2147483646 w 1671"/>
              <a:gd name="T7" fmla="*/ 2147483646 h 1831"/>
              <a:gd name="T8" fmla="*/ 2147483646 w 1671"/>
              <a:gd name="T9" fmla="*/ 2147483646 h 1831"/>
              <a:gd name="T10" fmla="*/ 2147483646 w 1671"/>
              <a:gd name="T11" fmla="*/ 2147483646 h 1831"/>
              <a:gd name="T12" fmla="*/ 2147483646 w 1671"/>
              <a:gd name="T13" fmla="*/ 2147483646 h 1831"/>
              <a:gd name="T14" fmla="*/ 2147483646 w 1671"/>
              <a:gd name="T15" fmla="*/ 2147483646 h 1831"/>
              <a:gd name="T16" fmla="*/ 2147483646 w 1671"/>
              <a:gd name="T17" fmla="*/ 2147483646 h 1831"/>
              <a:gd name="T18" fmla="*/ 2147483646 w 1671"/>
              <a:gd name="T19" fmla="*/ 2147483646 h 1831"/>
              <a:gd name="T20" fmla="*/ 2147483646 w 1671"/>
              <a:gd name="T21" fmla="*/ 2147483646 h 1831"/>
              <a:gd name="T22" fmla="*/ 2147483646 w 1671"/>
              <a:gd name="T23" fmla="*/ 2147483646 h 1831"/>
              <a:gd name="T24" fmla="*/ 2147483646 w 1671"/>
              <a:gd name="T25" fmla="*/ 2147483646 h 1831"/>
              <a:gd name="T26" fmla="*/ 2147483646 w 1671"/>
              <a:gd name="T27" fmla="*/ 2147483646 h 1831"/>
              <a:gd name="T28" fmla="*/ 2147483646 w 1671"/>
              <a:gd name="T29" fmla="*/ 2147483646 h 1831"/>
              <a:gd name="T30" fmla="*/ 2147483646 w 1671"/>
              <a:gd name="T31" fmla="*/ 2147483646 h 1831"/>
              <a:gd name="T32" fmla="*/ 2147483646 w 1671"/>
              <a:gd name="T33" fmla="*/ 2147483646 h 1831"/>
              <a:gd name="T34" fmla="*/ 2147483646 w 1671"/>
              <a:gd name="T35" fmla="*/ 2147483646 h 1831"/>
              <a:gd name="T36" fmla="*/ 2147483646 w 1671"/>
              <a:gd name="T37" fmla="*/ 2147483646 h 1831"/>
              <a:gd name="T38" fmla="*/ 2147483646 w 1671"/>
              <a:gd name="T39" fmla="*/ 2147483646 h 1831"/>
              <a:gd name="T40" fmla="*/ 2147483646 w 1671"/>
              <a:gd name="T41" fmla="*/ 2147483646 h 1831"/>
              <a:gd name="T42" fmla="*/ 2147483646 w 1671"/>
              <a:gd name="T43" fmla="*/ 2147483646 h 1831"/>
              <a:gd name="T44" fmla="*/ 2147483646 w 1671"/>
              <a:gd name="T45" fmla="*/ 2147483646 h 1831"/>
              <a:gd name="T46" fmla="*/ 2147483646 w 1671"/>
              <a:gd name="T47" fmla="*/ 2147483646 h 1831"/>
              <a:gd name="T48" fmla="*/ 2147483646 w 1671"/>
              <a:gd name="T49" fmla="*/ 2147483646 h 1831"/>
              <a:gd name="T50" fmla="*/ 2147483646 w 1671"/>
              <a:gd name="T51" fmla="*/ 2147483646 h 1831"/>
              <a:gd name="T52" fmla="*/ 2147483646 w 1671"/>
              <a:gd name="T53" fmla="*/ 2147483646 h 1831"/>
              <a:gd name="T54" fmla="*/ 2147483646 w 1671"/>
              <a:gd name="T55" fmla="*/ 2147483646 h 1831"/>
              <a:gd name="T56" fmla="*/ 2147483646 w 1671"/>
              <a:gd name="T57" fmla="*/ 2147483646 h 1831"/>
              <a:gd name="T58" fmla="*/ 2147483646 w 1671"/>
              <a:gd name="T59" fmla="*/ 2147483646 h 1831"/>
              <a:gd name="T60" fmla="*/ 2147483646 w 1671"/>
              <a:gd name="T61" fmla="*/ 2147483646 h 1831"/>
              <a:gd name="T62" fmla="*/ 2147483646 w 1671"/>
              <a:gd name="T63" fmla="*/ 2147483646 h 1831"/>
              <a:gd name="T64" fmla="*/ 2147483646 w 1671"/>
              <a:gd name="T65" fmla="*/ 2147483646 h 1831"/>
              <a:gd name="T66" fmla="*/ 2147483646 w 1671"/>
              <a:gd name="T67" fmla="*/ 2147483646 h 1831"/>
              <a:gd name="T68" fmla="*/ 2147483646 w 1671"/>
              <a:gd name="T69" fmla="*/ 2147483646 h 1831"/>
              <a:gd name="T70" fmla="*/ 2147483646 w 1671"/>
              <a:gd name="T71" fmla="*/ 2147483646 h 1831"/>
              <a:gd name="T72" fmla="*/ 2147483646 w 1671"/>
              <a:gd name="T73" fmla="*/ 2147483646 h 1831"/>
              <a:gd name="T74" fmla="*/ 2147483646 w 1671"/>
              <a:gd name="T75" fmla="*/ 2147483646 h 1831"/>
              <a:gd name="T76" fmla="*/ 2147483646 w 1671"/>
              <a:gd name="T77" fmla="*/ 2147483646 h 1831"/>
              <a:gd name="T78" fmla="*/ 2147483646 w 1671"/>
              <a:gd name="T79" fmla="*/ 2147483646 h 1831"/>
              <a:gd name="T80" fmla="*/ 2147483646 w 1671"/>
              <a:gd name="T81" fmla="*/ 2147483646 h 1831"/>
              <a:gd name="T82" fmla="*/ 2147483646 w 1671"/>
              <a:gd name="T83" fmla="*/ 2147483646 h 1831"/>
              <a:gd name="T84" fmla="*/ 2147483646 w 1671"/>
              <a:gd name="T85" fmla="*/ 2147483646 h 1831"/>
              <a:gd name="T86" fmla="*/ 2147483646 w 1671"/>
              <a:gd name="T87" fmla="*/ 2147483646 h 1831"/>
              <a:gd name="T88" fmla="*/ 2147483646 w 1671"/>
              <a:gd name="T89" fmla="*/ 2147483646 h 1831"/>
              <a:gd name="T90" fmla="*/ 2147483646 w 1671"/>
              <a:gd name="T91" fmla="*/ 2147483646 h 1831"/>
              <a:gd name="T92" fmla="*/ 2147483646 w 1671"/>
              <a:gd name="T93" fmla="*/ 2147483646 h 1831"/>
              <a:gd name="T94" fmla="*/ 2147483646 w 1671"/>
              <a:gd name="T95" fmla="*/ 2147483646 h 1831"/>
              <a:gd name="T96" fmla="*/ 2147483646 w 1671"/>
              <a:gd name="T97" fmla="*/ 2147483646 h 1831"/>
              <a:gd name="T98" fmla="*/ 2147483646 w 1671"/>
              <a:gd name="T99" fmla="*/ 2147483646 h 1831"/>
              <a:gd name="T100" fmla="*/ 2147483646 w 1671"/>
              <a:gd name="T101" fmla="*/ 2147483646 h 1831"/>
              <a:gd name="T102" fmla="*/ 2147483646 w 1671"/>
              <a:gd name="T103" fmla="*/ 2147483646 h 1831"/>
              <a:gd name="T104" fmla="*/ 2147483646 w 1671"/>
              <a:gd name="T105" fmla="*/ 2147483646 h 1831"/>
              <a:gd name="T106" fmla="*/ 2147483646 w 1671"/>
              <a:gd name="T107" fmla="*/ 2147483646 h 1831"/>
              <a:gd name="T108" fmla="*/ 2147483646 w 1671"/>
              <a:gd name="T109" fmla="*/ 2147483646 h 1831"/>
              <a:gd name="T110" fmla="*/ 2147483646 w 1671"/>
              <a:gd name="T111" fmla="*/ 2147483646 h 1831"/>
              <a:gd name="T112" fmla="*/ 2147483646 w 1671"/>
              <a:gd name="T113" fmla="*/ 2147483646 h 1831"/>
              <a:gd name="T114" fmla="*/ 2147483646 w 1671"/>
              <a:gd name="T115" fmla="*/ 2147483646 h 1831"/>
              <a:gd name="T116" fmla="*/ 2147483646 w 1671"/>
              <a:gd name="T117" fmla="*/ 2147483646 h 1831"/>
              <a:gd name="T118" fmla="*/ 2147483646 w 1671"/>
              <a:gd name="T119" fmla="*/ 2147483646 h 1831"/>
              <a:gd name="T120" fmla="*/ 2147483646 w 1671"/>
              <a:gd name="T121" fmla="*/ 2147483646 h 1831"/>
              <a:gd name="T122" fmla="*/ 2147483646 w 1671"/>
              <a:gd name="T123" fmla="*/ 2147483646 h 1831"/>
              <a:gd name="T124" fmla="*/ 2147483646 w 1671"/>
              <a:gd name="T125" fmla="*/ 2147483646 h 18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71" h="1831">
                <a:moveTo>
                  <a:pt x="1589" y="1787"/>
                </a:moveTo>
                <a:lnTo>
                  <a:pt x="1589" y="1787"/>
                </a:lnTo>
                <a:lnTo>
                  <a:pt x="1570" y="1785"/>
                </a:lnTo>
                <a:lnTo>
                  <a:pt x="1551" y="1783"/>
                </a:lnTo>
                <a:lnTo>
                  <a:pt x="1534" y="1780"/>
                </a:lnTo>
                <a:lnTo>
                  <a:pt x="1517" y="1777"/>
                </a:lnTo>
                <a:lnTo>
                  <a:pt x="1502" y="1774"/>
                </a:lnTo>
                <a:lnTo>
                  <a:pt x="1490" y="1770"/>
                </a:lnTo>
                <a:lnTo>
                  <a:pt x="1481" y="1765"/>
                </a:lnTo>
                <a:lnTo>
                  <a:pt x="1475" y="1760"/>
                </a:lnTo>
                <a:lnTo>
                  <a:pt x="1465" y="1750"/>
                </a:lnTo>
                <a:lnTo>
                  <a:pt x="1456" y="1748"/>
                </a:lnTo>
                <a:lnTo>
                  <a:pt x="1447" y="1750"/>
                </a:lnTo>
                <a:lnTo>
                  <a:pt x="1437" y="1757"/>
                </a:lnTo>
                <a:lnTo>
                  <a:pt x="1427" y="1765"/>
                </a:lnTo>
                <a:lnTo>
                  <a:pt x="1416" y="1773"/>
                </a:lnTo>
                <a:lnTo>
                  <a:pt x="1405" y="1781"/>
                </a:lnTo>
                <a:lnTo>
                  <a:pt x="1395" y="1788"/>
                </a:lnTo>
                <a:lnTo>
                  <a:pt x="1383" y="1791"/>
                </a:lnTo>
                <a:lnTo>
                  <a:pt x="1368" y="1792"/>
                </a:lnTo>
                <a:lnTo>
                  <a:pt x="1354" y="1790"/>
                </a:lnTo>
                <a:lnTo>
                  <a:pt x="1340" y="1786"/>
                </a:lnTo>
                <a:lnTo>
                  <a:pt x="1326" y="1782"/>
                </a:lnTo>
                <a:lnTo>
                  <a:pt x="1315" y="1778"/>
                </a:lnTo>
                <a:lnTo>
                  <a:pt x="1308" y="1775"/>
                </a:lnTo>
                <a:lnTo>
                  <a:pt x="1305" y="1774"/>
                </a:lnTo>
                <a:lnTo>
                  <a:pt x="1306" y="1772"/>
                </a:lnTo>
                <a:lnTo>
                  <a:pt x="1307" y="1768"/>
                </a:lnTo>
                <a:lnTo>
                  <a:pt x="1307" y="1761"/>
                </a:lnTo>
                <a:lnTo>
                  <a:pt x="1307" y="1752"/>
                </a:lnTo>
                <a:lnTo>
                  <a:pt x="1304" y="1743"/>
                </a:lnTo>
                <a:lnTo>
                  <a:pt x="1298" y="1732"/>
                </a:lnTo>
                <a:lnTo>
                  <a:pt x="1289" y="1722"/>
                </a:lnTo>
                <a:lnTo>
                  <a:pt x="1275" y="1713"/>
                </a:lnTo>
                <a:lnTo>
                  <a:pt x="1258" y="1707"/>
                </a:lnTo>
                <a:lnTo>
                  <a:pt x="1244" y="1707"/>
                </a:lnTo>
                <a:lnTo>
                  <a:pt x="1231" y="1711"/>
                </a:lnTo>
                <a:lnTo>
                  <a:pt x="1218" y="1717"/>
                </a:lnTo>
                <a:lnTo>
                  <a:pt x="1207" y="1724"/>
                </a:lnTo>
                <a:lnTo>
                  <a:pt x="1196" y="1729"/>
                </a:lnTo>
                <a:lnTo>
                  <a:pt x="1185" y="1731"/>
                </a:lnTo>
                <a:lnTo>
                  <a:pt x="1174" y="1729"/>
                </a:lnTo>
                <a:lnTo>
                  <a:pt x="1163" y="1727"/>
                </a:lnTo>
                <a:lnTo>
                  <a:pt x="1152" y="1729"/>
                </a:lnTo>
                <a:lnTo>
                  <a:pt x="1140" y="1736"/>
                </a:lnTo>
                <a:lnTo>
                  <a:pt x="1130" y="1745"/>
                </a:lnTo>
                <a:lnTo>
                  <a:pt x="1119" y="1758"/>
                </a:lnTo>
                <a:lnTo>
                  <a:pt x="1110" y="1770"/>
                </a:lnTo>
                <a:lnTo>
                  <a:pt x="1103" y="1783"/>
                </a:lnTo>
                <a:lnTo>
                  <a:pt x="1099" y="1794"/>
                </a:lnTo>
                <a:lnTo>
                  <a:pt x="1094" y="1802"/>
                </a:lnTo>
                <a:lnTo>
                  <a:pt x="1085" y="1808"/>
                </a:lnTo>
                <a:lnTo>
                  <a:pt x="1072" y="1811"/>
                </a:lnTo>
                <a:lnTo>
                  <a:pt x="1060" y="1811"/>
                </a:lnTo>
                <a:lnTo>
                  <a:pt x="1047" y="1812"/>
                </a:lnTo>
                <a:lnTo>
                  <a:pt x="1035" y="1812"/>
                </a:lnTo>
                <a:lnTo>
                  <a:pt x="1026" y="1815"/>
                </a:lnTo>
                <a:lnTo>
                  <a:pt x="1019" y="1819"/>
                </a:lnTo>
                <a:lnTo>
                  <a:pt x="1015" y="1824"/>
                </a:lnTo>
                <a:lnTo>
                  <a:pt x="1010" y="1828"/>
                </a:lnTo>
                <a:lnTo>
                  <a:pt x="1003" y="1830"/>
                </a:lnTo>
                <a:lnTo>
                  <a:pt x="995" y="1831"/>
                </a:lnTo>
                <a:lnTo>
                  <a:pt x="985" y="1830"/>
                </a:lnTo>
                <a:lnTo>
                  <a:pt x="972" y="1828"/>
                </a:lnTo>
                <a:lnTo>
                  <a:pt x="959" y="1824"/>
                </a:lnTo>
                <a:lnTo>
                  <a:pt x="944" y="1819"/>
                </a:lnTo>
                <a:lnTo>
                  <a:pt x="930" y="1814"/>
                </a:lnTo>
                <a:lnTo>
                  <a:pt x="915" y="1812"/>
                </a:lnTo>
                <a:lnTo>
                  <a:pt x="902" y="1813"/>
                </a:lnTo>
                <a:lnTo>
                  <a:pt x="890" y="1816"/>
                </a:lnTo>
                <a:lnTo>
                  <a:pt x="879" y="1819"/>
                </a:lnTo>
                <a:lnTo>
                  <a:pt x="866" y="1823"/>
                </a:lnTo>
                <a:lnTo>
                  <a:pt x="855" y="1827"/>
                </a:lnTo>
                <a:lnTo>
                  <a:pt x="844" y="1829"/>
                </a:lnTo>
                <a:lnTo>
                  <a:pt x="832" y="1831"/>
                </a:lnTo>
                <a:lnTo>
                  <a:pt x="820" y="1831"/>
                </a:lnTo>
                <a:lnTo>
                  <a:pt x="809" y="1831"/>
                </a:lnTo>
                <a:lnTo>
                  <a:pt x="798" y="1828"/>
                </a:lnTo>
                <a:lnTo>
                  <a:pt x="788" y="1824"/>
                </a:lnTo>
                <a:lnTo>
                  <a:pt x="777" y="1818"/>
                </a:lnTo>
                <a:lnTo>
                  <a:pt x="765" y="1810"/>
                </a:lnTo>
                <a:lnTo>
                  <a:pt x="754" y="1798"/>
                </a:lnTo>
                <a:lnTo>
                  <a:pt x="745" y="1788"/>
                </a:lnTo>
                <a:lnTo>
                  <a:pt x="737" y="1783"/>
                </a:lnTo>
                <a:lnTo>
                  <a:pt x="730" y="1780"/>
                </a:lnTo>
                <a:lnTo>
                  <a:pt x="723" y="1779"/>
                </a:lnTo>
                <a:lnTo>
                  <a:pt x="716" y="1780"/>
                </a:lnTo>
                <a:lnTo>
                  <a:pt x="709" y="1780"/>
                </a:lnTo>
                <a:lnTo>
                  <a:pt x="701" y="1779"/>
                </a:lnTo>
                <a:lnTo>
                  <a:pt x="691" y="1776"/>
                </a:lnTo>
                <a:lnTo>
                  <a:pt x="682" y="1771"/>
                </a:lnTo>
                <a:lnTo>
                  <a:pt x="675" y="1765"/>
                </a:lnTo>
                <a:lnTo>
                  <a:pt x="671" y="1758"/>
                </a:lnTo>
                <a:lnTo>
                  <a:pt x="670" y="1749"/>
                </a:lnTo>
                <a:lnTo>
                  <a:pt x="669" y="1740"/>
                </a:lnTo>
                <a:lnTo>
                  <a:pt x="668" y="1730"/>
                </a:lnTo>
                <a:lnTo>
                  <a:pt x="667" y="1719"/>
                </a:lnTo>
                <a:lnTo>
                  <a:pt x="664" y="1709"/>
                </a:lnTo>
                <a:lnTo>
                  <a:pt x="660" y="1702"/>
                </a:lnTo>
                <a:lnTo>
                  <a:pt x="655" y="1702"/>
                </a:lnTo>
                <a:lnTo>
                  <a:pt x="651" y="1707"/>
                </a:lnTo>
                <a:lnTo>
                  <a:pt x="646" y="1715"/>
                </a:lnTo>
                <a:lnTo>
                  <a:pt x="642" y="1725"/>
                </a:lnTo>
                <a:lnTo>
                  <a:pt x="639" y="1735"/>
                </a:lnTo>
                <a:lnTo>
                  <a:pt x="637" y="1744"/>
                </a:lnTo>
                <a:lnTo>
                  <a:pt x="636" y="1751"/>
                </a:lnTo>
                <a:lnTo>
                  <a:pt x="635" y="1757"/>
                </a:lnTo>
                <a:lnTo>
                  <a:pt x="631" y="1763"/>
                </a:lnTo>
                <a:lnTo>
                  <a:pt x="624" y="1769"/>
                </a:lnTo>
                <a:lnTo>
                  <a:pt x="617" y="1774"/>
                </a:lnTo>
                <a:lnTo>
                  <a:pt x="609" y="1778"/>
                </a:lnTo>
                <a:lnTo>
                  <a:pt x="601" y="1780"/>
                </a:lnTo>
                <a:lnTo>
                  <a:pt x="594" y="1779"/>
                </a:lnTo>
                <a:lnTo>
                  <a:pt x="589" y="1776"/>
                </a:lnTo>
                <a:lnTo>
                  <a:pt x="584" y="1772"/>
                </a:lnTo>
                <a:lnTo>
                  <a:pt x="575" y="1770"/>
                </a:lnTo>
                <a:lnTo>
                  <a:pt x="565" y="1771"/>
                </a:lnTo>
                <a:lnTo>
                  <a:pt x="555" y="1773"/>
                </a:lnTo>
                <a:lnTo>
                  <a:pt x="546" y="1778"/>
                </a:lnTo>
                <a:lnTo>
                  <a:pt x="538" y="1783"/>
                </a:lnTo>
                <a:lnTo>
                  <a:pt x="532" y="1790"/>
                </a:lnTo>
                <a:lnTo>
                  <a:pt x="530" y="1798"/>
                </a:lnTo>
                <a:lnTo>
                  <a:pt x="529" y="1806"/>
                </a:lnTo>
                <a:lnTo>
                  <a:pt x="524" y="1809"/>
                </a:lnTo>
                <a:lnTo>
                  <a:pt x="518" y="1810"/>
                </a:lnTo>
                <a:lnTo>
                  <a:pt x="510" y="1808"/>
                </a:lnTo>
                <a:lnTo>
                  <a:pt x="501" y="1804"/>
                </a:lnTo>
                <a:lnTo>
                  <a:pt x="491" y="1799"/>
                </a:lnTo>
                <a:lnTo>
                  <a:pt x="481" y="1792"/>
                </a:lnTo>
                <a:lnTo>
                  <a:pt x="470" y="1784"/>
                </a:lnTo>
                <a:lnTo>
                  <a:pt x="460" y="1778"/>
                </a:lnTo>
                <a:lnTo>
                  <a:pt x="447" y="1775"/>
                </a:lnTo>
                <a:lnTo>
                  <a:pt x="433" y="1775"/>
                </a:lnTo>
                <a:lnTo>
                  <a:pt x="416" y="1776"/>
                </a:lnTo>
                <a:lnTo>
                  <a:pt x="399" y="1778"/>
                </a:lnTo>
                <a:lnTo>
                  <a:pt x="382" y="1778"/>
                </a:lnTo>
                <a:lnTo>
                  <a:pt x="363" y="1778"/>
                </a:lnTo>
                <a:lnTo>
                  <a:pt x="346" y="1774"/>
                </a:lnTo>
                <a:lnTo>
                  <a:pt x="332" y="1770"/>
                </a:lnTo>
                <a:lnTo>
                  <a:pt x="325" y="1769"/>
                </a:lnTo>
                <a:lnTo>
                  <a:pt x="324" y="1768"/>
                </a:lnTo>
                <a:lnTo>
                  <a:pt x="328" y="1768"/>
                </a:lnTo>
                <a:lnTo>
                  <a:pt x="332" y="1767"/>
                </a:lnTo>
                <a:lnTo>
                  <a:pt x="338" y="1764"/>
                </a:lnTo>
                <a:lnTo>
                  <a:pt x="341" y="1757"/>
                </a:lnTo>
                <a:lnTo>
                  <a:pt x="342" y="1745"/>
                </a:lnTo>
                <a:lnTo>
                  <a:pt x="341" y="1732"/>
                </a:lnTo>
                <a:lnTo>
                  <a:pt x="340" y="1720"/>
                </a:lnTo>
                <a:lnTo>
                  <a:pt x="338" y="1709"/>
                </a:lnTo>
                <a:lnTo>
                  <a:pt x="335" y="1696"/>
                </a:lnTo>
                <a:lnTo>
                  <a:pt x="330" y="1685"/>
                </a:lnTo>
                <a:lnTo>
                  <a:pt x="323" y="1675"/>
                </a:lnTo>
                <a:lnTo>
                  <a:pt x="314" y="1665"/>
                </a:lnTo>
                <a:lnTo>
                  <a:pt x="303" y="1656"/>
                </a:lnTo>
                <a:lnTo>
                  <a:pt x="292" y="1647"/>
                </a:lnTo>
                <a:lnTo>
                  <a:pt x="283" y="1642"/>
                </a:lnTo>
                <a:lnTo>
                  <a:pt x="275" y="1638"/>
                </a:lnTo>
                <a:lnTo>
                  <a:pt x="269" y="1635"/>
                </a:lnTo>
                <a:lnTo>
                  <a:pt x="263" y="1633"/>
                </a:lnTo>
                <a:lnTo>
                  <a:pt x="257" y="1631"/>
                </a:lnTo>
                <a:lnTo>
                  <a:pt x="251" y="1628"/>
                </a:lnTo>
                <a:lnTo>
                  <a:pt x="244" y="1625"/>
                </a:lnTo>
                <a:lnTo>
                  <a:pt x="237" y="1623"/>
                </a:lnTo>
                <a:lnTo>
                  <a:pt x="229" y="1624"/>
                </a:lnTo>
                <a:lnTo>
                  <a:pt x="219" y="1627"/>
                </a:lnTo>
                <a:lnTo>
                  <a:pt x="210" y="1632"/>
                </a:lnTo>
                <a:lnTo>
                  <a:pt x="201" y="1638"/>
                </a:lnTo>
                <a:lnTo>
                  <a:pt x="192" y="1644"/>
                </a:lnTo>
                <a:lnTo>
                  <a:pt x="183" y="1647"/>
                </a:lnTo>
                <a:lnTo>
                  <a:pt x="174" y="1649"/>
                </a:lnTo>
                <a:lnTo>
                  <a:pt x="167" y="1649"/>
                </a:lnTo>
                <a:lnTo>
                  <a:pt x="158" y="1650"/>
                </a:lnTo>
                <a:lnTo>
                  <a:pt x="149" y="1651"/>
                </a:lnTo>
                <a:lnTo>
                  <a:pt x="140" y="1651"/>
                </a:lnTo>
                <a:lnTo>
                  <a:pt x="131" y="1650"/>
                </a:lnTo>
                <a:lnTo>
                  <a:pt x="122" y="1647"/>
                </a:lnTo>
                <a:lnTo>
                  <a:pt x="117" y="1642"/>
                </a:lnTo>
                <a:lnTo>
                  <a:pt x="113" y="1633"/>
                </a:lnTo>
                <a:lnTo>
                  <a:pt x="110" y="1624"/>
                </a:lnTo>
                <a:lnTo>
                  <a:pt x="106" y="1617"/>
                </a:lnTo>
                <a:lnTo>
                  <a:pt x="100" y="1611"/>
                </a:lnTo>
                <a:lnTo>
                  <a:pt x="95" y="1605"/>
                </a:lnTo>
                <a:lnTo>
                  <a:pt x="89" y="1597"/>
                </a:lnTo>
                <a:lnTo>
                  <a:pt x="83" y="1588"/>
                </a:lnTo>
                <a:lnTo>
                  <a:pt x="79" y="1575"/>
                </a:lnTo>
                <a:lnTo>
                  <a:pt x="74" y="1558"/>
                </a:lnTo>
                <a:lnTo>
                  <a:pt x="73" y="1550"/>
                </a:lnTo>
                <a:lnTo>
                  <a:pt x="71" y="1544"/>
                </a:lnTo>
                <a:lnTo>
                  <a:pt x="69" y="1538"/>
                </a:lnTo>
                <a:lnTo>
                  <a:pt x="67" y="1532"/>
                </a:lnTo>
                <a:lnTo>
                  <a:pt x="64" y="1527"/>
                </a:lnTo>
                <a:lnTo>
                  <a:pt x="61" y="1522"/>
                </a:lnTo>
                <a:lnTo>
                  <a:pt x="58" y="1517"/>
                </a:lnTo>
                <a:lnTo>
                  <a:pt x="55" y="1513"/>
                </a:lnTo>
                <a:lnTo>
                  <a:pt x="55" y="1512"/>
                </a:lnTo>
                <a:lnTo>
                  <a:pt x="55" y="1505"/>
                </a:lnTo>
                <a:lnTo>
                  <a:pt x="55" y="1494"/>
                </a:lnTo>
                <a:lnTo>
                  <a:pt x="57" y="1484"/>
                </a:lnTo>
                <a:lnTo>
                  <a:pt x="61" y="1472"/>
                </a:lnTo>
                <a:lnTo>
                  <a:pt x="66" y="1461"/>
                </a:lnTo>
                <a:lnTo>
                  <a:pt x="72" y="1450"/>
                </a:lnTo>
                <a:lnTo>
                  <a:pt x="83" y="1442"/>
                </a:lnTo>
                <a:lnTo>
                  <a:pt x="94" y="1436"/>
                </a:lnTo>
                <a:lnTo>
                  <a:pt x="103" y="1430"/>
                </a:lnTo>
                <a:lnTo>
                  <a:pt x="108" y="1420"/>
                </a:lnTo>
                <a:lnTo>
                  <a:pt x="109" y="1408"/>
                </a:lnTo>
                <a:lnTo>
                  <a:pt x="108" y="1394"/>
                </a:lnTo>
                <a:lnTo>
                  <a:pt x="105" y="1382"/>
                </a:lnTo>
                <a:lnTo>
                  <a:pt x="102" y="1371"/>
                </a:lnTo>
                <a:lnTo>
                  <a:pt x="99" y="1364"/>
                </a:lnTo>
                <a:lnTo>
                  <a:pt x="98" y="1361"/>
                </a:lnTo>
                <a:lnTo>
                  <a:pt x="69" y="1334"/>
                </a:lnTo>
                <a:lnTo>
                  <a:pt x="80" y="1325"/>
                </a:lnTo>
                <a:lnTo>
                  <a:pt x="87" y="1314"/>
                </a:lnTo>
                <a:lnTo>
                  <a:pt x="92" y="1301"/>
                </a:lnTo>
                <a:lnTo>
                  <a:pt x="95" y="1289"/>
                </a:lnTo>
                <a:lnTo>
                  <a:pt x="96" y="1277"/>
                </a:lnTo>
                <a:lnTo>
                  <a:pt x="96" y="1265"/>
                </a:lnTo>
                <a:lnTo>
                  <a:pt x="93" y="1254"/>
                </a:lnTo>
                <a:lnTo>
                  <a:pt x="90" y="1244"/>
                </a:lnTo>
                <a:lnTo>
                  <a:pt x="87" y="1233"/>
                </a:lnTo>
                <a:lnTo>
                  <a:pt x="88" y="1223"/>
                </a:lnTo>
                <a:lnTo>
                  <a:pt x="94" y="1214"/>
                </a:lnTo>
                <a:lnTo>
                  <a:pt x="102" y="1206"/>
                </a:lnTo>
                <a:lnTo>
                  <a:pt x="113" y="1198"/>
                </a:lnTo>
                <a:lnTo>
                  <a:pt x="126" y="1192"/>
                </a:lnTo>
                <a:lnTo>
                  <a:pt x="140" y="1186"/>
                </a:lnTo>
                <a:lnTo>
                  <a:pt x="153" y="1181"/>
                </a:lnTo>
                <a:lnTo>
                  <a:pt x="163" y="1175"/>
                </a:lnTo>
                <a:lnTo>
                  <a:pt x="171" y="1169"/>
                </a:lnTo>
                <a:lnTo>
                  <a:pt x="176" y="1162"/>
                </a:lnTo>
                <a:lnTo>
                  <a:pt x="180" y="1154"/>
                </a:lnTo>
                <a:lnTo>
                  <a:pt x="181" y="1145"/>
                </a:lnTo>
                <a:lnTo>
                  <a:pt x="182" y="1136"/>
                </a:lnTo>
                <a:lnTo>
                  <a:pt x="183" y="1126"/>
                </a:lnTo>
                <a:lnTo>
                  <a:pt x="184" y="1116"/>
                </a:lnTo>
                <a:lnTo>
                  <a:pt x="183" y="1107"/>
                </a:lnTo>
                <a:lnTo>
                  <a:pt x="179" y="1098"/>
                </a:lnTo>
                <a:lnTo>
                  <a:pt x="171" y="1092"/>
                </a:lnTo>
                <a:lnTo>
                  <a:pt x="162" y="1086"/>
                </a:lnTo>
                <a:lnTo>
                  <a:pt x="151" y="1081"/>
                </a:lnTo>
                <a:lnTo>
                  <a:pt x="139" y="1077"/>
                </a:lnTo>
                <a:lnTo>
                  <a:pt x="125" y="1073"/>
                </a:lnTo>
                <a:lnTo>
                  <a:pt x="112" y="1069"/>
                </a:lnTo>
                <a:lnTo>
                  <a:pt x="100" y="1065"/>
                </a:lnTo>
                <a:lnTo>
                  <a:pt x="90" y="1063"/>
                </a:lnTo>
                <a:lnTo>
                  <a:pt x="81" y="1061"/>
                </a:lnTo>
                <a:lnTo>
                  <a:pt x="73" y="1059"/>
                </a:lnTo>
                <a:lnTo>
                  <a:pt x="68" y="1058"/>
                </a:lnTo>
                <a:lnTo>
                  <a:pt x="66" y="1055"/>
                </a:lnTo>
                <a:lnTo>
                  <a:pt x="67" y="1052"/>
                </a:lnTo>
                <a:lnTo>
                  <a:pt x="71" y="1046"/>
                </a:lnTo>
                <a:lnTo>
                  <a:pt x="76" y="1038"/>
                </a:lnTo>
                <a:lnTo>
                  <a:pt x="80" y="1027"/>
                </a:lnTo>
                <a:lnTo>
                  <a:pt x="79" y="1015"/>
                </a:lnTo>
                <a:lnTo>
                  <a:pt x="76" y="1002"/>
                </a:lnTo>
                <a:lnTo>
                  <a:pt x="69" y="989"/>
                </a:lnTo>
                <a:lnTo>
                  <a:pt x="60" y="979"/>
                </a:lnTo>
                <a:lnTo>
                  <a:pt x="46" y="972"/>
                </a:lnTo>
                <a:lnTo>
                  <a:pt x="29" y="969"/>
                </a:lnTo>
                <a:lnTo>
                  <a:pt x="13" y="966"/>
                </a:lnTo>
                <a:lnTo>
                  <a:pt x="6" y="958"/>
                </a:lnTo>
                <a:lnTo>
                  <a:pt x="6" y="946"/>
                </a:lnTo>
                <a:lnTo>
                  <a:pt x="11" y="934"/>
                </a:lnTo>
                <a:lnTo>
                  <a:pt x="20" y="921"/>
                </a:lnTo>
                <a:lnTo>
                  <a:pt x="32" y="910"/>
                </a:lnTo>
                <a:lnTo>
                  <a:pt x="44" y="902"/>
                </a:lnTo>
                <a:lnTo>
                  <a:pt x="55" y="897"/>
                </a:lnTo>
                <a:lnTo>
                  <a:pt x="63" y="893"/>
                </a:lnTo>
                <a:lnTo>
                  <a:pt x="67" y="885"/>
                </a:lnTo>
                <a:lnTo>
                  <a:pt x="67" y="873"/>
                </a:lnTo>
                <a:lnTo>
                  <a:pt x="64" y="860"/>
                </a:lnTo>
                <a:lnTo>
                  <a:pt x="59" y="846"/>
                </a:lnTo>
                <a:lnTo>
                  <a:pt x="51" y="835"/>
                </a:lnTo>
                <a:lnTo>
                  <a:pt x="43" y="827"/>
                </a:lnTo>
                <a:lnTo>
                  <a:pt x="33" y="824"/>
                </a:lnTo>
                <a:lnTo>
                  <a:pt x="22" y="822"/>
                </a:lnTo>
                <a:lnTo>
                  <a:pt x="14" y="816"/>
                </a:lnTo>
                <a:lnTo>
                  <a:pt x="8" y="808"/>
                </a:lnTo>
                <a:lnTo>
                  <a:pt x="5" y="798"/>
                </a:lnTo>
                <a:lnTo>
                  <a:pt x="4" y="788"/>
                </a:lnTo>
                <a:lnTo>
                  <a:pt x="5" y="780"/>
                </a:lnTo>
                <a:lnTo>
                  <a:pt x="10" y="774"/>
                </a:lnTo>
                <a:lnTo>
                  <a:pt x="18" y="771"/>
                </a:lnTo>
                <a:lnTo>
                  <a:pt x="25" y="768"/>
                </a:lnTo>
                <a:lnTo>
                  <a:pt x="27" y="761"/>
                </a:lnTo>
                <a:lnTo>
                  <a:pt x="25" y="752"/>
                </a:lnTo>
                <a:lnTo>
                  <a:pt x="22" y="741"/>
                </a:lnTo>
                <a:lnTo>
                  <a:pt x="16" y="729"/>
                </a:lnTo>
                <a:lnTo>
                  <a:pt x="10" y="716"/>
                </a:lnTo>
                <a:lnTo>
                  <a:pt x="5" y="704"/>
                </a:lnTo>
                <a:lnTo>
                  <a:pt x="0" y="691"/>
                </a:lnTo>
                <a:lnTo>
                  <a:pt x="0" y="679"/>
                </a:lnTo>
                <a:lnTo>
                  <a:pt x="5" y="666"/>
                </a:lnTo>
                <a:lnTo>
                  <a:pt x="14" y="652"/>
                </a:lnTo>
                <a:lnTo>
                  <a:pt x="25" y="637"/>
                </a:lnTo>
                <a:lnTo>
                  <a:pt x="38" y="624"/>
                </a:lnTo>
                <a:lnTo>
                  <a:pt x="50" y="612"/>
                </a:lnTo>
                <a:lnTo>
                  <a:pt x="59" y="602"/>
                </a:lnTo>
                <a:lnTo>
                  <a:pt x="65" y="593"/>
                </a:lnTo>
                <a:lnTo>
                  <a:pt x="71" y="586"/>
                </a:lnTo>
                <a:lnTo>
                  <a:pt x="80" y="580"/>
                </a:lnTo>
                <a:lnTo>
                  <a:pt x="90" y="575"/>
                </a:lnTo>
                <a:lnTo>
                  <a:pt x="101" y="570"/>
                </a:lnTo>
                <a:lnTo>
                  <a:pt x="112" y="567"/>
                </a:lnTo>
                <a:lnTo>
                  <a:pt x="124" y="565"/>
                </a:lnTo>
                <a:lnTo>
                  <a:pt x="137" y="563"/>
                </a:lnTo>
                <a:lnTo>
                  <a:pt x="147" y="563"/>
                </a:lnTo>
                <a:lnTo>
                  <a:pt x="155" y="561"/>
                </a:lnTo>
                <a:lnTo>
                  <a:pt x="161" y="557"/>
                </a:lnTo>
                <a:lnTo>
                  <a:pt x="166" y="550"/>
                </a:lnTo>
                <a:lnTo>
                  <a:pt x="169" y="540"/>
                </a:lnTo>
                <a:lnTo>
                  <a:pt x="170" y="532"/>
                </a:lnTo>
                <a:lnTo>
                  <a:pt x="169" y="523"/>
                </a:lnTo>
                <a:lnTo>
                  <a:pt x="167" y="516"/>
                </a:lnTo>
                <a:lnTo>
                  <a:pt x="163" y="510"/>
                </a:lnTo>
                <a:lnTo>
                  <a:pt x="161" y="503"/>
                </a:lnTo>
                <a:lnTo>
                  <a:pt x="161" y="493"/>
                </a:lnTo>
                <a:lnTo>
                  <a:pt x="163" y="482"/>
                </a:lnTo>
                <a:lnTo>
                  <a:pt x="167" y="472"/>
                </a:lnTo>
                <a:lnTo>
                  <a:pt x="171" y="463"/>
                </a:lnTo>
                <a:lnTo>
                  <a:pt x="177" y="457"/>
                </a:lnTo>
                <a:lnTo>
                  <a:pt x="183" y="455"/>
                </a:lnTo>
                <a:lnTo>
                  <a:pt x="188" y="459"/>
                </a:lnTo>
                <a:lnTo>
                  <a:pt x="195" y="464"/>
                </a:lnTo>
                <a:lnTo>
                  <a:pt x="203" y="467"/>
                </a:lnTo>
                <a:lnTo>
                  <a:pt x="213" y="468"/>
                </a:lnTo>
                <a:lnTo>
                  <a:pt x="224" y="466"/>
                </a:lnTo>
                <a:lnTo>
                  <a:pt x="236" y="463"/>
                </a:lnTo>
                <a:lnTo>
                  <a:pt x="246" y="457"/>
                </a:lnTo>
                <a:lnTo>
                  <a:pt x="254" y="449"/>
                </a:lnTo>
                <a:lnTo>
                  <a:pt x="261" y="438"/>
                </a:lnTo>
                <a:lnTo>
                  <a:pt x="268" y="430"/>
                </a:lnTo>
                <a:lnTo>
                  <a:pt x="276" y="426"/>
                </a:lnTo>
                <a:lnTo>
                  <a:pt x="287" y="427"/>
                </a:lnTo>
                <a:lnTo>
                  <a:pt x="297" y="430"/>
                </a:lnTo>
                <a:lnTo>
                  <a:pt x="307" y="434"/>
                </a:lnTo>
                <a:lnTo>
                  <a:pt x="315" y="439"/>
                </a:lnTo>
                <a:lnTo>
                  <a:pt x="320" y="443"/>
                </a:lnTo>
                <a:lnTo>
                  <a:pt x="322" y="444"/>
                </a:lnTo>
                <a:lnTo>
                  <a:pt x="325" y="445"/>
                </a:lnTo>
                <a:lnTo>
                  <a:pt x="336" y="449"/>
                </a:lnTo>
                <a:lnTo>
                  <a:pt x="349" y="453"/>
                </a:lnTo>
                <a:lnTo>
                  <a:pt x="366" y="457"/>
                </a:lnTo>
                <a:lnTo>
                  <a:pt x="384" y="462"/>
                </a:lnTo>
                <a:lnTo>
                  <a:pt x="401" y="467"/>
                </a:lnTo>
                <a:lnTo>
                  <a:pt x="415" y="471"/>
                </a:lnTo>
                <a:lnTo>
                  <a:pt x="426" y="473"/>
                </a:lnTo>
                <a:lnTo>
                  <a:pt x="436" y="474"/>
                </a:lnTo>
                <a:lnTo>
                  <a:pt x="445" y="477"/>
                </a:lnTo>
                <a:lnTo>
                  <a:pt x="455" y="480"/>
                </a:lnTo>
                <a:lnTo>
                  <a:pt x="465" y="482"/>
                </a:lnTo>
                <a:lnTo>
                  <a:pt x="474" y="484"/>
                </a:lnTo>
                <a:lnTo>
                  <a:pt x="484" y="483"/>
                </a:lnTo>
                <a:lnTo>
                  <a:pt x="493" y="481"/>
                </a:lnTo>
                <a:lnTo>
                  <a:pt x="500" y="475"/>
                </a:lnTo>
                <a:lnTo>
                  <a:pt x="506" y="467"/>
                </a:lnTo>
                <a:lnTo>
                  <a:pt x="513" y="460"/>
                </a:lnTo>
                <a:lnTo>
                  <a:pt x="520" y="452"/>
                </a:lnTo>
                <a:lnTo>
                  <a:pt x="528" y="444"/>
                </a:lnTo>
                <a:lnTo>
                  <a:pt x="535" y="438"/>
                </a:lnTo>
                <a:lnTo>
                  <a:pt x="543" y="432"/>
                </a:lnTo>
                <a:lnTo>
                  <a:pt x="551" y="428"/>
                </a:lnTo>
                <a:lnTo>
                  <a:pt x="559" y="424"/>
                </a:lnTo>
                <a:lnTo>
                  <a:pt x="567" y="419"/>
                </a:lnTo>
                <a:lnTo>
                  <a:pt x="573" y="411"/>
                </a:lnTo>
                <a:lnTo>
                  <a:pt x="580" y="400"/>
                </a:lnTo>
                <a:lnTo>
                  <a:pt x="584" y="387"/>
                </a:lnTo>
                <a:lnTo>
                  <a:pt x="587" y="375"/>
                </a:lnTo>
                <a:lnTo>
                  <a:pt x="588" y="364"/>
                </a:lnTo>
                <a:lnTo>
                  <a:pt x="588" y="354"/>
                </a:lnTo>
                <a:lnTo>
                  <a:pt x="586" y="346"/>
                </a:lnTo>
                <a:lnTo>
                  <a:pt x="584" y="339"/>
                </a:lnTo>
                <a:lnTo>
                  <a:pt x="583" y="330"/>
                </a:lnTo>
                <a:lnTo>
                  <a:pt x="584" y="319"/>
                </a:lnTo>
                <a:lnTo>
                  <a:pt x="585" y="308"/>
                </a:lnTo>
                <a:lnTo>
                  <a:pt x="586" y="295"/>
                </a:lnTo>
                <a:lnTo>
                  <a:pt x="587" y="284"/>
                </a:lnTo>
                <a:lnTo>
                  <a:pt x="586" y="274"/>
                </a:lnTo>
                <a:lnTo>
                  <a:pt x="584" y="267"/>
                </a:lnTo>
                <a:lnTo>
                  <a:pt x="584" y="261"/>
                </a:lnTo>
                <a:lnTo>
                  <a:pt x="589" y="255"/>
                </a:lnTo>
                <a:lnTo>
                  <a:pt x="598" y="249"/>
                </a:lnTo>
                <a:lnTo>
                  <a:pt x="609" y="242"/>
                </a:lnTo>
                <a:lnTo>
                  <a:pt x="622" y="237"/>
                </a:lnTo>
                <a:lnTo>
                  <a:pt x="636" y="233"/>
                </a:lnTo>
                <a:lnTo>
                  <a:pt x="649" y="231"/>
                </a:lnTo>
                <a:lnTo>
                  <a:pt x="659" y="230"/>
                </a:lnTo>
                <a:lnTo>
                  <a:pt x="665" y="229"/>
                </a:lnTo>
                <a:lnTo>
                  <a:pt x="671" y="225"/>
                </a:lnTo>
                <a:lnTo>
                  <a:pt x="678" y="218"/>
                </a:lnTo>
                <a:lnTo>
                  <a:pt x="685" y="211"/>
                </a:lnTo>
                <a:lnTo>
                  <a:pt x="692" y="202"/>
                </a:lnTo>
                <a:lnTo>
                  <a:pt x="698" y="191"/>
                </a:lnTo>
                <a:lnTo>
                  <a:pt x="705" y="180"/>
                </a:lnTo>
                <a:lnTo>
                  <a:pt x="711" y="170"/>
                </a:lnTo>
                <a:lnTo>
                  <a:pt x="718" y="174"/>
                </a:lnTo>
                <a:lnTo>
                  <a:pt x="724" y="177"/>
                </a:lnTo>
                <a:lnTo>
                  <a:pt x="731" y="180"/>
                </a:lnTo>
                <a:lnTo>
                  <a:pt x="737" y="181"/>
                </a:lnTo>
                <a:lnTo>
                  <a:pt x="742" y="181"/>
                </a:lnTo>
                <a:lnTo>
                  <a:pt x="747" y="181"/>
                </a:lnTo>
                <a:lnTo>
                  <a:pt x="751" y="178"/>
                </a:lnTo>
                <a:lnTo>
                  <a:pt x="755" y="175"/>
                </a:lnTo>
                <a:lnTo>
                  <a:pt x="761" y="167"/>
                </a:lnTo>
                <a:lnTo>
                  <a:pt x="764" y="158"/>
                </a:lnTo>
                <a:lnTo>
                  <a:pt x="768" y="152"/>
                </a:lnTo>
                <a:lnTo>
                  <a:pt x="772" y="145"/>
                </a:lnTo>
                <a:lnTo>
                  <a:pt x="779" y="143"/>
                </a:lnTo>
                <a:lnTo>
                  <a:pt x="787" y="145"/>
                </a:lnTo>
                <a:lnTo>
                  <a:pt x="800" y="152"/>
                </a:lnTo>
                <a:lnTo>
                  <a:pt x="818" y="163"/>
                </a:lnTo>
                <a:lnTo>
                  <a:pt x="838" y="173"/>
                </a:lnTo>
                <a:lnTo>
                  <a:pt x="850" y="175"/>
                </a:lnTo>
                <a:lnTo>
                  <a:pt x="858" y="172"/>
                </a:lnTo>
                <a:lnTo>
                  <a:pt x="863" y="165"/>
                </a:lnTo>
                <a:lnTo>
                  <a:pt x="864" y="157"/>
                </a:lnTo>
                <a:lnTo>
                  <a:pt x="864" y="148"/>
                </a:lnTo>
                <a:lnTo>
                  <a:pt x="863" y="141"/>
                </a:lnTo>
                <a:lnTo>
                  <a:pt x="863" y="138"/>
                </a:lnTo>
                <a:lnTo>
                  <a:pt x="864" y="136"/>
                </a:lnTo>
                <a:lnTo>
                  <a:pt x="866" y="132"/>
                </a:lnTo>
                <a:lnTo>
                  <a:pt x="870" y="127"/>
                </a:lnTo>
                <a:lnTo>
                  <a:pt x="878" y="122"/>
                </a:lnTo>
                <a:lnTo>
                  <a:pt x="886" y="119"/>
                </a:lnTo>
                <a:lnTo>
                  <a:pt x="896" y="119"/>
                </a:lnTo>
                <a:lnTo>
                  <a:pt x="909" y="122"/>
                </a:lnTo>
                <a:lnTo>
                  <a:pt x="924" y="132"/>
                </a:lnTo>
                <a:lnTo>
                  <a:pt x="941" y="143"/>
                </a:lnTo>
                <a:lnTo>
                  <a:pt x="957" y="152"/>
                </a:lnTo>
                <a:lnTo>
                  <a:pt x="972" y="159"/>
                </a:lnTo>
                <a:lnTo>
                  <a:pt x="988" y="163"/>
                </a:lnTo>
                <a:lnTo>
                  <a:pt x="1003" y="165"/>
                </a:lnTo>
                <a:lnTo>
                  <a:pt x="1017" y="165"/>
                </a:lnTo>
                <a:lnTo>
                  <a:pt x="1034" y="164"/>
                </a:lnTo>
                <a:lnTo>
                  <a:pt x="1049" y="161"/>
                </a:lnTo>
                <a:lnTo>
                  <a:pt x="1062" y="156"/>
                </a:lnTo>
                <a:lnTo>
                  <a:pt x="1071" y="149"/>
                </a:lnTo>
                <a:lnTo>
                  <a:pt x="1079" y="142"/>
                </a:lnTo>
                <a:lnTo>
                  <a:pt x="1086" y="135"/>
                </a:lnTo>
                <a:lnTo>
                  <a:pt x="1092" y="130"/>
                </a:lnTo>
                <a:lnTo>
                  <a:pt x="1100" y="126"/>
                </a:lnTo>
                <a:lnTo>
                  <a:pt x="1111" y="125"/>
                </a:lnTo>
                <a:lnTo>
                  <a:pt x="1127" y="126"/>
                </a:lnTo>
                <a:lnTo>
                  <a:pt x="1144" y="127"/>
                </a:lnTo>
                <a:lnTo>
                  <a:pt x="1159" y="127"/>
                </a:lnTo>
                <a:lnTo>
                  <a:pt x="1172" y="125"/>
                </a:lnTo>
                <a:lnTo>
                  <a:pt x="1185" y="123"/>
                </a:lnTo>
                <a:lnTo>
                  <a:pt x="1196" y="122"/>
                </a:lnTo>
                <a:lnTo>
                  <a:pt x="1205" y="125"/>
                </a:lnTo>
                <a:lnTo>
                  <a:pt x="1212" y="131"/>
                </a:lnTo>
                <a:lnTo>
                  <a:pt x="1218" y="142"/>
                </a:lnTo>
                <a:lnTo>
                  <a:pt x="1226" y="156"/>
                </a:lnTo>
                <a:lnTo>
                  <a:pt x="1234" y="167"/>
                </a:lnTo>
                <a:lnTo>
                  <a:pt x="1244" y="174"/>
                </a:lnTo>
                <a:lnTo>
                  <a:pt x="1255" y="178"/>
                </a:lnTo>
                <a:lnTo>
                  <a:pt x="1266" y="180"/>
                </a:lnTo>
                <a:lnTo>
                  <a:pt x="1278" y="177"/>
                </a:lnTo>
                <a:lnTo>
                  <a:pt x="1287" y="172"/>
                </a:lnTo>
                <a:lnTo>
                  <a:pt x="1294" y="163"/>
                </a:lnTo>
                <a:lnTo>
                  <a:pt x="1297" y="158"/>
                </a:lnTo>
                <a:lnTo>
                  <a:pt x="1301" y="152"/>
                </a:lnTo>
                <a:lnTo>
                  <a:pt x="1306" y="143"/>
                </a:lnTo>
                <a:lnTo>
                  <a:pt x="1311" y="134"/>
                </a:lnTo>
                <a:lnTo>
                  <a:pt x="1317" y="125"/>
                </a:lnTo>
                <a:lnTo>
                  <a:pt x="1323" y="114"/>
                </a:lnTo>
                <a:lnTo>
                  <a:pt x="1331" y="103"/>
                </a:lnTo>
                <a:lnTo>
                  <a:pt x="1339" y="91"/>
                </a:lnTo>
                <a:lnTo>
                  <a:pt x="1347" y="79"/>
                </a:lnTo>
                <a:lnTo>
                  <a:pt x="1356" y="67"/>
                </a:lnTo>
                <a:lnTo>
                  <a:pt x="1365" y="55"/>
                </a:lnTo>
                <a:lnTo>
                  <a:pt x="1376" y="42"/>
                </a:lnTo>
                <a:lnTo>
                  <a:pt x="1386" y="31"/>
                </a:lnTo>
                <a:lnTo>
                  <a:pt x="1396" y="20"/>
                </a:lnTo>
                <a:lnTo>
                  <a:pt x="1407" y="10"/>
                </a:lnTo>
                <a:lnTo>
                  <a:pt x="1418" y="0"/>
                </a:lnTo>
                <a:lnTo>
                  <a:pt x="1422" y="25"/>
                </a:lnTo>
                <a:lnTo>
                  <a:pt x="1427" y="50"/>
                </a:lnTo>
                <a:lnTo>
                  <a:pt x="1430" y="74"/>
                </a:lnTo>
                <a:lnTo>
                  <a:pt x="1433" y="96"/>
                </a:lnTo>
                <a:lnTo>
                  <a:pt x="1436" y="116"/>
                </a:lnTo>
                <a:lnTo>
                  <a:pt x="1441" y="132"/>
                </a:lnTo>
                <a:lnTo>
                  <a:pt x="1446" y="144"/>
                </a:lnTo>
                <a:lnTo>
                  <a:pt x="1454" y="153"/>
                </a:lnTo>
                <a:lnTo>
                  <a:pt x="1464" y="164"/>
                </a:lnTo>
                <a:lnTo>
                  <a:pt x="1467" y="180"/>
                </a:lnTo>
                <a:lnTo>
                  <a:pt x="1467" y="200"/>
                </a:lnTo>
                <a:lnTo>
                  <a:pt x="1465" y="222"/>
                </a:lnTo>
                <a:lnTo>
                  <a:pt x="1463" y="244"/>
                </a:lnTo>
                <a:lnTo>
                  <a:pt x="1463" y="267"/>
                </a:lnTo>
                <a:lnTo>
                  <a:pt x="1466" y="286"/>
                </a:lnTo>
                <a:lnTo>
                  <a:pt x="1477" y="304"/>
                </a:lnTo>
                <a:lnTo>
                  <a:pt x="1488" y="320"/>
                </a:lnTo>
                <a:lnTo>
                  <a:pt x="1494" y="339"/>
                </a:lnTo>
                <a:lnTo>
                  <a:pt x="1497" y="360"/>
                </a:lnTo>
                <a:lnTo>
                  <a:pt x="1498" y="381"/>
                </a:lnTo>
                <a:lnTo>
                  <a:pt x="1499" y="402"/>
                </a:lnTo>
                <a:lnTo>
                  <a:pt x="1500" y="420"/>
                </a:lnTo>
                <a:lnTo>
                  <a:pt x="1504" y="435"/>
                </a:lnTo>
                <a:lnTo>
                  <a:pt x="1510" y="448"/>
                </a:lnTo>
                <a:lnTo>
                  <a:pt x="1516" y="460"/>
                </a:lnTo>
                <a:lnTo>
                  <a:pt x="1518" y="478"/>
                </a:lnTo>
                <a:lnTo>
                  <a:pt x="1518" y="499"/>
                </a:lnTo>
                <a:lnTo>
                  <a:pt x="1516" y="521"/>
                </a:lnTo>
                <a:lnTo>
                  <a:pt x="1515" y="541"/>
                </a:lnTo>
                <a:lnTo>
                  <a:pt x="1515" y="560"/>
                </a:lnTo>
                <a:lnTo>
                  <a:pt x="1518" y="573"/>
                </a:lnTo>
                <a:lnTo>
                  <a:pt x="1527" y="579"/>
                </a:lnTo>
                <a:lnTo>
                  <a:pt x="1533" y="583"/>
                </a:lnTo>
                <a:lnTo>
                  <a:pt x="1532" y="590"/>
                </a:lnTo>
                <a:lnTo>
                  <a:pt x="1526" y="601"/>
                </a:lnTo>
                <a:lnTo>
                  <a:pt x="1516" y="614"/>
                </a:lnTo>
                <a:lnTo>
                  <a:pt x="1507" y="630"/>
                </a:lnTo>
                <a:lnTo>
                  <a:pt x="1500" y="648"/>
                </a:lnTo>
                <a:lnTo>
                  <a:pt x="1497" y="670"/>
                </a:lnTo>
                <a:lnTo>
                  <a:pt x="1501" y="694"/>
                </a:lnTo>
                <a:lnTo>
                  <a:pt x="1504" y="708"/>
                </a:lnTo>
                <a:lnTo>
                  <a:pt x="1507" y="722"/>
                </a:lnTo>
                <a:lnTo>
                  <a:pt x="1510" y="737"/>
                </a:lnTo>
                <a:lnTo>
                  <a:pt x="1512" y="754"/>
                </a:lnTo>
                <a:lnTo>
                  <a:pt x="1513" y="771"/>
                </a:lnTo>
                <a:lnTo>
                  <a:pt x="1514" y="788"/>
                </a:lnTo>
                <a:lnTo>
                  <a:pt x="1515" y="807"/>
                </a:lnTo>
                <a:lnTo>
                  <a:pt x="1515" y="824"/>
                </a:lnTo>
                <a:lnTo>
                  <a:pt x="1515" y="841"/>
                </a:lnTo>
                <a:lnTo>
                  <a:pt x="1514" y="859"/>
                </a:lnTo>
                <a:lnTo>
                  <a:pt x="1514" y="876"/>
                </a:lnTo>
                <a:lnTo>
                  <a:pt x="1512" y="892"/>
                </a:lnTo>
                <a:lnTo>
                  <a:pt x="1511" y="908"/>
                </a:lnTo>
                <a:lnTo>
                  <a:pt x="1509" y="922"/>
                </a:lnTo>
                <a:lnTo>
                  <a:pt x="1506" y="935"/>
                </a:lnTo>
                <a:lnTo>
                  <a:pt x="1504" y="947"/>
                </a:lnTo>
                <a:lnTo>
                  <a:pt x="1501" y="960"/>
                </a:lnTo>
                <a:lnTo>
                  <a:pt x="1499" y="973"/>
                </a:lnTo>
                <a:lnTo>
                  <a:pt x="1497" y="987"/>
                </a:lnTo>
                <a:lnTo>
                  <a:pt x="1495" y="1003"/>
                </a:lnTo>
                <a:lnTo>
                  <a:pt x="1493" y="1018"/>
                </a:lnTo>
                <a:lnTo>
                  <a:pt x="1491" y="1034"/>
                </a:lnTo>
                <a:lnTo>
                  <a:pt x="1490" y="1049"/>
                </a:lnTo>
                <a:lnTo>
                  <a:pt x="1488" y="1066"/>
                </a:lnTo>
                <a:lnTo>
                  <a:pt x="1487" y="1080"/>
                </a:lnTo>
                <a:lnTo>
                  <a:pt x="1487" y="1094"/>
                </a:lnTo>
                <a:lnTo>
                  <a:pt x="1486" y="1108"/>
                </a:lnTo>
                <a:lnTo>
                  <a:pt x="1486" y="1120"/>
                </a:lnTo>
                <a:lnTo>
                  <a:pt x="1487" y="1130"/>
                </a:lnTo>
                <a:lnTo>
                  <a:pt x="1487" y="1138"/>
                </a:lnTo>
                <a:lnTo>
                  <a:pt x="1489" y="1144"/>
                </a:lnTo>
                <a:lnTo>
                  <a:pt x="1490" y="1147"/>
                </a:lnTo>
                <a:lnTo>
                  <a:pt x="1494" y="1154"/>
                </a:lnTo>
                <a:lnTo>
                  <a:pt x="1497" y="1162"/>
                </a:lnTo>
                <a:lnTo>
                  <a:pt x="1501" y="1173"/>
                </a:lnTo>
                <a:lnTo>
                  <a:pt x="1505" y="1186"/>
                </a:lnTo>
                <a:lnTo>
                  <a:pt x="1507" y="1200"/>
                </a:lnTo>
                <a:lnTo>
                  <a:pt x="1509" y="1215"/>
                </a:lnTo>
                <a:lnTo>
                  <a:pt x="1510" y="1229"/>
                </a:lnTo>
                <a:lnTo>
                  <a:pt x="1510" y="1243"/>
                </a:lnTo>
                <a:lnTo>
                  <a:pt x="1508" y="1260"/>
                </a:lnTo>
                <a:lnTo>
                  <a:pt x="1506" y="1280"/>
                </a:lnTo>
                <a:lnTo>
                  <a:pt x="1504" y="1304"/>
                </a:lnTo>
                <a:lnTo>
                  <a:pt x="1501" y="1327"/>
                </a:lnTo>
                <a:lnTo>
                  <a:pt x="1500" y="1347"/>
                </a:lnTo>
                <a:lnTo>
                  <a:pt x="1500" y="1364"/>
                </a:lnTo>
                <a:lnTo>
                  <a:pt x="1502" y="1374"/>
                </a:lnTo>
                <a:lnTo>
                  <a:pt x="1507" y="1375"/>
                </a:lnTo>
                <a:lnTo>
                  <a:pt x="1514" y="1371"/>
                </a:lnTo>
                <a:lnTo>
                  <a:pt x="1522" y="1369"/>
                </a:lnTo>
                <a:lnTo>
                  <a:pt x="1532" y="1366"/>
                </a:lnTo>
                <a:lnTo>
                  <a:pt x="1542" y="1364"/>
                </a:lnTo>
                <a:lnTo>
                  <a:pt x="1553" y="1362"/>
                </a:lnTo>
                <a:lnTo>
                  <a:pt x="1564" y="1359"/>
                </a:lnTo>
                <a:lnTo>
                  <a:pt x="1576" y="1355"/>
                </a:lnTo>
                <a:lnTo>
                  <a:pt x="1586" y="1349"/>
                </a:lnTo>
                <a:lnTo>
                  <a:pt x="1595" y="1343"/>
                </a:lnTo>
                <a:lnTo>
                  <a:pt x="1603" y="1336"/>
                </a:lnTo>
                <a:lnTo>
                  <a:pt x="1610" y="1329"/>
                </a:lnTo>
                <a:lnTo>
                  <a:pt x="1617" y="1322"/>
                </a:lnTo>
                <a:lnTo>
                  <a:pt x="1624" y="1315"/>
                </a:lnTo>
                <a:lnTo>
                  <a:pt x="1632" y="1308"/>
                </a:lnTo>
                <a:lnTo>
                  <a:pt x="1641" y="1300"/>
                </a:lnTo>
                <a:lnTo>
                  <a:pt x="1652" y="1294"/>
                </a:lnTo>
                <a:lnTo>
                  <a:pt x="1660" y="1294"/>
                </a:lnTo>
                <a:lnTo>
                  <a:pt x="1666" y="1296"/>
                </a:lnTo>
                <a:lnTo>
                  <a:pt x="1669" y="1301"/>
                </a:lnTo>
                <a:lnTo>
                  <a:pt x="1671" y="1309"/>
                </a:lnTo>
                <a:lnTo>
                  <a:pt x="1671" y="1318"/>
                </a:lnTo>
                <a:lnTo>
                  <a:pt x="1670" y="1329"/>
                </a:lnTo>
                <a:lnTo>
                  <a:pt x="1668" y="1341"/>
                </a:lnTo>
                <a:lnTo>
                  <a:pt x="1665" y="1354"/>
                </a:lnTo>
                <a:lnTo>
                  <a:pt x="1662" y="1368"/>
                </a:lnTo>
                <a:lnTo>
                  <a:pt x="1658" y="1382"/>
                </a:lnTo>
                <a:lnTo>
                  <a:pt x="1654" y="1395"/>
                </a:lnTo>
                <a:lnTo>
                  <a:pt x="1651" y="1410"/>
                </a:lnTo>
                <a:lnTo>
                  <a:pt x="1648" y="1423"/>
                </a:lnTo>
                <a:lnTo>
                  <a:pt x="1645" y="1435"/>
                </a:lnTo>
                <a:lnTo>
                  <a:pt x="1644" y="1446"/>
                </a:lnTo>
                <a:lnTo>
                  <a:pt x="1644" y="1457"/>
                </a:lnTo>
                <a:lnTo>
                  <a:pt x="1635" y="1472"/>
                </a:lnTo>
                <a:lnTo>
                  <a:pt x="1629" y="1491"/>
                </a:lnTo>
                <a:lnTo>
                  <a:pt x="1626" y="1513"/>
                </a:lnTo>
                <a:lnTo>
                  <a:pt x="1624" y="1536"/>
                </a:lnTo>
                <a:lnTo>
                  <a:pt x="1621" y="1560"/>
                </a:lnTo>
                <a:lnTo>
                  <a:pt x="1620" y="1582"/>
                </a:lnTo>
                <a:lnTo>
                  <a:pt x="1617" y="1600"/>
                </a:lnTo>
                <a:lnTo>
                  <a:pt x="1613" y="1614"/>
                </a:lnTo>
                <a:lnTo>
                  <a:pt x="1611" y="1619"/>
                </a:lnTo>
                <a:lnTo>
                  <a:pt x="1608" y="1626"/>
                </a:lnTo>
                <a:lnTo>
                  <a:pt x="1606" y="1635"/>
                </a:lnTo>
                <a:lnTo>
                  <a:pt x="1603" y="1644"/>
                </a:lnTo>
                <a:lnTo>
                  <a:pt x="1601" y="1655"/>
                </a:lnTo>
                <a:lnTo>
                  <a:pt x="1599" y="1666"/>
                </a:lnTo>
                <a:lnTo>
                  <a:pt x="1597" y="1678"/>
                </a:lnTo>
                <a:lnTo>
                  <a:pt x="1595" y="1690"/>
                </a:lnTo>
                <a:lnTo>
                  <a:pt x="1593" y="1702"/>
                </a:lnTo>
                <a:lnTo>
                  <a:pt x="1592" y="1716"/>
                </a:lnTo>
                <a:lnTo>
                  <a:pt x="1591" y="1729"/>
                </a:lnTo>
                <a:lnTo>
                  <a:pt x="1590" y="1741"/>
                </a:lnTo>
                <a:lnTo>
                  <a:pt x="1589" y="1753"/>
                </a:lnTo>
                <a:lnTo>
                  <a:pt x="1589" y="1766"/>
                </a:lnTo>
                <a:lnTo>
                  <a:pt x="1589" y="1777"/>
                </a:lnTo>
                <a:lnTo>
                  <a:pt x="1589" y="178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01" name="Freeform 1158">
            <a:extLst>
              <a:ext uri="{FF2B5EF4-FFF2-40B4-BE49-F238E27FC236}">
                <a16:creationId xmlns:a16="http://schemas.microsoft.com/office/drawing/2014/main" id="{16490F25-1887-BD28-0388-ABE62CCC3848}"/>
              </a:ext>
            </a:extLst>
          </p:cNvPr>
          <p:cNvSpPr>
            <a:spLocks/>
          </p:cNvSpPr>
          <p:nvPr/>
        </p:nvSpPr>
        <p:spPr bwMode="auto">
          <a:xfrm>
            <a:off x="7080250" y="4860925"/>
            <a:ext cx="19050" cy="14288"/>
          </a:xfrm>
          <a:custGeom>
            <a:avLst/>
            <a:gdLst>
              <a:gd name="T0" fmla="*/ 2147483646 w 121"/>
              <a:gd name="T1" fmla="*/ 2147483646 h 99"/>
              <a:gd name="T2" fmla="*/ 2147483646 w 121"/>
              <a:gd name="T3" fmla="*/ 2147483646 h 99"/>
              <a:gd name="T4" fmla="*/ 2147483646 w 121"/>
              <a:gd name="T5" fmla="*/ 2147483646 h 99"/>
              <a:gd name="T6" fmla="*/ 2147483646 w 121"/>
              <a:gd name="T7" fmla="*/ 2147483646 h 99"/>
              <a:gd name="T8" fmla="*/ 2147483646 w 121"/>
              <a:gd name="T9" fmla="*/ 2147483646 h 99"/>
              <a:gd name="T10" fmla="*/ 2147483646 w 121"/>
              <a:gd name="T11" fmla="*/ 2147483646 h 99"/>
              <a:gd name="T12" fmla="*/ 2147483646 w 121"/>
              <a:gd name="T13" fmla="*/ 2147483646 h 99"/>
              <a:gd name="T14" fmla="*/ 2147483646 w 121"/>
              <a:gd name="T15" fmla="*/ 2147483646 h 99"/>
              <a:gd name="T16" fmla="*/ 2147483646 w 121"/>
              <a:gd name="T17" fmla="*/ 2147483646 h 99"/>
              <a:gd name="T18" fmla="*/ 2147483646 w 121"/>
              <a:gd name="T19" fmla="*/ 2147483646 h 99"/>
              <a:gd name="T20" fmla="*/ 2147483646 w 121"/>
              <a:gd name="T21" fmla="*/ 2147483646 h 99"/>
              <a:gd name="T22" fmla="*/ 2147483646 w 121"/>
              <a:gd name="T23" fmla="*/ 2147483646 h 99"/>
              <a:gd name="T24" fmla="*/ 2147483646 w 121"/>
              <a:gd name="T25" fmla="*/ 2147483646 h 99"/>
              <a:gd name="T26" fmla="*/ 2147483646 w 121"/>
              <a:gd name="T27" fmla="*/ 2147483646 h 99"/>
              <a:gd name="T28" fmla="*/ 2147483646 w 121"/>
              <a:gd name="T29" fmla="*/ 2147483646 h 99"/>
              <a:gd name="T30" fmla="*/ 2147483646 w 121"/>
              <a:gd name="T31" fmla="*/ 2147483646 h 99"/>
              <a:gd name="T32" fmla="*/ 2147483646 w 121"/>
              <a:gd name="T33" fmla="*/ 0 h 99"/>
              <a:gd name="T34" fmla="*/ 2147483646 w 121"/>
              <a:gd name="T35" fmla="*/ 0 h 99"/>
              <a:gd name="T36" fmla="*/ 2147483646 w 121"/>
              <a:gd name="T37" fmla="*/ 2147483646 h 99"/>
              <a:gd name="T38" fmla="*/ 2147483646 w 121"/>
              <a:gd name="T39" fmla="*/ 2147483646 h 99"/>
              <a:gd name="T40" fmla="*/ 2147483646 w 121"/>
              <a:gd name="T41" fmla="*/ 2147483646 h 99"/>
              <a:gd name="T42" fmla="*/ 2147483646 w 121"/>
              <a:gd name="T43" fmla="*/ 2147483646 h 99"/>
              <a:gd name="T44" fmla="*/ 2147483646 w 121"/>
              <a:gd name="T45" fmla="*/ 2147483646 h 99"/>
              <a:gd name="T46" fmla="*/ 2147483646 w 121"/>
              <a:gd name="T47" fmla="*/ 2147483646 h 99"/>
              <a:gd name="T48" fmla="*/ 2147483646 w 121"/>
              <a:gd name="T49" fmla="*/ 2147483646 h 99"/>
              <a:gd name="T50" fmla="*/ 2147483646 w 121"/>
              <a:gd name="T51" fmla="*/ 2147483646 h 99"/>
              <a:gd name="T52" fmla="*/ 2147483646 w 121"/>
              <a:gd name="T53" fmla="*/ 2147483646 h 99"/>
              <a:gd name="T54" fmla="*/ 2147483646 w 121"/>
              <a:gd name="T55" fmla="*/ 2147483646 h 99"/>
              <a:gd name="T56" fmla="*/ 2147483646 w 121"/>
              <a:gd name="T57" fmla="*/ 2147483646 h 99"/>
              <a:gd name="T58" fmla="*/ 2147483646 w 121"/>
              <a:gd name="T59" fmla="*/ 2147483646 h 99"/>
              <a:gd name="T60" fmla="*/ 2147483646 w 121"/>
              <a:gd name="T61" fmla="*/ 2147483646 h 99"/>
              <a:gd name="T62" fmla="*/ 2147483646 w 121"/>
              <a:gd name="T63" fmla="*/ 2147483646 h 99"/>
              <a:gd name="T64" fmla="*/ 2147483646 w 121"/>
              <a:gd name="T65" fmla="*/ 2147483646 h 99"/>
              <a:gd name="T66" fmla="*/ 2147483646 w 121"/>
              <a:gd name="T67" fmla="*/ 2147483646 h 99"/>
              <a:gd name="T68" fmla="*/ 2147483646 w 121"/>
              <a:gd name="T69" fmla="*/ 2147483646 h 99"/>
              <a:gd name="T70" fmla="*/ 2147483646 w 121"/>
              <a:gd name="T71" fmla="*/ 2147483646 h 99"/>
              <a:gd name="T72" fmla="*/ 2147483646 w 121"/>
              <a:gd name="T73" fmla="*/ 2147483646 h 99"/>
              <a:gd name="T74" fmla="*/ 2147483646 w 121"/>
              <a:gd name="T75" fmla="*/ 2147483646 h 99"/>
              <a:gd name="T76" fmla="*/ 2147483646 w 121"/>
              <a:gd name="T77" fmla="*/ 2147483646 h 99"/>
              <a:gd name="T78" fmla="*/ 2147483646 w 121"/>
              <a:gd name="T79" fmla="*/ 2147483646 h 99"/>
              <a:gd name="T80" fmla="*/ 2147483646 w 121"/>
              <a:gd name="T81" fmla="*/ 2147483646 h 99"/>
              <a:gd name="T82" fmla="*/ 2147483646 w 121"/>
              <a:gd name="T83" fmla="*/ 2147483646 h 99"/>
              <a:gd name="T84" fmla="*/ 2147483646 w 121"/>
              <a:gd name="T85" fmla="*/ 2147483646 h 99"/>
              <a:gd name="T86" fmla="*/ 2147483646 w 121"/>
              <a:gd name="T87" fmla="*/ 2147483646 h 99"/>
              <a:gd name="T88" fmla="*/ 2147483646 w 121"/>
              <a:gd name="T89" fmla="*/ 2147483646 h 99"/>
              <a:gd name="T90" fmla="*/ 2147483646 w 121"/>
              <a:gd name="T91" fmla="*/ 2147483646 h 99"/>
              <a:gd name="T92" fmla="*/ 2147483646 w 121"/>
              <a:gd name="T93" fmla="*/ 2147483646 h 99"/>
              <a:gd name="T94" fmla="*/ 2147483646 w 121"/>
              <a:gd name="T95" fmla="*/ 2147483646 h 99"/>
              <a:gd name="T96" fmla="*/ 2147483646 w 121"/>
              <a:gd name="T97" fmla="*/ 2147483646 h 99"/>
              <a:gd name="T98" fmla="*/ 2147483646 w 121"/>
              <a:gd name="T99" fmla="*/ 2147483646 h 99"/>
              <a:gd name="T100" fmla="*/ 2147483646 w 121"/>
              <a:gd name="T101" fmla="*/ 2147483646 h 99"/>
              <a:gd name="T102" fmla="*/ 2147483646 w 121"/>
              <a:gd name="T103" fmla="*/ 2147483646 h 99"/>
              <a:gd name="T104" fmla="*/ 2147483646 w 121"/>
              <a:gd name="T105" fmla="*/ 2147483646 h 99"/>
              <a:gd name="T106" fmla="*/ 0 w 121"/>
              <a:gd name="T107" fmla="*/ 2147483646 h 99"/>
              <a:gd name="T108" fmla="*/ 0 w 121"/>
              <a:gd name="T109" fmla="*/ 2147483646 h 99"/>
              <a:gd name="T110" fmla="*/ 2147483646 w 121"/>
              <a:gd name="T111" fmla="*/ 2147483646 h 99"/>
              <a:gd name="T112" fmla="*/ 2147483646 w 121"/>
              <a:gd name="T113" fmla="*/ 2147483646 h 99"/>
              <a:gd name="T114" fmla="*/ 2147483646 w 121"/>
              <a:gd name="T115" fmla="*/ 2147483646 h 99"/>
              <a:gd name="T116" fmla="*/ 2147483646 w 121"/>
              <a:gd name="T117" fmla="*/ 2147483646 h 99"/>
              <a:gd name="T118" fmla="*/ 2147483646 w 121"/>
              <a:gd name="T119" fmla="*/ 2147483646 h 99"/>
              <a:gd name="T120" fmla="*/ 2147483646 w 121"/>
              <a:gd name="T121" fmla="*/ 2147483646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1" h="99">
                <a:moveTo>
                  <a:pt x="35" y="27"/>
                </a:moveTo>
                <a:lnTo>
                  <a:pt x="35" y="27"/>
                </a:lnTo>
                <a:lnTo>
                  <a:pt x="36" y="27"/>
                </a:lnTo>
                <a:lnTo>
                  <a:pt x="38" y="26"/>
                </a:lnTo>
                <a:lnTo>
                  <a:pt x="43" y="24"/>
                </a:lnTo>
                <a:lnTo>
                  <a:pt x="50" y="22"/>
                </a:lnTo>
                <a:lnTo>
                  <a:pt x="60" y="18"/>
                </a:lnTo>
                <a:lnTo>
                  <a:pt x="70" y="14"/>
                </a:lnTo>
                <a:lnTo>
                  <a:pt x="78" y="10"/>
                </a:lnTo>
                <a:lnTo>
                  <a:pt x="84" y="7"/>
                </a:lnTo>
                <a:lnTo>
                  <a:pt x="89" y="4"/>
                </a:lnTo>
                <a:lnTo>
                  <a:pt x="93" y="3"/>
                </a:lnTo>
                <a:lnTo>
                  <a:pt x="97" y="1"/>
                </a:lnTo>
                <a:lnTo>
                  <a:pt x="101" y="1"/>
                </a:lnTo>
                <a:lnTo>
                  <a:pt x="106" y="0"/>
                </a:lnTo>
                <a:lnTo>
                  <a:pt x="114" y="0"/>
                </a:lnTo>
                <a:lnTo>
                  <a:pt x="118" y="2"/>
                </a:lnTo>
                <a:lnTo>
                  <a:pt x="119" y="8"/>
                </a:lnTo>
                <a:lnTo>
                  <a:pt x="120" y="18"/>
                </a:lnTo>
                <a:lnTo>
                  <a:pt x="121" y="24"/>
                </a:lnTo>
                <a:lnTo>
                  <a:pt x="121" y="31"/>
                </a:lnTo>
                <a:lnTo>
                  <a:pt x="121" y="39"/>
                </a:lnTo>
                <a:lnTo>
                  <a:pt x="121" y="45"/>
                </a:lnTo>
                <a:lnTo>
                  <a:pt x="121" y="51"/>
                </a:lnTo>
                <a:lnTo>
                  <a:pt x="120" y="56"/>
                </a:lnTo>
                <a:lnTo>
                  <a:pt x="120" y="59"/>
                </a:lnTo>
                <a:lnTo>
                  <a:pt x="120" y="60"/>
                </a:lnTo>
                <a:lnTo>
                  <a:pt x="119" y="60"/>
                </a:lnTo>
                <a:lnTo>
                  <a:pt x="116" y="61"/>
                </a:lnTo>
                <a:lnTo>
                  <a:pt x="112" y="63"/>
                </a:lnTo>
                <a:lnTo>
                  <a:pt x="108" y="65"/>
                </a:lnTo>
                <a:lnTo>
                  <a:pt x="103" y="68"/>
                </a:lnTo>
                <a:lnTo>
                  <a:pt x="98" y="71"/>
                </a:lnTo>
                <a:lnTo>
                  <a:pt x="92" y="75"/>
                </a:lnTo>
                <a:lnTo>
                  <a:pt x="89" y="80"/>
                </a:lnTo>
                <a:lnTo>
                  <a:pt x="83" y="90"/>
                </a:lnTo>
                <a:lnTo>
                  <a:pt x="76" y="97"/>
                </a:lnTo>
                <a:lnTo>
                  <a:pt x="69" y="99"/>
                </a:lnTo>
                <a:lnTo>
                  <a:pt x="65" y="92"/>
                </a:lnTo>
                <a:lnTo>
                  <a:pt x="62" y="88"/>
                </a:lnTo>
                <a:lnTo>
                  <a:pt x="57" y="87"/>
                </a:lnTo>
                <a:lnTo>
                  <a:pt x="50" y="88"/>
                </a:lnTo>
                <a:lnTo>
                  <a:pt x="42" y="90"/>
                </a:lnTo>
                <a:lnTo>
                  <a:pt x="34" y="91"/>
                </a:lnTo>
                <a:lnTo>
                  <a:pt x="27" y="92"/>
                </a:lnTo>
                <a:lnTo>
                  <a:pt x="21" y="92"/>
                </a:lnTo>
                <a:lnTo>
                  <a:pt x="17" y="88"/>
                </a:lnTo>
                <a:lnTo>
                  <a:pt x="14" y="80"/>
                </a:lnTo>
                <a:lnTo>
                  <a:pt x="10" y="72"/>
                </a:lnTo>
                <a:lnTo>
                  <a:pt x="6" y="63"/>
                </a:lnTo>
                <a:lnTo>
                  <a:pt x="3" y="54"/>
                </a:lnTo>
                <a:lnTo>
                  <a:pt x="0" y="47"/>
                </a:lnTo>
                <a:lnTo>
                  <a:pt x="0" y="41"/>
                </a:lnTo>
                <a:lnTo>
                  <a:pt x="2" y="37"/>
                </a:lnTo>
                <a:lnTo>
                  <a:pt x="6" y="37"/>
                </a:lnTo>
                <a:lnTo>
                  <a:pt x="17" y="39"/>
                </a:lnTo>
                <a:lnTo>
                  <a:pt x="25" y="38"/>
                </a:lnTo>
                <a:lnTo>
                  <a:pt x="32" y="33"/>
                </a:lnTo>
                <a:lnTo>
                  <a:pt x="35" y="27"/>
                </a:lnTo>
                <a:close/>
              </a:path>
            </a:pathLst>
          </a:custGeom>
          <a:solidFill>
            <a:srgbClr val="99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02" name="Freeform 1159">
            <a:extLst>
              <a:ext uri="{FF2B5EF4-FFF2-40B4-BE49-F238E27FC236}">
                <a16:creationId xmlns:a16="http://schemas.microsoft.com/office/drawing/2014/main" id="{201110C5-A2E6-3886-0CF6-95495180F9A8}"/>
              </a:ext>
            </a:extLst>
          </p:cNvPr>
          <p:cNvSpPr>
            <a:spLocks/>
          </p:cNvSpPr>
          <p:nvPr/>
        </p:nvSpPr>
        <p:spPr bwMode="auto">
          <a:xfrm>
            <a:off x="7080250" y="4860925"/>
            <a:ext cx="19050" cy="14288"/>
          </a:xfrm>
          <a:custGeom>
            <a:avLst/>
            <a:gdLst>
              <a:gd name="T0" fmla="*/ 2147483646 w 121"/>
              <a:gd name="T1" fmla="*/ 2147483646 h 99"/>
              <a:gd name="T2" fmla="*/ 2147483646 w 121"/>
              <a:gd name="T3" fmla="*/ 2147483646 h 99"/>
              <a:gd name="T4" fmla="*/ 2147483646 w 121"/>
              <a:gd name="T5" fmla="*/ 2147483646 h 99"/>
              <a:gd name="T6" fmla="*/ 2147483646 w 121"/>
              <a:gd name="T7" fmla="*/ 2147483646 h 99"/>
              <a:gd name="T8" fmla="*/ 2147483646 w 121"/>
              <a:gd name="T9" fmla="*/ 2147483646 h 99"/>
              <a:gd name="T10" fmla="*/ 2147483646 w 121"/>
              <a:gd name="T11" fmla="*/ 2147483646 h 99"/>
              <a:gd name="T12" fmla="*/ 2147483646 w 121"/>
              <a:gd name="T13" fmla="*/ 2147483646 h 99"/>
              <a:gd name="T14" fmla="*/ 2147483646 w 121"/>
              <a:gd name="T15" fmla="*/ 2147483646 h 99"/>
              <a:gd name="T16" fmla="*/ 2147483646 w 121"/>
              <a:gd name="T17" fmla="*/ 2147483646 h 99"/>
              <a:gd name="T18" fmla="*/ 2147483646 w 121"/>
              <a:gd name="T19" fmla="*/ 0 h 99"/>
              <a:gd name="T20" fmla="*/ 2147483646 w 121"/>
              <a:gd name="T21" fmla="*/ 2147483646 h 99"/>
              <a:gd name="T22" fmla="*/ 2147483646 w 121"/>
              <a:gd name="T23" fmla="*/ 2147483646 h 99"/>
              <a:gd name="T24" fmla="*/ 2147483646 w 121"/>
              <a:gd name="T25" fmla="*/ 2147483646 h 99"/>
              <a:gd name="T26" fmla="*/ 2147483646 w 121"/>
              <a:gd name="T27" fmla="*/ 2147483646 h 99"/>
              <a:gd name="T28" fmla="*/ 2147483646 w 121"/>
              <a:gd name="T29" fmla="*/ 2147483646 h 99"/>
              <a:gd name="T30" fmla="*/ 2147483646 w 121"/>
              <a:gd name="T31" fmla="*/ 2147483646 h 99"/>
              <a:gd name="T32" fmla="*/ 2147483646 w 121"/>
              <a:gd name="T33" fmla="*/ 2147483646 h 99"/>
              <a:gd name="T34" fmla="*/ 2147483646 w 121"/>
              <a:gd name="T35" fmla="*/ 2147483646 h 99"/>
              <a:gd name="T36" fmla="*/ 2147483646 w 121"/>
              <a:gd name="T37" fmla="*/ 2147483646 h 99"/>
              <a:gd name="T38" fmla="*/ 2147483646 w 121"/>
              <a:gd name="T39" fmla="*/ 2147483646 h 99"/>
              <a:gd name="T40" fmla="*/ 2147483646 w 121"/>
              <a:gd name="T41" fmla="*/ 2147483646 h 99"/>
              <a:gd name="T42" fmla="*/ 2147483646 w 121"/>
              <a:gd name="T43" fmla="*/ 2147483646 h 99"/>
              <a:gd name="T44" fmla="*/ 2147483646 w 121"/>
              <a:gd name="T45" fmla="*/ 2147483646 h 99"/>
              <a:gd name="T46" fmla="*/ 2147483646 w 121"/>
              <a:gd name="T47" fmla="*/ 2147483646 h 99"/>
              <a:gd name="T48" fmla="*/ 2147483646 w 121"/>
              <a:gd name="T49" fmla="*/ 2147483646 h 99"/>
              <a:gd name="T50" fmla="*/ 2147483646 w 121"/>
              <a:gd name="T51" fmla="*/ 2147483646 h 99"/>
              <a:gd name="T52" fmla="*/ 2147483646 w 121"/>
              <a:gd name="T53" fmla="*/ 2147483646 h 99"/>
              <a:gd name="T54" fmla="*/ 2147483646 w 121"/>
              <a:gd name="T55" fmla="*/ 2147483646 h 99"/>
              <a:gd name="T56" fmla="*/ 2147483646 w 121"/>
              <a:gd name="T57" fmla="*/ 2147483646 h 99"/>
              <a:gd name="T58" fmla="*/ 2147483646 w 121"/>
              <a:gd name="T59" fmla="*/ 2147483646 h 99"/>
              <a:gd name="T60" fmla="*/ 0 w 121"/>
              <a:gd name="T61" fmla="*/ 2147483646 h 99"/>
              <a:gd name="T62" fmla="*/ 2147483646 w 121"/>
              <a:gd name="T63" fmla="*/ 2147483646 h 99"/>
              <a:gd name="T64" fmla="*/ 2147483646 w 121"/>
              <a:gd name="T65" fmla="*/ 2147483646 h 99"/>
              <a:gd name="T66" fmla="*/ 2147483646 w 121"/>
              <a:gd name="T67" fmla="*/ 2147483646 h 99"/>
              <a:gd name="T68" fmla="*/ 2147483646 w 121"/>
              <a:gd name="T69" fmla="*/ 2147483646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99">
                <a:moveTo>
                  <a:pt x="35" y="27"/>
                </a:moveTo>
                <a:lnTo>
                  <a:pt x="35" y="27"/>
                </a:lnTo>
                <a:lnTo>
                  <a:pt x="36" y="27"/>
                </a:lnTo>
                <a:lnTo>
                  <a:pt x="38" y="26"/>
                </a:lnTo>
                <a:lnTo>
                  <a:pt x="43" y="24"/>
                </a:lnTo>
                <a:lnTo>
                  <a:pt x="50" y="22"/>
                </a:lnTo>
                <a:lnTo>
                  <a:pt x="60" y="18"/>
                </a:lnTo>
                <a:lnTo>
                  <a:pt x="70" y="14"/>
                </a:lnTo>
                <a:lnTo>
                  <a:pt x="78" y="10"/>
                </a:lnTo>
                <a:lnTo>
                  <a:pt x="84" y="7"/>
                </a:lnTo>
                <a:lnTo>
                  <a:pt x="89" y="4"/>
                </a:lnTo>
                <a:lnTo>
                  <a:pt x="93" y="3"/>
                </a:lnTo>
                <a:lnTo>
                  <a:pt x="97" y="1"/>
                </a:lnTo>
                <a:lnTo>
                  <a:pt x="101" y="1"/>
                </a:lnTo>
                <a:lnTo>
                  <a:pt x="106" y="0"/>
                </a:lnTo>
                <a:lnTo>
                  <a:pt x="114" y="0"/>
                </a:lnTo>
                <a:lnTo>
                  <a:pt x="118" y="2"/>
                </a:lnTo>
                <a:lnTo>
                  <a:pt x="119" y="8"/>
                </a:lnTo>
                <a:lnTo>
                  <a:pt x="120" y="18"/>
                </a:lnTo>
                <a:lnTo>
                  <a:pt x="121" y="24"/>
                </a:lnTo>
                <a:lnTo>
                  <a:pt x="121" y="31"/>
                </a:lnTo>
                <a:lnTo>
                  <a:pt x="121" y="39"/>
                </a:lnTo>
                <a:lnTo>
                  <a:pt x="121" y="45"/>
                </a:lnTo>
                <a:lnTo>
                  <a:pt x="121" y="51"/>
                </a:lnTo>
                <a:lnTo>
                  <a:pt x="120" y="56"/>
                </a:lnTo>
                <a:lnTo>
                  <a:pt x="120" y="59"/>
                </a:lnTo>
                <a:lnTo>
                  <a:pt x="120" y="60"/>
                </a:lnTo>
                <a:lnTo>
                  <a:pt x="119" y="60"/>
                </a:lnTo>
                <a:lnTo>
                  <a:pt x="116" y="61"/>
                </a:lnTo>
                <a:lnTo>
                  <a:pt x="112" y="63"/>
                </a:lnTo>
                <a:lnTo>
                  <a:pt x="108" y="65"/>
                </a:lnTo>
                <a:lnTo>
                  <a:pt x="103" y="68"/>
                </a:lnTo>
                <a:lnTo>
                  <a:pt x="98" y="71"/>
                </a:lnTo>
                <a:lnTo>
                  <a:pt x="92" y="75"/>
                </a:lnTo>
                <a:lnTo>
                  <a:pt x="89" y="80"/>
                </a:lnTo>
                <a:lnTo>
                  <a:pt x="83" y="90"/>
                </a:lnTo>
                <a:lnTo>
                  <a:pt x="76" y="97"/>
                </a:lnTo>
                <a:lnTo>
                  <a:pt x="69" y="99"/>
                </a:lnTo>
                <a:lnTo>
                  <a:pt x="65" y="92"/>
                </a:lnTo>
                <a:lnTo>
                  <a:pt x="62" y="88"/>
                </a:lnTo>
                <a:lnTo>
                  <a:pt x="57" y="87"/>
                </a:lnTo>
                <a:lnTo>
                  <a:pt x="50" y="88"/>
                </a:lnTo>
                <a:lnTo>
                  <a:pt x="42" y="90"/>
                </a:lnTo>
                <a:lnTo>
                  <a:pt x="34" y="91"/>
                </a:lnTo>
                <a:lnTo>
                  <a:pt x="27" y="92"/>
                </a:lnTo>
                <a:lnTo>
                  <a:pt x="21" y="92"/>
                </a:lnTo>
                <a:lnTo>
                  <a:pt x="17" y="88"/>
                </a:lnTo>
                <a:lnTo>
                  <a:pt x="14" y="80"/>
                </a:lnTo>
                <a:lnTo>
                  <a:pt x="10" y="72"/>
                </a:lnTo>
                <a:lnTo>
                  <a:pt x="6" y="63"/>
                </a:lnTo>
                <a:lnTo>
                  <a:pt x="3" y="54"/>
                </a:lnTo>
                <a:lnTo>
                  <a:pt x="0" y="47"/>
                </a:lnTo>
                <a:lnTo>
                  <a:pt x="0" y="41"/>
                </a:lnTo>
                <a:lnTo>
                  <a:pt x="2" y="37"/>
                </a:lnTo>
                <a:lnTo>
                  <a:pt x="6" y="37"/>
                </a:lnTo>
                <a:lnTo>
                  <a:pt x="17" y="39"/>
                </a:lnTo>
                <a:lnTo>
                  <a:pt x="25" y="38"/>
                </a:lnTo>
                <a:lnTo>
                  <a:pt x="32" y="33"/>
                </a:lnTo>
                <a:lnTo>
                  <a:pt x="35" y="2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03" name="Freeform 1160">
            <a:extLst>
              <a:ext uri="{FF2B5EF4-FFF2-40B4-BE49-F238E27FC236}">
                <a16:creationId xmlns:a16="http://schemas.microsoft.com/office/drawing/2014/main" id="{40B90245-FCD1-1AFF-5DE8-E03D22E20727}"/>
              </a:ext>
            </a:extLst>
          </p:cNvPr>
          <p:cNvSpPr>
            <a:spLocks/>
          </p:cNvSpPr>
          <p:nvPr/>
        </p:nvSpPr>
        <p:spPr bwMode="auto">
          <a:xfrm>
            <a:off x="6388100" y="5562600"/>
            <a:ext cx="127000" cy="61913"/>
          </a:xfrm>
          <a:custGeom>
            <a:avLst/>
            <a:gdLst>
              <a:gd name="T0" fmla="*/ 2147483646 w 761"/>
              <a:gd name="T1" fmla="*/ 2147483646 h 412"/>
              <a:gd name="T2" fmla="*/ 2147483646 w 761"/>
              <a:gd name="T3" fmla="*/ 2147483646 h 412"/>
              <a:gd name="T4" fmla="*/ 2147483646 w 761"/>
              <a:gd name="T5" fmla="*/ 2147483646 h 412"/>
              <a:gd name="T6" fmla="*/ 2147483646 w 761"/>
              <a:gd name="T7" fmla="*/ 2147483646 h 412"/>
              <a:gd name="T8" fmla="*/ 2147483646 w 761"/>
              <a:gd name="T9" fmla="*/ 2147483646 h 412"/>
              <a:gd name="T10" fmla="*/ 2147483646 w 761"/>
              <a:gd name="T11" fmla="*/ 2147483646 h 412"/>
              <a:gd name="T12" fmla="*/ 2147483646 w 761"/>
              <a:gd name="T13" fmla="*/ 2147483646 h 412"/>
              <a:gd name="T14" fmla="*/ 2147483646 w 761"/>
              <a:gd name="T15" fmla="*/ 2147483646 h 412"/>
              <a:gd name="T16" fmla="*/ 2147483646 w 761"/>
              <a:gd name="T17" fmla="*/ 2147483646 h 412"/>
              <a:gd name="T18" fmla="*/ 2147483646 w 761"/>
              <a:gd name="T19" fmla="*/ 2147483646 h 412"/>
              <a:gd name="T20" fmla="*/ 2147483646 w 761"/>
              <a:gd name="T21" fmla="*/ 2147483646 h 412"/>
              <a:gd name="T22" fmla="*/ 2147483646 w 761"/>
              <a:gd name="T23" fmla="*/ 2147483646 h 412"/>
              <a:gd name="T24" fmla="*/ 2147483646 w 761"/>
              <a:gd name="T25" fmla="*/ 2147483646 h 412"/>
              <a:gd name="T26" fmla="*/ 2147483646 w 761"/>
              <a:gd name="T27" fmla="*/ 2147483646 h 412"/>
              <a:gd name="T28" fmla="*/ 2147483646 w 761"/>
              <a:gd name="T29" fmla="*/ 2147483646 h 412"/>
              <a:gd name="T30" fmla="*/ 2147483646 w 761"/>
              <a:gd name="T31" fmla="*/ 2147483646 h 412"/>
              <a:gd name="T32" fmla="*/ 2147483646 w 761"/>
              <a:gd name="T33" fmla="*/ 2147483646 h 412"/>
              <a:gd name="T34" fmla="*/ 2147483646 w 761"/>
              <a:gd name="T35" fmla="*/ 0 h 412"/>
              <a:gd name="T36" fmla="*/ 2147483646 w 761"/>
              <a:gd name="T37" fmla="*/ 2147483646 h 412"/>
              <a:gd name="T38" fmla="*/ 2147483646 w 761"/>
              <a:gd name="T39" fmla="*/ 2147483646 h 412"/>
              <a:gd name="T40" fmla="*/ 2147483646 w 761"/>
              <a:gd name="T41" fmla="*/ 2147483646 h 412"/>
              <a:gd name="T42" fmla="*/ 2147483646 w 761"/>
              <a:gd name="T43" fmla="*/ 2147483646 h 412"/>
              <a:gd name="T44" fmla="*/ 2147483646 w 761"/>
              <a:gd name="T45" fmla="*/ 2147483646 h 412"/>
              <a:gd name="T46" fmla="*/ 2147483646 w 761"/>
              <a:gd name="T47" fmla="*/ 2147483646 h 412"/>
              <a:gd name="T48" fmla="*/ 2147483646 w 761"/>
              <a:gd name="T49" fmla="*/ 2147483646 h 412"/>
              <a:gd name="T50" fmla="*/ 2147483646 w 761"/>
              <a:gd name="T51" fmla="*/ 2147483646 h 412"/>
              <a:gd name="T52" fmla="*/ 2147483646 w 761"/>
              <a:gd name="T53" fmla="*/ 2147483646 h 412"/>
              <a:gd name="T54" fmla="*/ 2147483646 w 761"/>
              <a:gd name="T55" fmla="*/ 2147483646 h 412"/>
              <a:gd name="T56" fmla="*/ 2147483646 w 761"/>
              <a:gd name="T57" fmla="*/ 2147483646 h 412"/>
              <a:gd name="T58" fmla="*/ 2147483646 w 761"/>
              <a:gd name="T59" fmla="*/ 2147483646 h 412"/>
              <a:gd name="T60" fmla="*/ 2147483646 w 761"/>
              <a:gd name="T61" fmla="*/ 2147483646 h 412"/>
              <a:gd name="T62" fmla="*/ 2147483646 w 761"/>
              <a:gd name="T63" fmla="*/ 2147483646 h 412"/>
              <a:gd name="T64" fmla="*/ 2147483646 w 761"/>
              <a:gd name="T65" fmla="*/ 2147483646 h 412"/>
              <a:gd name="T66" fmla="*/ 2147483646 w 761"/>
              <a:gd name="T67" fmla="*/ 2147483646 h 412"/>
              <a:gd name="T68" fmla="*/ 2147483646 w 761"/>
              <a:gd name="T69" fmla="*/ 2147483646 h 412"/>
              <a:gd name="T70" fmla="*/ 2147483646 w 761"/>
              <a:gd name="T71" fmla="*/ 2147483646 h 412"/>
              <a:gd name="T72" fmla="*/ 2147483646 w 761"/>
              <a:gd name="T73" fmla="*/ 2147483646 h 412"/>
              <a:gd name="T74" fmla="*/ 2147483646 w 761"/>
              <a:gd name="T75" fmla="*/ 2147483646 h 412"/>
              <a:gd name="T76" fmla="*/ 2147483646 w 761"/>
              <a:gd name="T77" fmla="*/ 2147483646 h 412"/>
              <a:gd name="T78" fmla="*/ 2147483646 w 761"/>
              <a:gd name="T79" fmla="*/ 2147483646 h 412"/>
              <a:gd name="T80" fmla="*/ 2147483646 w 761"/>
              <a:gd name="T81" fmla="*/ 2147483646 h 412"/>
              <a:gd name="T82" fmla="*/ 2147483646 w 761"/>
              <a:gd name="T83" fmla="*/ 2147483646 h 412"/>
              <a:gd name="T84" fmla="*/ 2147483646 w 761"/>
              <a:gd name="T85" fmla="*/ 2147483646 h 412"/>
              <a:gd name="T86" fmla="*/ 2147483646 w 761"/>
              <a:gd name="T87" fmla="*/ 2147483646 h 412"/>
              <a:gd name="T88" fmla="*/ 2147483646 w 761"/>
              <a:gd name="T89" fmla="*/ 2147483646 h 412"/>
              <a:gd name="T90" fmla="*/ 2147483646 w 761"/>
              <a:gd name="T91" fmla="*/ 2147483646 h 412"/>
              <a:gd name="T92" fmla="*/ 2147483646 w 761"/>
              <a:gd name="T93" fmla="*/ 2147483646 h 412"/>
              <a:gd name="T94" fmla="*/ 2147483646 w 761"/>
              <a:gd name="T95" fmla="*/ 2147483646 h 412"/>
              <a:gd name="T96" fmla="*/ 2147483646 w 761"/>
              <a:gd name="T97" fmla="*/ 2147483646 h 412"/>
              <a:gd name="T98" fmla="*/ 2147483646 w 761"/>
              <a:gd name="T99" fmla="*/ 2147483646 h 412"/>
              <a:gd name="T100" fmla="*/ 2147483646 w 761"/>
              <a:gd name="T101" fmla="*/ 2147483646 h 412"/>
              <a:gd name="T102" fmla="*/ 0 w 761"/>
              <a:gd name="T103" fmla="*/ 2147483646 h 412"/>
              <a:gd name="T104" fmla="*/ 2147483646 w 761"/>
              <a:gd name="T105" fmla="*/ 2147483646 h 412"/>
              <a:gd name="T106" fmla="*/ 2147483646 w 761"/>
              <a:gd name="T107" fmla="*/ 2147483646 h 412"/>
              <a:gd name="T108" fmla="*/ 2147483646 w 761"/>
              <a:gd name="T109" fmla="*/ 2147483646 h 4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61" h="412">
                <a:moveTo>
                  <a:pt x="73" y="194"/>
                </a:moveTo>
                <a:lnTo>
                  <a:pt x="75" y="194"/>
                </a:lnTo>
                <a:lnTo>
                  <a:pt x="81" y="191"/>
                </a:lnTo>
                <a:lnTo>
                  <a:pt x="88" y="185"/>
                </a:lnTo>
                <a:lnTo>
                  <a:pt x="95" y="173"/>
                </a:lnTo>
                <a:lnTo>
                  <a:pt x="98" y="166"/>
                </a:lnTo>
                <a:lnTo>
                  <a:pt x="100" y="160"/>
                </a:lnTo>
                <a:lnTo>
                  <a:pt x="101" y="155"/>
                </a:lnTo>
                <a:lnTo>
                  <a:pt x="102" y="150"/>
                </a:lnTo>
                <a:lnTo>
                  <a:pt x="103" y="147"/>
                </a:lnTo>
                <a:lnTo>
                  <a:pt x="104" y="144"/>
                </a:lnTo>
                <a:lnTo>
                  <a:pt x="107" y="143"/>
                </a:lnTo>
                <a:lnTo>
                  <a:pt x="110" y="142"/>
                </a:lnTo>
                <a:lnTo>
                  <a:pt x="114" y="142"/>
                </a:lnTo>
                <a:lnTo>
                  <a:pt x="117" y="141"/>
                </a:lnTo>
                <a:lnTo>
                  <a:pt x="120" y="140"/>
                </a:lnTo>
                <a:lnTo>
                  <a:pt x="125" y="139"/>
                </a:lnTo>
                <a:lnTo>
                  <a:pt x="128" y="137"/>
                </a:lnTo>
                <a:lnTo>
                  <a:pt x="132" y="134"/>
                </a:lnTo>
                <a:lnTo>
                  <a:pt x="137" y="132"/>
                </a:lnTo>
                <a:lnTo>
                  <a:pt x="142" y="130"/>
                </a:lnTo>
                <a:lnTo>
                  <a:pt x="150" y="124"/>
                </a:lnTo>
                <a:lnTo>
                  <a:pt x="153" y="118"/>
                </a:lnTo>
                <a:lnTo>
                  <a:pt x="154" y="113"/>
                </a:lnTo>
                <a:lnTo>
                  <a:pt x="158" y="109"/>
                </a:lnTo>
                <a:lnTo>
                  <a:pt x="165" y="106"/>
                </a:lnTo>
                <a:lnTo>
                  <a:pt x="174" y="105"/>
                </a:lnTo>
                <a:lnTo>
                  <a:pt x="181" y="104"/>
                </a:lnTo>
                <a:lnTo>
                  <a:pt x="188" y="104"/>
                </a:lnTo>
                <a:lnTo>
                  <a:pt x="194" y="103"/>
                </a:lnTo>
                <a:lnTo>
                  <a:pt x="201" y="101"/>
                </a:lnTo>
                <a:lnTo>
                  <a:pt x="209" y="97"/>
                </a:lnTo>
                <a:lnTo>
                  <a:pt x="216" y="91"/>
                </a:lnTo>
                <a:lnTo>
                  <a:pt x="221" y="90"/>
                </a:lnTo>
                <a:lnTo>
                  <a:pt x="229" y="88"/>
                </a:lnTo>
                <a:lnTo>
                  <a:pt x="239" y="87"/>
                </a:lnTo>
                <a:lnTo>
                  <a:pt x="246" y="88"/>
                </a:lnTo>
                <a:lnTo>
                  <a:pt x="250" y="87"/>
                </a:lnTo>
                <a:lnTo>
                  <a:pt x="253" y="81"/>
                </a:lnTo>
                <a:lnTo>
                  <a:pt x="260" y="75"/>
                </a:lnTo>
                <a:lnTo>
                  <a:pt x="273" y="73"/>
                </a:lnTo>
                <a:lnTo>
                  <a:pt x="281" y="72"/>
                </a:lnTo>
                <a:lnTo>
                  <a:pt x="288" y="71"/>
                </a:lnTo>
                <a:lnTo>
                  <a:pt x="294" y="68"/>
                </a:lnTo>
                <a:lnTo>
                  <a:pt x="300" y="64"/>
                </a:lnTo>
                <a:lnTo>
                  <a:pt x="305" y="61"/>
                </a:lnTo>
                <a:lnTo>
                  <a:pt x="309" y="59"/>
                </a:lnTo>
                <a:lnTo>
                  <a:pt x="313" y="58"/>
                </a:lnTo>
                <a:lnTo>
                  <a:pt x="316" y="59"/>
                </a:lnTo>
                <a:lnTo>
                  <a:pt x="319" y="60"/>
                </a:lnTo>
                <a:lnTo>
                  <a:pt x="323" y="59"/>
                </a:lnTo>
                <a:lnTo>
                  <a:pt x="326" y="57"/>
                </a:lnTo>
                <a:lnTo>
                  <a:pt x="329" y="54"/>
                </a:lnTo>
                <a:lnTo>
                  <a:pt x="333" y="52"/>
                </a:lnTo>
                <a:lnTo>
                  <a:pt x="338" y="50"/>
                </a:lnTo>
                <a:lnTo>
                  <a:pt x="343" y="49"/>
                </a:lnTo>
                <a:lnTo>
                  <a:pt x="349" y="49"/>
                </a:lnTo>
                <a:lnTo>
                  <a:pt x="355" y="50"/>
                </a:lnTo>
                <a:lnTo>
                  <a:pt x="360" y="49"/>
                </a:lnTo>
                <a:lnTo>
                  <a:pt x="365" y="48"/>
                </a:lnTo>
                <a:lnTo>
                  <a:pt x="371" y="47"/>
                </a:lnTo>
                <a:lnTo>
                  <a:pt x="375" y="45"/>
                </a:lnTo>
                <a:lnTo>
                  <a:pt x="378" y="43"/>
                </a:lnTo>
                <a:lnTo>
                  <a:pt x="382" y="42"/>
                </a:lnTo>
                <a:lnTo>
                  <a:pt x="385" y="42"/>
                </a:lnTo>
                <a:lnTo>
                  <a:pt x="391" y="44"/>
                </a:lnTo>
                <a:lnTo>
                  <a:pt x="397" y="45"/>
                </a:lnTo>
                <a:lnTo>
                  <a:pt x="403" y="46"/>
                </a:lnTo>
                <a:lnTo>
                  <a:pt x="408" y="47"/>
                </a:lnTo>
                <a:lnTo>
                  <a:pt x="413" y="46"/>
                </a:lnTo>
                <a:lnTo>
                  <a:pt x="417" y="42"/>
                </a:lnTo>
                <a:lnTo>
                  <a:pt x="424" y="39"/>
                </a:lnTo>
                <a:lnTo>
                  <a:pt x="430" y="37"/>
                </a:lnTo>
                <a:lnTo>
                  <a:pt x="434" y="37"/>
                </a:lnTo>
                <a:lnTo>
                  <a:pt x="439" y="36"/>
                </a:lnTo>
                <a:lnTo>
                  <a:pt x="445" y="34"/>
                </a:lnTo>
                <a:lnTo>
                  <a:pt x="451" y="33"/>
                </a:lnTo>
                <a:lnTo>
                  <a:pt x="456" y="33"/>
                </a:lnTo>
                <a:lnTo>
                  <a:pt x="461" y="32"/>
                </a:lnTo>
                <a:lnTo>
                  <a:pt x="464" y="31"/>
                </a:lnTo>
                <a:lnTo>
                  <a:pt x="465" y="31"/>
                </a:lnTo>
                <a:lnTo>
                  <a:pt x="468" y="20"/>
                </a:lnTo>
                <a:lnTo>
                  <a:pt x="472" y="14"/>
                </a:lnTo>
                <a:lnTo>
                  <a:pt x="476" y="12"/>
                </a:lnTo>
                <a:lnTo>
                  <a:pt x="479" y="13"/>
                </a:lnTo>
                <a:lnTo>
                  <a:pt x="483" y="16"/>
                </a:lnTo>
                <a:lnTo>
                  <a:pt x="485" y="19"/>
                </a:lnTo>
                <a:lnTo>
                  <a:pt x="487" y="22"/>
                </a:lnTo>
                <a:lnTo>
                  <a:pt x="488" y="23"/>
                </a:lnTo>
                <a:lnTo>
                  <a:pt x="495" y="23"/>
                </a:lnTo>
                <a:lnTo>
                  <a:pt x="503" y="23"/>
                </a:lnTo>
                <a:lnTo>
                  <a:pt x="511" y="20"/>
                </a:lnTo>
                <a:lnTo>
                  <a:pt x="516" y="14"/>
                </a:lnTo>
                <a:lnTo>
                  <a:pt x="518" y="11"/>
                </a:lnTo>
                <a:lnTo>
                  <a:pt x="522" y="10"/>
                </a:lnTo>
                <a:lnTo>
                  <a:pt x="526" y="10"/>
                </a:lnTo>
                <a:lnTo>
                  <a:pt x="529" y="10"/>
                </a:lnTo>
                <a:lnTo>
                  <a:pt x="534" y="10"/>
                </a:lnTo>
                <a:lnTo>
                  <a:pt x="538" y="11"/>
                </a:lnTo>
                <a:lnTo>
                  <a:pt x="542" y="10"/>
                </a:lnTo>
                <a:lnTo>
                  <a:pt x="547" y="9"/>
                </a:lnTo>
                <a:lnTo>
                  <a:pt x="552" y="7"/>
                </a:lnTo>
                <a:lnTo>
                  <a:pt x="559" y="5"/>
                </a:lnTo>
                <a:lnTo>
                  <a:pt x="566" y="4"/>
                </a:lnTo>
                <a:lnTo>
                  <a:pt x="574" y="2"/>
                </a:lnTo>
                <a:lnTo>
                  <a:pt x="582" y="1"/>
                </a:lnTo>
                <a:lnTo>
                  <a:pt x="590" y="0"/>
                </a:lnTo>
                <a:lnTo>
                  <a:pt x="597" y="0"/>
                </a:lnTo>
                <a:lnTo>
                  <a:pt x="603" y="1"/>
                </a:lnTo>
                <a:lnTo>
                  <a:pt x="609" y="2"/>
                </a:lnTo>
                <a:lnTo>
                  <a:pt x="616" y="2"/>
                </a:lnTo>
                <a:lnTo>
                  <a:pt x="625" y="1"/>
                </a:lnTo>
                <a:lnTo>
                  <a:pt x="632" y="1"/>
                </a:lnTo>
                <a:lnTo>
                  <a:pt x="639" y="1"/>
                </a:lnTo>
                <a:lnTo>
                  <a:pt x="646" y="1"/>
                </a:lnTo>
                <a:lnTo>
                  <a:pt x="651" y="1"/>
                </a:lnTo>
                <a:lnTo>
                  <a:pt x="654" y="3"/>
                </a:lnTo>
                <a:lnTo>
                  <a:pt x="658" y="9"/>
                </a:lnTo>
                <a:lnTo>
                  <a:pt x="663" y="16"/>
                </a:lnTo>
                <a:lnTo>
                  <a:pt x="668" y="23"/>
                </a:lnTo>
                <a:lnTo>
                  <a:pt x="675" y="28"/>
                </a:lnTo>
                <a:lnTo>
                  <a:pt x="679" y="33"/>
                </a:lnTo>
                <a:lnTo>
                  <a:pt x="681" y="38"/>
                </a:lnTo>
                <a:lnTo>
                  <a:pt x="686" y="41"/>
                </a:lnTo>
                <a:lnTo>
                  <a:pt x="699" y="42"/>
                </a:lnTo>
                <a:lnTo>
                  <a:pt x="703" y="42"/>
                </a:lnTo>
                <a:lnTo>
                  <a:pt x="709" y="43"/>
                </a:lnTo>
                <a:lnTo>
                  <a:pt x="715" y="44"/>
                </a:lnTo>
                <a:lnTo>
                  <a:pt x="723" y="46"/>
                </a:lnTo>
                <a:lnTo>
                  <a:pt x="730" y="49"/>
                </a:lnTo>
                <a:lnTo>
                  <a:pt x="735" y="51"/>
                </a:lnTo>
                <a:lnTo>
                  <a:pt x="740" y="54"/>
                </a:lnTo>
                <a:lnTo>
                  <a:pt x="743" y="58"/>
                </a:lnTo>
                <a:lnTo>
                  <a:pt x="747" y="65"/>
                </a:lnTo>
                <a:lnTo>
                  <a:pt x="749" y="72"/>
                </a:lnTo>
                <a:lnTo>
                  <a:pt x="749" y="77"/>
                </a:lnTo>
                <a:lnTo>
                  <a:pt x="743" y="79"/>
                </a:lnTo>
                <a:lnTo>
                  <a:pt x="742" y="81"/>
                </a:lnTo>
                <a:lnTo>
                  <a:pt x="742" y="87"/>
                </a:lnTo>
                <a:lnTo>
                  <a:pt x="743" y="94"/>
                </a:lnTo>
                <a:lnTo>
                  <a:pt x="744" y="101"/>
                </a:lnTo>
                <a:lnTo>
                  <a:pt x="746" y="109"/>
                </a:lnTo>
                <a:lnTo>
                  <a:pt x="748" y="116"/>
                </a:lnTo>
                <a:lnTo>
                  <a:pt x="751" y="121"/>
                </a:lnTo>
                <a:lnTo>
                  <a:pt x="754" y="123"/>
                </a:lnTo>
                <a:lnTo>
                  <a:pt x="757" y="126"/>
                </a:lnTo>
                <a:lnTo>
                  <a:pt x="758" y="132"/>
                </a:lnTo>
                <a:lnTo>
                  <a:pt x="759" y="141"/>
                </a:lnTo>
                <a:lnTo>
                  <a:pt x="761" y="148"/>
                </a:lnTo>
                <a:lnTo>
                  <a:pt x="759" y="154"/>
                </a:lnTo>
                <a:lnTo>
                  <a:pt x="751" y="162"/>
                </a:lnTo>
                <a:lnTo>
                  <a:pt x="744" y="170"/>
                </a:lnTo>
                <a:lnTo>
                  <a:pt x="740" y="174"/>
                </a:lnTo>
                <a:lnTo>
                  <a:pt x="737" y="176"/>
                </a:lnTo>
                <a:lnTo>
                  <a:pt x="738" y="180"/>
                </a:lnTo>
                <a:lnTo>
                  <a:pt x="740" y="187"/>
                </a:lnTo>
                <a:lnTo>
                  <a:pt x="739" y="195"/>
                </a:lnTo>
                <a:lnTo>
                  <a:pt x="733" y="202"/>
                </a:lnTo>
                <a:lnTo>
                  <a:pt x="726" y="209"/>
                </a:lnTo>
                <a:lnTo>
                  <a:pt x="720" y="216"/>
                </a:lnTo>
                <a:lnTo>
                  <a:pt x="714" y="223"/>
                </a:lnTo>
                <a:lnTo>
                  <a:pt x="712" y="226"/>
                </a:lnTo>
                <a:lnTo>
                  <a:pt x="710" y="229"/>
                </a:lnTo>
                <a:lnTo>
                  <a:pt x="708" y="231"/>
                </a:lnTo>
                <a:lnTo>
                  <a:pt x="706" y="234"/>
                </a:lnTo>
                <a:lnTo>
                  <a:pt x="704" y="238"/>
                </a:lnTo>
                <a:lnTo>
                  <a:pt x="703" y="242"/>
                </a:lnTo>
                <a:lnTo>
                  <a:pt x="702" y="248"/>
                </a:lnTo>
                <a:lnTo>
                  <a:pt x="701" y="256"/>
                </a:lnTo>
                <a:lnTo>
                  <a:pt x="698" y="268"/>
                </a:lnTo>
                <a:lnTo>
                  <a:pt x="692" y="272"/>
                </a:lnTo>
                <a:lnTo>
                  <a:pt x="685" y="272"/>
                </a:lnTo>
                <a:lnTo>
                  <a:pt x="682" y="271"/>
                </a:lnTo>
                <a:lnTo>
                  <a:pt x="682" y="273"/>
                </a:lnTo>
                <a:lnTo>
                  <a:pt x="682" y="278"/>
                </a:lnTo>
                <a:lnTo>
                  <a:pt x="682" y="284"/>
                </a:lnTo>
                <a:lnTo>
                  <a:pt x="679" y="290"/>
                </a:lnTo>
                <a:lnTo>
                  <a:pt x="675" y="294"/>
                </a:lnTo>
                <a:lnTo>
                  <a:pt x="670" y="298"/>
                </a:lnTo>
                <a:lnTo>
                  <a:pt x="664" y="301"/>
                </a:lnTo>
                <a:lnTo>
                  <a:pt x="659" y="303"/>
                </a:lnTo>
                <a:lnTo>
                  <a:pt x="653" y="304"/>
                </a:lnTo>
                <a:lnTo>
                  <a:pt x="645" y="307"/>
                </a:lnTo>
                <a:lnTo>
                  <a:pt x="635" y="309"/>
                </a:lnTo>
                <a:lnTo>
                  <a:pt x="625" y="312"/>
                </a:lnTo>
                <a:lnTo>
                  <a:pt x="613" y="314"/>
                </a:lnTo>
                <a:lnTo>
                  <a:pt x="604" y="316"/>
                </a:lnTo>
                <a:lnTo>
                  <a:pt x="596" y="315"/>
                </a:lnTo>
                <a:lnTo>
                  <a:pt x="591" y="313"/>
                </a:lnTo>
                <a:lnTo>
                  <a:pt x="588" y="312"/>
                </a:lnTo>
                <a:lnTo>
                  <a:pt x="590" y="318"/>
                </a:lnTo>
                <a:lnTo>
                  <a:pt x="591" y="326"/>
                </a:lnTo>
                <a:lnTo>
                  <a:pt x="587" y="331"/>
                </a:lnTo>
                <a:lnTo>
                  <a:pt x="580" y="330"/>
                </a:lnTo>
                <a:lnTo>
                  <a:pt x="576" y="329"/>
                </a:lnTo>
                <a:lnTo>
                  <a:pt x="571" y="329"/>
                </a:lnTo>
                <a:lnTo>
                  <a:pt x="563" y="333"/>
                </a:lnTo>
                <a:lnTo>
                  <a:pt x="556" y="338"/>
                </a:lnTo>
                <a:lnTo>
                  <a:pt x="550" y="338"/>
                </a:lnTo>
                <a:lnTo>
                  <a:pt x="543" y="338"/>
                </a:lnTo>
                <a:lnTo>
                  <a:pt x="534" y="341"/>
                </a:lnTo>
                <a:lnTo>
                  <a:pt x="528" y="344"/>
                </a:lnTo>
                <a:lnTo>
                  <a:pt x="522" y="346"/>
                </a:lnTo>
                <a:lnTo>
                  <a:pt x="515" y="346"/>
                </a:lnTo>
                <a:lnTo>
                  <a:pt x="510" y="346"/>
                </a:lnTo>
                <a:lnTo>
                  <a:pt x="506" y="345"/>
                </a:lnTo>
                <a:lnTo>
                  <a:pt x="502" y="344"/>
                </a:lnTo>
                <a:lnTo>
                  <a:pt x="500" y="343"/>
                </a:lnTo>
                <a:lnTo>
                  <a:pt x="499" y="341"/>
                </a:lnTo>
                <a:lnTo>
                  <a:pt x="496" y="340"/>
                </a:lnTo>
                <a:lnTo>
                  <a:pt x="488" y="341"/>
                </a:lnTo>
                <a:lnTo>
                  <a:pt x="480" y="344"/>
                </a:lnTo>
                <a:lnTo>
                  <a:pt x="474" y="350"/>
                </a:lnTo>
                <a:lnTo>
                  <a:pt x="469" y="355"/>
                </a:lnTo>
                <a:lnTo>
                  <a:pt x="463" y="359"/>
                </a:lnTo>
                <a:lnTo>
                  <a:pt x="457" y="363"/>
                </a:lnTo>
                <a:lnTo>
                  <a:pt x="453" y="367"/>
                </a:lnTo>
                <a:lnTo>
                  <a:pt x="448" y="372"/>
                </a:lnTo>
                <a:lnTo>
                  <a:pt x="439" y="374"/>
                </a:lnTo>
                <a:lnTo>
                  <a:pt x="431" y="375"/>
                </a:lnTo>
                <a:lnTo>
                  <a:pt x="427" y="373"/>
                </a:lnTo>
                <a:lnTo>
                  <a:pt x="424" y="369"/>
                </a:lnTo>
                <a:lnTo>
                  <a:pt x="418" y="366"/>
                </a:lnTo>
                <a:lnTo>
                  <a:pt x="412" y="363"/>
                </a:lnTo>
                <a:lnTo>
                  <a:pt x="408" y="363"/>
                </a:lnTo>
                <a:lnTo>
                  <a:pt x="406" y="364"/>
                </a:lnTo>
                <a:lnTo>
                  <a:pt x="401" y="365"/>
                </a:lnTo>
                <a:lnTo>
                  <a:pt x="395" y="367"/>
                </a:lnTo>
                <a:lnTo>
                  <a:pt x="389" y="370"/>
                </a:lnTo>
                <a:lnTo>
                  <a:pt x="383" y="373"/>
                </a:lnTo>
                <a:lnTo>
                  <a:pt x="377" y="375"/>
                </a:lnTo>
                <a:lnTo>
                  <a:pt x="373" y="376"/>
                </a:lnTo>
                <a:lnTo>
                  <a:pt x="372" y="377"/>
                </a:lnTo>
                <a:lnTo>
                  <a:pt x="367" y="375"/>
                </a:lnTo>
                <a:lnTo>
                  <a:pt x="360" y="374"/>
                </a:lnTo>
                <a:lnTo>
                  <a:pt x="351" y="376"/>
                </a:lnTo>
                <a:lnTo>
                  <a:pt x="344" y="380"/>
                </a:lnTo>
                <a:lnTo>
                  <a:pt x="339" y="381"/>
                </a:lnTo>
                <a:lnTo>
                  <a:pt x="334" y="380"/>
                </a:lnTo>
                <a:lnTo>
                  <a:pt x="330" y="377"/>
                </a:lnTo>
                <a:lnTo>
                  <a:pt x="329" y="376"/>
                </a:lnTo>
                <a:lnTo>
                  <a:pt x="326" y="377"/>
                </a:lnTo>
                <a:lnTo>
                  <a:pt x="318" y="379"/>
                </a:lnTo>
                <a:lnTo>
                  <a:pt x="310" y="381"/>
                </a:lnTo>
                <a:lnTo>
                  <a:pt x="305" y="382"/>
                </a:lnTo>
                <a:lnTo>
                  <a:pt x="299" y="381"/>
                </a:lnTo>
                <a:lnTo>
                  <a:pt x="292" y="378"/>
                </a:lnTo>
                <a:lnTo>
                  <a:pt x="285" y="374"/>
                </a:lnTo>
                <a:lnTo>
                  <a:pt x="278" y="369"/>
                </a:lnTo>
                <a:lnTo>
                  <a:pt x="272" y="365"/>
                </a:lnTo>
                <a:lnTo>
                  <a:pt x="266" y="363"/>
                </a:lnTo>
                <a:lnTo>
                  <a:pt x="262" y="363"/>
                </a:lnTo>
                <a:lnTo>
                  <a:pt x="261" y="366"/>
                </a:lnTo>
                <a:lnTo>
                  <a:pt x="259" y="371"/>
                </a:lnTo>
                <a:lnTo>
                  <a:pt x="254" y="374"/>
                </a:lnTo>
                <a:lnTo>
                  <a:pt x="248" y="376"/>
                </a:lnTo>
                <a:lnTo>
                  <a:pt x="241" y="376"/>
                </a:lnTo>
                <a:lnTo>
                  <a:pt x="233" y="375"/>
                </a:lnTo>
                <a:lnTo>
                  <a:pt x="226" y="375"/>
                </a:lnTo>
                <a:lnTo>
                  <a:pt x="219" y="376"/>
                </a:lnTo>
                <a:lnTo>
                  <a:pt x="216" y="378"/>
                </a:lnTo>
                <a:lnTo>
                  <a:pt x="210" y="381"/>
                </a:lnTo>
                <a:lnTo>
                  <a:pt x="203" y="377"/>
                </a:lnTo>
                <a:lnTo>
                  <a:pt x="197" y="372"/>
                </a:lnTo>
                <a:lnTo>
                  <a:pt x="195" y="371"/>
                </a:lnTo>
                <a:lnTo>
                  <a:pt x="193" y="371"/>
                </a:lnTo>
                <a:lnTo>
                  <a:pt x="189" y="371"/>
                </a:lnTo>
                <a:lnTo>
                  <a:pt x="182" y="371"/>
                </a:lnTo>
                <a:lnTo>
                  <a:pt x="174" y="371"/>
                </a:lnTo>
                <a:lnTo>
                  <a:pt x="165" y="371"/>
                </a:lnTo>
                <a:lnTo>
                  <a:pt x="158" y="372"/>
                </a:lnTo>
                <a:lnTo>
                  <a:pt x="153" y="373"/>
                </a:lnTo>
                <a:lnTo>
                  <a:pt x="150" y="375"/>
                </a:lnTo>
                <a:lnTo>
                  <a:pt x="149" y="378"/>
                </a:lnTo>
                <a:lnTo>
                  <a:pt x="147" y="381"/>
                </a:lnTo>
                <a:lnTo>
                  <a:pt x="145" y="385"/>
                </a:lnTo>
                <a:lnTo>
                  <a:pt x="144" y="389"/>
                </a:lnTo>
                <a:lnTo>
                  <a:pt x="142" y="393"/>
                </a:lnTo>
                <a:lnTo>
                  <a:pt x="140" y="397"/>
                </a:lnTo>
                <a:lnTo>
                  <a:pt x="138" y="401"/>
                </a:lnTo>
                <a:lnTo>
                  <a:pt x="137" y="406"/>
                </a:lnTo>
                <a:lnTo>
                  <a:pt x="133" y="407"/>
                </a:lnTo>
                <a:lnTo>
                  <a:pt x="125" y="409"/>
                </a:lnTo>
                <a:lnTo>
                  <a:pt x="116" y="411"/>
                </a:lnTo>
                <a:lnTo>
                  <a:pt x="112" y="412"/>
                </a:lnTo>
                <a:lnTo>
                  <a:pt x="108" y="411"/>
                </a:lnTo>
                <a:lnTo>
                  <a:pt x="105" y="409"/>
                </a:lnTo>
                <a:lnTo>
                  <a:pt x="101" y="406"/>
                </a:lnTo>
                <a:lnTo>
                  <a:pt x="96" y="402"/>
                </a:lnTo>
                <a:lnTo>
                  <a:pt x="93" y="399"/>
                </a:lnTo>
                <a:lnTo>
                  <a:pt x="94" y="397"/>
                </a:lnTo>
                <a:lnTo>
                  <a:pt x="92" y="393"/>
                </a:lnTo>
                <a:lnTo>
                  <a:pt x="85" y="383"/>
                </a:lnTo>
                <a:lnTo>
                  <a:pt x="80" y="378"/>
                </a:lnTo>
                <a:lnTo>
                  <a:pt x="76" y="375"/>
                </a:lnTo>
                <a:lnTo>
                  <a:pt x="73" y="374"/>
                </a:lnTo>
                <a:lnTo>
                  <a:pt x="70" y="373"/>
                </a:lnTo>
                <a:lnTo>
                  <a:pt x="66" y="372"/>
                </a:lnTo>
                <a:lnTo>
                  <a:pt x="62" y="371"/>
                </a:lnTo>
                <a:lnTo>
                  <a:pt x="57" y="370"/>
                </a:lnTo>
                <a:lnTo>
                  <a:pt x="49" y="367"/>
                </a:lnTo>
                <a:lnTo>
                  <a:pt x="36" y="359"/>
                </a:lnTo>
                <a:lnTo>
                  <a:pt x="29" y="351"/>
                </a:lnTo>
                <a:lnTo>
                  <a:pt x="27" y="343"/>
                </a:lnTo>
                <a:lnTo>
                  <a:pt x="24" y="338"/>
                </a:lnTo>
                <a:lnTo>
                  <a:pt x="20" y="334"/>
                </a:lnTo>
                <a:lnTo>
                  <a:pt x="16" y="330"/>
                </a:lnTo>
                <a:lnTo>
                  <a:pt x="11" y="326"/>
                </a:lnTo>
                <a:lnTo>
                  <a:pt x="6" y="320"/>
                </a:lnTo>
                <a:lnTo>
                  <a:pt x="2" y="315"/>
                </a:lnTo>
                <a:lnTo>
                  <a:pt x="0" y="311"/>
                </a:lnTo>
                <a:lnTo>
                  <a:pt x="0" y="307"/>
                </a:lnTo>
                <a:lnTo>
                  <a:pt x="3" y="304"/>
                </a:lnTo>
                <a:lnTo>
                  <a:pt x="4" y="302"/>
                </a:lnTo>
                <a:lnTo>
                  <a:pt x="6" y="297"/>
                </a:lnTo>
                <a:lnTo>
                  <a:pt x="8" y="291"/>
                </a:lnTo>
                <a:lnTo>
                  <a:pt x="9" y="282"/>
                </a:lnTo>
                <a:lnTo>
                  <a:pt x="11" y="275"/>
                </a:lnTo>
                <a:lnTo>
                  <a:pt x="12" y="268"/>
                </a:lnTo>
                <a:lnTo>
                  <a:pt x="12" y="264"/>
                </a:lnTo>
                <a:lnTo>
                  <a:pt x="12" y="262"/>
                </a:lnTo>
                <a:lnTo>
                  <a:pt x="10" y="258"/>
                </a:lnTo>
                <a:lnTo>
                  <a:pt x="11" y="249"/>
                </a:lnTo>
                <a:lnTo>
                  <a:pt x="14" y="240"/>
                </a:lnTo>
                <a:lnTo>
                  <a:pt x="19" y="235"/>
                </a:lnTo>
                <a:lnTo>
                  <a:pt x="25" y="233"/>
                </a:lnTo>
                <a:lnTo>
                  <a:pt x="31" y="228"/>
                </a:lnTo>
                <a:lnTo>
                  <a:pt x="36" y="221"/>
                </a:lnTo>
                <a:lnTo>
                  <a:pt x="42" y="213"/>
                </a:lnTo>
                <a:lnTo>
                  <a:pt x="48" y="206"/>
                </a:lnTo>
                <a:lnTo>
                  <a:pt x="55" y="199"/>
                </a:lnTo>
                <a:lnTo>
                  <a:pt x="63" y="195"/>
                </a:lnTo>
                <a:lnTo>
                  <a:pt x="73" y="194"/>
                </a:lnTo>
                <a:close/>
              </a:path>
            </a:pathLst>
          </a:custGeom>
          <a:solidFill>
            <a:srgbClr val="99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04" name="Freeform 1161">
            <a:extLst>
              <a:ext uri="{FF2B5EF4-FFF2-40B4-BE49-F238E27FC236}">
                <a16:creationId xmlns:a16="http://schemas.microsoft.com/office/drawing/2014/main" id="{AEAD1636-C247-B1E3-9DCB-F2A4A069D045}"/>
              </a:ext>
            </a:extLst>
          </p:cNvPr>
          <p:cNvSpPr>
            <a:spLocks/>
          </p:cNvSpPr>
          <p:nvPr/>
        </p:nvSpPr>
        <p:spPr bwMode="auto">
          <a:xfrm>
            <a:off x="6388100" y="5562600"/>
            <a:ext cx="127000" cy="61913"/>
          </a:xfrm>
          <a:custGeom>
            <a:avLst/>
            <a:gdLst>
              <a:gd name="T0" fmla="*/ 2147483646 w 761"/>
              <a:gd name="T1" fmla="*/ 2147483646 h 412"/>
              <a:gd name="T2" fmla="*/ 2147483646 w 761"/>
              <a:gd name="T3" fmla="*/ 2147483646 h 412"/>
              <a:gd name="T4" fmla="*/ 2147483646 w 761"/>
              <a:gd name="T5" fmla="*/ 2147483646 h 412"/>
              <a:gd name="T6" fmla="*/ 2147483646 w 761"/>
              <a:gd name="T7" fmla="*/ 2147483646 h 412"/>
              <a:gd name="T8" fmla="*/ 2147483646 w 761"/>
              <a:gd name="T9" fmla="*/ 2147483646 h 412"/>
              <a:gd name="T10" fmla="*/ 2147483646 w 761"/>
              <a:gd name="T11" fmla="*/ 2147483646 h 412"/>
              <a:gd name="T12" fmla="*/ 2147483646 w 761"/>
              <a:gd name="T13" fmla="*/ 2147483646 h 412"/>
              <a:gd name="T14" fmla="*/ 2147483646 w 761"/>
              <a:gd name="T15" fmla="*/ 2147483646 h 412"/>
              <a:gd name="T16" fmla="*/ 2147483646 w 761"/>
              <a:gd name="T17" fmla="*/ 2147483646 h 412"/>
              <a:gd name="T18" fmla="*/ 2147483646 w 761"/>
              <a:gd name="T19" fmla="*/ 2147483646 h 412"/>
              <a:gd name="T20" fmla="*/ 2147483646 w 761"/>
              <a:gd name="T21" fmla="*/ 2147483646 h 412"/>
              <a:gd name="T22" fmla="*/ 2147483646 w 761"/>
              <a:gd name="T23" fmla="*/ 2147483646 h 412"/>
              <a:gd name="T24" fmla="*/ 2147483646 w 761"/>
              <a:gd name="T25" fmla="*/ 2147483646 h 412"/>
              <a:gd name="T26" fmla="*/ 2147483646 w 761"/>
              <a:gd name="T27" fmla="*/ 2147483646 h 412"/>
              <a:gd name="T28" fmla="*/ 2147483646 w 761"/>
              <a:gd name="T29" fmla="*/ 2147483646 h 412"/>
              <a:gd name="T30" fmla="*/ 2147483646 w 761"/>
              <a:gd name="T31" fmla="*/ 2147483646 h 412"/>
              <a:gd name="T32" fmla="*/ 2147483646 w 761"/>
              <a:gd name="T33" fmla="*/ 2147483646 h 412"/>
              <a:gd name="T34" fmla="*/ 2147483646 w 761"/>
              <a:gd name="T35" fmla="*/ 2147483646 h 412"/>
              <a:gd name="T36" fmla="*/ 2147483646 w 761"/>
              <a:gd name="T37" fmla="*/ 2147483646 h 412"/>
              <a:gd name="T38" fmla="*/ 2147483646 w 761"/>
              <a:gd name="T39" fmla="*/ 2147483646 h 412"/>
              <a:gd name="T40" fmla="*/ 2147483646 w 761"/>
              <a:gd name="T41" fmla="*/ 2147483646 h 412"/>
              <a:gd name="T42" fmla="*/ 2147483646 w 761"/>
              <a:gd name="T43" fmla="*/ 2147483646 h 412"/>
              <a:gd name="T44" fmla="*/ 2147483646 w 761"/>
              <a:gd name="T45" fmla="*/ 2147483646 h 412"/>
              <a:gd name="T46" fmla="*/ 2147483646 w 761"/>
              <a:gd name="T47" fmla="*/ 2147483646 h 412"/>
              <a:gd name="T48" fmla="*/ 2147483646 w 761"/>
              <a:gd name="T49" fmla="*/ 2147483646 h 412"/>
              <a:gd name="T50" fmla="*/ 2147483646 w 761"/>
              <a:gd name="T51" fmla="*/ 2147483646 h 412"/>
              <a:gd name="T52" fmla="*/ 2147483646 w 761"/>
              <a:gd name="T53" fmla="*/ 2147483646 h 412"/>
              <a:gd name="T54" fmla="*/ 2147483646 w 761"/>
              <a:gd name="T55" fmla="*/ 2147483646 h 412"/>
              <a:gd name="T56" fmla="*/ 2147483646 w 761"/>
              <a:gd name="T57" fmla="*/ 2147483646 h 412"/>
              <a:gd name="T58" fmla="*/ 2147483646 w 761"/>
              <a:gd name="T59" fmla="*/ 2147483646 h 412"/>
              <a:gd name="T60" fmla="*/ 2147483646 w 761"/>
              <a:gd name="T61" fmla="*/ 2147483646 h 412"/>
              <a:gd name="T62" fmla="*/ 2147483646 w 761"/>
              <a:gd name="T63" fmla="*/ 2147483646 h 412"/>
              <a:gd name="T64" fmla="*/ 2147483646 w 761"/>
              <a:gd name="T65" fmla="*/ 2147483646 h 412"/>
              <a:gd name="T66" fmla="*/ 2147483646 w 761"/>
              <a:gd name="T67" fmla="*/ 2147483646 h 412"/>
              <a:gd name="T68" fmla="*/ 2147483646 w 761"/>
              <a:gd name="T69" fmla="*/ 2147483646 h 412"/>
              <a:gd name="T70" fmla="*/ 2147483646 w 761"/>
              <a:gd name="T71" fmla="*/ 2147483646 h 412"/>
              <a:gd name="T72" fmla="*/ 2147483646 w 761"/>
              <a:gd name="T73" fmla="*/ 2147483646 h 412"/>
              <a:gd name="T74" fmla="*/ 2147483646 w 761"/>
              <a:gd name="T75" fmla="*/ 2147483646 h 412"/>
              <a:gd name="T76" fmla="*/ 2147483646 w 761"/>
              <a:gd name="T77" fmla="*/ 2147483646 h 412"/>
              <a:gd name="T78" fmla="*/ 2147483646 w 761"/>
              <a:gd name="T79" fmla="*/ 2147483646 h 412"/>
              <a:gd name="T80" fmla="*/ 2147483646 w 761"/>
              <a:gd name="T81" fmla="*/ 2147483646 h 412"/>
              <a:gd name="T82" fmla="*/ 2147483646 w 761"/>
              <a:gd name="T83" fmla="*/ 2147483646 h 412"/>
              <a:gd name="T84" fmla="*/ 2147483646 w 761"/>
              <a:gd name="T85" fmla="*/ 2147483646 h 412"/>
              <a:gd name="T86" fmla="*/ 2147483646 w 761"/>
              <a:gd name="T87" fmla="*/ 2147483646 h 412"/>
              <a:gd name="T88" fmla="*/ 2147483646 w 761"/>
              <a:gd name="T89" fmla="*/ 2147483646 h 412"/>
              <a:gd name="T90" fmla="*/ 2147483646 w 761"/>
              <a:gd name="T91" fmla="*/ 2147483646 h 412"/>
              <a:gd name="T92" fmla="*/ 2147483646 w 761"/>
              <a:gd name="T93" fmla="*/ 2147483646 h 412"/>
              <a:gd name="T94" fmla="*/ 2147483646 w 761"/>
              <a:gd name="T95" fmla="*/ 2147483646 h 412"/>
              <a:gd name="T96" fmla="*/ 2147483646 w 761"/>
              <a:gd name="T97" fmla="*/ 2147483646 h 412"/>
              <a:gd name="T98" fmla="*/ 2147483646 w 761"/>
              <a:gd name="T99" fmla="*/ 2147483646 h 412"/>
              <a:gd name="T100" fmla="*/ 2147483646 w 761"/>
              <a:gd name="T101" fmla="*/ 2147483646 h 412"/>
              <a:gd name="T102" fmla="*/ 2147483646 w 761"/>
              <a:gd name="T103" fmla="*/ 2147483646 h 412"/>
              <a:gd name="T104" fmla="*/ 2147483646 w 761"/>
              <a:gd name="T105" fmla="*/ 2147483646 h 412"/>
              <a:gd name="T106" fmla="*/ 2147483646 w 761"/>
              <a:gd name="T107" fmla="*/ 2147483646 h 412"/>
              <a:gd name="T108" fmla="*/ 2147483646 w 761"/>
              <a:gd name="T109" fmla="*/ 2147483646 h 4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61" h="412">
                <a:moveTo>
                  <a:pt x="73" y="194"/>
                </a:moveTo>
                <a:lnTo>
                  <a:pt x="73" y="194"/>
                </a:lnTo>
                <a:lnTo>
                  <a:pt x="75" y="194"/>
                </a:lnTo>
                <a:lnTo>
                  <a:pt x="81" y="191"/>
                </a:lnTo>
                <a:lnTo>
                  <a:pt x="88" y="185"/>
                </a:lnTo>
                <a:lnTo>
                  <a:pt x="95" y="173"/>
                </a:lnTo>
                <a:lnTo>
                  <a:pt x="98" y="166"/>
                </a:lnTo>
                <a:lnTo>
                  <a:pt x="100" y="160"/>
                </a:lnTo>
                <a:lnTo>
                  <a:pt x="101" y="155"/>
                </a:lnTo>
                <a:lnTo>
                  <a:pt x="102" y="150"/>
                </a:lnTo>
                <a:lnTo>
                  <a:pt x="103" y="147"/>
                </a:lnTo>
                <a:lnTo>
                  <a:pt x="104" y="144"/>
                </a:lnTo>
                <a:lnTo>
                  <a:pt x="107" y="143"/>
                </a:lnTo>
                <a:lnTo>
                  <a:pt x="110" y="142"/>
                </a:lnTo>
                <a:lnTo>
                  <a:pt x="114" y="142"/>
                </a:lnTo>
                <a:lnTo>
                  <a:pt x="117" y="141"/>
                </a:lnTo>
                <a:lnTo>
                  <a:pt x="120" y="140"/>
                </a:lnTo>
                <a:lnTo>
                  <a:pt x="125" y="139"/>
                </a:lnTo>
                <a:lnTo>
                  <a:pt x="128" y="137"/>
                </a:lnTo>
                <a:lnTo>
                  <a:pt x="132" y="134"/>
                </a:lnTo>
                <a:lnTo>
                  <a:pt x="137" y="132"/>
                </a:lnTo>
                <a:lnTo>
                  <a:pt x="142" y="130"/>
                </a:lnTo>
                <a:lnTo>
                  <a:pt x="150" y="124"/>
                </a:lnTo>
                <a:lnTo>
                  <a:pt x="153" y="118"/>
                </a:lnTo>
                <a:lnTo>
                  <a:pt x="154" y="113"/>
                </a:lnTo>
                <a:lnTo>
                  <a:pt x="158" y="109"/>
                </a:lnTo>
                <a:lnTo>
                  <a:pt x="165" y="106"/>
                </a:lnTo>
                <a:lnTo>
                  <a:pt x="174" y="105"/>
                </a:lnTo>
                <a:lnTo>
                  <a:pt x="181" y="104"/>
                </a:lnTo>
                <a:lnTo>
                  <a:pt x="188" y="104"/>
                </a:lnTo>
                <a:lnTo>
                  <a:pt x="194" y="103"/>
                </a:lnTo>
                <a:lnTo>
                  <a:pt x="201" y="101"/>
                </a:lnTo>
                <a:lnTo>
                  <a:pt x="209" y="97"/>
                </a:lnTo>
                <a:lnTo>
                  <a:pt x="216" y="91"/>
                </a:lnTo>
                <a:lnTo>
                  <a:pt x="221" y="90"/>
                </a:lnTo>
                <a:lnTo>
                  <a:pt x="229" y="88"/>
                </a:lnTo>
                <a:lnTo>
                  <a:pt x="239" y="87"/>
                </a:lnTo>
                <a:lnTo>
                  <a:pt x="246" y="88"/>
                </a:lnTo>
                <a:lnTo>
                  <a:pt x="250" y="87"/>
                </a:lnTo>
                <a:lnTo>
                  <a:pt x="253" y="81"/>
                </a:lnTo>
                <a:lnTo>
                  <a:pt x="260" y="75"/>
                </a:lnTo>
                <a:lnTo>
                  <a:pt x="273" y="73"/>
                </a:lnTo>
                <a:lnTo>
                  <a:pt x="281" y="72"/>
                </a:lnTo>
                <a:lnTo>
                  <a:pt x="288" y="71"/>
                </a:lnTo>
                <a:lnTo>
                  <a:pt x="294" y="68"/>
                </a:lnTo>
                <a:lnTo>
                  <a:pt x="300" y="64"/>
                </a:lnTo>
                <a:lnTo>
                  <a:pt x="305" y="61"/>
                </a:lnTo>
                <a:lnTo>
                  <a:pt x="309" y="59"/>
                </a:lnTo>
                <a:lnTo>
                  <a:pt x="313" y="58"/>
                </a:lnTo>
                <a:lnTo>
                  <a:pt x="316" y="59"/>
                </a:lnTo>
                <a:lnTo>
                  <a:pt x="319" y="60"/>
                </a:lnTo>
                <a:lnTo>
                  <a:pt x="323" y="59"/>
                </a:lnTo>
                <a:lnTo>
                  <a:pt x="326" y="57"/>
                </a:lnTo>
                <a:lnTo>
                  <a:pt x="329" y="54"/>
                </a:lnTo>
                <a:lnTo>
                  <a:pt x="333" y="52"/>
                </a:lnTo>
                <a:lnTo>
                  <a:pt x="338" y="50"/>
                </a:lnTo>
                <a:lnTo>
                  <a:pt x="343" y="49"/>
                </a:lnTo>
                <a:lnTo>
                  <a:pt x="349" y="49"/>
                </a:lnTo>
                <a:lnTo>
                  <a:pt x="355" y="50"/>
                </a:lnTo>
                <a:lnTo>
                  <a:pt x="360" y="49"/>
                </a:lnTo>
                <a:lnTo>
                  <a:pt x="365" y="48"/>
                </a:lnTo>
                <a:lnTo>
                  <a:pt x="371" y="47"/>
                </a:lnTo>
                <a:lnTo>
                  <a:pt x="375" y="45"/>
                </a:lnTo>
                <a:lnTo>
                  <a:pt x="378" y="43"/>
                </a:lnTo>
                <a:lnTo>
                  <a:pt x="382" y="42"/>
                </a:lnTo>
                <a:lnTo>
                  <a:pt x="385" y="42"/>
                </a:lnTo>
                <a:lnTo>
                  <a:pt x="391" y="44"/>
                </a:lnTo>
                <a:lnTo>
                  <a:pt x="397" y="45"/>
                </a:lnTo>
                <a:lnTo>
                  <a:pt x="403" y="46"/>
                </a:lnTo>
                <a:lnTo>
                  <a:pt x="408" y="47"/>
                </a:lnTo>
                <a:lnTo>
                  <a:pt x="413" y="46"/>
                </a:lnTo>
                <a:lnTo>
                  <a:pt x="417" y="42"/>
                </a:lnTo>
                <a:lnTo>
                  <a:pt x="424" y="39"/>
                </a:lnTo>
                <a:lnTo>
                  <a:pt x="430" y="37"/>
                </a:lnTo>
                <a:lnTo>
                  <a:pt x="434" y="37"/>
                </a:lnTo>
                <a:lnTo>
                  <a:pt x="439" y="36"/>
                </a:lnTo>
                <a:lnTo>
                  <a:pt x="445" y="34"/>
                </a:lnTo>
                <a:lnTo>
                  <a:pt x="451" y="33"/>
                </a:lnTo>
                <a:lnTo>
                  <a:pt x="456" y="33"/>
                </a:lnTo>
                <a:lnTo>
                  <a:pt x="461" y="32"/>
                </a:lnTo>
                <a:lnTo>
                  <a:pt x="464" y="31"/>
                </a:lnTo>
                <a:lnTo>
                  <a:pt x="465" y="31"/>
                </a:lnTo>
                <a:lnTo>
                  <a:pt x="468" y="20"/>
                </a:lnTo>
                <a:lnTo>
                  <a:pt x="472" y="14"/>
                </a:lnTo>
                <a:lnTo>
                  <a:pt x="476" y="12"/>
                </a:lnTo>
                <a:lnTo>
                  <a:pt x="479" y="13"/>
                </a:lnTo>
                <a:lnTo>
                  <a:pt x="483" y="16"/>
                </a:lnTo>
                <a:lnTo>
                  <a:pt x="485" y="19"/>
                </a:lnTo>
                <a:lnTo>
                  <a:pt x="487" y="22"/>
                </a:lnTo>
                <a:lnTo>
                  <a:pt x="488" y="23"/>
                </a:lnTo>
                <a:lnTo>
                  <a:pt x="495" y="23"/>
                </a:lnTo>
                <a:lnTo>
                  <a:pt x="503" y="23"/>
                </a:lnTo>
                <a:lnTo>
                  <a:pt x="511" y="20"/>
                </a:lnTo>
                <a:lnTo>
                  <a:pt x="516" y="14"/>
                </a:lnTo>
                <a:lnTo>
                  <a:pt x="518" y="11"/>
                </a:lnTo>
                <a:lnTo>
                  <a:pt x="522" y="10"/>
                </a:lnTo>
                <a:lnTo>
                  <a:pt x="526" y="10"/>
                </a:lnTo>
                <a:lnTo>
                  <a:pt x="529" y="10"/>
                </a:lnTo>
                <a:lnTo>
                  <a:pt x="534" y="10"/>
                </a:lnTo>
                <a:lnTo>
                  <a:pt x="538" y="11"/>
                </a:lnTo>
                <a:lnTo>
                  <a:pt x="542" y="10"/>
                </a:lnTo>
                <a:lnTo>
                  <a:pt x="547" y="9"/>
                </a:lnTo>
                <a:lnTo>
                  <a:pt x="552" y="7"/>
                </a:lnTo>
                <a:lnTo>
                  <a:pt x="559" y="5"/>
                </a:lnTo>
                <a:lnTo>
                  <a:pt x="566" y="4"/>
                </a:lnTo>
                <a:lnTo>
                  <a:pt x="574" y="2"/>
                </a:lnTo>
                <a:lnTo>
                  <a:pt x="582" y="1"/>
                </a:lnTo>
                <a:lnTo>
                  <a:pt x="590" y="0"/>
                </a:lnTo>
                <a:lnTo>
                  <a:pt x="597" y="0"/>
                </a:lnTo>
                <a:lnTo>
                  <a:pt x="603" y="1"/>
                </a:lnTo>
                <a:lnTo>
                  <a:pt x="609" y="2"/>
                </a:lnTo>
                <a:lnTo>
                  <a:pt x="616" y="2"/>
                </a:lnTo>
                <a:lnTo>
                  <a:pt x="625" y="1"/>
                </a:lnTo>
                <a:lnTo>
                  <a:pt x="632" y="1"/>
                </a:lnTo>
                <a:lnTo>
                  <a:pt x="639" y="1"/>
                </a:lnTo>
                <a:lnTo>
                  <a:pt x="646" y="1"/>
                </a:lnTo>
                <a:lnTo>
                  <a:pt x="651" y="1"/>
                </a:lnTo>
                <a:lnTo>
                  <a:pt x="654" y="3"/>
                </a:lnTo>
                <a:lnTo>
                  <a:pt x="658" y="9"/>
                </a:lnTo>
                <a:lnTo>
                  <a:pt x="663" y="16"/>
                </a:lnTo>
                <a:lnTo>
                  <a:pt x="668" y="23"/>
                </a:lnTo>
                <a:lnTo>
                  <a:pt x="675" y="28"/>
                </a:lnTo>
                <a:lnTo>
                  <a:pt x="679" y="33"/>
                </a:lnTo>
                <a:lnTo>
                  <a:pt x="681" y="38"/>
                </a:lnTo>
                <a:lnTo>
                  <a:pt x="686" y="41"/>
                </a:lnTo>
                <a:lnTo>
                  <a:pt x="699" y="42"/>
                </a:lnTo>
                <a:lnTo>
                  <a:pt x="703" y="42"/>
                </a:lnTo>
                <a:lnTo>
                  <a:pt x="709" y="43"/>
                </a:lnTo>
                <a:lnTo>
                  <a:pt x="715" y="44"/>
                </a:lnTo>
                <a:lnTo>
                  <a:pt x="723" y="46"/>
                </a:lnTo>
                <a:lnTo>
                  <a:pt x="730" y="49"/>
                </a:lnTo>
                <a:lnTo>
                  <a:pt x="735" y="51"/>
                </a:lnTo>
                <a:lnTo>
                  <a:pt x="740" y="54"/>
                </a:lnTo>
                <a:lnTo>
                  <a:pt x="743" y="58"/>
                </a:lnTo>
                <a:lnTo>
                  <a:pt x="747" y="65"/>
                </a:lnTo>
                <a:lnTo>
                  <a:pt x="749" y="72"/>
                </a:lnTo>
                <a:lnTo>
                  <a:pt x="749" y="77"/>
                </a:lnTo>
                <a:lnTo>
                  <a:pt x="743" y="79"/>
                </a:lnTo>
                <a:lnTo>
                  <a:pt x="742" y="81"/>
                </a:lnTo>
                <a:lnTo>
                  <a:pt x="742" y="87"/>
                </a:lnTo>
                <a:lnTo>
                  <a:pt x="743" y="94"/>
                </a:lnTo>
                <a:lnTo>
                  <a:pt x="744" y="101"/>
                </a:lnTo>
                <a:lnTo>
                  <a:pt x="746" y="109"/>
                </a:lnTo>
                <a:lnTo>
                  <a:pt x="748" y="116"/>
                </a:lnTo>
                <a:lnTo>
                  <a:pt x="751" y="121"/>
                </a:lnTo>
                <a:lnTo>
                  <a:pt x="754" y="123"/>
                </a:lnTo>
                <a:lnTo>
                  <a:pt x="757" y="126"/>
                </a:lnTo>
                <a:lnTo>
                  <a:pt x="758" y="132"/>
                </a:lnTo>
                <a:lnTo>
                  <a:pt x="759" y="141"/>
                </a:lnTo>
                <a:lnTo>
                  <a:pt x="761" y="148"/>
                </a:lnTo>
                <a:lnTo>
                  <a:pt x="759" y="154"/>
                </a:lnTo>
                <a:lnTo>
                  <a:pt x="751" y="162"/>
                </a:lnTo>
                <a:lnTo>
                  <a:pt x="744" y="170"/>
                </a:lnTo>
                <a:lnTo>
                  <a:pt x="740" y="174"/>
                </a:lnTo>
                <a:lnTo>
                  <a:pt x="737" y="176"/>
                </a:lnTo>
                <a:lnTo>
                  <a:pt x="738" y="180"/>
                </a:lnTo>
                <a:lnTo>
                  <a:pt x="740" y="187"/>
                </a:lnTo>
                <a:lnTo>
                  <a:pt x="739" y="195"/>
                </a:lnTo>
                <a:lnTo>
                  <a:pt x="733" y="202"/>
                </a:lnTo>
                <a:lnTo>
                  <a:pt x="726" y="209"/>
                </a:lnTo>
                <a:lnTo>
                  <a:pt x="720" y="216"/>
                </a:lnTo>
                <a:lnTo>
                  <a:pt x="714" y="223"/>
                </a:lnTo>
                <a:lnTo>
                  <a:pt x="712" y="226"/>
                </a:lnTo>
                <a:lnTo>
                  <a:pt x="710" y="229"/>
                </a:lnTo>
                <a:lnTo>
                  <a:pt x="708" y="231"/>
                </a:lnTo>
                <a:lnTo>
                  <a:pt x="706" y="234"/>
                </a:lnTo>
                <a:lnTo>
                  <a:pt x="704" y="238"/>
                </a:lnTo>
                <a:lnTo>
                  <a:pt x="703" y="242"/>
                </a:lnTo>
                <a:lnTo>
                  <a:pt x="702" y="248"/>
                </a:lnTo>
                <a:lnTo>
                  <a:pt x="701" y="256"/>
                </a:lnTo>
                <a:lnTo>
                  <a:pt x="698" y="268"/>
                </a:lnTo>
                <a:lnTo>
                  <a:pt x="692" y="272"/>
                </a:lnTo>
                <a:lnTo>
                  <a:pt x="685" y="272"/>
                </a:lnTo>
                <a:lnTo>
                  <a:pt x="682" y="271"/>
                </a:lnTo>
                <a:lnTo>
                  <a:pt x="682" y="273"/>
                </a:lnTo>
                <a:lnTo>
                  <a:pt x="682" y="278"/>
                </a:lnTo>
                <a:lnTo>
                  <a:pt x="682" y="284"/>
                </a:lnTo>
                <a:lnTo>
                  <a:pt x="679" y="290"/>
                </a:lnTo>
                <a:lnTo>
                  <a:pt x="675" y="294"/>
                </a:lnTo>
                <a:lnTo>
                  <a:pt x="670" y="298"/>
                </a:lnTo>
                <a:lnTo>
                  <a:pt x="664" y="301"/>
                </a:lnTo>
                <a:lnTo>
                  <a:pt x="659" y="303"/>
                </a:lnTo>
                <a:lnTo>
                  <a:pt x="653" y="304"/>
                </a:lnTo>
                <a:lnTo>
                  <a:pt x="645" y="307"/>
                </a:lnTo>
                <a:lnTo>
                  <a:pt x="635" y="309"/>
                </a:lnTo>
                <a:lnTo>
                  <a:pt x="625" y="312"/>
                </a:lnTo>
                <a:lnTo>
                  <a:pt x="613" y="314"/>
                </a:lnTo>
                <a:lnTo>
                  <a:pt x="604" y="316"/>
                </a:lnTo>
                <a:lnTo>
                  <a:pt x="596" y="315"/>
                </a:lnTo>
                <a:lnTo>
                  <a:pt x="591" y="313"/>
                </a:lnTo>
                <a:lnTo>
                  <a:pt x="588" y="312"/>
                </a:lnTo>
                <a:lnTo>
                  <a:pt x="590" y="318"/>
                </a:lnTo>
                <a:lnTo>
                  <a:pt x="591" y="326"/>
                </a:lnTo>
                <a:lnTo>
                  <a:pt x="587" y="331"/>
                </a:lnTo>
                <a:lnTo>
                  <a:pt x="580" y="330"/>
                </a:lnTo>
                <a:lnTo>
                  <a:pt x="576" y="329"/>
                </a:lnTo>
                <a:lnTo>
                  <a:pt x="571" y="329"/>
                </a:lnTo>
                <a:lnTo>
                  <a:pt x="563" y="333"/>
                </a:lnTo>
                <a:lnTo>
                  <a:pt x="556" y="338"/>
                </a:lnTo>
                <a:lnTo>
                  <a:pt x="550" y="338"/>
                </a:lnTo>
                <a:lnTo>
                  <a:pt x="543" y="338"/>
                </a:lnTo>
                <a:lnTo>
                  <a:pt x="534" y="341"/>
                </a:lnTo>
                <a:lnTo>
                  <a:pt x="528" y="344"/>
                </a:lnTo>
                <a:lnTo>
                  <a:pt x="522" y="346"/>
                </a:lnTo>
                <a:lnTo>
                  <a:pt x="515" y="346"/>
                </a:lnTo>
                <a:lnTo>
                  <a:pt x="510" y="346"/>
                </a:lnTo>
                <a:lnTo>
                  <a:pt x="506" y="345"/>
                </a:lnTo>
                <a:lnTo>
                  <a:pt x="502" y="344"/>
                </a:lnTo>
                <a:lnTo>
                  <a:pt x="500" y="343"/>
                </a:lnTo>
                <a:lnTo>
                  <a:pt x="499" y="341"/>
                </a:lnTo>
                <a:lnTo>
                  <a:pt x="496" y="340"/>
                </a:lnTo>
                <a:lnTo>
                  <a:pt x="488" y="341"/>
                </a:lnTo>
                <a:lnTo>
                  <a:pt x="480" y="344"/>
                </a:lnTo>
                <a:lnTo>
                  <a:pt x="474" y="350"/>
                </a:lnTo>
                <a:lnTo>
                  <a:pt x="469" y="355"/>
                </a:lnTo>
                <a:lnTo>
                  <a:pt x="463" y="359"/>
                </a:lnTo>
                <a:lnTo>
                  <a:pt x="457" y="363"/>
                </a:lnTo>
                <a:lnTo>
                  <a:pt x="453" y="367"/>
                </a:lnTo>
                <a:lnTo>
                  <a:pt x="448" y="372"/>
                </a:lnTo>
                <a:lnTo>
                  <a:pt x="439" y="374"/>
                </a:lnTo>
                <a:lnTo>
                  <a:pt x="431" y="375"/>
                </a:lnTo>
                <a:lnTo>
                  <a:pt x="427" y="373"/>
                </a:lnTo>
                <a:lnTo>
                  <a:pt x="424" y="369"/>
                </a:lnTo>
                <a:lnTo>
                  <a:pt x="418" y="366"/>
                </a:lnTo>
                <a:lnTo>
                  <a:pt x="412" y="363"/>
                </a:lnTo>
                <a:lnTo>
                  <a:pt x="408" y="363"/>
                </a:lnTo>
                <a:lnTo>
                  <a:pt x="406" y="364"/>
                </a:lnTo>
                <a:lnTo>
                  <a:pt x="401" y="365"/>
                </a:lnTo>
                <a:lnTo>
                  <a:pt x="395" y="367"/>
                </a:lnTo>
                <a:lnTo>
                  <a:pt x="389" y="370"/>
                </a:lnTo>
                <a:lnTo>
                  <a:pt x="383" y="373"/>
                </a:lnTo>
                <a:lnTo>
                  <a:pt x="377" y="375"/>
                </a:lnTo>
                <a:lnTo>
                  <a:pt x="373" y="376"/>
                </a:lnTo>
                <a:lnTo>
                  <a:pt x="372" y="377"/>
                </a:lnTo>
                <a:lnTo>
                  <a:pt x="367" y="375"/>
                </a:lnTo>
                <a:lnTo>
                  <a:pt x="360" y="374"/>
                </a:lnTo>
                <a:lnTo>
                  <a:pt x="351" y="376"/>
                </a:lnTo>
                <a:lnTo>
                  <a:pt x="344" y="380"/>
                </a:lnTo>
                <a:lnTo>
                  <a:pt x="339" y="381"/>
                </a:lnTo>
                <a:lnTo>
                  <a:pt x="334" y="380"/>
                </a:lnTo>
                <a:lnTo>
                  <a:pt x="330" y="377"/>
                </a:lnTo>
                <a:lnTo>
                  <a:pt x="329" y="376"/>
                </a:lnTo>
                <a:lnTo>
                  <a:pt x="326" y="377"/>
                </a:lnTo>
                <a:lnTo>
                  <a:pt x="318" y="379"/>
                </a:lnTo>
                <a:lnTo>
                  <a:pt x="310" y="381"/>
                </a:lnTo>
                <a:lnTo>
                  <a:pt x="305" y="382"/>
                </a:lnTo>
                <a:lnTo>
                  <a:pt x="299" y="381"/>
                </a:lnTo>
                <a:lnTo>
                  <a:pt x="292" y="378"/>
                </a:lnTo>
                <a:lnTo>
                  <a:pt x="285" y="374"/>
                </a:lnTo>
                <a:lnTo>
                  <a:pt x="278" y="369"/>
                </a:lnTo>
                <a:lnTo>
                  <a:pt x="272" y="365"/>
                </a:lnTo>
                <a:lnTo>
                  <a:pt x="266" y="363"/>
                </a:lnTo>
                <a:lnTo>
                  <a:pt x="262" y="363"/>
                </a:lnTo>
                <a:lnTo>
                  <a:pt x="261" y="366"/>
                </a:lnTo>
                <a:lnTo>
                  <a:pt x="259" y="371"/>
                </a:lnTo>
                <a:lnTo>
                  <a:pt x="254" y="374"/>
                </a:lnTo>
                <a:lnTo>
                  <a:pt x="248" y="376"/>
                </a:lnTo>
                <a:lnTo>
                  <a:pt x="241" y="376"/>
                </a:lnTo>
                <a:lnTo>
                  <a:pt x="233" y="375"/>
                </a:lnTo>
                <a:lnTo>
                  <a:pt x="226" y="375"/>
                </a:lnTo>
                <a:lnTo>
                  <a:pt x="219" y="376"/>
                </a:lnTo>
                <a:lnTo>
                  <a:pt x="216" y="378"/>
                </a:lnTo>
                <a:lnTo>
                  <a:pt x="210" y="381"/>
                </a:lnTo>
                <a:lnTo>
                  <a:pt x="203" y="377"/>
                </a:lnTo>
                <a:lnTo>
                  <a:pt x="197" y="372"/>
                </a:lnTo>
                <a:lnTo>
                  <a:pt x="195" y="371"/>
                </a:lnTo>
                <a:lnTo>
                  <a:pt x="193" y="371"/>
                </a:lnTo>
                <a:lnTo>
                  <a:pt x="189" y="371"/>
                </a:lnTo>
                <a:lnTo>
                  <a:pt x="182" y="371"/>
                </a:lnTo>
                <a:lnTo>
                  <a:pt x="174" y="371"/>
                </a:lnTo>
                <a:lnTo>
                  <a:pt x="165" y="371"/>
                </a:lnTo>
                <a:lnTo>
                  <a:pt x="158" y="372"/>
                </a:lnTo>
                <a:lnTo>
                  <a:pt x="153" y="373"/>
                </a:lnTo>
                <a:lnTo>
                  <a:pt x="150" y="375"/>
                </a:lnTo>
                <a:lnTo>
                  <a:pt x="149" y="378"/>
                </a:lnTo>
                <a:lnTo>
                  <a:pt x="147" y="381"/>
                </a:lnTo>
                <a:lnTo>
                  <a:pt x="145" y="385"/>
                </a:lnTo>
                <a:lnTo>
                  <a:pt x="144" y="389"/>
                </a:lnTo>
                <a:lnTo>
                  <a:pt x="142" y="393"/>
                </a:lnTo>
                <a:lnTo>
                  <a:pt x="140" y="397"/>
                </a:lnTo>
                <a:lnTo>
                  <a:pt x="138" y="401"/>
                </a:lnTo>
                <a:lnTo>
                  <a:pt x="137" y="406"/>
                </a:lnTo>
                <a:lnTo>
                  <a:pt x="133" y="407"/>
                </a:lnTo>
                <a:lnTo>
                  <a:pt x="125" y="409"/>
                </a:lnTo>
                <a:lnTo>
                  <a:pt x="116" y="411"/>
                </a:lnTo>
                <a:lnTo>
                  <a:pt x="112" y="412"/>
                </a:lnTo>
                <a:lnTo>
                  <a:pt x="108" y="411"/>
                </a:lnTo>
                <a:lnTo>
                  <a:pt x="105" y="409"/>
                </a:lnTo>
                <a:lnTo>
                  <a:pt x="101" y="406"/>
                </a:lnTo>
                <a:lnTo>
                  <a:pt x="96" y="402"/>
                </a:lnTo>
                <a:lnTo>
                  <a:pt x="93" y="399"/>
                </a:lnTo>
                <a:lnTo>
                  <a:pt x="94" y="397"/>
                </a:lnTo>
                <a:lnTo>
                  <a:pt x="92" y="393"/>
                </a:lnTo>
                <a:lnTo>
                  <a:pt x="85" y="383"/>
                </a:lnTo>
                <a:lnTo>
                  <a:pt x="80" y="378"/>
                </a:lnTo>
                <a:lnTo>
                  <a:pt x="76" y="375"/>
                </a:lnTo>
                <a:lnTo>
                  <a:pt x="73" y="374"/>
                </a:lnTo>
                <a:lnTo>
                  <a:pt x="70" y="373"/>
                </a:lnTo>
                <a:lnTo>
                  <a:pt x="66" y="372"/>
                </a:lnTo>
                <a:lnTo>
                  <a:pt x="62" y="371"/>
                </a:lnTo>
                <a:lnTo>
                  <a:pt x="57" y="370"/>
                </a:lnTo>
                <a:lnTo>
                  <a:pt x="49" y="367"/>
                </a:lnTo>
                <a:lnTo>
                  <a:pt x="36" y="359"/>
                </a:lnTo>
                <a:lnTo>
                  <a:pt x="29" y="351"/>
                </a:lnTo>
                <a:lnTo>
                  <a:pt x="27" y="343"/>
                </a:lnTo>
                <a:lnTo>
                  <a:pt x="24" y="338"/>
                </a:lnTo>
                <a:lnTo>
                  <a:pt x="20" y="334"/>
                </a:lnTo>
                <a:lnTo>
                  <a:pt x="16" y="330"/>
                </a:lnTo>
                <a:lnTo>
                  <a:pt x="11" y="326"/>
                </a:lnTo>
                <a:lnTo>
                  <a:pt x="6" y="320"/>
                </a:lnTo>
                <a:lnTo>
                  <a:pt x="2" y="315"/>
                </a:lnTo>
                <a:lnTo>
                  <a:pt x="0" y="311"/>
                </a:lnTo>
                <a:lnTo>
                  <a:pt x="0" y="307"/>
                </a:lnTo>
                <a:lnTo>
                  <a:pt x="3" y="304"/>
                </a:lnTo>
                <a:lnTo>
                  <a:pt x="4" y="302"/>
                </a:lnTo>
                <a:lnTo>
                  <a:pt x="6" y="297"/>
                </a:lnTo>
                <a:lnTo>
                  <a:pt x="8" y="291"/>
                </a:lnTo>
                <a:lnTo>
                  <a:pt x="9" y="282"/>
                </a:lnTo>
                <a:lnTo>
                  <a:pt x="11" y="275"/>
                </a:lnTo>
                <a:lnTo>
                  <a:pt x="12" y="268"/>
                </a:lnTo>
                <a:lnTo>
                  <a:pt x="12" y="264"/>
                </a:lnTo>
                <a:lnTo>
                  <a:pt x="12" y="262"/>
                </a:lnTo>
                <a:lnTo>
                  <a:pt x="10" y="258"/>
                </a:lnTo>
                <a:lnTo>
                  <a:pt x="11" y="249"/>
                </a:lnTo>
                <a:lnTo>
                  <a:pt x="14" y="240"/>
                </a:lnTo>
                <a:lnTo>
                  <a:pt x="19" y="235"/>
                </a:lnTo>
                <a:lnTo>
                  <a:pt x="25" y="233"/>
                </a:lnTo>
                <a:lnTo>
                  <a:pt x="31" y="228"/>
                </a:lnTo>
                <a:lnTo>
                  <a:pt x="36" y="221"/>
                </a:lnTo>
                <a:lnTo>
                  <a:pt x="42" y="213"/>
                </a:lnTo>
                <a:lnTo>
                  <a:pt x="48" y="206"/>
                </a:lnTo>
                <a:lnTo>
                  <a:pt x="55" y="199"/>
                </a:lnTo>
                <a:lnTo>
                  <a:pt x="63" y="195"/>
                </a:lnTo>
                <a:lnTo>
                  <a:pt x="73" y="19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05" name="Freeform 1162">
            <a:extLst>
              <a:ext uri="{FF2B5EF4-FFF2-40B4-BE49-F238E27FC236}">
                <a16:creationId xmlns:a16="http://schemas.microsoft.com/office/drawing/2014/main" id="{4F6D67A1-7AA1-8C3A-BF2E-2DAECE39E1E5}"/>
              </a:ext>
            </a:extLst>
          </p:cNvPr>
          <p:cNvSpPr>
            <a:spLocks/>
          </p:cNvSpPr>
          <p:nvPr/>
        </p:nvSpPr>
        <p:spPr bwMode="auto">
          <a:xfrm>
            <a:off x="6516688" y="5568950"/>
            <a:ext cx="4762" cy="6350"/>
          </a:xfrm>
          <a:custGeom>
            <a:avLst/>
            <a:gdLst>
              <a:gd name="T0" fmla="*/ 2147483646 w 29"/>
              <a:gd name="T1" fmla="*/ 2147483646 h 42"/>
              <a:gd name="T2" fmla="*/ 2147483646 w 29"/>
              <a:gd name="T3" fmla="*/ 2147483646 h 42"/>
              <a:gd name="T4" fmla="*/ 2147483646 w 29"/>
              <a:gd name="T5" fmla="*/ 2147483646 h 42"/>
              <a:gd name="T6" fmla="*/ 2147483646 w 29"/>
              <a:gd name="T7" fmla="*/ 2147483646 h 42"/>
              <a:gd name="T8" fmla="*/ 2147483646 w 29"/>
              <a:gd name="T9" fmla="*/ 2147483646 h 42"/>
              <a:gd name="T10" fmla="*/ 2147483646 w 29"/>
              <a:gd name="T11" fmla="*/ 2147483646 h 42"/>
              <a:gd name="T12" fmla="*/ 0 w 29"/>
              <a:gd name="T13" fmla="*/ 2147483646 h 42"/>
              <a:gd name="T14" fmla="*/ 0 w 29"/>
              <a:gd name="T15" fmla="*/ 2147483646 h 42"/>
              <a:gd name="T16" fmla="*/ 2147483646 w 29"/>
              <a:gd name="T17" fmla="*/ 2147483646 h 42"/>
              <a:gd name="T18" fmla="*/ 2147483646 w 29"/>
              <a:gd name="T19" fmla="*/ 2147483646 h 42"/>
              <a:gd name="T20" fmla="*/ 0 w 29"/>
              <a:gd name="T21" fmla="*/ 2147483646 h 42"/>
              <a:gd name="T22" fmla="*/ 0 w 29"/>
              <a:gd name="T23" fmla="*/ 2147483646 h 42"/>
              <a:gd name="T24" fmla="*/ 2147483646 w 29"/>
              <a:gd name="T25" fmla="*/ 2147483646 h 42"/>
              <a:gd name="T26" fmla="*/ 2147483646 w 29"/>
              <a:gd name="T27" fmla="*/ 2147483646 h 42"/>
              <a:gd name="T28" fmla="*/ 2147483646 w 29"/>
              <a:gd name="T29" fmla="*/ 2147483646 h 42"/>
              <a:gd name="T30" fmla="*/ 2147483646 w 29"/>
              <a:gd name="T31" fmla="*/ 2147483646 h 42"/>
              <a:gd name="T32" fmla="*/ 2147483646 w 29"/>
              <a:gd name="T33" fmla="*/ 2147483646 h 42"/>
              <a:gd name="T34" fmla="*/ 2147483646 w 29"/>
              <a:gd name="T35" fmla="*/ 2147483646 h 42"/>
              <a:gd name="T36" fmla="*/ 2147483646 w 29"/>
              <a:gd name="T37" fmla="*/ 2147483646 h 42"/>
              <a:gd name="T38" fmla="*/ 2147483646 w 29"/>
              <a:gd name="T39" fmla="*/ 2147483646 h 42"/>
              <a:gd name="T40" fmla="*/ 2147483646 w 29"/>
              <a:gd name="T41" fmla="*/ 2147483646 h 42"/>
              <a:gd name="T42" fmla="*/ 2147483646 w 29"/>
              <a:gd name="T43" fmla="*/ 2147483646 h 42"/>
              <a:gd name="T44" fmla="*/ 2147483646 w 29"/>
              <a:gd name="T45" fmla="*/ 2147483646 h 42"/>
              <a:gd name="T46" fmla="*/ 2147483646 w 29"/>
              <a:gd name="T47" fmla="*/ 0 h 42"/>
              <a:gd name="T48" fmla="*/ 2147483646 w 29"/>
              <a:gd name="T49" fmla="*/ 2147483646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9" h="42">
                <a:moveTo>
                  <a:pt x="9" y="4"/>
                </a:moveTo>
                <a:lnTo>
                  <a:pt x="10" y="6"/>
                </a:lnTo>
                <a:lnTo>
                  <a:pt x="11" y="11"/>
                </a:lnTo>
                <a:lnTo>
                  <a:pt x="11" y="16"/>
                </a:lnTo>
                <a:lnTo>
                  <a:pt x="7" y="18"/>
                </a:lnTo>
                <a:lnTo>
                  <a:pt x="2" y="19"/>
                </a:lnTo>
                <a:lnTo>
                  <a:pt x="0" y="20"/>
                </a:lnTo>
                <a:lnTo>
                  <a:pt x="0" y="23"/>
                </a:lnTo>
                <a:lnTo>
                  <a:pt x="1" y="28"/>
                </a:lnTo>
                <a:lnTo>
                  <a:pt x="1" y="32"/>
                </a:lnTo>
                <a:lnTo>
                  <a:pt x="0" y="36"/>
                </a:lnTo>
                <a:lnTo>
                  <a:pt x="0" y="39"/>
                </a:lnTo>
                <a:lnTo>
                  <a:pt x="4" y="42"/>
                </a:lnTo>
                <a:lnTo>
                  <a:pt x="10" y="42"/>
                </a:lnTo>
                <a:lnTo>
                  <a:pt x="15" y="42"/>
                </a:lnTo>
                <a:lnTo>
                  <a:pt x="19" y="41"/>
                </a:lnTo>
                <a:lnTo>
                  <a:pt x="23" y="41"/>
                </a:lnTo>
                <a:lnTo>
                  <a:pt x="26" y="38"/>
                </a:lnTo>
                <a:lnTo>
                  <a:pt x="28" y="31"/>
                </a:lnTo>
                <a:lnTo>
                  <a:pt x="29" y="23"/>
                </a:lnTo>
                <a:lnTo>
                  <a:pt x="28" y="17"/>
                </a:lnTo>
                <a:lnTo>
                  <a:pt x="26" y="10"/>
                </a:lnTo>
                <a:lnTo>
                  <a:pt x="23" y="4"/>
                </a:lnTo>
                <a:lnTo>
                  <a:pt x="18" y="0"/>
                </a:lnTo>
                <a:lnTo>
                  <a:pt x="9" y="4"/>
                </a:lnTo>
                <a:close/>
              </a:path>
            </a:pathLst>
          </a:custGeom>
          <a:solidFill>
            <a:srgbClr val="99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06" name="Freeform 1163">
            <a:extLst>
              <a:ext uri="{FF2B5EF4-FFF2-40B4-BE49-F238E27FC236}">
                <a16:creationId xmlns:a16="http://schemas.microsoft.com/office/drawing/2014/main" id="{7D555205-0555-CAE2-3C8E-B34AD2B94D3B}"/>
              </a:ext>
            </a:extLst>
          </p:cNvPr>
          <p:cNvSpPr>
            <a:spLocks/>
          </p:cNvSpPr>
          <p:nvPr/>
        </p:nvSpPr>
        <p:spPr bwMode="auto">
          <a:xfrm>
            <a:off x="6516688" y="5568950"/>
            <a:ext cx="4762" cy="6350"/>
          </a:xfrm>
          <a:custGeom>
            <a:avLst/>
            <a:gdLst>
              <a:gd name="T0" fmla="*/ 2147483646 w 29"/>
              <a:gd name="T1" fmla="*/ 2147483646 h 42"/>
              <a:gd name="T2" fmla="*/ 2147483646 w 29"/>
              <a:gd name="T3" fmla="*/ 2147483646 h 42"/>
              <a:gd name="T4" fmla="*/ 2147483646 w 29"/>
              <a:gd name="T5" fmla="*/ 2147483646 h 42"/>
              <a:gd name="T6" fmla="*/ 2147483646 w 29"/>
              <a:gd name="T7" fmla="*/ 2147483646 h 42"/>
              <a:gd name="T8" fmla="*/ 2147483646 w 29"/>
              <a:gd name="T9" fmla="*/ 2147483646 h 42"/>
              <a:gd name="T10" fmla="*/ 2147483646 w 29"/>
              <a:gd name="T11" fmla="*/ 2147483646 h 42"/>
              <a:gd name="T12" fmla="*/ 2147483646 w 29"/>
              <a:gd name="T13" fmla="*/ 2147483646 h 42"/>
              <a:gd name="T14" fmla="*/ 2147483646 w 29"/>
              <a:gd name="T15" fmla="*/ 2147483646 h 42"/>
              <a:gd name="T16" fmla="*/ 0 w 29"/>
              <a:gd name="T17" fmla="*/ 2147483646 h 42"/>
              <a:gd name="T18" fmla="*/ 0 w 29"/>
              <a:gd name="T19" fmla="*/ 2147483646 h 42"/>
              <a:gd name="T20" fmla="*/ 2147483646 w 29"/>
              <a:gd name="T21" fmla="*/ 2147483646 h 42"/>
              <a:gd name="T22" fmla="*/ 2147483646 w 29"/>
              <a:gd name="T23" fmla="*/ 2147483646 h 42"/>
              <a:gd name="T24" fmla="*/ 2147483646 w 29"/>
              <a:gd name="T25" fmla="*/ 2147483646 h 42"/>
              <a:gd name="T26" fmla="*/ 0 w 29"/>
              <a:gd name="T27" fmla="*/ 2147483646 h 42"/>
              <a:gd name="T28" fmla="*/ 0 w 29"/>
              <a:gd name="T29" fmla="*/ 2147483646 h 42"/>
              <a:gd name="T30" fmla="*/ 2147483646 w 29"/>
              <a:gd name="T31" fmla="*/ 2147483646 h 42"/>
              <a:gd name="T32" fmla="*/ 2147483646 w 29"/>
              <a:gd name="T33" fmla="*/ 2147483646 h 42"/>
              <a:gd name="T34" fmla="*/ 2147483646 w 29"/>
              <a:gd name="T35" fmla="*/ 2147483646 h 42"/>
              <a:gd name="T36" fmla="*/ 2147483646 w 29"/>
              <a:gd name="T37" fmla="*/ 2147483646 h 42"/>
              <a:gd name="T38" fmla="*/ 2147483646 w 29"/>
              <a:gd name="T39" fmla="*/ 2147483646 h 42"/>
              <a:gd name="T40" fmla="*/ 2147483646 w 29"/>
              <a:gd name="T41" fmla="*/ 2147483646 h 42"/>
              <a:gd name="T42" fmla="*/ 2147483646 w 29"/>
              <a:gd name="T43" fmla="*/ 2147483646 h 42"/>
              <a:gd name="T44" fmla="*/ 2147483646 w 29"/>
              <a:gd name="T45" fmla="*/ 2147483646 h 42"/>
              <a:gd name="T46" fmla="*/ 2147483646 w 29"/>
              <a:gd name="T47" fmla="*/ 2147483646 h 42"/>
              <a:gd name="T48" fmla="*/ 2147483646 w 29"/>
              <a:gd name="T49" fmla="*/ 2147483646 h 42"/>
              <a:gd name="T50" fmla="*/ 2147483646 w 29"/>
              <a:gd name="T51" fmla="*/ 2147483646 h 42"/>
              <a:gd name="T52" fmla="*/ 2147483646 w 29"/>
              <a:gd name="T53" fmla="*/ 2147483646 h 42"/>
              <a:gd name="T54" fmla="*/ 2147483646 w 29"/>
              <a:gd name="T55" fmla="*/ 2147483646 h 42"/>
              <a:gd name="T56" fmla="*/ 2147483646 w 29"/>
              <a:gd name="T57" fmla="*/ 2147483646 h 42"/>
              <a:gd name="T58" fmla="*/ 2147483646 w 29"/>
              <a:gd name="T59" fmla="*/ 0 h 42"/>
              <a:gd name="T60" fmla="*/ 2147483646 w 29"/>
              <a:gd name="T61" fmla="*/ 2147483646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9" h="42">
                <a:moveTo>
                  <a:pt x="9" y="4"/>
                </a:moveTo>
                <a:lnTo>
                  <a:pt x="9" y="4"/>
                </a:lnTo>
                <a:lnTo>
                  <a:pt x="10" y="6"/>
                </a:lnTo>
                <a:lnTo>
                  <a:pt x="11" y="11"/>
                </a:lnTo>
                <a:lnTo>
                  <a:pt x="11" y="16"/>
                </a:lnTo>
                <a:lnTo>
                  <a:pt x="7" y="18"/>
                </a:lnTo>
                <a:lnTo>
                  <a:pt x="2" y="19"/>
                </a:lnTo>
                <a:lnTo>
                  <a:pt x="0" y="20"/>
                </a:lnTo>
                <a:lnTo>
                  <a:pt x="0" y="23"/>
                </a:lnTo>
                <a:lnTo>
                  <a:pt x="1" y="28"/>
                </a:lnTo>
                <a:lnTo>
                  <a:pt x="1" y="32"/>
                </a:lnTo>
                <a:lnTo>
                  <a:pt x="0" y="36"/>
                </a:lnTo>
                <a:lnTo>
                  <a:pt x="0" y="39"/>
                </a:lnTo>
                <a:lnTo>
                  <a:pt x="4" y="42"/>
                </a:lnTo>
                <a:lnTo>
                  <a:pt x="10" y="42"/>
                </a:lnTo>
                <a:lnTo>
                  <a:pt x="15" y="42"/>
                </a:lnTo>
                <a:lnTo>
                  <a:pt x="19" y="41"/>
                </a:lnTo>
                <a:lnTo>
                  <a:pt x="23" y="41"/>
                </a:lnTo>
                <a:lnTo>
                  <a:pt x="26" y="38"/>
                </a:lnTo>
                <a:lnTo>
                  <a:pt x="28" y="31"/>
                </a:lnTo>
                <a:lnTo>
                  <a:pt x="29" y="23"/>
                </a:lnTo>
                <a:lnTo>
                  <a:pt x="28" y="17"/>
                </a:lnTo>
                <a:lnTo>
                  <a:pt x="26" y="10"/>
                </a:lnTo>
                <a:lnTo>
                  <a:pt x="23" y="4"/>
                </a:lnTo>
                <a:lnTo>
                  <a:pt x="18" y="0"/>
                </a:lnTo>
                <a:lnTo>
                  <a:pt x="9" y="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nvGrpSpPr>
          <p:cNvPr id="418007" name="Group 1164">
            <a:extLst>
              <a:ext uri="{FF2B5EF4-FFF2-40B4-BE49-F238E27FC236}">
                <a16:creationId xmlns:a16="http://schemas.microsoft.com/office/drawing/2014/main" id="{B58A4A79-DF5A-B25C-78A8-3642463D4D37}"/>
              </a:ext>
            </a:extLst>
          </p:cNvPr>
          <p:cNvGrpSpPr>
            <a:grpSpLocks/>
          </p:cNvGrpSpPr>
          <p:nvPr/>
        </p:nvGrpSpPr>
        <p:grpSpPr bwMode="auto">
          <a:xfrm>
            <a:off x="4683125" y="3951288"/>
            <a:ext cx="985838" cy="1665287"/>
            <a:chOff x="3207" y="1999"/>
            <a:chExt cx="820" cy="1728"/>
          </a:xfrm>
        </p:grpSpPr>
        <p:sp>
          <p:nvSpPr>
            <p:cNvPr id="418083" name="Freeform 1165">
              <a:extLst>
                <a:ext uri="{FF2B5EF4-FFF2-40B4-BE49-F238E27FC236}">
                  <a16:creationId xmlns:a16="http://schemas.microsoft.com/office/drawing/2014/main" id="{EEF202BE-C5BB-18A0-264C-AB861A3EC02C}"/>
                </a:ext>
              </a:extLst>
            </p:cNvPr>
            <p:cNvSpPr>
              <a:spLocks/>
            </p:cNvSpPr>
            <p:nvPr/>
          </p:nvSpPr>
          <p:spPr bwMode="auto">
            <a:xfrm>
              <a:off x="3207" y="1999"/>
              <a:ext cx="820" cy="954"/>
            </a:xfrm>
            <a:custGeom>
              <a:avLst/>
              <a:gdLst>
                <a:gd name="T0" fmla="*/ 0 w 8194"/>
                <a:gd name="T1" fmla="*/ 0 h 9541"/>
                <a:gd name="T2" fmla="*/ 0 w 8194"/>
                <a:gd name="T3" fmla="*/ 0 h 9541"/>
                <a:gd name="T4" fmla="*/ 0 w 8194"/>
                <a:gd name="T5" fmla="*/ 0 h 9541"/>
                <a:gd name="T6" fmla="*/ 0 w 8194"/>
                <a:gd name="T7" fmla="*/ 0 h 9541"/>
                <a:gd name="T8" fmla="*/ 0 w 8194"/>
                <a:gd name="T9" fmla="*/ 0 h 9541"/>
                <a:gd name="T10" fmla="*/ 0 w 8194"/>
                <a:gd name="T11" fmla="*/ 0 h 9541"/>
                <a:gd name="T12" fmla="*/ 0 w 8194"/>
                <a:gd name="T13" fmla="*/ 0 h 9541"/>
                <a:gd name="T14" fmla="*/ 0 w 8194"/>
                <a:gd name="T15" fmla="*/ 0 h 9541"/>
                <a:gd name="T16" fmla="*/ 0 w 8194"/>
                <a:gd name="T17" fmla="*/ 0 h 9541"/>
                <a:gd name="T18" fmla="*/ 0 w 8194"/>
                <a:gd name="T19" fmla="*/ 0 h 9541"/>
                <a:gd name="T20" fmla="*/ 0 w 8194"/>
                <a:gd name="T21" fmla="*/ 0 h 9541"/>
                <a:gd name="T22" fmla="*/ 0 w 8194"/>
                <a:gd name="T23" fmla="*/ 0 h 9541"/>
                <a:gd name="T24" fmla="*/ 0 w 8194"/>
                <a:gd name="T25" fmla="*/ 0 h 9541"/>
                <a:gd name="T26" fmla="*/ 0 w 8194"/>
                <a:gd name="T27" fmla="*/ 0 h 9541"/>
                <a:gd name="T28" fmla="*/ 0 w 8194"/>
                <a:gd name="T29" fmla="*/ 0 h 9541"/>
                <a:gd name="T30" fmla="*/ 0 w 8194"/>
                <a:gd name="T31" fmla="*/ 0 h 9541"/>
                <a:gd name="T32" fmla="*/ 0 w 8194"/>
                <a:gd name="T33" fmla="*/ 0 h 9541"/>
                <a:gd name="T34" fmla="*/ 0 w 8194"/>
                <a:gd name="T35" fmla="*/ 0 h 9541"/>
                <a:gd name="T36" fmla="*/ 0 w 8194"/>
                <a:gd name="T37" fmla="*/ 0 h 9541"/>
                <a:gd name="T38" fmla="*/ 0 w 8194"/>
                <a:gd name="T39" fmla="*/ 0 h 9541"/>
                <a:gd name="T40" fmla="*/ 0 w 8194"/>
                <a:gd name="T41" fmla="*/ 0 h 9541"/>
                <a:gd name="T42" fmla="*/ 0 w 8194"/>
                <a:gd name="T43" fmla="*/ 0 h 9541"/>
                <a:gd name="T44" fmla="*/ 0 w 8194"/>
                <a:gd name="T45" fmla="*/ 0 h 9541"/>
                <a:gd name="T46" fmla="*/ 0 w 8194"/>
                <a:gd name="T47" fmla="*/ 0 h 9541"/>
                <a:gd name="T48" fmla="*/ 0 w 8194"/>
                <a:gd name="T49" fmla="*/ 0 h 9541"/>
                <a:gd name="T50" fmla="*/ 0 w 8194"/>
                <a:gd name="T51" fmla="*/ 0 h 9541"/>
                <a:gd name="T52" fmla="*/ 0 w 8194"/>
                <a:gd name="T53" fmla="*/ 0 h 9541"/>
                <a:gd name="T54" fmla="*/ 0 w 8194"/>
                <a:gd name="T55" fmla="*/ 0 h 9541"/>
                <a:gd name="T56" fmla="*/ 0 w 8194"/>
                <a:gd name="T57" fmla="*/ 0 h 9541"/>
                <a:gd name="T58" fmla="*/ 0 w 8194"/>
                <a:gd name="T59" fmla="*/ 0 h 9541"/>
                <a:gd name="T60" fmla="*/ 0 w 8194"/>
                <a:gd name="T61" fmla="*/ 0 h 9541"/>
                <a:gd name="T62" fmla="*/ 0 w 8194"/>
                <a:gd name="T63" fmla="*/ 0 h 9541"/>
                <a:gd name="T64" fmla="*/ 0 w 8194"/>
                <a:gd name="T65" fmla="*/ 0 h 9541"/>
                <a:gd name="T66" fmla="*/ 0 w 8194"/>
                <a:gd name="T67" fmla="*/ 0 h 9541"/>
                <a:gd name="T68" fmla="*/ 0 w 8194"/>
                <a:gd name="T69" fmla="*/ 0 h 9541"/>
                <a:gd name="T70" fmla="*/ 0 w 8194"/>
                <a:gd name="T71" fmla="*/ 0 h 9541"/>
                <a:gd name="T72" fmla="*/ 0 w 8194"/>
                <a:gd name="T73" fmla="*/ 0 h 9541"/>
                <a:gd name="T74" fmla="*/ 0 w 8194"/>
                <a:gd name="T75" fmla="*/ 0 h 9541"/>
                <a:gd name="T76" fmla="*/ 0 w 8194"/>
                <a:gd name="T77" fmla="*/ 0 h 9541"/>
                <a:gd name="T78" fmla="*/ 0 w 8194"/>
                <a:gd name="T79" fmla="*/ 0 h 9541"/>
                <a:gd name="T80" fmla="*/ 0 w 8194"/>
                <a:gd name="T81" fmla="*/ 0 h 9541"/>
                <a:gd name="T82" fmla="*/ 0 w 8194"/>
                <a:gd name="T83" fmla="*/ 0 h 9541"/>
                <a:gd name="T84" fmla="*/ 0 w 8194"/>
                <a:gd name="T85" fmla="*/ 0 h 9541"/>
                <a:gd name="T86" fmla="*/ 0 w 8194"/>
                <a:gd name="T87" fmla="*/ 0 h 9541"/>
                <a:gd name="T88" fmla="*/ 0 w 8194"/>
                <a:gd name="T89" fmla="*/ 0 h 9541"/>
                <a:gd name="T90" fmla="*/ 0 w 8194"/>
                <a:gd name="T91" fmla="*/ 0 h 9541"/>
                <a:gd name="T92" fmla="*/ 0 w 8194"/>
                <a:gd name="T93" fmla="*/ 0 h 9541"/>
                <a:gd name="T94" fmla="*/ 0 w 8194"/>
                <a:gd name="T95" fmla="*/ 0 h 9541"/>
                <a:gd name="T96" fmla="*/ 0 w 8194"/>
                <a:gd name="T97" fmla="*/ 0 h 9541"/>
                <a:gd name="T98" fmla="*/ 0 w 8194"/>
                <a:gd name="T99" fmla="*/ 0 h 9541"/>
                <a:gd name="T100" fmla="*/ 0 w 8194"/>
                <a:gd name="T101" fmla="*/ 0 h 9541"/>
                <a:gd name="T102" fmla="*/ 0 w 8194"/>
                <a:gd name="T103" fmla="*/ 0 h 9541"/>
                <a:gd name="T104" fmla="*/ 0 w 8194"/>
                <a:gd name="T105" fmla="*/ 0 h 9541"/>
                <a:gd name="T106" fmla="*/ 0 w 8194"/>
                <a:gd name="T107" fmla="*/ 0 h 9541"/>
                <a:gd name="T108" fmla="*/ 0 w 8194"/>
                <a:gd name="T109" fmla="*/ 0 h 9541"/>
                <a:gd name="T110" fmla="*/ 0 w 8194"/>
                <a:gd name="T111" fmla="*/ 0 h 9541"/>
                <a:gd name="T112" fmla="*/ 0 w 8194"/>
                <a:gd name="T113" fmla="*/ 0 h 9541"/>
                <a:gd name="T114" fmla="*/ 0 w 8194"/>
                <a:gd name="T115" fmla="*/ 0 h 9541"/>
                <a:gd name="T116" fmla="*/ 0 w 8194"/>
                <a:gd name="T117" fmla="*/ 0 h 95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94" h="9541">
                  <a:moveTo>
                    <a:pt x="6531" y="973"/>
                  </a:moveTo>
                  <a:lnTo>
                    <a:pt x="6548" y="991"/>
                  </a:lnTo>
                  <a:lnTo>
                    <a:pt x="6617" y="980"/>
                  </a:lnTo>
                  <a:lnTo>
                    <a:pt x="6663" y="1032"/>
                  </a:lnTo>
                  <a:lnTo>
                    <a:pt x="6691" y="1083"/>
                  </a:lnTo>
                  <a:lnTo>
                    <a:pt x="6715" y="1112"/>
                  </a:lnTo>
                  <a:lnTo>
                    <a:pt x="6743" y="1112"/>
                  </a:lnTo>
                  <a:lnTo>
                    <a:pt x="6767" y="1014"/>
                  </a:lnTo>
                  <a:lnTo>
                    <a:pt x="6819" y="911"/>
                  </a:lnTo>
                  <a:lnTo>
                    <a:pt x="6893" y="956"/>
                  </a:lnTo>
                  <a:lnTo>
                    <a:pt x="6933" y="951"/>
                  </a:lnTo>
                  <a:lnTo>
                    <a:pt x="6911" y="859"/>
                  </a:lnTo>
                  <a:lnTo>
                    <a:pt x="6956" y="634"/>
                  </a:lnTo>
                  <a:lnTo>
                    <a:pt x="6962" y="491"/>
                  </a:lnTo>
                  <a:lnTo>
                    <a:pt x="6985" y="329"/>
                  </a:lnTo>
                  <a:lnTo>
                    <a:pt x="7059" y="110"/>
                  </a:lnTo>
                  <a:lnTo>
                    <a:pt x="7106" y="41"/>
                  </a:lnTo>
                  <a:lnTo>
                    <a:pt x="7187" y="7"/>
                  </a:lnTo>
                  <a:lnTo>
                    <a:pt x="7308" y="0"/>
                  </a:lnTo>
                  <a:lnTo>
                    <a:pt x="7480" y="52"/>
                  </a:lnTo>
                  <a:lnTo>
                    <a:pt x="7439" y="121"/>
                  </a:lnTo>
                  <a:lnTo>
                    <a:pt x="7469" y="145"/>
                  </a:lnTo>
                  <a:lnTo>
                    <a:pt x="7578" y="180"/>
                  </a:lnTo>
                  <a:lnTo>
                    <a:pt x="7601" y="249"/>
                  </a:lnTo>
                  <a:lnTo>
                    <a:pt x="7612" y="370"/>
                  </a:lnTo>
                  <a:lnTo>
                    <a:pt x="7664" y="461"/>
                  </a:lnTo>
                  <a:lnTo>
                    <a:pt x="7728" y="553"/>
                  </a:lnTo>
                  <a:lnTo>
                    <a:pt x="7785" y="640"/>
                  </a:lnTo>
                  <a:lnTo>
                    <a:pt x="7871" y="657"/>
                  </a:lnTo>
                  <a:lnTo>
                    <a:pt x="7969" y="669"/>
                  </a:lnTo>
                  <a:lnTo>
                    <a:pt x="8038" y="795"/>
                  </a:lnTo>
                  <a:lnTo>
                    <a:pt x="8118" y="911"/>
                  </a:lnTo>
                  <a:lnTo>
                    <a:pt x="8182" y="1032"/>
                  </a:lnTo>
                  <a:lnTo>
                    <a:pt x="8194" y="1227"/>
                  </a:lnTo>
                  <a:lnTo>
                    <a:pt x="7975" y="1146"/>
                  </a:lnTo>
                  <a:lnTo>
                    <a:pt x="7819" y="1204"/>
                  </a:lnTo>
                  <a:lnTo>
                    <a:pt x="7785" y="1360"/>
                  </a:lnTo>
                  <a:lnTo>
                    <a:pt x="7589" y="1590"/>
                  </a:lnTo>
                  <a:lnTo>
                    <a:pt x="7439" y="1872"/>
                  </a:lnTo>
                  <a:lnTo>
                    <a:pt x="7330" y="1929"/>
                  </a:lnTo>
                  <a:lnTo>
                    <a:pt x="7187" y="2050"/>
                  </a:lnTo>
                  <a:lnTo>
                    <a:pt x="7106" y="2275"/>
                  </a:lnTo>
                  <a:lnTo>
                    <a:pt x="7071" y="2321"/>
                  </a:lnTo>
                  <a:lnTo>
                    <a:pt x="6956" y="2482"/>
                  </a:lnTo>
                  <a:lnTo>
                    <a:pt x="6945" y="2649"/>
                  </a:lnTo>
                  <a:lnTo>
                    <a:pt x="7031" y="2719"/>
                  </a:lnTo>
                  <a:lnTo>
                    <a:pt x="7106" y="2816"/>
                  </a:lnTo>
                  <a:lnTo>
                    <a:pt x="7192" y="3260"/>
                  </a:lnTo>
                  <a:lnTo>
                    <a:pt x="7135" y="3702"/>
                  </a:lnTo>
                  <a:lnTo>
                    <a:pt x="7089" y="3772"/>
                  </a:lnTo>
                  <a:lnTo>
                    <a:pt x="7002" y="3818"/>
                  </a:lnTo>
                  <a:lnTo>
                    <a:pt x="6904" y="3853"/>
                  </a:lnTo>
                  <a:lnTo>
                    <a:pt x="6812" y="3904"/>
                  </a:lnTo>
                  <a:lnTo>
                    <a:pt x="6721" y="3985"/>
                  </a:lnTo>
                  <a:lnTo>
                    <a:pt x="6548" y="4031"/>
                  </a:lnTo>
                  <a:lnTo>
                    <a:pt x="6450" y="4100"/>
                  </a:lnTo>
                  <a:lnTo>
                    <a:pt x="6375" y="4198"/>
                  </a:lnTo>
                  <a:lnTo>
                    <a:pt x="6312" y="4313"/>
                  </a:lnTo>
                  <a:lnTo>
                    <a:pt x="6087" y="4566"/>
                  </a:lnTo>
                  <a:lnTo>
                    <a:pt x="5950" y="4687"/>
                  </a:lnTo>
                  <a:lnTo>
                    <a:pt x="5829" y="4757"/>
                  </a:lnTo>
                  <a:lnTo>
                    <a:pt x="5829" y="4831"/>
                  </a:lnTo>
                  <a:lnTo>
                    <a:pt x="5823" y="4923"/>
                  </a:lnTo>
                  <a:lnTo>
                    <a:pt x="5558" y="5119"/>
                  </a:lnTo>
                  <a:lnTo>
                    <a:pt x="5294" y="5258"/>
                  </a:lnTo>
                  <a:lnTo>
                    <a:pt x="4810" y="5372"/>
                  </a:lnTo>
                  <a:lnTo>
                    <a:pt x="4719" y="5430"/>
                  </a:lnTo>
                  <a:lnTo>
                    <a:pt x="4574" y="5655"/>
                  </a:lnTo>
                  <a:lnTo>
                    <a:pt x="4465" y="5752"/>
                  </a:lnTo>
                  <a:lnTo>
                    <a:pt x="4351" y="5781"/>
                  </a:lnTo>
                  <a:lnTo>
                    <a:pt x="4282" y="5833"/>
                  </a:lnTo>
                  <a:lnTo>
                    <a:pt x="4282" y="5948"/>
                  </a:lnTo>
                  <a:lnTo>
                    <a:pt x="4321" y="6069"/>
                  </a:lnTo>
                  <a:lnTo>
                    <a:pt x="4258" y="6150"/>
                  </a:lnTo>
                  <a:lnTo>
                    <a:pt x="4292" y="6501"/>
                  </a:lnTo>
                  <a:lnTo>
                    <a:pt x="4195" y="6535"/>
                  </a:lnTo>
                  <a:lnTo>
                    <a:pt x="4132" y="6432"/>
                  </a:lnTo>
                  <a:lnTo>
                    <a:pt x="4068" y="6432"/>
                  </a:lnTo>
                  <a:lnTo>
                    <a:pt x="4085" y="6466"/>
                  </a:lnTo>
                  <a:lnTo>
                    <a:pt x="4126" y="6553"/>
                  </a:lnTo>
                  <a:lnTo>
                    <a:pt x="4092" y="6685"/>
                  </a:lnTo>
                  <a:lnTo>
                    <a:pt x="4132" y="6846"/>
                  </a:lnTo>
                  <a:lnTo>
                    <a:pt x="4252" y="6910"/>
                  </a:lnTo>
                  <a:lnTo>
                    <a:pt x="4557" y="6950"/>
                  </a:lnTo>
                  <a:lnTo>
                    <a:pt x="5144" y="7515"/>
                  </a:lnTo>
                  <a:lnTo>
                    <a:pt x="5242" y="7548"/>
                  </a:lnTo>
                  <a:lnTo>
                    <a:pt x="5144" y="7831"/>
                  </a:lnTo>
                  <a:lnTo>
                    <a:pt x="5116" y="7929"/>
                  </a:lnTo>
                  <a:lnTo>
                    <a:pt x="5018" y="8032"/>
                  </a:lnTo>
                  <a:lnTo>
                    <a:pt x="4949" y="8084"/>
                  </a:lnTo>
                  <a:lnTo>
                    <a:pt x="4874" y="8119"/>
                  </a:lnTo>
                  <a:lnTo>
                    <a:pt x="4753" y="8142"/>
                  </a:lnTo>
                  <a:lnTo>
                    <a:pt x="4557" y="8182"/>
                  </a:lnTo>
                  <a:lnTo>
                    <a:pt x="4344" y="8200"/>
                  </a:lnTo>
                  <a:lnTo>
                    <a:pt x="4154" y="8269"/>
                  </a:lnTo>
                  <a:lnTo>
                    <a:pt x="4040" y="8321"/>
                  </a:lnTo>
                  <a:lnTo>
                    <a:pt x="3924" y="8407"/>
                  </a:lnTo>
                  <a:lnTo>
                    <a:pt x="3867" y="8447"/>
                  </a:lnTo>
                  <a:lnTo>
                    <a:pt x="3781" y="8585"/>
                  </a:lnTo>
                  <a:lnTo>
                    <a:pt x="3723" y="8625"/>
                  </a:lnTo>
                  <a:lnTo>
                    <a:pt x="3677" y="8654"/>
                  </a:lnTo>
                  <a:lnTo>
                    <a:pt x="3608" y="8741"/>
                  </a:lnTo>
                  <a:lnTo>
                    <a:pt x="3620" y="8832"/>
                  </a:lnTo>
                  <a:lnTo>
                    <a:pt x="3574" y="8879"/>
                  </a:lnTo>
                  <a:lnTo>
                    <a:pt x="3493" y="8960"/>
                  </a:lnTo>
                  <a:lnTo>
                    <a:pt x="3418" y="8943"/>
                  </a:lnTo>
                  <a:lnTo>
                    <a:pt x="3361" y="8977"/>
                  </a:lnTo>
                  <a:lnTo>
                    <a:pt x="3337" y="9064"/>
                  </a:lnTo>
                  <a:lnTo>
                    <a:pt x="3292" y="9144"/>
                  </a:lnTo>
                  <a:lnTo>
                    <a:pt x="3245" y="9213"/>
                  </a:lnTo>
                  <a:lnTo>
                    <a:pt x="3171" y="9259"/>
                  </a:lnTo>
                  <a:lnTo>
                    <a:pt x="2969" y="9236"/>
                  </a:lnTo>
                  <a:lnTo>
                    <a:pt x="2883" y="9178"/>
                  </a:lnTo>
                  <a:lnTo>
                    <a:pt x="2836" y="9092"/>
                  </a:lnTo>
                  <a:lnTo>
                    <a:pt x="2757" y="9190"/>
                  </a:lnTo>
                  <a:lnTo>
                    <a:pt x="2688" y="9225"/>
                  </a:lnTo>
                  <a:lnTo>
                    <a:pt x="2544" y="9276"/>
                  </a:lnTo>
                  <a:lnTo>
                    <a:pt x="2451" y="9368"/>
                  </a:lnTo>
                  <a:lnTo>
                    <a:pt x="2261" y="9190"/>
                  </a:lnTo>
                  <a:lnTo>
                    <a:pt x="2216" y="9254"/>
                  </a:lnTo>
                  <a:lnTo>
                    <a:pt x="1848" y="8953"/>
                  </a:lnTo>
                  <a:lnTo>
                    <a:pt x="1750" y="8953"/>
                  </a:lnTo>
                  <a:lnTo>
                    <a:pt x="1698" y="8971"/>
                  </a:lnTo>
                  <a:lnTo>
                    <a:pt x="1882" y="9126"/>
                  </a:lnTo>
                  <a:lnTo>
                    <a:pt x="1848" y="9173"/>
                  </a:lnTo>
                  <a:lnTo>
                    <a:pt x="1796" y="9207"/>
                  </a:lnTo>
                  <a:lnTo>
                    <a:pt x="1762" y="9213"/>
                  </a:lnTo>
                  <a:lnTo>
                    <a:pt x="1784" y="9287"/>
                  </a:lnTo>
                  <a:lnTo>
                    <a:pt x="1772" y="9328"/>
                  </a:lnTo>
                  <a:lnTo>
                    <a:pt x="1762" y="9356"/>
                  </a:lnTo>
                  <a:lnTo>
                    <a:pt x="1686" y="9403"/>
                  </a:lnTo>
                  <a:lnTo>
                    <a:pt x="1617" y="9477"/>
                  </a:lnTo>
                  <a:lnTo>
                    <a:pt x="1520" y="9541"/>
                  </a:lnTo>
                  <a:lnTo>
                    <a:pt x="1427" y="9536"/>
                  </a:lnTo>
                  <a:lnTo>
                    <a:pt x="1399" y="9489"/>
                  </a:lnTo>
                  <a:lnTo>
                    <a:pt x="1439" y="9408"/>
                  </a:lnTo>
                  <a:lnTo>
                    <a:pt x="1589" y="9328"/>
                  </a:lnTo>
                  <a:lnTo>
                    <a:pt x="1606" y="9236"/>
                  </a:lnTo>
                  <a:lnTo>
                    <a:pt x="1542" y="9173"/>
                  </a:lnTo>
                  <a:lnTo>
                    <a:pt x="1479" y="9173"/>
                  </a:lnTo>
                  <a:lnTo>
                    <a:pt x="1439" y="9219"/>
                  </a:lnTo>
                  <a:lnTo>
                    <a:pt x="1410" y="9270"/>
                  </a:lnTo>
                  <a:lnTo>
                    <a:pt x="1358" y="9304"/>
                  </a:lnTo>
                  <a:lnTo>
                    <a:pt x="1318" y="9299"/>
                  </a:lnTo>
                  <a:lnTo>
                    <a:pt x="1306" y="9207"/>
                  </a:lnTo>
                  <a:lnTo>
                    <a:pt x="1295" y="9190"/>
                  </a:lnTo>
                  <a:lnTo>
                    <a:pt x="1244" y="9294"/>
                  </a:lnTo>
                  <a:lnTo>
                    <a:pt x="1140" y="9311"/>
                  </a:lnTo>
                  <a:lnTo>
                    <a:pt x="1024" y="9254"/>
                  </a:lnTo>
                  <a:lnTo>
                    <a:pt x="893" y="9161"/>
                  </a:lnTo>
                  <a:lnTo>
                    <a:pt x="996" y="9092"/>
                  </a:lnTo>
                  <a:lnTo>
                    <a:pt x="1065" y="9109"/>
                  </a:lnTo>
                  <a:lnTo>
                    <a:pt x="1059" y="9023"/>
                  </a:lnTo>
                  <a:lnTo>
                    <a:pt x="1180" y="9000"/>
                  </a:lnTo>
                  <a:lnTo>
                    <a:pt x="1283" y="8994"/>
                  </a:lnTo>
                  <a:lnTo>
                    <a:pt x="1278" y="8948"/>
                  </a:lnTo>
                  <a:lnTo>
                    <a:pt x="1254" y="8925"/>
                  </a:lnTo>
                  <a:lnTo>
                    <a:pt x="1042" y="8931"/>
                  </a:lnTo>
                  <a:lnTo>
                    <a:pt x="817" y="8874"/>
                  </a:lnTo>
                  <a:lnTo>
                    <a:pt x="765" y="8856"/>
                  </a:lnTo>
                  <a:lnTo>
                    <a:pt x="731" y="8862"/>
                  </a:lnTo>
                  <a:lnTo>
                    <a:pt x="565" y="8913"/>
                  </a:lnTo>
                  <a:lnTo>
                    <a:pt x="501" y="8862"/>
                  </a:lnTo>
                  <a:lnTo>
                    <a:pt x="513" y="8798"/>
                  </a:lnTo>
                  <a:lnTo>
                    <a:pt x="536" y="8763"/>
                  </a:lnTo>
                  <a:lnTo>
                    <a:pt x="570" y="8723"/>
                  </a:lnTo>
                  <a:lnTo>
                    <a:pt x="691" y="8689"/>
                  </a:lnTo>
                  <a:lnTo>
                    <a:pt x="795" y="8677"/>
                  </a:lnTo>
                  <a:lnTo>
                    <a:pt x="800" y="8614"/>
                  </a:lnTo>
                  <a:lnTo>
                    <a:pt x="748" y="8551"/>
                  </a:lnTo>
                  <a:lnTo>
                    <a:pt x="760" y="8430"/>
                  </a:lnTo>
                  <a:lnTo>
                    <a:pt x="910" y="8200"/>
                  </a:lnTo>
                  <a:lnTo>
                    <a:pt x="904" y="8061"/>
                  </a:lnTo>
                  <a:lnTo>
                    <a:pt x="996" y="7980"/>
                  </a:lnTo>
                  <a:lnTo>
                    <a:pt x="1065" y="7940"/>
                  </a:lnTo>
                  <a:lnTo>
                    <a:pt x="1157" y="7900"/>
                  </a:lnTo>
                  <a:lnTo>
                    <a:pt x="1249" y="7825"/>
                  </a:lnTo>
                  <a:lnTo>
                    <a:pt x="1065" y="7641"/>
                  </a:lnTo>
                  <a:lnTo>
                    <a:pt x="1065" y="7572"/>
                  </a:lnTo>
                  <a:lnTo>
                    <a:pt x="1105" y="7520"/>
                  </a:lnTo>
                  <a:lnTo>
                    <a:pt x="1123" y="7463"/>
                  </a:lnTo>
                  <a:lnTo>
                    <a:pt x="1093" y="7417"/>
                  </a:lnTo>
                  <a:lnTo>
                    <a:pt x="1214" y="7249"/>
                  </a:lnTo>
                  <a:lnTo>
                    <a:pt x="1295" y="7054"/>
                  </a:lnTo>
                  <a:lnTo>
                    <a:pt x="1427" y="6772"/>
                  </a:lnTo>
                  <a:lnTo>
                    <a:pt x="1433" y="6645"/>
                  </a:lnTo>
                  <a:lnTo>
                    <a:pt x="1404" y="6645"/>
                  </a:lnTo>
                  <a:lnTo>
                    <a:pt x="1370" y="6604"/>
                  </a:lnTo>
                  <a:lnTo>
                    <a:pt x="1364" y="6461"/>
                  </a:lnTo>
                  <a:lnTo>
                    <a:pt x="1382" y="6409"/>
                  </a:lnTo>
                  <a:lnTo>
                    <a:pt x="1364" y="6323"/>
                  </a:lnTo>
                  <a:lnTo>
                    <a:pt x="1301" y="6317"/>
                  </a:lnTo>
                  <a:lnTo>
                    <a:pt x="1100" y="6259"/>
                  </a:lnTo>
                  <a:lnTo>
                    <a:pt x="708" y="6051"/>
                  </a:lnTo>
                  <a:lnTo>
                    <a:pt x="536" y="6000"/>
                  </a:lnTo>
                  <a:lnTo>
                    <a:pt x="536" y="6144"/>
                  </a:lnTo>
                  <a:lnTo>
                    <a:pt x="484" y="6224"/>
                  </a:lnTo>
                  <a:lnTo>
                    <a:pt x="437" y="6248"/>
                  </a:lnTo>
                  <a:lnTo>
                    <a:pt x="369" y="6202"/>
                  </a:lnTo>
                  <a:lnTo>
                    <a:pt x="404" y="6127"/>
                  </a:lnTo>
                  <a:lnTo>
                    <a:pt x="404" y="6058"/>
                  </a:lnTo>
                  <a:lnTo>
                    <a:pt x="375" y="6051"/>
                  </a:lnTo>
                  <a:lnTo>
                    <a:pt x="311" y="6012"/>
                  </a:lnTo>
                  <a:lnTo>
                    <a:pt x="306" y="5896"/>
                  </a:lnTo>
                  <a:lnTo>
                    <a:pt x="283" y="5833"/>
                  </a:lnTo>
                  <a:lnTo>
                    <a:pt x="202" y="5833"/>
                  </a:lnTo>
                  <a:lnTo>
                    <a:pt x="128" y="5833"/>
                  </a:lnTo>
                  <a:lnTo>
                    <a:pt x="47" y="5821"/>
                  </a:lnTo>
                  <a:lnTo>
                    <a:pt x="0" y="5724"/>
                  </a:lnTo>
                  <a:lnTo>
                    <a:pt x="35" y="5551"/>
                  </a:lnTo>
                  <a:lnTo>
                    <a:pt x="104" y="5407"/>
                  </a:lnTo>
                  <a:lnTo>
                    <a:pt x="207" y="5275"/>
                  </a:lnTo>
                  <a:lnTo>
                    <a:pt x="294" y="5165"/>
                  </a:lnTo>
                  <a:lnTo>
                    <a:pt x="294" y="5125"/>
                  </a:lnTo>
                  <a:lnTo>
                    <a:pt x="242" y="5148"/>
                  </a:lnTo>
                  <a:lnTo>
                    <a:pt x="190" y="5038"/>
                  </a:lnTo>
                  <a:lnTo>
                    <a:pt x="225" y="4992"/>
                  </a:lnTo>
                  <a:lnTo>
                    <a:pt x="387" y="4952"/>
                  </a:lnTo>
                  <a:lnTo>
                    <a:pt x="478" y="4843"/>
                  </a:lnTo>
                  <a:lnTo>
                    <a:pt x="553" y="4710"/>
                  </a:lnTo>
                  <a:lnTo>
                    <a:pt x="668" y="4613"/>
                  </a:lnTo>
                  <a:lnTo>
                    <a:pt x="714" y="4613"/>
                  </a:lnTo>
                  <a:lnTo>
                    <a:pt x="772" y="4670"/>
                  </a:lnTo>
                  <a:lnTo>
                    <a:pt x="795" y="4670"/>
                  </a:lnTo>
                  <a:lnTo>
                    <a:pt x="869" y="4561"/>
                  </a:lnTo>
                  <a:lnTo>
                    <a:pt x="945" y="4463"/>
                  </a:lnTo>
                  <a:lnTo>
                    <a:pt x="1059" y="4394"/>
                  </a:lnTo>
                  <a:lnTo>
                    <a:pt x="1174" y="4365"/>
                  </a:lnTo>
                  <a:lnTo>
                    <a:pt x="1439" y="4261"/>
                  </a:lnTo>
                  <a:lnTo>
                    <a:pt x="1658" y="4100"/>
                  </a:lnTo>
                  <a:lnTo>
                    <a:pt x="2060" y="3835"/>
                  </a:lnTo>
                  <a:lnTo>
                    <a:pt x="2330" y="3611"/>
                  </a:lnTo>
                  <a:lnTo>
                    <a:pt x="2561" y="3340"/>
                  </a:lnTo>
                  <a:lnTo>
                    <a:pt x="2636" y="3173"/>
                  </a:lnTo>
                  <a:lnTo>
                    <a:pt x="2739" y="3035"/>
                  </a:lnTo>
                  <a:lnTo>
                    <a:pt x="2791" y="3081"/>
                  </a:lnTo>
                  <a:lnTo>
                    <a:pt x="2814" y="3081"/>
                  </a:lnTo>
                  <a:lnTo>
                    <a:pt x="2831" y="2995"/>
                  </a:lnTo>
                  <a:lnTo>
                    <a:pt x="2831" y="2914"/>
                  </a:lnTo>
                  <a:lnTo>
                    <a:pt x="2831" y="2741"/>
                  </a:lnTo>
                  <a:lnTo>
                    <a:pt x="2866" y="2603"/>
                  </a:lnTo>
                  <a:lnTo>
                    <a:pt x="2964" y="2477"/>
                  </a:lnTo>
                  <a:lnTo>
                    <a:pt x="3085" y="2378"/>
                  </a:lnTo>
                  <a:lnTo>
                    <a:pt x="3107" y="2408"/>
                  </a:lnTo>
                  <a:lnTo>
                    <a:pt x="3147" y="2425"/>
                  </a:lnTo>
                  <a:lnTo>
                    <a:pt x="3228" y="2418"/>
                  </a:lnTo>
                  <a:lnTo>
                    <a:pt x="3257" y="2309"/>
                  </a:lnTo>
                  <a:lnTo>
                    <a:pt x="3361" y="2229"/>
                  </a:lnTo>
                  <a:lnTo>
                    <a:pt x="3505" y="2332"/>
                  </a:lnTo>
                  <a:lnTo>
                    <a:pt x="3603" y="2482"/>
                  </a:lnTo>
                  <a:lnTo>
                    <a:pt x="3700" y="2632"/>
                  </a:lnTo>
                  <a:lnTo>
                    <a:pt x="3665" y="2667"/>
                  </a:lnTo>
                  <a:lnTo>
                    <a:pt x="3591" y="2712"/>
                  </a:lnTo>
                  <a:lnTo>
                    <a:pt x="3596" y="2741"/>
                  </a:lnTo>
                  <a:lnTo>
                    <a:pt x="3653" y="2747"/>
                  </a:lnTo>
                  <a:lnTo>
                    <a:pt x="3740" y="2747"/>
                  </a:lnTo>
                  <a:lnTo>
                    <a:pt x="3809" y="2764"/>
                  </a:lnTo>
                  <a:lnTo>
                    <a:pt x="3850" y="2828"/>
                  </a:lnTo>
                  <a:lnTo>
                    <a:pt x="3993" y="2805"/>
                  </a:lnTo>
                  <a:lnTo>
                    <a:pt x="4178" y="2793"/>
                  </a:lnTo>
                  <a:lnTo>
                    <a:pt x="4316" y="2891"/>
                  </a:lnTo>
                  <a:lnTo>
                    <a:pt x="4425" y="2880"/>
                  </a:lnTo>
                  <a:lnTo>
                    <a:pt x="4586" y="2885"/>
                  </a:lnTo>
                  <a:lnTo>
                    <a:pt x="4615" y="2833"/>
                  </a:lnTo>
                  <a:lnTo>
                    <a:pt x="4655" y="2793"/>
                  </a:lnTo>
                  <a:lnTo>
                    <a:pt x="4719" y="2793"/>
                  </a:lnTo>
                  <a:lnTo>
                    <a:pt x="4840" y="2891"/>
                  </a:lnTo>
                  <a:lnTo>
                    <a:pt x="4966" y="2885"/>
                  </a:lnTo>
                  <a:lnTo>
                    <a:pt x="5064" y="2805"/>
                  </a:lnTo>
                  <a:lnTo>
                    <a:pt x="5133" y="2678"/>
                  </a:lnTo>
                  <a:lnTo>
                    <a:pt x="5144" y="2539"/>
                  </a:lnTo>
                  <a:lnTo>
                    <a:pt x="5064" y="2448"/>
                  </a:lnTo>
                  <a:lnTo>
                    <a:pt x="4937" y="2356"/>
                  </a:lnTo>
                  <a:lnTo>
                    <a:pt x="4850" y="2195"/>
                  </a:lnTo>
                  <a:lnTo>
                    <a:pt x="4805" y="2033"/>
                  </a:lnTo>
                  <a:lnTo>
                    <a:pt x="4799" y="1936"/>
                  </a:lnTo>
                  <a:lnTo>
                    <a:pt x="4857" y="1837"/>
                  </a:lnTo>
                  <a:lnTo>
                    <a:pt x="4902" y="1895"/>
                  </a:lnTo>
                  <a:lnTo>
                    <a:pt x="4937" y="1889"/>
                  </a:lnTo>
                  <a:lnTo>
                    <a:pt x="4983" y="1849"/>
                  </a:lnTo>
                  <a:lnTo>
                    <a:pt x="5018" y="1815"/>
                  </a:lnTo>
                  <a:lnTo>
                    <a:pt x="5133" y="1785"/>
                  </a:lnTo>
                  <a:lnTo>
                    <a:pt x="5265" y="1780"/>
                  </a:lnTo>
                  <a:lnTo>
                    <a:pt x="5294" y="1785"/>
                  </a:lnTo>
                  <a:lnTo>
                    <a:pt x="5518" y="1803"/>
                  </a:lnTo>
                  <a:lnTo>
                    <a:pt x="5800" y="1728"/>
                  </a:lnTo>
                  <a:lnTo>
                    <a:pt x="5933" y="1734"/>
                  </a:lnTo>
                  <a:lnTo>
                    <a:pt x="5944" y="1665"/>
                  </a:lnTo>
                  <a:lnTo>
                    <a:pt x="6087" y="1514"/>
                  </a:lnTo>
                  <a:lnTo>
                    <a:pt x="6185" y="1504"/>
                  </a:lnTo>
                  <a:lnTo>
                    <a:pt x="6249" y="1457"/>
                  </a:lnTo>
                  <a:lnTo>
                    <a:pt x="6249" y="1348"/>
                  </a:lnTo>
                  <a:lnTo>
                    <a:pt x="6277" y="1233"/>
                  </a:lnTo>
                  <a:lnTo>
                    <a:pt x="6370" y="1101"/>
                  </a:lnTo>
                  <a:lnTo>
                    <a:pt x="6479" y="980"/>
                  </a:lnTo>
                  <a:lnTo>
                    <a:pt x="6531" y="9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84" name="Freeform 1166">
              <a:extLst>
                <a:ext uri="{FF2B5EF4-FFF2-40B4-BE49-F238E27FC236}">
                  <a16:creationId xmlns:a16="http://schemas.microsoft.com/office/drawing/2014/main" id="{37380C2D-FC8D-4967-6FD0-039D83AD069C}"/>
                </a:ext>
              </a:extLst>
            </p:cNvPr>
            <p:cNvSpPr>
              <a:spLocks/>
            </p:cNvSpPr>
            <p:nvPr/>
          </p:nvSpPr>
          <p:spPr bwMode="auto">
            <a:xfrm>
              <a:off x="3207" y="1999"/>
              <a:ext cx="820" cy="954"/>
            </a:xfrm>
            <a:custGeom>
              <a:avLst/>
              <a:gdLst>
                <a:gd name="T0" fmla="*/ 0 w 8194"/>
                <a:gd name="T1" fmla="*/ 0 h 9541"/>
                <a:gd name="T2" fmla="*/ 0 w 8194"/>
                <a:gd name="T3" fmla="*/ 0 h 9541"/>
                <a:gd name="T4" fmla="*/ 0 w 8194"/>
                <a:gd name="T5" fmla="*/ 0 h 9541"/>
                <a:gd name="T6" fmla="*/ 0 w 8194"/>
                <a:gd name="T7" fmla="*/ 0 h 9541"/>
                <a:gd name="T8" fmla="*/ 0 w 8194"/>
                <a:gd name="T9" fmla="*/ 0 h 9541"/>
                <a:gd name="T10" fmla="*/ 0 w 8194"/>
                <a:gd name="T11" fmla="*/ 0 h 9541"/>
                <a:gd name="T12" fmla="*/ 0 w 8194"/>
                <a:gd name="T13" fmla="*/ 0 h 9541"/>
                <a:gd name="T14" fmla="*/ 0 w 8194"/>
                <a:gd name="T15" fmla="*/ 0 h 9541"/>
                <a:gd name="T16" fmla="*/ 0 w 8194"/>
                <a:gd name="T17" fmla="*/ 0 h 9541"/>
                <a:gd name="T18" fmla="*/ 0 w 8194"/>
                <a:gd name="T19" fmla="*/ 0 h 9541"/>
                <a:gd name="T20" fmla="*/ 0 w 8194"/>
                <a:gd name="T21" fmla="*/ 0 h 9541"/>
                <a:gd name="T22" fmla="*/ 0 w 8194"/>
                <a:gd name="T23" fmla="*/ 0 h 9541"/>
                <a:gd name="T24" fmla="*/ 0 w 8194"/>
                <a:gd name="T25" fmla="*/ 0 h 9541"/>
                <a:gd name="T26" fmla="*/ 0 w 8194"/>
                <a:gd name="T27" fmla="*/ 0 h 9541"/>
                <a:gd name="T28" fmla="*/ 0 w 8194"/>
                <a:gd name="T29" fmla="*/ 0 h 9541"/>
                <a:gd name="T30" fmla="*/ 0 w 8194"/>
                <a:gd name="T31" fmla="*/ 0 h 9541"/>
                <a:gd name="T32" fmla="*/ 0 w 8194"/>
                <a:gd name="T33" fmla="*/ 0 h 9541"/>
                <a:gd name="T34" fmla="*/ 0 w 8194"/>
                <a:gd name="T35" fmla="*/ 0 h 9541"/>
                <a:gd name="T36" fmla="*/ 0 w 8194"/>
                <a:gd name="T37" fmla="*/ 0 h 9541"/>
                <a:gd name="T38" fmla="*/ 0 w 8194"/>
                <a:gd name="T39" fmla="*/ 0 h 9541"/>
                <a:gd name="T40" fmla="*/ 0 w 8194"/>
                <a:gd name="T41" fmla="*/ 0 h 9541"/>
                <a:gd name="T42" fmla="*/ 0 w 8194"/>
                <a:gd name="T43" fmla="*/ 0 h 9541"/>
                <a:gd name="T44" fmla="*/ 0 w 8194"/>
                <a:gd name="T45" fmla="*/ 0 h 9541"/>
                <a:gd name="T46" fmla="*/ 0 w 8194"/>
                <a:gd name="T47" fmla="*/ 0 h 9541"/>
                <a:gd name="T48" fmla="*/ 0 w 8194"/>
                <a:gd name="T49" fmla="*/ 0 h 9541"/>
                <a:gd name="T50" fmla="*/ 0 w 8194"/>
                <a:gd name="T51" fmla="*/ 0 h 9541"/>
                <a:gd name="T52" fmla="*/ 0 w 8194"/>
                <a:gd name="T53" fmla="*/ 0 h 9541"/>
                <a:gd name="T54" fmla="*/ 0 w 8194"/>
                <a:gd name="T55" fmla="*/ 0 h 9541"/>
                <a:gd name="T56" fmla="*/ 0 w 8194"/>
                <a:gd name="T57" fmla="*/ 0 h 9541"/>
                <a:gd name="T58" fmla="*/ 0 w 8194"/>
                <a:gd name="T59" fmla="*/ 0 h 9541"/>
                <a:gd name="T60" fmla="*/ 0 w 8194"/>
                <a:gd name="T61" fmla="*/ 0 h 9541"/>
                <a:gd name="T62" fmla="*/ 0 w 8194"/>
                <a:gd name="T63" fmla="*/ 0 h 9541"/>
                <a:gd name="T64" fmla="*/ 0 w 8194"/>
                <a:gd name="T65" fmla="*/ 0 h 9541"/>
                <a:gd name="T66" fmla="*/ 0 w 8194"/>
                <a:gd name="T67" fmla="*/ 0 h 9541"/>
                <a:gd name="T68" fmla="*/ 0 w 8194"/>
                <a:gd name="T69" fmla="*/ 0 h 9541"/>
                <a:gd name="T70" fmla="*/ 0 w 8194"/>
                <a:gd name="T71" fmla="*/ 0 h 9541"/>
                <a:gd name="T72" fmla="*/ 0 w 8194"/>
                <a:gd name="T73" fmla="*/ 0 h 9541"/>
                <a:gd name="T74" fmla="*/ 0 w 8194"/>
                <a:gd name="T75" fmla="*/ 0 h 9541"/>
                <a:gd name="T76" fmla="*/ 0 w 8194"/>
                <a:gd name="T77" fmla="*/ 0 h 9541"/>
                <a:gd name="T78" fmla="*/ 0 w 8194"/>
                <a:gd name="T79" fmla="*/ 0 h 9541"/>
                <a:gd name="T80" fmla="*/ 0 w 8194"/>
                <a:gd name="T81" fmla="*/ 0 h 9541"/>
                <a:gd name="T82" fmla="*/ 0 w 8194"/>
                <a:gd name="T83" fmla="*/ 0 h 9541"/>
                <a:gd name="T84" fmla="*/ 0 w 8194"/>
                <a:gd name="T85" fmla="*/ 0 h 9541"/>
                <a:gd name="T86" fmla="*/ 0 w 8194"/>
                <a:gd name="T87" fmla="*/ 0 h 9541"/>
                <a:gd name="T88" fmla="*/ 0 w 8194"/>
                <a:gd name="T89" fmla="*/ 0 h 9541"/>
                <a:gd name="T90" fmla="*/ 0 w 8194"/>
                <a:gd name="T91" fmla="*/ 0 h 9541"/>
                <a:gd name="T92" fmla="*/ 0 w 8194"/>
                <a:gd name="T93" fmla="*/ 0 h 9541"/>
                <a:gd name="T94" fmla="*/ 0 w 8194"/>
                <a:gd name="T95" fmla="*/ 0 h 9541"/>
                <a:gd name="T96" fmla="*/ 0 w 8194"/>
                <a:gd name="T97" fmla="*/ 0 h 9541"/>
                <a:gd name="T98" fmla="*/ 0 w 8194"/>
                <a:gd name="T99" fmla="*/ 0 h 9541"/>
                <a:gd name="T100" fmla="*/ 0 w 8194"/>
                <a:gd name="T101" fmla="*/ 0 h 9541"/>
                <a:gd name="T102" fmla="*/ 0 w 8194"/>
                <a:gd name="T103" fmla="*/ 0 h 9541"/>
                <a:gd name="T104" fmla="*/ 0 w 8194"/>
                <a:gd name="T105" fmla="*/ 0 h 9541"/>
                <a:gd name="T106" fmla="*/ 0 w 8194"/>
                <a:gd name="T107" fmla="*/ 0 h 9541"/>
                <a:gd name="T108" fmla="*/ 0 w 8194"/>
                <a:gd name="T109" fmla="*/ 0 h 9541"/>
                <a:gd name="T110" fmla="*/ 0 w 8194"/>
                <a:gd name="T111" fmla="*/ 0 h 9541"/>
                <a:gd name="T112" fmla="*/ 0 w 8194"/>
                <a:gd name="T113" fmla="*/ 0 h 9541"/>
                <a:gd name="T114" fmla="*/ 0 w 8194"/>
                <a:gd name="T115" fmla="*/ 0 h 9541"/>
                <a:gd name="T116" fmla="*/ 0 w 8194"/>
                <a:gd name="T117" fmla="*/ 0 h 95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94" h="9541">
                  <a:moveTo>
                    <a:pt x="6531" y="973"/>
                  </a:moveTo>
                  <a:lnTo>
                    <a:pt x="6548" y="991"/>
                  </a:lnTo>
                  <a:lnTo>
                    <a:pt x="6617" y="980"/>
                  </a:lnTo>
                  <a:lnTo>
                    <a:pt x="6663" y="1032"/>
                  </a:lnTo>
                  <a:lnTo>
                    <a:pt x="6691" y="1083"/>
                  </a:lnTo>
                  <a:lnTo>
                    <a:pt x="6715" y="1112"/>
                  </a:lnTo>
                  <a:lnTo>
                    <a:pt x="6743" y="1112"/>
                  </a:lnTo>
                  <a:lnTo>
                    <a:pt x="6767" y="1014"/>
                  </a:lnTo>
                  <a:lnTo>
                    <a:pt x="6819" y="911"/>
                  </a:lnTo>
                  <a:lnTo>
                    <a:pt x="6893" y="956"/>
                  </a:lnTo>
                  <a:lnTo>
                    <a:pt x="6933" y="951"/>
                  </a:lnTo>
                  <a:lnTo>
                    <a:pt x="6911" y="859"/>
                  </a:lnTo>
                  <a:lnTo>
                    <a:pt x="6956" y="634"/>
                  </a:lnTo>
                  <a:lnTo>
                    <a:pt x="6962" y="491"/>
                  </a:lnTo>
                  <a:lnTo>
                    <a:pt x="6985" y="329"/>
                  </a:lnTo>
                  <a:lnTo>
                    <a:pt x="7059" y="110"/>
                  </a:lnTo>
                  <a:lnTo>
                    <a:pt x="7106" y="41"/>
                  </a:lnTo>
                  <a:lnTo>
                    <a:pt x="7187" y="7"/>
                  </a:lnTo>
                  <a:lnTo>
                    <a:pt x="7308" y="0"/>
                  </a:lnTo>
                  <a:lnTo>
                    <a:pt x="7480" y="52"/>
                  </a:lnTo>
                  <a:lnTo>
                    <a:pt x="7439" y="121"/>
                  </a:lnTo>
                  <a:lnTo>
                    <a:pt x="7469" y="145"/>
                  </a:lnTo>
                  <a:lnTo>
                    <a:pt x="7578" y="180"/>
                  </a:lnTo>
                  <a:lnTo>
                    <a:pt x="7601" y="249"/>
                  </a:lnTo>
                  <a:lnTo>
                    <a:pt x="7612" y="370"/>
                  </a:lnTo>
                  <a:lnTo>
                    <a:pt x="7664" y="461"/>
                  </a:lnTo>
                  <a:lnTo>
                    <a:pt x="7728" y="553"/>
                  </a:lnTo>
                  <a:lnTo>
                    <a:pt x="7785" y="640"/>
                  </a:lnTo>
                  <a:lnTo>
                    <a:pt x="7871" y="657"/>
                  </a:lnTo>
                  <a:lnTo>
                    <a:pt x="7969" y="669"/>
                  </a:lnTo>
                  <a:lnTo>
                    <a:pt x="8038" y="795"/>
                  </a:lnTo>
                  <a:lnTo>
                    <a:pt x="8118" y="911"/>
                  </a:lnTo>
                  <a:lnTo>
                    <a:pt x="8182" y="1032"/>
                  </a:lnTo>
                  <a:lnTo>
                    <a:pt x="8194" y="1227"/>
                  </a:lnTo>
                  <a:lnTo>
                    <a:pt x="7975" y="1146"/>
                  </a:lnTo>
                  <a:lnTo>
                    <a:pt x="7819" y="1204"/>
                  </a:lnTo>
                  <a:lnTo>
                    <a:pt x="7785" y="1360"/>
                  </a:lnTo>
                  <a:lnTo>
                    <a:pt x="7589" y="1590"/>
                  </a:lnTo>
                  <a:lnTo>
                    <a:pt x="7439" y="1872"/>
                  </a:lnTo>
                  <a:lnTo>
                    <a:pt x="7330" y="1929"/>
                  </a:lnTo>
                  <a:lnTo>
                    <a:pt x="7187" y="2050"/>
                  </a:lnTo>
                  <a:lnTo>
                    <a:pt x="7106" y="2275"/>
                  </a:lnTo>
                  <a:lnTo>
                    <a:pt x="7071" y="2321"/>
                  </a:lnTo>
                  <a:lnTo>
                    <a:pt x="6956" y="2482"/>
                  </a:lnTo>
                  <a:lnTo>
                    <a:pt x="6945" y="2649"/>
                  </a:lnTo>
                  <a:lnTo>
                    <a:pt x="7031" y="2719"/>
                  </a:lnTo>
                  <a:lnTo>
                    <a:pt x="7106" y="2816"/>
                  </a:lnTo>
                  <a:lnTo>
                    <a:pt x="7192" y="3260"/>
                  </a:lnTo>
                  <a:lnTo>
                    <a:pt x="7135" y="3702"/>
                  </a:lnTo>
                  <a:lnTo>
                    <a:pt x="7089" y="3772"/>
                  </a:lnTo>
                  <a:lnTo>
                    <a:pt x="7002" y="3818"/>
                  </a:lnTo>
                  <a:lnTo>
                    <a:pt x="6904" y="3853"/>
                  </a:lnTo>
                  <a:lnTo>
                    <a:pt x="6812" y="3904"/>
                  </a:lnTo>
                  <a:lnTo>
                    <a:pt x="6721" y="3985"/>
                  </a:lnTo>
                  <a:lnTo>
                    <a:pt x="6548" y="4031"/>
                  </a:lnTo>
                  <a:lnTo>
                    <a:pt x="6450" y="4100"/>
                  </a:lnTo>
                  <a:lnTo>
                    <a:pt x="6375" y="4198"/>
                  </a:lnTo>
                  <a:lnTo>
                    <a:pt x="6312" y="4313"/>
                  </a:lnTo>
                  <a:lnTo>
                    <a:pt x="6087" y="4566"/>
                  </a:lnTo>
                  <a:lnTo>
                    <a:pt x="5950" y="4687"/>
                  </a:lnTo>
                  <a:lnTo>
                    <a:pt x="5829" y="4757"/>
                  </a:lnTo>
                  <a:lnTo>
                    <a:pt x="5829" y="4831"/>
                  </a:lnTo>
                  <a:lnTo>
                    <a:pt x="5823" y="4923"/>
                  </a:lnTo>
                  <a:lnTo>
                    <a:pt x="5558" y="5119"/>
                  </a:lnTo>
                  <a:lnTo>
                    <a:pt x="5294" y="5258"/>
                  </a:lnTo>
                  <a:lnTo>
                    <a:pt x="4810" y="5372"/>
                  </a:lnTo>
                  <a:lnTo>
                    <a:pt x="4719" y="5430"/>
                  </a:lnTo>
                  <a:lnTo>
                    <a:pt x="4574" y="5655"/>
                  </a:lnTo>
                  <a:lnTo>
                    <a:pt x="4465" y="5752"/>
                  </a:lnTo>
                  <a:lnTo>
                    <a:pt x="4351" y="5781"/>
                  </a:lnTo>
                  <a:lnTo>
                    <a:pt x="4282" y="5833"/>
                  </a:lnTo>
                  <a:lnTo>
                    <a:pt x="4282" y="5948"/>
                  </a:lnTo>
                  <a:lnTo>
                    <a:pt x="4321" y="6069"/>
                  </a:lnTo>
                  <a:lnTo>
                    <a:pt x="4258" y="6150"/>
                  </a:lnTo>
                  <a:lnTo>
                    <a:pt x="4292" y="6501"/>
                  </a:lnTo>
                  <a:lnTo>
                    <a:pt x="4195" y="6535"/>
                  </a:lnTo>
                  <a:lnTo>
                    <a:pt x="4132" y="6432"/>
                  </a:lnTo>
                  <a:lnTo>
                    <a:pt x="4068" y="6432"/>
                  </a:lnTo>
                  <a:lnTo>
                    <a:pt x="4085" y="6466"/>
                  </a:lnTo>
                  <a:lnTo>
                    <a:pt x="4126" y="6553"/>
                  </a:lnTo>
                  <a:lnTo>
                    <a:pt x="4092" y="6685"/>
                  </a:lnTo>
                  <a:lnTo>
                    <a:pt x="4132" y="6846"/>
                  </a:lnTo>
                  <a:lnTo>
                    <a:pt x="4252" y="6910"/>
                  </a:lnTo>
                  <a:lnTo>
                    <a:pt x="4557" y="6950"/>
                  </a:lnTo>
                  <a:lnTo>
                    <a:pt x="5144" y="7515"/>
                  </a:lnTo>
                  <a:lnTo>
                    <a:pt x="5242" y="7548"/>
                  </a:lnTo>
                  <a:lnTo>
                    <a:pt x="5144" y="7831"/>
                  </a:lnTo>
                  <a:lnTo>
                    <a:pt x="5116" y="7929"/>
                  </a:lnTo>
                  <a:lnTo>
                    <a:pt x="5018" y="8032"/>
                  </a:lnTo>
                  <a:lnTo>
                    <a:pt x="4949" y="8084"/>
                  </a:lnTo>
                  <a:lnTo>
                    <a:pt x="4874" y="8119"/>
                  </a:lnTo>
                  <a:lnTo>
                    <a:pt x="4753" y="8142"/>
                  </a:lnTo>
                  <a:lnTo>
                    <a:pt x="4557" y="8182"/>
                  </a:lnTo>
                  <a:lnTo>
                    <a:pt x="4344" y="8200"/>
                  </a:lnTo>
                  <a:lnTo>
                    <a:pt x="4154" y="8269"/>
                  </a:lnTo>
                  <a:lnTo>
                    <a:pt x="4040" y="8321"/>
                  </a:lnTo>
                  <a:lnTo>
                    <a:pt x="3924" y="8407"/>
                  </a:lnTo>
                  <a:lnTo>
                    <a:pt x="3867" y="8447"/>
                  </a:lnTo>
                  <a:lnTo>
                    <a:pt x="3781" y="8585"/>
                  </a:lnTo>
                  <a:lnTo>
                    <a:pt x="3723" y="8625"/>
                  </a:lnTo>
                  <a:lnTo>
                    <a:pt x="3677" y="8654"/>
                  </a:lnTo>
                  <a:lnTo>
                    <a:pt x="3608" y="8741"/>
                  </a:lnTo>
                  <a:lnTo>
                    <a:pt x="3620" y="8832"/>
                  </a:lnTo>
                  <a:lnTo>
                    <a:pt x="3574" y="8879"/>
                  </a:lnTo>
                  <a:lnTo>
                    <a:pt x="3493" y="8960"/>
                  </a:lnTo>
                  <a:lnTo>
                    <a:pt x="3418" y="8943"/>
                  </a:lnTo>
                  <a:lnTo>
                    <a:pt x="3361" y="8977"/>
                  </a:lnTo>
                  <a:lnTo>
                    <a:pt x="3337" y="9064"/>
                  </a:lnTo>
                  <a:lnTo>
                    <a:pt x="3292" y="9144"/>
                  </a:lnTo>
                  <a:lnTo>
                    <a:pt x="3245" y="9213"/>
                  </a:lnTo>
                  <a:lnTo>
                    <a:pt x="3171" y="9259"/>
                  </a:lnTo>
                  <a:lnTo>
                    <a:pt x="2969" y="9236"/>
                  </a:lnTo>
                  <a:lnTo>
                    <a:pt x="2883" y="9178"/>
                  </a:lnTo>
                  <a:lnTo>
                    <a:pt x="2836" y="9092"/>
                  </a:lnTo>
                  <a:lnTo>
                    <a:pt x="2757" y="9190"/>
                  </a:lnTo>
                  <a:lnTo>
                    <a:pt x="2688" y="9225"/>
                  </a:lnTo>
                  <a:lnTo>
                    <a:pt x="2544" y="9276"/>
                  </a:lnTo>
                  <a:lnTo>
                    <a:pt x="2451" y="9368"/>
                  </a:lnTo>
                  <a:lnTo>
                    <a:pt x="2261" y="9190"/>
                  </a:lnTo>
                  <a:lnTo>
                    <a:pt x="2216" y="9254"/>
                  </a:lnTo>
                  <a:lnTo>
                    <a:pt x="1848" y="8953"/>
                  </a:lnTo>
                  <a:lnTo>
                    <a:pt x="1750" y="8953"/>
                  </a:lnTo>
                  <a:lnTo>
                    <a:pt x="1698" y="8971"/>
                  </a:lnTo>
                  <a:lnTo>
                    <a:pt x="1882" y="9126"/>
                  </a:lnTo>
                  <a:lnTo>
                    <a:pt x="1848" y="9173"/>
                  </a:lnTo>
                  <a:lnTo>
                    <a:pt x="1796" y="9207"/>
                  </a:lnTo>
                  <a:lnTo>
                    <a:pt x="1762" y="9213"/>
                  </a:lnTo>
                  <a:lnTo>
                    <a:pt x="1784" y="9287"/>
                  </a:lnTo>
                  <a:lnTo>
                    <a:pt x="1772" y="9328"/>
                  </a:lnTo>
                  <a:lnTo>
                    <a:pt x="1762" y="9356"/>
                  </a:lnTo>
                  <a:lnTo>
                    <a:pt x="1686" y="9403"/>
                  </a:lnTo>
                  <a:lnTo>
                    <a:pt x="1617" y="9477"/>
                  </a:lnTo>
                  <a:lnTo>
                    <a:pt x="1520" y="9541"/>
                  </a:lnTo>
                  <a:lnTo>
                    <a:pt x="1427" y="9536"/>
                  </a:lnTo>
                  <a:lnTo>
                    <a:pt x="1399" y="9489"/>
                  </a:lnTo>
                  <a:lnTo>
                    <a:pt x="1439" y="9408"/>
                  </a:lnTo>
                  <a:lnTo>
                    <a:pt x="1589" y="9328"/>
                  </a:lnTo>
                  <a:lnTo>
                    <a:pt x="1606" y="9236"/>
                  </a:lnTo>
                  <a:lnTo>
                    <a:pt x="1542" y="9173"/>
                  </a:lnTo>
                  <a:lnTo>
                    <a:pt x="1479" y="9173"/>
                  </a:lnTo>
                  <a:lnTo>
                    <a:pt x="1439" y="9219"/>
                  </a:lnTo>
                  <a:lnTo>
                    <a:pt x="1410" y="9270"/>
                  </a:lnTo>
                  <a:lnTo>
                    <a:pt x="1358" y="9304"/>
                  </a:lnTo>
                  <a:lnTo>
                    <a:pt x="1318" y="9299"/>
                  </a:lnTo>
                  <a:lnTo>
                    <a:pt x="1306" y="9207"/>
                  </a:lnTo>
                  <a:lnTo>
                    <a:pt x="1295" y="9190"/>
                  </a:lnTo>
                  <a:lnTo>
                    <a:pt x="1244" y="9294"/>
                  </a:lnTo>
                  <a:lnTo>
                    <a:pt x="1140" y="9311"/>
                  </a:lnTo>
                  <a:lnTo>
                    <a:pt x="1024" y="9254"/>
                  </a:lnTo>
                  <a:lnTo>
                    <a:pt x="893" y="9161"/>
                  </a:lnTo>
                  <a:lnTo>
                    <a:pt x="996" y="9092"/>
                  </a:lnTo>
                  <a:lnTo>
                    <a:pt x="1065" y="9109"/>
                  </a:lnTo>
                  <a:lnTo>
                    <a:pt x="1059" y="9023"/>
                  </a:lnTo>
                  <a:lnTo>
                    <a:pt x="1180" y="9000"/>
                  </a:lnTo>
                  <a:lnTo>
                    <a:pt x="1283" y="8994"/>
                  </a:lnTo>
                  <a:lnTo>
                    <a:pt x="1278" y="8948"/>
                  </a:lnTo>
                  <a:lnTo>
                    <a:pt x="1254" y="8925"/>
                  </a:lnTo>
                  <a:lnTo>
                    <a:pt x="1042" y="8931"/>
                  </a:lnTo>
                  <a:lnTo>
                    <a:pt x="817" y="8874"/>
                  </a:lnTo>
                  <a:lnTo>
                    <a:pt x="765" y="8856"/>
                  </a:lnTo>
                  <a:lnTo>
                    <a:pt x="731" y="8862"/>
                  </a:lnTo>
                  <a:lnTo>
                    <a:pt x="565" y="8913"/>
                  </a:lnTo>
                  <a:lnTo>
                    <a:pt x="501" y="8862"/>
                  </a:lnTo>
                  <a:lnTo>
                    <a:pt x="513" y="8798"/>
                  </a:lnTo>
                  <a:lnTo>
                    <a:pt x="536" y="8763"/>
                  </a:lnTo>
                  <a:lnTo>
                    <a:pt x="570" y="8723"/>
                  </a:lnTo>
                  <a:lnTo>
                    <a:pt x="691" y="8689"/>
                  </a:lnTo>
                  <a:lnTo>
                    <a:pt x="795" y="8677"/>
                  </a:lnTo>
                  <a:lnTo>
                    <a:pt x="800" y="8614"/>
                  </a:lnTo>
                  <a:lnTo>
                    <a:pt x="748" y="8551"/>
                  </a:lnTo>
                  <a:lnTo>
                    <a:pt x="760" y="8430"/>
                  </a:lnTo>
                  <a:lnTo>
                    <a:pt x="910" y="8200"/>
                  </a:lnTo>
                  <a:lnTo>
                    <a:pt x="904" y="8061"/>
                  </a:lnTo>
                  <a:lnTo>
                    <a:pt x="996" y="7980"/>
                  </a:lnTo>
                  <a:lnTo>
                    <a:pt x="1065" y="7940"/>
                  </a:lnTo>
                  <a:lnTo>
                    <a:pt x="1157" y="7900"/>
                  </a:lnTo>
                  <a:lnTo>
                    <a:pt x="1249" y="7825"/>
                  </a:lnTo>
                  <a:lnTo>
                    <a:pt x="1065" y="7641"/>
                  </a:lnTo>
                  <a:lnTo>
                    <a:pt x="1065" y="7572"/>
                  </a:lnTo>
                  <a:lnTo>
                    <a:pt x="1105" y="7520"/>
                  </a:lnTo>
                  <a:lnTo>
                    <a:pt x="1123" y="7463"/>
                  </a:lnTo>
                  <a:lnTo>
                    <a:pt x="1093" y="7417"/>
                  </a:lnTo>
                  <a:lnTo>
                    <a:pt x="1214" y="7249"/>
                  </a:lnTo>
                  <a:lnTo>
                    <a:pt x="1295" y="7054"/>
                  </a:lnTo>
                  <a:lnTo>
                    <a:pt x="1427" y="6772"/>
                  </a:lnTo>
                  <a:lnTo>
                    <a:pt x="1433" y="6645"/>
                  </a:lnTo>
                  <a:lnTo>
                    <a:pt x="1404" y="6645"/>
                  </a:lnTo>
                  <a:lnTo>
                    <a:pt x="1370" y="6604"/>
                  </a:lnTo>
                  <a:lnTo>
                    <a:pt x="1364" y="6461"/>
                  </a:lnTo>
                  <a:lnTo>
                    <a:pt x="1382" y="6409"/>
                  </a:lnTo>
                  <a:lnTo>
                    <a:pt x="1364" y="6323"/>
                  </a:lnTo>
                  <a:lnTo>
                    <a:pt x="1301" y="6317"/>
                  </a:lnTo>
                  <a:lnTo>
                    <a:pt x="1100" y="6259"/>
                  </a:lnTo>
                  <a:lnTo>
                    <a:pt x="708" y="6051"/>
                  </a:lnTo>
                  <a:lnTo>
                    <a:pt x="536" y="6000"/>
                  </a:lnTo>
                  <a:lnTo>
                    <a:pt x="536" y="6144"/>
                  </a:lnTo>
                  <a:lnTo>
                    <a:pt x="484" y="6224"/>
                  </a:lnTo>
                  <a:lnTo>
                    <a:pt x="437" y="6248"/>
                  </a:lnTo>
                  <a:lnTo>
                    <a:pt x="369" y="6202"/>
                  </a:lnTo>
                  <a:lnTo>
                    <a:pt x="404" y="6127"/>
                  </a:lnTo>
                  <a:lnTo>
                    <a:pt x="404" y="6058"/>
                  </a:lnTo>
                  <a:lnTo>
                    <a:pt x="375" y="6051"/>
                  </a:lnTo>
                  <a:lnTo>
                    <a:pt x="311" y="6012"/>
                  </a:lnTo>
                  <a:lnTo>
                    <a:pt x="306" y="5896"/>
                  </a:lnTo>
                  <a:lnTo>
                    <a:pt x="283" y="5833"/>
                  </a:lnTo>
                  <a:lnTo>
                    <a:pt x="202" y="5833"/>
                  </a:lnTo>
                  <a:lnTo>
                    <a:pt x="128" y="5833"/>
                  </a:lnTo>
                  <a:lnTo>
                    <a:pt x="47" y="5821"/>
                  </a:lnTo>
                  <a:lnTo>
                    <a:pt x="0" y="5724"/>
                  </a:lnTo>
                  <a:lnTo>
                    <a:pt x="35" y="5551"/>
                  </a:lnTo>
                  <a:lnTo>
                    <a:pt x="104" y="5407"/>
                  </a:lnTo>
                  <a:lnTo>
                    <a:pt x="207" y="5275"/>
                  </a:lnTo>
                  <a:lnTo>
                    <a:pt x="294" y="5165"/>
                  </a:lnTo>
                  <a:lnTo>
                    <a:pt x="294" y="5125"/>
                  </a:lnTo>
                  <a:lnTo>
                    <a:pt x="242" y="5148"/>
                  </a:lnTo>
                  <a:lnTo>
                    <a:pt x="190" y="5038"/>
                  </a:lnTo>
                  <a:lnTo>
                    <a:pt x="225" y="4992"/>
                  </a:lnTo>
                  <a:lnTo>
                    <a:pt x="387" y="4952"/>
                  </a:lnTo>
                  <a:lnTo>
                    <a:pt x="478" y="4843"/>
                  </a:lnTo>
                  <a:lnTo>
                    <a:pt x="553" y="4710"/>
                  </a:lnTo>
                  <a:lnTo>
                    <a:pt x="668" y="4613"/>
                  </a:lnTo>
                  <a:lnTo>
                    <a:pt x="714" y="4613"/>
                  </a:lnTo>
                  <a:lnTo>
                    <a:pt x="772" y="4670"/>
                  </a:lnTo>
                  <a:lnTo>
                    <a:pt x="795" y="4670"/>
                  </a:lnTo>
                  <a:lnTo>
                    <a:pt x="869" y="4561"/>
                  </a:lnTo>
                  <a:lnTo>
                    <a:pt x="945" y="4463"/>
                  </a:lnTo>
                  <a:lnTo>
                    <a:pt x="1059" y="4394"/>
                  </a:lnTo>
                  <a:lnTo>
                    <a:pt x="1174" y="4365"/>
                  </a:lnTo>
                  <a:lnTo>
                    <a:pt x="1439" y="4261"/>
                  </a:lnTo>
                  <a:lnTo>
                    <a:pt x="1658" y="4100"/>
                  </a:lnTo>
                  <a:lnTo>
                    <a:pt x="2060" y="3835"/>
                  </a:lnTo>
                  <a:lnTo>
                    <a:pt x="2330" y="3611"/>
                  </a:lnTo>
                  <a:lnTo>
                    <a:pt x="2561" y="3340"/>
                  </a:lnTo>
                  <a:lnTo>
                    <a:pt x="2636" y="3173"/>
                  </a:lnTo>
                  <a:lnTo>
                    <a:pt x="2739" y="3035"/>
                  </a:lnTo>
                  <a:lnTo>
                    <a:pt x="2791" y="3081"/>
                  </a:lnTo>
                  <a:lnTo>
                    <a:pt x="2814" y="3081"/>
                  </a:lnTo>
                  <a:lnTo>
                    <a:pt x="2831" y="2995"/>
                  </a:lnTo>
                  <a:lnTo>
                    <a:pt x="2831" y="2914"/>
                  </a:lnTo>
                  <a:lnTo>
                    <a:pt x="2831" y="2741"/>
                  </a:lnTo>
                  <a:lnTo>
                    <a:pt x="2866" y="2603"/>
                  </a:lnTo>
                  <a:lnTo>
                    <a:pt x="2964" y="2477"/>
                  </a:lnTo>
                  <a:lnTo>
                    <a:pt x="3085" y="2378"/>
                  </a:lnTo>
                  <a:lnTo>
                    <a:pt x="3107" y="2408"/>
                  </a:lnTo>
                  <a:lnTo>
                    <a:pt x="3147" y="2425"/>
                  </a:lnTo>
                  <a:lnTo>
                    <a:pt x="3228" y="2418"/>
                  </a:lnTo>
                  <a:lnTo>
                    <a:pt x="3257" y="2309"/>
                  </a:lnTo>
                  <a:lnTo>
                    <a:pt x="3361" y="2229"/>
                  </a:lnTo>
                  <a:lnTo>
                    <a:pt x="3505" y="2332"/>
                  </a:lnTo>
                  <a:lnTo>
                    <a:pt x="3603" y="2482"/>
                  </a:lnTo>
                  <a:lnTo>
                    <a:pt x="3700" y="2632"/>
                  </a:lnTo>
                  <a:lnTo>
                    <a:pt x="3665" y="2667"/>
                  </a:lnTo>
                  <a:lnTo>
                    <a:pt x="3591" y="2712"/>
                  </a:lnTo>
                  <a:lnTo>
                    <a:pt x="3596" y="2741"/>
                  </a:lnTo>
                  <a:lnTo>
                    <a:pt x="3653" y="2747"/>
                  </a:lnTo>
                  <a:lnTo>
                    <a:pt x="3740" y="2747"/>
                  </a:lnTo>
                  <a:lnTo>
                    <a:pt x="3809" y="2764"/>
                  </a:lnTo>
                  <a:lnTo>
                    <a:pt x="3850" y="2828"/>
                  </a:lnTo>
                  <a:lnTo>
                    <a:pt x="3993" y="2805"/>
                  </a:lnTo>
                  <a:lnTo>
                    <a:pt x="4178" y="2793"/>
                  </a:lnTo>
                  <a:lnTo>
                    <a:pt x="4316" y="2891"/>
                  </a:lnTo>
                  <a:lnTo>
                    <a:pt x="4425" y="2880"/>
                  </a:lnTo>
                  <a:lnTo>
                    <a:pt x="4586" y="2885"/>
                  </a:lnTo>
                  <a:lnTo>
                    <a:pt x="4615" y="2833"/>
                  </a:lnTo>
                  <a:lnTo>
                    <a:pt x="4655" y="2793"/>
                  </a:lnTo>
                  <a:lnTo>
                    <a:pt x="4719" y="2793"/>
                  </a:lnTo>
                  <a:lnTo>
                    <a:pt x="4840" y="2891"/>
                  </a:lnTo>
                  <a:lnTo>
                    <a:pt x="4966" y="2885"/>
                  </a:lnTo>
                  <a:lnTo>
                    <a:pt x="5064" y="2805"/>
                  </a:lnTo>
                  <a:lnTo>
                    <a:pt x="5133" y="2678"/>
                  </a:lnTo>
                  <a:lnTo>
                    <a:pt x="5144" y="2539"/>
                  </a:lnTo>
                  <a:lnTo>
                    <a:pt x="5064" y="2448"/>
                  </a:lnTo>
                  <a:lnTo>
                    <a:pt x="4937" y="2356"/>
                  </a:lnTo>
                  <a:lnTo>
                    <a:pt x="4850" y="2195"/>
                  </a:lnTo>
                  <a:lnTo>
                    <a:pt x="4805" y="2033"/>
                  </a:lnTo>
                  <a:lnTo>
                    <a:pt x="4799" y="1936"/>
                  </a:lnTo>
                  <a:lnTo>
                    <a:pt x="4857" y="1837"/>
                  </a:lnTo>
                  <a:lnTo>
                    <a:pt x="4902" y="1895"/>
                  </a:lnTo>
                  <a:lnTo>
                    <a:pt x="4937" y="1889"/>
                  </a:lnTo>
                  <a:lnTo>
                    <a:pt x="4983" y="1849"/>
                  </a:lnTo>
                  <a:lnTo>
                    <a:pt x="5018" y="1815"/>
                  </a:lnTo>
                  <a:lnTo>
                    <a:pt x="5133" y="1785"/>
                  </a:lnTo>
                  <a:lnTo>
                    <a:pt x="5265" y="1780"/>
                  </a:lnTo>
                  <a:lnTo>
                    <a:pt x="5294" y="1785"/>
                  </a:lnTo>
                  <a:lnTo>
                    <a:pt x="5518" y="1803"/>
                  </a:lnTo>
                  <a:lnTo>
                    <a:pt x="5800" y="1728"/>
                  </a:lnTo>
                  <a:lnTo>
                    <a:pt x="5933" y="1734"/>
                  </a:lnTo>
                  <a:lnTo>
                    <a:pt x="5944" y="1665"/>
                  </a:lnTo>
                  <a:lnTo>
                    <a:pt x="6087" y="1514"/>
                  </a:lnTo>
                  <a:lnTo>
                    <a:pt x="6185" y="1504"/>
                  </a:lnTo>
                  <a:lnTo>
                    <a:pt x="6249" y="1457"/>
                  </a:lnTo>
                  <a:lnTo>
                    <a:pt x="6249" y="1348"/>
                  </a:lnTo>
                  <a:lnTo>
                    <a:pt x="6277" y="1233"/>
                  </a:lnTo>
                  <a:lnTo>
                    <a:pt x="6370" y="1101"/>
                  </a:lnTo>
                  <a:lnTo>
                    <a:pt x="6479" y="980"/>
                  </a:lnTo>
                  <a:lnTo>
                    <a:pt x="6531" y="973"/>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85" name="Freeform 1167">
              <a:extLst>
                <a:ext uri="{FF2B5EF4-FFF2-40B4-BE49-F238E27FC236}">
                  <a16:creationId xmlns:a16="http://schemas.microsoft.com/office/drawing/2014/main" id="{42BB35A9-869D-B5BA-D496-D52E0EBA20F1}"/>
                </a:ext>
              </a:extLst>
            </p:cNvPr>
            <p:cNvSpPr>
              <a:spLocks/>
            </p:cNvSpPr>
            <p:nvPr/>
          </p:nvSpPr>
          <p:spPr bwMode="auto">
            <a:xfrm>
              <a:off x="3483" y="2929"/>
              <a:ext cx="25" cy="42"/>
            </a:xfrm>
            <a:custGeom>
              <a:avLst/>
              <a:gdLst>
                <a:gd name="T0" fmla="*/ 0 w 252"/>
                <a:gd name="T1" fmla="*/ 0 h 415"/>
                <a:gd name="T2" fmla="*/ 0 w 252"/>
                <a:gd name="T3" fmla="*/ 0 h 415"/>
                <a:gd name="T4" fmla="*/ 0 w 252"/>
                <a:gd name="T5" fmla="*/ 0 h 415"/>
                <a:gd name="T6" fmla="*/ 0 w 252"/>
                <a:gd name="T7" fmla="*/ 0 h 415"/>
                <a:gd name="T8" fmla="*/ 0 w 252"/>
                <a:gd name="T9" fmla="*/ 0 h 415"/>
                <a:gd name="T10" fmla="*/ 0 w 252"/>
                <a:gd name="T11" fmla="*/ 0 h 415"/>
                <a:gd name="T12" fmla="*/ 0 w 252"/>
                <a:gd name="T13" fmla="*/ 0 h 415"/>
                <a:gd name="T14" fmla="*/ 0 w 252"/>
                <a:gd name="T15" fmla="*/ 0 h 415"/>
                <a:gd name="T16" fmla="*/ 0 w 252"/>
                <a:gd name="T17" fmla="*/ 0 h 415"/>
                <a:gd name="T18" fmla="*/ 0 w 252"/>
                <a:gd name="T19" fmla="*/ 0 h 4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2" h="415">
                  <a:moveTo>
                    <a:pt x="63" y="0"/>
                  </a:moveTo>
                  <a:lnTo>
                    <a:pt x="0" y="46"/>
                  </a:lnTo>
                  <a:lnTo>
                    <a:pt x="0" y="156"/>
                  </a:lnTo>
                  <a:lnTo>
                    <a:pt x="29" y="299"/>
                  </a:lnTo>
                  <a:lnTo>
                    <a:pt x="63" y="415"/>
                  </a:lnTo>
                  <a:lnTo>
                    <a:pt x="143" y="397"/>
                  </a:lnTo>
                  <a:lnTo>
                    <a:pt x="212" y="277"/>
                  </a:lnTo>
                  <a:lnTo>
                    <a:pt x="252" y="104"/>
                  </a:lnTo>
                  <a:lnTo>
                    <a:pt x="172" y="29"/>
                  </a:lnTo>
                  <a:lnTo>
                    <a:pt x="6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86" name="Freeform 1168">
              <a:extLst>
                <a:ext uri="{FF2B5EF4-FFF2-40B4-BE49-F238E27FC236}">
                  <a16:creationId xmlns:a16="http://schemas.microsoft.com/office/drawing/2014/main" id="{741C9460-07EB-3D27-068A-80DD9E2A1B05}"/>
                </a:ext>
              </a:extLst>
            </p:cNvPr>
            <p:cNvSpPr>
              <a:spLocks/>
            </p:cNvSpPr>
            <p:nvPr/>
          </p:nvSpPr>
          <p:spPr bwMode="auto">
            <a:xfrm>
              <a:off x="3483" y="2929"/>
              <a:ext cx="25" cy="42"/>
            </a:xfrm>
            <a:custGeom>
              <a:avLst/>
              <a:gdLst>
                <a:gd name="T0" fmla="*/ 0 w 252"/>
                <a:gd name="T1" fmla="*/ 0 h 415"/>
                <a:gd name="T2" fmla="*/ 0 w 252"/>
                <a:gd name="T3" fmla="*/ 0 h 415"/>
                <a:gd name="T4" fmla="*/ 0 w 252"/>
                <a:gd name="T5" fmla="*/ 0 h 415"/>
                <a:gd name="T6" fmla="*/ 0 w 252"/>
                <a:gd name="T7" fmla="*/ 0 h 415"/>
                <a:gd name="T8" fmla="*/ 0 w 252"/>
                <a:gd name="T9" fmla="*/ 0 h 415"/>
                <a:gd name="T10" fmla="*/ 0 w 252"/>
                <a:gd name="T11" fmla="*/ 0 h 415"/>
                <a:gd name="T12" fmla="*/ 0 w 252"/>
                <a:gd name="T13" fmla="*/ 0 h 415"/>
                <a:gd name="T14" fmla="*/ 0 w 252"/>
                <a:gd name="T15" fmla="*/ 0 h 415"/>
                <a:gd name="T16" fmla="*/ 0 w 252"/>
                <a:gd name="T17" fmla="*/ 0 h 415"/>
                <a:gd name="T18" fmla="*/ 0 w 252"/>
                <a:gd name="T19" fmla="*/ 0 h 4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2" h="415">
                  <a:moveTo>
                    <a:pt x="63" y="0"/>
                  </a:moveTo>
                  <a:lnTo>
                    <a:pt x="0" y="46"/>
                  </a:lnTo>
                  <a:lnTo>
                    <a:pt x="0" y="156"/>
                  </a:lnTo>
                  <a:lnTo>
                    <a:pt x="29" y="299"/>
                  </a:lnTo>
                  <a:lnTo>
                    <a:pt x="63" y="415"/>
                  </a:lnTo>
                  <a:lnTo>
                    <a:pt x="143" y="397"/>
                  </a:lnTo>
                  <a:lnTo>
                    <a:pt x="212" y="277"/>
                  </a:lnTo>
                  <a:lnTo>
                    <a:pt x="252" y="104"/>
                  </a:lnTo>
                  <a:lnTo>
                    <a:pt x="172" y="29"/>
                  </a:lnTo>
                  <a:lnTo>
                    <a:pt x="63" y="0"/>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87" name="Freeform 1169">
              <a:extLst>
                <a:ext uri="{FF2B5EF4-FFF2-40B4-BE49-F238E27FC236}">
                  <a16:creationId xmlns:a16="http://schemas.microsoft.com/office/drawing/2014/main" id="{51DEF0D9-7A56-4132-6949-1F92BBF6ACD9}"/>
                </a:ext>
              </a:extLst>
            </p:cNvPr>
            <p:cNvSpPr>
              <a:spLocks/>
            </p:cNvSpPr>
            <p:nvPr/>
          </p:nvSpPr>
          <p:spPr bwMode="auto">
            <a:xfrm>
              <a:off x="3707" y="3429"/>
              <a:ext cx="61" cy="37"/>
            </a:xfrm>
            <a:custGeom>
              <a:avLst/>
              <a:gdLst>
                <a:gd name="T0" fmla="*/ 0 w 610"/>
                <a:gd name="T1" fmla="*/ 0 h 369"/>
                <a:gd name="T2" fmla="*/ 0 w 610"/>
                <a:gd name="T3" fmla="*/ 0 h 369"/>
                <a:gd name="T4" fmla="*/ 0 w 610"/>
                <a:gd name="T5" fmla="*/ 0 h 369"/>
                <a:gd name="T6" fmla="*/ 0 w 610"/>
                <a:gd name="T7" fmla="*/ 0 h 369"/>
                <a:gd name="T8" fmla="*/ 0 w 610"/>
                <a:gd name="T9" fmla="*/ 0 h 369"/>
                <a:gd name="T10" fmla="*/ 0 w 610"/>
                <a:gd name="T11" fmla="*/ 0 h 369"/>
                <a:gd name="T12" fmla="*/ 0 w 610"/>
                <a:gd name="T13" fmla="*/ 0 h 369"/>
                <a:gd name="T14" fmla="*/ 0 w 610"/>
                <a:gd name="T15" fmla="*/ 0 h 369"/>
                <a:gd name="T16" fmla="*/ 0 w 610"/>
                <a:gd name="T17" fmla="*/ 0 h 369"/>
                <a:gd name="T18" fmla="*/ 0 w 610"/>
                <a:gd name="T19" fmla="*/ 0 h 369"/>
                <a:gd name="T20" fmla="*/ 0 w 610"/>
                <a:gd name="T21" fmla="*/ 0 h 369"/>
                <a:gd name="T22" fmla="*/ 0 w 610"/>
                <a:gd name="T23" fmla="*/ 0 h 369"/>
                <a:gd name="T24" fmla="*/ 0 w 610"/>
                <a:gd name="T25" fmla="*/ 0 h 369"/>
                <a:gd name="T26" fmla="*/ 0 w 610"/>
                <a:gd name="T27" fmla="*/ 0 h 369"/>
                <a:gd name="T28" fmla="*/ 0 w 610"/>
                <a:gd name="T29" fmla="*/ 0 h 369"/>
                <a:gd name="T30" fmla="*/ 0 w 610"/>
                <a:gd name="T31" fmla="*/ 0 h 369"/>
                <a:gd name="T32" fmla="*/ 0 w 610"/>
                <a:gd name="T33" fmla="*/ 0 h 369"/>
                <a:gd name="T34" fmla="*/ 0 w 610"/>
                <a:gd name="T35" fmla="*/ 0 h 369"/>
                <a:gd name="T36" fmla="*/ 0 w 610"/>
                <a:gd name="T37" fmla="*/ 0 h 369"/>
                <a:gd name="T38" fmla="*/ 0 w 610"/>
                <a:gd name="T39" fmla="*/ 0 h 369"/>
                <a:gd name="T40" fmla="*/ 0 w 610"/>
                <a:gd name="T41" fmla="*/ 0 h 369"/>
                <a:gd name="T42" fmla="*/ 0 w 610"/>
                <a:gd name="T43" fmla="*/ 0 h 369"/>
                <a:gd name="T44" fmla="*/ 0 w 610"/>
                <a:gd name="T45" fmla="*/ 0 h 369"/>
                <a:gd name="T46" fmla="*/ 0 w 610"/>
                <a:gd name="T47" fmla="*/ 0 h 369"/>
                <a:gd name="T48" fmla="*/ 0 w 610"/>
                <a:gd name="T49" fmla="*/ 0 h 3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0" h="369">
                  <a:moveTo>
                    <a:pt x="127" y="109"/>
                  </a:moveTo>
                  <a:lnTo>
                    <a:pt x="116" y="69"/>
                  </a:lnTo>
                  <a:lnTo>
                    <a:pt x="81" y="0"/>
                  </a:lnTo>
                  <a:lnTo>
                    <a:pt x="6" y="80"/>
                  </a:lnTo>
                  <a:lnTo>
                    <a:pt x="0" y="184"/>
                  </a:lnTo>
                  <a:lnTo>
                    <a:pt x="40" y="265"/>
                  </a:lnTo>
                  <a:lnTo>
                    <a:pt x="99" y="369"/>
                  </a:lnTo>
                  <a:lnTo>
                    <a:pt x="168" y="317"/>
                  </a:lnTo>
                  <a:lnTo>
                    <a:pt x="247" y="357"/>
                  </a:lnTo>
                  <a:lnTo>
                    <a:pt x="311" y="362"/>
                  </a:lnTo>
                  <a:lnTo>
                    <a:pt x="426" y="369"/>
                  </a:lnTo>
                  <a:lnTo>
                    <a:pt x="455" y="334"/>
                  </a:lnTo>
                  <a:lnTo>
                    <a:pt x="467" y="293"/>
                  </a:lnTo>
                  <a:lnTo>
                    <a:pt x="518" y="305"/>
                  </a:lnTo>
                  <a:lnTo>
                    <a:pt x="570" y="276"/>
                  </a:lnTo>
                  <a:lnTo>
                    <a:pt x="553" y="213"/>
                  </a:lnTo>
                  <a:lnTo>
                    <a:pt x="610" y="167"/>
                  </a:lnTo>
                  <a:lnTo>
                    <a:pt x="598" y="104"/>
                  </a:lnTo>
                  <a:lnTo>
                    <a:pt x="536" y="80"/>
                  </a:lnTo>
                  <a:lnTo>
                    <a:pt x="351" y="69"/>
                  </a:lnTo>
                  <a:lnTo>
                    <a:pt x="299" y="69"/>
                  </a:lnTo>
                  <a:lnTo>
                    <a:pt x="287" y="115"/>
                  </a:lnTo>
                  <a:lnTo>
                    <a:pt x="397" y="190"/>
                  </a:lnTo>
                  <a:lnTo>
                    <a:pt x="237" y="178"/>
                  </a:lnTo>
                  <a:lnTo>
                    <a:pt x="127"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88" name="Freeform 1170">
              <a:extLst>
                <a:ext uri="{FF2B5EF4-FFF2-40B4-BE49-F238E27FC236}">
                  <a16:creationId xmlns:a16="http://schemas.microsoft.com/office/drawing/2014/main" id="{3EE63B36-C637-472F-1DC7-17A567A248EC}"/>
                </a:ext>
              </a:extLst>
            </p:cNvPr>
            <p:cNvSpPr>
              <a:spLocks/>
            </p:cNvSpPr>
            <p:nvPr/>
          </p:nvSpPr>
          <p:spPr bwMode="auto">
            <a:xfrm>
              <a:off x="3707" y="3429"/>
              <a:ext cx="61" cy="37"/>
            </a:xfrm>
            <a:custGeom>
              <a:avLst/>
              <a:gdLst>
                <a:gd name="T0" fmla="*/ 0 w 610"/>
                <a:gd name="T1" fmla="*/ 0 h 369"/>
                <a:gd name="T2" fmla="*/ 0 w 610"/>
                <a:gd name="T3" fmla="*/ 0 h 369"/>
                <a:gd name="T4" fmla="*/ 0 w 610"/>
                <a:gd name="T5" fmla="*/ 0 h 369"/>
                <a:gd name="T6" fmla="*/ 0 w 610"/>
                <a:gd name="T7" fmla="*/ 0 h 369"/>
                <a:gd name="T8" fmla="*/ 0 w 610"/>
                <a:gd name="T9" fmla="*/ 0 h 369"/>
                <a:gd name="T10" fmla="*/ 0 w 610"/>
                <a:gd name="T11" fmla="*/ 0 h 369"/>
                <a:gd name="T12" fmla="*/ 0 w 610"/>
                <a:gd name="T13" fmla="*/ 0 h 369"/>
                <a:gd name="T14" fmla="*/ 0 w 610"/>
                <a:gd name="T15" fmla="*/ 0 h 369"/>
                <a:gd name="T16" fmla="*/ 0 w 610"/>
                <a:gd name="T17" fmla="*/ 0 h 369"/>
                <a:gd name="T18" fmla="*/ 0 w 610"/>
                <a:gd name="T19" fmla="*/ 0 h 369"/>
                <a:gd name="T20" fmla="*/ 0 w 610"/>
                <a:gd name="T21" fmla="*/ 0 h 369"/>
                <a:gd name="T22" fmla="*/ 0 w 610"/>
                <a:gd name="T23" fmla="*/ 0 h 369"/>
                <a:gd name="T24" fmla="*/ 0 w 610"/>
                <a:gd name="T25" fmla="*/ 0 h 369"/>
                <a:gd name="T26" fmla="*/ 0 w 610"/>
                <a:gd name="T27" fmla="*/ 0 h 369"/>
                <a:gd name="T28" fmla="*/ 0 w 610"/>
                <a:gd name="T29" fmla="*/ 0 h 369"/>
                <a:gd name="T30" fmla="*/ 0 w 610"/>
                <a:gd name="T31" fmla="*/ 0 h 369"/>
                <a:gd name="T32" fmla="*/ 0 w 610"/>
                <a:gd name="T33" fmla="*/ 0 h 369"/>
                <a:gd name="T34" fmla="*/ 0 w 610"/>
                <a:gd name="T35" fmla="*/ 0 h 369"/>
                <a:gd name="T36" fmla="*/ 0 w 610"/>
                <a:gd name="T37" fmla="*/ 0 h 369"/>
                <a:gd name="T38" fmla="*/ 0 w 610"/>
                <a:gd name="T39" fmla="*/ 0 h 369"/>
                <a:gd name="T40" fmla="*/ 0 w 610"/>
                <a:gd name="T41" fmla="*/ 0 h 369"/>
                <a:gd name="T42" fmla="*/ 0 w 610"/>
                <a:gd name="T43" fmla="*/ 0 h 369"/>
                <a:gd name="T44" fmla="*/ 0 w 610"/>
                <a:gd name="T45" fmla="*/ 0 h 369"/>
                <a:gd name="T46" fmla="*/ 0 w 610"/>
                <a:gd name="T47" fmla="*/ 0 h 369"/>
                <a:gd name="T48" fmla="*/ 0 w 610"/>
                <a:gd name="T49" fmla="*/ 0 h 3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0" h="369">
                  <a:moveTo>
                    <a:pt x="127" y="109"/>
                  </a:moveTo>
                  <a:lnTo>
                    <a:pt x="116" y="69"/>
                  </a:lnTo>
                  <a:lnTo>
                    <a:pt x="81" y="0"/>
                  </a:lnTo>
                  <a:lnTo>
                    <a:pt x="6" y="80"/>
                  </a:lnTo>
                  <a:lnTo>
                    <a:pt x="0" y="184"/>
                  </a:lnTo>
                  <a:lnTo>
                    <a:pt x="40" y="265"/>
                  </a:lnTo>
                  <a:lnTo>
                    <a:pt x="99" y="369"/>
                  </a:lnTo>
                  <a:lnTo>
                    <a:pt x="168" y="317"/>
                  </a:lnTo>
                  <a:lnTo>
                    <a:pt x="247" y="357"/>
                  </a:lnTo>
                  <a:lnTo>
                    <a:pt x="311" y="362"/>
                  </a:lnTo>
                  <a:lnTo>
                    <a:pt x="426" y="369"/>
                  </a:lnTo>
                  <a:lnTo>
                    <a:pt x="455" y="334"/>
                  </a:lnTo>
                  <a:lnTo>
                    <a:pt x="467" y="293"/>
                  </a:lnTo>
                  <a:lnTo>
                    <a:pt x="518" y="305"/>
                  </a:lnTo>
                  <a:lnTo>
                    <a:pt x="570" y="276"/>
                  </a:lnTo>
                  <a:lnTo>
                    <a:pt x="553" y="213"/>
                  </a:lnTo>
                  <a:lnTo>
                    <a:pt x="610" y="167"/>
                  </a:lnTo>
                  <a:lnTo>
                    <a:pt x="598" y="104"/>
                  </a:lnTo>
                  <a:lnTo>
                    <a:pt x="536" y="80"/>
                  </a:lnTo>
                  <a:lnTo>
                    <a:pt x="351" y="69"/>
                  </a:lnTo>
                  <a:lnTo>
                    <a:pt x="299" y="69"/>
                  </a:lnTo>
                  <a:lnTo>
                    <a:pt x="287" y="115"/>
                  </a:lnTo>
                  <a:lnTo>
                    <a:pt x="397" y="190"/>
                  </a:lnTo>
                  <a:lnTo>
                    <a:pt x="237" y="178"/>
                  </a:lnTo>
                  <a:lnTo>
                    <a:pt x="127" y="109"/>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89" name="Freeform 1171">
              <a:extLst>
                <a:ext uri="{FF2B5EF4-FFF2-40B4-BE49-F238E27FC236}">
                  <a16:creationId xmlns:a16="http://schemas.microsoft.com/office/drawing/2014/main" id="{93E50A17-8DED-0C06-F32C-68941101952C}"/>
                </a:ext>
              </a:extLst>
            </p:cNvPr>
            <p:cNvSpPr>
              <a:spLocks/>
            </p:cNvSpPr>
            <p:nvPr/>
          </p:nvSpPr>
          <p:spPr bwMode="auto">
            <a:xfrm>
              <a:off x="3454" y="2754"/>
              <a:ext cx="497" cy="790"/>
            </a:xfrm>
            <a:custGeom>
              <a:avLst/>
              <a:gdLst>
                <a:gd name="T0" fmla="*/ 0 w 4976"/>
                <a:gd name="T1" fmla="*/ 0 h 7894"/>
                <a:gd name="T2" fmla="*/ 0 w 4976"/>
                <a:gd name="T3" fmla="*/ 0 h 7894"/>
                <a:gd name="T4" fmla="*/ 0 w 4976"/>
                <a:gd name="T5" fmla="*/ 0 h 7894"/>
                <a:gd name="T6" fmla="*/ 0 w 4976"/>
                <a:gd name="T7" fmla="*/ 0 h 7894"/>
                <a:gd name="T8" fmla="*/ 0 w 4976"/>
                <a:gd name="T9" fmla="*/ 0 h 7894"/>
                <a:gd name="T10" fmla="*/ 0 w 4976"/>
                <a:gd name="T11" fmla="*/ 0 h 7894"/>
                <a:gd name="T12" fmla="*/ 0 w 4976"/>
                <a:gd name="T13" fmla="*/ 0 h 7894"/>
                <a:gd name="T14" fmla="*/ 0 w 4976"/>
                <a:gd name="T15" fmla="*/ 0 h 7894"/>
                <a:gd name="T16" fmla="*/ 0 w 4976"/>
                <a:gd name="T17" fmla="*/ 0 h 7894"/>
                <a:gd name="T18" fmla="*/ 0 w 4976"/>
                <a:gd name="T19" fmla="*/ 0 h 7894"/>
                <a:gd name="T20" fmla="*/ 0 w 4976"/>
                <a:gd name="T21" fmla="*/ 0 h 7894"/>
                <a:gd name="T22" fmla="*/ 0 w 4976"/>
                <a:gd name="T23" fmla="*/ 0 h 7894"/>
                <a:gd name="T24" fmla="*/ 0 w 4976"/>
                <a:gd name="T25" fmla="*/ 0 h 7894"/>
                <a:gd name="T26" fmla="*/ 0 w 4976"/>
                <a:gd name="T27" fmla="*/ 0 h 7894"/>
                <a:gd name="T28" fmla="*/ 0 w 4976"/>
                <a:gd name="T29" fmla="*/ 0 h 7894"/>
                <a:gd name="T30" fmla="*/ 0 w 4976"/>
                <a:gd name="T31" fmla="*/ 0 h 7894"/>
                <a:gd name="T32" fmla="*/ 0 w 4976"/>
                <a:gd name="T33" fmla="*/ 0 h 7894"/>
                <a:gd name="T34" fmla="*/ 0 w 4976"/>
                <a:gd name="T35" fmla="*/ 0 h 7894"/>
                <a:gd name="T36" fmla="*/ 0 w 4976"/>
                <a:gd name="T37" fmla="*/ 0 h 7894"/>
                <a:gd name="T38" fmla="*/ 0 w 4976"/>
                <a:gd name="T39" fmla="*/ 0 h 7894"/>
                <a:gd name="T40" fmla="*/ 0 w 4976"/>
                <a:gd name="T41" fmla="*/ 0 h 7894"/>
                <a:gd name="T42" fmla="*/ 0 w 4976"/>
                <a:gd name="T43" fmla="*/ 0 h 7894"/>
                <a:gd name="T44" fmla="*/ 0 w 4976"/>
                <a:gd name="T45" fmla="*/ 0 h 7894"/>
                <a:gd name="T46" fmla="*/ 0 w 4976"/>
                <a:gd name="T47" fmla="*/ 0 h 7894"/>
                <a:gd name="T48" fmla="*/ 0 w 4976"/>
                <a:gd name="T49" fmla="*/ 0 h 7894"/>
                <a:gd name="T50" fmla="*/ 0 w 4976"/>
                <a:gd name="T51" fmla="*/ 0 h 7894"/>
                <a:gd name="T52" fmla="*/ 0 w 4976"/>
                <a:gd name="T53" fmla="*/ 0 h 7894"/>
                <a:gd name="T54" fmla="*/ 0 w 4976"/>
                <a:gd name="T55" fmla="*/ 0 h 7894"/>
                <a:gd name="T56" fmla="*/ 0 w 4976"/>
                <a:gd name="T57" fmla="*/ 0 h 7894"/>
                <a:gd name="T58" fmla="*/ 0 w 4976"/>
                <a:gd name="T59" fmla="*/ 0 h 7894"/>
                <a:gd name="T60" fmla="*/ 0 w 4976"/>
                <a:gd name="T61" fmla="*/ 0 h 7894"/>
                <a:gd name="T62" fmla="*/ 0 w 4976"/>
                <a:gd name="T63" fmla="*/ 0 h 7894"/>
                <a:gd name="T64" fmla="*/ 0 w 4976"/>
                <a:gd name="T65" fmla="*/ 0 h 7894"/>
                <a:gd name="T66" fmla="*/ 0 w 4976"/>
                <a:gd name="T67" fmla="*/ 0 h 7894"/>
                <a:gd name="T68" fmla="*/ 0 w 4976"/>
                <a:gd name="T69" fmla="*/ 0 h 7894"/>
                <a:gd name="T70" fmla="*/ 0 w 4976"/>
                <a:gd name="T71" fmla="*/ 0 h 7894"/>
                <a:gd name="T72" fmla="*/ 0 w 4976"/>
                <a:gd name="T73" fmla="*/ 0 h 7894"/>
                <a:gd name="T74" fmla="*/ 0 w 4976"/>
                <a:gd name="T75" fmla="*/ 0 h 7894"/>
                <a:gd name="T76" fmla="*/ 0 w 4976"/>
                <a:gd name="T77" fmla="*/ 0 h 7894"/>
                <a:gd name="T78" fmla="*/ 0 w 4976"/>
                <a:gd name="T79" fmla="*/ 0 h 7894"/>
                <a:gd name="T80" fmla="*/ 0 w 4976"/>
                <a:gd name="T81" fmla="*/ 0 h 7894"/>
                <a:gd name="T82" fmla="*/ 0 w 4976"/>
                <a:gd name="T83" fmla="*/ 0 h 7894"/>
                <a:gd name="T84" fmla="*/ 0 w 4976"/>
                <a:gd name="T85" fmla="*/ 0 h 7894"/>
                <a:gd name="T86" fmla="*/ 0 w 4976"/>
                <a:gd name="T87" fmla="*/ 0 h 7894"/>
                <a:gd name="T88" fmla="*/ 0 w 4976"/>
                <a:gd name="T89" fmla="*/ 0 h 7894"/>
                <a:gd name="T90" fmla="*/ 0 w 4976"/>
                <a:gd name="T91" fmla="*/ 0 h 7894"/>
                <a:gd name="T92" fmla="*/ 0 w 4976"/>
                <a:gd name="T93" fmla="*/ 0 h 7894"/>
                <a:gd name="T94" fmla="*/ 0 w 4976"/>
                <a:gd name="T95" fmla="*/ 0 h 7894"/>
                <a:gd name="T96" fmla="*/ 0 w 4976"/>
                <a:gd name="T97" fmla="*/ 0 h 7894"/>
                <a:gd name="T98" fmla="*/ 0 w 4976"/>
                <a:gd name="T99" fmla="*/ 0 h 7894"/>
                <a:gd name="T100" fmla="*/ 0 w 4976"/>
                <a:gd name="T101" fmla="*/ 0 h 7894"/>
                <a:gd name="T102" fmla="*/ 0 w 4976"/>
                <a:gd name="T103" fmla="*/ 0 h 7894"/>
                <a:gd name="T104" fmla="*/ 0 w 4976"/>
                <a:gd name="T105" fmla="*/ 0 h 7894"/>
                <a:gd name="T106" fmla="*/ 0 w 4976"/>
                <a:gd name="T107" fmla="*/ 0 h 7894"/>
                <a:gd name="T108" fmla="*/ 0 w 4976"/>
                <a:gd name="T109" fmla="*/ 0 h 7894"/>
                <a:gd name="T110" fmla="*/ 0 w 4976"/>
                <a:gd name="T111" fmla="*/ 0 h 7894"/>
                <a:gd name="T112" fmla="*/ 0 w 4976"/>
                <a:gd name="T113" fmla="*/ 0 h 7894"/>
                <a:gd name="T114" fmla="*/ 0 w 4976"/>
                <a:gd name="T115" fmla="*/ 0 h 7894"/>
                <a:gd name="T116" fmla="*/ 0 w 4976"/>
                <a:gd name="T117" fmla="*/ 0 h 7894"/>
                <a:gd name="T118" fmla="*/ 0 w 4976"/>
                <a:gd name="T119" fmla="*/ 0 h 7894"/>
                <a:gd name="T120" fmla="*/ 0 w 4976"/>
                <a:gd name="T121" fmla="*/ 0 h 7894"/>
                <a:gd name="T122" fmla="*/ 0 w 4976"/>
                <a:gd name="T123" fmla="*/ 0 h 78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76" h="7894">
                  <a:moveTo>
                    <a:pt x="2831" y="12"/>
                  </a:moveTo>
                  <a:lnTo>
                    <a:pt x="2980" y="139"/>
                  </a:lnTo>
                  <a:lnTo>
                    <a:pt x="3199" y="404"/>
                  </a:lnTo>
                  <a:lnTo>
                    <a:pt x="3377" y="721"/>
                  </a:lnTo>
                  <a:lnTo>
                    <a:pt x="3550" y="1089"/>
                  </a:lnTo>
                  <a:lnTo>
                    <a:pt x="3705" y="1365"/>
                  </a:lnTo>
                  <a:lnTo>
                    <a:pt x="3924" y="1688"/>
                  </a:lnTo>
                  <a:lnTo>
                    <a:pt x="4183" y="2050"/>
                  </a:lnTo>
                  <a:lnTo>
                    <a:pt x="4373" y="2344"/>
                  </a:lnTo>
                  <a:lnTo>
                    <a:pt x="4551" y="2707"/>
                  </a:lnTo>
                  <a:lnTo>
                    <a:pt x="4717" y="2880"/>
                  </a:lnTo>
                  <a:lnTo>
                    <a:pt x="4752" y="3023"/>
                  </a:lnTo>
                  <a:lnTo>
                    <a:pt x="4758" y="3265"/>
                  </a:lnTo>
                  <a:lnTo>
                    <a:pt x="4786" y="3611"/>
                  </a:lnTo>
                  <a:lnTo>
                    <a:pt x="4764" y="4107"/>
                  </a:lnTo>
                  <a:lnTo>
                    <a:pt x="4769" y="4555"/>
                  </a:lnTo>
                  <a:lnTo>
                    <a:pt x="4786" y="4693"/>
                  </a:lnTo>
                  <a:lnTo>
                    <a:pt x="4845" y="4693"/>
                  </a:lnTo>
                  <a:lnTo>
                    <a:pt x="4942" y="4601"/>
                  </a:lnTo>
                  <a:lnTo>
                    <a:pt x="4976" y="4860"/>
                  </a:lnTo>
                  <a:lnTo>
                    <a:pt x="4936" y="5062"/>
                  </a:lnTo>
                  <a:lnTo>
                    <a:pt x="4885" y="5258"/>
                  </a:lnTo>
                  <a:lnTo>
                    <a:pt x="4856" y="5448"/>
                  </a:lnTo>
                  <a:lnTo>
                    <a:pt x="4867" y="5552"/>
                  </a:lnTo>
                  <a:lnTo>
                    <a:pt x="4821" y="5626"/>
                  </a:lnTo>
                  <a:lnTo>
                    <a:pt x="4700" y="5752"/>
                  </a:lnTo>
                  <a:lnTo>
                    <a:pt x="4735" y="5873"/>
                  </a:lnTo>
                  <a:lnTo>
                    <a:pt x="4568" y="6144"/>
                  </a:lnTo>
                  <a:lnTo>
                    <a:pt x="4453" y="6259"/>
                  </a:lnTo>
                  <a:lnTo>
                    <a:pt x="4401" y="6357"/>
                  </a:lnTo>
                  <a:lnTo>
                    <a:pt x="4378" y="6414"/>
                  </a:lnTo>
                  <a:lnTo>
                    <a:pt x="4211" y="6456"/>
                  </a:lnTo>
                  <a:lnTo>
                    <a:pt x="4090" y="6380"/>
                  </a:lnTo>
                  <a:lnTo>
                    <a:pt x="4137" y="6207"/>
                  </a:lnTo>
                  <a:lnTo>
                    <a:pt x="4119" y="6207"/>
                  </a:lnTo>
                  <a:lnTo>
                    <a:pt x="4068" y="6328"/>
                  </a:lnTo>
                  <a:lnTo>
                    <a:pt x="3941" y="6392"/>
                  </a:lnTo>
                  <a:lnTo>
                    <a:pt x="3809" y="6392"/>
                  </a:lnTo>
                  <a:lnTo>
                    <a:pt x="3631" y="6311"/>
                  </a:lnTo>
                  <a:lnTo>
                    <a:pt x="3648" y="6345"/>
                  </a:lnTo>
                  <a:lnTo>
                    <a:pt x="3728" y="6426"/>
                  </a:lnTo>
                  <a:lnTo>
                    <a:pt x="3591" y="6426"/>
                  </a:lnTo>
                  <a:lnTo>
                    <a:pt x="3522" y="6426"/>
                  </a:lnTo>
                  <a:lnTo>
                    <a:pt x="3453" y="6444"/>
                  </a:lnTo>
                  <a:lnTo>
                    <a:pt x="3423" y="6495"/>
                  </a:lnTo>
                  <a:lnTo>
                    <a:pt x="3411" y="6582"/>
                  </a:lnTo>
                  <a:lnTo>
                    <a:pt x="3453" y="6651"/>
                  </a:lnTo>
                  <a:lnTo>
                    <a:pt x="3498" y="6680"/>
                  </a:lnTo>
                  <a:lnTo>
                    <a:pt x="3481" y="6732"/>
                  </a:lnTo>
                  <a:lnTo>
                    <a:pt x="3435" y="6795"/>
                  </a:lnTo>
                  <a:lnTo>
                    <a:pt x="3394" y="6829"/>
                  </a:lnTo>
                  <a:lnTo>
                    <a:pt x="3314" y="6824"/>
                  </a:lnTo>
                  <a:lnTo>
                    <a:pt x="3273" y="6784"/>
                  </a:lnTo>
                  <a:lnTo>
                    <a:pt x="3239" y="6737"/>
                  </a:lnTo>
                  <a:lnTo>
                    <a:pt x="3170" y="6720"/>
                  </a:lnTo>
                  <a:lnTo>
                    <a:pt x="3124" y="6760"/>
                  </a:lnTo>
                  <a:lnTo>
                    <a:pt x="3073" y="6755"/>
                  </a:lnTo>
                  <a:lnTo>
                    <a:pt x="3014" y="6784"/>
                  </a:lnTo>
                  <a:lnTo>
                    <a:pt x="2923" y="6767"/>
                  </a:lnTo>
                  <a:lnTo>
                    <a:pt x="2842" y="6715"/>
                  </a:lnTo>
                  <a:lnTo>
                    <a:pt x="2836" y="6634"/>
                  </a:lnTo>
                  <a:lnTo>
                    <a:pt x="2836" y="6565"/>
                  </a:lnTo>
                  <a:lnTo>
                    <a:pt x="2824" y="6535"/>
                  </a:lnTo>
                  <a:lnTo>
                    <a:pt x="2681" y="6680"/>
                  </a:lnTo>
                  <a:lnTo>
                    <a:pt x="2456" y="6668"/>
                  </a:lnTo>
                  <a:lnTo>
                    <a:pt x="2434" y="6708"/>
                  </a:lnTo>
                  <a:lnTo>
                    <a:pt x="2365" y="6726"/>
                  </a:lnTo>
                  <a:lnTo>
                    <a:pt x="2325" y="6737"/>
                  </a:lnTo>
                  <a:lnTo>
                    <a:pt x="2290" y="6760"/>
                  </a:lnTo>
                  <a:lnTo>
                    <a:pt x="2290" y="6824"/>
                  </a:lnTo>
                  <a:lnTo>
                    <a:pt x="2307" y="6864"/>
                  </a:lnTo>
                  <a:lnTo>
                    <a:pt x="2387" y="6784"/>
                  </a:lnTo>
                  <a:lnTo>
                    <a:pt x="2486" y="6864"/>
                  </a:lnTo>
                  <a:lnTo>
                    <a:pt x="2486" y="6973"/>
                  </a:lnTo>
                  <a:lnTo>
                    <a:pt x="2463" y="7042"/>
                  </a:lnTo>
                  <a:lnTo>
                    <a:pt x="2387" y="7054"/>
                  </a:lnTo>
                  <a:lnTo>
                    <a:pt x="2336" y="7042"/>
                  </a:lnTo>
                  <a:lnTo>
                    <a:pt x="2301" y="7048"/>
                  </a:lnTo>
                  <a:lnTo>
                    <a:pt x="2325" y="7118"/>
                  </a:lnTo>
                  <a:lnTo>
                    <a:pt x="2238" y="7215"/>
                  </a:lnTo>
                  <a:lnTo>
                    <a:pt x="2163" y="7077"/>
                  </a:lnTo>
                  <a:lnTo>
                    <a:pt x="2140" y="6979"/>
                  </a:lnTo>
                  <a:lnTo>
                    <a:pt x="2094" y="6922"/>
                  </a:lnTo>
                  <a:lnTo>
                    <a:pt x="1990" y="6922"/>
                  </a:lnTo>
                  <a:lnTo>
                    <a:pt x="1957" y="6945"/>
                  </a:lnTo>
                  <a:lnTo>
                    <a:pt x="1950" y="6979"/>
                  </a:lnTo>
                  <a:lnTo>
                    <a:pt x="1957" y="7135"/>
                  </a:lnTo>
                  <a:lnTo>
                    <a:pt x="2076" y="7290"/>
                  </a:lnTo>
                  <a:lnTo>
                    <a:pt x="2007" y="7353"/>
                  </a:lnTo>
                  <a:lnTo>
                    <a:pt x="1933" y="7491"/>
                  </a:lnTo>
                  <a:lnTo>
                    <a:pt x="1870" y="7520"/>
                  </a:lnTo>
                  <a:lnTo>
                    <a:pt x="1772" y="7550"/>
                  </a:lnTo>
                  <a:lnTo>
                    <a:pt x="1703" y="7543"/>
                  </a:lnTo>
                  <a:lnTo>
                    <a:pt x="1715" y="7595"/>
                  </a:lnTo>
                  <a:lnTo>
                    <a:pt x="1617" y="7612"/>
                  </a:lnTo>
                  <a:lnTo>
                    <a:pt x="1530" y="7572"/>
                  </a:lnTo>
                  <a:lnTo>
                    <a:pt x="1530" y="7451"/>
                  </a:lnTo>
                  <a:lnTo>
                    <a:pt x="1582" y="7405"/>
                  </a:lnTo>
                  <a:lnTo>
                    <a:pt x="1691" y="7388"/>
                  </a:lnTo>
                  <a:lnTo>
                    <a:pt x="1715" y="7353"/>
                  </a:lnTo>
                  <a:lnTo>
                    <a:pt x="1715" y="7325"/>
                  </a:lnTo>
                  <a:lnTo>
                    <a:pt x="1686" y="7278"/>
                  </a:lnTo>
                  <a:lnTo>
                    <a:pt x="1789" y="7163"/>
                  </a:lnTo>
                  <a:lnTo>
                    <a:pt x="1784" y="7100"/>
                  </a:lnTo>
                  <a:lnTo>
                    <a:pt x="1738" y="7094"/>
                  </a:lnTo>
                  <a:lnTo>
                    <a:pt x="1708" y="7123"/>
                  </a:lnTo>
                  <a:lnTo>
                    <a:pt x="1622" y="7239"/>
                  </a:lnTo>
                  <a:lnTo>
                    <a:pt x="1496" y="7239"/>
                  </a:lnTo>
                  <a:lnTo>
                    <a:pt x="1387" y="7267"/>
                  </a:lnTo>
                  <a:lnTo>
                    <a:pt x="1358" y="7377"/>
                  </a:lnTo>
                  <a:lnTo>
                    <a:pt x="1340" y="7498"/>
                  </a:lnTo>
                  <a:lnTo>
                    <a:pt x="1289" y="7601"/>
                  </a:lnTo>
                  <a:lnTo>
                    <a:pt x="1145" y="7647"/>
                  </a:lnTo>
                  <a:lnTo>
                    <a:pt x="1071" y="7595"/>
                  </a:lnTo>
                  <a:lnTo>
                    <a:pt x="1042" y="7532"/>
                  </a:lnTo>
                  <a:lnTo>
                    <a:pt x="1036" y="7451"/>
                  </a:lnTo>
                  <a:lnTo>
                    <a:pt x="1024" y="7422"/>
                  </a:lnTo>
                  <a:lnTo>
                    <a:pt x="967" y="7526"/>
                  </a:lnTo>
                  <a:lnTo>
                    <a:pt x="943" y="7676"/>
                  </a:lnTo>
                  <a:lnTo>
                    <a:pt x="886" y="7837"/>
                  </a:lnTo>
                  <a:lnTo>
                    <a:pt x="748" y="7894"/>
                  </a:lnTo>
                  <a:lnTo>
                    <a:pt x="679" y="7877"/>
                  </a:lnTo>
                  <a:lnTo>
                    <a:pt x="656" y="7820"/>
                  </a:lnTo>
                  <a:lnTo>
                    <a:pt x="656" y="7629"/>
                  </a:lnTo>
                  <a:lnTo>
                    <a:pt x="673" y="7543"/>
                  </a:lnTo>
                  <a:lnTo>
                    <a:pt x="604" y="7555"/>
                  </a:lnTo>
                  <a:lnTo>
                    <a:pt x="518" y="7595"/>
                  </a:lnTo>
                  <a:lnTo>
                    <a:pt x="523" y="7671"/>
                  </a:lnTo>
                  <a:lnTo>
                    <a:pt x="432" y="7780"/>
                  </a:lnTo>
                  <a:lnTo>
                    <a:pt x="299" y="7894"/>
                  </a:lnTo>
                  <a:lnTo>
                    <a:pt x="202" y="7889"/>
                  </a:lnTo>
                  <a:lnTo>
                    <a:pt x="126" y="7837"/>
                  </a:lnTo>
                  <a:lnTo>
                    <a:pt x="92" y="7785"/>
                  </a:lnTo>
                  <a:lnTo>
                    <a:pt x="109" y="7745"/>
                  </a:lnTo>
                  <a:lnTo>
                    <a:pt x="116" y="7671"/>
                  </a:lnTo>
                  <a:lnTo>
                    <a:pt x="150" y="7629"/>
                  </a:lnTo>
                  <a:lnTo>
                    <a:pt x="242" y="7619"/>
                  </a:lnTo>
                  <a:lnTo>
                    <a:pt x="316" y="7590"/>
                  </a:lnTo>
                  <a:lnTo>
                    <a:pt x="276" y="7543"/>
                  </a:lnTo>
                  <a:lnTo>
                    <a:pt x="271" y="7498"/>
                  </a:lnTo>
                  <a:lnTo>
                    <a:pt x="247" y="7451"/>
                  </a:lnTo>
                  <a:lnTo>
                    <a:pt x="259" y="7359"/>
                  </a:lnTo>
                  <a:lnTo>
                    <a:pt x="288" y="7313"/>
                  </a:lnTo>
                  <a:lnTo>
                    <a:pt x="334" y="7318"/>
                  </a:lnTo>
                  <a:lnTo>
                    <a:pt x="391" y="7411"/>
                  </a:lnTo>
                  <a:lnTo>
                    <a:pt x="443" y="7532"/>
                  </a:lnTo>
                  <a:lnTo>
                    <a:pt x="489" y="7520"/>
                  </a:lnTo>
                  <a:lnTo>
                    <a:pt x="587" y="7491"/>
                  </a:lnTo>
                  <a:lnTo>
                    <a:pt x="546" y="7434"/>
                  </a:lnTo>
                  <a:lnTo>
                    <a:pt x="535" y="7348"/>
                  </a:lnTo>
                  <a:lnTo>
                    <a:pt x="581" y="7290"/>
                  </a:lnTo>
                  <a:lnTo>
                    <a:pt x="644" y="7318"/>
                  </a:lnTo>
                  <a:lnTo>
                    <a:pt x="679" y="7359"/>
                  </a:lnTo>
                  <a:lnTo>
                    <a:pt x="708" y="7388"/>
                  </a:lnTo>
                  <a:lnTo>
                    <a:pt x="765" y="7388"/>
                  </a:lnTo>
                  <a:lnTo>
                    <a:pt x="771" y="7330"/>
                  </a:lnTo>
                  <a:lnTo>
                    <a:pt x="852" y="7267"/>
                  </a:lnTo>
                  <a:lnTo>
                    <a:pt x="846" y="7249"/>
                  </a:lnTo>
                  <a:lnTo>
                    <a:pt x="702" y="7163"/>
                  </a:lnTo>
                  <a:lnTo>
                    <a:pt x="581" y="7077"/>
                  </a:lnTo>
                  <a:lnTo>
                    <a:pt x="593" y="7007"/>
                  </a:lnTo>
                  <a:lnTo>
                    <a:pt x="541" y="7042"/>
                  </a:lnTo>
                  <a:lnTo>
                    <a:pt x="501" y="7042"/>
                  </a:lnTo>
                  <a:lnTo>
                    <a:pt x="472" y="7002"/>
                  </a:lnTo>
                  <a:lnTo>
                    <a:pt x="484" y="6905"/>
                  </a:lnTo>
                  <a:lnTo>
                    <a:pt x="506" y="6846"/>
                  </a:lnTo>
                  <a:lnTo>
                    <a:pt x="523" y="6777"/>
                  </a:lnTo>
                  <a:lnTo>
                    <a:pt x="512" y="6755"/>
                  </a:lnTo>
                  <a:lnTo>
                    <a:pt x="477" y="6755"/>
                  </a:lnTo>
                  <a:lnTo>
                    <a:pt x="449" y="6818"/>
                  </a:lnTo>
                  <a:lnTo>
                    <a:pt x="414" y="6812"/>
                  </a:lnTo>
                  <a:lnTo>
                    <a:pt x="403" y="6784"/>
                  </a:lnTo>
                  <a:lnTo>
                    <a:pt x="420" y="6651"/>
                  </a:lnTo>
                  <a:lnTo>
                    <a:pt x="397" y="6570"/>
                  </a:lnTo>
                  <a:lnTo>
                    <a:pt x="328" y="6456"/>
                  </a:lnTo>
                  <a:lnTo>
                    <a:pt x="368" y="6432"/>
                  </a:lnTo>
                  <a:lnTo>
                    <a:pt x="420" y="6456"/>
                  </a:lnTo>
                  <a:lnTo>
                    <a:pt x="449" y="6518"/>
                  </a:lnTo>
                  <a:lnTo>
                    <a:pt x="472" y="6576"/>
                  </a:lnTo>
                  <a:lnTo>
                    <a:pt x="523" y="6622"/>
                  </a:lnTo>
                  <a:lnTo>
                    <a:pt x="558" y="6605"/>
                  </a:lnTo>
                  <a:lnTo>
                    <a:pt x="541" y="6484"/>
                  </a:lnTo>
                  <a:lnTo>
                    <a:pt x="414" y="6345"/>
                  </a:lnTo>
                  <a:lnTo>
                    <a:pt x="380" y="6207"/>
                  </a:lnTo>
                  <a:lnTo>
                    <a:pt x="414" y="6053"/>
                  </a:lnTo>
                  <a:lnTo>
                    <a:pt x="518" y="5885"/>
                  </a:lnTo>
                  <a:lnTo>
                    <a:pt x="598" y="5816"/>
                  </a:lnTo>
                  <a:lnTo>
                    <a:pt x="691" y="5759"/>
                  </a:lnTo>
                  <a:lnTo>
                    <a:pt x="760" y="5707"/>
                  </a:lnTo>
                  <a:lnTo>
                    <a:pt x="765" y="5666"/>
                  </a:lnTo>
                  <a:lnTo>
                    <a:pt x="731" y="5655"/>
                  </a:lnTo>
                  <a:lnTo>
                    <a:pt x="667" y="5638"/>
                  </a:lnTo>
                  <a:lnTo>
                    <a:pt x="593" y="5592"/>
                  </a:lnTo>
                  <a:lnTo>
                    <a:pt x="708" y="5493"/>
                  </a:lnTo>
                  <a:lnTo>
                    <a:pt x="794" y="5390"/>
                  </a:lnTo>
                  <a:lnTo>
                    <a:pt x="874" y="5338"/>
                  </a:lnTo>
                  <a:lnTo>
                    <a:pt x="978" y="5350"/>
                  </a:lnTo>
                  <a:lnTo>
                    <a:pt x="967" y="5280"/>
                  </a:lnTo>
                  <a:lnTo>
                    <a:pt x="915" y="5217"/>
                  </a:lnTo>
                  <a:lnTo>
                    <a:pt x="943" y="5171"/>
                  </a:lnTo>
                  <a:lnTo>
                    <a:pt x="972" y="5166"/>
                  </a:lnTo>
                  <a:lnTo>
                    <a:pt x="972" y="5137"/>
                  </a:lnTo>
                  <a:lnTo>
                    <a:pt x="926" y="5137"/>
                  </a:lnTo>
                  <a:lnTo>
                    <a:pt x="886" y="5102"/>
                  </a:lnTo>
                  <a:lnTo>
                    <a:pt x="881" y="5050"/>
                  </a:lnTo>
                  <a:lnTo>
                    <a:pt x="846" y="5050"/>
                  </a:lnTo>
                  <a:lnTo>
                    <a:pt x="753" y="4964"/>
                  </a:lnTo>
                  <a:lnTo>
                    <a:pt x="760" y="4809"/>
                  </a:lnTo>
                  <a:lnTo>
                    <a:pt x="719" y="4745"/>
                  </a:lnTo>
                  <a:lnTo>
                    <a:pt x="632" y="4624"/>
                  </a:lnTo>
                  <a:lnTo>
                    <a:pt x="632" y="4549"/>
                  </a:lnTo>
                  <a:lnTo>
                    <a:pt x="639" y="4468"/>
                  </a:lnTo>
                  <a:lnTo>
                    <a:pt x="575" y="4302"/>
                  </a:lnTo>
                  <a:lnTo>
                    <a:pt x="570" y="4204"/>
                  </a:lnTo>
                  <a:lnTo>
                    <a:pt x="615" y="4152"/>
                  </a:lnTo>
                  <a:lnTo>
                    <a:pt x="632" y="4089"/>
                  </a:lnTo>
                  <a:lnTo>
                    <a:pt x="615" y="4065"/>
                  </a:lnTo>
                  <a:lnTo>
                    <a:pt x="535" y="4037"/>
                  </a:lnTo>
                  <a:lnTo>
                    <a:pt x="535" y="3986"/>
                  </a:lnTo>
                  <a:lnTo>
                    <a:pt x="598" y="3916"/>
                  </a:lnTo>
                  <a:lnTo>
                    <a:pt x="632" y="3865"/>
                  </a:lnTo>
                  <a:lnTo>
                    <a:pt x="622" y="3801"/>
                  </a:lnTo>
                  <a:lnTo>
                    <a:pt x="598" y="3749"/>
                  </a:lnTo>
                  <a:lnTo>
                    <a:pt x="558" y="3703"/>
                  </a:lnTo>
                  <a:lnTo>
                    <a:pt x="494" y="3697"/>
                  </a:lnTo>
                  <a:lnTo>
                    <a:pt x="414" y="3754"/>
                  </a:lnTo>
                  <a:lnTo>
                    <a:pt x="340" y="3858"/>
                  </a:lnTo>
                  <a:lnTo>
                    <a:pt x="195" y="3749"/>
                  </a:lnTo>
                  <a:lnTo>
                    <a:pt x="138" y="3697"/>
                  </a:lnTo>
                  <a:lnTo>
                    <a:pt x="133" y="3633"/>
                  </a:lnTo>
                  <a:lnTo>
                    <a:pt x="52" y="3628"/>
                  </a:lnTo>
                  <a:lnTo>
                    <a:pt x="0" y="3605"/>
                  </a:lnTo>
                  <a:lnTo>
                    <a:pt x="5" y="3547"/>
                  </a:lnTo>
                  <a:lnTo>
                    <a:pt x="150" y="3444"/>
                  </a:lnTo>
                  <a:lnTo>
                    <a:pt x="242" y="3300"/>
                  </a:lnTo>
                  <a:lnTo>
                    <a:pt x="294" y="3369"/>
                  </a:lnTo>
                  <a:lnTo>
                    <a:pt x="299" y="3467"/>
                  </a:lnTo>
                  <a:lnTo>
                    <a:pt x="311" y="3473"/>
                  </a:lnTo>
                  <a:lnTo>
                    <a:pt x="391" y="3415"/>
                  </a:lnTo>
                  <a:lnTo>
                    <a:pt x="449" y="3254"/>
                  </a:lnTo>
                  <a:lnTo>
                    <a:pt x="489" y="3213"/>
                  </a:lnTo>
                  <a:lnTo>
                    <a:pt x="593" y="3317"/>
                  </a:lnTo>
                  <a:lnTo>
                    <a:pt x="632" y="3317"/>
                  </a:lnTo>
                  <a:lnTo>
                    <a:pt x="632" y="3282"/>
                  </a:lnTo>
                  <a:lnTo>
                    <a:pt x="604" y="3225"/>
                  </a:lnTo>
                  <a:lnTo>
                    <a:pt x="598" y="3185"/>
                  </a:lnTo>
                  <a:lnTo>
                    <a:pt x="650" y="3162"/>
                  </a:lnTo>
                  <a:lnTo>
                    <a:pt x="684" y="3162"/>
                  </a:lnTo>
                  <a:lnTo>
                    <a:pt x="731" y="3203"/>
                  </a:lnTo>
                  <a:lnTo>
                    <a:pt x="777" y="3225"/>
                  </a:lnTo>
                  <a:lnTo>
                    <a:pt x="891" y="3225"/>
                  </a:lnTo>
                  <a:lnTo>
                    <a:pt x="961" y="3289"/>
                  </a:lnTo>
                  <a:lnTo>
                    <a:pt x="1047" y="3398"/>
                  </a:lnTo>
                  <a:lnTo>
                    <a:pt x="1059" y="3433"/>
                  </a:lnTo>
                  <a:lnTo>
                    <a:pt x="1088" y="3438"/>
                  </a:lnTo>
                  <a:lnTo>
                    <a:pt x="1162" y="3369"/>
                  </a:lnTo>
                  <a:lnTo>
                    <a:pt x="1030" y="3243"/>
                  </a:lnTo>
                  <a:lnTo>
                    <a:pt x="1064" y="3196"/>
                  </a:lnTo>
                  <a:lnTo>
                    <a:pt x="1093" y="3173"/>
                  </a:lnTo>
                  <a:lnTo>
                    <a:pt x="1093" y="3144"/>
                  </a:lnTo>
                  <a:lnTo>
                    <a:pt x="1076" y="3127"/>
                  </a:lnTo>
                  <a:lnTo>
                    <a:pt x="1042" y="3133"/>
                  </a:lnTo>
                  <a:lnTo>
                    <a:pt x="1002" y="3156"/>
                  </a:lnTo>
                  <a:lnTo>
                    <a:pt x="943" y="3162"/>
                  </a:lnTo>
                  <a:lnTo>
                    <a:pt x="881" y="3127"/>
                  </a:lnTo>
                  <a:lnTo>
                    <a:pt x="886" y="3047"/>
                  </a:lnTo>
                  <a:lnTo>
                    <a:pt x="961" y="2949"/>
                  </a:lnTo>
                  <a:lnTo>
                    <a:pt x="967" y="2920"/>
                  </a:lnTo>
                  <a:lnTo>
                    <a:pt x="829" y="2949"/>
                  </a:lnTo>
                  <a:lnTo>
                    <a:pt x="788" y="2880"/>
                  </a:lnTo>
                  <a:lnTo>
                    <a:pt x="788" y="2828"/>
                  </a:lnTo>
                  <a:lnTo>
                    <a:pt x="881" y="2764"/>
                  </a:lnTo>
                  <a:lnTo>
                    <a:pt x="909" y="2684"/>
                  </a:lnTo>
                  <a:lnTo>
                    <a:pt x="753" y="2304"/>
                  </a:lnTo>
                  <a:lnTo>
                    <a:pt x="782" y="2258"/>
                  </a:lnTo>
                  <a:lnTo>
                    <a:pt x="846" y="2252"/>
                  </a:lnTo>
                  <a:lnTo>
                    <a:pt x="874" y="2292"/>
                  </a:lnTo>
                  <a:lnTo>
                    <a:pt x="874" y="2269"/>
                  </a:lnTo>
                  <a:lnTo>
                    <a:pt x="869" y="2200"/>
                  </a:lnTo>
                  <a:lnTo>
                    <a:pt x="794" y="2137"/>
                  </a:lnTo>
                  <a:lnTo>
                    <a:pt x="731" y="2143"/>
                  </a:lnTo>
                  <a:lnTo>
                    <a:pt x="639" y="2131"/>
                  </a:lnTo>
                  <a:lnTo>
                    <a:pt x="587" y="2062"/>
                  </a:lnTo>
                  <a:lnTo>
                    <a:pt x="587" y="2005"/>
                  </a:lnTo>
                  <a:lnTo>
                    <a:pt x="644" y="1832"/>
                  </a:lnTo>
                  <a:lnTo>
                    <a:pt x="696" y="1912"/>
                  </a:lnTo>
                  <a:lnTo>
                    <a:pt x="731" y="1964"/>
                  </a:lnTo>
                  <a:lnTo>
                    <a:pt x="777" y="1988"/>
                  </a:lnTo>
                  <a:lnTo>
                    <a:pt x="822" y="1976"/>
                  </a:lnTo>
                  <a:lnTo>
                    <a:pt x="829" y="1953"/>
                  </a:lnTo>
                  <a:lnTo>
                    <a:pt x="846" y="1929"/>
                  </a:lnTo>
                  <a:lnTo>
                    <a:pt x="771" y="1832"/>
                  </a:lnTo>
                  <a:lnTo>
                    <a:pt x="753" y="1734"/>
                  </a:lnTo>
                  <a:lnTo>
                    <a:pt x="794" y="1625"/>
                  </a:lnTo>
                  <a:lnTo>
                    <a:pt x="852" y="1556"/>
                  </a:lnTo>
                  <a:lnTo>
                    <a:pt x="891" y="1429"/>
                  </a:lnTo>
                  <a:lnTo>
                    <a:pt x="961" y="1395"/>
                  </a:lnTo>
                  <a:lnTo>
                    <a:pt x="1024" y="1412"/>
                  </a:lnTo>
                  <a:lnTo>
                    <a:pt x="1151" y="1302"/>
                  </a:lnTo>
                  <a:lnTo>
                    <a:pt x="1168" y="1187"/>
                  </a:lnTo>
                  <a:lnTo>
                    <a:pt x="1220" y="1101"/>
                  </a:lnTo>
                  <a:lnTo>
                    <a:pt x="1335" y="1014"/>
                  </a:lnTo>
                  <a:lnTo>
                    <a:pt x="1404" y="899"/>
                  </a:lnTo>
                  <a:lnTo>
                    <a:pt x="1588" y="750"/>
                  </a:lnTo>
                  <a:lnTo>
                    <a:pt x="1715" y="709"/>
                  </a:lnTo>
                  <a:lnTo>
                    <a:pt x="1870" y="657"/>
                  </a:lnTo>
                  <a:lnTo>
                    <a:pt x="2123" y="634"/>
                  </a:lnTo>
                  <a:lnTo>
                    <a:pt x="2353" y="577"/>
                  </a:lnTo>
                  <a:lnTo>
                    <a:pt x="2463" y="553"/>
                  </a:lnTo>
                  <a:lnTo>
                    <a:pt x="2577" y="462"/>
                  </a:lnTo>
                  <a:lnTo>
                    <a:pt x="2641" y="370"/>
                  </a:lnTo>
                  <a:lnTo>
                    <a:pt x="2779" y="0"/>
                  </a:lnTo>
                  <a:lnTo>
                    <a:pt x="283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90" name="Freeform 1172">
              <a:extLst>
                <a:ext uri="{FF2B5EF4-FFF2-40B4-BE49-F238E27FC236}">
                  <a16:creationId xmlns:a16="http://schemas.microsoft.com/office/drawing/2014/main" id="{996F3FB1-84D1-2675-B7C9-16A169E5C09B}"/>
                </a:ext>
              </a:extLst>
            </p:cNvPr>
            <p:cNvSpPr>
              <a:spLocks/>
            </p:cNvSpPr>
            <p:nvPr/>
          </p:nvSpPr>
          <p:spPr bwMode="auto">
            <a:xfrm>
              <a:off x="3454" y="2754"/>
              <a:ext cx="497" cy="790"/>
            </a:xfrm>
            <a:custGeom>
              <a:avLst/>
              <a:gdLst>
                <a:gd name="T0" fmla="*/ 0 w 4976"/>
                <a:gd name="T1" fmla="*/ 0 h 7894"/>
                <a:gd name="T2" fmla="*/ 0 w 4976"/>
                <a:gd name="T3" fmla="*/ 0 h 7894"/>
                <a:gd name="T4" fmla="*/ 0 w 4976"/>
                <a:gd name="T5" fmla="*/ 0 h 7894"/>
                <a:gd name="T6" fmla="*/ 0 w 4976"/>
                <a:gd name="T7" fmla="*/ 0 h 7894"/>
                <a:gd name="T8" fmla="*/ 0 w 4976"/>
                <a:gd name="T9" fmla="*/ 0 h 7894"/>
                <a:gd name="T10" fmla="*/ 0 w 4976"/>
                <a:gd name="T11" fmla="*/ 0 h 7894"/>
                <a:gd name="T12" fmla="*/ 0 w 4976"/>
                <a:gd name="T13" fmla="*/ 0 h 7894"/>
                <a:gd name="T14" fmla="*/ 0 w 4976"/>
                <a:gd name="T15" fmla="*/ 0 h 7894"/>
                <a:gd name="T16" fmla="*/ 0 w 4976"/>
                <a:gd name="T17" fmla="*/ 0 h 7894"/>
                <a:gd name="T18" fmla="*/ 0 w 4976"/>
                <a:gd name="T19" fmla="*/ 0 h 7894"/>
                <a:gd name="T20" fmla="*/ 0 w 4976"/>
                <a:gd name="T21" fmla="*/ 0 h 7894"/>
                <a:gd name="T22" fmla="*/ 0 w 4976"/>
                <a:gd name="T23" fmla="*/ 0 h 7894"/>
                <a:gd name="T24" fmla="*/ 0 w 4976"/>
                <a:gd name="T25" fmla="*/ 0 h 7894"/>
                <a:gd name="T26" fmla="*/ 0 w 4976"/>
                <a:gd name="T27" fmla="*/ 0 h 7894"/>
                <a:gd name="T28" fmla="*/ 0 w 4976"/>
                <a:gd name="T29" fmla="*/ 0 h 7894"/>
                <a:gd name="T30" fmla="*/ 0 w 4976"/>
                <a:gd name="T31" fmla="*/ 0 h 7894"/>
                <a:gd name="T32" fmla="*/ 0 w 4976"/>
                <a:gd name="T33" fmla="*/ 0 h 7894"/>
                <a:gd name="T34" fmla="*/ 0 w 4976"/>
                <a:gd name="T35" fmla="*/ 0 h 7894"/>
                <a:gd name="T36" fmla="*/ 0 w 4976"/>
                <a:gd name="T37" fmla="*/ 0 h 7894"/>
                <a:gd name="T38" fmla="*/ 0 w 4976"/>
                <a:gd name="T39" fmla="*/ 0 h 7894"/>
                <a:gd name="T40" fmla="*/ 0 w 4976"/>
                <a:gd name="T41" fmla="*/ 0 h 7894"/>
                <a:gd name="T42" fmla="*/ 0 w 4976"/>
                <a:gd name="T43" fmla="*/ 0 h 7894"/>
                <a:gd name="T44" fmla="*/ 0 w 4976"/>
                <a:gd name="T45" fmla="*/ 0 h 7894"/>
                <a:gd name="T46" fmla="*/ 0 w 4976"/>
                <a:gd name="T47" fmla="*/ 0 h 7894"/>
                <a:gd name="T48" fmla="*/ 0 w 4976"/>
                <a:gd name="T49" fmla="*/ 0 h 7894"/>
                <a:gd name="T50" fmla="*/ 0 w 4976"/>
                <a:gd name="T51" fmla="*/ 0 h 7894"/>
                <a:gd name="T52" fmla="*/ 0 w 4976"/>
                <a:gd name="T53" fmla="*/ 0 h 7894"/>
                <a:gd name="T54" fmla="*/ 0 w 4976"/>
                <a:gd name="T55" fmla="*/ 0 h 7894"/>
                <a:gd name="T56" fmla="*/ 0 w 4976"/>
                <a:gd name="T57" fmla="*/ 0 h 7894"/>
                <a:gd name="T58" fmla="*/ 0 w 4976"/>
                <a:gd name="T59" fmla="*/ 0 h 7894"/>
                <a:gd name="T60" fmla="*/ 0 w 4976"/>
                <a:gd name="T61" fmla="*/ 0 h 7894"/>
                <a:gd name="T62" fmla="*/ 0 w 4976"/>
                <a:gd name="T63" fmla="*/ 0 h 7894"/>
                <a:gd name="T64" fmla="*/ 0 w 4976"/>
                <a:gd name="T65" fmla="*/ 0 h 7894"/>
                <a:gd name="T66" fmla="*/ 0 w 4976"/>
                <a:gd name="T67" fmla="*/ 0 h 7894"/>
                <a:gd name="T68" fmla="*/ 0 w 4976"/>
                <a:gd name="T69" fmla="*/ 0 h 7894"/>
                <a:gd name="T70" fmla="*/ 0 w 4976"/>
                <a:gd name="T71" fmla="*/ 0 h 7894"/>
                <a:gd name="T72" fmla="*/ 0 w 4976"/>
                <a:gd name="T73" fmla="*/ 0 h 7894"/>
                <a:gd name="T74" fmla="*/ 0 w 4976"/>
                <a:gd name="T75" fmla="*/ 0 h 7894"/>
                <a:gd name="T76" fmla="*/ 0 w 4976"/>
                <a:gd name="T77" fmla="*/ 0 h 7894"/>
                <a:gd name="T78" fmla="*/ 0 w 4976"/>
                <a:gd name="T79" fmla="*/ 0 h 7894"/>
                <a:gd name="T80" fmla="*/ 0 w 4976"/>
                <a:gd name="T81" fmla="*/ 0 h 7894"/>
                <a:gd name="T82" fmla="*/ 0 w 4976"/>
                <a:gd name="T83" fmla="*/ 0 h 7894"/>
                <a:gd name="T84" fmla="*/ 0 w 4976"/>
                <a:gd name="T85" fmla="*/ 0 h 7894"/>
                <a:gd name="T86" fmla="*/ 0 w 4976"/>
                <a:gd name="T87" fmla="*/ 0 h 7894"/>
                <a:gd name="T88" fmla="*/ 0 w 4976"/>
                <a:gd name="T89" fmla="*/ 0 h 7894"/>
                <a:gd name="T90" fmla="*/ 0 w 4976"/>
                <a:gd name="T91" fmla="*/ 0 h 7894"/>
                <a:gd name="T92" fmla="*/ 0 w 4976"/>
                <a:gd name="T93" fmla="*/ 0 h 7894"/>
                <a:gd name="T94" fmla="*/ 0 w 4976"/>
                <a:gd name="T95" fmla="*/ 0 h 7894"/>
                <a:gd name="T96" fmla="*/ 0 w 4976"/>
                <a:gd name="T97" fmla="*/ 0 h 7894"/>
                <a:gd name="T98" fmla="*/ 0 w 4976"/>
                <a:gd name="T99" fmla="*/ 0 h 7894"/>
                <a:gd name="T100" fmla="*/ 0 w 4976"/>
                <a:gd name="T101" fmla="*/ 0 h 7894"/>
                <a:gd name="T102" fmla="*/ 0 w 4976"/>
                <a:gd name="T103" fmla="*/ 0 h 7894"/>
                <a:gd name="T104" fmla="*/ 0 w 4976"/>
                <a:gd name="T105" fmla="*/ 0 h 7894"/>
                <a:gd name="T106" fmla="*/ 0 w 4976"/>
                <a:gd name="T107" fmla="*/ 0 h 7894"/>
                <a:gd name="T108" fmla="*/ 0 w 4976"/>
                <a:gd name="T109" fmla="*/ 0 h 7894"/>
                <a:gd name="T110" fmla="*/ 0 w 4976"/>
                <a:gd name="T111" fmla="*/ 0 h 7894"/>
                <a:gd name="T112" fmla="*/ 0 w 4976"/>
                <a:gd name="T113" fmla="*/ 0 h 7894"/>
                <a:gd name="T114" fmla="*/ 0 w 4976"/>
                <a:gd name="T115" fmla="*/ 0 h 7894"/>
                <a:gd name="T116" fmla="*/ 0 w 4976"/>
                <a:gd name="T117" fmla="*/ 0 h 7894"/>
                <a:gd name="T118" fmla="*/ 0 w 4976"/>
                <a:gd name="T119" fmla="*/ 0 h 7894"/>
                <a:gd name="T120" fmla="*/ 0 w 4976"/>
                <a:gd name="T121" fmla="*/ 0 h 7894"/>
                <a:gd name="T122" fmla="*/ 0 w 4976"/>
                <a:gd name="T123" fmla="*/ 0 h 78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76" h="7894">
                  <a:moveTo>
                    <a:pt x="2831" y="12"/>
                  </a:moveTo>
                  <a:lnTo>
                    <a:pt x="2980" y="139"/>
                  </a:lnTo>
                  <a:lnTo>
                    <a:pt x="3199" y="404"/>
                  </a:lnTo>
                  <a:lnTo>
                    <a:pt x="3377" y="721"/>
                  </a:lnTo>
                  <a:lnTo>
                    <a:pt x="3550" y="1089"/>
                  </a:lnTo>
                  <a:lnTo>
                    <a:pt x="3705" y="1365"/>
                  </a:lnTo>
                  <a:lnTo>
                    <a:pt x="3924" y="1688"/>
                  </a:lnTo>
                  <a:lnTo>
                    <a:pt x="4183" y="2050"/>
                  </a:lnTo>
                  <a:lnTo>
                    <a:pt x="4373" y="2344"/>
                  </a:lnTo>
                  <a:lnTo>
                    <a:pt x="4551" y="2707"/>
                  </a:lnTo>
                  <a:lnTo>
                    <a:pt x="4717" y="2880"/>
                  </a:lnTo>
                  <a:lnTo>
                    <a:pt x="4752" y="3023"/>
                  </a:lnTo>
                  <a:lnTo>
                    <a:pt x="4758" y="3265"/>
                  </a:lnTo>
                  <a:lnTo>
                    <a:pt x="4786" y="3611"/>
                  </a:lnTo>
                  <a:lnTo>
                    <a:pt x="4764" y="4107"/>
                  </a:lnTo>
                  <a:lnTo>
                    <a:pt x="4769" y="4555"/>
                  </a:lnTo>
                  <a:lnTo>
                    <a:pt x="4786" y="4693"/>
                  </a:lnTo>
                  <a:lnTo>
                    <a:pt x="4845" y="4693"/>
                  </a:lnTo>
                  <a:lnTo>
                    <a:pt x="4942" y="4601"/>
                  </a:lnTo>
                  <a:lnTo>
                    <a:pt x="4976" y="4860"/>
                  </a:lnTo>
                  <a:lnTo>
                    <a:pt x="4936" y="5062"/>
                  </a:lnTo>
                  <a:lnTo>
                    <a:pt x="4885" y="5258"/>
                  </a:lnTo>
                  <a:lnTo>
                    <a:pt x="4856" y="5448"/>
                  </a:lnTo>
                  <a:lnTo>
                    <a:pt x="4867" y="5552"/>
                  </a:lnTo>
                  <a:lnTo>
                    <a:pt x="4821" y="5626"/>
                  </a:lnTo>
                  <a:lnTo>
                    <a:pt x="4700" y="5752"/>
                  </a:lnTo>
                  <a:lnTo>
                    <a:pt x="4735" y="5873"/>
                  </a:lnTo>
                  <a:lnTo>
                    <a:pt x="4568" y="6144"/>
                  </a:lnTo>
                  <a:lnTo>
                    <a:pt x="4453" y="6259"/>
                  </a:lnTo>
                  <a:lnTo>
                    <a:pt x="4401" y="6357"/>
                  </a:lnTo>
                  <a:lnTo>
                    <a:pt x="4378" y="6414"/>
                  </a:lnTo>
                  <a:lnTo>
                    <a:pt x="4211" y="6456"/>
                  </a:lnTo>
                  <a:lnTo>
                    <a:pt x="4090" y="6380"/>
                  </a:lnTo>
                  <a:lnTo>
                    <a:pt x="4137" y="6207"/>
                  </a:lnTo>
                  <a:lnTo>
                    <a:pt x="4119" y="6207"/>
                  </a:lnTo>
                  <a:lnTo>
                    <a:pt x="4068" y="6328"/>
                  </a:lnTo>
                  <a:lnTo>
                    <a:pt x="3941" y="6392"/>
                  </a:lnTo>
                  <a:lnTo>
                    <a:pt x="3809" y="6392"/>
                  </a:lnTo>
                  <a:lnTo>
                    <a:pt x="3631" y="6311"/>
                  </a:lnTo>
                  <a:lnTo>
                    <a:pt x="3648" y="6345"/>
                  </a:lnTo>
                  <a:lnTo>
                    <a:pt x="3728" y="6426"/>
                  </a:lnTo>
                  <a:lnTo>
                    <a:pt x="3591" y="6426"/>
                  </a:lnTo>
                  <a:lnTo>
                    <a:pt x="3522" y="6426"/>
                  </a:lnTo>
                  <a:lnTo>
                    <a:pt x="3453" y="6444"/>
                  </a:lnTo>
                  <a:lnTo>
                    <a:pt x="3423" y="6495"/>
                  </a:lnTo>
                  <a:lnTo>
                    <a:pt x="3411" y="6582"/>
                  </a:lnTo>
                  <a:lnTo>
                    <a:pt x="3453" y="6651"/>
                  </a:lnTo>
                  <a:lnTo>
                    <a:pt x="3498" y="6680"/>
                  </a:lnTo>
                  <a:lnTo>
                    <a:pt x="3481" y="6732"/>
                  </a:lnTo>
                  <a:lnTo>
                    <a:pt x="3435" y="6795"/>
                  </a:lnTo>
                  <a:lnTo>
                    <a:pt x="3394" y="6829"/>
                  </a:lnTo>
                  <a:lnTo>
                    <a:pt x="3314" y="6824"/>
                  </a:lnTo>
                  <a:lnTo>
                    <a:pt x="3273" y="6784"/>
                  </a:lnTo>
                  <a:lnTo>
                    <a:pt x="3239" y="6737"/>
                  </a:lnTo>
                  <a:lnTo>
                    <a:pt x="3170" y="6720"/>
                  </a:lnTo>
                  <a:lnTo>
                    <a:pt x="3124" y="6760"/>
                  </a:lnTo>
                  <a:lnTo>
                    <a:pt x="3073" y="6755"/>
                  </a:lnTo>
                  <a:lnTo>
                    <a:pt x="3014" y="6784"/>
                  </a:lnTo>
                  <a:lnTo>
                    <a:pt x="2923" y="6767"/>
                  </a:lnTo>
                  <a:lnTo>
                    <a:pt x="2842" y="6715"/>
                  </a:lnTo>
                  <a:lnTo>
                    <a:pt x="2836" y="6634"/>
                  </a:lnTo>
                  <a:lnTo>
                    <a:pt x="2836" y="6565"/>
                  </a:lnTo>
                  <a:lnTo>
                    <a:pt x="2824" y="6535"/>
                  </a:lnTo>
                  <a:lnTo>
                    <a:pt x="2681" y="6680"/>
                  </a:lnTo>
                  <a:lnTo>
                    <a:pt x="2456" y="6668"/>
                  </a:lnTo>
                  <a:lnTo>
                    <a:pt x="2434" y="6708"/>
                  </a:lnTo>
                  <a:lnTo>
                    <a:pt x="2365" y="6726"/>
                  </a:lnTo>
                  <a:lnTo>
                    <a:pt x="2325" y="6737"/>
                  </a:lnTo>
                  <a:lnTo>
                    <a:pt x="2290" y="6760"/>
                  </a:lnTo>
                  <a:lnTo>
                    <a:pt x="2290" y="6824"/>
                  </a:lnTo>
                  <a:lnTo>
                    <a:pt x="2307" y="6864"/>
                  </a:lnTo>
                  <a:lnTo>
                    <a:pt x="2387" y="6784"/>
                  </a:lnTo>
                  <a:lnTo>
                    <a:pt x="2486" y="6864"/>
                  </a:lnTo>
                  <a:lnTo>
                    <a:pt x="2486" y="6973"/>
                  </a:lnTo>
                  <a:lnTo>
                    <a:pt x="2463" y="7042"/>
                  </a:lnTo>
                  <a:lnTo>
                    <a:pt x="2387" y="7054"/>
                  </a:lnTo>
                  <a:lnTo>
                    <a:pt x="2336" y="7042"/>
                  </a:lnTo>
                  <a:lnTo>
                    <a:pt x="2301" y="7048"/>
                  </a:lnTo>
                  <a:lnTo>
                    <a:pt x="2325" y="7118"/>
                  </a:lnTo>
                  <a:lnTo>
                    <a:pt x="2238" y="7215"/>
                  </a:lnTo>
                  <a:lnTo>
                    <a:pt x="2163" y="7077"/>
                  </a:lnTo>
                  <a:lnTo>
                    <a:pt x="2140" y="6979"/>
                  </a:lnTo>
                  <a:lnTo>
                    <a:pt x="2094" y="6922"/>
                  </a:lnTo>
                  <a:lnTo>
                    <a:pt x="1990" y="6922"/>
                  </a:lnTo>
                  <a:lnTo>
                    <a:pt x="1957" y="6945"/>
                  </a:lnTo>
                  <a:lnTo>
                    <a:pt x="1950" y="6979"/>
                  </a:lnTo>
                  <a:lnTo>
                    <a:pt x="1957" y="7135"/>
                  </a:lnTo>
                  <a:lnTo>
                    <a:pt x="2076" y="7290"/>
                  </a:lnTo>
                  <a:lnTo>
                    <a:pt x="2007" y="7353"/>
                  </a:lnTo>
                  <a:lnTo>
                    <a:pt x="1933" y="7491"/>
                  </a:lnTo>
                  <a:lnTo>
                    <a:pt x="1870" y="7520"/>
                  </a:lnTo>
                  <a:lnTo>
                    <a:pt x="1772" y="7550"/>
                  </a:lnTo>
                  <a:lnTo>
                    <a:pt x="1703" y="7543"/>
                  </a:lnTo>
                  <a:lnTo>
                    <a:pt x="1715" y="7595"/>
                  </a:lnTo>
                  <a:lnTo>
                    <a:pt x="1617" y="7612"/>
                  </a:lnTo>
                  <a:lnTo>
                    <a:pt x="1530" y="7572"/>
                  </a:lnTo>
                  <a:lnTo>
                    <a:pt x="1530" y="7451"/>
                  </a:lnTo>
                  <a:lnTo>
                    <a:pt x="1582" y="7405"/>
                  </a:lnTo>
                  <a:lnTo>
                    <a:pt x="1691" y="7388"/>
                  </a:lnTo>
                  <a:lnTo>
                    <a:pt x="1715" y="7353"/>
                  </a:lnTo>
                  <a:lnTo>
                    <a:pt x="1715" y="7325"/>
                  </a:lnTo>
                  <a:lnTo>
                    <a:pt x="1686" y="7278"/>
                  </a:lnTo>
                  <a:lnTo>
                    <a:pt x="1789" y="7163"/>
                  </a:lnTo>
                  <a:lnTo>
                    <a:pt x="1784" y="7100"/>
                  </a:lnTo>
                  <a:lnTo>
                    <a:pt x="1738" y="7094"/>
                  </a:lnTo>
                  <a:lnTo>
                    <a:pt x="1708" y="7123"/>
                  </a:lnTo>
                  <a:lnTo>
                    <a:pt x="1622" y="7239"/>
                  </a:lnTo>
                  <a:lnTo>
                    <a:pt x="1496" y="7239"/>
                  </a:lnTo>
                  <a:lnTo>
                    <a:pt x="1387" y="7267"/>
                  </a:lnTo>
                  <a:lnTo>
                    <a:pt x="1358" y="7377"/>
                  </a:lnTo>
                  <a:lnTo>
                    <a:pt x="1340" y="7498"/>
                  </a:lnTo>
                  <a:lnTo>
                    <a:pt x="1289" y="7601"/>
                  </a:lnTo>
                  <a:lnTo>
                    <a:pt x="1145" y="7647"/>
                  </a:lnTo>
                  <a:lnTo>
                    <a:pt x="1071" y="7595"/>
                  </a:lnTo>
                  <a:lnTo>
                    <a:pt x="1042" y="7532"/>
                  </a:lnTo>
                  <a:lnTo>
                    <a:pt x="1036" y="7451"/>
                  </a:lnTo>
                  <a:lnTo>
                    <a:pt x="1024" y="7422"/>
                  </a:lnTo>
                  <a:lnTo>
                    <a:pt x="967" y="7526"/>
                  </a:lnTo>
                  <a:lnTo>
                    <a:pt x="943" y="7676"/>
                  </a:lnTo>
                  <a:lnTo>
                    <a:pt x="886" y="7837"/>
                  </a:lnTo>
                  <a:lnTo>
                    <a:pt x="748" y="7894"/>
                  </a:lnTo>
                  <a:lnTo>
                    <a:pt x="679" y="7877"/>
                  </a:lnTo>
                  <a:lnTo>
                    <a:pt x="656" y="7820"/>
                  </a:lnTo>
                  <a:lnTo>
                    <a:pt x="656" y="7629"/>
                  </a:lnTo>
                  <a:lnTo>
                    <a:pt x="673" y="7543"/>
                  </a:lnTo>
                  <a:lnTo>
                    <a:pt x="604" y="7555"/>
                  </a:lnTo>
                  <a:lnTo>
                    <a:pt x="518" y="7595"/>
                  </a:lnTo>
                  <a:lnTo>
                    <a:pt x="523" y="7671"/>
                  </a:lnTo>
                  <a:lnTo>
                    <a:pt x="432" y="7780"/>
                  </a:lnTo>
                  <a:lnTo>
                    <a:pt x="299" y="7894"/>
                  </a:lnTo>
                  <a:lnTo>
                    <a:pt x="202" y="7889"/>
                  </a:lnTo>
                  <a:lnTo>
                    <a:pt x="126" y="7837"/>
                  </a:lnTo>
                  <a:lnTo>
                    <a:pt x="92" y="7785"/>
                  </a:lnTo>
                  <a:lnTo>
                    <a:pt x="109" y="7745"/>
                  </a:lnTo>
                  <a:lnTo>
                    <a:pt x="116" y="7671"/>
                  </a:lnTo>
                  <a:lnTo>
                    <a:pt x="150" y="7629"/>
                  </a:lnTo>
                  <a:lnTo>
                    <a:pt x="242" y="7619"/>
                  </a:lnTo>
                  <a:lnTo>
                    <a:pt x="316" y="7590"/>
                  </a:lnTo>
                  <a:lnTo>
                    <a:pt x="276" y="7543"/>
                  </a:lnTo>
                  <a:lnTo>
                    <a:pt x="271" y="7498"/>
                  </a:lnTo>
                  <a:lnTo>
                    <a:pt x="247" y="7451"/>
                  </a:lnTo>
                  <a:lnTo>
                    <a:pt x="259" y="7359"/>
                  </a:lnTo>
                  <a:lnTo>
                    <a:pt x="288" y="7313"/>
                  </a:lnTo>
                  <a:lnTo>
                    <a:pt x="334" y="7318"/>
                  </a:lnTo>
                  <a:lnTo>
                    <a:pt x="391" y="7411"/>
                  </a:lnTo>
                  <a:lnTo>
                    <a:pt x="443" y="7532"/>
                  </a:lnTo>
                  <a:lnTo>
                    <a:pt x="489" y="7520"/>
                  </a:lnTo>
                  <a:lnTo>
                    <a:pt x="587" y="7491"/>
                  </a:lnTo>
                  <a:lnTo>
                    <a:pt x="546" y="7434"/>
                  </a:lnTo>
                  <a:lnTo>
                    <a:pt x="535" y="7348"/>
                  </a:lnTo>
                  <a:lnTo>
                    <a:pt x="581" y="7290"/>
                  </a:lnTo>
                  <a:lnTo>
                    <a:pt x="644" y="7318"/>
                  </a:lnTo>
                  <a:lnTo>
                    <a:pt x="679" y="7359"/>
                  </a:lnTo>
                  <a:lnTo>
                    <a:pt x="708" y="7388"/>
                  </a:lnTo>
                  <a:lnTo>
                    <a:pt x="765" y="7388"/>
                  </a:lnTo>
                  <a:lnTo>
                    <a:pt x="771" y="7330"/>
                  </a:lnTo>
                  <a:lnTo>
                    <a:pt x="852" y="7267"/>
                  </a:lnTo>
                  <a:lnTo>
                    <a:pt x="846" y="7249"/>
                  </a:lnTo>
                  <a:lnTo>
                    <a:pt x="702" y="7163"/>
                  </a:lnTo>
                  <a:lnTo>
                    <a:pt x="581" y="7077"/>
                  </a:lnTo>
                  <a:lnTo>
                    <a:pt x="593" y="7007"/>
                  </a:lnTo>
                  <a:lnTo>
                    <a:pt x="541" y="7042"/>
                  </a:lnTo>
                  <a:lnTo>
                    <a:pt x="501" y="7042"/>
                  </a:lnTo>
                  <a:lnTo>
                    <a:pt x="472" y="7002"/>
                  </a:lnTo>
                  <a:lnTo>
                    <a:pt x="484" y="6905"/>
                  </a:lnTo>
                  <a:lnTo>
                    <a:pt x="506" y="6846"/>
                  </a:lnTo>
                  <a:lnTo>
                    <a:pt x="523" y="6777"/>
                  </a:lnTo>
                  <a:lnTo>
                    <a:pt x="512" y="6755"/>
                  </a:lnTo>
                  <a:lnTo>
                    <a:pt x="477" y="6755"/>
                  </a:lnTo>
                  <a:lnTo>
                    <a:pt x="449" y="6818"/>
                  </a:lnTo>
                  <a:lnTo>
                    <a:pt x="414" y="6812"/>
                  </a:lnTo>
                  <a:lnTo>
                    <a:pt x="403" y="6784"/>
                  </a:lnTo>
                  <a:lnTo>
                    <a:pt x="420" y="6651"/>
                  </a:lnTo>
                  <a:lnTo>
                    <a:pt x="397" y="6570"/>
                  </a:lnTo>
                  <a:lnTo>
                    <a:pt x="328" y="6456"/>
                  </a:lnTo>
                  <a:lnTo>
                    <a:pt x="368" y="6432"/>
                  </a:lnTo>
                  <a:lnTo>
                    <a:pt x="420" y="6456"/>
                  </a:lnTo>
                  <a:lnTo>
                    <a:pt x="449" y="6518"/>
                  </a:lnTo>
                  <a:lnTo>
                    <a:pt x="472" y="6576"/>
                  </a:lnTo>
                  <a:lnTo>
                    <a:pt x="523" y="6622"/>
                  </a:lnTo>
                  <a:lnTo>
                    <a:pt x="558" y="6605"/>
                  </a:lnTo>
                  <a:lnTo>
                    <a:pt x="541" y="6484"/>
                  </a:lnTo>
                  <a:lnTo>
                    <a:pt x="414" y="6345"/>
                  </a:lnTo>
                  <a:lnTo>
                    <a:pt x="380" y="6207"/>
                  </a:lnTo>
                  <a:lnTo>
                    <a:pt x="414" y="6053"/>
                  </a:lnTo>
                  <a:lnTo>
                    <a:pt x="518" y="5885"/>
                  </a:lnTo>
                  <a:lnTo>
                    <a:pt x="598" y="5816"/>
                  </a:lnTo>
                  <a:lnTo>
                    <a:pt x="691" y="5759"/>
                  </a:lnTo>
                  <a:lnTo>
                    <a:pt x="760" y="5707"/>
                  </a:lnTo>
                  <a:lnTo>
                    <a:pt x="765" y="5666"/>
                  </a:lnTo>
                  <a:lnTo>
                    <a:pt x="731" y="5655"/>
                  </a:lnTo>
                  <a:lnTo>
                    <a:pt x="667" y="5638"/>
                  </a:lnTo>
                  <a:lnTo>
                    <a:pt x="593" y="5592"/>
                  </a:lnTo>
                  <a:lnTo>
                    <a:pt x="708" y="5493"/>
                  </a:lnTo>
                  <a:lnTo>
                    <a:pt x="794" y="5390"/>
                  </a:lnTo>
                  <a:lnTo>
                    <a:pt x="874" y="5338"/>
                  </a:lnTo>
                  <a:lnTo>
                    <a:pt x="978" y="5350"/>
                  </a:lnTo>
                  <a:lnTo>
                    <a:pt x="967" y="5280"/>
                  </a:lnTo>
                  <a:lnTo>
                    <a:pt x="915" y="5217"/>
                  </a:lnTo>
                  <a:lnTo>
                    <a:pt x="943" y="5171"/>
                  </a:lnTo>
                  <a:lnTo>
                    <a:pt x="972" y="5166"/>
                  </a:lnTo>
                  <a:lnTo>
                    <a:pt x="972" y="5137"/>
                  </a:lnTo>
                  <a:lnTo>
                    <a:pt x="926" y="5137"/>
                  </a:lnTo>
                  <a:lnTo>
                    <a:pt x="886" y="5102"/>
                  </a:lnTo>
                  <a:lnTo>
                    <a:pt x="881" y="5050"/>
                  </a:lnTo>
                  <a:lnTo>
                    <a:pt x="846" y="5050"/>
                  </a:lnTo>
                  <a:lnTo>
                    <a:pt x="753" y="4964"/>
                  </a:lnTo>
                  <a:lnTo>
                    <a:pt x="760" y="4809"/>
                  </a:lnTo>
                  <a:lnTo>
                    <a:pt x="719" y="4745"/>
                  </a:lnTo>
                  <a:lnTo>
                    <a:pt x="632" y="4624"/>
                  </a:lnTo>
                  <a:lnTo>
                    <a:pt x="632" y="4549"/>
                  </a:lnTo>
                  <a:lnTo>
                    <a:pt x="639" y="4468"/>
                  </a:lnTo>
                  <a:lnTo>
                    <a:pt x="575" y="4302"/>
                  </a:lnTo>
                  <a:lnTo>
                    <a:pt x="570" y="4204"/>
                  </a:lnTo>
                  <a:lnTo>
                    <a:pt x="615" y="4152"/>
                  </a:lnTo>
                  <a:lnTo>
                    <a:pt x="632" y="4089"/>
                  </a:lnTo>
                  <a:lnTo>
                    <a:pt x="615" y="4065"/>
                  </a:lnTo>
                  <a:lnTo>
                    <a:pt x="535" y="4037"/>
                  </a:lnTo>
                  <a:lnTo>
                    <a:pt x="535" y="3986"/>
                  </a:lnTo>
                  <a:lnTo>
                    <a:pt x="598" y="3916"/>
                  </a:lnTo>
                  <a:lnTo>
                    <a:pt x="632" y="3865"/>
                  </a:lnTo>
                  <a:lnTo>
                    <a:pt x="622" y="3801"/>
                  </a:lnTo>
                  <a:lnTo>
                    <a:pt x="598" y="3749"/>
                  </a:lnTo>
                  <a:lnTo>
                    <a:pt x="558" y="3703"/>
                  </a:lnTo>
                  <a:lnTo>
                    <a:pt x="494" y="3697"/>
                  </a:lnTo>
                  <a:lnTo>
                    <a:pt x="414" y="3754"/>
                  </a:lnTo>
                  <a:lnTo>
                    <a:pt x="340" y="3858"/>
                  </a:lnTo>
                  <a:lnTo>
                    <a:pt x="195" y="3749"/>
                  </a:lnTo>
                  <a:lnTo>
                    <a:pt x="138" y="3697"/>
                  </a:lnTo>
                  <a:lnTo>
                    <a:pt x="133" y="3633"/>
                  </a:lnTo>
                  <a:lnTo>
                    <a:pt x="52" y="3628"/>
                  </a:lnTo>
                  <a:lnTo>
                    <a:pt x="0" y="3605"/>
                  </a:lnTo>
                  <a:lnTo>
                    <a:pt x="5" y="3547"/>
                  </a:lnTo>
                  <a:lnTo>
                    <a:pt x="150" y="3444"/>
                  </a:lnTo>
                  <a:lnTo>
                    <a:pt x="242" y="3300"/>
                  </a:lnTo>
                  <a:lnTo>
                    <a:pt x="294" y="3369"/>
                  </a:lnTo>
                  <a:lnTo>
                    <a:pt x="299" y="3467"/>
                  </a:lnTo>
                  <a:lnTo>
                    <a:pt x="311" y="3473"/>
                  </a:lnTo>
                  <a:lnTo>
                    <a:pt x="391" y="3415"/>
                  </a:lnTo>
                  <a:lnTo>
                    <a:pt x="449" y="3254"/>
                  </a:lnTo>
                  <a:lnTo>
                    <a:pt x="489" y="3213"/>
                  </a:lnTo>
                  <a:lnTo>
                    <a:pt x="593" y="3317"/>
                  </a:lnTo>
                  <a:lnTo>
                    <a:pt x="632" y="3317"/>
                  </a:lnTo>
                  <a:lnTo>
                    <a:pt x="632" y="3282"/>
                  </a:lnTo>
                  <a:lnTo>
                    <a:pt x="604" y="3225"/>
                  </a:lnTo>
                  <a:lnTo>
                    <a:pt x="598" y="3185"/>
                  </a:lnTo>
                  <a:lnTo>
                    <a:pt x="650" y="3162"/>
                  </a:lnTo>
                  <a:lnTo>
                    <a:pt x="684" y="3162"/>
                  </a:lnTo>
                  <a:lnTo>
                    <a:pt x="731" y="3203"/>
                  </a:lnTo>
                  <a:lnTo>
                    <a:pt x="777" y="3225"/>
                  </a:lnTo>
                  <a:lnTo>
                    <a:pt x="891" y="3225"/>
                  </a:lnTo>
                  <a:lnTo>
                    <a:pt x="961" y="3289"/>
                  </a:lnTo>
                  <a:lnTo>
                    <a:pt x="1047" y="3398"/>
                  </a:lnTo>
                  <a:lnTo>
                    <a:pt x="1059" y="3433"/>
                  </a:lnTo>
                  <a:lnTo>
                    <a:pt x="1088" y="3438"/>
                  </a:lnTo>
                  <a:lnTo>
                    <a:pt x="1162" y="3369"/>
                  </a:lnTo>
                  <a:lnTo>
                    <a:pt x="1030" y="3243"/>
                  </a:lnTo>
                  <a:lnTo>
                    <a:pt x="1064" y="3196"/>
                  </a:lnTo>
                  <a:lnTo>
                    <a:pt x="1093" y="3173"/>
                  </a:lnTo>
                  <a:lnTo>
                    <a:pt x="1093" y="3144"/>
                  </a:lnTo>
                  <a:lnTo>
                    <a:pt x="1076" y="3127"/>
                  </a:lnTo>
                  <a:lnTo>
                    <a:pt x="1042" y="3133"/>
                  </a:lnTo>
                  <a:lnTo>
                    <a:pt x="1002" y="3156"/>
                  </a:lnTo>
                  <a:lnTo>
                    <a:pt x="943" y="3162"/>
                  </a:lnTo>
                  <a:lnTo>
                    <a:pt x="881" y="3127"/>
                  </a:lnTo>
                  <a:lnTo>
                    <a:pt x="886" y="3047"/>
                  </a:lnTo>
                  <a:lnTo>
                    <a:pt x="961" y="2949"/>
                  </a:lnTo>
                  <a:lnTo>
                    <a:pt x="967" y="2920"/>
                  </a:lnTo>
                  <a:lnTo>
                    <a:pt x="829" y="2949"/>
                  </a:lnTo>
                  <a:lnTo>
                    <a:pt x="788" y="2880"/>
                  </a:lnTo>
                  <a:lnTo>
                    <a:pt x="788" y="2828"/>
                  </a:lnTo>
                  <a:lnTo>
                    <a:pt x="881" y="2764"/>
                  </a:lnTo>
                  <a:lnTo>
                    <a:pt x="909" y="2684"/>
                  </a:lnTo>
                  <a:lnTo>
                    <a:pt x="753" y="2304"/>
                  </a:lnTo>
                  <a:lnTo>
                    <a:pt x="782" y="2258"/>
                  </a:lnTo>
                  <a:lnTo>
                    <a:pt x="846" y="2252"/>
                  </a:lnTo>
                  <a:lnTo>
                    <a:pt x="874" y="2292"/>
                  </a:lnTo>
                  <a:lnTo>
                    <a:pt x="874" y="2269"/>
                  </a:lnTo>
                  <a:lnTo>
                    <a:pt x="869" y="2200"/>
                  </a:lnTo>
                  <a:lnTo>
                    <a:pt x="794" y="2137"/>
                  </a:lnTo>
                  <a:lnTo>
                    <a:pt x="731" y="2143"/>
                  </a:lnTo>
                  <a:lnTo>
                    <a:pt x="639" y="2131"/>
                  </a:lnTo>
                  <a:lnTo>
                    <a:pt x="587" y="2062"/>
                  </a:lnTo>
                  <a:lnTo>
                    <a:pt x="587" y="2005"/>
                  </a:lnTo>
                  <a:lnTo>
                    <a:pt x="644" y="1832"/>
                  </a:lnTo>
                  <a:lnTo>
                    <a:pt x="696" y="1912"/>
                  </a:lnTo>
                  <a:lnTo>
                    <a:pt x="731" y="1964"/>
                  </a:lnTo>
                  <a:lnTo>
                    <a:pt x="777" y="1988"/>
                  </a:lnTo>
                  <a:lnTo>
                    <a:pt x="822" y="1976"/>
                  </a:lnTo>
                  <a:lnTo>
                    <a:pt x="829" y="1953"/>
                  </a:lnTo>
                  <a:lnTo>
                    <a:pt x="846" y="1929"/>
                  </a:lnTo>
                  <a:lnTo>
                    <a:pt x="771" y="1832"/>
                  </a:lnTo>
                  <a:lnTo>
                    <a:pt x="753" y="1734"/>
                  </a:lnTo>
                  <a:lnTo>
                    <a:pt x="794" y="1625"/>
                  </a:lnTo>
                  <a:lnTo>
                    <a:pt x="852" y="1556"/>
                  </a:lnTo>
                  <a:lnTo>
                    <a:pt x="891" y="1429"/>
                  </a:lnTo>
                  <a:lnTo>
                    <a:pt x="961" y="1395"/>
                  </a:lnTo>
                  <a:lnTo>
                    <a:pt x="1024" y="1412"/>
                  </a:lnTo>
                  <a:lnTo>
                    <a:pt x="1151" y="1302"/>
                  </a:lnTo>
                  <a:lnTo>
                    <a:pt x="1168" y="1187"/>
                  </a:lnTo>
                  <a:lnTo>
                    <a:pt x="1220" y="1101"/>
                  </a:lnTo>
                  <a:lnTo>
                    <a:pt x="1335" y="1014"/>
                  </a:lnTo>
                  <a:lnTo>
                    <a:pt x="1404" y="899"/>
                  </a:lnTo>
                  <a:lnTo>
                    <a:pt x="1588" y="750"/>
                  </a:lnTo>
                  <a:lnTo>
                    <a:pt x="1715" y="709"/>
                  </a:lnTo>
                  <a:lnTo>
                    <a:pt x="1870" y="657"/>
                  </a:lnTo>
                  <a:lnTo>
                    <a:pt x="2123" y="634"/>
                  </a:lnTo>
                  <a:lnTo>
                    <a:pt x="2353" y="577"/>
                  </a:lnTo>
                  <a:lnTo>
                    <a:pt x="2463" y="553"/>
                  </a:lnTo>
                  <a:lnTo>
                    <a:pt x="2577" y="462"/>
                  </a:lnTo>
                  <a:lnTo>
                    <a:pt x="2641" y="370"/>
                  </a:lnTo>
                  <a:lnTo>
                    <a:pt x="2779" y="0"/>
                  </a:lnTo>
                  <a:lnTo>
                    <a:pt x="2831" y="12"/>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91" name="Freeform 1173">
              <a:extLst>
                <a:ext uri="{FF2B5EF4-FFF2-40B4-BE49-F238E27FC236}">
                  <a16:creationId xmlns:a16="http://schemas.microsoft.com/office/drawing/2014/main" id="{D3CC9223-8351-D483-922C-4110222AEF5A}"/>
                </a:ext>
              </a:extLst>
            </p:cNvPr>
            <p:cNvSpPr>
              <a:spLocks/>
            </p:cNvSpPr>
            <p:nvPr/>
          </p:nvSpPr>
          <p:spPr bwMode="auto">
            <a:xfrm>
              <a:off x="3531" y="2754"/>
              <a:ext cx="201" cy="166"/>
            </a:xfrm>
            <a:custGeom>
              <a:avLst/>
              <a:gdLst>
                <a:gd name="T0" fmla="*/ 0 w 2007"/>
                <a:gd name="T1" fmla="*/ 0 h 1659"/>
                <a:gd name="T2" fmla="*/ 0 w 2007"/>
                <a:gd name="T3" fmla="*/ 0 h 1659"/>
                <a:gd name="T4" fmla="*/ 0 w 2007"/>
                <a:gd name="T5" fmla="*/ 0 h 1659"/>
                <a:gd name="T6" fmla="*/ 0 w 2007"/>
                <a:gd name="T7" fmla="*/ 0 h 1659"/>
                <a:gd name="T8" fmla="*/ 0 w 2007"/>
                <a:gd name="T9" fmla="*/ 0 h 1659"/>
                <a:gd name="T10" fmla="*/ 0 w 2007"/>
                <a:gd name="T11" fmla="*/ 0 h 1659"/>
                <a:gd name="T12" fmla="*/ 0 w 2007"/>
                <a:gd name="T13" fmla="*/ 0 h 1659"/>
                <a:gd name="T14" fmla="*/ 0 w 2007"/>
                <a:gd name="T15" fmla="*/ 0 h 1659"/>
                <a:gd name="T16" fmla="*/ 0 w 2007"/>
                <a:gd name="T17" fmla="*/ 0 h 1659"/>
                <a:gd name="T18" fmla="*/ 0 w 2007"/>
                <a:gd name="T19" fmla="*/ 0 h 1659"/>
                <a:gd name="T20" fmla="*/ 0 w 2007"/>
                <a:gd name="T21" fmla="*/ 0 h 1659"/>
                <a:gd name="T22" fmla="*/ 0 w 2007"/>
                <a:gd name="T23" fmla="*/ 0 h 1659"/>
                <a:gd name="T24" fmla="*/ 0 w 2007"/>
                <a:gd name="T25" fmla="*/ 0 h 1659"/>
                <a:gd name="T26" fmla="*/ 0 w 2007"/>
                <a:gd name="T27" fmla="*/ 0 h 1659"/>
                <a:gd name="T28" fmla="*/ 0 w 2007"/>
                <a:gd name="T29" fmla="*/ 0 h 1659"/>
                <a:gd name="T30" fmla="*/ 0 w 2007"/>
                <a:gd name="T31" fmla="*/ 0 h 1659"/>
                <a:gd name="T32" fmla="*/ 0 w 2007"/>
                <a:gd name="T33" fmla="*/ 0 h 1659"/>
                <a:gd name="T34" fmla="*/ 0 w 2007"/>
                <a:gd name="T35" fmla="*/ 0 h 1659"/>
                <a:gd name="T36" fmla="*/ 0 w 2007"/>
                <a:gd name="T37" fmla="*/ 0 h 1659"/>
                <a:gd name="T38" fmla="*/ 0 w 2007"/>
                <a:gd name="T39" fmla="*/ 0 h 1659"/>
                <a:gd name="T40" fmla="*/ 0 w 2007"/>
                <a:gd name="T41" fmla="*/ 0 h 1659"/>
                <a:gd name="T42" fmla="*/ 0 w 2007"/>
                <a:gd name="T43" fmla="*/ 0 h 1659"/>
                <a:gd name="T44" fmla="*/ 0 w 2007"/>
                <a:gd name="T45" fmla="*/ 0 h 1659"/>
                <a:gd name="T46" fmla="*/ 0 w 2007"/>
                <a:gd name="T47" fmla="*/ 0 h 1659"/>
                <a:gd name="T48" fmla="*/ 0 w 2007"/>
                <a:gd name="T49" fmla="*/ 0 h 1659"/>
                <a:gd name="T50" fmla="*/ 0 w 2007"/>
                <a:gd name="T51" fmla="*/ 0 h 1659"/>
                <a:gd name="T52" fmla="*/ 0 w 2007"/>
                <a:gd name="T53" fmla="*/ 0 h 1659"/>
                <a:gd name="T54" fmla="*/ 0 w 2007"/>
                <a:gd name="T55" fmla="*/ 0 h 1659"/>
                <a:gd name="T56" fmla="*/ 0 w 2007"/>
                <a:gd name="T57" fmla="*/ 0 h 1659"/>
                <a:gd name="T58" fmla="*/ 0 w 2007"/>
                <a:gd name="T59" fmla="*/ 0 h 1659"/>
                <a:gd name="T60" fmla="*/ 0 w 2007"/>
                <a:gd name="T61" fmla="*/ 0 h 1659"/>
                <a:gd name="T62" fmla="*/ 0 w 2007"/>
                <a:gd name="T63" fmla="*/ 0 h 1659"/>
                <a:gd name="T64" fmla="*/ 0 w 2007"/>
                <a:gd name="T65" fmla="*/ 0 h 1659"/>
                <a:gd name="T66" fmla="*/ 0 w 2007"/>
                <a:gd name="T67" fmla="*/ 0 h 1659"/>
                <a:gd name="T68" fmla="*/ 0 w 2007"/>
                <a:gd name="T69" fmla="*/ 0 h 1659"/>
                <a:gd name="T70" fmla="*/ 0 w 2007"/>
                <a:gd name="T71" fmla="*/ 0 h 1659"/>
                <a:gd name="T72" fmla="*/ 0 w 2007"/>
                <a:gd name="T73" fmla="*/ 0 h 1659"/>
                <a:gd name="T74" fmla="*/ 0 w 2007"/>
                <a:gd name="T75" fmla="*/ 0 h 16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007" h="1659">
                  <a:moveTo>
                    <a:pt x="2002" y="0"/>
                  </a:moveTo>
                  <a:lnTo>
                    <a:pt x="1968" y="24"/>
                  </a:lnTo>
                  <a:lnTo>
                    <a:pt x="1881" y="260"/>
                  </a:lnTo>
                  <a:lnTo>
                    <a:pt x="1835" y="370"/>
                  </a:lnTo>
                  <a:lnTo>
                    <a:pt x="1760" y="479"/>
                  </a:lnTo>
                  <a:lnTo>
                    <a:pt x="1669" y="531"/>
                  </a:lnTo>
                  <a:lnTo>
                    <a:pt x="1340" y="617"/>
                  </a:lnTo>
                  <a:lnTo>
                    <a:pt x="1104" y="640"/>
                  </a:lnTo>
                  <a:lnTo>
                    <a:pt x="805" y="738"/>
                  </a:lnTo>
                  <a:lnTo>
                    <a:pt x="610" y="894"/>
                  </a:lnTo>
                  <a:lnTo>
                    <a:pt x="529" y="1014"/>
                  </a:lnTo>
                  <a:lnTo>
                    <a:pt x="413" y="1101"/>
                  </a:lnTo>
                  <a:lnTo>
                    <a:pt x="363" y="1181"/>
                  </a:lnTo>
                  <a:lnTo>
                    <a:pt x="351" y="1279"/>
                  </a:lnTo>
                  <a:lnTo>
                    <a:pt x="247" y="1395"/>
                  </a:lnTo>
                  <a:lnTo>
                    <a:pt x="184" y="1383"/>
                  </a:lnTo>
                  <a:lnTo>
                    <a:pt x="97" y="1417"/>
                  </a:lnTo>
                  <a:lnTo>
                    <a:pt x="57" y="1538"/>
                  </a:lnTo>
                  <a:lnTo>
                    <a:pt x="11" y="1607"/>
                  </a:lnTo>
                  <a:lnTo>
                    <a:pt x="0" y="1659"/>
                  </a:lnTo>
                  <a:lnTo>
                    <a:pt x="52" y="1613"/>
                  </a:lnTo>
                  <a:lnTo>
                    <a:pt x="109" y="1544"/>
                  </a:lnTo>
                  <a:lnTo>
                    <a:pt x="132" y="1446"/>
                  </a:lnTo>
                  <a:lnTo>
                    <a:pt x="178" y="1417"/>
                  </a:lnTo>
                  <a:lnTo>
                    <a:pt x="253" y="1440"/>
                  </a:lnTo>
                  <a:lnTo>
                    <a:pt x="408" y="1302"/>
                  </a:lnTo>
                  <a:lnTo>
                    <a:pt x="413" y="1198"/>
                  </a:lnTo>
                  <a:lnTo>
                    <a:pt x="454" y="1118"/>
                  </a:lnTo>
                  <a:lnTo>
                    <a:pt x="575" y="1037"/>
                  </a:lnTo>
                  <a:lnTo>
                    <a:pt x="650" y="916"/>
                  </a:lnTo>
                  <a:lnTo>
                    <a:pt x="817" y="778"/>
                  </a:lnTo>
                  <a:lnTo>
                    <a:pt x="1099" y="681"/>
                  </a:lnTo>
                  <a:lnTo>
                    <a:pt x="1340" y="652"/>
                  </a:lnTo>
                  <a:lnTo>
                    <a:pt x="1709" y="565"/>
                  </a:lnTo>
                  <a:lnTo>
                    <a:pt x="1795" y="491"/>
                  </a:lnTo>
                  <a:lnTo>
                    <a:pt x="1887" y="381"/>
                  </a:lnTo>
                  <a:lnTo>
                    <a:pt x="2007" y="41"/>
                  </a:lnTo>
                  <a:lnTo>
                    <a:pt x="200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92" name="Freeform 1174">
              <a:extLst>
                <a:ext uri="{FF2B5EF4-FFF2-40B4-BE49-F238E27FC236}">
                  <a16:creationId xmlns:a16="http://schemas.microsoft.com/office/drawing/2014/main" id="{36683807-7281-EB89-5A90-ECEA77DF0A18}"/>
                </a:ext>
              </a:extLst>
            </p:cNvPr>
            <p:cNvSpPr>
              <a:spLocks/>
            </p:cNvSpPr>
            <p:nvPr/>
          </p:nvSpPr>
          <p:spPr bwMode="auto">
            <a:xfrm>
              <a:off x="3531" y="2754"/>
              <a:ext cx="201" cy="166"/>
            </a:xfrm>
            <a:custGeom>
              <a:avLst/>
              <a:gdLst>
                <a:gd name="T0" fmla="*/ 0 w 2007"/>
                <a:gd name="T1" fmla="*/ 0 h 1659"/>
                <a:gd name="T2" fmla="*/ 0 w 2007"/>
                <a:gd name="T3" fmla="*/ 0 h 1659"/>
                <a:gd name="T4" fmla="*/ 0 w 2007"/>
                <a:gd name="T5" fmla="*/ 0 h 1659"/>
                <a:gd name="T6" fmla="*/ 0 w 2007"/>
                <a:gd name="T7" fmla="*/ 0 h 1659"/>
                <a:gd name="T8" fmla="*/ 0 w 2007"/>
                <a:gd name="T9" fmla="*/ 0 h 1659"/>
                <a:gd name="T10" fmla="*/ 0 w 2007"/>
                <a:gd name="T11" fmla="*/ 0 h 1659"/>
                <a:gd name="T12" fmla="*/ 0 w 2007"/>
                <a:gd name="T13" fmla="*/ 0 h 1659"/>
                <a:gd name="T14" fmla="*/ 0 w 2007"/>
                <a:gd name="T15" fmla="*/ 0 h 1659"/>
                <a:gd name="T16" fmla="*/ 0 w 2007"/>
                <a:gd name="T17" fmla="*/ 0 h 1659"/>
                <a:gd name="T18" fmla="*/ 0 w 2007"/>
                <a:gd name="T19" fmla="*/ 0 h 1659"/>
                <a:gd name="T20" fmla="*/ 0 w 2007"/>
                <a:gd name="T21" fmla="*/ 0 h 1659"/>
                <a:gd name="T22" fmla="*/ 0 w 2007"/>
                <a:gd name="T23" fmla="*/ 0 h 1659"/>
                <a:gd name="T24" fmla="*/ 0 w 2007"/>
                <a:gd name="T25" fmla="*/ 0 h 1659"/>
                <a:gd name="T26" fmla="*/ 0 w 2007"/>
                <a:gd name="T27" fmla="*/ 0 h 1659"/>
                <a:gd name="T28" fmla="*/ 0 w 2007"/>
                <a:gd name="T29" fmla="*/ 0 h 1659"/>
                <a:gd name="T30" fmla="*/ 0 w 2007"/>
                <a:gd name="T31" fmla="*/ 0 h 1659"/>
                <a:gd name="T32" fmla="*/ 0 w 2007"/>
                <a:gd name="T33" fmla="*/ 0 h 1659"/>
                <a:gd name="T34" fmla="*/ 0 w 2007"/>
                <a:gd name="T35" fmla="*/ 0 h 1659"/>
                <a:gd name="T36" fmla="*/ 0 w 2007"/>
                <a:gd name="T37" fmla="*/ 0 h 1659"/>
                <a:gd name="T38" fmla="*/ 0 w 2007"/>
                <a:gd name="T39" fmla="*/ 0 h 1659"/>
                <a:gd name="T40" fmla="*/ 0 w 2007"/>
                <a:gd name="T41" fmla="*/ 0 h 1659"/>
                <a:gd name="T42" fmla="*/ 0 w 2007"/>
                <a:gd name="T43" fmla="*/ 0 h 1659"/>
                <a:gd name="T44" fmla="*/ 0 w 2007"/>
                <a:gd name="T45" fmla="*/ 0 h 1659"/>
                <a:gd name="T46" fmla="*/ 0 w 2007"/>
                <a:gd name="T47" fmla="*/ 0 h 1659"/>
                <a:gd name="T48" fmla="*/ 0 w 2007"/>
                <a:gd name="T49" fmla="*/ 0 h 1659"/>
                <a:gd name="T50" fmla="*/ 0 w 2007"/>
                <a:gd name="T51" fmla="*/ 0 h 1659"/>
                <a:gd name="T52" fmla="*/ 0 w 2007"/>
                <a:gd name="T53" fmla="*/ 0 h 1659"/>
                <a:gd name="T54" fmla="*/ 0 w 2007"/>
                <a:gd name="T55" fmla="*/ 0 h 1659"/>
                <a:gd name="T56" fmla="*/ 0 w 2007"/>
                <a:gd name="T57" fmla="*/ 0 h 1659"/>
                <a:gd name="T58" fmla="*/ 0 w 2007"/>
                <a:gd name="T59" fmla="*/ 0 h 1659"/>
                <a:gd name="T60" fmla="*/ 0 w 2007"/>
                <a:gd name="T61" fmla="*/ 0 h 1659"/>
                <a:gd name="T62" fmla="*/ 0 w 2007"/>
                <a:gd name="T63" fmla="*/ 0 h 1659"/>
                <a:gd name="T64" fmla="*/ 0 w 2007"/>
                <a:gd name="T65" fmla="*/ 0 h 1659"/>
                <a:gd name="T66" fmla="*/ 0 w 2007"/>
                <a:gd name="T67" fmla="*/ 0 h 1659"/>
                <a:gd name="T68" fmla="*/ 0 w 2007"/>
                <a:gd name="T69" fmla="*/ 0 h 1659"/>
                <a:gd name="T70" fmla="*/ 0 w 2007"/>
                <a:gd name="T71" fmla="*/ 0 h 1659"/>
                <a:gd name="T72" fmla="*/ 0 w 2007"/>
                <a:gd name="T73" fmla="*/ 0 h 1659"/>
                <a:gd name="T74" fmla="*/ 0 w 2007"/>
                <a:gd name="T75" fmla="*/ 0 h 16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007" h="1659">
                  <a:moveTo>
                    <a:pt x="2002" y="0"/>
                  </a:moveTo>
                  <a:lnTo>
                    <a:pt x="1968" y="24"/>
                  </a:lnTo>
                  <a:lnTo>
                    <a:pt x="1881" y="260"/>
                  </a:lnTo>
                  <a:lnTo>
                    <a:pt x="1835" y="370"/>
                  </a:lnTo>
                  <a:lnTo>
                    <a:pt x="1760" y="479"/>
                  </a:lnTo>
                  <a:lnTo>
                    <a:pt x="1669" y="531"/>
                  </a:lnTo>
                  <a:lnTo>
                    <a:pt x="1340" y="617"/>
                  </a:lnTo>
                  <a:lnTo>
                    <a:pt x="1104" y="640"/>
                  </a:lnTo>
                  <a:lnTo>
                    <a:pt x="805" y="738"/>
                  </a:lnTo>
                  <a:lnTo>
                    <a:pt x="610" y="894"/>
                  </a:lnTo>
                  <a:lnTo>
                    <a:pt x="529" y="1014"/>
                  </a:lnTo>
                  <a:lnTo>
                    <a:pt x="413" y="1101"/>
                  </a:lnTo>
                  <a:lnTo>
                    <a:pt x="363" y="1181"/>
                  </a:lnTo>
                  <a:lnTo>
                    <a:pt x="351" y="1279"/>
                  </a:lnTo>
                  <a:lnTo>
                    <a:pt x="247" y="1395"/>
                  </a:lnTo>
                  <a:lnTo>
                    <a:pt x="184" y="1383"/>
                  </a:lnTo>
                  <a:lnTo>
                    <a:pt x="97" y="1417"/>
                  </a:lnTo>
                  <a:lnTo>
                    <a:pt x="57" y="1538"/>
                  </a:lnTo>
                  <a:lnTo>
                    <a:pt x="11" y="1607"/>
                  </a:lnTo>
                  <a:lnTo>
                    <a:pt x="0" y="1659"/>
                  </a:lnTo>
                  <a:lnTo>
                    <a:pt x="52" y="1613"/>
                  </a:lnTo>
                  <a:lnTo>
                    <a:pt x="109" y="1544"/>
                  </a:lnTo>
                  <a:lnTo>
                    <a:pt x="132" y="1446"/>
                  </a:lnTo>
                  <a:lnTo>
                    <a:pt x="178" y="1417"/>
                  </a:lnTo>
                  <a:lnTo>
                    <a:pt x="253" y="1440"/>
                  </a:lnTo>
                  <a:lnTo>
                    <a:pt x="408" y="1302"/>
                  </a:lnTo>
                  <a:lnTo>
                    <a:pt x="413" y="1198"/>
                  </a:lnTo>
                  <a:lnTo>
                    <a:pt x="454" y="1118"/>
                  </a:lnTo>
                  <a:lnTo>
                    <a:pt x="575" y="1037"/>
                  </a:lnTo>
                  <a:lnTo>
                    <a:pt x="650" y="916"/>
                  </a:lnTo>
                  <a:lnTo>
                    <a:pt x="817" y="778"/>
                  </a:lnTo>
                  <a:lnTo>
                    <a:pt x="1099" y="681"/>
                  </a:lnTo>
                  <a:lnTo>
                    <a:pt x="1340" y="652"/>
                  </a:lnTo>
                  <a:lnTo>
                    <a:pt x="1709" y="565"/>
                  </a:lnTo>
                  <a:lnTo>
                    <a:pt x="1795" y="491"/>
                  </a:lnTo>
                  <a:lnTo>
                    <a:pt x="1887" y="381"/>
                  </a:lnTo>
                  <a:lnTo>
                    <a:pt x="2007" y="41"/>
                  </a:lnTo>
                  <a:lnTo>
                    <a:pt x="2002" y="0"/>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93" name="Freeform 1175">
              <a:extLst>
                <a:ext uri="{FF2B5EF4-FFF2-40B4-BE49-F238E27FC236}">
                  <a16:creationId xmlns:a16="http://schemas.microsoft.com/office/drawing/2014/main" id="{DA749236-1288-5DE3-A723-CC06F55E8E3D}"/>
                </a:ext>
              </a:extLst>
            </p:cNvPr>
            <p:cNvSpPr>
              <a:spLocks/>
            </p:cNvSpPr>
            <p:nvPr/>
          </p:nvSpPr>
          <p:spPr bwMode="auto">
            <a:xfrm>
              <a:off x="3435" y="3678"/>
              <a:ext cx="91" cy="49"/>
            </a:xfrm>
            <a:custGeom>
              <a:avLst/>
              <a:gdLst>
                <a:gd name="T0" fmla="*/ 0 w 910"/>
                <a:gd name="T1" fmla="*/ 0 h 484"/>
                <a:gd name="T2" fmla="*/ 0 w 910"/>
                <a:gd name="T3" fmla="*/ 0 h 484"/>
                <a:gd name="T4" fmla="*/ 0 w 910"/>
                <a:gd name="T5" fmla="*/ 0 h 484"/>
                <a:gd name="T6" fmla="*/ 0 w 910"/>
                <a:gd name="T7" fmla="*/ 0 h 484"/>
                <a:gd name="T8" fmla="*/ 0 w 910"/>
                <a:gd name="T9" fmla="*/ 0 h 484"/>
                <a:gd name="T10" fmla="*/ 0 w 910"/>
                <a:gd name="T11" fmla="*/ 0 h 484"/>
                <a:gd name="T12" fmla="*/ 0 w 910"/>
                <a:gd name="T13" fmla="*/ 0 h 484"/>
                <a:gd name="T14" fmla="*/ 0 w 910"/>
                <a:gd name="T15" fmla="*/ 0 h 484"/>
                <a:gd name="T16" fmla="*/ 0 w 910"/>
                <a:gd name="T17" fmla="*/ 0 h 484"/>
                <a:gd name="T18" fmla="*/ 0 w 910"/>
                <a:gd name="T19" fmla="*/ 0 h 484"/>
                <a:gd name="T20" fmla="*/ 0 w 910"/>
                <a:gd name="T21" fmla="*/ 0 h 484"/>
                <a:gd name="T22" fmla="*/ 0 w 910"/>
                <a:gd name="T23" fmla="*/ 0 h 484"/>
                <a:gd name="T24" fmla="*/ 0 w 910"/>
                <a:gd name="T25" fmla="*/ 0 h 484"/>
                <a:gd name="T26" fmla="*/ 0 w 910"/>
                <a:gd name="T27" fmla="*/ 0 h 484"/>
                <a:gd name="T28" fmla="*/ 0 w 910"/>
                <a:gd name="T29" fmla="*/ 0 h 484"/>
                <a:gd name="T30" fmla="*/ 0 w 910"/>
                <a:gd name="T31" fmla="*/ 0 h 484"/>
                <a:gd name="T32" fmla="*/ 0 w 910"/>
                <a:gd name="T33" fmla="*/ 0 h 484"/>
                <a:gd name="T34" fmla="*/ 0 w 910"/>
                <a:gd name="T35" fmla="*/ 0 h 484"/>
                <a:gd name="T36" fmla="*/ 0 w 910"/>
                <a:gd name="T37" fmla="*/ 0 h 4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10" h="484">
                  <a:moveTo>
                    <a:pt x="881" y="98"/>
                  </a:moveTo>
                  <a:lnTo>
                    <a:pt x="772" y="29"/>
                  </a:lnTo>
                  <a:lnTo>
                    <a:pt x="634" y="0"/>
                  </a:lnTo>
                  <a:lnTo>
                    <a:pt x="513" y="29"/>
                  </a:lnTo>
                  <a:lnTo>
                    <a:pt x="202" y="144"/>
                  </a:lnTo>
                  <a:lnTo>
                    <a:pt x="70" y="207"/>
                  </a:lnTo>
                  <a:lnTo>
                    <a:pt x="30" y="282"/>
                  </a:lnTo>
                  <a:lnTo>
                    <a:pt x="0" y="334"/>
                  </a:lnTo>
                  <a:lnTo>
                    <a:pt x="18" y="397"/>
                  </a:lnTo>
                  <a:lnTo>
                    <a:pt x="93" y="460"/>
                  </a:lnTo>
                  <a:lnTo>
                    <a:pt x="168" y="484"/>
                  </a:lnTo>
                  <a:lnTo>
                    <a:pt x="197" y="460"/>
                  </a:lnTo>
                  <a:lnTo>
                    <a:pt x="249" y="432"/>
                  </a:lnTo>
                  <a:lnTo>
                    <a:pt x="421" y="449"/>
                  </a:lnTo>
                  <a:lnTo>
                    <a:pt x="657" y="408"/>
                  </a:lnTo>
                  <a:lnTo>
                    <a:pt x="772" y="339"/>
                  </a:lnTo>
                  <a:lnTo>
                    <a:pt x="898" y="173"/>
                  </a:lnTo>
                  <a:lnTo>
                    <a:pt x="910" y="138"/>
                  </a:lnTo>
                  <a:lnTo>
                    <a:pt x="881" y="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94" name="Freeform 1176">
              <a:extLst>
                <a:ext uri="{FF2B5EF4-FFF2-40B4-BE49-F238E27FC236}">
                  <a16:creationId xmlns:a16="http://schemas.microsoft.com/office/drawing/2014/main" id="{941AC55B-C673-0F08-6F2F-F292DDDC0858}"/>
                </a:ext>
              </a:extLst>
            </p:cNvPr>
            <p:cNvSpPr>
              <a:spLocks/>
            </p:cNvSpPr>
            <p:nvPr/>
          </p:nvSpPr>
          <p:spPr bwMode="auto">
            <a:xfrm>
              <a:off x="3435" y="3678"/>
              <a:ext cx="91" cy="49"/>
            </a:xfrm>
            <a:custGeom>
              <a:avLst/>
              <a:gdLst>
                <a:gd name="T0" fmla="*/ 0 w 910"/>
                <a:gd name="T1" fmla="*/ 0 h 484"/>
                <a:gd name="T2" fmla="*/ 0 w 910"/>
                <a:gd name="T3" fmla="*/ 0 h 484"/>
                <a:gd name="T4" fmla="*/ 0 w 910"/>
                <a:gd name="T5" fmla="*/ 0 h 484"/>
                <a:gd name="T6" fmla="*/ 0 w 910"/>
                <a:gd name="T7" fmla="*/ 0 h 484"/>
                <a:gd name="T8" fmla="*/ 0 w 910"/>
                <a:gd name="T9" fmla="*/ 0 h 484"/>
                <a:gd name="T10" fmla="*/ 0 w 910"/>
                <a:gd name="T11" fmla="*/ 0 h 484"/>
                <a:gd name="T12" fmla="*/ 0 w 910"/>
                <a:gd name="T13" fmla="*/ 0 h 484"/>
                <a:gd name="T14" fmla="*/ 0 w 910"/>
                <a:gd name="T15" fmla="*/ 0 h 484"/>
                <a:gd name="T16" fmla="*/ 0 w 910"/>
                <a:gd name="T17" fmla="*/ 0 h 484"/>
                <a:gd name="T18" fmla="*/ 0 w 910"/>
                <a:gd name="T19" fmla="*/ 0 h 484"/>
                <a:gd name="T20" fmla="*/ 0 w 910"/>
                <a:gd name="T21" fmla="*/ 0 h 484"/>
                <a:gd name="T22" fmla="*/ 0 w 910"/>
                <a:gd name="T23" fmla="*/ 0 h 484"/>
                <a:gd name="T24" fmla="*/ 0 w 910"/>
                <a:gd name="T25" fmla="*/ 0 h 484"/>
                <a:gd name="T26" fmla="*/ 0 w 910"/>
                <a:gd name="T27" fmla="*/ 0 h 484"/>
                <a:gd name="T28" fmla="*/ 0 w 910"/>
                <a:gd name="T29" fmla="*/ 0 h 484"/>
                <a:gd name="T30" fmla="*/ 0 w 910"/>
                <a:gd name="T31" fmla="*/ 0 h 484"/>
                <a:gd name="T32" fmla="*/ 0 w 910"/>
                <a:gd name="T33" fmla="*/ 0 h 484"/>
                <a:gd name="T34" fmla="*/ 0 w 910"/>
                <a:gd name="T35" fmla="*/ 0 h 484"/>
                <a:gd name="T36" fmla="*/ 0 w 910"/>
                <a:gd name="T37" fmla="*/ 0 h 4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10" h="484">
                  <a:moveTo>
                    <a:pt x="881" y="98"/>
                  </a:moveTo>
                  <a:lnTo>
                    <a:pt x="772" y="29"/>
                  </a:lnTo>
                  <a:lnTo>
                    <a:pt x="634" y="0"/>
                  </a:lnTo>
                  <a:lnTo>
                    <a:pt x="513" y="29"/>
                  </a:lnTo>
                  <a:lnTo>
                    <a:pt x="202" y="144"/>
                  </a:lnTo>
                  <a:lnTo>
                    <a:pt x="70" y="207"/>
                  </a:lnTo>
                  <a:lnTo>
                    <a:pt x="30" y="282"/>
                  </a:lnTo>
                  <a:lnTo>
                    <a:pt x="0" y="334"/>
                  </a:lnTo>
                  <a:lnTo>
                    <a:pt x="18" y="397"/>
                  </a:lnTo>
                  <a:lnTo>
                    <a:pt x="93" y="460"/>
                  </a:lnTo>
                  <a:lnTo>
                    <a:pt x="168" y="484"/>
                  </a:lnTo>
                  <a:lnTo>
                    <a:pt x="197" y="460"/>
                  </a:lnTo>
                  <a:lnTo>
                    <a:pt x="249" y="432"/>
                  </a:lnTo>
                  <a:lnTo>
                    <a:pt x="421" y="449"/>
                  </a:lnTo>
                  <a:lnTo>
                    <a:pt x="657" y="408"/>
                  </a:lnTo>
                  <a:lnTo>
                    <a:pt x="772" y="339"/>
                  </a:lnTo>
                  <a:lnTo>
                    <a:pt x="898" y="173"/>
                  </a:lnTo>
                  <a:lnTo>
                    <a:pt x="910" y="138"/>
                  </a:lnTo>
                  <a:lnTo>
                    <a:pt x="881" y="98"/>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sp>
          <p:nvSpPr>
            <p:cNvPr id="418095" name="Freeform 1177">
              <a:extLst>
                <a:ext uri="{FF2B5EF4-FFF2-40B4-BE49-F238E27FC236}">
                  <a16:creationId xmlns:a16="http://schemas.microsoft.com/office/drawing/2014/main" id="{BA081003-B704-D0AB-927C-6E97A658676B}"/>
                </a:ext>
              </a:extLst>
            </p:cNvPr>
            <p:cNvSpPr>
              <a:spLocks/>
            </p:cNvSpPr>
            <p:nvPr/>
          </p:nvSpPr>
          <p:spPr bwMode="auto">
            <a:xfrm>
              <a:off x="3804" y="3401"/>
              <a:ext cx="44" cy="69"/>
            </a:xfrm>
            <a:custGeom>
              <a:avLst/>
              <a:gdLst>
                <a:gd name="T0" fmla="*/ 0 w 437"/>
                <a:gd name="T1" fmla="*/ 0 h 690"/>
                <a:gd name="T2" fmla="*/ 0 w 437"/>
                <a:gd name="T3" fmla="*/ 0 h 690"/>
                <a:gd name="T4" fmla="*/ 0 w 437"/>
                <a:gd name="T5" fmla="*/ 0 h 690"/>
                <a:gd name="T6" fmla="*/ 0 w 437"/>
                <a:gd name="T7" fmla="*/ 0 h 690"/>
                <a:gd name="T8" fmla="*/ 0 w 437"/>
                <a:gd name="T9" fmla="*/ 0 h 690"/>
                <a:gd name="T10" fmla="*/ 0 w 437"/>
                <a:gd name="T11" fmla="*/ 0 h 690"/>
                <a:gd name="T12" fmla="*/ 0 w 437"/>
                <a:gd name="T13" fmla="*/ 0 h 690"/>
                <a:gd name="T14" fmla="*/ 0 w 437"/>
                <a:gd name="T15" fmla="*/ 0 h 690"/>
                <a:gd name="T16" fmla="*/ 0 w 437"/>
                <a:gd name="T17" fmla="*/ 0 h 690"/>
                <a:gd name="T18" fmla="*/ 0 w 437"/>
                <a:gd name="T19" fmla="*/ 0 h 690"/>
                <a:gd name="T20" fmla="*/ 0 w 437"/>
                <a:gd name="T21" fmla="*/ 0 h 690"/>
                <a:gd name="T22" fmla="*/ 0 w 437"/>
                <a:gd name="T23" fmla="*/ 0 h 690"/>
                <a:gd name="T24" fmla="*/ 0 w 437"/>
                <a:gd name="T25" fmla="*/ 0 h 690"/>
                <a:gd name="T26" fmla="*/ 0 w 437"/>
                <a:gd name="T27" fmla="*/ 0 h 690"/>
                <a:gd name="T28" fmla="*/ 0 w 437"/>
                <a:gd name="T29" fmla="*/ 0 h 690"/>
                <a:gd name="T30" fmla="*/ 0 w 437"/>
                <a:gd name="T31" fmla="*/ 0 h 690"/>
                <a:gd name="T32" fmla="*/ 0 w 437"/>
                <a:gd name="T33" fmla="*/ 0 h 690"/>
                <a:gd name="T34" fmla="*/ 0 w 437"/>
                <a:gd name="T35" fmla="*/ 0 h 690"/>
                <a:gd name="T36" fmla="*/ 0 w 437"/>
                <a:gd name="T37" fmla="*/ 0 h 690"/>
                <a:gd name="T38" fmla="*/ 0 w 437"/>
                <a:gd name="T39" fmla="*/ 0 h 690"/>
                <a:gd name="T40" fmla="*/ 0 w 437"/>
                <a:gd name="T41" fmla="*/ 0 h 690"/>
                <a:gd name="T42" fmla="*/ 0 w 437"/>
                <a:gd name="T43" fmla="*/ 0 h 690"/>
                <a:gd name="T44" fmla="*/ 0 w 437"/>
                <a:gd name="T45" fmla="*/ 0 h 690"/>
                <a:gd name="T46" fmla="*/ 0 w 437"/>
                <a:gd name="T47" fmla="*/ 0 h 690"/>
                <a:gd name="T48" fmla="*/ 0 w 437"/>
                <a:gd name="T49" fmla="*/ 0 h 690"/>
                <a:gd name="T50" fmla="*/ 0 w 437"/>
                <a:gd name="T51" fmla="*/ 0 h 690"/>
                <a:gd name="T52" fmla="*/ 0 w 437"/>
                <a:gd name="T53" fmla="*/ 0 h 690"/>
                <a:gd name="T54" fmla="*/ 0 w 437"/>
                <a:gd name="T55" fmla="*/ 0 h 690"/>
                <a:gd name="T56" fmla="*/ 0 w 437"/>
                <a:gd name="T57" fmla="*/ 0 h 690"/>
                <a:gd name="T58" fmla="*/ 0 w 437"/>
                <a:gd name="T59" fmla="*/ 0 h 690"/>
                <a:gd name="T60" fmla="*/ 0 w 437"/>
                <a:gd name="T61" fmla="*/ 0 h 690"/>
                <a:gd name="T62" fmla="*/ 0 w 437"/>
                <a:gd name="T63" fmla="*/ 0 h 690"/>
                <a:gd name="T64" fmla="*/ 0 w 437"/>
                <a:gd name="T65" fmla="*/ 0 h 690"/>
                <a:gd name="T66" fmla="*/ 0 w 437"/>
                <a:gd name="T67" fmla="*/ 0 h 690"/>
                <a:gd name="T68" fmla="*/ 0 w 437"/>
                <a:gd name="T69" fmla="*/ 0 h 690"/>
                <a:gd name="T70" fmla="*/ 0 w 437"/>
                <a:gd name="T71" fmla="*/ 0 h 690"/>
                <a:gd name="T72" fmla="*/ 0 w 437"/>
                <a:gd name="T73" fmla="*/ 0 h 690"/>
                <a:gd name="T74" fmla="*/ 0 w 437"/>
                <a:gd name="T75" fmla="*/ 0 h 690"/>
                <a:gd name="T76" fmla="*/ 0 w 437"/>
                <a:gd name="T77" fmla="*/ 0 h 690"/>
                <a:gd name="T78" fmla="*/ 0 w 437"/>
                <a:gd name="T79" fmla="*/ 0 h 690"/>
                <a:gd name="T80" fmla="*/ 0 w 437"/>
                <a:gd name="T81" fmla="*/ 0 h 690"/>
                <a:gd name="T82" fmla="*/ 0 w 437"/>
                <a:gd name="T83" fmla="*/ 0 h 690"/>
                <a:gd name="T84" fmla="*/ 0 w 437"/>
                <a:gd name="T85" fmla="*/ 0 h 690"/>
                <a:gd name="T86" fmla="*/ 0 w 437"/>
                <a:gd name="T87" fmla="*/ 0 h 690"/>
                <a:gd name="T88" fmla="*/ 0 w 437"/>
                <a:gd name="T89" fmla="*/ 0 h 690"/>
                <a:gd name="T90" fmla="*/ 0 w 437"/>
                <a:gd name="T91" fmla="*/ 0 h 690"/>
                <a:gd name="T92" fmla="*/ 0 w 437"/>
                <a:gd name="T93" fmla="*/ 0 h 6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37" h="690">
                  <a:moveTo>
                    <a:pt x="287" y="685"/>
                  </a:moveTo>
                  <a:lnTo>
                    <a:pt x="327" y="621"/>
                  </a:lnTo>
                  <a:lnTo>
                    <a:pt x="322" y="454"/>
                  </a:lnTo>
                  <a:lnTo>
                    <a:pt x="322" y="403"/>
                  </a:lnTo>
                  <a:lnTo>
                    <a:pt x="339" y="385"/>
                  </a:lnTo>
                  <a:lnTo>
                    <a:pt x="368" y="368"/>
                  </a:lnTo>
                  <a:lnTo>
                    <a:pt x="379" y="339"/>
                  </a:lnTo>
                  <a:lnTo>
                    <a:pt x="386" y="294"/>
                  </a:lnTo>
                  <a:lnTo>
                    <a:pt x="368" y="259"/>
                  </a:lnTo>
                  <a:lnTo>
                    <a:pt x="368" y="230"/>
                  </a:lnTo>
                  <a:lnTo>
                    <a:pt x="396" y="201"/>
                  </a:lnTo>
                  <a:lnTo>
                    <a:pt x="408" y="195"/>
                  </a:lnTo>
                  <a:lnTo>
                    <a:pt x="426" y="173"/>
                  </a:lnTo>
                  <a:lnTo>
                    <a:pt x="437" y="143"/>
                  </a:lnTo>
                  <a:lnTo>
                    <a:pt x="431" y="114"/>
                  </a:lnTo>
                  <a:lnTo>
                    <a:pt x="414" y="92"/>
                  </a:lnTo>
                  <a:lnTo>
                    <a:pt x="408" y="69"/>
                  </a:lnTo>
                  <a:lnTo>
                    <a:pt x="408" y="52"/>
                  </a:lnTo>
                  <a:lnTo>
                    <a:pt x="386" y="34"/>
                  </a:lnTo>
                  <a:lnTo>
                    <a:pt x="362" y="34"/>
                  </a:lnTo>
                  <a:lnTo>
                    <a:pt x="327" y="5"/>
                  </a:lnTo>
                  <a:lnTo>
                    <a:pt x="299" y="0"/>
                  </a:lnTo>
                  <a:lnTo>
                    <a:pt x="270" y="28"/>
                  </a:lnTo>
                  <a:lnTo>
                    <a:pt x="265" y="52"/>
                  </a:lnTo>
                  <a:lnTo>
                    <a:pt x="241" y="80"/>
                  </a:lnTo>
                  <a:lnTo>
                    <a:pt x="201" y="109"/>
                  </a:lnTo>
                  <a:lnTo>
                    <a:pt x="189" y="121"/>
                  </a:lnTo>
                  <a:lnTo>
                    <a:pt x="184" y="149"/>
                  </a:lnTo>
                  <a:lnTo>
                    <a:pt x="196" y="195"/>
                  </a:lnTo>
                  <a:lnTo>
                    <a:pt x="189" y="207"/>
                  </a:lnTo>
                  <a:lnTo>
                    <a:pt x="92" y="253"/>
                  </a:lnTo>
                  <a:lnTo>
                    <a:pt x="40" y="242"/>
                  </a:lnTo>
                  <a:lnTo>
                    <a:pt x="28" y="247"/>
                  </a:lnTo>
                  <a:lnTo>
                    <a:pt x="11" y="264"/>
                  </a:lnTo>
                  <a:lnTo>
                    <a:pt x="0" y="311"/>
                  </a:lnTo>
                  <a:lnTo>
                    <a:pt x="28" y="380"/>
                  </a:lnTo>
                  <a:lnTo>
                    <a:pt x="103" y="432"/>
                  </a:lnTo>
                  <a:lnTo>
                    <a:pt x="120" y="500"/>
                  </a:lnTo>
                  <a:lnTo>
                    <a:pt x="103" y="534"/>
                  </a:lnTo>
                  <a:lnTo>
                    <a:pt x="92" y="586"/>
                  </a:lnTo>
                  <a:lnTo>
                    <a:pt x="144" y="604"/>
                  </a:lnTo>
                  <a:lnTo>
                    <a:pt x="206" y="627"/>
                  </a:lnTo>
                  <a:lnTo>
                    <a:pt x="218" y="645"/>
                  </a:lnTo>
                  <a:lnTo>
                    <a:pt x="224" y="673"/>
                  </a:lnTo>
                  <a:lnTo>
                    <a:pt x="253" y="690"/>
                  </a:lnTo>
                  <a:lnTo>
                    <a:pt x="282" y="690"/>
                  </a:lnTo>
                  <a:lnTo>
                    <a:pt x="287" y="6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ko-KR" altLang="en-US"/>
            </a:p>
          </p:txBody>
        </p:sp>
        <p:sp>
          <p:nvSpPr>
            <p:cNvPr id="418096" name="Freeform 1178">
              <a:extLst>
                <a:ext uri="{FF2B5EF4-FFF2-40B4-BE49-F238E27FC236}">
                  <a16:creationId xmlns:a16="http://schemas.microsoft.com/office/drawing/2014/main" id="{152AE336-2018-59F0-9E2E-74DBC9D6B47F}"/>
                </a:ext>
              </a:extLst>
            </p:cNvPr>
            <p:cNvSpPr>
              <a:spLocks/>
            </p:cNvSpPr>
            <p:nvPr/>
          </p:nvSpPr>
          <p:spPr bwMode="auto">
            <a:xfrm>
              <a:off x="3804" y="3401"/>
              <a:ext cx="44" cy="69"/>
            </a:xfrm>
            <a:custGeom>
              <a:avLst/>
              <a:gdLst>
                <a:gd name="T0" fmla="*/ 0 w 437"/>
                <a:gd name="T1" fmla="*/ 0 h 690"/>
                <a:gd name="T2" fmla="*/ 0 w 437"/>
                <a:gd name="T3" fmla="*/ 0 h 690"/>
                <a:gd name="T4" fmla="*/ 0 w 437"/>
                <a:gd name="T5" fmla="*/ 0 h 690"/>
                <a:gd name="T6" fmla="*/ 0 w 437"/>
                <a:gd name="T7" fmla="*/ 0 h 690"/>
                <a:gd name="T8" fmla="*/ 0 w 437"/>
                <a:gd name="T9" fmla="*/ 0 h 690"/>
                <a:gd name="T10" fmla="*/ 0 w 437"/>
                <a:gd name="T11" fmla="*/ 0 h 690"/>
                <a:gd name="T12" fmla="*/ 0 w 437"/>
                <a:gd name="T13" fmla="*/ 0 h 690"/>
                <a:gd name="T14" fmla="*/ 0 w 437"/>
                <a:gd name="T15" fmla="*/ 0 h 690"/>
                <a:gd name="T16" fmla="*/ 0 w 437"/>
                <a:gd name="T17" fmla="*/ 0 h 690"/>
                <a:gd name="T18" fmla="*/ 0 w 437"/>
                <a:gd name="T19" fmla="*/ 0 h 690"/>
                <a:gd name="T20" fmla="*/ 0 w 437"/>
                <a:gd name="T21" fmla="*/ 0 h 690"/>
                <a:gd name="T22" fmla="*/ 0 w 437"/>
                <a:gd name="T23" fmla="*/ 0 h 690"/>
                <a:gd name="T24" fmla="*/ 0 w 437"/>
                <a:gd name="T25" fmla="*/ 0 h 690"/>
                <a:gd name="T26" fmla="*/ 0 w 437"/>
                <a:gd name="T27" fmla="*/ 0 h 690"/>
                <a:gd name="T28" fmla="*/ 0 w 437"/>
                <a:gd name="T29" fmla="*/ 0 h 690"/>
                <a:gd name="T30" fmla="*/ 0 w 437"/>
                <a:gd name="T31" fmla="*/ 0 h 690"/>
                <a:gd name="T32" fmla="*/ 0 w 437"/>
                <a:gd name="T33" fmla="*/ 0 h 690"/>
                <a:gd name="T34" fmla="*/ 0 w 437"/>
                <a:gd name="T35" fmla="*/ 0 h 690"/>
                <a:gd name="T36" fmla="*/ 0 w 437"/>
                <a:gd name="T37" fmla="*/ 0 h 690"/>
                <a:gd name="T38" fmla="*/ 0 w 437"/>
                <a:gd name="T39" fmla="*/ 0 h 690"/>
                <a:gd name="T40" fmla="*/ 0 w 437"/>
                <a:gd name="T41" fmla="*/ 0 h 690"/>
                <a:gd name="T42" fmla="*/ 0 w 437"/>
                <a:gd name="T43" fmla="*/ 0 h 690"/>
                <a:gd name="T44" fmla="*/ 0 w 437"/>
                <a:gd name="T45" fmla="*/ 0 h 690"/>
                <a:gd name="T46" fmla="*/ 0 w 437"/>
                <a:gd name="T47" fmla="*/ 0 h 690"/>
                <a:gd name="T48" fmla="*/ 0 w 437"/>
                <a:gd name="T49" fmla="*/ 0 h 690"/>
                <a:gd name="T50" fmla="*/ 0 w 437"/>
                <a:gd name="T51" fmla="*/ 0 h 690"/>
                <a:gd name="T52" fmla="*/ 0 w 437"/>
                <a:gd name="T53" fmla="*/ 0 h 690"/>
                <a:gd name="T54" fmla="*/ 0 w 437"/>
                <a:gd name="T55" fmla="*/ 0 h 690"/>
                <a:gd name="T56" fmla="*/ 0 w 437"/>
                <a:gd name="T57" fmla="*/ 0 h 690"/>
                <a:gd name="T58" fmla="*/ 0 w 437"/>
                <a:gd name="T59" fmla="*/ 0 h 690"/>
                <a:gd name="T60" fmla="*/ 0 w 437"/>
                <a:gd name="T61" fmla="*/ 0 h 690"/>
                <a:gd name="T62" fmla="*/ 0 w 437"/>
                <a:gd name="T63" fmla="*/ 0 h 690"/>
                <a:gd name="T64" fmla="*/ 0 w 437"/>
                <a:gd name="T65" fmla="*/ 0 h 690"/>
                <a:gd name="T66" fmla="*/ 0 w 437"/>
                <a:gd name="T67" fmla="*/ 0 h 690"/>
                <a:gd name="T68" fmla="*/ 0 w 437"/>
                <a:gd name="T69" fmla="*/ 0 h 690"/>
                <a:gd name="T70" fmla="*/ 0 w 437"/>
                <a:gd name="T71" fmla="*/ 0 h 690"/>
                <a:gd name="T72" fmla="*/ 0 w 437"/>
                <a:gd name="T73" fmla="*/ 0 h 690"/>
                <a:gd name="T74" fmla="*/ 0 w 437"/>
                <a:gd name="T75" fmla="*/ 0 h 690"/>
                <a:gd name="T76" fmla="*/ 0 w 437"/>
                <a:gd name="T77" fmla="*/ 0 h 690"/>
                <a:gd name="T78" fmla="*/ 0 w 437"/>
                <a:gd name="T79" fmla="*/ 0 h 690"/>
                <a:gd name="T80" fmla="*/ 0 w 437"/>
                <a:gd name="T81" fmla="*/ 0 h 690"/>
                <a:gd name="T82" fmla="*/ 0 w 437"/>
                <a:gd name="T83" fmla="*/ 0 h 690"/>
                <a:gd name="T84" fmla="*/ 0 w 437"/>
                <a:gd name="T85" fmla="*/ 0 h 690"/>
                <a:gd name="T86" fmla="*/ 0 w 437"/>
                <a:gd name="T87" fmla="*/ 0 h 690"/>
                <a:gd name="T88" fmla="*/ 0 w 437"/>
                <a:gd name="T89" fmla="*/ 0 h 690"/>
                <a:gd name="T90" fmla="*/ 0 w 437"/>
                <a:gd name="T91" fmla="*/ 0 h 690"/>
                <a:gd name="T92" fmla="*/ 0 w 437"/>
                <a:gd name="T93" fmla="*/ 0 h 6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37" h="690">
                  <a:moveTo>
                    <a:pt x="287" y="685"/>
                  </a:moveTo>
                  <a:lnTo>
                    <a:pt x="327" y="621"/>
                  </a:lnTo>
                  <a:lnTo>
                    <a:pt x="322" y="454"/>
                  </a:lnTo>
                  <a:lnTo>
                    <a:pt x="322" y="403"/>
                  </a:lnTo>
                  <a:lnTo>
                    <a:pt x="339" y="385"/>
                  </a:lnTo>
                  <a:lnTo>
                    <a:pt x="368" y="368"/>
                  </a:lnTo>
                  <a:lnTo>
                    <a:pt x="379" y="339"/>
                  </a:lnTo>
                  <a:lnTo>
                    <a:pt x="386" y="294"/>
                  </a:lnTo>
                  <a:lnTo>
                    <a:pt x="368" y="259"/>
                  </a:lnTo>
                  <a:lnTo>
                    <a:pt x="368" y="230"/>
                  </a:lnTo>
                  <a:lnTo>
                    <a:pt x="396" y="201"/>
                  </a:lnTo>
                  <a:lnTo>
                    <a:pt x="408" y="195"/>
                  </a:lnTo>
                  <a:lnTo>
                    <a:pt x="426" y="173"/>
                  </a:lnTo>
                  <a:lnTo>
                    <a:pt x="437" y="143"/>
                  </a:lnTo>
                  <a:lnTo>
                    <a:pt x="431" y="114"/>
                  </a:lnTo>
                  <a:lnTo>
                    <a:pt x="414" y="92"/>
                  </a:lnTo>
                  <a:lnTo>
                    <a:pt x="408" y="69"/>
                  </a:lnTo>
                  <a:lnTo>
                    <a:pt x="408" y="52"/>
                  </a:lnTo>
                  <a:lnTo>
                    <a:pt x="386" y="34"/>
                  </a:lnTo>
                  <a:lnTo>
                    <a:pt x="362" y="34"/>
                  </a:lnTo>
                  <a:lnTo>
                    <a:pt x="327" y="5"/>
                  </a:lnTo>
                  <a:lnTo>
                    <a:pt x="299" y="0"/>
                  </a:lnTo>
                  <a:lnTo>
                    <a:pt x="270" y="28"/>
                  </a:lnTo>
                  <a:lnTo>
                    <a:pt x="265" y="52"/>
                  </a:lnTo>
                  <a:lnTo>
                    <a:pt x="241" y="80"/>
                  </a:lnTo>
                  <a:lnTo>
                    <a:pt x="201" y="109"/>
                  </a:lnTo>
                  <a:lnTo>
                    <a:pt x="189" y="121"/>
                  </a:lnTo>
                  <a:lnTo>
                    <a:pt x="184" y="149"/>
                  </a:lnTo>
                  <a:lnTo>
                    <a:pt x="196" y="195"/>
                  </a:lnTo>
                  <a:lnTo>
                    <a:pt x="189" y="207"/>
                  </a:lnTo>
                  <a:lnTo>
                    <a:pt x="92" y="253"/>
                  </a:lnTo>
                  <a:lnTo>
                    <a:pt x="40" y="242"/>
                  </a:lnTo>
                  <a:lnTo>
                    <a:pt x="28" y="247"/>
                  </a:lnTo>
                  <a:lnTo>
                    <a:pt x="11" y="264"/>
                  </a:lnTo>
                  <a:lnTo>
                    <a:pt x="0" y="311"/>
                  </a:lnTo>
                  <a:lnTo>
                    <a:pt x="28" y="380"/>
                  </a:lnTo>
                  <a:lnTo>
                    <a:pt x="103" y="432"/>
                  </a:lnTo>
                  <a:lnTo>
                    <a:pt x="120" y="500"/>
                  </a:lnTo>
                  <a:lnTo>
                    <a:pt x="103" y="534"/>
                  </a:lnTo>
                  <a:lnTo>
                    <a:pt x="92" y="586"/>
                  </a:lnTo>
                  <a:lnTo>
                    <a:pt x="144" y="604"/>
                  </a:lnTo>
                  <a:lnTo>
                    <a:pt x="206" y="627"/>
                  </a:lnTo>
                  <a:lnTo>
                    <a:pt x="218" y="645"/>
                  </a:lnTo>
                  <a:lnTo>
                    <a:pt x="224" y="673"/>
                  </a:lnTo>
                  <a:lnTo>
                    <a:pt x="253" y="690"/>
                  </a:lnTo>
                  <a:lnTo>
                    <a:pt x="282" y="690"/>
                  </a:lnTo>
                  <a:lnTo>
                    <a:pt x="287" y="685"/>
                  </a:lnTo>
                </a:path>
              </a:pathLst>
            </a:custGeom>
            <a:noFill/>
            <a:ln w="0">
              <a:solidFill>
                <a:srgbClr val="25221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ko-KR" altLang="en-US"/>
            </a:p>
          </p:txBody>
        </p:sp>
      </p:grpSp>
      <p:grpSp>
        <p:nvGrpSpPr>
          <p:cNvPr id="418008" name="Group 1179">
            <a:extLst>
              <a:ext uri="{FF2B5EF4-FFF2-40B4-BE49-F238E27FC236}">
                <a16:creationId xmlns:a16="http://schemas.microsoft.com/office/drawing/2014/main" id="{6A97B554-2A2F-A898-F731-253A42B56FDD}"/>
              </a:ext>
            </a:extLst>
          </p:cNvPr>
          <p:cNvGrpSpPr>
            <a:grpSpLocks/>
          </p:cNvGrpSpPr>
          <p:nvPr/>
        </p:nvGrpSpPr>
        <p:grpSpPr bwMode="auto">
          <a:xfrm>
            <a:off x="5389563" y="5776913"/>
            <a:ext cx="1889125" cy="968375"/>
            <a:chOff x="3168" y="2928"/>
            <a:chExt cx="2349" cy="1349"/>
          </a:xfrm>
        </p:grpSpPr>
        <p:sp>
          <p:nvSpPr>
            <p:cNvPr id="418065" name="Freeform 1180">
              <a:extLst>
                <a:ext uri="{FF2B5EF4-FFF2-40B4-BE49-F238E27FC236}">
                  <a16:creationId xmlns:a16="http://schemas.microsoft.com/office/drawing/2014/main" id="{077CAF82-74D5-4E9F-B5BC-89CCE86A9533}"/>
                </a:ext>
              </a:extLst>
            </p:cNvPr>
            <p:cNvSpPr>
              <a:spLocks/>
            </p:cNvSpPr>
            <p:nvPr/>
          </p:nvSpPr>
          <p:spPr bwMode="auto">
            <a:xfrm>
              <a:off x="3168" y="2928"/>
              <a:ext cx="1470" cy="1081"/>
            </a:xfrm>
            <a:custGeom>
              <a:avLst/>
              <a:gdLst>
                <a:gd name="T0" fmla="*/ 42 w 2433"/>
                <a:gd name="T1" fmla="*/ 5 h 1833"/>
                <a:gd name="T2" fmla="*/ 38 w 2433"/>
                <a:gd name="T3" fmla="*/ 8 h 1833"/>
                <a:gd name="T4" fmla="*/ 39 w 2433"/>
                <a:gd name="T5" fmla="*/ 5 h 1833"/>
                <a:gd name="T6" fmla="*/ 34 w 2433"/>
                <a:gd name="T7" fmla="*/ 6 h 1833"/>
                <a:gd name="T8" fmla="*/ 34 w 2433"/>
                <a:gd name="T9" fmla="*/ 9 h 1833"/>
                <a:gd name="T10" fmla="*/ 33 w 2433"/>
                <a:gd name="T11" fmla="*/ 11 h 1833"/>
                <a:gd name="T12" fmla="*/ 31 w 2433"/>
                <a:gd name="T13" fmla="*/ 11 h 1833"/>
                <a:gd name="T14" fmla="*/ 30 w 2433"/>
                <a:gd name="T15" fmla="*/ 13 h 1833"/>
                <a:gd name="T16" fmla="*/ 28 w 2433"/>
                <a:gd name="T17" fmla="*/ 16 h 1833"/>
                <a:gd name="T18" fmla="*/ 27 w 2433"/>
                <a:gd name="T19" fmla="*/ 17 h 1833"/>
                <a:gd name="T20" fmla="*/ 27 w 2433"/>
                <a:gd name="T21" fmla="*/ 18 h 1833"/>
                <a:gd name="T22" fmla="*/ 25 w 2433"/>
                <a:gd name="T23" fmla="*/ 15 h 1833"/>
                <a:gd name="T24" fmla="*/ 22 w 2433"/>
                <a:gd name="T25" fmla="*/ 17 h 1833"/>
                <a:gd name="T26" fmla="*/ 21 w 2433"/>
                <a:gd name="T27" fmla="*/ 16 h 1833"/>
                <a:gd name="T28" fmla="*/ 16 w 2433"/>
                <a:gd name="T29" fmla="*/ 13 h 1833"/>
                <a:gd name="T30" fmla="*/ 15 w 2433"/>
                <a:gd name="T31" fmla="*/ 13 h 1833"/>
                <a:gd name="T32" fmla="*/ 16 w 2433"/>
                <a:gd name="T33" fmla="*/ 16 h 1833"/>
                <a:gd name="T34" fmla="*/ 13 w 2433"/>
                <a:gd name="T35" fmla="*/ 14 h 1833"/>
                <a:gd name="T36" fmla="*/ 11 w 2433"/>
                <a:gd name="T37" fmla="*/ 14 h 1833"/>
                <a:gd name="T38" fmla="*/ 15 w 2433"/>
                <a:gd name="T39" fmla="*/ 17 h 1833"/>
                <a:gd name="T40" fmla="*/ 13 w 2433"/>
                <a:gd name="T41" fmla="*/ 19 h 1833"/>
                <a:gd name="T42" fmla="*/ 13 w 2433"/>
                <a:gd name="T43" fmla="*/ 22 h 1833"/>
                <a:gd name="T44" fmla="*/ 11 w 2433"/>
                <a:gd name="T45" fmla="*/ 25 h 1833"/>
                <a:gd name="T46" fmla="*/ 7 w 2433"/>
                <a:gd name="T47" fmla="*/ 27 h 1833"/>
                <a:gd name="T48" fmla="*/ 7 w 2433"/>
                <a:gd name="T49" fmla="*/ 24 h 1833"/>
                <a:gd name="T50" fmla="*/ 7 w 2433"/>
                <a:gd name="T51" fmla="*/ 20 h 1833"/>
                <a:gd name="T52" fmla="*/ 5 w 2433"/>
                <a:gd name="T53" fmla="*/ 18 h 1833"/>
                <a:gd name="T54" fmla="*/ 1 w 2433"/>
                <a:gd name="T55" fmla="*/ 18 h 1833"/>
                <a:gd name="T56" fmla="*/ 1 w 2433"/>
                <a:gd name="T57" fmla="*/ 13 h 1833"/>
                <a:gd name="T58" fmla="*/ 3 w 2433"/>
                <a:gd name="T59" fmla="*/ 11 h 1833"/>
                <a:gd name="T60" fmla="*/ 7 w 2433"/>
                <a:gd name="T61" fmla="*/ 11 h 1833"/>
                <a:gd name="T62" fmla="*/ 11 w 2433"/>
                <a:gd name="T63" fmla="*/ 12 h 1833"/>
                <a:gd name="T64" fmla="*/ 10 w 2433"/>
                <a:gd name="T65" fmla="*/ 11 h 1833"/>
                <a:gd name="T66" fmla="*/ 9 w 2433"/>
                <a:gd name="T67" fmla="*/ 10 h 1833"/>
                <a:gd name="T68" fmla="*/ 8 w 2433"/>
                <a:gd name="T69" fmla="*/ 10 h 1833"/>
                <a:gd name="T70" fmla="*/ 6 w 2433"/>
                <a:gd name="T71" fmla="*/ 9 h 1833"/>
                <a:gd name="T72" fmla="*/ 3 w 2433"/>
                <a:gd name="T73" fmla="*/ 11 h 1833"/>
                <a:gd name="T74" fmla="*/ 4 w 2433"/>
                <a:gd name="T75" fmla="*/ 9 h 1833"/>
                <a:gd name="T76" fmla="*/ 6 w 2433"/>
                <a:gd name="T77" fmla="*/ 6 h 1833"/>
                <a:gd name="T78" fmla="*/ 10 w 2433"/>
                <a:gd name="T79" fmla="*/ 5 h 1833"/>
                <a:gd name="T80" fmla="*/ 8 w 2433"/>
                <a:gd name="T81" fmla="*/ 4 h 1833"/>
                <a:gd name="T82" fmla="*/ 7 w 2433"/>
                <a:gd name="T83" fmla="*/ 5 h 1833"/>
                <a:gd name="T84" fmla="*/ 8 w 2433"/>
                <a:gd name="T85" fmla="*/ 2 h 1833"/>
                <a:gd name="T86" fmla="*/ 11 w 2433"/>
                <a:gd name="T87" fmla="*/ 2 h 1833"/>
                <a:gd name="T88" fmla="*/ 11 w 2433"/>
                <a:gd name="T89" fmla="*/ 4 h 1833"/>
                <a:gd name="T90" fmla="*/ 15 w 2433"/>
                <a:gd name="T91" fmla="*/ 3 h 1833"/>
                <a:gd name="T92" fmla="*/ 18 w 2433"/>
                <a:gd name="T93" fmla="*/ 2 h 1833"/>
                <a:gd name="T94" fmla="*/ 19 w 2433"/>
                <a:gd name="T95" fmla="*/ 2 h 1833"/>
                <a:gd name="T96" fmla="*/ 22 w 2433"/>
                <a:gd name="T97" fmla="*/ 1 h 1833"/>
                <a:gd name="T98" fmla="*/ 27 w 2433"/>
                <a:gd name="T99" fmla="*/ 1 h 1833"/>
                <a:gd name="T100" fmla="*/ 30 w 2433"/>
                <a:gd name="T101" fmla="*/ 1 h 1833"/>
                <a:gd name="T102" fmla="*/ 33 w 2433"/>
                <a:gd name="T103" fmla="*/ 2 h 1833"/>
                <a:gd name="T104" fmla="*/ 37 w 2433"/>
                <a:gd name="T105" fmla="*/ 3 h 1833"/>
                <a:gd name="T106" fmla="*/ 42 w 2433"/>
                <a:gd name="T107" fmla="*/ 4 h 18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433" h="1833">
                  <a:moveTo>
                    <a:pt x="2432" y="296"/>
                  </a:moveTo>
                  <a:lnTo>
                    <a:pt x="2392" y="320"/>
                  </a:lnTo>
                  <a:lnTo>
                    <a:pt x="2352" y="312"/>
                  </a:lnTo>
                  <a:lnTo>
                    <a:pt x="2368" y="352"/>
                  </a:lnTo>
                  <a:lnTo>
                    <a:pt x="2328" y="368"/>
                  </a:lnTo>
                  <a:lnTo>
                    <a:pt x="2288" y="376"/>
                  </a:lnTo>
                  <a:lnTo>
                    <a:pt x="2208" y="408"/>
                  </a:lnTo>
                  <a:lnTo>
                    <a:pt x="2208" y="488"/>
                  </a:lnTo>
                  <a:lnTo>
                    <a:pt x="2192" y="528"/>
                  </a:lnTo>
                  <a:lnTo>
                    <a:pt x="2152" y="560"/>
                  </a:lnTo>
                  <a:lnTo>
                    <a:pt x="2112" y="544"/>
                  </a:lnTo>
                  <a:lnTo>
                    <a:pt x="2112" y="504"/>
                  </a:lnTo>
                  <a:lnTo>
                    <a:pt x="2128" y="464"/>
                  </a:lnTo>
                  <a:lnTo>
                    <a:pt x="2152" y="424"/>
                  </a:lnTo>
                  <a:lnTo>
                    <a:pt x="2168" y="384"/>
                  </a:lnTo>
                  <a:lnTo>
                    <a:pt x="2128" y="376"/>
                  </a:lnTo>
                  <a:lnTo>
                    <a:pt x="2088" y="384"/>
                  </a:lnTo>
                  <a:lnTo>
                    <a:pt x="2048" y="416"/>
                  </a:lnTo>
                  <a:lnTo>
                    <a:pt x="2008" y="408"/>
                  </a:lnTo>
                  <a:lnTo>
                    <a:pt x="1928" y="408"/>
                  </a:lnTo>
                  <a:lnTo>
                    <a:pt x="1904" y="448"/>
                  </a:lnTo>
                  <a:lnTo>
                    <a:pt x="1928" y="488"/>
                  </a:lnTo>
                  <a:lnTo>
                    <a:pt x="1936" y="528"/>
                  </a:lnTo>
                  <a:lnTo>
                    <a:pt x="1952" y="560"/>
                  </a:lnTo>
                  <a:lnTo>
                    <a:pt x="1952" y="608"/>
                  </a:lnTo>
                  <a:lnTo>
                    <a:pt x="1936" y="648"/>
                  </a:lnTo>
                  <a:lnTo>
                    <a:pt x="1896" y="672"/>
                  </a:lnTo>
                  <a:lnTo>
                    <a:pt x="1856" y="688"/>
                  </a:lnTo>
                  <a:lnTo>
                    <a:pt x="1840" y="728"/>
                  </a:lnTo>
                  <a:lnTo>
                    <a:pt x="1848" y="768"/>
                  </a:lnTo>
                  <a:lnTo>
                    <a:pt x="1848" y="808"/>
                  </a:lnTo>
                  <a:lnTo>
                    <a:pt x="1808" y="816"/>
                  </a:lnTo>
                  <a:lnTo>
                    <a:pt x="1784" y="776"/>
                  </a:lnTo>
                  <a:lnTo>
                    <a:pt x="1768" y="736"/>
                  </a:lnTo>
                  <a:lnTo>
                    <a:pt x="1728" y="736"/>
                  </a:lnTo>
                  <a:lnTo>
                    <a:pt x="1720" y="776"/>
                  </a:lnTo>
                  <a:lnTo>
                    <a:pt x="1728" y="816"/>
                  </a:lnTo>
                  <a:lnTo>
                    <a:pt x="1776" y="896"/>
                  </a:lnTo>
                  <a:lnTo>
                    <a:pt x="1752" y="936"/>
                  </a:lnTo>
                  <a:lnTo>
                    <a:pt x="1712" y="920"/>
                  </a:lnTo>
                  <a:lnTo>
                    <a:pt x="1712" y="1000"/>
                  </a:lnTo>
                  <a:lnTo>
                    <a:pt x="1672" y="1024"/>
                  </a:lnTo>
                  <a:lnTo>
                    <a:pt x="1640" y="1064"/>
                  </a:lnTo>
                  <a:lnTo>
                    <a:pt x="1600" y="1048"/>
                  </a:lnTo>
                  <a:lnTo>
                    <a:pt x="1584" y="1088"/>
                  </a:lnTo>
                  <a:lnTo>
                    <a:pt x="1600" y="1128"/>
                  </a:lnTo>
                  <a:lnTo>
                    <a:pt x="1600" y="1168"/>
                  </a:lnTo>
                  <a:lnTo>
                    <a:pt x="1608" y="1208"/>
                  </a:lnTo>
                  <a:lnTo>
                    <a:pt x="1560" y="1208"/>
                  </a:lnTo>
                  <a:lnTo>
                    <a:pt x="1528" y="1176"/>
                  </a:lnTo>
                  <a:lnTo>
                    <a:pt x="1504" y="1216"/>
                  </a:lnTo>
                  <a:lnTo>
                    <a:pt x="1520" y="1256"/>
                  </a:lnTo>
                  <a:lnTo>
                    <a:pt x="1552" y="1296"/>
                  </a:lnTo>
                  <a:lnTo>
                    <a:pt x="1512" y="1320"/>
                  </a:lnTo>
                  <a:lnTo>
                    <a:pt x="1488" y="1200"/>
                  </a:lnTo>
                  <a:lnTo>
                    <a:pt x="1472" y="1160"/>
                  </a:lnTo>
                  <a:lnTo>
                    <a:pt x="1472" y="1120"/>
                  </a:lnTo>
                  <a:lnTo>
                    <a:pt x="1432" y="1128"/>
                  </a:lnTo>
                  <a:lnTo>
                    <a:pt x="1424" y="1080"/>
                  </a:lnTo>
                  <a:lnTo>
                    <a:pt x="1400" y="1048"/>
                  </a:lnTo>
                  <a:lnTo>
                    <a:pt x="1360" y="1016"/>
                  </a:lnTo>
                  <a:lnTo>
                    <a:pt x="1320" y="1032"/>
                  </a:lnTo>
                  <a:lnTo>
                    <a:pt x="1280" y="1064"/>
                  </a:lnTo>
                  <a:lnTo>
                    <a:pt x="1264" y="1104"/>
                  </a:lnTo>
                  <a:lnTo>
                    <a:pt x="1256" y="1144"/>
                  </a:lnTo>
                  <a:lnTo>
                    <a:pt x="1224" y="1184"/>
                  </a:lnTo>
                  <a:lnTo>
                    <a:pt x="1184" y="1208"/>
                  </a:lnTo>
                  <a:lnTo>
                    <a:pt x="1160" y="1168"/>
                  </a:lnTo>
                  <a:lnTo>
                    <a:pt x="1168" y="1128"/>
                  </a:lnTo>
                  <a:lnTo>
                    <a:pt x="1160" y="1080"/>
                  </a:lnTo>
                  <a:lnTo>
                    <a:pt x="1096" y="1008"/>
                  </a:lnTo>
                  <a:lnTo>
                    <a:pt x="1088" y="968"/>
                  </a:lnTo>
                  <a:lnTo>
                    <a:pt x="1048" y="952"/>
                  </a:lnTo>
                  <a:lnTo>
                    <a:pt x="1008" y="960"/>
                  </a:lnTo>
                  <a:lnTo>
                    <a:pt x="928" y="912"/>
                  </a:lnTo>
                  <a:lnTo>
                    <a:pt x="888" y="896"/>
                  </a:lnTo>
                  <a:lnTo>
                    <a:pt x="848" y="864"/>
                  </a:lnTo>
                  <a:lnTo>
                    <a:pt x="808" y="848"/>
                  </a:lnTo>
                  <a:lnTo>
                    <a:pt x="816" y="888"/>
                  </a:lnTo>
                  <a:lnTo>
                    <a:pt x="848" y="912"/>
                  </a:lnTo>
                  <a:lnTo>
                    <a:pt x="896" y="920"/>
                  </a:lnTo>
                  <a:lnTo>
                    <a:pt x="936" y="952"/>
                  </a:lnTo>
                  <a:lnTo>
                    <a:pt x="968" y="992"/>
                  </a:lnTo>
                  <a:lnTo>
                    <a:pt x="920" y="1032"/>
                  </a:lnTo>
                  <a:lnTo>
                    <a:pt x="896" y="1072"/>
                  </a:lnTo>
                  <a:lnTo>
                    <a:pt x="856" y="1096"/>
                  </a:lnTo>
                  <a:lnTo>
                    <a:pt x="776" y="1096"/>
                  </a:lnTo>
                  <a:lnTo>
                    <a:pt x="760" y="1056"/>
                  </a:lnTo>
                  <a:lnTo>
                    <a:pt x="752" y="1016"/>
                  </a:lnTo>
                  <a:lnTo>
                    <a:pt x="728" y="976"/>
                  </a:lnTo>
                  <a:lnTo>
                    <a:pt x="712" y="928"/>
                  </a:lnTo>
                  <a:lnTo>
                    <a:pt x="688" y="896"/>
                  </a:lnTo>
                  <a:lnTo>
                    <a:pt x="648" y="896"/>
                  </a:lnTo>
                  <a:lnTo>
                    <a:pt x="648" y="936"/>
                  </a:lnTo>
                  <a:lnTo>
                    <a:pt x="664" y="976"/>
                  </a:lnTo>
                  <a:lnTo>
                    <a:pt x="680" y="1016"/>
                  </a:lnTo>
                  <a:lnTo>
                    <a:pt x="688" y="1056"/>
                  </a:lnTo>
                  <a:lnTo>
                    <a:pt x="728" y="1088"/>
                  </a:lnTo>
                  <a:lnTo>
                    <a:pt x="768" y="1112"/>
                  </a:lnTo>
                  <a:lnTo>
                    <a:pt x="808" y="1144"/>
                  </a:lnTo>
                  <a:lnTo>
                    <a:pt x="848" y="1152"/>
                  </a:lnTo>
                  <a:lnTo>
                    <a:pt x="840" y="1184"/>
                  </a:lnTo>
                  <a:lnTo>
                    <a:pt x="824" y="1232"/>
                  </a:lnTo>
                  <a:lnTo>
                    <a:pt x="784" y="1256"/>
                  </a:lnTo>
                  <a:lnTo>
                    <a:pt x="744" y="1288"/>
                  </a:lnTo>
                  <a:lnTo>
                    <a:pt x="728" y="1328"/>
                  </a:lnTo>
                  <a:lnTo>
                    <a:pt x="720" y="1360"/>
                  </a:lnTo>
                  <a:lnTo>
                    <a:pt x="704" y="1408"/>
                  </a:lnTo>
                  <a:lnTo>
                    <a:pt x="704" y="1488"/>
                  </a:lnTo>
                  <a:lnTo>
                    <a:pt x="720" y="1528"/>
                  </a:lnTo>
                  <a:lnTo>
                    <a:pt x="704" y="1568"/>
                  </a:lnTo>
                  <a:lnTo>
                    <a:pt x="664" y="1576"/>
                  </a:lnTo>
                  <a:lnTo>
                    <a:pt x="640" y="1616"/>
                  </a:lnTo>
                  <a:lnTo>
                    <a:pt x="640" y="1656"/>
                  </a:lnTo>
                  <a:lnTo>
                    <a:pt x="592" y="1736"/>
                  </a:lnTo>
                  <a:lnTo>
                    <a:pt x="560" y="1776"/>
                  </a:lnTo>
                  <a:lnTo>
                    <a:pt x="520" y="1800"/>
                  </a:lnTo>
                  <a:lnTo>
                    <a:pt x="480" y="1800"/>
                  </a:lnTo>
                  <a:lnTo>
                    <a:pt x="440" y="1832"/>
                  </a:lnTo>
                  <a:lnTo>
                    <a:pt x="400" y="1832"/>
                  </a:lnTo>
                  <a:lnTo>
                    <a:pt x="384" y="1792"/>
                  </a:lnTo>
                  <a:lnTo>
                    <a:pt x="384" y="1744"/>
                  </a:lnTo>
                  <a:lnTo>
                    <a:pt x="392" y="1712"/>
                  </a:lnTo>
                  <a:lnTo>
                    <a:pt x="384" y="1664"/>
                  </a:lnTo>
                  <a:lnTo>
                    <a:pt x="368" y="1632"/>
                  </a:lnTo>
                  <a:lnTo>
                    <a:pt x="344" y="1592"/>
                  </a:lnTo>
                  <a:lnTo>
                    <a:pt x="336" y="1552"/>
                  </a:lnTo>
                  <a:lnTo>
                    <a:pt x="352" y="1464"/>
                  </a:lnTo>
                  <a:lnTo>
                    <a:pt x="368" y="1432"/>
                  </a:lnTo>
                  <a:lnTo>
                    <a:pt x="376" y="1392"/>
                  </a:lnTo>
                  <a:lnTo>
                    <a:pt x="336" y="1368"/>
                  </a:lnTo>
                  <a:lnTo>
                    <a:pt x="328" y="1328"/>
                  </a:lnTo>
                  <a:lnTo>
                    <a:pt x="328" y="1288"/>
                  </a:lnTo>
                  <a:lnTo>
                    <a:pt x="312" y="1248"/>
                  </a:lnTo>
                  <a:lnTo>
                    <a:pt x="272" y="1216"/>
                  </a:lnTo>
                  <a:lnTo>
                    <a:pt x="232" y="1208"/>
                  </a:lnTo>
                  <a:lnTo>
                    <a:pt x="192" y="1208"/>
                  </a:lnTo>
                  <a:lnTo>
                    <a:pt x="152" y="1216"/>
                  </a:lnTo>
                  <a:lnTo>
                    <a:pt x="112" y="1216"/>
                  </a:lnTo>
                  <a:lnTo>
                    <a:pt x="72" y="1224"/>
                  </a:lnTo>
                  <a:lnTo>
                    <a:pt x="0" y="1104"/>
                  </a:lnTo>
                  <a:lnTo>
                    <a:pt x="32" y="1056"/>
                  </a:lnTo>
                  <a:lnTo>
                    <a:pt x="0" y="1024"/>
                  </a:lnTo>
                  <a:lnTo>
                    <a:pt x="0" y="984"/>
                  </a:lnTo>
                  <a:lnTo>
                    <a:pt x="16" y="904"/>
                  </a:lnTo>
                  <a:lnTo>
                    <a:pt x="56" y="888"/>
                  </a:lnTo>
                  <a:lnTo>
                    <a:pt x="96" y="856"/>
                  </a:lnTo>
                  <a:lnTo>
                    <a:pt x="112" y="816"/>
                  </a:lnTo>
                  <a:lnTo>
                    <a:pt x="144" y="776"/>
                  </a:lnTo>
                  <a:lnTo>
                    <a:pt x="184" y="744"/>
                  </a:lnTo>
                  <a:lnTo>
                    <a:pt x="224" y="744"/>
                  </a:lnTo>
                  <a:lnTo>
                    <a:pt x="264" y="736"/>
                  </a:lnTo>
                  <a:lnTo>
                    <a:pt x="304" y="736"/>
                  </a:lnTo>
                  <a:lnTo>
                    <a:pt x="344" y="728"/>
                  </a:lnTo>
                  <a:lnTo>
                    <a:pt x="360" y="768"/>
                  </a:lnTo>
                  <a:lnTo>
                    <a:pt x="392" y="808"/>
                  </a:lnTo>
                  <a:lnTo>
                    <a:pt x="432" y="840"/>
                  </a:lnTo>
                  <a:lnTo>
                    <a:pt x="472" y="840"/>
                  </a:lnTo>
                  <a:lnTo>
                    <a:pt x="512" y="824"/>
                  </a:lnTo>
                  <a:lnTo>
                    <a:pt x="632" y="848"/>
                  </a:lnTo>
                  <a:lnTo>
                    <a:pt x="672" y="800"/>
                  </a:lnTo>
                  <a:lnTo>
                    <a:pt x="680" y="768"/>
                  </a:lnTo>
                  <a:lnTo>
                    <a:pt x="640" y="752"/>
                  </a:lnTo>
                  <a:lnTo>
                    <a:pt x="600" y="744"/>
                  </a:lnTo>
                  <a:lnTo>
                    <a:pt x="560" y="744"/>
                  </a:lnTo>
                  <a:lnTo>
                    <a:pt x="552" y="704"/>
                  </a:lnTo>
                  <a:lnTo>
                    <a:pt x="512" y="680"/>
                  </a:lnTo>
                  <a:lnTo>
                    <a:pt x="520" y="720"/>
                  </a:lnTo>
                  <a:lnTo>
                    <a:pt x="480" y="736"/>
                  </a:lnTo>
                  <a:lnTo>
                    <a:pt x="480" y="688"/>
                  </a:lnTo>
                  <a:lnTo>
                    <a:pt x="464" y="656"/>
                  </a:lnTo>
                  <a:lnTo>
                    <a:pt x="440" y="616"/>
                  </a:lnTo>
                  <a:lnTo>
                    <a:pt x="400" y="600"/>
                  </a:lnTo>
                  <a:lnTo>
                    <a:pt x="400" y="640"/>
                  </a:lnTo>
                  <a:lnTo>
                    <a:pt x="424" y="680"/>
                  </a:lnTo>
                  <a:lnTo>
                    <a:pt x="432" y="720"/>
                  </a:lnTo>
                  <a:lnTo>
                    <a:pt x="392" y="736"/>
                  </a:lnTo>
                  <a:lnTo>
                    <a:pt x="384" y="696"/>
                  </a:lnTo>
                  <a:lnTo>
                    <a:pt x="368" y="656"/>
                  </a:lnTo>
                  <a:lnTo>
                    <a:pt x="336" y="616"/>
                  </a:lnTo>
                  <a:lnTo>
                    <a:pt x="296" y="616"/>
                  </a:lnTo>
                  <a:lnTo>
                    <a:pt x="248" y="640"/>
                  </a:lnTo>
                  <a:lnTo>
                    <a:pt x="240" y="680"/>
                  </a:lnTo>
                  <a:lnTo>
                    <a:pt x="200" y="696"/>
                  </a:lnTo>
                  <a:lnTo>
                    <a:pt x="160" y="736"/>
                  </a:lnTo>
                  <a:lnTo>
                    <a:pt x="128" y="696"/>
                  </a:lnTo>
                  <a:lnTo>
                    <a:pt x="136" y="656"/>
                  </a:lnTo>
                  <a:lnTo>
                    <a:pt x="128" y="616"/>
                  </a:lnTo>
                  <a:lnTo>
                    <a:pt x="168" y="608"/>
                  </a:lnTo>
                  <a:lnTo>
                    <a:pt x="208" y="616"/>
                  </a:lnTo>
                  <a:lnTo>
                    <a:pt x="216" y="576"/>
                  </a:lnTo>
                  <a:lnTo>
                    <a:pt x="200" y="536"/>
                  </a:lnTo>
                  <a:lnTo>
                    <a:pt x="280" y="488"/>
                  </a:lnTo>
                  <a:lnTo>
                    <a:pt x="312" y="448"/>
                  </a:lnTo>
                  <a:lnTo>
                    <a:pt x="352" y="416"/>
                  </a:lnTo>
                  <a:lnTo>
                    <a:pt x="384" y="432"/>
                  </a:lnTo>
                  <a:lnTo>
                    <a:pt x="432" y="440"/>
                  </a:lnTo>
                  <a:lnTo>
                    <a:pt x="512" y="376"/>
                  </a:lnTo>
                  <a:lnTo>
                    <a:pt x="552" y="360"/>
                  </a:lnTo>
                  <a:lnTo>
                    <a:pt x="568" y="320"/>
                  </a:lnTo>
                  <a:lnTo>
                    <a:pt x="528" y="320"/>
                  </a:lnTo>
                  <a:lnTo>
                    <a:pt x="520" y="280"/>
                  </a:lnTo>
                  <a:lnTo>
                    <a:pt x="528" y="240"/>
                  </a:lnTo>
                  <a:lnTo>
                    <a:pt x="488" y="232"/>
                  </a:lnTo>
                  <a:lnTo>
                    <a:pt x="456" y="272"/>
                  </a:lnTo>
                  <a:lnTo>
                    <a:pt x="416" y="304"/>
                  </a:lnTo>
                  <a:lnTo>
                    <a:pt x="432" y="336"/>
                  </a:lnTo>
                  <a:lnTo>
                    <a:pt x="440" y="384"/>
                  </a:lnTo>
                  <a:lnTo>
                    <a:pt x="400" y="400"/>
                  </a:lnTo>
                  <a:lnTo>
                    <a:pt x="376" y="360"/>
                  </a:lnTo>
                  <a:lnTo>
                    <a:pt x="336" y="352"/>
                  </a:lnTo>
                  <a:lnTo>
                    <a:pt x="304" y="272"/>
                  </a:lnTo>
                  <a:lnTo>
                    <a:pt x="344" y="264"/>
                  </a:lnTo>
                  <a:lnTo>
                    <a:pt x="424" y="200"/>
                  </a:lnTo>
                  <a:lnTo>
                    <a:pt x="432" y="160"/>
                  </a:lnTo>
                  <a:lnTo>
                    <a:pt x="456" y="120"/>
                  </a:lnTo>
                  <a:lnTo>
                    <a:pt x="488" y="112"/>
                  </a:lnTo>
                  <a:lnTo>
                    <a:pt x="536" y="112"/>
                  </a:lnTo>
                  <a:lnTo>
                    <a:pt x="576" y="104"/>
                  </a:lnTo>
                  <a:lnTo>
                    <a:pt x="616" y="120"/>
                  </a:lnTo>
                  <a:lnTo>
                    <a:pt x="656" y="152"/>
                  </a:lnTo>
                  <a:lnTo>
                    <a:pt x="696" y="152"/>
                  </a:lnTo>
                  <a:lnTo>
                    <a:pt x="688" y="192"/>
                  </a:lnTo>
                  <a:lnTo>
                    <a:pt x="648" y="200"/>
                  </a:lnTo>
                  <a:lnTo>
                    <a:pt x="656" y="240"/>
                  </a:lnTo>
                  <a:lnTo>
                    <a:pt x="696" y="232"/>
                  </a:lnTo>
                  <a:lnTo>
                    <a:pt x="736" y="208"/>
                  </a:lnTo>
                  <a:lnTo>
                    <a:pt x="752" y="168"/>
                  </a:lnTo>
                  <a:lnTo>
                    <a:pt x="792" y="192"/>
                  </a:lnTo>
                  <a:lnTo>
                    <a:pt x="872" y="192"/>
                  </a:lnTo>
                  <a:lnTo>
                    <a:pt x="912" y="184"/>
                  </a:lnTo>
                  <a:lnTo>
                    <a:pt x="904" y="136"/>
                  </a:lnTo>
                  <a:lnTo>
                    <a:pt x="944" y="104"/>
                  </a:lnTo>
                  <a:lnTo>
                    <a:pt x="952" y="152"/>
                  </a:lnTo>
                  <a:lnTo>
                    <a:pt x="992" y="168"/>
                  </a:lnTo>
                  <a:lnTo>
                    <a:pt x="1024" y="88"/>
                  </a:lnTo>
                  <a:lnTo>
                    <a:pt x="1064" y="72"/>
                  </a:lnTo>
                  <a:lnTo>
                    <a:pt x="1048" y="144"/>
                  </a:lnTo>
                  <a:lnTo>
                    <a:pt x="1056" y="192"/>
                  </a:lnTo>
                  <a:lnTo>
                    <a:pt x="1096" y="160"/>
                  </a:lnTo>
                  <a:lnTo>
                    <a:pt x="1112" y="120"/>
                  </a:lnTo>
                  <a:lnTo>
                    <a:pt x="1152" y="112"/>
                  </a:lnTo>
                  <a:lnTo>
                    <a:pt x="1192" y="72"/>
                  </a:lnTo>
                  <a:lnTo>
                    <a:pt x="1232" y="64"/>
                  </a:lnTo>
                  <a:lnTo>
                    <a:pt x="1272" y="40"/>
                  </a:lnTo>
                  <a:lnTo>
                    <a:pt x="1352" y="8"/>
                  </a:lnTo>
                  <a:lnTo>
                    <a:pt x="1392" y="0"/>
                  </a:lnTo>
                  <a:lnTo>
                    <a:pt x="1432" y="16"/>
                  </a:lnTo>
                  <a:lnTo>
                    <a:pt x="1472" y="16"/>
                  </a:lnTo>
                  <a:lnTo>
                    <a:pt x="1496" y="56"/>
                  </a:lnTo>
                  <a:lnTo>
                    <a:pt x="1536" y="88"/>
                  </a:lnTo>
                  <a:lnTo>
                    <a:pt x="1576" y="88"/>
                  </a:lnTo>
                  <a:lnTo>
                    <a:pt x="1608" y="128"/>
                  </a:lnTo>
                  <a:lnTo>
                    <a:pt x="1648" y="120"/>
                  </a:lnTo>
                  <a:lnTo>
                    <a:pt x="1688" y="88"/>
                  </a:lnTo>
                  <a:lnTo>
                    <a:pt x="1720" y="128"/>
                  </a:lnTo>
                  <a:lnTo>
                    <a:pt x="1752" y="136"/>
                  </a:lnTo>
                  <a:lnTo>
                    <a:pt x="1800" y="152"/>
                  </a:lnTo>
                  <a:lnTo>
                    <a:pt x="1840" y="152"/>
                  </a:lnTo>
                  <a:lnTo>
                    <a:pt x="1848" y="112"/>
                  </a:lnTo>
                  <a:lnTo>
                    <a:pt x="1888" y="96"/>
                  </a:lnTo>
                  <a:lnTo>
                    <a:pt x="1912" y="136"/>
                  </a:lnTo>
                  <a:lnTo>
                    <a:pt x="1952" y="136"/>
                  </a:lnTo>
                  <a:lnTo>
                    <a:pt x="2064" y="184"/>
                  </a:lnTo>
                  <a:lnTo>
                    <a:pt x="2112" y="192"/>
                  </a:lnTo>
                  <a:lnTo>
                    <a:pt x="2152" y="184"/>
                  </a:lnTo>
                  <a:lnTo>
                    <a:pt x="2192" y="200"/>
                  </a:lnTo>
                  <a:lnTo>
                    <a:pt x="2272" y="200"/>
                  </a:lnTo>
                  <a:lnTo>
                    <a:pt x="2312" y="224"/>
                  </a:lnTo>
                  <a:lnTo>
                    <a:pt x="2352" y="240"/>
                  </a:lnTo>
                  <a:lnTo>
                    <a:pt x="2392" y="264"/>
                  </a:lnTo>
                  <a:lnTo>
                    <a:pt x="2432" y="296"/>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66" name="Freeform 1181">
              <a:extLst>
                <a:ext uri="{FF2B5EF4-FFF2-40B4-BE49-F238E27FC236}">
                  <a16:creationId xmlns:a16="http://schemas.microsoft.com/office/drawing/2014/main" id="{5CD70EAA-634C-AD50-F57A-05C0DB07DDA6}"/>
                </a:ext>
              </a:extLst>
            </p:cNvPr>
            <p:cNvSpPr>
              <a:spLocks/>
            </p:cNvSpPr>
            <p:nvPr/>
          </p:nvSpPr>
          <p:spPr bwMode="auto">
            <a:xfrm>
              <a:off x="4651" y="2984"/>
              <a:ext cx="866" cy="1293"/>
            </a:xfrm>
            <a:custGeom>
              <a:avLst/>
              <a:gdLst>
                <a:gd name="T0" fmla="*/ 15 w 1433"/>
                <a:gd name="T1" fmla="*/ 5 h 2193"/>
                <a:gd name="T2" fmla="*/ 18 w 1433"/>
                <a:gd name="T3" fmla="*/ 6 h 2193"/>
                <a:gd name="T4" fmla="*/ 19 w 1433"/>
                <a:gd name="T5" fmla="*/ 4 h 2193"/>
                <a:gd name="T6" fmla="*/ 21 w 1433"/>
                <a:gd name="T7" fmla="*/ 5 h 2193"/>
                <a:gd name="T8" fmla="*/ 22 w 1433"/>
                <a:gd name="T9" fmla="*/ 5 h 2193"/>
                <a:gd name="T10" fmla="*/ 22 w 1433"/>
                <a:gd name="T11" fmla="*/ 7 h 2193"/>
                <a:gd name="T12" fmla="*/ 22 w 1433"/>
                <a:gd name="T13" fmla="*/ 8 h 2193"/>
                <a:gd name="T14" fmla="*/ 22 w 1433"/>
                <a:gd name="T15" fmla="*/ 8 h 2193"/>
                <a:gd name="T16" fmla="*/ 20 w 1433"/>
                <a:gd name="T17" fmla="*/ 9 h 2193"/>
                <a:gd name="T18" fmla="*/ 18 w 1433"/>
                <a:gd name="T19" fmla="*/ 10 h 2193"/>
                <a:gd name="T20" fmla="*/ 17 w 1433"/>
                <a:gd name="T21" fmla="*/ 11 h 2193"/>
                <a:gd name="T22" fmla="*/ 15 w 1433"/>
                <a:gd name="T23" fmla="*/ 12 h 2193"/>
                <a:gd name="T24" fmla="*/ 13 w 1433"/>
                <a:gd name="T25" fmla="*/ 12 h 2193"/>
                <a:gd name="T26" fmla="*/ 11 w 1433"/>
                <a:gd name="T27" fmla="*/ 13 h 2193"/>
                <a:gd name="T28" fmla="*/ 13 w 1433"/>
                <a:gd name="T29" fmla="*/ 14 h 2193"/>
                <a:gd name="T30" fmla="*/ 14 w 1433"/>
                <a:gd name="T31" fmla="*/ 15 h 2193"/>
                <a:gd name="T32" fmla="*/ 15 w 1433"/>
                <a:gd name="T33" fmla="*/ 17 h 2193"/>
                <a:gd name="T34" fmla="*/ 18 w 1433"/>
                <a:gd name="T35" fmla="*/ 16 h 2193"/>
                <a:gd name="T36" fmla="*/ 20 w 1433"/>
                <a:gd name="T37" fmla="*/ 17 h 2193"/>
                <a:gd name="T38" fmla="*/ 22 w 1433"/>
                <a:gd name="T39" fmla="*/ 18 h 2193"/>
                <a:gd name="T40" fmla="*/ 25 w 1433"/>
                <a:gd name="T41" fmla="*/ 20 h 2193"/>
                <a:gd name="T42" fmla="*/ 24 w 1433"/>
                <a:gd name="T43" fmla="*/ 22 h 2193"/>
                <a:gd name="T44" fmla="*/ 22 w 1433"/>
                <a:gd name="T45" fmla="*/ 26 h 2193"/>
                <a:gd name="T46" fmla="*/ 20 w 1433"/>
                <a:gd name="T47" fmla="*/ 27 h 2193"/>
                <a:gd name="T48" fmla="*/ 18 w 1433"/>
                <a:gd name="T49" fmla="*/ 29 h 2193"/>
                <a:gd name="T50" fmla="*/ 18 w 1433"/>
                <a:gd name="T51" fmla="*/ 32 h 2193"/>
                <a:gd name="T52" fmla="*/ 16 w 1433"/>
                <a:gd name="T53" fmla="*/ 31 h 2193"/>
                <a:gd name="T54" fmla="*/ 16 w 1433"/>
                <a:gd name="T55" fmla="*/ 29 h 2193"/>
                <a:gd name="T56" fmla="*/ 16 w 1433"/>
                <a:gd name="T57" fmla="*/ 27 h 2193"/>
                <a:gd name="T58" fmla="*/ 17 w 1433"/>
                <a:gd name="T59" fmla="*/ 24 h 2193"/>
                <a:gd name="T60" fmla="*/ 17 w 1433"/>
                <a:gd name="T61" fmla="*/ 22 h 2193"/>
                <a:gd name="T62" fmla="*/ 15 w 1433"/>
                <a:gd name="T63" fmla="*/ 21 h 2193"/>
                <a:gd name="T64" fmla="*/ 15 w 1433"/>
                <a:gd name="T65" fmla="*/ 19 h 2193"/>
                <a:gd name="T66" fmla="*/ 16 w 1433"/>
                <a:gd name="T67" fmla="*/ 17 h 2193"/>
                <a:gd name="T68" fmla="*/ 15 w 1433"/>
                <a:gd name="T69" fmla="*/ 16 h 2193"/>
                <a:gd name="T70" fmla="*/ 13 w 1433"/>
                <a:gd name="T71" fmla="*/ 15 h 2193"/>
                <a:gd name="T72" fmla="*/ 10 w 1433"/>
                <a:gd name="T73" fmla="*/ 14 h 2193"/>
                <a:gd name="T74" fmla="*/ 8 w 1433"/>
                <a:gd name="T75" fmla="*/ 12 h 2193"/>
                <a:gd name="T76" fmla="*/ 8 w 1433"/>
                <a:gd name="T77" fmla="*/ 12 h 2193"/>
                <a:gd name="T78" fmla="*/ 7 w 1433"/>
                <a:gd name="T79" fmla="*/ 9 h 2193"/>
                <a:gd name="T80" fmla="*/ 7 w 1433"/>
                <a:gd name="T81" fmla="*/ 6 h 2193"/>
                <a:gd name="T82" fmla="*/ 6 w 1433"/>
                <a:gd name="T83" fmla="*/ 4 h 2193"/>
                <a:gd name="T84" fmla="*/ 4 w 1433"/>
                <a:gd name="T85" fmla="*/ 4 h 2193"/>
                <a:gd name="T86" fmla="*/ 2 w 1433"/>
                <a:gd name="T87" fmla="*/ 4 h 2193"/>
                <a:gd name="T88" fmla="*/ 0 w 1433"/>
                <a:gd name="T89" fmla="*/ 3 h 2193"/>
                <a:gd name="T90" fmla="*/ 1 w 1433"/>
                <a:gd name="T91" fmla="*/ 1 h 2193"/>
                <a:gd name="T92" fmla="*/ 3 w 1433"/>
                <a:gd name="T93" fmla="*/ 0 h 2193"/>
                <a:gd name="T94" fmla="*/ 5 w 1433"/>
                <a:gd name="T95" fmla="*/ 1 h 2193"/>
                <a:gd name="T96" fmla="*/ 8 w 1433"/>
                <a:gd name="T97" fmla="*/ 1 h 2193"/>
                <a:gd name="T98" fmla="*/ 10 w 1433"/>
                <a:gd name="T99" fmla="*/ 1 h 2193"/>
                <a:gd name="T100" fmla="*/ 13 w 1433"/>
                <a:gd name="T101" fmla="*/ 2 h 2193"/>
                <a:gd name="T102" fmla="*/ 15 w 1433"/>
                <a:gd name="T103" fmla="*/ 2 h 2193"/>
                <a:gd name="T104" fmla="*/ 17 w 1433"/>
                <a:gd name="T105" fmla="*/ 1 h 2193"/>
                <a:gd name="T106" fmla="*/ 19 w 1433"/>
                <a:gd name="T107" fmla="*/ 2 h 2193"/>
                <a:gd name="T108" fmla="*/ 17 w 1433"/>
                <a:gd name="T109" fmla="*/ 3 h 2193"/>
                <a:gd name="T110" fmla="*/ 15 w 1433"/>
                <a:gd name="T111" fmla="*/ 4 h 2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33" h="2193">
                  <a:moveTo>
                    <a:pt x="840" y="256"/>
                  </a:moveTo>
                  <a:lnTo>
                    <a:pt x="848" y="296"/>
                  </a:lnTo>
                  <a:lnTo>
                    <a:pt x="872" y="336"/>
                  </a:lnTo>
                  <a:lnTo>
                    <a:pt x="912" y="360"/>
                  </a:lnTo>
                  <a:lnTo>
                    <a:pt x="952" y="392"/>
                  </a:lnTo>
                  <a:lnTo>
                    <a:pt x="984" y="432"/>
                  </a:lnTo>
                  <a:lnTo>
                    <a:pt x="1048" y="352"/>
                  </a:lnTo>
                  <a:lnTo>
                    <a:pt x="1056" y="312"/>
                  </a:lnTo>
                  <a:lnTo>
                    <a:pt x="1048" y="272"/>
                  </a:lnTo>
                  <a:lnTo>
                    <a:pt x="1088" y="248"/>
                  </a:lnTo>
                  <a:lnTo>
                    <a:pt x="1128" y="264"/>
                  </a:lnTo>
                  <a:lnTo>
                    <a:pt x="1136" y="304"/>
                  </a:lnTo>
                  <a:lnTo>
                    <a:pt x="1168" y="328"/>
                  </a:lnTo>
                  <a:lnTo>
                    <a:pt x="1216" y="336"/>
                  </a:lnTo>
                  <a:lnTo>
                    <a:pt x="1224" y="368"/>
                  </a:lnTo>
                  <a:lnTo>
                    <a:pt x="1240" y="416"/>
                  </a:lnTo>
                  <a:lnTo>
                    <a:pt x="1280" y="448"/>
                  </a:lnTo>
                  <a:lnTo>
                    <a:pt x="1280" y="496"/>
                  </a:lnTo>
                  <a:lnTo>
                    <a:pt x="1288" y="528"/>
                  </a:lnTo>
                  <a:lnTo>
                    <a:pt x="1248" y="552"/>
                  </a:lnTo>
                  <a:lnTo>
                    <a:pt x="1248" y="512"/>
                  </a:lnTo>
                  <a:lnTo>
                    <a:pt x="1208" y="480"/>
                  </a:lnTo>
                  <a:lnTo>
                    <a:pt x="1184" y="520"/>
                  </a:lnTo>
                  <a:lnTo>
                    <a:pt x="1200" y="552"/>
                  </a:lnTo>
                  <a:lnTo>
                    <a:pt x="1184" y="600"/>
                  </a:lnTo>
                  <a:lnTo>
                    <a:pt x="1144" y="592"/>
                  </a:lnTo>
                  <a:lnTo>
                    <a:pt x="1104" y="592"/>
                  </a:lnTo>
                  <a:lnTo>
                    <a:pt x="1064" y="600"/>
                  </a:lnTo>
                  <a:lnTo>
                    <a:pt x="1064" y="640"/>
                  </a:lnTo>
                  <a:lnTo>
                    <a:pt x="1024" y="672"/>
                  </a:lnTo>
                  <a:lnTo>
                    <a:pt x="984" y="688"/>
                  </a:lnTo>
                  <a:lnTo>
                    <a:pt x="984" y="728"/>
                  </a:lnTo>
                  <a:lnTo>
                    <a:pt x="944" y="736"/>
                  </a:lnTo>
                  <a:lnTo>
                    <a:pt x="920" y="776"/>
                  </a:lnTo>
                  <a:lnTo>
                    <a:pt x="888" y="856"/>
                  </a:lnTo>
                  <a:lnTo>
                    <a:pt x="856" y="816"/>
                  </a:lnTo>
                  <a:lnTo>
                    <a:pt x="816" y="800"/>
                  </a:lnTo>
                  <a:lnTo>
                    <a:pt x="776" y="832"/>
                  </a:lnTo>
                  <a:lnTo>
                    <a:pt x="744" y="792"/>
                  </a:lnTo>
                  <a:lnTo>
                    <a:pt x="704" y="824"/>
                  </a:lnTo>
                  <a:lnTo>
                    <a:pt x="664" y="832"/>
                  </a:lnTo>
                  <a:lnTo>
                    <a:pt x="640" y="872"/>
                  </a:lnTo>
                  <a:lnTo>
                    <a:pt x="640" y="912"/>
                  </a:lnTo>
                  <a:lnTo>
                    <a:pt x="680" y="944"/>
                  </a:lnTo>
                  <a:lnTo>
                    <a:pt x="720" y="944"/>
                  </a:lnTo>
                  <a:lnTo>
                    <a:pt x="760" y="928"/>
                  </a:lnTo>
                  <a:lnTo>
                    <a:pt x="784" y="968"/>
                  </a:lnTo>
                  <a:lnTo>
                    <a:pt x="784" y="1008"/>
                  </a:lnTo>
                  <a:lnTo>
                    <a:pt x="800" y="1048"/>
                  </a:lnTo>
                  <a:lnTo>
                    <a:pt x="824" y="1088"/>
                  </a:lnTo>
                  <a:lnTo>
                    <a:pt x="872" y="1112"/>
                  </a:lnTo>
                  <a:lnTo>
                    <a:pt x="912" y="1112"/>
                  </a:lnTo>
                  <a:lnTo>
                    <a:pt x="952" y="1088"/>
                  </a:lnTo>
                  <a:lnTo>
                    <a:pt x="992" y="1088"/>
                  </a:lnTo>
                  <a:lnTo>
                    <a:pt x="1032" y="1104"/>
                  </a:lnTo>
                  <a:lnTo>
                    <a:pt x="1072" y="1128"/>
                  </a:lnTo>
                  <a:lnTo>
                    <a:pt x="1112" y="1144"/>
                  </a:lnTo>
                  <a:lnTo>
                    <a:pt x="1152" y="1176"/>
                  </a:lnTo>
                  <a:lnTo>
                    <a:pt x="1160" y="1216"/>
                  </a:lnTo>
                  <a:lnTo>
                    <a:pt x="1200" y="1224"/>
                  </a:lnTo>
                  <a:lnTo>
                    <a:pt x="1224" y="1264"/>
                  </a:lnTo>
                  <a:lnTo>
                    <a:pt x="1240" y="1304"/>
                  </a:lnTo>
                  <a:lnTo>
                    <a:pt x="1400" y="1368"/>
                  </a:lnTo>
                  <a:lnTo>
                    <a:pt x="1432" y="1408"/>
                  </a:lnTo>
                  <a:lnTo>
                    <a:pt x="1408" y="1448"/>
                  </a:lnTo>
                  <a:lnTo>
                    <a:pt x="1368" y="1480"/>
                  </a:lnTo>
                  <a:lnTo>
                    <a:pt x="1352" y="1560"/>
                  </a:lnTo>
                  <a:lnTo>
                    <a:pt x="1224" y="1720"/>
                  </a:lnTo>
                  <a:lnTo>
                    <a:pt x="1208" y="1768"/>
                  </a:lnTo>
                  <a:lnTo>
                    <a:pt x="1184" y="1800"/>
                  </a:lnTo>
                  <a:lnTo>
                    <a:pt x="1144" y="1808"/>
                  </a:lnTo>
                  <a:lnTo>
                    <a:pt x="1112" y="1848"/>
                  </a:lnTo>
                  <a:lnTo>
                    <a:pt x="1072" y="1888"/>
                  </a:lnTo>
                  <a:lnTo>
                    <a:pt x="1032" y="1912"/>
                  </a:lnTo>
                  <a:lnTo>
                    <a:pt x="984" y="1992"/>
                  </a:lnTo>
                  <a:lnTo>
                    <a:pt x="976" y="2032"/>
                  </a:lnTo>
                  <a:lnTo>
                    <a:pt x="992" y="2104"/>
                  </a:lnTo>
                  <a:lnTo>
                    <a:pt x="992" y="2192"/>
                  </a:lnTo>
                  <a:lnTo>
                    <a:pt x="952" y="2176"/>
                  </a:lnTo>
                  <a:lnTo>
                    <a:pt x="928" y="2136"/>
                  </a:lnTo>
                  <a:lnTo>
                    <a:pt x="920" y="2096"/>
                  </a:lnTo>
                  <a:lnTo>
                    <a:pt x="896" y="2056"/>
                  </a:lnTo>
                  <a:lnTo>
                    <a:pt x="896" y="2008"/>
                  </a:lnTo>
                  <a:lnTo>
                    <a:pt x="888" y="1976"/>
                  </a:lnTo>
                  <a:lnTo>
                    <a:pt x="888" y="1936"/>
                  </a:lnTo>
                  <a:lnTo>
                    <a:pt x="896" y="1888"/>
                  </a:lnTo>
                  <a:lnTo>
                    <a:pt x="912" y="1856"/>
                  </a:lnTo>
                  <a:lnTo>
                    <a:pt x="912" y="1768"/>
                  </a:lnTo>
                  <a:lnTo>
                    <a:pt x="928" y="1696"/>
                  </a:lnTo>
                  <a:lnTo>
                    <a:pt x="944" y="1656"/>
                  </a:lnTo>
                  <a:lnTo>
                    <a:pt x="952" y="1616"/>
                  </a:lnTo>
                  <a:lnTo>
                    <a:pt x="944" y="1576"/>
                  </a:lnTo>
                  <a:lnTo>
                    <a:pt x="944" y="1536"/>
                  </a:lnTo>
                  <a:lnTo>
                    <a:pt x="904" y="1512"/>
                  </a:lnTo>
                  <a:lnTo>
                    <a:pt x="872" y="1472"/>
                  </a:lnTo>
                  <a:lnTo>
                    <a:pt x="856" y="1432"/>
                  </a:lnTo>
                  <a:lnTo>
                    <a:pt x="848" y="1392"/>
                  </a:lnTo>
                  <a:lnTo>
                    <a:pt x="832" y="1344"/>
                  </a:lnTo>
                  <a:lnTo>
                    <a:pt x="824" y="1312"/>
                  </a:lnTo>
                  <a:lnTo>
                    <a:pt x="832" y="1272"/>
                  </a:lnTo>
                  <a:lnTo>
                    <a:pt x="864" y="1232"/>
                  </a:lnTo>
                  <a:lnTo>
                    <a:pt x="880" y="1192"/>
                  </a:lnTo>
                  <a:lnTo>
                    <a:pt x="856" y="1152"/>
                  </a:lnTo>
                  <a:lnTo>
                    <a:pt x="816" y="1128"/>
                  </a:lnTo>
                  <a:lnTo>
                    <a:pt x="792" y="1088"/>
                  </a:lnTo>
                  <a:lnTo>
                    <a:pt x="752" y="1064"/>
                  </a:lnTo>
                  <a:lnTo>
                    <a:pt x="728" y="1024"/>
                  </a:lnTo>
                  <a:lnTo>
                    <a:pt x="688" y="1016"/>
                  </a:lnTo>
                  <a:lnTo>
                    <a:pt x="648" y="1016"/>
                  </a:lnTo>
                  <a:lnTo>
                    <a:pt x="624" y="976"/>
                  </a:lnTo>
                  <a:lnTo>
                    <a:pt x="584" y="968"/>
                  </a:lnTo>
                  <a:lnTo>
                    <a:pt x="520" y="808"/>
                  </a:lnTo>
                  <a:lnTo>
                    <a:pt x="488" y="768"/>
                  </a:lnTo>
                  <a:lnTo>
                    <a:pt x="472" y="808"/>
                  </a:lnTo>
                  <a:lnTo>
                    <a:pt x="480" y="840"/>
                  </a:lnTo>
                  <a:lnTo>
                    <a:pt x="480" y="888"/>
                  </a:lnTo>
                  <a:lnTo>
                    <a:pt x="456" y="848"/>
                  </a:lnTo>
                  <a:lnTo>
                    <a:pt x="424" y="688"/>
                  </a:lnTo>
                  <a:lnTo>
                    <a:pt x="392" y="648"/>
                  </a:lnTo>
                  <a:lnTo>
                    <a:pt x="384" y="608"/>
                  </a:lnTo>
                  <a:lnTo>
                    <a:pt x="392" y="576"/>
                  </a:lnTo>
                  <a:lnTo>
                    <a:pt x="392" y="528"/>
                  </a:lnTo>
                  <a:lnTo>
                    <a:pt x="408" y="448"/>
                  </a:lnTo>
                  <a:lnTo>
                    <a:pt x="408" y="408"/>
                  </a:lnTo>
                  <a:lnTo>
                    <a:pt x="392" y="368"/>
                  </a:lnTo>
                  <a:lnTo>
                    <a:pt x="328" y="288"/>
                  </a:lnTo>
                  <a:lnTo>
                    <a:pt x="288" y="248"/>
                  </a:lnTo>
                  <a:lnTo>
                    <a:pt x="248" y="216"/>
                  </a:lnTo>
                  <a:lnTo>
                    <a:pt x="208" y="232"/>
                  </a:lnTo>
                  <a:lnTo>
                    <a:pt x="168" y="224"/>
                  </a:lnTo>
                  <a:lnTo>
                    <a:pt x="144" y="264"/>
                  </a:lnTo>
                  <a:lnTo>
                    <a:pt x="104" y="280"/>
                  </a:lnTo>
                  <a:lnTo>
                    <a:pt x="64" y="280"/>
                  </a:lnTo>
                  <a:lnTo>
                    <a:pt x="40" y="240"/>
                  </a:lnTo>
                  <a:lnTo>
                    <a:pt x="0" y="208"/>
                  </a:lnTo>
                  <a:lnTo>
                    <a:pt x="16" y="168"/>
                  </a:lnTo>
                  <a:lnTo>
                    <a:pt x="56" y="144"/>
                  </a:lnTo>
                  <a:lnTo>
                    <a:pt x="56" y="104"/>
                  </a:lnTo>
                  <a:lnTo>
                    <a:pt x="96" y="72"/>
                  </a:lnTo>
                  <a:lnTo>
                    <a:pt x="104" y="32"/>
                  </a:lnTo>
                  <a:lnTo>
                    <a:pt x="184" y="0"/>
                  </a:lnTo>
                  <a:lnTo>
                    <a:pt x="216" y="8"/>
                  </a:lnTo>
                  <a:lnTo>
                    <a:pt x="264" y="8"/>
                  </a:lnTo>
                  <a:lnTo>
                    <a:pt x="304" y="24"/>
                  </a:lnTo>
                  <a:lnTo>
                    <a:pt x="344" y="24"/>
                  </a:lnTo>
                  <a:lnTo>
                    <a:pt x="384" y="16"/>
                  </a:lnTo>
                  <a:lnTo>
                    <a:pt x="424" y="48"/>
                  </a:lnTo>
                  <a:lnTo>
                    <a:pt x="464" y="40"/>
                  </a:lnTo>
                  <a:lnTo>
                    <a:pt x="504" y="8"/>
                  </a:lnTo>
                  <a:lnTo>
                    <a:pt x="584" y="56"/>
                  </a:lnTo>
                  <a:lnTo>
                    <a:pt x="624" y="64"/>
                  </a:lnTo>
                  <a:lnTo>
                    <a:pt x="664" y="96"/>
                  </a:lnTo>
                  <a:lnTo>
                    <a:pt x="696" y="120"/>
                  </a:lnTo>
                  <a:lnTo>
                    <a:pt x="744" y="128"/>
                  </a:lnTo>
                  <a:lnTo>
                    <a:pt x="824" y="128"/>
                  </a:lnTo>
                  <a:lnTo>
                    <a:pt x="864" y="112"/>
                  </a:lnTo>
                  <a:lnTo>
                    <a:pt x="888" y="72"/>
                  </a:lnTo>
                  <a:lnTo>
                    <a:pt x="928" y="40"/>
                  </a:lnTo>
                  <a:lnTo>
                    <a:pt x="944" y="80"/>
                  </a:lnTo>
                  <a:lnTo>
                    <a:pt x="984" y="104"/>
                  </a:lnTo>
                  <a:lnTo>
                    <a:pt x="1024" y="104"/>
                  </a:lnTo>
                  <a:lnTo>
                    <a:pt x="1064" y="112"/>
                  </a:lnTo>
                  <a:lnTo>
                    <a:pt x="1024" y="144"/>
                  </a:lnTo>
                  <a:lnTo>
                    <a:pt x="984" y="168"/>
                  </a:lnTo>
                  <a:lnTo>
                    <a:pt x="944" y="184"/>
                  </a:lnTo>
                  <a:lnTo>
                    <a:pt x="920" y="224"/>
                  </a:lnTo>
                  <a:lnTo>
                    <a:pt x="880" y="232"/>
                  </a:lnTo>
                  <a:lnTo>
                    <a:pt x="840" y="256"/>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67" name="Freeform 1182">
              <a:extLst>
                <a:ext uri="{FF2B5EF4-FFF2-40B4-BE49-F238E27FC236}">
                  <a16:creationId xmlns:a16="http://schemas.microsoft.com/office/drawing/2014/main" id="{2F0D641F-022A-675F-3623-1A5FC1A20B81}"/>
                </a:ext>
              </a:extLst>
            </p:cNvPr>
            <p:cNvSpPr>
              <a:spLocks/>
            </p:cNvSpPr>
            <p:nvPr/>
          </p:nvSpPr>
          <p:spPr bwMode="auto">
            <a:xfrm>
              <a:off x="3289" y="3107"/>
              <a:ext cx="63" cy="95"/>
            </a:xfrm>
            <a:custGeom>
              <a:avLst/>
              <a:gdLst>
                <a:gd name="T0" fmla="*/ 1 w 105"/>
                <a:gd name="T1" fmla="*/ 0 h 161"/>
                <a:gd name="T2" fmla="*/ 1 w 105"/>
                <a:gd name="T3" fmla="*/ 1 h 161"/>
                <a:gd name="T4" fmla="*/ 1 w 105"/>
                <a:gd name="T5" fmla="*/ 1 h 161"/>
                <a:gd name="T6" fmla="*/ 1 w 105"/>
                <a:gd name="T7" fmla="*/ 1 h 161"/>
                <a:gd name="T8" fmla="*/ 1 w 105"/>
                <a:gd name="T9" fmla="*/ 1 h 161"/>
                <a:gd name="T10" fmla="*/ 2 w 105"/>
                <a:gd name="T11" fmla="*/ 1 h 161"/>
                <a:gd name="T12" fmla="*/ 2 w 105"/>
                <a:gd name="T13" fmla="*/ 2 h 161"/>
                <a:gd name="T14" fmla="*/ 1 w 105"/>
                <a:gd name="T15" fmla="*/ 2 h 161"/>
                <a:gd name="T16" fmla="*/ 1 w 105"/>
                <a:gd name="T17" fmla="*/ 2 h 161"/>
                <a:gd name="T18" fmla="*/ 1 w 105"/>
                <a:gd name="T19" fmla="*/ 2 h 161"/>
                <a:gd name="T20" fmla="*/ 1 w 105"/>
                <a:gd name="T21" fmla="*/ 2 h 161"/>
                <a:gd name="T22" fmla="*/ 1 w 105"/>
                <a:gd name="T23" fmla="*/ 2 h 161"/>
                <a:gd name="T24" fmla="*/ 1 w 105"/>
                <a:gd name="T25" fmla="*/ 2 h 161"/>
                <a:gd name="T26" fmla="*/ 1 w 105"/>
                <a:gd name="T27" fmla="*/ 1 h 161"/>
                <a:gd name="T28" fmla="*/ 1 w 105"/>
                <a:gd name="T29" fmla="*/ 1 h 161"/>
                <a:gd name="T30" fmla="*/ 1 w 105"/>
                <a:gd name="T31" fmla="*/ 1 h 161"/>
                <a:gd name="T32" fmla="*/ 0 w 105"/>
                <a:gd name="T33" fmla="*/ 1 h 161"/>
                <a:gd name="T34" fmla="*/ 0 w 105"/>
                <a:gd name="T35" fmla="*/ 0 h 161"/>
                <a:gd name="T36" fmla="*/ 1 w 105"/>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5" h="161">
                  <a:moveTo>
                    <a:pt x="32" y="0"/>
                  </a:moveTo>
                  <a:lnTo>
                    <a:pt x="40" y="24"/>
                  </a:lnTo>
                  <a:lnTo>
                    <a:pt x="48" y="40"/>
                  </a:lnTo>
                  <a:lnTo>
                    <a:pt x="64" y="48"/>
                  </a:lnTo>
                  <a:lnTo>
                    <a:pt x="72" y="80"/>
                  </a:lnTo>
                  <a:lnTo>
                    <a:pt x="104" y="88"/>
                  </a:lnTo>
                  <a:lnTo>
                    <a:pt x="104" y="112"/>
                  </a:lnTo>
                  <a:lnTo>
                    <a:pt x="80" y="120"/>
                  </a:lnTo>
                  <a:lnTo>
                    <a:pt x="64" y="128"/>
                  </a:lnTo>
                  <a:lnTo>
                    <a:pt x="40" y="160"/>
                  </a:lnTo>
                  <a:lnTo>
                    <a:pt x="24" y="144"/>
                  </a:lnTo>
                  <a:lnTo>
                    <a:pt x="40" y="120"/>
                  </a:lnTo>
                  <a:lnTo>
                    <a:pt x="24" y="112"/>
                  </a:lnTo>
                  <a:lnTo>
                    <a:pt x="24" y="104"/>
                  </a:lnTo>
                  <a:lnTo>
                    <a:pt x="32" y="88"/>
                  </a:lnTo>
                  <a:lnTo>
                    <a:pt x="24" y="64"/>
                  </a:lnTo>
                  <a:lnTo>
                    <a:pt x="0" y="24"/>
                  </a:lnTo>
                  <a:lnTo>
                    <a:pt x="0" y="0"/>
                  </a:lnTo>
                  <a:lnTo>
                    <a:pt x="40"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68" name="Freeform 1183">
              <a:extLst>
                <a:ext uri="{FF2B5EF4-FFF2-40B4-BE49-F238E27FC236}">
                  <a16:creationId xmlns:a16="http://schemas.microsoft.com/office/drawing/2014/main" id="{BB7573F7-49BB-4DDF-B46E-7B445ABC0837}"/>
                </a:ext>
              </a:extLst>
            </p:cNvPr>
            <p:cNvSpPr>
              <a:spLocks/>
            </p:cNvSpPr>
            <p:nvPr/>
          </p:nvSpPr>
          <p:spPr bwMode="auto">
            <a:xfrm>
              <a:off x="4362" y="3329"/>
              <a:ext cx="39" cy="47"/>
            </a:xfrm>
            <a:custGeom>
              <a:avLst/>
              <a:gdLst>
                <a:gd name="T0" fmla="*/ 1 w 65"/>
                <a:gd name="T1" fmla="*/ 1 h 81"/>
                <a:gd name="T2" fmla="*/ 1 w 65"/>
                <a:gd name="T3" fmla="*/ 1 h 81"/>
                <a:gd name="T4" fmla="*/ 1 w 65"/>
                <a:gd name="T5" fmla="*/ 1 h 81"/>
                <a:gd name="T6" fmla="*/ 1 w 65"/>
                <a:gd name="T7" fmla="*/ 1 h 81"/>
                <a:gd name="T8" fmla="*/ 0 w 65"/>
                <a:gd name="T9" fmla="*/ 1 h 81"/>
                <a:gd name="T10" fmla="*/ 1 w 65"/>
                <a:gd name="T11" fmla="*/ 0 h 81"/>
                <a:gd name="T12" fmla="*/ 1 w 65"/>
                <a:gd name="T13" fmla="*/ 1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81">
                  <a:moveTo>
                    <a:pt x="64" y="8"/>
                  </a:moveTo>
                  <a:lnTo>
                    <a:pt x="56" y="32"/>
                  </a:lnTo>
                  <a:lnTo>
                    <a:pt x="48" y="72"/>
                  </a:lnTo>
                  <a:lnTo>
                    <a:pt x="8" y="80"/>
                  </a:lnTo>
                  <a:lnTo>
                    <a:pt x="0" y="40"/>
                  </a:lnTo>
                  <a:lnTo>
                    <a:pt x="24" y="0"/>
                  </a:lnTo>
                  <a:lnTo>
                    <a:pt x="64"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69" name="Freeform 1184">
              <a:extLst>
                <a:ext uri="{FF2B5EF4-FFF2-40B4-BE49-F238E27FC236}">
                  <a16:creationId xmlns:a16="http://schemas.microsoft.com/office/drawing/2014/main" id="{FA0B095D-4895-F977-76E8-B1F87430F8F0}"/>
                </a:ext>
              </a:extLst>
            </p:cNvPr>
            <p:cNvSpPr>
              <a:spLocks/>
            </p:cNvSpPr>
            <p:nvPr/>
          </p:nvSpPr>
          <p:spPr bwMode="auto">
            <a:xfrm>
              <a:off x="4313" y="3385"/>
              <a:ext cx="64" cy="53"/>
            </a:xfrm>
            <a:custGeom>
              <a:avLst/>
              <a:gdLst>
                <a:gd name="T0" fmla="*/ 1 w 105"/>
                <a:gd name="T1" fmla="*/ 0 h 89"/>
                <a:gd name="T2" fmla="*/ 2 w 105"/>
                <a:gd name="T3" fmla="*/ 1 h 89"/>
                <a:gd name="T4" fmla="*/ 2 w 105"/>
                <a:gd name="T5" fmla="*/ 1 h 89"/>
                <a:gd name="T6" fmla="*/ 1 w 105"/>
                <a:gd name="T7" fmla="*/ 1 h 89"/>
                <a:gd name="T8" fmla="*/ 1 w 105"/>
                <a:gd name="T9" fmla="*/ 1 h 89"/>
                <a:gd name="T10" fmla="*/ 0 w 105"/>
                <a:gd name="T11" fmla="*/ 1 h 89"/>
                <a:gd name="T12" fmla="*/ 1 w 105"/>
                <a:gd name="T13" fmla="*/ 1 h 89"/>
                <a:gd name="T14" fmla="*/ 1 w 105"/>
                <a:gd name="T15" fmla="*/ 0 h 89"/>
                <a:gd name="T16" fmla="*/ 1 w 105"/>
                <a:gd name="T17" fmla="*/ 0 h 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 h="89">
                  <a:moveTo>
                    <a:pt x="88" y="0"/>
                  </a:moveTo>
                  <a:lnTo>
                    <a:pt x="104" y="24"/>
                  </a:lnTo>
                  <a:lnTo>
                    <a:pt x="104" y="64"/>
                  </a:lnTo>
                  <a:lnTo>
                    <a:pt x="64" y="64"/>
                  </a:lnTo>
                  <a:lnTo>
                    <a:pt x="24" y="88"/>
                  </a:lnTo>
                  <a:lnTo>
                    <a:pt x="0" y="48"/>
                  </a:lnTo>
                  <a:lnTo>
                    <a:pt x="40" y="40"/>
                  </a:lnTo>
                  <a:lnTo>
                    <a:pt x="48" y="0"/>
                  </a:lnTo>
                  <a:lnTo>
                    <a:pt x="88"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0" name="Freeform 1185">
              <a:extLst>
                <a:ext uri="{FF2B5EF4-FFF2-40B4-BE49-F238E27FC236}">
                  <a16:creationId xmlns:a16="http://schemas.microsoft.com/office/drawing/2014/main" id="{FA979F76-D2B4-3DB0-3D2E-E4401F7C7760}"/>
                </a:ext>
              </a:extLst>
            </p:cNvPr>
            <p:cNvSpPr>
              <a:spLocks/>
            </p:cNvSpPr>
            <p:nvPr/>
          </p:nvSpPr>
          <p:spPr bwMode="auto">
            <a:xfrm>
              <a:off x="4280" y="3428"/>
              <a:ext cx="58" cy="52"/>
            </a:xfrm>
            <a:custGeom>
              <a:avLst/>
              <a:gdLst>
                <a:gd name="T0" fmla="*/ 1 w 97"/>
                <a:gd name="T1" fmla="*/ 1 h 89"/>
                <a:gd name="T2" fmla="*/ 1 w 97"/>
                <a:gd name="T3" fmla="*/ 1 h 89"/>
                <a:gd name="T4" fmla="*/ 1 w 97"/>
                <a:gd name="T5" fmla="*/ 1 h 89"/>
                <a:gd name="T6" fmla="*/ 1 w 97"/>
                <a:gd name="T7" fmla="*/ 1 h 89"/>
                <a:gd name="T8" fmla="*/ 1 w 97"/>
                <a:gd name="T9" fmla="*/ 1 h 89"/>
                <a:gd name="T10" fmla="*/ 0 w 97"/>
                <a:gd name="T11" fmla="*/ 1 h 89"/>
                <a:gd name="T12" fmla="*/ 1 w 97"/>
                <a:gd name="T13" fmla="*/ 0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 h="89">
                  <a:moveTo>
                    <a:pt x="32" y="8"/>
                  </a:moveTo>
                  <a:lnTo>
                    <a:pt x="72" y="40"/>
                  </a:lnTo>
                  <a:lnTo>
                    <a:pt x="96" y="56"/>
                  </a:lnTo>
                  <a:lnTo>
                    <a:pt x="72" y="88"/>
                  </a:lnTo>
                  <a:lnTo>
                    <a:pt x="32" y="88"/>
                  </a:lnTo>
                  <a:lnTo>
                    <a:pt x="0" y="48"/>
                  </a:lnTo>
                  <a:lnTo>
                    <a:pt x="32"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1" name="Freeform 1186">
              <a:extLst>
                <a:ext uri="{FF2B5EF4-FFF2-40B4-BE49-F238E27FC236}">
                  <a16:creationId xmlns:a16="http://schemas.microsoft.com/office/drawing/2014/main" id="{00C7B274-5E12-4AA0-EC32-C5A7BDD21EA1}"/>
                </a:ext>
              </a:extLst>
            </p:cNvPr>
            <p:cNvSpPr>
              <a:spLocks/>
            </p:cNvSpPr>
            <p:nvPr/>
          </p:nvSpPr>
          <p:spPr bwMode="auto">
            <a:xfrm>
              <a:off x="4202" y="3541"/>
              <a:ext cx="25" cy="29"/>
            </a:xfrm>
            <a:custGeom>
              <a:avLst/>
              <a:gdLst>
                <a:gd name="T0" fmla="*/ 1 w 41"/>
                <a:gd name="T1" fmla="*/ 0 h 49"/>
                <a:gd name="T2" fmla="*/ 0 w 41"/>
                <a:gd name="T3" fmla="*/ 1 h 49"/>
                <a:gd name="T4" fmla="*/ 1 w 41"/>
                <a:gd name="T5" fmla="*/ 1 h 49"/>
                <a:gd name="T6" fmla="*/ 1 w 41"/>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9">
                  <a:moveTo>
                    <a:pt x="32" y="0"/>
                  </a:moveTo>
                  <a:lnTo>
                    <a:pt x="0" y="48"/>
                  </a:lnTo>
                  <a:lnTo>
                    <a:pt x="40" y="48"/>
                  </a:lnTo>
                  <a:lnTo>
                    <a:pt x="32"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2" name="Freeform 1187">
              <a:extLst>
                <a:ext uri="{FF2B5EF4-FFF2-40B4-BE49-F238E27FC236}">
                  <a16:creationId xmlns:a16="http://schemas.microsoft.com/office/drawing/2014/main" id="{762D9103-983D-8624-DCCD-2F65909FD483}"/>
                </a:ext>
              </a:extLst>
            </p:cNvPr>
            <p:cNvSpPr>
              <a:spLocks/>
            </p:cNvSpPr>
            <p:nvPr/>
          </p:nvSpPr>
          <p:spPr bwMode="auto">
            <a:xfrm>
              <a:off x="4280" y="3612"/>
              <a:ext cx="49" cy="57"/>
            </a:xfrm>
            <a:custGeom>
              <a:avLst/>
              <a:gdLst>
                <a:gd name="T0" fmla="*/ 1 w 81"/>
                <a:gd name="T1" fmla="*/ 0 h 97"/>
                <a:gd name="T2" fmla="*/ 1 w 81"/>
                <a:gd name="T3" fmla="*/ 1 h 97"/>
                <a:gd name="T4" fmla="*/ 1 w 81"/>
                <a:gd name="T5" fmla="*/ 1 h 97"/>
                <a:gd name="T6" fmla="*/ 1 w 81"/>
                <a:gd name="T7" fmla="*/ 1 h 97"/>
                <a:gd name="T8" fmla="*/ 0 w 81"/>
                <a:gd name="T9" fmla="*/ 1 h 97"/>
                <a:gd name="T10" fmla="*/ 0 w 81"/>
                <a:gd name="T11" fmla="*/ 1 h 97"/>
                <a:gd name="T12" fmla="*/ 1 w 81"/>
                <a:gd name="T13" fmla="*/ 0 h 97"/>
                <a:gd name="T14" fmla="*/ 1 w 81"/>
                <a:gd name="T15" fmla="*/ 0 h 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1" h="97">
                  <a:moveTo>
                    <a:pt x="40" y="0"/>
                  </a:moveTo>
                  <a:lnTo>
                    <a:pt x="56" y="40"/>
                  </a:lnTo>
                  <a:lnTo>
                    <a:pt x="80" y="80"/>
                  </a:lnTo>
                  <a:lnTo>
                    <a:pt x="40" y="96"/>
                  </a:lnTo>
                  <a:lnTo>
                    <a:pt x="0" y="88"/>
                  </a:lnTo>
                  <a:lnTo>
                    <a:pt x="0" y="32"/>
                  </a:lnTo>
                  <a:lnTo>
                    <a:pt x="16" y="0"/>
                  </a:lnTo>
                  <a:lnTo>
                    <a:pt x="32"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3" name="Freeform 1188">
              <a:extLst>
                <a:ext uri="{FF2B5EF4-FFF2-40B4-BE49-F238E27FC236}">
                  <a16:creationId xmlns:a16="http://schemas.microsoft.com/office/drawing/2014/main" id="{28B05987-F269-6805-43B1-36D8F4A67014}"/>
                </a:ext>
              </a:extLst>
            </p:cNvPr>
            <p:cNvSpPr>
              <a:spLocks/>
            </p:cNvSpPr>
            <p:nvPr/>
          </p:nvSpPr>
          <p:spPr bwMode="auto">
            <a:xfrm>
              <a:off x="4270" y="3678"/>
              <a:ext cx="49" cy="24"/>
            </a:xfrm>
            <a:custGeom>
              <a:avLst/>
              <a:gdLst>
                <a:gd name="T0" fmla="*/ 1 w 81"/>
                <a:gd name="T1" fmla="*/ 0 h 41"/>
                <a:gd name="T2" fmla="*/ 1 w 81"/>
                <a:gd name="T3" fmla="*/ 1 h 41"/>
                <a:gd name="T4" fmla="*/ 1 w 81"/>
                <a:gd name="T5" fmla="*/ 1 h 41"/>
                <a:gd name="T6" fmla="*/ 1 w 81"/>
                <a:gd name="T7" fmla="*/ 1 h 41"/>
                <a:gd name="T8" fmla="*/ 0 w 81"/>
                <a:gd name="T9" fmla="*/ 1 h 41"/>
                <a:gd name="T10" fmla="*/ 1 w 81"/>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1" h="41">
                  <a:moveTo>
                    <a:pt x="32" y="0"/>
                  </a:moveTo>
                  <a:lnTo>
                    <a:pt x="48" y="16"/>
                  </a:lnTo>
                  <a:lnTo>
                    <a:pt x="80" y="32"/>
                  </a:lnTo>
                  <a:lnTo>
                    <a:pt x="48" y="40"/>
                  </a:lnTo>
                  <a:lnTo>
                    <a:pt x="0" y="16"/>
                  </a:lnTo>
                  <a:lnTo>
                    <a:pt x="32"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4" name="Freeform 1189">
              <a:extLst>
                <a:ext uri="{FF2B5EF4-FFF2-40B4-BE49-F238E27FC236}">
                  <a16:creationId xmlns:a16="http://schemas.microsoft.com/office/drawing/2014/main" id="{87BE46AB-3A1F-A93E-6B95-17D84E7CD04F}"/>
                </a:ext>
              </a:extLst>
            </p:cNvPr>
            <p:cNvSpPr>
              <a:spLocks/>
            </p:cNvSpPr>
            <p:nvPr/>
          </p:nvSpPr>
          <p:spPr bwMode="auto">
            <a:xfrm>
              <a:off x="4289" y="3715"/>
              <a:ext cx="25" cy="25"/>
            </a:xfrm>
            <a:custGeom>
              <a:avLst/>
              <a:gdLst>
                <a:gd name="T0" fmla="*/ 0 w 41"/>
                <a:gd name="T1" fmla="*/ 0 h 41"/>
                <a:gd name="T2" fmla="*/ 1 w 41"/>
                <a:gd name="T3" fmla="*/ 1 h 41"/>
                <a:gd name="T4" fmla="*/ 1 w 41"/>
                <a:gd name="T5" fmla="*/ 1 h 41"/>
                <a:gd name="T6" fmla="*/ 0 w 41"/>
                <a:gd name="T7" fmla="*/ 1 h 41"/>
                <a:gd name="T8" fmla="*/ 0 w 41"/>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41">
                  <a:moveTo>
                    <a:pt x="0" y="0"/>
                  </a:moveTo>
                  <a:lnTo>
                    <a:pt x="40" y="8"/>
                  </a:lnTo>
                  <a:lnTo>
                    <a:pt x="40" y="16"/>
                  </a:lnTo>
                  <a:lnTo>
                    <a:pt x="0" y="40"/>
                  </a:lnTo>
                  <a:lnTo>
                    <a:pt x="0"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5" name="Freeform 1190">
              <a:extLst>
                <a:ext uri="{FF2B5EF4-FFF2-40B4-BE49-F238E27FC236}">
                  <a16:creationId xmlns:a16="http://schemas.microsoft.com/office/drawing/2014/main" id="{304CECF5-CB52-D7D9-BDAF-90894BE42B4A}"/>
                </a:ext>
              </a:extLst>
            </p:cNvPr>
            <p:cNvSpPr>
              <a:spLocks/>
            </p:cNvSpPr>
            <p:nvPr/>
          </p:nvSpPr>
          <p:spPr bwMode="auto">
            <a:xfrm>
              <a:off x="4052" y="3706"/>
              <a:ext cx="49" cy="100"/>
            </a:xfrm>
            <a:custGeom>
              <a:avLst/>
              <a:gdLst>
                <a:gd name="T0" fmla="*/ 1 w 81"/>
                <a:gd name="T1" fmla="*/ 0 h 169"/>
                <a:gd name="T2" fmla="*/ 1 w 81"/>
                <a:gd name="T3" fmla="*/ 1 h 169"/>
                <a:gd name="T4" fmla="*/ 1 w 81"/>
                <a:gd name="T5" fmla="*/ 1 h 169"/>
                <a:gd name="T6" fmla="*/ 1 w 81"/>
                <a:gd name="T7" fmla="*/ 2 h 169"/>
                <a:gd name="T8" fmla="*/ 1 w 81"/>
                <a:gd name="T9" fmla="*/ 2 h 169"/>
                <a:gd name="T10" fmla="*/ 1 w 81"/>
                <a:gd name="T11" fmla="*/ 2 h 169"/>
                <a:gd name="T12" fmla="*/ 1 w 81"/>
                <a:gd name="T13" fmla="*/ 2 h 169"/>
                <a:gd name="T14" fmla="*/ 1 w 81"/>
                <a:gd name="T15" fmla="*/ 1 h 169"/>
                <a:gd name="T16" fmla="*/ 0 w 81"/>
                <a:gd name="T17" fmla="*/ 1 h 169"/>
                <a:gd name="T18" fmla="*/ 1 w 81"/>
                <a:gd name="T19" fmla="*/ 0 h 1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1" h="169">
                  <a:moveTo>
                    <a:pt x="16" y="0"/>
                  </a:moveTo>
                  <a:lnTo>
                    <a:pt x="40" y="32"/>
                  </a:lnTo>
                  <a:lnTo>
                    <a:pt x="48" y="72"/>
                  </a:lnTo>
                  <a:lnTo>
                    <a:pt x="80" y="120"/>
                  </a:lnTo>
                  <a:lnTo>
                    <a:pt x="80" y="168"/>
                  </a:lnTo>
                  <a:lnTo>
                    <a:pt x="48" y="160"/>
                  </a:lnTo>
                  <a:lnTo>
                    <a:pt x="40" y="120"/>
                  </a:lnTo>
                  <a:lnTo>
                    <a:pt x="8" y="80"/>
                  </a:lnTo>
                  <a:lnTo>
                    <a:pt x="0" y="40"/>
                  </a:lnTo>
                  <a:lnTo>
                    <a:pt x="8"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6" name="Freeform 1191">
              <a:extLst>
                <a:ext uri="{FF2B5EF4-FFF2-40B4-BE49-F238E27FC236}">
                  <a16:creationId xmlns:a16="http://schemas.microsoft.com/office/drawing/2014/main" id="{2E61097A-0027-4871-A1D5-EB4EBFE9478A}"/>
                </a:ext>
              </a:extLst>
            </p:cNvPr>
            <p:cNvSpPr>
              <a:spLocks/>
            </p:cNvSpPr>
            <p:nvPr/>
          </p:nvSpPr>
          <p:spPr bwMode="auto">
            <a:xfrm>
              <a:off x="4115" y="3791"/>
              <a:ext cx="83" cy="43"/>
            </a:xfrm>
            <a:custGeom>
              <a:avLst/>
              <a:gdLst>
                <a:gd name="T0" fmla="*/ 0 w 137"/>
                <a:gd name="T1" fmla="*/ 1 h 73"/>
                <a:gd name="T2" fmla="*/ 1 w 137"/>
                <a:gd name="T3" fmla="*/ 1 h 73"/>
                <a:gd name="T4" fmla="*/ 2 w 137"/>
                <a:gd name="T5" fmla="*/ 1 h 73"/>
                <a:gd name="T6" fmla="*/ 2 w 137"/>
                <a:gd name="T7" fmla="*/ 1 h 73"/>
                <a:gd name="T8" fmla="*/ 2 w 137"/>
                <a:gd name="T9" fmla="*/ 1 h 73"/>
                <a:gd name="T10" fmla="*/ 1 w 137"/>
                <a:gd name="T11" fmla="*/ 1 h 73"/>
                <a:gd name="T12" fmla="*/ 1 w 137"/>
                <a:gd name="T13" fmla="*/ 1 h 73"/>
                <a:gd name="T14" fmla="*/ 0 w 137"/>
                <a:gd name="T15" fmla="*/ 0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7" h="73">
                  <a:moveTo>
                    <a:pt x="0" y="8"/>
                  </a:moveTo>
                  <a:lnTo>
                    <a:pt x="80" y="32"/>
                  </a:lnTo>
                  <a:lnTo>
                    <a:pt x="120" y="32"/>
                  </a:lnTo>
                  <a:lnTo>
                    <a:pt x="136" y="72"/>
                  </a:lnTo>
                  <a:lnTo>
                    <a:pt x="96" y="64"/>
                  </a:lnTo>
                  <a:lnTo>
                    <a:pt x="48" y="72"/>
                  </a:lnTo>
                  <a:lnTo>
                    <a:pt x="8" y="48"/>
                  </a:lnTo>
                  <a:lnTo>
                    <a:pt x="0" y="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7" name="Freeform 1192">
              <a:extLst>
                <a:ext uri="{FF2B5EF4-FFF2-40B4-BE49-F238E27FC236}">
                  <a16:creationId xmlns:a16="http://schemas.microsoft.com/office/drawing/2014/main" id="{F038F6F6-9BDD-EABE-48E9-1FDFEEBFE453}"/>
                </a:ext>
              </a:extLst>
            </p:cNvPr>
            <p:cNvSpPr>
              <a:spLocks/>
            </p:cNvSpPr>
            <p:nvPr/>
          </p:nvSpPr>
          <p:spPr bwMode="auto">
            <a:xfrm>
              <a:off x="4207" y="3810"/>
              <a:ext cx="35" cy="24"/>
            </a:xfrm>
            <a:custGeom>
              <a:avLst/>
              <a:gdLst>
                <a:gd name="T0" fmla="*/ 1 w 57"/>
                <a:gd name="T1" fmla="*/ 0 h 41"/>
                <a:gd name="T2" fmla="*/ 1 w 57"/>
                <a:gd name="T3" fmla="*/ 1 h 41"/>
                <a:gd name="T4" fmla="*/ 1 w 57"/>
                <a:gd name="T5" fmla="*/ 1 h 41"/>
                <a:gd name="T6" fmla="*/ 0 w 57"/>
                <a:gd name="T7" fmla="*/ 1 h 41"/>
                <a:gd name="T8" fmla="*/ 1 w 57"/>
                <a:gd name="T9" fmla="*/ 0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1">
                  <a:moveTo>
                    <a:pt x="8" y="0"/>
                  </a:moveTo>
                  <a:lnTo>
                    <a:pt x="56" y="8"/>
                  </a:lnTo>
                  <a:lnTo>
                    <a:pt x="40" y="40"/>
                  </a:lnTo>
                  <a:lnTo>
                    <a:pt x="0" y="40"/>
                  </a:lnTo>
                  <a:lnTo>
                    <a:pt x="8"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8" name="Freeform 1193">
              <a:extLst>
                <a:ext uri="{FF2B5EF4-FFF2-40B4-BE49-F238E27FC236}">
                  <a16:creationId xmlns:a16="http://schemas.microsoft.com/office/drawing/2014/main" id="{4E7468FC-824F-F3A6-991F-694DF6D3FCA9}"/>
                </a:ext>
              </a:extLst>
            </p:cNvPr>
            <p:cNvSpPr>
              <a:spLocks/>
            </p:cNvSpPr>
            <p:nvPr/>
          </p:nvSpPr>
          <p:spPr bwMode="auto">
            <a:xfrm>
              <a:off x="4328" y="3772"/>
              <a:ext cx="121" cy="48"/>
            </a:xfrm>
            <a:custGeom>
              <a:avLst/>
              <a:gdLst>
                <a:gd name="T0" fmla="*/ 0 w 201"/>
                <a:gd name="T1" fmla="*/ 1 h 81"/>
                <a:gd name="T2" fmla="*/ 1 w 201"/>
                <a:gd name="T3" fmla="*/ 0 h 81"/>
                <a:gd name="T4" fmla="*/ 1 w 201"/>
                <a:gd name="T5" fmla="*/ 1 h 81"/>
                <a:gd name="T6" fmla="*/ 1 w 201"/>
                <a:gd name="T7" fmla="*/ 1 h 81"/>
                <a:gd name="T8" fmla="*/ 1 w 201"/>
                <a:gd name="T9" fmla="*/ 1 h 81"/>
                <a:gd name="T10" fmla="*/ 2 w 201"/>
                <a:gd name="T11" fmla="*/ 1 h 81"/>
                <a:gd name="T12" fmla="*/ 3 w 201"/>
                <a:gd name="T13" fmla="*/ 1 h 81"/>
                <a:gd name="T14" fmla="*/ 4 w 201"/>
                <a:gd name="T15" fmla="*/ 1 h 81"/>
                <a:gd name="T16" fmla="*/ 3 w 201"/>
                <a:gd name="T17" fmla="*/ 1 h 81"/>
                <a:gd name="T18" fmla="*/ 3 w 201"/>
                <a:gd name="T19" fmla="*/ 1 h 81"/>
                <a:gd name="T20" fmla="*/ 2 w 201"/>
                <a:gd name="T21" fmla="*/ 1 h 81"/>
                <a:gd name="T22" fmla="*/ 2 w 201"/>
                <a:gd name="T23" fmla="*/ 1 h 81"/>
                <a:gd name="T24" fmla="*/ 1 w 201"/>
                <a:gd name="T25" fmla="*/ 1 h 81"/>
                <a:gd name="T26" fmla="*/ 1 w 201"/>
                <a:gd name="T27" fmla="*/ 1 h 81"/>
                <a:gd name="T28" fmla="*/ 0 w 201"/>
                <a:gd name="T29" fmla="*/ 1 h 81"/>
                <a:gd name="T30" fmla="*/ 0 w 201"/>
                <a:gd name="T31" fmla="*/ 1 h 81"/>
                <a:gd name="T32" fmla="*/ 1 w 201"/>
                <a:gd name="T33" fmla="*/ 1 h 81"/>
                <a:gd name="T34" fmla="*/ 0 w 201"/>
                <a:gd name="T35" fmla="*/ 1 h 81"/>
                <a:gd name="T36" fmla="*/ 0 w 201"/>
                <a:gd name="T37" fmla="*/ 1 h 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01" h="81">
                  <a:moveTo>
                    <a:pt x="0" y="8"/>
                  </a:moveTo>
                  <a:lnTo>
                    <a:pt x="24" y="0"/>
                  </a:lnTo>
                  <a:lnTo>
                    <a:pt x="56" y="24"/>
                  </a:lnTo>
                  <a:lnTo>
                    <a:pt x="88" y="24"/>
                  </a:lnTo>
                  <a:lnTo>
                    <a:pt x="88" y="40"/>
                  </a:lnTo>
                  <a:lnTo>
                    <a:pt x="104" y="56"/>
                  </a:lnTo>
                  <a:lnTo>
                    <a:pt x="192" y="56"/>
                  </a:lnTo>
                  <a:lnTo>
                    <a:pt x="200" y="72"/>
                  </a:lnTo>
                  <a:lnTo>
                    <a:pt x="176" y="80"/>
                  </a:lnTo>
                  <a:lnTo>
                    <a:pt x="160" y="72"/>
                  </a:lnTo>
                  <a:lnTo>
                    <a:pt x="128" y="72"/>
                  </a:lnTo>
                  <a:lnTo>
                    <a:pt x="120" y="80"/>
                  </a:lnTo>
                  <a:lnTo>
                    <a:pt x="24" y="80"/>
                  </a:lnTo>
                  <a:lnTo>
                    <a:pt x="8" y="72"/>
                  </a:lnTo>
                  <a:lnTo>
                    <a:pt x="0" y="56"/>
                  </a:lnTo>
                  <a:lnTo>
                    <a:pt x="0" y="40"/>
                  </a:lnTo>
                  <a:lnTo>
                    <a:pt x="24" y="40"/>
                  </a:lnTo>
                  <a:lnTo>
                    <a:pt x="0" y="24"/>
                  </a:lnTo>
                  <a:lnTo>
                    <a:pt x="0"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79" name="Freeform 1194">
              <a:extLst>
                <a:ext uri="{FF2B5EF4-FFF2-40B4-BE49-F238E27FC236}">
                  <a16:creationId xmlns:a16="http://schemas.microsoft.com/office/drawing/2014/main" id="{634F9C8C-704A-2C82-9D50-96A1EA99C4BD}"/>
                </a:ext>
              </a:extLst>
            </p:cNvPr>
            <p:cNvSpPr>
              <a:spLocks/>
            </p:cNvSpPr>
            <p:nvPr/>
          </p:nvSpPr>
          <p:spPr bwMode="auto">
            <a:xfrm>
              <a:off x="4149" y="3843"/>
              <a:ext cx="325" cy="264"/>
            </a:xfrm>
            <a:custGeom>
              <a:avLst/>
              <a:gdLst>
                <a:gd name="T0" fmla="*/ 8 w 537"/>
                <a:gd name="T1" fmla="*/ 1 h 449"/>
                <a:gd name="T2" fmla="*/ 8 w 537"/>
                <a:gd name="T3" fmla="*/ 1 h 449"/>
                <a:gd name="T4" fmla="*/ 8 w 537"/>
                <a:gd name="T5" fmla="*/ 1 h 449"/>
                <a:gd name="T6" fmla="*/ 8 w 537"/>
                <a:gd name="T7" fmla="*/ 2 h 449"/>
                <a:gd name="T8" fmla="*/ 9 w 537"/>
                <a:gd name="T9" fmla="*/ 2 h 449"/>
                <a:gd name="T10" fmla="*/ 10 w 537"/>
                <a:gd name="T11" fmla="*/ 3 h 449"/>
                <a:gd name="T12" fmla="*/ 10 w 537"/>
                <a:gd name="T13" fmla="*/ 4 h 449"/>
                <a:gd name="T14" fmla="*/ 10 w 537"/>
                <a:gd name="T15" fmla="*/ 4 h 449"/>
                <a:gd name="T16" fmla="*/ 9 w 537"/>
                <a:gd name="T17" fmla="*/ 5 h 449"/>
                <a:gd name="T18" fmla="*/ 9 w 537"/>
                <a:gd name="T19" fmla="*/ 5 h 449"/>
                <a:gd name="T20" fmla="*/ 8 w 537"/>
                <a:gd name="T21" fmla="*/ 5 h 449"/>
                <a:gd name="T22" fmla="*/ 8 w 537"/>
                <a:gd name="T23" fmla="*/ 6 h 449"/>
                <a:gd name="T24" fmla="*/ 7 w 537"/>
                <a:gd name="T25" fmla="*/ 6 h 449"/>
                <a:gd name="T26" fmla="*/ 6 w 537"/>
                <a:gd name="T27" fmla="*/ 6 h 449"/>
                <a:gd name="T28" fmla="*/ 5 w 537"/>
                <a:gd name="T29" fmla="*/ 6 h 449"/>
                <a:gd name="T30" fmla="*/ 5 w 537"/>
                <a:gd name="T31" fmla="*/ 5 h 449"/>
                <a:gd name="T32" fmla="*/ 4 w 537"/>
                <a:gd name="T33" fmla="*/ 5 h 449"/>
                <a:gd name="T34" fmla="*/ 4 w 537"/>
                <a:gd name="T35" fmla="*/ 5 h 449"/>
                <a:gd name="T36" fmla="*/ 2 w 537"/>
                <a:gd name="T37" fmla="*/ 5 h 449"/>
                <a:gd name="T38" fmla="*/ 1 w 537"/>
                <a:gd name="T39" fmla="*/ 5 h 449"/>
                <a:gd name="T40" fmla="*/ 1 w 537"/>
                <a:gd name="T41" fmla="*/ 5 h 449"/>
                <a:gd name="T42" fmla="*/ 1 w 537"/>
                <a:gd name="T43" fmla="*/ 5 h 449"/>
                <a:gd name="T44" fmla="*/ 1 w 537"/>
                <a:gd name="T45" fmla="*/ 5 h 449"/>
                <a:gd name="T46" fmla="*/ 1 w 537"/>
                <a:gd name="T47" fmla="*/ 4 h 449"/>
                <a:gd name="T48" fmla="*/ 0 w 537"/>
                <a:gd name="T49" fmla="*/ 3 h 449"/>
                <a:gd name="T50" fmla="*/ 1 w 537"/>
                <a:gd name="T51" fmla="*/ 2 h 449"/>
                <a:gd name="T52" fmla="*/ 1 w 537"/>
                <a:gd name="T53" fmla="*/ 2 h 449"/>
                <a:gd name="T54" fmla="*/ 2 w 537"/>
                <a:gd name="T55" fmla="*/ 2 h 449"/>
                <a:gd name="T56" fmla="*/ 2 w 537"/>
                <a:gd name="T57" fmla="*/ 1 h 449"/>
                <a:gd name="T58" fmla="*/ 3 w 537"/>
                <a:gd name="T59" fmla="*/ 1 h 449"/>
                <a:gd name="T60" fmla="*/ 3 w 537"/>
                <a:gd name="T61" fmla="*/ 1 h 449"/>
                <a:gd name="T62" fmla="*/ 4 w 537"/>
                <a:gd name="T63" fmla="*/ 1 h 449"/>
                <a:gd name="T64" fmla="*/ 5 w 537"/>
                <a:gd name="T65" fmla="*/ 1 h 449"/>
                <a:gd name="T66" fmla="*/ 5 w 537"/>
                <a:gd name="T67" fmla="*/ 0 h 449"/>
                <a:gd name="T68" fmla="*/ 6 w 537"/>
                <a:gd name="T69" fmla="*/ 1 h 449"/>
                <a:gd name="T70" fmla="*/ 6 w 537"/>
                <a:gd name="T71" fmla="*/ 1 h 449"/>
                <a:gd name="T72" fmla="*/ 6 w 537"/>
                <a:gd name="T73" fmla="*/ 1 h 449"/>
                <a:gd name="T74" fmla="*/ 7 w 537"/>
                <a:gd name="T75" fmla="*/ 1 h 449"/>
                <a:gd name="T76" fmla="*/ 8 w 537"/>
                <a:gd name="T77" fmla="*/ 1 h 449"/>
                <a:gd name="T78" fmla="*/ 8 w 537"/>
                <a:gd name="T79" fmla="*/ 1 h 4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37" h="449">
                  <a:moveTo>
                    <a:pt x="424" y="8"/>
                  </a:moveTo>
                  <a:lnTo>
                    <a:pt x="456" y="48"/>
                  </a:lnTo>
                  <a:lnTo>
                    <a:pt x="456" y="88"/>
                  </a:lnTo>
                  <a:lnTo>
                    <a:pt x="464" y="128"/>
                  </a:lnTo>
                  <a:lnTo>
                    <a:pt x="488" y="168"/>
                  </a:lnTo>
                  <a:lnTo>
                    <a:pt x="528" y="200"/>
                  </a:lnTo>
                  <a:lnTo>
                    <a:pt x="536" y="240"/>
                  </a:lnTo>
                  <a:lnTo>
                    <a:pt x="536" y="280"/>
                  </a:lnTo>
                  <a:lnTo>
                    <a:pt x="512" y="320"/>
                  </a:lnTo>
                  <a:lnTo>
                    <a:pt x="480" y="360"/>
                  </a:lnTo>
                  <a:lnTo>
                    <a:pt x="440" y="376"/>
                  </a:lnTo>
                  <a:lnTo>
                    <a:pt x="424" y="416"/>
                  </a:lnTo>
                  <a:lnTo>
                    <a:pt x="384" y="448"/>
                  </a:lnTo>
                  <a:lnTo>
                    <a:pt x="344" y="424"/>
                  </a:lnTo>
                  <a:lnTo>
                    <a:pt x="296" y="408"/>
                  </a:lnTo>
                  <a:lnTo>
                    <a:pt x="280" y="368"/>
                  </a:lnTo>
                  <a:lnTo>
                    <a:pt x="240" y="336"/>
                  </a:lnTo>
                  <a:lnTo>
                    <a:pt x="200" y="320"/>
                  </a:lnTo>
                  <a:lnTo>
                    <a:pt x="120" y="336"/>
                  </a:lnTo>
                  <a:lnTo>
                    <a:pt x="80" y="352"/>
                  </a:lnTo>
                  <a:lnTo>
                    <a:pt x="32" y="360"/>
                  </a:lnTo>
                  <a:lnTo>
                    <a:pt x="16" y="360"/>
                  </a:lnTo>
                  <a:lnTo>
                    <a:pt x="16" y="320"/>
                  </a:lnTo>
                  <a:lnTo>
                    <a:pt x="32" y="240"/>
                  </a:lnTo>
                  <a:lnTo>
                    <a:pt x="0" y="200"/>
                  </a:lnTo>
                  <a:lnTo>
                    <a:pt x="24" y="160"/>
                  </a:lnTo>
                  <a:lnTo>
                    <a:pt x="64" y="136"/>
                  </a:lnTo>
                  <a:lnTo>
                    <a:pt x="104" y="136"/>
                  </a:lnTo>
                  <a:lnTo>
                    <a:pt x="128" y="96"/>
                  </a:lnTo>
                  <a:lnTo>
                    <a:pt x="168" y="80"/>
                  </a:lnTo>
                  <a:lnTo>
                    <a:pt x="192" y="40"/>
                  </a:lnTo>
                  <a:lnTo>
                    <a:pt x="232" y="16"/>
                  </a:lnTo>
                  <a:lnTo>
                    <a:pt x="264" y="16"/>
                  </a:lnTo>
                  <a:lnTo>
                    <a:pt x="312" y="0"/>
                  </a:lnTo>
                  <a:lnTo>
                    <a:pt x="352" y="8"/>
                  </a:lnTo>
                  <a:lnTo>
                    <a:pt x="328" y="48"/>
                  </a:lnTo>
                  <a:lnTo>
                    <a:pt x="344" y="88"/>
                  </a:lnTo>
                  <a:lnTo>
                    <a:pt x="376" y="88"/>
                  </a:lnTo>
                  <a:lnTo>
                    <a:pt x="416" y="48"/>
                  </a:lnTo>
                  <a:lnTo>
                    <a:pt x="424"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80" name="Freeform 1195">
              <a:extLst>
                <a:ext uri="{FF2B5EF4-FFF2-40B4-BE49-F238E27FC236}">
                  <a16:creationId xmlns:a16="http://schemas.microsoft.com/office/drawing/2014/main" id="{B7143FCC-EC70-120A-E33E-8CFF6C6B42B6}"/>
                </a:ext>
              </a:extLst>
            </p:cNvPr>
            <p:cNvSpPr>
              <a:spLocks/>
            </p:cNvSpPr>
            <p:nvPr/>
          </p:nvSpPr>
          <p:spPr bwMode="auto">
            <a:xfrm>
              <a:off x="4371" y="4112"/>
              <a:ext cx="30" cy="38"/>
            </a:xfrm>
            <a:custGeom>
              <a:avLst/>
              <a:gdLst>
                <a:gd name="T0" fmla="*/ 1 w 49"/>
                <a:gd name="T1" fmla="*/ 0 h 65"/>
                <a:gd name="T2" fmla="*/ 1 w 49"/>
                <a:gd name="T3" fmla="*/ 1 h 65"/>
                <a:gd name="T4" fmla="*/ 1 w 49"/>
                <a:gd name="T5" fmla="*/ 1 h 65"/>
                <a:gd name="T6" fmla="*/ 0 w 49"/>
                <a:gd name="T7" fmla="*/ 1 h 65"/>
                <a:gd name="T8" fmla="*/ 1 w 49"/>
                <a:gd name="T9" fmla="*/ 0 h 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65">
                  <a:moveTo>
                    <a:pt x="40" y="0"/>
                  </a:moveTo>
                  <a:lnTo>
                    <a:pt x="48" y="32"/>
                  </a:lnTo>
                  <a:lnTo>
                    <a:pt x="16" y="64"/>
                  </a:lnTo>
                  <a:lnTo>
                    <a:pt x="0" y="24"/>
                  </a:lnTo>
                  <a:lnTo>
                    <a:pt x="40"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81" name="Freeform 1196">
              <a:extLst>
                <a:ext uri="{FF2B5EF4-FFF2-40B4-BE49-F238E27FC236}">
                  <a16:creationId xmlns:a16="http://schemas.microsoft.com/office/drawing/2014/main" id="{4ADCB8D3-6E6A-F6AE-9718-AA5A1C8354F3}"/>
                </a:ext>
              </a:extLst>
            </p:cNvPr>
            <p:cNvSpPr>
              <a:spLocks/>
            </p:cNvSpPr>
            <p:nvPr/>
          </p:nvSpPr>
          <p:spPr bwMode="auto">
            <a:xfrm>
              <a:off x="4506" y="4078"/>
              <a:ext cx="78" cy="95"/>
            </a:xfrm>
            <a:custGeom>
              <a:avLst/>
              <a:gdLst>
                <a:gd name="T0" fmla="*/ 1 w 129"/>
                <a:gd name="T1" fmla="*/ 1 h 161"/>
                <a:gd name="T2" fmla="*/ 2 w 129"/>
                <a:gd name="T3" fmla="*/ 0 h 161"/>
                <a:gd name="T4" fmla="*/ 2 w 129"/>
                <a:gd name="T5" fmla="*/ 1 h 161"/>
                <a:gd name="T6" fmla="*/ 2 w 129"/>
                <a:gd name="T7" fmla="*/ 1 h 161"/>
                <a:gd name="T8" fmla="*/ 1 w 129"/>
                <a:gd name="T9" fmla="*/ 1 h 161"/>
                <a:gd name="T10" fmla="*/ 1 w 129"/>
                <a:gd name="T11" fmla="*/ 2 h 161"/>
                <a:gd name="T12" fmla="*/ 1 w 129"/>
                <a:gd name="T13" fmla="*/ 2 h 161"/>
                <a:gd name="T14" fmla="*/ 1 w 129"/>
                <a:gd name="T15" fmla="*/ 2 h 161"/>
                <a:gd name="T16" fmla="*/ 0 w 129"/>
                <a:gd name="T17" fmla="*/ 2 h 161"/>
                <a:gd name="T18" fmla="*/ 1 w 129"/>
                <a:gd name="T19" fmla="*/ 1 h 161"/>
                <a:gd name="T20" fmla="*/ 1 w 129"/>
                <a:gd name="T21" fmla="*/ 1 h 161"/>
                <a:gd name="T22" fmla="*/ 1 w 129"/>
                <a:gd name="T23" fmla="*/ 1 h 161"/>
                <a:gd name="T24" fmla="*/ 1 w 129"/>
                <a:gd name="T25" fmla="*/ 1 h 1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9" h="161">
                  <a:moveTo>
                    <a:pt x="64" y="8"/>
                  </a:moveTo>
                  <a:lnTo>
                    <a:pt x="96" y="0"/>
                  </a:lnTo>
                  <a:lnTo>
                    <a:pt x="128" y="16"/>
                  </a:lnTo>
                  <a:lnTo>
                    <a:pt x="112" y="48"/>
                  </a:lnTo>
                  <a:lnTo>
                    <a:pt x="80" y="88"/>
                  </a:lnTo>
                  <a:lnTo>
                    <a:pt x="64" y="120"/>
                  </a:lnTo>
                  <a:lnTo>
                    <a:pt x="40" y="136"/>
                  </a:lnTo>
                  <a:lnTo>
                    <a:pt x="24" y="160"/>
                  </a:lnTo>
                  <a:lnTo>
                    <a:pt x="0" y="128"/>
                  </a:lnTo>
                  <a:lnTo>
                    <a:pt x="16" y="96"/>
                  </a:lnTo>
                  <a:lnTo>
                    <a:pt x="40" y="72"/>
                  </a:lnTo>
                  <a:lnTo>
                    <a:pt x="72" y="40"/>
                  </a:lnTo>
                  <a:lnTo>
                    <a:pt x="64" y="8"/>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82" name="Freeform 1197">
              <a:extLst>
                <a:ext uri="{FF2B5EF4-FFF2-40B4-BE49-F238E27FC236}">
                  <a16:creationId xmlns:a16="http://schemas.microsoft.com/office/drawing/2014/main" id="{19E8AACA-3719-2349-690B-7CFEA20EDD23}"/>
                </a:ext>
              </a:extLst>
            </p:cNvPr>
            <p:cNvSpPr>
              <a:spLocks/>
            </p:cNvSpPr>
            <p:nvPr/>
          </p:nvSpPr>
          <p:spPr bwMode="auto">
            <a:xfrm>
              <a:off x="4454" y="4168"/>
              <a:ext cx="68" cy="53"/>
            </a:xfrm>
            <a:custGeom>
              <a:avLst/>
              <a:gdLst>
                <a:gd name="T0" fmla="*/ 1 w 113"/>
                <a:gd name="T1" fmla="*/ 0 h 89"/>
                <a:gd name="T2" fmla="*/ 2 w 113"/>
                <a:gd name="T3" fmla="*/ 1 h 89"/>
                <a:gd name="T4" fmla="*/ 1 w 113"/>
                <a:gd name="T5" fmla="*/ 1 h 89"/>
                <a:gd name="T6" fmla="*/ 1 w 113"/>
                <a:gd name="T7" fmla="*/ 1 h 89"/>
                <a:gd name="T8" fmla="*/ 0 w 113"/>
                <a:gd name="T9" fmla="*/ 1 h 89"/>
                <a:gd name="T10" fmla="*/ 1 w 113"/>
                <a:gd name="T11" fmla="*/ 1 h 89"/>
                <a:gd name="T12" fmla="*/ 1 w 113"/>
                <a:gd name="T13" fmla="*/ 1 h 89"/>
                <a:gd name="T14" fmla="*/ 1 w 113"/>
                <a:gd name="T15" fmla="*/ 0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3" h="89">
                  <a:moveTo>
                    <a:pt x="72" y="0"/>
                  </a:moveTo>
                  <a:lnTo>
                    <a:pt x="112" y="8"/>
                  </a:lnTo>
                  <a:lnTo>
                    <a:pt x="72" y="40"/>
                  </a:lnTo>
                  <a:lnTo>
                    <a:pt x="48" y="72"/>
                  </a:lnTo>
                  <a:lnTo>
                    <a:pt x="0" y="88"/>
                  </a:lnTo>
                  <a:lnTo>
                    <a:pt x="8" y="48"/>
                  </a:lnTo>
                  <a:lnTo>
                    <a:pt x="48" y="40"/>
                  </a:lnTo>
                  <a:lnTo>
                    <a:pt x="72"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grpSp>
      <p:grpSp>
        <p:nvGrpSpPr>
          <p:cNvPr id="418009" name="Group 1198">
            <a:extLst>
              <a:ext uri="{FF2B5EF4-FFF2-40B4-BE49-F238E27FC236}">
                <a16:creationId xmlns:a16="http://schemas.microsoft.com/office/drawing/2014/main" id="{4C01FE18-FF36-6A25-0B19-0BF09A494716}"/>
              </a:ext>
            </a:extLst>
          </p:cNvPr>
          <p:cNvGrpSpPr>
            <a:grpSpLocks/>
          </p:cNvGrpSpPr>
          <p:nvPr/>
        </p:nvGrpSpPr>
        <p:grpSpPr bwMode="auto">
          <a:xfrm>
            <a:off x="7535863" y="3857625"/>
            <a:ext cx="1270000" cy="2085975"/>
            <a:chOff x="1224" y="1188"/>
            <a:chExt cx="2118" cy="2925"/>
          </a:xfrm>
        </p:grpSpPr>
        <p:sp>
          <p:nvSpPr>
            <p:cNvPr id="418057" name="Freeform 1199">
              <a:extLst>
                <a:ext uri="{FF2B5EF4-FFF2-40B4-BE49-F238E27FC236}">
                  <a16:creationId xmlns:a16="http://schemas.microsoft.com/office/drawing/2014/main" id="{F828EBCB-A744-86B0-4522-260D75B33C7D}"/>
                </a:ext>
              </a:extLst>
            </p:cNvPr>
            <p:cNvSpPr>
              <a:spLocks/>
            </p:cNvSpPr>
            <p:nvPr/>
          </p:nvSpPr>
          <p:spPr bwMode="auto">
            <a:xfrm>
              <a:off x="1224" y="2264"/>
              <a:ext cx="940" cy="699"/>
            </a:xfrm>
            <a:custGeom>
              <a:avLst/>
              <a:gdLst>
                <a:gd name="T0" fmla="*/ 423 w 940"/>
                <a:gd name="T1" fmla="*/ 652 h 699"/>
                <a:gd name="T2" fmla="*/ 625 w 940"/>
                <a:gd name="T3" fmla="*/ 628 h 699"/>
                <a:gd name="T4" fmla="*/ 799 w 940"/>
                <a:gd name="T5" fmla="*/ 628 h 699"/>
                <a:gd name="T6" fmla="*/ 868 w 940"/>
                <a:gd name="T7" fmla="*/ 636 h 699"/>
                <a:gd name="T8" fmla="*/ 897 w 940"/>
                <a:gd name="T9" fmla="*/ 540 h 699"/>
                <a:gd name="T10" fmla="*/ 760 w 940"/>
                <a:gd name="T11" fmla="*/ 536 h 699"/>
                <a:gd name="T12" fmla="*/ 795 w 940"/>
                <a:gd name="T13" fmla="*/ 378 h 699"/>
                <a:gd name="T14" fmla="*/ 728 w 940"/>
                <a:gd name="T15" fmla="*/ 270 h 699"/>
                <a:gd name="T16" fmla="*/ 790 w 940"/>
                <a:gd name="T17" fmla="*/ 183 h 699"/>
                <a:gd name="T18" fmla="*/ 708 w 940"/>
                <a:gd name="T19" fmla="*/ 70 h 699"/>
                <a:gd name="T20" fmla="*/ 525 w 940"/>
                <a:gd name="T21" fmla="*/ 68 h 699"/>
                <a:gd name="T22" fmla="*/ 449 w 940"/>
                <a:gd name="T23" fmla="*/ 100 h 699"/>
                <a:gd name="T24" fmla="*/ 437 w 940"/>
                <a:gd name="T25" fmla="*/ 141 h 699"/>
                <a:gd name="T26" fmla="*/ 419 w 940"/>
                <a:gd name="T27" fmla="*/ 119 h 699"/>
                <a:gd name="T28" fmla="*/ 402 w 940"/>
                <a:gd name="T29" fmla="*/ 57 h 699"/>
                <a:gd name="T30" fmla="*/ 355 w 940"/>
                <a:gd name="T31" fmla="*/ 48 h 699"/>
                <a:gd name="T32" fmla="*/ 302 w 940"/>
                <a:gd name="T33" fmla="*/ 62 h 699"/>
                <a:gd name="T34" fmla="*/ 269 w 940"/>
                <a:gd name="T35" fmla="*/ 20 h 699"/>
                <a:gd name="T36" fmla="*/ 205 w 940"/>
                <a:gd name="T37" fmla="*/ 14 h 699"/>
                <a:gd name="T38" fmla="*/ 146 w 940"/>
                <a:gd name="T39" fmla="*/ 50 h 699"/>
                <a:gd name="T40" fmla="*/ 176 w 940"/>
                <a:gd name="T41" fmla="*/ 96 h 699"/>
                <a:gd name="T42" fmla="*/ 151 w 940"/>
                <a:gd name="T43" fmla="*/ 110 h 699"/>
                <a:gd name="T44" fmla="*/ 123 w 940"/>
                <a:gd name="T45" fmla="*/ 110 h 699"/>
                <a:gd name="T46" fmla="*/ 88 w 940"/>
                <a:gd name="T47" fmla="*/ 155 h 699"/>
                <a:gd name="T48" fmla="*/ 109 w 940"/>
                <a:gd name="T49" fmla="*/ 58 h 699"/>
                <a:gd name="T50" fmla="*/ 81 w 940"/>
                <a:gd name="T51" fmla="*/ 106 h 699"/>
                <a:gd name="T52" fmla="*/ 51 w 940"/>
                <a:gd name="T53" fmla="*/ 90 h 699"/>
                <a:gd name="T54" fmla="*/ 60 w 940"/>
                <a:gd name="T55" fmla="*/ 124 h 699"/>
                <a:gd name="T56" fmla="*/ 8 w 940"/>
                <a:gd name="T57" fmla="*/ 153 h 699"/>
                <a:gd name="T58" fmla="*/ 50 w 940"/>
                <a:gd name="T59" fmla="*/ 212 h 699"/>
                <a:gd name="T60" fmla="*/ 13 w 940"/>
                <a:gd name="T61" fmla="*/ 231 h 699"/>
                <a:gd name="T62" fmla="*/ 65 w 940"/>
                <a:gd name="T63" fmla="*/ 219 h 699"/>
                <a:gd name="T64" fmla="*/ 98 w 940"/>
                <a:gd name="T65" fmla="*/ 270 h 699"/>
                <a:gd name="T66" fmla="*/ 118 w 940"/>
                <a:gd name="T67" fmla="*/ 280 h 699"/>
                <a:gd name="T68" fmla="*/ 200 w 940"/>
                <a:gd name="T69" fmla="*/ 248 h 699"/>
                <a:gd name="T70" fmla="*/ 200 w 940"/>
                <a:gd name="T71" fmla="*/ 332 h 699"/>
                <a:gd name="T72" fmla="*/ 233 w 940"/>
                <a:gd name="T73" fmla="*/ 389 h 699"/>
                <a:gd name="T74" fmla="*/ 269 w 940"/>
                <a:gd name="T75" fmla="*/ 391 h 699"/>
                <a:gd name="T76" fmla="*/ 231 w 940"/>
                <a:gd name="T77" fmla="*/ 431 h 699"/>
                <a:gd name="T78" fmla="*/ 264 w 940"/>
                <a:gd name="T79" fmla="*/ 437 h 699"/>
                <a:gd name="T80" fmla="*/ 258 w 940"/>
                <a:gd name="T81" fmla="*/ 462 h 699"/>
                <a:gd name="T82" fmla="*/ 248 w 940"/>
                <a:gd name="T83" fmla="*/ 488 h 699"/>
                <a:gd name="T84" fmla="*/ 240 w 940"/>
                <a:gd name="T85" fmla="*/ 552 h 699"/>
                <a:gd name="T86" fmla="*/ 277 w 940"/>
                <a:gd name="T87" fmla="*/ 588 h 699"/>
                <a:gd name="T88" fmla="*/ 264 w 940"/>
                <a:gd name="T89" fmla="*/ 597 h 699"/>
                <a:gd name="T90" fmla="*/ 225 w 940"/>
                <a:gd name="T91" fmla="*/ 601 h 699"/>
                <a:gd name="T92" fmla="*/ 287 w 940"/>
                <a:gd name="T93" fmla="*/ 629 h 699"/>
                <a:gd name="T94" fmla="*/ 323 w 940"/>
                <a:gd name="T95" fmla="*/ 673 h 6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40" h="699">
                  <a:moveTo>
                    <a:pt x="326" y="696"/>
                  </a:moveTo>
                  <a:lnTo>
                    <a:pt x="334" y="698"/>
                  </a:lnTo>
                  <a:lnTo>
                    <a:pt x="375" y="681"/>
                  </a:lnTo>
                  <a:lnTo>
                    <a:pt x="423" y="652"/>
                  </a:lnTo>
                  <a:lnTo>
                    <a:pt x="458" y="611"/>
                  </a:lnTo>
                  <a:lnTo>
                    <a:pt x="514" y="588"/>
                  </a:lnTo>
                  <a:lnTo>
                    <a:pt x="572" y="591"/>
                  </a:lnTo>
                  <a:lnTo>
                    <a:pt x="625" y="628"/>
                  </a:lnTo>
                  <a:lnTo>
                    <a:pt x="674" y="636"/>
                  </a:lnTo>
                  <a:lnTo>
                    <a:pt x="712" y="613"/>
                  </a:lnTo>
                  <a:lnTo>
                    <a:pt x="760" y="603"/>
                  </a:lnTo>
                  <a:lnTo>
                    <a:pt x="799" y="628"/>
                  </a:lnTo>
                  <a:lnTo>
                    <a:pt x="799" y="659"/>
                  </a:lnTo>
                  <a:lnTo>
                    <a:pt x="821" y="672"/>
                  </a:lnTo>
                  <a:lnTo>
                    <a:pt x="855" y="669"/>
                  </a:lnTo>
                  <a:lnTo>
                    <a:pt x="868" y="636"/>
                  </a:lnTo>
                  <a:lnTo>
                    <a:pt x="891" y="620"/>
                  </a:lnTo>
                  <a:lnTo>
                    <a:pt x="939" y="620"/>
                  </a:lnTo>
                  <a:lnTo>
                    <a:pt x="915" y="565"/>
                  </a:lnTo>
                  <a:lnTo>
                    <a:pt x="897" y="540"/>
                  </a:lnTo>
                  <a:lnTo>
                    <a:pt x="857" y="517"/>
                  </a:lnTo>
                  <a:lnTo>
                    <a:pt x="835" y="538"/>
                  </a:lnTo>
                  <a:lnTo>
                    <a:pt x="804" y="544"/>
                  </a:lnTo>
                  <a:lnTo>
                    <a:pt x="760" y="536"/>
                  </a:lnTo>
                  <a:lnTo>
                    <a:pt x="737" y="505"/>
                  </a:lnTo>
                  <a:lnTo>
                    <a:pt x="746" y="466"/>
                  </a:lnTo>
                  <a:lnTo>
                    <a:pt x="753" y="411"/>
                  </a:lnTo>
                  <a:lnTo>
                    <a:pt x="795" y="378"/>
                  </a:lnTo>
                  <a:lnTo>
                    <a:pt x="762" y="347"/>
                  </a:lnTo>
                  <a:lnTo>
                    <a:pt x="770" y="326"/>
                  </a:lnTo>
                  <a:lnTo>
                    <a:pt x="762" y="303"/>
                  </a:lnTo>
                  <a:lnTo>
                    <a:pt x="728" y="270"/>
                  </a:lnTo>
                  <a:lnTo>
                    <a:pt x="723" y="229"/>
                  </a:lnTo>
                  <a:lnTo>
                    <a:pt x="737" y="199"/>
                  </a:lnTo>
                  <a:lnTo>
                    <a:pt x="770" y="188"/>
                  </a:lnTo>
                  <a:lnTo>
                    <a:pt x="790" y="183"/>
                  </a:lnTo>
                  <a:lnTo>
                    <a:pt x="794" y="159"/>
                  </a:lnTo>
                  <a:lnTo>
                    <a:pt x="767" y="147"/>
                  </a:lnTo>
                  <a:lnTo>
                    <a:pt x="728" y="119"/>
                  </a:lnTo>
                  <a:lnTo>
                    <a:pt x="708" y="70"/>
                  </a:lnTo>
                  <a:lnTo>
                    <a:pt x="684" y="56"/>
                  </a:lnTo>
                  <a:lnTo>
                    <a:pt x="636" y="45"/>
                  </a:lnTo>
                  <a:lnTo>
                    <a:pt x="563" y="58"/>
                  </a:lnTo>
                  <a:lnTo>
                    <a:pt x="525" y="68"/>
                  </a:lnTo>
                  <a:lnTo>
                    <a:pt x="505" y="89"/>
                  </a:lnTo>
                  <a:lnTo>
                    <a:pt x="489" y="97"/>
                  </a:lnTo>
                  <a:lnTo>
                    <a:pt x="460" y="90"/>
                  </a:lnTo>
                  <a:lnTo>
                    <a:pt x="449" y="100"/>
                  </a:lnTo>
                  <a:lnTo>
                    <a:pt x="442" y="113"/>
                  </a:lnTo>
                  <a:lnTo>
                    <a:pt x="447" y="124"/>
                  </a:lnTo>
                  <a:lnTo>
                    <a:pt x="448" y="135"/>
                  </a:lnTo>
                  <a:lnTo>
                    <a:pt x="437" y="141"/>
                  </a:lnTo>
                  <a:lnTo>
                    <a:pt x="437" y="168"/>
                  </a:lnTo>
                  <a:lnTo>
                    <a:pt x="432" y="164"/>
                  </a:lnTo>
                  <a:lnTo>
                    <a:pt x="427" y="137"/>
                  </a:lnTo>
                  <a:lnTo>
                    <a:pt x="419" y="119"/>
                  </a:lnTo>
                  <a:lnTo>
                    <a:pt x="412" y="74"/>
                  </a:lnTo>
                  <a:lnTo>
                    <a:pt x="408" y="74"/>
                  </a:lnTo>
                  <a:lnTo>
                    <a:pt x="402" y="69"/>
                  </a:lnTo>
                  <a:lnTo>
                    <a:pt x="402" y="57"/>
                  </a:lnTo>
                  <a:lnTo>
                    <a:pt x="397" y="37"/>
                  </a:lnTo>
                  <a:lnTo>
                    <a:pt x="376" y="45"/>
                  </a:lnTo>
                  <a:lnTo>
                    <a:pt x="360" y="56"/>
                  </a:lnTo>
                  <a:lnTo>
                    <a:pt x="355" y="48"/>
                  </a:lnTo>
                  <a:lnTo>
                    <a:pt x="351" y="34"/>
                  </a:lnTo>
                  <a:lnTo>
                    <a:pt x="335" y="24"/>
                  </a:lnTo>
                  <a:lnTo>
                    <a:pt x="321" y="56"/>
                  </a:lnTo>
                  <a:lnTo>
                    <a:pt x="302" y="62"/>
                  </a:lnTo>
                  <a:lnTo>
                    <a:pt x="297" y="48"/>
                  </a:lnTo>
                  <a:lnTo>
                    <a:pt x="302" y="34"/>
                  </a:lnTo>
                  <a:lnTo>
                    <a:pt x="283" y="22"/>
                  </a:lnTo>
                  <a:lnTo>
                    <a:pt x="269" y="20"/>
                  </a:lnTo>
                  <a:lnTo>
                    <a:pt x="264" y="9"/>
                  </a:lnTo>
                  <a:lnTo>
                    <a:pt x="249" y="0"/>
                  </a:lnTo>
                  <a:lnTo>
                    <a:pt x="233" y="10"/>
                  </a:lnTo>
                  <a:lnTo>
                    <a:pt x="205" y="14"/>
                  </a:lnTo>
                  <a:lnTo>
                    <a:pt x="171" y="17"/>
                  </a:lnTo>
                  <a:lnTo>
                    <a:pt x="156" y="36"/>
                  </a:lnTo>
                  <a:lnTo>
                    <a:pt x="138" y="44"/>
                  </a:lnTo>
                  <a:lnTo>
                    <a:pt x="146" y="50"/>
                  </a:lnTo>
                  <a:lnTo>
                    <a:pt x="168" y="58"/>
                  </a:lnTo>
                  <a:lnTo>
                    <a:pt x="184" y="78"/>
                  </a:lnTo>
                  <a:lnTo>
                    <a:pt x="184" y="89"/>
                  </a:lnTo>
                  <a:lnTo>
                    <a:pt x="176" y="96"/>
                  </a:lnTo>
                  <a:lnTo>
                    <a:pt x="168" y="90"/>
                  </a:lnTo>
                  <a:lnTo>
                    <a:pt x="146" y="98"/>
                  </a:lnTo>
                  <a:lnTo>
                    <a:pt x="144" y="106"/>
                  </a:lnTo>
                  <a:lnTo>
                    <a:pt x="151" y="110"/>
                  </a:lnTo>
                  <a:lnTo>
                    <a:pt x="146" y="123"/>
                  </a:lnTo>
                  <a:lnTo>
                    <a:pt x="134" y="131"/>
                  </a:lnTo>
                  <a:lnTo>
                    <a:pt x="127" y="123"/>
                  </a:lnTo>
                  <a:lnTo>
                    <a:pt x="123" y="110"/>
                  </a:lnTo>
                  <a:lnTo>
                    <a:pt x="118" y="119"/>
                  </a:lnTo>
                  <a:lnTo>
                    <a:pt x="122" y="137"/>
                  </a:lnTo>
                  <a:lnTo>
                    <a:pt x="102" y="153"/>
                  </a:lnTo>
                  <a:lnTo>
                    <a:pt x="88" y="155"/>
                  </a:lnTo>
                  <a:lnTo>
                    <a:pt x="93" y="137"/>
                  </a:lnTo>
                  <a:lnTo>
                    <a:pt x="97" y="123"/>
                  </a:lnTo>
                  <a:lnTo>
                    <a:pt x="113" y="84"/>
                  </a:lnTo>
                  <a:lnTo>
                    <a:pt x="109" y="58"/>
                  </a:lnTo>
                  <a:lnTo>
                    <a:pt x="107" y="48"/>
                  </a:lnTo>
                  <a:lnTo>
                    <a:pt x="97" y="45"/>
                  </a:lnTo>
                  <a:lnTo>
                    <a:pt x="88" y="96"/>
                  </a:lnTo>
                  <a:lnTo>
                    <a:pt x="81" y="106"/>
                  </a:lnTo>
                  <a:lnTo>
                    <a:pt x="68" y="110"/>
                  </a:lnTo>
                  <a:lnTo>
                    <a:pt x="60" y="100"/>
                  </a:lnTo>
                  <a:lnTo>
                    <a:pt x="60" y="89"/>
                  </a:lnTo>
                  <a:lnTo>
                    <a:pt x="51" y="90"/>
                  </a:lnTo>
                  <a:lnTo>
                    <a:pt x="37" y="93"/>
                  </a:lnTo>
                  <a:lnTo>
                    <a:pt x="31" y="98"/>
                  </a:lnTo>
                  <a:lnTo>
                    <a:pt x="40" y="109"/>
                  </a:lnTo>
                  <a:lnTo>
                    <a:pt x="60" y="124"/>
                  </a:lnTo>
                  <a:lnTo>
                    <a:pt x="45" y="137"/>
                  </a:lnTo>
                  <a:lnTo>
                    <a:pt x="45" y="156"/>
                  </a:lnTo>
                  <a:lnTo>
                    <a:pt x="31" y="157"/>
                  </a:lnTo>
                  <a:lnTo>
                    <a:pt x="8" y="153"/>
                  </a:lnTo>
                  <a:lnTo>
                    <a:pt x="0" y="167"/>
                  </a:lnTo>
                  <a:lnTo>
                    <a:pt x="31" y="183"/>
                  </a:lnTo>
                  <a:lnTo>
                    <a:pt x="47" y="203"/>
                  </a:lnTo>
                  <a:lnTo>
                    <a:pt x="50" y="212"/>
                  </a:lnTo>
                  <a:lnTo>
                    <a:pt x="45" y="216"/>
                  </a:lnTo>
                  <a:lnTo>
                    <a:pt x="31" y="212"/>
                  </a:lnTo>
                  <a:lnTo>
                    <a:pt x="20" y="212"/>
                  </a:lnTo>
                  <a:lnTo>
                    <a:pt x="13" y="231"/>
                  </a:lnTo>
                  <a:lnTo>
                    <a:pt x="15" y="236"/>
                  </a:lnTo>
                  <a:lnTo>
                    <a:pt x="32" y="242"/>
                  </a:lnTo>
                  <a:lnTo>
                    <a:pt x="47" y="234"/>
                  </a:lnTo>
                  <a:lnTo>
                    <a:pt x="65" y="219"/>
                  </a:lnTo>
                  <a:lnTo>
                    <a:pt x="78" y="224"/>
                  </a:lnTo>
                  <a:lnTo>
                    <a:pt x="86" y="244"/>
                  </a:lnTo>
                  <a:lnTo>
                    <a:pt x="99" y="255"/>
                  </a:lnTo>
                  <a:lnTo>
                    <a:pt x="98" y="270"/>
                  </a:lnTo>
                  <a:lnTo>
                    <a:pt x="88" y="296"/>
                  </a:lnTo>
                  <a:lnTo>
                    <a:pt x="93" y="296"/>
                  </a:lnTo>
                  <a:lnTo>
                    <a:pt x="103" y="292"/>
                  </a:lnTo>
                  <a:lnTo>
                    <a:pt x="118" y="280"/>
                  </a:lnTo>
                  <a:lnTo>
                    <a:pt x="128" y="266"/>
                  </a:lnTo>
                  <a:lnTo>
                    <a:pt x="153" y="264"/>
                  </a:lnTo>
                  <a:lnTo>
                    <a:pt x="168" y="247"/>
                  </a:lnTo>
                  <a:lnTo>
                    <a:pt x="200" y="248"/>
                  </a:lnTo>
                  <a:lnTo>
                    <a:pt x="230" y="267"/>
                  </a:lnTo>
                  <a:lnTo>
                    <a:pt x="220" y="283"/>
                  </a:lnTo>
                  <a:lnTo>
                    <a:pt x="200" y="310"/>
                  </a:lnTo>
                  <a:lnTo>
                    <a:pt x="200" y="332"/>
                  </a:lnTo>
                  <a:lnTo>
                    <a:pt x="215" y="381"/>
                  </a:lnTo>
                  <a:lnTo>
                    <a:pt x="215" y="391"/>
                  </a:lnTo>
                  <a:lnTo>
                    <a:pt x="230" y="402"/>
                  </a:lnTo>
                  <a:lnTo>
                    <a:pt x="233" y="389"/>
                  </a:lnTo>
                  <a:lnTo>
                    <a:pt x="236" y="381"/>
                  </a:lnTo>
                  <a:lnTo>
                    <a:pt x="249" y="378"/>
                  </a:lnTo>
                  <a:lnTo>
                    <a:pt x="264" y="379"/>
                  </a:lnTo>
                  <a:lnTo>
                    <a:pt x="269" y="391"/>
                  </a:lnTo>
                  <a:lnTo>
                    <a:pt x="264" y="402"/>
                  </a:lnTo>
                  <a:lnTo>
                    <a:pt x="236" y="409"/>
                  </a:lnTo>
                  <a:lnTo>
                    <a:pt x="226" y="417"/>
                  </a:lnTo>
                  <a:lnTo>
                    <a:pt x="231" y="431"/>
                  </a:lnTo>
                  <a:lnTo>
                    <a:pt x="215" y="433"/>
                  </a:lnTo>
                  <a:lnTo>
                    <a:pt x="238" y="450"/>
                  </a:lnTo>
                  <a:lnTo>
                    <a:pt x="257" y="442"/>
                  </a:lnTo>
                  <a:lnTo>
                    <a:pt x="264" y="437"/>
                  </a:lnTo>
                  <a:lnTo>
                    <a:pt x="264" y="451"/>
                  </a:lnTo>
                  <a:lnTo>
                    <a:pt x="273" y="468"/>
                  </a:lnTo>
                  <a:lnTo>
                    <a:pt x="268" y="468"/>
                  </a:lnTo>
                  <a:lnTo>
                    <a:pt x="258" y="462"/>
                  </a:lnTo>
                  <a:lnTo>
                    <a:pt x="245" y="465"/>
                  </a:lnTo>
                  <a:lnTo>
                    <a:pt x="225" y="488"/>
                  </a:lnTo>
                  <a:lnTo>
                    <a:pt x="230" y="493"/>
                  </a:lnTo>
                  <a:lnTo>
                    <a:pt x="248" y="488"/>
                  </a:lnTo>
                  <a:lnTo>
                    <a:pt x="269" y="490"/>
                  </a:lnTo>
                  <a:lnTo>
                    <a:pt x="273" y="505"/>
                  </a:lnTo>
                  <a:lnTo>
                    <a:pt x="248" y="516"/>
                  </a:lnTo>
                  <a:lnTo>
                    <a:pt x="240" y="552"/>
                  </a:lnTo>
                  <a:lnTo>
                    <a:pt x="252" y="565"/>
                  </a:lnTo>
                  <a:lnTo>
                    <a:pt x="282" y="574"/>
                  </a:lnTo>
                  <a:lnTo>
                    <a:pt x="284" y="584"/>
                  </a:lnTo>
                  <a:lnTo>
                    <a:pt x="277" y="588"/>
                  </a:lnTo>
                  <a:lnTo>
                    <a:pt x="269" y="580"/>
                  </a:lnTo>
                  <a:lnTo>
                    <a:pt x="259" y="580"/>
                  </a:lnTo>
                  <a:lnTo>
                    <a:pt x="257" y="589"/>
                  </a:lnTo>
                  <a:lnTo>
                    <a:pt x="264" y="597"/>
                  </a:lnTo>
                  <a:lnTo>
                    <a:pt x="264" y="601"/>
                  </a:lnTo>
                  <a:lnTo>
                    <a:pt x="258" y="603"/>
                  </a:lnTo>
                  <a:lnTo>
                    <a:pt x="235" y="589"/>
                  </a:lnTo>
                  <a:lnTo>
                    <a:pt x="225" y="601"/>
                  </a:lnTo>
                  <a:lnTo>
                    <a:pt x="223" y="613"/>
                  </a:lnTo>
                  <a:lnTo>
                    <a:pt x="240" y="611"/>
                  </a:lnTo>
                  <a:lnTo>
                    <a:pt x="264" y="615"/>
                  </a:lnTo>
                  <a:lnTo>
                    <a:pt x="287" y="629"/>
                  </a:lnTo>
                  <a:lnTo>
                    <a:pt x="302" y="635"/>
                  </a:lnTo>
                  <a:lnTo>
                    <a:pt x="306" y="668"/>
                  </a:lnTo>
                  <a:lnTo>
                    <a:pt x="310" y="669"/>
                  </a:lnTo>
                  <a:lnTo>
                    <a:pt x="323" y="673"/>
                  </a:lnTo>
                  <a:lnTo>
                    <a:pt x="326" y="696"/>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58" name="Freeform 1200">
              <a:extLst>
                <a:ext uri="{FF2B5EF4-FFF2-40B4-BE49-F238E27FC236}">
                  <a16:creationId xmlns:a16="http://schemas.microsoft.com/office/drawing/2014/main" id="{BB60AC9A-C53C-A2FC-02D1-60D4BCC5C239}"/>
                </a:ext>
              </a:extLst>
            </p:cNvPr>
            <p:cNvSpPr>
              <a:spLocks/>
            </p:cNvSpPr>
            <p:nvPr/>
          </p:nvSpPr>
          <p:spPr bwMode="auto">
            <a:xfrm>
              <a:off x="2285" y="2057"/>
              <a:ext cx="1057" cy="1156"/>
            </a:xfrm>
            <a:custGeom>
              <a:avLst/>
              <a:gdLst>
                <a:gd name="T0" fmla="*/ 994 w 1057"/>
                <a:gd name="T1" fmla="*/ 1051 h 1156"/>
                <a:gd name="T2" fmla="*/ 1035 w 1057"/>
                <a:gd name="T3" fmla="*/ 933 h 1156"/>
                <a:gd name="T4" fmla="*/ 1056 w 1057"/>
                <a:gd name="T5" fmla="*/ 876 h 1156"/>
                <a:gd name="T6" fmla="*/ 1039 w 1057"/>
                <a:gd name="T7" fmla="*/ 820 h 1156"/>
                <a:gd name="T8" fmla="*/ 1013 w 1057"/>
                <a:gd name="T9" fmla="*/ 845 h 1156"/>
                <a:gd name="T10" fmla="*/ 947 w 1057"/>
                <a:gd name="T11" fmla="*/ 870 h 1156"/>
                <a:gd name="T12" fmla="*/ 937 w 1057"/>
                <a:gd name="T13" fmla="*/ 834 h 1156"/>
                <a:gd name="T14" fmla="*/ 961 w 1057"/>
                <a:gd name="T15" fmla="*/ 814 h 1156"/>
                <a:gd name="T16" fmla="*/ 938 w 1057"/>
                <a:gd name="T17" fmla="*/ 747 h 1156"/>
                <a:gd name="T18" fmla="*/ 929 w 1057"/>
                <a:gd name="T19" fmla="*/ 704 h 1156"/>
                <a:gd name="T20" fmla="*/ 947 w 1057"/>
                <a:gd name="T21" fmla="*/ 617 h 1156"/>
                <a:gd name="T22" fmla="*/ 958 w 1057"/>
                <a:gd name="T23" fmla="*/ 549 h 1156"/>
                <a:gd name="T24" fmla="*/ 958 w 1057"/>
                <a:gd name="T25" fmla="*/ 509 h 1156"/>
                <a:gd name="T26" fmla="*/ 942 w 1057"/>
                <a:gd name="T27" fmla="*/ 474 h 1156"/>
                <a:gd name="T28" fmla="*/ 976 w 1057"/>
                <a:gd name="T29" fmla="*/ 408 h 1156"/>
                <a:gd name="T30" fmla="*/ 936 w 1057"/>
                <a:gd name="T31" fmla="*/ 270 h 1156"/>
                <a:gd name="T32" fmla="*/ 936 w 1057"/>
                <a:gd name="T33" fmla="*/ 184 h 1156"/>
                <a:gd name="T34" fmla="*/ 911 w 1057"/>
                <a:gd name="T35" fmla="*/ 124 h 1156"/>
                <a:gd name="T36" fmla="*/ 892 w 1057"/>
                <a:gd name="T37" fmla="*/ 52 h 1156"/>
                <a:gd name="T38" fmla="*/ 790 w 1057"/>
                <a:gd name="T39" fmla="*/ 73 h 1156"/>
                <a:gd name="T40" fmla="*/ 740 w 1057"/>
                <a:gd name="T41" fmla="*/ 136 h 1156"/>
                <a:gd name="T42" fmla="*/ 679 w 1057"/>
                <a:gd name="T43" fmla="*/ 136 h 1156"/>
                <a:gd name="T44" fmla="*/ 583 w 1057"/>
                <a:gd name="T45" fmla="*/ 136 h 1156"/>
                <a:gd name="T46" fmla="*/ 538 w 1057"/>
                <a:gd name="T47" fmla="*/ 174 h 1156"/>
                <a:gd name="T48" fmla="*/ 444 w 1057"/>
                <a:gd name="T49" fmla="*/ 162 h 1156"/>
                <a:gd name="T50" fmla="*/ 347 w 1057"/>
                <a:gd name="T51" fmla="*/ 293 h 1156"/>
                <a:gd name="T52" fmla="*/ 286 w 1057"/>
                <a:gd name="T53" fmla="*/ 321 h 1156"/>
                <a:gd name="T54" fmla="*/ 231 w 1057"/>
                <a:gd name="T55" fmla="*/ 293 h 1156"/>
                <a:gd name="T56" fmla="*/ 185 w 1057"/>
                <a:gd name="T57" fmla="*/ 321 h 1156"/>
                <a:gd name="T58" fmla="*/ 117 w 1057"/>
                <a:gd name="T59" fmla="*/ 332 h 1156"/>
                <a:gd name="T60" fmla="*/ 55 w 1057"/>
                <a:gd name="T61" fmla="*/ 399 h 1156"/>
                <a:gd name="T62" fmla="*/ 0 w 1057"/>
                <a:gd name="T63" fmla="*/ 495 h 1156"/>
                <a:gd name="T64" fmla="*/ 18 w 1057"/>
                <a:gd name="T65" fmla="*/ 576 h 1156"/>
                <a:gd name="T66" fmla="*/ 10 w 1057"/>
                <a:gd name="T67" fmla="*/ 641 h 1156"/>
                <a:gd name="T68" fmla="*/ 30 w 1057"/>
                <a:gd name="T69" fmla="*/ 696 h 1156"/>
                <a:gd name="T70" fmla="*/ 94 w 1057"/>
                <a:gd name="T71" fmla="*/ 720 h 1156"/>
                <a:gd name="T72" fmla="*/ 83 w 1057"/>
                <a:gd name="T73" fmla="*/ 781 h 1156"/>
                <a:gd name="T74" fmla="*/ 30 w 1057"/>
                <a:gd name="T75" fmla="*/ 872 h 1156"/>
                <a:gd name="T76" fmla="*/ 16 w 1057"/>
                <a:gd name="T77" fmla="*/ 947 h 1156"/>
                <a:gd name="T78" fmla="*/ 117 w 1057"/>
                <a:gd name="T79" fmla="*/ 983 h 1156"/>
                <a:gd name="T80" fmla="*/ 221 w 1057"/>
                <a:gd name="T81" fmla="*/ 1035 h 1156"/>
                <a:gd name="T82" fmla="*/ 215 w 1057"/>
                <a:gd name="T83" fmla="*/ 1094 h 1156"/>
                <a:gd name="T84" fmla="*/ 270 w 1057"/>
                <a:gd name="T85" fmla="*/ 1121 h 1156"/>
                <a:gd name="T86" fmla="*/ 373 w 1057"/>
                <a:gd name="T87" fmla="*/ 1138 h 1156"/>
                <a:gd name="T88" fmla="*/ 485 w 1057"/>
                <a:gd name="T89" fmla="*/ 1155 h 1156"/>
                <a:gd name="T90" fmla="*/ 739 w 1057"/>
                <a:gd name="T91" fmla="*/ 1105 h 1156"/>
                <a:gd name="T92" fmla="*/ 826 w 1057"/>
                <a:gd name="T93" fmla="*/ 1058 h 1156"/>
                <a:gd name="T94" fmla="*/ 941 w 1057"/>
                <a:gd name="T95" fmla="*/ 1079 h 11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57" h="1156">
                  <a:moveTo>
                    <a:pt x="994" y="1092"/>
                  </a:moveTo>
                  <a:lnTo>
                    <a:pt x="994" y="1051"/>
                  </a:lnTo>
                  <a:lnTo>
                    <a:pt x="1024" y="992"/>
                  </a:lnTo>
                  <a:lnTo>
                    <a:pt x="1035" y="933"/>
                  </a:lnTo>
                  <a:lnTo>
                    <a:pt x="1054" y="893"/>
                  </a:lnTo>
                  <a:lnTo>
                    <a:pt x="1056" y="876"/>
                  </a:lnTo>
                  <a:lnTo>
                    <a:pt x="1056" y="848"/>
                  </a:lnTo>
                  <a:lnTo>
                    <a:pt x="1039" y="820"/>
                  </a:lnTo>
                  <a:lnTo>
                    <a:pt x="1028" y="824"/>
                  </a:lnTo>
                  <a:lnTo>
                    <a:pt x="1013" y="845"/>
                  </a:lnTo>
                  <a:lnTo>
                    <a:pt x="974" y="878"/>
                  </a:lnTo>
                  <a:lnTo>
                    <a:pt x="947" y="870"/>
                  </a:lnTo>
                  <a:lnTo>
                    <a:pt x="936" y="849"/>
                  </a:lnTo>
                  <a:lnTo>
                    <a:pt x="937" y="834"/>
                  </a:lnTo>
                  <a:lnTo>
                    <a:pt x="961" y="828"/>
                  </a:lnTo>
                  <a:lnTo>
                    <a:pt x="961" y="814"/>
                  </a:lnTo>
                  <a:lnTo>
                    <a:pt x="951" y="795"/>
                  </a:lnTo>
                  <a:lnTo>
                    <a:pt x="938" y="747"/>
                  </a:lnTo>
                  <a:lnTo>
                    <a:pt x="942" y="720"/>
                  </a:lnTo>
                  <a:lnTo>
                    <a:pt x="929" y="704"/>
                  </a:lnTo>
                  <a:lnTo>
                    <a:pt x="931" y="672"/>
                  </a:lnTo>
                  <a:lnTo>
                    <a:pt x="947" y="617"/>
                  </a:lnTo>
                  <a:lnTo>
                    <a:pt x="958" y="590"/>
                  </a:lnTo>
                  <a:lnTo>
                    <a:pt x="958" y="549"/>
                  </a:lnTo>
                  <a:lnTo>
                    <a:pt x="969" y="531"/>
                  </a:lnTo>
                  <a:lnTo>
                    <a:pt x="958" y="509"/>
                  </a:lnTo>
                  <a:lnTo>
                    <a:pt x="947" y="494"/>
                  </a:lnTo>
                  <a:lnTo>
                    <a:pt x="942" y="474"/>
                  </a:lnTo>
                  <a:lnTo>
                    <a:pt x="953" y="438"/>
                  </a:lnTo>
                  <a:lnTo>
                    <a:pt x="976" y="408"/>
                  </a:lnTo>
                  <a:lnTo>
                    <a:pt x="966" y="345"/>
                  </a:lnTo>
                  <a:lnTo>
                    <a:pt x="936" y="270"/>
                  </a:lnTo>
                  <a:lnTo>
                    <a:pt x="931" y="207"/>
                  </a:lnTo>
                  <a:lnTo>
                    <a:pt x="936" y="184"/>
                  </a:lnTo>
                  <a:lnTo>
                    <a:pt x="941" y="163"/>
                  </a:lnTo>
                  <a:lnTo>
                    <a:pt x="911" y="124"/>
                  </a:lnTo>
                  <a:lnTo>
                    <a:pt x="897" y="89"/>
                  </a:lnTo>
                  <a:lnTo>
                    <a:pt x="892" y="52"/>
                  </a:lnTo>
                  <a:lnTo>
                    <a:pt x="874" y="0"/>
                  </a:lnTo>
                  <a:lnTo>
                    <a:pt x="790" y="73"/>
                  </a:lnTo>
                  <a:lnTo>
                    <a:pt x="764" y="125"/>
                  </a:lnTo>
                  <a:lnTo>
                    <a:pt x="740" y="136"/>
                  </a:lnTo>
                  <a:lnTo>
                    <a:pt x="724" y="121"/>
                  </a:lnTo>
                  <a:lnTo>
                    <a:pt x="679" y="136"/>
                  </a:lnTo>
                  <a:lnTo>
                    <a:pt x="616" y="148"/>
                  </a:lnTo>
                  <a:lnTo>
                    <a:pt x="583" y="136"/>
                  </a:lnTo>
                  <a:lnTo>
                    <a:pt x="558" y="148"/>
                  </a:lnTo>
                  <a:lnTo>
                    <a:pt x="538" y="174"/>
                  </a:lnTo>
                  <a:lnTo>
                    <a:pt x="506" y="176"/>
                  </a:lnTo>
                  <a:lnTo>
                    <a:pt x="444" y="162"/>
                  </a:lnTo>
                  <a:lnTo>
                    <a:pt x="362" y="239"/>
                  </a:lnTo>
                  <a:lnTo>
                    <a:pt x="347" y="293"/>
                  </a:lnTo>
                  <a:lnTo>
                    <a:pt x="341" y="314"/>
                  </a:lnTo>
                  <a:lnTo>
                    <a:pt x="286" y="321"/>
                  </a:lnTo>
                  <a:lnTo>
                    <a:pt x="268" y="310"/>
                  </a:lnTo>
                  <a:lnTo>
                    <a:pt x="231" y="293"/>
                  </a:lnTo>
                  <a:lnTo>
                    <a:pt x="215" y="310"/>
                  </a:lnTo>
                  <a:lnTo>
                    <a:pt x="185" y="321"/>
                  </a:lnTo>
                  <a:lnTo>
                    <a:pt x="141" y="310"/>
                  </a:lnTo>
                  <a:lnTo>
                    <a:pt x="117" y="332"/>
                  </a:lnTo>
                  <a:lnTo>
                    <a:pt x="104" y="376"/>
                  </a:lnTo>
                  <a:lnTo>
                    <a:pt x="55" y="399"/>
                  </a:lnTo>
                  <a:lnTo>
                    <a:pt x="6" y="462"/>
                  </a:lnTo>
                  <a:lnTo>
                    <a:pt x="0" y="495"/>
                  </a:lnTo>
                  <a:lnTo>
                    <a:pt x="18" y="510"/>
                  </a:lnTo>
                  <a:lnTo>
                    <a:pt x="18" y="576"/>
                  </a:lnTo>
                  <a:lnTo>
                    <a:pt x="32" y="619"/>
                  </a:lnTo>
                  <a:lnTo>
                    <a:pt x="10" y="641"/>
                  </a:lnTo>
                  <a:lnTo>
                    <a:pt x="10" y="677"/>
                  </a:lnTo>
                  <a:lnTo>
                    <a:pt x="30" y="696"/>
                  </a:lnTo>
                  <a:lnTo>
                    <a:pt x="61" y="712"/>
                  </a:lnTo>
                  <a:lnTo>
                    <a:pt x="94" y="720"/>
                  </a:lnTo>
                  <a:lnTo>
                    <a:pt x="99" y="743"/>
                  </a:lnTo>
                  <a:lnTo>
                    <a:pt x="83" y="781"/>
                  </a:lnTo>
                  <a:lnTo>
                    <a:pt x="83" y="836"/>
                  </a:lnTo>
                  <a:lnTo>
                    <a:pt x="30" y="872"/>
                  </a:lnTo>
                  <a:lnTo>
                    <a:pt x="32" y="905"/>
                  </a:lnTo>
                  <a:lnTo>
                    <a:pt x="16" y="947"/>
                  </a:lnTo>
                  <a:lnTo>
                    <a:pt x="57" y="970"/>
                  </a:lnTo>
                  <a:lnTo>
                    <a:pt x="117" y="983"/>
                  </a:lnTo>
                  <a:lnTo>
                    <a:pt x="170" y="1002"/>
                  </a:lnTo>
                  <a:lnTo>
                    <a:pt x="221" y="1035"/>
                  </a:lnTo>
                  <a:lnTo>
                    <a:pt x="226" y="1069"/>
                  </a:lnTo>
                  <a:lnTo>
                    <a:pt x="215" y="1094"/>
                  </a:lnTo>
                  <a:lnTo>
                    <a:pt x="215" y="1121"/>
                  </a:lnTo>
                  <a:lnTo>
                    <a:pt x="270" y="1121"/>
                  </a:lnTo>
                  <a:lnTo>
                    <a:pt x="337" y="1141"/>
                  </a:lnTo>
                  <a:lnTo>
                    <a:pt x="373" y="1138"/>
                  </a:lnTo>
                  <a:lnTo>
                    <a:pt x="415" y="1128"/>
                  </a:lnTo>
                  <a:lnTo>
                    <a:pt x="485" y="1155"/>
                  </a:lnTo>
                  <a:lnTo>
                    <a:pt x="669" y="1141"/>
                  </a:lnTo>
                  <a:lnTo>
                    <a:pt x="739" y="1105"/>
                  </a:lnTo>
                  <a:lnTo>
                    <a:pt x="781" y="1066"/>
                  </a:lnTo>
                  <a:lnTo>
                    <a:pt x="826" y="1058"/>
                  </a:lnTo>
                  <a:lnTo>
                    <a:pt x="875" y="1082"/>
                  </a:lnTo>
                  <a:lnTo>
                    <a:pt x="941" y="1079"/>
                  </a:lnTo>
                  <a:lnTo>
                    <a:pt x="994" y="1092"/>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59" name="Freeform 1201">
              <a:extLst>
                <a:ext uri="{FF2B5EF4-FFF2-40B4-BE49-F238E27FC236}">
                  <a16:creationId xmlns:a16="http://schemas.microsoft.com/office/drawing/2014/main" id="{34855AE6-893D-F320-F84D-182271EE6E14}"/>
                </a:ext>
              </a:extLst>
            </p:cNvPr>
            <p:cNvSpPr>
              <a:spLocks/>
            </p:cNvSpPr>
            <p:nvPr/>
          </p:nvSpPr>
          <p:spPr bwMode="auto">
            <a:xfrm>
              <a:off x="1411" y="1459"/>
              <a:ext cx="838" cy="877"/>
            </a:xfrm>
            <a:custGeom>
              <a:avLst/>
              <a:gdLst>
                <a:gd name="T0" fmla="*/ 159 w 838"/>
                <a:gd name="T1" fmla="*/ 544 h 877"/>
                <a:gd name="T2" fmla="*/ 181 w 838"/>
                <a:gd name="T3" fmla="*/ 498 h 877"/>
                <a:gd name="T4" fmla="*/ 138 w 838"/>
                <a:gd name="T5" fmla="*/ 460 h 877"/>
                <a:gd name="T6" fmla="*/ 98 w 838"/>
                <a:gd name="T7" fmla="*/ 437 h 877"/>
                <a:gd name="T8" fmla="*/ 76 w 838"/>
                <a:gd name="T9" fmla="*/ 320 h 877"/>
                <a:gd name="T10" fmla="*/ 134 w 838"/>
                <a:gd name="T11" fmla="*/ 320 h 877"/>
                <a:gd name="T12" fmla="*/ 143 w 838"/>
                <a:gd name="T13" fmla="*/ 369 h 877"/>
                <a:gd name="T14" fmla="*/ 193 w 838"/>
                <a:gd name="T15" fmla="*/ 399 h 877"/>
                <a:gd name="T16" fmla="*/ 168 w 838"/>
                <a:gd name="T17" fmla="*/ 369 h 877"/>
                <a:gd name="T18" fmla="*/ 157 w 838"/>
                <a:gd name="T19" fmla="*/ 312 h 877"/>
                <a:gd name="T20" fmla="*/ 152 w 838"/>
                <a:gd name="T21" fmla="*/ 268 h 877"/>
                <a:gd name="T22" fmla="*/ 132 w 838"/>
                <a:gd name="T23" fmla="*/ 287 h 877"/>
                <a:gd name="T24" fmla="*/ 90 w 838"/>
                <a:gd name="T25" fmla="*/ 303 h 877"/>
                <a:gd name="T26" fmla="*/ 37 w 838"/>
                <a:gd name="T27" fmla="*/ 276 h 877"/>
                <a:gd name="T28" fmla="*/ 0 w 838"/>
                <a:gd name="T29" fmla="*/ 255 h 877"/>
                <a:gd name="T30" fmla="*/ 159 w 838"/>
                <a:gd name="T31" fmla="*/ 200 h 877"/>
                <a:gd name="T32" fmla="*/ 298 w 838"/>
                <a:gd name="T33" fmla="*/ 96 h 877"/>
                <a:gd name="T34" fmla="*/ 352 w 838"/>
                <a:gd name="T35" fmla="*/ 10 h 877"/>
                <a:gd name="T36" fmla="*/ 420 w 838"/>
                <a:gd name="T37" fmla="*/ 73 h 877"/>
                <a:gd name="T38" fmla="*/ 475 w 838"/>
                <a:gd name="T39" fmla="*/ 36 h 877"/>
                <a:gd name="T40" fmla="*/ 522 w 838"/>
                <a:gd name="T41" fmla="*/ 65 h 877"/>
                <a:gd name="T42" fmla="*/ 584 w 838"/>
                <a:gd name="T43" fmla="*/ 85 h 877"/>
                <a:gd name="T44" fmla="*/ 670 w 838"/>
                <a:gd name="T45" fmla="*/ 155 h 877"/>
                <a:gd name="T46" fmla="*/ 718 w 838"/>
                <a:gd name="T47" fmla="*/ 199 h 877"/>
                <a:gd name="T48" fmla="*/ 670 w 838"/>
                <a:gd name="T49" fmla="*/ 274 h 877"/>
                <a:gd name="T50" fmla="*/ 670 w 838"/>
                <a:gd name="T51" fmla="*/ 355 h 877"/>
                <a:gd name="T52" fmla="*/ 758 w 838"/>
                <a:gd name="T53" fmla="*/ 405 h 877"/>
                <a:gd name="T54" fmla="*/ 837 w 838"/>
                <a:gd name="T55" fmla="*/ 444 h 877"/>
                <a:gd name="T56" fmla="*/ 816 w 838"/>
                <a:gd name="T57" fmla="*/ 484 h 877"/>
                <a:gd name="T58" fmla="*/ 833 w 838"/>
                <a:gd name="T59" fmla="*/ 544 h 877"/>
                <a:gd name="T60" fmla="*/ 805 w 838"/>
                <a:gd name="T61" fmla="*/ 616 h 877"/>
                <a:gd name="T62" fmla="*/ 785 w 838"/>
                <a:gd name="T63" fmla="*/ 683 h 877"/>
                <a:gd name="T64" fmla="*/ 735 w 838"/>
                <a:gd name="T65" fmla="*/ 719 h 877"/>
                <a:gd name="T66" fmla="*/ 693 w 838"/>
                <a:gd name="T67" fmla="*/ 797 h 877"/>
                <a:gd name="T68" fmla="*/ 631 w 838"/>
                <a:gd name="T69" fmla="*/ 769 h 877"/>
                <a:gd name="T70" fmla="*/ 522 w 838"/>
                <a:gd name="T71" fmla="*/ 876 h 877"/>
                <a:gd name="T72" fmla="*/ 450 w 838"/>
                <a:gd name="T73" fmla="*/ 850 h 877"/>
                <a:gd name="T74" fmla="*/ 338 w 838"/>
                <a:gd name="T75" fmla="*/ 873 h 877"/>
                <a:gd name="T76" fmla="*/ 347 w 838"/>
                <a:gd name="T77" fmla="*/ 834 h 877"/>
                <a:gd name="T78" fmla="*/ 319 w 838"/>
                <a:gd name="T79" fmla="*/ 851 h 877"/>
                <a:gd name="T80" fmla="*/ 309 w 838"/>
                <a:gd name="T81" fmla="*/ 876 h 877"/>
                <a:gd name="T82" fmla="*/ 250 w 838"/>
                <a:gd name="T83" fmla="*/ 851 h 877"/>
                <a:gd name="T84" fmla="*/ 273 w 838"/>
                <a:gd name="T85" fmla="*/ 818 h 877"/>
                <a:gd name="T86" fmla="*/ 294 w 838"/>
                <a:gd name="T87" fmla="*/ 801 h 877"/>
                <a:gd name="T88" fmla="*/ 270 w 838"/>
                <a:gd name="T89" fmla="*/ 774 h 877"/>
                <a:gd name="T90" fmla="*/ 246 w 838"/>
                <a:gd name="T91" fmla="*/ 779 h 877"/>
                <a:gd name="T92" fmla="*/ 232 w 838"/>
                <a:gd name="T93" fmla="*/ 803 h 877"/>
                <a:gd name="T94" fmla="*/ 200 w 838"/>
                <a:gd name="T95" fmla="*/ 811 h 877"/>
                <a:gd name="T96" fmla="*/ 186 w 838"/>
                <a:gd name="T97" fmla="*/ 775 h 877"/>
                <a:gd name="T98" fmla="*/ 211 w 838"/>
                <a:gd name="T99" fmla="*/ 735 h 877"/>
                <a:gd name="T100" fmla="*/ 265 w 838"/>
                <a:gd name="T101" fmla="*/ 716 h 877"/>
                <a:gd name="T102" fmla="*/ 230 w 838"/>
                <a:gd name="T103" fmla="*/ 714 h 877"/>
                <a:gd name="T104" fmla="*/ 200 w 838"/>
                <a:gd name="T105" fmla="*/ 704 h 877"/>
                <a:gd name="T106" fmla="*/ 171 w 838"/>
                <a:gd name="T107" fmla="*/ 735 h 877"/>
                <a:gd name="T108" fmla="*/ 134 w 838"/>
                <a:gd name="T109" fmla="*/ 730 h 877"/>
                <a:gd name="T110" fmla="*/ 143 w 838"/>
                <a:gd name="T111" fmla="*/ 698 h 877"/>
                <a:gd name="T112" fmla="*/ 143 w 838"/>
                <a:gd name="T113" fmla="*/ 658 h 877"/>
                <a:gd name="T114" fmla="*/ 193 w 838"/>
                <a:gd name="T115" fmla="*/ 658 h 877"/>
                <a:gd name="T116" fmla="*/ 255 w 838"/>
                <a:gd name="T117" fmla="*/ 651 h 877"/>
                <a:gd name="T118" fmla="*/ 221 w 838"/>
                <a:gd name="T119" fmla="*/ 625 h 877"/>
                <a:gd name="T120" fmla="*/ 152 w 838"/>
                <a:gd name="T121" fmla="*/ 580 h 8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38" h="877">
                  <a:moveTo>
                    <a:pt x="133" y="556"/>
                  </a:moveTo>
                  <a:lnTo>
                    <a:pt x="159" y="544"/>
                  </a:lnTo>
                  <a:lnTo>
                    <a:pt x="181" y="517"/>
                  </a:lnTo>
                  <a:lnTo>
                    <a:pt x="181" y="498"/>
                  </a:lnTo>
                  <a:lnTo>
                    <a:pt x="171" y="469"/>
                  </a:lnTo>
                  <a:lnTo>
                    <a:pt x="138" y="460"/>
                  </a:lnTo>
                  <a:lnTo>
                    <a:pt x="108" y="461"/>
                  </a:lnTo>
                  <a:lnTo>
                    <a:pt x="98" y="437"/>
                  </a:lnTo>
                  <a:lnTo>
                    <a:pt x="73" y="415"/>
                  </a:lnTo>
                  <a:lnTo>
                    <a:pt x="76" y="320"/>
                  </a:lnTo>
                  <a:lnTo>
                    <a:pt x="101" y="312"/>
                  </a:lnTo>
                  <a:lnTo>
                    <a:pt x="134" y="320"/>
                  </a:lnTo>
                  <a:lnTo>
                    <a:pt x="143" y="346"/>
                  </a:lnTo>
                  <a:lnTo>
                    <a:pt x="143" y="369"/>
                  </a:lnTo>
                  <a:lnTo>
                    <a:pt x="159" y="390"/>
                  </a:lnTo>
                  <a:lnTo>
                    <a:pt x="193" y="399"/>
                  </a:lnTo>
                  <a:lnTo>
                    <a:pt x="193" y="386"/>
                  </a:lnTo>
                  <a:lnTo>
                    <a:pt x="168" y="369"/>
                  </a:lnTo>
                  <a:lnTo>
                    <a:pt x="157" y="354"/>
                  </a:lnTo>
                  <a:lnTo>
                    <a:pt x="157" y="312"/>
                  </a:lnTo>
                  <a:lnTo>
                    <a:pt x="147" y="300"/>
                  </a:lnTo>
                  <a:lnTo>
                    <a:pt x="152" y="268"/>
                  </a:lnTo>
                  <a:lnTo>
                    <a:pt x="138" y="266"/>
                  </a:lnTo>
                  <a:lnTo>
                    <a:pt x="132" y="287"/>
                  </a:lnTo>
                  <a:lnTo>
                    <a:pt x="113" y="303"/>
                  </a:lnTo>
                  <a:lnTo>
                    <a:pt x="90" y="303"/>
                  </a:lnTo>
                  <a:lnTo>
                    <a:pt x="73" y="298"/>
                  </a:lnTo>
                  <a:lnTo>
                    <a:pt x="37" y="276"/>
                  </a:lnTo>
                  <a:lnTo>
                    <a:pt x="3" y="260"/>
                  </a:lnTo>
                  <a:lnTo>
                    <a:pt x="0" y="255"/>
                  </a:lnTo>
                  <a:lnTo>
                    <a:pt x="56" y="226"/>
                  </a:lnTo>
                  <a:lnTo>
                    <a:pt x="159" y="200"/>
                  </a:lnTo>
                  <a:lnTo>
                    <a:pt x="247" y="161"/>
                  </a:lnTo>
                  <a:lnTo>
                    <a:pt x="298" y="96"/>
                  </a:lnTo>
                  <a:lnTo>
                    <a:pt x="312" y="0"/>
                  </a:lnTo>
                  <a:lnTo>
                    <a:pt x="352" y="10"/>
                  </a:lnTo>
                  <a:lnTo>
                    <a:pt x="391" y="54"/>
                  </a:lnTo>
                  <a:lnTo>
                    <a:pt x="420" y="73"/>
                  </a:lnTo>
                  <a:lnTo>
                    <a:pt x="460" y="62"/>
                  </a:lnTo>
                  <a:lnTo>
                    <a:pt x="475" y="36"/>
                  </a:lnTo>
                  <a:lnTo>
                    <a:pt x="508" y="40"/>
                  </a:lnTo>
                  <a:lnTo>
                    <a:pt x="522" y="65"/>
                  </a:lnTo>
                  <a:lnTo>
                    <a:pt x="548" y="76"/>
                  </a:lnTo>
                  <a:lnTo>
                    <a:pt x="584" y="85"/>
                  </a:lnTo>
                  <a:lnTo>
                    <a:pt x="620" y="131"/>
                  </a:lnTo>
                  <a:lnTo>
                    <a:pt x="670" y="155"/>
                  </a:lnTo>
                  <a:lnTo>
                    <a:pt x="707" y="169"/>
                  </a:lnTo>
                  <a:lnTo>
                    <a:pt x="718" y="199"/>
                  </a:lnTo>
                  <a:lnTo>
                    <a:pt x="689" y="235"/>
                  </a:lnTo>
                  <a:lnTo>
                    <a:pt x="670" y="274"/>
                  </a:lnTo>
                  <a:lnTo>
                    <a:pt x="668" y="296"/>
                  </a:lnTo>
                  <a:lnTo>
                    <a:pt x="670" y="355"/>
                  </a:lnTo>
                  <a:lnTo>
                    <a:pt x="697" y="387"/>
                  </a:lnTo>
                  <a:lnTo>
                    <a:pt x="758" y="405"/>
                  </a:lnTo>
                  <a:lnTo>
                    <a:pt x="826" y="423"/>
                  </a:lnTo>
                  <a:lnTo>
                    <a:pt x="837" y="444"/>
                  </a:lnTo>
                  <a:lnTo>
                    <a:pt x="833" y="461"/>
                  </a:lnTo>
                  <a:lnTo>
                    <a:pt x="816" y="484"/>
                  </a:lnTo>
                  <a:lnTo>
                    <a:pt x="816" y="509"/>
                  </a:lnTo>
                  <a:lnTo>
                    <a:pt x="833" y="544"/>
                  </a:lnTo>
                  <a:lnTo>
                    <a:pt x="805" y="580"/>
                  </a:lnTo>
                  <a:lnTo>
                    <a:pt x="805" y="616"/>
                  </a:lnTo>
                  <a:lnTo>
                    <a:pt x="805" y="668"/>
                  </a:lnTo>
                  <a:lnTo>
                    <a:pt x="785" y="683"/>
                  </a:lnTo>
                  <a:lnTo>
                    <a:pt x="780" y="711"/>
                  </a:lnTo>
                  <a:lnTo>
                    <a:pt x="735" y="719"/>
                  </a:lnTo>
                  <a:lnTo>
                    <a:pt x="728" y="762"/>
                  </a:lnTo>
                  <a:lnTo>
                    <a:pt x="693" y="797"/>
                  </a:lnTo>
                  <a:lnTo>
                    <a:pt x="665" y="782"/>
                  </a:lnTo>
                  <a:lnTo>
                    <a:pt x="631" y="769"/>
                  </a:lnTo>
                  <a:lnTo>
                    <a:pt x="586" y="825"/>
                  </a:lnTo>
                  <a:lnTo>
                    <a:pt x="522" y="876"/>
                  </a:lnTo>
                  <a:lnTo>
                    <a:pt x="497" y="861"/>
                  </a:lnTo>
                  <a:lnTo>
                    <a:pt x="450" y="850"/>
                  </a:lnTo>
                  <a:lnTo>
                    <a:pt x="376" y="863"/>
                  </a:lnTo>
                  <a:lnTo>
                    <a:pt x="338" y="873"/>
                  </a:lnTo>
                  <a:lnTo>
                    <a:pt x="356" y="846"/>
                  </a:lnTo>
                  <a:lnTo>
                    <a:pt x="347" y="834"/>
                  </a:lnTo>
                  <a:lnTo>
                    <a:pt x="327" y="837"/>
                  </a:lnTo>
                  <a:lnTo>
                    <a:pt x="319" y="851"/>
                  </a:lnTo>
                  <a:lnTo>
                    <a:pt x="319" y="863"/>
                  </a:lnTo>
                  <a:lnTo>
                    <a:pt x="309" y="876"/>
                  </a:lnTo>
                  <a:lnTo>
                    <a:pt x="270" y="871"/>
                  </a:lnTo>
                  <a:lnTo>
                    <a:pt x="250" y="851"/>
                  </a:lnTo>
                  <a:lnTo>
                    <a:pt x="258" y="834"/>
                  </a:lnTo>
                  <a:lnTo>
                    <a:pt x="273" y="818"/>
                  </a:lnTo>
                  <a:lnTo>
                    <a:pt x="286" y="815"/>
                  </a:lnTo>
                  <a:lnTo>
                    <a:pt x="294" y="801"/>
                  </a:lnTo>
                  <a:lnTo>
                    <a:pt x="286" y="793"/>
                  </a:lnTo>
                  <a:lnTo>
                    <a:pt x="270" y="774"/>
                  </a:lnTo>
                  <a:lnTo>
                    <a:pt x="261" y="767"/>
                  </a:lnTo>
                  <a:lnTo>
                    <a:pt x="246" y="779"/>
                  </a:lnTo>
                  <a:lnTo>
                    <a:pt x="246" y="793"/>
                  </a:lnTo>
                  <a:lnTo>
                    <a:pt x="232" y="803"/>
                  </a:lnTo>
                  <a:lnTo>
                    <a:pt x="219" y="811"/>
                  </a:lnTo>
                  <a:lnTo>
                    <a:pt x="200" y="811"/>
                  </a:lnTo>
                  <a:lnTo>
                    <a:pt x="183" y="793"/>
                  </a:lnTo>
                  <a:lnTo>
                    <a:pt x="186" y="775"/>
                  </a:lnTo>
                  <a:lnTo>
                    <a:pt x="205" y="760"/>
                  </a:lnTo>
                  <a:lnTo>
                    <a:pt x="211" y="735"/>
                  </a:lnTo>
                  <a:lnTo>
                    <a:pt x="240" y="724"/>
                  </a:lnTo>
                  <a:lnTo>
                    <a:pt x="265" y="716"/>
                  </a:lnTo>
                  <a:lnTo>
                    <a:pt x="255" y="707"/>
                  </a:lnTo>
                  <a:lnTo>
                    <a:pt x="230" y="714"/>
                  </a:lnTo>
                  <a:lnTo>
                    <a:pt x="211" y="714"/>
                  </a:lnTo>
                  <a:lnTo>
                    <a:pt x="200" y="704"/>
                  </a:lnTo>
                  <a:lnTo>
                    <a:pt x="174" y="719"/>
                  </a:lnTo>
                  <a:lnTo>
                    <a:pt x="171" y="735"/>
                  </a:lnTo>
                  <a:lnTo>
                    <a:pt x="147" y="747"/>
                  </a:lnTo>
                  <a:lnTo>
                    <a:pt x="134" y="730"/>
                  </a:lnTo>
                  <a:lnTo>
                    <a:pt x="127" y="719"/>
                  </a:lnTo>
                  <a:lnTo>
                    <a:pt x="143" y="698"/>
                  </a:lnTo>
                  <a:lnTo>
                    <a:pt x="148" y="675"/>
                  </a:lnTo>
                  <a:lnTo>
                    <a:pt x="143" y="658"/>
                  </a:lnTo>
                  <a:lnTo>
                    <a:pt x="159" y="645"/>
                  </a:lnTo>
                  <a:lnTo>
                    <a:pt x="193" y="658"/>
                  </a:lnTo>
                  <a:lnTo>
                    <a:pt x="221" y="649"/>
                  </a:lnTo>
                  <a:lnTo>
                    <a:pt x="255" y="651"/>
                  </a:lnTo>
                  <a:lnTo>
                    <a:pt x="255" y="632"/>
                  </a:lnTo>
                  <a:lnTo>
                    <a:pt x="221" y="625"/>
                  </a:lnTo>
                  <a:lnTo>
                    <a:pt x="183" y="620"/>
                  </a:lnTo>
                  <a:lnTo>
                    <a:pt x="152" y="580"/>
                  </a:lnTo>
                  <a:lnTo>
                    <a:pt x="133" y="556"/>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60" name="Freeform 1202">
              <a:extLst>
                <a:ext uri="{FF2B5EF4-FFF2-40B4-BE49-F238E27FC236}">
                  <a16:creationId xmlns:a16="http://schemas.microsoft.com/office/drawing/2014/main" id="{055DB7B6-96DE-E70A-85BF-9C318F2781A4}"/>
                </a:ext>
              </a:extLst>
            </p:cNvPr>
            <p:cNvSpPr>
              <a:spLocks/>
            </p:cNvSpPr>
            <p:nvPr/>
          </p:nvSpPr>
          <p:spPr bwMode="auto">
            <a:xfrm>
              <a:off x="1309" y="3310"/>
              <a:ext cx="977" cy="803"/>
            </a:xfrm>
            <a:custGeom>
              <a:avLst/>
              <a:gdLst>
                <a:gd name="T0" fmla="*/ 633 w 977"/>
                <a:gd name="T1" fmla="*/ 681 h 803"/>
                <a:gd name="T2" fmla="*/ 698 w 977"/>
                <a:gd name="T3" fmla="*/ 681 h 803"/>
                <a:gd name="T4" fmla="*/ 679 w 977"/>
                <a:gd name="T5" fmla="*/ 604 h 803"/>
                <a:gd name="T6" fmla="*/ 770 w 977"/>
                <a:gd name="T7" fmla="*/ 588 h 803"/>
                <a:gd name="T8" fmla="*/ 730 w 977"/>
                <a:gd name="T9" fmla="*/ 548 h 803"/>
                <a:gd name="T10" fmla="*/ 704 w 977"/>
                <a:gd name="T11" fmla="*/ 493 h 803"/>
                <a:gd name="T12" fmla="*/ 712 w 977"/>
                <a:gd name="T13" fmla="*/ 465 h 803"/>
                <a:gd name="T14" fmla="*/ 813 w 977"/>
                <a:gd name="T15" fmla="*/ 481 h 803"/>
                <a:gd name="T16" fmla="*/ 805 w 977"/>
                <a:gd name="T17" fmla="*/ 506 h 803"/>
                <a:gd name="T18" fmla="*/ 801 w 977"/>
                <a:gd name="T19" fmla="*/ 548 h 803"/>
                <a:gd name="T20" fmla="*/ 894 w 977"/>
                <a:gd name="T21" fmla="*/ 577 h 803"/>
                <a:gd name="T22" fmla="*/ 960 w 977"/>
                <a:gd name="T23" fmla="*/ 578 h 803"/>
                <a:gd name="T24" fmla="*/ 934 w 977"/>
                <a:gd name="T25" fmla="*/ 443 h 803"/>
                <a:gd name="T26" fmla="*/ 875 w 977"/>
                <a:gd name="T27" fmla="*/ 433 h 803"/>
                <a:gd name="T28" fmla="*/ 817 w 977"/>
                <a:gd name="T29" fmla="*/ 367 h 803"/>
                <a:gd name="T30" fmla="*/ 894 w 977"/>
                <a:gd name="T31" fmla="*/ 374 h 803"/>
                <a:gd name="T32" fmla="*/ 960 w 977"/>
                <a:gd name="T33" fmla="*/ 311 h 803"/>
                <a:gd name="T34" fmla="*/ 698 w 977"/>
                <a:gd name="T35" fmla="*/ 105 h 803"/>
                <a:gd name="T36" fmla="*/ 498 w 977"/>
                <a:gd name="T37" fmla="*/ 41 h 803"/>
                <a:gd name="T38" fmla="*/ 335 w 977"/>
                <a:gd name="T39" fmla="*/ 0 h 803"/>
                <a:gd name="T40" fmla="*/ 137 w 977"/>
                <a:gd name="T41" fmla="*/ 38 h 803"/>
                <a:gd name="T42" fmla="*/ 109 w 977"/>
                <a:gd name="T43" fmla="*/ 66 h 803"/>
                <a:gd name="T44" fmla="*/ 134 w 977"/>
                <a:gd name="T45" fmla="*/ 106 h 803"/>
                <a:gd name="T46" fmla="*/ 63 w 977"/>
                <a:gd name="T47" fmla="*/ 120 h 803"/>
                <a:gd name="T48" fmla="*/ 73 w 977"/>
                <a:gd name="T49" fmla="*/ 189 h 803"/>
                <a:gd name="T50" fmla="*/ 85 w 977"/>
                <a:gd name="T51" fmla="*/ 245 h 803"/>
                <a:gd name="T52" fmla="*/ 98 w 977"/>
                <a:gd name="T53" fmla="*/ 299 h 803"/>
                <a:gd name="T54" fmla="*/ 65 w 977"/>
                <a:gd name="T55" fmla="*/ 284 h 803"/>
                <a:gd name="T56" fmla="*/ 31 w 977"/>
                <a:gd name="T57" fmla="*/ 261 h 803"/>
                <a:gd name="T58" fmla="*/ 31 w 977"/>
                <a:gd name="T59" fmla="*/ 375 h 803"/>
                <a:gd name="T60" fmla="*/ 73 w 977"/>
                <a:gd name="T61" fmla="*/ 374 h 803"/>
                <a:gd name="T62" fmla="*/ 66 w 977"/>
                <a:gd name="T63" fmla="*/ 466 h 803"/>
                <a:gd name="T64" fmla="*/ 179 w 977"/>
                <a:gd name="T65" fmla="*/ 534 h 803"/>
                <a:gd name="T66" fmla="*/ 160 w 977"/>
                <a:gd name="T67" fmla="*/ 565 h 803"/>
                <a:gd name="T68" fmla="*/ 95 w 977"/>
                <a:gd name="T69" fmla="*/ 569 h 803"/>
                <a:gd name="T70" fmla="*/ 81 w 977"/>
                <a:gd name="T71" fmla="*/ 606 h 803"/>
                <a:gd name="T72" fmla="*/ 8 w 977"/>
                <a:gd name="T73" fmla="*/ 514 h 803"/>
                <a:gd name="T74" fmla="*/ 26 w 977"/>
                <a:gd name="T75" fmla="*/ 614 h 803"/>
                <a:gd name="T76" fmla="*/ 75 w 977"/>
                <a:gd name="T77" fmla="*/ 630 h 803"/>
                <a:gd name="T78" fmla="*/ 112 w 977"/>
                <a:gd name="T79" fmla="*/ 637 h 803"/>
                <a:gd name="T80" fmla="*/ 170 w 977"/>
                <a:gd name="T81" fmla="*/ 626 h 803"/>
                <a:gd name="T82" fmla="*/ 124 w 977"/>
                <a:gd name="T83" fmla="*/ 668 h 803"/>
                <a:gd name="T84" fmla="*/ 128 w 977"/>
                <a:gd name="T85" fmla="*/ 708 h 803"/>
                <a:gd name="T86" fmla="*/ 137 w 977"/>
                <a:gd name="T87" fmla="*/ 727 h 803"/>
                <a:gd name="T88" fmla="*/ 163 w 977"/>
                <a:gd name="T89" fmla="*/ 797 h 803"/>
                <a:gd name="T90" fmla="*/ 248 w 977"/>
                <a:gd name="T91" fmla="*/ 720 h 803"/>
                <a:gd name="T92" fmla="*/ 283 w 977"/>
                <a:gd name="T93" fmla="*/ 708 h 803"/>
                <a:gd name="T94" fmla="*/ 311 w 977"/>
                <a:gd name="T95" fmla="*/ 671 h 803"/>
                <a:gd name="T96" fmla="*/ 335 w 977"/>
                <a:gd name="T97" fmla="*/ 581 h 803"/>
                <a:gd name="T98" fmla="*/ 363 w 977"/>
                <a:gd name="T99" fmla="*/ 701 h 803"/>
                <a:gd name="T100" fmla="*/ 446 w 977"/>
                <a:gd name="T101" fmla="*/ 680 h 803"/>
                <a:gd name="T102" fmla="*/ 452 w 977"/>
                <a:gd name="T103" fmla="*/ 630 h 803"/>
                <a:gd name="T104" fmla="*/ 506 w 977"/>
                <a:gd name="T105" fmla="*/ 564 h 803"/>
                <a:gd name="T106" fmla="*/ 580 w 977"/>
                <a:gd name="T107" fmla="*/ 521 h 803"/>
                <a:gd name="T108" fmla="*/ 645 w 977"/>
                <a:gd name="T109" fmla="*/ 489 h 803"/>
                <a:gd name="T110" fmla="*/ 664 w 977"/>
                <a:gd name="T111" fmla="*/ 556 h 803"/>
                <a:gd name="T112" fmla="*/ 612 w 977"/>
                <a:gd name="T113" fmla="*/ 522 h 8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77" h="803">
                  <a:moveTo>
                    <a:pt x="592" y="606"/>
                  </a:moveTo>
                  <a:lnTo>
                    <a:pt x="592" y="618"/>
                  </a:lnTo>
                  <a:lnTo>
                    <a:pt x="601" y="637"/>
                  </a:lnTo>
                  <a:lnTo>
                    <a:pt x="612" y="652"/>
                  </a:lnTo>
                  <a:lnTo>
                    <a:pt x="631" y="661"/>
                  </a:lnTo>
                  <a:lnTo>
                    <a:pt x="633" y="681"/>
                  </a:lnTo>
                  <a:lnTo>
                    <a:pt x="651" y="688"/>
                  </a:lnTo>
                  <a:lnTo>
                    <a:pt x="674" y="708"/>
                  </a:lnTo>
                  <a:lnTo>
                    <a:pt x="682" y="701"/>
                  </a:lnTo>
                  <a:lnTo>
                    <a:pt x="677" y="681"/>
                  </a:lnTo>
                  <a:lnTo>
                    <a:pt x="682" y="676"/>
                  </a:lnTo>
                  <a:lnTo>
                    <a:pt x="698" y="681"/>
                  </a:lnTo>
                  <a:lnTo>
                    <a:pt x="712" y="653"/>
                  </a:lnTo>
                  <a:lnTo>
                    <a:pt x="717" y="642"/>
                  </a:lnTo>
                  <a:lnTo>
                    <a:pt x="723" y="630"/>
                  </a:lnTo>
                  <a:lnTo>
                    <a:pt x="692" y="626"/>
                  </a:lnTo>
                  <a:lnTo>
                    <a:pt x="677" y="616"/>
                  </a:lnTo>
                  <a:lnTo>
                    <a:pt x="679" y="604"/>
                  </a:lnTo>
                  <a:lnTo>
                    <a:pt x="698" y="596"/>
                  </a:lnTo>
                  <a:lnTo>
                    <a:pt x="718" y="600"/>
                  </a:lnTo>
                  <a:lnTo>
                    <a:pt x="736" y="604"/>
                  </a:lnTo>
                  <a:lnTo>
                    <a:pt x="761" y="608"/>
                  </a:lnTo>
                  <a:lnTo>
                    <a:pt x="771" y="602"/>
                  </a:lnTo>
                  <a:lnTo>
                    <a:pt x="770" y="588"/>
                  </a:lnTo>
                  <a:lnTo>
                    <a:pt x="751" y="584"/>
                  </a:lnTo>
                  <a:lnTo>
                    <a:pt x="743" y="580"/>
                  </a:lnTo>
                  <a:lnTo>
                    <a:pt x="745" y="576"/>
                  </a:lnTo>
                  <a:lnTo>
                    <a:pt x="759" y="574"/>
                  </a:lnTo>
                  <a:lnTo>
                    <a:pt x="760" y="568"/>
                  </a:lnTo>
                  <a:lnTo>
                    <a:pt x="730" y="548"/>
                  </a:lnTo>
                  <a:lnTo>
                    <a:pt x="720" y="538"/>
                  </a:lnTo>
                  <a:lnTo>
                    <a:pt x="709" y="526"/>
                  </a:lnTo>
                  <a:lnTo>
                    <a:pt x="693" y="525"/>
                  </a:lnTo>
                  <a:lnTo>
                    <a:pt x="692" y="507"/>
                  </a:lnTo>
                  <a:lnTo>
                    <a:pt x="693" y="498"/>
                  </a:lnTo>
                  <a:lnTo>
                    <a:pt x="704" y="493"/>
                  </a:lnTo>
                  <a:lnTo>
                    <a:pt x="698" y="489"/>
                  </a:lnTo>
                  <a:lnTo>
                    <a:pt x="692" y="489"/>
                  </a:lnTo>
                  <a:lnTo>
                    <a:pt x="679" y="485"/>
                  </a:lnTo>
                  <a:lnTo>
                    <a:pt x="682" y="475"/>
                  </a:lnTo>
                  <a:lnTo>
                    <a:pt x="693" y="470"/>
                  </a:lnTo>
                  <a:lnTo>
                    <a:pt x="712" y="465"/>
                  </a:lnTo>
                  <a:lnTo>
                    <a:pt x="735" y="453"/>
                  </a:lnTo>
                  <a:lnTo>
                    <a:pt x="756" y="442"/>
                  </a:lnTo>
                  <a:lnTo>
                    <a:pt x="776" y="442"/>
                  </a:lnTo>
                  <a:lnTo>
                    <a:pt x="791" y="461"/>
                  </a:lnTo>
                  <a:lnTo>
                    <a:pt x="801" y="463"/>
                  </a:lnTo>
                  <a:lnTo>
                    <a:pt x="813" y="481"/>
                  </a:lnTo>
                  <a:lnTo>
                    <a:pt x="830" y="485"/>
                  </a:lnTo>
                  <a:lnTo>
                    <a:pt x="842" y="489"/>
                  </a:lnTo>
                  <a:lnTo>
                    <a:pt x="843" y="495"/>
                  </a:lnTo>
                  <a:lnTo>
                    <a:pt x="836" y="502"/>
                  </a:lnTo>
                  <a:lnTo>
                    <a:pt x="817" y="503"/>
                  </a:lnTo>
                  <a:lnTo>
                    <a:pt x="805" y="506"/>
                  </a:lnTo>
                  <a:lnTo>
                    <a:pt x="805" y="514"/>
                  </a:lnTo>
                  <a:lnTo>
                    <a:pt x="810" y="518"/>
                  </a:lnTo>
                  <a:lnTo>
                    <a:pt x="823" y="518"/>
                  </a:lnTo>
                  <a:lnTo>
                    <a:pt x="823" y="525"/>
                  </a:lnTo>
                  <a:lnTo>
                    <a:pt x="807" y="534"/>
                  </a:lnTo>
                  <a:lnTo>
                    <a:pt x="801" y="548"/>
                  </a:lnTo>
                  <a:lnTo>
                    <a:pt x="812" y="562"/>
                  </a:lnTo>
                  <a:lnTo>
                    <a:pt x="818" y="570"/>
                  </a:lnTo>
                  <a:lnTo>
                    <a:pt x="842" y="566"/>
                  </a:lnTo>
                  <a:lnTo>
                    <a:pt x="848" y="574"/>
                  </a:lnTo>
                  <a:lnTo>
                    <a:pt x="857" y="577"/>
                  </a:lnTo>
                  <a:lnTo>
                    <a:pt x="894" y="577"/>
                  </a:lnTo>
                  <a:lnTo>
                    <a:pt x="907" y="588"/>
                  </a:lnTo>
                  <a:lnTo>
                    <a:pt x="924" y="600"/>
                  </a:lnTo>
                  <a:lnTo>
                    <a:pt x="955" y="609"/>
                  </a:lnTo>
                  <a:lnTo>
                    <a:pt x="970" y="609"/>
                  </a:lnTo>
                  <a:lnTo>
                    <a:pt x="976" y="602"/>
                  </a:lnTo>
                  <a:lnTo>
                    <a:pt x="960" y="578"/>
                  </a:lnTo>
                  <a:lnTo>
                    <a:pt x="962" y="566"/>
                  </a:lnTo>
                  <a:lnTo>
                    <a:pt x="950" y="554"/>
                  </a:lnTo>
                  <a:lnTo>
                    <a:pt x="934" y="529"/>
                  </a:lnTo>
                  <a:lnTo>
                    <a:pt x="934" y="503"/>
                  </a:lnTo>
                  <a:lnTo>
                    <a:pt x="938" y="465"/>
                  </a:lnTo>
                  <a:lnTo>
                    <a:pt x="934" y="443"/>
                  </a:lnTo>
                  <a:lnTo>
                    <a:pt x="945" y="429"/>
                  </a:lnTo>
                  <a:lnTo>
                    <a:pt x="934" y="419"/>
                  </a:lnTo>
                  <a:lnTo>
                    <a:pt x="923" y="411"/>
                  </a:lnTo>
                  <a:lnTo>
                    <a:pt x="899" y="422"/>
                  </a:lnTo>
                  <a:lnTo>
                    <a:pt x="887" y="435"/>
                  </a:lnTo>
                  <a:lnTo>
                    <a:pt x="875" y="433"/>
                  </a:lnTo>
                  <a:lnTo>
                    <a:pt x="867" y="435"/>
                  </a:lnTo>
                  <a:lnTo>
                    <a:pt x="857" y="433"/>
                  </a:lnTo>
                  <a:lnTo>
                    <a:pt x="853" y="422"/>
                  </a:lnTo>
                  <a:lnTo>
                    <a:pt x="830" y="409"/>
                  </a:lnTo>
                  <a:lnTo>
                    <a:pt x="812" y="386"/>
                  </a:lnTo>
                  <a:lnTo>
                    <a:pt x="817" y="367"/>
                  </a:lnTo>
                  <a:lnTo>
                    <a:pt x="830" y="364"/>
                  </a:lnTo>
                  <a:lnTo>
                    <a:pt x="837" y="380"/>
                  </a:lnTo>
                  <a:lnTo>
                    <a:pt x="861" y="384"/>
                  </a:lnTo>
                  <a:lnTo>
                    <a:pt x="875" y="384"/>
                  </a:lnTo>
                  <a:lnTo>
                    <a:pt x="882" y="380"/>
                  </a:lnTo>
                  <a:lnTo>
                    <a:pt x="894" y="374"/>
                  </a:lnTo>
                  <a:lnTo>
                    <a:pt x="904" y="362"/>
                  </a:lnTo>
                  <a:lnTo>
                    <a:pt x="910" y="344"/>
                  </a:lnTo>
                  <a:lnTo>
                    <a:pt x="930" y="334"/>
                  </a:lnTo>
                  <a:lnTo>
                    <a:pt x="944" y="340"/>
                  </a:lnTo>
                  <a:lnTo>
                    <a:pt x="960" y="334"/>
                  </a:lnTo>
                  <a:lnTo>
                    <a:pt x="960" y="311"/>
                  </a:lnTo>
                  <a:lnTo>
                    <a:pt x="888" y="237"/>
                  </a:lnTo>
                  <a:lnTo>
                    <a:pt x="856" y="184"/>
                  </a:lnTo>
                  <a:lnTo>
                    <a:pt x="823" y="116"/>
                  </a:lnTo>
                  <a:lnTo>
                    <a:pt x="764" y="82"/>
                  </a:lnTo>
                  <a:lnTo>
                    <a:pt x="730" y="86"/>
                  </a:lnTo>
                  <a:lnTo>
                    <a:pt x="698" y="105"/>
                  </a:lnTo>
                  <a:lnTo>
                    <a:pt x="660" y="108"/>
                  </a:lnTo>
                  <a:lnTo>
                    <a:pt x="626" y="106"/>
                  </a:lnTo>
                  <a:lnTo>
                    <a:pt x="583" y="89"/>
                  </a:lnTo>
                  <a:lnTo>
                    <a:pt x="518" y="108"/>
                  </a:lnTo>
                  <a:lnTo>
                    <a:pt x="499" y="85"/>
                  </a:lnTo>
                  <a:lnTo>
                    <a:pt x="498" y="41"/>
                  </a:lnTo>
                  <a:lnTo>
                    <a:pt x="474" y="20"/>
                  </a:lnTo>
                  <a:lnTo>
                    <a:pt x="451" y="37"/>
                  </a:lnTo>
                  <a:lnTo>
                    <a:pt x="432" y="44"/>
                  </a:lnTo>
                  <a:lnTo>
                    <a:pt x="402" y="14"/>
                  </a:lnTo>
                  <a:lnTo>
                    <a:pt x="363" y="0"/>
                  </a:lnTo>
                  <a:lnTo>
                    <a:pt x="335" y="0"/>
                  </a:lnTo>
                  <a:lnTo>
                    <a:pt x="283" y="77"/>
                  </a:lnTo>
                  <a:lnTo>
                    <a:pt x="225" y="122"/>
                  </a:lnTo>
                  <a:lnTo>
                    <a:pt x="176" y="116"/>
                  </a:lnTo>
                  <a:lnTo>
                    <a:pt x="148" y="97"/>
                  </a:lnTo>
                  <a:lnTo>
                    <a:pt x="145" y="66"/>
                  </a:lnTo>
                  <a:lnTo>
                    <a:pt x="137" y="38"/>
                  </a:lnTo>
                  <a:lnTo>
                    <a:pt x="108" y="21"/>
                  </a:lnTo>
                  <a:lnTo>
                    <a:pt x="103" y="44"/>
                  </a:lnTo>
                  <a:lnTo>
                    <a:pt x="88" y="53"/>
                  </a:lnTo>
                  <a:lnTo>
                    <a:pt x="88" y="65"/>
                  </a:lnTo>
                  <a:lnTo>
                    <a:pt x="97" y="74"/>
                  </a:lnTo>
                  <a:lnTo>
                    <a:pt x="109" y="66"/>
                  </a:lnTo>
                  <a:lnTo>
                    <a:pt x="128" y="64"/>
                  </a:lnTo>
                  <a:lnTo>
                    <a:pt x="137" y="72"/>
                  </a:lnTo>
                  <a:lnTo>
                    <a:pt x="122" y="82"/>
                  </a:lnTo>
                  <a:lnTo>
                    <a:pt x="112" y="89"/>
                  </a:lnTo>
                  <a:lnTo>
                    <a:pt x="122" y="100"/>
                  </a:lnTo>
                  <a:lnTo>
                    <a:pt x="134" y="106"/>
                  </a:lnTo>
                  <a:lnTo>
                    <a:pt x="133" y="112"/>
                  </a:lnTo>
                  <a:lnTo>
                    <a:pt x="122" y="118"/>
                  </a:lnTo>
                  <a:lnTo>
                    <a:pt x="107" y="110"/>
                  </a:lnTo>
                  <a:lnTo>
                    <a:pt x="88" y="89"/>
                  </a:lnTo>
                  <a:lnTo>
                    <a:pt x="73" y="100"/>
                  </a:lnTo>
                  <a:lnTo>
                    <a:pt x="63" y="120"/>
                  </a:lnTo>
                  <a:lnTo>
                    <a:pt x="73" y="140"/>
                  </a:lnTo>
                  <a:lnTo>
                    <a:pt x="71" y="149"/>
                  </a:lnTo>
                  <a:lnTo>
                    <a:pt x="45" y="152"/>
                  </a:lnTo>
                  <a:lnTo>
                    <a:pt x="45" y="176"/>
                  </a:lnTo>
                  <a:lnTo>
                    <a:pt x="60" y="185"/>
                  </a:lnTo>
                  <a:lnTo>
                    <a:pt x="73" y="189"/>
                  </a:lnTo>
                  <a:lnTo>
                    <a:pt x="60" y="196"/>
                  </a:lnTo>
                  <a:lnTo>
                    <a:pt x="60" y="205"/>
                  </a:lnTo>
                  <a:lnTo>
                    <a:pt x="70" y="220"/>
                  </a:lnTo>
                  <a:lnTo>
                    <a:pt x="73" y="235"/>
                  </a:lnTo>
                  <a:lnTo>
                    <a:pt x="88" y="235"/>
                  </a:lnTo>
                  <a:lnTo>
                    <a:pt x="85" y="245"/>
                  </a:lnTo>
                  <a:lnTo>
                    <a:pt x="85" y="253"/>
                  </a:lnTo>
                  <a:lnTo>
                    <a:pt x="113" y="260"/>
                  </a:lnTo>
                  <a:lnTo>
                    <a:pt x="113" y="265"/>
                  </a:lnTo>
                  <a:lnTo>
                    <a:pt x="103" y="275"/>
                  </a:lnTo>
                  <a:lnTo>
                    <a:pt x="113" y="283"/>
                  </a:lnTo>
                  <a:lnTo>
                    <a:pt x="98" y="299"/>
                  </a:lnTo>
                  <a:lnTo>
                    <a:pt x="102" y="306"/>
                  </a:lnTo>
                  <a:lnTo>
                    <a:pt x="97" y="312"/>
                  </a:lnTo>
                  <a:lnTo>
                    <a:pt x="85" y="307"/>
                  </a:lnTo>
                  <a:lnTo>
                    <a:pt x="81" y="294"/>
                  </a:lnTo>
                  <a:lnTo>
                    <a:pt x="70" y="279"/>
                  </a:lnTo>
                  <a:lnTo>
                    <a:pt x="65" y="284"/>
                  </a:lnTo>
                  <a:lnTo>
                    <a:pt x="52" y="287"/>
                  </a:lnTo>
                  <a:lnTo>
                    <a:pt x="47" y="268"/>
                  </a:lnTo>
                  <a:lnTo>
                    <a:pt x="41" y="251"/>
                  </a:lnTo>
                  <a:lnTo>
                    <a:pt x="45" y="229"/>
                  </a:lnTo>
                  <a:lnTo>
                    <a:pt x="37" y="221"/>
                  </a:lnTo>
                  <a:lnTo>
                    <a:pt x="31" y="261"/>
                  </a:lnTo>
                  <a:lnTo>
                    <a:pt x="46" y="299"/>
                  </a:lnTo>
                  <a:lnTo>
                    <a:pt x="63" y="308"/>
                  </a:lnTo>
                  <a:lnTo>
                    <a:pt x="56" y="322"/>
                  </a:lnTo>
                  <a:lnTo>
                    <a:pt x="31" y="334"/>
                  </a:lnTo>
                  <a:lnTo>
                    <a:pt x="20" y="350"/>
                  </a:lnTo>
                  <a:lnTo>
                    <a:pt x="31" y="375"/>
                  </a:lnTo>
                  <a:lnTo>
                    <a:pt x="52" y="380"/>
                  </a:lnTo>
                  <a:lnTo>
                    <a:pt x="63" y="360"/>
                  </a:lnTo>
                  <a:lnTo>
                    <a:pt x="65" y="344"/>
                  </a:lnTo>
                  <a:lnTo>
                    <a:pt x="88" y="338"/>
                  </a:lnTo>
                  <a:lnTo>
                    <a:pt x="103" y="347"/>
                  </a:lnTo>
                  <a:lnTo>
                    <a:pt x="73" y="374"/>
                  </a:lnTo>
                  <a:lnTo>
                    <a:pt x="78" y="392"/>
                  </a:lnTo>
                  <a:lnTo>
                    <a:pt x="97" y="403"/>
                  </a:lnTo>
                  <a:lnTo>
                    <a:pt x="87" y="411"/>
                  </a:lnTo>
                  <a:lnTo>
                    <a:pt x="85" y="434"/>
                  </a:lnTo>
                  <a:lnTo>
                    <a:pt x="73" y="443"/>
                  </a:lnTo>
                  <a:lnTo>
                    <a:pt x="66" y="466"/>
                  </a:lnTo>
                  <a:lnTo>
                    <a:pt x="63" y="507"/>
                  </a:lnTo>
                  <a:lnTo>
                    <a:pt x="63" y="521"/>
                  </a:lnTo>
                  <a:lnTo>
                    <a:pt x="81" y="534"/>
                  </a:lnTo>
                  <a:lnTo>
                    <a:pt x="113" y="534"/>
                  </a:lnTo>
                  <a:lnTo>
                    <a:pt x="162" y="541"/>
                  </a:lnTo>
                  <a:lnTo>
                    <a:pt x="179" y="534"/>
                  </a:lnTo>
                  <a:lnTo>
                    <a:pt x="189" y="554"/>
                  </a:lnTo>
                  <a:lnTo>
                    <a:pt x="195" y="566"/>
                  </a:lnTo>
                  <a:lnTo>
                    <a:pt x="224" y="580"/>
                  </a:lnTo>
                  <a:lnTo>
                    <a:pt x="215" y="584"/>
                  </a:lnTo>
                  <a:lnTo>
                    <a:pt x="175" y="566"/>
                  </a:lnTo>
                  <a:lnTo>
                    <a:pt x="160" y="565"/>
                  </a:lnTo>
                  <a:lnTo>
                    <a:pt x="160" y="574"/>
                  </a:lnTo>
                  <a:lnTo>
                    <a:pt x="152" y="577"/>
                  </a:lnTo>
                  <a:lnTo>
                    <a:pt x="132" y="566"/>
                  </a:lnTo>
                  <a:lnTo>
                    <a:pt x="114" y="554"/>
                  </a:lnTo>
                  <a:lnTo>
                    <a:pt x="97" y="558"/>
                  </a:lnTo>
                  <a:lnTo>
                    <a:pt x="95" y="569"/>
                  </a:lnTo>
                  <a:lnTo>
                    <a:pt x="114" y="581"/>
                  </a:lnTo>
                  <a:lnTo>
                    <a:pt x="127" y="590"/>
                  </a:lnTo>
                  <a:lnTo>
                    <a:pt x="123" y="597"/>
                  </a:lnTo>
                  <a:lnTo>
                    <a:pt x="118" y="601"/>
                  </a:lnTo>
                  <a:lnTo>
                    <a:pt x="98" y="602"/>
                  </a:lnTo>
                  <a:lnTo>
                    <a:pt x="81" y="606"/>
                  </a:lnTo>
                  <a:lnTo>
                    <a:pt x="60" y="580"/>
                  </a:lnTo>
                  <a:lnTo>
                    <a:pt x="47" y="554"/>
                  </a:lnTo>
                  <a:lnTo>
                    <a:pt x="41" y="534"/>
                  </a:lnTo>
                  <a:lnTo>
                    <a:pt x="41" y="507"/>
                  </a:lnTo>
                  <a:lnTo>
                    <a:pt x="26" y="489"/>
                  </a:lnTo>
                  <a:lnTo>
                    <a:pt x="8" y="514"/>
                  </a:lnTo>
                  <a:lnTo>
                    <a:pt x="3" y="534"/>
                  </a:lnTo>
                  <a:lnTo>
                    <a:pt x="0" y="562"/>
                  </a:lnTo>
                  <a:lnTo>
                    <a:pt x="23" y="577"/>
                  </a:lnTo>
                  <a:lnTo>
                    <a:pt x="23" y="584"/>
                  </a:lnTo>
                  <a:lnTo>
                    <a:pt x="15" y="592"/>
                  </a:lnTo>
                  <a:lnTo>
                    <a:pt x="26" y="614"/>
                  </a:lnTo>
                  <a:lnTo>
                    <a:pt x="41" y="621"/>
                  </a:lnTo>
                  <a:lnTo>
                    <a:pt x="51" y="618"/>
                  </a:lnTo>
                  <a:lnTo>
                    <a:pt x="58" y="621"/>
                  </a:lnTo>
                  <a:lnTo>
                    <a:pt x="58" y="629"/>
                  </a:lnTo>
                  <a:lnTo>
                    <a:pt x="65" y="630"/>
                  </a:lnTo>
                  <a:lnTo>
                    <a:pt x="75" y="630"/>
                  </a:lnTo>
                  <a:lnTo>
                    <a:pt x="78" y="637"/>
                  </a:lnTo>
                  <a:lnTo>
                    <a:pt x="75" y="644"/>
                  </a:lnTo>
                  <a:lnTo>
                    <a:pt x="88" y="644"/>
                  </a:lnTo>
                  <a:lnTo>
                    <a:pt x="95" y="637"/>
                  </a:lnTo>
                  <a:lnTo>
                    <a:pt x="107" y="632"/>
                  </a:lnTo>
                  <a:lnTo>
                    <a:pt x="112" y="637"/>
                  </a:lnTo>
                  <a:lnTo>
                    <a:pt x="132" y="638"/>
                  </a:lnTo>
                  <a:lnTo>
                    <a:pt x="134" y="625"/>
                  </a:lnTo>
                  <a:lnTo>
                    <a:pt x="148" y="626"/>
                  </a:lnTo>
                  <a:lnTo>
                    <a:pt x="158" y="624"/>
                  </a:lnTo>
                  <a:lnTo>
                    <a:pt x="170" y="620"/>
                  </a:lnTo>
                  <a:lnTo>
                    <a:pt x="170" y="626"/>
                  </a:lnTo>
                  <a:lnTo>
                    <a:pt x="163" y="638"/>
                  </a:lnTo>
                  <a:lnTo>
                    <a:pt x="172" y="646"/>
                  </a:lnTo>
                  <a:lnTo>
                    <a:pt x="168" y="653"/>
                  </a:lnTo>
                  <a:lnTo>
                    <a:pt x="153" y="653"/>
                  </a:lnTo>
                  <a:lnTo>
                    <a:pt x="138" y="657"/>
                  </a:lnTo>
                  <a:lnTo>
                    <a:pt x="124" y="668"/>
                  </a:lnTo>
                  <a:lnTo>
                    <a:pt x="119" y="679"/>
                  </a:lnTo>
                  <a:lnTo>
                    <a:pt x="128" y="681"/>
                  </a:lnTo>
                  <a:lnTo>
                    <a:pt x="137" y="679"/>
                  </a:lnTo>
                  <a:lnTo>
                    <a:pt x="138" y="693"/>
                  </a:lnTo>
                  <a:lnTo>
                    <a:pt x="127" y="701"/>
                  </a:lnTo>
                  <a:lnTo>
                    <a:pt x="128" y="708"/>
                  </a:lnTo>
                  <a:lnTo>
                    <a:pt x="147" y="708"/>
                  </a:lnTo>
                  <a:lnTo>
                    <a:pt x="158" y="713"/>
                  </a:lnTo>
                  <a:lnTo>
                    <a:pt x="172" y="713"/>
                  </a:lnTo>
                  <a:lnTo>
                    <a:pt x="170" y="724"/>
                  </a:lnTo>
                  <a:lnTo>
                    <a:pt x="162" y="725"/>
                  </a:lnTo>
                  <a:lnTo>
                    <a:pt x="137" y="727"/>
                  </a:lnTo>
                  <a:lnTo>
                    <a:pt x="118" y="741"/>
                  </a:lnTo>
                  <a:lnTo>
                    <a:pt x="118" y="756"/>
                  </a:lnTo>
                  <a:lnTo>
                    <a:pt x="132" y="769"/>
                  </a:lnTo>
                  <a:lnTo>
                    <a:pt x="152" y="760"/>
                  </a:lnTo>
                  <a:lnTo>
                    <a:pt x="163" y="780"/>
                  </a:lnTo>
                  <a:lnTo>
                    <a:pt x="163" y="797"/>
                  </a:lnTo>
                  <a:lnTo>
                    <a:pt x="174" y="802"/>
                  </a:lnTo>
                  <a:lnTo>
                    <a:pt x="194" y="792"/>
                  </a:lnTo>
                  <a:lnTo>
                    <a:pt x="221" y="791"/>
                  </a:lnTo>
                  <a:lnTo>
                    <a:pt x="226" y="768"/>
                  </a:lnTo>
                  <a:lnTo>
                    <a:pt x="232" y="755"/>
                  </a:lnTo>
                  <a:lnTo>
                    <a:pt x="248" y="720"/>
                  </a:lnTo>
                  <a:lnTo>
                    <a:pt x="257" y="719"/>
                  </a:lnTo>
                  <a:lnTo>
                    <a:pt x="262" y="727"/>
                  </a:lnTo>
                  <a:lnTo>
                    <a:pt x="272" y="723"/>
                  </a:lnTo>
                  <a:lnTo>
                    <a:pt x="271" y="713"/>
                  </a:lnTo>
                  <a:lnTo>
                    <a:pt x="271" y="703"/>
                  </a:lnTo>
                  <a:lnTo>
                    <a:pt x="283" y="708"/>
                  </a:lnTo>
                  <a:lnTo>
                    <a:pt x="296" y="713"/>
                  </a:lnTo>
                  <a:lnTo>
                    <a:pt x="298" y="705"/>
                  </a:lnTo>
                  <a:lnTo>
                    <a:pt x="293" y="699"/>
                  </a:lnTo>
                  <a:lnTo>
                    <a:pt x="282" y="681"/>
                  </a:lnTo>
                  <a:lnTo>
                    <a:pt x="301" y="689"/>
                  </a:lnTo>
                  <a:lnTo>
                    <a:pt x="311" y="671"/>
                  </a:lnTo>
                  <a:lnTo>
                    <a:pt x="307" y="656"/>
                  </a:lnTo>
                  <a:lnTo>
                    <a:pt x="325" y="657"/>
                  </a:lnTo>
                  <a:lnTo>
                    <a:pt x="325" y="632"/>
                  </a:lnTo>
                  <a:lnTo>
                    <a:pt x="313" y="606"/>
                  </a:lnTo>
                  <a:lnTo>
                    <a:pt x="330" y="577"/>
                  </a:lnTo>
                  <a:lnTo>
                    <a:pt x="335" y="581"/>
                  </a:lnTo>
                  <a:lnTo>
                    <a:pt x="332" y="608"/>
                  </a:lnTo>
                  <a:lnTo>
                    <a:pt x="337" y="625"/>
                  </a:lnTo>
                  <a:lnTo>
                    <a:pt x="337" y="653"/>
                  </a:lnTo>
                  <a:lnTo>
                    <a:pt x="332" y="683"/>
                  </a:lnTo>
                  <a:lnTo>
                    <a:pt x="348" y="704"/>
                  </a:lnTo>
                  <a:lnTo>
                    <a:pt x="363" y="701"/>
                  </a:lnTo>
                  <a:lnTo>
                    <a:pt x="395" y="701"/>
                  </a:lnTo>
                  <a:lnTo>
                    <a:pt x="412" y="704"/>
                  </a:lnTo>
                  <a:lnTo>
                    <a:pt x="427" y="700"/>
                  </a:lnTo>
                  <a:lnTo>
                    <a:pt x="426" y="681"/>
                  </a:lnTo>
                  <a:lnTo>
                    <a:pt x="440" y="687"/>
                  </a:lnTo>
                  <a:lnTo>
                    <a:pt x="446" y="680"/>
                  </a:lnTo>
                  <a:lnTo>
                    <a:pt x="442" y="671"/>
                  </a:lnTo>
                  <a:lnTo>
                    <a:pt x="440" y="658"/>
                  </a:lnTo>
                  <a:lnTo>
                    <a:pt x="447" y="644"/>
                  </a:lnTo>
                  <a:lnTo>
                    <a:pt x="462" y="642"/>
                  </a:lnTo>
                  <a:lnTo>
                    <a:pt x="464" y="632"/>
                  </a:lnTo>
                  <a:lnTo>
                    <a:pt x="452" y="630"/>
                  </a:lnTo>
                  <a:lnTo>
                    <a:pt x="447" y="621"/>
                  </a:lnTo>
                  <a:lnTo>
                    <a:pt x="456" y="609"/>
                  </a:lnTo>
                  <a:lnTo>
                    <a:pt x="464" y="590"/>
                  </a:lnTo>
                  <a:lnTo>
                    <a:pt x="472" y="580"/>
                  </a:lnTo>
                  <a:lnTo>
                    <a:pt x="493" y="577"/>
                  </a:lnTo>
                  <a:lnTo>
                    <a:pt x="506" y="564"/>
                  </a:lnTo>
                  <a:lnTo>
                    <a:pt x="513" y="554"/>
                  </a:lnTo>
                  <a:lnTo>
                    <a:pt x="529" y="538"/>
                  </a:lnTo>
                  <a:lnTo>
                    <a:pt x="535" y="530"/>
                  </a:lnTo>
                  <a:lnTo>
                    <a:pt x="546" y="531"/>
                  </a:lnTo>
                  <a:lnTo>
                    <a:pt x="563" y="534"/>
                  </a:lnTo>
                  <a:lnTo>
                    <a:pt x="580" y="521"/>
                  </a:lnTo>
                  <a:lnTo>
                    <a:pt x="585" y="498"/>
                  </a:lnTo>
                  <a:lnTo>
                    <a:pt x="595" y="479"/>
                  </a:lnTo>
                  <a:lnTo>
                    <a:pt x="611" y="475"/>
                  </a:lnTo>
                  <a:lnTo>
                    <a:pt x="617" y="485"/>
                  </a:lnTo>
                  <a:lnTo>
                    <a:pt x="621" y="498"/>
                  </a:lnTo>
                  <a:lnTo>
                    <a:pt x="645" y="489"/>
                  </a:lnTo>
                  <a:lnTo>
                    <a:pt x="651" y="490"/>
                  </a:lnTo>
                  <a:lnTo>
                    <a:pt x="660" y="495"/>
                  </a:lnTo>
                  <a:lnTo>
                    <a:pt x="662" y="544"/>
                  </a:lnTo>
                  <a:lnTo>
                    <a:pt x="679" y="546"/>
                  </a:lnTo>
                  <a:lnTo>
                    <a:pt x="674" y="554"/>
                  </a:lnTo>
                  <a:lnTo>
                    <a:pt x="664" y="556"/>
                  </a:lnTo>
                  <a:lnTo>
                    <a:pt x="656" y="553"/>
                  </a:lnTo>
                  <a:lnTo>
                    <a:pt x="640" y="557"/>
                  </a:lnTo>
                  <a:lnTo>
                    <a:pt x="630" y="531"/>
                  </a:lnTo>
                  <a:lnTo>
                    <a:pt x="631" y="519"/>
                  </a:lnTo>
                  <a:lnTo>
                    <a:pt x="622" y="515"/>
                  </a:lnTo>
                  <a:lnTo>
                    <a:pt x="612" y="522"/>
                  </a:lnTo>
                  <a:lnTo>
                    <a:pt x="605" y="534"/>
                  </a:lnTo>
                  <a:lnTo>
                    <a:pt x="600" y="557"/>
                  </a:lnTo>
                  <a:lnTo>
                    <a:pt x="605" y="588"/>
                  </a:lnTo>
                  <a:lnTo>
                    <a:pt x="592" y="606"/>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61" name="Freeform 1203">
              <a:extLst>
                <a:ext uri="{FF2B5EF4-FFF2-40B4-BE49-F238E27FC236}">
                  <a16:creationId xmlns:a16="http://schemas.microsoft.com/office/drawing/2014/main" id="{5AAEBA42-FB4D-3AE4-44ED-403F6EA5776C}"/>
                </a:ext>
              </a:extLst>
            </p:cNvPr>
            <p:cNvSpPr>
              <a:spLocks/>
            </p:cNvSpPr>
            <p:nvPr/>
          </p:nvSpPr>
          <p:spPr bwMode="auto">
            <a:xfrm>
              <a:off x="1419" y="2852"/>
              <a:ext cx="900" cy="581"/>
            </a:xfrm>
            <a:custGeom>
              <a:avLst/>
              <a:gdLst>
                <a:gd name="T0" fmla="*/ 27 w 900"/>
                <a:gd name="T1" fmla="*/ 495 h 581"/>
                <a:gd name="T2" fmla="*/ 40 w 900"/>
                <a:gd name="T3" fmla="*/ 554 h 581"/>
                <a:gd name="T4" fmla="*/ 117 w 900"/>
                <a:gd name="T5" fmla="*/ 580 h 581"/>
                <a:gd name="T6" fmla="*/ 226 w 900"/>
                <a:gd name="T7" fmla="*/ 456 h 581"/>
                <a:gd name="T8" fmla="*/ 293 w 900"/>
                <a:gd name="T9" fmla="*/ 471 h 581"/>
                <a:gd name="T10" fmla="*/ 341 w 900"/>
                <a:gd name="T11" fmla="*/ 494 h 581"/>
                <a:gd name="T12" fmla="*/ 388 w 900"/>
                <a:gd name="T13" fmla="*/ 498 h 581"/>
                <a:gd name="T14" fmla="*/ 408 w 900"/>
                <a:gd name="T15" fmla="*/ 565 h 581"/>
                <a:gd name="T16" fmla="*/ 516 w 900"/>
                <a:gd name="T17" fmla="*/ 563 h 581"/>
                <a:gd name="T18" fmla="*/ 588 w 900"/>
                <a:gd name="T19" fmla="*/ 562 h 581"/>
                <a:gd name="T20" fmla="*/ 654 w 900"/>
                <a:gd name="T21" fmla="*/ 539 h 581"/>
                <a:gd name="T22" fmla="*/ 735 w 900"/>
                <a:gd name="T23" fmla="*/ 510 h 581"/>
                <a:gd name="T24" fmla="*/ 733 w 900"/>
                <a:gd name="T25" fmla="*/ 417 h 581"/>
                <a:gd name="T26" fmla="*/ 733 w 900"/>
                <a:gd name="T27" fmla="*/ 275 h 581"/>
                <a:gd name="T28" fmla="*/ 814 w 900"/>
                <a:gd name="T29" fmla="*/ 202 h 581"/>
                <a:gd name="T30" fmla="*/ 882 w 900"/>
                <a:gd name="T31" fmla="*/ 151 h 581"/>
                <a:gd name="T32" fmla="*/ 895 w 900"/>
                <a:gd name="T33" fmla="*/ 76 h 581"/>
                <a:gd name="T34" fmla="*/ 789 w 900"/>
                <a:gd name="T35" fmla="*/ 58 h 581"/>
                <a:gd name="T36" fmla="*/ 696 w 900"/>
                <a:gd name="T37" fmla="*/ 32 h 581"/>
                <a:gd name="T38" fmla="*/ 660 w 900"/>
                <a:gd name="T39" fmla="*/ 81 h 581"/>
                <a:gd name="T40" fmla="*/ 603 w 900"/>
                <a:gd name="T41" fmla="*/ 70 h 581"/>
                <a:gd name="T42" fmla="*/ 564 w 900"/>
                <a:gd name="T43" fmla="*/ 14 h 581"/>
                <a:gd name="T44" fmla="*/ 479 w 900"/>
                <a:gd name="T45" fmla="*/ 48 h 581"/>
                <a:gd name="T46" fmla="*/ 377 w 900"/>
                <a:gd name="T47" fmla="*/ 2 h 581"/>
                <a:gd name="T48" fmla="*/ 263 w 900"/>
                <a:gd name="T49" fmla="*/ 22 h 581"/>
                <a:gd name="T50" fmla="*/ 180 w 900"/>
                <a:gd name="T51" fmla="*/ 93 h 581"/>
                <a:gd name="T52" fmla="*/ 132 w 900"/>
                <a:gd name="T53" fmla="*/ 108 h 581"/>
                <a:gd name="T54" fmla="*/ 104 w 900"/>
                <a:gd name="T55" fmla="*/ 174 h 581"/>
                <a:gd name="T56" fmla="*/ 112 w 900"/>
                <a:gd name="T57" fmla="*/ 216 h 581"/>
                <a:gd name="T58" fmla="*/ 181 w 900"/>
                <a:gd name="T59" fmla="*/ 243 h 581"/>
                <a:gd name="T60" fmla="*/ 206 w 900"/>
                <a:gd name="T61" fmla="*/ 270 h 581"/>
                <a:gd name="T62" fmla="*/ 180 w 900"/>
                <a:gd name="T63" fmla="*/ 255 h 581"/>
                <a:gd name="T64" fmla="*/ 151 w 900"/>
                <a:gd name="T65" fmla="*/ 293 h 581"/>
                <a:gd name="T66" fmla="*/ 129 w 900"/>
                <a:gd name="T67" fmla="*/ 281 h 581"/>
                <a:gd name="T68" fmla="*/ 13 w 900"/>
                <a:gd name="T69" fmla="*/ 349 h 581"/>
                <a:gd name="T70" fmla="*/ 6 w 900"/>
                <a:gd name="T71" fmla="*/ 384 h 581"/>
                <a:gd name="T72" fmla="*/ 63 w 900"/>
                <a:gd name="T73" fmla="*/ 393 h 581"/>
                <a:gd name="T74" fmla="*/ 139 w 900"/>
                <a:gd name="T75" fmla="*/ 372 h 581"/>
                <a:gd name="T76" fmla="*/ 143 w 900"/>
                <a:gd name="T77" fmla="*/ 397 h 581"/>
                <a:gd name="T78" fmla="*/ 150 w 900"/>
                <a:gd name="T79" fmla="*/ 420 h 581"/>
                <a:gd name="T80" fmla="*/ 128 w 900"/>
                <a:gd name="T81" fmla="*/ 408 h 581"/>
                <a:gd name="T82" fmla="*/ 103 w 900"/>
                <a:gd name="T83" fmla="*/ 417 h 581"/>
                <a:gd name="T84" fmla="*/ 45 w 900"/>
                <a:gd name="T85" fmla="*/ 431 h 581"/>
                <a:gd name="T86" fmla="*/ 5 w 900"/>
                <a:gd name="T87" fmla="*/ 451 h 5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00" h="581">
                  <a:moveTo>
                    <a:pt x="0" y="478"/>
                  </a:moveTo>
                  <a:lnTo>
                    <a:pt x="27" y="495"/>
                  </a:lnTo>
                  <a:lnTo>
                    <a:pt x="36" y="523"/>
                  </a:lnTo>
                  <a:lnTo>
                    <a:pt x="40" y="554"/>
                  </a:lnTo>
                  <a:lnTo>
                    <a:pt x="68" y="574"/>
                  </a:lnTo>
                  <a:lnTo>
                    <a:pt x="117" y="580"/>
                  </a:lnTo>
                  <a:lnTo>
                    <a:pt x="175" y="534"/>
                  </a:lnTo>
                  <a:lnTo>
                    <a:pt x="226" y="456"/>
                  </a:lnTo>
                  <a:lnTo>
                    <a:pt x="253" y="456"/>
                  </a:lnTo>
                  <a:lnTo>
                    <a:pt x="293" y="471"/>
                  </a:lnTo>
                  <a:lnTo>
                    <a:pt x="324" y="500"/>
                  </a:lnTo>
                  <a:lnTo>
                    <a:pt x="341" y="494"/>
                  </a:lnTo>
                  <a:lnTo>
                    <a:pt x="365" y="476"/>
                  </a:lnTo>
                  <a:lnTo>
                    <a:pt x="388" y="498"/>
                  </a:lnTo>
                  <a:lnTo>
                    <a:pt x="390" y="542"/>
                  </a:lnTo>
                  <a:lnTo>
                    <a:pt x="408" y="565"/>
                  </a:lnTo>
                  <a:lnTo>
                    <a:pt x="474" y="546"/>
                  </a:lnTo>
                  <a:lnTo>
                    <a:pt x="516" y="563"/>
                  </a:lnTo>
                  <a:lnTo>
                    <a:pt x="551" y="565"/>
                  </a:lnTo>
                  <a:lnTo>
                    <a:pt x="588" y="562"/>
                  </a:lnTo>
                  <a:lnTo>
                    <a:pt x="620" y="543"/>
                  </a:lnTo>
                  <a:lnTo>
                    <a:pt x="654" y="539"/>
                  </a:lnTo>
                  <a:lnTo>
                    <a:pt x="713" y="574"/>
                  </a:lnTo>
                  <a:lnTo>
                    <a:pt x="735" y="510"/>
                  </a:lnTo>
                  <a:lnTo>
                    <a:pt x="747" y="466"/>
                  </a:lnTo>
                  <a:lnTo>
                    <a:pt x="733" y="417"/>
                  </a:lnTo>
                  <a:lnTo>
                    <a:pt x="723" y="361"/>
                  </a:lnTo>
                  <a:lnTo>
                    <a:pt x="733" y="275"/>
                  </a:lnTo>
                  <a:lnTo>
                    <a:pt x="771" y="230"/>
                  </a:lnTo>
                  <a:lnTo>
                    <a:pt x="814" y="202"/>
                  </a:lnTo>
                  <a:lnTo>
                    <a:pt x="862" y="172"/>
                  </a:lnTo>
                  <a:lnTo>
                    <a:pt x="882" y="151"/>
                  </a:lnTo>
                  <a:lnTo>
                    <a:pt x="899" y="109"/>
                  </a:lnTo>
                  <a:lnTo>
                    <a:pt x="895" y="76"/>
                  </a:lnTo>
                  <a:lnTo>
                    <a:pt x="853" y="61"/>
                  </a:lnTo>
                  <a:lnTo>
                    <a:pt x="789" y="58"/>
                  </a:lnTo>
                  <a:lnTo>
                    <a:pt x="743" y="32"/>
                  </a:lnTo>
                  <a:lnTo>
                    <a:pt x="696" y="32"/>
                  </a:lnTo>
                  <a:lnTo>
                    <a:pt x="673" y="48"/>
                  </a:lnTo>
                  <a:lnTo>
                    <a:pt x="660" y="81"/>
                  </a:lnTo>
                  <a:lnTo>
                    <a:pt x="626" y="84"/>
                  </a:lnTo>
                  <a:lnTo>
                    <a:pt x="603" y="70"/>
                  </a:lnTo>
                  <a:lnTo>
                    <a:pt x="603" y="40"/>
                  </a:lnTo>
                  <a:lnTo>
                    <a:pt x="564" y="14"/>
                  </a:lnTo>
                  <a:lnTo>
                    <a:pt x="516" y="25"/>
                  </a:lnTo>
                  <a:lnTo>
                    <a:pt x="479" y="48"/>
                  </a:lnTo>
                  <a:lnTo>
                    <a:pt x="429" y="40"/>
                  </a:lnTo>
                  <a:lnTo>
                    <a:pt x="377" y="2"/>
                  </a:lnTo>
                  <a:lnTo>
                    <a:pt x="319" y="0"/>
                  </a:lnTo>
                  <a:lnTo>
                    <a:pt x="263" y="22"/>
                  </a:lnTo>
                  <a:lnTo>
                    <a:pt x="228" y="64"/>
                  </a:lnTo>
                  <a:lnTo>
                    <a:pt x="180" y="93"/>
                  </a:lnTo>
                  <a:lnTo>
                    <a:pt x="138" y="109"/>
                  </a:lnTo>
                  <a:lnTo>
                    <a:pt x="132" y="108"/>
                  </a:lnTo>
                  <a:lnTo>
                    <a:pt x="114" y="131"/>
                  </a:lnTo>
                  <a:lnTo>
                    <a:pt x="104" y="174"/>
                  </a:lnTo>
                  <a:lnTo>
                    <a:pt x="99" y="204"/>
                  </a:lnTo>
                  <a:lnTo>
                    <a:pt x="112" y="216"/>
                  </a:lnTo>
                  <a:lnTo>
                    <a:pt x="153" y="216"/>
                  </a:lnTo>
                  <a:lnTo>
                    <a:pt x="181" y="243"/>
                  </a:lnTo>
                  <a:lnTo>
                    <a:pt x="206" y="255"/>
                  </a:lnTo>
                  <a:lnTo>
                    <a:pt x="206" y="270"/>
                  </a:lnTo>
                  <a:lnTo>
                    <a:pt x="201" y="271"/>
                  </a:lnTo>
                  <a:lnTo>
                    <a:pt x="180" y="255"/>
                  </a:lnTo>
                  <a:lnTo>
                    <a:pt x="163" y="269"/>
                  </a:lnTo>
                  <a:lnTo>
                    <a:pt x="151" y="293"/>
                  </a:lnTo>
                  <a:lnTo>
                    <a:pt x="139" y="294"/>
                  </a:lnTo>
                  <a:lnTo>
                    <a:pt x="129" y="281"/>
                  </a:lnTo>
                  <a:lnTo>
                    <a:pt x="68" y="306"/>
                  </a:lnTo>
                  <a:lnTo>
                    <a:pt x="13" y="349"/>
                  </a:lnTo>
                  <a:lnTo>
                    <a:pt x="6" y="361"/>
                  </a:lnTo>
                  <a:lnTo>
                    <a:pt x="6" y="384"/>
                  </a:lnTo>
                  <a:lnTo>
                    <a:pt x="16" y="391"/>
                  </a:lnTo>
                  <a:lnTo>
                    <a:pt x="63" y="393"/>
                  </a:lnTo>
                  <a:lnTo>
                    <a:pt x="94" y="373"/>
                  </a:lnTo>
                  <a:lnTo>
                    <a:pt x="139" y="372"/>
                  </a:lnTo>
                  <a:lnTo>
                    <a:pt x="148" y="384"/>
                  </a:lnTo>
                  <a:lnTo>
                    <a:pt x="143" y="397"/>
                  </a:lnTo>
                  <a:lnTo>
                    <a:pt x="151" y="415"/>
                  </a:lnTo>
                  <a:lnTo>
                    <a:pt x="150" y="420"/>
                  </a:lnTo>
                  <a:lnTo>
                    <a:pt x="139" y="419"/>
                  </a:lnTo>
                  <a:lnTo>
                    <a:pt x="128" y="408"/>
                  </a:lnTo>
                  <a:lnTo>
                    <a:pt x="114" y="397"/>
                  </a:lnTo>
                  <a:lnTo>
                    <a:pt x="103" y="417"/>
                  </a:lnTo>
                  <a:lnTo>
                    <a:pt x="75" y="409"/>
                  </a:lnTo>
                  <a:lnTo>
                    <a:pt x="45" y="431"/>
                  </a:lnTo>
                  <a:lnTo>
                    <a:pt x="37" y="443"/>
                  </a:lnTo>
                  <a:lnTo>
                    <a:pt x="5" y="451"/>
                  </a:lnTo>
                  <a:lnTo>
                    <a:pt x="0" y="478"/>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62" name="Freeform 1204">
              <a:extLst>
                <a:ext uri="{FF2B5EF4-FFF2-40B4-BE49-F238E27FC236}">
                  <a16:creationId xmlns:a16="http://schemas.microsoft.com/office/drawing/2014/main" id="{DB9A84BF-8269-332C-1442-D8023A76C639}"/>
                </a:ext>
              </a:extLst>
            </p:cNvPr>
            <p:cNvSpPr>
              <a:spLocks/>
            </p:cNvSpPr>
            <p:nvPr/>
          </p:nvSpPr>
          <p:spPr bwMode="auto">
            <a:xfrm>
              <a:off x="2132" y="3006"/>
              <a:ext cx="1149" cy="838"/>
            </a:xfrm>
            <a:custGeom>
              <a:avLst/>
              <a:gdLst>
                <a:gd name="T0" fmla="*/ 173 w 1149"/>
                <a:gd name="T1" fmla="*/ 647 h 838"/>
                <a:gd name="T2" fmla="*/ 236 w 1149"/>
                <a:gd name="T3" fmla="*/ 625 h 838"/>
                <a:gd name="T4" fmla="*/ 212 w 1149"/>
                <a:gd name="T5" fmla="*/ 657 h 838"/>
                <a:gd name="T6" fmla="*/ 134 w 1149"/>
                <a:gd name="T7" fmla="*/ 746 h 838"/>
                <a:gd name="T8" fmla="*/ 196 w 1149"/>
                <a:gd name="T9" fmla="*/ 812 h 838"/>
                <a:gd name="T10" fmla="*/ 225 w 1149"/>
                <a:gd name="T11" fmla="*/ 796 h 838"/>
                <a:gd name="T12" fmla="*/ 262 w 1149"/>
                <a:gd name="T13" fmla="*/ 837 h 838"/>
                <a:gd name="T14" fmla="*/ 282 w 1149"/>
                <a:gd name="T15" fmla="*/ 800 h 838"/>
                <a:gd name="T16" fmla="*/ 287 w 1149"/>
                <a:gd name="T17" fmla="*/ 752 h 838"/>
                <a:gd name="T18" fmla="*/ 282 w 1149"/>
                <a:gd name="T19" fmla="*/ 679 h 838"/>
                <a:gd name="T20" fmla="*/ 396 w 1149"/>
                <a:gd name="T21" fmla="*/ 685 h 838"/>
                <a:gd name="T22" fmla="*/ 418 w 1149"/>
                <a:gd name="T23" fmla="*/ 681 h 838"/>
                <a:gd name="T24" fmla="*/ 451 w 1149"/>
                <a:gd name="T25" fmla="*/ 665 h 838"/>
                <a:gd name="T26" fmla="*/ 454 w 1149"/>
                <a:gd name="T27" fmla="*/ 693 h 838"/>
                <a:gd name="T28" fmla="*/ 495 w 1149"/>
                <a:gd name="T29" fmla="*/ 730 h 838"/>
                <a:gd name="T30" fmla="*/ 544 w 1149"/>
                <a:gd name="T31" fmla="*/ 730 h 838"/>
                <a:gd name="T32" fmla="*/ 531 w 1149"/>
                <a:gd name="T33" fmla="*/ 681 h 838"/>
                <a:gd name="T34" fmla="*/ 535 w 1149"/>
                <a:gd name="T35" fmla="*/ 632 h 838"/>
                <a:gd name="T36" fmla="*/ 555 w 1149"/>
                <a:gd name="T37" fmla="*/ 601 h 838"/>
                <a:gd name="T38" fmla="*/ 550 w 1149"/>
                <a:gd name="T39" fmla="*/ 554 h 838"/>
                <a:gd name="T40" fmla="*/ 580 w 1149"/>
                <a:gd name="T41" fmla="*/ 557 h 838"/>
                <a:gd name="T42" fmla="*/ 612 w 1149"/>
                <a:gd name="T43" fmla="*/ 569 h 838"/>
                <a:gd name="T44" fmla="*/ 654 w 1149"/>
                <a:gd name="T45" fmla="*/ 566 h 838"/>
                <a:gd name="T46" fmla="*/ 608 w 1149"/>
                <a:gd name="T47" fmla="*/ 528 h 838"/>
                <a:gd name="T48" fmla="*/ 690 w 1149"/>
                <a:gd name="T49" fmla="*/ 544 h 838"/>
                <a:gd name="T50" fmla="*/ 752 w 1149"/>
                <a:gd name="T51" fmla="*/ 569 h 838"/>
                <a:gd name="T52" fmla="*/ 793 w 1149"/>
                <a:gd name="T53" fmla="*/ 509 h 838"/>
                <a:gd name="T54" fmla="*/ 860 w 1149"/>
                <a:gd name="T55" fmla="*/ 422 h 838"/>
                <a:gd name="T56" fmla="*/ 936 w 1149"/>
                <a:gd name="T57" fmla="*/ 427 h 838"/>
                <a:gd name="T58" fmla="*/ 1018 w 1149"/>
                <a:gd name="T59" fmla="*/ 466 h 838"/>
                <a:gd name="T60" fmla="*/ 1028 w 1149"/>
                <a:gd name="T61" fmla="*/ 398 h 838"/>
                <a:gd name="T62" fmla="*/ 1072 w 1149"/>
                <a:gd name="T63" fmla="*/ 361 h 838"/>
                <a:gd name="T64" fmla="*/ 1084 w 1149"/>
                <a:gd name="T65" fmla="*/ 344 h 838"/>
                <a:gd name="T66" fmla="*/ 1084 w 1149"/>
                <a:gd name="T67" fmla="*/ 307 h 838"/>
                <a:gd name="T68" fmla="*/ 1142 w 1149"/>
                <a:gd name="T69" fmla="*/ 275 h 838"/>
                <a:gd name="T70" fmla="*/ 1146 w 1149"/>
                <a:gd name="T71" fmla="*/ 247 h 838"/>
                <a:gd name="T72" fmla="*/ 1095 w 1149"/>
                <a:gd name="T73" fmla="*/ 132 h 838"/>
                <a:gd name="T74" fmla="*/ 935 w 1149"/>
                <a:gd name="T75" fmla="*/ 118 h 838"/>
                <a:gd name="T76" fmla="*/ 637 w 1149"/>
                <a:gd name="T77" fmla="*/ 207 h 838"/>
                <a:gd name="T78" fmla="*/ 490 w 1149"/>
                <a:gd name="T79" fmla="*/ 193 h 838"/>
                <a:gd name="T80" fmla="*/ 366 w 1149"/>
                <a:gd name="T81" fmla="*/ 147 h 838"/>
                <a:gd name="T82" fmla="*/ 322 w 1149"/>
                <a:gd name="T83" fmla="*/ 53 h 838"/>
                <a:gd name="T84" fmla="*/ 168 w 1149"/>
                <a:gd name="T85" fmla="*/ 0 h 838"/>
                <a:gd name="T86" fmla="*/ 57 w 1149"/>
                <a:gd name="T87" fmla="*/ 77 h 838"/>
                <a:gd name="T88" fmla="*/ 20 w 1149"/>
                <a:gd name="T89" fmla="*/ 266 h 838"/>
                <a:gd name="T90" fmla="*/ 0 w 1149"/>
                <a:gd name="T91" fmla="*/ 421 h 838"/>
                <a:gd name="T92" fmla="*/ 137 w 1149"/>
                <a:gd name="T93" fmla="*/ 616 h 83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49" h="838">
                  <a:moveTo>
                    <a:pt x="137" y="639"/>
                  </a:moveTo>
                  <a:lnTo>
                    <a:pt x="151" y="647"/>
                  </a:lnTo>
                  <a:lnTo>
                    <a:pt x="173" y="647"/>
                  </a:lnTo>
                  <a:lnTo>
                    <a:pt x="189" y="636"/>
                  </a:lnTo>
                  <a:lnTo>
                    <a:pt x="212" y="624"/>
                  </a:lnTo>
                  <a:lnTo>
                    <a:pt x="236" y="625"/>
                  </a:lnTo>
                  <a:lnTo>
                    <a:pt x="241" y="647"/>
                  </a:lnTo>
                  <a:lnTo>
                    <a:pt x="241" y="665"/>
                  </a:lnTo>
                  <a:lnTo>
                    <a:pt x="212" y="657"/>
                  </a:lnTo>
                  <a:lnTo>
                    <a:pt x="171" y="675"/>
                  </a:lnTo>
                  <a:lnTo>
                    <a:pt x="144" y="711"/>
                  </a:lnTo>
                  <a:lnTo>
                    <a:pt x="134" y="746"/>
                  </a:lnTo>
                  <a:lnTo>
                    <a:pt x="151" y="779"/>
                  </a:lnTo>
                  <a:lnTo>
                    <a:pt x="176" y="812"/>
                  </a:lnTo>
                  <a:lnTo>
                    <a:pt x="196" y="812"/>
                  </a:lnTo>
                  <a:lnTo>
                    <a:pt x="209" y="800"/>
                  </a:lnTo>
                  <a:lnTo>
                    <a:pt x="218" y="783"/>
                  </a:lnTo>
                  <a:lnTo>
                    <a:pt x="225" y="796"/>
                  </a:lnTo>
                  <a:lnTo>
                    <a:pt x="230" y="823"/>
                  </a:lnTo>
                  <a:lnTo>
                    <a:pt x="241" y="837"/>
                  </a:lnTo>
                  <a:lnTo>
                    <a:pt x="262" y="837"/>
                  </a:lnTo>
                  <a:lnTo>
                    <a:pt x="287" y="837"/>
                  </a:lnTo>
                  <a:lnTo>
                    <a:pt x="287" y="812"/>
                  </a:lnTo>
                  <a:lnTo>
                    <a:pt x="282" y="800"/>
                  </a:lnTo>
                  <a:lnTo>
                    <a:pt x="287" y="786"/>
                  </a:lnTo>
                  <a:lnTo>
                    <a:pt x="294" y="763"/>
                  </a:lnTo>
                  <a:lnTo>
                    <a:pt x="287" y="752"/>
                  </a:lnTo>
                  <a:lnTo>
                    <a:pt x="277" y="735"/>
                  </a:lnTo>
                  <a:lnTo>
                    <a:pt x="277" y="711"/>
                  </a:lnTo>
                  <a:lnTo>
                    <a:pt x="282" y="679"/>
                  </a:lnTo>
                  <a:lnTo>
                    <a:pt x="309" y="681"/>
                  </a:lnTo>
                  <a:lnTo>
                    <a:pt x="356" y="691"/>
                  </a:lnTo>
                  <a:lnTo>
                    <a:pt x="396" y="685"/>
                  </a:lnTo>
                  <a:lnTo>
                    <a:pt x="400" y="665"/>
                  </a:lnTo>
                  <a:lnTo>
                    <a:pt x="418" y="668"/>
                  </a:lnTo>
                  <a:lnTo>
                    <a:pt x="418" y="681"/>
                  </a:lnTo>
                  <a:lnTo>
                    <a:pt x="430" y="704"/>
                  </a:lnTo>
                  <a:lnTo>
                    <a:pt x="446" y="691"/>
                  </a:lnTo>
                  <a:lnTo>
                    <a:pt x="451" y="665"/>
                  </a:lnTo>
                  <a:lnTo>
                    <a:pt x="467" y="661"/>
                  </a:lnTo>
                  <a:lnTo>
                    <a:pt x="462" y="675"/>
                  </a:lnTo>
                  <a:lnTo>
                    <a:pt x="454" y="693"/>
                  </a:lnTo>
                  <a:lnTo>
                    <a:pt x="473" y="708"/>
                  </a:lnTo>
                  <a:lnTo>
                    <a:pt x="487" y="718"/>
                  </a:lnTo>
                  <a:lnTo>
                    <a:pt x="495" y="730"/>
                  </a:lnTo>
                  <a:lnTo>
                    <a:pt x="519" y="746"/>
                  </a:lnTo>
                  <a:lnTo>
                    <a:pt x="529" y="746"/>
                  </a:lnTo>
                  <a:lnTo>
                    <a:pt x="544" y="730"/>
                  </a:lnTo>
                  <a:lnTo>
                    <a:pt x="544" y="715"/>
                  </a:lnTo>
                  <a:lnTo>
                    <a:pt x="544" y="691"/>
                  </a:lnTo>
                  <a:lnTo>
                    <a:pt x="531" y="681"/>
                  </a:lnTo>
                  <a:lnTo>
                    <a:pt x="524" y="668"/>
                  </a:lnTo>
                  <a:lnTo>
                    <a:pt x="524" y="649"/>
                  </a:lnTo>
                  <a:lnTo>
                    <a:pt x="535" y="632"/>
                  </a:lnTo>
                  <a:lnTo>
                    <a:pt x="559" y="628"/>
                  </a:lnTo>
                  <a:lnTo>
                    <a:pt x="560" y="613"/>
                  </a:lnTo>
                  <a:lnTo>
                    <a:pt x="555" y="601"/>
                  </a:lnTo>
                  <a:lnTo>
                    <a:pt x="560" y="588"/>
                  </a:lnTo>
                  <a:lnTo>
                    <a:pt x="559" y="573"/>
                  </a:lnTo>
                  <a:lnTo>
                    <a:pt x="550" y="554"/>
                  </a:lnTo>
                  <a:lnTo>
                    <a:pt x="565" y="554"/>
                  </a:lnTo>
                  <a:lnTo>
                    <a:pt x="572" y="558"/>
                  </a:lnTo>
                  <a:lnTo>
                    <a:pt x="580" y="557"/>
                  </a:lnTo>
                  <a:lnTo>
                    <a:pt x="591" y="546"/>
                  </a:lnTo>
                  <a:lnTo>
                    <a:pt x="602" y="558"/>
                  </a:lnTo>
                  <a:lnTo>
                    <a:pt x="612" y="569"/>
                  </a:lnTo>
                  <a:lnTo>
                    <a:pt x="623" y="577"/>
                  </a:lnTo>
                  <a:lnTo>
                    <a:pt x="648" y="577"/>
                  </a:lnTo>
                  <a:lnTo>
                    <a:pt x="654" y="566"/>
                  </a:lnTo>
                  <a:lnTo>
                    <a:pt x="645" y="557"/>
                  </a:lnTo>
                  <a:lnTo>
                    <a:pt x="612" y="544"/>
                  </a:lnTo>
                  <a:lnTo>
                    <a:pt x="608" y="528"/>
                  </a:lnTo>
                  <a:lnTo>
                    <a:pt x="632" y="521"/>
                  </a:lnTo>
                  <a:lnTo>
                    <a:pt x="654" y="532"/>
                  </a:lnTo>
                  <a:lnTo>
                    <a:pt x="690" y="544"/>
                  </a:lnTo>
                  <a:lnTo>
                    <a:pt x="719" y="558"/>
                  </a:lnTo>
                  <a:lnTo>
                    <a:pt x="732" y="566"/>
                  </a:lnTo>
                  <a:lnTo>
                    <a:pt x="752" y="569"/>
                  </a:lnTo>
                  <a:lnTo>
                    <a:pt x="766" y="558"/>
                  </a:lnTo>
                  <a:lnTo>
                    <a:pt x="783" y="546"/>
                  </a:lnTo>
                  <a:lnTo>
                    <a:pt x="793" y="509"/>
                  </a:lnTo>
                  <a:lnTo>
                    <a:pt x="829" y="469"/>
                  </a:lnTo>
                  <a:lnTo>
                    <a:pt x="832" y="446"/>
                  </a:lnTo>
                  <a:lnTo>
                    <a:pt x="860" y="422"/>
                  </a:lnTo>
                  <a:lnTo>
                    <a:pt x="890" y="405"/>
                  </a:lnTo>
                  <a:lnTo>
                    <a:pt x="909" y="413"/>
                  </a:lnTo>
                  <a:lnTo>
                    <a:pt x="936" y="427"/>
                  </a:lnTo>
                  <a:lnTo>
                    <a:pt x="956" y="450"/>
                  </a:lnTo>
                  <a:lnTo>
                    <a:pt x="994" y="484"/>
                  </a:lnTo>
                  <a:lnTo>
                    <a:pt x="1018" y="466"/>
                  </a:lnTo>
                  <a:lnTo>
                    <a:pt x="1028" y="442"/>
                  </a:lnTo>
                  <a:lnTo>
                    <a:pt x="1020" y="433"/>
                  </a:lnTo>
                  <a:lnTo>
                    <a:pt x="1028" y="398"/>
                  </a:lnTo>
                  <a:lnTo>
                    <a:pt x="1039" y="389"/>
                  </a:lnTo>
                  <a:lnTo>
                    <a:pt x="1062" y="383"/>
                  </a:lnTo>
                  <a:lnTo>
                    <a:pt x="1072" y="361"/>
                  </a:lnTo>
                  <a:lnTo>
                    <a:pt x="1087" y="359"/>
                  </a:lnTo>
                  <a:lnTo>
                    <a:pt x="1084" y="354"/>
                  </a:lnTo>
                  <a:lnTo>
                    <a:pt x="1084" y="344"/>
                  </a:lnTo>
                  <a:lnTo>
                    <a:pt x="1092" y="332"/>
                  </a:lnTo>
                  <a:lnTo>
                    <a:pt x="1097" y="320"/>
                  </a:lnTo>
                  <a:lnTo>
                    <a:pt x="1084" y="307"/>
                  </a:lnTo>
                  <a:lnTo>
                    <a:pt x="1084" y="291"/>
                  </a:lnTo>
                  <a:lnTo>
                    <a:pt x="1102" y="279"/>
                  </a:lnTo>
                  <a:lnTo>
                    <a:pt x="1142" y="275"/>
                  </a:lnTo>
                  <a:lnTo>
                    <a:pt x="1141" y="268"/>
                  </a:lnTo>
                  <a:lnTo>
                    <a:pt x="1137" y="254"/>
                  </a:lnTo>
                  <a:lnTo>
                    <a:pt x="1146" y="247"/>
                  </a:lnTo>
                  <a:lnTo>
                    <a:pt x="1148" y="199"/>
                  </a:lnTo>
                  <a:lnTo>
                    <a:pt x="1148" y="144"/>
                  </a:lnTo>
                  <a:lnTo>
                    <a:pt x="1095" y="132"/>
                  </a:lnTo>
                  <a:lnTo>
                    <a:pt x="1029" y="135"/>
                  </a:lnTo>
                  <a:lnTo>
                    <a:pt x="979" y="110"/>
                  </a:lnTo>
                  <a:lnTo>
                    <a:pt x="935" y="118"/>
                  </a:lnTo>
                  <a:lnTo>
                    <a:pt x="892" y="157"/>
                  </a:lnTo>
                  <a:lnTo>
                    <a:pt x="822" y="193"/>
                  </a:lnTo>
                  <a:lnTo>
                    <a:pt x="637" y="207"/>
                  </a:lnTo>
                  <a:lnTo>
                    <a:pt x="569" y="180"/>
                  </a:lnTo>
                  <a:lnTo>
                    <a:pt x="525" y="189"/>
                  </a:lnTo>
                  <a:lnTo>
                    <a:pt x="490" y="193"/>
                  </a:lnTo>
                  <a:lnTo>
                    <a:pt x="423" y="173"/>
                  </a:lnTo>
                  <a:lnTo>
                    <a:pt x="366" y="173"/>
                  </a:lnTo>
                  <a:lnTo>
                    <a:pt x="366" y="147"/>
                  </a:lnTo>
                  <a:lnTo>
                    <a:pt x="379" y="121"/>
                  </a:lnTo>
                  <a:lnTo>
                    <a:pt x="374" y="88"/>
                  </a:lnTo>
                  <a:lnTo>
                    <a:pt x="322" y="53"/>
                  </a:lnTo>
                  <a:lnTo>
                    <a:pt x="268" y="36"/>
                  </a:lnTo>
                  <a:lnTo>
                    <a:pt x="210" y="22"/>
                  </a:lnTo>
                  <a:lnTo>
                    <a:pt x="168" y="0"/>
                  </a:lnTo>
                  <a:lnTo>
                    <a:pt x="148" y="21"/>
                  </a:lnTo>
                  <a:lnTo>
                    <a:pt x="99" y="50"/>
                  </a:lnTo>
                  <a:lnTo>
                    <a:pt x="57" y="77"/>
                  </a:lnTo>
                  <a:lnTo>
                    <a:pt x="20" y="124"/>
                  </a:lnTo>
                  <a:lnTo>
                    <a:pt x="10" y="209"/>
                  </a:lnTo>
                  <a:lnTo>
                    <a:pt x="20" y="266"/>
                  </a:lnTo>
                  <a:lnTo>
                    <a:pt x="32" y="312"/>
                  </a:lnTo>
                  <a:lnTo>
                    <a:pt x="21" y="358"/>
                  </a:lnTo>
                  <a:lnTo>
                    <a:pt x="0" y="421"/>
                  </a:lnTo>
                  <a:lnTo>
                    <a:pt x="31" y="489"/>
                  </a:lnTo>
                  <a:lnTo>
                    <a:pt x="65" y="542"/>
                  </a:lnTo>
                  <a:lnTo>
                    <a:pt x="137" y="616"/>
                  </a:lnTo>
                  <a:lnTo>
                    <a:pt x="137" y="639"/>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63" name="Freeform 1205">
              <a:extLst>
                <a:ext uri="{FF2B5EF4-FFF2-40B4-BE49-F238E27FC236}">
                  <a16:creationId xmlns:a16="http://schemas.microsoft.com/office/drawing/2014/main" id="{1ED155DA-6E6B-7C29-B18D-69AEF8B6267B}"/>
                </a:ext>
              </a:extLst>
            </p:cNvPr>
            <p:cNvSpPr>
              <a:spLocks/>
            </p:cNvSpPr>
            <p:nvPr/>
          </p:nvSpPr>
          <p:spPr bwMode="auto">
            <a:xfrm>
              <a:off x="1722" y="1188"/>
              <a:ext cx="1439" cy="1047"/>
            </a:xfrm>
            <a:custGeom>
              <a:avLst/>
              <a:gdLst>
                <a:gd name="T0" fmla="*/ 40 w 1439"/>
                <a:gd name="T1" fmla="*/ 280 h 1047"/>
                <a:gd name="T2" fmla="*/ 108 w 1439"/>
                <a:gd name="T3" fmla="*/ 343 h 1047"/>
                <a:gd name="T4" fmla="*/ 163 w 1439"/>
                <a:gd name="T5" fmla="*/ 306 h 1047"/>
                <a:gd name="T6" fmla="*/ 210 w 1439"/>
                <a:gd name="T7" fmla="*/ 335 h 1047"/>
                <a:gd name="T8" fmla="*/ 272 w 1439"/>
                <a:gd name="T9" fmla="*/ 355 h 1047"/>
                <a:gd name="T10" fmla="*/ 359 w 1439"/>
                <a:gd name="T11" fmla="*/ 425 h 1047"/>
                <a:gd name="T12" fmla="*/ 407 w 1439"/>
                <a:gd name="T13" fmla="*/ 469 h 1047"/>
                <a:gd name="T14" fmla="*/ 359 w 1439"/>
                <a:gd name="T15" fmla="*/ 544 h 1047"/>
                <a:gd name="T16" fmla="*/ 359 w 1439"/>
                <a:gd name="T17" fmla="*/ 625 h 1047"/>
                <a:gd name="T18" fmla="*/ 447 w 1439"/>
                <a:gd name="T19" fmla="*/ 675 h 1047"/>
                <a:gd name="T20" fmla="*/ 525 w 1439"/>
                <a:gd name="T21" fmla="*/ 714 h 1047"/>
                <a:gd name="T22" fmla="*/ 505 w 1439"/>
                <a:gd name="T23" fmla="*/ 754 h 1047"/>
                <a:gd name="T24" fmla="*/ 521 w 1439"/>
                <a:gd name="T25" fmla="*/ 814 h 1047"/>
                <a:gd name="T26" fmla="*/ 494 w 1439"/>
                <a:gd name="T27" fmla="*/ 886 h 1047"/>
                <a:gd name="T28" fmla="*/ 496 w 1439"/>
                <a:gd name="T29" fmla="*/ 945 h 1047"/>
                <a:gd name="T30" fmla="*/ 534 w 1439"/>
                <a:gd name="T31" fmla="*/ 981 h 1047"/>
                <a:gd name="T32" fmla="*/ 608 w 1439"/>
                <a:gd name="T33" fmla="*/ 909 h 1047"/>
                <a:gd name="T34" fmla="*/ 649 w 1439"/>
                <a:gd name="T35" fmla="*/ 936 h 1047"/>
                <a:gd name="T36" fmla="*/ 707 w 1439"/>
                <a:gd name="T37" fmla="*/ 949 h 1047"/>
                <a:gd name="T38" fmla="*/ 772 w 1439"/>
                <a:gd name="T39" fmla="*/ 920 h 1047"/>
                <a:gd name="T40" fmla="*/ 834 w 1439"/>
                <a:gd name="T41" fmla="*/ 955 h 1047"/>
                <a:gd name="T42" fmla="*/ 870 w 1439"/>
                <a:gd name="T43" fmla="*/ 981 h 1047"/>
                <a:gd name="T44" fmla="*/ 1006 w 1439"/>
                <a:gd name="T45" fmla="*/ 1031 h 1047"/>
                <a:gd name="T46" fmla="*/ 1101 w 1439"/>
                <a:gd name="T47" fmla="*/ 1043 h 1047"/>
                <a:gd name="T48" fmla="*/ 1145 w 1439"/>
                <a:gd name="T49" fmla="*/ 1005 h 1047"/>
                <a:gd name="T50" fmla="*/ 1242 w 1439"/>
                <a:gd name="T51" fmla="*/ 1005 h 1047"/>
                <a:gd name="T52" fmla="*/ 1304 w 1439"/>
                <a:gd name="T53" fmla="*/ 1005 h 1047"/>
                <a:gd name="T54" fmla="*/ 1352 w 1439"/>
                <a:gd name="T55" fmla="*/ 943 h 1047"/>
                <a:gd name="T56" fmla="*/ 1407 w 1439"/>
                <a:gd name="T57" fmla="*/ 848 h 1047"/>
                <a:gd name="T58" fmla="*/ 1315 w 1439"/>
                <a:gd name="T59" fmla="*/ 727 h 1047"/>
                <a:gd name="T60" fmla="*/ 1303 w 1439"/>
                <a:gd name="T61" fmla="*/ 679 h 1047"/>
                <a:gd name="T62" fmla="*/ 1257 w 1439"/>
                <a:gd name="T63" fmla="*/ 625 h 1047"/>
                <a:gd name="T64" fmla="*/ 1175 w 1439"/>
                <a:gd name="T65" fmla="*/ 549 h 1047"/>
                <a:gd name="T66" fmla="*/ 1101 w 1439"/>
                <a:gd name="T67" fmla="*/ 452 h 1047"/>
                <a:gd name="T68" fmla="*/ 1022 w 1439"/>
                <a:gd name="T69" fmla="*/ 349 h 1047"/>
                <a:gd name="T70" fmla="*/ 926 w 1439"/>
                <a:gd name="T71" fmla="*/ 164 h 1047"/>
                <a:gd name="T72" fmla="*/ 880 w 1439"/>
                <a:gd name="T73" fmla="*/ 65 h 1047"/>
                <a:gd name="T74" fmla="*/ 841 w 1439"/>
                <a:gd name="T75" fmla="*/ 0 h 1047"/>
                <a:gd name="T76" fmla="*/ 701 w 1439"/>
                <a:gd name="T77" fmla="*/ 89 h 1047"/>
                <a:gd name="T78" fmla="*/ 480 w 1439"/>
                <a:gd name="T79" fmla="*/ 192 h 1047"/>
                <a:gd name="T80" fmla="*/ 278 w 1439"/>
                <a:gd name="T81" fmla="*/ 152 h 1047"/>
                <a:gd name="T82" fmla="*/ 104 w 1439"/>
                <a:gd name="T83" fmla="*/ 144 h 1047"/>
                <a:gd name="T84" fmla="*/ 6 w 1439"/>
                <a:gd name="T85" fmla="*/ 235 h 10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39" h="1047">
                  <a:moveTo>
                    <a:pt x="0" y="270"/>
                  </a:moveTo>
                  <a:lnTo>
                    <a:pt x="40" y="280"/>
                  </a:lnTo>
                  <a:lnTo>
                    <a:pt x="80" y="325"/>
                  </a:lnTo>
                  <a:lnTo>
                    <a:pt x="108" y="343"/>
                  </a:lnTo>
                  <a:lnTo>
                    <a:pt x="148" y="333"/>
                  </a:lnTo>
                  <a:lnTo>
                    <a:pt x="163" y="306"/>
                  </a:lnTo>
                  <a:lnTo>
                    <a:pt x="196" y="310"/>
                  </a:lnTo>
                  <a:lnTo>
                    <a:pt x="210" y="335"/>
                  </a:lnTo>
                  <a:lnTo>
                    <a:pt x="236" y="346"/>
                  </a:lnTo>
                  <a:lnTo>
                    <a:pt x="272" y="355"/>
                  </a:lnTo>
                  <a:lnTo>
                    <a:pt x="308" y="401"/>
                  </a:lnTo>
                  <a:lnTo>
                    <a:pt x="359" y="425"/>
                  </a:lnTo>
                  <a:lnTo>
                    <a:pt x="395" y="440"/>
                  </a:lnTo>
                  <a:lnTo>
                    <a:pt x="407" y="469"/>
                  </a:lnTo>
                  <a:lnTo>
                    <a:pt x="378" y="505"/>
                  </a:lnTo>
                  <a:lnTo>
                    <a:pt x="359" y="544"/>
                  </a:lnTo>
                  <a:lnTo>
                    <a:pt x="356" y="567"/>
                  </a:lnTo>
                  <a:lnTo>
                    <a:pt x="359" y="625"/>
                  </a:lnTo>
                  <a:lnTo>
                    <a:pt x="385" y="659"/>
                  </a:lnTo>
                  <a:lnTo>
                    <a:pt x="447" y="675"/>
                  </a:lnTo>
                  <a:lnTo>
                    <a:pt x="515" y="694"/>
                  </a:lnTo>
                  <a:lnTo>
                    <a:pt x="525" y="714"/>
                  </a:lnTo>
                  <a:lnTo>
                    <a:pt x="521" y="733"/>
                  </a:lnTo>
                  <a:lnTo>
                    <a:pt x="505" y="754"/>
                  </a:lnTo>
                  <a:lnTo>
                    <a:pt x="505" y="779"/>
                  </a:lnTo>
                  <a:lnTo>
                    <a:pt x="521" y="814"/>
                  </a:lnTo>
                  <a:lnTo>
                    <a:pt x="494" y="850"/>
                  </a:lnTo>
                  <a:lnTo>
                    <a:pt x="494" y="886"/>
                  </a:lnTo>
                  <a:lnTo>
                    <a:pt x="494" y="938"/>
                  </a:lnTo>
                  <a:lnTo>
                    <a:pt x="496" y="945"/>
                  </a:lnTo>
                  <a:lnTo>
                    <a:pt x="519" y="973"/>
                  </a:lnTo>
                  <a:lnTo>
                    <a:pt x="534" y="981"/>
                  </a:lnTo>
                  <a:lnTo>
                    <a:pt x="562" y="961"/>
                  </a:lnTo>
                  <a:lnTo>
                    <a:pt x="608" y="909"/>
                  </a:lnTo>
                  <a:lnTo>
                    <a:pt x="635" y="906"/>
                  </a:lnTo>
                  <a:lnTo>
                    <a:pt x="649" y="936"/>
                  </a:lnTo>
                  <a:lnTo>
                    <a:pt x="670" y="959"/>
                  </a:lnTo>
                  <a:lnTo>
                    <a:pt x="707" y="949"/>
                  </a:lnTo>
                  <a:lnTo>
                    <a:pt x="732" y="932"/>
                  </a:lnTo>
                  <a:lnTo>
                    <a:pt x="772" y="920"/>
                  </a:lnTo>
                  <a:lnTo>
                    <a:pt x="809" y="938"/>
                  </a:lnTo>
                  <a:lnTo>
                    <a:pt x="834" y="955"/>
                  </a:lnTo>
                  <a:lnTo>
                    <a:pt x="839" y="979"/>
                  </a:lnTo>
                  <a:lnTo>
                    <a:pt x="870" y="981"/>
                  </a:lnTo>
                  <a:lnTo>
                    <a:pt x="936" y="1000"/>
                  </a:lnTo>
                  <a:lnTo>
                    <a:pt x="1006" y="1031"/>
                  </a:lnTo>
                  <a:lnTo>
                    <a:pt x="1068" y="1046"/>
                  </a:lnTo>
                  <a:lnTo>
                    <a:pt x="1101" y="1043"/>
                  </a:lnTo>
                  <a:lnTo>
                    <a:pt x="1121" y="1017"/>
                  </a:lnTo>
                  <a:lnTo>
                    <a:pt x="1145" y="1005"/>
                  </a:lnTo>
                  <a:lnTo>
                    <a:pt x="1179" y="1017"/>
                  </a:lnTo>
                  <a:lnTo>
                    <a:pt x="1242" y="1005"/>
                  </a:lnTo>
                  <a:lnTo>
                    <a:pt x="1288" y="989"/>
                  </a:lnTo>
                  <a:lnTo>
                    <a:pt x="1304" y="1005"/>
                  </a:lnTo>
                  <a:lnTo>
                    <a:pt x="1328" y="995"/>
                  </a:lnTo>
                  <a:lnTo>
                    <a:pt x="1352" y="943"/>
                  </a:lnTo>
                  <a:lnTo>
                    <a:pt x="1438" y="869"/>
                  </a:lnTo>
                  <a:lnTo>
                    <a:pt x="1407" y="848"/>
                  </a:lnTo>
                  <a:lnTo>
                    <a:pt x="1382" y="799"/>
                  </a:lnTo>
                  <a:lnTo>
                    <a:pt x="1315" y="727"/>
                  </a:lnTo>
                  <a:lnTo>
                    <a:pt x="1313" y="708"/>
                  </a:lnTo>
                  <a:lnTo>
                    <a:pt x="1303" y="679"/>
                  </a:lnTo>
                  <a:lnTo>
                    <a:pt x="1276" y="667"/>
                  </a:lnTo>
                  <a:lnTo>
                    <a:pt x="1257" y="625"/>
                  </a:lnTo>
                  <a:lnTo>
                    <a:pt x="1246" y="600"/>
                  </a:lnTo>
                  <a:lnTo>
                    <a:pt x="1175" y="549"/>
                  </a:lnTo>
                  <a:lnTo>
                    <a:pt x="1175" y="537"/>
                  </a:lnTo>
                  <a:lnTo>
                    <a:pt x="1101" y="452"/>
                  </a:lnTo>
                  <a:lnTo>
                    <a:pt x="1082" y="409"/>
                  </a:lnTo>
                  <a:lnTo>
                    <a:pt x="1022" y="349"/>
                  </a:lnTo>
                  <a:lnTo>
                    <a:pt x="980" y="255"/>
                  </a:lnTo>
                  <a:lnTo>
                    <a:pt x="926" y="164"/>
                  </a:lnTo>
                  <a:lnTo>
                    <a:pt x="902" y="133"/>
                  </a:lnTo>
                  <a:lnTo>
                    <a:pt x="880" y="65"/>
                  </a:lnTo>
                  <a:lnTo>
                    <a:pt x="844" y="1"/>
                  </a:lnTo>
                  <a:lnTo>
                    <a:pt x="841" y="0"/>
                  </a:lnTo>
                  <a:lnTo>
                    <a:pt x="761" y="33"/>
                  </a:lnTo>
                  <a:lnTo>
                    <a:pt x="701" y="89"/>
                  </a:lnTo>
                  <a:lnTo>
                    <a:pt x="583" y="175"/>
                  </a:lnTo>
                  <a:lnTo>
                    <a:pt x="480" y="192"/>
                  </a:lnTo>
                  <a:lnTo>
                    <a:pt x="391" y="175"/>
                  </a:lnTo>
                  <a:lnTo>
                    <a:pt x="278" y="152"/>
                  </a:lnTo>
                  <a:lnTo>
                    <a:pt x="163" y="133"/>
                  </a:lnTo>
                  <a:lnTo>
                    <a:pt x="104" y="144"/>
                  </a:lnTo>
                  <a:lnTo>
                    <a:pt x="45" y="160"/>
                  </a:lnTo>
                  <a:lnTo>
                    <a:pt x="6" y="235"/>
                  </a:lnTo>
                  <a:lnTo>
                    <a:pt x="0" y="270"/>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sp>
          <p:nvSpPr>
            <p:cNvPr id="418064" name="Freeform 1206">
              <a:extLst>
                <a:ext uri="{FF2B5EF4-FFF2-40B4-BE49-F238E27FC236}">
                  <a16:creationId xmlns:a16="http://schemas.microsoft.com/office/drawing/2014/main" id="{2D7B83CF-866E-1A80-1C5E-1C76EA4C125F}"/>
                </a:ext>
              </a:extLst>
            </p:cNvPr>
            <p:cNvSpPr>
              <a:spLocks/>
            </p:cNvSpPr>
            <p:nvPr/>
          </p:nvSpPr>
          <p:spPr bwMode="auto">
            <a:xfrm>
              <a:off x="1932" y="2096"/>
              <a:ext cx="797" cy="834"/>
            </a:xfrm>
            <a:custGeom>
              <a:avLst/>
              <a:gdLst>
                <a:gd name="T0" fmla="*/ 20 w 797"/>
                <a:gd name="T1" fmla="*/ 287 h 834"/>
                <a:gd name="T2" fmla="*/ 84 w 797"/>
                <a:gd name="T3" fmla="*/ 327 h 834"/>
                <a:gd name="T4" fmla="*/ 61 w 797"/>
                <a:gd name="T5" fmla="*/ 358 h 834"/>
                <a:gd name="T6" fmla="*/ 15 w 797"/>
                <a:gd name="T7" fmla="*/ 398 h 834"/>
                <a:gd name="T8" fmla="*/ 52 w 797"/>
                <a:gd name="T9" fmla="*/ 471 h 834"/>
                <a:gd name="T10" fmla="*/ 52 w 797"/>
                <a:gd name="T11" fmla="*/ 517 h 834"/>
                <a:gd name="T12" fmla="*/ 125 w 797"/>
                <a:gd name="T13" fmla="*/ 534 h 834"/>
                <a:gd name="T14" fmla="*/ 168 w 797"/>
                <a:gd name="T15" fmla="*/ 560 h 834"/>
                <a:gd name="T16" fmla="*/ 156 w 797"/>
                <a:gd name="T17" fmla="*/ 623 h 834"/>
                <a:gd name="T18" fmla="*/ 148 w 797"/>
                <a:gd name="T19" fmla="*/ 685 h 834"/>
                <a:gd name="T20" fmla="*/ 206 w 797"/>
                <a:gd name="T21" fmla="*/ 734 h 834"/>
                <a:gd name="T22" fmla="*/ 274 w 797"/>
                <a:gd name="T23" fmla="*/ 815 h 834"/>
                <a:gd name="T24" fmla="*/ 381 w 797"/>
                <a:gd name="T25" fmla="*/ 833 h 834"/>
                <a:gd name="T26" fmla="*/ 434 w 797"/>
                <a:gd name="T27" fmla="*/ 742 h 834"/>
                <a:gd name="T28" fmla="*/ 445 w 797"/>
                <a:gd name="T29" fmla="*/ 681 h 834"/>
                <a:gd name="T30" fmla="*/ 381 w 797"/>
                <a:gd name="T31" fmla="*/ 657 h 834"/>
                <a:gd name="T32" fmla="*/ 361 w 797"/>
                <a:gd name="T33" fmla="*/ 601 h 834"/>
                <a:gd name="T34" fmla="*/ 370 w 797"/>
                <a:gd name="T35" fmla="*/ 537 h 834"/>
                <a:gd name="T36" fmla="*/ 351 w 797"/>
                <a:gd name="T37" fmla="*/ 457 h 834"/>
                <a:gd name="T38" fmla="*/ 406 w 797"/>
                <a:gd name="T39" fmla="*/ 361 h 834"/>
                <a:gd name="T40" fmla="*/ 468 w 797"/>
                <a:gd name="T41" fmla="*/ 294 h 834"/>
                <a:gd name="T42" fmla="*/ 536 w 797"/>
                <a:gd name="T43" fmla="*/ 283 h 834"/>
                <a:gd name="T44" fmla="*/ 583 w 797"/>
                <a:gd name="T45" fmla="*/ 254 h 834"/>
                <a:gd name="T46" fmla="*/ 637 w 797"/>
                <a:gd name="T47" fmla="*/ 283 h 834"/>
                <a:gd name="T48" fmla="*/ 699 w 797"/>
                <a:gd name="T49" fmla="*/ 254 h 834"/>
                <a:gd name="T50" fmla="*/ 796 w 797"/>
                <a:gd name="T51" fmla="*/ 124 h 834"/>
                <a:gd name="T52" fmla="*/ 659 w 797"/>
                <a:gd name="T53" fmla="*/ 74 h 834"/>
                <a:gd name="T54" fmla="*/ 622 w 797"/>
                <a:gd name="T55" fmla="*/ 48 h 834"/>
                <a:gd name="T56" fmla="*/ 561 w 797"/>
                <a:gd name="T57" fmla="*/ 13 h 834"/>
                <a:gd name="T58" fmla="*/ 496 w 797"/>
                <a:gd name="T59" fmla="*/ 42 h 834"/>
                <a:gd name="T60" fmla="*/ 438 w 797"/>
                <a:gd name="T61" fmla="*/ 29 h 834"/>
                <a:gd name="T62" fmla="*/ 398 w 797"/>
                <a:gd name="T63" fmla="*/ 2 h 834"/>
                <a:gd name="T64" fmla="*/ 323 w 797"/>
                <a:gd name="T65" fmla="*/ 74 h 834"/>
                <a:gd name="T66" fmla="*/ 283 w 797"/>
                <a:gd name="T67" fmla="*/ 33 h 834"/>
                <a:gd name="T68" fmla="*/ 258 w 797"/>
                <a:gd name="T69" fmla="*/ 74 h 834"/>
                <a:gd name="T70" fmla="*/ 206 w 797"/>
                <a:gd name="T71" fmla="*/ 125 h 834"/>
                <a:gd name="T72" fmla="*/ 143 w 797"/>
                <a:gd name="T73" fmla="*/ 147 h 834"/>
                <a:gd name="T74" fmla="*/ 65 w 797"/>
                <a:gd name="T75" fmla="*/ 188 h 8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7" h="834">
                  <a:moveTo>
                    <a:pt x="0" y="239"/>
                  </a:moveTo>
                  <a:lnTo>
                    <a:pt x="20" y="287"/>
                  </a:lnTo>
                  <a:lnTo>
                    <a:pt x="57" y="315"/>
                  </a:lnTo>
                  <a:lnTo>
                    <a:pt x="84" y="327"/>
                  </a:lnTo>
                  <a:lnTo>
                    <a:pt x="81" y="351"/>
                  </a:lnTo>
                  <a:lnTo>
                    <a:pt x="61" y="358"/>
                  </a:lnTo>
                  <a:lnTo>
                    <a:pt x="27" y="369"/>
                  </a:lnTo>
                  <a:lnTo>
                    <a:pt x="15" y="398"/>
                  </a:lnTo>
                  <a:lnTo>
                    <a:pt x="20" y="438"/>
                  </a:lnTo>
                  <a:lnTo>
                    <a:pt x="52" y="471"/>
                  </a:lnTo>
                  <a:lnTo>
                    <a:pt x="61" y="494"/>
                  </a:lnTo>
                  <a:lnTo>
                    <a:pt x="52" y="517"/>
                  </a:lnTo>
                  <a:lnTo>
                    <a:pt x="86" y="546"/>
                  </a:lnTo>
                  <a:lnTo>
                    <a:pt x="125" y="534"/>
                  </a:lnTo>
                  <a:lnTo>
                    <a:pt x="146" y="546"/>
                  </a:lnTo>
                  <a:lnTo>
                    <a:pt x="168" y="560"/>
                  </a:lnTo>
                  <a:lnTo>
                    <a:pt x="177" y="582"/>
                  </a:lnTo>
                  <a:lnTo>
                    <a:pt x="156" y="623"/>
                  </a:lnTo>
                  <a:lnTo>
                    <a:pt x="138" y="645"/>
                  </a:lnTo>
                  <a:lnTo>
                    <a:pt x="148" y="685"/>
                  </a:lnTo>
                  <a:lnTo>
                    <a:pt x="187" y="708"/>
                  </a:lnTo>
                  <a:lnTo>
                    <a:pt x="206" y="734"/>
                  </a:lnTo>
                  <a:lnTo>
                    <a:pt x="229" y="787"/>
                  </a:lnTo>
                  <a:lnTo>
                    <a:pt x="274" y="815"/>
                  </a:lnTo>
                  <a:lnTo>
                    <a:pt x="340" y="818"/>
                  </a:lnTo>
                  <a:lnTo>
                    <a:pt x="381" y="833"/>
                  </a:lnTo>
                  <a:lnTo>
                    <a:pt x="434" y="796"/>
                  </a:lnTo>
                  <a:lnTo>
                    <a:pt x="434" y="742"/>
                  </a:lnTo>
                  <a:lnTo>
                    <a:pt x="450" y="704"/>
                  </a:lnTo>
                  <a:lnTo>
                    <a:pt x="445" y="681"/>
                  </a:lnTo>
                  <a:lnTo>
                    <a:pt x="413" y="673"/>
                  </a:lnTo>
                  <a:lnTo>
                    <a:pt x="381" y="657"/>
                  </a:lnTo>
                  <a:lnTo>
                    <a:pt x="361" y="637"/>
                  </a:lnTo>
                  <a:lnTo>
                    <a:pt x="361" y="601"/>
                  </a:lnTo>
                  <a:lnTo>
                    <a:pt x="384" y="580"/>
                  </a:lnTo>
                  <a:lnTo>
                    <a:pt x="370" y="537"/>
                  </a:lnTo>
                  <a:lnTo>
                    <a:pt x="370" y="471"/>
                  </a:lnTo>
                  <a:lnTo>
                    <a:pt x="351" y="457"/>
                  </a:lnTo>
                  <a:lnTo>
                    <a:pt x="357" y="423"/>
                  </a:lnTo>
                  <a:lnTo>
                    <a:pt x="406" y="361"/>
                  </a:lnTo>
                  <a:lnTo>
                    <a:pt x="455" y="338"/>
                  </a:lnTo>
                  <a:lnTo>
                    <a:pt x="468" y="294"/>
                  </a:lnTo>
                  <a:lnTo>
                    <a:pt x="492" y="272"/>
                  </a:lnTo>
                  <a:lnTo>
                    <a:pt x="536" y="283"/>
                  </a:lnTo>
                  <a:lnTo>
                    <a:pt x="566" y="272"/>
                  </a:lnTo>
                  <a:lnTo>
                    <a:pt x="583" y="254"/>
                  </a:lnTo>
                  <a:lnTo>
                    <a:pt x="619" y="272"/>
                  </a:lnTo>
                  <a:lnTo>
                    <a:pt x="637" y="283"/>
                  </a:lnTo>
                  <a:lnTo>
                    <a:pt x="692" y="276"/>
                  </a:lnTo>
                  <a:lnTo>
                    <a:pt x="699" y="254"/>
                  </a:lnTo>
                  <a:lnTo>
                    <a:pt x="714" y="201"/>
                  </a:lnTo>
                  <a:lnTo>
                    <a:pt x="796" y="124"/>
                  </a:lnTo>
                  <a:lnTo>
                    <a:pt x="724" y="94"/>
                  </a:lnTo>
                  <a:lnTo>
                    <a:pt x="659" y="74"/>
                  </a:lnTo>
                  <a:lnTo>
                    <a:pt x="627" y="72"/>
                  </a:lnTo>
                  <a:lnTo>
                    <a:pt x="622" y="48"/>
                  </a:lnTo>
                  <a:lnTo>
                    <a:pt x="598" y="33"/>
                  </a:lnTo>
                  <a:lnTo>
                    <a:pt x="561" y="13"/>
                  </a:lnTo>
                  <a:lnTo>
                    <a:pt x="521" y="25"/>
                  </a:lnTo>
                  <a:lnTo>
                    <a:pt x="496" y="42"/>
                  </a:lnTo>
                  <a:lnTo>
                    <a:pt x="459" y="52"/>
                  </a:lnTo>
                  <a:lnTo>
                    <a:pt x="438" y="29"/>
                  </a:lnTo>
                  <a:lnTo>
                    <a:pt x="424" y="0"/>
                  </a:lnTo>
                  <a:lnTo>
                    <a:pt x="398" y="2"/>
                  </a:lnTo>
                  <a:lnTo>
                    <a:pt x="351" y="54"/>
                  </a:lnTo>
                  <a:lnTo>
                    <a:pt x="323" y="74"/>
                  </a:lnTo>
                  <a:lnTo>
                    <a:pt x="298" y="61"/>
                  </a:lnTo>
                  <a:lnTo>
                    <a:pt x="283" y="33"/>
                  </a:lnTo>
                  <a:lnTo>
                    <a:pt x="263" y="48"/>
                  </a:lnTo>
                  <a:lnTo>
                    <a:pt x="258" y="74"/>
                  </a:lnTo>
                  <a:lnTo>
                    <a:pt x="212" y="84"/>
                  </a:lnTo>
                  <a:lnTo>
                    <a:pt x="206" y="125"/>
                  </a:lnTo>
                  <a:lnTo>
                    <a:pt x="171" y="160"/>
                  </a:lnTo>
                  <a:lnTo>
                    <a:pt x="143" y="147"/>
                  </a:lnTo>
                  <a:lnTo>
                    <a:pt x="109" y="133"/>
                  </a:lnTo>
                  <a:lnTo>
                    <a:pt x="65" y="188"/>
                  </a:lnTo>
                  <a:lnTo>
                    <a:pt x="0" y="239"/>
                  </a:lnTo>
                </a:path>
              </a:pathLst>
            </a:custGeom>
            <a:solidFill>
              <a:srgbClr val="CBCBCB"/>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ko-KR" altLang="en-US"/>
            </a:p>
          </p:txBody>
        </p:sp>
      </p:grpSp>
      <p:grpSp>
        <p:nvGrpSpPr>
          <p:cNvPr id="418010" name="Group 1207">
            <a:extLst>
              <a:ext uri="{FF2B5EF4-FFF2-40B4-BE49-F238E27FC236}">
                <a16:creationId xmlns:a16="http://schemas.microsoft.com/office/drawing/2014/main" id="{1F9B5DD3-6320-C180-CE7A-021080F54795}"/>
              </a:ext>
            </a:extLst>
          </p:cNvPr>
          <p:cNvGrpSpPr>
            <a:grpSpLocks/>
          </p:cNvGrpSpPr>
          <p:nvPr/>
        </p:nvGrpSpPr>
        <p:grpSpPr bwMode="auto">
          <a:xfrm>
            <a:off x="7342188" y="2484438"/>
            <a:ext cx="1381125" cy="1241425"/>
            <a:chOff x="2666" y="870"/>
            <a:chExt cx="3174" cy="3384"/>
          </a:xfrm>
        </p:grpSpPr>
        <p:sp>
          <p:nvSpPr>
            <p:cNvPr id="418011" name="Freeform 1208">
              <a:extLst>
                <a:ext uri="{FF2B5EF4-FFF2-40B4-BE49-F238E27FC236}">
                  <a16:creationId xmlns:a16="http://schemas.microsoft.com/office/drawing/2014/main" id="{F5AFE829-6E70-63BE-629F-46784448817C}"/>
                </a:ext>
              </a:extLst>
            </p:cNvPr>
            <p:cNvSpPr>
              <a:spLocks/>
            </p:cNvSpPr>
            <p:nvPr/>
          </p:nvSpPr>
          <p:spPr bwMode="auto">
            <a:xfrm>
              <a:off x="2740" y="2921"/>
              <a:ext cx="3070" cy="1333"/>
            </a:xfrm>
            <a:custGeom>
              <a:avLst/>
              <a:gdLst>
                <a:gd name="T0" fmla="*/ 0 w 1649"/>
                <a:gd name="T1" fmla="*/ 0 h 641"/>
                <a:gd name="T2" fmla="*/ 229775 w 1649"/>
                <a:gd name="T3" fmla="*/ 2841 h 641"/>
                <a:gd name="T4" fmla="*/ 232091 w 1649"/>
                <a:gd name="T5" fmla="*/ 30805 h 641"/>
                <a:gd name="T6" fmla="*/ 237848 w 1649"/>
                <a:gd name="T7" fmla="*/ 67126 h 641"/>
                <a:gd name="T8" fmla="*/ 223967 w 1649"/>
                <a:gd name="T9" fmla="*/ 111860 h 641"/>
                <a:gd name="T10" fmla="*/ 197444 w 1649"/>
                <a:gd name="T11" fmla="*/ 148325 h 641"/>
                <a:gd name="T12" fmla="*/ 199801 w 1649"/>
                <a:gd name="T13" fmla="*/ 167815 h 641"/>
                <a:gd name="T14" fmla="*/ 140861 w 1649"/>
                <a:gd name="T15" fmla="*/ 223859 h 641"/>
                <a:gd name="T16" fmla="*/ 128134 w 1649"/>
                <a:gd name="T17" fmla="*/ 218308 h 641"/>
                <a:gd name="T18" fmla="*/ 114273 w 1649"/>
                <a:gd name="T19" fmla="*/ 198615 h 641"/>
                <a:gd name="T20" fmla="*/ 94658 w 1649"/>
                <a:gd name="T21" fmla="*/ 204228 h 641"/>
                <a:gd name="T22" fmla="*/ 80850 w 1649"/>
                <a:gd name="T23" fmla="*/ 187583 h 641"/>
                <a:gd name="T24" fmla="*/ 71530 w 1649"/>
                <a:gd name="T25" fmla="*/ 201456 h 641"/>
                <a:gd name="T26" fmla="*/ 40390 w 1649"/>
                <a:gd name="T27" fmla="*/ 170726 h 641"/>
                <a:gd name="T28" fmla="*/ 35814 w 1649"/>
                <a:gd name="T29" fmla="*/ 128681 h 641"/>
                <a:gd name="T30" fmla="*/ 12699 w 1649"/>
                <a:gd name="T31" fmla="*/ 86778 h 641"/>
                <a:gd name="T32" fmla="*/ 11545 w 1649"/>
                <a:gd name="T33" fmla="*/ 25242 h 641"/>
                <a:gd name="T34" fmla="*/ 0 w 1649"/>
                <a:gd name="T35" fmla="*/ 22401 h 641"/>
                <a:gd name="T36" fmla="*/ 0 w 1649"/>
                <a:gd name="T37" fmla="*/ 0 h 6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49" h="641">
                  <a:moveTo>
                    <a:pt x="0" y="0"/>
                  </a:moveTo>
                  <a:lnTo>
                    <a:pt x="1592" y="8"/>
                  </a:lnTo>
                  <a:lnTo>
                    <a:pt x="1608" y="88"/>
                  </a:lnTo>
                  <a:lnTo>
                    <a:pt x="1648" y="192"/>
                  </a:lnTo>
                  <a:lnTo>
                    <a:pt x="1552" y="320"/>
                  </a:lnTo>
                  <a:lnTo>
                    <a:pt x="1368" y="424"/>
                  </a:lnTo>
                  <a:lnTo>
                    <a:pt x="1384" y="480"/>
                  </a:lnTo>
                  <a:lnTo>
                    <a:pt x="976" y="640"/>
                  </a:lnTo>
                  <a:lnTo>
                    <a:pt x="888" y="624"/>
                  </a:lnTo>
                  <a:lnTo>
                    <a:pt x="792" y="568"/>
                  </a:lnTo>
                  <a:lnTo>
                    <a:pt x="656" y="584"/>
                  </a:lnTo>
                  <a:lnTo>
                    <a:pt x="560" y="536"/>
                  </a:lnTo>
                  <a:lnTo>
                    <a:pt x="496" y="576"/>
                  </a:lnTo>
                  <a:lnTo>
                    <a:pt x="280" y="488"/>
                  </a:lnTo>
                  <a:lnTo>
                    <a:pt x="248" y="368"/>
                  </a:lnTo>
                  <a:lnTo>
                    <a:pt x="88" y="248"/>
                  </a:lnTo>
                  <a:lnTo>
                    <a:pt x="80" y="72"/>
                  </a:lnTo>
                  <a:lnTo>
                    <a:pt x="0" y="64"/>
                  </a:lnTo>
                  <a:lnTo>
                    <a:pt x="0" y="0"/>
                  </a:lnTo>
                  <a:close/>
                </a:path>
              </a:pathLst>
            </a:custGeom>
            <a:solidFill>
              <a:srgbClr val="787878"/>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2" name="Freeform 1209">
              <a:extLst>
                <a:ext uri="{FF2B5EF4-FFF2-40B4-BE49-F238E27FC236}">
                  <a16:creationId xmlns:a16="http://schemas.microsoft.com/office/drawing/2014/main" id="{8DDB59C0-8DD4-B173-4A8C-86F9C767CA9E}"/>
                </a:ext>
              </a:extLst>
            </p:cNvPr>
            <p:cNvSpPr>
              <a:spLocks/>
            </p:cNvSpPr>
            <p:nvPr/>
          </p:nvSpPr>
          <p:spPr bwMode="auto">
            <a:xfrm>
              <a:off x="2666" y="1840"/>
              <a:ext cx="3055" cy="1108"/>
            </a:xfrm>
            <a:custGeom>
              <a:avLst/>
              <a:gdLst>
                <a:gd name="T0" fmla="*/ 17284 w 1641"/>
                <a:gd name="T1" fmla="*/ 7365 h 561"/>
                <a:gd name="T2" fmla="*/ 20771 w 1641"/>
                <a:gd name="T3" fmla="*/ 5524 h 561"/>
                <a:gd name="T4" fmla="*/ 34640 w 1641"/>
                <a:gd name="T5" fmla="*/ 9253 h 561"/>
                <a:gd name="T6" fmla="*/ 36960 w 1641"/>
                <a:gd name="T7" fmla="*/ 1888 h 561"/>
                <a:gd name="T8" fmla="*/ 40383 w 1641"/>
                <a:gd name="T9" fmla="*/ 1888 h 561"/>
                <a:gd name="T10" fmla="*/ 53097 w 1641"/>
                <a:gd name="T11" fmla="*/ 11157 h 561"/>
                <a:gd name="T12" fmla="*/ 58909 w 1641"/>
                <a:gd name="T13" fmla="*/ 9253 h 561"/>
                <a:gd name="T14" fmla="*/ 99292 w 1641"/>
                <a:gd name="T15" fmla="*/ 1888 h 561"/>
                <a:gd name="T16" fmla="*/ 109669 w 1641"/>
                <a:gd name="T17" fmla="*/ 7365 h 561"/>
                <a:gd name="T18" fmla="*/ 137343 w 1641"/>
                <a:gd name="T19" fmla="*/ 0 h 561"/>
                <a:gd name="T20" fmla="*/ 160439 w 1641"/>
                <a:gd name="T21" fmla="*/ 0 h 561"/>
                <a:gd name="T22" fmla="*/ 161608 w 1641"/>
                <a:gd name="T23" fmla="*/ 5524 h 561"/>
                <a:gd name="T24" fmla="*/ 173152 w 1641"/>
                <a:gd name="T25" fmla="*/ 7365 h 561"/>
                <a:gd name="T26" fmla="*/ 199735 w 1641"/>
                <a:gd name="T27" fmla="*/ 0 h 561"/>
                <a:gd name="T28" fmla="*/ 200837 w 1641"/>
                <a:gd name="T29" fmla="*/ 16618 h 561"/>
                <a:gd name="T30" fmla="*/ 232061 w 1641"/>
                <a:gd name="T31" fmla="*/ 98128 h 561"/>
                <a:gd name="T32" fmla="*/ 236635 w 1641"/>
                <a:gd name="T33" fmla="*/ 129608 h 561"/>
                <a:gd name="T34" fmla="*/ 6903 w 1641"/>
                <a:gd name="T35" fmla="*/ 125887 h 561"/>
                <a:gd name="T36" fmla="*/ 8072 w 1641"/>
                <a:gd name="T37" fmla="*/ 98128 h 561"/>
                <a:gd name="T38" fmla="*/ 0 w 1641"/>
                <a:gd name="T39" fmla="*/ 94492 h 561"/>
                <a:gd name="T40" fmla="*/ 15027 w 1641"/>
                <a:gd name="T41" fmla="*/ 7365 h 5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41" h="561">
                  <a:moveTo>
                    <a:pt x="120" y="32"/>
                  </a:moveTo>
                  <a:lnTo>
                    <a:pt x="144" y="24"/>
                  </a:lnTo>
                  <a:lnTo>
                    <a:pt x="240" y="40"/>
                  </a:lnTo>
                  <a:lnTo>
                    <a:pt x="256" y="8"/>
                  </a:lnTo>
                  <a:lnTo>
                    <a:pt x="280" y="8"/>
                  </a:lnTo>
                  <a:lnTo>
                    <a:pt x="368" y="48"/>
                  </a:lnTo>
                  <a:lnTo>
                    <a:pt x="408" y="40"/>
                  </a:lnTo>
                  <a:lnTo>
                    <a:pt x="688" y="8"/>
                  </a:lnTo>
                  <a:lnTo>
                    <a:pt x="760" y="32"/>
                  </a:lnTo>
                  <a:lnTo>
                    <a:pt x="952" y="0"/>
                  </a:lnTo>
                  <a:lnTo>
                    <a:pt x="1112" y="0"/>
                  </a:lnTo>
                  <a:lnTo>
                    <a:pt x="1120" y="24"/>
                  </a:lnTo>
                  <a:lnTo>
                    <a:pt x="1200" y="32"/>
                  </a:lnTo>
                  <a:lnTo>
                    <a:pt x="1384" y="0"/>
                  </a:lnTo>
                  <a:lnTo>
                    <a:pt x="1392" y="72"/>
                  </a:lnTo>
                  <a:lnTo>
                    <a:pt x="1608" y="424"/>
                  </a:lnTo>
                  <a:lnTo>
                    <a:pt x="1640" y="560"/>
                  </a:lnTo>
                  <a:lnTo>
                    <a:pt x="48" y="544"/>
                  </a:lnTo>
                  <a:lnTo>
                    <a:pt x="56" y="424"/>
                  </a:lnTo>
                  <a:lnTo>
                    <a:pt x="0" y="408"/>
                  </a:lnTo>
                  <a:lnTo>
                    <a:pt x="104" y="32"/>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3" name="Freeform 1210">
              <a:extLst>
                <a:ext uri="{FF2B5EF4-FFF2-40B4-BE49-F238E27FC236}">
                  <a16:creationId xmlns:a16="http://schemas.microsoft.com/office/drawing/2014/main" id="{DA03E854-657A-0BBD-A02C-EB67C48FC9FB}"/>
                </a:ext>
              </a:extLst>
            </p:cNvPr>
            <p:cNvSpPr>
              <a:spLocks/>
            </p:cNvSpPr>
            <p:nvPr/>
          </p:nvSpPr>
          <p:spPr bwMode="auto">
            <a:xfrm>
              <a:off x="2666" y="870"/>
              <a:ext cx="3174" cy="3229"/>
            </a:xfrm>
            <a:custGeom>
              <a:avLst/>
              <a:gdLst>
                <a:gd name="T0" fmla="*/ 34638 w 1705"/>
                <a:gd name="T1" fmla="*/ 90022 h 1705"/>
                <a:gd name="T2" fmla="*/ 41541 w 1705"/>
                <a:gd name="T3" fmla="*/ 74108 h 1705"/>
                <a:gd name="T4" fmla="*/ 53066 w 1705"/>
                <a:gd name="T5" fmla="*/ 74108 h 1705"/>
                <a:gd name="T6" fmla="*/ 56564 w 1705"/>
                <a:gd name="T7" fmla="*/ 67557 h 1705"/>
                <a:gd name="T8" fmla="*/ 62305 w 1705"/>
                <a:gd name="T9" fmla="*/ 64836 h 1705"/>
                <a:gd name="T10" fmla="*/ 75011 w 1705"/>
                <a:gd name="T11" fmla="*/ 30411 h 1705"/>
                <a:gd name="T12" fmla="*/ 84237 w 1705"/>
                <a:gd name="T13" fmla="*/ 14577 h 1705"/>
                <a:gd name="T14" fmla="*/ 96944 w 1705"/>
                <a:gd name="T15" fmla="*/ 5365 h 1705"/>
                <a:gd name="T16" fmla="*/ 116531 w 1705"/>
                <a:gd name="T17" fmla="*/ 0 h 1705"/>
                <a:gd name="T18" fmla="*/ 133896 w 1705"/>
                <a:gd name="T19" fmla="*/ 26483 h 1705"/>
                <a:gd name="T20" fmla="*/ 144245 w 1705"/>
                <a:gd name="T21" fmla="*/ 66260 h 1705"/>
                <a:gd name="T22" fmla="*/ 158058 w 1705"/>
                <a:gd name="T23" fmla="*/ 66260 h 1705"/>
                <a:gd name="T24" fmla="*/ 173081 w 1705"/>
                <a:gd name="T25" fmla="*/ 83371 h 1705"/>
                <a:gd name="T26" fmla="*/ 199554 w 1705"/>
                <a:gd name="T27" fmla="*/ 83371 h 1705"/>
                <a:gd name="T28" fmla="*/ 203075 w 1705"/>
                <a:gd name="T29" fmla="*/ 97961 h 1705"/>
                <a:gd name="T30" fmla="*/ 214622 w 1705"/>
                <a:gd name="T31" fmla="*/ 117795 h 1705"/>
                <a:gd name="T32" fmla="*/ 234232 w 1705"/>
                <a:gd name="T33" fmla="*/ 156234 h 1705"/>
                <a:gd name="T34" fmla="*/ 240027 w 1705"/>
                <a:gd name="T35" fmla="*/ 195888 h 1705"/>
                <a:gd name="T36" fmla="*/ 245763 w 1705"/>
                <a:gd name="T37" fmla="*/ 209198 h 1705"/>
                <a:gd name="T38" fmla="*/ 231903 w 1705"/>
                <a:gd name="T39" fmla="*/ 230312 h 1705"/>
                <a:gd name="T40" fmla="*/ 211146 w 1705"/>
                <a:gd name="T41" fmla="*/ 234344 h 1705"/>
                <a:gd name="T42" fmla="*/ 160366 w 1705"/>
                <a:gd name="T43" fmla="*/ 270105 h 1705"/>
                <a:gd name="T44" fmla="*/ 133896 w 1705"/>
                <a:gd name="T45" fmla="*/ 281938 h 1705"/>
                <a:gd name="T46" fmla="*/ 102687 w 1705"/>
                <a:gd name="T47" fmla="*/ 259528 h 1705"/>
                <a:gd name="T48" fmla="*/ 90034 w 1705"/>
                <a:gd name="T49" fmla="*/ 259528 h 1705"/>
                <a:gd name="T50" fmla="*/ 51895 w 1705"/>
                <a:gd name="T51" fmla="*/ 233045 h 1705"/>
                <a:gd name="T52" fmla="*/ 47333 w 1705"/>
                <a:gd name="T53" fmla="*/ 221042 h 1705"/>
                <a:gd name="T54" fmla="*/ 17283 w 1705"/>
                <a:gd name="T55" fmla="*/ 215834 h 1705"/>
                <a:gd name="T56" fmla="*/ 16097 w 1705"/>
                <a:gd name="T57" fmla="*/ 189342 h 1705"/>
                <a:gd name="T58" fmla="*/ 4645 w 1705"/>
                <a:gd name="T59" fmla="*/ 189342 h 1705"/>
                <a:gd name="T60" fmla="*/ 6903 w 1705"/>
                <a:gd name="T61" fmla="*/ 156234 h 1705"/>
                <a:gd name="T62" fmla="*/ 0 w 1705"/>
                <a:gd name="T63" fmla="*/ 153505 h 1705"/>
                <a:gd name="T64" fmla="*/ 8072 w 1705"/>
                <a:gd name="T65" fmla="*/ 115159 h 1705"/>
                <a:gd name="T66" fmla="*/ 16097 w 1705"/>
                <a:gd name="T67" fmla="*/ 87386 h 1705"/>
                <a:gd name="T68" fmla="*/ 34638 w 1705"/>
                <a:gd name="T69" fmla="*/ 90022 h 17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705" h="1705">
                  <a:moveTo>
                    <a:pt x="240" y="544"/>
                  </a:moveTo>
                  <a:lnTo>
                    <a:pt x="288" y="448"/>
                  </a:lnTo>
                  <a:lnTo>
                    <a:pt x="368" y="448"/>
                  </a:lnTo>
                  <a:lnTo>
                    <a:pt x="392" y="408"/>
                  </a:lnTo>
                  <a:lnTo>
                    <a:pt x="432" y="392"/>
                  </a:lnTo>
                  <a:lnTo>
                    <a:pt x="520" y="184"/>
                  </a:lnTo>
                  <a:lnTo>
                    <a:pt x="584" y="88"/>
                  </a:lnTo>
                  <a:lnTo>
                    <a:pt x="672" y="32"/>
                  </a:lnTo>
                  <a:lnTo>
                    <a:pt x="808" y="0"/>
                  </a:lnTo>
                  <a:lnTo>
                    <a:pt x="928" y="160"/>
                  </a:lnTo>
                  <a:lnTo>
                    <a:pt x="1000" y="400"/>
                  </a:lnTo>
                  <a:lnTo>
                    <a:pt x="1096" y="400"/>
                  </a:lnTo>
                  <a:lnTo>
                    <a:pt x="1200" y="504"/>
                  </a:lnTo>
                  <a:lnTo>
                    <a:pt x="1384" y="504"/>
                  </a:lnTo>
                  <a:lnTo>
                    <a:pt x="1408" y="592"/>
                  </a:lnTo>
                  <a:lnTo>
                    <a:pt x="1488" y="712"/>
                  </a:lnTo>
                  <a:lnTo>
                    <a:pt x="1624" y="944"/>
                  </a:lnTo>
                  <a:lnTo>
                    <a:pt x="1664" y="1184"/>
                  </a:lnTo>
                  <a:lnTo>
                    <a:pt x="1704" y="1264"/>
                  </a:lnTo>
                  <a:lnTo>
                    <a:pt x="1608" y="1392"/>
                  </a:lnTo>
                  <a:lnTo>
                    <a:pt x="1464" y="1416"/>
                  </a:lnTo>
                  <a:lnTo>
                    <a:pt x="1112" y="1632"/>
                  </a:lnTo>
                  <a:lnTo>
                    <a:pt x="928" y="1704"/>
                  </a:lnTo>
                  <a:lnTo>
                    <a:pt x="712" y="1568"/>
                  </a:lnTo>
                  <a:lnTo>
                    <a:pt x="624" y="1568"/>
                  </a:lnTo>
                  <a:lnTo>
                    <a:pt x="360" y="1408"/>
                  </a:lnTo>
                  <a:lnTo>
                    <a:pt x="328" y="1336"/>
                  </a:lnTo>
                  <a:lnTo>
                    <a:pt x="120" y="1304"/>
                  </a:lnTo>
                  <a:lnTo>
                    <a:pt x="112" y="1144"/>
                  </a:lnTo>
                  <a:lnTo>
                    <a:pt x="32" y="1144"/>
                  </a:lnTo>
                  <a:lnTo>
                    <a:pt x="48" y="944"/>
                  </a:lnTo>
                  <a:lnTo>
                    <a:pt x="0" y="928"/>
                  </a:lnTo>
                  <a:lnTo>
                    <a:pt x="56" y="696"/>
                  </a:lnTo>
                  <a:lnTo>
                    <a:pt x="112" y="528"/>
                  </a:lnTo>
                  <a:lnTo>
                    <a:pt x="240" y="544"/>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4" name="Freeform 1211">
              <a:extLst>
                <a:ext uri="{FF2B5EF4-FFF2-40B4-BE49-F238E27FC236}">
                  <a16:creationId xmlns:a16="http://schemas.microsoft.com/office/drawing/2014/main" id="{F9ABCDA8-BF2F-85C1-4159-92516104FFFF}"/>
                </a:ext>
              </a:extLst>
            </p:cNvPr>
            <p:cNvSpPr>
              <a:spLocks/>
            </p:cNvSpPr>
            <p:nvPr/>
          </p:nvSpPr>
          <p:spPr bwMode="auto">
            <a:xfrm>
              <a:off x="3738" y="1035"/>
              <a:ext cx="152" cy="594"/>
            </a:xfrm>
            <a:custGeom>
              <a:avLst/>
              <a:gdLst>
                <a:gd name="T0" fmla="*/ 11051 w 81"/>
                <a:gd name="T1" fmla="*/ 0 h 313"/>
                <a:gd name="T2" fmla="*/ 3665 w 81"/>
                <a:gd name="T3" fmla="*/ 16123 h 313"/>
                <a:gd name="T4" fmla="*/ 0 w 81"/>
                <a:gd name="T5" fmla="*/ 51160 h 313"/>
                <a:gd name="T6" fmla="*/ 12265 w 81"/>
                <a:gd name="T7" fmla="*/ 52456 h 313"/>
                <a:gd name="T8" fmla="*/ 11051 w 81"/>
                <a:gd name="T9" fmla="*/ 8064 h 3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13">
                  <a:moveTo>
                    <a:pt x="72" y="0"/>
                  </a:moveTo>
                  <a:lnTo>
                    <a:pt x="24" y="96"/>
                  </a:lnTo>
                  <a:lnTo>
                    <a:pt x="0" y="304"/>
                  </a:lnTo>
                  <a:lnTo>
                    <a:pt x="80" y="312"/>
                  </a:lnTo>
                  <a:lnTo>
                    <a:pt x="72" y="48"/>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5" name="Freeform 1212">
              <a:extLst>
                <a:ext uri="{FF2B5EF4-FFF2-40B4-BE49-F238E27FC236}">
                  <a16:creationId xmlns:a16="http://schemas.microsoft.com/office/drawing/2014/main" id="{2D3B478E-BC8C-A970-137D-933068CCB172}"/>
                </a:ext>
              </a:extLst>
            </p:cNvPr>
            <p:cNvSpPr>
              <a:spLocks/>
            </p:cNvSpPr>
            <p:nvPr/>
          </p:nvSpPr>
          <p:spPr bwMode="auto">
            <a:xfrm>
              <a:off x="4096" y="975"/>
              <a:ext cx="271" cy="201"/>
            </a:xfrm>
            <a:custGeom>
              <a:avLst/>
              <a:gdLst>
                <a:gd name="T0" fmla="*/ 4771 w 145"/>
                <a:gd name="T1" fmla="*/ 0 h 105"/>
                <a:gd name="T2" fmla="*/ 0 w 145"/>
                <a:gd name="T3" fmla="*/ 11562 h 105"/>
                <a:gd name="T4" fmla="*/ 21441 w 145"/>
                <a:gd name="T5" fmla="*/ 18745 h 105"/>
                <a:gd name="T6" fmla="*/ 4771 w 145"/>
                <a:gd name="T7" fmla="*/ 0 h 10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5" h="105">
                  <a:moveTo>
                    <a:pt x="32" y="0"/>
                  </a:moveTo>
                  <a:lnTo>
                    <a:pt x="0" y="64"/>
                  </a:lnTo>
                  <a:lnTo>
                    <a:pt x="144" y="104"/>
                  </a:lnTo>
                  <a:lnTo>
                    <a:pt x="32" y="0"/>
                  </a:lnTo>
                  <a:close/>
                </a:path>
              </a:pathLst>
            </a:custGeom>
            <a:solidFill>
              <a:schemeClr va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6" name="Freeform 1213">
              <a:extLst>
                <a:ext uri="{FF2B5EF4-FFF2-40B4-BE49-F238E27FC236}">
                  <a16:creationId xmlns:a16="http://schemas.microsoft.com/office/drawing/2014/main" id="{5730F430-38C9-C94C-85BF-62CE0F9B9B48}"/>
                </a:ext>
              </a:extLst>
            </p:cNvPr>
            <p:cNvSpPr>
              <a:spLocks/>
            </p:cNvSpPr>
            <p:nvPr/>
          </p:nvSpPr>
          <p:spPr bwMode="auto">
            <a:xfrm>
              <a:off x="4109" y="1175"/>
              <a:ext cx="271" cy="486"/>
            </a:xfrm>
            <a:custGeom>
              <a:avLst/>
              <a:gdLst>
                <a:gd name="T0" fmla="*/ 19045 w 145"/>
                <a:gd name="T1" fmla="*/ 0 h 257"/>
                <a:gd name="T2" fmla="*/ 0 w 145"/>
                <a:gd name="T3" fmla="*/ 41847 h 257"/>
                <a:gd name="T4" fmla="*/ 13088 w 145"/>
                <a:gd name="T5" fmla="*/ 32696 h 257"/>
                <a:gd name="T6" fmla="*/ 21441 w 145"/>
                <a:gd name="T7" fmla="*/ 37970 h 257"/>
                <a:gd name="T8" fmla="*/ 19045 w 145"/>
                <a:gd name="T9" fmla="*/ 0 h 2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257">
                  <a:moveTo>
                    <a:pt x="128" y="0"/>
                  </a:moveTo>
                  <a:lnTo>
                    <a:pt x="0" y="256"/>
                  </a:lnTo>
                  <a:lnTo>
                    <a:pt x="88" y="200"/>
                  </a:lnTo>
                  <a:lnTo>
                    <a:pt x="144" y="232"/>
                  </a:lnTo>
                  <a:lnTo>
                    <a:pt x="128"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7" name="Freeform 1214">
              <a:extLst>
                <a:ext uri="{FF2B5EF4-FFF2-40B4-BE49-F238E27FC236}">
                  <a16:creationId xmlns:a16="http://schemas.microsoft.com/office/drawing/2014/main" id="{D2F53E9A-5B47-0F5E-CAE9-E7CC9C8FC817}"/>
                </a:ext>
              </a:extLst>
            </p:cNvPr>
            <p:cNvSpPr>
              <a:spLocks/>
            </p:cNvSpPr>
            <p:nvPr/>
          </p:nvSpPr>
          <p:spPr bwMode="auto">
            <a:xfrm>
              <a:off x="4586" y="1641"/>
              <a:ext cx="287" cy="245"/>
            </a:xfrm>
            <a:custGeom>
              <a:avLst/>
              <a:gdLst>
                <a:gd name="T0" fmla="*/ 9807 w 153"/>
                <a:gd name="T1" fmla="*/ 0 h 129"/>
                <a:gd name="T2" fmla="*/ 0 w 153"/>
                <a:gd name="T3" fmla="*/ 21674 h 129"/>
                <a:gd name="T4" fmla="*/ 23311 w 153"/>
                <a:gd name="T5" fmla="*/ 16235 h 129"/>
                <a:gd name="T6" fmla="*/ 9807 w 153"/>
                <a:gd name="T7" fmla="*/ 0 h 1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3" h="129">
                  <a:moveTo>
                    <a:pt x="64" y="0"/>
                  </a:moveTo>
                  <a:lnTo>
                    <a:pt x="0" y="128"/>
                  </a:lnTo>
                  <a:lnTo>
                    <a:pt x="152" y="96"/>
                  </a:lnTo>
                  <a:lnTo>
                    <a:pt x="64"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8" name="Freeform 1215">
              <a:extLst>
                <a:ext uri="{FF2B5EF4-FFF2-40B4-BE49-F238E27FC236}">
                  <a16:creationId xmlns:a16="http://schemas.microsoft.com/office/drawing/2014/main" id="{FF2EAFDB-732D-9FEF-DE0C-43E6640CBE42}"/>
                </a:ext>
              </a:extLst>
            </p:cNvPr>
            <p:cNvSpPr>
              <a:spLocks/>
            </p:cNvSpPr>
            <p:nvPr/>
          </p:nvSpPr>
          <p:spPr bwMode="auto">
            <a:xfrm>
              <a:off x="3858" y="1641"/>
              <a:ext cx="671" cy="245"/>
            </a:xfrm>
            <a:custGeom>
              <a:avLst/>
              <a:gdLst>
                <a:gd name="T0" fmla="*/ 0 w 361"/>
                <a:gd name="T1" fmla="*/ 12203 h 129"/>
                <a:gd name="T2" fmla="*/ 3461 w 361"/>
                <a:gd name="T3" fmla="*/ 1316 h 129"/>
                <a:gd name="T4" fmla="*/ 19392 w 361"/>
                <a:gd name="T5" fmla="*/ 1316 h 129"/>
                <a:gd name="T6" fmla="*/ 28492 w 361"/>
                <a:gd name="T7" fmla="*/ 5439 h 129"/>
                <a:gd name="T8" fmla="*/ 34182 w 361"/>
                <a:gd name="T9" fmla="*/ 0 h 129"/>
                <a:gd name="T10" fmla="*/ 39866 w 361"/>
                <a:gd name="T11" fmla="*/ 6742 h 129"/>
                <a:gd name="T12" fmla="*/ 51249 w 361"/>
                <a:gd name="T13" fmla="*/ 21674 h 129"/>
                <a:gd name="T14" fmla="*/ 31885 w 361"/>
                <a:gd name="T15" fmla="*/ 10907 h 129"/>
                <a:gd name="T16" fmla="*/ 0 w 361"/>
                <a:gd name="T17" fmla="*/ 13570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1" h="129">
                  <a:moveTo>
                    <a:pt x="0" y="72"/>
                  </a:moveTo>
                  <a:lnTo>
                    <a:pt x="24" y="8"/>
                  </a:lnTo>
                  <a:lnTo>
                    <a:pt x="136" y="8"/>
                  </a:lnTo>
                  <a:lnTo>
                    <a:pt x="200" y="32"/>
                  </a:lnTo>
                  <a:lnTo>
                    <a:pt x="240" y="0"/>
                  </a:lnTo>
                  <a:lnTo>
                    <a:pt x="280" y="40"/>
                  </a:lnTo>
                  <a:lnTo>
                    <a:pt x="360" y="128"/>
                  </a:lnTo>
                  <a:lnTo>
                    <a:pt x="224" y="64"/>
                  </a:lnTo>
                  <a:lnTo>
                    <a:pt x="0" y="80"/>
                  </a:lnTo>
                </a:path>
              </a:pathLst>
            </a:custGeom>
            <a:solidFill>
              <a:schemeClr val="fo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19" name="Freeform 1216">
              <a:extLst>
                <a:ext uri="{FF2B5EF4-FFF2-40B4-BE49-F238E27FC236}">
                  <a16:creationId xmlns:a16="http://schemas.microsoft.com/office/drawing/2014/main" id="{A947230F-3F92-3DCC-2C52-22227DB18C92}"/>
                </a:ext>
              </a:extLst>
            </p:cNvPr>
            <p:cNvSpPr>
              <a:spLocks/>
            </p:cNvSpPr>
            <p:nvPr/>
          </p:nvSpPr>
          <p:spPr bwMode="auto">
            <a:xfrm>
              <a:off x="2696" y="1931"/>
              <a:ext cx="938" cy="699"/>
            </a:xfrm>
            <a:custGeom>
              <a:avLst/>
              <a:gdLst>
                <a:gd name="T0" fmla="*/ 12450 w 505"/>
                <a:gd name="T1" fmla="*/ 0 h 369"/>
                <a:gd name="T2" fmla="*/ 21507 w 505"/>
                <a:gd name="T3" fmla="*/ 1284 h 369"/>
                <a:gd name="T4" fmla="*/ 71405 w 505"/>
                <a:gd name="T5" fmla="*/ 60982 h 369"/>
                <a:gd name="T6" fmla="*/ 45299 w 505"/>
                <a:gd name="T7" fmla="*/ 58398 h 369"/>
                <a:gd name="T8" fmla="*/ 19306 w 505"/>
                <a:gd name="T9" fmla="*/ 11925 h 369"/>
                <a:gd name="T10" fmla="*/ 31747 w 505"/>
                <a:gd name="T11" fmla="*/ 59682 h 369"/>
                <a:gd name="T12" fmla="*/ 7914 w 505"/>
                <a:gd name="T13" fmla="*/ 60982 h 369"/>
                <a:gd name="T14" fmla="*/ 13593 w 505"/>
                <a:gd name="T15" fmla="*/ 11925 h 369"/>
                <a:gd name="T16" fmla="*/ 0 w 505"/>
                <a:gd name="T17" fmla="*/ 58398 h 369"/>
                <a:gd name="T18" fmla="*/ 9066 w 505"/>
                <a:gd name="T19" fmla="*/ 60982 h 3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05" h="369">
                  <a:moveTo>
                    <a:pt x="88" y="0"/>
                  </a:moveTo>
                  <a:lnTo>
                    <a:pt x="152" y="8"/>
                  </a:lnTo>
                  <a:lnTo>
                    <a:pt x="504" y="368"/>
                  </a:lnTo>
                  <a:lnTo>
                    <a:pt x="320" y="352"/>
                  </a:lnTo>
                  <a:lnTo>
                    <a:pt x="136" y="72"/>
                  </a:lnTo>
                  <a:lnTo>
                    <a:pt x="224" y="360"/>
                  </a:lnTo>
                  <a:lnTo>
                    <a:pt x="56" y="368"/>
                  </a:lnTo>
                  <a:lnTo>
                    <a:pt x="96" y="72"/>
                  </a:lnTo>
                  <a:lnTo>
                    <a:pt x="0" y="352"/>
                  </a:lnTo>
                  <a:lnTo>
                    <a:pt x="64" y="368"/>
                  </a:lnTo>
                </a:path>
              </a:pathLst>
            </a:custGeom>
            <a:solidFill>
              <a:schemeClr va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0" name="Freeform 1217">
              <a:extLst>
                <a:ext uri="{FF2B5EF4-FFF2-40B4-BE49-F238E27FC236}">
                  <a16:creationId xmlns:a16="http://schemas.microsoft.com/office/drawing/2014/main" id="{519435E0-AA87-720E-C1D4-4D3EA85F524C}"/>
                </a:ext>
              </a:extLst>
            </p:cNvPr>
            <p:cNvSpPr>
              <a:spLocks/>
            </p:cNvSpPr>
            <p:nvPr/>
          </p:nvSpPr>
          <p:spPr bwMode="auto">
            <a:xfrm>
              <a:off x="3559" y="1931"/>
              <a:ext cx="508" cy="939"/>
            </a:xfrm>
            <a:custGeom>
              <a:avLst/>
              <a:gdLst>
                <a:gd name="T0" fmla="*/ 11489 w 273"/>
                <a:gd name="T1" fmla="*/ 59720 h 497"/>
                <a:gd name="T2" fmla="*/ 18383 w 273"/>
                <a:gd name="T3" fmla="*/ 59720 h 497"/>
                <a:gd name="T4" fmla="*/ 0 w 273"/>
                <a:gd name="T5" fmla="*/ 5126 h 497"/>
                <a:gd name="T6" fmla="*/ 23040 w 273"/>
                <a:gd name="T7" fmla="*/ 32480 h 497"/>
                <a:gd name="T8" fmla="*/ 26392 w 273"/>
                <a:gd name="T9" fmla="*/ 0 h 497"/>
                <a:gd name="T10" fmla="*/ 39110 w 273"/>
                <a:gd name="T11" fmla="*/ 80505 h 497"/>
                <a:gd name="T12" fmla="*/ 13833 w 273"/>
                <a:gd name="T13" fmla="*/ 61009 h 4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3" h="497">
                  <a:moveTo>
                    <a:pt x="80" y="368"/>
                  </a:moveTo>
                  <a:lnTo>
                    <a:pt x="128" y="368"/>
                  </a:lnTo>
                  <a:lnTo>
                    <a:pt x="0" y="32"/>
                  </a:lnTo>
                  <a:lnTo>
                    <a:pt x="160" y="200"/>
                  </a:lnTo>
                  <a:lnTo>
                    <a:pt x="184" y="0"/>
                  </a:lnTo>
                  <a:lnTo>
                    <a:pt x="272" y="496"/>
                  </a:lnTo>
                  <a:lnTo>
                    <a:pt x="96" y="376"/>
                  </a:lnTo>
                </a:path>
              </a:pathLst>
            </a:custGeom>
            <a:solidFill>
              <a:schemeClr va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1" name="Freeform 1218">
              <a:extLst>
                <a:ext uri="{FF2B5EF4-FFF2-40B4-BE49-F238E27FC236}">
                  <a16:creationId xmlns:a16="http://schemas.microsoft.com/office/drawing/2014/main" id="{FCFD30B9-75D1-D2A4-4D8E-53D58E5407BD}"/>
                </a:ext>
              </a:extLst>
            </p:cNvPr>
            <p:cNvSpPr>
              <a:spLocks/>
            </p:cNvSpPr>
            <p:nvPr/>
          </p:nvSpPr>
          <p:spPr bwMode="auto">
            <a:xfrm>
              <a:off x="4332" y="3569"/>
              <a:ext cx="1237" cy="594"/>
            </a:xfrm>
            <a:custGeom>
              <a:avLst/>
              <a:gdLst>
                <a:gd name="T0" fmla="*/ 95154 w 665"/>
                <a:gd name="T1" fmla="*/ 0 h 313"/>
                <a:gd name="T2" fmla="*/ 69983 w 665"/>
                <a:gd name="T3" fmla="*/ 16123 h 313"/>
                <a:gd name="T4" fmla="*/ 74521 w 665"/>
                <a:gd name="T5" fmla="*/ 24202 h 313"/>
                <a:gd name="T6" fmla="*/ 44696 w 665"/>
                <a:gd name="T7" fmla="*/ 36336 h 313"/>
                <a:gd name="T8" fmla="*/ 13782 w 665"/>
                <a:gd name="T9" fmla="*/ 52456 h 313"/>
                <a:gd name="T10" fmla="*/ 0 w 665"/>
                <a:gd name="T11" fmla="*/ 49845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65" h="313">
                  <a:moveTo>
                    <a:pt x="664" y="0"/>
                  </a:moveTo>
                  <a:lnTo>
                    <a:pt x="488" y="96"/>
                  </a:lnTo>
                  <a:lnTo>
                    <a:pt x="520" y="144"/>
                  </a:lnTo>
                  <a:lnTo>
                    <a:pt x="312" y="216"/>
                  </a:lnTo>
                  <a:lnTo>
                    <a:pt x="96" y="312"/>
                  </a:lnTo>
                  <a:lnTo>
                    <a:pt x="0" y="296"/>
                  </a:lnTo>
                </a:path>
              </a:pathLst>
            </a:custGeom>
            <a:noFill/>
            <a:ln w="12700">
              <a:solidFill>
                <a:schemeClr val="tx1"/>
              </a:solidFill>
              <a:round/>
              <a:headEnd type="none" w="med" len="med"/>
              <a:tailEnd type="none" w="med" len="med"/>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2" name="Freeform 1219">
              <a:extLst>
                <a:ext uri="{FF2B5EF4-FFF2-40B4-BE49-F238E27FC236}">
                  <a16:creationId xmlns:a16="http://schemas.microsoft.com/office/drawing/2014/main" id="{ADB6646C-784C-19E1-E994-A30461DD1827}"/>
                </a:ext>
              </a:extLst>
            </p:cNvPr>
            <p:cNvSpPr>
              <a:spLocks/>
            </p:cNvSpPr>
            <p:nvPr/>
          </p:nvSpPr>
          <p:spPr bwMode="auto">
            <a:xfrm>
              <a:off x="2887" y="3409"/>
              <a:ext cx="1329" cy="653"/>
            </a:xfrm>
            <a:custGeom>
              <a:avLst/>
              <a:gdLst>
                <a:gd name="T0" fmla="*/ 0 w 713"/>
                <a:gd name="T1" fmla="*/ 0 h 345"/>
                <a:gd name="T2" fmla="*/ 24453 w 713"/>
                <a:gd name="T3" fmla="*/ 21061 h 345"/>
                <a:gd name="T4" fmla="*/ 27969 w 713"/>
                <a:gd name="T5" fmla="*/ 39504 h 345"/>
                <a:gd name="T6" fmla="*/ 61781 w 713"/>
                <a:gd name="T7" fmla="*/ 55365 h 345"/>
                <a:gd name="T8" fmla="*/ 69952 w 713"/>
                <a:gd name="T9" fmla="*/ 50016 h 345"/>
                <a:gd name="T10" fmla="*/ 82769 w 713"/>
                <a:gd name="T11" fmla="*/ 56654 h 345"/>
                <a:gd name="T12" fmla="*/ 103725 w 713"/>
                <a:gd name="T13" fmla="*/ 55365 h 3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3" h="345">
                  <a:moveTo>
                    <a:pt x="0" y="0"/>
                  </a:moveTo>
                  <a:lnTo>
                    <a:pt x="168" y="128"/>
                  </a:lnTo>
                  <a:lnTo>
                    <a:pt x="192" y="240"/>
                  </a:lnTo>
                  <a:lnTo>
                    <a:pt x="424" y="336"/>
                  </a:lnTo>
                  <a:lnTo>
                    <a:pt x="480" y="304"/>
                  </a:lnTo>
                  <a:lnTo>
                    <a:pt x="568" y="344"/>
                  </a:lnTo>
                  <a:lnTo>
                    <a:pt x="712" y="336"/>
                  </a:lnTo>
                </a:path>
              </a:pathLst>
            </a:custGeom>
            <a:noFill/>
            <a:ln w="12700">
              <a:solidFill>
                <a:schemeClr val="tx1"/>
              </a:solidFill>
              <a:round/>
              <a:headEnd type="none" w="med" len="med"/>
              <a:tailEnd type="none" w="med" len="med"/>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3" name="Freeform 1220">
              <a:extLst>
                <a:ext uri="{FF2B5EF4-FFF2-40B4-BE49-F238E27FC236}">
                  <a16:creationId xmlns:a16="http://schemas.microsoft.com/office/drawing/2014/main" id="{898A7F02-2DFC-DB63-4F12-BC7502FEC1F0}"/>
                </a:ext>
              </a:extLst>
            </p:cNvPr>
            <p:cNvSpPr>
              <a:spLocks/>
            </p:cNvSpPr>
            <p:nvPr/>
          </p:nvSpPr>
          <p:spPr bwMode="auto">
            <a:xfrm>
              <a:off x="2740" y="2671"/>
              <a:ext cx="1269" cy="1138"/>
            </a:xfrm>
            <a:custGeom>
              <a:avLst/>
              <a:gdLst>
                <a:gd name="T0" fmla="*/ 0 w 681"/>
                <a:gd name="T1" fmla="*/ 29092 h 601"/>
                <a:gd name="T2" fmla="*/ 3531 w 681"/>
                <a:gd name="T3" fmla="*/ 0 h 601"/>
                <a:gd name="T4" fmla="*/ 56934 w 681"/>
                <a:gd name="T5" fmla="*/ 30376 h 601"/>
                <a:gd name="T6" fmla="*/ 51163 w 681"/>
                <a:gd name="T7" fmla="*/ 75318 h 601"/>
                <a:gd name="T8" fmla="*/ 66329 w 681"/>
                <a:gd name="T9" fmla="*/ 52874 h 601"/>
                <a:gd name="T10" fmla="*/ 98859 w 681"/>
                <a:gd name="T11" fmla="*/ 99139 h 601"/>
                <a:gd name="T12" fmla="*/ 69739 w 681"/>
                <a:gd name="T13" fmla="*/ 26456 h 601"/>
                <a:gd name="T14" fmla="*/ 3531 w 681"/>
                <a:gd name="T15" fmla="*/ 0 h 601"/>
                <a:gd name="T16" fmla="*/ 22063 w 681"/>
                <a:gd name="T17" fmla="*/ 29092 h 601"/>
                <a:gd name="T18" fmla="*/ 0 w 681"/>
                <a:gd name="T19" fmla="*/ 29092 h 60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81" h="601">
                  <a:moveTo>
                    <a:pt x="0" y="176"/>
                  </a:moveTo>
                  <a:lnTo>
                    <a:pt x="24" y="0"/>
                  </a:lnTo>
                  <a:lnTo>
                    <a:pt x="392" y="184"/>
                  </a:lnTo>
                  <a:lnTo>
                    <a:pt x="352" y="456"/>
                  </a:lnTo>
                  <a:lnTo>
                    <a:pt x="456" y="320"/>
                  </a:lnTo>
                  <a:lnTo>
                    <a:pt x="680" y="600"/>
                  </a:lnTo>
                  <a:lnTo>
                    <a:pt x="480" y="160"/>
                  </a:lnTo>
                  <a:lnTo>
                    <a:pt x="24" y="0"/>
                  </a:lnTo>
                  <a:lnTo>
                    <a:pt x="152" y="176"/>
                  </a:lnTo>
                  <a:lnTo>
                    <a:pt x="0" y="176"/>
                  </a:lnTo>
                  <a:close/>
                </a:path>
              </a:pathLst>
            </a:custGeom>
            <a:solidFill>
              <a:schemeClr va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4" name="Freeform 1221">
              <a:extLst>
                <a:ext uri="{FF2B5EF4-FFF2-40B4-BE49-F238E27FC236}">
                  <a16:creationId xmlns:a16="http://schemas.microsoft.com/office/drawing/2014/main" id="{3DE0D48E-40F1-5D1B-8008-9E57E7DBE33F}"/>
                </a:ext>
              </a:extLst>
            </p:cNvPr>
            <p:cNvSpPr>
              <a:spLocks/>
            </p:cNvSpPr>
            <p:nvPr/>
          </p:nvSpPr>
          <p:spPr bwMode="auto">
            <a:xfrm>
              <a:off x="4051" y="2097"/>
              <a:ext cx="1327" cy="1971"/>
            </a:xfrm>
            <a:custGeom>
              <a:avLst/>
              <a:gdLst>
                <a:gd name="T0" fmla="*/ 27601 w 713"/>
                <a:gd name="T1" fmla="*/ 171729 h 1041"/>
                <a:gd name="T2" fmla="*/ 0 w 713"/>
                <a:gd name="T3" fmla="*/ 0 h 1041"/>
                <a:gd name="T4" fmla="*/ 102503 w 713"/>
                <a:gd name="T5" fmla="*/ 122921 h 1041"/>
                <a:gd name="T6" fmla="*/ 69077 w 713"/>
                <a:gd name="T7" fmla="*/ 145305 h 1041"/>
                <a:gd name="T8" fmla="*/ 24227 w 713"/>
                <a:gd name="T9" fmla="*/ 44911 h 1041"/>
                <a:gd name="T10" fmla="*/ 28760 w 713"/>
                <a:gd name="T11" fmla="*/ 171729 h 10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3" h="1041">
                  <a:moveTo>
                    <a:pt x="192" y="1040"/>
                  </a:moveTo>
                  <a:lnTo>
                    <a:pt x="0" y="0"/>
                  </a:lnTo>
                  <a:lnTo>
                    <a:pt x="712" y="744"/>
                  </a:lnTo>
                  <a:lnTo>
                    <a:pt x="480" y="880"/>
                  </a:lnTo>
                  <a:lnTo>
                    <a:pt x="168" y="272"/>
                  </a:lnTo>
                  <a:lnTo>
                    <a:pt x="200" y="1040"/>
                  </a:lnTo>
                </a:path>
              </a:pathLst>
            </a:custGeom>
            <a:solidFill>
              <a:schemeClr val="hlink"/>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5" name="Freeform 1222">
              <a:extLst>
                <a:ext uri="{FF2B5EF4-FFF2-40B4-BE49-F238E27FC236}">
                  <a16:creationId xmlns:a16="http://schemas.microsoft.com/office/drawing/2014/main" id="{A8F06DB1-314D-84E0-F195-0B4F616B52C2}"/>
                </a:ext>
              </a:extLst>
            </p:cNvPr>
            <p:cNvSpPr>
              <a:spLocks/>
            </p:cNvSpPr>
            <p:nvPr/>
          </p:nvSpPr>
          <p:spPr bwMode="auto">
            <a:xfrm>
              <a:off x="4633" y="2051"/>
              <a:ext cx="1118" cy="1426"/>
            </a:xfrm>
            <a:custGeom>
              <a:avLst/>
              <a:gdLst>
                <a:gd name="T0" fmla="*/ 75715 w 601"/>
                <a:gd name="T1" fmla="*/ 124388 h 753"/>
                <a:gd name="T2" fmla="*/ 0 w 601"/>
                <a:gd name="T3" fmla="*/ 0 h 753"/>
                <a:gd name="T4" fmla="*/ 79142 w 601"/>
                <a:gd name="T5" fmla="*/ 54239 h 753"/>
                <a:gd name="T6" fmla="*/ 86026 w 601"/>
                <a:gd name="T7" fmla="*/ 92679 h 753"/>
                <a:gd name="T8" fmla="*/ 40162 w 601"/>
                <a:gd name="T9" fmla="*/ 39758 h 753"/>
                <a:gd name="T10" fmla="*/ 75715 w 601"/>
                <a:gd name="T11" fmla="*/ 124388 h 7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01" h="753">
                  <a:moveTo>
                    <a:pt x="528" y="752"/>
                  </a:moveTo>
                  <a:lnTo>
                    <a:pt x="0" y="0"/>
                  </a:lnTo>
                  <a:lnTo>
                    <a:pt x="552" y="328"/>
                  </a:lnTo>
                  <a:lnTo>
                    <a:pt x="600" y="560"/>
                  </a:lnTo>
                  <a:lnTo>
                    <a:pt x="280" y="240"/>
                  </a:lnTo>
                  <a:lnTo>
                    <a:pt x="528" y="752"/>
                  </a:lnTo>
                  <a:close/>
                </a:path>
              </a:pathLst>
            </a:custGeom>
            <a:solidFill>
              <a:schemeClr va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6" name="Freeform 1223">
              <a:extLst>
                <a:ext uri="{FF2B5EF4-FFF2-40B4-BE49-F238E27FC236}">
                  <a16:creationId xmlns:a16="http://schemas.microsoft.com/office/drawing/2014/main" id="{239DAC02-2DDA-0FBD-EA89-AD4FB749566E}"/>
                </a:ext>
              </a:extLst>
            </p:cNvPr>
            <p:cNvSpPr>
              <a:spLocks/>
            </p:cNvSpPr>
            <p:nvPr/>
          </p:nvSpPr>
          <p:spPr bwMode="auto">
            <a:xfrm>
              <a:off x="4200" y="2901"/>
              <a:ext cx="197" cy="1167"/>
            </a:xfrm>
            <a:custGeom>
              <a:avLst/>
              <a:gdLst>
                <a:gd name="T0" fmla="*/ 0 w 105"/>
                <a:gd name="T1" fmla="*/ 0 h 617"/>
                <a:gd name="T2" fmla="*/ 14749 w 105"/>
                <a:gd name="T3" fmla="*/ 0 h 617"/>
                <a:gd name="T4" fmla="*/ 15970 w 105"/>
                <a:gd name="T5" fmla="*/ 100873 h 617"/>
                <a:gd name="T6" fmla="*/ 0 w 105"/>
                <a:gd name="T7" fmla="*/ 0 h 6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 h="617">
                  <a:moveTo>
                    <a:pt x="0" y="0"/>
                  </a:moveTo>
                  <a:lnTo>
                    <a:pt x="96" y="0"/>
                  </a:lnTo>
                  <a:lnTo>
                    <a:pt x="104" y="616"/>
                  </a:lnTo>
                  <a:lnTo>
                    <a:pt x="0" y="0"/>
                  </a:lnTo>
                  <a:close/>
                </a:path>
              </a:pathLst>
            </a:custGeom>
            <a:solidFill>
              <a:srgbClr val="686868"/>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7" name="Freeform 1224">
              <a:extLst>
                <a:ext uri="{FF2B5EF4-FFF2-40B4-BE49-F238E27FC236}">
                  <a16:creationId xmlns:a16="http://schemas.microsoft.com/office/drawing/2014/main" id="{747F5963-832E-3585-F92F-3AA02F7D94D5}"/>
                </a:ext>
              </a:extLst>
            </p:cNvPr>
            <p:cNvSpPr>
              <a:spLocks/>
            </p:cNvSpPr>
            <p:nvPr/>
          </p:nvSpPr>
          <p:spPr bwMode="auto">
            <a:xfrm>
              <a:off x="4527" y="2901"/>
              <a:ext cx="851" cy="894"/>
            </a:xfrm>
            <a:custGeom>
              <a:avLst/>
              <a:gdLst>
                <a:gd name="T0" fmla="*/ 0 w 457"/>
                <a:gd name="T1" fmla="*/ 0 h 473"/>
                <a:gd name="T2" fmla="*/ 19636 w 457"/>
                <a:gd name="T3" fmla="*/ 0 h 473"/>
                <a:gd name="T4" fmla="*/ 62427 w 457"/>
                <a:gd name="T5" fmla="*/ 49539 h 473"/>
                <a:gd name="T6" fmla="*/ 65916 w 457"/>
                <a:gd name="T7" fmla="*/ 54710 h 473"/>
                <a:gd name="T8" fmla="*/ 35844 w 457"/>
                <a:gd name="T9" fmla="*/ 76876 h 473"/>
                <a:gd name="T10" fmla="*/ 0 w 457"/>
                <a:gd name="T11" fmla="*/ 0 h 4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7" h="473">
                  <a:moveTo>
                    <a:pt x="0" y="0"/>
                  </a:moveTo>
                  <a:lnTo>
                    <a:pt x="136" y="0"/>
                  </a:lnTo>
                  <a:lnTo>
                    <a:pt x="432" y="304"/>
                  </a:lnTo>
                  <a:lnTo>
                    <a:pt x="456" y="336"/>
                  </a:lnTo>
                  <a:lnTo>
                    <a:pt x="248" y="472"/>
                  </a:lnTo>
                  <a:lnTo>
                    <a:pt x="0" y="0"/>
                  </a:lnTo>
                  <a:close/>
                </a:path>
              </a:pathLst>
            </a:custGeom>
            <a:solidFill>
              <a:srgbClr val="686868"/>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8" name="Freeform 1225">
              <a:extLst>
                <a:ext uri="{FF2B5EF4-FFF2-40B4-BE49-F238E27FC236}">
                  <a16:creationId xmlns:a16="http://schemas.microsoft.com/office/drawing/2014/main" id="{DA47E98C-280E-F941-BCD9-0225D68D7A9E}"/>
                </a:ext>
              </a:extLst>
            </p:cNvPr>
            <p:cNvSpPr>
              <a:spLocks/>
            </p:cNvSpPr>
            <p:nvPr/>
          </p:nvSpPr>
          <p:spPr bwMode="auto">
            <a:xfrm>
              <a:off x="5243" y="2916"/>
              <a:ext cx="374" cy="561"/>
            </a:xfrm>
            <a:custGeom>
              <a:avLst/>
              <a:gdLst>
                <a:gd name="T0" fmla="*/ 0 w 201"/>
                <a:gd name="T1" fmla="*/ 0 h 297"/>
                <a:gd name="T2" fmla="*/ 8053 w 201"/>
                <a:gd name="T3" fmla="*/ 0 h 297"/>
                <a:gd name="T4" fmla="*/ 28733 w 201"/>
                <a:gd name="T5" fmla="*/ 47963 h 297"/>
                <a:gd name="T6" fmla="*/ 0 w 201"/>
                <a:gd name="T7" fmla="*/ 0 h 2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1" h="297">
                  <a:moveTo>
                    <a:pt x="0" y="0"/>
                  </a:moveTo>
                  <a:lnTo>
                    <a:pt x="56" y="0"/>
                  </a:lnTo>
                  <a:lnTo>
                    <a:pt x="200" y="296"/>
                  </a:lnTo>
                  <a:lnTo>
                    <a:pt x="0" y="0"/>
                  </a:lnTo>
                  <a:close/>
                </a:path>
              </a:pathLst>
            </a:custGeom>
            <a:solidFill>
              <a:srgbClr val="686868"/>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29" name="Freeform 1226">
              <a:extLst>
                <a:ext uri="{FF2B5EF4-FFF2-40B4-BE49-F238E27FC236}">
                  <a16:creationId xmlns:a16="http://schemas.microsoft.com/office/drawing/2014/main" id="{B2A119EC-63A9-C064-9854-6D3D9786927A}"/>
                </a:ext>
              </a:extLst>
            </p:cNvPr>
            <p:cNvSpPr>
              <a:spLocks/>
            </p:cNvSpPr>
            <p:nvPr/>
          </p:nvSpPr>
          <p:spPr bwMode="auto">
            <a:xfrm>
              <a:off x="5541" y="2901"/>
              <a:ext cx="210" cy="197"/>
            </a:xfrm>
            <a:custGeom>
              <a:avLst/>
              <a:gdLst>
                <a:gd name="T0" fmla="*/ 0 w 113"/>
                <a:gd name="T1" fmla="*/ 0 h 105"/>
                <a:gd name="T2" fmla="*/ 13631 w 113"/>
                <a:gd name="T3" fmla="*/ 0 h 105"/>
                <a:gd name="T4" fmla="*/ 15936 w 113"/>
                <a:gd name="T5" fmla="*/ 15970 h 105"/>
                <a:gd name="T6" fmla="*/ 0 w 113"/>
                <a:gd name="T7" fmla="*/ 1229 h 10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3" h="105">
                  <a:moveTo>
                    <a:pt x="0" y="0"/>
                  </a:moveTo>
                  <a:lnTo>
                    <a:pt x="96" y="0"/>
                  </a:lnTo>
                  <a:lnTo>
                    <a:pt x="112" y="104"/>
                  </a:lnTo>
                  <a:lnTo>
                    <a:pt x="0" y="8"/>
                  </a:lnTo>
                </a:path>
              </a:pathLst>
            </a:custGeom>
            <a:solidFill>
              <a:srgbClr val="686868"/>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0" name="Freeform 1227">
              <a:extLst>
                <a:ext uri="{FF2B5EF4-FFF2-40B4-BE49-F238E27FC236}">
                  <a16:creationId xmlns:a16="http://schemas.microsoft.com/office/drawing/2014/main" id="{6F6AD4DB-10F4-3B22-725D-6AEFB1C0FE32}"/>
                </a:ext>
              </a:extLst>
            </p:cNvPr>
            <p:cNvSpPr>
              <a:spLocks/>
            </p:cNvSpPr>
            <p:nvPr/>
          </p:nvSpPr>
          <p:spPr bwMode="auto">
            <a:xfrm>
              <a:off x="3201" y="2884"/>
              <a:ext cx="808" cy="911"/>
            </a:xfrm>
            <a:custGeom>
              <a:avLst/>
              <a:gdLst>
                <a:gd name="T0" fmla="*/ 0 w 433"/>
                <a:gd name="T1" fmla="*/ 0 h 481"/>
                <a:gd name="T2" fmla="*/ 14100 w 433"/>
                <a:gd name="T3" fmla="*/ 0 h 481"/>
                <a:gd name="T4" fmla="*/ 34121 w 433"/>
                <a:gd name="T5" fmla="*/ 7941 h 481"/>
                <a:gd name="T6" fmla="*/ 63511 w 433"/>
                <a:gd name="T7" fmla="*/ 79469 h 481"/>
                <a:gd name="T8" fmla="*/ 31743 w 433"/>
                <a:gd name="T9" fmla="*/ 34432 h 481"/>
                <a:gd name="T10" fmla="*/ 15290 w 433"/>
                <a:gd name="T11" fmla="*/ 55615 h 481"/>
                <a:gd name="T12" fmla="*/ 21196 w 433"/>
                <a:gd name="T13" fmla="*/ 13282 h 481"/>
                <a:gd name="T14" fmla="*/ 0 w 433"/>
                <a:gd name="T15" fmla="*/ 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33" h="481">
                  <a:moveTo>
                    <a:pt x="0" y="0"/>
                  </a:moveTo>
                  <a:lnTo>
                    <a:pt x="96" y="0"/>
                  </a:lnTo>
                  <a:lnTo>
                    <a:pt x="232" y="48"/>
                  </a:lnTo>
                  <a:lnTo>
                    <a:pt x="432" y="480"/>
                  </a:lnTo>
                  <a:lnTo>
                    <a:pt x="216" y="208"/>
                  </a:lnTo>
                  <a:lnTo>
                    <a:pt x="104" y="336"/>
                  </a:lnTo>
                  <a:lnTo>
                    <a:pt x="144" y="80"/>
                  </a:lnTo>
                  <a:lnTo>
                    <a:pt x="0" y="0"/>
                  </a:lnTo>
                  <a:close/>
                </a:path>
              </a:pathLst>
            </a:custGeom>
            <a:solidFill>
              <a:srgbClr val="686868"/>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1" name="Freeform 1228">
              <a:extLst>
                <a:ext uri="{FF2B5EF4-FFF2-40B4-BE49-F238E27FC236}">
                  <a16:creationId xmlns:a16="http://schemas.microsoft.com/office/drawing/2014/main" id="{806AC478-6023-BE97-64BF-17E937829806}"/>
                </a:ext>
              </a:extLst>
            </p:cNvPr>
            <p:cNvSpPr>
              <a:spLocks/>
            </p:cNvSpPr>
            <p:nvPr/>
          </p:nvSpPr>
          <p:spPr bwMode="auto">
            <a:xfrm>
              <a:off x="2740" y="2884"/>
              <a:ext cx="299" cy="154"/>
            </a:xfrm>
            <a:custGeom>
              <a:avLst/>
              <a:gdLst>
                <a:gd name="T0" fmla="*/ 1151 w 161"/>
                <a:gd name="T1" fmla="*/ 0 h 81"/>
                <a:gd name="T2" fmla="*/ 14692 w 161"/>
                <a:gd name="T3" fmla="*/ 0 h 81"/>
                <a:gd name="T4" fmla="*/ 22650 w 161"/>
                <a:gd name="T5" fmla="*/ 13641 h 81"/>
                <a:gd name="T6" fmla="*/ 0 w 161"/>
                <a:gd name="T7" fmla="*/ 13641 h 81"/>
                <a:gd name="T8" fmla="*/ 1151 w 161"/>
                <a:gd name="T9" fmla="*/ 0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1" h="81">
                  <a:moveTo>
                    <a:pt x="8" y="0"/>
                  </a:moveTo>
                  <a:lnTo>
                    <a:pt x="104" y="0"/>
                  </a:lnTo>
                  <a:lnTo>
                    <a:pt x="160" y="80"/>
                  </a:lnTo>
                  <a:lnTo>
                    <a:pt x="0" y="80"/>
                  </a:lnTo>
                  <a:lnTo>
                    <a:pt x="8" y="0"/>
                  </a:lnTo>
                  <a:close/>
                </a:path>
              </a:pathLst>
            </a:custGeom>
            <a:solidFill>
              <a:srgbClr val="686868"/>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2" name="Freeform 1229">
              <a:extLst>
                <a:ext uri="{FF2B5EF4-FFF2-40B4-BE49-F238E27FC236}">
                  <a16:creationId xmlns:a16="http://schemas.microsoft.com/office/drawing/2014/main" id="{37C59D4F-5CD9-4E37-A8EA-016DCD00F4F9}"/>
                </a:ext>
              </a:extLst>
            </p:cNvPr>
            <p:cNvSpPr>
              <a:spLocks/>
            </p:cNvSpPr>
            <p:nvPr/>
          </p:nvSpPr>
          <p:spPr bwMode="auto">
            <a:xfrm>
              <a:off x="4454" y="3535"/>
              <a:ext cx="1163" cy="547"/>
            </a:xfrm>
            <a:custGeom>
              <a:avLst/>
              <a:gdLst>
                <a:gd name="T0" fmla="*/ 0 w 625"/>
                <a:gd name="T1" fmla="*/ 47441 h 289"/>
                <a:gd name="T2" fmla="*/ 23040 w 625"/>
                <a:gd name="T3" fmla="*/ 38211 h 289"/>
                <a:gd name="T4" fmla="*/ 73600 w 625"/>
                <a:gd name="T5" fmla="*/ 1283 h 289"/>
                <a:gd name="T6" fmla="*/ 89670 w 625"/>
                <a:gd name="T7" fmla="*/ 0 h 289"/>
                <a:gd name="T8" fmla="*/ 64432 w 625"/>
                <a:gd name="T9" fmla="*/ 11805 h 289"/>
                <a:gd name="T10" fmla="*/ 63265 w 625"/>
                <a:gd name="T11" fmla="*/ 10525 h 289"/>
                <a:gd name="T12" fmla="*/ 63265 w 625"/>
                <a:gd name="T13" fmla="*/ 18443 h 289"/>
                <a:gd name="T14" fmla="*/ 49445 w 625"/>
                <a:gd name="T15" fmla="*/ 21060 h 289"/>
                <a:gd name="T16" fmla="*/ 45952 w 625"/>
                <a:gd name="T17" fmla="*/ 30289 h 289"/>
                <a:gd name="T18" fmla="*/ 23040 w 625"/>
                <a:gd name="T19" fmla="*/ 38211 h 2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25" h="289">
                  <a:moveTo>
                    <a:pt x="0" y="288"/>
                  </a:moveTo>
                  <a:lnTo>
                    <a:pt x="160" y="232"/>
                  </a:lnTo>
                  <a:lnTo>
                    <a:pt x="512" y="8"/>
                  </a:lnTo>
                  <a:lnTo>
                    <a:pt x="624" y="0"/>
                  </a:lnTo>
                  <a:lnTo>
                    <a:pt x="448" y="72"/>
                  </a:lnTo>
                  <a:lnTo>
                    <a:pt x="440" y="64"/>
                  </a:lnTo>
                  <a:lnTo>
                    <a:pt x="440" y="112"/>
                  </a:lnTo>
                  <a:lnTo>
                    <a:pt x="344" y="128"/>
                  </a:lnTo>
                  <a:lnTo>
                    <a:pt x="320" y="184"/>
                  </a:lnTo>
                  <a:lnTo>
                    <a:pt x="160" y="232"/>
                  </a:lnTo>
                </a:path>
              </a:pathLst>
            </a:custGeom>
            <a:solidFill>
              <a:schemeClr val="tx1"/>
            </a:solidFill>
            <a:ln w="12700">
              <a:solidFill>
                <a:schemeClr val="tx1"/>
              </a:solidFill>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3" name="Freeform 1230">
              <a:extLst>
                <a:ext uri="{FF2B5EF4-FFF2-40B4-BE49-F238E27FC236}">
                  <a16:creationId xmlns:a16="http://schemas.microsoft.com/office/drawing/2014/main" id="{E3DCFB79-1077-A855-9A50-4CFEB015C7DF}"/>
                </a:ext>
              </a:extLst>
            </p:cNvPr>
            <p:cNvSpPr>
              <a:spLocks/>
            </p:cNvSpPr>
            <p:nvPr/>
          </p:nvSpPr>
          <p:spPr bwMode="auto">
            <a:xfrm>
              <a:off x="2918" y="3369"/>
              <a:ext cx="345" cy="198"/>
            </a:xfrm>
            <a:custGeom>
              <a:avLst/>
              <a:gdLst>
                <a:gd name="T0" fmla="*/ 0 w 185"/>
                <a:gd name="T1" fmla="*/ 0 h 105"/>
                <a:gd name="T2" fmla="*/ 21116 w 185"/>
                <a:gd name="T3" fmla="*/ 16641 h 105"/>
                <a:gd name="T4" fmla="*/ 26934 w 185"/>
                <a:gd name="T5" fmla="*/ 3815 h 105"/>
                <a:gd name="T6" fmla="*/ 2348 w 185"/>
                <a:gd name="T7" fmla="*/ 0 h 10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5" h="105">
                  <a:moveTo>
                    <a:pt x="0" y="0"/>
                  </a:moveTo>
                  <a:lnTo>
                    <a:pt x="144" y="104"/>
                  </a:lnTo>
                  <a:lnTo>
                    <a:pt x="184" y="24"/>
                  </a:lnTo>
                  <a:lnTo>
                    <a:pt x="16" y="0"/>
                  </a:lnTo>
                </a:path>
              </a:pathLst>
            </a:custGeom>
            <a:solidFill>
              <a:schemeClr val="tx1"/>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4" name="Freeform 1231">
              <a:extLst>
                <a:ext uri="{FF2B5EF4-FFF2-40B4-BE49-F238E27FC236}">
                  <a16:creationId xmlns:a16="http://schemas.microsoft.com/office/drawing/2014/main" id="{DCE93790-07DC-FF5B-FFBD-6ED7664893A3}"/>
                </a:ext>
              </a:extLst>
            </p:cNvPr>
            <p:cNvSpPr>
              <a:spLocks/>
            </p:cNvSpPr>
            <p:nvPr/>
          </p:nvSpPr>
          <p:spPr bwMode="auto">
            <a:xfrm>
              <a:off x="3275" y="3581"/>
              <a:ext cx="389" cy="380"/>
            </a:xfrm>
            <a:custGeom>
              <a:avLst/>
              <a:gdLst>
                <a:gd name="T0" fmla="*/ 0 w 209"/>
                <a:gd name="T1" fmla="*/ 19582 h 201"/>
                <a:gd name="T2" fmla="*/ 5740 w 209"/>
                <a:gd name="T3" fmla="*/ 0 h 201"/>
                <a:gd name="T4" fmla="*/ 29931 w 209"/>
                <a:gd name="T5" fmla="*/ 32650 h 201"/>
                <a:gd name="T6" fmla="*/ 8065 w 209"/>
                <a:gd name="T7" fmla="*/ 10462 h 201"/>
                <a:gd name="T8" fmla="*/ 1167 w 209"/>
                <a:gd name="T9" fmla="*/ 19582 h 2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201">
                  <a:moveTo>
                    <a:pt x="0" y="120"/>
                  </a:moveTo>
                  <a:lnTo>
                    <a:pt x="40" y="0"/>
                  </a:lnTo>
                  <a:lnTo>
                    <a:pt x="208" y="200"/>
                  </a:lnTo>
                  <a:lnTo>
                    <a:pt x="56" y="64"/>
                  </a:lnTo>
                  <a:lnTo>
                    <a:pt x="8" y="120"/>
                  </a:lnTo>
                </a:path>
              </a:pathLst>
            </a:custGeom>
            <a:solidFill>
              <a:schemeClr val="tx1"/>
            </a:solidFill>
            <a:ln>
              <a:noFill/>
            </a:ln>
            <a:effectLst/>
            <a:extLst>
              <a:ext uri="{91240B29-F687-4F45-9708-019B960494DF}">
                <a14:hiddenLine xmlns:a14="http://schemas.microsoft.com/office/drawing/2010/main" w="12700">
                  <a:solidFill>
                    <a:schemeClr val="tx1"/>
                  </a:solidFill>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5" name="Oval 1232">
              <a:extLst>
                <a:ext uri="{FF2B5EF4-FFF2-40B4-BE49-F238E27FC236}">
                  <a16:creationId xmlns:a16="http://schemas.microsoft.com/office/drawing/2014/main" id="{84FDF6B7-A8DF-2357-1926-A170972756A2}"/>
                </a:ext>
              </a:extLst>
            </p:cNvPr>
            <p:cNvSpPr>
              <a:spLocks noChangeArrowheads="1"/>
            </p:cNvSpPr>
            <p:nvPr/>
          </p:nvSpPr>
          <p:spPr bwMode="auto">
            <a:xfrm>
              <a:off x="3813" y="1535"/>
              <a:ext cx="15" cy="17"/>
            </a:xfrm>
            <a:prstGeom prst="ellipse">
              <a:avLst/>
            </a:pr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036" name="Oval 1233">
              <a:extLst>
                <a:ext uri="{FF2B5EF4-FFF2-40B4-BE49-F238E27FC236}">
                  <a16:creationId xmlns:a16="http://schemas.microsoft.com/office/drawing/2014/main" id="{9021D53D-2A08-1654-7DDC-ABD03A27AE51}"/>
                </a:ext>
              </a:extLst>
            </p:cNvPr>
            <p:cNvSpPr>
              <a:spLocks noChangeArrowheads="1"/>
            </p:cNvSpPr>
            <p:nvPr/>
          </p:nvSpPr>
          <p:spPr bwMode="auto">
            <a:xfrm>
              <a:off x="4885" y="1703"/>
              <a:ext cx="15" cy="15"/>
            </a:xfrm>
            <a:prstGeom prst="ellipse">
              <a:avLst/>
            </a:pr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037" name="Freeform 1234">
              <a:extLst>
                <a:ext uri="{FF2B5EF4-FFF2-40B4-BE49-F238E27FC236}">
                  <a16:creationId xmlns:a16="http://schemas.microsoft.com/office/drawing/2014/main" id="{B53569E1-764A-80D8-09DC-AD8912CC1F1C}"/>
                </a:ext>
              </a:extLst>
            </p:cNvPr>
            <p:cNvSpPr>
              <a:spLocks/>
            </p:cNvSpPr>
            <p:nvPr/>
          </p:nvSpPr>
          <p:spPr bwMode="auto">
            <a:xfrm>
              <a:off x="4885" y="1386"/>
              <a:ext cx="316" cy="440"/>
            </a:xfrm>
            <a:custGeom>
              <a:avLst/>
              <a:gdLst>
                <a:gd name="T0" fmla="*/ 0 w 169"/>
                <a:gd name="T1" fmla="*/ 2593 h 233"/>
                <a:gd name="T2" fmla="*/ 3594 w 169"/>
                <a:gd name="T3" fmla="*/ 1273 h 233"/>
                <a:gd name="T4" fmla="*/ 5989 w 169"/>
                <a:gd name="T5" fmla="*/ 0 h 233"/>
                <a:gd name="T6" fmla="*/ 8364 w 169"/>
                <a:gd name="T7" fmla="*/ 1273 h 233"/>
                <a:gd name="T8" fmla="*/ 9570 w 169"/>
                <a:gd name="T9" fmla="*/ 2593 h 233"/>
                <a:gd name="T10" fmla="*/ 11978 w 169"/>
                <a:gd name="T11" fmla="*/ 6540 h 233"/>
                <a:gd name="T12" fmla="*/ 14401 w 169"/>
                <a:gd name="T13" fmla="*/ 7807 h 233"/>
                <a:gd name="T14" fmla="*/ 16709 w 169"/>
                <a:gd name="T15" fmla="*/ 9079 h 233"/>
                <a:gd name="T16" fmla="*/ 19108 w 169"/>
                <a:gd name="T17" fmla="*/ 14190 h 233"/>
                <a:gd name="T18" fmla="*/ 19108 w 169"/>
                <a:gd name="T19" fmla="*/ 33650 h 233"/>
                <a:gd name="T20" fmla="*/ 21516 w 169"/>
                <a:gd name="T21" fmla="*/ 34922 h 233"/>
                <a:gd name="T22" fmla="*/ 25097 w 169"/>
                <a:gd name="T23" fmla="*/ 36242 h 233"/>
                <a:gd name="T24" fmla="*/ 17894 w 169"/>
                <a:gd name="T25" fmla="*/ 36242 h 233"/>
                <a:gd name="T26" fmla="*/ 9570 w 169"/>
                <a:gd name="T27" fmla="*/ 37515 h 233"/>
                <a:gd name="T28" fmla="*/ 4779 w 169"/>
                <a:gd name="T29" fmla="*/ 29705 h 233"/>
                <a:gd name="T30" fmla="*/ 2392 w 169"/>
                <a:gd name="T31" fmla="*/ 23322 h 233"/>
                <a:gd name="T32" fmla="*/ 2392 w 169"/>
                <a:gd name="T33" fmla="*/ 18134 h 233"/>
                <a:gd name="T34" fmla="*/ 2392 w 169"/>
                <a:gd name="T35" fmla="*/ 14190 h 233"/>
                <a:gd name="T36" fmla="*/ 3594 w 169"/>
                <a:gd name="T37" fmla="*/ 9079 h 233"/>
                <a:gd name="T38" fmla="*/ 4779 w 169"/>
                <a:gd name="T39" fmla="*/ 7807 h 233"/>
                <a:gd name="T40" fmla="*/ 4779 w 169"/>
                <a:gd name="T41" fmla="*/ 3866 h 233"/>
                <a:gd name="T42" fmla="*/ 0 w 169"/>
                <a:gd name="T43" fmla="*/ 2593 h 2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9" h="233">
                  <a:moveTo>
                    <a:pt x="0" y="16"/>
                  </a:moveTo>
                  <a:lnTo>
                    <a:pt x="24" y="8"/>
                  </a:lnTo>
                  <a:lnTo>
                    <a:pt x="40" y="0"/>
                  </a:lnTo>
                  <a:lnTo>
                    <a:pt x="56" y="8"/>
                  </a:lnTo>
                  <a:lnTo>
                    <a:pt x="64" y="16"/>
                  </a:lnTo>
                  <a:lnTo>
                    <a:pt x="80" y="40"/>
                  </a:lnTo>
                  <a:lnTo>
                    <a:pt x="96" y="48"/>
                  </a:lnTo>
                  <a:lnTo>
                    <a:pt x="112" y="56"/>
                  </a:lnTo>
                  <a:lnTo>
                    <a:pt x="128" y="88"/>
                  </a:lnTo>
                  <a:lnTo>
                    <a:pt x="128" y="208"/>
                  </a:lnTo>
                  <a:lnTo>
                    <a:pt x="144" y="216"/>
                  </a:lnTo>
                  <a:lnTo>
                    <a:pt x="168" y="224"/>
                  </a:lnTo>
                  <a:lnTo>
                    <a:pt x="120" y="224"/>
                  </a:lnTo>
                  <a:lnTo>
                    <a:pt x="64" y="232"/>
                  </a:lnTo>
                  <a:lnTo>
                    <a:pt x="32" y="184"/>
                  </a:lnTo>
                  <a:lnTo>
                    <a:pt x="16" y="144"/>
                  </a:lnTo>
                  <a:lnTo>
                    <a:pt x="16" y="112"/>
                  </a:lnTo>
                  <a:lnTo>
                    <a:pt x="16" y="88"/>
                  </a:lnTo>
                  <a:lnTo>
                    <a:pt x="24" y="56"/>
                  </a:lnTo>
                  <a:lnTo>
                    <a:pt x="32" y="48"/>
                  </a:lnTo>
                  <a:lnTo>
                    <a:pt x="32" y="24"/>
                  </a:lnTo>
                  <a:lnTo>
                    <a:pt x="0" y="16"/>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8" name="Freeform 1235">
              <a:extLst>
                <a:ext uri="{FF2B5EF4-FFF2-40B4-BE49-F238E27FC236}">
                  <a16:creationId xmlns:a16="http://schemas.microsoft.com/office/drawing/2014/main" id="{EFBA74EF-9E0A-24D7-093B-57BEC30930C5}"/>
                </a:ext>
              </a:extLst>
            </p:cNvPr>
            <p:cNvSpPr>
              <a:spLocks/>
            </p:cNvSpPr>
            <p:nvPr/>
          </p:nvSpPr>
          <p:spPr bwMode="auto">
            <a:xfrm>
              <a:off x="4930" y="1430"/>
              <a:ext cx="164" cy="379"/>
            </a:xfrm>
            <a:custGeom>
              <a:avLst/>
              <a:gdLst>
                <a:gd name="T0" fmla="*/ 1107 w 89"/>
                <a:gd name="T1" fmla="*/ 0 h 201"/>
                <a:gd name="T2" fmla="*/ 3171 w 89"/>
                <a:gd name="T3" fmla="*/ 1265 h 201"/>
                <a:gd name="T4" fmla="*/ 5338 w 89"/>
                <a:gd name="T5" fmla="*/ 3815 h 201"/>
                <a:gd name="T6" fmla="*/ 7439 w 89"/>
                <a:gd name="T7" fmla="*/ 6351 h 201"/>
                <a:gd name="T8" fmla="*/ 7439 w 89"/>
                <a:gd name="T9" fmla="*/ 20400 h 201"/>
                <a:gd name="T10" fmla="*/ 8495 w 89"/>
                <a:gd name="T11" fmla="*/ 25574 h 201"/>
                <a:gd name="T12" fmla="*/ 11701 w 89"/>
                <a:gd name="T13" fmla="*/ 30705 h 201"/>
                <a:gd name="T14" fmla="*/ 11701 w 89"/>
                <a:gd name="T15" fmla="*/ 31970 h 201"/>
                <a:gd name="T16" fmla="*/ 6350 w 89"/>
                <a:gd name="T17" fmla="*/ 31970 h 201"/>
                <a:gd name="T18" fmla="*/ 2088 w 89"/>
                <a:gd name="T19" fmla="*/ 26890 h 201"/>
                <a:gd name="T20" fmla="*/ 1107 w 89"/>
                <a:gd name="T21" fmla="*/ 24309 h 201"/>
                <a:gd name="T22" fmla="*/ 1107 w 89"/>
                <a:gd name="T23" fmla="*/ 21712 h 201"/>
                <a:gd name="T24" fmla="*/ 0 w 89"/>
                <a:gd name="T25" fmla="*/ 19139 h 201"/>
                <a:gd name="T26" fmla="*/ 0 w 89"/>
                <a:gd name="T27" fmla="*/ 16633 h 201"/>
                <a:gd name="T28" fmla="*/ 0 w 89"/>
                <a:gd name="T29" fmla="*/ 11515 h 201"/>
                <a:gd name="T30" fmla="*/ 1107 w 89"/>
                <a:gd name="T31" fmla="*/ 7721 h 201"/>
                <a:gd name="T32" fmla="*/ 2088 w 89"/>
                <a:gd name="T33" fmla="*/ 3815 h 201"/>
                <a:gd name="T34" fmla="*/ 1107 w 89"/>
                <a:gd name="T35" fmla="*/ 0 h 2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9" h="201">
                  <a:moveTo>
                    <a:pt x="8" y="0"/>
                  </a:moveTo>
                  <a:lnTo>
                    <a:pt x="24" y="8"/>
                  </a:lnTo>
                  <a:lnTo>
                    <a:pt x="40" y="24"/>
                  </a:lnTo>
                  <a:lnTo>
                    <a:pt x="56" y="40"/>
                  </a:lnTo>
                  <a:lnTo>
                    <a:pt x="56" y="128"/>
                  </a:lnTo>
                  <a:lnTo>
                    <a:pt x="64" y="160"/>
                  </a:lnTo>
                  <a:lnTo>
                    <a:pt x="88" y="192"/>
                  </a:lnTo>
                  <a:lnTo>
                    <a:pt x="88" y="200"/>
                  </a:lnTo>
                  <a:lnTo>
                    <a:pt x="48" y="200"/>
                  </a:lnTo>
                  <a:lnTo>
                    <a:pt x="16" y="168"/>
                  </a:lnTo>
                  <a:lnTo>
                    <a:pt x="8" y="152"/>
                  </a:lnTo>
                  <a:lnTo>
                    <a:pt x="8" y="136"/>
                  </a:lnTo>
                  <a:lnTo>
                    <a:pt x="0" y="120"/>
                  </a:lnTo>
                  <a:lnTo>
                    <a:pt x="0" y="104"/>
                  </a:lnTo>
                  <a:lnTo>
                    <a:pt x="0" y="72"/>
                  </a:lnTo>
                  <a:lnTo>
                    <a:pt x="8" y="48"/>
                  </a:lnTo>
                  <a:lnTo>
                    <a:pt x="16" y="24"/>
                  </a:lnTo>
                  <a:lnTo>
                    <a:pt x="8" y="0"/>
                  </a:lnTo>
                  <a:close/>
                </a:path>
              </a:pathLst>
            </a:custGeom>
            <a:solidFill>
              <a:srgbClr val="FF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39" name="Freeform 1236">
              <a:extLst>
                <a:ext uri="{FF2B5EF4-FFF2-40B4-BE49-F238E27FC236}">
                  <a16:creationId xmlns:a16="http://schemas.microsoft.com/office/drawing/2014/main" id="{622F5BB2-B773-7363-8A9E-B1D5E2934F84}"/>
                </a:ext>
              </a:extLst>
            </p:cNvPr>
            <p:cNvSpPr>
              <a:spLocks/>
            </p:cNvSpPr>
            <p:nvPr/>
          </p:nvSpPr>
          <p:spPr bwMode="auto">
            <a:xfrm>
              <a:off x="4944" y="1415"/>
              <a:ext cx="48" cy="62"/>
            </a:xfrm>
            <a:custGeom>
              <a:avLst/>
              <a:gdLst>
                <a:gd name="T0" fmla="*/ 0 w 25"/>
                <a:gd name="T1" fmla="*/ 1246 h 33"/>
                <a:gd name="T2" fmla="*/ 1463 w 25"/>
                <a:gd name="T3" fmla="*/ 0 h 33"/>
                <a:gd name="T4" fmla="*/ 4401 w 25"/>
                <a:gd name="T5" fmla="*/ 2454 h 33"/>
                <a:gd name="T6" fmla="*/ 4401 w 25"/>
                <a:gd name="T7" fmla="*/ 4960 h 33"/>
                <a:gd name="T8" fmla="*/ 0 w 25"/>
                <a:gd name="T9" fmla="*/ 2454 h 33"/>
                <a:gd name="T10" fmla="*/ 0 w 25"/>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 h="33">
                  <a:moveTo>
                    <a:pt x="0" y="8"/>
                  </a:moveTo>
                  <a:lnTo>
                    <a:pt x="8" y="0"/>
                  </a:lnTo>
                  <a:lnTo>
                    <a:pt x="24" y="16"/>
                  </a:lnTo>
                  <a:lnTo>
                    <a:pt x="24" y="32"/>
                  </a:lnTo>
                  <a:lnTo>
                    <a:pt x="0" y="16"/>
                  </a:lnTo>
                  <a:lnTo>
                    <a:pt x="0" y="0"/>
                  </a:lnTo>
                </a:path>
              </a:pathLst>
            </a:custGeom>
            <a:blipFill dpi="0" rotWithShape="0">
              <a:blip r:embed="rId9"/>
              <a:srcRect/>
              <a:tile tx="0" ty="0" sx="100000" sy="100000" flip="none" algn="tl"/>
            </a:blipFill>
            <a:ln w="12700">
              <a:solidFill>
                <a:schemeClr val="tx1"/>
              </a:solidFill>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0" name="Oval 1237">
              <a:extLst>
                <a:ext uri="{FF2B5EF4-FFF2-40B4-BE49-F238E27FC236}">
                  <a16:creationId xmlns:a16="http://schemas.microsoft.com/office/drawing/2014/main" id="{F65F28D9-8B43-E222-487E-F3AF757C0081}"/>
                </a:ext>
              </a:extLst>
            </p:cNvPr>
            <p:cNvSpPr>
              <a:spLocks noChangeArrowheads="1"/>
            </p:cNvSpPr>
            <p:nvPr/>
          </p:nvSpPr>
          <p:spPr bwMode="auto">
            <a:xfrm>
              <a:off x="4960" y="1400"/>
              <a:ext cx="14" cy="15"/>
            </a:xfrm>
            <a:prstGeom prst="ellipse">
              <a:avLst/>
            </a:prstGeom>
            <a:solidFill>
              <a:srgbClr val="FFFFFF"/>
            </a:solidFill>
            <a:ln w="1270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041" name="Freeform 1238">
              <a:extLst>
                <a:ext uri="{FF2B5EF4-FFF2-40B4-BE49-F238E27FC236}">
                  <a16:creationId xmlns:a16="http://schemas.microsoft.com/office/drawing/2014/main" id="{57F01799-CC4C-7810-8E13-212C66BE070B}"/>
                </a:ext>
              </a:extLst>
            </p:cNvPr>
            <p:cNvSpPr>
              <a:spLocks/>
            </p:cNvSpPr>
            <p:nvPr/>
          </p:nvSpPr>
          <p:spPr bwMode="auto">
            <a:xfrm>
              <a:off x="4467" y="1323"/>
              <a:ext cx="316" cy="443"/>
            </a:xfrm>
            <a:custGeom>
              <a:avLst/>
              <a:gdLst>
                <a:gd name="T0" fmla="*/ 0 w 169"/>
                <a:gd name="T1" fmla="*/ 2683 h 233"/>
                <a:gd name="T2" fmla="*/ 3594 w 169"/>
                <a:gd name="T3" fmla="*/ 1373 h 233"/>
                <a:gd name="T4" fmla="*/ 5989 w 169"/>
                <a:gd name="T5" fmla="*/ 0 h 233"/>
                <a:gd name="T6" fmla="*/ 8364 w 169"/>
                <a:gd name="T7" fmla="*/ 1373 h 233"/>
                <a:gd name="T8" fmla="*/ 9570 w 169"/>
                <a:gd name="T9" fmla="*/ 2683 h 233"/>
                <a:gd name="T10" fmla="*/ 11978 w 169"/>
                <a:gd name="T11" fmla="*/ 6810 h 233"/>
                <a:gd name="T12" fmla="*/ 14401 w 169"/>
                <a:gd name="T13" fmla="*/ 6810 h 233"/>
                <a:gd name="T14" fmla="*/ 16709 w 169"/>
                <a:gd name="T15" fmla="*/ 9539 h 233"/>
                <a:gd name="T16" fmla="*/ 17894 w 169"/>
                <a:gd name="T17" fmla="*/ 15024 h 233"/>
                <a:gd name="T18" fmla="*/ 19108 w 169"/>
                <a:gd name="T19" fmla="*/ 35476 h 233"/>
                <a:gd name="T20" fmla="*/ 21516 w 169"/>
                <a:gd name="T21" fmla="*/ 36887 h 233"/>
                <a:gd name="T22" fmla="*/ 25097 w 169"/>
                <a:gd name="T23" fmla="*/ 38260 h 233"/>
                <a:gd name="T24" fmla="*/ 17894 w 169"/>
                <a:gd name="T25" fmla="*/ 38260 h 233"/>
                <a:gd name="T26" fmla="*/ 9570 w 169"/>
                <a:gd name="T27" fmla="*/ 39583 h 233"/>
                <a:gd name="T28" fmla="*/ 4779 w 169"/>
                <a:gd name="T29" fmla="*/ 31402 h 233"/>
                <a:gd name="T30" fmla="*/ 2392 w 169"/>
                <a:gd name="T31" fmla="*/ 24618 h 233"/>
                <a:gd name="T32" fmla="*/ 2392 w 169"/>
                <a:gd name="T33" fmla="*/ 19127 h 233"/>
                <a:gd name="T34" fmla="*/ 2392 w 169"/>
                <a:gd name="T35" fmla="*/ 13642 h 233"/>
                <a:gd name="T36" fmla="*/ 3594 w 169"/>
                <a:gd name="T37" fmla="*/ 9539 h 233"/>
                <a:gd name="T38" fmla="*/ 4779 w 169"/>
                <a:gd name="T39" fmla="*/ 8181 h 233"/>
                <a:gd name="T40" fmla="*/ 4779 w 169"/>
                <a:gd name="T41" fmla="*/ 4103 h 233"/>
                <a:gd name="T42" fmla="*/ 0 w 169"/>
                <a:gd name="T43" fmla="*/ 2683 h 2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9" h="233">
                  <a:moveTo>
                    <a:pt x="0" y="16"/>
                  </a:moveTo>
                  <a:lnTo>
                    <a:pt x="24" y="8"/>
                  </a:lnTo>
                  <a:lnTo>
                    <a:pt x="40" y="0"/>
                  </a:lnTo>
                  <a:lnTo>
                    <a:pt x="56" y="8"/>
                  </a:lnTo>
                  <a:lnTo>
                    <a:pt x="64" y="16"/>
                  </a:lnTo>
                  <a:lnTo>
                    <a:pt x="80" y="40"/>
                  </a:lnTo>
                  <a:lnTo>
                    <a:pt x="96" y="40"/>
                  </a:lnTo>
                  <a:lnTo>
                    <a:pt x="112" y="56"/>
                  </a:lnTo>
                  <a:lnTo>
                    <a:pt x="120" y="88"/>
                  </a:lnTo>
                  <a:lnTo>
                    <a:pt x="128" y="208"/>
                  </a:lnTo>
                  <a:lnTo>
                    <a:pt x="144" y="216"/>
                  </a:lnTo>
                  <a:lnTo>
                    <a:pt x="168" y="224"/>
                  </a:lnTo>
                  <a:lnTo>
                    <a:pt x="120" y="224"/>
                  </a:lnTo>
                  <a:lnTo>
                    <a:pt x="64" y="232"/>
                  </a:lnTo>
                  <a:lnTo>
                    <a:pt x="32" y="184"/>
                  </a:lnTo>
                  <a:lnTo>
                    <a:pt x="16" y="144"/>
                  </a:lnTo>
                  <a:lnTo>
                    <a:pt x="16" y="112"/>
                  </a:lnTo>
                  <a:lnTo>
                    <a:pt x="16" y="80"/>
                  </a:lnTo>
                  <a:lnTo>
                    <a:pt x="24" y="56"/>
                  </a:lnTo>
                  <a:lnTo>
                    <a:pt x="32" y="48"/>
                  </a:lnTo>
                  <a:lnTo>
                    <a:pt x="32" y="24"/>
                  </a:lnTo>
                  <a:lnTo>
                    <a:pt x="0" y="16"/>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2" name="Freeform 1239">
              <a:extLst>
                <a:ext uri="{FF2B5EF4-FFF2-40B4-BE49-F238E27FC236}">
                  <a16:creationId xmlns:a16="http://schemas.microsoft.com/office/drawing/2014/main" id="{FF2CBF60-2C99-BD71-9B50-0442917BA3FE}"/>
                </a:ext>
              </a:extLst>
            </p:cNvPr>
            <p:cNvSpPr>
              <a:spLocks/>
            </p:cNvSpPr>
            <p:nvPr/>
          </p:nvSpPr>
          <p:spPr bwMode="auto">
            <a:xfrm>
              <a:off x="4514" y="1370"/>
              <a:ext cx="164" cy="379"/>
            </a:xfrm>
            <a:custGeom>
              <a:avLst/>
              <a:gdLst>
                <a:gd name="T0" fmla="*/ 1107 w 89"/>
                <a:gd name="T1" fmla="*/ 0 h 201"/>
                <a:gd name="T2" fmla="*/ 3171 w 89"/>
                <a:gd name="T3" fmla="*/ 1265 h 201"/>
                <a:gd name="T4" fmla="*/ 4268 w 89"/>
                <a:gd name="T5" fmla="*/ 3815 h 201"/>
                <a:gd name="T6" fmla="*/ 6350 w 89"/>
                <a:gd name="T7" fmla="*/ 6351 h 201"/>
                <a:gd name="T8" fmla="*/ 7439 w 89"/>
                <a:gd name="T9" fmla="*/ 20400 h 201"/>
                <a:gd name="T10" fmla="*/ 8495 w 89"/>
                <a:gd name="T11" fmla="*/ 25574 h 201"/>
                <a:gd name="T12" fmla="*/ 10605 w 89"/>
                <a:gd name="T13" fmla="*/ 30705 h 201"/>
                <a:gd name="T14" fmla="*/ 11701 w 89"/>
                <a:gd name="T15" fmla="*/ 31970 h 201"/>
                <a:gd name="T16" fmla="*/ 6350 w 89"/>
                <a:gd name="T17" fmla="*/ 31970 h 201"/>
                <a:gd name="T18" fmla="*/ 2088 w 89"/>
                <a:gd name="T19" fmla="*/ 26890 h 201"/>
                <a:gd name="T20" fmla="*/ 1107 w 89"/>
                <a:gd name="T21" fmla="*/ 24309 h 201"/>
                <a:gd name="T22" fmla="*/ 0 w 89"/>
                <a:gd name="T23" fmla="*/ 21712 h 201"/>
                <a:gd name="T24" fmla="*/ 0 w 89"/>
                <a:gd name="T25" fmla="*/ 19139 h 201"/>
                <a:gd name="T26" fmla="*/ 0 w 89"/>
                <a:gd name="T27" fmla="*/ 16633 h 201"/>
                <a:gd name="T28" fmla="*/ 0 w 89"/>
                <a:gd name="T29" fmla="*/ 11515 h 201"/>
                <a:gd name="T30" fmla="*/ 0 w 89"/>
                <a:gd name="T31" fmla="*/ 7721 h 201"/>
                <a:gd name="T32" fmla="*/ 2088 w 89"/>
                <a:gd name="T33" fmla="*/ 3815 h 201"/>
                <a:gd name="T34" fmla="*/ 1107 w 89"/>
                <a:gd name="T35" fmla="*/ 0 h 2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9" h="201">
                  <a:moveTo>
                    <a:pt x="8" y="0"/>
                  </a:moveTo>
                  <a:lnTo>
                    <a:pt x="24" y="8"/>
                  </a:lnTo>
                  <a:lnTo>
                    <a:pt x="32" y="24"/>
                  </a:lnTo>
                  <a:lnTo>
                    <a:pt x="48" y="40"/>
                  </a:lnTo>
                  <a:lnTo>
                    <a:pt x="56" y="128"/>
                  </a:lnTo>
                  <a:lnTo>
                    <a:pt x="64" y="160"/>
                  </a:lnTo>
                  <a:lnTo>
                    <a:pt x="80" y="192"/>
                  </a:lnTo>
                  <a:lnTo>
                    <a:pt x="88" y="200"/>
                  </a:lnTo>
                  <a:lnTo>
                    <a:pt x="48" y="200"/>
                  </a:lnTo>
                  <a:lnTo>
                    <a:pt x="16" y="168"/>
                  </a:lnTo>
                  <a:lnTo>
                    <a:pt x="8" y="152"/>
                  </a:lnTo>
                  <a:lnTo>
                    <a:pt x="0" y="136"/>
                  </a:lnTo>
                  <a:lnTo>
                    <a:pt x="0" y="120"/>
                  </a:lnTo>
                  <a:lnTo>
                    <a:pt x="0" y="104"/>
                  </a:lnTo>
                  <a:lnTo>
                    <a:pt x="0" y="72"/>
                  </a:lnTo>
                  <a:lnTo>
                    <a:pt x="0" y="48"/>
                  </a:lnTo>
                  <a:lnTo>
                    <a:pt x="16" y="24"/>
                  </a:lnTo>
                  <a:lnTo>
                    <a:pt x="8" y="0"/>
                  </a:lnTo>
                  <a:close/>
                </a:path>
              </a:pathLst>
            </a:custGeom>
            <a:solidFill>
              <a:srgbClr val="FF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3" name="Freeform 1240">
              <a:extLst>
                <a:ext uri="{FF2B5EF4-FFF2-40B4-BE49-F238E27FC236}">
                  <a16:creationId xmlns:a16="http://schemas.microsoft.com/office/drawing/2014/main" id="{BEDE77F8-E9C5-F7FB-4982-D07574B1C989}"/>
                </a:ext>
              </a:extLst>
            </p:cNvPr>
            <p:cNvSpPr>
              <a:spLocks/>
            </p:cNvSpPr>
            <p:nvPr/>
          </p:nvSpPr>
          <p:spPr bwMode="auto">
            <a:xfrm>
              <a:off x="4514" y="1355"/>
              <a:ext cx="60" cy="62"/>
            </a:xfrm>
            <a:custGeom>
              <a:avLst/>
              <a:gdLst>
                <a:gd name="T0" fmla="*/ 0 w 33"/>
                <a:gd name="T1" fmla="*/ 0 h 33"/>
                <a:gd name="T2" fmla="*/ 1911 w 33"/>
                <a:gd name="T3" fmla="*/ 0 h 33"/>
                <a:gd name="T4" fmla="*/ 2885 w 33"/>
                <a:gd name="T5" fmla="*/ 2454 h 33"/>
                <a:gd name="T6" fmla="*/ 3791 w 33"/>
                <a:gd name="T7" fmla="*/ 4960 h 33"/>
                <a:gd name="T8" fmla="*/ 975 w 33"/>
                <a:gd name="T9" fmla="*/ 2454 h 33"/>
                <a:gd name="T10" fmla="*/ 975 w 33"/>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3">
                  <a:moveTo>
                    <a:pt x="0" y="0"/>
                  </a:moveTo>
                  <a:lnTo>
                    <a:pt x="16" y="0"/>
                  </a:lnTo>
                  <a:lnTo>
                    <a:pt x="24" y="16"/>
                  </a:lnTo>
                  <a:lnTo>
                    <a:pt x="32" y="32"/>
                  </a:lnTo>
                  <a:lnTo>
                    <a:pt x="8" y="16"/>
                  </a:lnTo>
                  <a:lnTo>
                    <a:pt x="8" y="0"/>
                  </a:lnTo>
                </a:path>
              </a:pathLst>
            </a:custGeom>
            <a:blipFill dpi="0" rotWithShape="0">
              <a:blip r:embed="rId9"/>
              <a:srcRect/>
              <a:tile tx="0" ty="0" sx="100000" sy="100000" flip="none" algn="tl"/>
            </a:blipFill>
            <a:ln w="12700">
              <a:solidFill>
                <a:schemeClr val="tx1"/>
              </a:solidFill>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4" name="Oval 1241">
              <a:extLst>
                <a:ext uri="{FF2B5EF4-FFF2-40B4-BE49-F238E27FC236}">
                  <a16:creationId xmlns:a16="http://schemas.microsoft.com/office/drawing/2014/main" id="{AFA16FFD-B246-F1C9-232D-7DF0B475E6EF}"/>
                </a:ext>
              </a:extLst>
            </p:cNvPr>
            <p:cNvSpPr>
              <a:spLocks noChangeArrowheads="1"/>
            </p:cNvSpPr>
            <p:nvPr/>
          </p:nvSpPr>
          <p:spPr bwMode="auto">
            <a:xfrm>
              <a:off x="4542" y="1340"/>
              <a:ext cx="15" cy="15"/>
            </a:xfrm>
            <a:prstGeom prst="ellipse">
              <a:avLst/>
            </a:prstGeom>
            <a:solidFill>
              <a:srgbClr val="FFFFFF"/>
            </a:solidFill>
            <a:ln w="1270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045" name="Freeform 1242">
              <a:extLst>
                <a:ext uri="{FF2B5EF4-FFF2-40B4-BE49-F238E27FC236}">
                  <a16:creationId xmlns:a16="http://schemas.microsoft.com/office/drawing/2014/main" id="{A83BBF6E-37DA-7278-52EA-3BAEE74B1D13}"/>
                </a:ext>
              </a:extLst>
            </p:cNvPr>
            <p:cNvSpPr>
              <a:spLocks/>
            </p:cNvSpPr>
            <p:nvPr/>
          </p:nvSpPr>
          <p:spPr bwMode="auto">
            <a:xfrm>
              <a:off x="3888" y="1507"/>
              <a:ext cx="298" cy="302"/>
            </a:xfrm>
            <a:custGeom>
              <a:avLst/>
              <a:gdLst>
                <a:gd name="T0" fmla="*/ 0 w 161"/>
                <a:gd name="T1" fmla="*/ 2442 h 161"/>
                <a:gd name="T2" fmla="*/ 3265 w 161"/>
                <a:gd name="T3" fmla="*/ 1229 h 161"/>
                <a:gd name="T4" fmla="*/ 5516 w 161"/>
                <a:gd name="T5" fmla="*/ 0 h 161"/>
                <a:gd name="T6" fmla="*/ 6632 w 161"/>
                <a:gd name="T7" fmla="*/ 1229 h 161"/>
                <a:gd name="T8" fmla="*/ 8777 w 161"/>
                <a:gd name="T9" fmla="*/ 1229 h 161"/>
                <a:gd name="T10" fmla="*/ 9880 w 161"/>
                <a:gd name="T11" fmla="*/ 3663 h 161"/>
                <a:gd name="T12" fmla="*/ 12148 w 161"/>
                <a:gd name="T13" fmla="*/ 4930 h 161"/>
                <a:gd name="T14" fmla="*/ 15396 w 161"/>
                <a:gd name="T15" fmla="*/ 6132 h 161"/>
                <a:gd name="T16" fmla="*/ 16536 w 161"/>
                <a:gd name="T17" fmla="*/ 9807 h 161"/>
                <a:gd name="T18" fmla="*/ 17667 w 161"/>
                <a:gd name="T19" fmla="*/ 23310 h 161"/>
                <a:gd name="T20" fmla="*/ 19860 w 161"/>
                <a:gd name="T21" fmla="*/ 24524 h 161"/>
                <a:gd name="T22" fmla="*/ 22028 w 161"/>
                <a:gd name="T23" fmla="*/ 24524 h 161"/>
                <a:gd name="T24" fmla="*/ 15396 w 161"/>
                <a:gd name="T25" fmla="*/ 24524 h 161"/>
                <a:gd name="T26" fmla="*/ 8777 w 161"/>
                <a:gd name="T27" fmla="*/ 24524 h 161"/>
                <a:gd name="T28" fmla="*/ 4389 w 161"/>
                <a:gd name="T29" fmla="*/ 19594 h 161"/>
                <a:gd name="T30" fmla="*/ 2251 w 161"/>
                <a:gd name="T31" fmla="*/ 15961 h 161"/>
                <a:gd name="T32" fmla="*/ 2251 w 161"/>
                <a:gd name="T33" fmla="*/ 12245 h 161"/>
                <a:gd name="T34" fmla="*/ 2251 w 161"/>
                <a:gd name="T35" fmla="*/ 9807 h 161"/>
                <a:gd name="T36" fmla="*/ 3265 w 161"/>
                <a:gd name="T37" fmla="*/ 6132 h 161"/>
                <a:gd name="T38" fmla="*/ 4389 w 161"/>
                <a:gd name="T39" fmla="*/ 4930 h 161"/>
                <a:gd name="T40" fmla="*/ 3265 w 161"/>
                <a:gd name="T41" fmla="*/ 2442 h 161"/>
                <a:gd name="T42" fmla="*/ 0 w 161"/>
                <a:gd name="T43" fmla="*/ 2442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1" h="161">
                  <a:moveTo>
                    <a:pt x="0" y="16"/>
                  </a:moveTo>
                  <a:lnTo>
                    <a:pt x="24" y="8"/>
                  </a:lnTo>
                  <a:lnTo>
                    <a:pt x="40" y="0"/>
                  </a:lnTo>
                  <a:lnTo>
                    <a:pt x="48" y="8"/>
                  </a:lnTo>
                  <a:lnTo>
                    <a:pt x="64" y="8"/>
                  </a:lnTo>
                  <a:lnTo>
                    <a:pt x="72" y="24"/>
                  </a:lnTo>
                  <a:lnTo>
                    <a:pt x="88" y="32"/>
                  </a:lnTo>
                  <a:lnTo>
                    <a:pt x="112" y="40"/>
                  </a:lnTo>
                  <a:lnTo>
                    <a:pt x="120" y="64"/>
                  </a:lnTo>
                  <a:lnTo>
                    <a:pt x="128" y="152"/>
                  </a:lnTo>
                  <a:lnTo>
                    <a:pt x="144" y="160"/>
                  </a:lnTo>
                  <a:lnTo>
                    <a:pt x="160" y="160"/>
                  </a:lnTo>
                  <a:lnTo>
                    <a:pt x="112" y="160"/>
                  </a:lnTo>
                  <a:lnTo>
                    <a:pt x="64" y="160"/>
                  </a:lnTo>
                  <a:lnTo>
                    <a:pt x="32" y="128"/>
                  </a:lnTo>
                  <a:lnTo>
                    <a:pt x="16" y="104"/>
                  </a:lnTo>
                  <a:lnTo>
                    <a:pt x="16" y="80"/>
                  </a:lnTo>
                  <a:lnTo>
                    <a:pt x="16" y="64"/>
                  </a:lnTo>
                  <a:lnTo>
                    <a:pt x="24" y="40"/>
                  </a:lnTo>
                  <a:lnTo>
                    <a:pt x="32" y="32"/>
                  </a:lnTo>
                  <a:lnTo>
                    <a:pt x="24" y="16"/>
                  </a:lnTo>
                  <a:lnTo>
                    <a:pt x="0" y="16"/>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6" name="Freeform 1243">
              <a:extLst>
                <a:ext uri="{FF2B5EF4-FFF2-40B4-BE49-F238E27FC236}">
                  <a16:creationId xmlns:a16="http://schemas.microsoft.com/office/drawing/2014/main" id="{B191E8DE-2EB6-AF7C-B3ED-736E84B5DF59}"/>
                </a:ext>
              </a:extLst>
            </p:cNvPr>
            <p:cNvSpPr>
              <a:spLocks/>
            </p:cNvSpPr>
            <p:nvPr/>
          </p:nvSpPr>
          <p:spPr bwMode="auto">
            <a:xfrm>
              <a:off x="3917" y="1535"/>
              <a:ext cx="166" cy="274"/>
            </a:xfrm>
            <a:custGeom>
              <a:avLst/>
              <a:gdLst>
                <a:gd name="T0" fmla="*/ 2348 w 89"/>
                <a:gd name="T1" fmla="*/ 0 h 145"/>
                <a:gd name="T2" fmla="*/ 4717 w 89"/>
                <a:gd name="T3" fmla="*/ 1276 h 145"/>
                <a:gd name="T4" fmla="*/ 5894 w 89"/>
                <a:gd name="T5" fmla="*/ 2600 h 145"/>
                <a:gd name="T6" fmla="*/ 8168 w 89"/>
                <a:gd name="T7" fmla="*/ 6553 h 145"/>
                <a:gd name="T8" fmla="*/ 8168 w 89"/>
                <a:gd name="T9" fmla="*/ 15565 h 145"/>
                <a:gd name="T10" fmla="*/ 9344 w 89"/>
                <a:gd name="T11" fmla="*/ 18258 h 145"/>
                <a:gd name="T12" fmla="*/ 12886 w 89"/>
                <a:gd name="T13" fmla="*/ 22124 h 145"/>
                <a:gd name="T14" fmla="*/ 12886 w 89"/>
                <a:gd name="T15" fmla="*/ 23400 h 145"/>
                <a:gd name="T16" fmla="*/ 7065 w 89"/>
                <a:gd name="T17" fmla="*/ 23400 h 145"/>
                <a:gd name="T18" fmla="*/ 3542 w 89"/>
                <a:gd name="T19" fmla="*/ 19547 h 145"/>
                <a:gd name="T20" fmla="*/ 2348 w 89"/>
                <a:gd name="T21" fmla="*/ 16929 h 145"/>
                <a:gd name="T22" fmla="*/ 1175 w 89"/>
                <a:gd name="T23" fmla="*/ 15565 h 145"/>
                <a:gd name="T24" fmla="*/ 1175 w 89"/>
                <a:gd name="T25" fmla="*/ 14290 h 145"/>
                <a:gd name="T26" fmla="*/ 1175 w 89"/>
                <a:gd name="T27" fmla="*/ 11708 h 145"/>
                <a:gd name="T28" fmla="*/ 1175 w 89"/>
                <a:gd name="T29" fmla="*/ 9102 h 145"/>
                <a:gd name="T30" fmla="*/ 1175 w 89"/>
                <a:gd name="T31" fmla="*/ 6553 h 145"/>
                <a:gd name="T32" fmla="*/ 0 w 89"/>
                <a:gd name="T33" fmla="*/ 6553 h 145"/>
                <a:gd name="T34" fmla="*/ 2348 w 89"/>
                <a:gd name="T35" fmla="*/ 0 h 1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9" h="145">
                  <a:moveTo>
                    <a:pt x="16" y="0"/>
                  </a:moveTo>
                  <a:lnTo>
                    <a:pt x="32" y="8"/>
                  </a:lnTo>
                  <a:lnTo>
                    <a:pt x="40" y="16"/>
                  </a:lnTo>
                  <a:lnTo>
                    <a:pt x="56" y="40"/>
                  </a:lnTo>
                  <a:lnTo>
                    <a:pt x="56" y="96"/>
                  </a:lnTo>
                  <a:lnTo>
                    <a:pt x="64" y="112"/>
                  </a:lnTo>
                  <a:lnTo>
                    <a:pt x="88" y="136"/>
                  </a:lnTo>
                  <a:lnTo>
                    <a:pt x="88" y="144"/>
                  </a:lnTo>
                  <a:lnTo>
                    <a:pt x="48" y="144"/>
                  </a:lnTo>
                  <a:lnTo>
                    <a:pt x="24" y="120"/>
                  </a:lnTo>
                  <a:lnTo>
                    <a:pt x="16" y="104"/>
                  </a:lnTo>
                  <a:lnTo>
                    <a:pt x="8" y="96"/>
                  </a:lnTo>
                  <a:lnTo>
                    <a:pt x="8" y="88"/>
                  </a:lnTo>
                  <a:lnTo>
                    <a:pt x="8" y="72"/>
                  </a:lnTo>
                  <a:lnTo>
                    <a:pt x="8" y="56"/>
                  </a:lnTo>
                  <a:lnTo>
                    <a:pt x="8" y="40"/>
                  </a:lnTo>
                  <a:lnTo>
                    <a:pt x="0" y="40"/>
                  </a:lnTo>
                  <a:lnTo>
                    <a:pt x="16" y="0"/>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7" name="Freeform 1244">
              <a:extLst>
                <a:ext uri="{FF2B5EF4-FFF2-40B4-BE49-F238E27FC236}">
                  <a16:creationId xmlns:a16="http://schemas.microsoft.com/office/drawing/2014/main" id="{51393384-E16B-5360-C71F-D2593ECFCEBF}"/>
                </a:ext>
              </a:extLst>
            </p:cNvPr>
            <p:cNvSpPr>
              <a:spLocks/>
            </p:cNvSpPr>
            <p:nvPr/>
          </p:nvSpPr>
          <p:spPr bwMode="auto">
            <a:xfrm>
              <a:off x="3351" y="1703"/>
              <a:ext cx="195" cy="106"/>
            </a:xfrm>
            <a:custGeom>
              <a:avLst/>
              <a:gdLst>
                <a:gd name="T0" fmla="*/ 1151 w 105"/>
                <a:gd name="T1" fmla="*/ 0 h 57"/>
                <a:gd name="T2" fmla="*/ 14692 w 105"/>
                <a:gd name="T3" fmla="*/ 7989 h 57"/>
                <a:gd name="T4" fmla="*/ 0 w 105"/>
                <a:gd name="T5" fmla="*/ 5717 h 57"/>
                <a:gd name="T6" fmla="*/ 1151 w 105"/>
                <a:gd name="T7" fmla="*/ 0 h 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 h="57">
                  <a:moveTo>
                    <a:pt x="8" y="0"/>
                  </a:moveTo>
                  <a:lnTo>
                    <a:pt x="104" y="56"/>
                  </a:lnTo>
                  <a:lnTo>
                    <a:pt x="0" y="40"/>
                  </a:lnTo>
                  <a:lnTo>
                    <a:pt x="8" y="0"/>
                  </a:lnTo>
                  <a:close/>
                </a:path>
              </a:pathLst>
            </a:custGeom>
            <a:solidFill>
              <a:schemeClr val="folHlink"/>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8" name="Freeform 1245">
              <a:extLst>
                <a:ext uri="{FF2B5EF4-FFF2-40B4-BE49-F238E27FC236}">
                  <a16:creationId xmlns:a16="http://schemas.microsoft.com/office/drawing/2014/main" id="{4F400FBA-0083-4B0F-D71B-CC2465B0337C}"/>
                </a:ext>
              </a:extLst>
            </p:cNvPr>
            <p:cNvSpPr>
              <a:spLocks/>
            </p:cNvSpPr>
            <p:nvPr/>
          </p:nvSpPr>
          <p:spPr bwMode="auto">
            <a:xfrm>
              <a:off x="3335" y="1370"/>
              <a:ext cx="316" cy="379"/>
            </a:xfrm>
            <a:custGeom>
              <a:avLst/>
              <a:gdLst>
                <a:gd name="T0" fmla="*/ 25097 w 169"/>
                <a:gd name="T1" fmla="*/ 2553 h 201"/>
                <a:gd name="T2" fmla="*/ 21516 w 169"/>
                <a:gd name="T3" fmla="*/ 1265 h 201"/>
                <a:gd name="T4" fmla="*/ 19108 w 169"/>
                <a:gd name="T5" fmla="*/ 0 h 201"/>
                <a:gd name="T6" fmla="*/ 16709 w 169"/>
                <a:gd name="T7" fmla="*/ 0 h 201"/>
                <a:gd name="T8" fmla="*/ 15527 w 169"/>
                <a:gd name="T9" fmla="*/ 1265 h 201"/>
                <a:gd name="T10" fmla="*/ 13212 w 169"/>
                <a:gd name="T11" fmla="*/ 5080 h 201"/>
                <a:gd name="T12" fmla="*/ 10768 w 169"/>
                <a:gd name="T13" fmla="*/ 6351 h 201"/>
                <a:gd name="T14" fmla="*/ 8364 w 169"/>
                <a:gd name="T15" fmla="*/ 7721 h 201"/>
                <a:gd name="T16" fmla="*/ 5989 w 169"/>
                <a:gd name="T17" fmla="*/ 11515 h 201"/>
                <a:gd name="T18" fmla="*/ 5989 w 169"/>
                <a:gd name="T19" fmla="*/ 29389 h 201"/>
                <a:gd name="T20" fmla="*/ 3594 w 169"/>
                <a:gd name="T21" fmla="*/ 30705 h 201"/>
                <a:gd name="T22" fmla="*/ 0 w 169"/>
                <a:gd name="T23" fmla="*/ 31970 h 201"/>
                <a:gd name="T24" fmla="*/ 7178 w 169"/>
                <a:gd name="T25" fmla="*/ 31970 h 201"/>
                <a:gd name="T26" fmla="*/ 15527 w 169"/>
                <a:gd name="T27" fmla="*/ 31970 h 201"/>
                <a:gd name="T28" fmla="*/ 20291 w 169"/>
                <a:gd name="T29" fmla="*/ 25574 h 201"/>
                <a:gd name="T30" fmla="*/ 22698 w 169"/>
                <a:gd name="T31" fmla="*/ 20400 h 201"/>
                <a:gd name="T32" fmla="*/ 22698 w 169"/>
                <a:gd name="T33" fmla="*/ 15320 h 201"/>
                <a:gd name="T34" fmla="*/ 22698 w 169"/>
                <a:gd name="T35" fmla="*/ 11515 h 201"/>
                <a:gd name="T36" fmla="*/ 21516 w 169"/>
                <a:gd name="T37" fmla="*/ 7721 h 201"/>
                <a:gd name="T38" fmla="*/ 20291 w 169"/>
                <a:gd name="T39" fmla="*/ 6351 h 201"/>
                <a:gd name="T40" fmla="*/ 20291 w 169"/>
                <a:gd name="T41" fmla="*/ 2553 h 201"/>
                <a:gd name="T42" fmla="*/ 25097 w 169"/>
                <a:gd name="T43" fmla="*/ 2553 h 2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9" h="201">
                  <a:moveTo>
                    <a:pt x="168" y="16"/>
                  </a:moveTo>
                  <a:lnTo>
                    <a:pt x="144" y="8"/>
                  </a:lnTo>
                  <a:lnTo>
                    <a:pt x="128" y="0"/>
                  </a:lnTo>
                  <a:lnTo>
                    <a:pt x="112" y="0"/>
                  </a:lnTo>
                  <a:lnTo>
                    <a:pt x="104" y="8"/>
                  </a:lnTo>
                  <a:lnTo>
                    <a:pt x="88" y="32"/>
                  </a:lnTo>
                  <a:lnTo>
                    <a:pt x="72" y="40"/>
                  </a:lnTo>
                  <a:lnTo>
                    <a:pt x="56" y="48"/>
                  </a:lnTo>
                  <a:lnTo>
                    <a:pt x="40" y="72"/>
                  </a:lnTo>
                  <a:lnTo>
                    <a:pt x="40" y="184"/>
                  </a:lnTo>
                  <a:lnTo>
                    <a:pt x="24" y="192"/>
                  </a:lnTo>
                  <a:lnTo>
                    <a:pt x="0" y="200"/>
                  </a:lnTo>
                  <a:lnTo>
                    <a:pt x="48" y="200"/>
                  </a:lnTo>
                  <a:lnTo>
                    <a:pt x="104" y="200"/>
                  </a:lnTo>
                  <a:lnTo>
                    <a:pt x="136" y="160"/>
                  </a:lnTo>
                  <a:lnTo>
                    <a:pt x="152" y="128"/>
                  </a:lnTo>
                  <a:lnTo>
                    <a:pt x="152" y="96"/>
                  </a:lnTo>
                  <a:lnTo>
                    <a:pt x="152" y="72"/>
                  </a:lnTo>
                  <a:lnTo>
                    <a:pt x="144" y="48"/>
                  </a:lnTo>
                  <a:lnTo>
                    <a:pt x="136" y="40"/>
                  </a:lnTo>
                  <a:lnTo>
                    <a:pt x="136" y="16"/>
                  </a:lnTo>
                  <a:lnTo>
                    <a:pt x="168" y="16"/>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49" name="Freeform 1246">
              <a:extLst>
                <a:ext uri="{FF2B5EF4-FFF2-40B4-BE49-F238E27FC236}">
                  <a16:creationId xmlns:a16="http://schemas.microsoft.com/office/drawing/2014/main" id="{FD7673F2-0385-4F91-01F6-F604FE585804}"/>
                </a:ext>
              </a:extLst>
            </p:cNvPr>
            <p:cNvSpPr>
              <a:spLocks/>
            </p:cNvSpPr>
            <p:nvPr/>
          </p:nvSpPr>
          <p:spPr bwMode="auto">
            <a:xfrm>
              <a:off x="3440" y="1400"/>
              <a:ext cx="166" cy="349"/>
            </a:xfrm>
            <a:custGeom>
              <a:avLst/>
              <a:gdLst>
                <a:gd name="T0" fmla="*/ 11713 w 89"/>
                <a:gd name="T1" fmla="*/ 0 h 185"/>
                <a:gd name="T2" fmla="*/ 9344 w 89"/>
                <a:gd name="T3" fmla="*/ 1270 h 185"/>
                <a:gd name="T4" fmla="*/ 7065 w 89"/>
                <a:gd name="T5" fmla="*/ 3826 h 185"/>
                <a:gd name="T6" fmla="*/ 4717 w 89"/>
                <a:gd name="T7" fmla="*/ 6359 h 185"/>
                <a:gd name="T8" fmla="*/ 4717 w 89"/>
                <a:gd name="T9" fmla="*/ 19214 h 185"/>
                <a:gd name="T10" fmla="*/ 3542 w 89"/>
                <a:gd name="T11" fmla="*/ 23128 h 185"/>
                <a:gd name="T12" fmla="*/ 0 w 89"/>
                <a:gd name="T13" fmla="*/ 28218 h 185"/>
                <a:gd name="T14" fmla="*/ 0 w 89"/>
                <a:gd name="T15" fmla="*/ 29535 h 185"/>
                <a:gd name="T16" fmla="*/ 5894 w 89"/>
                <a:gd name="T17" fmla="*/ 29535 h 185"/>
                <a:gd name="T18" fmla="*/ 10516 w 89"/>
                <a:gd name="T19" fmla="*/ 24392 h 185"/>
                <a:gd name="T20" fmla="*/ 11713 w 89"/>
                <a:gd name="T21" fmla="*/ 21859 h 185"/>
                <a:gd name="T22" fmla="*/ 11713 w 89"/>
                <a:gd name="T23" fmla="*/ 19214 h 185"/>
                <a:gd name="T24" fmla="*/ 12886 w 89"/>
                <a:gd name="T25" fmla="*/ 17948 h 185"/>
                <a:gd name="T26" fmla="*/ 12886 w 89"/>
                <a:gd name="T27" fmla="*/ 15360 h 185"/>
                <a:gd name="T28" fmla="*/ 12886 w 89"/>
                <a:gd name="T29" fmla="*/ 10270 h 185"/>
                <a:gd name="T30" fmla="*/ 11713 w 89"/>
                <a:gd name="T31" fmla="*/ 7740 h 185"/>
                <a:gd name="T32" fmla="*/ 10516 w 89"/>
                <a:gd name="T33" fmla="*/ 3826 h 185"/>
                <a:gd name="T34" fmla="*/ 11713 w 89"/>
                <a:gd name="T35" fmla="*/ 0 h 1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9" h="185">
                  <a:moveTo>
                    <a:pt x="80" y="0"/>
                  </a:moveTo>
                  <a:lnTo>
                    <a:pt x="64" y="8"/>
                  </a:lnTo>
                  <a:lnTo>
                    <a:pt x="48" y="24"/>
                  </a:lnTo>
                  <a:lnTo>
                    <a:pt x="32" y="40"/>
                  </a:lnTo>
                  <a:lnTo>
                    <a:pt x="32" y="120"/>
                  </a:lnTo>
                  <a:lnTo>
                    <a:pt x="24" y="144"/>
                  </a:lnTo>
                  <a:lnTo>
                    <a:pt x="0" y="176"/>
                  </a:lnTo>
                  <a:lnTo>
                    <a:pt x="0" y="184"/>
                  </a:lnTo>
                  <a:lnTo>
                    <a:pt x="40" y="184"/>
                  </a:lnTo>
                  <a:lnTo>
                    <a:pt x="72" y="152"/>
                  </a:lnTo>
                  <a:lnTo>
                    <a:pt x="80" y="136"/>
                  </a:lnTo>
                  <a:lnTo>
                    <a:pt x="80" y="120"/>
                  </a:lnTo>
                  <a:lnTo>
                    <a:pt x="88" y="112"/>
                  </a:lnTo>
                  <a:lnTo>
                    <a:pt x="88" y="96"/>
                  </a:lnTo>
                  <a:lnTo>
                    <a:pt x="88" y="64"/>
                  </a:lnTo>
                  <a:lnTo>
                    <a:pt x="80" y="48"/>
                  </a:lnTo>
                  <a:lnTo>
                    <a:pt x="72" y="24"/>
                  </a:lnTo>
                  <a:lnTo>
                    <a:pt x="80" y="0"/>
                  </a:lnTo>
                  <a:close/>
                </a:path>
              </a:pathLst>
            </a:custGeom>
            <a:solidFill>
              <a:srgbClr val="FF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50" name="Freeform 1247">
              <a:extLst>
                <a:ext uri="{FF2B5EF4-FFF2-40B4-BE49-F238E27FC236}">
                  <a16:creationId xmlns:a16="http://schemas.microsoft.com/office/drawing/2014/main" id="{D948591F-F6AF-845C-1867-7891220A63D8}"/>
                </a:ext>
              </a:extLst>
            </p:cNvPr>
            <p:cNvSpPr>
              <a:spLocks/>
            </p:cNvSpPr>
            <p:nvPr/>
          </p:nvSpPr>
          <p:spPr bwMode="auto">
            <a:xfrm>
              <a:off x="3544" y="1400"/>
              <a:ext cx="47" cy="49"/>
            </a:xfrm>
            <a:custGeom>
              <a:avLst/>
              <a:gdLst>
                <a:gd name="T0" fmla="*/ 3760 w 25"/>
                <a:gd name="T1" fmla="*/ 0 h 25"/>
                <a:gd name="T2" fmla="*/ 2459 w 25"/>
                <a:gd name="T3" fmla="*/ 0 h 25"/>
                <a:gd name="T4" fmla="*/ 0 w 25"/>
                <a:gd name="T5" fmla="*/ 1772 h 25"/>
                <a:gd name="T6" fmla="*/ 0 w 25"/>
                <a:gd name="T7" fmla="*/ 5210 h 25"/>
                <a:gd name="T8" fmla="*/ 2459 w 25"/>
                <a:gd name="T9" fmla="*/ 1772 h 25"/>
                <a:gd name="T10" fmla="*/ 3760 w 25"/>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 h="25">
                  <a:moveTo>
                    <a:pt x="24" y="0"/>
                  </a:moveTo>
                  <a:lnTo>
                    <a:pt x="16" y="0"/>
                  </a:lnTo>
                  <a:lnTo>
                    <a:pt x="0" y="8"/>
                  </a:lnTo>
                  <a:lnTo>
                    <a:pt x="0" y="24"/>
                  </a:lnTo>
                  <a:lnTo>
                    <a:pt x="16" y="8"/>
                  </a:lnTo>
                  <a:lnTo>
                    <a:pt x="24" y="0"/>
                  </a:lnTo>
                  <a:close/>
                </a:path>
              </a:pathLst>
            </a:custGeom>
            <a:blipFill dpi="0" rotWithShape="0">
              <a:blip r:embed="rId9"/>
              <a:srcRect/>
              <a:tile tx="0" ty="0" sx="100000" sy="100000" flip="none" algn="tl"/>
            </a:bli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51" name="Oval 1248">
              <a:extLst>
                <a:ext uri="{FF2B5EF4-FFF2-40B4-BE49-F238E27FC236}">
                  <a16:creationId xmlns:a16="http://schemas.microsoft.com/office/drawing/2014/main" id="{0352ED4E-6CFE-66F3-B954-1F3033F9AE73}"/>
                </a:ext>
              </a:extLst>
            </p:cNvPr>
            <p:cNvSpPr>
              <a:spLocks noChangeArrowheads="1"/>
            </p:cNvSpPr>
            <p:nvPr/>
          </p:nvSpPr>
          <p:spPr bwMode="auto">
            <a:xfrm>
              <a:off x="3559" y="1386"/>
              <a:ext cx="15" cy="0"/>
            </a:xfrm>
            <a:prstGeom prst="ellipse">
              <a:avLst/>
            </a:prstGeom>
            <a:solidFill>
              <a:srgbClr val="FFFFFF"/>
            </a:solidFill>
            <a:ln w="1270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052" name="Freeform 1249">
              <a:extLst>
                <a:ext uri="{FF2B5EF4-FFF2-40B4-BE49-F238E27FC236}">
                  <a16:creationId xmlns:a16="http://schemas.microsoft.com/office/drawing/2014/main" id="{AAFEF8AC-56D5-DC8C-D320-BC505263D73A}"/>
                </a:ext>
              </a:extLst>
            </p:cNvPr>
            <p:cNvSpPr>
              <a:spLocks/>
            </p:cNvSpPr>
            <p:nvPr/>
          </p:nvSpPr>
          <p:spPr bwMode="auto">
            <a:xfrm>
              <a:off x="3097" y="1323"/>
              <a:ext cx="316" cy="474"/>
            </a:xfrm>
            <a:custGeom>
              <a:avLst/>
              <a:gdLst>
                <a:gd name="T0" fmla="*/ 25097 w 169"/>
                <a:gd name="T1" fmla="*/ 2718 h 249"/>
                <a:gd name="T2" fmla="*/ 21516 w 169"/>
                <a:gd name="T3" fmla="*/ 0 h 249"/>
                <a:gd name="T4" fmla="*/ 19108 w 169"/>
                <a:gd name="T5" fmla="*/ 0 h 249"/>
                <a:gd name="T6" fmla="*/ 16709 w 169"/>
                <a:gd name="T7" fmla="*/ 0 h 249"/>
                <a:gd name="T8" fmla="*/ 15527 w 169"/>
                <a:gd name="T9" fmla="*/ 1380 h 249"/>
                <a:gd name="T10" fmla="*/ 13212 w 169"/>
                <a:gd name="T11" fmla="*/ 6893 h 249"/>
                <a:gd name="T12" fmla="*/ 10768 w 169"/>
                <a:gd name="T13" fmla="*/ 6893 h 249"/>
                <a:gd name="T14" fmla="*/ 8364 w 169"/>
                <a:gd name="T15" fmla="*/ 9705 h 249"/>
                <a:gd name="T16" fmla="*/ 5989 w 169"/>
                <a:gd name="T17" fmla="*/ 15216 h 249"/>
                <a:gd name="T18" fmla="*/ 5989 w 169"/>
                <a:gd name="T19" fmla="*/ 38596 h 249"/>
                <a:gd name="T20" fmla="*/ 3594 w 169"/>
                <a:gd name="T21" fmla="*/ 41390 h 249"/>
                <a:gd name="T22" fmla="*/ 0 w 169"/>
                <a:gd name="T23" fmla="*/ 41390 h 249"/>
                <a:gd name="T24" fmla="*/ 7178 w 169"/>
                <a:gd name="T25" fmla="*/ 41390 h 249"/>
                <a:gd name="T26" fmla="*/ 15527 w 169"/>
                <a:gd name="T27" fmla="*/ 42767 h 249"/>
                <a:gd name="T28" fmla="*/ 20291 w 169"/>
                <a:gd name="T29" fmla="*/ 34497 h 249"/>
                <a:gd name="T30" fmla="*/ 22698 w 169"/>
                <a:gd name="T31" fmla="*/ 26171 h 249"/>
                <a:gd name="T32" fmla="*/ 22698 w 169"/>
                <a:gd name="T33" fmla="*/ 20641 h 249"/>
                <a:gd name="T34" fmla="*/ 22698 w 169"/>
                <a:gd name="T35" fmla="*/ 15216 h 249"/>
                <a:gd name="T36" fmla="*/ 21516 w 169"/>
                <a:gd name="T37" fmla="*/ 11045 h 249"/>
                <a:gd name="T38" fmla="*/ 20291 w 169"/>
                <a:gd name="T39" fmla="*/ 8222 h 249"/>
                <a:gd name="T40" fmla="*/ 20291 w 169"/>
                <a:gd name="T41" fmla="*/ 2718 h 249"/>
                <a:gd name="T42" fmla="*/ 25097 w 169"/>
                <a:gd name="T43" fmla="*/ 2718 h 2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9" h="249">
                  <a:moveTo>
                    <a:pt x="168" y="16"/>
                  </a:moveTo>
                  <a:lnTo>
                    <a:pt x="144" y="0"/>
                  </a:lnTo>
                  <a:lnTo>
                    <a:pt x="128" y="0"/>
                  </a:lnTo>
                  <a:lnTo>
                    <a:pt x="112" y="0"/>
                  </a:lnTo>
                  <a:lnTo>
                    <a:pt x="104" y="8"/>
                  </a:lnTo>
                  <a:lnTo>
                    <a:pt x="88" y="40"/>
                  </a:lnTo>
                  <a:lnTo>
                    <a:pt x="72" y="40"/>
                  </a:lnTo>
                  <a:lnTo>
                    <a:pt x="56" y="56"/>
                  </a:lnTo>
                  <a:lnTo>
                    <a:pt x="40" y="88"/>
                  </a:lnTo>
                  <a:lnTo>
                    <a:pt x="40" y="224"/>
                  </a:lnTo>
                  <a:lnTo>
                    <a:pt x="24" y="240"/>
                  </a:lnTo>
                  <a:lnTo>
                    <a:pt x="0" y="240"/>
                  </a:lnTo>
                  <a:lnTo>
                    <a:pt x="48" y="240"/>
                  </a:lnTo>
                  <a:lnTo>
                    <a:pt x="104" y="248"/>
                  </a:lnTo>
                  <a:lnTo>
                    <a:pt x="136" y="200"/>
                  </a:lnTo>
                  <a:lnTo>
                    <a:pt x="152" y="152"/>
                  </a:lnTo>
                  <a:lnTo>
                    <a:pt x="152" y="120"/>
                  </a:lnTo>
                  <a:lnTo>
                    <a:pt x="152" y="88"/>
                  </a:lnTo>
                  <a:lnTo>
                    <a:pt x="144" y="64"/>
                  </a:lnTo>
                  <a:lnTo>
                    <a:pt x="136" y="48"/>
                  </a:lnTo>
                  <a:lnTo>
                    <a:pt x="136" y="16"/>
                  </a:lnTo>
                  <a:lnTo>
                    <a:pt x="168" y="16"/>
                  </a:lnTo>
                  <a:close/>
                </a:path>
              </a:pathLst>
            </a:cu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53" name="Freeform 1250">
              <a:extLst>
                <a:ext uri="{FF2B5EF4-FFF2-40B4-BE49-F238E27FC236}">
                  <a16:creationId xmlns:a16="http://schemas.microsoft.com/office/drawing/2014/main" id="{CAEC1579-4FC7-7054-BFF1-A90E31798E62}"/>
                </a:ext>
              </a:extLst>
            </p:cNvPr>
            <p:cNvSpPr>
              <a:spLocks/>
            </p:cNvSpPr>
            <p:nvPr/>
          </p:nvSpPr>
          <p:spPr bwMode="auto">
            <a:xfrm>
              <a:off x="3201" y="1370"/>
              <a:ext cx="167" cy="427"/>
            </a:xfrm>
            <a:custGeom>
              <a:avLst/>
              <a:gdLst>
                <a:gd name="T0" fmla="*/ 12264 w 89"/>
                <a:gd name="T1" fmla="*/ 0 h 225"/>
                <a:gd name="T2" fmla="*/ 9815 w 89"/>
                <a:gd name="T3" fmla="*/ 0 h 225"/>
                <a:gd name="T4" fmla="*/ 8601 w 89"/>
                <a:gd name="T5" fmla="*/ 4059 h 225"/>
                <a:gd name="T6" fmla="*/ 6166 w 89"/>
                <a:gd name="T7" fmla="*/ 6720 h 225"/>
                <a:gd name="T8" fmla="*/ 4937 w 89"/>
                <a:gd name="T9" fmla="*/ 24202 h 225"/>
                <a:gd name="T10" fmla="*/ 3665 w 89"/>
                <a:gd name="T11" fmla="*/ 29615 h 225"/>
                <a:gd name="T12" fmla="*/ 1229 w 89"/>
                <a:gd name="T13" fmla="*/ 35037 h 225"/>
                <a:gd name="T14" fmla="*/ 0 w 89"/>
                <a:gd name="T15" fmla="*/ 36337 h 225"/>
                <a:gd name="T16" fmla="*/ 6166 w 89"/>
                <a:gd name="T17" fmla="*/ 37709 h 225"/>
                <a:gd name="T18" fmla="*/ 11045 w 89"/>
                <a:gd name="T19" fmla="*/ 30922 h 225"/>
                <a:gd name="T20" fmla="*/ 12264 w 89"/>
                <a:gd name="T21" fmla="*/ 26958 h 225"/>
                <a:gd name="T22" fmla="*/ 12264 w 89"/>
                <a:gd name="T23" fmla="*/ 24202 h 225"/>
                <a:gd name="T24" fmla="*/ 13538 w 89"/>
                <a:gd name="T25" fmla="*/ 21545 h 225"/>
                <a:gd name="T26" fmla="*/ 13538 w 89"/>
                <a:gd name="T27" fmla="*/ 18887 h 225"/>
                <a:gd name="T28" fmla="*/ 13538 w 89"/>
                <a:gd name="T29" fmla="*/ 12138 h 225"/>
                <a:gd name="T30" fmla="*/ 12264 w 89"/>
                <a:gd name="T31" fmla="*/ 8064 h 225"/>
                <a:gd name="T32" fmla="*/ 11045 w 89"/>
                <a:gd name="T33" fmla="*/ 4059 h 225"/>
                <a:gd name="T34" fmla="*/ 12264 w 89"/>
                <a:gd name="T35" fmla="*/ 0 h 2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9" h="225">
                  <a:moveTo>
                    <a:pt x="80" y="0"/>
                  </a:moveTo>
                  <a:lnTo>
                    <a:pt x="64" y="0"/>
                  </a:lnTo>
                  <a:lnTo>
                    <a:pt x="56" y="24"/>
                  </a:lnTo>
                  <a:lnTo>
                    <a:pt x="40" y="40"/>
                  </a:lnTo>
                  <a:lnTo>
                    <a:pt x="32" y="144"/>
                  </a:lnTo>
                  <a:lnTo>
                    <a:pt x="24" y="176"/>
                  </a:lnTo>
                  <a:lnTo>
                    <a:pt x="8" y="208"/>
                  </a:lnTo>
                  <a:lnTo>
                    <a:pt x="0" y="216"/>
                  </a:lnTo>
                  <a:lnTo>
                    <a:pt x="40" y="224"/>
                  </a:lnTo>
                  <a:lnTo>
                    <a:pt x="72" y="184"/>
                  </a:lnTo>
                  <a:lnTo>
                    <a:pt x="80" y="160"/>
                  </a:lnTo>
                  <a:lnTo>
                    <a:pt x="80" y="144"/>
                  </a:lnTo>
                  <a:lnTo>
                    <a:pt x="88" y="128"/>
                  </a:lnTo>
                  <a:lnTo>
                    <a:pt x="88" y="112"/>
                  </a:lnTo>
                  <a:lnTo>
                    <a:pt x="88" y="72"/>
                  </a:lnTo>
                  <a:lnTo>
                    <a:pt x="80" y="48"/>
                  </a:lnTo>
                  <a:lnTo>
                    <a:pt x="72" y="24"/>
                  </a:lnTo>
                  <a:lnTo>
                    <a:pt x="80" y="0"/>
                  </a:lnTo>
                  <a:close/>
                </a:path>
              </a:pathLst>
            </a:custGeom>
            <a:solidFill>
              <a:srgbClr val="FF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54" name="Freeform 1251">
              <a:extLst>
                <a:ext uri="{FF2B5EF4-FFF2-40B4-BE49-F238E27FC236}">
                  <a16:creationId xmlns:a16="http://schemas.microsoft.com/office/drawing/2014/main" id="{854A06D3-8B86-C924-F68F-FFB023B4A36D}"/>
                </a:ext>
              </a:extLst>
            </p:cNvPr>
            <p:cNvSpPr>
              <a:spLocks/>
            </p:cNvSpPr>
            <p:nvPr/>
          </p:nvSpPr>
          <p:spPr bwMode="auto">
            <a:xfrm>
              <a:off x="3305" y="1355"/>
              <a:ext cx="63" cy="62"/>
            </a:xfrm>
            <a:custGeom>
              <a:avLst/>
              <a:gdLst>
                <a:gd name="T0" fmla="*/ 5609 w 33"/>
                <a:gd name="T1" fmla="*/ 0 h 33"/>
                <a:gd name="T2" fmla="*/ 2867 w 33"/>
                <a:gd name="T3" fmla="*/ 0 h 33"/>
                <a:gd name="T4" fmla="*/ 0 w 33"/>
                <a:gd name="T5" fmla="*/ 2454 h 33"/>
                <a:gd name="T6" fmla="*/ 0 w 33"/>
                <a:gd name="T7" fmla="*/ 4960 h 33"/>
                <a:gd name="T8" fmla="*/ 4265 w 33"/>
                <a:gd name="T9" fmla="*/ 1246 h 33"/>
                <a:gd name="T10" fmla="*/ 4265 w 33"/>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3">
                  <a:moveTo>
                    <a:pt x="32" y="0"/>
                  </a:moveTo>
                  <a:lnTo>
                    <a:pt x="16" y="0"/>
                  </a:lnTo>
                  <a:lnTo>
                    <a:pt x="0" y="16"/>
                  </a:lnTo>
                  <a:lnTo>
                    <a:pt x="0" y="32"/>
                  </a:lnTo>
                  <a:lnTo>
                    <a:pt x="24" y="8"/>
                  </a:lnTo>
                  <a:lnTo>
                    <a:pt x="24" y="0"/>
                  </a:lnTo>
                </a:path>
              </a:pathLst>
            </a:custGeom>
            <a:blipFill dpi="0" rotWithShape="0">
              <a:blip r:embed="rId9"/>
              <a:srcRect/>
              <a:tile tx="0" ty="0" sx="100000" sy="100000" flip="none" algn="tl"/>
            </a:blipFill>
            <a:ln w="12700">
              <a:solidFill>
                <a:schemeClr val="tx1"/>
              </a:solidFill>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a:p>
          </p:txBody>
        </p:sp>
        <p:sp>
          <p:nvSpPr>
            <p:cNvPr id="418055" name="Oval 1252">
              <a:extLst>
                <a:ext uri="{FF2B5EF4-FFF2-40B4-BE49-F238E27FC236}">
                  <a16:creationId xmlns:a16="http://schemas.microsoft.com/office/drawing/2014/main" id="{D2C64C15-9EAF-C3E0-7362-2BDD9503F2F0}"/>
                </a:ext>
              </a:extLst>
            </p:cNvPr>
            <p:cNvSpPr>
              <a:spLocks noChangeArrowheads="1"/>
            </p:cNvSpPr>
            <p:nvPr/>
          </p:nvSpPr>
          <p:spPr bwMode="auto">
            <a:xfrm>
              <a:off x="3320" y="1340"/>
              <a:ext cx="15" cy="0"/>
            </a:xfrm>
            <a:prstGeom prst="ellipse">
              <a:avLst/>
            </a:prstGeom>
            <a:solidFill>
              <a:srgbClr val="FFFFFF"/>
            </a:solidFill>
            <a:ln w="1270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sp>
          <p:nvSpPr>
            <p:cNvPr id="418056" name="Oval 1253">
              <a:extLst>
                <a:ext uri="{FF2B5EF4-FFF2-40B4-BE49-F238E27FC236}">
                  <a16:creationId xmlns:a16="http://schemas.microsoft.com/office/drawing/2014/main" id="{A8824EA1-5927-8B24-2F9B-EC1184149BBF}"/>
                </a:ext>
              </a:extLst>
            </p:cNvPr>
            <p:cNvSpPr>
              <a:spLocks noChangeArrowheads="1"/>
            </p:cNvSpPr>
            <p:nvPr/>
          </p:nvSpPr>
          <p:spPr bwMode="auto">
            <a:xfrm>
              <a:off x="3633" y="1641"/>
              <a:ext cx="0" cy="17"/>
            </a:xfrm>
            <a:prstGeom prst="ellipse">
              <a:avLst/>
            </a:prstGeom>
            <a:solidFill>
              <a:srgbClr val="00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buFont typeface="Wingdings" pitchFamily="2" charset="2"/>
                <a:buNone/>
              </a:pPr>
              <a:endParaRPr lang="ko-KR" altLang="en-US">
                <a:ea typeface="굴림" panose="020B0600000101010101" pitchFamily="34" charset="-127"/>
              </a:endParaRPr>
            </a:p>
          </p:txBody>
        </p:sp>
      </p:gr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LLEFT" val=" 169"/>
  <p:tag name="LTOP" val=" 153.875"/>
</p:tagLst>
</file>

<file path=ppt/tags/tag2.xml><?xml version="1.0" encoding="utf-8"?>
<p:tagLst xmlns:a="http://schemas.openxmlformats.org/drawingml/2006/main" xmlns:r="http://schemas.openxmlformats.org/officeDocument/2006/relationships" xmlns:p="http://schemas.openxmlformats.org/presentationml/2006/main">
  <p:tag name="LLEFT" val=" 169"/>
  <p:tag name="LTOP" val=" 200.875"/>
</p:tagLst>
</file>

<file path=ppt/tags/tag3.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4.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5.xml><?xml version="1.0" encoding="utf-8"?>
<p:tagLst xmlns:a="http://schemas.openxmlformats.org/drawingml/2006/main" xmlns:r="http://schemas.openxmlformats.org/officeDocument/2006/relationships" xmlns:p="http://schemas.openxmlformats.org/presentationml/2006/main">
  <p:tag name="LLEFT" val=" 169"/>
  <p:tag name="LTOP" val=" 97"/>
</p:tagLst>
</file>

<file path=ppt/tags/tag6.xml><?xml version="1.0" encoding="utf-8"?>
<p:tagLst xmlns:a="http://schemas.openxmlformats.org/drawingml/2006/main" xmlns:r="http://schemas.openxmlformats.org/officeDocument/2006/relationships" xmlns:p="http://schemas.openxmlformats.org/presentationml/2006/main">
  <p:tag name="LLEFT" val=" 283.375"/>
  <p:tag name="LTOP" val=" 194.875"/>
</p:tagLst>
</file>

<file path=ppt/tags/tag7.xml><?xml version="1.0" encoding="utf-8"?>
<p:tagLst xmlns:a="http://schemas.openxmlformats.org/drawingml/2006/main" xmlns:r="http://schemas.openxmlformats.org/officeDocument/2006/relationships" xmlns:p="http://schemas.openxmlformats.org/presentationml/2006/main">
  <p:tag name="LLEFT" val=" 517.125"/>
  <p:tag name="LTOP" val=" 21.375"/>
</p:tagLst>
</file>

<file path=ppt/tags/tag8.xml><?xml version="1.0" encoding="utf-8"?>
<p:tagLst xmlns:a="http://schemas.openxmlformats.org/drawingml/2006/main" xmlns:r="http://schemas.openxmlformats.org/officeDocument/2006/relationships" xmlns:p="http://schemas.openxmlformats.org/presentationml/2006/main">
  <p:tag name="NAME" val="McK Disclaimer"/>
</p:tagLst>
</file>

<file path=ppt/tags/tag9.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10.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11.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12.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13.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14.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15.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16.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17.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18.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19.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20.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21.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22.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23.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24.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25.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26.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27.xml><?xml version="1.0" encoding="utf-8"?>
<p:tagLst xmlns:a="http://schemas.openxmlformats.org/drawingml/2006/main" xmlns:r="http://schemas.openxmlformats.org/officeDocument/2006/relationships" xmlns:p="http://schemas.openxmlformats.org/presentationml/2006/main">
  <p:tag name="LLEFT" val=" 543"/>
  <p:tag name="LTOP" val=" 15.875"/>
</p:tagLst>
</file>

<file path=ppt/tags/tag28.xml><?xml version="1.0" encoding="utf-8"?>
<p:tagLst xmlns:a="http://schemas.openxmlformats.org/drawingml/2006/main" xmlns:r="http://schemas.openxmlformats.org/officeDocument/2006/relationships" xmlns:p="http://schemas.openxmlformats.org/presentationml/2006/main">
  <p:tag name="LLEFT" val=" 618.25"/>
  <p:tag name="LTOP" val=" 556.75"/>
</p:tagLst>
</file>

<file path=ppt/tags/tag29.xml><?xml version="1.0" encoding="utf-8"?>
<p:tagLst xmlns:a="http://schemas.openxmlformats.org/drawingml/2006/main" xmlns:r="http://schemas.openxmlformats.org/officeDocument/2006/relationships" xmlns:p="http://schemas.openxmlformats.org/presentationml/2006/main">
  <p:tag name="LTOP" val=" 469.875"/>
  <p:tag name="LLEFT" val=" 210.125"/>
  <p:tag name="RESIZE" val="Yes"/>
  <p:tag name="NAME" val="McK Disclaimer"/>
</p:tagLst>
</file>

<file path=ppt/tags/tag30.xml><?xml version="1.0" encoding="utf-8"?>
<p:tagLst xmlns:a="http://schemas.openxmlformats.org/drawingml/2006/main" xmlns:r="http://schemas.openxmlformats.org/officeDocument/2006/relationships" xmlns:p="http://schemas.openxmlformats.org/presentationml/2006/main">
  <p:tag name="WORK_AREA" val="Standard"/>
</p:tagLst>
</file>

<file path=ppt/tags/tag31.xml><?xml version="1.0" encoding="utf-8"?>
<p:tagLst xmlns:a="http://schemas.openxmlformats.org/drawingml/2006/main" xmlns:r="http://schemas.openxmlformats.org/officeDocument/2006/relationships" xmlns:p="http://schemas.openxmlformats.org/presentationml/2006/main">
  <p:tag name="NAME" val="MoonShape"/>
</p:tagLst>
</file>

<file path=ppt/tags/tag32.xml><?xml version="1.0" encoding="utf-8"?>
<p:tagLst xmlns:a="http://schemas.openxmlformats.org/drawingml/2006/main" xmlns:r="http://schemas.openxmlformats.org/officeDocument/2006/relationships" xmlns:p="http://schemas.openxmlformats.org/presentationml/2006/main">
  <p:tag name="NAME" val="Moon"/>
</p:tagLst>
</file>

<file path=ppt/tags/tag33.xml><?xml version="1.0" encoding="utf-8"?>
<p:tagLst xmlns:a="http://schemas.openxmlformats.org/drawingml/2006/main" xmlns:r="http://schemas.openxmlformats.org/officeDocument/2006/relationships" xmlns:p="http://schemas.openxmlformats.org/presentationml/2006/main">
  <p:tag name="NAME" val="Moon"/>
</p:tagLst>
</file>

<file path=ppt/tags/tag34.xml><?xml version="1.0" encoding="utf-8"?>
<p:tagLst xmlns:a="http://schemas.openxmlformats.org/drawingml/2006/main" xmlns:r="http://schemas.openxmlformats.org/officeDocument/2006/relationships" xmlns:p="http://schemas.openxmlformats.org/presentationml/2006/main">
  <p:tag name="NAME" val="Moon"/>
</p:tagLst>
</file>

<file path=ppt/tags/tag35.xml><?xml version="1.0" encoding="utf-8"?>
<p:tagLst xmlns:a="http://schemas.openxmlformats.org/drawingml/2006/main" xmlns:r="http://schemas.openxmlformats.org/officeDocument/2006/relationships" xmlns:p="http://schemas.openxmlformats.org/presentationml/2006/main">
  <p:tag name="NAME" val="Moon"/>
</p:tagLst>
</file>

<file path=ppt/tags/tag36.xml><?xml version="1.0" encoding="utf-8"?>
<p:tagLst xmlns:a="http://schemas.openxmlformats.org/drawingml/2006/main" xmlns:r="http://schemas.openxmlformats.org/officeDocument/2006/relationships" xmlns:p="http://schemas.openxmlformats.org/presentationml/2006/main">
  <p:tag name="NAME" val="MoonShape"/>
</p:tagLst>
</file>

<file path=ppt/tags/tag37.xml><?xml version="1.0" encoding="utf-8"?>
<p:tagLst xmlns:a="http://schemas.openxmlformats.org/drawingml/2006/main" xmlns:r="http://schemas.openxmlformats.org/officeDocument/2006/relationships" xmlns:p="http://schemas.openxmlformats.org/presentationml/2006/main">
  <p:tag name="NAME" val="Moon"/>
</p:tagLst>
</file>

<file path=ppt/tags/tag38.xml><?xml version="1.0" encoding="utf-8"?>
<p:tagLst xmlns:a="http://schemas.openxmlformats.org/drawingml/2006/main" xmlns:r="http://schemas.openxmlformats.org/officeDocument/2006/relationships" xmlns:p="http://schemas.openxmlformats.org/presentationml/2006/main">
  <p:tag name="NAME" val="Moon"/>
</p:tagLst>
</file>

<file path=ppt/tags/tag39.xml><?xml version="1.0" encoding="utf-8"?>
<p:tagLst xmlns:a="http://schemas.openxmlformats.org/drawingml/2006/main" xmlns:r="http://schemas.openxmlformats.org/officeDocument/2006/relationships" xmlns:p="http://schemas.openxmlformats.org/presentationml/2006/main">
  <p:tag name="NAME" val="Moon"/>
</p:tagLst>
</file>

<file path=ppt/tags/tag40.xml><?xml version="1.0" encoding="utf-8"?>
<p:tagLst xmlns:a="http://schemas.openxmlformats.org/drawingml/2006/main" xmlns:r="http://schemas.openxmlformats.org/officeDocument/2006/relationships" xmlns:p="http://schemas.openxmlformats.org/presentationml/2006/main">
  <p:tag name="NAME" val="Moon"/>
</p:tagLst>
</file>

<file path=ppt/tags/tag41.xml><?xml version="1.0" encoding="utf-8"?>
<p:tagLst xmlns:a="http://schemas.openxmlformats.org/drawingml/2006/main" xmlns:r="http://schemas.openxmlformats.org/officeDocument/2006/relationships" xmlns:p="http://schemas.openxmlformats.org/presentationml/2006/main">
  <p:tag name="NAME" val="MoonShape"/>
</p:tagLst>
</file>

<file path=ppt/tags/tag42.xml><?xml version="1.0" encoding="utf-8"?>
<p:tagLst xmlns:a="http://schemas.openxmlformats.org/drawingml/2006/main" xmlns:r="http://schemas.openxmlformats.org/officeDocument/2006/relationships" xmlns:p="http://schemas.openxmlformats.org/presentationml/2006/main">
  <p:tag name="NAME" val="Moon"/>
</p:tagLst>
</file>

<file path=ppt/tags/tag43.xml><?xml version="1.0" encoding="utf-8"?>
<p:tagLst xmlns:a="http://schemas.openxmlformats.org/drawingml/2006/main" xmlns:r="http://schemas.openxmlformats.org/officeDocument/2006/relationships" xmlns:p="http://schemas.openxmlformats.org/presentationml/2006/main">
  <p:tag name="NAME" val="Moon"/>
</p:tagLst>
</file>

<file path=ppt/tags/tag44.xml><?xml version="1.0" encoding="utf-8"?>
<p:tagLst xmlns:a="http://schemas.openxmlformats.org/drawingml/2006/main" xmlns:r="http://schemas.openxmlformats.org/officeDocument/2006/relationships" xmlns:p="http://schemas.openxmlformats.org/presentationml/2006/main">
  <p:tag name="NAME" val="Moon"/>
</p:tagLst>
</file>

<file path=ppt/tags/tag45.xml><?xml version="1.0" encoding="utf-8"?>
<p:tagLst xmlns:a="http://schemas.openxmlformats.org/drawingml/2006/main" xmlns:r="http://schemas.openxmlformats.org/officeDocument/2006/relationships" xmlns:p="http://schemas.openxmlformats.org/presentationml/2006/main">
  <p:tag name="NAME" val="Moon"/>
</p:tagLst>
</file>

<file path=ppt/tags/tag46.xml><?xml version="1.0" encoding="utf-8"?>
<p:tagLst xmlns:a="http://schemas.openxmlformats.org/drawingml/2006/main" xmlns:r="http://schemas.openxmlformats.org/officeDocument/2006/relationships" xmlns:p="http://schemas.openxmlformats.org/presentationml/2006/main">
  <p:tag name="NAME" val="MoonShape"/>
</p:tagLst>
</file>

<file path=ppt/tags/tag47.xml><?xml version="1.0" encoding="utf-8"?>
<p:tagLst xmlns:a="http://schemas.openxmlformats.org/drawingml/2006/main" xmlns:r="http://schemas.openxmlformats.org/officeDocument/2006/relationships" xmlns:p="http://schemas.openxmlformats.org/presentationml/2006/main">
  <p:tag name="NAME" val="Moon"/>
</p:tagLst>
</file>

<file path=ppt/tags/tag48.xml><?xml version="1.0" encoding="utf-8"?>
<p:tagLst xmlns:a="http://schemas.openxmlformats.org/drawingml/2006/main" xmlns:r="http://schemas.openxmlformats.org/officeDocument/2006/relationships" xmlns:p="http://schemas.openxmlformats.org/presentationml/2006/main">
  <p:tag name="NAME" val="Moon"/>
</p:tagLst>
</file>

<file path=ppt/tags/tag49.xml><?xml version="1.0" encoding="utf-8"?>
<p:tagLst xmlns:a="http://schemas.openxmlformats.org/drawingml/2006/main" xmlns:r="http://schemas.openxmlformats.org/officeDocument/2006/relationships" xmlns:p="http://schemas.openxmlformats.org/presentationml/2006/main">
  <p:tag name="NAME" val="Moon"/>
</p:tagLst>
</file>

<file path=ppt/tags/tag50.xml><?xml version="1.0" encoding="utf-8"?>
<p:tagLst xmlns:a="http://schemas.openxmlformats.org/drawingml/2006/main" xmlns:r="http://schemas.openxmlformats.org/officeDocument/2006/relationships" xmlns:p="http://schemas.openxmlformats.org/presentationml/2006/main">
  <p:tag name="NAME" val="Moon"/>
</p:tagLst>
</file>

<file path=ppt/tags/tag51.xml><?xml version="1.0" encoding="utf-8"?>
<p:tagLst xmlns:a="http://schemas.openxmlformats.org/drawingml/2006/main" xmlns:r="http://schemas.openxmlformats.org/officeDocument/2006/relationships" xmlns:p="http://schemas.openxmlformats.org/presentationml/2006/main">
  <p:tag name="NAME" val="MoonShape"/>
</p:tagLst>
</file>

<file path=ppt/tags/tag52.xml><?xml version="1.0" encoding="utf-8"?>
<p:tagLst xmlns:a="http://schemas.openxmlformats.org/drawingml/2006/main" xmlns:r="http://schemas.openxmlformats.org/officeDocument/2006/relationships" xmlns:p="http://schemas.openxmlformats.org/presentationml/2006/main">
  <p:tag name="NAME" val="Moon"/>
</p:tagLst>
</file>

<file path=ppt/tags/tag53.xml><?xml version="1.0" encoding="utf-8"?>
<p:tagLst xmlns:a="http://schemas.openxmlformats.org/drawingml/2006/main" xmlns:r="http://schemas.openxmlformats.org/officeDocument/2006/relationships" xmlns:p="http://schemas.openxmlformats.org/presentationml/2006/main">
  <p:tag name="NAME" val="Moon"/>
</p:tagLst>
</file>

<file path=ppt/tags/tag54.xml><?xml version="1.0" encoding="utf-8"?>
<p:tagLst xmlns:a="http://schemas.openxmlformats.org/drawingml/2006/main" xmlns:r="http://schemas.openxmlformats.org/officeDocument/2006/relationships" xmlns:p="http://schemas.openxmlformats.org/presentationml/2006/main">
  <p:tag name="LTOP" val=" 208.75"/>
  <p:tag name="LLEFT" val=" 170"/>
</p:tagLst>
</file>

<file path=ppt/tags/tag55.xml><?xml version="1.0" encoding="utf-8"?>
<p:tagLst xmlns:a="http://schemas.openxmlformats.org/drawingml/2006/main" xmlns:r="http://schemas.openxmlformats.org/officeDocument/2006/relationships" xmlns:p="http://schemas.openxmlformats.org/presentationml/2006/main">
  <p:tag name="NAME" val="MoonShape"/>
</p:tagLst>
</file>

<file path=ppt/tags/tag56.xml><?xml version="1.0" encoding="utf-8"?>
<p:tagLst xmlns:a="http://schemas.openxmlformats.org/drawingml/2006/main" xmlns:r="http://schemas.openxmlformats.org/officeDocument/2006/relationships" xmlns:p="http://schemas.openxmlformats.org/presentationml/2006/main">
  <p:tag name="NAME" val="MoonHalfShape"/>
  <p:tag name="ANGLE" val="2"/>
</p:tagLst>
</file>

<file path=ppt/tags/tag57.xml><?xml version="1.0" encoding="utf-8"?>
<p:tagLst xmlns:a="http://schemas.openxmlformats.org/drawingml/2006/main" xmlns:r="http://schemas.openxmlformats.org/officeDocument/2006/relationships" xmlns:p="http://schemas.openxmlformats.org/presentationml/2006/main">
  <p:tag name="NAME" val="MoonShape"/>
</p:tagLst>
</file>

<file path=ppt/tags/tag58.xml><?xml version="1.0" encoding="utf-8"?>
<p:tagLst xmlns:a="http://schemas.openxmlformats.org/drawingml/2006/main" xmlns:r="http://schemas.openxmlformats.org/officeDocument/2006/relationships" xmlns:p="http://schemas.openxmlformats.org/presentationml/2006/main">
  <p:tag name="ANGLE" val="4"/>
  <p:tag name="NAME" val="MoonHalfShape"/>
</p:tagLst>
</file>

<file path=ppt/tags/tag59.xml><?xml version="1.0" encoding="utf-8"?>
<p:tagLst xmlns:a="http://schemas.openxmlformats.org/drawingml/2006/main" xmlns:r="http://schemas.openxmlformats.org/officeDocument/2006/relationships" xmlns:p="http://schemas.openxmlformats.org/presentationml/2006/main">
  <p:tag name="NAME" val="MoonShape"/>
</p:tagLst>
</file>

<file path=ppt/tags/tag60.xml><?xml version="1.0" encoding="utf-8"?>
<p:tagLst xmlns:a="http://schemas.openxmlformats.org/drawingml/2006/main" xmlns:r="http://schemas.openxmlformats.org/officeDocument/2006/relationships" xmlns:p="http://schemas.openxmlformats.org/presentationml/2006/main">
  <p:tag name="ANGLE" val="4"/>
  <p:tag name="NAME" val="MoonHalfShape"/>
</p:tagLst>
</file>

<file path=ppt/tags/tag61.xml><?xml version="1.0" encoding="utf-8"?>
<p:tagLst xmlns:a="http://schemas.openxmlformats.org/drawingml/2006/main" xmlns:r="http://schemas.openxmlformats.org/officeDocument/2006/relationships" xmlns:p="http://schemas.openxmlformats.org/presentationml/2006/main">
  <p:tag name="NAME" val="MoonShape"/>
</p:tagLst>
</file>

<file path=ppt/tags/tag62.xml><?xml version="1.0" encoding="utf-8"?>
<p:tagLst xmlns:a="http://schemas.openxmlformats.org/drawingml/2006/main" xmlns:r="http://schemas.openxmlformats.org/officeDocument/2006/relationships" xmlns:p="http://schemas.openxmlformats.org/presentationml/2006/main">
  <p:tag name="ANGLE" val="3"/>
  <p:tag name="NAME" val="MoonHalfShape"/>
</p:tagLst>
</file>

<file path=ppt/tags/tag63.xml><?xml version="1.0" encoding="utf-8"?>
<p:tagLst xmlns:a="http://schemas.openxmlformats.org/drawingml/2006/main" xmlns:r="http://schemas.openxmlformats.org/officeDocument/2006/relationships" xmlns:p="http://schemas.openxmlformats.org/presentationml/2006/main">
  <p:tag name="NAME" val="MoonShape"/>
</p:tagLst>
</file>

<file path=ppt/tags/tag64.xml><?xml version="1.0" encoding="utf-8"?>
<p:tagLst xmlns:a="http://schemas.openxmlformats.org/drawingml/2006/main" xmlns:r="http://schemas.openxmlformats.org/officeDocument/2006/relationships" xmlns:p="http://schemas.openxmlformats.org/presentationml/2006/main">
  <p:tag name="ANGLE" val="2"/>
  <p:tag name="NAME" val="MoonHalfShape"/>
</p:tagLst>
</file>

<file path=ppt/tags/tag65.xml><?xml version="1.0" encoding="utf-8"?>
<p:tagLst xmlns:a="http://schemas.openxmlformats.org/drawingml/2006/main" xmlns:r="http://schemas.openxmlformats.org/officeDocument/2006/relationships" xmlns:p="http://schemas.openxmlformats.org/presentationml/2006/main">
  <p:tag name="NAME" val="MoonShape"/>
</p:tagLst>
</file>

<file path=ppt/tags/tag66.xml><?xml version="1.0" encoding="utf-8"?>
<p:tagLst xmlns:a="http://schemas.openxmlformats.org/drawingml/2006/main" xmlns:r="http://schemas.openxmlformats.org/officeDocument/2006/relationships" xmlns:p="http://schemas.openxmlformats.org/presentationml/2006/main">
  <p:tag name="NAME" val="MoonHalfShape"/>
  <p:tag name="ANGLE" val="1"/>
</p:tagLst>
</file>

<file path=ppt/tags/tag67.xml><?xml version="1.0" encoding="utf-8"?>
<p:tagLst xmlns:a="http://schemas.openxmlformats.org/drawingml/2006/main" xmlns:r="http://schemas.openxmlformats.org/officeDocument/2006/relationships" xmlns:p="http://schemas.openxmlformats.org/presentationml/2006/main">
  <p:tag name="NAME" val="MoonShape"/>
</p:tagLst>
</file>

<file path=ppt/tags/tag68.xml><?xml version="1.0" encoding="utf-8"?>
<p:tagLst xmlns:a="http://schemas.openxmlformats.org/drawingml/2006/main" xmlns:r="http://schemas.openxmlformats.org/officeDocument/2006/relationships" xmlns:p="http://schemas.openxmlformats.org/presentationml/2006/main">
  <p:tag name="NAME" val="MoonHalfShape"/>
  <p:tag name="ANGLE" val="4"/>
</p:tagLst>
</file>

<file path=ppt/tags/tag69.xml><?xml version="1.0" encoding="utf-8"?>
<p:tagLst xmlns:a="http://schemas.openxmlformats.org/drawingml/2006/main" xmlns:r="http://schemas.openxmlformats.org/officeDocument/2006/relationships" xmlns:p="http://schemas.openxmlformats.org/presentationml/2006/main">
  <p:tag name="NAME" val="MoonShape"/>
</p:tagLst>
</file>

<file path=ppt/tags/tag70.xml><?xml version="1.0" encoding="utf-8"?>
<p:tagLst xmlns:a="http://schemas.openxmlformats.org/drawingml/2006/main" xmlns:r="http://schemas.openxmlformats.org/officeDocument/2006/relationships" xmlns:p="http://schemas.openxmlformats.org/presentationml/2006/main">
  <p:tag name="NAME" val="MoonHalfShape"/>
  <p:tag name="ANGLE" val="3"/>
</p:tagLst>
</file>

<file path=ppt/tags/tag71.xml><?xml version="1.0" encoding="utf-8"?>
<p:tagLst xmlns:a="http://schemas.openxmlformats.org/drawingml/2006/main" xmlns:r="http://schemas.openxmlformats.org/officeDocument/2006/relationships" xmlns:p="http://schemas.openxmlformats.org/presentationml/2006/main">
  <p:tag name="NAME" val="MoonShape"/>
</p:tagLst>
</file>

<file path=ppt/tags/tag72.xml><?xml version="1.0" encoding="utf-8"?>
<p:tagLst xmlns:a="http://schemas.openxmlformats.org/drawingml/2006/main" xmlns:r="http://schemas.openxmlformats.org/officeDocument/2006/relationships" xmlns:p="http://schemas.openxmlformats.org/presentationml/2006/main">
  <p:tag name="NAME" val="MoonHalfShape"/>
  <p:tag name="ANGLE" val="2"/>
</p:tagLst>
</file>

<file path=ppt/tags/tag73.xml><?xml version="1.0" encoding="utf-8"?>
<p:tagLst xmlns:a="http://schemas.openxmlformats.org/drawingml/2006/main" xmlns:r="http://schemas.openxmlformats.org/officeDocument/2006/relationships" xmlns:p="http://schemas.openxmlformats.org/presentationml/2006/main">
  <p:tag name="NAME" val="MoonShape"/>
</p:tagLst>
</file>

<file path=ppt/tags/tag74.xml><?xml version="1.0" encoding="utf-8"?>
<p:tagLst xmlns:a="http://schemas.openxmlformats.org/drawingml/2006/main" xmlns:r="http://schemas.openxmlformats.org/officeDocument/2006/relationships" xmlns:p="http://schemas.openxmlformats.org/presentationml/2006/main">
  <p:tag name="ANGLE" val="1"/>
  <p:tag name="NAME" val="MoonHalfShape"/>
</p:tagLst>
</file>

<file path=ppt/tags/tag75.xml><?xml version="1.0" encoding="utf-8"?>
<p:tagLst xmlns:a="http://schemas.openxmlformats.org/drawingml/2006/main" xmlns:r="http://schemas.openxmlformats.org/officeDocument/2006/relationships" xmlns:p="http://schemas.openxmlformats.org/presentationml/2006/main">
  <p:tag name="NAME" val="MoonShape"/>
</p:tagLst>
</file>

<file path=ppt/tags/tag76.xml><?xml version="1.0" encoding="utf-8"?>
<p:tagLst xmlns:a="http://schemas.openxmlformats.org/drawingml/2006/main" xmlns:r="http://schemas.openxmlformats.org/officeDocument/2006/relationships" xmlns:p="http://schemas.openxmlformats.org/presentationml/2006/main">
  <p:tag name="ANGLE" val="4"/>
  <p:tag name="NAME" val="MoonHalfShape"/>
</p:tagLst>
</file>

<file path=ppt/tags/tag77.xml><?xml version="1.0" encoding="utf-8"?>
<p:tagLst xmlns:a="http://schemas.openxmlformats.org/drawingml/2006/main" xmlns:r="http://schemas.openxmlformats.org/officeDocument/2006/relationships" xmlns:p="http://schemas.openxmlformats.org/presentationml/2006/main">
  <p:tag name="NAME" val="MoonShape"/>
</p:tagLst>
</file>

<file path=ppt/tags/tag78.xml><?xml version="1.0" encoding="utf-8"?>
<p:tagLst xmlns:a="http://schemas.openxmlformats.org/drawingml/2006/main" xmlns:r="http://schemas.openxmlformats.org/officeDocument/2006/relationships" xmlns:p="http://schemas.openxmlformats.org/presentationml/2006/main">
  <p:tag name="ANGLE" val="3"/>
  <p:tag name="NAME" val="MoonHalfShape"/>
</p:tagLst>
</file>

<file path=ppt/tags/tag79.xml><?xml version="1.0" encoding="utf-8"?>
<p:tagLst xmlns:a="http://schemas.openxmlformats.org/drawingml/2006/main" xmlns:r="http://schemas.openxmlformats.org/officeDocument/2006/relationships" xmlns:p="http://schemas.openxmlformats.org/presentationml/2006/main">
  <p:tag name="NAME" val="MoonShape"/>
</p:tagLst>
</file>

<file path=ppt/tags/tag80.xml><?xml version="1.0" encoding="utf-8"?>
<p:tagLst xmlns:a="http://schemas.openxmlformats.org/drawingml/2006/main" xmlns:r="http://schemas.openxmlformats.org/officeDocument/2006/relationships" xmlns:p="http://schemas.openxmlformats.org/presentationml/2006/main">
  <p:tag name="ANGLE" val="2"/>
  <p:tag name="NAME" val="MoonHalfShape"/>
</p:tagLst>
</file>

<file path=ppt/tags/tag81.xml><?xml version="1.0" encoding="utf-8"?>
<p:tagLst xmlns:a="http://schemas.openxmlformats.org/drawingml/2006/main" xmlns:r="http://schemas.openxmlformats.org/officeDocument/2006/relationships" xmlns:p="http://schemas.openxmlformats.org/presentationml/2006/main">
  <p:tag name="NAME" val="MoonShape"/>
</p:tagLst>
</file>

<file path=ppt/tags/tag82.xml><?xml version="1.0" encoding="utf-8"?>
<p:tagLst xmlns:a="http://schemas.openxmlformats.org/drawingml/2006/main" xmlns:r="http://schemas.openxmlformats.org/officeDocument/2006/relationships" xmlns:p="http://schemas.openxmlformats.org/presentationml/2006/main">
  <p:tag name="NAME" val="MoonHalfShape"/>
  <p:tag name="ANGLE" val="1"/>
</p:tagLst>
</file>

<file path=ppt/tags/tag83.xml><?xml version="1.0" encoding="utf-8"?>
<p:tagLst xmlns:a="http://schemas.openxmlformats.org/drawingml/2006/main" xmlns:r="http://schemas.openxmlformats.org/officeDocument/2006/relationships" xmlns:p="http://schemas.openxmlformats.org/presentationml/2006/main">
  <p:tag name="NAME" val="MoonShape"/>
</p:tagLst>
</file>

<file path=ppt/tags/tag84.xml><?xml version="1.0" encoding="utf-8"?>
<p:tagLst xmlns:a="http://schemas.openxmlformats.org/drawingml/2006/main" xmlns:r="http://schemas.openxmlformats.org/officeDocument/2006/relationships" xmlns:p="http://schemas.openxmlformats.org/presentationml/2006/main">
  <p:tag name="NAME" val="MoonHalfShape"/>
  <p:tag name="ANGLE" val="4"/>
</p:tagLst>
</file>

<file path=ppt/tags/tag85.xml><?xml version="1.0" encoding="utf-8"?>
<p:tagLst xmlns:a="http://schemas.openxmlformats.org/drawingml/2006/main" xmlns:r="http://schemas.openxmlformats.org/officeDocument/2006/relationships" xmlns:p="http://schemas.openxmlformats.org/presentationml/2006/main">
  <p:tag name="NAME" val="MoonShape"/>
</p:tagLst>
</file>

<file path=ppt/tags/tag86.xml><?xml version="1.0" encoding="utf-8"?>
<p:tagLst xmlns:a="http://schemas.openxmlformats.org/drawingml/2006/main" xmlns:r="http://schemas.openxmlformats.org/officeDocument/2006/relationships" xmlns:p="http://schemas.openxmlformats.org/presentationml/2006/main">
  <p:tag name="NAME" val="MoonHalfShape"/>
  <p:tag name="ANGLE" val="3"/>
</p:tagLst>
</file>

<file path=ppt/tags/tag87.xml><?xml version="1.0" encoding="utf-8"?>
<p:tagLst xmlns:a="http://schemas.openxmlformats.org/drawingml/2006/main" xmlns:r="http://schemas.openxmlformats.org/officeDocument/2006/relationships" xmlns:p="http://schemas.openxmlformats.org/presentationml/2006/main">
  <p:tag name="NAME" val="MoonShape"/>
</p:tagLst>
</file>

<file path=ppt/tags/tag88.xml><?xml version="1.0" encoding="utf-8"?>
<p:tagLst xmlns:a="http://schemas.openxmlformats.org/drawingml/2006/main" xmlns:r="http://schemas.openxmlformats.org/officeDocument/2006/relationships" xmlns:p="http://schemas.openxmlformats.org/presentationml/2006/main">
  <p:tag name="NAME" val="MoonHalfShape"/>
  <p:tag name="ANGLE" val="2"/>
</p:tagLst>
</file>

<file path=ppt/tags/tag89.xml><?xml version="1.0" encoding="utf-8"?>
<p:tagLst xmlns:a="http://schemas.openxmlformats.org/drawingml/2006/main" xmlns:r="http://schemas.openxmlformats.org/officeDocument/2006/relationships" xmlns:p="http://schemas.openxmlformats.org/presentationml/2006/main">
  <p:tag name="NAME" val="MoonShape"/>
</p:tagLst>
</file>

<file path=ppt/tags/tag90.xml><?xml version="1.0" encoding="utf-8"?>
<p:tagLst xmlns:a="http://schemas.openxmlformats.org/drawingml/2006/main" xmlns:r="http://schemas.openxmlformats.org/officeDocument/2006/relationships" xmlns:p="http://schemas.openxmlformats.org/presentationml/2006/main">
  <p:tag name="ANGLE" val="1"/>
  <p:tag name="NAME" val="MoonHalfShape"/>
</p:tagLst>
</file>

<file path=ppt/tags/tag91.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92.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93.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94.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95.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96.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97.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98.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99.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100.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101.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102.xml><?xml version="1.0" encoding="utf-8"?>
<p:tagLst xmlns:a="http://schemas.openxmlformats.org/drawingml/2006/main" xmlns:r="http://schemas.openxmlformats.org/officeDocument/2006/relationships" xmlns:p="http://schemas.openxmlformats.org/presentationml/2006/main">
  <p:tag name="LTOP" val=" 208.75"/>
  <p:tag name="LLEFT" val=" 143.875"/>
</p:tagLst>
</file>

<file path=ppt/tags/tag103.xml><?xml version="1.0" encoding="utf-8"?>
<p:tagLst xmlns:a="http://schemas.openxmlformats.org/drawingml/2006/main" xmlns:r="http://schemas.openxmlformats.org/officeDocument/2006/relationships" xmlns:p="http://schemas.openxmlformats.org/presentationml/2006/main">
  <p:tag name="NAME" val="Moon"/>
</p:tagLst>
</file>

<file path=ppt/tags/tag104.xml><?xml version="1.0" encoding="utf-8"?>
<p:tagLst xmlns:a="http://schemas.openxmlformats.org/drawingml/2006/main" xmlns:r="http://schemas.openxmlformats.org/officeDocument/2006/relationships" xmlns:p="http://schemas.openxmlformats.org/presentationml/2006/main">
  <p:tag name="NAME" val="Moon"/>
</p:tagLst>
</file>

<file path=ppt/tags/tag105.xml><?xml version="1.0" encoding="utf-8"?>
<p:tagLst xmlns:a="http://schemas.openxmlformats.org/drawingml/2006/main" xmlns:r="http://schemas.openxmlformats.org/officeDocument/2006/relationships" xmlns:p="http://schemas.openxmlformats.org/presentationml/2006/main">
  <p:tag name="NAME" val="Moon"/>
</p:tagLst>
</file>

<file path=ppt/tags/tag106.xml><?xml version="1.0" encoding="utf-8"?>
<p:tagLst xmlns:a="http://schemas.openxmlformats.org/drawingml/2006/main" xmlns:r="http://schemas.openxmlformats.org/officeDocument/2006/relationships" xmlns:p="http://schemas.openxmlformats.org/presentationml/2006/main">
  <p:tag name="NAME" val="Moon"/>
</p:tagLst>
</file>

<file path=ppt/tags/tag107.xml><?xml version="1.0" encoding="utf-8"?>
<p:tagLst xmlns:a="http://schemas.openxmlformats.org/drawingml/2006/main" xmlns:r="http://schemas.openxmlformats.org/officeDocument/2006/relationships" xmlns:p="http://schemas.openxmlformats.org/presentationml/2006/main">
  <p:tag name="NAME" val="MoonShape"/>
</p:tagLst>
</file>

<file path=ppt/tags/tag108.xml><?xml version="1.0" encoding="utf-8"?>
<p:tagLst xmlns:a="http://schemas.openxmlformats.org/drawingml/2006/main" xmlns:r="http://schemas.openxmlformats.org/officeDocument/2006/relationships" xmlns:p="http://schemas.openxmlformats.org/presentationml/2006/main">
  <p:tag name="NAME" val="MoonHalfShape"/>
  <p:tag name="ANGLE" val="4"/>
</p:tagLst>
</file>

<file path=ppt/tags/tag109.xml><?xml version="1.0" encoding="utf-8"?>
<p:tagLst xmlns:a="http://schemas.openxmlformats.org/drawingml/2006/main" xmlns:r="http://schemas.openxmlformats.org/officeDocument/2006/relationships" xmlns:p="http://schemas.openxmlformats.org/presentationml/2006/main">
  <p:tag name="NAME" val="MoonShape"/>
</p:tagLst>
</file>

<file path=ppt/tags/tag110.xml><?xml version="1.0" encoding="utf-8"?>
<p:tagLst xmlns:a="http://schemas.openxmlformats.org/drawingml/2006/main" xmlns:r="http://schemas.openxmlformats.org/officeDocument/2006/relationships" xmlns:p="http://schemas.openxmlformats.org/presentationml/2006/main">
  <p:tag name="ANGLE" val="2"/>
  <p:tag name="NAME" val="MoonHalfShape"/>
</p:tagLst>
</file>

<file path=ppt/tags/tag111.xml><?xml version="1.0" encoding="utf-8"?>
<p:tagLst xmlns:a="http://schemas.openxmlformats.org/drawingml/2006/main" xmlns:r="http://schemas.openxmlformats.org/officeDocument/2006/relationships" xmlns:p="http://schemas.openxmlformats.org/presentationml/2006/main">
  <p:tag name="NAME" val="MoonShape"/>
</p:tagLst>
</file>

<file path=ppt/tags/tag112.xml><?xml version="1.0" encoding="utf-8"?>
<p:tagLst xmlns:a="http://schemas.openxmlformats.org/drawingml/2006/main" xmlns:r="http://schemas.openxmlformats.org/officeDocument/2006/relationships" xmlns:p="http://schemas.openxmlformats.org/presentationml/2006/main">
  <p:tag name="ANGLE" val="3"/>
  <p:tag name="NAME" val="MoonHalfShape"/>
</p:tagLst>
</file>

<file path=ppt/tags/tag113.xml><?xml version="1.0" encoding="utf-8"?>
<p:tagLst xmlns:a="http://schemas.openxmlformats.org/drawingml/2006/main" xmlns:r="http://schemas.openxmlformats.org/officeDocument/2006/relationships" xmlns:p="http://schemas.openxmlformats.org/presentationml/2006/main">
  <p:tag name="NAME" val="MoonShape"/>
</p:tagLst>
</file>

<file path=ppt/tags/tag114.xml><?xml version="1.0" encoding="utf-8"?>
<p:tagLst xmlns:a="http://schemas.openxmlformats.org/drawingml/2006/main" xmlns:r="http://schemas.openxmlformats.org/officeDocument/2006/relationships" xmlns:p="http://schemas.openxmlformats.org/presentationml/2006/main">
  <p:tag name="ANGLE" val="1"/>
  <p:tag name="NAME" val="MoonHalfShape"/>
</p:tagLst>
</file>

<file path=ppt/tags/tag115.xml><?xml version="1.0" encoding="utf-8"?>
<p:tagLst xmlns:a="http://schemas.openxmlformats.org/drawingml/2006/main" xmlns:r="http://schemas.openxmlformats.org/officeDocument/2006/relationships" xmlns:p="http://schemas.openxmlformats.org/presentationml/2006/main">
  <p:tag name="RESIZE" val="Yes"/>
</p:tagLst>
</file>

<file path=ppt/tags/tag116.xml><?xml version="1.0" encoding="utf-8"?>
<p:tagLst xmlns:a="http://schemas.openxmlformats.org/drawingml/2006/main" xmlns:r="http://schemas.openxmlformats.org/officeDocument/2006/relationships" xmlns:p="http://schemas.openxmlformats.org/presentationml/2006/main">
  <p:tag name="LTOP" val=" 143.625"/>
  <p:tag name="LLEFT" val=" 204"/>
</p:tagLst>
</file>

<file path=ppt/tags/tag117.xml><?xml version="1.0" encoding="utf-8"?>
<p:tagLst xmlns:a="http://schemas.openxmlformats.org/drawingml/2006/main" xmlns:r="http://schemas.openxmlformats.org/officeDocument/2006/relationships" xmlns:p="http://schemas.openxmlformats.org/presentationml/2006/main">
  <p:tag name="ORIGWIDTH" val="30"/>
  <p:tag name="ORIGHEIGHT" val="41.375"/>
  <p:tag name="ORIGTOP" val="282"/>
  <p:tag name="ORIGLEFT" val="408"/>
  <p:tag name="LLEFT" val=" 415.625"/>
  <p:tag name="LTOP" val=" 348.75"/>
</p:tagLst>
</file>

<file path=ppt/tags/tag118.xml><?xml version="1.0" encoding="utf-8"?>
<p:tagLst xmlns:a="http://schemas.openxmlformats.org/drawingml/2006/main" xmlns:r="http://schemas.openxmlformats.org/officeDocument/2006/relationships" xmlns:p="http://schemas.openxmlformats.org/presentationml/2006/main">
  <p:tag name="LTOP" val=" 348.75"/>
  <p:tag name="LLEFT" val=" 415.625"/>
  <p:tag name="ORIGLEFT" val="408"/>
  <p:tag name="ORIGTOP" val="282"/>
  <p:tag name="ORIGHEIGHT" val="41.375"/>
  <p:tag name="ORIGWIDTH" val="30"/>
</p:tagLst>
</file>

<file path=ppt/tags/tag119.xml><?xml version="1.0" encoding="utf-8"?>
<p:tagLst xmlns:a="http://schemas.openxmlformats.org/drawingml/2006/main" xmlns:r="http://schemas.openxmlformats.org/officeDocument/2006/relationships" xmlns:p="http://schemas.openxmlformats.org/presentationml/2006/main">
  <p:tag name="ORIGWIDTH" val="30"/>
  <p:tag name="ORIGHEIGHT" val="41.375"/>
  <p:tag name="ORIGTOP" val="282"/>
  <p:tag name="ORIGLEFT" val="408"/>
  <p:tag name="LLEFT" val=" 415.625"/>
  <p:tag name="LTOP" val=" 348.75"/>
</p:tagLst>
</file>

<file path=ppt/tags/tag120.xml><?xml version="1.0" encoding="utf-8"?>
<p:tagLst xmlns:a="http://schemas.openxmlformats.org/drawingml/2006/main" xmlns:r="http://schemas.openxmlformats.org/officeDocument/2006/relationships" xmlns:p="http://schemas.openxmlformats.org/presentationml/2006/main">
  <p:tag name="LTOP" val=" 348.75"/>
  <p:tag name="LLEFT" val=" 415.625"/>
  <p:tag name="ORIGLEFT" val="408"/>
  <p:tag name="ORIGTOP" val="282"/>
  <p:tag name="ORIGHEIGHT" val="41.375"/>
  <p:tag name="ORIGWIDTH" val="30"/>
</p:tagLst>
</file>

<file path=ppt/tags/tag121.xml><?xml version="1.0" encoding="utf-8"?>
<p:tagLst xmlns:a="http://schemas.openxmlformats.org/drawingml/2006/main" xmlns:r="http://schemas.openxmlformats.org/officeDocument/2006/relationships" xmlns:p="http://schemas.openxmlformats.org/presentationml/2006/main">
  <p:tag name="ORIGWIDTH" val="30"/>
  <p:tag name="ORIGHEIGHT" val="41.375"/>
  <p:tag name="ORIGTOP" val="282"/>
  <p:tag name="ORIGLEFT" val="408"/>
  <p:tag name="LLEFT" val=" 415.625"/>
  <p:tag name="LTOP" val=" 348.75"/>
</p:tagLst>
</file>

<file path=ppt/tags/tag122.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23.xml><?xml version="1.0" encoding="utf-8"?>
<p:tagLst xmlns:a="http://schemas.openxmlformats.org/drawingml/2006/main" xmlns:r="http://schemas.openxmlformats.org/officeDocument/2006/relationships" xmlns:p="http://schemas.openxmlformats.org/presentationml/2006/main">
  <p:tag name="LTOP" val=" 348.75"/>
  <p:tag name="LLEFT" val=" 415.625"/>
  <p:tag name="ORIGLEFT" val="408"/>
  <p:tag name="ORIGTOP" val="282"/>
  <p:tag name="ORIGHEIGHT" val="41.375"/>
  <p:tag name="ORIGWIDTH" val="30"/>
</p:tagLst>
</file>

<file path=ppt/tags/tag124.xml><?xml version="1.0" encoding="utf-8"?>
<p:tagLst xmlns:a="http://schemas.openxmlformats.org/drawingml/2006/main" xmlns:r="http://schemas.openxmlformats.org/officeDocument/2006/relationships" xmlns:p="http://schemas.openxmlformats.org/presentationml/2006/main">
  <p:tag name="ORIGWIDTH" val="30"/>
  <p:tag name="ORIGHEIGHT" val="41.375"/>
  <p:tag name="ORIGTOP" val="282"/>
  <p:tag name="ORIGLEFT" val="408"/>
  <p:tag name="LLEFT" val=" 415.625"/>
  <p:tag name="LTOP" val=" 348.75"/>
</p:tagLst>
</file>

<file path=ppt/tags/tag125.xml><?xml version="1.0" encoding="utf-8"?>
<p:tagLst xmlns:a="http://schemas.openxmlformats.org/drawingml/2006/main" xmlns:r="http://schemas.openxmlformats.org/officeDocument/2006/relationships" xmlns:p="http://schemas.openxmlformats.org/presentationml/2006/main">
  <p:tag name="LTOP" val=" 348.75"/>
  <p:tag name="LLEFT" val=" 415.625"/>
  <p:tag name="ORIGLEFT" val="408"/>
  <p:tag name="ORIGTOP" val="282"/>
  <p:tag name="ORIGHEIGHT" val="41.375"/>
  <p:tag name="ORIGWIDTH" val="30"/>
</p:tagLst>
</file>

<file path=ppt/tags/tag126.xml><?xml version="1.0" encoding="utf-8"?>
<p:tagLst xmlns:a="http://schemas.openxmlformats.org/drawingml/2006/main" xmlns:r="http://schemas.openxmlformats.org/officeDocument/2006/relationships" xmlns:p="http://schemas.openxmlformats.org/presentationml/2006/main">
  <p:tag name="ORIGWIDTH" val="30"/>
  <p:tag name="ORIGHEIGHT" val="41.375"/>
  <p:tag name="ORIGTOP" val="282"/>
  <p:tag name="ORIGLEFT" val="408"/>
  <p:tag name="LLEFT" val=" 415.625"/>
  <p:tag name="LTOP" val=" 348.75"/>
</p:tagLst>
</file>

<file path=ppt/tags/tag127.xml><?xml version="1.0" encoding="utf-8"?>
<p:tagLst xmlns:a="http://schemas.openxmlformats.org/drawingml/2006/main" xmlns:r="http://schemas.openxmlformats.org/officeDocument/2006/relationships" xmlns:p="http://schemas.openxmlformats.org/presentationml/2006/main">
  <p:tag name="LTOP" val=" 348.75"/>
  <p:tag name="LLEFT" val=" 415.625"/>
  <p:tag name="ORIGLEFT" val="408"/>
  <p:tag name="ORIGTOP" val="282"/>
  <p:tag name="ORIGHEIGHT" val="41.375"/>
  <p:tag name="ORIGWIDTH" val="30"/>
</p:tagLst>
</file>

<file path=ppt/tags/tag128.xml><?xml version="1.0" encoding="utf-8"?>
<p:tagLst xmlns:a="http://schemas.openxmlformats.org/drawingml/2006/main" xmlns:r="http://schemas.openxmlformats.org/officeDocument/2006/relationships" xmlns:p="http://schemas.openxmlformats.org/presentationml/2006/main">
  <p:tag name="ORIGWIDTH" val="25.75"/>
  <p:tag name="ORIGHEIGHT" val="64.625"/>
  <p:tag name="ORIGTOP" val="195.75"/>
  <p:tag name="ORIGLEFT" val="231.75"/>
</p:tagLst>
</file>

<file path=ppt/tags/tag129.xml><?xml version="1.0" encoding="utf-8"?>
<p:tagLst xmlns:a="http://schemas.openxmlformats.org/drawingml/2006/main" xmlns:r="http://schemas.openxmlformats.org/officeDocument/2006/relationships" xmlns:p="http://schemas.openxmlformats.org/presentationml/2006/main">
  <p:tag name="ORIGWIDTH" val="20.5"/>
  <p:tag name="ORIGHEIGHT" val="12"/>
  <p:tag name="ORIGTOP" val="221.375"/>
  <p:tag name="ORIGLEFT" val="242"/>
</p:tagLst>
</file>

<file path=ppt/tags/tag130.xml><?xml version="1.0" encoding="utf-8"?>
<p:tagLst xmlns:a="http://schemas.openxmlformats.org/drawingml/2006/main" xmlns:r="http://schemas.openxmlformats.org/officeDocument/2006/relationships" xmlns:p="http://schemas.openxmlformats.org/presentationml/2006/main">
  <p:tag name="ORIGWIDTH" val="20.5"/>
  <p:tag name="ORIGHEIGHT" val="11.875"/>
  <p:tag name="ORIGTOP" val="239.75"/>
  <p:tag name="ORIGLEFT" val="242"/>
</p:tagLst>
</file>

<file path=ppt/tags/tag131.xml><?xml version="1.0" encoding="utf-8"?>
<p:tagLst xmlns:a="http://schemas.openxmlformats.org/drawingml/2006/main" xmlns:r="http://schemas.openxmlformats.org/officeDocument/2006/relationships" xmlns:p="http://schemas.openxmlformats.org/presentationml/2006/main">
  <p:tag name="ORIGWIDTH" val="20.5"/>
  <p:tag name="ORIGHEIGHT" val="12"/>
  <p:tag name="ORIGTOP" val="202.5"/>
  <p:tag name="ORIGLEFT" val="242"/>
</p:tagLst>
</file>

<file path=ppt/tags/tag132.xml><?xml version="1.0" encoding="utf-8"?>
<p:tagLst xmlns:a="http://schemas.openxmlformats.org/drawingml/2006/main" xmlns:r="http://schemas.openxmlformats.org/officeDocument/2006/relationships" xmlns:p="http://schemas.openxmlformats.org/presentationml/2006/main">
  <p:tag name="LLEFT" val=" 711.375"/>
  <p:tag name="LTOP" val=" 178.25"/>
</p:tagLst>
</file>

<file path=ppt/tags/tag133.xml><?xml version="1.0" encoding="utf-8"?>
<p:tagLst xmlns:a="http://schemas.openxmlformats.org/drawingml/2006/main" xmlns:r="http://schemas.openxmlformats.org/officeDocument/2006/relationships" xmlns:p="http://schemas.openxmlformats.org/presentationml/2006/main">
  <p:tag name="LLEFT" val=" 684.625"/>
  <p:tag name="LTOP" val=" 180"/>
</p:tagLst>
</file>

<file path=ppt/tags/tag134.xml><?xml version="1.0" encoding="utf-8"?>
<p:tagLst xmlns:a="http://schemas.openxmlformats.org/drawingml/2006/main" xmlns:r="http://schemas.openxmlformats.org/officeDocument/2006/relationships" xmlns:p="http://schemas.openxmlformats.org/presentationml/2006/main">
  <p:tag name="LLEFT" val=" 684.625"/>
  <p:tag name="LTOP" val=" 194"/>
</p:tagLst>
</file>

<file path=ppt/tags/tag135.xml><?xml version="1.0" encoding="utf-8"?>
<p:tagLst xmlns:a="http://schemas.openxmlformats.org/drawingml/2006/main" xmlns:r="http://schemas.openxmlformats.org/officeDocument/2006/relationships" xmlns:p="http://schemas.openxmlformats.org/presentationml/2006/main">
  <p:tag name="LLEFT" val=" 684.625"/>
  <p:tag name="LTOP" val=" 210"/>
</p:tagLst>
</file>

<file path=ppt/tags/tag136.xml><?xml version="1.0" encoding="utf-8"?>
<p:tagLst xmlns:a="http://schemas.openxmlformats.org/drawingml/2006/main" xmlns:r="http://schemas.openxmlformats.org/officeDocument/2006/relationships" xmlns:p="http://schemas.openxmlformats.org/presentationml/2006/main">
  <p:tag name="NAME" val="Moon"/>
</p:tagLst>
</file>

<file path=ppt/tags/tag137.xml><?xml version="1.0" encoding="utf-8"?>
<p:tagLst xmlns:a="http://schemas.openxmlformats.org/drawingml/2006/main" xmlns:r="http://schemas.openxmlformats.org/officeDocument/2006/relationships" xmlns:p="http://schemas.openxmlformats.org/presentationml/2006/main">
  <p:tag name="NAME" val="Moon"/>
</p:tagLst>
</file>

<file path=ppt/tags/tag138.xml><?xml version="1.0" encoding="utf-8"?>
<p:tagLst xmlns:a="http://schemas.openxmlformats.org/drawingml/2006/main" xmlns:r="http://schemas.openxmlformats.org/officeDocument/2006/relationships" xmlns:p="http://schemas.openxmlformats.org/presentationml/2006/main">
  <p:tag name="NAME" val="MoonShape"/>
</p:tagLst>
</file>

<file path=ppt/tags/tag139.xml><?xml version="1.0" encoding="utf-8"?>
<p:tagLst xmlns:a="http://schemas.openxmlformats.org/drawingml/2006/main" xmlns:r="http://schemas.openxmlformats.org/officeDocument/2006/relationships" xmlns:p="http://schemas.openxmlformats.org/presentationml/2006/main">
  <p:tag name="ANGLE" val="1"/>
  <p:tag name="NAME" val="MoonHalfShape"/>
</p:tagLst>
</file>

<file path=ppt/tags/tag140.xml><?xml version="1.0" encoding="utf-8"?>
<p:tagLst xmlns:a="http://schemas.openxmlformats.org/drawingml/2006/main" xmlns:r="http://schemas.openxmlformats.org/officeDocument/2006/relationships" xmlns:p="http://schemas.openxmlformats.org/presentationml/2006/main">
  <p:tag name="NAME" val="MoonShape"/>
</p:tagLst>
</file>

<file path=ppt/tags/tag141.xml><?xml version="1.0" encoding="utf-8"?>
<p:tagLst xmlns:a="http://schemas.openxmlformats.org/drawingml/2006/main" xmlns:r="http://schemas.openxmlformats.org/officeDocument/2006/relationships" xmlns:p="http://schemas.openxmlformats.org/presentationml/2006/main">
  <p:tag name="NAME" val="MoonHalfShape"/>
  <p:tag name="ANGLE" val="4"/>
</p:tagLst>
</file>

<file path=ppt/tags/tag142.xml><?xml version="1.0" encoding="utf-8"?>
<p:tagLst xmlns:a="http://schemas.openxmlformats.org/drawingml/2006/main" xmlns:r="http://schemas.openxmlformats.org/officeDocument/2006/relationships" xmlns:p="http://schemas.openxmlformats.org/presentationml/2006/main">
  <p:tag name="NAME" val="Moon"/>
</p:tagLst>
</file>

<file path=ppt/tags/tag143.xml><?xml version="1.0" encoding="utf-8"?>
<p:tagLst xmlns:a="http://schemas.openxmlformats.org/drawingml/2006/main" xmlns:r="http://schemas.openxmlformats.org/officeDocument/2006/relationships" xmlns:p="http://schemas.openxmlformats.org/presentationml/2006/main">
  <p:tag name="NAME" val="MoonShape"/>
</p:tagLst>
</file>

<file path=ppt/tags/tag144.xml><?xml version="1.0" encoding="utf-8"?>
<p:tagLst xmlns:a="http://schemas.openxmlformats.org/drawingml/2006/main" xmlns:r="http://schemas.openxmlformats.org/officeDocument/2006/relationships" xmlns:p="http://schemas.openxmlformats.org/presentationml/2006/main">
  <p:tag name="ANGLE" val="1"/>
  <p:tag name="NAME" val="MoonHalfShape"/>
</p:tagLst>
</file>

<file path=ppt/tags/tag145.xml><?xml version="1.0" encoding="utf-8"?>
<p:tagLst xmlns:a="http://schemas.openxmlformats.org/drawingml/2006/main" xmlns:r="http://schemas.openxmlformats.org/officeDocument/2006/relationships" xmlns:p="http://schemas.openxmlformats.org/presentationml/2006/main">
  <p:tag name="RESIZE" val="Yes"/>
</p:tagLst>
</file>

<file path=ppt/tags/tag146.xml><?xml version="1.0" encoding="utf-8"?>
<p:tagLst xmlns:a="http://schemas.openxmlformats.org/drawingml/2006/main" xmlns:r="http://schemas.openxmlformats.org/officeDocument/2006/relationships" xmlns:p="http://schemas.openxmlformats.org/presentationml/2006/main">
  <p:tag name="NAME" val="RectangleShape"/>
</p:tagLst>
</file>

<file path=ppt/tags/tag147.xml><?xml version="1.0" encoding="utf-8"?>
<p:tagLst xmlns:a="http://schemas.openxmlformats.org/drawingml/2006/main" xmlns:r="http://schemas.openxmlformats.org/officeDocument/2006/relationships" xmlns:p="http://schemas.openxmlformats.org/presentationml/2006/main">
  <p:tag name="NAME" val="RectangleText"/>
</p:tagLst>
</file>

<file path=ppt/tags/tag148.xml><?xml version="1.0" encoding="utf-8"?>
<p:tagLst xmlns:a="http://schemas.openxmlformats.org/drawingml/2006/main" xmlns:r="http://schemas.openxmlformats.org/officeDocument/2006/relationships" xmlns:p="http://schemas.openxmlformats.org/presentationml/2006/main">
  <p:tag name="NAME" val="RectangleShape"/>
</p:tagLst>
</file>

<file path=ppt/tags/tag149.xml><?xml version="1.0" encoding="utf-8"?>
<p:tagLst xmlns:a="http://schemas.openxmlformats.org/drawingml/2006/main" xmlns:r="http://schemas.openxmlformats.org/officeDocument/2006/relationships" xmlns:p="http://schemas.openxmlformats.org/presentationml/2006/main">
  <p:tag name="NAME" val="RectangleText"/>
</p:tagLst>
</file>

<file path=ppt/tags/tag150.xml><?xml version="1.0" encoding="utf-8"?>
<p:tagLst xmlns:a="http://schemas.openxmlformats.org/drawingml/2006/main" xmlns:r="http://schemas.openxmlformats.org/officeDocument/2006/relationships" xmlns:p="http://schemas.openxmlformats.org/presentationml/2006/main">
  <p:tag name="NAME" val="RectangleShape"/>
</p:tagLst>
</file>

<file path=ppt/tags/tag151.xml><?xml version="1.0" encoding="utf-8"?>
<p:tagLst xmlns:a="http://schemas.openxmlformats.org/drawingml/2006/main" xmlns:r="http://schemas.openxmlformats.org/officeDocument/2006/relationships" xmlns:p="http://schemas.openxmlformats.org/presentationml/2006/main">
  <p:tag name="NAME" val="RectangleText"/>
</p:tagLst>
</file>

<file path=ppt/tags/tag152.xml><?xml version="1.0" encoding="utf-8"?>
<p:tagLst xmlns:a="http://schemas.openxmlformats.org/drawingml/2006/main" xmlns:r="http://schemas.openxmlformats.org/officeDocument/2006/relationships" xmlns:p="http://schemas.openxmlformats.org/presentationml/2006/main">
  <p:tag name="NAME" val="RectangleShape"/>
</p:tagLst>
</file>

<file path=ppt/tags/tag153.xml><?xml version="1.0" encoding="utf-8"?>
<p:tagLst xmlns:a="http://schemas.openxmlformats.org/drawingml/2006/main" xmlns:r="http://schemas.openxmlformats.org/officeDocument/2006/relationships" xmlns:p="http://schemas.openxmlformats.org/presentationml/2006/main">
  <p:tag name="NAME" val="RectangleText"/>
</p:tagLst>
</file>

<file path=ppt/tags/tag154.xml><?xml version="1.0" encoding="utf-8"?>
<p:tagLst xmlns:a="http://schemas.openxmlformats.org/drawingml/2006/main" xmlns:r="http://schemas.openxmlformats.org/officeDocument/2006/relationships" xmlns:p="http://schemas.openxmlformats.org/presentationml/2006/main">
  <p:tag name="NAME" val="RectangleShape"/>
</p:tagLst>
</file>

<file path=ppt/tags/tag155.xml><?xml version="1.0" encoding="utf-8"?>
<p:tagLst xmlns:a="http://schemas.openxmlformats.org/drawingml/2006/main" xmlns:r="http://schemas.openxmlformats.org/officeDocument/2006/relationships" xmlns:p="http://schemas.openxmlformats.org/presentationml/2006/main">
  <p:tag name="NAME" val="RectangleText"/>
</p:tagLst>
</file>

<file path=ppt/tags/tag156.xml><?xml version="1.0" encoding="utf-8"?>
<p:tagLst xmlns:a="http://schemas.openxmlformats.org/drawingml/2006/main" xmlns:r="http://schemas.openxmlformats.org/officeDocument/2006/relationships" xmlns:p="http://schemas.openxmlformats.org/presentationml/2006/main">
  <p:tag name="NAME" val="SingleBoatShape"/>
</p:tagLst>
</file>

<file path=ppt/tags/tag157.xml><?xml version="1.0" encoding="utf-8"?>
<p:tagLst xmlns:a="http://schemas.openxmlformats.org/drawingml/2006/main" xmlns:r="http://schemas.openxmlformats.org/officeDocument/2006/relationships" xmlns:p="http://schemas.openxmlformats.org/presentationml/2006/main">
  <p:tag name="NAME" val="SingleBoatText"/>
  <p:tag name="LEFT" val=" 143.875"/>
  <p:tag name="TOP" val=" 207"/>
  <p:tag name="LLEFT" val=" 143.875"/>
  <p:tag name="LTOP" val=" 207"/>
</p:tagLst>
</file>

<file path=ppt/tags/tag158.xml><?xml version="1.0" encoding="utf-8"?>
<p:tagLst xmlns:a="http://schemas.openxmlformats.org/drawingml/2006/main" xmlns:r="http://schemas.openxmlformats.org/officeDocument/2006/relationships" xmlns:p="http://schemas.openxmlformats.org/presentationml/2006/main">
  <p:tag name="NAME" val="SingleBoat"/>
</p:tagLst>
</file>

<file path=ppt/tags/tag159.xml><?xml version="1.0" encoding="utf-8"?>
<p:tagLst xmlns:a="http://schemas.openxmlformats.org/drawingml/2006/main" xmlns:r="http://schemas.openxmlformats.org/officeDocument/2006/relationships" xmlns:p="http://schemas.openxmlformats.org/presentationml/2006/main">
  <p:tag name="NAME" val="SingleBoat"/>
</p:tagLst>
</file>

<file path=ppt/tags/tag160.xml><?xml version="1.0" encoding="utf-8"?>
<p:tagLst xmlns:a="http://schemas.openxmlformats.org/drawingml/2006/main" xmlns:r="http://schemas.openxmlformats.org/officeDocument/2006/relationships" xmlns:p="http://schemas.openxmlformats.org/presentationml/2006/main">
  <p:tag name="NAME" val="SingleBoatShape"/>
</p:tagLst>
</file>

<file path=ppt/tags/tag161.xml><?xml version="1.0" encoding="utf-8"?>
<p:tagLst xmlns:a="http://schemas.openxmlformats.org/drawingml/2006/main" xmlns:r="http://schemas.openxmlformats.org/officeDocument/2006/relationships" xmlns:p="http://schemas.openxmlformats.org/presentationml/2006/main">
  <p:tag name="LTOP" val=" 207"/>
  <p:tag name="LLEFT" val=" 143.875"/>
  <p:tag name="TOP" val=" 207"/>
  <p:tag name="LEFT" val=" 143.875"/>
  <p:tag name="NAME" val="SingleBoatText"/>
</p:tagLst>
</file>

<file path=ppt/tags/tag162.xml><?xml version="1.0" encoding="utf-8"?>
<p:tagLst xmlns:a="http://schemas.openxmlformats.org/drawingml/2006/main" xmlns:r="http://schemas.openxmlformats.org/officeDocument/2006/relationships" xmlns:p="http://schemas.openxmlformats.org/presentationml/2006/main">
  <p:tag name="LTOP" val=" 207"/>
  <p:tag name="LLEFT" val=" 143.875"/>
  <p:tag name="TOP" val=" 207"/>
  <p:tag name="LEFT" val=" 143.875"/>
  <p:tag name="NAME" val="SingleBoatText"/>
</p:tagLst>
</file>

<file path=ppt/tags/tag163.xml><?xml version="1.0" encoding="utf-8"?>
<p:tagLst xmlns:a="http://schemas.openxmlformats.org/drawingml/2006/main" xmlns:r="http://schemas.openxmlformats.org/officeDocument/2006/relationships" xmlns:p="http://schemas.openxmlformats.org/presentationml/2006/main">
  <p:tag name="LTOP" val=" 207"/>
  <p:tag name="LLEFT" val=" 143.875"/>
  <p:tag name="TOP" val=" 207"/>
  <p:tag name="LEFT" val=" 143.875"/>
  <p:tag name="NAME" val="SingleBoatText"/>
</p:tagLst>
</file>

<file path=ppt/tags/tag164.xml><?xml version="1.0" encoding="utf-8"?>
<p:tagLst xmlns:a="http://schemas.openxmlformats.org/drawingml/2006/main" xmlns:r="http://schemas.openxmlformats.org/officeDocument/2006/relationships" xmlns:p="http://schemas.openxmlformats.org/presentationml/2006/main">
  <p:tag name="NAME" val="SingleBoatText"/>
  <p:tag name="LEFT" val=" 143.875"/>
  <p:tag name="TOP" val=" 207"/>
  <p:tag name="LLEFT" val=" 143.875"/>
  <p:tag name="LTOP" val=" 207"/>
</p:tagLst>
</file>

<file path=ppt/tags/tag165.xml><?xml version="1.0" encoding="utf-8"?>
<p:tagLst xmlns:a="http://schemas.openxmlformats.org/drawingml/2006/main" xmlns:r="http://schemas.openxmlformats.org/officeDocument/2006/relationships" xmlns:p="http://schemas.openxmlformats.org/presentationml/2006/main">
  <p:tag name="NAME" val="SingleBoatShape"/>
</p:tagLst>
</file>

<file path=ppt/tags/tag166.xml><?xml version="1.0" encoding="utf-8"?>
<p:tagLst xmlns:a="http://schemas.openxmlformats.org/drawingml/2006/main" xmlns:r="http://schemas.openxmlformats.org/officeDocument/2006/relationships" xmlns:p="http://schemas.openxmlformats.org/presentationml/2006/main">
  <p:tag name="NAME" val="SingleBoatText"/>
  <p:tag name="LEFT" val=" 143.875"/>
  <p:tag name="TOP" val=" 207"/>
  <p:tag name="LLEFT" val=" 143.875"/>
  <p:tag name="LTOP" val=" 207"/>
</p:tagLst>
</file>

<file path=ppt/tags/tag167.xml><?xml version="1.0" encoding="utf-8"?>
<p:tagLst xmlns:a="http://schemas.openxmlformats.org/drawingml/2006/main" xmlns:r="http://schemas.openxmlformats.org/officeDocument/2006/relationships" xmlns:p="http://schemas.openxmlformats.org/presentationml/2006/main">
  <p:tag name="NAME" val="SingleBoatShape"/>
</p:tagLst>
</file>

<file path=ppt/tags/tag168.xml><?xml version="1.0" encoding="utf-8"?>
<p:tagLst xmlns:a="http://schemas.openxmlformats.org/drawingml/2006/main" xmlns:r="http://schemas.openxmlformats.org/officeDocument/2006/relationships" xmlns:p="http://schemas.openxmlformats.org/presentationml/2006/main">
  <p:tag name="LTOP" val=" 207"/>
  <p:tag name="LLEFT" val=" 143.875"/>
  <p:tag name="TOP" val=" 207"/>
  <p:tag name="LEFT" val=" 143.875"/>
  <p:tag name="NAME" val="SingleBoatText"/>
</p:tagLst>
</file>

<file path=ppt/tags/tag169.xml><?xml version="1.0" encoding="utf-8"?>
<p:tagLst xmlns:a="http://schemas.openxmlformats.org/drawingml/2006/main" xmlns:r="http://schemas.openxmlformats.org/officeDocument/2006/relationships" xmlns:p="http://schemas.openxmlformats.org/presentationml/2006/main">
  <p:tag name="NAME" val="SingleBoatShape"/>
</p:tagLst>
</file>

<file path=ppt/tags/tag170.xml><?xml version="1.0" encoding="utf-8"?>
<p:tagLst xmlns:a="http://schemas.openxmlformats.org/drawingml/2006/main" xmlns:r="http://schemas.openxmlformats.org/officeDocument/2006/relationships" xmlns:p="http://schemas.openxmlformats.org/presentationml/2006/main">
  <p:tag name="NAME" val="SingleBoatShape"/>
</p:tagLst>
</file>

<file path=ppt/tags/tag171.xml><?xml version="1.0" encoding="utf-8"?>
<p:tagLst xmlns:a="http://schemas.openxmlformats.org/drawingml/2006/main" xmlns:r="http://schemas.openxmlformats.org/officeDocument/2006/relationships" xmlns:p="http://schemas.openxmlformats.org/presentationml/2006/main">
  <p:tag name="NAME" val="SingleBoatShape"/>
</p:tagLst>
</file>

<file path=ppt/tags/tag172.xml><?xml version="1.0" encoding="utf-8"?>
<p:tagLst xmlns:a="http://schemas.openxmlformats.org/drawingml/2006/main" xmlns:r="http://schemas.openxmlformats.org/officeDocument/2006/relationships" xmlns:p="http://schemas.openxmlformats.org/presentationml/2006/main">
  <p:tag name="LLEFT" val=" 169.75"/>
  <p:tag name="LTOP" val=" 200.875"/>
</p:tagLst>
</file>

<file path=ppt/tags/tag173.xml><?xml version="1.0" encoding="utf-8"?>
<p:tagLst xmlns:a="http://schemas.openxmlformats.org/drawingml/2006/main" xmlns:r="http://schemas.openxmlformats.org/officeDocument/2006/relationships" xmlns:p="http://schemas.openxmlformats.org/presentationml/2006/main">
  <p:tag name="LTOP" val=" 200.875"/>
  <p:tag name="LLEFT" val=" 169.75"/>
</p:tagLst>
</file>

<file path=ppt/tags/tag174.xml><?xml version="1.0" encoding="utf-8"?>
<p:tagLst xmlns:a="http://schemas.openxmlformats.org/drawingml/2006/main" xmlns:r="http://schemas.openxmlformats.org/officeDocument/2006/relationships" xmlns:p="http://schemas.openxmlformats.org/presentationml/2006/main">
  <p:tag name="LLEFT" val=" 169.75"/>
  <p:tag name="LTOP" val=" 200.875"/>
</p:tagLst>
</file>

<file path=ppt/tags/tag175.xml><?xml version="1.0" encoding="utf-8"?>
<p:tagLst xmlns:a="http://schemas.openxmlformats.org/drawingml/2006/main" xmlns:r="http://schemas.openxmlformats.org/officeDocument/2006/relationships" xmlns:p="http://schemas.openxmlformats.org/presentationml/2006/main">
  <p:tag name="LTOP" val=" 200.875"/>
  <p:tag name="LLEFT" val=" 169.75"/>
</p:tagLst>
</file>

<file path=ppt/tags/tag176.xml><?xml version="1.0" encoding="utf-8"?>
<p:tagLst xmlns:a="http://schemas.openxmlformats.org/drawingml/2006/main" xmlns:r="http://schemas.openxmlformats.org/officeDocument/2006/relationships" xmlns:p="http://schemas.openxmlformats.org/presentationml/2006/main">
  <p:tag name="LLEFT" val=" 169.75"/>
  <p:tag name="LTOP" val=" 200.875"/>
</p:tagLst>
</file>

<file path=ppt/tags/tag177.xml><?xml version="1.0" encoding="utf-8"?>
<p:tagLst xmlns:a="http://schemas.openxmlformats.org/drawingml/2006/main" xmlns:r="http://schemas.openxmlformats.org/officeDocument/2006/relationships" xmlns:p="http://schemas.openxmlformats.org/presentationml/2006/main">
  <p:tag name="LTOP" val=" 200.875"/>
  <p:tag name="LLEFT" val=" 169.75"/>
</p:tagLst>
</file>

<file path=ppt/tags/tag178.xml><?xml version="1.0" encoding="utf-8"?>
<p:tagLst xmlns:a="http://schemas.openxmlformats.org/drawingml/2006/main" xmlns:r="http://schemas.openxmlformats.org/officeDocument/2006/relationships" xmlns:p="http://schemas.openxmlformats.org/presentationml/2006/main">
  <p:tag name="LLEFT" val=" 169.75"/>
  <p:tag name="LTOP" val=" 200.875"/>
</p:tagLst>
</file>

<file path=ppt/tags/tag179.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80.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181.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82.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183.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84.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185.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86.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187.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88.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189.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90.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191.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192.xml><?xml version="1.0" encoding="utf-8"?>
<p:tagLst xmlns:a="http://schemas.openxmlformats.org/drawingml/2006/main" xmlns:r="http://schemas.openxmlformats.org/officeDocument/2006/relationships" xmlns:p="http://schemas.openxmlformats.org/presentationml/2006/main">
  <p:tag name="LTOP" val=" 8.75"/>
  <p:tag name="LLEFT" val=" 555.375"/>
</p:tagLst>
</file>

<file path=ppt/theme/theme1.xml><?xml version="1.0" encoding="utf-8"?>
<a:theme xmlns:a="http://schemas.openxmlformats.org/drawingml/2006/main" name="Blank Presentation">
  <a:themeElements>
    <a:clrScheme name="">
      <a:dk1>
        <a:srgbClr val="000000"/>
      </a:dk1>
      <a:lt1>
        <a:srgbClr val="FFFFFF"/>
      </a:lt1>
      <a:dk2>
        <a:srgbClr val="000000"/>
      </a:dk2>
      <a:lt2>
        <a:srgbClr val="000000"/>
      </a:lt2>
      <a:accent1>
        <a:srgbClr val="FFFFFF"/>
      </a:accent1>
      <a:accent2>
        <a:srgbClr val="606060"/>
      </a:accent2>
      <a:accent3>
        <a:srgbClr val="FFFFFF"/>
      </a:accent3>
      <a:accent4>
        <a:srgbClr val="000000"/>
      </a:accent4>
      <a:accent5>
        <a:srgbClr val="FFFFFF"/>
      </a:accent5>
      <a:accent6>
        <a:srgbClr val="565656"/>
      </a:accent6>
      <a:hlink>
        <a:srgbClr val="909090"/>
      </a:hlink>
      <a:folHlink>
        <a:srgbClr val="D0D0D0"/>
      </a:folHlink>
    </a:clrScheme>
    <a:fontScheme name="Blank Presentation">
      <a:majorFont>
        <a:latin typeface="굴림"/>
        <a:ea typeface="굴림"/>
        <a:cs typeface=""/>
      </a:majorFont>
      <a:minorFont>
        <a:latin typeface="굴림"/>
        <a:ea typeface="굴림"/>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bg1"/>
        </a:solidFill>
        <a:ln w="6350" cap="flat" cmpd="sng" algn="ctr">
          <a:solidFill>
            <a:schemeClr val="tx1"/>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kumimoji="0" lang="en-US" altLang="ko-KR" sz="1800" b="0" i="0" u="none" strike="noStrike" cap="none" normalizeH="0" baseline="0" smtClean="0">
            <a:ln>
              <a:noFill/>
            </a:ln>
            <a:solidFill>
              <a:schemeClr val="tx1"/>
            </a:solidFill>
            <a:effectLst/>
            <a:latin typeface="Arial" panose="020B0604020202020204" pitchFamily="34" charset="0"/>
            <a:cs typeface="Arial" panose="020B0604020202020204" pitchFamily="34" charset="0"/>
          </a:defRPr>
        </a:defPPr>
      </a:lstStyle>
    </a:spDef>
    <a:lnDef>
      <a:spPr bwMode="auto">
        <a:xfrm>
          <a:off x="0" y="0"/>
          <a:ext cx="1" cy="1"/>
        </a:xfrm>
        <a:custGeom>
          <a:avLst/>
          <a:gdLst/>
          <a:ahLst/>
          <a:cxnLst/>
          <a:rect l="0" t="0" r="0" b="0"/>
          <a:pathLst/>
        </a:custGeom>
        <a:solidFill>
          <a:schemeClr val="bg1"/>
        </a:solidFill>
        <a:ln w="6350" cap="flat" cmpd="sng" algn="ctr">
          <a:solidFill>
            <a:schemeClr val="tx1"/>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kumimoji="0" lang="en-US" altLang="ko-KR" sz="1800" b="0" i="0" u="none" strike="noStrike" cap="none" normalizeH="0" baseline="0" smtClean="0">
            <a:ln>
              <a:noFill/>
            </a:ln>
            <a:solidFill>
              <a:schemeClr val="tx1"/>
            </a:solidFill>
            <a:effectLst/>
            <a:latin typeface="Arial" panose="020B0604020202020204" pitchFamily="34" charset="0"/>
            <a:cs typeface="Arial" panose="020B0604020202020204" pitchFamily="34" charset="0"/>
          </a:defRPr>
        </a:defPPr>
      </a:lstStyle>
    </a:lnDef>
  </a:objectDefaults>
  <a:extraClrSchemeLst>
    <a:extraClrScheme>
      <a:clrScheme name="Blank Presentation 1">
        <a:dk1>
          <a:srgbClr val="000000"/>
        </a:dk1>
        <a:lt1>
          <a:srgbClr val="FFFFFF"/>
        </a:lt1>
        <a:dk2>
          <a:srgbClr val="000000"/>
        </a:dk2>
        <a:lt2>
          <a:srgbClr val="333333"/>
        </a:lt2>
        <a:accent1>
          <a:srgbClr val="FFFFFF"/>
        </a:accent1>
        <a:accent2>
          <a:srgbClr val="000000"/>
        </a:accent2>
        <a:accent3>
          <a:srgbClr val="FFFFFF"/>
        </a:accent3>
        <a:accent4>
          <a:srgbClr val="000000"/>
        </a:accent4>
        <a:accent5>
          <a:srgbClr val="FFFFFF"/>
        </a:accent5>
        <a:accent6>
          <a:srgbClr val="000000"/>
        </a:accent6>
        <a:hlink>
          <a:srgbClr val="DDDDDD"/>
        </a:hlink>
        <a:folHlink>
          <a:srgbClr val="96969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005 Deloitte_White_NL">
  <a:themeElements>
    <a:clrScheme name="2005 Deloitte_White_NL 1">
      <a:dk1>
        <a:srgbClr val="091D5D"/>
      </a:dk1>
      <a:lt1>
        <a:srgbClr val="DDD2B5"/>
      </a:lt1>
      <a:dk2>
        <a:srgbClr val="A13D3A"/>
      </a:dk2>
      <a:lt2>
        <a:srgbClr val="9CD100"/>
      </a:lt2>
      <a:accent1>
        <a:srgbClr val="9773AE"/>
      </a:accent1>
      <a:accent2>
        <a:srgbClr val="DC8240"/>
      </a:accent2>
      <a:accent3>
        <a:srgbClr val="EBE5D7"/>
      </a:accent3>
      <a:accent4>
        <a:srgbClr val="06174E"/>
      </a:accent4>
      <a:accent5>
        <a:srgbClr val="C9BCD3"/>
      </a:accent5>
      <a:accent6>
        <a:srgbClr val="C77539"/>
      </a:accent6>
      <a:hlink>
        <a:srgbClr val="577D3D"/>
      </a:hlink>
      <a:folHlink>
        <a:srgbClr val="549CB5"/>
      </a:folHlink>
    </a:clrScheme>
    <a:fontScheme name="2005 Deloitte_White_NL">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0000" tIns="46800" rIns="90000" bIns="46800" numCol="1" anchor="ctr" anchorCtr="0" compatLnSpc="1">
        <a:prstTxWarp prst="textNoShape">
          <a:avLst/>
        </a:prstTxWarp>
      </a:bodyPr>
      <a:lstStyle>
        <a:defPPr marL="0" marR="0" indent="0" algn="l" defTabSz="914400" rtl="0" eaLnBrk="0" fontAlgn="base" latinLnBrk="0" hangingPunct="0">
          <a:lnSpc>
            <a:spcPct val="100000"/>
          </a:lnSpc>
          <a:spcBef>
            <a:spcPct val="50000"/>
          </a:spcBef>
          <a:spcAft>
            <a:spcPct val="0"/>
          </a:spcAft>
          <a:buClrTx/>
          <a:buSzTx/>
          <a:buFontTx/>
          <a:buNone/>
          <a:tabLst/>
          <a:defRPr kumimoji="0" lang="nl-NL" altLang="ko-KR" sz="1200" b="0" i="0" u="none" strike="noStrike" cap="none" normalizeH="0" baseline="0" smtClean="0">
            <a:ln>
              <a:noFill/>
            </a:ln>
            <a:solidFill>
              <a:schemeClr val="tx1"/>
            </a:solidFill>
            <a:effectLst/>
            <a:latin typeface="Verdana" panose="020B0604030504040204" pitchFamily="34"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0000" tIns="46800" rIns="90000" bIns="46800" numCol="1" anchor="ctr" anchorCtr="0" compatLnSpc="1">
        <a:prstTxWarp prst="textNoShape">
          <a:avLst/>
        </a:prstTxWarp>
      </a:bodyPr>
      <a:lstStyle>
        <a:defPPr marL="0" marR="0" indent="0" algn="l" defTabSz="914400" rtl="0" eaLnBrk="0" fontAlgn="base" latinLnBrk="0" hangingPunct="0">
          <a:lnSpc>
            <a:spcPct val="100000"/>
          </a:lnSpc>
          <a:spcBef>
            <a:spcPct val="50000"/>
          </a:spcBef>
          <a:spcAft>
            <a:spcPct val="0"/>
          </a:spcAft>
          <a:buClrTx/>
          <a:buSzTx/>
          <a:buFontTx/>
          <a:buNone/>
          <a:tabLst/>
          <a:defRPr kumimoji="0" lang="nl-NL" altLang="ko-KR" sz="1200" b="0" i="0" u="none" strike="noStrike" cap="none" normalizeH="0" baseline="0" smtClean="0">
            <a:ln>
              <a:noFill/>
            </a:ln>
            <a:solidFill>
              <a:schemeClr val="tx1"/>
            </a:solidFill>
            <a:effectLst/>
            <a:latin typeface="Verdana" panose="020B0604030504040204" pitchFamily="34" charset="0"/>
          </a:defRPr>
        </a:defPPr>
      </a:lstStyle>
    </a:lnDef>
  </a:objectDefaults>
  <a:extraClrSchemeLst>
    <a:extraClrScheme>
      <a:clrScheme name="2005 Deloitte_White_NL 1">
        <a:dk1>
          <a:srgbClr val="091D5D"/>
        </a:dk1>
        <a:lt1>
          <a:srgbClr val="DDD2B5"/>
        </a:lt1>
        <a:dk2>
          <a:srgbClr val="A13D3A"/>
        </a:dk2>
        <a:lt2>
          <a:srgbClr val="9CD100"/>
        </a:lt2>
        <a:accent1>
          <a:srgbClr val="9773AE"/>
        </a:accent1>
        <a:accent2>
          <a:srgbClr val="DC8240"/>
        </a:accent2>
        <a:accent3>
          <a:srgbClr val="EBE5D7"/>
        </a:accent3>
        <a:accent4>
          <a:srgbClr val="06174E"/>
        </a:accent4>
        <a:accent5>
          <a:srgbClr val="C9BCD3"/>
        </a:accent5>
        <a:accent6>
          <a:srgbClr val="C77539"/>
        </a:accent6>
        <a:hlink>
          <a:srgbClr val="577D3D"/>
        </a:hlink>
        <a:folHlink>
          <a:srgbClr val="549CB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Blank Presentation">
  <a:themeElements>
    <a:clrScheme name="Blank Presentation 1">
      <a:dk1>
        <a:srgbClr val="000000"/>
      </a:dk1>
      <a:lt1>
        <a:srgbClr val="FFFFFF"/>
      </a:lt1>
      <a:dk2>
        <a:srgbClr val="000000"/>
      </a:dk2>
      <a:lt2>
        <a:srgbClr val="000000"/>
      </a:lt2>
      <a:accent1>
        <a:srgbClr val="FFFFFF"/>
      </a:accent1>
      <a:accent2>
        <a:srgbClr val="D0D0D0"/>
      </a:accent2>
      <a:accent3>
        <a:srgbClr val="FFFFFF"/>
      </a:accent3>
      <a:accent4>
        <a:srgbClr val="000000"/>
      </a:accent4>
      <a:accent5>
        <a:srgbClr val="FFFFFF"/>
      </a:accent5>
      <a:accent6>
        <a:srgbClr val="BCBCBC"/>
      </a:accent6>
      <a:hlink>
        <a:srgbClr val="909090"/>
      </a:hlink>
      <a:folHlink>
        <a:srgbClr val="000000"/>
      </a:folHlink>
    </a:clrScheme>
    <a:fontScheme name="Blank Presentation">
      <a:majorFont>
        <a:latin typeface="Arial"/>
        <a:ea typeface="굴림"/>
        <a:cs typeface=""/>
      </a:majorFont>
      <a:minorFont>
        <a:latin typeface="Arial"/>
        <a:ea typeface="굴림"/>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altLang="ko-KR" sz="1600" b="0" i="0" u="none" strike="noStrike" cap="none" normalizeH="0" baseline="0" smtClean="0">
            <a:ln>
              <a:noFill/>
            </a:ln>
            <a:solidFill>
              <a:schemeClr val="tx1"/>
            </a:solidFill>
            <a:effectLst/>
            <a:latin typeface="Arial" panose="020B0604020202020204" pitchFamily="34" charset="0"/>
            <a:ea typeface="굴림" panose="020B0600000101010101" pitchFamily="50" charset="-127"/>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altLang="ko-KR" sz="1600" b="0" i="0" u="none" strike="noStrike" cap="none" normalizeH="0" baseline="0" smtClean="0">
            <a:ln>
              <a:noFill/>
            </a:ln>
            <a:solidFill>
              <a:schemeClr val="tx1"/>
            </a:solidFill>
            <a:effectLst/>
            <a:latin typeface="Arial" panose="020B0604020202020204" pitchFamily="34" charset="0"/>
            <a:ea typeface="굴림" panose="020B0600000101010101" pitchFamily="50" charset="-127"/>
          </a:defRPr>
        </a:defPPr>
      </a:lstStyle>
    </a:lnDef>
  </a:objectDefaults>
  <a:extraClrSchemeLst>
    <a:extraClrScheme>
      <a:clrScheme name="Blank Presentation 1">
        <a:dk1>
          <a:srgbClr val="000000"/>
        </a:dk1>
        <a:lt1>
          <a:srgbClr val="FFFFFF"/>
        </a:lt1>
        <a:dk2>
          <a:srgbClr val="000000"/>
        </a:dk2>
        <a:lt2>
          <a:srgbClr val="000000"/>
        </a:lt2>
        <a:accent1>
          <a:srgbClr val="FFFFFF"/>
        </a:accent1>
        <a:accent2>
          <a:srgbClr val="D0D0D0"/>
        </a:accent2>
        <a:accent3>
          <a:srgbClr val="FFFFFF"/>
        </a:accent3>
        <a:accent4>
          <a:srgbClr val="000000"/>
        </a:accent4>
        <a:accent5>
          <a:srgbClr val="FFFFFF"/>
        </a:accent5>
        <a:accent6>
          <a:srgbClr val="BCBCBC"/>
        </a:accent6>
        <a:hlink>
          <a:srgbClr val="909090"/>
        </a:hlink>
        <a:folHlink>
          <a:srgbClr val="0000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000000"/>
        </a:lt2>
        <a:accent1>
          <a:srgbClr val="FFFFFF"/>
        </a:accent1>
        <a:accent2>
          <a:srgbClr val="D0D0D0"/>
        </a:accent2>
        <a:accent3>
          <a:srgbClr val="FFFFFF"/>
        </a:accent3>
        <a:accent4>
          <a:srgbClr val="000000"/>
        </a:accent4>
        <a:accent5>
          <a:srgbClr val="FFFFFF"/>
        </a:accent5>
        <a:accent6>
          <a:srgbClr val="BCBCBC"/>
        </a:accent6>
        <a:hlink>
          <a:srgbClr val="909090"/>
        </a:hlink>
        <a:folHlink>
          <a:srgbClr val="60606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000000"/>
        </a:lt2>
        <a:accent1>
          <a:srgbClr val="FFFFFF"/>
        </a:accent1>
        <a:accent2>
          <a:srgbClr val="FFFFFF"/>
        </a:accent2>
        <a:accent3>
          <a:srgbClr val="FFFFFF"/>
        </a:accent3>
        <a:accent4>
          <a:srgbClr val="000000"/>
        </a:accent4>
        <a:accent5>
          <a:srgbClr val="FFFFFF"/>
        </a:accent5>
        <a:accent6>
          <a:srgbClr val="E7E7E7"/>
        </a:accent6>
        <a:hlink>
          <a:srgbClr val="FFFFFF"/>
        </a:hlink>
        <a:folHlink>
          <a:srgbClr val="000000"/>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FE"/>
        </a:dk2>
        <a:lt2>
          <a:srgbClr val="000000"/>
        </a:lt2>
        <a:accent1>
          <a:srgbClr val="6598FF"/>
        </a:accent1>
        <a:accent2>
          <a:srgbClr val="FF8700"/>
        </a:accent2>
        <a:accent3>
          <a:srgbClr val="FFFFFF"/>
        </a:accent3>
        <a:accent4>
          <a:srgbClr val="000000"/>
        </a:accent4>
        <a:accent5>
          <a:srgbClr val="B8CAFF"/>
        </a:accent5>
        <a:accent6>
          <a:srgbClr val="E77A00"/>
        </a:accent6>
        <a:hlink>
          <a:srgbClr val="33CB33"/>
        </a:hlink>
        <a:folHlink>
          <a:srgbClr val="0000FE"/>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FE"/>
        </a:dk2>
        <a:lt2>
          <a:srgbClr val="000000"/>
        </a:lt2>
        <a:accent1>
          <a:srgbClr val="6598FF"/>
        </a:accent1>
        <a:accent2>
          <a:srgbClr val="FEFB00"/>
        </a:accent2>
        <a:accent3>
          <a:srgbClr val="FFFFFF"/>
        </a:accent3>
        <a:accent4>
          <a:srgbClr val="000000"/>
        </a:accent4>
        <a:accent5>
          <a:srgbClr val="B8CAFF"/>
        </a:accent5>
        <a:accent6>
          <a:srgbClr val="E6E300"/>
        </a:accent6>
        <a:hlink>
          <a:srgbClr val="33CB33"/>
        </a:hlink>
        <a:folHlink>
          <a:srgbClr val="0000FE"/>
        </a:folHlink>
      </a:clrScheme>
      <a:clrMap bg1="lt1" tx1="dk1" bg2="lt2" tx2="dk2" accent1="accent1" accent2="accent2" accent3="accent3" accent4="accent4" accent5="accent5" accent6="accent6" hlink="hlink" folHlink="folHlink"/>
    </a:extraClrScheme>
    <a:extraClrScheme>
      <a:clrScheme name="Blank Presentation 6">
        <a:dk1>
          <a:srgbClr val="6598FF"/>
        </a:dk1>
        <a:lt1>
          <a:srgbClr val="FFFFFF"/>
        </a:lt1>
        <a:dk2>
          <a:srgbClr val="000000"/>
        </a:dk2>
        <a:lt2>
          <a:srgbClr val="FEFB00"/>
        </a:lt2>
        <a:accent1>
          <a:srgbClr val="0000FE"/>
        </a:accent1>
        <a:accent2>
          <a:srgbClr val="6598FF"/>
        </a:accent2>
        <a:accent3>
          <a:srgbClr val="AAAAAA"/>
        </a:accent3>
        <a:accent4>
          <a:srgbClr val="DADADA"/>
        </a:accent4>
        <a:accent5>
          <a:srgbClr val="AAAAFE"/>
        </a:accent5>
        <a:accent6>
          <a:srgbClr val="5B89E7"/>
        </a:accent6>
        <a:hlink>
          <a:srgbClr val="33CB33"/>
        </a:hlink>
        <a:folHlink>
          <a:srgbClr val="FF8700"/>
        </a:folHlink>
      </a:clrScheme>
      <a:clrMap bg1="dk2" tx1="lt1" bg2="dk1" tx2="lt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FEFB00"/>
        </a:lt2>
        <a:accent1>
          <a:srgbClr val="0000FE"/>
        </a:accent1>
        <a:accent2>
          <a:srgbClr val="6598FF"/>
        </a:accent2>
        <a:accent3>
          <a:srgbClr val="AAAAAA"/>
        </a:accent3>
        <a:accent4>
          <a:srgbClr val="DADADA"/>
        </a:accent4>
        <a:accent5>
          <a:srgbClr val="AAAAFE"/>
        </a:accent5>
        <a:accent6>
          <a:srgbClr val="5B89E7"/>
        </a:accent6>
        <a:hlink>
          <a:srgbClr val="33CB33"/>
        </a:hlink>
        <a:folHlink>
          <a:srgbClr val="FEFB0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테마">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498</TotalTime>
  <Words>2386</Words>
  <Application>Microsoft Macintosh PowerPoint</Application>
  <PresentationFormat>화면 슬라이드 쇼(4:3)</PresentationFormat>
  <Paragraphs>1002</Paragraphs>
  <Slides>73</Slides>
  <Notes>69</Notes>
  <HiddenSlides>0</HiddenSlides>
  <MMClips>0</MMClips>
  <ScaleCrop>false</ScaleCrop>
  <HeadingPairs>
    <vt:vector size="8" baseType="variant">
      <vt:variant>
        <vt:lpstr>사용한 글꼴</vt:lpstr>
      </vt:variant>
      <vt:variant>
        <vt:i4>9</vt:i4>
      </vt:variant>
      <vt:variant>
        <vt:lpstr>테마</vt:lpstr>
      </vt:variant>
      <vt:variant>
        <vt:i4>3</vt:i4>
      </vt:variant>
      <vt:variant>
        <vt:lpstr>포함된 OLE 서버</vt:lpstr>
      </vt:variant>
      <vt:variant>
        <vt:i4>3</vt:i4>
      </vt:variant>
      <vt:variant>
        <vt:lpstr>슬라이드 제목</vt:lpstr>
      </vt:variant>
      <vt:variant>
        <vt:i4>73</vt:i4>
      </vt:variant>
    </vt:vector>
  </HeadingPairs>
  <TitlesOfParts>
    <vt:vector size="88" baseType="lpstr">
      <vt:lpstr>-윤고딕120</vt:lpstr>
      <vt:lpstr>-윤고딕130</vt:lpstr>
      <vt:lpstr>-윤명조130</vt:lpstr>
      <vt:lpstr>굴림</vt:lpstr>
      <vt:lpstr>Arial</vt:lpstr>
      <vt:lpstr>Arial Black</vt:lpstr>
      <vt:lpstr>Times New Roman</vt:lpstr>
      <vt:lpstr>Verdana</vt:lpstr>
      <vt:lpstr>Wingdings</vt:lpstr>
      <vt:lpstr>Blank Presentation</vt:lpstr>
      <vt:lpstr>2005 Deloitte_White_NL</vt:lpstr>
      <vt:lpstr>1_Blank Presentation</vt:lpstr>
      <vt:lpstr>차트</vt:lpstr>
      <vt:lpstr>클립</vt:lpstr>
      <vt:lpstr>Image</vt:lpstr>
      <vt:lpstr>STICKER AND OTHERS </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If there are multiple data sources on a page, source each one separately</vt:lpstr>
      <vt:lpstr>In all graphs, the colors must alternate dark and light to ensure readability when printing in black and white</vt:lpstr>
      <vt:lpstr> Bar graph, 1 data series</vt:lpstr>
      <vt:lpstr> Bar graph, 2 data series</vt:lpstr>
      <vt:lpstr> Column graph, 1 data series</vt:lpstr>
      <vt:lpstr> Column graph, 2 data series</vt:lpstr>
      <vt:lpstr> Stacked column graph</vt:lpstr>
      <vt:lpstr> Waterfall chart, single step</vt:lpstr>
      <vt:lpstr> Waterfall chart, double step</vt:lpstr>
      <vt:lpstr> Tornado chart:  back-to-back bar graphs</vt:lpstr>
      <vt:lpstr> Tornado chart:  horizontal stacked chart</vt:lpstr>
      <vt:lpstr> Area graph: data labels inside</vt:lpstr>
      <vt:lpstr> Scatter plot with four quadrants </vt:lpstr>
      <vt:lpstr> Scatter plot with trendlines</vt:lpstr>
      <vt:lpstr>Bubble chart</vt:lpstr>
      <vt:lpstr> Doughnut graph</vt:lpstr>
      <vt:lpstr> Four diagonal boxes</vt:lpstr>
      <vt:lpstr> Three-part org chart</vt:lpstr>
      <vt:lpstr> Four-part org chart</vt:lpstr>
      <vt:lpstr>PowerPoint 프레젠테이션</vt:lpstr>
      <vt:lpstr>PowerPoint 프레젠테이션</vt:lpstr>
      <vt:lpstr>3Cs TRIANGLE</vt:lpstr>
      <vt:lpstr>3S-4S</vt:lpstr>
      <vt:lpstr>BUSS PORTFOLIO</vt:lpstr>
      <vt:lpstr>PRICE BENEFIT</vt:lpstr>
      <vt:lpstr>TREE PRODUCTIVITY</vt:lpstr>
      <vt:lpstr>VALUE SOURCES</vt:lpstr>
      <vt:lpstr>HIT WALL</vt:lpstr>
      <vt:lpstr>4 BOX FLOW</vt:lpstr>
      <vt:lpstr>PowerPoint 프레젠테이션</vt:lpstr>
      <vt:lpstr>PowerPoint 프레젠테이션</vt:lpstr>
      <vt:lpstr>PowerPoint 프레젠테이션</vt:lpstr>
      <vt:lpstr>PowerPoint 프레젠테이션</vt:lpstr>
      <vt:lpstr>The World - large</vt:lpstr>
      <vt:lpstr>Map of Europe</vt:lpstr>
      <vt:lpstr>Map of United States</vt:lpstr>
      <vt:lpstr>PowerPoint 프레젠테이션</vt:lpstr>
      <vt:lpstr>PowerPoint 프레젠테이션</vt:lpstr>
      <vt:lpstr>MAPS </vt:lpstr>
    </vt:vector>
  </TitlesOfParts>
  <Company>IBM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document title is Arial, 32-point bold. IBM standard is blue, but black can be used</dc:title>
  <dc:creator>Dave McGovern</dc:creator>
  <cp:lastModifiedBy>Henry park</cp:lastModifiedBy>
  <cp:revision>22</cp:revision>
  <dcterms:created xsi:type="dcterms:W3CDTF">2002-09-27T16:39:30Z</dcterms:created>
  <dcterms:modified xsi:type="dcterms:W3CDTF">2023-12-23T10:49:14Z</dcterms:modified>
</cp:coreProperties>
</file>